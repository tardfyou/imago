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cab9ec3f7c4606" /><Relationship Type="http://schemas.openxmlformats.org/officeDocument/2006/relationships/extended-properties" Target="/docProps/app.xml" Id="R37abb1d6409543b9" /><Relationship Type="http://schemas.openxmlformats.org/officeDocument/2006/relationships/officeDocument" Target="/ppt/presentation.xml" Id="R7ff2ef3456954c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3db1e2679f4397"/>
  </p:sldMasterIdLst>
  <p:notesMasterIdLst>
    <p:notesMasterId xmlns:r="http://schemas.openxmlformats.org/officeDocument/2006/relationships" r:id="Rb6694e7e667d4bd8"/>
  </p:notesMasterIdLst>
  <p:sldIdLst>
    <p:sldId xmlns:r="http://schemas.openxmlformats.org/officeDocument/2006/relationships" id="256" r:id="R9dfb262e4d2a4cd0"/>
  </p:sldIdLst>
  <p:sldSz cx="13087350" cy="37719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c86e42a7a949ac" /><Relationship Type="http://schemas.openxmlformats.org/officeDocument/2006/relationships/slideMaster" Target="/ppt/slideMasters/slideMaster1.xml" Id="Rca3db1e2679f4397" /><Relationship Type="http://schemas.openxmlformats.org/officeDocument/2006/relationships/notesMaster" Target="/ppt/notesMasters/notesMaster1.xml" Id="Rb6694e7e667d4bd8" /><Relationship Type="http://schemas.openxmlformats.org/officeDocument/2006/relationships/presProps" Target="/ppt/presProps.xml" Id="R3440013aa7d0427e" /><Relationship Type="http://schemas.openxmlformats.org/officeDocument/2006/relationships/tableStyles" Target="/ppt/tableStyles.xml" Id="R71c533a305954dd5" /><Relationship Type="http://schemas.openxmlformats.org/officeDocument/2006/relationships/slide" Target="/ppt/slides/slide1.xml" Id="R9dfb262e4d2a4c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46424ba88d42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ce1cabefce44da" /><Relationship Type="http://schemas.openxmlformats.org/officeDocument/2006/relationships/notesMaster" Target="/ppt/notesMasters/notesMaster1.xml" Id="Ree0c16d1af4b4f0d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素材ID：AI-017</ns1:t>
            </ns1:r>
          </ns1:p>
          <ns1:p>
            <ns1:r>
              <ns1:t>论文：Native Sparse Attention: Hardware-Aligned and Natively Trainable Sparse Attention</ns1:t>
            </ns1:r>
          </ns1:p>
          <ns1:p>
            <ns1:r>
              <ns1:t>会议：ACL 2025</ns1:t>
            </ns1:r>
          </ns1:p>
          <ns1:p>
            <ns1:r>
              <ns1:t>奖项：Best Paper</ns1:t>
            </ns1:r>
          </ns1:p>
          <ns1:p>
            <ns1:r>
              <ns1:t>图号：Figure 2，PDF第3页</ns1:t>
            </ns1:r>
          </ns1:p>
          <ns1:p>
            <ns1:r>
              <ns1:t>类型：系统架构</ns1:t>
            </ns1:r>
          </ns1:p>
          <ns1:p>
            <ns1:r>
              <ns1:t>借鉴点：将压缩、选择、滑窗三条并行路径和对应稀疏掩码配对，方法与计算区域一一对应。</ns1:t>
            </ns1:r>
          </ns1:p>
          <ns1:p>
            <ns1:r>
              <ns1:t>论文URL：https://aclanthology.org/2025.acl-long.1126/</ns1:t>
            </ns1:r>
          </ns1:p>
          <ns1:p>
            <ns1:r>
              <ns1:t>官方获奖URL：https://2025.aclweb.org/program/awards/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10872d240b47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3ba7f21c5a49f7" /><Relationship Type="http://schemas.openxmlformats.org/officeDocument/2006/relationships/slideLayout" Target="/ppt/slideLayouts/slideLayout1.xml" Id="Rb5ac893bdf7e48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ac893bdf7e48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18da90ec44aee" /><Relationship Type="http://schemas.openxmlformats.org/officeDocument/2006/relationships/image" Target="/ppt/media/image.png" Id="Re24b006cccfe4292" /><Relationship Type="http://schemas.openxmlformats.org/officeDocument/2006/relationships/image" Target="/ppt/media/image2.png" Id="R63a9f9a045204484" /><Relationship Type="http://schemas.openxmlformats.org/officeDocument/2006/relationships/image" Target="/ppt/media/image3.png" Id="Rff3c9d7ac24546ea" /><Relationship Type="http://schemas.openxmlformats.org/officeDocument/2006/relationships/image" Target="/ppt/media/image4.png" Id="R025f8fb0e7434831" /><Relationship Type="http://schemas.openxmlformats.org/officeDocument/2006/relationships/image" Target="/ppt/media/image5.png" Id="R5f129a37d1024aa8" /><Relationship Type="http://schemas.openxmlformats.org/officeDocument/2006/relationships/notesSlide" Target="/ppt/notesSlides/notesSlide1.xml" Id="Rb2eef44fe97745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C649B7-E10C-43ED-8216-826D407B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1" y="24220"/>
            <a:ext cx="12959872" cy="3681926"/>
          </a:xfrm>
          <a:custGeom xmlns:a="http://schemas.openxmlformats.org/drawingml/2006/main">
            <a:pathLst>
              <a:path w="12959872" h="3681926">
                <a:moveTo>
                  <a:pt x="0" y="31796"/>
                </a:moveTo>
                <a:cubicBezTo>
                  <a:pt x="0" y="14236"/>
                  <a:pt x="14235" y="0"/>
                  <a:pt x="31796" y="0"/>
                </a:cubicBezTo>
                <a:lnTo>
                  <a:pt x="12928076" y="0"/>
                </a:lnTo>
                <a:cubicBezTo>
                  <a:pt x="12945637" y="0"/>
                  <a:pt x="12959872" y="14236"/>
                  <a:pt x="12959872" y="31796"/>
                </a:cubicBezTo>
                <a:lnTo>
                  <a:pt x="12959872" y="3650131"/>
                </a:lnTo>
                <a:cubicBezTo>
                  <a:pt x="12959872" y="3667691"/>
                  <a:pt x="12945637" y="3681926"/>
                  <a:pt x="12928076" y="3681926"/>
                </a:cubicBezTo>
                <a:lnTo>
                  <a:pt x="31796" y="3681926"/>
                </a:lnTo>
                <a:cubicBezTo>
                  <a:pt x="14235" y="3681926"/>
                  <a:pt x="0" y="3667691"/>
                  <a:pt x="0" y="3650131"/>
                </a:cubicBezTo>
                <a:lnTo>
                  <a:pt x="0" y="3179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103537-6424-488C-8939-02731FD8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10" y="30579"/>
            <a:ext cx="12947154" cy="3669208"/>
          </a:xfrm>
          <a:custGeom xmlns:a="http://schemas.openxmlformats.org/drawingml/2006/main">
            <a:pathLst>
              <a:path w="12947154" h="3669208">
                <a:moveTo>
                  <a:pt x="23695" y="3669149"/>
                </a:moveTo>
                <a:lnTo>
                  <a:pt x="25436" y="3669208"/>
                </a:lnTo>
                <a:lnTo>
                  <a:pt x="50822" y="3669208"/>
                </a:lnTo>
                <a:lnTo>
                  <a:pt x="50822" y="3662849"/>
                </a:lnTo>
                <a:lnTo>
                  <a:pt x="25436" y="3662849"/>
                </a:lnTo>
                <a:lnTo>
                  <a:pt x="24130" y="3662805"/>
                </a:lnTo>
                <a:lnTo>
                  <a:pt x="22848" y="3662675"/>
                </a:lnTo>
                <a:lnTo>
                  <a:pt x="21592" y="3662461"/>
                </a:lnTo>
                <a:lnTo>
                  <a:pt x="20365" y="3662168"/>
                </a:lnTo>
                <a:lnTo>
                  <a:pt x="19170" y="3661796"/>
                </a:lnTo>
                <a:lnTo>
                  <a:pt x="18011" y="3661350"/>
                </a:lnTo>
                <a:lnTo>
                  <a:pt x="16889" y="3660832"/>
                </a:lnTo>
                <a:lnTo>
                  <a:pt x="15808" y="3660244"/>
                </a:lnTo>
                <a:lnTo>
                  <a:pt x="14770" y="3659591"/>
                </a:lnTo>
                <a:lnTo>
                  <a:pt x="13779" y="3658874"/>
                </a:lnTo>
                <a:lnTo>
                  <a:pt x="12837" y="3658097"/>
                </a:lnTo>
                <a:lnTo>
                  <a:pt x="11947" y="3657261"/>
                </a:lnTo>
                <a:lnTo>
                  <a:pt x="11112" y="3656371"/>
                </a:lnTo>
                <a:lnTo>
                  <a:pt x="10334" y="3655429"/>
                </a:lnTo>
                <a:lnTo>
                  <a:pt x="9617" y="3654438"/>
                </a:lnTo>
                <a:lnTo>
                  <a:pt x="8964" y="3653400"/>
                </a:lnTo>
                <a:lnTo>
                  <a:pt x="8376" y="3652319"/>
                </a:lnTo>
                <a:lnTo>
                  <a:pt x="7858" y="3651197"/>
                </a:lnTo>
                <a:lnTo>
                  <a:pt x="7412" y="3650038"/>
                </a:lnTo>
                <a:lnTo>
                  <a:pt x="7041" y="3648843"/>
                </a:lnTo>
                <a:lnTo>
                  <a:pt x="6747" y="3647616"/>
                </a:lnTo>
                <a:lnTo>
                  <a:pt x="6533" y="3646360"/>
                </a:lnTo>
                <a:lnTo>
                  <a:pt x="6403" y="3645078"/>
                </a:lnTo>
                <a:lnTo>
                  <a:pt x="6359" y="3643772"/>
                </a:lnTo>
                <a:lnTo>
                  <a:pt x="6359" y="3618644"/>
                </a:lnTo>
                <a:lnTo>
                  <a:pt x="0" y="3618644"/>
                </a:lnTo>
                <a:lnTo>
                  <a:pt x="0" y="3643772"/>
                </a:lnTo>
                <a:lnTo>
                  <a:pt x="59" y="3645513"/>
                </a:lnTo>
                <a:lnTo>
                  <a:pt x="232" y="3647223"/>
                </a:lnTo>
                <a:lnTo>
                  <a:pt x="517" y="3648898"/>
                </a:lnTo>
                <a:lnTo>
                  <a:pt x="909" y="3650534"/>
                </a:lnTo>
                <a:lnTo>
                  <a:pt x="1404" y="3652127"/>
                </a:lnTo>
                <a:lnTo>
                  <a:pt x="1999" y="3653673"/>
                </a:lnTo>
                <a:lnTo>
                  <a:pt x="2690" y="3655168"/>
                </a:lnTo>
                <a:lnTo>
                  <a:pt x="3473" y="3656610"/>
                </a:lnTo>
                <a:lnTo>
                  <a:pt x="4344" y="3657993"/>
                </a:lnTo>
                <a:lnTo>
                  <a:pt x="5300" y="3659315"/>
                </a:lnTo>
                <a:lnTo>
                  <a:pt x="6337" y="3660571"/>
                </a:lnTo>
                <a:lnTo>
                  <a:pt x="7450" y="3661758"/>
                </a:lnTo>
                <a:lnTo>
                  <a:pt x="8637" y="3662872"/>
                </a:lnTo>
                <a:lnTo>
                  <a:pt x="9893" y="3663908"/>
                </a:lnTo>
                <a:lnTo>
                  <a:pt x="11215" y="3664864"/>
                </a:lnTo>
                <a:lnTo>
                  <a:pt x="12598" y="3665735"/>
                </a:lnTo>
                <a:lnTo>
                  <a:pt x="14040" y="3666518"/>
                </a:lnTo>
                <a:lnTo>
                  <a:pt x="15535" y="3667209"/>
                </a:lnTo>
                <a:lnTo>
                  <a:pt x="17082" y="3667804"/>
                </a:lnTo>
                <a:lnTo>
                  <a:pt x="18674" y="3668299"/>
                </a:lnTo>
                <a:lnTo>
                  <a:pt x="20310" y="3668691"/>
                </a:lnTo>
                <a:lnTo>
                  <a:pt x="21985" y="3668976"/>
                </a:lnTo>
                <a:lnTo>
                  <a:pt x="23695" y="3669149"/>
                </a:lnTo>
                <a:close/>
                <a:moveTo>
                  <a:pt x="0" y="3568390"/>
                </a:moveTo>
                <a:lnTo>
                  <a:pt x="6359" y="3568390"/>
                </a:lnTo>
                <a:lnTo>
                  <a:pt x="6359" y="3518135"/>
                </a:lnTo>
                <a:lnTo>
                  <a:pt x="0" y="3518135"/>
                </a:lnTo>
                <a:lnTo>
                  <a:pt x="0" y="3568390"/>
                </a:lnTo>
                <a:close/>
                <a:moveTo>
                  <a:pt x="0" y="3417626"/>
                </a:moveTo>
                <a:lnTo>
                  <a:pt x="0" y="3467880"/>
                </a:lnTo>
                <a:lnTo>
                  <a:pt x="6359" y="3467880"/>
                </a:lnTo>
                <a:lnTo>
                  <a:pt x="6359" y="3417626"/>
                </a:lnTo>
                <a:lnTo>
                  <a:pt x="0" y="3417626"/>
                </a:lnTo>
                <a:close/>
                <a:moveTo>
                  <a:pt x="6359" y="3317116"/>
                </a:moveTo>
                <a:lnTo>
                  <a:pt x="0" y="3317116"/>
                </a:lnTo>
                <a:lnTo>
                  <a:pt x="0" y="3367371"/>
                </a:lnTo>
                <a:lnTo>
                  <a:pt x="6359" y="3367371"/>
                </a:lnTo>
                <a:lnTo>
                  <a:pt x="6359" y="3317116"/>
                </a:lnTo>
                <a:close/>
                <a:moveTo>
                  <a:pt x="6359" y="3266862"/>
                </a:moveTo>
                <a:lnTo>
                  <a:pt x="6359" y="3216607"/>
                </a:lnTo>
                <a:lnTo>
                  <a:pt x="0" y="3216607"/>
                </a:lnTo>
                <a:lnTo>
                  <a:pt x="0" y="3266862"/>
                </a:lnTo>
                <a:lnTo>
                  <a:pt x="6359" y="3266862"/>
                </a:lnTo>
                <a:close/>
                <a:moveTo>
                  <a:pt x="0" y="3166352"/>
                </a:moveTo>
                <a:lnTo>
                  <a:pt x="6359" y="3166352"/>
                </a:lnTo>
                <a:lnTo>
                  <a:pt x="6359" y="3116098"/>
                </a:lnTo>
                <a:lnTo>
                  <a:pt x="0" y="3116098"/>
                </a:lnTo>
                <a:lnTo>
                  <a:pt x="0" y="3166352"/>
                </a:lnTo>
                <a:close/>
                <a:moveTo>
                  <a:pt x="0" y="3015588"/>
                </a:moveTo>
                <a:lnTo>
                  <a:pt x="0" y="3065843"/>
                </a:lnTo>
                <a:lnTo>
                  <a:pt x="6359" y="3065843"/>
                </a:lnTo>
                <a:lnTo>
                  <a:pt x="6359" y="3015588"/>
                </a:lnTo>
                <a:lnTo>
                  <a:pt x="0" y="3015588"/>
                </a:lnTo>
                <a:close/>
                <a:moveTo>
                  <a:pt x="6359" y="2915079"/>
                </a:moveTo>
                <a:lnTo>
                  <a:pt x="0" y="2915079"/>
                </a:lnTo>
                <a:lnTo>
                  <a:pt x="0" y="2965334"/>
                </a:lnTo>
                <a:lnTo>
                  <a:pt x="6359" y="2965334"/>
                </a:lnTo>
                <a:lnTo>
                  <a:pt x="6359" y="2915079"/>
                </a:lnTo>
                <a:close/>
                <a:moveTo>
                  <a:pt x="6359" y="2864824"/>
                </a:moveTo>
                <a:lnTo>
                  <a:pt x="6359" y="2814570"/>
                </a:lnTo>
                <a:lnTo>
                  <a:pt x="0" y="2814570"/>
                </a:lnTo>
                <a:lnTo>
                  <a:pt x="0" y="2864824"/>
                </a:lnTo>
                <a:lnTo>
                  <a:pt x="6359" y="2864824"/>
                </a:lnTo>
                <a:close/>
                <a:moveTo>
                  <a:pt x="0" y="2764315"/>
                </a:moveTo>
                <a:lnTo>
                  <a:pt x="6359" y="2764315"/>
                </a:lnTo>
                <a:lnTo>
                  <a:pt x="6359" y="2714060"/>
                </a:lnTo>
                <a:lnTo>
                  <a:pt x="0" y="2714060"/>
                </a:lnTo>
                <a:lnTo>
                  <a:pt x="0" y="2764315"/>
                </a:lnTo>
                <a:close/>
                <a:moveTo>
                  <a:pt x="0" y="2613551"/>
                </a:moveTo>
                <a:lnTo>
                  <a:pt x="0" y="2663806"/>
                </a:lnTo>
                <a:lnTo>
                  <a:pt x="6359" y="2663806"/>
                </a:lnTo>
                <a:lnTo>
                  <a:pt x="6359" y="2613551"/>
                </a:lnTo>
                <a:lnTo>
                  <a:pt x="0" y="2613551"/>
                </a:lnTo>
                <a:close/>
                <a:moveTo>
                  <a:pt x="6359" y="2513042"/>
                </a:moveTo>
                <a:lnTo>
                  <a:pt x="0" y="2513042"/>
                </a:lnTo>
                <a:lnTo>
                  <a:pt x="0" y="2563297"/>
                </a:lnTo>
                <a:lnTo>
                  <a:pt x="6359" y="2563297"/>
                </a:lnTo>
                <a:lnTo>
                  <a:pt x="6359" y="2513042"/>
                </a:lnTo>
                <a:close/>
                <a:moveTo>
                  <a:pt x="6359" y="2462787"/>
                </a:moveTo>
                <a:lnTo>
                  <a:pt x="6359" y="2412533"/>
                </a:lnTo>
                <a:lnTo>
                  <a:pt x="0" y="2412533"/>
                </a:lnTo>
                <a:lnTo>
                  <a:pt x="0" y="2462787"/>
                </a:lnTo>
                <a:lnTo>
                  <a:pt x="6359" y="2462787"/>
                </a:lnTo>
                <a:close/>
                <a:moveTo>
                  <a:pt x="0" y="2362278"/>
                </a:moveTo>
                <a:lnTo>
                  <a:pt x="6359" y="2362278"/>
                </a:lnTo>
                <a:lnTo>
                  <a:pt x="6359" y="2312024"/>
                </a:lnTo>
                <a:lnTo>
                  <a:pt x="0" y="2312024"/>
                </a:lnTo>
                <a:lnTo>
                  <a:pt x="0" y="2362278"/>
                </a:lnTo>
                <a:close/>
                <a:moveTo>
                  <a:pt x="0" y="2211514"/>
                </a:moveTo>
                <a:lnTo>
                  <a:pt x="0" y="2261769"/>
                </a:lnTo>
                <a:lnTo>
                  <a:pt x="6359" y="2261769"/>
                </a:lnTo>
                <a:lnTo>
                  <a:pt x="6359" y="2211514"/>
                </a:lnTo>
                <a:lnTo>
                  <a:pt x="0" y="2211514"/>
                </a:lnTo>
                <a:close/>
                <a:moveTo>
                  <a:pt x="6359" y="2111005"/>
                </a:moveTo>
                <a:lnTo>
                  <a:pt x="0" y="2111005"/>
                </a:lnTo>
                <a:lnTo>
                  <a:pt x="0" y="2161260"/>
                </a:lnTo>
                <a:lnTo>
                  <a:pt x="6359" y="2161260"/>
                </a:lnTo>
                <a:lnTo>
                  <a:pt x="6359" y="2111005"/>
                </a:lnTo>
                <a:close/>
                <a:moveTo>
                  <a:pt x="6359" y="2060751"/>
                </a:moveTo>
                <a:lnTo>
                  <a:pt x="6359" y="2010496"/>
                </a:lnTo>
                <a:lnTo>
                  <a:pt x="0" y="2010496"/>
                </a:lnTo>
                <a:lnTo>
                  <a:pt x="0" y="2060751"/>
                </a:lnTo>
                <a:lnTo>
                  <a:pt x="6359" y="2060751"/>
                </a:lnTo>
                <a:close/>
                <a:moveTo>
                  <a:pt x="0" y="1960241"/>
                </a:moveTo>
                <a:lnTo>
                  <a:pt x="6359" y="1960241"/>
                </a:lnTo>
                <a:lnTo>
                  <a:pt x="6359" y="1909987"/>
                </a:lnTo>
                <a:lnTo>
                  <a:pt x="0" y="1909987"/>
                </a:lnTo>
                <a:lnTo>
                  <a:pt x="0" y="1960241"/>
                </a:lnTo>
                <a:close/>
                <a:moveTo>
                  <a:pt x="0" y="1809477"/>
                </a:moveTo>
                <a:lnTo>
                  <a:pt x="0" y="1859732"/>
                </a:lnTo>
                <a:lnTo>
                  <a:pt x="6359" y="1859732"/>
                </a:lnTo>
                <a:lnTo>
                  <a:pt x="6359" y="1809477"/>
                </a:lnTo>
                <a:lnTo>
                  <a:pt x="0" y="1809477"/>
                </a:lnTo>
                <a:close/>
                <a:moveTo>
                  <a:pt x="6359" y="1708968"/>
                </a:moveTo>
                <a:lnTo>
                  <a:pt x="0" y="1708968"/>
                </a:lnTo>
                <a:lnTo>
                  <a:pt x="0" y="1759223"/>
                </a:lnTo>
                <a:lnTo>
                  <a:pt x="6359" y="1759223"/>
                </a:lnTo>
                <a:lnTo>
                  <a:pt x="6359" y="1708968"/>
                </a:lnTo>
                <a:close/>
                <a:moveTo>
                  <a:pt x="6359" y="1658714"/>
                </a:moveTo>
                <a:lnTo>
                  <a:pt x="6359" y="1608459"/>
                </a:lnTo>
                <a:lnTo>
                  <a:pt x="0" y="1608459"/>
                </a:lnTo>
                <a:lnTo>
                  <a:pt x="0" y="1658714"/>
                </a:lnTo>
                <a:lnTo>
                  <a:pt x="6359" y="1658714"/>
                </a:lnTo>
                <a:close/>
                <a:moveTo>
                  <a:pt x="0" y="1558204"/>
                </a:moveTo>
                <a:lnTo>
                  <a:pt x="6359" y="1558204"/>
                </a:lnTo>
                <a:lnTo>
                  <a:pt x="6359" y="1507950"/>
                </a:lnTo>
                <a:lnTo>
                  <a:pt x="0" y="1507950"/>
                </a:lnTo>
                <a:lnTo>
                  <a:pt x="0" y="1558204"/>
                </a:lnTo>
                <a:close/>
                <a:moveTo>
                  <a:pt x="0" y="1407441"/>
                </a:moveTo>
                <a:lnTo>
                  <a:pt x="0" y="1457695"/>
                </a:lnTo>
                <a:lnTo>
                  <a:pt x="6359" y="1457695"/>
                </a:lnTo>
                <a:lnTo>
                  <a:pt x="6359" y="1407441"/>
                </a:lnTo>
                <a:lnTo>
                  <a:pt x="0" y="1407441"/>
                </a:lnTo>
                <a:close/>
                <a:moveTo>
                  <a:pt x="6359" y="1306931"/>
                </a:moveTo>
                <a:lnTo>
                  <a:pt x="0" y="1306931"/>
                </a:lnTo>
                <a:lnTo>
                  <a:pt x="0" y="1357186"/>
                </a:lnTo>
                <a:lnTo>
                  <a:pt x="6359" y="1357186"/>
                </a:lnTo>
                <a:lnTo>
                  <a:pt x="6359" y="1306931"/>
                </a:lnTo>
                <a:close/>
                <a:moveTo>
                  <a:pt x="6359" y="1256677"/>
                </a:moveTo>
                <a:lnTo>
                  <a:pt x="6359" y="1206422"/>
                </a:lnTo>
                <a:lnTo>
                  <a:pt x="0" y="1206422"/>
                </a:lnTo>
                <a:lnTo>
                  <a:pt x="0" y="1256677"/>
                </a:lnTo>
                <a:lnTo>
                  <a:pt x="6359" y="1256677"/>
                </a:lnTo>
                <a:close/>
                <a:moveTo>
                  <a:pt x="0" y="1156167"/>
                </a:moveTo>
                <a:lnTo>
                  <a:pt x="6359" y="1156167"/>
                </a:lnTo>
                <a:lnTo>
                  <a:pt x="6359" y="1105913"/>
                </a:lnTo>
                <a:lnTo>
                  <a:pt x="0" y="1105913"/>
                </a:lnTo>
                <a:lnTo>
                  <a:pt x="0" y="1156167"/>
                </a:lnTo>
                <a:close/>
                <a:moveTo>
                  <a:pt x="0" y="1005404"/>
                </a:moveTo>
                <a:lnTo>
                  <a:pt x="0" y="1055658"/>
                </a:lnTo>
                <a:lnTo>
                  <a:pt x="6359" y="1055658"/>
                </a:lnTo>
                <a:lnTo>
                  <a:pt x="6359" y="1005404"/>
                </a:lnTo>
                <a:lnTo>
                  <a:pt x="0" y="1005404"/>
                </a:lnTo>
                <a:close/>
                <a:moveTo>
                  <a:pt x="6359" y="904894"/>
                </a:moveTo>
                <a:lnTo>
                  <a:pt x="0" y="904894"/>
                </a:lnTo>
                <a:lnTo>
                  <a:pt x="0" y="955149"/>
                </a:lnTo>
                <a:lnTo>
                  <a:pt x="6359" y="955149"/>
                </a:lnTo>
                <a:lnTo>
                  <a:pt x="6359" y="904894"/>
                </a:lnTo>
                <a:close/>
                <a:moveTo>
                  <a:pt x="6359" y="854640"/>
                </a:moveTo>
                <a:lnTo>
                  <a:pt x="6359" y="804385"/>
                </a:lnTo>
                <a:lnTo>
                  <a:pt x="0" y="804385"/>
                </a:lnTo>
                <a:lnTo>
                  <a:pt x="0" y="854640"/>
                </a:lnTo>
                <a:lnTo>
                  <a:pt x="6359" y="854640"/>
                </a:lnTo>
                <a:close/>
                <a:moveTo>
                  <a:pt x="0" y="754131"/>
                </a:moveTo>
                <a:lnTo>
                  <a:pt x="6359" y="754131"/>
                </a:lnTo>
                <a:lnTo>
                  <a:pt x="6359" y="703876"/>
                </a:lnTo>
                <a:lnTo>
                  <a:pt x="0" y="703876"/>
                </a:lnTo>
                <a:lnTo>
                  <a:pt x="0" y="754131"/>
                </a:lnTo>
                <a:close/>
                <a:moveTo>
                  <a:pt x="0" y="603367"/>
                </a:moveTo>
                <a:lnTo>
                  <a:pt x="0" y="653621"/>
                </a:lnTo>
                <a:lnTo>
                  <a:pt x="6359" y="653621"/>
                </a:lnTo>
                <a:lnTo>
                  <a:pt x="6359" y="603367"/>
                </a:lnTo>
                <a:lnTo>
                  <a:pt x="0" y="603367"/>
                </a:lnTo>
                <a:close/>
                <a:moveTo>
                  <a:pt x="6359" y="502858"/>
                </a:moveTo>
                <a:lnTo>
                  <a:pt x="0" y="502858"/>
                </a:lnTo>
                <a:lnTo>
                  <a:pt x="0" y="553112"/>
                </a:lnTo>
                <a:lnTo>
                  <a:pt x="6359" y="553112"/>
                </a:lnTo>
                <a:lnTo>
                  <a:pt x="6359" y="502858"/>
                </a:lnTo>
                <a:close/>
                <a:moveTo>
                  <a:pt x="6359" y="452603"/>
                </a:moveTo>
                <a:lnTo>
                  <a:pt x="6359" y="402348"/>
                </a:lnTo>
                <a:lnTo>
                  <a:pt x="0" y="402348"/>
                </a:lnTo>
                <a:lnTo>
                  <a:pt x="0" y="452603"/>
                </a:lnTo>
                <a:lnTo>
                  <a:pt x="6359" y="452603"/>
                </a:lnTo>
                <a:close/>
                <a:moveTo>
                  <a:pt x="0" y="352093"/>
                </a:moveTo>
                <a:lnTo>
                  <a:pt x="6359" y="352093"/>
                </a:lnTo>
                <a:lnTo>
                  <a:pt x="6359" y="301839"/>
                </a:lnTo>
                <a:lnTo>
                  <a:pt x="0" y="301839"/>
                </a:lnTo>
                <a:lnTo>
                  <a:pt x="0" y="352093"/>
                </a:lnTo>
                <a:close/>
                <a:moveTo>
                  <a:pt x="0" y="201330"/>
                </a:moveTo>
                <a:lnTo>
                  <a:pt x="0" y="251584"/>
                </a:lnTo>
                <a:lnTo>
                  <a:pt x="6359" y="251584"/>
                </a:lnTo>
                <a:lnTo>
                  <a:pt x="6359" y="201330"/>
                </a:lnTo>
                <a:lnTo>
                  <a:pt x="0" y="201330"/>
                </a:lnTo>
                <a:close/>
                <a:moveTo>
                  <a:pt x="6359" y="100821"/>
                </a:moveTo>
                <a:lnTo>
                  <a:pt x="0" y="100821"/>
                </a:lnTo>
                <a:lnTo>
                  <a:pt x="0" y="151075"/>
                </a:lnTo>
                <a:lnTo>
                  <a:pt x="6359" y="151075"/>
                </a:lnTo>
                <a:lnTo>
                  <a:pt x="6359" y="100821"/>
                </a:lnTo>
                <a:close/>
                <a:moveTo>
                  <a:pt x="6359" y="25436"/>
                </a:moveTo>
                <a:lnTo>
                  <a:pt x="6403" y="24130"/>
                </a:lnTo>
                <a:lnTo>
                  <a:pt x="6533" y="22848"/>
                </a:lnTo>
                <a:lnTo>
                  <a:pt x="6747" y="21592"/>
                </a:lnTo>
                <a:lnTo>
                  <a:pt x="7041" y="20365"/>
                </a:lnTo>
                <a:lnTo>
                  <a:pt x="7412" y="19170"/>
                </a:lnTo>
                <a:lnTo>
                  <a:pt x="7858" y="18011"/>
                </a:lnTo>
                <a:lnTo>
                  <a:pt x="8376" y="16889"/>
                </a:lnTo>
                <a:lnTo>
                  <a:pt x="8964" y="15808"/>
                </a:lnTo>
                <a:lnTo>
                  <a:pt x="9617" y="14770"/>
                </a:lnTo>
                <a:lnTo>
                  <a:pt x="10334" y="13779"/>
                </a:lnTo>
                <a:lnTo>
                  <a:pt x="11112" y="12837"/>
                </a:lnTo>
                <a:lnTo>
                  <a:pt x="11947" y="11947"/>
                </a:lnTo>
                <a:lnTo>
                  <a:pt x="12837" y="11111"/>
                </a:lnTo>
                <a:lnTo>
                  <a:pt x="13779" y="10334"/>
                </a:lnTo>
                <a:lnTo>
                  <a:pt x="14770" y="9617"/>
                </a:lnTo>
                <a:lnTo>
                  <a:pt x="15808" y="8964"/>
                </a:lnTo>
                <a:lnTo>
                  <a:pt x="16889" y="8376"/>
                </a:lnTo>
                <a:lnTo>
                  <a:pt x="18011" y="7858"/>
                </a:lnTo>
                <a:lnTo>
                  <a:pt x="19170" y="7412"/>
                </a:lnTo>
                <a:lnTo>
                  <a:pt x="20365" y="7041"/>
                </a:lnTo>
                <a:lnTo>
                  <a:pt x="21592" y="6747"/>
                </a:lnTo>
                <a:lnTo>
                  <a:pt x="22848" y="6533"/>
                </a:lnTo>
                <a:lnTo>
                  <a:pt x="24130" y="6403"/>
                </a:lnTo>
                <a:lnTo>
                  <a:pt x="25436" y="6359"/>
                </a:lnTo>
                <a:lnTo>
                  <a:pt x="50823" y="6359"/>
                </a:lnTo>
                <a:lnTo>
                  <a:pt x="50823" y="0"/>
                </a:lnTo>
                <a:lnTo>
                  <a:pt x="25436" y="0"/>
                </a:lnTo>
                <a:lnTo>
                  <a:pt x="23695" y="59"/>
                </a:lnTo>
                <a:lnTo>
                  <a:pt x="21985" y="232"/>
                </a:lnTo>
                <a:lnTo>
                  <a:pt x="20310" y="517"/>
                </a:lnTo>
                <a:lnTo>
                  <a:pt x="18674" y="909"/>
                </a:lnTo>
                <a:lnTo>
                  <a:pt x="17082" y="1404"/>
                </a:lnTo>
                <a:lnTo>
                  <a:pt x="15535" y="1999"/>
                </a:lnTo>
                <a:lnTo>
                  <a:pt x="14040" y="2690"/>
                </a:lnTo>
                <a:lnTo>
                  <a:pt x="12598" y="3473"/>
                </a:lnTo>
                <a:lnTo>
                  <a:pt x="11215" y="4344"/>
                </a:lnTo>
                <a:lnTo>
                  <a:pt x="9893" y="5300"/>
                </a:lnTo>
                <a:lnTo>
                  <a:pt x="8637" y="6336"/>
                </a:lnTo>
                <a:lnTo>
                  <a:pt x="7450" y="7450"/>
                </a:lnTo>
                <a:lnTo>
                  <a:pt x="6337" y="8637"/>
                </a:lnTo>
                <a:lnTo>
                  <a:pt x="5300" y="9893"/>
                </a:lnTo>
                <a:lnTo>
                  <a:pt x="4344" y="11215"/>
                </a:lnTo>
                <a:lnTo>
                  <a:pt x="3473" y="12598"/>
                </a:lnTo>
                <a:lnTo>
                  <a:pt x="2690" y="14040"/>
                </a:lnTo>
                <a:lnTo>
                  <a:pt x="1999" y="15535"/>
                </a:lnTo>
                <a:lnTo>
                  <a:pt x="1404" y="17081"/>
                </a:lnTo>
                <a:lnTo>
                  <a:pt x="909" y="18674"/>
                </a:lnTo>
                <a:lnTo>
                  <a:pt x="517" y="20310"/>
                </a:lnTo>
                <a:lnTo>
                  <a:pt x="232" y="21985"/>
                </a:lnTo>
                <a:lnTo>
                  <a:pt x="59" y="23695"/>
                </a:lnTo>
                <a:lnTo>
                  <a:pt x="0" y="25436"/>
                </a:lnTo>
                <a:lnTo>
                  <a:pt x="0" y="50566"/>
                </a:lnTo>
                <a:lnTo>
                  <a:pt x="6359" y="50566"/>
                </a:lnTo>
                <a:lnTo>
                  <a:pt x="6359" y="25436"/>
                </a:lnTo>
                <a:close/>
                <a:moveTo>
                  <a:pt x="152368" y="6359"/>
                </a:moveTo>
                <a:lnTo>
                  <a:pt x="152368" y="0"/>
                </a:lnTo>
                <a:lnTo>
                  <a:pt x="101596" y="0"/>
                </a:lnTo>
                <a:lnTo>
                  <a:pt x="101596" y="6359"/>
                </a:lnTo>
                <a:lnTo>
                  <a:pt x="152368" y="6359"/>
                </a:lnTo>
                <a:close/>
                <a:moveTo>
                  <a:pt x="203141" y="6359"/>
                </a:moveTo>
                <a:lnTo>
                  <a:pt x="253914" y="6359"/>
                </a:lnTo>
                <a:lnTo>
                  <a:pt x="253914" y="0"/>
                </a:lnTo>
                <a:lnTo>
                  <a:pt x="203141" y="0"/>
                </a:lnTo>
                <a:lnTo>
                  <a:pt x="203141" y="6359"/>
                </a:lnTo>
                <a:close/>
                <a:moveTo>
                  <a:pt x="304687" y="0"/>
                </a:moveTo>
                <a:lnTo>
                  <a:pt x="304687" y="6359"/>
                </a:lnTo>
                <a:lnTo>
                  <a:pt x="355459" y="6359"/>
                </a:lnTo>
                <a:lnTo>
                  <a:pt x="355459" y="0"/>
                </a:lnTo>
                <a:lnTo>
                  <a:pt x="304687" y="0"/>
                </a:lnTo>
                <a:close/>
                <a:moveTo>
                  <a:pt x="457005" y="0"/>
                </a:moveTo>
                <a:lnTo>
                  <a:pt x="406232" y="0"/>
                </a:lnTo>
                <a:lnTo>
                  <a:pt x="406232" y="6359"/>
                </a:lnTo>
                <a:lnTo>
                  <a:pt x="457005" y="6359"/>
                </a:lnTo>
                <a:lnTo>
                  <a:pt x="457005" y="0"/>
                </a:lnTo>
                <a:close/>
                <a:moveTo>
                  <a:pt x="558550" y="6359"/>
                </a:moveTo>
                <a:lnTo>
                  <a:pt x="558550" y="0"/>
                </a:lnTo>
                <a:lnTo>
                  <a:pt x="507778" y="0"/>
                </a:lnTo>
                <a:lnTo>
                  <a:pt x="507778" y="6359"/>
                </a:lnTo>
                <a:lnTo>
                  <a:pt x="558550" y="6359"/>
                </a:lnTo>
                <a:close/>
                <a:moveTo>
                  <a:pt x="609323" y="6359"/>
                </a:moveTo>
                <a:lnTo>
                  <a:pt x="660096" y="6359"/>
                </a:lnTo>
                <a:lnTo>
                  <a:pt x="660096" y="0"/>
                </a:lnTo>
                <a:lnTo>
                  <a:pt x="609323" y="0"/>
                </a:lnTo>
                <a:lnTo>
                  <a:pt x="609323" y="6359"/>
                </a:lnTo>
                <a:close/>
                <a:moveTo>
                  <a:pt x="710869" y="0"/>
                </a:moveTo>
                <a:lnTo>
                  <a:pt x="710869" y="6359"/>
                </a:lnTo>
                <a:lnTo>
                  <a:pt x="761641" y="6359"/>
                </a:lnTo>
                <a:lnTo>
                  <a:pt x="761641" y="0"/>
                </a:lnTo>
                <a:lnTo>
                  <a:pt x="710869" y="0"/>
                </a:lnTo>
                <a:close/>
                <a:moveTo>
                  <a:pt x="863187" y="0"/>
                </a:moveTo>
                <a:lnTo>
                  <a:pt x="812414" y="0"/>
                </a:lnTo>
                <a:lnTo>
                  <a:pt x="812414" y="6359"/>
                </a:lnTo>
                <a:lnTo>
                  <a:pt x="863187" y="6359"/>
                </a:lnTo>
                <a:lnTo>
                  <a:pt x="863187" y="0"/>
                </a:lnTo>
                <a:close/>
                <a:moveTo>
                  <a:pt x="964733" y="6359"/>
                </a:moveTo>
                <a:lnTo>
                  <a:pt x="964733" y="0"/>
                </a:lnTo>
                <a:lnTo>
                  <a:pt x="913960" y="0"/>
                </a:lnTo>
                <a:lnTo>
                  <a:pt x="913960" y="6359"/>
                </a:lnTo>
                <a:lnTo>
                  <a:pt x="964733" y="6359"/>
                </a:lnTo>
                <a:close/>
                <a:moveTo>
                  <a:pt x="1015505" y="6359"/>
                </a:moveTo>
                <a:lnTo>
                  <a:pt x="1066278" y="6359"/>
                </a:lnTo>
                <a:lnTo>
                  <a:pt x="1066278" y="0"/>
                </a:lnTo>
                <a:lnTo>
                  <a:pt x="1015505" y="0"/>
                </a:lnTo>
                <a:lnTo>
                  <a:pt x="1015505" y="6359"/>
                </a:lnTo>
                <a:close/>
                <a:moveTo>
                  <a:pt x="1117051" y="0"/>
                </a:moveTo>
                <a:lnTo>
                  <a:pt x="1117051" y="6359"/>
                </a:lnTo>
                <a:lnTo>
                  <a:pt x="1167824" y="6359"/>
                </a:lnTo>
                <a:lnTo>
                  <a:pt x="1167824" y="0"/>
                </a:lnTo>
                <a:lnTo>
                  <a:pt x="1117051" y="0"/>
                </a:lnTo>
                <a:close/>
                <a:moveTo>
                  <a:pt x="1269369" y="0"/>
                </a:moveTo>
                <a:lnTo>
                  <a:pt x="1218596" y="0"/>
                </a:lnTo>
                <a:lnTo>
                  <a:pt x="1218596" y="6359"/>
                </a:lnTo>
                <a:lnTo>
                  <a:pt x="1269369" y="6359"/>
                </a:lnTo>
                <a:lnTo>
                  <a:pt x="1269369" y="0"/>
                </a:lnTo>
                <a:close/>
                <a:moveTo>
                  <a:pt x="1370915" y="6359"/>
                </a:moveTo>
                <a:lnTo>
                  <a:pt x="1370915" y="0"/>
                </a:lnTo>
                <a:lnTo>
                  <a:pt x="1320142" y="0"/>
                </a:lnTo>
                <a:lnTo>
                  <a:pt x="1320142" y="6359"/>
                </a:lnTo>
                <a:lnTo>
                  <a:pt x="1370915" y="6359"/>
                </a:lnTo>
                <a:close/>
                <a:moveTo>
                  <a:pt x="1421687" y="6359"/>
                </a:moveTo>
                <a:lnTo>
                  <a:pt x="1472460" y="6359"/>
                </a:lnTo>
                <a:lnTo>
                  <a:pt x="1472460" y="0"/>
                </a:lnTo>
                <a:lnTo>
                  <a:pt x="1421687" y="0"/>
                </a:lnTo>
                <a:lnTo>
                  <a:pt x="1421687" y="6359"/>
                </a:lnTo>
                <a:close/>
                <a:moveTo>
                  <a:pt x="1523233" y="0"/>
                </a:moveTo>
                <a:lnTo>
                  <a:pt x="1523233" y="6359"/>
                </a:lnTo>
                <a:lnTo>
                  <a:pt x="1574006" y="6359"/>
                </a:lnTo>
                <a:lnTo>
                  <a:pt x="1574006" y="0"/>
                </a:lnTo>
                <a:lnTo>
                  <a:pt x="1523233" y="0"/>
                </a:lnTo>
                <a:close/>
                <a:moveTo>
                  <a:pt x="1675551" y="0"/>
                </a:moveTo>
                <a:lnTo>
                  <a:pt x="1624779" y="0"/>
                </a:lnTo>
                <a:lnTo>
                  <a:pt x="1624779" y="6359"/>
                </a:lnTo>
                <a:lnTo>
                  <a:pt x="1675551" y="6359"/>
                </a:lnTo>
                <a:lnTo>
                  <a:pt x="1675551" y="0"/>
                </a:lnTo>
                <a:close/>
                <a:moveTo>
                  <a:pt x="1777097" y="6359"/>
                </a:moveTo>
                <a:lnTo>
                  <a:pt x="1777097" y="0"/>
                </a:lnTo>
                <a:lnTo>
                  <a:pt x="1726324" y="0"/>
                </a:lnTo>
                <a:lnTo>
                  <a:pt x="1726324" y="6359"/>
                </a:lnTo>
                <a:lnTo>
                  <a:pt x="1777097" y="6359"/>
                </a:lnTo>
                <a:close/>
                <a:moveTo>
                  <a:pt x="1827869" y="6359"/>
                </a:moveTo>
                <a:lnTo>
                  <a:pt x="1878642" y="6359"/>
                </a:lnTo>
                <a:lnTo>
                  <a:pt x="1878642" y="0"/>
                </a:lnTo>
                <a:lnTo>
                  <a:pt x="1827869" y="0"/>
                </a:lnTo>
                <a:lnTo>
                  <a:pt x="1827869" y="6359"/>
                </a:lnTo>
                <a:close/>
                <a:moveTo>
                  <a:pt x="1929415" y="0"/>
                </a:moveTo>
                <a:lnTo>
                  <a:pt x="1929415" y="6359"/>
                </a:lnTo>
                <a:lnTo>
                  <a:pt x="1980188" y="6359"/>
                </a:lnTo>
                <a:lnTo>
                  <a:pt x="1980188" y="0"/>
                </a:lnTo>
                <a:lnTo>
                  <a:pt x="1929415" y="0"/>
                </a:lnTo>
                <a:close/>
                <a:moveTo>
                  <a:pt x="2081733" y="0"/>
                </a:moveTo>
                <a:lnTo>
                  <a:pt x="2030961" y="0"/>
                </a:lnTo>
                <a:lnTo>
                  <a:pt x="2030961" y="6359"/>
                </a:lnTo>
                <a:lnTo>
                  <a:pt x="2081733" y="6359"/>
                </a:lnTo>
                <a:lnTo>
                  <a:pt x="2081733" y="0"/>
                </a:lnTo>
                <a:close/>
                <a:moveTo>
                  <a:pt x="2183279" y="6359"/>
                </a:moveTo>
                <a:lnTo>
                  <a:pt x="2183279" y="0"/>
                </a:lnTo>
                <a:lnTo>
                  <a:pt x="2132506" y="0"/>
                </a:lnTo>
                <a:lnTo>
                  <a:pt x="2132506" y="6359"/>
                </a:lnTo>
                <a:lnTo>
                  <a:pt x="2183279" y="6359"/>
                </a:lnTo>
                <a:close/>
                <a:moveTo>
                  <a:pt x="2234052" y="6359"/>
                </a:moveTo>
                <a:lnTo>
                  <a:pt x="2284824" y="6359"/>
                </a:lnTo>
                <a:lnTo>
                  <a:pt x="2284824" y="0"/>
                </a:lnTo>
                <a:lnTo>
                  <a:pt x="2234052" y="0"/>
                </a:lnTo>
                <a:lnTo>
                  <a:pt x="2234052" y="6359"/>
                </a:lnTo>
                <a:close/>
                <a:moveTo>
                  <a:pt x="2335597" y="0"/>
                </a:moveTo>
                <a:lnTo>
                  <a:pt x="2335597" y="6359"/>
                </a:lnTo>
                <a:lnTo>
                  <a:pt x="2386370" y="6359"/>
                </a:lnTo>
                <a:lnTo>
                  <a:pt x="2386370" y="0"/>
                </a:lnTo>
                <a:lnTo>
                  <a:pt x="2335597" y="0"/>
                </a:lnTo>
                <a:close/>
                <a:moveTo>
                  <a:pt x="2487915" y="0"/>
                </a:moveTo>
                <a:lnTo>
                  <a:pt x="2437143" y="0"/>
                </a:lnTo>
                <a:lnTo>
                  <a:pt x="2437143" y="6359"/>
                </a:lnTo>
                <a:lnTo>
                  <a:pt x="2487915" y="6359"/>
                </a:lnTo>
                <a:lnTo>
                  <a:pt x="2487915" y="0"/>
                </a:lnTo>
                <a:close/>
                <a:moveTo>
                  <a:pt x="2589461" y="6359"/>
                </a:moveTo>
                <a:lnTo>
                  <a:pt x="2589461" y="0"/>
                </a:lnTo>
                <a:lnTo>
                  <a:pt x="2538688" y="0"/>
                </a:lnTo>
                <a:lnTo>
                  <a:pt x="2538688" y="6359"/>
                </a:lnTo>
                <a:lnTo>
                  <a:pt x="2589461" y="6359"/>
                </a:lnTo>
                <a:close/>
                <a:moveTo>
                  <a:pt x="2640234" y="6359"/>
                </a:moveTo>
                <a:lnTo>
                  <a:pt x="2691006" y="6359"/>
                </a:lnTo>
                <a:lnTo>
                  <a:pt x="2691006" y="0"/>
                </a:lnTo>
                <a:lnTo>
                  <a:pt x="2640234" y="0"/>
                </a:lnTo>
                <a:lnTo>
                  <a:pt x="2640234" y="6359"/>
                </a:lnTo>
                <a:close/>
                <a:moveTo>
                  <a:pt x="2741779" y="0"/>
                </a:moveTo>
                <a:lnTo>
                  <a:pt x="2741779" y="6359"/>
                </a:lnTo>
                <a:lnTo>
                  <a:pt x="2792552" y="6359"/>
                </a:lnTo>
                <a:lnTo>
                  <a:pt x="2792552" y="0"/>
                </a:lnTo>
                <a:lnTo>
                  <a:pt x="2741779" y="0"/>
                </a:lnTo>
                <a:close/>
                <a:moveTo>
                  <a:pt x="2894098" y="0"/>
                </a:moveTo>
                <a:lnTo>
                  <a:pt x="2843325" y="0"/>
                </a:lnTo>
                <a:lnTo>
                  <a:pt x="2843325" y="6359"/>
                </a:lnTo>
                <a:lnTo>
                  <a:pt x="2894098" y="6359"/>
                </a:lnTo>
                <a:lnTo>
                  <a:pt x="2894098" y="0"/>
                </a:lnTo>
                <a:close/>
                <a:moveTo>
                  <a:pt x="2995643" y="6359"/>
                </a:moveTo>
                <a:lnTo>
                  <a:pt x="2995643" y="0"/>
                </a:lnTo>
                <a:lnTo>
                  <a:pt x="2944870" y="0"/>
                </a:lnTo>
                <a:lnTo>
                  <a:pt x="2944870" y="6359"/>
                </a:lnTo>
                <a:lnTo>
                  <a:pt x="2995643" y="6359"/>
                </a:lnTo>
                <a:close/>
                <a:moveTo>
                  <a:pt x="3046416" y="6359"/>
                </a:moveTo>
                <a:lnTo>
                  <a:pt x="3097189" y="6359"/>
                </a:lnTo>
                <a:lnTo>
                  <a:pt x="3097189" y="0"/>
                </a:lnTo>
                <a:lnTo>
                  <a:pt x="3046416" y="0"/>
                </a:lnTo>
                <a:lnTo>
                  <a:pt x="3046416" y="6359"/>
                </a:lnTo>
                <a:close/>
                <a:moveTo>
                  <a:pt x="3147961" y="0"/>
                </a:moveTo>
                <a:lnTo>
                  <a:pt x="3147961" y="6359"/>
                </a:lnTo>
                <a:lnTo>
                  <a:pt x="3198734" y="6359"/>
                </a:lnTo>
                <a:lnTo>
                  <a:pt x="3198734" y="0"/>
                </a:lnTo>
                <a:lnTo>
                  <a:pt x="3147961" y="0"/>
                </a:lnTo>
                <a:close/>
                <a:moveTo>
                  <a:pt x="3300280" y="0"/>
                </a:moveTo>
                <a:lnTo>
                  <a:pt x="3249507" y="0"/>
                </a:lnTo>
                <a:lnTo>
                  <a:pt x="3249507" y="6359"/>
                </a:lnTo>
                <a:lnTo>
                  <a:pt x="3300280" y="6359"/>
                </a:lnTo>
                <a:lnTo>
                  <a:pt x="3300280" y="0"/>
                </a:lnTo>
                <a:close/>
                <a:moveTo>
                  <a:pt x="3401825" y="6359"/>
                </a:moveTo>
                <a:lnTo>
                  <a:pt x="3401825" y="0"/>
                </a:lnTo>
                <a:lnTo>
                  <a:pt x="3351052" y="0"/>
                </a:lnTo>
                <a:lnTo>
                  <a:pt x="3351052" y="6359"/>
                </a:lnTo>
                <a:lnTo>
                  <a:pt x="3401825" y="6359"/>
                </a:lnTo>
                <a:close/>
                <a:moveTo>
                  <a:pt x="3452598" y="6359"/>
                </a:moveTo>
                <a:lnTo>
                  <a:pt x="3503371" y="6359"/>
                </a:lnTo>
                <a:lnTo>
                  <a:pt x="3503371" y="0"/>
                </a:lnTo>
                <a:lnTo>
                  <a:pt x="3452598" y="0"/>
                </a:lnTo>
                <a:lnTo>
                  <a:pt x="3452598" y="6359"/>
                </a:lnTo>
                <a:close/>
                <a:moveTo>
                  <a:pt x="3554143" y="0"/>
                </a:moveTo>
                <a:lnTo>
                  <a:pt x="3554143" y="6359"/>
                </a:lnTo>
                <a:lnTo>
                  <a:pt x="3604916" y="6359"/>
                </a:lnTo>
                <a:lnTo>
                  <a:pt x="3604916" y="0"/>
                </a:lnTo>
                <a:lnTo>
                  <a:pt x="3554143" y="0"/>
                </a:lnTo>
                <a:close/>
                <a:moveTo>
                  <a:pt x="3706462" y="0"/>
                </a:moveTo>
                <a:lnTo>
                  <a:pt x="3655689" y="0"/>
                </a:lnTo>
                <a:lnTo>
                  <a:pt x="3655689" y="6359"/>
                </a:lnTo>
                <a:lnTo>
                  <a:pt x="3706462" y="6359"/>
                </a:lnTo>
                <a:lnTo>
                  <a:pt x="3706462" y="0"/>
                </a:lnTo>
                <a:close/>
                <a:moveTo>
                  <a:pt x="3808007" y="6359"/>
                </a:moveTo>
                <a:lnTo>
                  <a:pt x="3808007" y="0"/>
                </a:lnTo>
                <a:lnTo>
                  <a:pt x="3757234" y="0"/>
                </a:lnTo>
                <a:lnTo>
                  <a:pt x="3757234" y="6359"/>
                </a:lnTo>
                <a:lnTo>
                  <a:pt x="3808007" y="6359"/>
                </a:lnTo>
                <a:close/>
                <a:moveTo>
                  <a:pt x="3858780" y="6359"/>
                </a:moveTo>
                <a:lnTo>
                  <a:pt x="3909553" y="6359"/>
                </a:lnTo>
                <a:lnTo>
                  <a:pt x="3909553" y="0"/>
                </a:lnTo>
                <a:lnTo>
                  <a:pt x="3858780" y="0"/>
                </a:lnTo>
                <a:lnTo>
                  <a:pt x="3858780" y="6359"/>
                </a:lnTo>
                <a:close/>
                <a:moveTo>
                  <a:pt x="3960326" y="0"/>
                </a:moveTo>
                <a:lnTo>
                  <a:pt x="3960326" y="6359"/>
                </a:lnTo>
                <a:lnTo>
                  <a:pt x="4011098" y="6359"/>
                </a:lnTo>
                <a:lnTo>
                  <a:pt x="4011098" y="0"/>
                </a:lnTo>
                <a:lnTo>
                  <a:pt x="3960326" y="0"/>
                </a:lnTo>
                <a:close/>
                <a:moveTo>
                  <a:pt x="4112644" y="0"/>
                </a:moveTo>
                <a:lnTo>
                  <a:pt x="4061871" y="0"/>
                </a:lnTo>
                <a:lnTo>
                  <a:pt x="4061871" y="6359"/>
                </a:lnTo>
                <a:lnTo>
                  <a:pt x="4112644" y="6359"/>
                </a:lnTo>
                <a:lnTo>
                  <a:pt x="4112644" y="0"/>
                </a:lnTo>
                <a:close/>
                <a:moveTo>
                  <a:pt x="4214189" y="6359"/>
                </a:moveTo>
                <a:lnTo>
                  <a:pt x="4214189" y="0"/>
                </a:lnTo>
                <a:lnTo>
                  <a:pt x="4163417" y="0"/>
                </a:lnTo>
                <a:lnTo>
                  <a:pt x="4163417" y="6359"/>
                </a:lnTo>
                <a:lnTo>
                  <a:pt x="4214189" y="6359"/>
                </a:lnTo>
                <a:close/>
                <a:moveTo>
                  <a:pt x="4264962" y="6359"/>
                </a:moveTo>
                <a:lnTo>
                  <a:pt x="4315735" y="6359"/>
                </a:lnTo>
                <a:lnTo>
                  <a:pt x="4315735" y="0"/>
                </a:lnTo>
                <a:lnTo>
                  <a:pt x="4264962" y="0"/>
                </a:lnTo>
                <a:lnTo>
                  <a:pt x="4264962" y="6359"/>
                </a:lnTo>
                <a:close/>
                <a:moveTo>
                  <a:pt x="4366508" y="0"/>
                </a:moveTo>
                <a:lnTo>
                  <a:pt x="4366508" y="6359"/>
                </a:lnTo>
                <a:lnTo>
                  <a:pt x="4417280" y="6359"/>
                </a:lnTo>
                <a:lnTo>
                  <a:pt x="4417280" y="0"/>
                </a:lnTo>
                <a:lnTo>
                  <a:pt x="4366508" y="0"/>
                </a:lnTo>
                <a:close/>
                <a:moveTo>
                  <a:pt x="4518826" y="0"/>
                </a:moveTo>
                <a:lnTo>
                  <a:pt x="4468053" y="0"/>
                </a:lnTo>
                <a:lnTo>
                  <a:pt x="4468053" y="6359"/>
                </a:lnTo>
                <a:lnTo>
                  <a:pt x="4518826" y="6359"/>
                </a:lnTo>
                <a:lnTo>
                  <a:pt x="4518826" y="0"/>
                </a:lnTo>
                <a:close/>
                <a:moveTo>
                  <a:pt x="4620371" y="6359"/>
                </a:moveTo>
                <a:lnTo>
                  <a:pt x="4620371" y="0"/>
                </a:lnTo>
                <a:lnTo>
                  <a:pt x="4569599" y="0"/>
                </a:lnTo>
                <a:lnTo>
                  <a:pt x="4569599" y="6359"/>
                </a:lnTo>
                <a:lnTo>
                  <a:pt x="4620371" y="6359"/>
                </a:lnTo>
                <a:close/>
                <a:moveTo>
                  <a:pt x="4671144" y="6359"/>
                </a:moveTo>
                <a:lnTo>
                  <a:pt x="4721917" y="6359"/>
                </a:lnTo>
                <a:lnTo>
                  <a:pt x="4721917" y="0"/>
                </a:lnTo>
                <a:lnTo>
                  <a:pt x="4671144" y="0"/>
                </a:lnTo>
                <a:lnTo>
                  <a:pt x="4671144" y="6359"/>
                </a:lnTo>
                <a:close/>
                <a:moveTo>
                  <a:pt x="4772690" y="0"/>
                </a:moveTo>
                <a:lnTo>
                  <a:pt x="4772690" y="6359"/>
                </a:lnTo>
                <a:lnTo>
                  <a:pt x="4823463" y="6359"/>
                </a:lnTo>
                <a:lnTo>
                  <a:pt x="4823463" y="0"/>
                </a:lnTo>
                <a:lnTo>
                  <a:pt x="4772690" y="0"/>
                </a:lnTo>
                <a:close/>
                <a:moveTo>
                  <a:pt x="4925008" y="0"/>
                </a:moveTo>
                <a:lnTo>
                  <a:pt x="4874235" y="0"/>
                </a:lnTo>
                <a:lnTo>
                  <a:pt x="4874235" y="6359"/>
                </a:lnTo>
                <a:lnTo>
                  <a:pt x="4925008" y="6359"/>
                </a:lnTo>
                <a:lnTo>
                  <a:pt x="4925008" y="0"/>
                </a:lnTo>
                <a:close/>
                <a:moveTo>
                  <a:pt x="5026554" y="6359"/>
                </a:moveTo>
                <a:lnTo>
                  <a:pt x="5026554" y="0"/>
                </a:lnTo>
                <a:lnTo>
                  <a:pt x="4975781" y="0"/>
                </a:lnTo>
                <a:lnTo>
                  <a:pt x="4975781" y="6359"/>
                </a:lnTo>
                <a:lnTo>
                  <a:pt x="5026554" y="6359"/>
                </a:lnTo>
                <a:close/>
                <a:moveTo>
                  <a:pt x="5077326" y="6359"/>
                </a:moveTo>
                <a:lnTo>
                  <a:pt x="5128099" y="6359"/>
                </a:lnTo>
                <a:lnTo>
                  <a:pt x="5128099" y="0"/>
                </a:lnTo>
                <a:lnTo>
                  <a:pt x="5077326" y="0"/>
                </a:lnTo>
                <a:lnTo>
                  <a:pt x="5077326" y="6359"/>
                </a:lnTo>
                <a:close/>
                <a:moveTo>
                  <a:pt x="5178872" y="0"/>
                </a:moveTo>
                <a:lnTo>
                  <a:pt x="5178872" y="6359"/>
                </a:lnTo>
                <a:lnTo>
                  <a:pt x="5229645" y="6359"/>
                </a:lnTo>
                <a:lnTo>
                  <a:pt x="5229645" y="0"/>
                </a:lnTo>
                <a:lnTo>
                  <a:pt x="5178872" y="0"/>
                </a:lnTo>
                <a:close/>
                <a:moveTo>
                  <a:pt x="5331190" y="0"/>
                </a:moveTo>
                <a:lnTo>
                  <a:pt x="5280417" y="0"/>
                </a:lnTo>
                <a:lnTo>
                  <a:pt x="5280417" y="6359"/>
                </a:lnTo>
                <a:lnTo>
                  <a:pt x="5331190" y="6359"/>
                </a:lnTo>
                <a:lnTo>
                  <a:pt x="5331190" y="0"/>
                </a:lnTo>
                <a:close/>
                <a:moveTo>
                  <a:pt x="5432736" y="6359"/>
                </a:moveTo>
                <a:lnTo>
                  <a:pt x="5432736" y="0"/>
                </a:lnTo>
                <a:lnTo>
                  <a:pt x="5381963" y="0"/>
                </a:lnTo>
                <a:lnTo>
                  <a:pt x="5381963" y="6359"/>
                </a:lnTo>
                <a:lnTo>
                  <a:pt x="5432736" y="6359"/>
                </a:lnTo>
                <a:close/>
                <a:moveTo>
                  <a:pt x="5483508" y="6359"/>
                </a:moveTo>
                <a:lnTo>
                  <a:pt x="5534281" y="6359"/>
                </a:lnTo>
                <a:lnTo>
                  <a:pt x="5534281" y="0"/>
                </a:lnTo>
                <a:lnTo>
                  <a:pt x="5483508" y="0"/>
                </a:lnTo>
                <a:lnTo>
                  <a:pt x="5483508" y="6359"/>
                </a:lnTo>
                <a:close/>
                <a:moveTo>
                  <a:pt x="5585054" y="0"/>
                </a:moveTo>
                <a:lnTo>
                  <a:pt x="5585054" y="6359"/>
                </a:lnTo>
                <a:lnTo>
                  <a:pt x="5635827" y="6359"/>
                </a:lnTo>
                <a:lnTo>
                  <a:pt x="5635827" y="0"/>
                </a:lnTo>
                <a:lnTo>
                  <a:pt x="5585054" y="0"/>
                </a:lnTo>
                <a:close/>
                <a:moveTo>
                  <a:pt x="5737372" y="0"/>
                </a:moveTo>
                <a:lnTo>
                  <a:pt x="5686600" y="0"/>
                </a:lnTo>
                <a:lnTo>
                  <a:pt x="5686600" y="6359"/>
                </a:lnTo>
                <a:lnTo>
                  <a:pt x="5737372" y="6359"/>
                </a:lnTo>
                <a:lnTo>
                  <a:pt x="5737372" y="0"/>
                </a:lnTo>
                <a:close/>
                <a:moveTo>
                  <a:pt x="5838918" y="6359"/>
                </a:moveTo>
                <a:lnTo>
                  <a:pt x="5838918" y="0"/>
                </a:lnTo>
                <a:lnTo>
                  <a:pt x="5788145" y="0"/>
                </a:lnTo>
                <a:lnTo>
                  <a:pt x="5788145" y="6359"/>
                </a:lnTo>
                <a:lnTo>
                  <a:pt x="5838918" y="6359"/>
                </a:lnTo>
                <a:close/>
                <a:moveTo>
                  <a:pt x="5889691" y="6359"/>
                </a:moveTo>
                <a:lnTo>
                  <a:pt x="5940463" y="6359"/>
                </a:lnTo>
                <a:lnTo>
                  <a:pt x="5940463" y="0"/>
                </a:lnTo>
                <a:lnTo>
                  <a:pt x="5889691" y="0"/>
                </a:lnTo>
                <a:lnTo>
                  <a:pt x="5889691" y="6359"/>
                </a:lnTo>
                <a:close/>
                <a:moveTo>
                  <a:pt x="5991236" y="0"/>
                </a:moveTo>
                <a:lnTo>
                  <a:pt x="5991236" y="6359"/>
                </a:lnTo>
                <a:lnTo>
                  <a:pt x="6042009" y="6359"/>
                </a:lnTo>
                <a:lnTo>
                  <a:pt x="6042009" y="0"/>
                </a:lnTo>
                <a:lnTo>
                  <a:pt x="5991236" y="0"/>
                </a:lnTo>
                <a:close/>
                <a:moveTo>
                  <a:pt x="6143554" y="0"/>
                </a:moveTo>
                <a:lnTo>
                  <a:pt x="6092782" y="0"/>
                </a:lnTo>
                <a:lnTo>
                  <a:pt x="6092782" y="6359"/>
                </a:lnTo>
                <a:lnTo>
                  <a:pt x="6143554" y="6359"/>
                </a:lnTo>
                <a:lnTo>
                  <a:pt x="6143554" y="0"/>
                </a:lnTo>
                <a:close/>
                <a:moveTo>
                  <a:pt x="6245100" y="6359"/>
                </a:moveTo>
                <a:lnTo>
                  <a:pt x="6245100" y="0"/>
                </a:lnTo>
                <a:lnTo>
                  <a:pt x="6194327" y="0"/>
                </a:lnTo>
                <a:lnTo>
                  <a:pt x="6194327" y="6359"/>
                </a:lnTo>
                <a:lnTo>
                  <a:pt x="6245100" y="6359"/>
                </a:lnTo>
                <a:close/>
                <a:moveTo>
                  <a:pt x="6295873" y="6359"/>
                </a:moveTo>
                <a:lnTo>
                  <a:pt x="6346645" y="6359"/>
                </a:lnTo>
                <a:lnTo>
                  <a:pt x="6346645" y="0"/>
                </a:lnTo>
                <a:lnTo>
                  <a:pt x="6295873" y="0"/>
                </a:lnTo>
                <a:lnTo>
                  <a:pt x="6295873" y="6359"/>
                </a:lnTo>
                <a:close/>
                <a:moveTo>
                  <a:pt x="6397418" y="0"/>
                </a:moveTo>
                <a:lnTo>
                  <a:pt x="6397418" y="6359"/>
                </a:lnTo>
                <a:lnTo>
                  <a:pt x="6448191" y="6359"/>
                </a:lnTo>
                <a:lnTo>
                  <a:pt x="6448191" y="0"/>
                </a:lnTo>
                <a:lnTo>
                  <a:pt x="6397418" y="0"/>
                </a:lnTo>
                <a:close/>
                <a:moveTo>
                  <a:pt x="6549737" y="0"/>
                </a:moveTo>
                <a:lnTo>
                  <a:pt x="6498964" y="0"/>
                </a:lnTo>
                <a:lnTo>
                  <a:pt x="6498964" y="6359"/>
                </a:lnTo>
                <a:lnTo>
                  <a:pt x="6549737" y="6359"/>
                </a:lnTo>
                <a:lnTo>
                  <a:pt x="6549737" y="0"/>
                </a:lnTo>
                <a:close/>
                <a:moveTo>
                  <a:pt x="6651282" y="6359"/>
                </a:moveTo>
                <a:lnTo>
                  <a:pt x="6651282" y="0"/>
                </a:lnTo>
                <a:lnTo>
                  <a:pt x="6600509" y="0"/>
                </a:lnTo>
                <a:lnTo>
                  <a:pt x="6600509" y="6359"/>
                </a:lnTo>
                <a:lnTo>
                  <a:pt x="6651282" y="6359"/>
                </a:lnTo>
                <a:close/>
                <a:moveTo>
                  <a:pt x="6702055" y="6359"/>
                </a:moveTo>
                <a:lnTo>
                  <a:pt x="6752828" y="6359"/>
                </a:lnTo>
                <a:lnTo>
                  <a:pt x="6752828" y="0"/>
                </a:lnTo>
                <a:lnTo>
                  <a:pt x="6702055" y="0"/>
                </a:lnTo>
                <a:lnTo>
                  <a:pt x="6702055" y="6359"/>
                </a:lnTo>
                <a:close/>
                <a:moveTo>
                  <a:pt x="6803600" y="0"/>
                </a:moveTo>
                <a:lnTo>
                  <a:pt x="6803600" y="6359"/>
                </a:lnTo>
                <a:lnTo>
                  <a:pt x="6854373" y="6359"/>
                </a:lnTo>
                <a:lnTo>
                  <a:pt x="6854373" y="0"/>
                </a:lnTo>
                <a:lnTo>
                  <a:pt x="6803600" y="0"/>
                </a:lnTo>
                <a:close/>
                <a:moveTo>
                  <a:pt x="6955919" y="0"/>
                </a:moveTo>
                <a:lnTo>
                  <a:pt x="6905146" y="0"/>
                </a:lnTo>
                <a:lnTo>
                  <a:pt x="6905146" y="6359"/>
                </a:lnTo>
                <a:lnTo>
                  <a:pt x="6955919" y="6359"/>
                </a:lnTo>
                <a:lnTo>
                  <a:pt x="6955919" y="0"/>
                </a:lnTo>
                <a:close/>
                <a:moveTo>
                  <a:pt x="7057464" y="6359"/>
                </a:moveTo>
                <a:lnTo>
                  <a:pt x="7057464" y="0"/>
                </a:lnTo>
                <a:lnTo>
                  <a:pt x="7006691" y="0"/>
                </a:lnTo>
                <a:lnTo>
                  <a:pt x="7006691" y="6359"/>
                </a:lnTo>
                <a:lnTo>
                  <a:pt x="7057464" y="6359"/>
                </a:lnTo>
                <a:close/>
                <a:moveTo>
                  <a:pt x="7108237" y="6359"/>
                </a:moveTo>
                <a:lnTo>
                  <a:pt x="7159010" y="6359"/>
                </a:lnTo>
                <a:lnTo>
                  <a:pt x="7159010" y="0"/>
                </a:lnTo>
                <a:lnTo>
                  <a:pt x="7108237" y="0"/>
                </a:lnTo>
                <a:lnTo>
                  <a:pt x="7108237" y="6359"/>
                </a:lnTo>
                <a:close/>
                <a:moveTo>
                  <a:pt x="7209782" y="0"/>
                </a:moveTo>
                <a:lnTo>
                  <a:pt x="7209782" y="6359"/>
                </a:lnTo>
                <a:lnTo>
                  <a:pt x="7260555" y="6359"/>
                </a:lnTo>
                <a:lnTo>
                  <a:pt x="7260555" y="0"/>
                </a:lnTo>
                <a:lnTo>
                  <a:pt x="7209782" y="0"/>
                </a:lnTo>
                <a:close/>
                <a:moveTo>
                  <a:pt x="7362101" y="0"/>
                </a:moveTo>
                <a:lnTo>
                  <a:pt x="7311328" y="0"/>
                </a:lnTo>
                <a:lnTo>
                  <a:pt x="7311328" y="6359"/>
                </a:lnTo>
                <a:lnTo>
                  <a:pt x="7362101" y="6359"/>
                </a:lnTo>
                <a:lnTo>
                  <a:pt x="7362101" y="0"/>
                </a:lnTo>
                <a:close/>
                <a:moveTo>
                  <a:pt x="7463646" y="6359"/>
                </a:moveTo>
                <a:lnTo>
                  <a:pt x="7463646" y="0"/>
                </a:lnTo>
                <a:lnTo>
                  <a:pt x="7412874" y="0"/>
                </a:lnTo>
                <a:lnTo>
                  <a:pt x="7412874" y="6359"/>
                </a:lnTo>
                <a:lnTo>
                  <a:pt x="7463646" y="6359"/>
                </a:lnTo>
                <a:close/>
                <a:moveTo>
                  <a:pt x="7514419" y="6359"/>
                </a:moveTo>
                <a:lnTo>
                  <a:pt x="7565192" y="6359"/>
                </a:lnTo>
                <a:lnTo>
                  <a:pt x="7565192" y="0"/>
                </a:lnTo>
                <a:lnTo>
                  <a:pt x="7514419" y="0"/>
                </a:lnTo>
                <a:lnTo>
                  <a:pt x="7514419" y="6359"/>
                </a:lnTo>
                <a:close/>
                <a:moveTo>
                  <a:pt x="7615965" y="0"/>
                </a:moveTo>
                <a:lnTo>
                  <a:pt x="7615965" y="6359"/>
                </a:lnTo>
                <a:lnTo>
                  <a:pt x="7666737" y="6359"/>
                </a:lnTo>
                <a:lnTo>
                  <a:pt x="7666737" y="0"/>
                </a:lnTo>
                <a:lnTo>
                  <a:pt x="7615965" y="0"/>
                </a:lnTo>
                <a:close/>
                <a:moveTo>
                  <a:pt x="7768283" y="0"/>
                </a:moveTo>
                <a:lnTo>
                  <a:pt x="7717510" y="0"/>
                </a:lnTo>
                <a:lnTo>
                  <a:pt x="7717510" y="6359"/>
                </a:lnTo>
                <a:lnTo>
                  <a:pt x="7768283" y="6359"/>
                </a:lnTo>
                <a:lnTo>
                  <a:pt x="7768283" y="0"/>
                </a:lnTo>
                <a:close/>
                <a:moveTo>
                  <a:pt x="7869828" y="6359"/>
                </a:moveTo>
                <a:lnTo>
                  <a:pt x="7869828" y="0"/>
                </a:lnTo>
                <a:lnTo>
                  <a:pt x="7819056" y="0"/>
                </a:lnTo>
                <a:lnTo>
                  <a:pt x="7819056" y="6359"/>
                </a:lnTo>
                <a:lnTo>
                  <a:pt x="7869828" y="6359"/>
                </a:lnTo>
                <a:close/>
                <a:moveTo>
                  <a:pt x="7920601" y="6359"/>
                </a:moveTo>
                <a:lnTo>
                  <a:pt x="7971374" y="6359"/>
                </a:lnTo>
                <a:lnTo>
                  <a:pt x="7971374" y="0"/>
                </a:lnTo>
                <a:lnTo>
                  <a:pt x="7920601" y="0"/>
                </a:lnTo>
                <a:lnTo>
                  <a:pt x="7920601" y="6359"/>
                </a:lnTo>
                <a:close/>
                <a:moveTo>
                  <a:pt x="8022147" y="0"/>
                </a:moveTo>
                <a:lnTo>
                  <a:pt x="8022147" y="6359"/>
                </a:lnTo>
                <a:lnTo>
                  <a:pt x="8072919" y="6359"/>
                </a:lnTo>
                <a:lnTo>
                  <a:pt x="8072919" y="0"/>
                </a:lnTo>
                <a:lnTo>
                  <a:pt x="8022147" y="0"/>
                </a:lnTo>
                <a:close/>
                <a:moveTo>
                  <a:pt x="8174465" y="0"/>
                </a:moveTo>
                <a:lnTo>
                  <a:pt x="8123692" y="0"/>
                </a:lnTo>
                <a:lnTo>
                  <a:pt x="8123692" y="6359"/>
                </a:lnTo>
                <a:lnTo>
                  <a:pt x="8174465" y="6359"/>
                </a:lnTo>
                <a:lnTo>
                  <a:pt x="8174465" y="0"/>
                </a:lnTo>
                <a:close/>
                <a:moveTo>
                  <a:pt x="8276010" y="6359"/>
                </a:moveTo>
                <a:lnTo>
                  <a:pt x="8276010" y="0"/>
                </a:lnTo>
                <a:lnTo>
                  <a:pt x="8225238" y="0"/>
                </a:lnTo>
                <a:lnTo>
                  <a:pt x="8225238" y="6359"/>
                </a:lnTo>
                <a:lnTo>
                  <a:pt x="8276010" y="6359"/>
                </a:lnTo>
                <a:close/>
                <a:moveTo>
                  <a:pt x="8326783" y="6359"/>
                </a:moveTo>
                <a:lnTo>
                  <a:pt x="8377556" y="6359"/>
                </a:lnTo>
                <a:lnTo>
                  <a:pt x="8377556" y="0"/>
                </a:lnTo>
                <a:lnTo>
                  <a:pt x="8326783" y="0"/>
                </a:lnTo>
                <a:lnTo>
                  <a:pt x="8326783" y="6359"/>
                </a:lnTo>
                <a:close/>
                <a:moveTo>
                  <a:pt x="8428329" y="0"/>
                </a:moveTo>
                <a:lnTo>
                  <a:pt x="8428329" y="6359"/>
                </a:lnTo>
                <a:lnTo>
                  <a:pt x="8479101" y="6359"/>
                </a:lnTo>
                <a:lnTo>
                  <a:pt x="8479101" y="0"/>
                </a:lnTo>
                <a:lnTo>
                  <a:pt x="8428329" y="0"/>
                </a:lnTo>
                <a:close/>
                <a:moveTo>
                  <a:pt x="8580647" y="0"/>
                </a:moveTo>
                <a:lnTo>
                  <a:pt x="8529874" y="0"/>
                </a:lnTo>
                <a:lnTo>
                  <a:pt x="8529874" y="6359"/>
                </a:lnTo>
                <a:lnTo>
                  <a:pt x="8580647" y="6359"/>
                </a:lnTo>
                <a:lnTo>
                  <a:pt x="8580647" y="0"/>
                </a:lnTo>
                <a:close/>
                <a:moveTo>
                  <a:pt x="8682193" y="6359"/>
                </a:moveTo>
                <a:lnTo>
                  <a:pt x="8682193" y="0"/>
                </a:lnTo>
                <a:lnTo>
                  <a:pt x="8631420" y="0"/>
                </a:lnTo>
                <a:lnTo>
                  <a:pt x="8631420" y="6359"/>
                </a:lnTo>
                <a:lnTo>
                  <a:pt x="8682193" y="6359"/>
                </a:lnTo>
                <a:close/>
                <a:moveTo>
                  <a:pt x="8732965" y="6359"/>
                </a:moveTo>
                <a:lnTo>
                  <a:pt x="8783738" y="6359"/>
                </a:lnTo>
                <a:lnTo>
                  <a:pt x="8783738" y="0"/>
                </a:lnTo>
                <a:lnTo>
                  <a:pt x="8732965" y="0"/>
                </a:lnTo>
                <a:lnTo>
                  <a:pt x="8732965" y="6359"/>
                </a:lnTo>
                <a:close/>
                <a:moveTo>
                  <a:pt x="8834511" y="0"/>
                </a:moveTo>
                <a:lnTo>
                  <a:pt x="8834511" y="6359"/>
                </a:lnTo>
                <a:lnTo>
                  <a:pt x="8885284" y="6359"/>
                </a:lnTo>
                <a:lnTo>
                  <a:pt x="8885284" y="0"/>
                </a:lnTo>
                <a:lnTo>
                  <a:pt x="8834511" y="0"/>
                </a:lnTo>
                <a:close/>
                <a:moveTo>
                  <a:pt x="8986829" y="0"/>
                </a:moveTo>
                <a:lnTo>
                  <a:pt x="8936056" y="0"/>
                </a:lnTo>
                <a:lnTo>
                  <a:pt x="8936056" y="6359"/>
                </a:lnTo>
                <a:lnTo>
                  <a:pt x="8986829" y="6359"/>
                </a:lnTo>
                <a:lnTo>
                  <a:pt x="8986829" y="0"/>
                </a:lnTo>
                <a:close/>
                <a:moveTo>
                  <a:pt x="9088375" y="6359"/>
                </a:moveTo>
                <a:lnTo>
                  <a:pt x="9088375" y="0"/>
                </a:lnTo>
                <a:lnTo>
                  <a:pt x="9037601" y="0"/>
                </a:lnTo>
                <a:lnTo>
                  <a:pt x="9037601" y="6359"/>
                </a:lnTo>
                <a:lnTo>
                  <a:pt x="9088375" y="6359"/>
                </a:lnTo>
                <a:close/>
                <a:moveTo>
                  <a:pt x="9139148" y="6359"/>
                </a:moveTo>
                <a:lnTo>
                  <a:pt x="9189920" y="6359"/>
                </a:lnTo>
                <a:lnTo>
                  <a:pt x="9189920" y="0"/>
                </a:lnTo>
                <a:lnTo>
                  <a:pt x="9139148" y="0"/>
                </a:lnTo>
                <a:lnTo>
                  <a:pt x="9139148" y="6359"/>
                </a:lnTo>
                <a:close/>
                <a:moveTo>
                  <a:pt x="9240693" y="0"/>
                </a:moveTo>
                <a:lnTo>
                  <a:pt x="9240693" y="6359"/>
                </a:lnTo>
                <a:lnTo>
                  <a:pt x="9291466" y="6359"/>
                </a:lnTo>
                <a:lnTo>
                  <a:pt x="9291466" y="0"/>
                </a:lnTo>
                <a:lnTo>
                  <a:pt x="9240693" y="0"/>
                </a:lnTo>
                <a:close/>
                <a:moveTo>
                  <a:pt x="9393011" y="0"/>
                </a:moveTo>
                <a:lnTo>
                  <a:pt x="9342239" y="0"/>
                </a:lnTo>
                <a:lnTo>
                  <a:pt x="9342239" y="6359"/>
                </a:lnTo>
                <a:lnTo>
                  <a:pt x="9393011" y="6359"/>
                </a:lnTo>
                <a:lnTo>
                  <a:pt x="9393011" y="0"/>
                </a:lnTo>
                <a:close/>
                <a:moveTo>
                  <a:pt x="9494557" y="6359"/>
                </a:moveTo>
                <a:lnTo>
                  <a:pt x="9494557" y="0"/>
                </a:lnTo>
                <a:lnTo>
                  <a:pt x="9443784" y="0"/>
                </a:lnTo>
                <a:lnTo>
                  <a:pt x="9443784" y="6359"/>
                </a:lnTo>
                <a:lnTo>
                  <a:pt x="9494557" y="6359"/>
                </a:lnTo>
                <a:close/>
                <a:moveTo>
                  <a:pt x="9545330" y="6359"/>
                </a:moveTo>
                <a:lnTo>
                  <a:pt x="9596102" y="6359"/>
                </a:lnTo>
                <a:lnTo>
                  <a:pt x="9596102" y="0"/>
                </a:lnTo>
                <a:lnTo>
                  <a:pt x="9545330" y="0"/>
                </a:lnTo>
                <a:lnTo>
                  <a:pt x="9545330" y="6359"/>
                </a:lnTo>
                <a:close/>
                <a:moveTo>
                  <a:pt x="9646875" y="0"/>
                </a:moveTo>
                <a:lnTo>
                  <a:pt x="9646875" y="6359"/>
                </a:lnTo>
                <a:lnTo>
                  <a:pt x="9697648" y="6359"/>
                </a:lnTo>
                <a:lnTo>
                  <a:pt x="9697648" y="0"/>
                </a:lnTo>
                <a:lnTo>
                  <a:pt x="9646875" y="0"/>
                </a:lnTo>
                <a:close/>
                <a:moveTo>
                  <a:pt x="9799193" y="0"/>
                </a:moveTo>
                <a:lnTo>
                  <a:pt x="9748421" y="0"/>
                </a:lnTo>
                <a:lnTo>
                  <a:pt x="9748421" y="6359"/>
                </a:lnTo>
                <a:lnTo>
                  <a:pt x="9799193" y="6359"/>
                </a:lnTo>
                <a:lnTo>
                  <a:pt x="9799193" y="0"/>
                </a:lnTo>
                <a:close/>
                <a:moveTo>
                  <a:pt x="9900739" y="6359"/>
                </a:moveTo>
                <a:lnTo>
                  <a:pt x="9900739" y="0"/>
                </a:lnTo>
                <a:lnTo>
                  <a:pt x="9849966" y="0"/>
                </a:lnTo>
                <a:lnTo>
                  <a:pt x="9849966" y="6359"/>
                </a:lnTo>
                <a:lnTo>
                  <a:pt x="9900739" y="6359"/>
                </a:lnTo>
                <a:close/>
                <a:moveTo>
                  <a:pt x="9951512" y="6359"/>
                </a:moveTo>
                <a:lnTo>
                  <a:pt x="10002285" y="6359"/>
                </a:lnTo>
                <a:lnTo>
                  <a:pt x="10002285" y="0"/>
                </a:lnTo>
                <a:lnTo>
                  <a:pt x="9951512" y="0"/>
                </a:lnTo>
                <a:lnTo>
                  <a:pt x="9951512" y="6359"/>
                </a:lnTo>
                <a:close/>
                <a:moveTo>
                  <a:pt x="10053057" y="0"/>
                </a:moveTo>
                <a:lnTo>
                  <a:pt x="10053057" y="6359"/>
                </a:lnTo>
                <a:lnTo>
                  <a:pt x="10103830" y="6359"/>
                </a:lnTo>
                <a:lnTo>
                  <a:pt x="10103830" y="0"/>
                </a:lnTo>
                <a:lnTo>
                  <a:pt x="10053057" y="0"/>
                </a:lnTo>
                <a:close/>
                <a:moveTo>
                  <a:pt x="10205376" y="0"/>
                </a:moveTo>
                <a:lnTo>
                  <a:pt x="10154603" y="0"/>
                </a:lnTo>
                <a:lnTo>
                  <a:pt x="10154603" y="6359"/>
                </a:lnTo>
                <a:lnTo>
                  <a:pt x="10205376" y="6359"/>
                </a:lnTo>
                <a:lnTo>
                  <a:pt x="10205376" y="0"/>
                </a:lnTo>
                <a:close/>
                <a:moveTo>
                  <a:pt x="10306921" y="6359"/>
                </a:moveTo>
                <a:lnTo>
                  <a:pt x="10306921" y="0"/>
                </a:lnTo>
                <a:lnTo>
                  <a:pt x="10256148" y="0"/>
                </a:lnTo>
                <a:lnTo>
                  <a:pt x="10256148" y="6359"/>
                </a:lnTo>
                <a:lnTo>
                  <a:pt x="10306921" y="6359"/>
                </a:lnTo>
                <a:close/>
                <a:moveTo>
                  <a:pt x="10357694" y="6359"/>
                </a:moveTo>
                <a:lnTo>
                  <a:pt x="10408467" y="6359"/>
                </a:lnTo>
                <a:lnTo>
                  <a:pt x="10408467" y="0"/>
                </a:lnTo>
                <a:lnTo>
                  <a:pt x="10357694" y="0"/>
                </a:lnTo>
                <a:lnTo>
                  <a:pt x="10357694" y="6359"/>
                </a:lnTo>
                <a:close/>
                <a:moveTo>
                  <a:pt x="10459239" y="0"/>
                </a:moveTo>
                <a:lnTo>
                  <a:pt x="10459239" y="6359"/>
                </a:lnTo>
                <a:lnTo>
                  <a:pt x="10510012" y="6359"/>
                </a:lnTo>
                <a:lnTo>
                  <a:pt x="10510012" y="0"/>
                </a:lnTo>
                <a:lnTo>
                  <a:pt x="10459239" y="0"/>
                </a:lnTo>
                <a:close/>
                <a:moveTo>
                  <a:pt x="10611558" y="0"/>
                </a:moveTo>
                <a:lnTo>
                  <a:pt x="10560785" y="0"/>
                </a:lnTo>
                <a:lnTo>
                  <a:pt x="10560785" y="6359"/>
                </a:lnTo>
                <a:lnTo>
                  <a:pt x="10611558" y="6359"/>
                </a:lnTo>
                <a:lnTo>
                  <a:pt x="10611558" y="0"/>
                </a:lnTo>
                <a:close/>
                <a:moveTo>
                  <a:pt x="10713103" y="6359"/>
                </a:moveTo>
                <a:lnTo>
                  <a:pt x="10713103" y="0"/>
                </a:lnTo>
                <a:lnTo>
                  <a:pt x="10662330" y="0"/>
                </a:lnTo>
                <a:lnTo>
                  <a:pt x="10662330" y="6359"/>
                </a:lnTo>
                <a:lnTo>
                  <a:pt x="10713103" y="6359"/>
                </a:lnTo>
                <a:close/>
                <a:moveTo>
                  <a:pt x="10763876" y="6359"/>
                </a:moveTo>
                <a:lnTo>
                  <a:pt x="10814649" y="6359"/>
                </a:lnTo>
                <a:lnTo>
                  <a:pt x="10814649" y="0"/>
                </a:lnTo>
                <a:lnTo>
                  <a:pt x="10763876" y="0"/>
                </a:lnTo>
                <a:lnTo>
                  <a:pt x="10763876" y="6359"/>
                </a:lnTo>
                <a:close/>
                <a:moveTo>
                  <a:pt x="10865422" y="0"/>
                </a:moveTo>
                <a:lnTo>
                  <a:pt x="10865422" y="6359"/>
                </a:lnTo>
                <a:lnTo>
                  <a:pt x="10916194" y="6359"/>
                </a:lnTo>
                <a:lnTo>
                  <a:pt x="10916194" y="0"/>
                </a:lnTo>
                <a:lnTo>
                  <a:pt x="10865422" y="0"/>
                </a:lnTo>
                <a:close/>
                <a:moveTo>
                  <a:pt x="11017740" y="0"/>
                </a:moveTo>
                <a:lnTo>
                  <a:pt x="10966967" y="0"/>
                </a:lnTo>
                <a:lnTo>
                  <a:pt x="10966967" y="6359"/>
                </a:lnTo>
                <a:lnTo>
                  <a:pt x="11017740" y="6359"/>
                </a:lnTo>
                <a:lnTo>
                  <a:pt x="11017740" y="0"/>
                </a:lnTo>
                <a:close/>
                <a:moveTo>
                  <a:pt x="11119285" y="6359"/>
                </a:moveTo>
                <a:lnTo>
                  <a:pt x="11119285" y="0"/>
                </a:lnTo>
                <a:lnTo>
                  <a:pt x="11068513" y="0"/>
                </a:lnTo>
                <a:lnTo>
                  <a:pt x="11068513" y="6359"/>
                </a:lnTo>
                <a:lnTo>
                  <a:pt x="11119285" y="6359"/>
                </a:lnTo>
                <a:close/>
                <a:moveTo>
                  <a:pt x="11170058" y="6359"/>
                </a:moveTo>
                <a:lnTo>
                  <a:pt x="11220831" y="6359"/>
                </a:lnTo>
                <a:lnTo>
                  <a:pt x="11220831" y="0"/>
                </a:lnTo>
                <a:lnTo>
                  <a:pt x="11170058" y="0"/>
                </a:lnTo>
                <a:lnTo>
                  <a:pt x="11170058" y="6359"/>
                </a:lnTo>
                <a:close/>
                <a:moveTo>
                  <a:pt x="11271604" y="0"/>
                </a:moveTo>
                <a:lnTo>
                  <a:pt x="11271604" y="6359"/>
                </a:lnTo>
                <a:lnTo>
                  <a:pt x="11322376" y="6359"/>
                </a:lnTo>
                <a:lnTo>
                  <a:pt x="11322376" y="0"/>
                </a:lnTo>
                <a:lnTo>
                  <a:pt x="11271604" y="0"/>
                </a:lnTo>
                <a:close/>
                <a:moveTo>
                  <a:pt x="11423922" y="0"/>
                </a:moveTo>
                <a:lnTo>
                  <a:pt x="11373149" y="0"/>
                </a:lnTo>
                <a:lnTo>
                  <a:pt x="11373149" y="6359"/>
                </a:lnTo>
                <a:lnTo>
                  <a:pt x="11423922" y="6359"/>
                </a:lnTo>
                <a:lnTo>
                  <a:pt x="11423922" y="0"/>
                </a:lnTo>
                <a:close/>
                <a:moveTo>
                  <a:pt x="11525467" y="6359"/>
                </a:moveTo>
                <a:lnTo>
                  <a:pt x="11525467" y="0"/>
                </a:lnTo>
                <a:lnTo>
                  <a:pt x="11474695" y="0"/>
                </a:lnTo>
                <a:lnTo>
                  <a:pt x="11474695" y="6359"/>
                </a:lnTo>
                <a:lnTo>
                  <a:pt x="11525467" y="6359"/>
                </a:lnTo>
                <a:close/>
                <a:moveTo>
                  <a:pt x="11576240" y="6359"/>
                </a:moveTo>
                <a:lnTo>
                  <a:pt x="11627013" y="6359"/>
                </a:lnTo>
                <a:lnTo>
                  <a:pt x="11627013" y="0"/>
                </a:lnTo>
                <a:lnTo>
                  <a:pt x="11576240" y="0"/>
                </a:lnTo>
                <a:lnTo>
                  <a:pt x="11576240" y="6359"/>
                </a:lnTo>
                <a:close/>
                <a:moveTo>
                  <a:pt x="11677786" y="0"/>
                </a:moveTo>
                <a:lnTo>
                  <a:pt x="11677786" y="6359"/>
                </a:lnTo>
                <a:lnTo>
                  <a:pt x="11728559" y="6359"/>
                </a:lnTo>
                <a:lnTo>
                  <a:pt x="11728559" y="0"/>
                </a:lnTo>
                <a:lnTo>
                  <a:pt x="11677786" y="0"/>
                </a:lnTo>
                <a:close/>
                <a:moveTo>
                  <a:pt x="11830104" y="0"/>
                </a:moveTo>
                <a:lnTo>
                  <a:pt x="11779331" y="0"/>
                </a:lnTo>
                <a:lnTo>
                  <a:pt x="11779331" y="6359"/>
                </a:lnTo>
                <a:lnTo>
                  <a:pt x="11830104" y="6359"/>
                </a:lnTo>
                <a:lnTo>
                  <a:pt x="11830104" y="0"/>
                </a:lnTo>
                <a:close/>
                <a:moveTo>
                  <a:pt x="11931650" y="6359"/>
                </a:moveTo>
                <a:lnTo>
                  <a:pt x="11931650" y="0"/>
                </a:lnTo>
                <a:lnTo>
                  <a:pt x="11880877" y="0"/>
                </a:lnTo>
                <a:lnTo>
                  <a:pt x="11880877" y="6359"/>
                </a:lnTo>
                <a:lnTo>
                  <a:pt x="11931650" y="6359"/>
                </a:lnTo>
                <a:close/>
                <a:moveTo>
                  <a:pt x="11982422" y="6359"/>
                </a:moveTo>
                <a:lnTo>
                  <a:pt x="12033195" y="6359"/>
                </a:lnTo>
                <a:lnTo>
                  <a:pt x="12033195" y="0"/>
                </a:lnTo>
                <a:lnTo>
                  <a:pt x="11982422" y="0"/>
                </a:lnTo>
                <a:lnTo>
                  <a:pt x="11982422" y="6359"/>
                </a:lnTo>
                <a:close/>
                <a:moveTo>
                  <a:pt x="12083968" y="0"/>
                </a:moveTo>
                <a:lnTo>
                  <a:pt x="12083968" y="6359"/>
                </a:lnTo>
                <a:lnTo>
                  <a:pt x="12134741" y="6359"/>
                </a:lnTo>
                <a:lnTo>
                  <a:pt x="12134741" y="0"/>
                </a:lnTo>
                <a:lnTo>
                  <a:pt x="12083968" y="0"/>
                </a:lnTo>
                <a:close/>
                <a:moveTo>
                  <a:pt x="12236286" y="0"/>
                </a:moveTo>
                <a:lnTo>
                  <a:pt x="12185513" y="0"/>
                </a:lnTo>
                <a:lnTo>
                  <a:pt x="12185513" y="6359"/>
                </a:lnTo>
                <a:lnTo>
                  <a:pt x="12236286" y="6359"/>
                </a:lnTo>
                <a:lnTo>
                  <a:pt x="12236286" y="0"/>
                </a:lnTo>
                <a:close/>
                <a:moveTo>
                  <a:pt x="12337832" y="6359"/>
                </a:moveTo>
                <a:lnTo>
                  <a:pt x="12337832" y="0"/>
                </a:lnTo>
                <a:lnTo>
                  <a:pt x="12287059" y="0"/>
                </a:lnTo>
                <a:lnTo>
                  <a:pt x="12287059" y="6359"/>
                </a:lnTo>
                <a:lnTo>
                  <a:pt x="12337832" y="6359"/>
                </a:lnTo>
                <a:close/>
                <a:moveTo>
                  <a:pt x="12388604" y="6359"/>
                </a:moveTo>
                <a:lnTo>
                  <a:pt x="12439377" y="6359"/>
                </a:lnTo>
                <a:lnTo>
                  <a:pt x="12439377" y="0"/>
                </a:lnTo>
                <a:lnTo>
                  <a:pt x="12388604" y="0"/>
                </a:lnTo>
                <a:lnTo>
                  <a:pt x="12388604" y="6359"/>
                </a:lnTo>
                <a:close/>
                <a:moveTo>
                  <a:pt x="12490150" y="0"/>
                </a:moveTo>
                <a:lnTo>
                  <a:pt x="12490150" y="6359"/>
                </a:lnTo>
                <a:lnTo>
                  <a:pt x="12540923" y="6359"/>
                </a:lnTo>
                <a:lnTo>
                  <a:pt x="12540923" y="0"/>
                </a:lnTo>
                <a:lnTo>
                  <a:pt x="12490150" y="0"/>
                </a:lnTo>
                <a:close/>
                <a:moveTo>
                  <a:pt x="12642468" y="0"/>
                </a:moveTo>
                <a:lnTo>
                  <a:pt x="12591696" y="0"/>
                </a:lnTo>
                <a:lnTo>
                  <a:pt x="12591696" y="6359"/>
                </a:lnTo>
                <a:lnTo>
                  <a:pt x="12642468" y="6359"/>
                </a:lnTo>
                <a:lnTo>
                  <a:pt x="12642468" y="0"/>
                </a:lnTo>
                <a:close/>
                <a:moveTo>
                  <a:pt x="12744014" y="6359"/>
                </a:moveTo>
                <a:lnTo>
                  <a:pt x="12744014" y="0"/>
                </a:lnTo>
                <a:lnTo>
                  <a:pt x="12693241" y="0"/>
                </a:lnTo>
                <a:lnTo>
                  <a:pt x="12693241" y="6359"/>
                </a:lnTo>
                <a:lnTo>
                  <a:pt x="12744014" y="6359"/>
                </a:lnTo>
                <a:close/>
                <a:moveTo>
                  <a:pt x="12794787" y="6359"/>
                </a:moveTo>
                <a:lnTo>
                  <a:pt x="12845559" y="6359"/>
                </a:lnTo>
                <a:lnTo>
                  <a:pt x="12845559" y="0"/>
                </a:lnTo>
                <a:lnTo>
                  <a:pt x="12794787" y="0"/>
                </a:lnTo>
                <a:lnTo>
                  <a:pt x="12794787" y="6359"/>
                </a:lnTo>
                <a:close/>
                <a:moveTo>
                  <a:pt x="12945155" y="15535"/>
                </a:moveTo>
                <a:lnTo>
                  <a:pt x="12944464" y="14040"/>
                </a:lnTo>
                <a:lnTo>
                  <a:pt x="12943681" y="12598"/>
                </a:lnTo>
                <a:lnTo>
                  <a:pt x="12942809" y="11215"/>
                </a:lnTo>
                <a:lnTo>
                  <a:pt x="12941854" y="9893"/>
                </a:lnTo>
                <a:lnTo>
                  <a:pt x="12940817" y="8637"/>
                </a:lnTo>
                <a:lnTo>
                  <a:pt x="12939703" y="7450"/>
                </a:lnTo>
                <a:lnTo>
                  <a:pt x="12938517" y="6336"/>
                </a:lnTo>
                <a:lnTo>
                  <a:pt x="12937261" y="5300"/>
                </a:lnTo>
                <a:lnTo>
                  <a:pt x="12935939" y="4344"/>
                </a:lnTo>
                <a:lnTo>
                  <a:pt x="12934555" y="3473"/>
                </a:lnTo>
                <a:lnTo>
                  <a:pt x="12933114" y="2690"/>
                </a:lnTo>
                <a:lnTo>
                  <a:pt x="12931618" y="1999"/>
                </a:lnTo>
                <a:lnTo>
                  <a:pt x="12930072" y="1404"/>
                </a:lnTo>
                <a:lnTo>
                  <a:pt x="12928479" y="909"/>
                </a:lnTo>
                <a:lnTo>
                  <a:pt x="12926843" y="517"/>
                </a:lnTo>
                <a:lnTo>
                  <a:pt x="12925169" y="232"/>
                </a:lnTo>
                <a:lnTo>
                  <a:pt x="12923459" y="59"/>
                </a:lnTo>
                <a:lnTo>
                  <a:pt x="12921717" y="0"/>
                </a:lnTo>
                <a:lnTo>
                  <a:pt x="12896331" y="0"/>
                </a:lnTo>
                <a:lnTo>
                  <a:pt x="12896331" y="6359"/>
                </a:lnTo>
                <a:lnTo>
                  <a:pt x="12921717" y="6359"/>
                </a:lnTo>
                <a:lnTo>
                  <a:pt x="12923023" y="6403"/>
                </a:lnTo>
                <a:lnTo>
                  <a:pt x="12924306" y="6533"/>
                </a:lnTo>
                <a:lnTo>
                  <a:pt x="12925562" y="6747"/>
                </a:lnTo>
                <a:lnTo>
                  <a:pt x="12926789" y="7041"/>
                </a:lnTo>
                <a:lnTo>
                  <a:pt x="12927983" y="7412"/>
                </a:lnTo>
                <a:lnTo>
                  <a:pt x="12929143" y="7858"/>
                </a:lnTo>
                <a:lnTo>
                  <a:pt x="12930265" y="8376"/>
                </a:lnTo>
                <a:lnTo>
                  <a:pt x="12931346" y="8964"/>
                </a:lnTo>
                <a:lnTo>
                  <a:pt x="12932384" y="9617"/>
                </a:lnTo>
                <a:lnTo>
                  <a:pt x="12933375" y="10334"/>
                </a:lnTo>
                <a:lnTo>
                  <a:pt x="12934317" y="11111"/>
                </a:lnTo>
                <a:lnTo>
                  <a:pt x="12935207" y="11947"/>
                </a:lnTo>
                <a:lnTo>
                  <a:pt x="12936042" y="12837"/>
                </a:lnTo>
                <a:lnTo>
                  <a:pt x="12936820" y="13779"/>
                </a:lnTo>
                <a:lnTo>
                  <a:pt x="12937536" y="14770"/>
                </a:lnTo>
                <a:lnTo>
                  <a:pt x="12938190" y="15808"/>
                </a:lnTo>
                <a:lnTo>
                  <a:pt x="12938777" y="16889"/>
                </a:lnTo>
                <a:lnTo>
                  <a:pt x="12939295" y="18011"/>
                </a:lnTo>
                <a:lnTo>
                  <a:pt x="12939742" y="19170"/>
                </a:lnTo>
                <a:lnTo>
                  <a:pt x="12940113" y="20365"/>
                </a:lnTo>
                <a:lnTo>
                  <a:pt x="12940407" y="21592"/>
                </a:lnTo>
                <a:lnTo>
                  <a:pt x="12940620" y="22848"/>
                </a:lnTo>
                <a:lnTo>
                  <a:pt x="12940751" y="24130"/>
                </a:lnTo>
                <a:lnTo>
                  <a:pt x="12940795" y="25436"/>
                </a:lnTo>
                <a:lnTo>
                  <a:pt x="12940795" y="50564"/>
                </a:lnTo>
                <a:lnTo>
                  <a:pt x="12947154" y="50564"/>
                </a:lnTo>
                <a:lnTo>
                  <a:pt x="12947154" y="25436"/>
                </a:lnTo>
                <a:lnTo>
                  <a:pt x="12947095" y="23695"/>
                </a:lnTo>
                <a:lnTo>
                  <a:pt x="12946921" y="21985"/>
                </a:lnTo>
                <a:lnTo>
                  <a:pt x="12946637" y="20310"/>
                </a:lnTo>
                <a:lnTo>
                  <a:pt x="12946245" y="18674"/>
                </a:lnTo>
                <a:lnTo>
                  <a:pt x="12945750" y="17081"/>
                </a:lnTo>
                <a:lnTo>
                  <a:pt x="12945155" y="15535"/>
                </a:lnTo>
                <a:close/>
                <a:moveTo>
                  <a:pt x="12940795" y="100819"/>
                </a:moveTo>
                <a:lnTo>
                  <a:pt x="12940795" y="151073"/>
                </a:lnTo>
                <a:lnTo>
                  <a:pt x="12947154" y="151073"/>
                </a:lnTo>
                <a:lnTo>
                  <a:pt x="12947154" y="100819"/>
                </a:lnTo>
                <a:lnTo>
                  <a:pt x="12940795" y="100819"/>
                </a:lnTo>
                <a:close/>
                <a:moveTo>
                  <a:pt x="12947154" y="201328"/>
                </a:moveTo>
                <a:lnTo>
                  <a:pt x="12940795" y="201328"/>
                </a:lnTo>
                <a:lnTo>
                  <a:pt x="12940795" y="251582"/>
                </a:lnTo>
                <a:lnTo>
                  <a:pt x="12947154" y="251582"/>
                </a:lnTo>
                <a:lnTo>
                  <a:pt x="12947154" y="201328"/>
                </a:lnTo>
                <a:close/>
                <a:moveTo>
                  <a:pt x="12947154" y="352091"/>
                </a:moveTo>
                <a:lnTo>
                  <a:pt x="12947154" y="301837"/>
                </a:lnTo>
                <a:lnTo>
                  <a:pt x="12940795" y="301837"/>
                </a:lnTo>
                <a:lnTo>
                  <a:pt x="12940795" y="352091"/>
                </a:lnTo>
                <a:lnTo>
                  <a:pt x="12947154" y="352091"/>
                </a:lnTo>
                <a:close/>
                <a:moveTo>
                  <a:pt x="12940795" y="452601"/>
                </a:moveTo>
                <a:lnTo>
                  <a:pt x="12947154" y="452601"/>
                </a:lnTo>
                <a:lnTo>
                  <a:pt x="12947154" y="402346"/>
                </a:lnTo>
                <a:lnTo>
                  <a:pt x="12940795" y="402346"/>
                </a:lnTo>
                <a:lnTo>
                  <a:pt x="12940795" y="452601"/>
                </a:lnTo>
                <a:close/>
                <a:moveTo>
                  <a:pt x="12940795" y="502856"/>
                </a:moveTo>
                <a:lnTo>
                  <a:pt x="12940795" y="553111"/>
                </a:lnTo>
                <a:lnTo>
                  <a:pt x="12947154" y="553111"/>
                </a:lnTo>
                <a:lnTo>
                  <a:pt x="12947154" y="502856"/>
                </a:lnTo>
                <a:lnTo>
                  <a:pt x="12940795" y="502856"/>
                </a:lnTo>
                <a:close/>
                <a:moveTo>
                  <a:pt x="12947154" y="603365"/>
                </a:moveTo>
                <a:lnTo>
                  <a:pt x="12940795" y="603365"/>
                </a:lnTo>
                <a:lnTo>
                  <a:pt x="12940795" y="653620"/>
                </a:lnTo>
                <a:lnTo>
                  <a:pt x="12947154" y="653620"/>
                </a:lnTo>
                <a:lnTo>
                  <a:pt x="12947154" y="603365"/>
                </a:lnTo>
                <a:close/>
                <a:moveTo>
                  <a:pt x="12947154" y="754129"/>
                </a:moveTo>
                <a:lnTo>
                  <a:pt x="12947154" y="703874"/>
                </a:lnTo>
                <a:lnTo>
                  <a:pt x="12940795" y="703874"/>
                </a:lnTo>
                <a:lnTo>
                  <a:pt x="12940795" y="754129"/>
                </a:lnTo>
                <a:lnTo>
                  <a:pt x="12947154" y="754129"/>
                </a:lnTo>
                <a:close/>
                <a:moveTo>
                  <a:pt x="12940795" y="854638"/>
                </a:moveTo>
                <a:lnTo>
                  <a:pt x="12947154" y="854638"/>
                </a:lnTo>
                <a:lnTo>
                  <a:pt x="12947154" y="804384"/>
                </a:lnTo>
                <a:lnTo>
                  <a:pt x="12940795" y="804384"/>
                </a:lnTo>
                <a:lnTo>
                  <a:pt x="12940795" y="854638"/>
                </a:lnTo>
                <a:close/>
                <a:moveTo>
                  <a:pt x="12940795" y="904893"/>
                </a:moveTo>
                <a:lnTo>
                  <a:pt x="12940795" y="955148"/>
                </a:lnTo>
                <a:lnTo>
                  <a:pt x="12947154" y="955148"/>
                </a:lnTo>
                <a:lnTo>
                  <a:pt x="12947154" y="904893"/>
                </a:lnTo>
                <a:lnTo>
                  <a:pt x="12940795" y="904893"/>
                </a:lnTo>
                <a:close/>
                <a:moveTo>
                  <a:pt x="12947154" y="1005402"/>
                </a:moveTo>
                <a:lnTo>
                  <a:pt x="12940795" y="1005402"/>
                </a:lnTo>
                <a:lnTo>
                  <a:pt x="12940795" y="1055657"/>
                </a:lnTo>
                <a:lnTo>
                  <a:pt x="12947154" y="1055657"/>
                </a:lnTo>
                <a:lnTo>
                  <a:pt x="12947154" y="1005402"/>
                </a:lnTo>
                <a:close/>
                <a:moveTo>
                  <a:pt x="12947154" y="1156166"/>
                </a:moveTo>
                <a:lnTo>
                  <a:pt x="12947154" y="1105911"/>
                </a:lnTo>
                <a:lnTo>
                  <a:pt x="12940795" y="1105911"/>
                </a:lnTo>
                <a:lnTo>
                  <a:pt x="12940795" y="1156166"/>
                </a:lnTo>
                <a:lnTo>
                  <a:pt x="12947154" y="1156166"/>
                </a:lnTo>
                <a:close/>
                <a:moveTo>
                  <a:pt x="12940795" y="1256675"/>
                </a:moveTo>
                <a:lnTo>
                  <a:pt x="12947154" y="1256675"/>
                </a:lnTo>
                <a:lnTo>
                  <a:pt x="12947154" y="1206421"/>
                </a:lnTo>
                <a:lnTo>
                  <a:pt x="12940795" y="1206421"/>
                </a:lnTo>
                <a:lnTo>
                  <a:pt x="12940795" y="1256675"/>
                </a:lnTo>
                <a:close/>
                <a:moveTo>
                  <a:pt x="12940795" y="1306930"/>
                </a:moveTo>
                <a:lnTo>
                  <a:pt x="12940795" y="1357184"/>
                </a:lnTo>
                <a:lnTo>
                  <a:pt x="12947154" y="1357184"/>
                </a:lnTo>
                <a:lnTo>
                  <a:pt x="12947154" y="1306930"/>
                </a:lnTo>
                <a:lnTo>
                  <a:pt x="12940795" y="1306930"/>
                </a:lnTo>
                <a:close/>
                <a:moveTo>
                  <a:pt x="12947154" y="1407439"/>
                </a:moveTo>
                <a:lnTo>
                  <a:pt x="12940795" y="1407439"/>
                </a:lnTo>
                <a:lnTo>
                  <a:pt x="12940795" y="1457693"/>
                </a:lnTo>
                <a:lnTo>
                  <a:pt x="12947154" y="1457693"/>
                </a:lnTo>
                <a:lnTo>
                  <a:pt x="12947154" y="1407439"/>
                </a:lnTo>
                <a:close/>
                <a:moveTo>
                  <a:pt x="12947154" y="1558203"/>
                </a:moveTo>
                <a:lnTo>
                  <a:pt x="12947154" y="1507948"/>
                </a:lnTo>
                <a:lnTo>
                  <a:pt x="12940795" y="1507948"/>
                </a:lnTo>
                <a:lnTo>
                  <a:pt x="12940795" y="1558203"/>
                </a:lnTo>
                <a:lnTo>
                  <a:pt x="12947154" y="1558203"/>
                </a:lnTo>
                <a:close/>
                <a:moveTo>
                  <a:pt x="12940795" y="1658712"/>
                </a:moveTo>
                <a:lnTo>
                  <a:pt x="12947154" y="1658712"/>
                </a:lnTo>
                <a:lnTo>
                  <a:pt x="12947154" y="1608457"/>
                </a:lnTo>
                <a:lnTo>
                  <a:pt x="12940795" y="1608457"/>
                </a:lnTo>
                <a:lnTo>
                  <a:pt x="12940795" y="1658712"/>
                </a:lnTo>
                <a:close/>
                <a:moveTo>
                  <a:pt x="12940795" y="1708967"/>
                </a:moveTo>
                <a:lnTo>
                  <a:pt x="12940795" y="1759221"/>
                </a:lnTo>
                <a:lnTo>
                  <a:pt x="12947154" y="1759221"/>
                </a:lnTo>
                <a:lnTo>
                  <a:pt x="12947154" y="1708967"/>
                </a:lnTo>
                <a:lnTo>
                  <a:pt x="12940795" y="1708967"/>
                </a:lnTo>
                <a:close/>
                <a:moveTo>
                  <a:pt x="12947154" y="1809476"/>
                </a:moveTo>
                <a:lnTo>
                  <a:pt x="12940795" y="1809476"/>
                </a:lnTo>
                <a:lnTo>
                  <a:pt x="12940795" y="1859730"/>
                </a:lnTo>
                <a:lnTo>
                  <a:pt x="12947154" y="1859730"/>
                </a:lnTo>
                <a:lnTo>
                  <a:pt x="12947154" y="1809476"/>
                </a:lnTo>
                <a:close/>
                <a:moveTo>
                  <a:pt x="12947154" y="1960240"/>
                </a:moveTo>
                <a:lnTo>
                  <a:pt x="12947154" y="1909985"/>
                </a:lnTo>
                <a:lnTo>
                  <a:pt x="12940795" y="1909985"/>
                </a:lnTo>
                <a:lnTo>
                  <a:pt x="12940795" y="1960240"/>
                </a:lnTo>
                <a:lnTo>
                  <a:pt x="12947154" y="1960240"/>
                </a:lnTo>
                <a:close/>
                <a:moveTo>
                  <a:pt x="12940795" y="2060749"/>
                </a:moveTo>
                <a:lnTo>
                  <a:pt x="12947154" y="2060749"/>
                </a:lnTo>
                <a:lnTo>
                  <a:pt x="12947154" y="2010494"/>
                </a:lnTo>
                <a:lnTo>
                  <a:pt x="12940795" y="2010494"/>
                </a:lnTo>
                <a:lnTo>
                  <a:pt x="12940795" y="2060749"/>
                </a:lnTo>
                <a:close/>
                <a:moveTo>
                  <a:pt x="12940795" y="2111004"/>
                </a:moveTo>
                <a:lnTo>
                  <a:pt x="12940795" y="2161258"/>
                </a:lnTo>
                <a:lnTo>
                  <a:pt x="12947154" y="2161258"/>
                </a:lnTo>
                <a:lnTo>
                  <a:pt x="12947154" y="2111004"/>
                </a:lnTo>
                <a:lnTo>
                  <a:pt x="12940795" y="2111004"/>
                </a:lnTo>
                <a:close/>
                <a:moveTo>
                  <a:pt x="12947154" y="2211513"/>
                </a:moveTo>
                <a:lnTo>
                  <a:pt x="12940795" y="2211513"/>
                </a:lnTo>
                <a:lnTo>
                  <a:pt x="12940795" y="2261767"/>
                </a:lnTo>
                <a:lnTo>
                  <a:pt x="12947154" y="2261767"/>
                </a:lnTo>
                <a:lnTo>
                  <a:pt x="12947154" y="2211513"/>
                </a:lnTo>
                <a:close/>
                <a:moveTo>
                  <a:pt x="12947154" y="2362277"/>
                </a:moveTo>
                <a:lnTo>
                  <a:pt x="12947154" y="2312022"/>
                </a:lnTo>
                <a:lnTo>
                  <a:pt x="12940795" y="2312022"/>
                </a:lnTo>
                <a:lnTo>
                  <a:pt x="12940795" y="2362277"/>
                </a:lnTo>
                <a:lnTo>
                  <a:pt x="12947154" y="2362277"/>
                </a:lnTo>
                <a:close/>
                <a:moveTo>
                  <a:pt x="12940795" y="2462786"/>
                </a:moveTo>
                <a:lnTo>
                  <a:pt x="12947154" y="2462786"/>
                </a:lnTo>
                <a:lnTo>
                  <a:pt x="12947154" y="2412531"/>
                </a:lnTo>
                <a:lnTo>
                  <a:pt x="12940795" y="2412531"/>
                </a:lnTo>
                <a:lnTo>
                  <a:pt x="12940795" y="2462786"/>
                </a:lnTo>
                <a:close/>
                <a:moveTo>
                  <a:pt x="12940795" y="2513040"/>
                </a:moveTo>
                <a:lnTo>
                  <a:pt x="12940795" y="2563295"/>
                </a:lnTo>
                <a:lnTo>
                  <a:pt x="12947154" y="2563295"/>
                </a:lnTo>
                <a:lnTo>
                  <a:pt x="12947154" y="2513040"/>
                </a:lnTo>
                <a:lnTo>
                  <a:pt x="12940795" y="2513040"/>
                </a:lnTo>
                <a:close/>
                <a:moveTo>
                  <a:pt x="12947154" y="2613550"/>
                </a:moveTo>
                <a:lnTo>
                  <a:pt x="12940795" y="2613550"/>
                </a:lnTo>
                <a:lnTo>
                  <a:pt x="12940795" y="2663804"/>
                </a:lnTo>
                <a:lnTo>
                  <a:pt x="12947154" y="2663804"/>
                </a:lnTo>
                <a:lnTo>
                  <a:pt x="12947154" y="2613550"/>
                </a:lnTo>
                <a:close/>
                <a:moveTo>
                  <a:pt x="12947154" y="2764314"/>
                </a:moveTo>
                <a:lnTo>
                  <a:pt x="12947154" y="2714059"/>
                </a:lnTo>
                <a:lnTo>
                  <a:pt x="12940795" y="2714059"/>
                </a:lnTo>
                <a:lnTo>
                  <a:pt x="12940795" y="2764314"/>
                </a:lnTo>
                <a:lnTo>
                  <a:pt x="12947154" y="2764314"/>
                </a:lnTo>
                <a:close/>
                <a:moveTo>
                  <a:pt x="12940795" y="2864823"/>
                </a:moveTo>
                <a:lnTo>
                  <a:pt x="12947154" y="2864823"/>
                </a:lnTo>
                <a:lnTo>
                  <a:pt x="12947154" y="2814568"/>
                </a:lnTo>
                <a:lnTo>
                  <a:pt x="12940795" y="2814568"/>
                </a:lnTo>
                <a:lnTo>
                  <a:pt x="12940795" y="2864823"/>
                </a:lnTo>
                <a:close/>
                <a:moveTo>
                  <a:pt x="12940795" y="2915077"/>
                </a:moveTo>
                <a:lnTo>
                  <a:pt x="12940795" y="2965332"/>
                </a:lnTo>
                <a:lnTo>
                  <a:pt x="12947154" y="2965332"/>
                </a:lnTo>
                <a:lnTo>
                  <a:pt x="12947154" y="2915077"/>
                </a:lnTo>
                <a:lnTo>
                  <a:pt x="12940795" y="2915077"/>
                </a:lnTo>
                <a:close/>
                <a:moveTo>
                  <a:pt x="12947154" y="3015587"/>
                </a:moveTo>
                <a:lnTo>
                  <a:pt x="12940795" y="3015587"/>
                </a:lnTo>
                <a:lnTo>
                  <a:pt x="12940795" y="3065841"/>
                </a:lnTo>
                <a:lnTo>
                  <a:pt x="12947154" y="3065841"/>
                </a:lnTo>
                <a:lnTo>
                  <a:pt x="12947154" y="3015587"/>
                </a:lnTo>
                <a:close/>
                <a:moveTo>
                  <a:pt x="12947154" y="3166350"/>
                </a:moveTo>
                <a:lnTo>
                  <a:pt x="12947154" y="3116096"/>
                </a:lnTo>
                <a:lnTo>
                  <a:pt x="12940795" y="3116096"/>
                </a:lnTo>
                <a:lnTo>
                  <a:pt x="12940795" y="3166350"/>
                </a:lnTo>
                <a:lnTo>
                  <a:pt x="12947154" y="3166350"/>
                </a:lnTo>
                <a:close/>
                <a:moveTo>
                  <a:pt x="12940795" y="3266860"/>
                </a:moveTo>
                <a:lnTo>
                  <a:pt x="12947154" y="3266860"/>
                </a:lnTo>
                <a:lnTo>
                  <a:pt x="12947154" y="3216605"/>
                </a:lnTo>
                <a:lnTo>
                  <a:pt x="12940795" y="3216605"/>
                </a:lnTo>
                <a:lnTo>
                  <a:pt x="12940795" y="3266860"/>
                </a:lnTo>
                <a:close/>
                <a:moveTo>
                  <a:pt x="12940795" y="3317115"/>
                </a:moveTo>
                <a:lnTo>
                  <a:pt x="12940795" y="3367369"/>
                </a:lnTo>
                <a:lnTo>
                  <a:pt x="12947154" y="3367369"/>
                </a:lnTo>
                <a:lnTo>
                  <a:pt x="12947154" y="3317115"/>
                </a:lnTo>
                <a:lnTo>
                  <a:pt x="12940795" y="3317115"/>
                </a:lnTo>
                <a:close/>
                <a:moveTo>
                  <a:pt x="12947154" y="3417624"/>
                </a:moveTo>
                <a:lnTo>
                  <a:pt x="12940795" y="3417624"/>
                </a:lnTo>
                <a:lnTo>
                  <a:pt x="12940795" y="3467878"/>
                </a:lnTo>
                <a:lnTo>
                  <a:pt x="12947154" y="3467878"/>
                </a:lnTo>
                <a:lnTo>
                  <a:pt x="12947154" y="3417624"/>
                </a:lnTo>
                <a:close/>
                <a:moveTo>
                  <a:pt x="12947154" y="3568388"/>
                </a:moveTo>
                <a:lnTo>
                  <a:pt x="12947154" y="3518133"/>
                </a:lnTo>
                <a:lnTo>
                  <a:pt x="12940795" y="3518133"/>
                </a:lnTo>
                <a:lnTo>
                  <a:pt x="12940795" y="3568388"/>
                </a:lnTo>
                <a:lnTo>
                  <a:pt x="12947154" y="3568388"/>
                </a:lnTo>
                <a:close/>
                <a:moveTo>
                  <a:pt x="12946921" y="3647223"/>
                </a:moveTo>
                <a:lnTo>
                  <a:pt x="12947095" y="3645513"/>
                </a:lnTo>
                <a:lnTo>
                  <a:pt x="12947154" y="3643772"/>
                </a:lnTo>
                <a:lnTo>
                  <a:pt x="12947154" y="3618642"/>
                </a:lnTo>
                <a:lnTo>
                  <a:pt x="12940795" y="3618642"/>
                </a:lnTo>
                <a:lnTo>
                  <a:pt x="12940795" y="3643772"/>
                </a:lnTo>
                <a:lnTo>
                  <a:pt x="12940751" y="3645078"/>
                </a:lnTo>
                <a:lnTo>
                  <a:pt x="12940620" y="3646360"/>
                </a:lnTo>
                <a:lnTo>
                  <a:pt x="12940407" y="3647616"/>
                </a:lnTo>
                <a:lnTo>
                  <a:pt x="12940113" y="3648843"/>
                </a:lnTo>
                <a:lnTo>
                  <a:pt x="12939742" y="3650038"/>
                </a:lnTo>
                <a:lnTo>
                  <a:pt x="12939295" y="3651197"/>
                </a:lnTo>
                <a:lnTo>
                  <a:pt x="12938777" y="3652319"/>
                </a:lnTo>
                <a:lnTo>
                  <a:pt x="12938190" y="3653400"/>
                </a:lnTo>
                <a:lnTo>
                  <a:pt x="12937536" y="3654438"/>
                </a:lnTo>
                <a:lnTo>
                  <a:pt x="12936820" y="3655429"/>
                </a:lnTo>
                <a:lnTo>
                  <a:pt x="12936042" y="3656371"/>
                </a:lnTo>
                <a:lnTo>
                  <a:pt x="12935207" y="3657261"/>
                </a:lnTo>
                <a:lnTo>
                  <a:pt x="12934317" y="3658097"/>
                </a:lnTo>
                <a:lnTo>
                  <a:pt x="12933375" y="3658874"/>
                </a:lnTo>
                <a:lnTo>
                  <a:pt x="12932384" y="3659591"/>
                </a:lnTo>
                <a:lnTo>
                  <a:pt x="12931346" y="3660244"/>
                </a:lnTo>
                <a:lnTo>
                  <a:pt x="12930265" y="3660832"/>
                </a:lnTo>
                <a:lnTo>
                  <a:pt x="12929143" y="3661350"/>
                </a:lnTo>
                <a:lnTo>
                  <a:pt x="12927983" y="3661796"/>
                </a:lnTo>
                <a:lnTo>
                  <a:pt x="12926789" y="3662168"/>
                </a:lnTo>
                <a:lnTo>
                  <a:pt x="12925562" y="3662461"/>
                </a:lnTo>
                <a:lnTo>
                  <a:pt x="12924306" y="3662675"/>
                </a:lnTo>
                <a:lnTo>
                  <a:pt x="12923023" y="3662805"/>
                </a:lnTo>
                <a:lnTo>
                  <a:pt x="12921717" y="3662849"/>
                </a:lnTo>
                <a:lnTo>
                  <a:pt x="12896331" y="3662849"/>
                </a:lnTo>
                <a:lnTo>
                  <a:pt x="12896331" y="3669208"/>
                </a:lnTo>
                <a:lnTo>
                  <a:pt x="12921717" y="3669208"/>
                </a:lnTo>
                <a:lnTo>
                  <a:pt x="12923459" y="3669149"/>
                </a:lnTo>
                <a:lnTo>
                  <a:pt x="12925169" y="3668976"/>
                </a:lnTo>
                <a:lnTo>
                  <a:pt x="12926843" y="3668691"/>
                </a:lnTo>
                <a:lnTo>
                  <a:pt x="12928479" y="3668299"/>
                </a:lnTo>
                <a:lnTo>
                  <a:pt x="12930072" y="3667804"/>
                </a:lnTo>
                <a:lnTo>
                  <a:pt x="12931618" y="3667209"/>
                </a:lnTo>
                <a:lnTo>
                  <a:pt x="12933114" y="3666518"/>
                </a:lnTo>
                <a:lnTo>
                  <a:pt x="12934555" y="3665735"/>
                </a:lnTo>
                <a:lnTo>
                  <a:pt x="12935939" y="3664864"/>
                </a:lnTo>
                <a:lnTo>
                  <a:pt x="12937261" y="3663908"/>
                </a:lnTo>
                <a:lnTo>
                  <a:pt x="12938517" y="3662872"/>
                </a:lnTo>
                <a:lnTo>
                  <a:pt x="12939703" y="3661758"/>
                </a:lnTo>
                <a:lnTo>
                  <a:pt x="12940817" y="3660571"/>
                </a:lnTo>
                <a:lnTo>
                  <a:pt x="12941854" y="3659315"/>
                </a:lnTo>
                <a:lnTo>
                  <a:pt x="12942809" y="3657993"/>
                </a:lnTo>
                <a:lnTo>
                  <a:pt x="12943681" y="3656610"/>
                </a:lnTo>
                <a:lnTo>
                  <a:pt x="12944464" y="3655168"/>
                </a:lnTo>
                <a:lnTo>
                  <a:pt x="12945155" y="3653673"/>
                </a:lnTo>
                <a:lnTo>
                  <a:pt x="12945750" y="3652127"/>
                </a:lnTo>
                <a:lnTo>
                  <a:pt x="12946245" y="3650534"/>
                </a:lnTo>
                <a:lnTo>
                  <a:pt x="12946637" y="3648898"/>
                </a:lnTo>
                <a:lnTo>
                  <a:pt x="12946921" y="3647223"/>
                </a:lnTo>
                <a:close/>
                <a:moveTo>
                  <a:pt x="12794785" y="3669208"/>
                </a:moveTo>
                <a:lnTo>
                  <a:pt x="12845559" y="3669208"/>
                </a:lnTo>
                <a:lnTo>
                  <a:pt x="12845559" y="3662849"/>
                </a:lnTo>
                <a:lnTo>
                  <a:pt x="12794785" y="3662849"/>
                </a:lnTo>
                <a:lnTo>
                  <a:pt x="12794785" y="3669208"/>
                </a:lnTo>
                <a:close/>
                <a:moveTo>
                  <a:pt x="12693240" y="3662849"/>
                </a:moveTo>
                <a:lnTo>
                  <a:pt x="12693240" y="3669208"/>
                </a:lnTo>
                <a:lnTo>
                  <a:pt x="12744013" y="3669208"/>
                </a:lnTo>
                <a:lnTo>
                  <a:pt x="12744013" y="3662849"/>
                </a:lnTo>
                <a:lnTo>
                  <a:pt x="12693240" y="3662849"/>
                </a:lnTo>
                <a:close/>
                <a:moveTo>
                  <a:pt x="12642468" y="3662849"/>
                </a:moveTo>
                <a:lnTo>
                  <a:pt x="12591694" y="3662849"/>
                </a:lnTo>
                <a:lnTo>
                  <a:pt x="12591694" y="3669208"/>
                </a:lnTo>
                <a:lnTo>
                  <a:pt x="12642468" y="3669208"/>
                </a:lnTo>
                <a:lnTo>
                  <a:pt x="12642468" y="3662849"/>
                </a:lnTo>
                <a:close/>
                <a:moveTo>
                  <a:pt x="12540922" y="3669208"/>
                </a:moveTo>
                <a:lnTo>
                  <a:pt x="12540922" y="3662849"/>
                </a:lnTo>
                <a:lnTo>
                  <a:pt x="12490149" y="3662849"/>
                </a:lnTo>
                <a:lnTo>
                  <a:pt x="12490149" y="3669208"/>
                </a:lnTo>
                <a:lnTo>
                  <a:pt x="12540922" y="3669208"/>
                </a:lnTo>
                <a:close/>
                <a:moveTo>
                  <a:pt x="12388604" y="3669208"/>
                </a:moveTo>
                <a:lnTo>
                  <a:pt x="12439377" y="3669208"/>
                </a:lnTo>
                <a:lnTo>
                  <a:pt x="12439377" y="3662849"/>
                </a:lnTo>
                <a:lnTo>
                  <a:pt x="12388604" y="3662849"/>
                </a:lnTo>
                <a:lnTo>
                  <a:pt x="12388604" y="3669208"/>
                </a:lnTo>
                <a:close/>
                <a:moveTo>
                  <a:pt x="12287058" y="3662849"/>
                </a:moveTo>
                <a:lnTo>
                  <a:pt x="12287058" y="3669208"/>
                </a:lnTo>
                <a:lnTo>
                  <a:pt x="12337831" y="3669208"/>
                </a:lnTo>
                <a:lnTo>
                  <a:pt x="12337831" y="3662849"/>
                </a:lnTo>
                <a:lnTo>
                  <a:pt x="12287058" y="3662849"/>
                </a:lnTo>
                <a:close/>
                <a:moveTo>
                  <a:pt x="12236286" y="3662849"/>
                </a:moveTo>
                <a:lnTo>
                  <a:pt x="12185513" y="3662849"/>
                </a:lnTo>
                <a:lnTo>
                  <a:pt x="12185513" y="3669208"/>
                </a:lnTo>
                <a:lnTo>
                  <a:pt x="12236286" y="3669208"/>
                </a:lnTo>
                <a:lnTo>
                  <a:pt x="12236286" y="3662849"/>
                </a:lnTo>
                <a:close/>
                <a:moveTo>
                  <a:pt x="12134740" y="3669208"/>
                </a:moveTo>
                <a:lnTo>
                  <a:pt x="12134740" y="3662849"/>
                </a:lnTo>
                <a:lnTo>
                  <a:pt x="12083967" y="3662849"/>
                </a:lnTo>
                <a:lnTo>
                  <a:pt x="12083967" y="3669208"/>
                </a:lnTo>
                <a:lnTo>
                  <a:pt x="12134740" y="3669208"/>
                </a:lnTo>
                <a:close/>
                <a:moveTo>
                  <a:pt x="11982422" y="3669208"/>
                </a:moveTo>
                <a:lnTo>
                  <a:pt x="12033194" y="3669208"/>
                </a:lnTo>
                <a:lnTo>
                  <a:pt x="12033194" y="3662849"/>
                </a:lnTo>
                <a:lnTo>
                  <a:pt x="11982422" y="3662849"/>
                </a:lnTo>
                <a:lnTo>
                  <a:pt x="11982422" y="3669208"/>
                </a:lnTo>
                <a:close/>
                <a:moveTo>
                  <a:pt x="11880876" y="3662849"/>
                </a:moveTo>
                <a:lnTo>
                  <a:pt x="11880876" y="3669208"/>
                </a:lnTo>
                <a:lnTo>
                  <a:pt x="11931648" y="3669208"/>
                </a:lnTo>
                <a:lnTo>
                  <a:pt x="11931648" y="3662849"/>
                </a:lnTo>
                <a:lnTo>
                  <a:pt x="11880876" y="3662849"/>
                </a:lnTo>
                <a:close/>
                <a:moveTo>
                  <a:pt x="11830103" y="3662849"/>
                </a:moveTo>
                <a:lnTo>
                  <a:pt x="11779331" y="3662849"/>
                </a:lnTo>
                <a:lnTo>
                  <a:pt x="11779331" y="3669208"/>
                </a:lnTo>
                <a:lnTo>
                  <a:pt x="11830103" y="3669208"/>
                </a:lnTo>
                <a:lnTo>
                  <a:pt x="11830103" y="3662849"/>
                </a:lnTo>
                <a:close/>
                <a:moveTo>
                  <a:pt x="11728557" y="3669208"/>
                </a:moveTo>
                <a:lnTo>
                  <a:pt x="11728557" y="3662849"/>
                </a:lnTo>
                <a:lnTo>
                  <a:pt x="11677785" y="3662849"/>
                </a:lnTo>
                <a:lnTo>
                  <a:pt x="11677785" y="3669208"/>
                </a:lnTo>
                <a:lnTo>
                  <a:pt x="11728557" y="3669208"/>
                </a:lnTo>
                <a:close/>
                <a:moveTo>
                  <a:pt x="11576240" y="3669208"/>
                </a:moveTo>
                <a:lnTo>
                  <a:pt x="11627012" y="3669208"/>
                </a:lnTo>
                <a:lnTo>
                  <a:pt x="11627012" y="3662849"/>
                </a:lnTo>
                <a:lnTo>
                  <a:pt x="11576240" y="3662849"/>
                </a:lnTo>
                <a:lnTo>
                  <a:pt x="11576240" y="3669208"/>
                </a:lnTo>
                <a:close/>
                <a:moveTo>
                  <a:pt x="11474694" y="3662849"/>
                </a:moveTo>
                <a:lnTo>
                  <a:pt x="11474694" y="3669208"/>
                </a:lnTo>
                <a:lnTo>
                  <a:pt x="11525467" y="3669208"/>
                </a:lnTo>
                <a:lnTo>
                  <a:pt x="11525467" y="3662849"/>
                </a:lnTo>
                <a:lnTo>
                  <a:pt x="11474694" y="3662849"/>
                </a:lnTo>
                <a:close/>
                <a:moveTo>
                  <a:pt x="11423921" y="3662849"/>
                </a:moveTo>
                <a:lnTo>
                  <a:pt x="11373149" y="3662849"/>
                </a:lnTo>
                <a:lnTo>
                  <a:pt x="11373149" y="3669208"/>
                </a:lnTo>
                <a:lnTo>
                  <a:pt x="11423921" y="3669208"/>
                </a:lnTo>
                <a:lnTo>
                  <a:pt x="11423921" y="3662849"/>
                </a:lnTo>
                <a:close/>
                <a:moveTo>
                  <a:pt x="11322376" y="3669208"/>
                </a:moveTo>
                <a:lnTo>
                  <a:pt x="11322376" y="3662849"/>
                </a:lnTo>
                <a:lnTo>
                  <a:pt x="11271603" y="3662849"/>
                </a:lnTo>
                <a:lnTo>
                  <a:pt x="11271603" y="3669208"/>
                </a:lnTo>
                <a:lnTo>
                  <a:pt x="11322376" y="3669208"/>
                </a:lnTo>
                <a:close/>
                <a:moveTo>
                  <a:pt x="11170057" y="3669208"/>
                </a:moveTo>
                <a:lnTo>
                  <a:pt x="11220830" y="3669208"/>
                </a:lnTo>
                <a:lnTo>
                  <a:pt x="11220830" y="3662849"/>
                </a:lnTo>
                <a:lnTo>
                  <a:pt x="11170057" y="3662849"/>
                </a:lnTo>
                <a:lnTo>
                  <a:pt x="11170057" y="3669208"/>
                </a:lnTo>
                <a:close/>
                <a:moveTo>
                  <a:pt x="11068511" y="3662849"/>
                </a:moveTo>
                <a:lnTo>
                  <a:pt x="11068511" y="3669208"/>
                </a:lnTo>
                <a:lnTo>
                  <a:pt x="11119285" y="3669208"/>
                </a:lnTo>
                <a:lnTo>
                  <a:pt x="11119285" y="3662849"/>
                </a:lnTo>
                <a:lnTo>
                  <a:pt x="11068511" y="3662849"/>
                </a:lnTo>
                <a:close/>
                <a:moveTo>
                  <a:pt x="11017739" y="3662849"/>
                </a:moveTo>
                <a:lnTo>
                  <a:pt x="10966966" y="3662849"/>
                </a:lnTo>
                <a:lnTo>
                  <a:pt x="10966966" y="3669208"/>
                </a:lnTo>
                <a:lnTo>
                  <a:pt x="11017739" y="3669208"/>
                </a:lnTo>
                <a:lnTo>
                  <a:pt x="11017739" y="3662849"/>
                </a:lnTo>
                <a:close/>
                <a:moveTo>
                  <a:pt x="10916194" y="3669208"/>
                </a:moveTo>
                <a:lnTo>
                  <a:pt x="10916194" y="3662849"/>
                </a:lnTo>
                <a:lnTo>
                  <a:pt x="10865420" y="3662849"/>
                </a:lnTo>
                <a:lnTo>
                  <a:pt x="10865420" y="3669208"/>
                </a:lnTo>
                <a:lnTo>
                  <a:pt x="10916194" y="3669208"/>
                </a:lnTo>
                <a:close/>
                <a:moveTo>
                  <a:pt x="10763875" y="3669208"/>
                </a:moveTo>
                <a:lnTo>
                  <a:pt x="10814648" y="3669208"/>
                </a:lnTo>
                <a:lnTo>
                  <a:pt x="10814648" y="3662849"/>
                </a:lnTo>
                <a:lnTo>
                  <a:pt x="10763875" y="3662849"/>
                </a:lnTo>
                <a:lnTo>
                  <a:pt x="10763875" y="3669208"/>
                </a:lnTo>
                <a:close/>
                <a:moveTo>
                  <a:pt x="10662330" y="3662849"/>
                </a:moveTo>
                <a:lnTo>
                  <a:pt x="10662330" y="3669208"/>
                </a:lnTo>
                <a:lnTo>
                  <a:pt x="10713102" y="3669208"/>
                </a:lnTo>
                <a:lnTo>
                  <a:pt x="10713102" y="3662849"/>
                </a:lnTo>
                <a:lnTo>
                  <a:pt x="10662330" y="3662849"/>
                </a:lnTo>
                <a:close/>
                <a:moveTo>
                  <a:pt x="10611557" y="3662849"/>
                </a:moveTo>
                <a:lnTo>
                  <a:pt x="10560784" y="3662849"/>
                </a:lnTo>
                <a:lnTo>
                  <a:pt x="10560784" y="3669208"/>
                </a:lnTo>
                <a:lnTo>
                  <a:pt x="10611557" y="3669208"/>
                </a:lnTo>
                <a:lnTo>
                  <a:pt x="10611557" y="3662849"/>
                </a:lnTo>
                <a:close/>
                <a:moveTo>
                  <a:pt x="10510011" y="3669208"/>
                </a:moveTo>
                <a:lnTo>
                  <a:pt x="10510011" y="3662849"/>
                </a:lnTo>
                <a:lnTo>
                  <a:pt x="10459239" y="3662849"/>
                </a:lnTo>
                <a:lnTo>
                  <a:pt x="10459239" y="3669208"/>
                </a:lnTo>
                <a:lnTo>
                  <a:pt x="10510011" y="3669208"/>
                </a:lnTo>
                <a:close/>
                <a:moveTo>
                  <a:pt x="10357693" y="3669208"/>
                </a:moveTo>
                <a:lnTo>
                  <a:pt x="10408466" y="3669208"/>
                </a:lnTo>
                <a:lnTo>
                  <a:pt x="10408466" y="3662849"/>
                </a:lnTo>
                <a:lnTo>
                  <a:pt x="10357693" y="3662849"/>
                </a:lnTo>
                <a:lnTo>
                  <a:pt x="10357693" y="3669208"/>
                </a:lnTo>
                <a:close/>
                <a:moveTo>
                  <a:pt x="10256148" y="3662849"/>
                </a:moveTo>
                <a:lnTo>
                  <a:pt x="10256148" y="3669208"/>
                </a:lnTo>
                <a:lnTo>
                  <a:pt x="10306920" y="3669208"/>
                </a:lnTo>
                <a:lnTo>
                  <a:pt x="10306920" y="3662849"/>
                </a:lnTo>
                <a:lnTo>
                  <a:pt x="10256148" y="3662849"/>
                </a:lnTo>
                <a:close/>
                <a:moveTo>
                  <a:pt x="10205374" y="3662849"/>
                </a:moveTo>
                <a:lnTo>
                  <a:pt x="10154602" y="3662849"/>
                </a:lnTo>
                <a:lnTo>
                  <a:pt x="10154602" y="3669208"/>
                </a:lnTo>
                <a:lnTo>
                  <a:pt x="10205374" y="3669208"/>
                </a:lnTo>
                <a:lnTo>
                  <a:pt x="10205374" y="3662849"/>
                </a:lnTo>
                <a:close/>
                <a:moveTo>
                  <a:pt x="10103829" y="3669208"/>
                </a:moveTo>
                <a:lnTo>
                  <a:pt x="10103829" y="3662849"/>
                </a:lnTo>
                <a:lnTo>
                  <a:pt x="10053057" y="3662849"/>
                </a:lnTo>
                <a:lnTo>
                  <a:pt x="10053057" y="3669208"/>
                </a:lnTo>
                <a:lnTo>
                  <a:pt x="10103829" y="3669208"/>
                </a:lnTo>
                <a:close/>
                <a:moveTo>
                  <a:pt x="9951511" y="3669208"/>
                </a:moveTo>
                <a:lnTo>
                  <a:pt x="10002283" y="3669208"/>
                </a:lnTo>
                <a:lnTo>
                  <a:pt x="10002283" y="3662849"/>
                </a:lnTo>
                <a:lnTo>
                  <a:pt x="9951511" y="3662849"/>
                </a:lnTo>
                <a:lnTo>
                  <a:pt x="9951511" y="3669208"/>
                </a:lnTo>
                <a:close/>
                <a:moveTo>
                  <a:pt x="9849966" y="3662849"/>
                </a:moveTo>
                <a:lnTo>
                  <a:pt x="9849966" y="3669208"/>
                </a:lnTo>
                <a:lnTo>
                  <a:pt x="9900738" y="3669208"/>
                </a:lnTo>
                <a:lnTo>
                  <a:pt x="9900738" y="3662849"/>
                </a:lnTo>
                <a:lnTo>
                  <a:pt x="9849966" y="3662849"/>
                </a:lnTo>
                <a:close/>
                <a:moveTo>
                  <a:pt x="9799192" y="3662849"/>
                </a:moveTo>
                <a:lnTo>
                  <a:pt x="9748420" y="3662849"/>
                </a:lnTo>
                <a:lnTo>
                  <a:pt x="9748420" y="3669208"/>
                </a:lnTo>
                <a:lnTo>
                  <a:pt x="9799192" y="3669208"/>
                </a:lnTo>
                <a:lnTo>
                  <a:pt x="9799192" y="3662849"/>
                </a:lnTo>
                <a:close/>
                <a:moveTo>
                  <a:pt x="9697647" y="3669208"/>
                </a:moveTo>
                <a:lnTo>
                  <a:pt x="9697647" y="3662849"/>
                </a:lnTo>
                <a:lnTo>
                  <a:pt x="9646875" y="3662849"/>
                </a:lnTo>
                <a:lnTo>
                  <a:pt x="9646875" y="3669208"/>
                </a:lnTo>
                <a:lnTo>
                  <a:pt x="9697647" y="3669208"/>
                </a:lnTo>
                <a:close/>
                <a:moveTo>
                  <a:pt x="9545329" y="3669208"/>
                </a:moveTo>
                <a:lnTo>
                  <a:pt x="9596102" y="3669208"/>
                </a:lnTo>
                <a:lnTo>
                  <a:pt x="9596102" y="3662849"/>
                </a:lnTo>
                <a:lnTo>
                  <a:pt x="9545329" y="3662849"/>
                </a:lnTo>
                <a:lnTo>
                  <a:pt x="9545329" y="3669208"/>
                </a:lnTo>
                <a:close/>
                <a:moveTo>
                  <a:pt x="9443783" y="3662849"/>
                </a:moveTo>
                <a:lnTo>
                  <a:pt x="9443783" y="3669208"/>
                </a:lnTo>
                <a:lnTo>
                  <a:pt x="9494556" y="3669208"/>
                </a:lnTo>
                <a:lnTo>
                  <a:pt x="9494556" y="3662849"/>
                </a:lnTo>
                <a:lnTo>
                  <a:pt x="9443783" y="3662849"/>
                </a:lnTo>
                <a:close/>
                <a:moveTo>
                  <a:pt x="9393011" y="3662849"/>
                </a:moveTo>
                <a:lnTo>
                  <a:pt x="9342237" y="3662849"/>
                </a:lnTo>
                <a:lnTo>
                  <a:pt x="9342237" y="3669208"/>
                </a:lnTo>
                <a:lnTo>
                  <a:pt x="9393011" y="3669208"/>
                </a:lnTo>
                <a:lnTo>
                  <a:pt x="9393011" y="3662849"/>
                </a:lnTo>
                <a:close/>
                <a:moveTo>
                  <a:pt x="9291465" y="3669208"/>
                </a:moveTo>
                <a:lnTo>
                  <a:pt x="9291465" y="3662849"/>
                </a:lnTo>
                <a:lnTo>
                  <a:pt x="9240692" y="3662849"/>
                </a:lnTo>
                <a:lnTo>
                  <a:pt x="9240692" y="3669208"/>
                </a:lnTo>
                <a:lnTo>
                  <a:pt x="9291465" y="3669208"/>
                </a:lnTo>
                <a:close/>
                <a:moveTo>
                  <a:pt x="9139146" y="3669208"/>
                </a:moveTo>
                <a:lnTo>
                  <a:pt x="9189920" y="3669208"/>
                </a:lnTo>
                <a:lnTo>
                  <a:pt x="9189920" y="3662849"/>
                </a:lnTo>
                <a:lnTo>
                  <a:pt x="9139146" y="3662849"/>
                </a:lnTo>
                <a:lnTo>
                  <a:pt x="9139146" y="3669208"/>
                </a:lnTo>
                <a:close/>
                <a:moveTo>
                  <a:pt x="9037601" y="3662849"/>
                </a:moveTo>
                <a:lnTo>
                  <a:pt x="9037601" y="3669208"/>
                </a:lnTo>
                <a:lnTo>
                  <a:pt x="9088374" y="3669208"/>
                </a:lnTo>
                <a:lnTo>
                  <a:pt x="9088374" y="3662849"/>
                </a:lnTo>
                <a:lnTo>
                  <a:pt x="9037601" y="3662849"/>
                </a:lnTo>
                <a:close/>
                <a:moveTo>
                  <a:pt x="8986829" y="3662849"/>
                </a:moveTo>
                <a:lnTo>
                  <a:pt x="8936055" y="3662849"/>
                </a:lnTo>
                <a:lnTo>
                  <a:pt x="8936055" y="3669208"/>
                </a:lnTo>
                <a:lnTo>
                  <a:pt x="8986829" y="3669208"/>
                </a:lnTo>
                <a:lnTo>
                  <a:pt x="8986829" y="3662849"/>
                </a:lnTo>
                <a:close/>
                <a:moveTo>
                  <a:pt x="8885283" y="3669208"/>
                </a:moveTo>
                <a:lnTo>
                  <a:pt x="8885283" y="3662849"/>
                </a:lnTo>
                <a:lnTo>
                  <a:pt x="8834510" y="3662849"/>
                </a:lnTo>
                <a:lnTo>
                  <a:pt x="8834510" y="3669208"/>
                </a:lnTo>
                <a:lnTo>
                  <a:pt x="8885283" y="3669208"/>
                </a:lnTo>
                <a:close/>
                <a:moveTo>
                  <a:pt x="8732965" y="3669208"/>
                </a:moveTo>
                <a:lnTo>
                  <a:pt x="8783738" y="3669208"/>
                </a:lnTo>
                <a:lnTo>
                  <a:pt x="8783738" y="3662849"/>
                </a:lnTo>
                <a:lnTo>
                  <a:pt x="8732965" y="3662849"/>
                </a:lnTo>
                <a:lnTo>
                  <a:pt x="8732965" y="3669208"/>
                </a:lnTo>
                <a:close/>
                <a:moveTo>
                  <a:pt x="8631419" y="3662849"/>
                </a:moveTo>
                <a:lnTo>
                  <a:pt x="8631419" y="3669208"/>
                </a:lnTo>
                <a:lnTo>
                  <a:pt x="8682192" y="3669208"/>
                </a:lnTo>
                <a:lnTo>
                  <a:pt x="8682192" y="3662849"/>
                </a:lnTo>
                <a:lnTo>
                  <a:pt x="8631419" y="3662849"/>
                </a:lnTo>
                <a:close/>
                <a:moveTo>
                  <a:pt x="8580646" y="3662849"/>
                </a:moveTo>
                <a:lnTo>
                  <a:pt x="8529874" y="3662849"/>
                </a:lnTo>
                <a:lnTo>
                  <a:pt x="8529874" y="3669208"/>
                </a:lnTo>
                <a:lnTo>
                  <a:pt x="8580646" y="3669208"/>
                </a:lnTo>
                <a:lnTo>
                  <a:pt x="8580646" y="3662849"/>
                </a:lnTo>
                <a:close/>
                <a:moveTo>
                  <a:pt x="8479100" y="3669208"/>
                </a:moveTo>
                <a:lnTo>
                  <a:pt x="8479100" y="3662849"/>
                </a:lnTo>
                <a:lnTo>
                  <a:pt x="8428328" y="3662849"/>
                </a:lnTo>
                <a:lnTo>
                  <a:pt x="8428328" y="3669208"/>
                </a:lnTo>
                <a:lnTo>
                  <a:pt x="8479100" y="3669208"/>
                </a:lnTo>
                <a:close/>
                <a:moveTo>
                  <a:pt x="8326783" y="3669208"/>
                </a:moveTo>
                <a:lnTo>
                  <a:pt x="8377555" y="3669208"/>
                </a:lnTo>
                <a:lnTo>
                  <a:pt x="8377555" y="3662849"/>
                </a:lnTo>
                <a:lnTo>
                  <a:pt x="8326783" y="3662849"/>
                </a:lnTo>
                <a:lnTo>
                  <a:pt x="8326783" y="3669208"/>
                </a:lnTo>
                <a:close/>
                <a:moveTo>
                  <a:pt x="8225237" y="3662849"/>
                </a:moveTo>
                <a:lnTo>
                  <a:pt x="8225237" y="3669208"/>
                </a:lnTo>
                <a:lnTo>
                  <a:pt x="8276009" y="3669208"/>
                </a:lnTo>
                <a:lnTo>
                  <a:pt x="8276009" y="3662849"/>
                </a:lnTo>
                <a:lnTo>
                  <a:pt x="8225237" y="3662849"/>
                </a:lnTo>
                <a:close/>
                <a:moveTo>
                  <a:pt x="8174464" y="3662849"/>
                </a:moveTo>
                <a:lnTo>
                  <a:pt x="8123692" y="3662849"/>
                </a:lnTo>
                <a:lnTo>
                  <a:pt x="8123692" y="3669208"/>
                </a:lnTo>
                <a:lnTo>
                  <a:pt x="8174464" y="3669208"/>
                </a:lnTo>
                <a:lnTo>
                  <a:pt x="8174464" y="3662849"/>
                </a:lnTo>
                <a:close/>
                <a:moveTo>
                  <a:pt x="8072918" y="3669208"/>
                </a:moveTo>
                <a:lnTo>
                  <a:pt x="8072918" y="3662849"/>
                </a:lnTo>
                <a:lnTo>
                  <a:pt x="8022146" y="3662849"/>
                </a:lnTo>
                <a:lnTo>
                  <a:pt x="8022146" y="3669208"/>
                </a:lnTo>
                <a:lnTo>
                  <a:pt x="8072918" y="3669208"/>
                </a:lnTo>
                <a:close/>
                <a:moveTo>
                  <a:pt x="7920601" y="3669208"/>
                </a:moveTo>
                <a:lnTo>
                  <a:pt x="7971373" y="3669208"/>
                </a:lnTo>
                <a:lnTo>
                  <a:pt x="7971373" y="3662849"/>
                </a:lnTo>
                <a:lnTo>
                  <a:pt x="7920601" y="3662849"/>
                </a:lnTo>
                <a:lnTo>
                  <a:pt x="7920601" y="3669208"/>
                </a:lnTo>
                <a:close/>
                <a:moveTo>
                  <a:pt x="7819055" y="3662849"/>
                </a:moveTo>
                <a:lnTo>
                  <a:pt x="7819055" y="3669208"/>
                </a:lnTo>
                <a:lnTo>
                  <a:pt x="7869828" y="3669208"/>
                </a:lnTo>
                <a:lnTo>
                  <a:pt x="7869828" y="3662849"/>
                </a:lnTo>
                <a:lnTo>
                  <a:pt x="7819055" y="3662849"/>
                </a:lnTo>
                <a:close/>
                <a:moveTo>
                  <a:pt x="7768282" y="3662849"/>
                </a:moveTo>
                <a:lnTo>
                  <a:pt x="7717509" y="3662849"/>
                </a:lnTo>
                <a:lnTo>
                  <a:pt x="7717509" y="3669208"/>
                </a:lnTo>
                <a:lnTo>
                  <a:pt x="7768282" y="3669208"/>
                </a:lnTo>
                <a:lnTo>
                  <a:pt x="7768282" y="3662849"/>
                </a:lnTo>
                <a:close/>
                <a:moveTo>
                  <a:pt x="7666737" y="3669208"/>
                </a:moveTo>
                <a:lnTo>
                  <a:pt x="7666737" y="3662849"/>
                </a:lnTo>
                <a:lnTo>
                  <a:pt x="7615963" y="3662849"/>
                </a:lnTo>
                <a:lnTo>
                  <a:pt x="7615963" y="3669208"/>
                </a:lnTo>
                <a:lnTo>
                  <a:pt x="7666737" y="3669208"/>
                </a:lnTo>
                <a:close/>
                <a:moveTo>
                  <a:pt x="7514418" y="3669208"/>
                </a:moveTo>
                <a:lnTo>
                  <a:pt x="7565191" y="3669208"/>
                </a:lnTo>
                <a:lnTo>
                  <a:pt x="7565191" y="3662849"/>
                </a:lnTo>
                <a:lnTo>
                  <a:pt x="7514418" y="3662849"/>
                </a:lnTo>
                <a:lnTo>
                  <a:pt x="7514418" y="3669208"/>
                </a:lnTo>
                <a:close/>
                <a:moveTo>
                  <a:pt x="7412872" y="3662849"/>
                </a:moveTo>
                <a:lnTo>
                  <a:pt x="7412872" y="3669208"/>
                </a:lnTo>
                <a:lnTo>
                  <a:pt x="7463646" y="3669208"/>
                </a:lnTo>
                <a:lnTo>
                  <a:pt x="7463646" y="3662849"/>
                </a:lnTo>
                <a:lnTo>
                  <a:pt x="7412872" y="3662849"/>
                </a:lnTo>
                <a:close/>
                <a:moveTo>
                  <a:pt x="7362100" y="3662849"/>
                </a:moveTo>
                <a:lnTo>
                  <a:pt x="7311327" y="3662849"/>
                </a:lnTo>
                <a:lnTo>
                  <a:pt x="7311327" y="3669208"/>
                </a:lnTo>
                <a:lnTo>
                  <a:pt x="7362100" y="3669208"/>
                </a:lnTo>
                <a:lnTo>
                  <a:pt x="7362100" y="3662849"/>
                </a:lnTo>
                <a:close/>
                <a:moveTo>
                  <a:pt x="7260555" y="3669208"/>
                </a:moveTo>
                <a:lnTo>
                  <a:pt x="7260555" y="3662849"/>
                </a:lnTo>
                <a:lnTo>
                  <a:pt x="7209781" y="3662849"/>
                </a:lnTo>
                <a:lnTo>
                  <a:pt x="7209781" y="3669208"/>
                </a:lnTo>
                <a:lnTo>
                  <a:pt x="7260555" y="3669208"/>
                </a:lnTo>
                <a:close/>
                <a:moveTo>
                  <a:pt x="7108236" y="3669208"/>
                </a:moveTo>
                <a:lnTo>
                  <a:pt x="7159009" y="3669208"/>
                </a:lnTo>
                <a:lnTo>
                  <a:pt x="7159009" y="3662849"/>
                </a:lnTo>
                <a:lnTo>
                  <a:pt x="7108236" y="3662849"/>
                </a:lnTo>
                <a:lnTo>
                  <a:pt x="7108236" y="3669208"/>
                </a:lnTo>
                <a:close/>
                <a:moveTo>
                  <a:pt x="7006690" y="3662849"/>
                </a:moveTo>
                <a:lnTo>
                  <a:pt x="7006690" y="3669208"/>
                </a:lnTo>
                <a:lnTo>
                  <a:pt x="7057464" y="3669208"/>
                </a:lnTo>
                <a:lnTo>
                  <a:pt x="7057464" y="3662849"/>
                </a:lnTo>
                <a:lnTo>
                  <a:pt x="7006690" y="3662849"/>
                </a:lnTo>
                <a:close/>
                <a:moveTo>
                  <a:pt x="6955918" y="3662849"/>
                </a:moveTo>
                <a:lnTo>
                  <a:pt x="6905145" y="3662849"/>
                </a:lnTo>
                <a:lnTo>
                  <a:pt x="6905145" y="3669208"/>
                </a:lnTo>
                <a:lnTo>
                  <a:pt x="6955918" y="3669208"/>
                </a:lnTo>
                <a:lnTo>
                  <a:pt x="6955918" y="3662849"/>
                </a:lnTo>
                <a:close/>
                <a:moveTo>
                  <a:pt x="6854372" y="3669208"/>
                </a:moveTo>
                <a:lnTo>
                  <a:pt x="6854372" y="3662849"/>
                </a:lnTo>
                <a:lnTo>
                  <a:pt x="6803600" y="3662849"/>
                </a:lnTo>
                <a:lnTo>
                  <a:pt x="6803600" y="3669208"/>
                </a:lnTo>
                <a:lnTo>
                  <a:pt x="6854372" y="3669208"/>
                </a:lnTo>
                <a:close/>
                <a:moveTo>
                  <a:pt x="6702054" y="3669208"/>
                </a:moveTo>
                <a:lnTo>
                  <a:pt x="6752826" y="3669208"/>
                </a:lnTo>
                <a:lnTo>
                  <a:pt x="6752826" y="3662849"/>
                </a:lnTo>
                <a:lnTo>
                  <a:pt x="6702054" y="3662849"/>
                </a:lnTo>
                <a:lnTo>
                  <a:pt x="6702054" y="3669208"/>
                </a:lnTo>
                <a:close/>
                <a:moveTo>
                  <a:pt x="6600509" y="3662849"/>
                </a:moveTo>
                <a:lnTo>
                  <a:pt x="6600509" y="3669208"/>
                </a:lnTo>
                <a:lnTo>
                  <a:pt x="6651281" y="3669208"/>
                </a:lnTo>
                <a:lnTo>
                  <a:pt x="6651281" y="3662849"/>
                </a:lnTo>
                <a:lnTo>
                  <a:pt x="6600509" y="3662849"/>
                </a:lnTo>
                <a:close/>
                <a:moveTo>
                  <a:pt x="6549735" y="3662849"/>
                </a:moveTo>
                <a:lnTo>
                  <a:pt x="6498963" y="3662849"/>
                </a:lnTo>
                <a:lnTo>
                  <a:pt x="6498963" y="3669208"/>
                </a:lnTo>
                <a:lnTo>
                  <a:pt x="6549735" y="3669208"/>
                </a:lnTo>
                <a:lnTo>
                  <a:pt x="6549735" y="3662849"/>
                </a:lnTo>
                <a:close/>
                <a:moveTo>
                  <a:pt x="6448190" y="3669208"/>
                </a:moveTo>
                <a:lnTo>
                  <a:pt x="6448190" y="3662849"/>
                </a:lnTo>
                <a:lnTo>
                  <a:pt x="6397417" y="3662849"/>
                </a:lnTo>
                <a:lnTo>
                  <a:pt x="6397417" y="3669208"/>
                </a:lnTo>
                <a:lnTo>
                  <a:pt x="6448190" y="3669208"/>
                </a:lnTo>
                <a:close/>
                <a:moveTo>
                  <a:pt x="6295871" y="3669208"/>
                </a:moveTo>
                <a:lnTo>
                  <a:pt x="6346644" y="3669208"/>
                </a:lnTo>
                <a:lnTo>
                  <a:pt x="6346644" y="3662849"/>
                </a:lnTo>
                <a:lnTo>
                  <a:pt x="6295871" y="3662849"/>
                </a:lnTo>
                <a:lnTo>
                  <a:pt x="6295871" y="3669208"/>
                </a:lnTo>
                <a:close/>
                <a:moveTo>
                  <a:pt x="6194326" y="3662849"/>
                </a:moveTo>
                <a:lnTo>
                  <a:pt x="6194326" y="3669208"/>
                </a:lnTo>
                <a:lnTo>
                  <a:pt x="6245099" y="3669208"/>
                </a:lnTo>
                <a:lnTo>
                  <a:pt x="6245099" y="3662849"/>
                </a:lnTo>
                <a:lnTo>
                  <a:pt x="6194326" y="3662849"/>
                </a:lnTo>
                <a:close/>
                <a:moveTo>
                  <a:pt x="6143553" y="3662849"/>
                </a:moveTo>
                <a:lnTo>
                  <a:pt x="6092781" y="3662849"/>
                </a:lnTo>
                <a:lnTo>
                  <a:pt x="6092781" y="3669208"/>
                </a:lnTo>
                <a:lnTo>
                  <a:pt x="6143553" y="3669208"/>
                </a:lnTo>
                <a:lnTo>
                  <a:pt x="6143553" y="3662849"/>
                </a:lnTo>
                <a:close/>
                <a:moveTo>
                  <a:pt x="6042008" y="3669208"/>
                </a:moveTo>
                <a:lnTo>
                  <a:pt x="6042008" y="3662849"/>
                </a:lnTo>
                <a:lnTo>
                  <a:pt x="5991235" y="3662849"/>
                </a:lnTo>
                <a:lnTo>
                  <a:pt x="5991235" y="3669208"/>
                </a:lnTo>
                <a:lnTo>
                  <a:pt x="6042008" y="3669208"/>
                </a:lnTo>
                <a:close/>
                <a:moveTo>
                  <a:pt x="5889689" y="3669208"/>
                </a:moveTo>
                <a:lnTo>
                  <a:pt x="5940463" y="3669208"/>
                </a:lnTo>
                <a:lnTo>
                  <a:pt x="5940463" y="3662849"/>
                </a:lnTo>
                <a:lnTo>
                  <a:pt x="5889689" y="3662849"/>
                </a:lnTo>
                <a:lnTo>
                  <a:pt x="5889689" y="3669208"/>
                </a:lnTo>
                <a:close/>
                <a:moveTo>
                  <a:pt x="5788144" y="3662849"/>
                </a:moveTo>
                <a:lnTo>
                  <a:pt x="5788144" y="3669208"/>
                </a:lnTo>
                <a:lnTo>
                  <a:pt x="5838917" y="3669208"/>
                </a:lnTo>
                <a:lnTo>
                  <a:pt x="5838917" y="3662849"/>
                </a:lnTo>
                <a:lnTo>
                  <a:pt x="5788144" y="3662849"/>
                </a:lnTo>
                <a:close/>
                <a:moveTo>
                  <a:pt x="5737372" y="3662849"/>
                </a:moveTo>
                <a:lnTo>
                  <a:pt x="5686598" y="3662849"/>
                </a:lnTo>
                <a:lnTo>
                  <a:pt x="5686598" y="3669208"/>
                </a:lnTo>
                <a:lnTo>
                  <a:pt x="5737372" y="3669208"/>
                </a:lnTo>
                <a:lnTo>
                  <a:pt x="5737372" y="3662849"/>
                </a:lnTo>
                <a:close/>
                <a:moveTo>
                  <a:pt x="5635826" y="3669208"/>
                </a:moveTo>
                <a:lnTo>
                  <a:pt x="5635826" y="3662849"/>
                </a:lnTo>
                <a:lnTo>
                  <a:pt x="5585053" y="3662849"/>
                </a:lnTo>
                <a:lnTo>
                  <a:pt x="5585053" y="3669208"/>
                </a:lnTo>
                <a:lnTo>
                  <a:pt x="5635826" y="3669208"/>
                </a:lnTo>
                <a:close/>
                <a:moveTo>
                  <a:pt x="5483508" y="3669208"/>
                </a:moveTo>
                <a:lnTo>
                  <a:pt x="5534280" y="3669208"/>
                </a:lnTo>
                <a:lnTo>
                  <a:pt x="5534280" y="3662849"/>
                </a:lnTo>
                <a:lnTo>
                  <a:pt x="5483508" y="3662849"/>
                </a:lnTo>
                <a:lnTo>
                  <a:pt x="5483508" y="3669208"/>
                </a:lnTo>
                <a:close/>
                <a:moveTo>
                  <a:pt x="5381963" y="3662849"/>
                </a:moveTo>
                <a:lnTo>
                  <a:pt x="5381963" y="3669208"/>
                </a:lnTo>
                <a:lnTo>
                  <a:pt x="5432735" y="3669208"/>
                </a:lnTo>
                <a:lnTo>
                  <a:pt x="5432735" y="3662849"/>
                </a:lnTo>
                <a:lnTo>
                  <a:pt x="5381963" y="3662849"/>
                </a:lnTo>
                <a:close/>
                <a:moveTo>
                  <a:pt x="5331190" y="3662849"/>
                </a:moveTo>
                <a:lnTo>
                  <a:pt x="5280417" y="3662849"/>
                </a:lnTo>
                <a:lnTo>
                  <a:pt x="5280417" y="3669208"/>
                </a:lnTo>
                <a:lnTo>
                  <a:pt x="5331190" y="3669208"/>
                </a:lnTo>
                <a:lnTo>
                  <a:pt x="5331190" y="3662849"/>
                </a:lnTo>
                <a:close/>
                <a:moveTo>
                  <a:pt x="5229644" y="3669208"/>
                </a:moveTo>
                <a:lnTo>
                  <a:pt x="5229644" y="3662849"/>
                </a:lnTo>
                <a:lnTo>
                  <a:pt x="5178870" y="3662849"/>
                </a:lnTo>
                <a:lnTo>
                  <a:pt x="5178870" y="3669208"/>
                </a:lnTo>
                <a:lnTo>
                  <a:pt x="5229644" y="3669208"/>
                </a:lnTo>
                <a:close/>
                <a:moveTo>
                  <a:pt x="5077325" y="3669208"/>
                </a:moveTo>
                <a:lnTo>
                  <a:pt x="5128098" y="3669208"/>
                </a:lnTo>
                <a:lnTo>
                  <a:pt x="5128098" y="3662849"/>
                </a:lnTo>
                <a:lnTo>
                  <a:pt x="5077325" y="3662849"/>
                </a:lnTo>
                <a:lnTo>
                  <a:pt x="5077325" y="3669208"/>
                </a:lnTo>
                <a:close/>
                <a:moveTo>
                  <a:pt x="4975779" y="3662849"/>
                </a:moveTo>
                <a:lnTo>
                  <a:pt x="4975779" y="3669208"/>
                </a:lnTo>
                <a:lnTo>
                  <a:pt x="5026552" y="3669208"/>
                </a:lnTo>
                <a:lnTo>
                  <a:pt x="5026552" y="3662849"/>
                </a:lnTo>
                <a:lnTo>
                  <a:pt x="4975779" y="3662849"/>
                </a:lnTo>
                <a:close/>
                <a:moveTo>
                  <a:pt x="4925007" y="3662849"/>
                </a:moveTo>
                <a:lnTo>
                  <a:pt x="4874235" y="3662849"/>
                </a:lnTo>
                <a:lnTo>
                  <a:pt x="4874235" y="3669208"/>
                </a:lnTo>
                <a:lnTo>
                  <a:pt x="4925007" y="3669208"/>
                </a:lnTo>
                <a:lnTo>
                  <a:pt x="4925007" y="3662849"/>
                </a:lnTo>
                <a:close/>
                <a:moveTo>
                  <a:pt x="4823461" y="3669208"/>
                </a:moveTo>
                <a:lnTo>
                  <a:pt x="4823461" y="3662849"/>
                </a:lnTo>
                <a:lnTo>
                  <a:pt x="4772689" y="3662849"/>
                </a:lnTo>
                <a:lnTo>
                  <a:pt x="4772689" y="3669208"/>
                </a:lnTo>
                <a:lnTo>
                  <a:pt x="4823461" y="3669208"/>
                </a:lnTo>
                <a:close/>
                <a:moveTo>
                  <a:pt x="4671143" y="3669208"/>
                </a:moveTo>
                <a:lnTo>
                  <a:pt x="4721916" y="3669208"/>
                </a:lnTo>
                <a:lnTo>
                  <a:pt x="4721916" y="3662849"/>
                </a:lnTo>
                <a:lnTo>
                  <a:pt x="4671143" y="3662849"/>
                </a:lnTo>
                <a:lnTo>
                  <a:pt x="4671143" y="3669208"/>
                </a:lnTo>
                <a:close/>
                <a:moveTo>
                  <a:pt x="4569598" y="3662849"/>
                </a:moveTo>
                <a:lnTo>
                  <a:pt x="4569598" y="3669208"/>
                </a:lnTo>
                <a:lnTo>
                  <a:pt x="4620370" y="3669208"/>
                </a:lnTo>
                <a:lnTo>
                  <a:pt x="4620370" y="3662849"/>
                </a:lnTo>
                <a:lnTo>
                  <a:pt x="4569598" y="3662849"/>
                </a:lnTo>
                <a:close/>
                <a:moveTo>
                  <a:pt x="4518825" y="3662849"/>
                </a:moveTo>
                <a:lnTo>
                  <a:pt x="4468052" y="3662849"/>
                </a:lnTo>
                <a:lnTo>
                  <a:pt x="4468052" y="3669208"/>
                </a:lnTo>
                <a:lnTo>
                  <a:pt x="4518825" y="3669208"/>
                </a:lnTo>
                <a:lnTo>
                  <a:pt x="4518825" y="3662849"/>
                </a:lnTo>
                <a:close/>
                <a:moveTo>
                  <a:pt x="4417279" y="3669208"/>
                </a:moveTo>
                <a:lnTo>
                  <a:pt x="4417279" y="3662849"/>
                </a:lnTo>
                <a:lnTo>
                  <a:pt x="4366507" y="3662849"/>
                </a:lnTo>
                <a:lnTo>
                  <a:pt x="4366507" y="3669208"/>
                </a:lnTo>
                <a:lnTo>
                  <a:pt x="4417279" y="3669208"/>
                </a:lnTo>
                <a:close/>
                <a:moveTo>
                  <a:pt x="4264961" y="3669208"/>
                </a:moveTo>
                <a:lnTo>
                  <a:pt x="4315734" y="3669208"/>
                </a:lnTo>
                <a:lnTo>
                  <a:pt x="4315734" y="3662849"/>
                </a:lnTo>
                <a:lnTo>
                  <a:pt x="4264961" y="3662849"/>
                </a:lnTo>
                <a:lnTo>
                  <a:pt x="4264961" y="3669208"/>
                </a:lnTo>
                <a:close/>
                <a:moveTo>
                  <a:pt x="4163416" y="3662849"/>
                </a:moveTo>
                <a:lnTo>
                  <a:pt x="4163416" y="3669208"/>
                </a:lnTo>
                <a:lnTo>
                  <a:pt x="4214189" y="3669208"/>
                </a:lnTo>
                <a:lnTo>
                  <a:pt x="4214189" y="3662849"/>
                </a:lnTo>
                <a:lnTo>
                  <a:pt x="4163416" y="3662849"/>
                </a:lnTo>
                <a:close/>
                <a:moveTo>
                  <a:pt x="4112643" y="3662849"/>
                </a:moveTo>
                <a:lnTo>
                  <a:pt x="4061871" y="3662849"/>
                </a:lnTo>
                <a:lnTo>
                  <a:pt x="4061871" y="3669208"/>
                </a:lnTo>
                <a:lnTo>
                  <a:pt x="4112643" y="3669208"/>
                </a:lnTo>
                <a:lnTo>
                  <a:pt x="4112643" y="3662849"/>
                </a:lnTo>
                <a:close/>
                <a:moveTo>
                  <a:pt x="4011098" y="3669208"/>
                </a:moveTo>
                <a:lnTo>
                  <a:pt x="4011098" y="3662849"/>
                </a:lnTo>
                <a:lnTo>
                  <a:pt x="3960325" y="3662849"/>
                </a:lnTo>
                <a:lnTo>
                  <a:pt x="3960325" y="3669208"/>
                </a:lnTo>
                <a:lnTo>
                  <a:pt x="4011098" y="3669208"/>
                </a:lnTo>
                <a:close/>
                <a:moveTo>
                  <a:pt x="3858779" y="3669208"/>
                </a:moveTo>
                <a:lnTo>
                  <a:pt x="3909552" y="3669208"/>
                </a:lnTo>
                <a:lnTo>
                  <a:pt x="3909552" y="3662849"/>
                </a:lnTo>
                <a:lnTo>
                  <a:pt x="3858779" y="3662849"/>
                </a:lnTo>
                <a:lnTo>
                  <a:pt x="3858779" y="3669208"/>
                </a:lnTo>
                <a:close/>
                <a:moveTo>
                  <a:pt x="3757233" y="3662849"/>
                </a:moveTo>
                <a:lnTo>
                  <a:pt x="3757233" y="3669208"/>
                </a:lnTo>
                <a:lnTo>
                  <a:pt x="3808006" y="3669208"/>
                </a:lnTo>
                <a:lnTo>
                  <a:pt x="3808006" y="3662849"/>
                </a:lnTo>
                <a:lnTo>
                  <a:pt x="3757233" y="3662849"/>
                </a:lnTo>
                <a:close/>
                <a:moveTo>
                  <a:pt x="3706460" y="3662849"/>
                </a:moveTo>
                <a:lnTo>
                  <a:pt x="3655688" y="3662849"/>
                </a:lnTo>
                <a:lnTo>
                  <a:pt x="3655688" y="3669208"/>
                </a:lnTo>
                <a:lnTo>
                  <a:pt x="3706460" y="3669208"/>
                </a:lnTo>
                <a:lnTo>
                  <a:pt x="3706460" y="3662849"/>
                </a:lnTo>
                <a:close/>
                <a:moveTo>
                  <a:pt x="3604915" y="3669208"/>
                </a:moveTo>
                <a:lnTo>
                  <a:pt x="3604915" y="3662849"/>
                </a:lnTo>
                <a:lnTo>
                  <a:pt x="3554142" y="3662849"/>
                </a:lnTo>
                <a:lnTo>
                  <a:pt x="3554142" y="3669208"/>
                </a:lnTo>
                <a:lnTo>
                  <a:pt x="3604915" y="3669208"/>
                </a:lnTo>
                <a:close/>
                <a:moveTo>
                  <a:pt x="3452597" y="3669208"/>
                </a:moveTo>
                <a:lnTo>
                  <a:pt x="3503370" y="3669208"/>
                </a:lnTo>
                <a:lnTo>
                  <a:pt x="3503370" y="3662849"/>
                </a:lnTo>
                <a:lnTo>
                  <a:pt x="3452597" y="3662849"/>
                </a:lnTo>
                <a:lnTo>
                  <a:pt x="3452597" y="3669208"/>
                </a:lnTo>
                <a:close/>
                <a:moveTo>
                  <a:pt x="3351051" y="3662849"/>
                </a:moveTo>
                <a:lnTo>
                  <a:pt x="3351051" y="3669208"/>
                </a:lnTo>
                <a:lnTo>
                  <a:pt x="3401824" y="3669208"/>
                </a:lnTo>
                <a:lnTo>
                  <a:pt x="3401824" y="3662849"/>
                </a:lnTo>
                <a:lnTo>
                  <a:pt x="3351051" y="3662849"/>
                </a:lnTo>
                <a:close/>
                <a:moveTo>
                  <a:pt x="3300279" y="3662849"/>
                </a:moveTo>
                <a:lnTo>
                  <a:pt x="3249506" y="3662849"/>
                </a:lnTo>
                <a:lnTo>
                  <a:pt x="3249506" y="3669208"/>
                </a:lnTo>
                <a:lnTo>
                  <a:pt x="3300279" y="3669208"/>
                </a:lnTo>
                <a:lnTo>
                  <a:pt x="3300279" y="3662849"/>
                </a:lnTo>
                <a:close/>
                <a:moveTo>
                  <a:pt x="3198733" y="3669208"/>
                </a:moveTo>
                <a:lnTo>
                  <a:pt x="3198733" y="3662849"/>
                </a:lnTo>
                <a:lnTo>
                  <a:pt x="3147960" y="3662849"/>
                </a:lnTo>
                <a:lnTo>
                  <a:pt x="3147960" y="3669208"/>
                </a:lnTo>
                <a:lnTo>
                  <a:pt x="3198733" y="3669208"/>
                </a:lnTo>
                <a:close/>
                <a:moveTo>
                  <a:pt x="3046415" y="3669208"/>
                </a:moveTo>
                <a:lnTo>
                  <a:pt x="3097188" y="3669208"/>
                </a:lnTo>
                <a:lnTo>
                  <a:pt x="3097188" y="3662849"/>
                </a:lnTo>
                <a:lnTo>
                  <a:pt x="3046415" y="3662849"/>
                </a:lnTo>
                <a:lnTo>
                  <a:pt x="3046415" y="3669208"/>
                </a:lnTo>
                <a:close/>
                <a:moveTo>
                  <a:pt x="2944870" y="3662849"/>
                </a:moveTo>
                <a:lnTo>
                  <a:pt x="2944870" y="3669208"/>
                </a:lnTo>
                <a:lnTo>
                  <a:pt x="2995642" y="3669208"/>
                </a:lnTo>
                <a:lnTo>
                  <a:pt x="2995642" y="3662849"/>
                </a:lnTo>
                <a:lnTo>
                  <a:pt x="2944870" y="3662849"/>
                </a:lnTo>
                <a:close/>
                <a:moveTo>
                  <a:pt x="2894097" y="3662849"/>
                </a:moveTo>
                <a:lnTo>
                  <a:pt x="2843324" y="3662849"/>
                </a:lnTo>
                <a:lnTo>
                  <a:pt x="2843324" y="3669208"/>
                </a:lnTo>
                <a:lnTo>
                  <a:pt x="2894097" y="3669208"/>
                </a:lnTo>
                <a:lnTo>
                  <a:pt x="2894097" y="3662849"/>
                </a:lnTo>
                <a:close/>
                <a:moveTo>
                  <a:pt x="2792551" y="3669208"/>
                </a:moveTo>
                <a:lnTo>
                  <a:pt x="2792551" y="3662849"/>
                </a:lnTo>
                <a:lnTo>
                  <a:pt x="2741779" y="3662849"/>
                </a:lnTo>
                <a:lnTo>
                  <a:pt x="2741779" y="3669208"/>
                </a:lnTo>
                <a:lnTo>
                  <a:pt x="2792551" y="3669208"/>
                </a:lnTo>
                <a:close/>
                <a:moveTo>
                  <a:pt x="2640233" y="3669208"/>
                </a:moveTo>
                <a:lnTo>
                  <a:pt x="2691006" y="3669208"/>
                </a:lnTo>
                <a:lnTo>
                  <a:pt x="2691006" y="3662849"/>
                </a:lnTo>
                <a:lnTo>
                  <a:pt x="2640233" y="3662849"/>
                </a:lnTo>
                <a:lnTo>
                  <a:pt x="2640233" y="3669208"/>
                </a:lnTo>
                <a:close/>
                <a:moveTo>
                  <a:pt x="2538687" y="3662849"/>
                </a:moveTo>
                <a:lnTo>
                  <a:pt x="2538687" y="3669208"/>
                </a:lnTo>
                <a:lnTo>
                  <a:pt x="2589460" y="3669208"/>
                </a:lnTo>
                <a:lnTo>
                  <a:pt x="2589460" y="3662849"/>
                </a:lnTo>
                <a:lnTo>
                  <a:pt x="2538687" y="3662849"/>
                </a:lnTo>
                <a:close/>
                <a:moveTo>
                  <a:pt x="2487914" y="3662849"/>
                </a:moveTo>
                <a:lnTo>
                  <a:pt x="2437141" y="3662849"/>
                </a:lnTo>
                <a:lnTo>
                  <a:pt x="2437141" y="3669208"/>
                </a:lnTo>
                <a:lnTo>
                  <a:pt x="2487914" y="3669208"/>
                </a:lnTo>
                <a:lnTo>
                  <a:pt x="2487914" y="3662849"/>
                </a:lnTo>
                <a:close/>
                <a:moveTo>
                  <a:pt x="2386369" y="3669208"/>
                </a:moveTo>
                <a:lnTo>
                  <a:pt x="2386369" y="3662849"/>
                </a:lnTo>
                <a:lnTo>
                  <a:pt x="2335596" y="3662849"/>
                </a:lnTo>
                <a:lnTo>
                  <a:pt x="2335596" y="3669208"/>
                </a:lnTo>
                <a:lnTo>
                  <a:pt x="2386369" y="3669208"/>
                </a:lnTo>
                <a:close/>
                <a:moveTo>
                  <a:pt x="2234050" y="3669208"/>
                </a:moveTo>
                <a:lnTo>
                  <a:pt x="2284823" y="3669208"/>
                </a:lnTo>
                <a:lnTo>
                  <a:pt x="2284823" y="3662849"/>
                </a:lnTo>
                <a:lnTo>
                  <a:pt x="2234050" y="3662849"/>
                </a:lnTo>
                <a:lnTo>
                  <a:pt x="2234050" y="3669208"/>
                </a:lnTo>
                <a:close/>
                <a:moveTo>
                  <a:pt x="2132505" y="3662849"/>
                </a:moveTo>
                <a:lnTo>
                  <a:pt x="2132505" y="3669208"/>
                </a:lnTo>
                <a:lnTo>
                  <a:pt x="2183278" y="3669208"/>
                </a:lnTo>
                <a:lnTo>
                  <a:pt x="2183278" y="3662849"/>
                </a:lnTo>
                <a:lnTo>
                  <a:pt x="2132505" y="3662849"/>
                </a:lnTo>
                <a:close/>
                <a:moveTo>
                  <a:pt x="2081732" y="3662849"/>
                </a:moveTo>
                <a:lnTo>
                  <a:pt x="2030959" y="3662849"/>
                </a:lnTo>
                <a:lnTo>
                  <a:pt x="2030959" y="3669208"/>
                </a:lnTo>
                <a:lnTo>
                  <a:pt x="2081732" y="3669208"/>
                </a:lnTo>
                <a:lnTo>
                  <a:pt x="2081732" y="3662849"/>
                </a:lnTo>
                <a:close/>
                <a:moveTo>
                  <a:pt x="1980187" y="3669208"/>
                </a:moveTo>
                <a:lnTo>
                  <a:pt x="1980187" y="3662849"/>
                </a:lnTo>
                <a:lnTo>
                  <a:pt x="1929414" y="3662849"/>
                </a:lnTo>
                <a:lnTo>
                  <a:pt x="1929414" y="3669208"/>
                </a:lnTo>
                <a:lnTo>
                  <a:pt x="1980187" y="3669208"/>
                </a:lnTo>
                <a:close/>
                <a:moveTo>
                  <a:pt x="1827869" y="3669208"/>
                </a:moveTo>
                <a:lnTo>
                  <a:pt x="1878641" y="3669208"/>
                </a:lnTo>
                <a:lnTo>
                  <a:pt x="1878641" y="3662849"/>
                </a:lnTo>
                <a:lnTo>
                  <a:pt x="1827869" y="3662849"/>
                </a:lnTo>
                <a:lnTo>
                  <a:pt x="1827869" y="3669208"/>
                </a:lnTo>
                <a:close/>
                <a:moveTo>
                  <a:pt x="1726323" y="3662849"/>
                </a:moveTo>
                <a:lnTo>
                  <a:pt x="1726323" y="3669208"/>
                </a:lnTo>
                <a:lnTo>
                  <a:pt x="1777096" y="3669208"/>
                </a:lnTo>
                <a:lnTo>
                  <a:pt x="1777096" y="3662849"/>
                </a:lnTo>
                <a:lnTo>
                  <a:pt x="1726323" y="3662849"/>
                </a:lnTo>
                <a:close/>
                <a:moveTo>
                  <a:pt x="1675550" y="3662849"/>
                </a:moveTo>
                <a:lnTo>
                  <a:pt x="1624777" y="3662849"/>
                </a:lnTo>
                <a:lnTo>
                  <a:pt x="1624777" y="3669208"/>
                </a:lnTo>
                <a:lnTo>
                  <a:pt x="1675550" y="3669208"/>
                </a:lnTo>
                <a:lnTo>
                  <a:pt x="1675550" y="3662849"/>
                </a:lnTo>
                <a:close/>
                <a:moveTo>
                  <a:pt x="1574005" y="3669208"/>
                </a:moveTo>
                <a:lnTo>
                  <a:pt x="1574005" y="3662849"/>
                </a:lnTo>
                <a:lnTo>
                  <a:pt x="1523232" y="3662849"/>
                </a:lnTo>
                <a:lnTo>
                  <a:pt x="1523232" y="3669208"/>
                </a:lnTo>
                <a:lnTo>
                  <a:pt x="1574005" y="3669208"/>
                </a:lnTo>
                <a:close/>
                <a:moveTo>
                  <a:pt x="1421687" y="3669208"/>
                </a:moveTo>
                <a:lnTo>
                  <a:pt x="1472459" y="3669208"/>
                </a:lnTo>
                <a:lnTo>
                  <a:pt x="1472459" y="3662849"/>
                </a:lnTo>
                <a:lnTo>
                  <a:pt x="1421687" y="3662849"/>
                </a:lnTo>
                <a:lnTo>
                  <a:pt x="1421687" y="3669208"/>
                </a:lnTo>
                <a:close/>
                <a:moveTo>
                  <a:pt x="1320140" y="3662849"/>
                </a:moveTo>
                <a:lnTo>
                  <a:pt x="1320140" y="3669208"/>
                </a:lnTo>
                <a:lnTo>
                  <a:pt x="1370914" y="3669208"/>
                </a:lnTo>
                <a:lnTo>
                  <a:pt x="1370914" y="3662849"/>
                </a:lnTo>
                <a:lnTo>
                  <a:pt x="1320140" y="3662849"/>
                </a:lnTo>
                <a:close/>
                <a:moveTo>
                  <a:pt x="1269368" y="3662849"/>
                </a:moveTo>
                <a:lnTo>
                  <a:pt x="1218595" y="3662849"/>
                </a:lnTo>
                <a:lnTo>
                  <a:pt x="1218595" y="3669208"/>
                </a:lnTo>
                <a:lnTo>
                  <a:pt x="1269368" y="3669208"/>
                </a:lnTo>
                <a:lnTo>
                  <a:pt x="1269368" y="3662849"/>
                </a:lnTo>
                <a:close/>
                <a:moveTo>
                  <a:pt x="1167822" y="3669208"/>
                </a:moveTo>
                <a:lnTo>
                  <a:pt x="1167822" y="3662849"/>
                </a:lnTo>
                <a:lnTo>
                  <a:pt x="1117049" y="3662849"/>
                </a:lnTo>
                <a:lnTo>
                  <a:pt x="1117049" y="3669208"/>
                </a:lnTo>
                <a:lnTo>
                  <a:pt x="1167822" y="3669208"/>
                </a:lnTo>
                <a:close/>
                <a:moveTo>
                  <a:pt x="1015504" y="3669208"/>
                </a:moveTo>
                <a:lnTo>
                  <a:pt x="1066277" y="3669208"/>
                </a:lnTo>
                <a:lnTo>
                  <a:pt x="1066277" y="3662849"/>
                </a:lnTo>
                <a:lnTo>
                  <a:pt x="1015504" y="3662849"/>
                </a:lnTo>
                <a:lnTo>
                  <a:pt x="1015504" y="3669208"/>
                </a:lnTo>
                <a:close/>
                <a:moveTo>
                  <a:pt x="913959" y="3662849"/>
                </a:moveTo>
                <a:lnTo>
                  <a:pt x="913959" y="3669208"/>
                </a:lnTo>
                <a:lnTo>
                  <a:pt x="964731" y="3669208"/>
                </a:lnTo>
                <a:lnTo>
                  <a:pt x="964731" y="3662849"/>
                </a:lnTo>
                <a:lnTo>
                  <a:pt x="913959" y="3662849"/>
                </a:lnTo>
                <a:close/>
                <a:moveTo>
                  <a:pt x="863186" y="3662849"/>
                </a:moveTo>
                <a:lnTo>
                  <a:pt x="812413" y="3662849"/>
                </a:lnTo>
                <a:lnTo>
                  <a:pt x="812413" y="3669208"/>
                </a:lnTo>
                <a:lnTo>
                  <a:pt x="863186" y="3669208"/>
                </a:lnTo>
                <a:lnTo>
                  <a:pt x="863186" y="3662849"/>
                </a:lnTo>
                <a:close/>
                <a:moveTo>
                  <a:pt x="761640" y="3669208"/>
                </a:moveTo>
                <a:lnTo>
                  <a:pt x="761640" y="3662849"/>
                </a:lnTo>
                <a:lnTo>
                  <a:pt x="710868" y="3662849"/>
                </a:lnTo>
                <a:lnTo>
                  <a:pt x="710868" y="3669208"/>
                </a:lnTo>
                <a:lnTo>
                  <a:pt x="761640" y="3669208"/>
                </a:lnTo>
                <a:close/>
                <a:moveTo>
                  <a:pt x="609322" y="3669208"/>
                </a:moveTo>
                <a:lnTo>
                  <a:pt x="660095" y="3669208"/>
                </a:lnTo>
                <a:lnTo>
                  <a:pt x="660095" y="3662849"/>
                </a:lnTo>
                <a:lnTo>
                  <a:pt x="609322" y="3662849"/>
                </a:lnTo>
                <a:lnTo>
                  <a:pt x="609322" y="3669208"/>
                </a:lnTo>
                <a:close/>
                <a:moveTo>
                  <a:pt x="507777" y="3662849"/>
                </a:moveTo>
                <a:lnTo>
                  <a:pt x="507777" y="3669208"/>
                </a:lnTo>
                <a:lnTo>
                  <a:pt x="558549" y="3669208"/>
                </a:lnTo>
                <a:lnTo>
                  <a:pt x="558549" y="3662849"/>
                </a:lnTo>
                <a:lnTo>
                  <a:pt x="507777" y="3662849"/>
                </a:lnTo>
                <a:close/>
                <a:moveTo>
                  <a:pt x="457004" y="3662849"/>
                </a:moveTo>
                <a:lnTo>
                  <a:pt x="406231" y="3662849"/>
                </a:lnTo>
                <a:lnTo>
                  <a:pt x="406231" y="3669208"/>
                </a:lnTo>
                <a:lnTo>
                  <a:pt x="457004" y="3669208"/>
                </a:lnTo>
                <a:lnTo>
                  <a:pt x="457004" y="3662849"/>
                </a:lnTo>
                <a:close/>
                <a:moveTo>
                  <a:pt x="355458" y="3669208"/>
                </a:moveTo>
                <a:lnTo>
                  <a:pt x="355458" y="3662849"/>
                </a:lnTo>
                <a:lnTo>
                  <a:pt x="304686" y="3662849"/>
                </a:lnTo>
                <a:lnTo>
                  <a:pt x="304686" y="3669208"/>
                </a:lnTo>
                <a:lnTo>
                  <a:pt x="355458" y="3669208"/>
                </a:lnTo>
                <a:close/>
                <a:moveTo>
                  <a:pt x="203140" y="3669208"/>
                </a:moveTo>
                <a:lnTo>
                  <a:pt x="253913" y="3669208"/>
                </a:lnTo>
                <a:lnTo>
                  <a:pt x="253913" y="3662849"/>
                </a:lnTo>
                <a:lnTo>
                  <a:pt x="203140" y="3662849"/>
                </a:lnTo>
                <a:lnTo>
                  <a:pt x="203140" y="3669208"/>
                </a:lnTo>
                <a:close/>
                <a:moveTo>
                  <a:pt x="101595" y="3662849"/>
                </a:moveTo>
                <a:lnTo>
                  <a:pt x="101595" y="3669208"/>
                </a:lnTo>
                <a:lnTo>
                  <a:pt x="152368" y="3669208"/>
                </a:lnTo>
                <a:lnTo>
                  <a:pt x="152368" y="3662849"/>
                </a:lnTo>
                <a:lnTo>
                  <a:pt x="101595" y="3662849"/>
                </a:lnTo>
                <a:close/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96488A-181D-4F02-A7B1-5C9A8B35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8264" y="97350"/>
            <a:ext cx="4228810" cy="3122324"/>
          </a:xfrm>
          <a:custGeom xmlns:a="http://schemas.openxmlformats.org/drawingml/2006/main">
            <a:pathLst>
              <a:path w="4228810" h="3122324">
                <a:moveTo>
                  <a:pt x="6359" y="3074419"/>
                </a:moveTo>
                <a:cubicBezTo>
                  <a:pt x="6359" y="3072663"/>
                  <a:pt x="4936" y="3071240"/>
                  <a:pt x="3180" y="3071240"/>
                </a:cubicBezTo>
                <a:cubicBezTo>
                  <a:pt x="1424" y="3071240"/>
                  <a:pt x="0" y="3072663"/>
                  <a:pt x="0" y="3074419"/>
                </a:cubicBezTo>
                <a:lnTo>
                  <a:pt x="6359" y="3074419"/>
                </a:lnTo>
                <a:close/>
                <a:moveTo>
                  <a:pt x="0" y="3023122"/>
                </a:moveTo>
                <a:cubicBezTo>
                  <a:pt x="0" y="3024878"/>
                  <a:pt x="1424" y="3026302"/>
                  <a:pt x="3180" y="3026302"/>
                </a:cubicBezTo>
                <a:cubicBezTo>
                  <a:pt x="4936" y="3026302"/>
                  <a:pt x="6359" y="3024878"/>
                  <a:pt x="6359" y="3023122"/>
                </a:cubicBezTo>
                <a:lnTo>
                  <a:pt x="0" y="3023122"/>
                </a:lnTo>
                <a:close/>
                <a:moveTo>
                  <a:pt x="6359" y="2971825"/>
                </a:moveTo>
                <a:cubicBezTo>
                  <a:pt x="6359" y="2970069"/>
                  <a:pt x="4936" y="2968646"/>
                  <a:pt x="3180" y="2968646"/>
                </a:cubicBezTo>
                <a:cubicBezTo>
                  <a:pt x="1424" y="2968646"/>
                  <a:pt x="0" y="2970069"/>
                  <a:pt x="0" y="2971825"/>
                </a:cubicBezTo>
                <a:lnTo>
                  <a:pt x="6359" y="2971825"/>
                </a:lnTo>
                <a:close/>
                <a:moveTo>
                  <a:pt x="0" y="2920528"/>
                </a:moveTo>
                <a:cubicBezTo>
                  <a:pt x="0" y="2922285"/>
                  <a:pt x="1424" y="2923708"/>
                  <a:pt x="3180" y="2923708"/>
                </a:cubicBezTo>
                <a:cubicBezTo>
                  <a:pt x="4936" y="2923708"/>
                  <a:pt x="6359" y="2922285"/>
                  <a:pt x="6359" y="2920528"/>
                </a:cubicBezTo>
                <a:lnTo>
                  <a:pt x="0" y="2920528"/>
                </a:lnTo>
                <a:close/>
                <a:moveTo>
                  <a:pt x="6359" y="2869232"/>
                </a:moveTo>
                <a:cubicBezTo>
                  <a:pt x="6359" y="2867476"/>
                  <a:pt x="4936" y="2866052"/>
                  <a:pt x="3180" y="2866052"/>
                </a:cubicBezTo>
                <a:cubicBezTo>
                  <a:pt x="1424" y="2866052"/>
                  <a:pt x="0" y="2867476"/>
                  <a:pt x="0" y="2869232"/>
                </a:cubicBezTo>
                <a:lnTo>
                  <a:pt x="6359" y="2869232"/>
                </a:lnTo>
                <a:close/>
                <a:moveTo>
                  <a:pt x="0" y="2817935"/>
                </a:moveTo>
                <a:cubicBezTo>
                  <a:pt x="0" y="2819691"/>
                  <a:pt x="1424" y="2821114"/>
                  <a:pt x="3180" y="2821114"/>
                </a:cubicBezTo>
                <a:cubicBezTo>
                  <a:pt x="4936" y="2821114"/>
                  <a:pt x="6359" y="2819691"/>
                  <a:pt x="6359" y="2817935"/>
                </a:cubicBezTo>
                <a:lnTo>
                  <a:pt x="0" y="2817935"/>
                </a:lnTo>
                <a:close/>
                <a:moveTo>
                  <a:pt x="6359" y="2766638"/>
                </a:moveTo>
                <a:cubicBezTo>
                  <a:pt x="6359" y="2764882"/>
                  <a:pt x="4936" y="2763459"/>
                  <a:pt x="3180" y="2763459"/>
                </a:cubicBezTo>
                <a:cubicBezTo>
                  <a:pt x="1424" y="2763459"/>
                  <a:pt x="0" y="2764882"/>
                  <a:pt x="0" y="2766638"/>
                </a:cubicBezTo>
                <a:lnTo>
                  <a:pt x="6359" y="2766638"/>
                </a:lnTo>
                <a:close/>
                <a:moveTo>
                  <a:pt x="0" y="2715341"/>
                </a:moveTo>
                <a:cubicBezTo>
                  <a:pt x="0" y="2717097"/>
                  <a:pt x="1424" y="2718521"/>
                  <a:pt x="3180" y="2718521"/>
                </a:cubicBezTo>
                <a:cubicBezTo>
                  <a:pt x="4936" y="2718521"/>
                  <a:pt x="6359" y="2717097"/>
                  <a:pt x="6359" y="2715341"/>
                </a:cubicBezTo>
                <a:lnTo>
                  <a:pt x="0" y="2715341"/>
                </a:lnTo>
                <a:close/>
                <a:moveTo>
                  <a:pt x="6359" y="2664044"/>
                </a:moveTo>
                <a:cubicBezTo>
                  <a:pt x="6359" y="2662288"/>
                  <a:pt x="4936" y="2660865"/>
                  <a:pt x="3180" y="2660865"/>
                </a:cubicBezTo>
                <a:cubicBezTo>
                  <a:pt x="1424" y="2660865"/>
                  <a:pt x="0" y="2662288"/>
                  <a:pt x="0" y="2664044"/>
                </a:cubicBezTo>
                <a:lnTo>
                  <a:pt x="6359" y="2664044"/>
                </a:lnTo>
                <a:close/>
                <a:moveTo>
                  <a:pt x="0" y="2612747"/>
                </a:moveTo>
                <a:cubicBezTo>
                  <a:pt x="0" y="2614504"/>
                  <a:pt x="1424" y="2615927"/>
                  <a:pt x="3180" y="2615927"/>
                </a:cubicBezTo>
                <a:cubicBezTo>
                  <a:pt x="4936" y="2615927"/>
                  <a:pt x="6359" y="2614504"/>
                  <a:pt x="6359" y="2612747"/>
                </a:cubicBezTo>
                <a:lnTo>
                  <a:pt x="0" y="2612747"/>
                </a:lnTo>
                <a:close/>
                <a:moveTo>
                  <a:pt x="6359" y="2561451"/>
                </a:moveTo>
                <a:cubicBezTo>
                  <a:pt x="6359" y="2559695"/>
                  <a:pt x="4936" y="2558271"/>
                  <a:pt x="3180" y="2558271"/>
                </a:cubicBezTo>
                <a:cubicBezTo>
                  <a:pt x="1424" y="2558271"/>
                  <a:pt x="0" y="2559695"/>
                  <a:pt x="0" y="2561451"/>
                </a:cubicBezTo>
                <a:lnTo>
                  <a:pt x="6359" y="2561451"/>
                </a:lnTo>
                <a:close/>
                <a:moveTo>
                  <a:pt x="0" y="2510154"/>
                </a:moveTo>
                <a:cubicBezTo>
                  <a:pt x="0" y="2511910"/>
                  <a:pt x="1424" y="2513333"/>
                  <a:pt x="3180" y="2513333"/>
                </a:cubicBezTo>
                <a:cubicBezTo>
                  <a:pt x="4936" y="2513333"/>
                  <a:pt x="6359" y="2511910"/>
                  <a:pt x="6359" y="2510154"/>
                </a:cubicBezTo>
                <a:lnTo>
                  <a:pt x="0" y="2510154"/>
                </a:lnTo>
                <a:close/>
                <a:moveTo>
                  <a:pt x="6359" y="2458857"/>
                </a:moveTo>
                <a:cubicBezTo>
                  <a:pt x="6359" y="2457101"/>
                  <a:pt x="4936" y="2455677"/>
                  <a:pt x="3180" y="2455677"/>
                </a:cubicBezTo>
                <a:cubicBezTo>
                  <a:pt x="1424" y="2455677"/>
                  <a:pt x="0" y="2457101"/>
                  <a:pt x="0" y="2458857"/>
                </a:cubicBezTo>
                <a:lnTo>
                  <a:pt x="6359" y="2458857"/>
                </a:lnTo>
                <a:close/>
                <a:moveTo>
                  <a:pt x="0" y="2407560"/>
                </a:moveTo>
                <a:cubicBezTo>
                  <a:pt x="0" y="2409316"/>
                  <a:pt x="1424" y="2410740"/>
                  <a:pt x="3180" y="2410740"/>
                </a:cubicBezTo>
                <a:cubicBezTo>
                  <a:pt x="4936" y="2410740"/>
                  <a:pt x="6359" y="2409316"/>
                  <a:pt x="6359" y="2407560"/>
                </a:cubicBezTo>
                <a:lnTo>
                  <a:pt x="0" y="2407560"/>
                </a:lnTo>
                <a:close/>
                <a:moveTo>
                  <a:pt x="6359" y="2356263"/>
                </a:moveTo>
                <a:cubicBezTo>
                  <a:pt x="6359" y="2354507"/>
                  <a:pt x="4936" y="2353084"/>
                  <a:pt x="3180" y="2353084"/>
                </a:cubicBezTo>
                <a:cubicBezTo>
                  <a:pt x="1424" y="2353084"/>
                  <a:pt x="0" y="2354507"/>
                  <a:pt x="0" y="2356263"/>
                </a:cubicBezTo>
                <a:lnTo>
                  <a:pt x="6359" y="2356263"/>
                </a:lnTo>
                <a:close/>
                <a:moveTo>
                  <a:pt x="0" y="2304966"/>
                </a:moveTo>
                <a:cubicBezTo>
                  <a:pt x="0" y="2306723"/>
                  <a:pt x="1424" y="2308146"/>
                  <a:pt x="3180" y="2308146"/>
                </a:cubicBezTo>
                <a:cubicBezTo>
                  <a:pt x="4936" y="2308146"/>
                  <a:pt x="6359" y="2306723"/>
                  <a:pt x="6359" y="2304966"/>
                </a:cubicBezTo>
                <a:lnTo>
                  <a:pt x="0" y="2304966"/>
                </a:lnTo>
                <a:close/>
                <a:moveTo>
                  <a:pt x="6359" y="2253670"/>
                </a:moveTo>
                <a:cubicBezTo>
                  <a:pt x="6359" y="2251914"/>
                  <a:pt x="4936" y="2250490"/>
                  <a:pt x="3180" y="2250490"/>
                </a:cubicBezTo>
                <a:cubicBezTo>
                  <a:pt x="1424" y="2250490"/>
                  <a:pt x="0" y="2251914"/>
                  <a:pt x="0" y="2253670"/>
                </a:cubicBezTo>
                <a:lnTo>
                  <a:pt x="6359" y="2253670"/>
                </a:lnTo>
                <a:close/>
                <a:moveTo>
                  <a:pt x="0" y="2202373"/>
                </a:moveTo>
                <a:cubicBezTo>
                  <a:pt x="0" y="2204129"/>
                  <a:pt x="1424" y="2205552"/>
                  <a:pt x="3180" y="2205552"/>
                </a:cubicBezTo>
                <a:cubicBezTo>
                  <a:pt x="4936" y="2205552"/>
                  <a:pt x="6359" y="2204129"/>
                  <a:pt x="6359" y="2202373"/>
                </a:cubicBezTo>
                <a:lnTo>
                  <a:pt x="0" y="2202373"/>
                </a:lnTo>
                <a:close/>
                <a:moveTo>
                  <a:pt x="6359" y="2151076"/>
                </a:moveTo>
                <a:cubicBezTo>
                  <a:pt x="6359" y="2149320"/>
                  <a:pt x="4936" y="2147897"/>
                  <a:pt x="3180" y="2147897"/>
                </a:cubicBezTo>
                <a:cubicBezTo>
                  <a:pt x="1424" y="2147897"/>
                  <a:pt x="0" y="2149320"/>
                  <a:pt x="0" y="2151076"/>
                </a:cubicBezTo>
                <a:lnTo>
                  <a:pt x="6359" y="2151076"/>
                </a:lnTo>
                <a:close/>
                <a:moveTo>
                  <a:pt x="0" y="2099779"/>
                </a:moveTo>
                <a:cubicBezTo>
                  <a:pt x="0" y="2101535"/>
                  <a:pt x="1424" y="2102959"/>
                  <a:pt x="3180" y="2102959"/>
                </a:cubicBezTo>
                <a:cubicBezTo>
                  <a:pt x="4936" y="2102959"/>
                  <a:pt x="6359" y="2101535"/>
                  <a:pt x="6359" y="2099779"/>
                </a:cubicBezTo>
                <a:lnTo>
                  <a:pt x="0" y="2099779"/>
                </a:lnTo>
                <a:close/>
                <a:moveTo>
                  <a:pt x="6359" y="2048482"/>
                </a:moveTo>
                <a:cubicBezTo>
                  <a:pt x="6359" y="2046726"/>
                  <a:pt x="4936" y="2045303"/>
                  <a:pt x="3180" y="2045303"/>
                </a:cubicBezTo>
                <a:cubicBezTo>
                  <a:pt x="1424" y="2045303"/>
                  <a:pt x="0" y="2046726"/>
                  <a:pt x="0" y="2048482"/>
                </a:cubicBezTo>
                <a:lnTo>
                  <a:pt x="6359" y="2048482"/>
                </a:lnTo>
                <a:close/>
                <a:moveTo>
                  <a:pt x="0" y="1997185"/>
                </a:moveTo>
                <a:cubicBezTo>
                  <a:pt x="0" y="1998942"/>
                  <a:pt x="1424" y="2000365"/>
                  <a:pt x="3180" y="2000365"/>
                </a:cubicBezTo>
                <a:cubicBezTo>
                  <a:pt x="4936" y="2000365"/>
                  <a:pt x="6359" y="1998942"/>
                  <a:pt x="6359" y="1997185"/>
                </a:cubicBezTo>
                <a:lnTo>
                  <a:pt x="0" y="1997185"/>
                </a:lnTo>
                <a:close/>
                <a:moveTo>
                  <a:pt x="6359" y="1945889"/>
                </a:moveTo>
                <a:cubicBezTo>
                  <a:pt x="6359" y="1944133"/>
                  <a:pt x="4936" y="1942709"/>
                  <a:pt x="3180" y="1942709"/>
                </a:cubicBezTo>
                <a:cubicBezTo>
                  <a:pt x="1424" y="1942709"/>
                  <a:pt x="0" y="1944133"/>
                  <a:pt x="0" y="1945889"/>
                </a:cubicBezTo>
                <a:lnTo>
                  <a:pt x="6359" y="1945889"/>
                </a:lnTo>
                <a:close/>
                <a:moveTo>
                  <a:pt x="0" y="1894592"/>
                </a:moveTo>
                <a:cubicBezTo>
                  <a:pt x="0" y="1896348"/>
                  <a:pt x="1424" y="1897771"/>
                  <a:pt x="3180" y="1897771"/>
                </a:cubicBezTo>
                <a:cubicBezTo>
                  <a:pt x="4936" y="1897771"/>
                  <a:pt x="6359" y="1896348"/>
                  <a:pt x="6359" y="1894592"/>
                </a:cubicBezTo>
                <a:lnTo>
                  <a:pt x="0" y="1894592"/>
                </a:lnTo>
                <a:close/>
                <a:moveTo>
                  <a:pt x="6359" y="1843295"/>
                </a:moveTo>
                <a:cubicBezTo>
                  <a:pt x="6359" y="1841539"/>
                  <a:pt x="4936" y="1840115"/>
                  <a:pt x="3180" y="1840115"/>
                </a:cubicBezTo>
                <a:cubicBezTo>
                  <a:pt x="1424" y="1840115"/>
                  <a:pt x="0" y="1841539"/>
                  <a:pt x="0" y="1843295"/>
                </a:cubicBezTo>
                <a:lnTo>
                  <a:pt x="6359" y="1843295"/>
                </a:lnTo>
                <a:close/>
                <a:moveTo>
                  <a:pt x="0" y="1791998"/>
                </a:moveTo>
                <a:cubicBezTo>
                  <a:pt x="0" y="1793754"/>
                  <a:pt x="1424" y="1795178"/>
                  <a:pt x="3180" y="1795178"/>
                </a:cubicBezTo>
                <a:cubicBezTo>
                  <a:pt x="4936" y="1795178"/>
                  <a:pt x="6359" y="1793754"/>
                  <a:pt x="6359" y="1791998"/>
                </a:cubicBezTo>
                <a:lnTo>
                  <a:pt x="0" y="1791998"/>
                </a:lnTo>
                <a:close/>
                <a:moveTo>
                  <a:pt x="6359" y="1740701"/>
                </a:moveTo>
                <a:cubicBezTo>
                  <a:pt x="6359" y="1738945"/>
                  <a:pt x="4936" y="1737522"/>
                  <a:pt x="3180" y="1737522"/>
                </a:cubicBezTo>
                <a:cubicBezTo>
                  <a:pt x="1424" y="1737522"/>
                  <a:pt x="0" y="1738945"/>
                  <a:pt x="0" y="1740701"/>
                </a:cubicBezTo>
                <a:lnTo>
                  <a:pt x="6359" y="1740701"/>
                </a:lnTo>
                <a:close/>
                <a:moveTo>
                  <a:pt x="0" y="1689404"/>
                </a:moveTo>
                <a:cubicBezTo>
                  <a:pt x="0" y="1691161"/>
                  <a:pt x="1424" y="1692584"/>
                  <a:pt x="3180" y="1692584"/>
                </a:cubicBezTo>
                <a:cubicBezTo>
                  <a:pt x="4936" y="1692584"/>
                  <a:pt x="6359" y="1691161"/>
                  <a:pt x="6359" y="1689404"/>
                </a:cubicBezTo>
                <a:lnTo>
                  <a:pt x="0" y="1689404"/>
                </a:lnTo>
                <a:close/>
                <a:moveTo>
                  <a:pt x="6359" y="1638108"/>
                </a:moveTo>
                <a:cubicBezTo>
                  <a:pt x="6359" y="1636352"/>
                  <a:pt x="4936" y="1634928"/>
                  <a:pt x="3180" y="1634928"/>
                </a:cubicBezTo>
                <a:cubicBezTo>
                  <a:pt x="1424" y="1634928"/>
                  <a:pt x="0" y="1636352"/>
                  <a:pt x="0" y="1638108"/>
                </a:cubicBezTo>
                <a:lnTo>
                  <a:pt x="6359" y="1638108"/>
                </a:lnTo>
                <a:close/>
                <a:moveTo>
                  <a:pt x="0" y="1586811"/>
                </a:moveTo>
                <a:cubicBezTo>
                  <a:pt x="0" y="1588567"/>
                  <a:pt x="1424" y="1589990"/>
                  <a:pt x="3180" y="1589990"/>
                </a:cubicBezTo>
                <a:cubicBezTo>
                  <a:pt x="4936" y="1589990"/>
                  <a:pt x="6359" y="1588567"/>
                  <a:pt x="6359" y="1586811"/>
                </a:cubicBezTo>
                <a:lnTo>
                  <a:pt x="0" y="1586811"/>
                </a:lnTo>
                <a:close/>
                <a:moveTo>
                  <a:pt x="6359" y="1535514"/>
                </a:moveTo>
                <a:cubicBezTo>
                  <a:pt x="6359" y="1533758"/>
                  <a:pt x="4936" y="1532334"/>
                  <a:pt x="3180" y="1532334"/>
                </a:cubicBezTo>
                <a:cubicBezTo>
                  <a:pt x="1424" y="1532334"/>
                  <a:pt x="0" y="1533758"/>
                  <a:pt x="0" y="1535514"/>
                </a:cubicBezTo>
                <a:lnTo>
                  <a:pt x="6359" y="1535514"/>
                </a:lnTo>
                <a:close/>
                <a:moveTo>
                  <a:pt x="0" y="1484217"/>
                </a:moveTo>
                <a:cubicBezTo>
                  <a:pt x="0" y="1485973"/>
                  <a:pt x="1424" y="1487397"/>
                  <a:pt x="3180" y="1487397"/>
                </a:cubicBezTo>
                <a:cubicBezTo>
                  <a:pt x="4936" y="1487397"/>
                  <a:pt x="6359" y="1485973"/>
                  <a:pt x="6359" y="1484217"/>
                </a:cubicBezTo>
                <a:lnTo>
                  <a:pt x="0" y="1484217"/>
                </a:lnTo>
                <a:close/>
                <a:moveTo>
                  <a:pt x="6359" y="1432920"/>
                </a:moveTo>
                <a:cubicBezTo>
                  <a:pt x="6359" y="1431164"/>
                  <a:pt x="4936" y="1429741"/>
                  <a:pt x="3180" y="1429741"/>
                </a:cubicBezTo>
                <a:cubicBezTo>
                  <a:pt x="1424" y="1429741"/>
                  <a:pt x="0" y="1431164"/>
                  <a:pt x="0" y="1432920"/>
                </a:cubicBezTo>
                <a:lnTo>
                  <a:pt x="6359" y="1432920"/>
                </a:lnTo>
                <a:close/>
                <a:moveTo>
                  <a:pt x="0" y="1381623"/>
                </a:moveTo>
                <a:cubicBezTo>
                  <a:pt x="0" y="1383379"/>
                  <a:pt x="1424" y="1384803"/>
                  <a:pt x="3180" y="1384803"/>
                </a:cubicBezTo>
                <a:cubicBezTo>
                  <a:pt x="4936" y="1384803"/>
                  <a:pt x="6359" y="1383379"/>
                  <a:pt x="6359" y="1381623"/>
                </a:cubicBezTo>
                <a:lnTo>
                  <a:pt x="0" y="1381623"/>
                </a:lnTo>
                <a:close/>
                <a:moveTo>
                  <a:pt x="6359" y="1330326"/>
                </a:moveTo>
                <a:cubicBezTo>
                  <a:pt x="6359" y="1328570"/>
                  <a:pt x="4936" y="1327147"/>
                  <a:pt x="3180" y="1327147"/>
                </a:cubicBezTo>
                <a:cubicBezTo>
                  <a:pt x="1424" y="1327147"/>
                  <a:pt x="0" y="1328570"/>
                  <a:pt x="0" y="1330326"/>
                </a:cubicBezTo>
                <a:lnTo>
                  <a:pt x="6359" y="1330326"/>
                </a:lnTo>
                <a:close/>
                <a:moveTo>
                  <a:pt x="0" y="1279029"/>
                </a:moveTo>
                <a:cubicBezTo>
                  <a:pt x="0" y="1280785"/>
                  <a:pt x="1424" y="1282209"/>
                  <a:pt x="3180" y="1282209"/>
                </a:cubicBezTo>
                <a:cubicBezTo>
                  <a:pt x="4936" y="1282209"/>
                  <a:pt x="6359" y="1280785"/>
                  <a:pt x="6359" y="1279029"/>
                </a:cubicBezTo>
                <a:lnTo>
                  <a:pt x="0" y="1279029"/>
                </a:lnTo>
                <a:close/>
                <a:moveTo>
                  <a:pt x="6359" y="1227733"/>
                </a:moveTo>
                <a:cubicBezTo>
                  <a:pt x="6359" y="1225977"/>
                  <a:pt x="4936" y="1224553"/>
                  <a:pt x="3180" y="1224553"/>
                </a:cubicBezTo>
                <a:cubicBezTo>
                  <a:pt x="1424" y="1224553"/>
                  <a:pt x="0" y="1225977"/>
                  <a:pt x="0" y="1227733"/>
                </a:cubicBezTo>
                <a:lnTo>
                  <a:pt x="6359" y="1227733"/>
                </a:lnTo>
                <a:close/>
                <a:moveTo>
                  <a:pt x="0" y="1176435"/>
                </a:moveTo>
                <a:cubicBezTo>
                  <a:pt x="0" y="1178192"/>
                  <a:pt x="1424" y="1179615"/>
                  <a:pt x="3180" y="1179615"/>
                </a:cubicBezTo>
                <a:cubicBezTo>
                  <a:pt x="4936" y="1179615"/>
                  <a:pt x="6359" y="1178192"/>
                  <a:pt x="6359" y="1176435"/>
                </a:cubicBezTo>
                <a:lnTo>
                  <a:pt x="0" y="1176435"/>
                </a:lnTo>
                <a:close/>
                <a:moveTo>
                  <a:pt x="6359" y="1125138"/>
                </a:moveTo>
                <a:cubicBezTo>
                  <a:pt x="6359" y="1123382"/>
                  <a:pt x="4936" y="1121959"/>
                  <a:pt x="3180" y="1121959"/>
                </a:cubicBezTo>
                <a:cubicBezTo>
                  <a:pt x="1424" y="1121959"/>
                  <a:pt x="0" y="1123382"/>
                  <a:pt x="0" y="1125138"/>
                </a:cubicBezTo>
                <a:lnTo>
                  <a:pt x="6359" y="1125138"/>
                </a:lnTo>
                <a:close/>
                <a:moveTo>
                  <a:pt x="0" y="1073842"/>
                </a:moveTo>
                <a:cubicBezTo>
                  <a:pt x="0" y="1075598"/>
                  <a:pt x="1424" y="1077021"/>
                  <a:pt x="3180" y="1077021"/>
                </a:cubicBezTo>
                <a:cubicBezTo>
                  <a:pt x="4936" y="1077021"/>
                  <a:pt x="6359" y="1075598"/>
                  <a:pt x="6359" y="1073842"/>
                </a:cubicBezTo>
                <a:lnTo>
                  <a:pt x="0" y="1073842"/>
                </a:lnTo>
                <a:close/>
                <a:moveTo>
                  <a:pt x="6359" y="1022545"/>
                </a:moveTo>
                <a:cubicBezTo>
                  <a:pt x="6359" y="1020789"/>
                  <a:pt x="4936" y="1019365"/>
                  <a:pt x="3180" y="1019365"/>
                </a:cubicBezTo>
                <a:cubicBezTo>
                  <a:pt x="1424" y="1019365"/>
                  <a:pt x="0" y="1020789"/>
                  <a:pt x="0" y="1022545"/>
                </a:cubicBezTo>
                <a:lnTo>
                  <a:pt x="6359" y="1022545"/>
                </a:lnTo>
                <a:close/>
                <a:moveTo>
                  <a:pt x="0" y="971248"/>
                </a:moveTo>
                <a:cubicBezTo>
                  <a:pt x="0" y="973004"/>
                  <a:pt x="1424" y="974427"/>
                  <a:pt x="3180" y="974427"/>
                </a:cubicBezTo>
                <a:cubicBezTo>
                  <a:pt x="4936" y="974427"/>
                  <a:pt x="6359" y="973004"/>
                  <a:pt x="6359" y="971248"/>
                </a:cubicBezTo>
                <a:lnTo>
                  <a:pt x="0" y="971248"/>
                </a:lnTo>
                <a:close/>
                <a:moveTo>
                  <a:pt x="6359" y="919951"/>
                </a:moveTo>
                <a:cubicBezTo>
                  <a:pt x="6359" y="918195"/>
                  <a:pt x="4936" y="916771"/>
                  <a:pt x="3180" y="916771"/>
                </a:cubicBezTo>
                <a:cubicBezTo>
                  <a:pt x="1424" y="916771"/>
                  <a:pt x="0" y="918195"/>
                  <a:pt x="0" y="919951"/>
                </a:cubicBezTo>
                <a:lnTo>
                  <a:pt x="6359" y="919951"/>
                </a:lnTo>
                <a:close/>
                <a:moveTo>
                  <a:pt x="0" y="868654"/>
                </a:moveTo>
                <a:cubicBezTo>
                  <a:pt x="0" y="870410"/>
                  <a:pt x="1424" y="871833"/>
                  <a:pt x="3180" y="871833"/>
                </a:cubicBezTo>
                <a:cubicBezTo>
                  <a:pt x="4936" y="871833"/>
                  <a:pt x="6359" y="870410"/>
                  <a:pt x="6359" y="868654"/>
                </a:cubicBezTo>
                <a:lnTo>
                  <a:pt x="0" y="868654"/>
                </a:lnTo>
                <a:close/>
                <a:moveTo>
                  <a:pt x="6359" y="817357"/>
                </a:moveTo>
                <a:cubicBezTo>
                  <a:pt x="6359" y="815601"/>
                  <a:pt x="4936" y="814178"/>
                  <a:pt x="3180" y="814178"/>
                </a:cubicBezTo>
                <a:cubicBezTo>
                  <a:pt x="1424" y="814178"/>
                  <a:pt x="0" y="815601"/>
                  <a:pt x="0" y="817357"/>
                </a:cubicBezTo>
                <a:lnTo>
                  <a:pt x="6359" y="817357"/>
                </a:lnTo>
                <a:close/>
                <a:moveTo>
                  <a:pt x="0" y="766060"/>
                </a:moveTo>
                <a:cubicBezTo>
                  <a:pt x="0" y="767816"/>
                  <a:pt x="1424" y="769240"/>
                  <a:pt x="3180" y="769240"/>
                </a:cubicBezTo>
                <a:cubicBezTo>
                  <a:pt x="4936" y="769240"/>
                  <a:pt x="6359" y="767816"/>
                  <a:pt x="6359" y="766060"/>
                </a:cubicBezTo>
                <a:lnTo>
                  <a:pt x="0" y="766060"/>
                </a:lnTo>
                <a:close/>
                <a:moveTo>
                  <a:pt x="6359" y="714763"/>
                </a:moveTo>
                <a:cubicBezTo>
                  <a:pt x="6359" y="713007"/>
                  <a:pt x="4936" y="711583"/>
                  <a:pt x="3180" y="711583"/>
                </a:cubicBezTo>
                <a:cubicBezTo>
                  <a:pt x="1424" y="711583"/>
                  <a:pt x="0" y="713007"/>
                  <a:pt x="0" y="714763"/>
                </a:cubicBezTo>
                <a:lnTo>
                  <a:pt x="6359" y="714763"/>
                </a:lnTo>
                <a:close/>
                <a:moveTo>
                  <a:pt x="0" y="663466"/>
                </a:moveTo>
                <a:cubicBezTo>
                  <a:pt x="0" y="665222"/>
                  <a:pt x="1424" y="666646"/>
                  <a:pt x="3180" y="666646"/>
                </a:cubicBezTo>
                <a:cubicBezTo>
                  <a:pt x="4936" y="666646"/>
                  <a:pt x="6359" y="665222"/>
                  <a:pt x="6359" y="663466"/>
                </a:cubicBezTo>
                <a:lnTo>
                  <a:pt x="0" y="663466"/>
                </a:lnTo>
                <a:close/>
                <a:moveTo>
                  <a:pt x="6359" y="612169"/>
                </a:moveTo>
                <a:cubicBezTo>
                  <a:pt x="6359" y="610413"/>
                  <a:pt x="4936" y="608990"/>
                  <a:pt x="3180" y="608990"/>
                </a:cubicBezTo>
                <a:cubicBezTo>
                  <a:pt x="1424" y="608990"/>
                  <a:pt x="0" y="610413"/>
                  <a:pt x="0" y="612169"/>
                </a:cubicBezTo>
                <a:lnTo>
                  <a:pt x="6359" y="612169"/>
                </a:lnTo>
                <a:close/>
                <a:moveTo>
                  <a:pt x="0" y="560872"/>
                </a:moveTo>
                <a:cubicBezTo>
                  <a:pt x="0" y="562628"/>
                  <a:pt x="1424" y="564052"/>
                  <a:pt x="3180" y="564052"/>
                </a:cubicBezTo>
                <a:cubicBezTo>
                  <a:pt x="4936" y="564052"/>
                  <a:pt x="6359" y="562628"/>
                  <a:pt x="6359" y="560872"/>
                </a:cubicBezTo>
                <a:lnTo>
                  <a:pt x="0" y="560872"/>
                </a:lnTo>
                <a:close/>
                <a:moveTo>
                  <a:pt x="6359" y="509575"/>
                </a:moveTo>
                <a:cubicBezTo>
                  <a:pt x="6359" y="507819"/>
                  <a:pt x="4936" y="506396"/>
                  <a:pt x="3180" y="506396"/>
                </a:cubicBezTo>
                <a:cubicBezTo>
                  <a:pt x="1424" y="506396"/>
                  <a:pt x="0" y="507819"/>
                  <a:pt x="0" y="509575"/>
                </a:cubicBezTo>
                <a:lnTo>
                  <a:pt x="6359" y="509575"/>
                </a:lnTo>
                <a:close/>
                <a:moveTo>
                  <a:pt x="0" y="458278"/>
                </a:moveTo>
                <a:cubicBezTo>
                  <a:pt x="0" y="460034"/>
                  <a:pt x="1424" y="461458"/>
                  <a:pt x="3180" y="461458"/>
                </a:cubicBezTo>
                <a:cubicBezTo>
                  <a:pt x="4936" y="461458"/>
                  <a:pt x="6359" y="460034"/>
                  <a:pt x="6359" y="458278"/>
                </a:cubicBezTo>
                <a:lnTo>
                  <a:pt x="0" y="458278"/>
                </a:lnTo>
                <a:close/>
                <a:moveTo>
                  <a:pt x="6359" y="406981"/>
                </a:moveTo>
                <a:cubicBezTo>
                  <a:pt x="6359" y="405225"/>
                  <a:pt x="4936" y="403802"/>
                  <a:pt x="3180" y="403802"/>
                </a:cubicBezTo>
                <a:cubicBezTo>
                  <a:pt x="1424" y="403802"/>
                  <a:pt x="0" y="405225"/>
                  <a:pt x="0" y="406981"/>
                </a:cubicBezTo>
                <a:lnTo>
                  <a:pt x="6359" y="406981"/>
                </a:lnTo>
                <a:close/>
                <a:moveTo>
                  <a:pt x="0" y="355685"/>
                </a:moveTo>
                <a:cubicBezTo>
                  <a:pt x="0" y="357441"/>
                  <a:pt x="1424" y="358864"/>
                  <a:pt x="3180" y="358864"/>
                </a:cubicBezTo>
                <a:cubicBezTo>
                  <a:pt x="4936" y="358864"/>
                  <a:pt x="6359" y="357441"/>
                  <a:pt x="6359" y="355685"/>
                </a:cubicBezTo>
                <a:lnTo>
                  <a:pt x="0" y="355685"/>
                </a:lnTo>
                <a:close/>
                <a:moveTo>
                  <a:pt x="6359" y="304388"/>
                </a:moveTo>
                <a:cubicBezTo>
                  <a:pt x="6359" y="302632"/>
                  <a:pt x="4936" y="301208"/>
                  <a:pt x="3180" y="301208"/>
                </a:cubicBezTo>
                <a:cubicBezTo>
                  <a:pt x="1424" y="301208"/>
                  <a:pt x="0" y="302632"/>
                  <a:pt x="0" y="304388"/>
                </a:cubicBezTo>
                <a:lnTo>
                  <a:pt x="6359" y="304388"/>
                </a:lnTo>
                <a:close/>
                <a:moveTo>
                  <a:pt x="0" y="253091"/>
                </a:moveTo>
                <a:cubicBezTo>
                  <a:pt x="0" y="254847"/>
                  <a:pt x="1424" y="256270"/>
                  <a:pt x="3180" y="256270"/>
                </a:cubicBezTo>
                <a:cubicBezTo>
                  <a:pt x="4936" y="256270"/>
                  <a:pt x="6359" y="254847"/>
                  <a:pt x="6359" y="253091"/>
                </a:cubicBezTo>
                <a:lnTo>
                  <a:pt x="0" y="253091"/>
                </a:lnTo>
                <a:close/>
                <a:moveTo>
                  <a:pt x="6359" y="201794"/>
                </a:moveTo>
                <a:cubicBezTo>
                  <a:pt x="6359" y="200038"/>
                  <a:pt x="4936" y="198614"/>
                  <a:pt x="3180" y="198614"/>
                </a:cubicBezTo>
                <a:cubicBezTo>
                  <a:pt x="1424" y="198614"/>
                  <a:pt x="0" y="200038"/>
                  <a:pt x="0" y="201794"/>
                </a:cubicBezTo>
                <a:lnTo>
                  <a:pt x="6359" y="201794"/>
                </a:lnTo>
                <a:close/>
                <a:moveTo>
                  <a:pt x="0" y="150497"/>
                </a:moveTo>
                <a:cubicBezTo>
                  <a:pt x="0" y="152253"/>
                  <a:pt x="1424" y="153676"/>
                  <a:pt x="3180" y="153676"/>
                </a:cubicBezTo>
                <a:cubicBezTo>
                  <a:pt x="4936" y="153676"/>
                  <a:pt x="6359" y="152253"/>
                  <a:pt x="6359" y="150497"/>
                </a:cubicBezTo>
                <a:lnTo>
                  <a:pt x="0" y="150497"/>
                </a:lnTo>
                <a:close/>
                <a:moveTo>
                  <a:pt x="6359" y="99200"/>
                </a:moveTo>
                <a:cubicBezTo>
                  <a:pt x="6359" y="97444"/>
                  <a:pt x="4936" y="96020"/>
                  <a:pt x="3180" y="96020"/>
                </a:cubicBezTo>
                <a:cubicBezTo>
                  <a:pt x="1424" y="96020"/>
                  <a:pt x="0" y="97444"/>
                  <a:pt x="0" y="99200"/>
                </a:cubicBezTo>
                <a:lnTo>
                  <a:pt x="6359" y="99200"/>
                </a:lnTo>
                <a:close/>
                <a:moveTo>
                  <a:pt x="0" y="47903"/>
                </a:moveTo>
                <a:cubicBezTo>
                  <a:pt x="0" y="49659"/>
                  <a:pt x="1424" y="51082"/>
                  <a:pt x="3180" y="51082"/>
                </a:cubicBezTo>
                <a:cubicBezTo>
                  <a:pt x="4936" y="51082"/>
                  <a:pt x="6359" y="49659"/>
                  <a:pt x="6359" y="47903"/>
                </a:cubicBezTo>
                <a:lnTo>
                  <a:pt x="0" y="47903"/>
                </a:lnTo>
                <a:close/>
                <a:moveTo>
                  <a:pt x="47771" y="6359"/>
                </a:moveTo>
                <a:cubicBezTo>
                  <a:pt x="49527" y="6359"/>
                  <a:pt x="50950" y="4936"/>
                  <a:pt x="50950" y="3180"/>
                </a:cubicBezTo>
                <a:cubicBezTo>
                  <a:pt x="50950" y="1423"/>
                  <a:pt x="49527" y="0"/>
                  <a:pt x="47771" y="0"/>
                </a:cubicBezTo>
                <a:lnTo>
                  <a:pt x="47771" y="6359"/>
                </a:lnTo>
                <a:close/>
                <a:moveTo>
                  <a:pt x="98799" y="0"/>
                </a:moveTo>
                <a:cubicBezTo>
                  <a:pt x="97043" y="0"/>
                  <a:pt x="95619" y="1423"/>
                  <a:pt x="95619" y="3180"/>
                </a:cubicBezTo>
                <a:cubicBezTo>
                  <a:pt x="95619" y="4936"/>
                  <a:pt x="97043" y="6359"/>
                  <a:pt x="98799" y="6359"/>
                </a:cubicBezTo>
                <a:lnTo>
                  <a:pt x="98799" y="0"/>
                </a:lnTo>
                <a:close/>
                <a:moveTo>
                  <a:pt x="149827" y="6359"/>
                </a:moveTo>
                <a:cubicBezTo>
                  <a:pt x="151583" y="6359"/>
                  <a:pt x="153006" y="4936"/>
                  <a:pt x="153006" y="3180"/>
                </a:cubicBezTo>
                <a:cubicBezTo>
                  <a:pt x="153006" y="1423"/>
                  <a:pt x="151583" y="0"/>
                  <a:pt x="149827" y="0"/>
                </a:cubicBezTo>
                <a:lnTo>
                  <a:pt x="149827" y="6359"/>
                </a:lnTo>
                <a:close/>
                <a:moveTo>
                  <a:pt x="200855" y="0"/>
                </a:moveTo>
                <a:cubicBezTo>
                  <a:pt x="199099" y="0"/>
                  <a:pt x="197675" y="1423"/>
                  <a:pt x="197675" y="3180"/>
                </a:cubicBezTo>
                <a:cubicBezTo>
                  <a:pt x="197675" y="4936"/>
                  <a:pt x="199099" y="6359"/>
                  <a:pt x="200855" y="6359"/>
                </a:cubicBezTo>
                <a:lnTo>
                  <a:pt x="200855" y="0"/>
                </a:lnTo>
                <a:close/>
                <a:moveTo>
                  <a:pt x="251883" y="6359"/>
                </a:moveTo>
                <a:cubicBezTo>
                  <a:pt x="253639" y="6359"/>
                  <a:pt x="255062" y="4936"/>
                  <a:pt x="255062" y="3180"/>
                </a:cubicBezTo>
                <a:cubicBezTo>
                  <a:pt x="255062" y="1423"/>
                  <a:pt x="253639" y="0"/>
                  <a:pt x="251883" y="0"/>
                </a:cubicBezTo>
                <a:lnTo>
                  <a:pt x="251883" y="6359"/>
                </a:lnTo>
                <a:close/>
                <a:moveTo>
                  <a:pt x="302911" y="0"/>
                </a:moveTo>
                <a:cubicBezTo>
                  <a:pt x="301155" y="0"/>
                  <a:pt x="299731" y="1423"/>
                  <a:pt x="299731" y="3180"/>
                </a:cubicBezTo>
                <a:cubicBezTo>
                  <a:pt x="299731" y="4936"/>
                  <a:pt x="301155" y="6359"/>
                  <a:pt x="302911" y="6359"/>
                </a:cubicBezTo>
                <a:lnTo>
                  <a:pt x="302911" y="0"/>
                </a:lnTo>
                <a:close/>
                <a:moveTo>
                  <a:pt x="353939" y="6359"/>
                </a:moveTo>
                <a:cubicBezTo>
                  <a:pt x="355695" y="6359"/>
                  <a:pt x="357118" y="4936"/>
                  <a:pt x="357118" y="3180"/>
                </a:cubicBezTo>
                <a:cubicBezTo>
                  <a:pt x="357118" y="1423"/>
                  <a:pt x="355695" y="0"/>
                  <a:pt x="353939" y="0"/>
                </a:cubicBezTo>
                <a:lnTo>
                  <a:pt x="353939" y="6359"/>
                </a:lnTo>
                <a:close/>
                <a:moveTo>
                  <a:pt x="404967" y="0"/>
                </a:moveTo>
                <a:cubicBezTo>
                  <a:pt x="403211" y="0"/>
                  <a:pt x="401787" y="1423"/>
                  <a:pt x="401787" y="3180"/>
                </a:cubicBezTo>
                <a:cubicBezTo>
                  <a:pt x="401787" y="4936"/>
                  <a:pt x="403211" y="6359"/>
                  <a:pt x="404967" y="6359"/>
                </a:cubicBezTo>
                <a:lnTo>
                  <a:pt x="404967" y="0"/>
                </a:lnTo>
                <a:close/>
                <a:moveTo>
                  <a:pt x="455995" y="6359"/>
                </a:moveTo>
                <a:cubicBezTo>
                  <a:pt x="457751" y="6359"/>
                  <a:pt x="459174" y="4936"/>
                  <a:pt x="459174" y="3180"/>
                </a:cubicBezTo>
                <a:cubicBezTo>
                  <a:pt x="459174" y="1423"/>
                  <a:pt x="457751" y="0"/>
                  <a:pt x="455995" y="0"/>
                </a:cubicBezTo>
                <a:lnTo>
                  <a:pt x="455995" y="6359"/>
                </a:lnTo>
                <a:close/>
                <a:moveTo>
                  <a:pt x="507023" y="0"/>
                </a:moveTo>
                <a:cubicBezTo>
                  <a:pt x="505267" y="0"/>
                  <a:pt x="503843" y="1423"/>
                  <a:pt x="503843" y="3180"/>
                </a:cubicBezTo>
                <a:cubicBezTo>
                  <a:pt x="503843" y="4936"/>
                  <a:pt x="505267" y="6359"/>
                  <a:pt x="507023" y="6359"/>
                </a:cubicBezTo>
                <a:lnTo>
                  <a:pt x="507023" y="0"/>
                </a:lnTo>
                <a:close/>
                <a:moveTo>
                  <a:pt x="558051" y="6359"/>
                </a:moveTo>
                <a:cubicBezTo>
                  <a:pt x="559807" y="6359"/>
                  <a:pt x="561230" y="4936"/>
                  <a:pt x="561230" y="3180"/>
                </a:cubicBezTo>
                <a:cubicBezTo>
                  <a:pt x="561230" y="1423"/>
                  <a:pt x="559807" y="0"/>
                  <a:pt x="558051" y="0"/>
                </a:cubicBezTo>
                <a:lnTo>
                  <a:pt x="558051" y="6359"/>
                </a:lnTo>
                <a:close/>
                <a:moveTo>
                  <a:pt x="609079" y="0"/>
                </a:moveTo>
                <a:cubicBezTo>
                  <a:pt x="607323" y="0"/>
                  <a:pt x="605899" y="1423"/>
                  <a:pt x="605899" y="3180"/>
                </a:cubicBezTo>
                <a:cubicBezTo>
                  <a:pt x="605899" y="4936"/>
                  <a:pt x="607323" y="6359"/>
                  <a:pt x="609079" y="6359"/>
                </a:cubicBezTo>
                <a:lnTo>
                  <a:pt x="609079" y="0"/>
                </a:lnTo>
                <a:close/>
                <a:moveTo>
                  <a:pt x="660107" y="6359"/>
                </a:moveTo>
                <a:cubicBezTo>
                  <a:pt x="661863" y="6359"/>
                  <a:pt x="663287" y="4936"/>
                  <a:pt x="663287" y="3180"/>
                </a:cubicBezTo>
                <a:cubicBezTo>
                  <a:pt x="663287" y="1423"/>
                  <a:pt x="661863" y="0"/>
                  <a:pt x="660107" y="0"/>
                </a:cubicBezTo>
                <a:lnTo>
                  <a:pt x="660107" y="6359"/>
                </a:lnTo>
                <a:close/>
                <a:moveTo>
                  <a:pt x="711135" y="0"/>
                </a:moveTo>
                <a:cubicBezTo>
                  <a:pt x="709379" y="0"/>
                  <a:pt x="707955" y="1423"/>
                  <a:pt x="707955" y="3180"/>
                </a:cubicBezTo>
                <a:cubicBezTo>
                  <a:pt x="707955" y="4936"/>
                  <a:pt x="709379" y="6359"/>
                  <a:pt x="711135" y="6359"/>
                </a:cubicBezTo>
                <a:lnTo>
                  <a:pt x="711135" y="0"/>
                </a:lnTo>
                <a:close/>
                <a:moveTo>
                  <a:pt x="762163" y="6359"/>
                </a:moveTo>
                <a:cubicBezTo>
                  <a:pt x="763919" y="6359"/>
                  <a:pt x="765342" y="4936"/>
                  <a:pt x="765342" y="3180"/>
                </a:cubicBezTo>
                <a:cubicBezTo>
                  <a:pt x="765342" y="1423"/>
                  <a:pt x="763919" y="0"/>
                  <a:pt x="762163" y="0"/>
                </a:cubicBezTo>
                <a:lnTo>
                  <a:pt x="762163" y="6359"/>
                </a:lnTo>
                <a:close/>
                <a:moveTo>
                  <a:pt x="813191" y="0"/>
                </a:moveTo>
                <a:cubicBezTo>
                  <a:pt x="811435" y="0"/>
                  <a:pt x="810011" y="1423"/>
                  <a:pt x="810011" y="3180"/>
                </a:cubicBezTo>
                <a:cubicBezTo>
                  <a:pt x="810011" y="4936"/>
                  <a:pt x="811435" y="6359"/>
                  <a:pt x="813191" y="6359"/>
                </a:cubicBezTo>
                <a:lnTo>
                  <a:pt x="813191" y="0"/>
                </a:lnTo>
                <a:close/>
                <a:moveTo>
                  <a:pt x="864219" y="6359"/>
                </a:moveTo>
                <a:cubicBezTo>
                  <a:pt x="865975" y="6359"/>
                  <a:pt x="867399" y="4936"/>
                  <a:pt x="867399" y="3180"/>
                </a:cubicBezTo>
                <a:cubicBezTo>
                  <a:pt x="867399" y="1423"/>
                  <a:pt x="865975" y="0"/>
                  <a:pt x="864219" y="0"/>
                </a:cubicBezTo>
                <a:lnTo>
                  <a:pt x="864219" y="6359"/>
                </a:lnTo>
                <a:close/>
                <a:moveTo>
                  <a:pt x="915247" y="0"/>
                </a:moveTo>
                <a:cubicBezTo>
                  <a:pt x="913491" y="0"/>
                  <a:pt x="912067" y="1423"/>
                  <a:pt x="912067" y="3180"/>
                </a:cubicBezTo>
                <a:cubicBezTo>
                  <a:pt x="912067" y="4936"/>
                  <a:pt x="913491" y="6359"/>
                  <a:pt x="915247" y="6359"/>
                </a:cubicBezTo>
                <a:lnTo>
                  <a:pt x="915247" y="0"/>
                </a:lnTo>
                <a:close/>
                <a:moveTo>
                  <a:pt x="966275" y="6359"/>
                </a:moveTo>
                <a:cubicBezTo>
                  <a:pt x="968031" y="6359"/>
                  <a:pt x="969455" y="4936"/>
                  <a:pt x="969455" y="3180"/>
                </a:cubicBezTo>
                <a:cubicBezTo>
                  <a:pt x="969455" y="1423"/>
                  <a:pt x="968031" y="0"/>
                  <a:pt x="966275" y="0"/>
                </a:cubicBezTo>
                <a:lnTo>
                  <a:pt x="966275" y="6359"/>
                </a:lnTo>
                <a:close/>
                <a:moveTo>
                  <a:pt x="1017303" y="0"/>
                </a:moveTo>
                <a:cubicBezTo>
                  <a:pt x="1015547" y="0"/>
                  <a:pt x="1014123" y="1423"/>
                  <a:pt x="1014123" y="3180"/>
                </a:cubicBezTo>
                <a:cubicBezTo>
                  <a:pt x="1014123" y="4936"/>
                  <a:pt x="1015547" y="6359"/>
                  <a:pt x="1017303" y="6359"/>
                </a:cubicBezTo>
                <a:lnTo>
                  <a:pt x="1017303" y="0"/>
                </a:lnTo>
                <a:close/>
                <a:moveTo>
                  <a:pt x="1068331" y="6359"/>
                </a:moveTo>
                <a:cubicBezTo>
                  <a:pt x="1070087" y="6359"/>
                  <a:pt x="1071510" y="4936"/>
                  <a:pt x="1071510" y="3180"/>
                </a:cubicBezTo>
                <a:cubicBezTo>
                  <a:pt x="1071510" y="1423"/>
                  <a:pt x="1070087" y="0"/>
                  <a:pt x="1068331" y="0"/>
                </a:cubicBezTo>
                <a:lnTo>
                  <a:pt x="1068331" y="6359"/>
                </a:lnTo>
                <a:close/>
                <a:moveTo>
                  <a:pt x="1119359" y="0"/>
                </a:moveTo>
                <a:cubicBezTo>
                  <a:pt x="1117603" y="0"/>
                  <a:pt x="1116179" y="1423"/>
                  <a:pt x="1116179" y="3180"/>
                </a:cubicBezTo>
                <a:cubicBezTo>
                  <a:pt x="1116179" y="4936"/>
                  <a:pt x="1117603" y="6359"/>
                  <a:pt x="1119359" y="6359"/>
                </a:cubicBezTo>
                <a:lnTo>
                  <a:pt x="1119359" y="0"/>
                </a:lnTo>
                <a:close/>
                <a:moveTo>
                  <a:pt x="1170387" y="6359"/>
                </a:moveTo>
                <a:cubicBezTo>
                  <a:pt x="1172143" y="6359"/>
                  <a:pt x="1173566" y="4936"/>
                  <a:pt x="1173566" y="3180"/>
                </a:cubicBezTo>
                <a:cubicBezTo>
                  <a:pt x="1173566" y="1423"/>
                  <a:pt x="1172143" y="0"/>
                  <a:pt x="1170387" y="0"/>
                </a:cubicBezTo>
                <a:lnTo>
                  <a:pt x="1170387" y="6359"/>
                </a:lnTo>
                <a:close/>
                <a:moveTo>
                  <a:pt x="1221415" y="0"/>
                </a:moveTo>
                <a:cubicBezTo>
                  <a:pt x="1219659" y="0"/>
                  <a:pt x="1218235" y="1423"/>
                  <a:pt x="1218235" y="3180"/>
                </a:cubicBezTo>
                <a:cubicBezTo>
                  <a:pt x="1218235" y="4936"/>
                  <a:pt x="1219659" y="6359"/>
                  <a:pt x="1221415" y="6359"/>
                </a:cubicBezTo>
                <a:lnTo>
                  <a:pt x="1221415" y="0"/>
                </a:lnTo>
                <a:close/>
                <a:moveTo>
                  <a:pt x="1272443" y="6359"/>
                </a:moveTo>
                <a:cubicBezTo>
                  <a:pt x="1274199" y="6359"/>
                  <a:pt x="1275622" y="4936"/>
                  <a:pt x="1275622" y="3180"/>
                </a:cubicBezTo>
                <a:cubicBezTo>
                  <a:pt x="1275622" y="1423"/>
                  <a:pt x="1274199" y="0"/>
                  <a:pt x="1272443" y="0"/>
                </a:cubicBezTo>
                <a:lnTo>
                  <a:pt x="1272443" y="6359"/>
                </a:lnTo>
                <a:close/>
                <a:moveTo>
                  <a:pt x="1323471" y="0"/>
                </a:moveTo>
                <a:cubicBezTo>
                  <a:pt x="1321715" y="0"/>
                  <a:pt x="1320291" y="1423"/>
                  <a:pt x="1320291" y="3180"/>
                </a:cubicBezTo>
                <a:cubicBezTo>
                  <a:pt x="1320291" y="4936"/>
                  <a:pt x="1321715" y="6359"/>
                  <a:pt x="1323471" y="6359"/>
                </a:cubicBezTo>
                <a:lnTo>
                  <a:pt x="1323471" y="0"/>
                </a:lnTo>
                <a:close/>
                <a:moveTo>
                  <a:pt x="1374499" y="6359"/>
                </a:moveTo>
                <a:cubicBezTo>
                  <a:pt x="1376255" y="6359"/>
                  <a:pt x="1377678" y="4936"/>
                  <a:pt x="1377678" y="3180"/>
                </a:cubicBezTo>
                <a:cubicBezTo>
                  <a:pt x="1377678" y="1423"/>
                  <a:pt x="1376255" y="0"/>
                  <a:pt x="1374499" y="0"/>
                </a:cubicBezTo>
                <a:lnTo>
                  <a:pt x="1374499" y="6359"/>
                </a:lnTo>
                <a:close/>
                <a:moveTo>
                  <a:pt x="1425527" y="0"/>
                </a:moveTo>
                <a:cubicBezTo>
                  <a:pt x="1423771" y="0"/>
                  <a:pt x="1422347" y="1423"/>
                  <a:pt x="1422347" y="3180"/>
                </a:cubicBezTo>
                <a:cubicBezTo>
                  <a:pt x="1422347" y="4936"/>
                  <a:pt x="1423771" y="6359"/>
                  <a:pt x="1425527" y="6359"/>
                </a:cubicBezTo>
                <a:lnTo>
                  <a:pt x="1425527" y="0"/>
                </a:lnTo>
                <a:close/>
                <a:moveTo>
                  <a:pt x="1476555" y="6359"/>
                </a:moveTo>
                <a:cubicBezTo>
                  <a:pt x="1478311" y="6359"/>
                  <a:pt x="1479734" y="4936"/>
                  <a:pt x="1479734" y="3180"/>
                </a:cubicBezTo>
                <a:cubicBezTo>
                  <a:pt x="1479734" y="1423"/>
                  <a:pt x="1478311" y="0"/>
                  <a:pt x="1476555" y="0"/>
                </a:cubicBezTo>
                <a:lnTo>
                  <a:pt x="1476555" y="6359"/>
                </a:lnTo>
                <a:close/>
                <a:moveTo>
                  <a:pt x="1527583" y="0"/>
                </a:moveTo>
                <a:cubicBezTo>
                  <a:pt x="1525827" y="0"/>
                  <a:pt x="1524403" y="1423"/>
                  <a:pt x="1524403" y="3180"/>
                </a:cubicBezTo>
                <a:cubicBezTo>
                  <a:pt x="1524403" y="4936"/>
                  <a:pt x="1525827" y="6359"/>
                  <a:pt x="1527583" y="6359"/>
                </a:cubicBezTo>
                <a:lnTo>
                  <a:pt x="1527583" y="0"/>
                </a:lnTo>
                <a:close/>
                <a:moveTo>
                  <a:pt x="1578610" y="6359"/>
                </a:moveTo>
                <a:cubicBezTo>
                  <a:pt x="1580366" y="6359"/>
                  <a:pt x="1581790" y="4936"/>
                  <a:pt x="1581790" y="3180"/>
                </a:cubicBezTo>
                <a:cubicBezTo>
                  <a:pt x="1581790" y="1423"/>
                  <a:pt x="1580366" y="0"/>
                  <a:pt x="1578610" y="0"/>
                </a:cubicBezTo>
                <a:lnTo>
                  <a:pt x="1578610" y="6359"/>
                </a:lnTo>
                <a:close/>
                <a:moveTo>
                  <a:pt x="1629638" y="0"/>
                </a:moveTo>
                <a:cubicBezTo>
                  <a:pt x="1627882" y="0"/>
                  <a:pt x="1626459" y="1423"/>
                  <a:pt x="1626459" y="3180"/>
                </a:cubicBezTo>
                <a:cubicBezTo>
                  <a:pt x="1626459" y="4936"/>
                  <a:pt x="1627882" y="6359"/>
                  <a:pt x="1629638" y="6359"/>
                </a:cubicBezTo>
                <a:lnTo>
                  <a:pt x="1629638" y="0"/>
                </a:lnTo>
                <a:close/>
                <a:moveTo>
                  <a:pt x="1680666" y="6359"/>
                </a:moveTo>
                <a:cubicBezTo>
                  <a:pt x="1682423" y="6359"/>
                  <a:pt x="1683846" y="4936"/>
                  <a:pt x="1683846" y="3180"/>
                </a:cubicBezTo>
                <a:cubicBezTo>
                  <a:pt x="1683846" y="1423"/>
                  <a:pt x="1682423" y="0"/>
                  <a:pt x="1680666" y="0"/>
                </a:cubicBezTo>
                <a:lnTo>
                  <a:pt x="1680666" y="6359"/>
                </a:lnTo>
                <a:close/>
                <a:moveTo>
                  <a:pt x="1731695" y="0"/>
                </a:moveTo>
                <a:cubicBezTo>
                  <a:pt x="1729938" y="0"/>
                  <a:pt x="1728515" y="1423"/>
                  <a:pt x="1728515" y="3180"/>
                </a:cubicBezTo>
                <a:cubicBezTo>
                  <a:pt x="1728515" y="4936"/>
                  <a:pt x="1729938" y="6359"/>
                  <a:pt x="1731695" y="6359"/>
                </a:cubicBezTo>
                <a:lnTo>
                  <a:pt x="1731695" y="0"/>
                </a:lnTo>
                <a:close/>
                <a:moveTo>
                  <a:pt x="1782722" y="6359"/>
                </a:moveTo>
                <a:cubicBezTo>
                  <a:pt x="1784479" y="6359"/>
                  <a:pt x="1785902" y="4936"/>
                  <a:pt x="1785902" y="3180"/>
                </a:cubicBezTo>
                <a:cubicBezTo>
                  <a:pt x="1785902" y="1423"/>
                  <a:pt x="1784479" y="0"/>
                  <a:pt x="1782722" y="0"/>
                </a:cubicBezTo>
                <a:lnTo>
                  <a:pt x="1782722" y="6359"/>
                </a:lnTo>
                <a:close/>
                <a:moveTo>
                  <a:pt x="1833750" y="0"/>
                </a:moveTo>
                <a:cubicBezTo>
                  <a:pt x="1831994" y="0"/>
                  <a:pt x="1830571" y="1423"/>
                  <a:pt x="1830571" y="3180"/>
                </a:cubicBezTo>
                <a:cubicBezTo>
                  <a:pt x="1830571" y="4936"/>
                  <a:pt x="1831994" y="6359"/>
                  <a:pt x="1833750" y="6359"/>
                </a:cubicBezTo>
                <a:lnTo>
                  <a:pt x="1833750" y="0"/>
                </a:lnTo>
                <a:close/>
                <a:moveTo>
                  <a:pt x="1884778" y="6359"/>
                </a:moveTo>
                <a:cubicBezTo>
                  <a:pt x="1886534" y="6359"/>
                  <a:pt x="1887958" y="4936"/>
                  <a:pt x="1887958" y="3180"/>
                </a:cubicBezTo>
                <a:cubicBezTo>
                  <a:pt x="1887958" y="1423"/>
                  <a:pt x="1886534" y="0"/>
                  <a:pt x="1884778" y="0"/>
                </a:cubicBezTo>
                <a:lnTo>
                  <a:pt x="1884778" y="6359"/>
                </a:lnTo>
                <a:close/>
                <a:moveTo>
                  <a:pt x="1935806" y="0"/>
                </a:moveTo>
                <a:cubicBezTo>
                  <a:pt x="1934050" y="0"/>
                  <a:pt x="1932627" y="1423"/>
                  <a:pt x="1932627" y="3180"/>
                </a:cubicBezTo>
                <a:cubicBezTo>
                  <a:pt x="1932627" y="4936"/>
                  <a:pt x="1934050" y="6359"/>
                  <a:pt x="1935806" y="6359"/>
                </a:cubicBezTo>
                <a:lnTo>
                  <a:pt x="1935806" y="0"/>
                </a:lnTo>
                <a:close/>
                <a:moveTo>
                  <a:pt x="1986834" y="6359"/>
                </a:moveTo>
                <a:cubicBezTo>
                  <a:pt x="1988590" y="6359"/>
                  <a:pt x="1990014" y="4936"/>
                  <a:pt x="1990014" y="3180"/>
                </a:cubicBezTo>
                <a:cubicBezTo>
                  <a:pt x="1990014" y="1423"/>
                  <a:pt x="1988590" y="0"/>
                  <a:pt x="1986834" y="0"/>
                </a:cubicBezTo>
                <a:lnTo>
                  <a:pt x="1986834" y="6359"/>
                </a:lnTo>
                <a:close/>
                <a:moveTo>
                  <a:pt x="2037862" y="0"/>
                </a:moveTo>
                <a:cubicBezTo>
                  <a:pt x="2036106" y="0"/>
                  <a:pt x="2034683" y="1423"/>
                  <a:pt x="2034683" y="3180"/>
                </a:cubicBezTo>
                <a:cubicBezTo>
                  <a:pt x="2034683" y="4936"/>
                  <a:pt x="2036106" y="6359"/>
                  <a:pt x="2037862" y="6359"/>
                </a:cubicBezTo>
                <a:lnTo>
                  <a:pt x="2037862" y="0"/>
                </a:lnTo>
                <a:close/>
                <a:moveTo>
                  <a:pt x="2088890" y="6359"/>
                </a:moveTo>
                <a:cubicBezTo>
                  <a:pt x="2090646" y="6359"/>
                  <a:pt x="2092070" y="4936"/>
                  <a:pt x="2092070" y="3180"/>
                </a:cubicBezTo>
                <a:cubicBezTo>
                  <a:pt x="2092070" y="1423"/>
                  <a:pt x="2090646" y="0"/>
                  <a:pt x="2088890" y="0"/>
                </a:cubicBezTo>
                <a:lnTo>
                  <a:pt x="2088890" y="6359"/>
                </a:lnTo>
                <a:close/>
                <a:moveTo>
                  <a:pt x="2139918" y="0"/>
                </a:moveTo>
                <a:cubicBezTo>
                  <a:pt x="2138162" y="0"/>
                  <a:pt x="2136739" y="1423"/>
                  <a:pt x="2136739" y="3180"/>
                </a:cubicBezTo>
                <a:cubicBezTo>
                  <a:pt x="2136739" y="4936"/>
                  <a:pt x="2138162" y="6359"/>
                  <a:pt x="2139918" y="6359"/>
                </a:cubicBezTo>
                <a:lnTo>
                  <a:pt x="2139918" y="0"/>
                </a:lnTo>
                <a:close/>
                <a:moveTo>
                  <a:pt x="2190946" y="6359"/>
                </a:moveTo>
                <a:cubicBezTo>
                  <a:pt x="2192702" y="6359"/>
                  <a:pt x="2194126" y="4936"/>
                  <a:pt x="2194126" y="3180"/>
                </a:cubicBezTo>
                <a:cubicBezTo>
                  <a:pt x="2194126" y="1423"/>
                  <a:pt x="2192702" y="0"/>
                  <a:pt x="2190946" y="0"/>
                </a:cubicBezTo>
                <a:lnTo>
                  <a:pt x="2190946" y="6359"/>
                </a:lnTo>
                <a:close/>
                <a:moveTo>
                  <a:pt x="2241974" y="0"/>
                </a:moveTo>
                <a:cubicBezTo>
                  <a:pt x="2240218" y="0"/>
                  <a:pt x="2238795" y="1423"/>
                  <a:pt x="2238795" y="3180"/>
                </a:cubicBezTo>
                <a:cubicBezTo>
                  <a:pt x="2238795" y="4936"/>
                  <a:pt x="2240218" y="6359"/>
                  <a:pt x="2241974" y="6359"/>
                </a:cubicBezTo>
                <a:lnTo>
                  <a:pt x="2241974" y="0"/>
                </a:lnTo>
                <a:close/>
                <a:moveTo>
                  <a:pt x="2293002" y="6359"/>
                </a:moveTo>
                <a:cubicBezTo>
                  <a:pt x="2294758" y="6359"/>
                  <a:pt x="2296182" y="4936"/>
                  <a:pt x="2296182" y="3180"/>
                </a:cubicBezTo>
                <a:cubicBezTo>
                  <a:pt x="2296182" y="1423"/>
                  <a:pt x="2294758" y="0"/>
                  <a:pt x="2293002" y="0"/>
                </a:cubicBezTo>
                <a:lnTo>
                  <a:pt x="2293002" y="6359"/>
                </a:lnTo>
                <a:close/>
                <a:moveTo>
                  <a:pt x="2344030" y="0"/>
                </a:moveTo>
                <a:cubicBezTo>
                  <a:pt x="2342274" y="0"/>
                  <a:pt x="2340850" y="1423"/>
                  <a:pt x="2340850" y="3180"/>
                </a:cubicBezTo>
                <a:cubicBezTo>
                  <a:pt x="2340850" y="4936"/>
                  <a:pt x="2342274" y="6359"/>
                  <a:pt x="2344030" y="6359"/>
                </a:cubicBezTo>
                <a:lnTo>
                  <a:pt x="2344030" y="0"/>
                </a:lnTo>
                <a:close/>
                <a:moveTo>
                  <a:pt x="2395058" y="6359"/>
                </a:moveTo>
                <a:cubicBezTo>
                  <a:pt x="2396814" y="6359"/>
                  <a:pt x="2398238" y="4936"/>
                  <a:pt x="2398238" y="3180"/>
                </a:cubicBezTo>
                <a:cubicBezTo>
                  <a:pt x="2398238" y="1423"/>
                  <a:pt x="2396814" y="0"/>
                  <a:pt x="2395058" y="0"/>
                </a:cubicBezTo>
                <a:lnTo>
                  <a:pt x="2395058" y="6359"/>
                </a:lnTo>
                <a:close/>
                <a:moveTo>
                  <a:pt x="2446086" y="0"/>
                </a:moveTo>
                <a:cubicBezTo>
                  <a:pt x="2444330" y="0"/>
                  <a:pt x="2442906" y="1423"/>
                  <a:pt x="2442906" y="3180"/>
                </a:cubicBezTo>
                <a:cubicBezTo>
                  <a:pt x="2442906" y="4936"/>
                  <a:pt x="2444330" y="6359"/>
                  <a:pt x="2446086" y="6359"/>
                </a:cubicBezTo>
                <a:lnTo>
                  <a:pt x="2446086" y="0"/>
                </a:lnTo>
                <a:close/>
                <a:moveTo>
                  <a:pt x="2497114" y="6359"/>
                </a:moveTo>
                <a:cubicBezTo>
                  <a:pt x="2498870" y="6359"/>
                  <a:pt x="2500293" y="4936"/>
                  <a:pt x="2500293" y="3180"/>
                </a:cubicBezTo>
                <a:cubicBezTo>
                  <a:pt x="2500293" y="1423"/>
                  <a:pt x="2498870" y="0"/>
                  <a:pt x="2497114" y="0"/>
                </a:cubicBezTo>
                <a:lnTo>
                  <a:pt x="2497114" y="6359"/>
                </a:lnTo>
                <a:close/>
                <a:moveTo>
                  <a:pt x="2548142" y="0"/>
                </a:moveTo>
                <a:cubicBezTo>
                  <a:pt x="2546386" y="0"/>
                  <a:pt x="2544962" y="1423"/>
                  <a:pt x="2544962" y="3180"/>
                </a:cubicBezTo>
                <a:cubicBezTo>
                  <a:pt x="2544962" y="4936"/>
                  <a:pt x="2546386" y="6359"/>
                  <a:pt x="2548142" y="6359"/>
                </a:cubicBezTo>
                <a:lnTo>
                  <a:pt x="2548142" y="0"/>
                </a:lnTo>
                <a:close/>
                <a:moveTo>
                  <a:pt x="2599170" y="6359"/>
                </a:moveTo>
                <a:cubicBezTo>
                  <a:pt x="2600926" y="6359"/>
                  <a:pt x="2602349" y="4936"/>
                  <a:pt x="2602349" y="3180"/>
                </a:cubicBezTo>
                <a:cubicBezTo>
                  <a:pt x="2602349" y="1423"/>
                  <a:pt x="2600926" y="0"/>
                  <a:pt x="2599170" y="0"/>
                </a:cubicBezTo>
                <a:lnTo>
                  <a:pt x="2599170" y="6359"/>
                </a:lnTo>
                <a:close/>
                <a:moveTo>
                  <a:pt x="2650198" y="0"/>
                </a:moveTo>
                <a:cubicBezTo>
                  <a:pt x="2648442" y="0"/>
                  <a:pt x="2647018" y="1423"/>
                  <a:pt x="2647018" y="3180"/>
                </a:cubicBezTo>
                <a:cubicBezTo>
                  <a:pt x="2647018" y="4936"/>
                  <a:pt x="2648442" y="6359"/>
                  <a:pt x="2650198" y="6359"/>
                </a:cubicBezTo>
                <a:lnTo>
                  <a:pt x="2650198" y="0"/>
                </a:lnTo>
                <a:close/>
                <a:moveTo>
                  <a:pt x="2701226" y="6359"/>
                </a:moveTo>
                <a:cubicBezTo>
                  <a:pt x="2702982" y="6359"/>
                  <a:pt x="2704405" y="4936"/>
                  <a:pt x="2704405" y="3180"/>
                </a:cubicBezTo>
                <a:cubicBezTo>
                  <a:pt x="2704405" y="1423"/>
                  <a:pt x="2702982" y="0"/>
                  <a:pt x="2701226" y="0"/>
                </a:cubicBezTo>
                <a:lnTo>
                  <a:pt x="2701226" y="6359"/>
                </a:lnTo>
                <a:close/>
                <a:moveTo>
                  <a:pt x="2752254" y="0"/>
                </a:moveTo>
                <a:cubicBezTo>
                  <a:pt x="2750498" y="0"/>
                  <a:pt x="2749074" y="1423"/>
                  <a:pt x="2749074" y="3180"/>
                </a:cubicBezTo>
                <a:cubicBezTo>
                  <a:pt x="2749074" y="4936"/>
                  <a:pt x="2750498" y="6359"/>
                  <a:pt x="2752254" y="6359"/>
                </a:cubicBezTo>
                <a:lnTo>
                  <a:pt x="2752254" y="0"/>
                </a:lnTo>
                <a:close/>
                <a:moveTo>
                  <a:pt x="2803282" y="6359"/>
                </a:moveTo>
                <a:cubicBezTo>
                  <a:pt x="2805038" y="6359"/>
                  <a:pt x="2806461" y="4936"/>
                  <a:pt x="2806461" y="3180"/>
                </a:cubicBezTo>
                <a:cubicBezTo>
                  <a:pt x="2806461" y="1423"/>
                  <a:pt x="2805038" y="0"/>
                  <a:pt x="2803282" y="0"/>
                </a:cubicBezTo>
                <a:lnTo>
                  <a:pt x="2803282" y="6359"/>
                </a:lnTo>
                <a:close/>
                <a:moveTo>
                  <a:pt x="2854310" y="0"/>
                </a:moveTo>
                <a:cubicBezTo>
                  <a:pt x="2852554" y="0"/>
                  <a:pt x="2851130" y="1423"/>
                  <a:pt x="2851130" y="3180"/>
                </a:cubicBezTo>
                <a:cubicBezTo>
                  <a:pt x="2851130" y="4936"/>
                  <a:pt x="2852554" y="6359"/>
                  <a:pt x="2854310" y="6359"/>
                </a:cubicBezTo>
                <a:lnTo>
                  <a:pt x="2854310" y="0"/>
                </a:lnTo>
                <a:close/>
                <a:moveTo>
                  <a:pt x="2905337" y="6359"/>
                </a:moveTo>
                <a:cubicBezTo>
                  <a:pt x="2907094" y="6359"/>
                  <a:pt x="2908517" y="4936"/>
                  <a:pt x="2908517" y="3180"/>
                </a:cubicBezTo>
                <a:cubicBezTo>
                  <a:pt x="2908517" y="1423"/>
                  <a:pt x="2907094" y="0"/>
                  <a:pt x="2905337" y="0"/>
                </a:cubicBezTo>
                <a:lnTo>
                  <a:pt x="2905337" y="6359"/>
                </a:lnTo>
                <a:close/>
                <a:moveTo>
                  <a:pt x="2956366" y="0"/>
                </a:moveTo>
                <a:cubicBezTo>
                  <a:pt x="2954609" y="0"/>
                  <a:pt x="2953186" y="1423"/>
                  <a:pt x="2953186" y="3180"/>
                </a:cubicBezTo>
                <a:cubicBezTo>
                  <a:pt x="2953186" y="4936"/>
                  <a:pt x="2954609" y="6359"/>
                  <a:pt x="2956366" y="6359"/>
                </a:cubicBezTo>
                <a:lnTo>
                  <a:pt x="2956366" y="0"/>
                </a:lnTo>
                <a:close/>
                <a:moveTo>
                  <a:pt x="3007393" y="6359"/>
                </a:moveTo>
                <a:cubicBezTo>
                  <a:pt x="3009149" y="6359"/>
                  <a:pt x="3010573" y="4936"/>
                  <a:pt x="3010573" y="3180"/>
                </a:cubicBezTo>
                <a:cubicBezTo>
                  <a:pt x="3010573" y="1423"/>
                  <a:pt x="3009149" y="0"/>
                  <a:pt x="3007393" y="0"/>
                </a:cubicBezTo>
                <a:lnTo>
                  <a:pt x="3007393" y="6359"/>
                </a:lnTo>
                <a:close/>
                <a:moveTo>
                  <a:pt x="3058421" y="0"/>
                </a:moveTo>
                <a:cubicBezTo>
                  <a:pt x="3056665" y="0"/>
                  <a:pt x="3055242" y="1423"/>
                  <a:pt x="3055242" y="3180"/>
                </a:cubicBezTo>
                <a:cubicBezTo>
                  <a:pt x="3055242" y="4936"/>
                  <a:pt x="3056665" y="6359"/>
                  <a:pt x="3058421" y="6359"/>
                </a:cubicBezTo>
                <a:lnTo>
                  <a:pt x="3058421" y="0"/>
                </a:lnTo>
                <a:close/>
                <a:moveTo>
                  <a:pt x="3109449" y="6359"/>
                </a:moveTo>
                <a:cubicBezTo>
                  <a:pt x="3111205" y="6359"/>
                  <a:pt x="3112629" y="4936"/>
                  <a:pt x="3112629" y="3180"/>
                </a:cubicBezTo>
                <a:cubicBezTo>
                  <a:pt x="3112629" y="1423"/>
                  <a:pt x="3111205" y="0"/>
                  <a:pt x="3109449" y="0"/>
                </a:cubicBezTo>
                <a:lnTo>
                  <a:pt x="3109449" y="6359"/>
                </a:lnTo>
                <a:close/>
                <a:moveTo>
                  <a:pt x="3160477" y="0"/>
                </a:moveTo>
                <a:cubicBezTo>
                  <a:pt x="3158721" y="0"/>
                  <a:pt x="3157298" y="1423"/>
                  <a:pt x="3157298" y="3180"/>
                </a:cubicBezTo>
                <a:cubicBezTo>
                  <a:pt x="3157298" y="4936"/>
                  <a:pt x="3158721" y="6359"/>
                  <a:pt x="3160477" y="6359"/>
                </a:cubicBezTo>
                <a:lnTo>
                  <a:pt x="3160477" y="0"/>
                </a:lnTo>
                <a:close/>
                <a:moveTo>
                  <a:pt x="3211505" y="6359"/>
                </a:moveTo>
                <a:cubicBezTo>
                  <a:pt x="3213261" y="6359"/>
                  <a:pt x="3214685" y="4936"/>
                  <a:pt x="3214685" y="3180"/>
                </a:cubicBezTo>
                <a:cubicBezTo>
                  <a:pt x="3214685" y="1423"/>
                  <a:pt x="3213261" y="0"/>
                  <a:pt x="3211505" y="0"/>
                </a:cubicBezTo>
                <a:lnTo>
                  <a:pt x="3211505" y="6359"/>
                </a:lnTo>
                <a:close/>
                <a:moveTo>
                  <a:pt x="3262533" y="0"/>
                </a:moveTo>
                <a:cubicBezTo>
                  <a:pt x="3260777" y="0"/>
                  <a:pt x="3259354" y="1423"/>
                  <a:pt x="3259354" y="3180"/>
                </a:cubicBezTo>
                <a:cubicBezTo>
                  <a:pt x="3259354" y="4936"/>
                  <a:pt x="3260777" y="6359"/>
                  <a:pt x="3262533" y="6359"/>
                </a:cubicBezTo>
                <a:lnTo>
                  <a:pt x="3262533" y="0"/>
                </a:lnTo>
                <a:close/>
                <a:moveTo>
                  <a:pt x="3313561" y="6359"/>
                </a:moveTo>
                <a:cubicBezTo>
                  <a:pt x="3315317" y="6359"/>
                  <a:pt x="3316741" y="4936"/>
                  <a:pt x="3316741" y="3180"/>
                </a:cubicBezTo>
                <a:cubicBezTo>
                  <a:pt x="3316741" y="1423"/>
                  <a:pt x="3315317" y="0"/>
                  <a:pt x="3313561" y="0"/>
                </a:cubicBezTo>
                <a:lnTo>
                  <a:pt x="3313561" y="6359"/>
                </a:lnTo>
                <a:close/>
                <a:moveTo>
                  <a:pt x="3364589" y="0"/>
                </a:moveTo>
                <a:cubicBezTo>
                  <a:pt x="3362834" y="0"/>
                  <a:pt x="3361410" y="1423"/>
                  <a:pt x="3361410" y="3180"/>
                </a:cubicBezTo>
                <a:cubicBezTo>
                  <a:pt x="3361410" y="4936"/>
                  <a:pt x="3362834" y="6359"/>
                  <a:pt x="3364589" y="6359"/>
                </a:cubicBezTo>
                <a:lnTo>
                  <a:pt x="3364589" y="0"/>
                </a:lnTo>
                <a:close/>
                <a:moveTo>
                  <a:pt x="3415617" y="6359"/>
                </a:moveTo>
                <a:cubicBezTo>
                  <a:pt x="3417373" y="6359"/>
                  <a:pt x="3418797" y="4936"/>
                  <a:pt x="3418797" y="3180"/>
                </a:cubicBezTo>
                <a:cubicBezTo>
                  <a:pt x="3418797" y="1423"/>
                  <a:pt x="3417373" y="0"/>
                  <a:pt x="3415617" y="0"/>
                </a:cubicBezTo>
                <a:lnTo>
                  <a:pt x="3415617" y="6359"/>
                </a:lnTo>
                <a:close/>
                <a:moveTo>
                  <a:pt x="3466646" y="0"/>
                </a:moveTo>
                <a:cubicBezTo>
                  <a:pt x="3464890" y="0"/>
                  <a:pt x="3463466" y="1423"/>
                  <a:pt x="3463466" y="3180"/>
                </a:cubicBezTo>
                <a:cubicBezTo>
                  <a:pt x="3463466" y="4936"/>
                  <a:pt x="3464890" y="6359"/>
                  <a:pt x="3466646" y="6359"/>
                </a:cubicBezTo>
                <a:lnTo>
                  <a:pt x="3466646" y="0"/>
                </a:lnTo>
                <a:close/>
                <a:moveTo>
                  <a:pt x="3517674" y="6359"/>
                </a:moveTo>
                <a:cubicBezTo>
                  <a:pt x="3519430" y="6359"/>
                  <a:pt x="3520854" y="4936"/>
                  <a:pt x="3520854" y="3180"/>
                </a:cubicBezTo>
                <a:cubicBezTo>
                  <a:pt x="3520854" y="1423"/>
                  <a:pt x="3519430" y="0"/>
                  <a:pt x="3517674" y="0"/>
                </a:cubicBezTo>
                <a:lnTo>
                  <a:pt x="3517674" y="6359"/>
                </a:lnTo>
                <a:close/>
                <a:moveTo>
                  <a:pt x="3568702" y="0"/>
                </a:moveTo>
                <a:cubicBezTo>
                  <a:pt x="3566946" y="0"/>
                  <a:pt x="3565523" y="1423"/>
                  <a:pt x="3565523" y="3180"/>
                </a:cubicBezTo>
                <a:cubicBezTo>
                  <a:pt x="3565523" y="4936"/>
                  <a:pt x="3566946" y="6359"/>
                  <a:pt x="3568702" y="6359"/>
                </a:cubicBezTo>
                <a:lnTo>
                  <a:pt x="3568702" y="0"/>
                </a:lnTo>
                <a:close/>
                <a:moveTo>
                  <a:pt x="3619730" y="6359"/>
                </a:moveTo>
                <a:cubicBezTo>
                  <a:pt x="3621486" y="6359"/>
                  <a:pt x="3622910" y="4936"/>
                  <a:pt x="3622910" y="3180"/>
                </a:cubicBezTo>
                <a:cubicBezTo>
                  <a:pt x="3622910" y="1423"/>
                  <a:pt x="3621486" y="0"/>
                  <a:pt x="3619730" y="0"/>
                </a:cubicBezTo>
                <a:lnTo>
                  <a:pt x="3619730" y="6359"/>
                </a:lnTo>
                <a:close/>
                <a:moveTo>
                  <a:pt x="3670758" y="0"/>
                </a:moveTo>
                <a:cubicBezTo>
                  <a:pt x="3669003" y="0"/>
                  <a:pt x="3667579" y="1423"/>
                  <a:pt x="3667579" y="3180"/>
                </a:cubicBezTo>
                <a:cubicBezTo>
                  <a:pt x="3667579" y="4936"/>
                  <a:pt x="3669003" y="6359"/>
                  <a:pt x="3670758" y="6359"/>
                </a:cubicBezTo>
                <a:lnTo>
                  <a:pt x="3670758" y="0"/>
                </a:lnTo>
                <a:close/>
                <a:moveTo>
                  <a:pt x="3721786" y="6359"/>
                </a:moveTo>
                <a:cubicBezTo>
                  <a:pt x="3723542" y="6359"/>
                  <a:pt x="3724965" y="4936"/>
                  <a:pt x="3724965" y="3180"/>
                </a:cubicBezTo>
                <a:cubicBezTo>
                  <a:pt x="3724965" y="1423"/>
                  <a:pt x="3723542" y="0"/>
                  <a:pt x="3721786" y="0"/>
                </a:cubicBezTo>
                <a:lnTo>
                  <a:pt x="3721786" y="6359"/>
                </a:lnTo>
                <a:close/>
                <a:moveTo>
                  <a:pt x="3772815" y="0"/>
                </a:moveTo>
                <a:cubicBezTo>
                  <a:pt x="3771058" y="0"/>
                  <a:pt x="3769635" y="1423"/>
                  <a:pt x="3769635" y="3180"/>
                </a:cubicBezTo>
                <a:cubicBezTo>
                  <a:pt x="3769635" y="4936"/>
                  <a:pt x="3771058" y="6359"/>
                  <a:pt x="3772815" y="6359"/>
                </a:cubicBezTo>
                <a:lnTo>
                  <a:pt x="3772815" y="0"/>
                </a:lnTo>
                <a:close/>
                <a:moveTo>
                  <a:pt x="3823843" y="6359"/>
                </a:moveTo>
                <a:cubicBezTo>
                  <a:pt x="3825599" y="6359"/>
                  <a:pt x="3827022" y="4936"/>
                  <a:pt x="3827022" y="3180"/>
                </a:cubicBezTo>
                <a:cubicBezTo>
                  <a:pt x="3827022" y="1423"/>
                  <a:pt x="3825599" y="0"/>
                  <a:pt x="3823843" y="0"/>
                </a:cubicBezTo>
                <a:lnTo>
                  <a:pt x="3823843" y="6359"/>
                </a:lnTo>
                <a:close/>
                <a:moveTo>
                  <a:pt x="3874871" y="0"/>
                </a:moveTo>
                <a:cubicBezTo>
                  <a:pt x="3873115" y="0"/>
                  <a:pt x="3871692" y="1423"/>
                  <a:pt x="3871692" y="3180"/>
                </a:cubicBezTo>
                <a:cubicBezTo>
                  <a:pt x="3871692" y="4936"/>
                  <a:pt x="3873115" y="6359"/>
                  <a:pt x="3874871" y="6359"/>
                </a:cubicBezTo>
                <a:lnTo>
                  <a:pt x="3874871" y="0"/>
                </a:lnTo>
                <a:close/>
                <a:moveTo>
                  <a:pt x="3925899" y="6359"/>
                </a:moveTo>
                <a:cubicBezTo>
                  <a:pt x="3927655" y="6359"/>
                  <a:pt x="3929079" y="4936"/>
                  <a:pt x="3929079" y="3180"/>
                </a:cubicBezTo>
                <a:cubicBezTo>
                  <a:pt x="3929079" y="1423"/>
                  <a:pt x="3927655" y="0"/>
                  <a:pt x="3925899" y="0"/>
                </a:cubicBezTo>
                <a:lnTo>
                  <a:pt x="3925899" y="6359"/>
                </a:lnTo>
                <a:close/>
                <a:moveTo>
                  <a:pt x="3976927" y="0"/>
                </a:moveTo>
                <a:cubicBezTo>
                  <a:pt x="3975171" y="0"/>
                  <a:pt x="3973748" y="1423"/>
                  <a:pt x="3973748" y="3180"/>
                </a:cubicBezTo>
                <a:cubicBezTo>
                  <a:pt x="3973748" y="4936"/>
                  <a:pt x="3975171" y="6359"/>
                  <a:pt x="3976927" y="6359"/>
                </a:cubicBezTo>
                <a:lnTo>
                  <a:pt x="3976927" y="0"/>
                </a:lnTo>
                <a:close/>
                <a:moveTo>
                  <a:pt x="4027956" y="6359"/>
                </a:moveTo>
                <a:cubicBezTo>
                  <a:pt x="4029711" y="6359"/>
                  <a:pt x="4031135" y="4936"/>
                  <a:pt x="4031135" y="3180"/>
                </a:cubicBezTo>
                <a:cubicBezTo>
                  <a:pt x="4031135" y="1423"/>
                  <a:pt x="4029711" y="0"/>
                  <a:pt x="4027956" y="0"/>
                </a:cubicBezTo>
                <a:lnTo>
                  <a:pt x="4027956" y="6359"/>
                </a:lnTo>
                <a:close/>
                <a:moveTo>
                  <a:pt x="4078984" y="0"/>
                </a:moveTo>
                <a:cubicBezTo>
                  <a:pt x="4077227" y="0"/>
                  <a:pt x="4075804" y="1423"/>
                  <a:pt x="4075804" y="3180"/>
                </a:cubicBezTo>
                <a:cubicBezTo>
                  <a:pt x="4075804" y="4936"/>
                  <a:pt x="4077227" y="6359"/>
                  <a:pt x="4078984" y="6359"/>
                </a:cubicBezTo>
                <a:lnTo>
                  <a:pt x="4078984" y="0"/>
                </a:lnTo>
                <a:close/>
                <a:moveTo>
                  <a:pt x="4130012" y="6359"/>
                </a:moveTo>
                <a:cubicBezTo>
                  <a:pt x="4131767" y="6359"/>
                  <a:pt x="4133191" y="4936"/>
                  <a:pt x="4133191" y="3180"/>
                </a:cubicBezTo>
                <a:cubicBezTo>
                  <a:pt x="4133191" y="1423"/>
                  <a:pt x="4131767" y="0"/>
                  <a:pt x="4130012" y="0"/>
                </a:cubicBezTo>
                <a:lnTo>
                  <a:pt x="4130012" y="6359"/>
                </a:lnTo>
                <a:close/>
                <a:moveTo>
                  <a:pt x="4181040" y="0"/>
                </a:moveTo>
                <a:cubicBezTo>
                  <a:pt x="4179284" y="0"/>
                  <a:pt x="4177860" y="1423"/>
                  <a:pt x="4177860" y="3180"/>
                </a:cubicBezTo>
                <a:cubicBezTo>
                  <a:pt x="4177860" y="4936"/>
                  <a:pt x="4179284" y="6359"/>
                  <a:pt x="4181040" y="6359"/>
                </a:cubicBezTo>
                <a:lnTo>
                  <a:pt x="4181040" y="0"/>
                </a:lnTo>
                <a:close/>
                <a:moveTo>
                  <a:pt x="4222451" y="47905"/>
                </a:moveTo>
                <a:cubicBezTo>
                  <a:pt x="4222451" y="49661"/>
                  <a:pt x="4223875" y="51085"/>
                  <a:pt x="4225630" y="51085"/>
                </a:cubicBezTo>
                <a:cubicBezTo>
                  <a:pt x="4227386" y="51085"/>
                  <a:pt x="4228810" y="49661"/>
                  <a:pt x="4228810" y="47905"/>
                </a:cubicBezTo>
                <a:lnTo>
                  <a:pt x="4222451" y="47905"/>
                </a:lnTo>
                <a:close/>
                <a:moveTo>
                  <a:pt x="4228810" y="99202"/>
                </a:moveTo>
                <a:cubicBezTo>
                  <a:pt x="4228810" y="97446"/>
                  <a:pt x="4227386" y="96023"/>
                  <a:pt x="4225630" y="96023"/>
                </a:cubicBezTo>
                <a:cubicBezTo>
                  <a:pt x="4223875" y="96023"/>
                  <a:pt x="4222451" y="97446"/>
                  <a:pt x="4222451" y="99202"/>
                </a:cubicBezTo>
                <a:lnTo>
                  <a:pt x="4228810" y="99202"/>
                </a:lnTo>
                <a:close/>
                <a:moveTo>
                  <a:pt x="4222451" y="150499"/>
                </a:moveTo>
                <a:cubicBezTo>
                  <a:pt x="4222451" y="152255"/>
                  <a:pt x="4223875" y="153678"/>
                  <a:pt x="4225630" y="153678"/>
                </a:cubicBezTo>
                <a:cubicBezTo>
                  <a:pt x="4227386" y="153678"/>
                  <a:pt x="4228810" y="152255"/>
                  <a:pt x="4228810" y="150499"/>
                </a:cubicBezTo>
                <a:lnTo>
                  <a:pt x="4222451" y="150499"/>
                </a:lnTo>
                <a:close/>
                <a:moveTo>
                  <a:pt x="4228810" y="201796"/>
                </a:moveTo>
                <a:cubicBezTo>
                  <a:pt x="4228810" y="200040"/>
                  <a:pt x="4227386" y="198616"/>
                  <a:pt x="4225630" y="198616"/>
                </a:cubicBezTo>
                <a:cubicBezTo>
                  <a:pt x="4223875" y="198616"/>
                  <a:pt x="4222451" y="200040"/>
                  <a:pt x="4222451" y="201796"/>
                </a:cubicBezTo>
                <a:lnTo>
                  <a:pt x="4228810" y="201796"/>
                </a:lnTo>
                <a:close/>
                <a:moveTo>
                  <a:pt x="4222451" y="253093"/>
                </a:moveTo>
                <a:cubicBezTo>
                  <a:pt x="4222451" y="254849"/>
                  <a:pt x="4223875" y="256272"/>
                  <a:pt x="4225630" y="256272"/>
                </a:cubicBezTo>
                <a:cubicBezTo>
                  <a:pt x="4227386" y="256272"/>
                  <a:pt x="4228810" y="254849"/>
                  <a:pt x="4228810" y="253093"/>
                </a:cubicBezTo>
                <a:lnTo>
                  <a:pt x="4222451" y="253093"/>
                </a:lnTo>
                <a:close/>
                <a:moveTo>
                  <a:pt x="4228810" y="304389"/>
                </a:moveTo>
                <a:cubicBezTo>
                  <a:pt x="4228810" y="302633"/>
                  <a:pt x="4227386" y="301210"/>
                  <a:pt x="4225630" y="301210"/>
                </a:cubicBezTo>
                <a:cubicBezTo>
                  <a:pt x="4223875" y="301210"/>
                  <a:pt x="4222451" y="302633"/>
                  <a:pt x="4222451" y="304389"/>
                </a:cubicBezTo>
                <a:lnTo>
                  <a:pt x="4228810" y="304389"/>
                </a:lnTo>
                <a:close/>
                <a:moveTo>
                  <a:pt x="4222451" y="355686"/>
                </a:moveTo>
                <a:cubicBezTo>
                  <a:pt x="4222451" y="357442"/>
                  <a:pt x="4223875" y="358866"/>
                  <a:pt x="4225630" y="358866"/>
                </a:cubicBezTo>
                <a:cubicBezTo>
                  <a:pt x="4227386" y="358866"/>
                  <a:pt x="4228810" y="357442"/>
                  <a:pt x="4228810" y="355686"/>
                </a:cubicBezTo>
                <a:lnTo>
                  <a:pt x="4222451" y="355686"/>
                </a:lnTo>
                <a:close/>
                <a:moveTo>
                  <a:pt x="4228810" y="406983"/>
                </a:moveTo>
                <a:cubicBezTo>
                  <a:pt x="4228810" y="405227"/>
                  <a:pt x="4227386" y="403804"/>
                  <a:pt x="4225630" y="403804"/>
                </a:cubicBezTo>
                <a:cubicBezTo>
                  <a:pt x="4223875" y="403804"/>
                  <a:pt x="4222451" y="405227"/>
                  <a:pt x="4222451" y="406983"/>
                </a:cubicBezTo>
                <a:lnTo>
                  <a:pt x="4228810" y="406983"/>
                </a:lnTo>
                <a:close/>
                <a:moveTo>
                  <a:pt x="4222451" y="458280"/>
                </a:moveTo>
                <a:cubicBezTo>
                  <a:pt x="4222451" y="460036"/>
                  <a:pt x="4223875" y="461459"/>
                  <a:pt x="4225630" y="461459"/>
                </a:cubicBezTo>
                <a:cubicBezTo>
                  <a:pt x="4227386" y="461459"/>
                  <a:pt x="4228810" y="460036"/>
                  <a:pt x="4228810" y="458280"/>
                </a:cubicBezTo>
                <a:lnTo>
                  <a:pt x="4222451" y="458280"/>
                </a:lnTo>
                <a:close/>
                <a:moveTo>
                  <a:pt x="4228810" y="509577"/>
                </a:moveTo>
                <a:cubicBezTo>
                  <a:pt x="4228810" y="507821"/>
                  <a:pt x="4227386" y="506397"/>
                  <a:pt x="4225630" y="506397"/>
                </a:cubicBezTo>
                <a:cubicBezTo>
                  <a:pt x="4223875" y="506397"/>
                  <a:pt x="4222451" y="507821"/>
                  <a:pt x="4222451" y="509577"/>
                </a:cubicBezTo>
                <a:lnTo>
                  <a:pt x="4228810" y="509577"/>
                </a:lnTo>
                <a:close/>
                <a:moveTo>
                  <a:pt x="4222451" y="560874"/>
                </a:moveTo>
                <a:cubicBezTo>
                  <a:pt x="4222451" y="562630"/>
                  <a:pt x="4223875" y="564053"/>
                  <a:pt x="4225630" y="564053"/>
                </a:cubicBezTo>
                <a:cubicBezTo>
                  <a:pt x="4227386" y="564053"/>
                  <a:pt x="4228810" y="562630"/>
                  <a:pt x="4228810" y="560874"/>
                </a:cubicBezTo>
                <a:lnTo>
                  <a:pt x="4222451" y="560874"/>
                </a:lnTo>
                <a:close/>
                <a:moveTo>
                  <a:pt x="4228810" y="612170"/>
                </a:moveTo>
                <a:cubicBezTo>
                  <a:pt x="4228810" y="610414"/>
                  <a:pt x="4227386" y="608991"/>
                  <a:pt x="4225630" y="608991"/>
                </a:cubicBezTo>
                <a:cubicBezTo>
                  <a:pt x="4223875" y="608991"/>
                  <a:pt x="4222451" y="610414"/>
                  <a:pt x="4222451" y="612170"/>
                </a:cubicBezTo>
                <a:lnTo>
                  <a:pt x="4228810" y="612170"/>
                </a:lnTo>
                <a:close/>
                <a:moveTo>
                  <a:pt x="4222451" y="663467"/>
                </a:moveTo>
                <a:cubicBezTo>
                  <a:pt x="4222451" y="665223"/>
                  <a:pt x="4223875" y="666647"/>
                  <a:pt x="4225630" y="666647"/>
                </a:cubicBezTo>
                <a:cubicBezTo>
                  <a:pt x="4227386" y="666647"/>
                  <a:pt x="4228810" y="665223"/>
                  <a:pt x="4228810" y="663467"/>
                </a:cubicBezTo>
                <a:lnTo>
                  <a:pt x="4222451" y="663467"/>
                </a:lnTo>
                <a:close/>
                <a:moveTo>
                  <a:pt x="4228810" y="714764"/>
                </a:moveTo>
                <a:cubicBezTo>
                  <a:pt x="4228810" y="713008"/>
                  <a:pt x="4227386" y="711585"/>
                  <a:pt x="4225630" y="711585"/>
                </a:cubicBezTo>
                <a:cubicBezTo>
                  <a:pt x="4223875" y="711585"/>
                  <a:pt x="4222451" y="713008"/>
                  <a:pt x="4222451" y="714764"/>
                </a:cubicBezTo>
                <a:lnTo>
                  <a:pt x="4228810" y="714764"/>
                </a:lnTo>
                <a:close/>
                <a:moveTo>
                  <a:pt x="4222451" y="766061"/>
                </a:moveTo>
                <a:cubicBezTo>
                  <a:pt x="4222451" y="767817"/>
                  <a:pt x="4223875" y="769240"/>
                  <a:pt x="4225630" y="769240"/>
                </a:cubicBezTo>
                <a:cubicBezTo>
                  <a:pt x="4227386" y="769240"/>
                  <a:pt x="4228810" y="767817"/>
                  <a:pt x="4228810" y="766061"/>
                </a:cubicBezTo>
                <a:lnTo>
                  <a:pt x="4222451" y="766061"/>
                </a:lnTo>
                <a:close/>
                <a:moveTo>
                  <a:pt x="4228810" y="817358"/>
                </a:moveTo>
                <a:cubicBezTo>
                  <a:pt x="4228810" y="815602"/>
                  <a:pt x="4227386" y="814178"/>
                  <a:pt x="4225630" y="814178"/>
                </a:cubicBezTo>
                <a:cubicBezTo>
                  <a:pt x="4223875" y="814178"/>
                  <a:pt x="4222451" y="815602"/>
                  <a:pt x="4222451" y="817358"/>
                </a:cubicBezTo>
                <a:lnTo>
                  <a:pt x="4228810" y="817358"/>
                </a:lnTo>
                <a:close/>
                <a:moveTo>
                  <a:pt x="4222451" y="868655"/>
                </a:moveTo>
                <a:cubicBezTo>
                  <a:pt x="4222451" y="870411"/>
                  <a:pt x="4223875" y="871834"/>
                  <a:pt x="4225630" y="871834"/>
                </a:cubicBezTo>
                <a:cubicBezTo>
                  <a:pt x="4227386" y="871834"/>
                  <a:pt x="4228810" y="870411"/>
                  <a:pt x="4228810" y="868655"/>
                </a:cubicBezTo>
                <a:lnTo>
                  <a:pt x="4222451" y="868655"/>
                </a:lnTo>
                <a:close/>
                <a:moveTo>
                  <a:pt x="4228810" y="919952"/>
                </a:moveTo>
                <a:cubicBezTo>
                  <a:pt x="4228810" y="918195"/>
                  <a:pt x="4227386" y="916772"/>
                  <a:pt x="4225630" y="916772"/>
                </a:cubicBezTo>
                <a:cubicBezTo>
                  <a:pt x="4223875" y="916772"/>
                  <a:pt x="4222451" y="918195"/>
                  <a:pt x="4222451" y="919952"/>
                </a:cubicBezTo>
                <a:lnTo>
                  <a:pt x="4228810" y="919952"/>
                </a:lnTo>
                <a:close/>
                <a:moveTo>
                  <a:pt x="4222451" y="971248"/>
                </a:moveTo>
                <a:cubicBezTo>
                  <a:pt x="4222451" y="973004"/>
                  <a:pt x="4223875" y="974428"/>
                  <a:pt x="4225630" y="974428"/>
                </a:cubicBezTo>
                <a:cubicBezTo>
                  <a:pt x="4227386" y="974428"/>
                  <a:pt x="4228810" y="973004"/>
                  <a:pt x="4228810" y="971248"/>
                </a:cubicBezTo>
                <a:lnTo>
                  <a:pt x="4222451" y="971248"/>
                </a:lnTo>
                <a:close/>
                <a:moveTo>
                  <a:pt x="4228810" y="1022545"/>
                </a:moveTo>
                <a:cubicBezTo>
                  <a:pt x="4228810" y="1020789"/>
                  <a:pt x="4227386" y="1019366"/>
                  <a:pt x="4225630" y="1019366"/>
                </a:cubicBezTo>
                <a:cubicBezTo>
                  <a:pt x="4223875" y="1019366"/>
                  <a:pt x="4222451" y="1020789"/>
                  <a:pt x="4222451" y="1022545"/>
                </a:cubicBezTo>
                <a:lnTo>
                  <a:pt x="4228810" y="1022545"/>
                </a:lnTo>
                <a:close/>
                <a:moveTo>
                  <a:pt x="4222451" y="1073842"/>
                </a:moveTo>
                <a:cubicBezTo>
                  <a:pt x="4222451" y="1075598"/>
                  <a:pt x="4223875" y="1077022"/>
                  <a:pt x="4225630" y="1077022"/>
                </a:cubicBezTo>
                <a:cubicBezTo>
                  <a:pt x="4227386" y="1077022"/>
                  <a:pt x="4228810" y="1075598"/>
                  <a:pt x="4228810" y="1073842"/>
                </a:cubicBezTo>
                <a:lnTo>
                  <a:pt x="4222451" y="1073842"/>
                </a:lnTo>
                <a:close/>
                <a:moveTo>
                  <a:pt x="4228810" y="1125139"/>
                </a:moveTo>
                <a:cubicBezTo>
                  <a:pt x="4228810" y="1123383"/>
                  <a:pt x="4227386" y="1121959"/>
                  <a:pt x="4225630" y="1121959"/>
                </a:cubicBezTo>
                <a:cubicBezTo>
                  <a:pt x="4223875" y="1121959"/>
                  <a:pt x="4222451" y="1123383"/>
                  <a:pt x="4222451" y="1125139"/>
                </a:cubicBezTo>
                <a:lnTo>
                  <a:pt x="4228810" y="1125139"/>
                </a:lnTo>
                <a:close/>
                <a:moveTo>
                  <a:pt x="4222451" y="1176436"/>
                </a:moveTo>
                <a:cubicBezTo>
                  <a:pt x="4222451" y="1178192"/>
                  <a:pt x="4223875" y="1179615"/>
                  <a:pt x="4225630" y="1179615"/>
                </a:cubicBezTo>
                <a:cubicBezTo>
                  <a:pt x="4227386" y="1179615"/>
                  <a:pt x="4228810" y="1178192"/>
                  <a:pt x="4228810" y="1176436"/>
                </a:cubicBezTo>
                <a:lnTo>
                  <a:pt x="4222451" y="1176436"/>
                </a:lnTo>
                <a:close/>
                <a:moveTo>
                  <a:pt x="4228810" y="1227733"/>
                </a:moveTo>
                <a:cubicBezTo>
                  <a:pt x="4228810" y="1225977"/>
                  <a:pt x="4227386" y="1224553"/>
                  <a:pt x="4225630" y="1224553"/>
                </a:cubicBezTo>
                <a:cubicBezTo>
                  <a:pt x="4223875" y="1224553"/>
                  <a:pt x="4222451" y="1225977"/>
                  <a:pt x="4222451" y="1227733"/>
                </a:cubicBezTo>
                <a:lnTo>
                  <a:pt x="4228810" y="1227733"/>
                </a:lnTo>
                <a:close/>
                <a:moveTo>
                  <a:pt x="4222451" y="1279029"/>
                </a:moveTo>
                <a:cubicBezTo>
                  <a:pt x="4222451" y="1280785"/>
                  <a:pt x="4223875" y="1282209"/>
                  <a:pt x="4225630" y="1282209"/>
                </a:cubicBezTo>
                <a:cubicBezTo>
                  <a:pt x="4227386" y="1282209"/>
                  <a:pt x="4228810" y="1280785"/>
                  <a:pt x="4228810" y="1279029"/>
                </a:cubicBezTo>
                <a:lnTo>
                  <a:pt x="4222451" y="1279029"/>
                </a:lnTo>
                <a:close/>
                <a:moveTo>
                  <a:pt x="4228810" y="1330326"/>
                </a:moveTo>
                <a:cubicBezTo>
                  <a:pt x="4228810" y="1328570"/>
                  <a:pt x="4227386" y="1327146"/>
                  <a:pt x="4225630" y="1327146"/>
                </a:cubicBezTo>
                <a:cubicBezTo>
                  <a:pt x="4223875" y="1327146"/>
                  <a:pt x="4222451" y="1328570"/>
                  <a:pt x="4222451" y="1330326"/>
                </a:cubicBezTo>
                <a:lnTo>
                  <a:pt x="4228810" y="1330326"/>
                </a:lnTo>
                <a:close/>
                <a:moveTo>
                  <a:pt x="4222451" y="1381623"/>
                </a:moveTo>
                <a:cubicBezTo>
                  <a:pt x="4222451" y="1383379"/>
                  <a:pt x="4223875" y="1384803"/>
                  <a:pt x="4225630" y="1384803"/>
                </a:cubicBezTo>
                <a:cubicBezTo>
                  <a:pt x="4227386" y="1384803"/>
                  <a:pt x="4228810" y="1383379"/>
                  <a:pt x="4228810" y="1381623"/>
                </a:cubicBezTo>
                <a:lnTo>
                  <a:pt x="4222451" y="1381623"/>
                </a:lnTo>
                <a:close/>
                <a:moveTo>
                  <a:pt x="4228810" y="1432920"/>
                </a:moveTo>
                <a:cubicBezTo>
                  <a:pt x="4228810" y="1431164"/>
                  <a:pt x="4227386" y="1429740"/>
                  <a:pt x="4225630" y="1429740"/>
                </a:cubicBezTo>
                <a:cubicBezTo>
                  <a:pt x="4223875" y="1429740"/>
                  <a:pt x="4222451" y="1431164"/>
                  <a:pt x="4222451" y="1432920"/>
                </a:cubicBezTo>
                <a:lnTo>
                  <a:pt x="4228810" y="1432920"/>
                </a:lnTo>
                <a:close/>
                <a:moveTo>
                  <a:pt x="4222451" y="1484217"/>
                </a:moveTo>
                <a:cubicBezTo>
                  <a:pt x="4222451" y="1485973"/>
                  <a:pt x="4223875" y="1487396"/>
                  <a:pt x="4225630" y="1487396"/>
                </a:cubicBezTo>
                <a:cubicBezTo>
                  <a:pt x="4227386" y="1487396"/>
                  <a:pt x="4228810" y="1485973"/>
                  <a:pt x="4228810" y="1484217"/>
                </a:cubicBezTo>
                <a:lnTo>
                  <a:pt x="4222451" y="1484217"/>
                </a:lnTo>
                <a:close/>
                <a:moveTo>
                  <a:pt x="4228810" y="1535514"/>
                </a:moveTo>
                <a:cubicBezTo>
                  <a:pt x="4228810" y="1533758"/>
                  <a:pt x="4227386" y="1532334"/>
                  <a:pt x="4225630" y="1532334"/>
                </a:cubicBezTo>
                <a:cubicBezTo>
                  <a:pt x="4223875" y="1532334"/>
                  <a:pt x="4222451" y="1533758"/>
                  <a:pt x="4222451" y="1535514"/>
                </a:cubicBezTo>
                <a:lnTo>
                  <a:pt x="4228810" y="1535514"/>
                </a:lnTo>
                <a:close/>
                <a:moveTo>
                  <a:pt x="4222451" y="1586810"/>
                </a:moveTo>
                <a:cubicBezTo>
                  <a:pt x="4222451" y="1588566"/>
                  <a:pt x="4223875" y="1589990"/>
                  <a:pt x="4225630" y="1589990"/>
                </a:cubicBezTo>
                <a:cubicBezTo>
                  <a:pt x="4227386" y="1589990"/>
                  <a:pt x="4228810" y="1588566"/>
                  <a:pt x="4228810" y="1586810"/>
                </a:cubicBezTo>
                <a:lnTo>
                  <a:pt x="4222451" y="1586810"/>
                </a:lnTo>
                <a:close/>
                <a:moveTo>
                  <a:pt x="4228810" y="1638107"/>
                </a:moveTo>
                <a:cubicBezTo>
                  <a:pt x="4228810" y="1636351"/>
                  <a:pt x="4227386" y="1634928"/>
                  <a:pt x="4225630" y="1634928"/>
                </a:cubicBezTo>
                <a:cubicBezTo>
                  <a:pt x="4223875" y="1634928"/>
                  <a:pt x="4222451" y="1636351"/>
                  <a:pt x="4222451" y="1638107"/>
                </a:cubicBezTo>
                <a:lnTo>
                  <a:pt x="4228810" y="1638107"/>
                </a:lnTo>
                <a:close/>
                <a:moveTo>
                  <a:pt x="4222451" y="1689404"/>
                </a:moveTo>
                <a:cubicBezTo>
                  <a:pt x="4222451" y="1691160"/>
                  <a:pt x="4223875" y="1692584"/>
                  <a:pt x="4225630" y="1692584"/>
                </a:cubicBezTo>
                <a:cubicBezTo>
                  <a:pt x="4227386" y="1692584"/>
                  <a:pt x="4228810" y="1691160"/>
                  <a:pt x="4228810" y="1689404"/>
                </a:cubicBezTo>
                <a:lnTo>
                  <a:pt x="4222451" y="1689404"/>
                </a:lnTo>
                <a:close/>
                <a:moveTo>
                  <a:pt x="4228810" y="1740701"/>
                </a:moveTo>
                <a:cubicBezTo>
                  <a:pt x="4228810" y="1738945"/>
                  <a:pt x="4227386" y="1737522"/>
                  <a:pt x="4225630" y="1737522"/>
                </a:cubicBezTo>
                <a:cubicBezTo>
                  <a:pt x="4223875" y="1737522"/>
                  <a:pt x="4222451" y="1738945"/>
                  <a:pt x="4222451" y="1740701"/>
                </a:cubicBezTo>
                <a:lnTo>
                  <a:pt x="4228810" y="1740701"/>
                </a:lnTo>
                <a:close/>
                <a:moveTo>
                  <a:pt x="4222451" y="1791998"/>
                </a:moveTo>
                <a:cubicBezTo>
                  <a:pt x="4222451" y="1793754"/>
                  <a:pt x="4223875" y="1795178"/>
                  <a:pt x="4225630" y="1795178"/>
                </a:cubicBezTo>
                <a:cubicBezTo>
                  <a:pt x="4227386" y="1795178"/>
                  <a:pt x="4228810" y="1793754"/>
                  <a:pt x="4228810" y="1791998"/>
                </a:cubicBezTo>
                <a:lnTo>
                  <a:pt x="4222451" y="1791998"/>
                </a:lnTo>
                <a:close/>
                <a:moveTo>
                  <a:pt x="4228810" y="1843295"/>
                </a:moveTo>
                <a:cubicBezTo>
                  <a:pt x="4228810" y="1841539"/>
                  <a:pt x="4227386" y="1840115"/>
                  <a:pt x="4225630" y="1840115"/>
                </a:cubicBezTo>
                <a:cubicBezTo>
                  <a:pt x="4223875" y="1840115"/>
                  <a:pt x="4222451" y="1841539"/>
                  <a:pt x="4222451" y="1843295"/>
                </a:cubicBezTo>
                <a:lnTo>
                  <a:pt x="4228810" y="1843295"/>
                </a:lnTo>
                <a:close/>
                <a:moveTo>
                  <a:pt x="4222451" y="1894592"/>
                </a:moveTo>
                <a:cubicBezTo>
                  <a:pt x="4222451" y="1896348"/>
                  <a:pt x="4223875" y="1897771"/>
                  <a:pt x="4225630" y="1897771"/>
                </a:cubicBezTo>
                <a:cubicBezTo>
                  <a:pt x="4227386" y="1897771"/>
                  <a:pt x="4228810" y="1896348"/>
                  <a:pt x="4228810" y="1894592"/>
                </a:cubicBezTo>
                <a:lnTo>
                  <a:pt x="4222451" y="1894592"/>
                </a:lnTo>
                <a:close/>
                <a:moveTo>
                  <a:pt x="4228810" y="1945889"/>
                </a:moveTo>
                <a:cubicBezTo>
                  <a:pt x="4228810" y="1944133"/>
                  <a:pt x="4227386" y="1942709"/>
                  <a:pt x="4225630" y="1942709"/>
                </a:cubicBezTo>
                <a:cubicBezTo>
                  <a:pt x="4223875" y="1942709"/>
                  <a:pt x="4222451" y="1944133"/>
                  <a:pt x="4222451" y="1945889"/>
                </a:cubicBezTo>
                <a:lnTo>
                  <a:pt x="4228810" y="1945889"/>
                </a:lnTo>
                <a:close/>
                <a:moveTo>
                  <a:pt x="4222451" y="1997186"/>
                </a:moveTo>
                <a:cubicBezTo>
                  <a:pt x="4222451" y="1998942"/>
                  <a:pt x="4223875" y="2000365"/>
                  <a:pt x="4225630" y="2000365"/>
                </a:cubicBezTo>
                <a:cubicBezTo>
                  <a:pt x="4227386" y="2000365"/>
                  <a:pt x="4228810" y="1998942"/>
                  <a:pt x="4228810" y="1997186"/>
                </a:cubicBezTo>
                <a:lnTo>
                  <a:pt x="4222451" y="1997186"/>
                </a:lnTo>
                <a:close/>
                <a:moveTo>
                  <a:pt x="4228810" y="2048483"/>
                </a:moveTo>
                <a:cubicBezTo>
                  <a:pt x="4228810" y="2046727"/>
                  <a:pt x="4227386" y="2045303"/>
                  <a:pt x="4225630" y="2045303"/>
                </a:cubicBezTo>
                <a:cubicBezTo>
                  <a:pt x="4223875" y="2045303"/>
                  <a:pt x="4222451" y="2046727"/>
                  <a:pt x="4222451" y="2048483"/>
                </a:cubicBezTo>
                <a:lnTo>
                  <a:pt x="4228810" y="2048483"/>
                </a:lnTo>
                <a:close/>
                <a:moveTo>
                  <a:pt x="4222451" y="2099779"/>
                </a:moveTo>
                <a:cubicBezTo>
                  <a:pt x="4222451" y="2101536"/>
                  <a:pt x="4223875" y="2102959"/>
                  <a:pt x="4225630" y="2102959"/>
                </a:cubicBezTo>
                <a:cubicBezTo>
                  <a:pt x="4227386" y="2102959"/>
                  <a:pt x="4228810" y="2101536"/>
                  <a:pt x="4228810" y="2099779"/>
                </a:cubicBezTo>
                <a:lnTo>
                  <a:pt x="4222451" y="2099779"/>
                </a:lnTo>
                <a:close/>
                <a:moveTo>
                  <a:pt x="4228810" y="2151077"/>
                </a:moveTo>
                <a:cubicBezTo>
                  <a:pt x="4228810" y="2149321"/>
                  <a:pt x="4227386" y="2147897"/>
                  <a:pt x="4225630" y="2147897"/>
                </a:cubicBezTo>
                <a:cubicBezTo>
                  <a:pt x="4223875" y="2147897"/>
                  <a:pt x="4222451" y="2149321"/>
                  <a:pt x="4222451" y="2151077"/>
                </a:cubicBezTo>
                <a:lnTo>
                  <a:pt x="4228810" y="2151077"/>
                </a:lnTo>
                <a:close/>
                <a:moveTo>
                  <a:pt x="4222451" y="2202374"/>
                </a:moveTo>
                <a:cubicBezTo>
                  <a:pt x="4222451" y="2204129"/>
                  <a:pt x="4223875" y="2205553"/>
                  <a:pt x="4225630" y="2205553"/>
                </a:cubicBezTo>
                <a:cubicBezTo>
                  <a:pt x="4227386" y="2205553"/>
                  <a:pt x="4228810" y="2204129"/>
                  <a:pt x="4228810" y="2202374"/>
                </a:cubicBezTo>
                <a:lnTo>
                  <a:pt x="4222451" y="2202374"/>
                </a:lnTo>
                <a:close/>
                <a:moveTo>
                  <a:pt x="4228810" y="2253670"/>
                </a:moveTo>
                <a:cubicBezTo>
                  <a:pt x="4228810" y="2251914"/>
                  <a:pt x="4227386" y="2250491"/>
                  <a:pt x="4225630" y="2250491"/>
                </a:cubicBezTo>
                <a:cubicBezTo>
                  <a:pt x="4223875" y="2250491"/>
                  <a:pt x="4222451" y="2251914"/>
                  <a:pt x="4222451" y="2253670"/>
                </a:cubicBezTo>
                <a:lnTo>
                  <a:pt x="4228810" y="2253670"/>
                </a:lnTo>
                <a:close/>
                <a:moveTo>
                  <a:pt x="4222451" y="2304967"/>
                </a:moveTo>
                <a:cubicBezTo>
                  <a:pt x="4222451" y="2306723"/>
                  <a:pt x="4223875" y="2308147"/>
                  <a:pt x="4225630" y="2308147"/>
                </a:cubicBezTo>
                <a:cubicBezTo>
                  <a:pt x="4227386" y="2308147"/>
                  <a:pt x="4228810" y="2306723"/>
                  <a:pt x="4228810" y="2304967"/>
                </a:cubicBezTo>
                <a:lnTo>
                  <a:pt x="4222451" y="2304967"/>
                </a:lnTo>
                <a:close/>
                <a:moveTo>
                  <a:pt x="4228810" y="2356264"/>
                </a:moveTo>
                <a:cubicBezTo>
                  <a:pt x="4228810" y="2354508"/>
                  <a:pt x="4227386" y="2353085"/>
                  <a:pt x="4225630" y="2353085"/>
                </a:cubicBezTo>
                <a:cubicBezTo>
                  <a:pt x="4223875" y="2353085"/>
                  <a:pt x="4222451" y="2354508"/>
                  <a:pt x="4222451" y="2356264"/>
                </a:cubicBezTo>
                <a:lnTo>
                  <a:pt x="4228810" y="2356264"/>
                </a:lnTo>
                <a:close/>
                <a:moveTo>
                  <a:pt x="4222451" y="2407561"/>
                </a:moveTo>
                <a:cubicBezTo>
                  <a:pt x="4222451" y="2409317"/>
                  <a:pt x="4223875" y="2410741"/>
                  <a:pt x="4225630" y="2410741"/>
                </a:cubicBezTo>
                <a:cubicBezTo>
                  <a:pt x="4227386" y="2410741"/>
                  <a:pt x="4228810" y="2409317"/>
                  <a:pt x="4228810" y="2407561"/>
                </a:cubicBezTo>
                <a:lnTo>
                  <a:pt x="4222451" y="2407561"/>
                </a:lnTo>
                <a:close/>
                <a:moveTo>
                  <a:pt x="4228810" y="2458858"/>
                </a:moveTo>
                <a:cubicBezTo>
                  <a:pt x="4228810" y="2457102"/>
                  <a:pt x="4227386" y="2455679"/>
                  <a:pt x="4225630" y="2455679"/>
                </a:cubicBezTo>
                <a:cubicBezTo>
                  <a:pt x="4223875" y="2455679"/>
                  <a:pt x="4222451" y="2457102"/>
                  <a:pt x="4222451" y="2458858"/>
                </a:cubicBezTo>
                <a:lnTo>
                  <a:pt x="4228810" y="2458858"/>
                </a:lnTo>
                <a:close/>
                <a:moveTo>
                  <a:pt x="4222451" y="2510155"/>
                </a:moveTo>
                <a:cubicBezTo>
                  <a:pt x="4222451" y="2511911"/>
                  <a:pt x="4223875" y="2513335"/>
                  <a:pt x="4225630" y="2513335"/>
                </a:cubicBezTo>
                <a:cubicBezTo>
                  <a:pt x="4227386" y="2513335"/>
                  <a:pt x="4228810" y="2511911"/>
                  <a:pt x="4228810" y="2510155"/>
                </a:cubicBezTo>
                <a:lnTo>
                  <a:pt x="4222451" y="2510155"/>
                </a:lnTo>
                <a:close/>
                <a:moveTo>
                  <a:pt x="4228810" y="2561452"/>
                </a:moveTo>
                <a:cubicBezTo>
                  <a:pt x="4228810" y="2559696"/>
                  <a:pt x="4227386" y="2558272"/>
                  <a:pt x="4225630" y="2558272"/>
                </a:cubicBezTo>
                <a:cubicBezTo>
                  <a:pt x="4223875" y="2558272"/>
                  <a:pt x="4222451" y="2559696"/>
                  <a:pt x="4222451" y="2561452"/>
                </a:cubicBezTo>
                <a:lnTo>
                  <a:pt x="4228810" y="2561452"/>
                </a:lnTo>
                <a:close/>
                <a:moveTo>
                  <a:pt x="4222451" y="2612749"/>
                </a:moveTo>
                <a:cubicBezTo>
                  <a:pt x="4222451" y="2614505"/>
                  <a:pt x="4223875" y="2615929"/>
                  <a:pt x="4225630" y="2615929"/>
                </a:cubicBezTo>
                <a:cubicBezTo>
                  <a:pt x="4227386" y="2615929"/>
                  <a:pt x="4228810" y="2614505"/>
                  <a:pt x="4228810" y="2612749"/>
                </a:cubicBezTo>
                <a:lnTo>
                  <a:pt x="4222451" y="2612749"/>
                </a:lnTo>
                <a:close/>
                <a:moveTo>
                  <a:pt x="4228810" y="2664046"/>
                </a:moveTo>
                <a:cubicBezTo>
                  <a:pt x="4228810" y="2662290"/>
                  <a:pt x="4227386" y="2660866"/>
                  <a:pt x="4225630" y="2660866"/>
                </a:cubicBezTo>
                <a:cubicBezTo>
                  <a:pt x="4223875" y="2660866"/>
                  <a:pt x="4222451" y="2662290"/>
                  <a:pt x="4222451" y="2664046"/>
                </a:cubicBezTo>
                <a:lnTo>
                  <a:pt x="4228810" y="2664046"/>
                </a:lnTo>
                <a:close/>
                <a:moveTo>
                  <a:pt x="4222451" y="2715343"/>
                </a:moveTo>
                <a:cubicBezTo>
                  <a:pt x="4222451" y="2717099"/>
                  <a:pt x="4223875" y="2718522"/>
                  <a:pt x="4225630" y="2718522"/>
                </a:cubicBezTo>
                <a:cubicBezTo>
                  <a:pt x="4227386" y="2718522"/>
                  <a:pt x="4228810" y="2717099"/>
                  <a:pt x="4228810" y="2715343"/>
                </a:cubicBezTo>
                <a:lnTo>
                  <a:pt x="4222451" y="2715343"/>
                </a:lnTo>
                <a:close/>
                <a:moveTo>
                  <a:pt x="4228810" y="2766640"/>
                </a:moveTo>
                <a:cubicBezTo>
                  <a:pt x="4228810" y="2764884"/>
                  <a:pt x="4227386" y="2763460"/>
                  <a:pt x="4225630" y="2763460"/>
                </a:cubicBezTo>
                <a:cubicBezTo>
                  <a:pt x="4223875" y="2763460"/>
                  <a:pt x="4222451" y="2764884"/>
                  <a:pt x="4222451" y="2766640"/>
                </a:cubicBezTo>
                <a:lnTo>
                  <a:pt x="4228810" y="2766640"/>
                </a:lnTo>
                <a:close/>
                <a:moveTo>
                  <a:pt x="4222451" y="2817937"/>
                </a:moveTo>
                <a:cubicBezTo>
                  <a:pt x="4222451" y="2819693"/>
                  <a:pt x="4223875" y="2821116"/>
                  <a:pt x="4225630" y="2821116"/>
                </a:cubicBezTo>
                <a:cubicBezTo>
                  <a:pt x="4227386" y="2821116"/>
                  <a:pt x="4228810" y="2819693"/>
                  <a:pt x="4228810" y="2817937"/>
                </a:cubicBezTo>
                <a:lnTo>
                  <a:pt x="4222451" y="2817937"/>
                </a:lnTo>
                <a:close/>
                <a:moveTo>
                  <a:pt x="4228810" y="2869234"/>
                </a:moveTo>
                <a:cubicBezTo>
                  <a:pt x="4228810" y="2867478"/>
                  <a:pt x="4227386" y="2866054"/>
                  <a:pt x="4225630" y="2866054"/>
                </a:cubicBezTo>
                <a:cubicBezTo>
                  <a:pt x="4223875" y="2866054"/>
                  <a:pt x="4222451" y="2867478"/>
                  <a:pt x="4222451" y="2869234"/>
                </a:cubicBezTo>
                <a:lnTo>
                  <a:pt x="4228810" y="2869234"/>
                </a:lnTo>
                <a:close/>
                <a:moveTo>
                  <a:pt x="4222451" y="2920531"/>
                </a:moveTo>
                <a:cubicBezTo>
                  <a:pt x="4222451" y="2922287"/>
                  <a:pt x="4223875" y="2923710"/>
                  <a:pt x="4225630" y="2923710"/>
                </a:cubicBezTo>
                <a:cubicBezTo>
                  <a:pt x="4227386" y="2923710"/>
                  <a:pt x="4228810" y="2922287"/>
                  <a:pt x="4228810" y="2920531"/>
                </a:cubicBezTo>
                <a:lnTo>
                  <a:pt x="4222451" y="2920531"/>
                </a:lnTo>
                <a:close/>
                <a:moveTo>
                  <a:pt x="4228810" y="2971827"/>
                </a:moveTo>
                <a:cubicBezTo>
                  <a:pt x="4228810" y="2970071"/>
                  <a:pt x="4227386" y="2968648"/>
                  <a:pt x="4225630" y="2968648"/>
                </a:cubicBezTo>
                <a:cubicBezTo>
                  <a:pt x="4223875" y="2968648"/>
                  <a:pt x="4222451" y="2970071"/>
                  <a:pt x="4222451" y="2971827"/>
                </a:cubicBezTo>
                <a:lnTo>
                  <a:pt x="4228810" y="2971827"/>
                </a:lnTo>
                <a:close/>
                <a:moveTo>
                  <a:pt x="4222451" y="3023125"/>
                </a:moveTo>
                <a:cubicBezTo>
                  <a:pt x="4222451" y="3024880"/>
                  <a:pt x="4223875" y="3026304"/>
                  <a:pt x="4225630" y="3026304"/>
                </a:cubicBezTo>
                <a:cubicBezTo>
                  <a:pt x="4227386" y="3026304"/>
                  <a:pt x="4228810" y="3024880"/>
                  <a:pt x="4228810" y="3023125"/>
                </a:cubicBezTo>
                <a:lnTo>
                  <a:pt x="4222451" y="3023125"/>
                </a:lnTo>
                <a:close/>
                <a:moveTo>
                  <a:pt x="4228810" y="3074421"/>
                </a:moveTo>
                <a:cubicBezTo>
                  <a:pt x="4228810" y="3072665"/>
                  <a:pt x="4227386" y="3071242"/>
                  <a:pt x="4225630" y="3071242"/>
                </a:cubicBezTo>
                <a:cubicBezTo>
                  <a:pt x="4223875" y="3071242"/>
                  <a:pt x="4222451" y="3072665"/>
                  <a:pt x="4222451" y="3074421"/>
                </a:cubicBezTo>
                <a:lnTo>
                  <a:pt x="4228810" y="3074421"/>
                </a:lnTo>
                <a:close/>
                <a:moveTo>
                  <a:pt x="4181039" y="3115965"/>
                </a:moveTo>
                <a:cubicBezTo>
                  <a:pt x="4179283" y="3115965"/>
                  <a:pt x="4177860" y="3117389"/>
                  <a:pt x="4177860" y="3119145"/>
                </a:cubicBezTo>
                <a:cubicBezTo>
                  <a:pt x="4177860" y="3120901"/>
                  <a:pt x="4179283" y="3122324"/>
                  <a:pt x="4181039" y="3122324"/>
                </a:cubicBezTo>
                <a:lnTo>
                  <a:pt x="4181039" y="3115965"/>
                </a:lnTo>
                <a:close/>
                <a:moveTo>
                  <a:pt x="4130011" y="3122324"/>
                </a:moveTo>
                <a:cubicBezTo>
                  <a:pt x="4131767" y="3122324"/>
                  <a:pt x="4133191" y="3120901"/>
                  <a:pt x="4133191" y="3119145"/>
                </a:cubicBezTo>
                <a:cubicBezTo>
                  <a:pt x="4133191" y="3117389"/>
                  <a:pt x="4131767" y="3115965"/>
                  <a:pt x="4130011" y="3115965"/>
                </a:cubicBezTo>
                <a:lnTo>
                  <a:pt x="4130011" y="3122324"/>
                </a:lnTo>
                <a:close/>
                <a:moveTo>
                  <a:pt x="4078983" y="3115965"/>
                </a:moveTo>
                <a:cubicBezTo>
                  <a:pt x="4077227" y="3115965"/>
                  <a:pt x="4075803" y="3117389"/>
                  <a:pt x="4075803" y="3119145"/>
                </a:cubicBezTo>
                <a:cubicBezTo>
                  <a:pt x="4075803" y="3120901"/>
                  <a:pt x="4077227" y="3122324"/>
                  <a:pt x="4078983" y="3122324"/>
                </a:cubicBezTo>
                <a:lnTo>
                  <a:pt x="4078983" y="3115965"/>
                </a:lnTo>
                <a:close/>
                <a:moveTo>
                  <a:pt x="4027955" y="3122324"/>
                </a:moveTo>
                <a:cubicBezTo>
                  <a:pt x="4029711" y="3122324"/>
                  <a:pt x="4031134" y="3120901"/>
                  <a:pt x="4031134" y="3119145"/>
                </a:cubicBezTo>
                <a:cubicBezTo>
                  <a:pt x="4031134" y="3117389"/>
                  <a:pt x="4029711" y="3115965"/>
                  <a:pt x="4027955" y="3115965"/>
                </a:cubicBezTo>
                <a:lnTo>
                  <a:pt x="4027955" y="3122324"/>
                </a:lnTo>
                <a:close/>
                <a:moveTo>
                  <a:pt x="3976927" y="3115965"/>
                </a:moveTo>
                <a:cubicBezTo>
                  <a:pt x="3975171" y="3115965"/>
                  <a:pt x="3973748" y="3117389"/>
                  <a:pt x="3973748" y="3119145"/>
                </a:cubicBezTo>
                <a:cubicBezTo>
                  <a:pt x="3973748" y="3120901"/>
                  <a:pt x="3975171" y="3122324"/>
                  <a:pt x="3976927" y="3122324"/>
                </a:cubicBezTo>
                <a:lnTo>
                  <a:pt x="3976927" y="3115965"/>
                </a:lnTo>
                <a:close/>
                <a:moveTo>
                  <a:pt x="3925899" y="3122324"/>
                </a:moveTo>
                <a:cubicBezTo>
                  <a:pt x="3927655" y="3122324"/>
                  <a:pt x="3929079" y="3120901"/>
                  <a:pt x="3929079" y="3119145"/>
                </a:cubicBezTo>
                <a:cubicBezTo>
                  <a:pt x="3929079" y="3117389"/>
                  <a:pt x="3927655" y="3115965"/>
                  <a:pt x="3925899" y="3115965"/>
                </a:cubicBezTo>
                <a:lnTo>
                  <a:pt x="3925899" y="3122324"/>
                </a:lnTo>
                <a:close/>
                <a:moveTo>
                  <a:pt x="3874871" y="3115965"/>
                </a:moveTo>
                <a:cubicBezTo>
                  <a:pt x="3873115" y="3115965"/>
                  <a:pt x="3871692" y="3117389"/>
                  <a:pt x="3871692" y="3119145"/>
                </a:cubicBezTo>
                <a:cubicBezTo>
                  <a:pt x="3871692" y="3120901"/>
                  <a:pt x="3873115" y="3122324"/>
                  <a:pt x="3874871" y="3122324"/>
                </a:cubicBezTo>
                <a:lnTo>
                  <a:pt x="3874871" y="3115965"/>
                </a:lnTo>
                <a:close/>
                <a:moveTo>
                  <a:pt x="3823843" y="3122324"/>
                </a:moveTo>
                <a:cubicBezTo>
                  <a:pt x="3825599" y="3122324"/>
                  <a:pt x="3827023" y="3120901"/>
                  <a:pt x="3827023" y="3119145"/>
                </a:cubicBezTo>
                <a:cubicBezTo>
                  <a:pt x="3827023" y="3117389"/>
                  <a:pt x="3825599" y="3115965"/>
                  <a:pt x="3823843" y="3115965"/>
                </a:cubicBezTo>
                <a:lnTo>
                  <a:pt x="3823843" y="3122324"/>
                </a:lnTo>
                <a:close/>
                <a:moveTo>
                  <a:pt x="3772815" y="3115965"/>
                </a:moveTo>
                <a:cubicBezTo>
                  <a:pt x="3771059" y="3115965"/>
                  <a:pt x="3769636" y="3117389"/>
                  <a:pt x="3769636" y="3119145"/>
                </a:cubicBezTo>
                <a:cubicBezTo>
                  <a:pt x="3769636" y="3120901"/>
                  <a:pt x="3771059" y="3122324"/>
                  <a:pt x="3772815" y="3122324"/>
                </a:cubicBezTo>
                <a:lnTo>
                  <a:pt x="3772815" y="3115965"/>
                </a:lnTo>
                <a:close/>
                <a:moveTo>
                  <a:pt x="3721787" y="3122324"/>
                </a:moveTo>
                <a:cubicBezTo>
                  <a:pt x="3723543" y="3122324"/>
                  <a:pt x="3724967" y="3120901"/>
                  <a:pt x="3724967" y="3119145"/>
                </a:cubicBezTo>
                <a:cubicBezTo>
                  <a:pt x="3724967" y="3117389"/>
                  <a:pt x="3723543" y="3115965"/>
                  <a:pt x="3721787" y="3115965"/>
                </a:cubicBezTo>
                <a:lnTo>
                  <a:pt x="3721787" y="3122324"/>
                </a:lnTo>
                <a:close/>
                <a:moveTo>
                  <a:pt x="3670759" y="3115965"/>
                </a:moveTo>
                <a:cubicBezTo>
                  <a:pt x="3669003" y="3115965"/>
                  <a:pt x="3667580" y="3117389"/>
                  <a:pt x="3667580" y="3119145"/>
                </a:cubicBezTo>
                <a:cubicBezTo>
                  <a:pt x="3667580" y="3120901"/>
                  <a:pt x="3669003" y="3122324"/>
                  <a:pt x="3670759" y="3122324"/>
                </a:cubicBezTo>
                <a:lnTo>
                  <a:pt x="3670759" y="3115965"/>
                </a:lnTo>
                <a:close/>
                <a:moveTo>
                  <a:pt x="3619731" y="3122324"/>
                </a:moveTo>
                <a:cubicBezTo>
                  <a:pt x="3621487" y="3122324"/>
                  <a:pt x="3622911" y="3120901"/>
                  <a:pt x="3622911" y="3119145"/>
                </a:cubicBezTo>
                <a:cubicBezTo>
                  <a:pt x="3622911" y="3117389"/>
                  <a:pt x="3621487" y="3115965"/>
                  <a:pt x="3619731" y="3115965"/>
                </a:cubicBezTo>
                <a:lnTo>
                  <a:pt x="3619731" y="3122324"/>
                </a:lnTo>
                <a:close/>
                <a:moveTo>
                  <a:pt x="3568703" y="3115965"/>
                </a:moveTo>
                <a:cubicBezTo>
                  <a:pt x="3566947" y="3115965"/>
                  <a:pt x="3565523" y="3117389"/>
                  <a:pt x="3565523" y="3119145"/>
                </a:cubicBezTo>
                <a:cubicBezTo>
                  <a:pt x="3565523" y="3120901"/>
                  <a:pt x="3566947" y="3122324"/>
                  <a:pt x="3568703" y="3122324"/>
                </a:cubicBezTo>
                <a:lnTo>
                  <a:pt x="3568703" y="3115965"/>
                </a:lnTo>
                <a:close/>
                <a:moveTo>
                  <a:pt x="3517675" y="3122324"/>
                </a:moveTo>
                <a:cubicBezTo>
                  <a:pt x="3519431" y="3122324"/>
                  <a:pt x="3520854" y="3120901"/>
                  <a:pt x="3520854" y="3119145"/>
                </a:cubicBezTo>
                <a:cubicBezTo>
                  <a:pt x="3520854" y="3117389"/>
                  <a:pt x="3519431" y="3115965"/>
                  <a:pt x="3517675" y="3115965"/>
                </a:cubicBezTo>
                <a:lnTo>
                  <a:pt x="3517675" y="3122324"/>
                </a:lnTo>
                <a:close/>
                <a:moveTo>
                  <a:pt x="3466647" y="3115965"/>
                </a:moveTo>
                <a:cubicBezTo>
                  <a:pt x="3464891" y="3115965"/>
                  <a:pt x="3463468" y="3117389"/>
                  <a:pt x="3463468" y="3119145"/>
                </a:cubicBezTo>
                <a:cubicBezTo>
                  <a:pt x="3463468" y="3120901"/>
                  <a:pt x="3464891" y="3122324"/>
                  <a:pt x="3466647" y="3122324"/>
                </a:cubicBezTo>
                <a:lnTo>
                  <a:pt x="3466647" y="3115965"/>
                </a:lnTo>
                <a:close/>
                <a:moveTo>
                  <a:pt x="3415619" y="3122324"/>
                </a:moveTo>
                <a:cubicBezTo>
                  <a:pt x="3417375" y="3122324"/>
                  <a:pt x="3418799" y="3120901"/>
                  <a:pt x="3418799" y="3119145"/>
                </a:cubicBezTo>
                <a:cubicBezTo>
                  <a:pt x="3418799" y="3117389"/>
                  <a:pt x="3417375" y="3115965"/>
                  <a:pt x="3415619" y="3115965"/>
                </a:cubicBezTo>
                <a:lnTo>
                  <a:pt x="3415619" y="3122324"/>
                </a:lnTo>
                <a:close/>
                <a:moveTo>
                  <a:pt x="3364591" y="3115965"/>
                </a:moveTo>
                <a:cubicBezTo>
                  <a:pt x="3362835" y="3115965"/>
                  <a:pt x="3361412" y="3117389"/>
                  <a:pt x="3361412" y="3119145"/>
                </a:cubicBezTo>
                <a:cubicBezTo>
                  <a:pt x="3361412" y="3120901"/>
                  <a:pt x="3362835" y="3122324"/>
                  <a:pt x="3364591" y="3122324"/>
                </a:cubicBezTo>
                <a:lnTo>
                  <a:pt x="3364591" y="3115965"/>
                </a:lnTo>
                <a:close/>
                <a:moveTo>
                  <a:pt x="3313563" y="3122324"/>
                </a:moveTo>
                <a:cubicBezTo>
                  <a:pt x="3315319" y="3122324"/>
                  <a:pt x="3316743" y="3120901"/>
                  <a:pt x="3316743" y="3119145"/>
                </a:cubicBezTo>
                <a:cubicBezTo>
                  <a:pt x="3316743" y="3117389"/>
                  <a:pt x="3315319" y="3115965"/>
                  <a:pt x="3313563" y="3115965"/>
                </a:cubicBezTo>
                <a:lnTo>
                  <a:pt x="3313563" y="3122324"/>
                </a:lnTo>
                <a:close/>
                <a:moveTo>
                  <a:pt x="3262535" y="3115965"/>
                </a:moveTo>
                <a:cubicBezTo>
                  <a:pt x="3260779" y="3115965"/>
                  <a:pt x="3259356" y="3117389"/>
                  <a:pt x="3259356" y="3119145"/>
                </a:cubicBezTo>
                <a:cubicBezTo>
                  <a:pt x="3259356" y="3120901"/>
                  <a:pt x="3260779" y="3122324"/>
                  <a:pt x="3262535" y="3122324"/>
                </a:cubicBezTo>
                <a:lnTo>
                  <a:pt x="3262535" y="3115965"/>
                </a:lnTo>
                <a:close/>
                <a:moveTo>
                  <a:pt x="3211507" y="3122324"/>
                </a:moveTo>
                <a:cubicBezTo>
                  <a:pt x="3213263" y="3122324"/>
                  <a:pt x="3214687" y="3120901"/>
                  <a:pt x="3214687" y="3119145"/>
                </a:cubicBezTo>
                <a:cubicBezTo>
                  <a:pt x="3214687" y="3117389"/>
                  <a:pt x="3213263" y="3115965"/>
                  <a:pt x="3211507" y="3115965"/>
                </a:cubicBezTo>
                <a:lnTo>
                  <a:pt x="3211507" y="3122324"/>
                </a:lnTo>
                <a:close/>
                <a:moveTo>
                  <a:pt x="3160479" y="3115965"/>
                </a:moveTo>
                <a:cubicBezTo>
                  <a:pt x="3158723" y="3115965"/>
                  <a:pt x="3157300" y="3117389"/>
                  <a:pt x="3157300" y="3119145"/>
                </a:cubicBezTo>
                <a:cubicBezTo>
                  <a:pt x="3157300" y="3120901"/>
                  <a:pt x="3158723" y="3122324"/>
                  <a:pt x="3160479" y="3122324"/>
                </a:cubicBezTo>
                <a:lnTo>
                  <a:pt x="3160479" y="3115965"/>
                </a:lnTo>
                <a:close/>
                <a:moveTo>
                  <a:pt x="3109451" y="3122324"/>
                </a:moveTo>
                <a:cubicBezTo>
                  <a:pt x="3111207" y="3122324"/>
                  <a:pt x="3112631" y="3120901"/>
                  <a:pt x="3112631" y="3119145"/>
                </a:cubicBezTo>
                <a:cubicBezTo>
                  <a:pt x="3112631" y="3117389"/>
                  <a:pt x="3111207" y="3115965"/>
                  <a:pt x="3109451" y="3115965"/>
                </a:cubicBezTo>
                <a:lnTo>
                  <a:pt x="3109451" y="3122324"/>
                </a:lnTo>
                <a:close/>
                <a:moveTo>
                  <a:pt x="3058423" y="3115965"/>
                </a:moveTo>
                <a:cubicBezTo>
                  <a:pt x="3056667" y="3115965"/>
                  <a:pt x="3055244" y="3117389"/>
                  <a:pt x="3055244" y="3119145"/>
                </a:cubicBezTo>
                <a:cubicBezTo>
                  <a:pt x="3055244" y="3120901"/>
                  <a:pt x="3056667" y="3122324"/>
                  <a:pt x="3058423" y="3122324"/>
                </a:cubicBezTo>
                <a:lnTo>
                  <a:pt x="3058423" y="3115965"/>
                </a:lnTo>
                <a:close/>
                <a:moveTo>
                  <a:pt x="3007395" y="3122324"/>
                </a:moveTo>
                <a:cubicBezTo>
                  <a:pt x="3009151" y="3122324"/>
                  <a:pt x="3010575" y="3120901"/>
                  <a:pt x="3010575" y="3119145"/>
                </a:cubicBezTo>
                <a:cubicBezTo>
                  <a:pt x="3010575" y="3117389"/>
                  <a:pt x="3009151" y="3115965"/>
                  <a:pt x="3007395" y="3115965"/>
                </a:cubicBezTo>
                <a:lnTo>
                  <a:pt x="3007395" y="3122324"/>
                </a:lnTo>
                <a:close/>
                <a:moveTo>
                  <a:pt x="2956367" y="3115965"/>
                </a:moveTo>
                <a:cubicBezTo>
                  <a:pt x="2954611" y="3115965"/>
                  <a:pt x="2953188" y="3117389"/>
                  <a:pt x="2953188" y="3119145"/>
                </a:cubicBezTo>
                <a:cubicBezTo>
                  <a:pt x="2953188" y="3120901"/>
                  <a:pt x="2954611" y="3122324"/>
                  <a:pt x="2956367" y="3122324"/>
                </a:cubicBezTo>
                <a:lnTo>
                  <a:pt x="2956367" y="3115965"/>
                </a:lnTo>
                <a:close/>
                <a:moveTo>
                  <a:pt x="2905339" y="3122324"/>
                </a:moveTo>
                <a:cubicBezTo>
                  <a:pt x="2907096" y="3122324"/>
                  <a:pt x="2908519" y="3120901"/>
                  <a:pt x="2908519" y="3119145"/>
                </a:cubicBezTo>
                <a:cubicBezTo>
                  <a:pt x="2908519" y="3117389"/>
                  <a:pt x="2907096" y="3115965"/>
                  <a:pt x="2905339" y="3115965"/>
                </a:cubicBezTo>
                <a:lnTo>
                  <a:pt x="2905339" y="3122324"/>
                </a:lnTo>
                <a:close/>
                <a:moveTo>
                  <a:pt x="2854311" y="3115965"/>
                </a:moveTo>
                <a:cubicBezTo>
                  <a:pt x="2852555" y="3115965"/>
                  <a:pt x="2851132" y="3117389"/>
                  <a:pt x="2851132" y="3119145"/>
                </a:cubicBezTo>
                <a:cubicBezTo>
                  <a:pt x="2851132" y="3120901"/>
                  <a:pt x="2852555" y="3122324"/>
                  <a:pt x="2854311" y="3122324"/>
                </a:cubicBezTo>
                <a:lnTo>
                  <a:pt x="2854311" y="3115965"/>
                </a:lnTo>
                <a:close/>
                <a:moveTo>
                  <a:pt x="2803283" y="3122324"/>
                </a:moveTo>
                <a:cubicBezTo>
                  <a:pt x="2805039" y="3122324"/>
                  <a:pt x="2806463" y="3120901"/>
                  <a:pt x="2806463" y="3119145"/>
                </a:cubicBezTo>
                <a:cubicBezTo>
                  <a:pt x="2806463" y="3117389"/>
                  <a:pt x="2805039" y="3115965"/>
                  <a:pt x="2803283" y="3115965"/>
                </a:cubicBezTo>
                <a:lnTo>
                  <a:pt x="2803283" y="3122324"/>
                </a:lnTo>
                <a:close/>
                <a:moveTo>
                  <a:pt x="2752255" y="3115965"/>
                </a:moveTo>
                <a:cubicBezTo>
                  <a:pt x="2750499" y="3115965"/>
                  <a:pt x="2749076" y="3117389"/>
                  <a:pt x="2749076" y="3119145"/>
                </a:cubicBezTo>
                <a:cubicBezTo>
                  <a:pt x="2749076" y="3120901"/>
                  <a:pt x="2750499" y="3122324"/>
                  <a:pt x="2752255" y="3122324"/>
                </a:cubicBezTo>
                <a:lnTo>
                  <a:pt x="2752255" y="3115965"/>
                </a:lnTo>
                <a:close/>
                <a:moveTo>
                  <a:pt x="2701227" y="3122324"/>
                </a:moveTo>
                <a:cubicBezTo>
                  <a:pt x="2702983" y="3122324"/>
                  <a:pt x="2704407" y="3120901"/>
                  <a:pt x="2704407" y="3119145"/>
                </a:cubicBezTo>
                <a:cubicBezTo>
                  <a:pt x="2704407" y="3117389"/>
                  <a:pt x="2702983" y="3115965"/>
                  <a:pt x="2701227" y="3115965"/>
                </a:cubicBezTo>
                <a:lnTo>
                  <a:pt x="2701227" y="3122324"/>
                </a:lnTo>
                <a:close/>
                <a:moveTo>
                  <a:pt x="2650199" y="3115965"/>
                </a:moveTo>
                <a:cubicBezTo>
                  <a:pt x="2648444" y="3115965"/>
                  <a:pt x="2647020" y="3117389"/>
                  <a:pt x="2647020" y="3119145"/>
                </a:cubicBezTo>
                <a:cubicBezTo>
                  <a:pt x="2647020" y="3120901"/>
                  <a:pt x="2648444" y="3122324"/>
                  <a:pt x="2650199" y="3122324"/>
                </a:cubicBezTo>
                <a:lnTo>
                  <a:pt x="2650199" y="3115965"/>
                </a:lnTo>
                <a:close/>
                <a:moveTo>
                  <a:pt x="2599172" y="3122324"/>
                </a:moveTo>
                <a:cubicBezTo>
                  <a:pt x="2600928" y="3122324"/>
                  <a:pt x="2602351" y="3120901"/>
                  <a:pt x="2602351" y="3119145"/>
                </a:cubicBezTo>
                <a:cubicBezTo>
                  <a:pt x="2602351" y="3117389"/>
                  <a:pt x="2600928" y="3115965"/>
                  <a:pt x="2599172" y="3115965"/>
                </a:cubicBezTo>
                <a:lnTo>
                  <a:pt x="2599172" y="3122324"/>
                </a:lnTo>
                <a:close/>
                <a:moveTo>
                  <a:pt x="2548144" y="3115965"/>
                </a:moveTo>
                <a:cubicBezTo>
                  <a:pt x="2546387" y="3115965"/>
                  <a:pt x="2544964" y="3117389"/>
                  <a:pt x="2544964" y="3119145"/>
                </a:cubicBezTo>
                <a:cubicBezTo>
                  <a:pt x="2544964" y="3120901"/>
                  <a:pt x="2546387" y="3122324"/>
                  <a:pt x="2548144" y="3122324"/>
                </a:cubicBezTo>
                <a:lnTo>
                  <a:pt x="2548144" y="3115965"/>
                </a:lnTo>
                <a:close/>
                <a:moveTo>
                  <a:pt x="2497115" y="3122324"/>
                </a:moveTo>
                <a:cubicBezTo>
                  <a:pt x="2498872" y="3122324"/>
                  <a:pt x="2500295" y="3120901"/>
                  <a:pt x="2500295" y="3119145"/>
                </a:cubicBezTo>
                <a:cubicBezTo>
                  <a:pt x="2500295" y="3117389"/>
                  <a:pt x="2498872" y="3115965"/>
                  <a:pt x="2497115" y="3115965"/>
                </a:cubicBezTo>
                <a:lnTo>
                  <a:pt x="2497115" y="3122324"/>
                </a:lnTo>
                <a:close/>
                <a:moveTo>
                  <a:pt x="2446088" y="3115965"/>
                </a:moveTo>
                <a:cubicBezTo>
                  <a:pt x="2444332" y="3115965"/>
                  <a:pt x="2442908" y="3117389"/>
                  <a:pt x="2442908" y="3119145"/>
                </a:cubicBezTo>
                <a:cubicBezTo>
                  <a:pt x="2442908" y="3120901"/>
                  <a:pt x="2444332" y="3122324"/>
                  <a:pt x="2446088" y="3122324"/>
                </a:cubicBezTo>
                <a:lnTo>
                  <a:pt x="2446088" y="3115965"/>
                </a:lnTo>
                <a:close/>
                <a:moveTo>
                  <a:pt x="2395060" y="3122324"/>
                </a:moveTo>
                <a:cubicBezTo>
                  <a:pt x="2396816" y="3122324"/>
                  <a:pt x="2398239" y="3120901"/>
                  <a:pt x="2398239" y="3119145"/>
                </a:cubicBezTo>
                <a:cubicBezTo>
                  <a:pt x="2398239" y="3117389"/>
                  <a:pt x="2396816" y="3115965"/>
                  <a:pt x="2395060" y="3115965"/>
                </a:cubicBezTo>
                <a:lnTo>
                  <a:pt x="2395060" y="3122324"/>
                </a:lnTo>
                <a:close/>
                <a:moveTo>
                  <a:pt x="2344032" y="3115965"/>
                </a:moveTo>
                <a:cubicBezTo>
                  <a:pt x="2342276" y="3115965"/>
                  <a:pt x="2340852" y="3117389"/>
                  <a:pt x="2340852" y="3119145"/>
                </a:cubicBezTo>
                <a:cubicBezTo>
                  <a:pt x="2340852" y="3120901"/>
                  <a:pt x="2342276" y="3122324"/>
                  <a:pt x="2344032" y="3122324"/>
                </a:cubicBezTo>
                <a:lnTo>
                  <a:pt x="2344032" y="3115965"/>
                </a:lnTo>
                <a:close/>
                <a:moveTo>
                  <a:pt x="2293004" y="3122324"/>
                </a:moveTo>
                <a:cubicBezTo>
                  <a:pt x="2294760" y="3122324"/>
                  <a:pt x="2296183" y="3120901"/>
                  <a:pt x="2296183" y="3119145"/>
                </a:cubicBezTo>
                <a:cubicBezTo>
                  <a:pt x="2296183" y="3117389"/>
                  <a:pt x="2294760" y="3115965"/>
                  <a:pt x="2293004" y="3115965"/>
                </a:cubicBezTo>
                <a:lnTo>
                  <a:pt x="2293004" y="3122324"/>
                </a:lnTo>
                <a:close/>
                <a:moveTo>
                  <a:pt x="2241976" y="3115965"/>
                </a:moveTo>
                <a:cubicBezTo>
                  <a:pt x="2240220" y="3115965"/>
                  <a:pt x="2238796" y="3117389"/>
                  <a:pt x="2238796" y="3119145"/>
                </a:cubicBezTo>
                <a:cubicBezTo>
                  <a:pt x="2238796" y="3120901"/>
                  <a:pt x="2240220" y="3122324"/>
                  <a:pt x="2241976" y="3122324"/>
                </a:cubicBezTo>
                <a:lnTo>
                  <a:pt x="2241976" y="3115965"/>
                </a:lnTo>
                <a:close/>
                <a:moveTo>
                  <a:pt x="2190948" y="3122324"/>
                </a:moveTo>
                <a:cubicBezTo>
                  <a:pt x="2192704" y="3122324"/>
                  <a:pt x="2194127" y="3120901"/>
                  <a:pt x="2194127" y="3119145"/>
                </a:cubicBezTo>
                <a:cubicBezTo>
                  <a:pt x="2194127" y="3117389"/>
                  <a:pt x="2192704" y="3115965"/>
                  <a:pt x="2190948" y="3115965"/>
                </a:cubicBezTo>
                <a:lnTo>
                  <a:pt x="2190948" y="3122324"/>
                </a:lnTo>
                <a:close/>
                <a:moveTo>
                  <a:pt x="2139920" y="3115965"/>
                </a:moveTo>
                <a:cubicBezTo>
                  <a:pt x="2138164" y="3115965"/>
                  <a:pt x="2136740" y="3117389"/>
                  <a:pt x="2136740" y="3119145"/>
                </a:cubicBezTo>
                <a:cubicBezTo>
                  <a:pt x="2136740" y="3120901"/>
                  <a:pt x="2138164" y="3122324"/>
                  <a:pt x="2139920" y="3122324"/>
                </a:cubicBezTo>
                <a:lnTo>
                  <a:pt x="2139920" y="3115965"/>
                </a:lnTo>
                <a:close/>
                <a:moveTo>
                  <a:pt x="2088892" y="3122324"/>
                </a:moveTo>
                <a:cubicBezTo>
                  <a:pt x="2090648" y="3122324"/>
                  <a:pt x="2092072" y="3120901"/>
                  <a:pt x="2092072" y="3119145"/>
                </a:cubicBezTo>
                <a:cubicBezTo>
                  <a:pt x="2092072" y="3117389"/>
                  <a:pt x="2090648" y="3115965"/>
                  <a:pt x="2088892" y="3115965"/>
                </a:cubicBezTo>
                <a:lnTo>
                  <a:pt x="2088892" y="3122324"/>
                </a:lnTo>
                <a:close/>
                <a:moveTo>
                  <a:pt x="2037864" y="3115965"/>
                </a:moveTo>
                <a:cubicBezTo>
                  <a:pt x="2036108" y="3115965"/>
                  <a:pt x="2034684" y="3117389"/>
                  <a:pt x="2034684" y="3119145"/>
                </a:cubicBezTo>
                <a:cubicBezTo>
                  <a:pt x="2034684" y="3120901"/>
                  <a:pt x="2036108" y="3122324"/>
                  <a:pt x="2037864" y="3122324"/>
                </a:cubicBezTo>
                <a:lnTo>
                  <a:pt x="2037864" y="3115965"/>
                </a:lnTo>
                <a:close/>
                <a:moveTo>
                  <a:pt x="1986836" y="3122324"/>
                </a:moveTo>
                <a:cubicBezTo>
                  <a:pt x="1988592" y="3122324"/>
                  <a:pt x="1990016" y="3120901"/>
                  <a:pt x="1990016" y="3119145"/>
                </a:cubicBezTo>
                <a:cubicBezTo>
                  <a:pt x="1990016" y="3117389"/>
                  <a:pt x="1988592" y="3115965"/>
                  <a:pt x="1986836" y="3115965"/>
                </a:cubicBezTo>
                <a:lnTo>
                  <a:pt x="1986836" y="3122324"/>
                </a:lnTo>
                <a:close/>
                <a:moveTo>
                  <a:pt x="1935808" y="3115965"/>
                </a:moveTo>
                <a:cubicBezTo>
                  <a:pt x="1934052" y="3115965"/>
                  <a:pt x="1932628" y="3117389"/>
                  <a:pt x="1932628" y="3119145"/>
                </a:cubicBezTo>
                <a:cubicBezTo>
                  <a:pt x="1932628" y="3120901"/>
                  <a:pt x="1934052" y="3122324"/>
                  <a:pt x="1935808" y="3122324"/>
                </a:cubicBezTo>
                <a:lnTo>
                  <a:pt x="1935808" y="3115965"/>
                </a:lnTo>
                <a:close/>
                <a:moveTo>
                  <a:pt x="1884780" y="3122324"/>
                </a:moveTo>
                <a:cubicBezTo>
                  <a:pt x="1886536" y="3122324"/>
                  <a:pt x="1887960" y="3120901"/>
                  <a:pt x="1887960" y="3119145"/>
                </a:cubicBezTo>
                <a:cubicBezTo>
                  <a:pt x="1887960" y="3117389"/>
                  <a:pt x="1886536" y="3115965"/>
                  <a:pt x="1884780" y="3115965"/>
                </a:cubicBezTo>
                <a:lnTo>
                  <a:pt x="1884780" y="3122324"/>
                </a:lnTo>
                <a:close/>
                <a:moveTo>
                  <a:pt x="1833752" y="3115965"/>
                </a:moveTo>
                <a:cubicBezTo>
                  <a:pt x="1831996" y="3115965"/>
                  <a:pt x="1830573" y="3117389"/>
                  <a:pt x="1830573" y="3119145"/>
                </a:cubicBezTo>
                <a:cubicBezTo>
                  <a:pt x="1830573" y="3120901"/>
                  <a:pt x="1831996" y="3122324"/>
                  <a:pt x="1833752" y="3122324"/>
                </a:cubicBezTo>
                <a:lnTo>
                  <a:pt x="1833752" y="3115965"/>
                </a:lnTo>
                <a:close/>
                <a:moveTo>
                  <a:pt x="1782724" y="3122324"/>
                </a:moveTo>
                <a:cubicBezTo>
                  <a:pt x="1784480" y="3122324"/>
                  <a:pt x="1785904" y="3120901"/>
                  <a:pt x="1785904" y="3119145"/>
                </a:cubicBezTo>
                <a:cubicBezTo>
                  <a:pt x="1785904" y="3117389"/>
                  <a:pt x="1784480" y="3115965"/>
                  <a:pt x="1782724" y="3115965"/>
                </a:cubicBezTo>
                <a:lnTo>
                  <a:pt x="1782724" y="3122324"/>
                </a:lnTo>
                <a:close/>
                <a:moveTo>
                  <a:pt x="1731696" y="3115965"/>
                </a:moveTo>
                <a:cubicBezTo>
                  <a:pt x="1729940" y="3115965"/>
                  <a:pt x="1728517" y="3117389"/>
                  <a:pt x="1728517" y="3119145"/>
                </a:cubicBezTo>
                <a:cubicBezTo>
                  <a:pt x="1728517" y="3120901"/>
                  <a:pt x="1729940" y="3122324"/>
                  <a:pt x="1731696" y="3122324"/>
                </a:cubicBezTo>
                <a:lnTo>
                  <a:pt x="1731696" y="3115965"/>
                </a:lnTo>
                <a:close/>
                <a:moveTo>
                  <a:pt x="1680668" y="3122324"/>
                </a:moveTo>
                <a:cubicBezTo>
                  <a:pt x="1682424" y="3122324"/>
                  <a:pt x="1683848" y="3120901"/>
                  <a:pt x="1683848" y="3119145"/>
                </a:cubicBezTo>
                <a:cubicBezTo>
                  <a:pt x="1683848" y="3117389"/>
                  <a:pt x="1682424" y="3115965"/>
                  <a:pt x="1680668" y="3115965"/>
                </a:cubicBezTo>
                <a:lnTo>
                  <a:pt x="1680668" y="3122324"/>
                </a:lnTo>
                <a:close/>
                <a:moveTo>
                  <a:pt x="1629640" y="3115965"/>
                </a:moveTo>
                <a:cubicBezTo>
                  <a:pt x="1627884" y="3115965"/>
                  <a:pt x="1626461" y="3117389"/>
                  <a:pt x="1626461" y="3119145"/>
                </a:cubicBezTo>
                <a:cubicBezTo>
                  <a:pt x="1626461" y="3120901"/>
                  <a:pt x="1627884" y="3122324"/>
                  <a:pt x="1629640" y="3122324"/>
                </a:cubicBezTo>
                <a:lnTo>
                  <a:pt x="1629640" y="3115965"/>
                </a:lnTo>
                <a:close/>
                <a:moveTo>
                  <a:pt x="1578612" y="3122324"/>
                </a:moveTo>
                <a:cubicBezTo>
                  <a:pt x="1580368" y="3122324"/>
                  <a:pt x="1581792" y="3120901"/>
                  <a:pt x="1581792" y="3119145"/>
                </a:cubicBezTo>
                <a:cubicBezTo>
                  <a:pt x="1581792" y="3117389"/>
                  <a:pt x="1580368" y="3115965"/>
                  <a:pt x="1578612" y="3115965"/>
                </a:cubicBezTo>
                <a:lnTo>
                  <a:pt x="1578612" y="3122324"/>
                </a:lnTo>
                <a:close/>
                <a:moveTo>
                  <a:pt x="1527584" y="3115965"/>
                </a:moveTo>
                <a:cubicBezTo>
                  <a:pt x="1525828" y="3115965"/>
                  <a:pt x="1524405" y="3117389"/>
                  <a:pt x="1524405" y="3119145"/>
                </a:cubicBezTo>
                <a:cubicBezTo>
                  <a:pt x="1524405" y="3120901"/>
                  <a:pt x="1525828" y="3122324"/>
                  <a:pt x="1527584" y="3122324"/>
                </a:cubicBezTo>
                <a:lnTo>
                  <a:pt x="1527584" y="3115965"/>
                </a:lnTo>
                <a:close/>
                <a:moveTo>
                  <a:pt x="1476556" y="3122324"/>
                </a:moveTo>
                <a:cubicBezTo>
                  <a:pt x="1478312" y="3122324"/>
                  <a:pt x="1479736" y="3120901"/>
                  <a:pt x="1479736" y="3119145"/>
                </a:cubicBezTo>
                <a:cubicBezTo>
                  <a:pt x="1479736" y="3117389"/>
                  <a:pt x="1478312" y="3115965"/>
                  <a:pt x="1476556" y="3115965"/>
                </a:cubicBezTo>
                <a:lnTo>
                  <a:pt x="1476556" y="3122324"/>
                </a:lnTo>
                <a:close/>
                <a:moveTo>
                  <a:pt x="1425528" y="3115965"/>
                </a:moveTo>
                <a:cubicBezTo>
                  <a:pt x="1423772" y="3115965"/>
                  <a:pt x="1422349" y="3117389"/>
                  <a:pt x="1422349" y="3119145"/>
                </a:cubicBezTo>
                <a:cubicBezTo>
                  <a:pt x="1422349" y="3120901"/>
                  <a:pt x="1423772" y="3122324"/>
                  <a:pt x="1425528" y="3122324"/>
                </a:cubicBezTo>
                <a:lnTo>
                  <a:pt x="1425528" y="3115965"/>
                </a:lnTo>
                <a:close/>
                <a:moveTo>
                  <a:pt x="1374500" y="3122324"/>
                </a:moveTo>
                <a:cubicBezTo>
                  <a:pt x="1376256" y="3122324"/>
                  <a:pt x="1377680" y="3120901"/>
                  <a:pt x="1377680" y="3119145"/>
                </a:cubicBezTo>
                <a:cubicBezTo>
                  <a:pt x="1377680" y="3117389"/>
                  <a:pt x="1376256" y="3115965"/>
                  <a:pt x="1374500" y="3115965"/>
                </a:cubicBezTo>
                <a:lnTo>
                  <a:pt x="1374500" y="3122324"/>
                </a:lnTo>
                <a:close/>
                <a:moveTo>
                  <a:pt x="1323473" y="3115965"/>
                </a:moveTo>
                <a:cubicBezTo>
                  <a:pt x="1321717" y="3115965"/>
                  <a:pt x="1320293" y="3117389"/>
                  <a:pt x="1320293" y="3119145"/>
                </a:cubicBezTo>
                <a:cubicBezTo>
                  <a:pt x="1320293" y="3120901"/>
                  <a:pt x="1321717" y="3122324"/>
                  <a:pt x="1323473" y="3122324"/>
                </a:cubicBezTo>
                <a:lnTo>
                  <a:pt x="1323473" y="3115965"/>
                </a:lnTo>
                <a:close/>
                <a:moveTo>
                  <a:pt x="1272445" y="3122324"/>
                </a:moveTo>
                <a:cubicBezTo>
                  <a:pt x="1274201" y="3122324"/>
                  <a:pt x="1275624" y="3120901"/>
                  <a:pt x="1275624" y="3119145"/>
                </a:cubicBezTo>
                <a:cubicBezTo>
                  <a:pt x="1275624" y="3117389"/>
                  <a:pt x="1274201" y="3115965"/>
                  <a:pt x="1272445" y="3115965"/>
                </a:cubicBezTo>
                <a:lnTo>
                  <a:pt x="1272445" y="3122324"/>
                </a:lnTo>
                <a:close/>
                <a:moveTo>
                  <a:pt x="1221417" y="3115965"/>
                </a:moveTo>
                <a:cubicBezTo>
                  <a:pt x="1219661" y="3115965"/>
                  <a:pt x="1218237" y="3117389"/>
                  <a:pt x="1218237" y="3119145"/>
                </a:cubicBezTo>
                <a:cubicBezTo>
                  <a:pt x="1218237" y="3120901"/>
                  <a:pt x="1219661" y="3122324"/>
                  <a:pt x="1221417" y="3122324"/>
                </a:cubicBezTo>
                <a:lnTo>
                  <a:pt x="1221417" y="3115965"/>
                </a:lnTo>
                <a:close/>
                <a:moveTo>
                  <a:pt x="1170389" y="3122324"/>
                </a:moveTo>
                <a:cubicBezTo>
                  <a:pt x="1172145" y="3122324"/>
                  <a:pt x="1173568" y="3120901"/>
                  <a:pt x="1173568" y="3119145"/>
                </a:cubicBezTo>
                <a:cubicBezTo>
                  <a:pt x="1173568" y="3117389"/>
                  <a:pt x="1172145" y="3115965"/>
                  <a:pt x="1170389" y="3115965"/>
                </a:cubicBezTo>
                <a:lnTo>
                  <a:pt x="1170389" y="3122324"/>
                </a:lnTo>
                <a:close/>
                <a:moveTo>
                  <a:pt x="1119361" y="3115965"/>
                </a:moveTo>
                <a:cubicBezTo>
                  <a:pt x="1117605" y="3115965"/>
                  <a:pt x="1116181" y="3117389"/>
                  <a:pt x="1116181" y="3119145"/>
                </a:cubicBezTo>
                <a:cubicBezTo>
                  <a:pt x="1116181" y="3120901"/>
                  <a:pt x="1117605" y="3122324"/>
                  <a:pt x="1119361" y="3122324"/>
                </a:cubicBezTo>
                <a:lnTo>
                  <a:pt x="1119361" y="3115965"/>
                </a:lnTo>
                <a:close/>
                <a:moveTo>
                  <a:pt x="1068333" y="3122324"/>
                </a:moveTo>
                <a:cubicBezTo>
                  <a:pt x="1070089" y="3122324"/>
                  <a:pt x="1071512" y="3120901"/>
                  <a:pt x="1071512" y="3119145"/>
                </a:cubicBezTo>
                <a:cubicBezTo>
                  <a:pt x="1071512" y="3117389"/>
                  <a:pt x="1070089" y="3115965"/>
                  <a:pt x="1068333" y="3115965"/>
                </a:cubicBezTo>
                <a:lnTo>
                  <a:pt x="1068333" y="3122324"/>
                </a:lnTo>
                <a:close/>
                <a:moveTo>
                  <a:pt x="1017305" y="3115965"/>
                </a:moveTo>
                <a:cubicBezTo>
                  <a:pt x="1015549" y="3115965"/>
                  <a:pt x="1014125" y="3117389"/>
                  <a:pt x="1014125" y="3119145"/>
                </a:cubicBezTo>
                <a:cubicBezTo>
                  <a:pt x="1014125" y="3120901"/>
                  <a:pt x="1015549" y="3122324"/>
                  <a:pt x="1017305" y="3122324"/>
                </a:cubicBezTo>
                <a:lnTo>
                  <a:pt x="1017305" y="3115965"/>
                </a:lnTo>
                <a:close/>
                <a:moveTo>
                  <a:pt x="966277" y="3122324"/>
                </a:moveTo>
                <a:cubicBezTo>
                  <a:pt x="968033" y="3122324"/>
                  <a:pt x="969456" y="3120901"/>
                  <a:pt x="969456" y="3119145"/>
                </a:cubicBezTo>
                <a:cubicBezTo>
                  <a:pt x="969456" y="3117389"/>
                  <a:pt x="968033" y="3115965"/>
                  <a:pt x="966277" y="3115965"/>
                </a:cubicBezTo>
                <a:lnTo>
                  <a:pt x="966277" y="3122324"/>
                </a:lnTo>
                <a:close/>
                <a:moveTo>
                  <a:pt x="915249" y="3115965"/>
                </a:moveTo>
                <a:cubicBezTo>
                  <a:pt x="913493" y="3115965"/>
                  <a:pt x="912069" y="3117389"/>
                  <a:pt x="912069" y="3119145"/>
                </a:cubicBezTo>
                <a:cubicBezTo>
                  <a:pt x="912069" y="3120901"/>
                  <a:pt x="913493" y="3122324"/>
                  <a:pt x="915249" y="3122324"/>
                </a:cubicBezTo>
                <a:lnTo>
                  <a:pt x="915249" y="3115965"/>
                </a:lnTo>
                <a:close/>
                <a:moveTo>
                  <a:pt x="864221" y="3122324"/>
                </a:moveTo>
                <a:cubicBezTo>
                  <a:pt x="865977" y="3122324"/>
                  <a:pt x="867400" y="3120901"/>
                  <a:pt x="867400" y="3119145"/>
                </a:cubicBezTo>
                <a:cubicBezTo>
                  <a:pt x="867400" y="3117389"/>
                  <a:pt x="865977" y="3115965"/>
                  <a:pt x="864221" y="3115965"/>
                </a:cubicBezTo>
                <a:lnTo>
                  <a:pt x="864221" y="3122324"/>
                </a:lnTo>
                <a:close/>
                <a:moveTo>
                  <a:pt x="813193" y="3115965"/>
                </a:moveTo>
                <a:cubicBezTo>
                  <a:pt x="811436" y="3115965"/>
                  <a:pt x="810013" y="3117389"/>
                  <a:pt x="810013" y="3119145"/>
                </a:cubicBezTo>
                <a:cubicBezTo>
                  <a:pt x="810013" y="3120901"/>
                  <a:pt x="811436" y="3122324"/>
                  <a:pt x="813193" y="3122324"/>
                </a:cubicBezTo>
                <a:lnTo>
                  <a:pt x="813193" y="3115965"/>
                </a:lnTo>
                <a:close/>
                <a:moveTo>
                  <a:pt x="762165" y="3122324"/>
                </a:moveTo>
                <a:cubicBezTo>
                  <a:pt x="763921" y="3122324"/>
                  <a:pt x="765344" y="3120901"/>
                  <a:pt x="765344" y="3119145"/>
                </a:cubicBezTo>
                <a:cubicBezTo>
                  <a:pt x="765344" y="3117389"/>
                  <a:pt x="763921" y="3115965"/>
                  <a:pt x="762165" y="3115965"/>
                </a:cubicBezTo>
                <a:lnTo>
                  <a:pt x="762165" y="3122324"/>
                </a:lnTo>
                <a:close/>
                <a:moveTo>
                  <a:pt x="711136" y="3115965"/>
                </a:moveTo>
                <a:cubicBezTo>
                  <a:pt x="709380" y="3115965"/>
                  <a:pt x="707957" y="3117389"/>
                  <a:pt x="707957" y="3119145"/>
                </a:cubicBezTo>
                <a:cubicBezTo>
                  <a:pt x="707957" y="3120901"/>
                  <a:pt x="709380" y="3122324"/>
                  <a:pt x="711136" y="3122324"/>
                </a:cubicBezTo>
                <a:lnTo>
                  <a:pt x="711136" y="3115965"/>
                </a:lnTo>
                <a:close/>
                <a:moveTo>
                  <a:pt x="660108" y="3122324"/>
                </a:moveTo>
                <a:cubicBezTo>
                  <a:pt x="661864" y="3122324"/>
                  <a:pt x="663288" y="3120901"/>
                  <a:pt x="663288" y="3119145"/>
                </a:cubicBezTo>
                <a:cubicBezTo>
                  <a:pt x="663288" y="3117389"/>
                  <a:pt x="661864" y="3115965"/>
                  <a:pt x="660108" y="3115965"/>
                </a:cubicBezTo>
                <a:lnTo>
                  <a:pt x="660108" y="3122324"/>
                </a:lnTo>
                <a:close/>
                <a:moveTo>
                  <a:pt x="609080" y="3115965"/>
                </a:moveTo>
                <a:cubicBezTo>
                  <a:pt x="607324" y="3115965"/>
                  <a:pt x="605900" y="3117389"/>
                  <a:pt x="605900" y="3119145"/>
                </a:cubicBezTo>
                <a:cubicBezTo>
                  <a:pt x="605900" y="3120901"/>
                  <a:pt x="607324" y="3122324"/>
                  <a:pt x="609080" y="3122324"/>
                </a:cubicBezTo>
                <a:lnTo>
                  <a:pt x="609080" y="3115965"/>
                </a:lnTo>
                <a:close/>
                <a:moveTo>
                  <a:pt x="558052" y="3122324"/>
                </a:moveTo>
                <a:cubicBezTo>
                  <a:pt x="559808" y="3122324"/>
                  <a:pt x="561231" y="3120901"/>
                  <a:pt x="561231" y="3119145"/>
                </a:cubicBezTo>
                <a:cubicBezTo>
                  <a:pt x="561231" y="3117389"/>
                  <a:pt x="559808" y="3115965"/>
                  <a:pt x="558052" y="3115965"/>
                </a:cubicBezTo>
                <a:lnTo>
                  <a:pt x="558052" y="3122324"/>
                </a:lnTo>
                <a:close/>
                <a:moveTo>
                  <a:pt x="507024" y="3115965"/>
                </a:moveTo>
                <a:cubicBezTo>
                  <a:pt x="505268" y="3115965"/>
                  <a:pt x="503844" y="3117389"/>
                  <a:pt x="503844" y="3119145"/>
                </a:cubicBezTo>
                <a:cubicBezTo>
                  <a:pt x="503844" y="3120901"/>
                  <a:pt x="505268" y="3122324"/>
                  <a:pt x="507024" y="3122324"/>
                </a:cubicBezTo>
                <a:lnTo>
                  <a:pt x="507024" y="3115965"/>
                </a:lnTo>
                <a:close/>
                <a:moveTo>
                  <a:pt x="455996" y="3122324"/>
                </a:moveTo>
                <a:cubicBezTo>
                  <a:pt x="457752" y="3122324"/>
                  <a:pt x="459175" y="3120901"/>
                  <a:pt x="459175" y="3119145"/>
                </a:cubicBezTo>
                <a:cubicBezTo>
                  <a:pt x="459175" y="3117389"/>
                  <a:pt x="457752" y="3115965"/>
                  <a:pt x="455996" y="3115965"/>
                </a:cubicBezTo>
                <a:lnTo>
                  <a:pt x="455996" y="3122324"/>
                </a:lnTo>
                <a:close/>
                <a:moveTo>
                  <a:pt x="404967" y="3115965"/>
                </a:moveTo>
                <a:cubicBezTo>
                  <a:pt x="403211" y="3115965"/>
                  <a:pt x="401788" y="3117389"/>
                  <a:pt x="401788" y="3119145"/>
                </a:cubicBezTo>
                <a:cubicBezTo>
                  <a:pt x="401788" y="3120901"/>
                  <a:pt x="403211" y="3122324"/>
                  <a:pt x="404967" y="3122324"/>
                </a:cubicBezTo>
                <a:lnTo>
                  <a:pt x="404967" y="3115965"/>
                </a:lnTo>
                <a:close/>
                <a:moveTo>
                  <a:pt x="353939" y="3122324"/>
                </a:moveTo>
                <a:cubicBezTo>
                  <a:pt x="355695" y="3122324"/>
                  <a:pt x="357119" y="3120901"/>
                  <a:pt x="357119" y="3119145"/>
                </a:cubicBezTo>
                <a:cubicBezTo>
                  <a:pt x="357119" y="3117389"/>
                  <a:pt x="355695" y="3115965"/>
                  <a:pt x="353939" y="3115965"/>
                </a:cubicBezTo>
                <a:lnTo>
                  <a:pt x="353939" y="3122324"/>
                </a:lnTo>
                <a:close/>
                <a:moveTo>
                  <a:pt x="302911" y="3115965"/>
                </a:moveTo>
                <a:cubicBezTo>
                  <a:pt x="301155" y="3115965"/>
                  <a:pt x="299731" y="3117389"/>
                  <a:pt x="299731" y="3119145"/>
                </a:cubicBezTo>
                <a:cubicBezTo>
                  <a:pt x="299731" y="3120901"/>
                  <a:pt x="301155" y="3122324"/>
                  <a:pt x="302911" y="3122324"/>
                </a:cubicBezTo>
                <a:lnTo>
                  <a:pt x="302911" y="3115965"/>
                </a:lnTo>
                <a:close/>
                <a:moveTo>
                  <a:pt x="251883" y="3122324"/>
                </a:moveTo>
                <a:cubicBezTo>
                  <a:pt x="253639" y="3122324"/>
                  <a:pt x="255062" y="3120901"/>
                  <a:pt x="255062" y="3119145"/>
                </a:cubicBezTo>
                <a:cubicBezTo>
                  <a:pt x="255062" y="3117389"/>
                  <a:pt x="253639" y="3115965"/>
                  <a:pt x="251883" y="3115965"/>
                </a:cubicBezTo>
                <a:lnTo>
                  <a:pt x="251883" y="3122324"/>
                </a:lnTo>
                <a:close/>
                <a:moveTo>
                  <a:pt x="200855" y="3115965"/>
                </a:moveTo>
                <a:cubicBezTo>
                  <a:pt x="199099" y="3115965"/>
                  <a:pt x="197675" y="3117389"/>
                  <a:pt x="197675" y="3119145"/>
                </a:cubicBezTo>
                <a:cubicBezTo>
                  <a:pt x="197675" y="3120901"/>
                  <a:pt x="199099" y="3122324"/>
                  <a:pt x="200855" y="3122324"/>
                </a:cubicBezTo>
                <a:lnTo>
                  <a:pt x="200855" y="3115965"/>
                </a:lnTo>
                <a:close/>
                <a:moveTo>
                  <a:pt x="149827" y="3122324"/>
                </a:moveTo>
                <a:cubicBezTo>
                  <a:pt x="151583" y="3122324"/>
                  <a:pt x="153006" y="3120901"/>
                  <a:pt x="153006" y="3119145"/>
                </a:cubicBezTo>
                <a:cubicBezTo>
                  <a:pt x="153006" y="3117389"/>
                  <a:pt x="151583" y="3115965"/>
                  <a:pt x="149827" y="3115965"/>
                </a:cubicBezTo>
                <a:lnTo>
                  <a:pt x="149827" y="3122324"/>
                </a:lnTo>
                <a:close/>
                <a:moveTo>
                  <a:pt x="98798" y="3115965"/>
                </a:moveTo>
                <a:cubicBezTo>
                  <a:pt x="97042" y="3115965"/>
                  <a:pt x="95619" y="3117389"/>
                  <a:pt x="95619" y="3119145"/>
                </a:cubicBezTo>
                <a:cubicBezTo>
                  <a:pt x="95619" y="3120901"/>
                  <a:pt x="97042" y="3122324"/>
                  <a:pt x="98798" y="3122324"/>
                </a:cubicBezTo>
                <a:lnTo>
                  <a:pt x="98798" y="3115965"/>
                </a:lnTo>
                <a:close/>
                <a:moveTo>
                  <a:pt x="47770" y="3122324"/>
                </a:moveTo>
                <a:cubicBezTo>
                  <a:pt x="49526" y="3122324"/>
                  <a:pt x="50950" y="3120901"/>
                  <a:pt x="50950" y="3119145"/>
                </a:cubicBezTo>
                <a:cubicBezTo>
                  <a:pt x="50950" y="3117389"/>
                  <a:pt x="49526" y="3115965"/>
                  <a:pt x="47770" y="3115965"/>
                </a:cubicBezTo>
                <a:lnTo>
                  <a:pt x="47770" y="3122324"/>
                </a:lnTo>
                <a:close/>
                <a:moveTo>
                  <a:pt x="22257" y="3115965"/>
                </a:moveTo>
                <a:cubicBezTo>
                  <a:pt x="13477" y="3115965"/>
                  <a:pt x="6359" y="3108848"/>
                  <a:pt x="6359" y="3100067"/>
                </a:cubicBezTo>
                <a:lnTo>
                  <a:pt x="0" y="3100067"/>
                </a:lnTo>
                <a:cubicBezTo>
                  <a:pt x="0" y="3112360"/>
                  <a:pt x="9965" y="3122324"/>
                  <a:pt x="22257" y="3122324"/>
                </a:cubicBezTo>
                <a:lnTo>
                  <a:pt x="22257" y="3115965"/>
                </a:lnTo>
                <a:close/>
                <a:moveTo>
                  <a:pt x="6359" y="3100067"/>
                </a:moveTo>
                <a:lnTo>
                  <a:pt x="6359" y="3074419"/>
                </a:lnTo>
                <a:lnTo>
                  <a:pt x="0" y="3074419"/>
                </a:lnTo>
                <a:lnTo>
                  <a:pt x="0" y="3100067"/>
                </a:lnTo>
                <a:lnTo>
                  <a:pt x="6359" y="3100067"/>
                </a:lnTo>
                <a:close/>
                <a:moveTo>
                  <a:pt x="6359" y="3023122"/>
                </a:moveTo>
                <a:lnTo>
                  <a:pt x="6359" y="2971825"/>
                </a:lnTo>
                <a:lnTo>
                  <a:pt x="0" y="2971825"/>
                </a:lnTo>
                <a:lnTo>
                  <a:pt x="0" y="3023122"/>
                </a:lnTo>
                <a:lnTo>
                  <a:pt x="6359" y="3023122"/>
                </a:lnTo>
                <a:close/>
                <a:moveTo>
                  <a:pt x="6359" y="2920528"/>
                </a:moveTo>
                <a:lnTo>
                  <a:pt x="6359" y="2869232"/>
                </a:lnTo>
                <a:lnTo>
                  <a:pt x="0" y="2869232"/>
                </a:lnTo>
                <a:lnTo>
                  <a:pt x="0" y="2920528"/>
                </a:lnTo>
                <a:lnTo>
                  <a:pt x="6359" y="2920528"/>
                </a:lnTo>
                <a:close/>
                <a:moveTo>
                  <a:pt x="6359" y="2817935"/>
                </a:moveTo>
                <a:lnTo>
                  <a:pt x="6359" y="2766638"/>
                </a:lnTo>
                <a:lnTo>
                  <a:pt x="0" y="2766638"/>
                </a:lnTo>
                <a:lnTo>
                  <a:pt x="0" y="2817935"/>
                </a:lnTo>
                <a:lnTo>
                  <a:pt x="6359" y="2817935"/>
                </a:lnTo>
                <a:close/>
                <a:moveTo>
                  <a:pt x="6359" y="2715341"/>
                </a:moveTo>
                <a:lnTo>
                  <a:pt x="6359" y="2664044"/>
                </a:lnTo>
                <a:lnTo>
                  <a:pt x="0" y="2664044"/>
                </a:lnTo>
                <a:lnTo>
                  <a:pt x="0" y="2715341"/>
                </a:lnTo>
                <a:lnTo>
                  <a:pt x="6359" y="2715341"/>
                </a:lnTo>
                <a:close/>
                <a:moveTo>
                  <a:pt x="6359" y="2612747"/>
                </a:moveTo>
                <a:lnTo>
                  <a:pt x="6359" y="2561451"/>
                </a:lnTo>
                <a:lnTo>
                  <a:pt x="0" y="2561451"/>
                </a:lnTo>
                <a:lnTo>
                  <a:pt x="0" y="2612747"/>
                </a:lnTo>
                <a:lnTo>
                  <a:pt x="6359" y="2612747"/>
                </a:lnTo>
                <a:close/>
                <a:moveTo>
                  <a:pt x="6359" y="2510154"/>
                </a:moveTo>
                <a:lnTo>
                  <a:pt x="6359" y="2458857"/>
                </a:lnTo>
                <a:lnTo>
                  <a:pt x="0" y="2458857"/>
                </a:lnTo>
                <a:lnTo>
                  <a:pt x="0" y="2510154"/>
                </a:lnTo>
                <a:lnTo>
                  <a:pt x="6359" y="2510154"/>
                </a:lnTo>
                <a:close/>
                <a:moveTo>
                  <a:pt x="6359" y="2407560"/>
                </a:moveTo>
                <a:lnTo>
                  <a:pt x="6359" y="2356263"/>
                </a:lnTo>
                <a:lnTo>
                  <a:pt x="0" y="2356263"/>
                </a:lnTo>
                <a:lnTo>
                  <a:pt x="0" y="2407560"/>
                </a:lnTo>
                <a:lnTo>
                  <a:pt x="6359" y="2407560"/>
                </a:lnTo>
                <a:close/>
                <a:moveTo>
                  <a:pt x="6359" y="2304966"/>
                </a:moveTo>
                <a:lnTo>
                  <a:pt x="6359" y="2253670"/>
                </a:lnTo>
                <a:lnTo>
                  <a:pt x="0" y="2253670"/>
                </a:lnTo>
                <a:lnTo>
                  <a:pt x="0" y="2304966"/>
                </a:lnTo>
                <a:lnTo>
                  <a:pt x="6359" y="2304966"/>
                </a:lnTo>
                <a:close/>
                <a:moveTo>
                  <a:pt x="6359" y="2202373"/>
                </a:moveTo>
                <a:lnTo>
                  <a:pt x="6359" y="2151076"/>
                </a:lnTo>
                <a:lnTo>
                  <a:pt x="0" y="2151076"/>
                </a:lnTo>
                <a:lnTo>
                  <a:pt x="0" y="2202373"/>
                </a:lnTo>
                <a:lnTo>
                  <a:pt x="6359" y="2202373"/>
                </a:lnTo>
                <a:close/>
                <a:moveTo>
                  <a:pt x="6359" y="2099779"/>
                </a:moveTo>
                <a:lnTo>
                  <a:pt x="6359" y="2048482"/>
                </a:lnTo>
                <a:lnTo>
                  <a:pt x="0" y="2048482"/>
                </a:lnTo>
                <a:lnTo>
                  <a:pt x="0" y="2099779"/>
                </a:lnTo>
                <a:lnTo>
                  <a:pt x="6359" y="2099779"/>
                </a:lnTo>
                <a:close/>
                <a:moveTo>
                  <a:pt x="6359" y="1997185"/>
                </a:moveTo>
                <a:lnTo>
                  <a:pt x="6359" y="1945889"/>
                </a:lnTo>
                <a:lnTo>
                  <a:pt x="0" y="1945889"/>
                </a:lnTo>
                <a:lnTo>
                  <a:pt x="0" y="1997185"/>
                </a:lnTo>
                <a:lnTo>
                  <a:pt x="6359" y="1997185"/>
                </a:lnTo>
                <a:close/>
                <a:moveTo>
                  <a:pt x="6359" y="1894592"/>
                </a:moveTo>
                <a:lnTo>
                  <a:pt x="6359" y="1843295"/>
                </a:lnTo>
                <a:lnTo>
                  <a:pt x="0" y="1843295"/>
                </a:lnTo>
                <a:lnTo>
                  <a:pt x="0" y="1894592"/>
                </a:lnTo>
                <a:lnTo>
                  <a:pt x="6359" y="1894592"/>
                </a:lnTo>
                <a:close/>
                <a:moveTo>
                  <a:pt x="6359" y="1791998"/>
                </a:moveTo>
                <a:lnTo>
                  <a:pt x="6359" y="1740701"/>
                </a:lnTo>
                <a:lnTo>
                  <a:pt x="0" y="1740701"/>
                </a:lnTo>
                <a:lnTo>
                  <a:pt x="0" y="1791998"/>
                </a:lnTo>
                <a:lnTo>
                  <a:pt x="6359" y="1791998"/>
                </a:lnTo>
                <a:close/>
                <a:moveTo>
                  <a:pt x="6359" y="1689404"/>
                </a:moveTo>
                <a:lnTo>
                  <a:pt x="6359" y="1638108"/>
                </a:lnTo>
                <a:lnTo>
                  <a:pt x="0" y="1638108"/>
                </a:lnTo>
                <a:lnTo>
                  <a:pt x="0" y="1689404"/>
                </a:lnTo>
                <a:lnTo>
                  <a:pt x="6359" y="1689404"/>
                </a:lnTo>
                <a:close/>
                <a:moveTo>
                  <a:pt x="6359" y="1586811"/>
                </a:moveTo>
                <a:lnTo>
                  <a:pt x="6359" y="1535514"/>
                </a:lnTo>
                <a:lnTo>
                  <a:pt x="0" y="1535514"/>
                </a:lnTo>
                <a:lnTo>
                  <a:pt x="0" y="1586811"/>
                </a:lnTo>
                <a:lnTo>
                  <a:pt x="6359" y="1586811"/>
                </a:lnTo>
                <a:close/>
                <a:moveTo>
                  <a:pt x="6359" y="1484217"/>
                </a:moveTo>
                <a:lnTo>
                  <a:pt x="6359" y="1432920"/>
                </a:lnTo>
                <a:lnTo>
                  <a:pt x="0" y="1432920"/>
                </a:lnTo>
                <a:lnTo>
                  <a:pt x="0" y="1484217"/>
                </a:lnTo>
                <a:lnTo>
                  <a:pt x="6359" y="1484217"/>
                </a:lnTo>
                <a:close/>
                <a:moveTo>
                  <a:pt x="6359" y="1381623"/>
                </a:moveTo>
                <a:lnTo>
                  <a:pt x="6359" y="1330326"/>
                </a:lnTo>
                <a:lnTo>
                  <a:pt x="0" y="1330326"/>
                </a:lnTo>
                <a:lnTo>
                  <a:pt x="0" y="1381623"/>
                </a:lnTo>
                <a:lnTo>
                  <a:pt x="6359" y="1381623"/>
                </a:lnTo>
                <a:close/>
                <a:moveTo>
                  <a:pt x="6359" y="1279029"/>
                </a:moveTo>
                <a:lnTo>
                  <a:pt x="6359" y="1227733"/>
                </a:lnTo>
                <a:lnTo>
                  <a:pt x="0" y="1227733"/>
                </a:lnTo>
                <a:lnTo>
                  <a:pt x="0" y="1279029"/>
                </a:lnTo>
                <a:lnTo>
                  <a:pt x="6359" y="1279029"/>
                </a:lnTo>
                <a:close/>
                <a:moveTo>
                  <a:pt x="6359" y="1176435"/>
                </a:moveTo>
                <a:lnTo>
                  <a:pt x="6359" y="1125138"/>
                </a:lnTo>
                <a:lnTo>
                  <a:pt x="0" y="1125138"/>
                </a:lnTo>
                <a:lnTo>
                  <a:pt x="0" y="1176435"/>
                </a:lnTo>
                <a:lnTo>
                  <a:pt x="6359" y="1176435"/>
                </a:lnTo>
                <a:close/>
                <a:moveTo>
                  <a:pt x="6359" y="1073842"/>
                </a:moveTo>
                <a:lnTo>
                  <a:pt x="6359" y="1022545"/>
                </a:lnTo>
                <a:lnTo>
                  <a:pt x="0" y="1022545"/>
                </a:lnTo>
                <a:lnTo>
                  <a:pt x="0" y="1073842"/>
                </a:lnTo>
                <a:lnTo>
                  <a:pt x="6359" y="1073842"/>
                </a:lnTo>
                <a:close/>
                <a:moveTo>
                  <a:pt x="6359" y="971248"/>
                </a:moveTo>
                <a:lnTo>
                  <a:pt x="6359" y="919951"/>
                </a:lnTo>
                <a:lnTo>
                  <a:pt x="0" y="919951"/>
                </a:lnTo>
                <a:lnTo>
                  <a:pt x="0" y="971248"/>
                </a:lnTo>
                <a:lnTo>
                  <a:pt x="6359" y="971248"/>
                </a:lnTo>
                <a:close/>
                <a:moveTo>
                  <a:pt x="6359" y="868654"/>
                </a:moveTo>
                <a:lnTo>
                  <a:pt x="6359" y="817357"/>
                </a:lnTo>
                <a:lnTo>
                  <a:pt x="0" y="817357"/>
                </a:lnTo>
                <a:lnTo>
                  <a:pt x="0" y="868654"/>
                </a:lnTo>
                <a:lnTo>
                  <a:pt x="6359" y="868654"/>
                </a:lnTo>
                <a:close/>
                <a:moveTo>
                  <a:pt x="6359" y="766060"/>
                </a:moveTo>
                <a:lnTo>
                  <a:pt x="6359" y="714763"/>
                </a:lnTo>
                <a:lnTo>
                  <a:pt x="0" y="714763"/>
                </a:lnTo>
                <a:lnTo>
                  <a:pt x="0" y="766060"/>
                </a:lnTo>
                <a:lnTo>
                  <a:pt x="6359" y="766060"/>
                </a:lnTo>
                <a:close/>
                <a:moveTo>
                  <a:pt x="6359" y="663466"/>
                </a:moveTo>
                <a:lnTo>
                  <a:pt x="6359" y="612169"/>
                </a:lnTo>
                <a:lnTo>
                  <a:pt x="0" y="612169"/>
                </a:lnTo>
                <a:lnTo>
                  <a:pt x="0" y="663466"/>
                </a:lnTo>
                <a:lnTo>
                  <a:pt x="6359" y="663466"/>
                </a:lnTo>
                <a:close/>
                <a:moveTo>
                  <a:pt x="6359" y="560872"/>
                </a:moveTo>
                <a:lnTo>
                  <a:pt x="6359" y="509575"/>
                </a:lnTo>
                <a:lnTo>
                  <a:pt x="0" y="509575"/>
                </a:lnTo>
                <a:lnTo>
                  <a:pt x="0" y="560872"/>
                </a:lnTo>
                <a:lnTo>
                  <a:pt x="6359" y="560872"/>
                </a:lnTo>
                <a:close/>
                <a:moveTo>
                  <a:pt x="6359" y="458278"/>
                </a:moveTo>
                <a:lnTo>
                  <a:pt x="6359" y="406981"/>
                </a:lnTo>
                <a:lnTo>
                  <a:pt x="0" y="406981"/>
                </a:lnTo>
                <a:lnTo>
                  <a:pt x="0" y="458278"/>
                </a:lnTo>
                <a:lnTo>
                  <a:pt x="6359" y="458278"/>
                </a:lnTo>
                <a:close/>
                <a:moveTo>
                  <a:pt x="6359" y="355685"/>
                </a:moveTo>
                <a:lnTo>
                  <a:pt x="6359" y="304388"/>
                </a:lnTo>
                <a:lnTo>
                  <a:pt x="0" y="304388"/>
                </a:lnTo>
                <a:lnTo>
                  <a:pt x="0" y="355685"/>
                </a:lnTo>
                <a:lnTo>
                  <a:pt x="6359" y="355685"/>
                </a:lnTo>
                <a:close/>
                <a:moveTo>
                  <a:pt x="6359" y="253091"/>
                </a:moveTo>
                <a:lnTo>
                  <a:pt x="6359" y="201794"/>
                </a:lnTo>
                <a:lnTo>
                  <a:pt x="0" y="201794"/>
                </a:lnTo>
                <a:lnTo>
                  <a:pt x="0" y="253091"/>
                </a:lnTo>
                <a:lnTo>
                  <a:pt x="6359" y="253091"/>
                </a:lnTo>
                <a:close/>
                <a:moveTo>
                  <a:pt x="6359" y="150497"/>
                </a:moveTo>
                <a:lnTo>
                  <a:pt x="6359" y="99200"/>
                </a:lnTo>
                <a:lnTo>
                  <a:pt x="0" y="99200"/>
                </a:lnTo>
                <a:lnTo>
                  <a:pt x="0" y="150497"/>
                </a:lnTo>
                <a:lnTo>
                  <a:pt x="6359" y="150497"/>
                </a:lnTo>
                <a:close/>
                <a:moveTo>
                  <a:pt x="6359" y="47903"/>
                </a:moveTo>
                <a:lnTo>
                  <a:pt x="6359" y="22257"/>
                </a:lnTo>
                <a:lnTo>
                  <a:pt x="0" y="22257"/>
                </a:lnTo>
                <a:lnTo>
                  <a:pt x="0" y="47903"/>
                </a:lnTo>
                <a:lnTo>
                  <a:pt x="6359" y="47903"/>
                </a:lnTo>
                <a:close/>
                <a:moveTo>
                  <a:pt x="6359" y="22257"/>
                </a:moveTo>
                <a:cubicBezTo>
                  <a:pt x="6359" y="13477"/>
                  <a:pt x="13477" y="6359"/>
                  <a:pt x="22257" y="6359"/>
                </a:cubicBezTo>
                <a:lnTo>
                  <a:pt x="22257" y="0"/>
                </a:lnTo>
                <a:cubicBezTo>
                  <a:pt x="9965" y="0"/>
                  <a:pt x="0" y="9965"/>
                  <a:pt x="0" y="22257"/>
                </a:cubicBezTo>
                <a:lnTo>
                  <a:pt x="6359" y="22257"/>
                </a:lnTo>
                <a:close/>
                <a:moveTo>
                  <a:pt x="22257" y="6359"/>
                </a:moveTo>
                <a:lnTo>
                  <a:pt x="47771" y="6359"/>
                </a:lnTo>
                <a:lnTo>
                  <a:pt x="47771" y="0"/>
                </a:lnTo>
                <a:lnTo>
                  <a:pt x="22257" y="0"/>
                </a:lnTo>
                <a:lnTo>
                  <a:pt x="22257" y="6359"/>
                </a:lnTo>
                <a:close/>
                <a:moveTo>
                  <a:pt x="98799" y="6359"/>
                </a:moveTo>
                <a:lnTo>
                  <a:pt x="149827" y="6359"/>
                </a:lnTo>
                <a:lnTo>
                  <a:pt x="149827" y="0"/>
                </a:lnTo>
                <a:lnTo>
                  <a:pt x="98799" y="0"/>
                </a:lnTo>
                <a:lnTo>
                  <a:pt x="98799" y="6359"/>
                </a:lnTo>
                <a:close/>
                <a:moveTo>
                  <a:pt x="200855" y="6359"/>
                </a:moveTo>
                <a:lnTo>
                  <a:pt x="251883" y="6359"/>
                </a:lnTo>
                <a:lnTo>
                  <a:pt x="251883" y="0"/>
                </a:lnTo>
                <a:lnTo>
                  <a:pt x="200855" y="0"/>
                </a:lnTo>
                <a:lnTo>
                  <a:pt x="200855" y="6359"/>
                </a:lnTo>
                <a:close/>
                <a:moveTo>
                  <a:pt x="302911" y="6359"/>
                </a:moveTo>
                <a:lnTo>
                  <a:pt x="353939" y="6359"/>
                </a:lnTo>
                <a:lnTo>
                  <a:pt x="353939" y="0"/>
                </a:lnTo>
                <a:lnTo>
                  <a:pt x="302911" y="0"/>
                </a:lnTo>
                <a:lnTo>
                  <a:pt x="302911" y="6359"/>
                </a:lnTo>
                <a:close/>
                <a:moveTo>
                  <a:pt x="404967" y="6359"/>
                </a:moveTo>
                <a:lnTo>
                  <a:pt x="455995" y="6359"/>
                </a:lnTo>
                <a:lnTo>
                  <a:pt x="455995" y="0"/>
                </a:lnTo>
                <a:lnTo>
                  <a:pt x="404967" y="0"/>
                </a:lnTo>
                <a:lnTo>
                  <a:pt x="404967" y="6359"/>
                </a:lnTo>
                <a:close/>
                <a:moveTo>
                  <a:pt x="507023" y="6359"/>
                </a:moveTo>
                <a:lnTo>
                  <a:pt x="558051" y="6359"/>
                </a:lnTo>
                <a:lnTo>
                  <a:pt x="558051" y="0"/>
                </a:lnTo>
                <a:lnTo>
                  <a:pt x="507023" y="0"/>
                </a:lnTo>
                <a:lnTo>
                  <a:pt x="507023" y="6359"/>
                </a:lnTo>
                <a:close/>
                <a:moveTo>
                  <a:pt x="609079" y="6359"/>
                </a:moveTo>
                <a:lnTo>
                  <a:pt x="660107" y="6359"/>
                </a:lnTo>
                <a:lnTo>
                  <a:pt x="660107" y="0"/>
                </a:lnTo>
                <a:lnTo>
                  <a:pt x="609079" y="0"/>
                </a:lnTo>
                <a:lnTo>
                  <a:pt x="609079" y="6359"/>
                </a:lnTo>
                <a:close/>
                <a:moveTo>
                  <a:pt x="711135" y="6359"/>
                </a:moveTo>
                <a:lnTo>
                  <a:pt x="762163" y="6359"/>
                </a:lnTo>
                <a:lnTo>
                  <a:pt x="762163" y="0"/>
                </a:lnTo>
                <a:lnTo>
                  <a:pt x="711135" y="0"/>
                </a:lnTo>
                <a:lnTo>
                  <a:pt x="711135" y="6359"/>
                </a:lnTo>
                <a:close/>
                <a:moveTo>
                  <a:pt x="813191" y="6359"/>
                </a:moveTo>
                <a:lnTo>
                  <a:pt x="864219" y="6359"/>
                </a:lnTo>
                <a:lnTo>
                  <a:pt x="864219" y="0"/>
                </a:lnTo>
                <a:lnTo>
                  <a:pt x="813191" y="0"/>
                </a:lnTo>
                <a:lnTo>
                  <a:pt x="813191" y="6359"/>
                </a:lnTo>
                <a:close/>
                <a:moveTo>
                  <a:pt x="915247" y="6359"/>
                </a:moveTo>
                <a:lnTo>
                  <a:pt x="966275" y="6359"/>
                </a:lnTo>
                <a:lnTo>
                  <a:pt x="966275" y="0"/>
                </a:lnTo>
                <a:lnTo>
                  <a:pt x="915247" y="0"/>
                </a:lnTo>
                <a:lnTo>
                  <a:pt x="915247" y="6359"/>
                </a:lnTo>
                <a:close/>
                <a:moveTo>
                  <a:pt x="1017303" y="6359"/>
                </a:moveTo>
                <a:lnTo>
                  <a:pt x="1068331" y="6359"/>
                </a:lnTo>
                <a:lnTo>
                  <a:pt x="1068331" y="0"/>
                </a:lnTo>
                <a:lnTo>
                  <a:pt x="1017303" y="0"/>
                </a:lnTo>
                <a:lnTo>
                  <a:pt x="1017303" y="6359"/>
                </a:lnTo>
                <a:close/>
                <a:moveTo>
                  <a:pt x="1119359" y="6359"/>
                </a:moveTo>
                <a:lnTo>
                  <a:pt x="1170387" y="6359"/>
                </a:lnTo>
                <a:lnTo>
                  <a:pt x="1170387" y="0"/>
                </a:lnTo>
                <a:lnTo>
                  <a:pt x="1119359" y="0"/>
                </a:lnTo>
                <a:lnTo>
                  <a:pt x="1119359" y="6359"/>
                </a:lnTo>
                <a:close/>
                <a:moveTo>
                  <a:pt x="1221415" y="6359"/>
                </a:moveTo>
                <a:lnTo>
                  <a:pt x="1272443" y="6359"/>
                </a:lnTo>
                <a:lnTo>
                  <a:pt x="1272443" y="0"/>
                </a:lnTo>
                <a:lnTo>
                  <a:pt x="1221415" y="0"/>
                </a:lnTo>
                <a:lnTo>
                  <a:pt x="1221415" y="6359"/>
                </a:lnTo>
                <a:close/>
                <a:moveTo>
                  <a:pt x="1323471" y="6359"/>
                </a:moveTo>
                <a:lnTo>
                  <a:pt x="1374499" y="6359"/>
                </a:lnTo>
                <a:lnTo>
                  <a:pt x="1374499" y="0"/>
                </a:lnTo>
                <a:lnTo>
                  <a:pt x="1323471" y="0"/>
                </a:lnTo>
                <a:lnTo>
                  <a:pt x="1323471" y="6359"/>
                </a:lnTo>
                <a:close/>
                <a:moveTo>
                  <a:pt x="1425527" y="6359"/>
                </a:moveTo>
                <a:lnTo>
                  <a:pt x="1476555" y="6359"/>
                </a:lnTo>
                <a:lnTo>
                  <a:pt x="1476555" y="0"/>
                </a:lnTo>
                <a:lnTo>
                  <a:pt x="1425527" y="0"/>
                </a:lnTo>
                <a:lnTo>
                  <a:pt x="1425527" y="6359"/>
                </a:lnTo>
                <a:close/>
                <a:moveTo>
                  <a:pt x="1527583" y="6359"/>
                </a:moveTo>
                <a:lnTo>
                  <a:pt x="1578610" y="6359"/>
                </a:lnTo>
                <a:lnTo>
                  <a:pt x="1578610" y="0"/>
                </a:lnTo>
                <a:lnTo>
                  <a:pt x="1527583" y="0"/>
                </a:lnTo>
                <a:lnTo>
                  <a:pt x="1527583" y="6359"/>
                </a:lnTo>
                <a:close/>
                <a:moveTo>
                  <a:pt x="1629638" y="6359"/>
                </a:moveTo>
                <a:lnTo>
                  <a:pt x="1680666" y="6359"/>
                </a:lnTo>
                <a:lnTo>
                  <a:pt x="1680666" y="0"/>
                </a:lnTo>
                <a:lnTo>
                  <a:pt x="1629638" y="0"/>
                </a:lnTo>
                <a:lnTo>
                  <a:pt x="1629638" y="6359"/>
                </a:lnTo>
                <a:close/>
                <a:moveTo>
                  <a:pt x="1731695" y="6359"/>
                </a:moveTo>
                <a:lnTo>
                  <a:pt x="1782722" y="6359"/>
                </a:lnTo>
                <a:lnTo>
                  <a:pt x="1782722" y="0"/>
                </a:lnTo>
                <a:lnTo>
                  <a:pt x="1731695" y="0"/>
                </a:lnTo>
                <a:lnTo>
                  <a:pt x="1731695" y="6359"/>
                </a:lnTo>
                <a:close/>
                <a:moveTo>
                  <a:pt x="1833750" y="6359"/>
                </a:moveTo>
                <a:lnTo>
                  <a:pt x="1884778" y="6359"/>
                </a:lnTo>
                <a:lnTo>
                  <a:pt x="1884778" y="0"/>
                </a:lnTo>
                <a:lnTo>
                  <a:pt x="1833750" y="0"/>
                </a:lnTo>
                <a:lnTo>
                  <a:pt x="1833750" y="6359"/>
                </a:lnTo>
                <a:close/>
                <a:moveTo>
                  <a:pt x="1935806" y="6359"/>
                </a:moveTo>
                <a:lnTo>
                  <a:pt x="1986834" y="6359"/>
                </a:lnTo>
                <a:lnTo>
                  <a:pt x="1986834" y="0"/>
                </a:lnTo>
                <a:lnTo>
                  <a:pt x="1935806" y="0"/>
                </a:lnTo>
                <a:lnTo>
                  <a:pt x="1935806" y="6359"/>
                </a:lnTo>
                <a:close/>
                <a:moveTo>
                  <a:pt x="2037862" y="6359"/>
                </a:moveTo>
                <a:lnTo>
                  <a:pt x="2088890" y="6359"/>
                </a:lnTo>
                <a:lnTo>
                  <a:pt x="2088890" y="0"/>
                </a:lnTo>
                <a:lnTo>
                  <a:pt x="2037862" y="0"/>
                </a:lnTo>
                <a:lnTo>
                  <a:pt x="2037862" y="6359"/>
                </a:lnTo>
                <a:close/>
                <a:moveTo>
                  <a:pt x="2139918" y="6359"/>
                </a:moveTo>
                <a:lnTo>
                  <a:pt x="2190946" y="6359"/>
                </a:lnTo>
                <a:lnTo>
                  <a:pt x="2190946" y="0"/>
                </a:lnTo>
                <a:lnTo>
                  <a:pt x="2139918" y="0"/>
                </a:lnTo>
                <a:lnTo>
                  <a:pt x="2139918" y="6359"/>
                </a:lnTo>
                <a:close/>
                <a:moveTo>
                  <a:pt x="2241974" y="6359"/>
                </a:moveTo>
                <a:lnTo>
                  <a:pt x="2293002" y="6359"/>
                </a:lnTo>
                <a:lnTo>
                  <a:pt x="2293002" y="0"/>
                </a:lnTo>
                <a:lnTo>
                  <a:pt x="2241974" y="0"/>
                </a:lnTo>
                <a:lnTo>
                  <a:pt x="2241974" y="6359"/>
                </a:lnTo>
                <a:close/>
                <a:moveTo>
                  <a:pt x="2344030" y="6359"/>
                </a:moveTo>
                <a:lnTo>
                  <a:pt x="2395058" y="6359"/>
                </a:lnTo>
                <a:lnTo>
                  <a:pt x="2395058" y="0"/>
                </a:lnTo>
                <a:lnTo>
                  <a:pt x="2344030" y="0"/>
                </a:lnTo>
                <a:lnTo>
                  <a:pt x="2344030" y="6359"/>
                </a:lnTo>
                <a:close/>
                <a:moveTo>
                  <a:pt x="2446086" y="6359"/>
                </a:moveTo>
                <a:lnTo>
                  <a:pt x="2497114" y="6359"/>
                </a:lnTo>
                <a:lnTo>
                  <a:pt x="2497114" y="0"/>
                </a:lnTo>
                <a:lnTo>
                  <a:pt x="2446086" y="0"/>
                </a:lnTo>
                <a:lnTo>
                  <a:pt x="2446086" y="6359"/>
                </a:lnTo>
                <a:close/>
                <a:moveTo>
                  <a:pt x="2548142" y="6359"/>
                </a:moveTo>
                <a:lnTo>
                  <a:pt x="2599170" y="6359"/>
                </a:lnTo>
                <a:lnTo>
                  <a:pt x="2599170" y="0"/>
                </a:lnTo>
                <a:lnTo>
                  <a:pt x="2548142" y="0"/>
                </a:lnTo>
                <a:lnTo>
                  <a:pt x="2548142" y="6359"/>
                </a:lnTo>
                <a:close/>
                <a:moveTo>
                  <a:pt x="2650198" y="6359"/>
                </a:moveTo>
                <a:lnTo>
                  <a:pt x="2701226" y="6359"/>
                </a:lnTo>
                <a:lnTo>
                  <a:pt x="2701226" y="0"/>
                </a:lnTo>
                <a:lnTo>
                  <a:pt x="2650198" y="0"/>
                </a:lnTo>
                <a:lnTo>
                  <a:pt x="2650198" y="6359"/>
                </a:lnTo>
                <a:close/>
                <a:moveTo>
                  <a:pt x="2752254" y="6359"/>
                </a:moveTo>
                <a:lnTo>
                  <a:pt x="2803282" y="6359"/>
                </a:lnTo>
                <a:lnTo>
                  <a:pt x="2803282" y="0"/>
                </a:lnTo>
                <a:lnTo>
                  <a:pt x="2752254" y="0"/>
                </a:lnTo>
                <a:lnTo>
                  <a:pt x="2752254" y="6359"/>
                </a:lnTo>
                <a:close/>
                <a:moveTo>
                  <a:pt x="2854310" y="6359"/>
                </a:moveTo>
                <a:lnTo>
                  <a:pt x="2905337" y="6359"/>
                </a:lnTo>
                <a:lnTo>
                  <a:pt x="2905337" y="0"/>
                </a:lnTo>
                <a:lnTo>
                  <a:pt x="2854310" y="0"/>
                </a:lnTo>
                <a:lnTo>
                  <a:pt x="2854310" y="6359"/>
                </a:lnTo>
                <a:close/>
                <a:moveTo>
                  <a:pt x="2956366" y="6359"/>
                </a:moveTo>
                <a:lnTo>
                  <a:pt x="3007393" y="6359"/>
                </a:lnTo>
                <a:lnTo>
                  <a:pt x="3007393" y="0"/>
                </a:lnTo>
                <a:lnTo>
                  <a:pt x="2956366" y="0"/>
                </a:lnTo>
                <a:lnTo>
                  <a:pt x="2956366" y="6359"/>
                </a:lnTo>
                <a:close/>
                <a:moveTo>
                  <a:pt x="3058421" y="6359"/>
                </a:moveTo>
                <a:lnTo>
                  <a:pt x="3109449" y="6359"/>
                </a:lnTo>
                <a:lnTo>
                  <a:pt x="3109449" y="0"/>
                </a:lnTo>
                <a:lnTo>
                  <a:pt x="3058421" y="0"/>
                </a:lnTo>
                <a:lnTo>
                  <a:pt x="3058421" y="6359"/>
                </a:lnTo>
                <a:close/>
                <a:moveTo>
                  <a:pt x="3160477" y="6359"/>
                </a:moveTo>
                <a:lnTo>
                  <a:pt x="3211505" y="6359"/>
                </a:lnTo>
                <a:lnTo>
                  <a:pt x="3211505" y="0"/>
                </a:lnTo>
                <a:lnTo>
                  <a:pt x="3160477" y="0"/>
                </a:lnTo>
                <a:lnTo>
                  <a:pt x="3160477" y="6359"/>
                </a:lnTo>
                <a:close/>
                <a:moveTo>
                  <a:pt x="3262533" y="6359"/>
                </a:moveTo>
                <a:lnTo>
                  <a:pt x="3313561" y="6359"/>
                </a:lnTo>
                <a:lnTo>
                  <a:pt x="3313561" y="0"/>
                </a:lnTo>
                <a:lnTo>
                  <a:pt x="3262533" y="0"/>
                </a:lnTo>
                <a:lnTo>
                  <a:pt x="3262533" y="6359"/>
                </a:lnTo>
                <a:close/>
                <a:moveTo>
                  <a:pt x="3364589" y="6359"/>
                </a:moveTo>
                <a:lnTo>
                  <a:pt x="3415617" y="6359"/>
                </a:lnTo>
                <a:lnTo>
                  <a:pt x="3415617" y="0"/>
                </a:lnTo>
                <a:lnTo>
                  <a:pt x="3364589" y="0"/>
                </a:lnTo>
                <a:lnTo>
                  <a:pt x="3364589" y="6359"/>
                </a:lnTo>
                <a:close/>
                <a:moveTo>
                  <a:pt x="3466646" y="6359"/>
                </a:moveTo>
                <a:lnTo>
                  <a:pt x="3517674" y="6359"/>
                </a:lnTo>
                <a:lnTo>
                  <a:pt x="3517674" y="0"/>
                </a:lnTo>
                <a:lnTo>
                  <a:pt x="3466646" y="0"/>
                </a:lnTo>
                <a:lnTo>
                  <a:pt x="3466646" y="6359"/>
                </a:lnTo>
                <a:close/>
                <a:moveTo>
                  <a:pt x="3568702" y="6359"/>
                </a:moveTo>
                <a:lnTo>
                  <a:pt x="3619730" y="6359"/>
                </a:lnTo>
                <a:lnTo>
                  <a:pt x="3619730" y="0"/>
                </a:lnTo>
                <a:lnTo>
                  <a:pt x="3568702" y="0"/>
                </a:lnTo>
                <a:lnTo>
                  <a:pt x="3568702" y="6359"/>
                </a:lnTo>
                <a:close/>
                <a:moveTo>
                  <a:pt x="3670758" y="6359"/>
                </a:moveTo>
                <a:lnTo>
                  <a:pt x="3721786" y="6359"/>
                </a:lnTo>
                <a:lnTo>
                  <a:pt x="3721786" y="0"/>
                </a:lnTo>
                <a:lnTo>
                  <a:pt x="3670758" y="0"/>
                </a:lnTo>
                <a:lnTo>
                  <a:pt x="3670758" y="6359"/>
                </a:lnTo>
                <a:close/>
                <a:moveTo>
                  <a:pt x="3772815" y="6359"/>
                </a:moveTo>
                <a:lnTo>
                  <a:pt x="3823843" y="6359"/>
                </a:lnTo>
                <a:lnTo>
                  <a:pt x="3823843" y="0"/>
                </a:lnTo>
                <a:lnTo>
                  <a:pt x="3772815" y="0"/>
                </a:lnTo>
                <a:lnTo>
                  <a:pt x="3772815" y="6359"/>
                </a:lnTo>
                <a:close/>
                <a:moveTo>
                  <a:pt x="3874871" y="6359"/>
                </a:moveTo>
                <a:lnTo>
                  <a:pt x="3925899" y="6359"/>
                </a:lnTo>
                <a:lnTo>
                  <a:pt x="3925899" y="0"/>
                </a:lnTo>
                <a:lnTo>
                  <a:pt x="3874871" y="0"/>
                </a:lnTo>
                <a:lnTo>
                  <a:pt x="3874871" y="6359"/>
                </a:lnTo>
                <a:close/>
                <a:moveTo>
                  <a:pt x="3976927" y="6359"/>
                </a:moveTo>
                <a:lnTo>
                  <a:pt x="4027956" y="6359"/>
                </a:lnTo>
                <a:lnTo>
                  <a:pt x="4027956" y="0"/>
                </a:lnTo>
                <a:lnTo>
                  <a:pt x="3976927" y="0"/>
                </a:lnTo>
                <a:lnTo>
                  <a:pt x="3976927" y="6359"/>
                </a:lnTo>
                <a:close/>
                <a:moveTo>
                  <a:pt x="4078984" y="6359"/>
                </a:moveTo>
                <a:lnTo>
                  <a:pt x="4130012" y="6359"/>
                </a:lnTo>
                <a:lnTo>
                  <a:pt x="4130012" y="0"/>
                </a:lnTo>
                <a:lnTo>
                  <a:pt x="4078984" y="0"/>
                </a:lnTo>
                <a:lnTo>
                  <a:pt x="4078984" y="6359"/>
                </a:lnTo>
                <a:close/>
                <a:moveTo>
                  <a:pt x="4181040" y="6359"/>
                </a:moveTo>
                <a:lnTo>
                  <a:pt x="4206553" y="6359"/>
                </a:lnTo>
                <a:lnTo>
                  <a:pt x="4206553" y="0"/>
                </a:lnTo>
                <a:lnTo>
                  <a:pt x="4181040" y="0"/>
                </a:lnTo>
                <a:lnTo>
                  <a:pt x="4181040" y="6359"/>
                </a:lnTo>
                <a:close/>
                <a:moveTo>
                  <a:pt x="4206553" y="6359"/>
                </a:moveTo>
                <a:cubicBezTo>
                  <a:pt x="4215333" y="6359"/>
                  <a:pt x="4222451" y="13477"/>
                  <a:pt x="4222451" y="22257"/>
                </a:cubicBezTo>
                <a:lnTo>
                  <a:pt x="4228810" y="22257"/>
                </a:lnTo>
                <a:cubicBezTo>
                  <a:pt x="4228810" y="9965"/>
                  <a:pt x="4218845" y="0"/>
                  <a:pt x="4206553" y="0"/>
                </a:cubicBezTo>
                <a:lnTo>
                  <a:pt x="4206553" y="6359"/>
                </a:lnTo>
                <a:close/>
                <a:moveTo>
                  <a:pt x="4222451" y="22257"/>
                </a:moveTo>
                <a:lnTo>
                  <a:pt x="4222451" y="47905"/>
                </a:lnTo>
                <a:lnTo>
                  <a:pt x="4228810" y="47905"/>
                </a:lnTo>
                <a:lnTo>
                  <a:pt x="4228810" y="22257"/>
                </a:lnTo>
                <a:lnTo>
                  <a:pt x="4222451" y="22257"/>
                </a:lnTo>
                <a:close/>
                <a:moveTo>
                  <a:pt x="4222451" y="99202"/>
                </a:moveTo>
                <a:lnTo>
                  <a:pt x="4222451" y="150499"/>
                </a:lnTo>
                <a:lnTo>
                  <a:pt x="4228810" y="150499"/>
                </a:lnTo>
                <a:lnTo>
                  <a:pt x="4228810" y="99202"/>
                </a:lnTo>
                <a:lnTo>
                  <a:pt x="4222451" y="99202"/>
                </a:lnTo>
                <a:close/>
                <a:moveTo>
                  <a:pt x="4222451" y="201796"/>
                </a:moveTo>
                <a:lnTo>
                  <a:pt x="4222451" y="253093"/>
                </a:lnTo>
                <a:lnTo>
                  <a:pt x="4228810" y="253093"/>
                </a:lnTo>
                <a:lnTo>
                  <a:pt x="4228810" y="201796"/>
                </a:lnTo>
                <a:lnTo>
                  <a:pt x="4222451" y="201796"/>
                </a:lnTo>
                <a:close/>
                <a:moveTo>
                  <a:pt x="4222451" y="304389"/>
                </a:moveTo>
                <a:lnTo>
                  <a:pt x="4222451" y="355686"/>
                </a:lnTo>
                <a:lnTo>
                  <a:pt x="4228810" y="355686"/>
                </a:lnTo>
                <a:lnTo>
                  <a:pt x="4228810" y="304389"/>
                </a:lnTo>
                <a:lnTo>
                  <a:pt x="4222451" y="304389"/>
                </a:lnTo>
                <a:close/>
                <a:moveTo>
                  <a:pt x="4222451" y="406983"/>
                </a:moveTo>
                <a:lnTo>
                  <a:pt x="4222451" y="458280"/>
                </a:lnTo>
                <a:lnTo>
                  <a:pt x="4228810" y="458280"/>
                </a:lnTo>
                <a:lnTo>
                  <a:pt x="4228810" y="406983"/>
                </a:lnTo>
                <a:lnTo>
                  <a:pt x="4222451" y="406983"/>
                </a:lnTo>
                <a:close/>
                <a:moveTo>
                  <a:pt x="4222451" y="509577"/>
                </a:moveTo>
                <a:lnTo>
                  <a:pt x="4222451" y="560874"/>
                </a:lnTo>
                <a:lnTo>
                  <a:pt x="4228810" y="560874"/>
                </a:lnTo>
                <a:lnTo>
                  <a:pt x="4228810" y="509577"/>
                </a:lnTo>
                <a:lnTo>
                  <a:pt x="4222451" y="509577"/>
                </a:lnTo>
                <a:close/>
                <a:moveTo>
                  <a:pt x="4222451" y="612170"/>
                </a:moveTo>
                <a:lnTo>
                  <a:pt x="4222451" y="663467"/>
                </a:lnTo>
                <a:lnTo>
                  <a:pt x="4228810" y="663467"/>
                </a:lnTo>
                <a:lnTo>
                  <a:pt x="4228810" y="612170"/>
                </a:lnTo>
                <a:lnTo>
                  <a:pt x="4222451" y="612170"/>
                </a:lnTo>
                <a:close/>
                <a:moveTo>
                  <a:pt x="4222451" y="714764"/>
                </a:moveTo>
                <a:lnTo>
                  <a:pt x="4222451" y="766061"/>
                </a:lnTo>
                <a:lnTo>
                  <a:pt x="4228810" y="766061"/>
                </a:lnTo>
                <a:lnTo>
                  <a:pt x="4228810" y="714764"/>
                </a:lnTo>
                <a:lnTo>
                  <a:pt x="4222451" y="714764"/>
                </a:lnTo>
                <a:close/>
                <a:moveTo>
                  <a:pt x="4222451" y="817358"/>
                </a:moveTo>
                <a:lnTo>
                  <a:pt x="4222451" y="868655"/>
                </a:lnTo>
                <a:lnTo>
                  <a:pt x="4228810" y="868655"/>
                </a:lnTo>
                <a:lnTo>
                  <a:pt x="4228810" y="817358"/>
                </a:lnTo>
                <a:lnTo>
                  <a:pt x="4222451" y="817358"/>
                </a:lnTo>
                <a:close/>
                <a:moveTo>
                  <a:pt x="4222451" y="919952"/>
                </a:moveTo>
                <a:lnTo>
                  <a:pt x="4222451" y="971248"/>
                </a:lnTo>
                <a:lnTo>
                  <a:pt x="4228810" y="971248"/>
                </a:lnTo>
                <a:lnTo>
                  <a:pt x="4228810" y="919952"/>
                </a:lnTo>
                <a:lnTo>
                  <a:pt x="4222451" y="919952"/>
                </a:lnTo>
                <a:close/>
                <a:moveTo>
                  <a:pt x="4222451" y="1022545"/>
                </a:moveTo>
                <a:lnTo>
                  <a:pt x="4222451" y="1073842"/>
                </a:lnTo>
                <a:lnTo>
                  <a:pt x="4228810" y="1073842"/>
                </a:lnTo>
                <a:lnTo>
                  <a:pt x="4228810" y="1022545"/>
                </a:lnTo>
                <a:lnTo>
                  <a:pt x="4222451" y="1022545"/>
                </a:lnTo>
                <a:close/>
                <a:moveTo>
                  <a:pt x="4222451" y="1125139"/>
                </a:moveTo>
                <a:lnTo>
                  <a:pt x="4222451" y="1176436"/>
                </a:lnTo>
                <a:lnTo>
                  <a:pt x="4228810" y="1176436"/>
                </a:lnTo>
                <a:lnTo>
                  <a:pt x="4228810" y="1125139"/>
                </a:lnTo>
                <a:lnTo>
                  <a:pt x="4222451" y="1125139"/>
                </a:lnTo>
                <a:close/>
                <a:moveTo>
                  <a:pt x="4222451" y="1227733"/>
                </a:moveTo>
                <a:lnTo>
                  <a:pt x="4222451" y="1279029"/>
                </a:lnTo>
                <a:lnTo>
                  <a:pt x="4228810" y="1279029"/>
                </a:lnTo>
                <a:lnTo>
                  <a:pt x="4228810" y="1227733"/>
                </a:lnTo>
                <a:lnTo>
                  <a:pt x="4222451" y="1227733"/>
                </a:lnTo>
                <a:close/>
                <a:moveTo>
                  <a:pt x="4222451" y="1330326"/>
                </a:moveTo>
                <a:lnTo>
                  <a:pt x="4222451" y="1381623"/>
                </a:lnTo>
                <a:lnTo>
                  <a:pt x="4228810" y="1381623"/>
                </a:lnTo>
                <a:lnTo>
                  <a:pt x="4228810" y="1330326"/>
                </a:lnTo>
                <a:lnTo>
                  <a:pt x="4222451" y="1330326"/>
                </a:lnTo>
                <a:close/>
                <a:moveTo>
                  <a:pt x="4222451" y="1432920"/>
                </a:moveTo>
                <a:lnTo>
                  <a:pt x="4222451" y="1484217"/>
                </a:lnTo>
                <a:lnTo>
                  <a:pt x="4228810" y="1484217"/>
                </a:lnTo>
                <a:lnTo>
                  <a:pt x="4228810" y="1432920"/>
                </a:lnTo>
                <a:lnTo>
                  <a:pt x="4222451" y="1432920"/>
                </a:lnTo>
                <a:close/>
                <a:moveTo>
                  <a:pt x="4222451" y="1535514"/>
                </a:moveTo>
                <a:lnTo>
                  <a:pt x="4222451" y="1586810"/>
                </a:lnTo>
                <a:lnTo>
                  <a:pt x="4228810" y="1586810"/>
                </a:lnTo>
                <a:lnTo>
                  <a:pt x="4228810" y="1535514"/>
                </a:lnTo>
                <a:lnTo>
                  <a:pt x="4222451" y="1535514"/>
                </a:lnTo>
                <a:close/>
                <a:moveTo>
                  <a:pt x="4222451" y="1638107"/>
                </a:moveTo>
                <a:lnTo>
                  <a:pt x="4222451" y="1689404"/>
                </a:lnTo>
                <a:lnTo>
                  <a:pt x="4228810" y="1689404"/>
                </a:lnTo>
                <a:lnTo>
                  <a:pt x="4228810" y="1638107"/>
                </a:lnTo>
                <a:lnTo>
                  <a:pt x="4222451" y="1638107"/>
                </a:lnTo>
                <a:close/>
                <a:moveTo>
                  <a:pt x="4222451" y="1740701"/>
                </a:moveTo>
                <a:lnTo>
                  <a:pt x="4222451" y="1791998"/>
                </a:lnTo>
                <a:lnTo>
                  <a:pt x="4228810" y="1791998"/>
                </a:lnTo>
                <a:lnTo>
                  <a:pt x="4228810" y="1740701"/>
                </a:lnTo>
                <a:lnTo>
                  <a:pt x="4222451" y="1740701"/>
                </a:lnTo>
                <a:close/>
                <a:moveTo>
                  <a:pt x="4222451" y="1843295"/>
                </a:moveTo>
                <a:lnTo>
                  <a:pt x="4222451" y="1894592"/>
                </a:lnTo>
                <a:lnTo>
                  <a:pt x="4228810" y="1894592"/>
                </a:lnTo>
                <a:lnTo>
                  <a:pt x="4228810" y="1843295"/>
                </a:lnTo>
                <a:lnTo>
                  <a:pt x="4222451" y="1843295"/>
                </a:lnTo>
                <a:close/>
                <a:moveTo>
                  <a:pt x="4222451" y="1945889"/>
                </a:moveTo>
                <a:lnTo>
                  <a:pt x="4222451" y="1997186"/>
                </a:lnTo>
                <a:lnTo>
                  <a:pt x="4228810" y="1997186"/>
                </a:lnTo>
                <a:lnTo>
                  <a:pt x="4228810" y="1945889"/>
                </a:lnTo>
                <a:lnTo>
                  <a:pt x="4222451" y="1945889"/>
                </a:lnTo>
                <a:close/>
                <a:moveTo>
                  <a:pt x="4222451" y="2048483"/>
                </a:moveTo>
                <a:lnTo>
                  <a:pt x="4222451" y="2099779"/>
                </a:lnTo>
                <a:lnTo>
                  <a:pt x="4228810" y="2099779"/>
                </a:lnTo>
                <a:lnTo>
                  <a:pt x="4228810" y="2048483"/>
                </a:lnTo>
                <a:lnTo>
                  <a:pt x="4222451" y="2048483"/>
                </a:lnTo>
                <a:close/>
                <a:moveTo>
                  <a:pt x="4222451" y="2151077"/>
                </a:moveTo>
                <a:lnTo>
                  <a:pt x="4222451" y="2202374"/>
                </a:lnTo>
                <a:lnTo>
                  <a:pt x="4228810" y="2202374"/>
                </a:lnTo>
                <a:lnTo>
                  <a:pt x="4228810" y="2151077"/>
                </a:lnTo>
                <a:lnTo>
                  <a:pt x="4222451" y="2151077"/>
                </a:lnTo>
                <a:close/>
                <a:moveTo>
                  <a:pt x="4222451" y="2253670"/>
                </a:moveTo>
                <a:lnTo>
                  <a:pt x="4222451" y="2304967"/>
                </a:lnTo>
                <a:lnTo>
                  <a:pt x="4228810" y="2304967"/>
                </a:lnTo>
                <a:lnTo>
                  <a:pt x="4228810" y="2253670"/>
                </a:lnTo>
                <a:lnTo>
                  <a:pt x="4222451" y="2253670"/>
                </a:lnTo>
                <a:close/>
                <a:moveTo>
                  <a:pt x="4222451" y="2356264"/>
                </a:moveTo>
                <a:lnTo>
                  <a:pt x="4222451" y="2407561"/>
                </a:lnTo>
                <a:lnTo>
                  <a:pt x="4228810" y="2407561"/>
                </a:lnTo>
                <a:lnTo>
                  <a:pt x="4228810" y="2356264"/>
                </a:lnTo>
                <a:lnTo>
                  <a:pt x="4222451" y="2356264"/>
                </a:lnTo>
                <a:close/>
                <a:moveTo>
                  <a:pt x="4222451" y="2458858"/>
                </a:moveTo>
                <a:lnTo>
                  <a:pt x="4222451" y="2510155"/>
                </a:lnTo>
                <a:lnTo>
                  <a:pt x="4228810" y="2510155"/>
                </a:lnTo>
                <a:lnTo>
                  <a:pt x="4228810" y="2458858"/>
                </a:lnTo>
                <a:lnTo>
                  <a:pt x="4222451" y="2458858"/>
                </a:lnTo>
                <a:close/>
                <a:moveTo>
                  <a:pt x="4222451" y="2561452"/>
                </a:moveTo>
                <a:lnTo>
                  <a:pt x="4222451" y="2612749"/>
                </a:lnTo>
                <a:lnTo>
                  <a:pt x="4228810" y="2612749"/>
                </a:lnTo>
                <a:lnTo>
                  <a:pt x="4228810" y="2561452"/>
                </a:lnTo>
                <a:lnTo>
                  <a:pt x="4222451" y="2561452"/>
                </a:lnTo>
                <a:close/>
                <a:moveTo>
                  <a:pt x="4222451" y="2664046"/>
                </a:moveTo>
                <a:lnTo>
                  <a:pt x="4222451" y="2715343"/>
                </a:lnTo>
                <a:lnTo>
                  <a:pt x="4228810" y="2715343"/>
                </a:lnTo>
                <a:lnTo>
                  <a:pt x="4228810" y="2664046"/>
                </a:lnTo>
                <a:lnTo>
                  <a:pt x="4222451" y="2664046"/>
                </a:lnTo>
                <a:close/>
                <a:moveTo>
                  <a:pt x="4222451" y="2766640"/>
                </a:moveTo>
                <a:lnTo>
                  <a:pt x="4222451" y="2817937"/>
                </a:lnTo>
                <a:lnTo>
                  <a:pt x="4228810" y="2817937"/>
                </a:lnTo>
                <a:lnTo>
                  <a:pt x="4228810" y="2766640"/>
                </a:lnTo>
                <a:lnTo>
                  <a:pt x="4222451" y="2766640"/>
                </a:lnTo>
                <a:close/>
                <a:moveTo>
                  <a:pt x="4222451" y="2869234"/>
                </a:moveTo>
                <a:lnTo>
                  <a:pt x="4222451" y="2920531"/>
                </a:lnTo>
                <a:lnTo>
                  <a:pt x="4228810" y="2920531"/>
                </a:lnTo>
                <a:lnTo>
                  <a:pt x="4228810" y="2869234"/>
                </a:lnTo>
                <a:lnTo>
                  <a:pt x="4222451" y="2869234"/>
                </a:lnTo>
                <a:close/>
                <a:moveTo>
                  <a:pt x="4222451" y="2971827"/>
                </a:moveTo>
                <a:lnTo>
                  <a:pt x="4222451" y="3023125"/>
                </a:lnTo>
                <a:lnTo>
                  <a:pt x="4228810" y="3023125"/>
                </a:lnTo>
                <a:lnTo>
                  <a:pt x="4228810" y="2971827"/>
                </a:lnTo>
                <a:lnTo>
                  <a:pt x="4222451" y="2971827"/>
                </a:lnTo>
                <a:close/>
                <a:moveTo>
                  <a:pt x="4222451" y="3074421"/>
                </a:moveTo>
                <a:lnTo>
                  <a:pt x="4222451" y="3100067"/>
                </a:lnTo>
                <a:lnTo>
                  <a:pt x="4228810" y="3100067"/>
                </a:lnTo>
                <a:lnTo>
                  <a:pt x="4228810" y="3074421"/>
                </a:lnTo>
                <a:lnTo>
                  <a:pt x="4222451" y="3074421"/>
                </a:lnTo>
                <a:close/>
                <a:moveTo>
                  <a:pt x="4222451" y="3100067"/>
                </a:moveTo>
                <a:cubicBezTo>
                  <a:pt x="4222451" y="3108848"/>
                  <a:pt x="4215334" y="3115965"/>
                  <a:pt x="4206553" y="3115965"/>
                </a:cubicBezTo>
                <a:lnTo>
                  <a:pt x="4206553" y="3122324"/>
                </a:lnTo>
                <a:cubicBezTo>
                  <a:pt x="4218845" y="3122324"/>
                  <a:pt x="4228810" y="3112360"/>
                  <a:pt x="4228810" y="3100067"/>
                </a:cubicBezTo>
                <a:lnTo>
                  <a:pt x="4222451" y="3100067"/>
                </a:lnTo>
                <a:close/>
                <a:moveTo>
                  <a:pt x="4206553" y="3115965"/>
                </a:moveTo>
                <a:lnTo>
                  <a:pt x="4181039" y="3115965"/>
                </a:lnTo>
                <a:lnTo>
                  <a:pt x="4181039" y="3122324"/>
                </a:lnTo>
                <a:lnTo>
                  <a:pt x="4206553" y="3122324"/>
                </a:lnTo>
                <a:lnTo>
                  <a:pt x="4206553" y="3115965"/>
                </a:lnTo>
                <a:close/>
                <a:moveTo>
                  <a:pt x="4130011" y="3115965"/>
                </a:moveTo>
                <a:lnTo>
                  <a:pt x="4078983" y="3115965"/>
                </a:lnTo>
                <a:lnTo>
                  <a:pt x="4078983" y="3122324"/>
                </a:lnTo>
                <a:lnTo>
                  <a:pt x="4130011" y="3122324"/>
                </a:lnTo>
                <a:lnTo>
                  <a:pt x="4130011" y="3115965"/>
                </a:lnTo>
                <a:close/>
                <a:moveTo>
                  <a:pt x="4027955" y="3115965"/>
                </a:moveTo>
                <a:lnTo>
                  <a:pt x="3976927" y="3115965"/>
                </a:lnTo>
                <a:lnTo>
                  <a:pt x="3976927" y="3122324"/>
                </a:lnTo>
                <a:lnTo>
                  <a:pt x="4027955" y="3122324"/>
                </a:lnTo>
                <a:lnTo>
                  <a:pt x="4027955" y="3115965"/>
                </a:lnTo>
                <a:close/>
                <a:moveTo>
                  <a:pt x="3925899" y="3115965"/>
                </a:moveTo>
                <a:lnTo>
                  <a:pt x="3874871" y="3115965"/>
                </a:lnTo>
                <a:lnTo>
                  <a:pt x="3874871" y="3122324"/>
                </a:lnTo>
                <a:lnTo>
                  <a:pt x="3925899" y="3122324"/>
                </a:lnTo>
                <a:lnTo>
                  <a:pt x="3925899" y="3115965"/>
                </a:lnTo>
                <a:close/>
                <a:moveTo>
                  <a:pt x="3823843" y="3115965"/>
                </a:moveTo>
                <a:lnTo>
                  <a:pt x="3772815" y="3115965"/>
                </a:lnTo>
                <a:lnTo>
                  <a:pt x="3772815" y="3122324"/>
                </a:lnTo>
                <a:lnTo>
                  <a:pt x="3823843" y="3122324"/>
                </a:lnTo>
                <a:lnTo>
                  <a:pt x="3823843" y="3115965"/>
                </a:lnTo>
                <a:close/>
                <a:moveTo>
                  <a:pt x="3721787" y="3115965"/>
                </a:moveTo>
                <a:lnTo>
                  <a:pt x="3670759" y="3115965"/>
                </a:lnTo>
                <a:lnTo>
                  <a:pt x="3670759" y="3122324"/>
                </a:lnTo>
                <a:lnTo>
                  <a:pt x="3721787" y="3122324"/>
                </a:lnTo>
                <a:lnTo>
                  <a:pt x="3721787" y="3115965"/>
                </a:lnTo>
                <a:close/>
                <a:moveTo>
                  <a:pt x="3619731" y="3115965"/>
                </a:moveTo>
                <a:lnTo>
                  <a:pt x="3568703" y="3115965"/>
                </a:lnTo>
                <a:lnTo>
                  <a:pt x="3568703" y="3122324"/>
                </a:lnTo>
                <a:lnTo>
                  <a:pt x="3619731" y="3122324"/>
                </a:lnTo>
                <a:lnTo>
                  <a:pt x="3619731" y="3115965"/>
                </a:lnTo>
                <a:close/>
                <a:moveTo>
                  <a:pt x="3517675" y="3115965"/>
                </a:moveTo>
                <a:lnTo>
                  <a:pt x="3466647" y="3115965"/>
                </a:lnTo>
                <a:lnTo>
                  <a:pt x="3466647" y="3122324"/>
                </a:lnTo>
                <a:lnTo>
                  <a:pt x="3517675" y="3122324"/>
                </a:lnTo>
                <a:lnTo>
                  <a:pt x="3517675" y="3115965"/>
                </a:lnTo>
                <a:close/>
                <a:moveTo>
                  <a:pt x="3415619" y="3115965"/>
                </a:moveTo>
                <a:lnTo>
                  <a:pt x="3364591" y="3115965"/>
                </a:lnTo>
                <a:lnTo>
                  <a:pt x="3364591" y="3122324"/>
                </a:lnTo>
                <a:lnTo>
                  <a:pt x="3415619" y="3122324"/>
                </a:lnTo>
                <a:lnTo>
                  <a:pt x="3415619" y="3115965"/>
                </a:lnTo>
                <a:close/>
                <a:moveTo>
                  <a:pt x="3313563" y="3115965"/>
                </a:moveTo>
                <a:lnTo>
                  <a:pt x="3262535" y="3115965"/>
                </a:lnTo>
                <a:lnTo>
                  <a:pt x="3262535" y="3122324"/>
                </a:lnTo>
                <a:lnTo>
                  <a:pt x="3313563" y="3122324"/>
                </a:lnTo>
                <a:lnTo>
                  <a:pt x="3313563" y="3115965"/>
                </a:lnTo>
                <a:close/>
                <a:moveTo>
                  <a:pt x="3211507" y="3115965"/>
                </a:moveTo>
                <a:lnTo>
                  <a:pt x="3160479" y="3115965"/>
                </a:lnTo>
                <a:lnTo>
                  <a:pt x="3160479" y="3122324"/>
                </a:lnTo>
                <a:lnTo>
                  <a:pt x="3211507" y="3122324"/>
                </a:lnTo>
                <a:lnTo>
                  <a:pt x="3211507" y="3115965"/>
                </a:lnTo>
                <a:close/>
                <a:moveTo>
                  <a:pt x="3109451" y="3115965"/>
                </a:moveTo>
                <a:lnTo>
                  <a:pt x="3058423" y="3115965"/>
                </a:lnTo>
                <a:lnTo>
                  <a:pt x="3058423" y="3122324"/>
                </a:lnTo>
                <a:lnTo>
                  <a:pt x="3109451" y="3122324"/>
                </a:lnTo>
                <a:lnTo>
                  <a:pt x="3109451" y="3115965"/>
                </a:lnTo>
                <a:close/>
                <a:moveTo>
                  <a:pt x="3007395" y="3115965"/>
                </a:moveTo>
                <a:lnTo>
                  <a:pt x="2956367" y="3115965"/>
                </a:lnTo>
                <a:lnTo>
                  <a:pt x="2956367" y="3122324"/>
                </a:lnTo>
                <a:lnTo>
                  <a:pt x="3007395" y="3122324"/>
                </a:lnTo>
                <a:lnTo>
                  <a:pt x="3007395" y="3115965"/>
                </a:lnTo>
                <a:close/>
                <a:moveTo>
                  <a:pt x="2905339" y="3115965"/>
                </a:moveTo>
                <a:lnTo>
                  <a:pt x="2854311" y="3115965"/>
                </a:lnTo>
                <a:lnTo>
                  <a:pt x="2854311" y="3122324"/>
                </a:lnTo>
                <a:lnTo>
                  <a:pt x="2905339" y="3122324"/>
                </a:lnTo>
                <a:lnTo>
                  <a:pt x="2905339" y="3115965"/>
                </a:lnTo>
                <a:close/>
                <a:moveTo>
                  <a:pt x="2803283" y="3115965"/>
                </a:moveTo>
                <a:lnTo>
                  <a:pt x="2752255" y="3115965"/>
                </a:lnTo>
                <a:lnTo>
                  <a:pt x="2752255" y="3122324"/>
                </a:lnTo>
                <a:lnTo>
                  <a:pt x="2803283" y="3122324"/>
                </a:lnTo>
                <a:lnTo>
                  <a:pt x="2803283" y="3115965"/>
                </a:lnTo>
                <a:close/>
                <a:moveTo>
                  <a:pt x="2701227" y="3115965"/>
                </a:moveTo>
                <a:lnTo>
                  <a:pt x="2650199" y="3115965"/>
                </a:lnTo>
                <a:lnTo>
                  <a:pt x="2650199" y="3122324"/>
                </a:lnTo>
                <a:lnTo>
                  <a:pt x="2701227" y="3122324"/>
                </a:lnTo>
                <a:lnTo>
                  <a:pt x="2701227" y="3115965"/>
                </a:lnTo>
                <a:close/>
                <a:moveTo>
                  <a:pt x="2599172" y="3115965"/>
                </a:moveTo>
                <a:lnTo>
                  <a:pt x="2548144" y="3115965"/>
                </a:lnTo>
                <a:lnTo>
                  <a:pt x="2548144" y="3122324"/>
                </a:lnTo>
                <a:lnTo>
                  <a:pt x="2599172" y="3122324"/>
                </a:lnTo>
                <a:lnTo>
                  <a:pt x="2599172" y="3115965"/>
                </a:lnTo>
                <a:close/>
                <a:moveTo>
                  <a:pt x="2497115" y="3115965"/>
                </a:moveTo>
                <a:lnTo>
                  <a:pt x="2446088" y="3115965"/>
                </a:lnTo>
                <a:lnTo>
                  <a:pt x="2446088" y="3122324"/>
                </a:lnTo>
                <a:lnTo>
                  <a:pt x="2497115" y="3122324"/>
                </a:lnTo>
                <a:lnTo>
                  <a:pt x="2497115" y="3115965"/>
                </a:lnTo>
                <a:close/>
                <a:moveTo>
                  <a:pt x="2395060" y="3115965"/>
                </a:moveTo>
                <a:lnTo>
                  <a:pt x="2344032" y="3115965"/>
                </a:lnTo>
                <a:lnTo>
                  <a:pt x="2344032" y="3122324"/>
                </a:lnTo>
                <a:lnTo>
                  <a:pt x="2395060" y="3122324"/>
                </a:lnTo>
                <a:lnTo>
                  <a:pt x="2395060" y="3115965"/>
                </a:lnTo>
                <a:close/>
                <a:moveTo>
                  <a:pt x="2293004" y="3115965"/>
                </a:moveTo>
                <a:lnTo>
                  <a:pt x="2241976" y="3115965"/>
                </a:lnTo>
                <a:lnTo>
                  <a:pt x="2241976" y="3122324"/>
                </a:lnTo>
                <a:lnTo>
                  <a:pt x="2293004" y="3122324"/>
                </a:lnTo>
                <a:lnTo>
                  <a:pt x="2293004" y="3115965"/>
                </a:lnTo>
                <a:close/>
                <a:moveTo>
                  <a:pt x="2190948" y="3115965"/>
                </a:moveTo>
                <a:lnTo>
                  <a:pt x="2139920" y="3115965"/>
                </a:lnTo>
                <a:lnTo>
                  <a:pt x="2139920" y="3122324"/>
                </a:lnTo>
                <a:lnTo>
                  <a:pt x="2190948" y="3122324"/>
                </a:lnTo>
                <a:lnTo>
                  <a:pt x="2190948" y="3115965"/>
                </a:lnTo>
                <a:close/>
                <a:moveTo>
                  <a:pt x="2088892" y="3115965"/>
                </a:moveTo>
                <a:lnTo>
                  <a:pt x="2037864" y="3115965"/>
                </a:lnTo>
                <a:lnTo>
                  <a:pt x="2037864" y="3122324"/>
                </a:lnTo>
                <a:lnTo>
                  <a:pt x="2088892" y="3122324"/>
                </a:lnTo>
                <a:lnTo>
                  <a:pt x="2088892" y="3115965"/>
                </a:lnTo>
                <a:close/>
                <a:moveTo>
                  <a:pt x="1986836" y="3115965"/>
                </a:moveTo>
                <a:lnTo>
                  <a:pt x="1935808" y="3115965"/>
                </a:lnTo>
                <a:lnTo>
                  <a:pt x="1935808" y="3122324"/>
                </a:lnTo>
                <a:lnTo>
                  <a:pt x="1986836" y="3122324"/>
                </a:lnTo>
                <a:lnTo>
                  <a:pt x="1986836" y="3115965"/>
                </a:lnTo>
                <a:close/>
                <a:moveTo>
                  <a:pt x="1884780" y="3115965"/>
                </a:moveTo>
                <a:lnTo>
                  <a:pt x="1833752" y="3115965"/>
                </a:lnTo>
                <a:lnTo>
                  <a:pt x="1833752" y="3122324"/>
                </a:lnTo>
                <a:lnTo>
                  <a:pt x="1884780" y="3122324"/>
                </a:lnTo>
                <a:lnTo>
                  <a:pt x="1884780" y="3115965"/>
                </a:lnTo>
                <a:close/>
                <a:moveTo>
                  <a:pt x="1782724" y="3115965"/>
                </a:moveTo>
                <a:lnTo>
                  <a:pt x="1731696" y="3115965"/>
                </a:lnTo>
                <a:lnTo>
                  <a:pt x="1731696" y="3122324"/>
                </a:lnTo>
                <a:lnTo>
                  <a:pt x="1782724" y="3122324"/>
                </a:lnTo>
                <a:lnTo>
                  <a:pt x="1782724" y="3115965"/>
                </a:lnTo>
                <a:close/>
                <a:moveTo>
                  <a:pt x="1680668" y="3115965"/>
                </a:moveTo>
                <a:lnTo>
                  <a:pt x="1629640" y="3115965"/>
                </a:lnTo>
                <a:lnTo>
                  <a:pt x="1629640" y="3122324"/>
                </a:lnTo>
                <a:lnTo>
                  <a:pt x="1680668" y="3122324"/>
                </a:lnTo>
                <a:lnTo>
                  <a:pt x="1680668" y="3115965"/>
                </a:lnTo>
                <a:close/>
                <a:moveTo>
                  <a:pt x="1578612" y="3115965"/>
                </a:moveTo>
                <a:lnTo>
                  <a:pt x="1527584" y="3115965"/>
                </a:lnTo>
                <a:lnTo>
                  <a:pt x="1527584" y="3122324"/>
                </a:lnTo>
                <a:lnTo>
                  <a:pt x="1578612" y="3122324"/>
                </a:lnTo>
                <a:lnTo>
                  <a:pt x="1578612" y="3115965"/>
                </a:lnTo>
                <a:close/>
                <a:moveTo>
                  <a:pt x="1476556" y="3115965"/>
                </a:moveTo>
                <a:lnTo>
                  <a:pt x="1425528" y="3115965"/>
                </a:lnTo>
                <a:lnTo>
                  <a:pt x="1425528" y="3122324"/>
                </a:lnTo>
                <a:lnTo>
                  <a:pt x="1476556" y="3122324"/>
                </a:lnTo>
                <a:lnTo>
                  <a:pt x="1476556" y="3115965"/>
                </a:lnTo>
                <a:close/>
                <a:moveTo>
                  <a:pt x="1374500" y="3115965"/>
                </a:moveTo>
                <a:lnTo>
                  <a:pt x="1323473" y="3115965"/>
                </a:lnTo>
                <a:lnTo>
                  <a:pt x="1323473" y="3122324"/>
                </a:lnTo>
                <a:lnTo>
                  <a:pt x="1374500" y="3122324"/>
                </a:lnTo>
                <a:lnTo>
                  <a:pt x="1374500" y="3115965"/>
                </a:lnTo>
                <a:close/>
                <a:moveTo>
                  <a:pt x="1272445" y="3115965"/>
                </a:moveTo>
                <a:lnTo>
                  <a:pt x="1221417" y="3115965"/>
                </a:lnTo>
                <a:lnTo>
                  <a:pt x="1221417" y="3122324"/>
                </a:lnTo>
                <a:lnTo>
                  <a:pt x="1272445" y="3122324"/>
                </a:lnTo>
                <a:lnTo>
                  <a:pt x="1272445" y="3115965"/>
                </a:lnTo>
                <a:close/>
                <a:moveTo>
                  <a:pt x="1170389" y="3115965"/>
                </a:moveTo>
                <a:lnTo>
                  <a:pt x="1119361" y="3115965"/>
                </a:lnTo>
                <a:lnTo>
                  <a:pt x="1119361" y="3122324"/>
                </a:lnTo>
                <a:lnTo>
                  <a:pt x="1170389" y="3122324"/>
                </a:lnTo>
                <a:lnTo>
                  <a:pt x="1170389" y="3115965"/>
                </a:lnTo>
                <a:close/>
                <a:moveTo>
                  <a:pt x="1068333" y="3115965"/>
                </a:moveTo>
                <a:lnTo>
                  <a:pt x="1017305" y="3115965"/>
                </a:lnTo>
                <a:lnTo>
                  <a:pt x="1017305" y="3122324"/>
                </a:lnTo>
                <a:lnTo>
                  <a:pt x="1068333" y="3122324"/>
                </a:lnTo>
                <a:lnTo>
                  <a:pt x="1068333" y="3115965"/>
                </a:lnTo>
                <a:close/>
                <a:moveTo>
                  <a:pt x="966277" y="3115965"/>
                </a:moveTo>
                <a:lnTo>
                  <a:pt x="915249" y="3115965"/>
                </a:lnTo>
                <a:lnTo>
                  <a:pt x="915249" y="3122324"/>
                </a:lnTo>
                <a:lnTo>
                  <a:pt x="966277" y="3122324"/>
                </a:lnTo>
                <a:lnTo>
                  <a:pt x="966277" y="3115965"/>
                </a:lnTo>
                <a:close/>
                <a:moveTo>
                  <a:pt x="864221" y="3115965"/>
                </a:moveTo>
                <a:lnTo>
                  <a:pt x="813193" y="3115965"/>
                </a:lnTo>
                <a:lnTo>
                  <a:pt x="813193" y="3122324"/>
                </a:lnTo>
                <a:lnTo>
                  <a:pt x="864221" y="3122324"/>
                </a:lnTo>
                <a:lnTo>
                  <a:pt x="864221" y="3115965"/>
                </a:lnTo>
                <a:close/>
                <a:moveTo>
                  <a:pt x="762165" y="3115965"/>
                </a:moveTo>
                <a:lnTo>
                  <a:pt x="711136" y="3115965"/>
                </a:lnTo>
                <a:lnTo>
                  <a:pt x="711136" y="3122324"/>
                </a:lnTo>
                <a:lnTo>
                  <a:pt x="762165" y="3122324"/>
                </a:lnTo>
                <a:lnTo>
                  <a:pt x="762165" y="3115965"/>
                </a:lnTo>
                <a:close/>
                <a:moveTo>
                  <a:pt x="660108" y="3115965"/>
                </a:moveTo>
                <a:lnTo>
                  <a:pt x="609080" y="3115965"/>
                </a:lnTo>
                <a:lnTo>
                  <a:pt x="609080" y="3122324"/>
                </a:lnTo>
                <a:lnTo>
                  <a:pt x="660108" y="3122324"/>
                </a:lnTo>
                <a:lnTo>
                  <a:pt x="660108" y="3115965"/>
                </a:lnTo>
                <a:close/>
                <a:moveTo>
                  <a:pt x="558052" y="3115965"/>
                </a:moveTo>
                <a:lnTo>
                  <a:pt x="507024" y="3115965"/>
                </a:lnTo>
                <a:lnTo>
                  <a:pt x="507024" y="3122324"/>
                </a:lnTo>
                <a:lnTo>
                  <a:pt x="558052" y="3122324"/>
                </a:lnTo>
                <a:lnTo>
                  <a:pt x="558052" y="3115965"/>
                </a:lnTo>
                <a:close/>
                <a:moveTo>
                  <a:pt x="455996" y="3115965"/>
                </a:moveTo>
                <a:lnTo>
                  <a:pt x="404967" y="3115965"/>
                </a:lnTo>
                <a:lnTo>
                  <a:pt x="404967" y="3122324"/>
                </a:lnTo>
                <a:lnTo>
                  <a:pt x="455996" y="3122324"/>
                </a:lnTo>
                <a:lnTo>
                  <a:pt x="455996" y="3115965"/>
                </a:lnTo>
                <a:close/>
                <a:moveTo>
                  <a:pt x="353939" y="3115965"/>
                </a:moveTo>
                <a:lnTo>
                  <a:pt x="302911" y="3115965"/>
                </a:lnTo>
                <a:lnTo>
                  <a:pt x="302911" y="3122324"/>
                </a:lnTo>
                <a:lnTo>
                  <a:pt x="353939" y="3122324"/>
                </a:lnTo>
                <a:lnTo>
                  <a:pt x="353939" y="3115965"/>
                </a:lnTo>
                <a:close/>
                <a:moveTo>
                  <a:pt x="251883" y="3115965"/>
                </a:moveTo>
                <a:lnTo>
                  <a:pt x="200855" y="3115965"/>
                </a:lnTo>
                <a:lnTo>
                  <a:pt x="200855" y="3122324"/>
                </a:lnTo>
                <a:lnTo>
                  <a:pt x="251883" y="3122324"/>
                </a:lnTo>
                <a:lnTo>
                  <a:pt x="251883" y="3115965"/>
                </a:lnTo>
                <a:close/>
                <a:moveTo>
                  <a:pt x="149827" y="3115965"/>
                </a:moveTo>
                <a:lnTo>
                  <a:pt x="98798" y="3115965"/>
                </a:lnTo>
                <a:lnTo>
                  <a:pt x="98798" y="3122324"/>
                </a:lnTo>
                <a:lnTo>
                  <a:pt x="149827" y="3122324"/>
                </a:lnTo>
                <a:lnTo>
                  <a:pt x="149827" y="3115965"/>
                </a:lnTo>
                <a:close/>
                <a:moveTo>
                  <a:pt x="47770" y="3115965"/>
                </a:moveTo>
                <a:lnTo>
                  <a:pt x="22257" y="3115965"/>
                </a:lnTo>
                <a:lnTo>
                  <a:pt x="22257" y="3122324"/>
                </a:lnTo>
                <a:lnTo>
                  <a:pt x="47770" y="3122324"/>
                </a:lnTo>
                <a:lnTo>
                  <a:pt x="47770" y="3115965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18E853-C98B-4375-8D28-8FB00947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340" y="1238811"/>
            <a:ext cx="2340154" cy="1049254"/>
          </a:xfrm>
          <a:custGeom xmlns:a="http://schemas.openxmlformats.org/drawingml/2006/main">
            <a:pathLst>
              <a:path w="2340154" h="1049254">
                <a:moveTo>
                  <a:pt x="2584" y="947703"/>
                </a:moveTo>
                <a:lnTo>
                  <a:pt x="4543" y="955881"/>
                </a:lnTo>
                <a:lnTo>
                  <a:pt x="7020" y="963846"/>
                </a:lnTo>
                <a:lnTo>
                  <a:pt x="9995" y="971576"/>
                </a:lnTo>
                <a:lnTo>
                  <a:pt x="13449" y="979055"/>
                </a:lnTo>
                <a:lnTo>
                  <a:pt x="17364" y="986263"/>
                </a:lnTo>
                <a:lnTo>
                  <a:pt x="21721" y="993180"/>
                </a:lnTo>
                <a:lnTo>
                  <a:pt x="26500" y="999789"/>
                </a:lnTo>
                <a:lnTo>
                  <a:pt x="31683" y="1006069"/>
                </a:lnTo>
                <a:lnTo>
                  <a:pt x="37251" y="1012003"/>
                </a:lnTo>
                <a:lnTo>
                  <a:pt x="43184" y="1017571"/>
                </a:lnTo>
                <a:lnTo>
                  <a:pt x="49465" y="1022754"/>
                </a:lnTo>
                <a:lnTo>
                  <a:pt x="56073" y="1027533"/>
                </a:lnTo>
                <a:lnTo>
                  <a:pt x="62991" y="1031890"/>
                </a:lnTo>
                <a:lnTo>
                  <a:pt x="70198" y="1035805"/>
                </a:lnTo>
                <a:lnTo>
                  <a:pt x="77677" y="1039259"/>
                </a:lnTo>
                <a:lnTo>
                  <a:pt x="85408" y="1042234"/>
                </a:lnTo>
                <a:lnTo>
                  <a:pt x="93372" y="1044711"/>
                </a:lnTo>
                <a:lnTo>
                  <a:pt x="101551" y="1046670"/>
                </a:lnTo>
                <a:lnTo>
                  <a:pt x="109924" y="1048093"/>
                </a:lnTo>
                <a:lnTo>
                  <a:pt x="118475" y="1048960"/>
                </a:lnTo>
                <a:lnTo>
                  <a:pt x="127182" y="1049254"/>
                </a:lnTo>
                <a:lnTo>
                  <a:pt x="2212971" y="1049254"/>
                </a:lnTo>
                <a:lnTo>
                  <a:pt x="2221679" y="1048960"/>
                </a:lnTo>
                <a:lnTo>
                  <a:pt x="2230229" y="1048093"/>
                </a:lnTo>
                <a:lnTo>
                  <a:pt x="2238603" y="1046670"/>
                </a:lnTo>
                <a:lnTo>
                  <a:pt x="2246781" y="1044711"/>
                </a:lnTo>
                <a:lnTo>
                  <a:pt x="2254745" y="1042234"/>
                </a:lnTo>
                <a:lnTo>
                  <a:pt x="2262476" y="1039259"/>
                </a:lnTo>
                <a:lnTo>
                  <a:pt x="2269955" y="1035805"/>
                </a:lnTo>
                <a:lnTo>
                  <a:pt x="2277163" y="1031890"/>
                </a:lnTo>
                <a:lnTo>
                  <a:pt x="2284080" y="1027533"/>
                </a:lnTo>
                <a:lnTo>
                  <a:pt x="2290689" y="1022754"/>
                </a:lnTo>
                <a:lnTo>
                  <a:pt x="2296969" y="1017571"/>
                </a:lnTo>
                <a:lnTo>
                  <a:pt x="2302903" y="1012003"/>
                </a:lnTo>
                <a:lnTo>
                  <a:pt x="2308470" y="1006069"/>
                </a:lnTo>
                <a:lnTo>
                  <a:pt x="2313653" y="999789"/>
                </a:lnTo>
                <a:lnTo>
                  <a:pt x="2318433" y="993180"/>
                </a:lnTo>
                <a:lnTo>
                  <a:pt x="2322789" y="986263"/>
                </a:lnTo>
                <a:lnTo>
                  <a:pt x="2326704" y="979055"/>
                </a:lnTo>
                <a:lnTo>
                  <a:pt x="2330159" y="971576"/>
                </a:lnTo>
                <a:lnTo>
                  <a:pt x="2333134" y="963846"/>
                </a:lnTo>
                <a:lnTo>
                  <a:pt x="2335610" y="955881"/>
                </a:lnTo>
                <a:lnTo>
                  <a:pt x="2337570" y="947703"/>
                </a:lnTo>
                <a:lnTo>
                  <a:pt x="2338992" y="939329"/>
                </a:lnTo>
                <a:lnTo>
                  <a:pt x="2339860" y="930779"/>
                </a:lnTo>
                <a:lnTo>
                  <a:pt x="2340154" y="922071"/>
                </a:lnTo>
                <a:lnTo>
                  <a:pt x="2340154" y="127182"/>
                </a:lnTo>
                <a:lnTo>
                  <a:pt x="2339860" y="118475"/>
                </a:lnTo>
                <a:lnTo>
                  <a:pt x="2338992" y="109924"/>
                </a:lnTo>
                <a:lnTo>
                  <a:pt x="2337570" y="101551"/>
                </a:lnTo>
                <a:lnTo>
                  <a:pt x="2335610" y="93372"/>
                </a:lnTo>
                <a:lnTo>
                  <a:pt x="2333134" y="85408"/>
                </a:lnTo>
                <a:lnTo>
                  <a:pt x="2330159" y="77677"/>
                </a:lnTo>
                <a:lnTo>
                  <a:pt x="2326704" y="70198"/>
                </a:lnTo>
                <a:lnTo>
                  <a:pt x="2322789" y="62991"/>
                </a:lnTo>
                <a:lnTo>
                  <a:pt x="2318433" y="56073"/>
                </a:lnTo>
                <a:lnTo>
                  <a:pt x="2313653" y="49465"/>
                </a:lnTo>
                <a:lnTo>
                  <a:pt x="2308470" y="43184"/>
                </a:lnTo>
                <a:lnTo>
                  <a:pt x="2302903" y="37251"/>
                </a:lnTo>
                <a:lnTo>
                  <a:pt x="2296969" y="31683"/>
                </a:lnTo>
                <a:lnTo>
                  <a:pt x="2290689" y="26500"/>
                </a:lnTo>
                <a:lnTo>
                  <a:pt x="2284080" y="21721"/>
                </a:lnTo>
                <a:lnTo>
                  <a:pt x="2277163" y="17364"/>
                </a:lnTo>
                <a:lnTo>
                  <a:pt x="2269955" y="13449"/>
                </a:lnTo>
                <a:lnTo>
                  <a:pt x="2262476" y="9995"/>
                </a:lnTo>
                <a:lnTo>
                  <a:pt x="2254745" y="7020"/>
                </a:lnTo>
                <a:lnTo>
                  <a:pt x="2246781" y="4543"/>
                </a:lnTo>
                <a:lnTo>
                  <a:pt x="2238603" y="2584"/>
                </a:lnTo>
                <a:lnTo>
                  <a:pt x="2230229" y="1161"/>
                </a:lnTo>
                <a:lnTo>
                  <a:pt x="2221679" y="293"/>
                </a:lnTo>
                <a:lnTo>
                  <a:pt x="2212971" y="0"/>
                </a:lnTo>
                <a:lnTo>
                  <a:pt x="127182" y="0"/>
                </a:lnTo>
                <a:lnTo>
                  <a:pt x="118475" y="293"/>
                </a:lnTo>
                <a:lnTo>
                  <a:pt x="109924" y="1161"/>
                </a:lnTo>
                <a:lnTo>
                  <a:pt x="101551" y="2584"/>
                </a:lnTo>
                <a:lnTo>
                  <a:pt x="93372" y="4543"/>
                </a:lnTo>
                <a:lnTo>
                  <a:pt x="85408" y="7020"/>
                </a:lnTo>
                <a:lnTo>
                  <a:pt x="77677" y="9995"/>
                </a:lnTo>
                <a:lnTo>
                  <a:pt x="70198" y="13449"/>
                </a:lnTo>
                <a:lnTo>
                  <a:pt x="62991" y="17364"/>
                </a:lnTo>
                <a:lnTo>
                  <a:pt x="56073" y="21721"/>
                </a:lnTo>
                <a:lnTo>
                  <a:pt x="49465" y="26500"/>
                </a:lnTo>
                <a:lnTo>
                  <a:pt x="43184" y="31683"/>
                </a:lnTo>
                <a:lnTo>
                  <a:pt x="37251" y="37251"/>
                </a:lnTo>
                <a:lnTo>
                  <a:pt x="31683" y="43184"/>
                </a:lnTo>
                <a:lnTo>
                  <a:pt x="26500" y="49465"/>
                </a:lnTo>
                <a:lnTo>
                  <a:pt x="21721" y="56073"/>
                </a:lnTo>
                <a:lnTo>
                  <a:pt x="17364" y="62991"/>
                </a:lnTo>
                <a:lnTo>
                  <a:pt x="13449" y="70198"/>
                </a:lnTo>
                <a:lnTo>
                  <a:pt x="9995" y="77677"/>
                </a:lnTo>
                <a:lnTo>
                  <a:pt x="7020" y="85408"/>
                </a:lnTo>
                <a:lnTo>
                  <a:pt x="4543" y="93372"/>
                </a:lnTo>
                <a:lnTo>
                  <a:pt x="2584" y="101551"/>
                </a:lnTo>
                <a:lnTo>
                  <a:pt x="1161" y="109924"/>
                </a:lnTo>
                <a:lnTo>
                  <a:pt x="293" y="118475"/>
                </a:lnTo>
                <a:lnTo>
                  <a:pt x="0" y="127182"/>
                </a:lnTo>
                <a:lnTo>
                  <a:pt x="0" y="922071"/>
                </a:lnTo>
                <a:lnTo>
                  <a:pt x="293" y="930779"/>
                </a:lnTo>
                <a:lnTo>
                  <a:pt x="1161" y="939329"/>
                </a:lnTo>
                <a:lnTo>
                  <a:pt x="2584" y="947703"/>
                </a:lnTo>
                <a:close/>
                <a:moveTo>
                  <a:pt x="2221243" y="6638"/>
                </a:moveTo>
                <a:lnTo>
                  <a:pt x="2229366" y="7462"/>
                </a:lnTo>
                <a:lnTo>
                  <a:pt x="2237321" y="8814"/>
                </a:lnTo>
                <a:lnTo>
                  <a:pt x="2245091" y="10675"/>
                </a:lnTo>
                <a:lnTo>
                  <a:pt x="2252657" y="13028"/>
                </a:lnTo>
                <a:lnTo>
                  <a:pt x="2260001" y="15854"/>
                </a:lnTo>
                <a:lnTo>
                  <a:pt x="2267106" y="19136"/>
                </a:lnTo>
                <a:lnTo>
                  <a:pt x="2273953" y="22855"/>
                </a:lnTo>
                <a:lnTo>
                  <a:pt x="2280524" y="26994"/>
                </a:lnTo>
                <a:lnTo>
                  <a:pt x="2286802" y="31534"/>
                </a:lnTo>
                <a:lnTo>
                  <a:pt x="2292769" y="36458"/>
                </a:lnTo>
                <a:lnTo>
                  <a:pt x="2298406" y="41747"/>
                </a:lnTo>
                <a:lnTo>
                  <a:pt x="2303695" y="47384"/>
                </a:lnTo>
                <a:lnTo>
                  <a:pt x="2308619" y="53351"/>
                </a:lnTo>
                <a:lnTo>
                  <a:pt x="2313160" y="59629"/>
                </a:lnTo>
                <a:lnTo>
                  <a:pt x="2317298" y="66200"/>
                </a:lnTo>
                <a:lnTo>
                  <a:pt x="2321018" y="73047"/>
                </a:lnTo>
                <a:lnTo>
                  <a:pt x="2324299" y="80152"/>
                </a:lnTo>
                <a:lnTo>
                  <a:pt x="2327126" y="87497"/>
                </a:lnTo>
                <a:lnTo>
                  <a:pt x="2329478" y="95062"/>
                </a:lnTo>
                <a:lnTo>
                  <a:pt x="2331340" y="102832"/>
                </a:lnTo>
                <a:lnTo>
                  <a:pt x="2332691" y="110787"/>
                </a:lnTo>
                <a:lnTo>
                  <a:pt x="2333515" y="118910"/>
                </a:lnTo>
                <a:lnTo>
                  <a:pt x="2333794" y="127182"/>
                </a:lnTo>
                <a:lnTo>
                  <a:pt x="2333794" y="922071"/>
                </a:lnTo>
                <a:lnTo>
                  <a:pt x="2333515" y="930343"/>
                </a:lnTo>
                <a:lnTo>
                  <a:pt x="2332691" y="938466"/>
                </a:lnTo>
                <a:lnTo>
                  <a:pt x="2331340" y="946421"/>
                </a:lnTo>
                <a:lnTo>
                  <a:pt x="2329478" y="954191"/>
                </a:lnTo>
                <a:lnTo>
                  <a:pt x="2327126" y="961757"/>
                </a:lnTo>
                <a:lnTo>
                  <a:pt x="2324299" y="969101"/>
                </a:lnTo>
                <a:lnTo>
                  <a:pt x="2321018" y="976206"/>
                </a:lnTo>
                <a:lnTo>
                  <a:pt x="2317298" y="983053"/>
                </a:lnTo>
                <a:lnTo>
                  <a:pt x="2313160" y="989624"/>
                </a:lnTo>
                <a:lnTo>
                  <a:pt x="2308619" y="995903"/>
                </a:lnTo>
                <a:lnTo>
                  <a:pt x="2303695" y="1001869"/>
                </a:lnTo>
                <a:lnTo>
                  <a:pt x="2298406" y="1007506"/>
                </a:lnTo>
                <a:lnTo>
                  <a:pt x="2292769" y="1012795"/>
                </a:lnTo>
                <a:lnTo>
                  <a:pt x="2286802" y="1017719"/>
                </a:lnTo>
                <a:lnTo>
                  <a:pt x="2280524" y="1022260"/>
                </a:lnTo>
                <a:lnTo>
                  <a:pt x="2273953" y="1026398"/>
                </a:lnTo>
                <a:lnTo>
                  <a:pt x="2267106" y="1030118"/>
                </a:lnTo>
                <a:lnTo>
                  <a:pt x="2260001" y="1033399"/>
                </a:lnTo>
                <a:lnTo>
                  <a:pt x="2252657" y="1036226"/>
                </a:lnTo>
                <a:lnTo>
                  <a:pt x="2245091" y="1038578"/>
                </a:lnTo>
                <a:lnTo>
                  <a:pt x="2237321" y="1040440"/>
                </a:lnTo>
                <a:lnTo>
                  <a:pt x="2229366" y="1041791"/>
                </a:lnTo>
                <a:lnTo>
                  <a:pt x="2221243" y="1042616"/>
                </a:lnTo>
                <a:lnTo>
                  <a:pt x="2212971" y="1042894"/>
                </a:lnTo>
                <a:lnTo>
                  <a:pt x="127182" y="1042894"/>
                </a:lnTo>
                <a:lnTo>
                  <a:pt x="118910" y="1042616"/>
                </a:lnTo>
                <a:lnTo>
                  <a:pt x="110787" y="1041791"/>
                </a:lnTo>
                <a:lnTo>
                  <a:pt x="102832" y="1040440"/>
                </a:lnTo>
                <a:lnTo>
                  <a:pt x="95063" y="1038578"/>
                </a:lnTo>
                <a:lnTo>
                  <a:pt x="87497" y="1036226"/>
                </a:lnTo>
                <a:lnTo>
                  <a:pt x="80152" y="1033399"/>
                </a:lnTo>
                <a:lnTo>
                  <a:pt x="73048" y="1030118"/>
                </a:lnTo>
                <a:lnTo>
                  <a:pt x="66200" y="1026398"/>
                </a:lnTo>
                <a:lnTo>
                  <a:pt x="59629" y="1022260"/>
                </a:lnTo>
                <a:lnTo>
                  <a:pt x="53351" y="1017719"/>
                </a:lnTo>
                <a:lnTo>
                  <a:pt x="47384" y="1012795"/>
                </a:lnTo>
                <a:lnTo>
                  <a:pt x="41747" y="1007506"/>
                </a:lnTo>
                <a:lnTo>
                  <a:pt x="36458" y="1001869"/>
                </a:lnTo>
                <a:lnTo>
                  <a:pt x="31534" y="995903"/>
                </a:lnTo>
                <a:lnTo>
                  <a:pt x="26994" y="989624"/>
                </a:lnTo>
                <a:lnTo>
                  <a:pt x="22855" y="983053"/>
                </a:lnTo>
                <a:lnTo>
                  <a:pt x="19136" y="976206"/>
                </a:lnTo>
                <a:lnTo>
                  <a:pt x="15854" y="969101"/>
                </a:lnTo>
                <a:lnTo>
                  <a:pt x="13028" y="961757"/>
                </a:lnTo>
                <a:lnTo>
                  <a:pt x="10675" y="954191"/>
                </a:lnTo>
                <a:lnTo>
                  <a:pt x="8814" y="946421"/>
                </a:lnTo>
                <a:lnTo>
                  <a:pt x="7462" y="938466"/>
                </a:lnTo>
                <a:lnTo>
                  <a:pt x="6638" y="930343"/>
                </a:lnTo>
                <a:lnTo>
                  <a:pt x="6359" y="922071"/>
                </a:lnTo>
                <a:lnTo>
                  <a:pt x="6359" y="127182"/>
                </a:lnTo>
                <a:lnTo>
                  <a:pt x="6638" y="118910"/>
                </a:lnTo>
                <a:lnTo>
                  <a:pt x="7462" y="110787"/>
                </a:lnTo>
                <a:lnTo>
                  <a:pt x="8814" y="102832"/>
                </a:lnTo>
                <a:lnTo>
                  <a:pt x="10675" y="95062"/>
                </a:lnTo>
                <a:lnTo>
                  <a:pt x="13028" y="87497"/>
                </a:lnTo>
                <a:lnTo>
                  <a:pt x="15854" y="80152"/>
                </a:lnTo>
                <a:lnTo>
                  <a:pt x="19136" y="73047"/>
                </a:lnTo>
                <a:lnTo>
                  <a:pt x="22855" y="66200"/>
                </a:lnTo>
                <a:lnTo>
                  <a:pt x="26994" y="59629"/>
                </a:lnTo>
                <a:lnTo>
                  <a:pt x="31534" y="53351"/>
                </a:lnTo>
                <a:lnTo>
                  <a:pt x="36458" y="47384"/>
                </a:lnTo>
                <a:lnTo>
                  <a:pt x="41747" y="41747"/>
                </a:lnTo>
                <a:lnTo>
                  <a:pt x="47384" y="36458"/>
                </a:lnTo>
                <a:lnTo>
                  <a:pt x="53351" y="31534"/>
                </a:lnTo>
                <a:lnTo>
                  <a:pt x="59629" y="26994"/>
                </a:lnTo>
                <a:lnTo>
                  <a:pt x="66200" y="22855"/>
                </a:lnTo>
                <a:lnTo>
                  <a:pt x="73048" y="19136"/>
                </a:lnTo>
                <a:lnTo>
                  <a:pt x="80152" y="15854"/>
                </a:lnTo>
                <a:lnTo>
                  <a:pt x="87497" y="13028"/>
                </a:lnTo>
                <a:lnTo>
                  <a:pt x="95063" y="10675"/>
                </a:lnTo>
                <a:lnTo>
                  <a:pt x="102832" y="8814"/>
                </a:lnTo>
                <a:lnTo>
                  <a:pt x="110787" y="7462"/>
                </a:lnTo>
                <a:lnTo>
                  <a:pt x="118910" y="6638"/>
                </a:lnTo>
                <a:lnTo>
                  <a:pt x="127182" y="6359"/>
                </a:lnTo>
                <a:lnTo>
                  <a:pt x="2212971" y="6359"/>
                </a:lnTo>
                <a:lnTo>
                  <a:pt x="2221243" y="6638"/>
                </a:lnTo>
                <a:close/>
              </a:path>
            </a:pathLst>
          </a:custGeom>
          <a:solidFill xmlns:a="http://schemas.openxmlformats.org/drawingml/2006/main">
            <a:srgbClr val="27A7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01E762-4905-40F0-980C-C3B092E4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34" y="1251529"/>
            <a:ext cx="2689905" cy="953867"/>
          </a:xfrm>
          <a:custGeom xmlns:a="http://schemas.openxmlformats.org/drawingml/2006/main">
            <a:pathLst>
              <a:path w="2689905" h="953867">
                <a:moveTo>
                  <a:pt x="2584" y="852316"/>
                </a:moveTo>
                <a:lnTo>
                  <a:pt x="4543" y="860495"/>
                </a:lnTo>
                <a:lnTo>
                  <a:pt x="7020" y="868459"/>
                </a:lnTo>
                <a:lnTo>
                  <a:pt x="9995" y="876190"/>
                </a:lnTo>
                <a:lnTo>
                  <a:pt x="13449" y="883668"/>
                </a:lnTo>
                <a:lnTo>
                  <a:pt x="17364" y="890876"/>
                </a:lnTo>
                <a:lnTo>
                  <a:pt x="21721" y="897794"/>
                </a:lnTo>
                <a:lnTo>
                  <a:pt x="26500" y="904402"/>
                </a:lnTo>
                <a:lnTo>
                  <a:pt x="31683" y="910683"/>
                </a:lnTo>
                <a:lnTo>
                  <a:pt x="37251" y="916616"/>
                </a:lnTo>
                <a:lnTo>
                  <a:pt x="43184" y="922184"/>
                </a:lnTo>
                <a:lnTo>
                  <a:pt x="49465" y="927367"/>
                </a:lnTo>
                <a:lnTo>
                  <a:pt x="56073" y="932146"/>
                </a:lnTo>
                <a:lnTo>
                  <a:pt x="62991" y="936503"/>
                </a:lnTo>
                <a:lnTo>
                  <a:pt x="70199" y="940418"/>
                </a:lnTo>
                <a:lnTo>
                  <a:pt x="77677" y="943872"/>
                </a:lnTo>
                <a:lnTo>
                  <a:pt x="85408" y="946847"/>
                </a:lnTo>
                <a:lnTo>
                  <a:pt x="93372" y="949324"/>
                </a:lnTo>
                <a:lnTo>
                  <a:pt x="101551" y="951283"/>
                </a:lnTo>
                <a:lnTo>
                  <a:pt x="109924" y="952706"/>
                </a:lnTo>
                <a:lnTo>
                  <a:pt x="118475" y="953574"/>
                </a:lnTo>
                <a:lnTo>
                  <a:pt x="127182" y="953867"/>
                </a:lnTo>
                <a:lnTo>
                  <a:pt x="2562722" y="953867"/>
                </a:lnTo>
                <a:lnTo>
                  <a:pt x="2571430" y="953574"/>
                </a:lnTo>
                <a:lnTo>
                  <a:pt x="2579980" y="952706"/>
                </a:lnTo>
                <a:lnTo>
                  <a:pt x="2588354" y="951283"/>
                </a:lnTo>
                <a:lnTo>
                  <a:pt x="2596533" y="949324"/>
                </a:lnTo>
                <a:lnTo>
                  <a:pt x="2604497" y="946847"/>
                </a:lnTo>
                <a:lnTo>
                  <a:pt x="2612228" y="943872"/>
                </a:lnTo>
                <a:lnTo>
                  <a:pt x="2619706" y="940418"/>
                </a:lnTo>
                <a:lnTo>
                  <a:pt x="2626914" y="936503"/>
                </a:lnTo>
                <a:lnTo>
                  <a:pt x="2633831" y="932146"/>
                </a:lnTo>
                <a:lnTo>
                  <a:pt x="2640440" y="927367"/>
                </a:lnTo>
                <a:lnTo>
                  <a:pt x="2646720" y="922184"/>
                </a:lnTo>
                <a:lnTo>
                  <a:pt x="2652654" y="916616"/>
                </a:lnTo>
                <a:lnTo>
                  <a:pt x="2658222" y="910683"/>
                </a:lnTo>
                <a:lnTo>
                  <a:pt x="2663405" y="904402"/>
                </a:lnTo>
                <a:lnTo>
                  <a:pt x="2668184" y="897794"/>
                </a:lnTo>
                <a:lnTo>
                  <a:pt x="2672541" y="890876"/>
                </a:lnTo>
                <a:lnTo>
                  <a:pt x="2676456" y="883668"/>
                </a:lnTo>
                <a:lnTo>
                  <a:pt x="2679910" y="876190"/>
                </a:lnTo>
                <a:lnTo>
                  <a:pt x="2682885" y="868459"/>
                </a:lnTo>
                <a:lnTo>
                  <a:pt x="2685362" y="860495"/>
                </a:lnTo>
                <a:lnTo>
                  <a:pt x="2687321" y="852316"/>
                </a:lnTo>
                <a:lnTo>
                  <a:pt x="2688744" y="843943"/>
                </a:lnTo>
                <a:lnTo>
                  <a:pt x="2689611" y="835392"/>
                </a:lnTo>
                <a:lnTo>
                  <a:pt x="2689905" y="826685"/>
                </a:lnTo>
                <a:lnTo>
                  <a:pt x="2689905" y="127182"/>
                </a:lnTo>
                <a:lnTo>
                  <a:pt x="2689611" y="118475"/>
                </a:lnTo>
                <a:lnTo>
                  <a:pt x="2688744" y="109924"/>
                </a:lnTo>
                <a:lnTo>
                  <a:pt x="2687321" y="101551"/>
                </a:lnTo>
                <a:lnTo>
                  <a:pt x="2685362" y="93372"/>
                </a:lnTo>
                <a:lnTo>
                  <a:pt x="2682885" y="85408"/>
                </a:lnTo>
                <a:lnTo>
                  <a:pt x="2679910" y="77677"/>
                </a:lnTo>
                <a:lnTo>
                  <a:pt x="2676456" y="70198"/>
                </a:lnTo>
                <a:lnTo>
                  <a:pt x="2672541" y="62991"/>
                </a:lnTo>
                <a:lnTo>
                  <a:pt x="2668184" y="56073"/>
                </a:lnTo>
                <a:lnTo>
                  <a:pt x="2663405" y="49465"/>
                </a:lnTo>
                <a:lnTo>
                  <a:pt x="2658222" y="43184"/>
                </a:lnTo>
                <a:lnTo>
                  <a:pt x="2652654" y="37251"/>
                </a:lnTo>
                <a:lnTo>
                  <a:pt x="2646720" y="31683"/>
                </a:lnTo>
                <a:lnTo>
                  <a:pt x="2640440" y="26500"/>
                </a:lnTo>
                <a:lnTo>
                  <a:pt x="2633831" y="21721"/>
                </a:lnTo>
                <a:lnTo>
                  <a:pt x="2626914" y="17364"/>
                </a:lnTo>
                <a:lnTo>
                  <a:pt x="2619706" y="13449"/>
                </a:lnTo>
                <a:lnTo>
                  <a:pt x="2612228" y="9995"/>
                </a:lnTo>
                <a:lnTo>
                  <a:pt x="2604497" y="7020"/>
                </a:lnTo>
                <a:lnTo>
                  <a:pt x="2596533" y="4543"/>
                </a:lnTo>
                <a:lnTo>
                  <a:pt x="2588354" y="2584"/>
                </a:lnTo>
                <a:lnTo>
                  <a:pt x="2579980" y="1161"/>
                </a:lnTo>
                <a:lnTo>
                  <a:pt x="2571430" y="293"/>
                </a:lnTo>
                <a:lnTo>
                  <a:pt x="2562722" y="0"/>
                </a:lnTo>
                <a:lnTo>
                  <a:pt x="127182" y="0"/>
                </a:lnTo>
                <a:lnTo>
                  <a:pt x="118475" y="293"/>
                </a:lnTo>
                <a:lnTo>
                  <a:pt x="109924" y="1161"/>
                </a:lnTo>
                <a:lnTo>
                  <a:pt x="101551" y="2584"/>
                </a:lnTo>
                <a:lnTo>
                  <a:pt x="93372" y="4543"/>
                </a:lnTo>
                <a:lnTo>
                  <a:pt x="85408" y="7020"/>
                </a:lnTo>
                <a:lnTo>
                  <a:pt x="77677" y="9995"/>
                </a:lnTo>
                <a:lnTo>
                  <a:pt x="70199" y="13449"/>
                </a:lnTo>
                <a:lnTo>
                  <a:pt x="62991" y="17364"/>
                </a:lnTo>
                <a:lnTo>
                  <a:pt x="56073" y="21721"/>
                </a:lnTo>
                <a:lnTo>
                  <a:pt x="49465" y="26500"/>
                </a:lnTo>
                <a:lnTo>
                  <a:pt x="43184" y="31683"/>
                </a:lnTo>
                <a:lnTo>
                  <a:pt x="37251" y="37251"/>
                </a:lnTo>
                <a:lnTo>
                  <a:pt x="31683" y="43184"/>
                </a:lnTo>
                <a:lnTo>
                  <a:pt x="26500" y="49465"/>
                </a:lnTo>
                <a:lnTo>
                  <a:pt x="21721" y="56073"/>
                </a:lnTo>
                <a:lnTo>
                  <a:pt x="17364" y="62991"/>
                </a:lnTo>
                <a:lnTo>
                  <a:pt x="13449" y="70198"/>
                </a:lnTo>
                <a:lnTo>
                  <a:pt x="9995" y="77677"/>
                </a:lnTo>
                <a:lnTo>
                  <a:pt x="7020" y="85408"/>
                </a:lnTo>
                <a:lnTo>
                  <a:pt x="4543" y="93372"/>
                </a:lnTo>
                <a:lnTo>
                  <a:pt x="2584" y="101551"/>
                </a:lnTo>
                <a:lnTo>
                  <a:pt x="1161" y="109924"/>
                </a:lnTo>
                <a:lnTo>
                  <a:pt x="293" y="118475"/>
                </a:lnTo>
                <a:lnTo>
                  <a:pt x="0" y="127182"/>
                </a:lnTo>
                <a:lnTo>
                  <a:pt x="0" y="826685"/>
                </a:lnTo>
                <a:lnTo>
                  <a:pt x="293" y="835392"/>
                </a:lnTo>
                <a:lnTo>
                  <a:pt x="1161" y="843943"/>
                </a:lnTo>
                <a:lnTo>
                  <a:pt x="2584" y="852316"/>
                </a:lnTo>
                <a:close/>
                <a:moveTo>
                  <a:pt x="2570995" y="6638"/>
                </a:moveTo>
                <a:lnTo>
                  <a:pt x="2579117" y="7462"/>
                </a:lnTo>
                <a:lnTo>
                  <a:pt x="2587073" y="8814"/>
                </a:lnTo>
                <a:lnTo>
                  <a:pt x="2594842" y="10675"/>
                </a:lnTo>
                <a:lnTo>
                  <a:pt x="2602408" y="13028"/>
                </a:lnTo>
                <a:lnTo>
                  <a:pt x="2609752" y="15854"/>
                </a:lnTo>
                <a:lnTo>
                  <a:pt x="2616857" y="19136"/>
                </a:lnTo>
                <a:lnTo>
                  <a:pt x="2623704" y="22855"/>
                </a:lnTo>
                <a:lnTo>
                  <a:pt x="2630276" y="26994"/>
                </a:lnTo>
                <a:lnTo>
                  <a:pt x="2636554" y="31534"/>
                </a:lnTo>
                <a:lnTo>
                  <a:pt x="2642520" y="36458"/>
                </a:lnTo>
                <a:lnTo>
                  <a:pt x="2648157" y="41747"/>
                </a:lnTo>
                <a:lnTo>
                  <a:pt x="2653447" y="47384"/>
                </a:lnTo>
                <a:lnTo>
                  <a:pt x="2658371" y="53351"/>
                </a:lnTo>
                <a:lnTo>
                  <a:pt x="2662911" y="59629"/>
                </a:lnTo>
                <a:lnTo>
                  <a:pt x="2667050" y="66200"/>
                </a:lnTo>
                <a:lnTo>
                  <a:pt x="2670769" y="73048"/>
                </a:lnTo>
                <a:lnTo>
                  <a:pt x="2674051" y="80152"/>
                </a:lnTo>
                <a:lnTo>
                  <a:pt x="2676877" y="87497"/>
                </a:lnTo>
                <a:lnTo>
                  <a:pt x="2679230" y="95063"/>
                </a:lnTo>
                <a:lnTo>
                  <a:pt x="2681091" y="102832"/>
                </a:lnTo>
                <a:lnTo>
                  <a:pt x="2682443" y="110787"/>
                </a:lnTo>
                <a:lnTo>
                  <a:pt x="2683267" y="118910"/>
                </a:lnTo>
                <a:lnTo>
                  <a:pt x="2683546" y="127182"/>
                </a:lnTo>
                <a:lnTo>
                  <a:pt x="2683546" y="826685"/>
                </a:lnTo>
                <a:lnTo>
                  <a:pt x="2683267" y="834957"/>
                </a:lnTo>
                <a:lnTo>
                  <a:pt x="2682443" y="843080"/>
                </a:lnTo>
                <a:lnTo>
                  <a:pt x="2681091" y="851035"/>
                </a:lnTo>
                <a:lnTo>
                  <a:pt x="2679230" y="858804"/>
                </a:lnTo>
                <a:lnTo>
                  <a:pt x="2676877" y="866370"/>
                </a:lnTo>
                <a:lnTo>
                  <a:pt x="2674051" y="873714"/>
                </a:lnTo>
                <a:lnTo>
                  <a:pt x="2670769" y="880819"/>
                </a:lnTo>
                <a:lnTo>
                  <a:pt x="2667050" y="887666"/>
                </a:lnTo>
                <a:lnTo>
                  <a:pt x="2662911" y="894238"/>
                </a:lnTo>
                <a:lnTo>
                  <a:pt x="2658371" y="900516"/>
                </a:lnTo>
                <a:lnTo>
                  <a:pt x="2653447" y="906482"/>
                </a:lnTo>
                <a:lnTo>
                  <a:pt x="2648157" y="912119"/>
                </a:lnTo>
                <a:lnTo>
                  <a:pt x="2642520" y="917409"/>
                </a:lnTo>
                <a:lnTo>
                  <a:pt x="2636554" y="922333"/>
                </a:lnTo>
                <a:lnTo>
                  <a:pt x="2630276" y="926873"/>
                </a:lnTo>
                <a:lnTo>
                  <a:pt x="2623704" y="931012"/>
                </a:lnTo>
                <a:lnTo>
                  <a:pt x="2616857" y="934731"/>
                </a:lnTo>
                <a:lnTo>
                  <a:pt x="2609752" y="938013"/>
                </a:lnTo>
                <a:lnTo>
                  <a:pt x="2602408" y="940839"/>
                </a:lnTo>
                <a:lnTo>
                  <a:pt x="2594842" y="943192"/>
                </a:lnTo>
                <a:lnTo>
                  <a:pt x="2587073" y="945053"/>
                </a:lnTo>
                <a:lnTo>
                  <a:pt x="2579117" y="946405"/>
                </a:lnTo>
                <a:lnTo>
                  <a:pt x="2570995" y="947229"/>
                </a:lnTo>
                <a:lnTo>
                  <a:pt x="2562722" y="947508"/>
                </a:lnTo>
                <a:lnTo>
                  <a:pt x="127182" y="947508"/>
                </a:lnTo>
                <a:lnTo>
                  <a:pt x="118910" y="947229"/>
                </a:lnTo>
                <a:lnTo>
                  <a:pt x="110787" y="946405"/>
                </a:lnTo>
                <a:lnTo>
                  <a:pt x="102832" y="945053"/>
                </a:lnTo>
                <a:lnTo>
                  <a:pt x="95063" y="943192"/>
                </a:lnTo>
                <a:lnTo>
                  <a:pt x="87497" y="940839"/>
                </a:lnTo>
                <a:lnTo>
                  <a:pt x="80152" y="938013"/>
                </a:lnTo>
                <a:lnTo>
                  <a:pt x="73048" y="934731"/>
                </a:lnTo>
                <a:lnTo>
                  <a:pt x="66200" y="931012"/>
                </a:lnTo>
                <a:lnTo>
                  <a:pt x="59629" y="926873"/>
                </a:lnTo>
                <a:lnTo>
                  <a:pt x="53351" y="922333"/>
                </a:lnTo>
                <a:lnTo>
                  <a:pt x="47384" y="917409"/>
                </a:lnTo>
                <a:lnTo>
                  <a:pt x="41747" y="912119"/>
                </a:lnTo>
                <a:lnTo>
                  <a:pt x="36458" y="906482"/>
                </a:lnTo>
                <a:lnTo>
                  <a:pt x="31534" y="900516"/>
                </a:lnTo>
                <a:lnTo>
                  <a:pt x="26994" y="894238"/>
                </a:lnTo>
                <a:lnTo>
                  <a:pt x="22855" y="887666"/>
                </a:lnTo>
                <a:lnTo>
                  <a:pt x="19136" y="880819"/>
                </a:lnTo>
                <a:lnTo>
                  <a:pt x="15854" y="873714"/>
                </a:lnTo>
                <a:lnTo>
                  <a:pt x="13028" y="866370"/>
                </a:lnTo>
                <a:lnTo>
                  <a:pt x="10675" y="858804"/>
                </a:lnTo>
                <a:lnTo>
                  <a:pt x="8814" y="851035"/>
                </a:lnTo>
                <a:lnTo>
                  <a:pt x="7462" y="843080"/>
                </a:lnTo>
                <a:lnTo>
                  <a:pt x="6638" y="834957"/>
                </a:lnTo>
                <a:lnTo>
                  <a:pt x="6359" y="826685"/>
                </a:lnTo>
                <a:lnTo>
                  <a:pt x="6359" y="127182"/>
                </a:lnTo>
                <a:lnTo>
                  <a:pt x="6638" y="118910"/>
                </a:lnTo>
                <a:lnTo>
                  <a:pt x="7462" y="110787"/>
                </a:lnTo>
                <a:lnTo>
                  <a:pt x="8814" y="102832"/>
                </a:lnTo>
                <a:lnTo>
                  <a:pt x="10675" y="95063"/>
                </a:lnTo>
                <a:lnTo>
                  <a:pt x="13028" y="87497"/>
                </a:lnTo>
                <a:lnTo>
                  <a:pt x="15854" y="80152"/>
                </a:lnTo>
                <a:lnTo>
                  <a:pt x="19136" y="73048"/>
                </a:lnTo>
                <a:lnTo>
                  <a:pt x="22855" y="66200"/>
                </a:lnTo>
                <a:lnTo>
                  <a:pt x="26994" y="59629"/>
                </a:lnTo>
                <a:lnTo>
                  <a:pt x="31534" y="53351"/>
                </a:lnTo>
                <a:lnTo>
                  <a:pt x="36458" y="47384"/>
                </a:lnTo>
                <a:lnTo>
                  <a:pt x="41747" y="41747"/>
                </a:lnTo>
                <a:lnTo>
                  <a:pt x="47384" y="36458"/>
                </a:lnTo>
                <a:lnTo>
                  <a:pt x="53351" y="31534"/>
                </a:lnTo>
                <a:lnTo>
                  <a:pt x="59629" y="26994"/>
                </a:lnTo>
                <a:lnTo>
                  <a:pt x="66200" y="22855"/>
                </a:lnTo>
                <a:lnTo>
                  <a:pt x="73048" y="19136"/>
                </a:lnTo>
                <a:lnTo>
                  <a:pt x="80152" y="15854"/>
                </a:lnTo>
                <a:lnTo>
                  <a:pt x="87497" y="13028"/>
                </a:lnTo>
                <a:lnTo>
                  <a:pt x="95063" y="10675"/>
                </a:lnTo>
                <a:lnTo>
                  <a:pt x="102832" y="8814"/>
                </a:lnTo>
                <a:lnTo>
                  <a:pt x="110787" y="7462"/>
                </a:lnTo>
                <a:lnTo>
                  <a:pt x="118910" y="6638"/>
                </a:lnTo>
                <a:lnTo>
                  <a:pt x="127182" y="6359"/>
                </a:lnTo>
                <a:lnTo>
                  <a:pt x="2562722" y="6359"/>
                </a:lnTo>
                <a:lnTo>
                  <a:pt x="2570995" y="6638"/>
                </a:lnTo>
                <a:close/>
              </a:path>
            </a:pathLst>
          </a:custGeom>
          <a:solidFill xmlns:a="http://schemas.openxmlformats.org/drawingml/2006/main">
            <a:srgbClr val="27A7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44A2CC-3CC7-4EB2-9D83-2087F9E3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762" y="1251529"/>
            <a:ext cx="2899755" cy="1036535"/>
          </a:xfrm>
          <a:custGeom xmlns:a="http://schemas.openxmlformats.org/drawingml/2006/main">
            <a:pathLst>
              <a:path w="2899755" h="1036535">
                <a:moveTo>
                  <a:pt x="0" y="127182"/>
                </a:moveTo>
                <a:cubicBezTo>
                  <a:pt x="0" y="56941"/>
                  <a:pt x="56941" y="0"/>
                  <a:pt x="127182" y="0"/>
                </a:cubicBezTo>
                <a:lnTo>
                  <a:pt x="2772573" y="0"/>
                </a:lnTo>
                <a:cubicBezTo>
                  <a:pt x="2842814" y="0"/>
                  <a:pt x="2899755" y="56941"/>
                  <a:pt x="2899755" y="127182"/>
                </a:cubicBezTo>
                <a:lnTo>
                  <a:pt x="2899755" y="909353"/>
                </a:lnTo>
                <a:cubicBezTo>
                  <a:pt x="2899755" y="979594"/>
                  <a:pt x="2842814" y="1036535"/>
                  <a:pt x="2772573" y="1036535"/>
                </a:cubicBezTo>
                <a:lnTo>
                  <a:pt x="127182" y="1036535"/>
                </a:lnTo>
                <a:cubicBezTo>
                  <a:pt x="56941" y="1036535"/>
                  <a:pt x="0" y="979594"/>
                  <a:pt x="0" y="909353"/>
                </a:cubicBezTo>
                <a:lnTo>
                  <a:pt x="0" y="127182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4293C7-4C50-4E35-9482-0433265F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762" y="1251529"/>
            <a:ext cx="2899755" cy="1036535"/>
          </a:xfrm>
          <a:custGeom xmlns:a="http://schemas.openxmlformats.org/drawingml/2006/main">
            <a:pathLst>
              <a:path w="2899755" h="1036535">
                <a:moveTo>
                  <a:pt x="2584" y="934985"/>
                </a:moveTo>
                <a:lnTo>
                  <a:pt x="4543" y="943163"/>
                </a:lnTo>
                <a:lnTo>
                  <a:pt x="7020" y="951127"/>
                </a:lnTo>
                <a:lnTo>
                  <a:pt x="9995" y="958858"/>
                </a:lnTo>
                <a:lnTo>
                  <a:pt x="13449" y="966337"/>
                </a:lnTo>
                <a:lnTo>
                  <a:pt x="17364" y="973544"/>
                </a:lnTo>
                <a:lnTo>
                  <a:pt x="21721" y="980462"/>
                </a:lnTo>
                <a:lnTo>
                  <a:pt x="26500" y="987070"/>
                </a:lnTo>
                <a:lnTo>
                  <a:pt x="31683" y="993351"/>
                </a:lnTo>
                <a:lnTo>
                  <a:pt x="37251" y="999285"/>
                </a:lnTo>
                <a:lnTo>
                  <a:pt x="43184" y="1004852"/>
                </a:lnTo>
                <a:lnTo>
                  <a:pt x="49465" y="1010035"/>
                </a:lnTo>
                <a:lnTo>
                  <a:pt x="56073" y="1014815"/>
                </a:lnTo>
                <a:lnTo>
                  <a:pt x="62991" y="1019171"/>
                </a:lnTo>
                <a:lnTo>
                  <a:pt x="70198" y="1023086"/>
                </a:lnTo>
                <a:lnTo>
                  <a:pt x="77677" y="1026541"/>
                </a:lnTo>
                <a:lnTo>
                  <a:pt x="85408" y="1029516"/>
                </a:lnTo>
                <a:lnTo>
                  <a:pt x="93372" y="1031992"/>
                </a:lnTo>
                <a:lnTo>
                  <a:pt x="101551" y="1033951"/>
                </a:lnTo>
                <a:lnTo>
                  <a:pt x="109924" y="1035374"/>
                </a:lnTo>
                <a:lnTo>
                  <a:pt x="118475" y="1036242"/>
                </a:lnTo>
                <a:lnTo>
                  <a:pt x="127182" y="1036535"/>
                </a:lnTo>
                <a:lnTo>
                  <a:pt x="2772573" y="1036535"/>
                </a:lnTo>
                <a:lnTo>
                  <a:pt x="2781281" y="1036242"/>
                </a:lnTo>
                <a:lnTo>
                  <a:pt x="2789831" y="1035374"/>
                </a:lnTo>
                <a:lnTo>
                  <a:pt x="2798205" y="1033951"/>
                </a:lnTo>
                <a:lnTo>
                  <a:pt x="2806383" y="1031992"/>
                </a:lnTo>
                <a:lnTo>
                  <a:pt x="2814347" y="1029516"/>
                </a:lnTo>
                <a:lnTo>
                  <a:pt x="2822078" y="1026541"/>
                </a:lnTo>
                <a:lnTo>
                  <a:pt x="2829557" y="1023086"/>
                </a:lnTo>
                <a:lnTo>
                  <a:pt x="2836764" y="1019171"/>
                </a:lnTo>
                <a:lnTo>
                  <a:pt x="2843682" y="1014815"/>
                </a:lnTo>
                <a:lnTo>
                  <a:pt x="2850290" y="1010035"/>
                </a:lnTo>
                <a:lnTo>
                  <a:pt x="2856571" y="1004852"/>
                </a:lnTo>
                <a:lnTo>
                  <a:pt x="2862505" y="999285"/>
                </a:lnTo>
                <a:lnTo>
                  <a:pt x="2868072" y="993351"/>
                </a:lnTo>
                <a:lnTo>
                  <a:pt x="2873255" y="987070"/>
                </a:lnTo>
                <a:lnTo>
                  <a:pt x="2878035" y="980462"/>
                </a:lnTo>
                <a:lnTo>
                  <a:pt x="2882391" y="973544"/>
                </a:lnTo>
                <a:lnTo>
                  <a:pt x="2886306" y="966337"/>
                </a:lnTo>
                <a:lnTo>
                  <a:pt x="2889761" y="958858"/>
                </a:lnTo>
                <a:lnTo>
                  <a:pt x="2892736" y="951127"/>
                </a:lnTo>
                <a:lnTo>
                  <a:pt x="2895212" y="943163"/>
                </a:lnTo>
                <a:lnTo>
                  <a:pt x="2897172" y="934985"/>
                </a:lnTo>
                <a:lnTo>
                  <a:pt x="2898594" y="926611"/>
                </a:lnTo>
                <a:lnTo>
                  <a:pt x="2899462" y="918061"/>
                </a:lnTo>
                <a:lnTo>
                  <a:pt x="2899755" y="909353"/>
                </a:lnTo>
                <a:lnTo>
                  <a:pt x="2899755" y="127182"/>
                </a:lnTo>
                <a:lnTo>
                  <a:pt x="2899462" y="118475"/>
                </a:lnTo>
                <a:lnTo>
                  <a:pt x="2898594" y="109924"/>
                </a:lnTo>
                <a:lnTo>
                  <a:pt x="2897172" y="101551"/>
                </a:lnTo>
                <a:lnTo>
                  <a:pt x="2895212" y="93372"/>
                </a:lnTo>
                <a:lnTo>
                  <a:pt x="2892736" y="85408"/>
                </a:lnTo>
                <a:lnTo>
                  <a:pt x="2889761" y="77677"/>
                </a:lnTo>
                <a:lnTo>
                  <a:pt x="2886306" y="70198"/>
                </a:lnTo>
                <a:lnTo>
                  <a:pt x="2882391" y="62991"/>
                </a:lnTo>
                <a:lnTo>
                  <a:pt x="2878035" y="56073"/>
                </a:lnTo>
                <a:lnTo>
                  <a:pt x="2873255" y="49465"/>
                </a:lnTo>
                <a:lnTo>
                  <a:pt x="2868072" y="43184"/>
                </a:lnTo>
                <a:lnTo>
                  <a:pt x="2862505" y="37251"/>
                </a:lnTo>
                <a:lnTo>
                  <a:pt x="2856571" y="31683"/>
                </a:lnTo>
                <a:lnTo>
                  <a:pt x="2850290" y="26500"/>
                </a:lnTo>
                <a:lnTo>
                  <a:pt x="2843682" y="21721"/>
                </a:lnTo>
                <a:lnTo>
                  <a:pt x="2836764" y="17364"/>
                </a:lnTo>
                <a:lnTo>
                  <a:pt x="2829557" y="13449"/>
                </a:lnTo>
                <a:lnTo>
                  <a:pt x="2822078" y="9995"/>
                </a:lnTo>
                <a:lnTo>
                  <a:pt x="2814347" y="7020"/>
                </a:lnTo>
                <a:lnTo>
                  <a:pt x="2806383" y="4543"/>
                </a:lnTo>
                <a:lnTo>
                  <a:pt x="2798205" y="2584"/>
                </a:lnTo>
                <a:lnTo>
                  <a:pt x="2789831" y="1161"/>
                </a:lnTo>
                <a:lnTo>
                  <a:pt x="2781281" y="293"/>
                </a:lnTo>
                <a:lnTo>
                  <a:pt x="2772573" y="0"/>
                </a:lnTo>
                <a:lnTo>
                  <a:pt x="127182" y="0"/>
                </a:lnTo>
                <a:lnTo>
                  <a:pt x="118475" y="293"/>
                </a:lnTo>
                <a:lnTo>
                  <a:pt x="109924" y="1161"/>
                </a:lnTo>
                <a:lnTo>
                  <a:pt x="101551" y="2584"/>
                </a:lnTo>
                <a:lnTo>
                  <a:pt x="93372" y="4543"/>
                </a:lnTo>
                <a:lnTo>
                  <a:pt x="85408" y="7020"/>
                </a:lnTo>
                <a:lnTo>
                  <a:pt x="77677" y="9995"/>
                </a:lnTo>
                <a:lnTo>
                  <a:pt x="70198" y="13449"/>
                </a:lnTo>
                <a:lnTo>
                  <a:pt x="62991" y="17364"/>
                </a:lnTo>
                <a:lnTo>
                  <a:pt x="56073" y="21721"/>
                </a:lnTo>
                <a:lnTo>
                  <a:pt x="49465" y="26500"/>
                </a:lnTo>
                <a:lnTo>
                  <a:pt x="43184" y="31683"/>
                </a:lnTo>
                <a:lnTo>
                  <a:pt x="37251" y="37251"/>
                </a:lnTo>
                <a:lnTo>
                  <a:pt x="31683" y="43184"/>
                </a:lnTo>
                <a:lnTo>
                  <a:pt x="26500" y="49465"/>
                </a:lnTo>
                <a:lnTo>
                  <a:pt x="21721" y="56073"/>
                </a:lnTo>
                <a:lnTo>
                  <a:pt x="17364" y="62991"/>
                </a:lnTo>
                <a:lnTo>
                  <a:pt x="13449" y="70198"/>
                </a:lnTo>
                <a:lnTo>
                  <a:pt x="9995" y="77677"/>
                </a:lnTo>
                <a:lnTo>
                  <a:pt x="7020" y="85408"/>
                </a:lnTo>
                <a:lnTo>
                  <a:pt x="4543" y="93372"/>
                </a:lnTo>
                <a:lnTo>
                  <a:pt x="2584" y="101551"/>
                </a:lnTo>
                <a:lnTo>
                  <a:pt x="1161" y="109924"/>
                </a:lnTo>
                <a:lnTo>
                  <a:pt x="293" y="118475"/>
                </a:lnTo>
                <a:lnTo>
                  <a:pt x="0" y="127182"/>
                </a:lnTo>
                <a:lnTo>
                  <a:pt x="0" y="909353"/>
                </a:lnTo>
                <a:lnTo>
                  <a:pt x="293" y="918061"/>
                </a:lnTo>
                <a:lnTo>
                  <a:pt x="1161" y="926611"/>
                </a:lnTo>
                <a:lnTo>
                  <a:pt x="2584" y="934985"/>
                </a:lnTo>
                <a:close/>
                <a:moveTo>
                  <a:pt x="2780846" y="6638"/>
                </a:moveTo>
                <a:lnTo>
                  <a:pt x="2788968" y="7462"/>
                </a:lnTo>
                <a:lnTo>
                  <a:pt x="2796923" y="8814"/>
                </a:lnTo>
                <a:lnTo>
                  <a:pt x="2804693" y="10675"/>
                </a:lnTo>
                <a:lnTo>
                  <a:pt x="2812259" y="13028"/>
                </a:lnTo>
                <a:lnTo>
                  <a:pt x="2819603" y="15854"/>
                </a:lnTo>
                <a:lnTo>
                  <a:pt x="2826708" y="19136"/>
                </a:lnTo>
                <a:lnTo>
                  <a:pt x="2833555" y="22855"/>
                </a:lnTo>
                <a:lnTo>
                  <a:pt x="2840127" y="26994"/>
                </a:lnTo>
                <a:lnTo>
                  <a:pt x="2846405" y="31534"/>
                </a:lnTo>
                <a:lnTo>
                  <a:pt x="2852371" y="36458"/>
                </a:lnTo>
                <a:lnTo>
                  <a:pt x="2858008" y="41747"/>
                </a:lnTo>
                <a:lnTo>
                  <a:pt x="2863297" y="47384"/>
                </a:lnTo>
                <a:lnTo>
                  <a:pt x="2868221" y="53351"/>
                </a:lnTo>
                <a:lnTo>
                  <a:pt x="2872762" y="59629"/>
                </a:lnTo>
                <a:lnTo>
                  <a:pt x="2876900" y="66200"/>
                </a:lnTo>
                <a:lnTo>
                  <a:pt x="2880620" y="73047"/>
                </a:lnTo>
                <a:lnTo>
                  <a:pt x="2883901" y="80152"/>
                </a:lnTo>
                <a:lnTo>
                  <a:pt x="2886728" y="87497"/>
                </a:lnTo>
                <a:lnTo>
                  <a:pt x="2889080" y="95062"/>
                </a:lnTo>
                <a:lnTo>
                  <a:pt x="2890942" y="102832"/>
                </a:lnTo>
                <a:lnTo>
                  <a:pt x="2892293" y="110787"/>
                </a:lnTo>
                <a:lnTo>
                  <a:pt x="2893118" y="118910"/>
                </a:lnTo>
                <a:lnTo>
                  <a:pt x="2893396" y="127182"/>
                </a:lnTo>
                <a:lnTo>
                  <a:pt x="2893396" y="909353"/>
                </a:lnTo>
                <a:lnTo>
                  <a:pt x="2893118" y="917625"/>
                </a:lnTo>
                <a:lnTo>
                  <a:pt x="2892293" y="925748"/>
                </a:lnTo>
                <a:lnTo>
                  <a:pt x="2890942" y="933703"/>
                </a:lnTo>
                <a:lnTo>
                  <a:pt x="2889080" y="941472"/>
                </a:lnTo>
                <a:lnTo>
                  <a:pt x="2886728" y="949038"/>
                </a:lnTo>
                <a:lnTo>
                  <a:pt x="2883901" y="956383"/>
                </a:lnTo>
                <a:lnTo>
                  <a:pt x="2880620" y="963487"/>
                </a:lnTo>
                <a:lnTo>
                  <a:pt x="2876900" y="970335"/>
                </a:lnTo>
                <a:lnTo>
                  <a:pt x="2872762" y="976906"/>
                </a:lnTo>
                <a:lnTo>
                  <a:pt x="2868221" y="983184"/>
                </a:lnTo>
                <a:lnTo>
                  <a:pt x="2863297" y="989151"/>
                </a:lnTo>
                <a:lnTo>
                  <a:pt x="2858008" y="994788"/>
                </a:lnTo>
                <a:lnTo>
                  <a:pt x="2852371" y="1000077"/>
                </a:lnTo>
                <a:lnTo>
                  <a:pt x="2846405" y="1005001"/>
                </a:lnTo>
                <a:lnTo>
                  <a:pt x="2840127" y="1009541"/>
                </a:lnTo>
                <a:lnTo>
                  <a:pt x="2833555" y="1013680"/>
                </a:lnTo>
                <a:lnTo>
                  <a:pt x="2826708" y="1017399"/>
                </a:lnTo>
                <a:lnTo>
                  <a:pt x="2819603" y="1020681"/>
                </a:lnTo>
                <a:lnTo>
                  <a:pt x="2812259" y="1023507"/>
                </a:lnTo>
                <a:lnTo>
                  <a:pt x="2804693" y="1025860"/>
                </a:lnTo>
                <a:lnTo>
                  <a:pt x="2796923" y="1027721"/>
                </a:lnTo>
                <a:lnTo>
                  <a:pt x="2788968" y="1029073"/>
                </a:lnTo>
                <a:lnTo>
                  <a:pt x="2780846" y="1029897"/>
                </a:lnTo>
                <a:lnTo>
                  <a:pt x="2772573" y="1030176"/>
                </a:lnTo>
                <a:lnTo>
                  <a:pt x="127182" y="1030176"/>
                </a:lnTo>
                <a:lnTo>
                  <a:pt x="118910" y="1029897"/>
                </a:lnTo>
                <a:lnTo>
                  <a:pt x="110787" y="1029073"/>
                </a:lnTo>
                <a:lnTo>
                  <a:pt x="102832" y="1027721"/>
                </a:lnTo>
                <a:lnTo>
                  <a:pt x="95063" y="1025860"/>
                </a:lnTo>
                <a:lnTo>
                  <a:pt x="87497" y="1023507"/>
                </a:lnTo>
                <a:lnTo>
                  <a:pt x="80153" y="1020681"/>
                </a:lnTo>
                <a:lnTo>
                  <a:pt x="73048" y="1017399"/>
                </a:lnTo>
                <a:lnTo>
                  <a:pt x="66201" y="1013680"/>
                </a:lnTo>
                <a:lnTo>
                  <a:pt x="59629" y="1009541"/>
                </a:lnTo>
                <a:lnTo>
                  <a:pt x="53351" y="1005001"/>
                </a:lnTo>
                <a:lnTo>
                  <a:pt x="47384" y="1000077"/>
                </a:lnTo>
                <a:lnTo>
                  <a:pt x="41747" y="994788"/>
                </a:lnTo>
                <a:lnTo>
                  <a:pt x="36458" y="989151"/>
                </a:lnTo>
                <a:lnTo>
                  <a:pt x="31534" y="983184"/>
                </a:lnTo>
                <a:lnTo>
                  <a:pt x="26994" y="976906"/>
                </a:lnTo>
                <a:lnTo>
                  <a:pt x="22855" y="970335"/>
                </a:lnTo>
                <a:lnTo>
                  <a:pt x="19136" y="963487"/>
                </a:lnTo>
                <a:lnTo>
                  <a:pt x="15854" y="956383"/>
                </a:lnTo>
                <a:lnTo>
                  <a:pt x="13028" y="949038"/>
                </a:lnTo>
                <a:lnTo>
                  <a:pt x="10675" y="941472"/>
                </a:lnTo>
                <a:lnTo>
                  <a:pt x="8814" y="933703"/>
                </a:lnTo>
                <a:lnTo>
                  <a:pt x="7462" y="925748"/>
                </a:lnTo>
                <a:lnTo>
                  <a:pt x="6638" y="917625"/>
                </a:lnTo>
                <a:lnTo>
                  <a:pt x="6359" y="909353"/>
                </a:lnTo>
                <a:lnTo>
                  <a:pt x="6359" y="127182"/>
                </a:lnTo>
                <a:lnTo>
                  <a:pt x="6638" y="118910"/>
                </a:lnTo>
                <a:lnTo>
                  <a:pt x="7462" y="110787"/>
                </a:lnTo>
                <a:lnTo>
                  <a:pt x="8814" y="102832"/>
                </a:lnTo>
                <a:lnTo>
                  <a:pt x="10675" y="95062"/>
                </a:lnTo>
                <a:lnTo>
                  <a:pt x="13028" y="87497"/>
                </a:lnTo>
                <a:lnTo>
                  <a:pt x="15854" y="80152"/>
                </a:lnTo>
                <a:lnTo>
                  <a:pt x="19136" y="73047"/>
                </a:lnTo>
                <a:lnTo>
                  <a:pt x="22855" y="66200"/>
                </a:lnTo>
                <a:lnTo>
                  <a:pt x="26994" y="59629"/>
                </a:lnTo>
                <a:lnTo>
                  <a:pt x="31534" y="53351"/>
                </a:lnTo>
                <a:lnTo>
                  <a:pt x="36458" y="47384"/>
                </a:lnTo>
                <a:lnTo>
                  <a:pt x="41747" y="41747"/>
                </a:lnTo>
                <a:lnTo>
                  <a:pt x="47384" y="36458"/>
                </a:lnTo>
                <a:lnTo>
                  <a:pt x="53351" y="31534"/>
                </a:lnTo>
                <a:lnTo>
                  <a:pt x="59629" y="26994"/>
                </a:lnTo>
                <a:lnTo>
                  <a:pt x="66201" y="22855"/>
                </a:lnTo>
                <a:lnTo>
                  <a:pt x="73048" y="19136"/>
                </a:lnTo>
                <a:lnTo>
                  <a:pt x="80152" y="15854"/>
                </a:lnTo>
                <a:lnTo>
                  <a:pt x="87497" y="13028"/>
                </a:lnTo>
                <a:lnTo>
                  <a:pt x="95063" y="10675"/>
                </a:lnTo>
                <a:lnTo>
                  <a:pt x="102832" y="8814"/>
                </a:lnTo>
                <a:lnTo>
                  <a:pt x="110787" y="7462"/>
                </a:lnTo>
                <a:lnTo>
                  <a:pt x="118910" y="6638"/>
                </a:lnTo>
                <a:lnTo>
                  <a:pt x="127182" y="6359"/>
                </a:lnTo>
                <a:lnTo>
                  <a:pt x="2772573" y="6359"/>
                </a:lnTo>
                <a:lnTo>
                  <a:pt x="2780846" y="6638"/>
                </a:lnTo>
                <a:close/>
              </a:path>
            </a:pathLst>
          </a:custGeom>
          <a:solidFill xmlns:a="http://schemas.openxmlformats.org/drawingml/2006/main">
            <a:srgbClr val="27A7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b006cccfe4292"/>
          <a:stretch xmlns:a="http://schemas.openxmlformats.org/drawingml/2006/main"/>
        </p:blipFill>
        <p:spPr>
          <a:xfrm xmlns:a="http://schemas.openxmlformats.org/drawingml/2006/main">
            <a:off x="142078" y="406101"/>
            <a:ext cx="2511850" cy="578011"/>
          </a:xfrm>
          <a:prstGeom xmlns:a="http://schemas.openxmlformats.org/drawingml/2006/main" prst="rect">
            <a:avLst/>
          </a:prstGeom>
        </p:spPr>
      </p:pic>
      <p:pic>
        <p:nvPicPr>
          <p:cNvPr id="9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9f9a045204484"/>
          <a:stretch xmlns:a="http://schemas.openxmlformats.org/drawingml/2006/main"/>
        </p:blipFill>
        <p:spPr>
          <a:xfrm xmlns:a="http://schemas.openxmlformats.org/drawingml/2006/main">
            <a:off x="2183353" y="405823"/>
            <a:ext cx="2028557" cy="578567"/>
          </a:xfrm>
          <a:prstGeom xmlns:a="http://schemas.openxmlformats.org/drawingml/2006/main" prst="rect">
            <a:avLst/>
          </a:prstGeom>
        </p:spPr>
      </p:pic>
      <p:pic>
        <p:nvPicPr>
          <p:cNvPr id="9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c9d7ac24546ea"/>
          <a:stretch xmlns:a="http://schemas.openxmlformats.org/drawingml/2006/main"/>
        </p:blipFill>
        <p:spPr>
          <a:xfrm xmlns:a="http://schemas.openxmlformats.org/drawingml/2006/main">
            <a:off x="4218269" y="405934"/>
            <a:ext cx="2034916" cy="578345"/>
          </a:xfrm>
          <a:prstGeom xmlns:a="http://schemas.openxmlformats.org/drawingml/2006/main" prst="rect">
            <a:avLst/>
          </a:prstGeom>
        </p:spPr>
      </p:pic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D529BA-817D-4E59-97F3-F82818CB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688" y="1378711"/>
            <a:ext cx="1513469" cy="393433"/>
          </a:xfrm>
          <a:custGeom xmlns:a="http://schemas.openxmlformats.org/drawingml/2006/main">
            <a:pathLst>
              <a:path w="1513469" h="393433">
                <a:moveTo>
                  <a:pt x="0" y="0"/>
                </a:moveTo>
                <a:lnTo>
                  <a:pt x="1513469" y="139069"/>
                </a:lnTo>
                <a:lnTo>
                  <a:pt x="1513469" y="393433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7B4ADB-1AFB-431F-99E8-8FF327DC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688" y="1378711"/>
            <a:ext cx="253297" cy="277639"/>
          </a:xfrm>
          <a:custGeom xmlns:a="http://schemas.openxmlformats.org/drawingml/2006/main">
            <a:pathLst>
              <a:path w="253297" h="277639">
                <a:moveTo>
                  <a:pt x="0" y="0"/>
                </a:moveTo>
                <a:lnTo>
                  <a:pt x="253297" y="23275"/>
                </a:lnTo>
                <a:lnTo>
                  <a:pt x="253297" y="277639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27F010-FB56-41D2-B402-1DDF9B6E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189" y="1368300"/>
            <a:ext cx="272295" cy="298462"/>
          </a:xfrm>
          <a:custGeom xmlns:a="http://schemas.openxmlformats.org/drawingml/2006/main">
            <a:pathLst>
              <a:path w="272295" h="298462">
                <a:moveTo>
                  <a:pt x="0" y="263903"/>
                </a:moveTo>
                <a:lnTo>
                  <a:pt x="0" y="273442"/>
                </a:lnTo>
                <a:lnTo>
                  <a:pt x="9499" y="274315"/>
                </a:lnTo>
                <a:lnTo>
                  <a:pt x="262796" y="297590"/>
                </a:lnTo>
                <a:lnTo>
                  <a:pt x="272295" y="298462"/>
                </a:lnTo>
                <a:lnTo>
                  <a:pt x="272295" y="288924"/>
                </a:lnTo>
                <a:lnTo>
                  <a:pt x="272295" y="34559"/>
                </a:lnTo>
                <a:lnTo>
                  <a:pt x="272295" y="25020"/>
                </a:lnTo>
                <a:lnTo>
                  <a:pt x="262796" y="24148"/>
                </a:lnTo>
                <a:lnTo>
                  <a:pt x="9499" y="873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8997" y="20823"/>
                </a:moveTo>
                <a:lnTo>
                  <a:pt x="253297" y="42352"/>
                </a:lnTo>
                <a:lnTo>
                  <a:pt x="253297" y="277639"/>
                </a:lnTo>
                <a:lnTo>
                  <a:pt x="18997" y="256110"/>
                </a:lnTo>
                <a:lnTo>
                  <a:pt x="18997" y="208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F859D7-7AD4-41F6-81C3-59296E84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8323" y="1353275"/>
            <a:ext cx="253297" cy="277639"/>
          </a:xfrm>
          <a:custGeom xmlns:a="http://schemas.openxmlformats.org/drawingml/2006/main">
            <a:pathLst>
              <a:path w="253297" h="277639">
                <a:moveTo>
                  <a:pt x="0" y="0"/>
                </a:moveTo>
                <a:lnTo>
                  <a:pt x="253297" y="23275"/>
                </a:lnTo>
                <a:lnTo>
                  <a:pt x="253297" y="277639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990907-6C41-4F03-B822-9E3CC418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825" y="1342863"/>
            <a:ext cx="272295" cy="298462"/>
          </a:xfrm>
          <a:custGeom xmlns:a="http://schemas.openxmlformats.org/drawingml/2006/main">
            <a:pathLst>
              <a:path w="272295" h="298462">
                <a:moveTo>
                  <a:pt x="18997" y="32481"/>
                </a:moveTo>
                <a:lnTo>
                  <a:pt x="18997" y="20823"/>
                </a:lnTo>
                <a:lnTo>
                  <a:pt x="30607" y="21890"/>
                </a:lnTo>
                <a:lnTo>
                  <a:pt x="30607" y="2812"/>
                </a:lnTo>
                <a:lnTo>
                  <a:pt x="9499" y="873"/>
                </a:lnTo>
                <a:lnTo>
                  <a:pt x="0" y="0"/>
                </a:lnTo>
                <a:lnTo>
                  <a:pt x="0" y="9539"/>
                </a:lnTo>
                <a:lnTo>
                  <a:pt x="0" y="30736"/>
                </a:lnTo>
                <a:lnTo>
                  <a:pt x="18997" y="32481"/>
                </a:lnTo>
                <a:close/>
                <a:moveTo>
                  <a:pt x="115039" y="10571"/>
                </a:moveTo>
                <a:lnTo>
                  <a:pt x="72823" y="6692"/>
                </a:lnTo>
                <a:lnTo>
                  <a:pt x="72823" y="25769"/>
                </a:lnTo>
                <a:lnTo>
                  <a:pt x="115039" y="29648"/>
                </a:lnTo>
                <a:lnTo>
                  <a:pt x="115039" y="10571"/>
                </a:lnTo>
                <a:close/>
                <a:moveTo>
                  <a:pt x="0" y="115524"/>
                </a:moveTo>
                <a:lnTo>
                  <a:pt x="18997" y="117269"/>
                </a:lnTo>
                <a:lnTo>
                  <a:pt x="18997" y="74875"/>
                </a:lnTo>
                <a:lnTo>
                  <a:pt x="0" y="73130"/>
                </a:lnTo>
                <a:lnTo>
                  <a:pt x="0" y="115524"/>
                </a:lnTo>
                <a:close/>
                <a:moveTo>
                  <a:pt x="0" y="157918"/>
                </a:moveTo>
                <a:lnTo>
                  <a:pt x="0" y="200312"/>
                </a:lnTo>
                <a:lnTo>
                  <a:pt x="18997" y="202058"/>
                </a:lnTo>
                <a:lnTo>
                  <a:pt x="18997" y="159664"/>
                </a:lnTo>
                <a:lnTo>
                  <a:pt x="0" y="157918"/>
                </a:lnTo>
                <a:close/>
                <a:moveTo>
                  <a:pt x="0" y="263903"/>
                </a:moveTo>
                <a:lnTo>
                  <a:pt x="0" y="273442"/>
                </a:lnTo>
                <a:lnTo>
                  <a:pt x="9499" y="274315"/>
                </a:lnTo>
                <a:lnTo>
                  <a:pt x="30607" y="276254"/>
                </a:lnTo>
                <a:lnTo>
                  <a:pt x="30607" y="257177"/>
                </a:lnTo>
                <a:lnTo>
                  <a:pt x="18997" y="256110"/>
                </a:lnTo>
                <a:lnTo>
                  <a:pt x="18997" y="244452"/>
                </a:lnTo>
                <a:lnTo>
                  <a:pt x="0" y="242706"/>
                </a:lnTo>
                <a:lnTo>
                  <a:pt x="0" y="263903"/>
                </a:lnTo>
                <a:close/>
                <a:moveTo>
                  <a:pt x="115039" y="284013"/>
                </a:moveTo>
                <a:lnTo>
                  <a:pt x="115039" y="264935"/>
                </a:lnTo>
                <a:lnTo>
                  <a:pt x="72823" y="261056"/>
                </a:lnTo>
                <a:lnTo>
                  <a:pt x="72823" y="280133"/>
                </a:lnTo>
                <a:lnTo>
                  <a:pt x="115039" y="284013"/>
                </a:lnTo>
                <a:close/>
                <a:moveTo>
                  <a:pt x="199472" y="18329"/>
                </a:moveTo>
                <a:lnTo>
                  <a:pt x="157256" y="14450"/>
                </a:lnTo>
                <a:lnTo>
                  <a:pt x="157256" y="33527"/>
                </a:lnTo>
                <a:lnTo>
                  <a:pt x="199472" y="37406"/>
                </a:lnTo>
                <a:lnTo>
                  <a:pt x="199472" y="18329"/>
                </a:lnTo>
                <a:close/>
                <a:moveTo>
                  <a:pt x="241688" y="41285"/>
                </a:moveTo>
                <a:lnTo>
                  <a:pt x="253297" y="42352"/>
                </a:lnTo>
                <a:lnTo>
                  <a:pt x="253297" y="54011"/>
                </a:lnTo>
                <a:lnTo>
                  <a:pt x="272295" y="55756"/>
                </a:lnTo>
                <a:lnTo>
                  <a:pt x="272295" y="34559"/>
                </a:lnTo>
                <a:lnTo>
                  <a:pt x="272295" y="25020"/>
                </a:lnTo>
                <a:lnTo>
                  <a:pt x="262796" y="24148"/>
                </a:lnTo>
                <a:lnTo>
                  <a:pt x="241688" y="22208"/>
                </a:lnTo>
                <a:lnTo>
                  <a:pt x="241688" y="41285"/>
                </a:lnTo>
                <a:close/>
                <a:moveTo>
                  <a:pt x="272295" y="98150"/>
                </a:moveTo>
                <a:lnTo>
                  <a:pt x="253297" y="96405"/>
                </a:lnTo>
                <a:lnTo>
                  <a:pt x="253297" y="138799"/>
                </a:lnTo>
                <a:lnTo>
                  <a:pt x="272295" y="140544"/>
                </a:lnTo>
                <a:lnTo>
                  <a:pt x="272295" y="98150"/>
                </a:lnTo>
                <a:close/>
                <a:moveTo>
                  <a:pt x="272295" y="225333"/>
                </a:moveTo>
                <a:lnTo>
                  <a:pt x="272295" y="182938"/>
                </a:lnTo>
                <a:lnTo>
                  <a:pt x="253297" y="181193"/>
                </a:lnTo>
                <a:lnTo>
                  <a:pt x="253297" y="223587"/>
                </a:lnTo>
                <a:lnTo>
                  <a:pt x="272295" y="225333"/>
                </a:lnTo>
                <a:close/>
                <a:moveTo>
                  <a:pt x="241688" y="276573"/>
                </a:moveTo>
                <a:lnTo>
                  <a:pt x="241688" y="295650"/>
                </a:lnTo>
                <a:lnTo>
                  <a:pt x="262796" y="297590"/>
                </a:lnTo>
                <a:lnTo>
                  <a:pt x="272295" y="298462"/>
                </a:lnTo>
                <a:lnTo>
                  <a:pt x="272295" y="288924"/>
                </a:lnTo>
                <a:lnTo>
                  <a:pt x="272295" y="267727"/>
                </a:lnTo>
                <a:lnTo>
                  <a:pt x="253297" y="265981"/>
                </a:lnTo>
                <a:lnTo>
                  <a:pt x="253297" y="277639"/>
                </a:lnTo>
                <a:lnTo>
                  <a:pt x="241688" y="276573"/>
                </a:lnTo>
                <a:close/>
                <a:moveTo>
                  <a:pt x="199472" y="291771"/>
                </a:moveTo>
                <a:lnTo>
                  <a:pt x="199472" y="272693"/>
                </a:lnTo>
                <a:lnTo>
                  <a:pt x="157255" y="268814"/>
                </a:lnTo>
                <a:lnTo>
                  <a:pt x="157255" y="287892"/>
                </a:lnTo>
                <a:lnTo>
                  <a:pt x="199472" y="29177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FB7E39-F299-4017-ADF8-AAB42901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985" y="1401987"/>
            <a:ext cx="253297" cy="277639"/>
          </a:xfrm>
          <a:custGeom xmlns:a="http://schemas.openxmlformats.org/drawingml/2006/main">
            <a:pathLst>
              <a:path w="253297" h="277639">
                <a:moveTo>
                  <a:pt x="0" y="0"/>
                </a:moveTo>
                <a:lnTo>
                  <a:pt x="253297" y="23275"/>
                </a:lnTo>
                <a:lnTo>
                  <a:pt x="253297" y="277639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B195FA-F3AB-4D03-84F8-744754F6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486" y="1391575"/>
            <a:ext cx="272295" cy="298462"/>
          </a:xfrm>
          <a:custGeom xmlns:a="http://schemas.openxmlformats.org/drawingml/2006/main">
            <a:pathLst>
              <a:path w="272295" h="298462">
                <a:moveTo>
                  <a:pt x="0" y="263903"/>
                </a:moveTo>
                <a:lnTo>
                  <a:pt x="0" y="273442"/>
                </a:lnTo>
                <a:lnTo>
                  <a:pt x="9499" y="274315"/>
                </a:lnTo>
                <a:lnTo>
                  <a:pt x="262796" y="297590"/>
                </a:lnTo>
                <a:lnTo>
                  <a:pt x="272295" y="298462"/>
                </a:lnTo>
                <a:lnTo>
                  <a:pt x="272295" y="288924"/>
                </a:lnTo>
                <a:lnTo>
                  <a:pt x="272295" y="34559"/>
                </a:lnTo>
                <a:lnTo>
                  <a:pt x="272295" y="25020"/>
                </a:lnTo>
                <a:lnTo>
                  <a:pt x="262796" y="24148"/>
                </a:lnTo>
                <a:lnTo>
                  <a:pt x="9499" y="873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8997" y="20823"/>
                </a:moveTo>
                <a:lnTo>
                  <a:pt x="253297" y="42352"/>
                </a:lnTo>
                <a:lnTo>
                  <a:pt x="253297" y="277639"/>
                </a:lnTo>
                <a:lnTo>
                  <a:pt x="18997" y="256110"/>
                </a:lnTo>
                <a:lnTo>
                  <a:pt x="18997" y="208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076B4E-BD50-4DCA-A2D3-BEDE068F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283" y="1425260"/>
            <a:ext cx="253297" cy="277639"/>
          </a:xfrm>
          <a:custGeom xmlns:a="http://schemas.openxmlformats.org/drawingml/2006/main">
            <a:pathLst>
              <a:path w="253297" h="277639">
                <a:moveTo>
                  <a:pt x="0" y="0"/>
                </a:moveTo>
                <a:lnTo>
                  <a:pt x="253297" y="23275"/>
                </a:lnTo>
                <a:lnTo>
                  <a:pt x="253297" y="277639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C8D7D5-B51E-4FCA-8062-76776C9B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784" y="1414849"/>
            <a:ext cx="272295" cy="298462"/>
          </a:xfrm>
          <a:custGeom xmlns:a="http://schemas.openxmlformats.org/drawingml/2006/main">
            <a:pathLst>
              <a:path w="272295" h="298462">
                <a:moveTo>
                  <a:pt x="0" y="9539"/>
                </a:moveTo>
                <a:lnTo>
                  <a:pt x="0" y="263903"/>
                </a:lnTo>
                <a:lnTo>
                  <a:pt x="0" y="273442"/>
                </a:lnTo>
                <a:lnTo>
                  <a:pt x="9499" y="274315"/>
                </a:lnTo>
                <a:lnTo>
                  <a:pt x="262796" y="297590"/>
                </a:lnTo>
                <a:lnTo>
                  <a:pt x="272295" y="298462"/>
                </a:lnTo>
                <a:lnTo>
                  <a:pt x="272295" y="288924"/>
                </a:lnTo>
                <a:lnTo>
                  <a:pt x="272295" y="34559"/>
                </a:lnTo>
                <a:lnTo>
                  <a:pt x="272295" y="25020"/>
                </a:lnTo>
                <a:lnTo>
                  <a:pt x="262796" y="24148"/>
                </a:lnTo>
                <a:lnTo>
                  <a:pt x="9499" y="873"/>
                </a:lnTo>
                <a:lnTo>
                  <a:pt x="0" y="0"/>
                </a:lnTo>
                <a:lnTo>
                  <a:pt x="0" y="9539"/>
                </a:lnTo>
                <a:close/>
                <a:moveTo>
                  <a:pt x="18997" y="20823"/>
                </a:moveTo>
                <a:lnTo>
                  <a:pt x="253297" y="42352"/>
                </a:lnTo>
                <a:lnTo>
                  <a:pt x="253297" y="277639"/>
                </a:lnTo>
                <a:lnTo>
                  <a:pt x="18997" y="256110"/>
                </a:lnTo>
                <a:lnTo>
                  <a:pt x="18997" y="208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C11C0F-3A21-46A0-A3B5-5B8AFF10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2580" y="1448536"/>
            <a:ext cx="253297" cy="277639"/>
          </a:xfrm>
          <a:custGeom xmlns:a="http://schemas.openxmlformats.org/drawingml/2006/main">
            <a:pathLst>
              <a:path w="253297" h="277639">
                <a:moveTo>
                  <a:pt x="0" y="0"/>
                </a:moveTo>
                <a:lnTo>
                  <a:pt x="253297" y="23275"/>
                </a:lnTo>
                <a:lnTo>
                  <a:pt x="253297" y="277639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82CAAC-0777-43E5-94B8-2C1EF385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082" y="1438124"/>
            <a:ext cx="272295" cy="298462"/>
          </a:xfrm>
          <a:custGeom xmlns:a="http://schemas.openxmlformats.org/drawingml/2006/main">
            <a:pathLst>
              <a:path w="272295" h="298462">
                <a:moveTo>
                  <a:pt x="0" y="263903"/>
                </a:moveTo>
                <a:lnTo>
                  <a:pt x="0" y="273442"/>
                </a:lnTo>
                <a:lnTo>
                  <a:pt x="9499" y="274315"/>
                </a:lnTo>
                <a:lnTo>
                  <a:pt x="262796" y="297590"/>
                </a:lnTo>
                <a:lnTo>
                  <a:pt x="272295" y="298462"/>
                </a:lnTo>
                <a:lnTo>
                  <a:pt x="272295" y="288924"/>
                </a:lnTo>
                <a:lnTo>
                  <a:pt x="272295" y="34559"/>
                </a:lnTo>
                <a:lnTo>
                  <a:pt x="272295" y="25020"/>
                </a:lnTo>
                <a:lnTo>
                  <a:pt x="262796" y="24148"/>
                </a:lnTo>
                <a:lnTo>
                  <a:pt x="9499" y="873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8997" y="20823"/>
                </a:moveTo>
                <a:lnTo>
                  <a:pt x="253297" y="42352"/>
                </a:lnTo>
                <a:lnTo>
                  <a:pt x="253297" y="277639"/>
                </a:lnTo>
                <a:lnTo>
                  <a:pt x="18997" y="256110"/>
                </a:lnTo>
                <a:lnTo>
                  <a:pt x="18997" y="208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0967D1-85C2-4BB4-B285-58168293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5877" y="1471811"/>
            <a:ext cx="253297" cy="277639"/>
          </a:xfrm>
          <a:custGeom xmlns:a="http://schemas.openxmlformats.org/drawingml/2006/main">
            <a:pathLst>
              <a:path w="253297" h="277639">
                <a:moveTo>
                  <a:pt x="0" y="0"/>
                </a:moveTo>
                <a:lnTo>
                  <a:pt x="253297" y="23275"/>
                </a:lnTo>
                <a:lnTo>
                  <a:pt x="253297" y="277639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AF7F9D-ACD3-42F3-85C0-AA1B98F9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378" y="1461400"/>
            <a:ext cx="272295" cy="298462"/>
          </a:xfrm>
          <a:custGeom xmlns:a="http://schemas.openxmlformats.org/drawingml/2006/main">
            <a:pathLst>
              <a:path w="272295" h="298462">
                <a:moveTo>
                  <a:pt x="0" y="263903"/>
                </a:moveTo>
                <a:lnTo>
                  <a:pt x="0" y="273442"/>
                </a:lnTo>
                <a:lnTo>
                  <a:pt x="9499" y="274315"/>
                </a:lnTo>
                <a:lnTo>
                  <a:pt x="262796" y="297590"/>
                </a:lnTo>
                <a:lnTo>
                  <a:pt x="272295" y="298462"/>
                </a:lnTo>
                <a:lnTo>
                  <a:pt x="272295" y="288924"/>
                </a:lnTo>
                <a:lnTo>
                  <a:pt x="272295" y="34559"/>
                </a:lnTo>
                <a:lnTo>
                  <a:pt x="272295" y="25020"/>
                </a:lnTo>
                <a:lnTo>
                  <a:pt x="262796" y="24148"/>
                </a:lnTo>
                <a:lnTo>
                  <a:pt x="9499" y="873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8997" y="20823"/>
                </a:moveTo>
                <a:lnTo>
                  <a:pt x="253297" y="42352"/>
                </a:lnTo>
                <a:lnTo>
                  <a:pt x="253297" y="277639"/>
                </a:lnTo>
                <a:lnTo>
                  <a:pt x="18997" y="256110"/>
                </a:lnTo>
                <a:lnTo>
                  <a:pt x="18997" y="208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D9C31D-3C9C-4823-8954-C5D1452A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9175" y="1495085"/>
            <a:ext cx="253297" cy="277639"/>
          </a:xfrm>
          <a:custGeom xmlns:a="http://schemas.openxmlformats.org/drawingml/2006/main">
            <a:pathLst>
              <a:path w="253297" h="277639">
                <a:moveTo>
                  <a:pt x="0" y="0"/>
                </a:moveTo>
                <a:lnTo>
                  <a:pt x="253297" y="23275"/>
                </a:lnTo>
                <a:lnTo>
                  <a:pt x="253297" y="277639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F0830D-E598-4CAB-AD60-18CE9F3F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9676" y="1484673"/>
            <a:ext cx="272295" cy="298462"/>
          </a:xfrm>
          <a:custGeom xmlns:a="http://schemas.openxmlformats.org/drawingml/2006/main">
            <a:pathLst>
              <a:path w="272295" h="298462">
                <a:moveTo>
                  <a:pt x="0" y="263903"/>
                </a:moveTo>
                <a:lnTo>
                  <a:pt x="0" y="273442"/>
                </a:lnTo>
                <a:lnTo>
                  <a:pt x="9499" y="274315"/>
                </a:lnTo>
                <a:lnTo>
                  <a:pt x="262796" y="297590"/>
                </a:lnTo>
                <a:lnTo>
                  <a:pt x="272295" y="298462"/>
                </a:lnTo>
                <a:lnTo>
                  <a:pt x="272295" y="288924"/>
                </a:lnTo>
                <a:lnTo>
                  <a:pt x="272295" y="34559"/>
                </a:lnTo>
                <a:lnTo>
                  <a:pt x="272295" y="25020"/>
                </a:lnTo>
                <a:lnTo>
                  <a:pt x="262796" y="24148"/>
                </a:lnTo>
                <a:lnTo>
                  <a:pt x="9499" y="873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8997" y="20823"/>
                </a:moveTo>
                <a:lnTo>
                  <a:pt x="253297" y="42352"/>
                </a:lnTo>
                <a:lnTo>
                  <a:pt x="253297" y="277639"/>
                </a:lnTo>
                <a:lnTo>
                  <a:pt x="18997" y="256110"/>
                </a:lnTo>
                <a:lnTo>
                  <a:pt x="18997" y="208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143E45-7E91-4C6B-A520-BF6BB7A9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29" y="2249910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42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6EA60A-D005-4E7A-94E0-E7CBEEC6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90" y="2240371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6D4EBC-160D-4F34-BBF0-EF52D24D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5511" y="2202216"/>
            <a:ext cx="19077" cy="372008"/>
          </a:xfrm>
          <a:custGeom xmlns:a="http://schemas.openxmlformats.org/drawingml/2006/main">
            <a:pathLst>
              <a:path w="19077" h="372008">
                <a:moveTo>
                  <a:pt x="19077" y="9539"/>
                </a:moveTo>
                <a:cubicBezTo>
                  <a:pt x="19077" y="4271"/>
                  <a:pt x="14807" y="0"/>
                  <a:pt x="9539" y="0"/>
                </a:cubicBezTo>
                <a:cubicBezTo>
                  <a:pt x="4271" y="0"/>
                  <a:pt x="0" y="4271"/>
                  <a:pt x="0" y="9539"/>
                </a:cubicBezTo>
                <a:lnTo>
                  <a:pt x="19077" y="9539"/>
                </a:lnTo>
                <a:close/>
                <a:moveTo>
                  <a:pt x="0" y="362469"/>
                </a:moveTo>
                <a:cubicBezTo>
                  <a:pt x="0" y="367737"/>
                  <a:pt x="4271" y="372008"/>
                  <a:pt x="9539" y="372008"/>
                </a:cubicBezTo>
                <a:cubicBezTo>
                  <a:pt x="14807" y="372008"/>
                  <a:pt x="19077" y="367737"/>
                  <a:pt x="19077" y="362469"/>
                </a:cubicBezTo>
                <a:lnTo>
                  <a:pt x="0" y="362469"/>
                </a:lnTo>
                <a:close/>
                <a:moveTo>
                  <a:pt x="0" y="9539"/>
                </a:moveTo>
                <a:lnTo>
                  <a:pt x="0" y="362469"/>
                </a:lnTo>
                <a:lnTo>
                  <a:pt x="19077" y="362469"/>
                </a:lnTo>
                <a:lnTo>
                  <a:pt x="19077" y="9539"/>
                </a:lnTo>
                <a:lnTo>
                  <a:pt x="0" y="95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F92185-0E74-4C00-B497-0B0708C0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135" y="2373288"/>
            <a:ext cx="369453" cy="185039"/>
          </a:xfrm>
          <a:custGeom xmlns:a="http://schemas.openxmlformats.org/drawingml/2006/main">
            <a:pathLst>
              <a:path w="369453" h="185039">
                <a:moveTo>
                  <a:pt x="11452" y="712"/>
                </a:moveTo>
                <a:cubicBezTo>
                  <a:pt x="6232" y="0"/>
                  <a:pt x="1424" y="3654"/>
                  <a:pt x="712" y="8874"/>
                </a:cubicBezTo>
                <a:cubicBezTo>
                  <a:pt x="0" y="14094"/>
                  <a:pt x="3654" y="18902"/>
                  <a:pt x="8874" y="19614"/>
                </a:cubicBezTo>
                <a:lnTo>
                  <a:pt x="11452" y="712"/>
                </a:lnTo>
                <a:close/>
                <a:moveTo>
                  <a:pt x="350376" y="175500"/>
                </a:moveTo>
                <a:cubicBezTo>
                  <a:pt x="350376" y="180768"/>
                  <a:pt x="354646" y="185039"/>
                  <a:pt x="359914" y="185039"/>
                </a:cubicBezTo>
                <a:cubicBezTo>
                  <a:pt x="365182" y="185039"/>
                  <a:pt x="369453" y="180768"/>
                  <a:pt x="369453" y="175500"/>
                </a:cubicBezTo>
                <a:lnTo>
                  <a:pt x="350376" y="175500"/>
                </a:lnTo>
                <a:close/>
                <a:moveTo>
                  <a:pt x="8874" y="19614"/>
                </a:moveTo>
                <a:lnTo>
                  <a:pt x="242061" y="51412"/>
                </a:lnTo>
                <a:lnTo>
                  <a:pt x="244638" y="32510"/>
                </a:lnTo>
                <a:lnTo>
                  <a:pt x="11452" y="712"/>
                </a:lnTo>
                <a:lnTo>
                  <a:pt x="8874" y="19614"/>
                </a:lnTo>
                <a:close/>
                <a:moveTo>
                  <a:pt x="242061" y="51412"/>
                </a:moveTo>
                <a:cubicBezTo>
                  <a:pt x="304113" y="59874"/>
                  <a:pt x="350376" y="112873"/>
                  <a:pt x="350376" y="175500"/>
                </a:cubicBezTo>
                <a:lnTo>
                  <a:pt x="369453" y="175500"/>
                </a:lnTo>
                <a:cubicBezTo>
                  <a:pt x="369453" y="103333"/>
                  <a:pt x="316143" y="42261"/>
                  <a:pt x="244638" y="32510"/>
                </a:cubicBezTo>
                <a:lnTo>
                  <a:pt x="242061" y="514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FE0335-FF6C-4E32-BDB9-99D73140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949" y="1152963"/>
            <a:ext cx="110143" cy="257544"/>
          </a:xfrm>
          <a:custGeom xmlns:a="http://schemas.openxmlformats.org/drawingml/2006/main">
            <a:pathLst>
              <a:path w="110143" h="257544">
                <a:moveTo>
                  <a:pt x="64523" y="8244"/>
                </a:moveTo>
                <a:lnTo>
                  <a:pt x="64416" y="7616"/>
                </a:lnTo>
                <a:lnTo>
                  <a:pt x="64270" y="7003"/>
                </a:lnTo>
                <a:lnTo>
                  <a:pt x="64084" y="6406"/>
                </a:lnTo>
                <a:lnTo>
                  <a:pt x="63861" y="5826"/>
                </a:lnTo>
                <a:lnTo>
                  <a:pt x="63602" y="5265"/>
                </a:lnTo>
                <a:lnTo>
                  <a:pt x="63308" y="4724"/>
                </a:lnTo>
                <a:lnTo>
                  <a:pt x="62981" y="4206"/>
                </a:lnTo>
                <a:lnTo>
                  <a:pt x="62623" y="3710"/>
                </a:lnTo>
                <a:lnTo>
                  <a:pt x="62234" y="3239"/>
                </a:lnTo>
                <a:lnTo>
                  <a:pt x="61816" y="2794"/>
                </a:lnTo>
                <a:lnTo>
                  <a:pt x="61371" y="2376"/>
                </a:lnTo>
                <a:lnTo>
                  <a:pt x="60900" y="1988"/>
                </a:lnTo>
                <a:lnTo>
                  <a:pt x="60405" y="1629"/>
                </a:lnTo>
                <a:lnTo>
                  <a:pt x="59886" y="1302"/>
                </a:lnTo>
                <a:lnTo>
                  <a:pt x="59345" y="1009"/>
                </a:lnTo>
                <a:lnTo>
                  <a:pt x="58784" y="750"/>
                </a:lnTo>
                <a:lnTo>
                  <a:pt x="58205" y="526"/>
                </a:lnTo>
                <a:lnTo>
                  <a:pt x="57607" y="341"/>
                </a:lnTo>
                <a:lnTo>
                  <a:pt x="56994" y="194"/>
                </a:lnTo>
                <a:lnTo>
                  <a:pt x="56366" y="87"/>
                </a:lnTo>
                <a:lnTo>
                  <a:pt x="55725" y="22"/>
                </a:lnTo>
                <a:lnTo>
                  <a:pt x="55072" y="0"/>
                </a:lnTo>
                <a:lnTo>
                  <a:pt x="54419" y="22"/>
                </a:lnTo>
                <a:lnTo>
                  <a:pt x="53777" y="87"/>
                </a:lnTo>
                <a:lnTo>
                  <a:pt x="53149" y="194"/>
                </a:lnTo>
                <a:lnTo>
                  <a:pt x="52536" y="341"/>
                </a:lnTo>
                <a:lnTo>
                  <a:pt x="51939" y="526"/>
                </a:lnTo>
                <a:lnTo>
                  <a:pt x="51359" y="750"/>
                </a:lnTo>
                <a:lnTo>
                  <a:pt x="50798" y="1009"/>
                </a:lnTo>
                <a:lnTo>
                  <a:pt x="50257" y="1302"/>
                </a:lnTo>
                <a:lnTo>
                  <a:pt x="49738" y="1629"/>
                </a:lnTo>
                <a:lnTo>
                  <a:pt x="49243" y="1987"/>
                </a:lnTo>
                <a:lnTo>
                  <a:pt x="48772" y="2376"/>
                </a:lnTo>
                <a:lnTo>
                  <a:pt x="48327" y="2794"/>
                </a:lnTo>
                <a:lnTo>
                  <a:pt x="47909" y="3239"/>
                </a:lnTo>
                <a:lnTo>
                  <a:pt x="47520" y="3710"/>
                </a:lnTo>
                <a:lnTo>
                  <a:pt x="47162" y="4206"/>
                </a:lnTo>
                <a:lnTo>
                  <a:pt x="46835" y="4724"/>
                </a:lnTo>
                <a:lnTo>
                  <a:pt x="46542" y="5265"/>
                </a:lnTo>
                <a:lnTo>
                  <a:pt x="46283" y="5826"/>
                </a:lnTo>
                <a:lnTo>
                  <a:pt x="46059" y="6406"/>
                </a:lnTo>
                <a:lnTo>
                  <a:pt x="45874" y="7003"/>
                </a:lnTo>
                <a:lnTo>
                  <a:pt x="45727" y="7616"/>
                </a:lnTo>
                <a:lnTo>
                  <a:pt x="45620" y="8244"/>
                </a:lnTo>
                <a:lnTo>
                  <a:pt x="45555" y="8886"/>
                </a:lnTo>
                <a:lnTo>
                  <a:pt x="45533" y="9539"/>
                </a:lnTo>
                <a:lnTo>
                  <a:pt x="45533" y="162157"/>
                </a:lnTo>
                <a:lnTo>
                  <a:pt x="0" y="162157"/>
                </a:lnTo>
                <a:lnTo>
                  <a:pt x="55071" y="257544"/>
                </a:lnTo>
                <a:lnTo>
                  <a:pt x="110143" y="162157"/>
                </a:lnTo>
                <a:lnTo>
                  <a:pt x="64610" y="162157"/>
                </a:lnTo>
                <a:lnTo>
                  <a:pt x="64610" y="9539"/>
                </a:lnTo>
                <a:lnTo>
                  <a:pt x="64588" y="8886"/>
                </a:lnTo>
                <a:lnTo>
                  <a:pt x="64523" y="82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D0C70A-4764-4563-875E-5ACB731D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175" y="2432033"/>
            <a:ext cx="240908" cy="117884"/>
          </a:xfrm>
          <a:custGeom xmlns:a="http://schemas.openxmlformats.org/drawingml/2006/main">
            <a:pathLst>
              <a:path w="240908" h="117884">
                <a:moveTo>
                  <a:pt x="12854" y="938"/>
                </a:moveTo>
                <a:cubicBezTo>
                  <a:pt x="7697" y="0"/>
                  <a:pt x="2503" y="3410"/>
                  <a:pt x="1251" y="8555"/>
                </a:cubicBezTo>
                <a:cubicBezTo>
                  <a:pt x="0" y="13699"/>
                  <a:pt x="3166" y="18631"/>
                  <a:pt x="8322" y="19569"/>
                </a:cubicBezTo>
                <a:lnTo>
                  <a:pt x="12854" y="938"/>
                </a:lnTo>
                <a:close/>
                <a:moveTo>
                  <a:pt x="221180" y="111373"/>
                </a:moveTo>
                <a:cubicBezTo>
                  <a:pt x="223313" y="116032"/>
                  <a:pt x="228981" y="117884"/>
                  <a:pt x="233840" y="115510"/>
                </a:cubicBezTo>
                <a:cubicBezTo>
                  <a:pt x="238698" y="113135"/>
                  <a:pt x="240908" y="107433"/>
                  <a:pt x="238775" y="102774"/>
                </a:cubicBezTo>
                <a:lnTo>
                  <a:pt x="221180" y="111373"/>
                </a:lnTo>
                <a:close/>
                <a:moveTo>
                  <a:pt x="8322" y="19569"/>
                </a:moveTo>
                <a:lnTo>
                  <a:pt x="130614" y="41825"/>
                </a:lnTo>
                <a:lnTo>
                  <a:pt x="135145" y="23194"/>
                </a:lnTo>
                <a:lnTo>
                  <a:pt x="12854" y="938"/>
                </a:lnTo>
                <a:lnTo>
                  <a:pt x="8322" y="19569"/>
                </a:lnTo>
                <a:close/>
                <a:moveTo>
                  <a:pt x="130614" y="41825"/>
                </a:moveTo>
                <a:cubicBezTo>
                  <a:pt x="170988" y="49172"/>
                  <a:pt x="204480" y="74891"/>
                  <a:pt x="221180" y="111373"/>
                </a:cubicBezTo>
                <a:lnTo>
                  <a:pt x="238775" y="102774"/>
                </a:lnTo>
                <a:cubicBezTo>
                  <a:pt x="219665" y="61030"/>
                  <a:pt x="181343" y="31601"/>
                  <a:pt x="135145" y="23194"/>
                </a:cubicBezTo>
                <a:lnTo>
                  <a:pt x="130614" y="418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81DEE4-6EB6-4B86-B107-D13E4A9A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072" y="2474808"/>
            <a:ext cx="548654" cy="84936"/>
          </a:xfrm>
          <a:custGeom xmlns:a="http://schemas.openxmlformats.org/drawingml/2006/main">
            <a:pathLst>
              <a:path w="548654" h="84936">
                <a:moveTo>
                  <a:pt x="11052" y="223"/>
                </a:moveTo>
                <a:cubicBezTo>
                  <a:pt x="5773" y="0"/>
                  <a:pt x="1062" y="4055"/>
                  <a:pt x="531" y="9280"/>
                </a:cubicBezTo>
                <a:cubicBezTo>
                  <a:pt x="0" y="14505"/>
                  <a:pt x="3849" y="18921"/>
                  <a:pt x="9129" y="19144"/>
                </a:cubicBezTo>
                <a:lnTo>
                  <a:pt x="11052" y="223"/>
                </a:lnTo>
                <a:close/>
                <a:moveTo>
                  <a:pt x="531671" y="81781"/>
                </a:moveTo>
                <a:cubicBezTo>
                  <a:pt x="535711" y="84936"/>
                  <a:pt x="541775" y="84112"/>
                  <a:pt x="545214" y="79942"/>
                </a:cubicBezTo>
                <a:cubicBezTo>
                  <a:pt x="548654" y="75771"/>
                  <a:pt x="548167" y="69832"/>
                  <a:pt x="544126" y="66677"/>
                </a:cubicBezTo>
                <a:lnTo>
                  <a:pt x="531671" y="81781"/>
                </a:lnTo>
                <a:close/>
                <a:moveTo>
                  <a:pt x="9129" y="19144"/>
                </a:moveTo>
                <a:lnTo>
                  <a:pt x="404921" y="35848"/>
                </a:lnTo>
                <a:lnTo>
                  <a:pt x="406844" y="16927"/>
                </a:lnTo>
                <a:lnTo>
                  <a:pt x="11052" y="223"/>
                </a:lnTo>
                <a:lnTo>
                  <a:pt x="9129" y="19144"/>
                </a:lnTo>
                <a:close/>
                <a:moveTo>
                  <a:pt x="404921" y="35848"/>
                </a:moveTo>
                <a:cubicBezTo>
                  <a:pt x="451676" y="37821"/>
                  <a:pt x="495888" y="53843"/>
                  <a:pt x="531671" y="81781"/>
                </a:cubicBezTo>
                <a:lnTo>
                  <a:pt x="544126" y="66677"/>
                </a:lnTo>
                <a:cubicBezTo>
                  <a:pt x="505370" y="36418"/>
                  <a:pt x="457484" y="19064"/>
                  <a:pt x="406844" y="16927"/>
                </a:cubicBezTo>
                <a:lnTo>
                  <a:pt x="404921" y="358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60BE82-96FE-4F29-A104-E3A0E267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88" y="2340358"/>
            <a:ext cx="5902193" cy="156203"/>
          </a:xfrm>
          <a:custGeom xmlns:a="http://schemas.openxmlformats.org/drawingml/2006/main">
            <a:pathLst>
              <a:path w="5902193" h="156203">
                <a:moveTo>
                  <a:pt x="10786" y="123"/>
                </a:moveTo>
                <a:cubicBezTo>
                  <a:pt x="5497" y="0"/>
                  <a:pt x="861" y="4138"/>
                  <a:pt x="430" y="9367"/>
                </a:cubicBezTo>
                <a:cubicBezTo>
                  <a:pt x="0" y="14595"/>
                  <a:pt x="3939" y="18933"/>
                  <a:pt x="9227" y="19056"/>
                </a:cubicBezTo>
                <a:lnTo>
                  <a:pt x="10786" y="123"/>
                </a:lnTo>
                <a:close/>
                <a:moveTo>
                  <a:pt x="5891407" y="156080"/>
                </a:moveTo>
                <a:cubicBezTo>
                  <a:pt x="5896696" y="156203"/>
                  <a:pt x="5901332" y="152065"/>
                  <a:pt x="5901763" y="146836"/>
                </a:cubicBezTo>
                <a:cubicBezTo>
                  <a:pt x="5902193" y="141608"/>
                  <a:pt x="5898254" y="137270"/>
                  <a:pt x="5892966" y="137147"/>
                </a:cubicBezTo>
                <a:lnTo>
                  <a:pt x="5891407" y="156080"/>
                </a:lnTo>
                <a:close/>
                <a:moveTo>
                  <a:pt x="9227" y="19056"/>
                </a:moveTo>
                <a:lnTo>
                  <a:pt x="5891407" y="156080"/>
                </a:lnTo>
                <a:lnTo>
                  <a:pt x="5892966" y="137147"/>
                </a:lnTo>
                <a:lnTo>
                  <a:pt x="10786" y="123"/>
                </a:lnTo>
                <a:lnTo>
                  <a:pt x="9227" y="19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2F39BA-2B03-4BDA-8545-E1E63B73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149" y="1807951"/>
            <a:ext cx="19077" cy="868470"/>
          </a:xfrm>
          <a:custGeom xmlns:a="http://schemas.openxmlformats.org/drawingml/2006/main">
            <a:pathLst>
              <a:path w="19077" h="868470">
                <a:moveTo>
                  <a:pt x="19077" y="9539"/>
                </a:moveTo>
                <a:cubicBezTo>
                  <a:pt x="19077" y="4271"/>
                  <a:pt x="14807" y="0"/>
                  <a:pt x="9539" y="0"/>
                </a:cubicBezTo>
                <a:cubicBezTo>
                  <a:pt x="4271" y="0"/>
                  <a:pt x="0" y="4271"/>
                  <a:pt x="0" y="9539"/>
                </a:cubicBezTo>
                <a:lnTo>
                  <a:pt x="19077" y="9539"/>
                </a:lnTo>
                <a:close/>
                <a:moveTo>
                  <a:pt x="0" y="858931"/>
                </a:moveTo>
                <a:cubicBezTo>
                  <a:pt x="0" y="864199"/>
                  <a:pt x="4271" y="868470"/>
                  <a:pt x="9539" y="868470"/>
                </a:cubicBezTo>
                <a:cubicBezTo>
                  <a:pt x="14807" y="868470"/>
                  <a:pt x="19077" y="864199"/>
                  <a:pt x="19077" y="858931"/>
                </a:cubicBezTo>
                <a:lnTo>
                  <a:pt x="0" y="858931"/>
                </a:lnTo>
                <a:close/>
                <a:moveTo>
                  <a:pt x="0" y="9539"/>
                </a:moveTo>
                <a:lnTo>
                  <a:pt x="0" y="858931"/>
                </a:lnTo>
                <a:lnTo>
                  <a:pt x="19077" y="858931"/>
                </a:lnTo>
                <a:lnTo>
                  <a:pt x="19077" y="9539"/>
                </a:lnTo>
                <a:lnTo>
                  <a:pt x="0" y="95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A170CD-2862-4E50-A953-A6D47D9B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8555" y="2098281"/>
            <a:ext cx="337947" cy="177367"/>
          </a:xfrm>
          <a:custGeom xmlns:a="http://schemas.openxmlformats.org/drawingml/2006/main">
            <a:pathLst>
              <a:path w="337947" h="177367">
                <a:moveTo>
                  <a:pt x="10068" y="177367"/>
                </a:moveTo>
                <a:close/>
                <a:moveTo>
                  <a:pt x="26823" y="106497"/>
                </a:moveTo>
                <a:cubicBezTo>
                  <a:pt x="24053" y="107506"/>
                  <a:pt x="21793" y="108946"/>
                  <a:pt x="20042" y="110817"/>
                </a:cubicBezTo>
                <a:cubicBezTo>
                  <a:pt x="18311" y="112646"/>
                  <a:pt x="17082" y="114838"/>
                  <a:pt x="16356" y="117394"/>
                </a:cubicBezTo>
                <a:cubicBezTo>
                  <a:pt x="15661" y="119938"/>
                  <a:pt x="15462" y="122777"/>
                  <a:pt x="15758" y="125913"/>
                </a:cubicBezTo>
                <a:cubicBezTo>
                  <a:pt x="16053" y="129048"/>
                  <a:pt x="16853" y="132405"/>
                  <a:pt x="18156" y="135984"/>
                </a:cubicBezTo>
                <a:cubicBezTo>
                  <a:pt x="19913" y="140807"/>
                  <a:pt x="22006" y="144716"/>
                  <a:pt x="24435" y="147708"/>
                </a:cubicBezTo>
                <a:cubicBezTo>
                  <a:pt x="26884" y="150658"/>
                  <a:pt x="29697" y="152577"/>
                  <a:pt x="32876" y="153464"/>
                </a:cubicBezTo>
                <a:cubicBezTo>
                  <a:pt x="36042" y="154320"/>
                  <a:pt x="39618" y="154023"/>
                  <a:pt x="43601" y="152572"/>
                </a:cubicBezTo>
                <a:cubicBezTo>
                  <a:pt x="46371" y="151563"/>
                  <a:pt x="49027" y="150244"/>
                  <a:pt x="51570" y="148613"/>
                </a:cubicBezTo>
                <a:cubicBezTo>
                  <a:pt x="54145" y="146970"/>
                  <a:pt x="56856" y="144978"/>
                  <a:pt x="59704" y="142637"/>
                </a:cubicBezTo>
                <a:lnTo>
                  <a:pt x="64124" y="154774"/>
                </a:lnTo>
                <a:cubicBezTo>
                  <a:pt x="61559" y="157118"/>
                  <a:pt x="58910" y="159087"/>
                  <a:pt x="56177" y="160682"/>
                </a:cubicBezTo>
                <a:cubicBezTo>
                  <a:pt x="53456" y="162307"/>
                  <a:pt x="50274" y="163783"/>
                  <a:pt x="46633" y="165109"/>
                </a:cubicBezTo>
                <a:cubicBezTo>
                  <a:pt x="39600" y="167670"/>
                  <a:pt x="33284" y="168331"/>
                  <a:pt x="27687" y="167091"/>
                </a:cubicBezTo>
                <a:cubicBezTo>
                  <a:pt x="22109" y="165809"/>
                  <a:pt x="17279" y="162951"/>
                  <a:pt x="13196" y="158516"/>
                </a:cubicBezTo>
                <a:cubicBezTo>
                  <a:pt x="9102" y="154050"/>
                  <a:pt x="5781" y="148315"/>
                  <a:pt x="3231" y="141313"/>
                </a:cubicBezTo>
                <a:cubicBezTo>
                  <a:pt x="1349" y="136147"/>
                  <a:pt x="327" y="131162"/>
                  <a:pt x="163" y="126357"/>
                </a:cubicBezTo>
                <a:cubicBezTo>
                  <a:pt x="0" y="121552"/>
                  <a:pt x="700" y="117085"/>
                  <a:pt x="2263" y="112956"/>
                </a:cubicBezTo>
                <a:cubicBezTo>
                  <a:pt x="3826" y="108827"/>
                  <a:pt x="6287" y="105181"/>
                  <a:pt x="9647" y="102019"/>
                </a:cubicBezTo>
                <a:cubicBezTo>
                  <a:pt x="13007" y="98857"/>
                  <a:pt x="17271" y="96335"/>
                  <a:pt x="22437" y="94453"/>
                </a:cubicBezTo>
                <a:cubicBezTo>
                  <a:pt x="25829" y="93218"/>
                  <a:pt x="29380" y="92419"/>
                  <a:pt x="33089" y="92055"/>
                </a:cubicBezTo>
                <a:cubicBezTo>
                  <a:pt x="36819" y="91648"/>
                  <a:pt x="40511" y="91625"/>
                  <a:pt x="44167" y="91986"/>
                </a:cubicBezTo>
                <a:lnTo>
                  <a:pt x="43783" y="105450"/>
                </a:lnTo>
                <a:cubicBezTo>
                  <a:pt x="40789" y="105165"/>
                  <a:pt x="37836" y="105042"/>
                  <a:pt x="34925" y="105080"/>
                </a:cubicBezTo>
                <a:cubicBezTo>
                  <a:pt x="32013" y="105118"/>
                  <a:pt x="29312" y="105591"/>
                  <a:pt x="26823" y="106497"/>
                </a:cubicBezTo>
                <a:close/>
                <a:moveTo>
                  <a:pt x="71034" y="155166"/>
                </a:moveTo>
                <a:close/>
                <a:moveTo>
                  <a:pt x="116395" y="108986"/>
                </a:moveTo>
                <a:cubicBezTo>
                  <a:pt x="117982" y="113343"/>
                  <a:pt x="118796" y="117417"/>
                  <a:pt x="118837" y="121209"/>
                </a:cubicBezTo>
                <a:cubicBezTo>
                  <a:pt x="118910" y="124989"/>
                  <a:pt x="118251" y="128454"/>
                  <a:pt x="116860" y="131605"/>
                </a:cubicBezTo>
                <a:cubicBezTo>
                  <a:pt x="115489" y="134712"/>
                  <a:pt x="113447" y="137430"/>
                  <a:pt x="110735" y="139757"/>
                </a:cubicBezTo>
                <a:cubicBezTo>
                  <a:pt x="108053" y="142073"/>
                  <a:pt x="104752" y="143945"/>
                  <a:pt x="100831" y="145373"/>
                </a:cubicBezTo>
                <a:cubicBezTo>
                  <a:pt x="97158" y="146710"/>
                  <a:pt x="93566" y="147348"/>
                  <a:pt x="90055" y="147288"/>
                </a:cubicBezTo>
                <a:cubicBezTo>
                  <a:pt x="86574" y="147216"/>
                  <a:pt x="83279" y="146442"/>
                  <a:pt x="80168" y="144966"/>
                </a:cubicBezTo>
                <a:cubicBezTo>
                  <a:pt x="77077" y="143448"/>
                  <a:pt x="74298" y="141235"/>
                  <a:pt x="71829" y="138327"/>
                </a:cubicBezTo>
                <a:cubicBezTo>
                  <a:pt x="69391" y="135408"/>
                  <a:pt x="67379" y="131770"/>
                  <a:pt x="65792" y="127413"/>
                </a:cubicBezTo>
                <a:cubicBezTo>
                  <a:pt x="63684" y="121625"/>
                  <a:pt x="62927" y="116349"/>
                  <a:pt x="63519" y="111587"/>
                </a:cubicBezTo>
                <a:cubicBezTo>
                  <a:pt x="64111" y="106824"/>
                  <a:pt x="65925" y="102709"/>
                  <a:pt x="68963" y="99241"/>
                </a:cubicBezTo>
                <a:cubicBezTo>
                  <a:pt x="72000" y="95773"/>
                  <a:pt x="76149" y="93082"/>
                  <a:pt x="81408" y="91167"/>
                </a:cubicBezTo>
                <a:cubicBezTo>
                  <a:pt x="86294" y="89387"/>
                  <a:pt x="91000" y="88855"/>
                  <a:pt x="95525" y="89568"/>
                </a:cubicBezTo>
                <a:cubicBezTo>
                  <a:pt x="100081" y="90271"/>
                  <a:pt x="104163" y="92238"/>
                  <a:pt x="107773" y="95471"/>
                </a:cubicBezTo>
                <a:cubicBezTo>
                  <a:pt x="111413" y="98692"/>
                  <a:pt x="114287" y="103197"/>
                  <a:pt x="116395" y="108986"/>
                </a:cubicBezTo>
                <a:close/>
                <a:moveTo>
                  <a:pt x="80310" y="122126"/>
                </a:moveTo>
                <a:cubicBezTo>
                  <a:pt x="81557" y="125550"/>
                  <a:pt x="82979" y="128292"/>
                  <a:pt x="84576" y="130355"/>
                </a:cubicBezTo>
                <a:cubicBezTo>
                  <a:pt x="86173" y="132417"/>
                  <a:pt x="87980" y="133750"/>
                  <a:pt x="89998" y="134355"/>
                </a:cubicBezTo>
                <a:cubicBezTo>
                  <a:pt x="92016" y="134959"/>
                  <a:pt x="94300" y="134797"/>
                  <a:pt x="96852" y="133868"/>
                </a:cubicBezTo>
                <a:cubicBezTo>
                  <a:pt x="99373" y="132950"/>
                  <a:pt x="101196" y="131616"/>
                  <a:pt x="102322" y="129867"/>
                </a:cubicBezTo>
                <a:cubicBezTo>
                  <a:pt x="103478" y="128106"/>
                  <a:pt x="103989" y="125928"/>
                  <a:pt x="103855" y="123334"/>
                </a:cubicBezTo>
                <a:cubicBezTo>
                  <a:pt x="103752" y="120728"/>
                  <a:pt x="103077" y="117713"/>
                  <a:pt x="101831" y="114290"/>
                </a:cubicBezTo>
                <a:cubicBezTo>
                  <a:pt x="100573" y="110835"/>
                  <a:pt x="99157" y="108108"/>
                  <a:pt x="97582" y="106108"/>
                </a:cubicBezTo>
                <a:cubicBezTo>
                  <a:pt x="96028" y="104066"/>
                  <a:pt x="94247" y="102758"/>
                  <a:pt x="92241" y="102184"/>
                </a:cubicBezTo>
                <a:cubicBezTo>
                  <a:pt x="90235" y="101611"/>
                  <a:pt x="87955" y="101789"/>
                  <a:pt x="85403" y="102718"/>
                </a:cubicBezTo>
                <a:cubicBezTo>
                  <a:pt x="81638" y="104090"/>
                  <a:pt x="79369" y="106378"/>
                  <a:pt x="78598" y="109585"/>
                </a:cubicBezTo>
                <a:cubicBezTo>
                  <a:pt x="77858" y="112780"/>
                  <a:pt x="78429" y="116960"/>
                  <a:pt x="80310" y="122126"/>
                </a:cubicBezTo>
                <a:close/>
                <a:moveTo>
                  <a:pt x="130227" y="133610"/>
                </a:moveTo>
                <a:close/>
                <a:moveTo>
                  <a:pt x="147976" y="66925"/>
                </a:moveTo>
                <a:cubicBezTo>
                  <a:pt x="153547" y="64897"/>
                  <a:pt x="158584" y="64790"/>
                  <a:pt x="163087" y="66604"/>
                </a:cubicBezTo>
                <a:cubicBezTo>
                  <a:pt x="167578" y="68388"/>
                  <a:pt x="171042" y="72625"/>
                  <a:pt x="173479" y="79316"/>
                </a:cubicBezTo>
                <a:lnTo>
                  <a:pt x="185871" y="113347"/>
                </a:lnTo>
                <a:lnTo>
                  <a:pt x="171633" y="118532"/>
                </a:lnTo>
                <a:lnTo>
                  <a:pt x="160533" y="88049"/>
                </a:lnTo>
                <a:cubicBezTo>
                  <a:pt x="159173" y="84314"/>
                  <a:pt x="157462" y="81747"/>
                  <a:pt x="155402" y="80347"/>
                </a:cubicBezTo>
                <a:cubicBezTo>
                  <a:pt x="153372" y="78936"/>
                  <a:pt x="150910" y="78758"/>
                  <a:pt x="148016" y="79812"/>
                </a:cubicBezTo>
                <a:cubicBezTo>
                  <a:pt x="143659" y="81398"/>
                  <a:pt x="141225" y="83959"/>
                  <a:pt x="140715" y="87493"/>
                </a:cubicBezTo>
                <a:cubicBezTo>
                  <a:pt x="140204" y="91028"/>
                  <a:pt x="140963" y="95580"/>
                  <a:pt x="142992" y="101151"/>
                </a:cubicBezTo>
                <a:lnTo>
                  <a:pt x="151934" y="125705"/>
                </a:lnTo>
                <a:lnTo>
                  <a:pt x="137696" y="130890"/>
                </a:lnTo>
                <a:lnTo>
                  <a:pt x="118690" y="78700"/>
                </a:lnTo>
                <a:lnTo>
                  <a:pt x="129567" y="74739"/>
                </a:lnTo>
                <a:lnTo>
                  <a:pt x="133912" y="80718"/>
                </a:lnTo>
                <a:lnTo>
                  <a:pt x="134706" y="80429"/>
                </a:lnTo>
                <a:cubicBezTo>
                  <a:pt x="135169" y="78216"/>
                  <a:pt x="136021" y="76249"/>
                  <a:pt x="137262" y="74528"/>
                </a:cubicBezTo>
                <a:cubicBezTo>
                  <a:pt x="138535" y="72795"/>
                  <a:pt x="140086" y="71296"/>
                  <a:pt x="141917" y="70031"/>
                </a:cubicBezTo>
                <a:cubicBezTo>
                  <a:pt x="143778" y="68754"/>
                  <a:pt x="145798" y="67719"/>
                  <a:pt x="147976" y="66925"/>
                </a:cubicBezTo>
                <a:close/>
                <a:moveTo>
                  <a:pt x="193060" y="110729"/>
                </a:moveTo>
                <a:close/>
                <a:moveTo>
                  <a:pt x="222063" y="101225"/>
                </a:moveTo>
                <a:cubicBezTo>
                  <a:pt x="216897" y="103106"/>
                  <a:pt x="212153" y="103776"/>
                  <a:pt x="207832" y="103235"/>
                </a:cubicBezTo>
                <a:cubicBezTo>
                  <a:pt x="203499" y="102662"/>
                  <a:pt x="199664" y="100746"/>
                  <a:pt x="196327" y="97485"/>
                </a:cubicBezTo>
                <a:cubicBezTo>
                  <a:pt x="192989" y="94224"/>
                  <a:pt x="190198" y="89512"/>
                  <a:pt x="187954" y="83350"/>
                </a:cubicBezTo>
                <a:cubicBezTo>
                  <a:pt x="185631" y="76970"/>
                  <a:pt x="184812" y="71382"/>
                  <a:pt x="185497" y="66585"/>
                </a:cubicBezTo>
                <a:cubicBezTo>
                  <a:pt x="186203" y="61746"/>
                  <a:pt x="188124" y="57681"/>
                  <a:pt x="191260" y="54388"/>
                </a:cubicBezTo>
                <a:cubicBezTo>
                  <a:pt x="194428" y="51085"/>
                  <a:pt x="198548" y="48509"/>
                  <a:pt x="203621" y="46662"/>
                </a:cubicBezTo>
                <a:cubicBezTo>
                  <a:pt x="207231" y="45347"/>
                  <a:pt x="210473" y="44572"/>
                  <a:pt x="213348" y="44336"/>
                </a:cubicBezTo>
                <a:cubicBezTo>
                  <a:pt x="216243" y="44057"/>
                  <a:pt x="218846" y="44043"/>
                  <a:pt x="221158" y="44294"/>
                </a:cubicBezTo>
                <a:lnTo>
                  <a:pt x="220968" y="56841"/>
                </a:lnTo>
                <a:cubicBezTo>
                  <a:pt x="218399" y="56754"/>
                  <a:pt x="216048" y="56782"/>
                  <a:pt x="213914" y="56925"/>
                </a:cubicBezTo>
                <a:cubicBezTo>
                  <a:pt x="211769" y="57036"/>
                  <a:pt x="209732" y="57443"/>
                  <a:pt x="207803" y="58146"/>
                </a:cubicBezTo>
                <a:cubicBezTo>
                  <a:pt x="205313" y="59052"/>
                  <a:pt x="203459" y="60397"/>
                  <a:pt x="202240" y="62180"/>
                </a:cubicBezTo>
                <a:cubicBezTo>
                  <a:pt x="201010" y="63932"/>
                  <a:pt x="200415" y="66123"/>
                  <a:pt x="200456" y="68752"/>
                </a:cubicBezTo>
                <a:cubicBezTo>
                  <a:pt x="200497" y="71380"/>
                  <a:pt x="201158" y="74453"/>
                  <a:pt x="202438" y="77970"/>
                </a:cubicBezTo>
                <a:cubicBezTo>
                  <a:pt x="203696" y="81424"/>
                  <a:pt x="205175" y="84129"/>
                  <a:pt x="206873" y="86083"/>
                </a:cubicBezTo>
                <a:cubicBezTo>
                  <a:pt x="208572" y="88038"/>
                  <a:pt x="210450" y="89275"/>
                  <a:pt x="212507" y="89795"/>
                </a:cubicBezTo>
                <a:cubicBezTo>
                  <a:pt x="214553" y="90283"/>
                  <a:pt x="216759" y="90097"/>
                  <a:pt x="219124" y="89236"/>
                </a:cubicBezTo>
                <a:cubicBezTo>
                  <a:pt x="222081" y="88159"/>
                  <a:pt x="224569" y="86812"/>
                  <a:pt x="226589" y="85196"/>
                </a:cubicBezTo>
                <a:cubicBezTo>
                  <a:pt x="228597" y="83548"/>
                  <a:pt x="230430" y="81611"/>
                  <a:pt x="232087" y="79387"/>
                </a:cubicBezTo>
                <a:lnTo>
                  <a:pt x="236524" y="91570"/>
                </a:lnTo>
                <a:cubicBezTo>
                  <a:pt x="234844" y="93733"/>
                  <a:pt x="232913" y="95546"/>
                  <a:pt x="230732" y="97010"/>
                </a:cubicBezTo>
                <a:cubicBezTo>
                  <a:pt x="228594" y="98494"/>
                  <a:pt x="225704" y="99899"/>
                  <a:pt x="222063" y="101225"/>
                </a:cubicBezTo>
                <a:close/>
                <a:moveTo>
                  <a:pt x="242263" y="92811"/>
                </a:moveTo>
                <a:close/>
                <a:moveTo>
                  <a:pt x="251716" y="29042"/>
                </a:moveTo>
                <a:cubicBezTo>
                  <a:pt x="258718" y="26492"/>
                  <a:pt x="264642" y="26062"/>
                  <a:pt x="269487" y="27752"/>
                </a:cubicBezTo>
                <a:cubicBezTo>
                  <a:pt x="274332" y="29442"/>
                  <a:pt x="277888" y="33399"/>
                  <a:pt x="280154" y="39623"/>
                </a:cubicBezTo>
                <a:lnTo>
                  <a:pt x="292819" y="74401"/>
                </a:lnTo>
                <a:lnTo>
                  <a:pt x="282876" y="78022"/>
                </a:lnTo>
                <a:lnTo>
                  <a:pt x="277538" y="71929"/>
                </a:lnTo>
                <a:lnTo>
                  <a:pt x="277164" y="72065"/>
                </a:lnTo>
                <a:cubicBezTo>
                  <a:pt x="276350" y="74476"/>
                  <a:pt x="275381" y="76557"/>
                  <a:pt x="274255" y="78306"/>
                </a:cubicBezTo>
                <a:cubicBezTo>
                  <a:pt x="273130" y="80055"/>
                  <a:pt x="271658" y="81578"/>
                  <a:pt x="269839" y="82875"/>
                </a:cubicBezTo>
                <a:cubicBezTo>
                  <a:pt x="268020" y="84172"/>
                  <a:pt x="265663" y="85347"/>
                  <a:pt x="262769" y="86401"/>
                </a:cubicBezTo>
                <a:cubicBezTo>
                  <a:pt x="259688" y="87523"/>
                  <a:pt x="256703" y="87941"/>
                  <a:pt x="253814" y="87653"/>
                </a:cubicBezTo>
                <a:cubicBezTo>
                  <a:pt x="250956" y="87355"/>
                  <a:pt x="248385" y="86247"/>
                  <a:pt x="246100" y="84329"/>
                </a:cubicBezTo>
                <a:cubicBezTo>
                  <a:pt x="243804" y="82381"/>
                  <a:pt x="241971" y="79523"/>
                  <a:pt x="240600" y="75758"/>
                </a:cubicBezTo>
                <a:cubicBezTo>
                  <a:pt x="238582" y="70218"/>
                  <a:pt x="239043" y="65433"/>
                  <a:pt x="241981" y="61402"/>
                </a:cubicBezTo>
                <a:cubicBezTo>
                  <a:pt x="244908" y="57340"/>
                  <a:pt x="250210" y="53753"/>
                  <a:pt x="257889" y="50639"/>
                </a:cubicBezTo>
                <a:lnTo>
                  <a:pt x="266843" y="47061"/>
                </a:lnTo>
                <a:lnTo>
                  <a:pt x="266010" y="44774"/>
                </a:lnTo>
                <a:cubicBezTo>
                  <a:pt x="265012" y="42035"/>
                  <a:pt x="263566" y="40289"/>
                  <a:pt x="261669" y="39534"/>
                </a:cubicBezTo>
                <a:cubicBezTo>
                  <a:pt x="259773" y="38779"/>
                  <a:pt x="257549" y="38867"/>
                  <a:pt x="254997" y="39796"/>
                </a:cubicBezTo>
                <a:cubicBezTo>
                  <a:pt x="252476" y="40714"/>
                  <a:pt x="250133" y="41973"/>
                  <a:pt x="247966" y="43573"/>
                </a:cubicBezTo>
                <a:cubicBezTo>
                  <a:pt x="245799" y="45172"/>
                  <a:pt x="243700" y="46959"/>
                  <a:pt x="241669" y="48932"/>
                </a:cubicBezTo>
                <a:lnTo>
                  <a:pt x="233453" y="41033"/>
                </a:lnTo>
                <a:cubicBezTo>
                  <a:pt x="235690" y="38561"/>
                  <a:pt x="238367" y="36282"/>
                  <a:pt x="241484" y="34195"/>
                </a:cubicBezTo>
                <a:cubicBezTo>
                  <a:pt x="244633" y="32097"/>
                  <a:pt x="248043" y="30379"/>
                  <a:pt x="251716" y="29042"/>
                </a:cubicBezTo>
                <a:close/>
                <a:moveTo>
                  <a:pt x="269869" y="55371"/>
                </a:moveTo>
                <a:lnTo>
                  <a:pt x="264428" y="57563"/>
                </a:lnTo>
                <a:cubicBezTo>
                  <a:pt x="259868" y="59365"/>
                  <a:pt x="256962" y="61357"/>
                  <a:pt x="255713" y="63539"/>
                </a:cubicBezTo>
                <a:cubicBezTo>
                  <a:pt x="254494" y="65710"/>
                  <a:pt x="254338" y="68041"/>
                  <a:pt x="255245" y="70530"/>
                </a:cubicBezTo>
                <a:cubicBezTo>
                  <a:pt x="256038" y="72709"/>
                  <a:pt x="257243" y="74033"/>
                  <a:pt x="258859" y="74502"/>
                </a:cubicBezTo>
                <a:cubicBezTo>
                  <a:pt x="260463" y="74939"/>
                  <a:pt x="262293" y="74784"/>
                  <a:pt x="264347" y="74036"/>
                </a:cubicBezTo>
                <a:cubicBezTo>
                  <a:pt x="267397" y="72926"/>
                  <a:pt x="269635" y="71088"/>
                  <a:pt x="271063" y="68524"/>
                </a:cubicBezTo>
                <a:cubicBezTo>
                  <a:pt x="272522" y="65948"/>
                  <a:pt x="272645" y="62995"/>
                  <a:pt x="271433" y="59665"/>
                </a:cubicBezTo>
                <a:lnTo>
                  <a:pt x="269869" y="55371"/>
                </a:lnTo>
                <a:close/>
                <a:moveTo>
                  <a:pt x="300055" y="71766"/>
                </a:moveTo>
                <a:close/>
                <a:moveTo>
                  <a:pt x="325720" y="50629"/>
                </a:moveTo>
                <a:cubicBezTo>
                  <a:pt x="327276" y="50063"/>
                  <a:pt x="328729" y="49357"/>
                  <a:pt x="330078" y="48514"/>
                </a:cubicBezTo>
                <a:cubicBezTo>
                  <a:pt x="331458" y="47658"/>
                  <a:pt x="332795" y="46731"/>
                  <a:pt x="334088" y="45732"/>
                </a:cubicBezTo>
                <a:lnTo>
                  <a:pt x="337947" y="56328"/>
                </a:lnTo>
                <a:cubicBezTo>
                  <a:pt x="336671" y="57568"/>
                  <a:pt x="334977" y="58820"/>
                  <a:pt x="332863" y="60083"/>
                </a:cubicBezTo>
                <a:cubicBezTo>
                  <a:pt x="330793" y="61366"/>
                  <a:pt x="328419" y="62494"/>
                  <a:pt x="325743" y="63469"/>
                </a:cubicBezTo>
                <a:cubicBezTo>
                  <a:pt x="322631" y="64602"/>
                  <a:pt x="319648" y="65124"/>
                  <a:pt x="316796" y="65035"/>
                </a:cubicBezTo>
                <a:cubicBezTo>
                  <a:pt x="313963" y="64903"/>
                  <a:pt x="311378" y="63853"/>
                  <a:pt x="309040" y="61885"/>
                </a:cubicBezTo>
                <a:cubicBezTo>
                  <a:pt x="306721" y="59874"/>
                  <a:pt x="304746" y="56628"/>
                  <a:pt x="303114" y="52147"/>
                </a:cubicBezTo>
                <a:lnTo>
                  <a:pt x="293952" y="26985"/>
                </a:lnTo>
                <a:lnTo>
                  <a:pt x="287136" y="29467"/>
                </a:lnTo>
                <a:lnTo>
                  <a:pt x="284943" y="23445"/>
                </a:lnTo>
                <a:lnTo>
                  <a:pt x="291052" y="15828"/>
                </a:lnTo>
                <a:lnTo>
                  <a:pt x="291148" y="3315"/>
                </a:lnTo>
                <a:lnTo>
                  <a:pt x="300251" y="0"/>
                </a:lnTo>
                <a:lnTo>
                  <a:pt x="304297" y="11110"/>
                </a:lnTo>
                <a:lnTo>
                  <a:pt x="318908" y="5789"/>
                </a:lnTo>
                <a:lnTo>
                  <a:pt x="322801" y="16479"/>
                </a:lnTo>
                <a:lnTo>
                  <a:pt x="308190" y="21800"/>
                </a:lnTo>
                <a:lnTo>
                  <a:pt x="317352" y="46962"/>
                </a:lnTo>
                <a:cubicBezTo>
                  <a:pt x="318078" y="48953"/>
                  <a:pt x="319182" y="50243"/>
                  <a:pt x="320665" y="50831"/>
                </a:cubicBezTo>
                <a:cubicBezTo>
                  <a:pt x="322168" y="51377"/>
                  <a:pt x="323853" y="51309"/>
                  <a:pt x="325720" y="506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4FFD21-5C34-4913-BADE-6AE2976D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588" y="1309935"/>
            <a:ext cx="744958" cy="316061"/>
          </a:xfrm>
          <a:custGeom xmlns:a="http://schemas.openxmlformats.org/drawingml/2006/main">
            <a:pathLst>
              <a:path w="744958" h="316061">
                <a:moveTo>
                  <a:pt x="23350" y="316061"/>
                </a:moveTo>
                <a:close/>
                <a:moveTo>
                  <a:pt x="58192" y="303137"/>
                </a:moveTo>
                <a:lnTo>
                  <a:pt x="43752" y="308494"/>
                </a:lnTo>
                <a:lnTo>
                  <a:pt x="22950" y="252412"/>
                </a:lnTo>
                <a:lnTo>
                  <a:pt x="4458" y="259271"/>
                </a:lnTo>
                <a:lnTo>
                  <a:pt x="0" y="247254"/>
                </a:lnTo>
                <a:lnTo>
                  <a:pt x="51424" y="228179"/>
                </a:lnTo>
                <a:lnTo>
                  <a:pt x="55881" y="240197"/>
                </a:lnTo>
                <a:lnTo>
                  <a:pt x="37389" y="247056"/>
                </a:lnTo>
                <a:lnTo>
                  <a:pt x="58192" y="303137"/>
                </a:lnTo>
                <a:close/>
                <a:moveTo>
                  <a:pt x="78594" y="295570"/>
                </a:moveTo>
                <a:close/>
                <a:moveTo>
                  <a:pt x="123678" y="249120"/>
                </a:moveTo>
                <a:cubicBezTo>
                  <a:pt x="125291" y="253467"/>
                  <a:pt x="126129" y="257537"/>
                  <a:pt x="126193" y="261328"/>
                </a:cubicBezTo>
                <a:cubicBezTo>
                  <a:pt x="126288" y="265108"/>
                  <a:pt x="125649" y="268577"/>
                  <a:pt x="124278" y="271736"/>
                </a:cubicBezTo>
                <a:cubicBezTo>
                  <a:pt x="122925" y="274851"/>
                  <a:pt x="120900" y="277581"/>
                  <a:pt x="118201" y="279924"/>
                </a:cubicBezTo>
                <a:cubicBezTo>
                  <a:pt x="115533" y="282256"/>
                  <a:pt x="112243" y="284148"/>
                  <a:pt x="108331" y="285599"/>
                </a:cubicBezTo>
                <a:cubicBezTo>
                  <a:pt x="104666" y="286958"/>
                  <a:pt x="101078" y="287618"/>
                  <a:pt x="97566" y="287578"/>
                </a:cubicBezTo>
                <a:cubicBezTo>
                  <a:pt x="94085" y="287527"/>
                  <a:pt x="90785" y="286773"/>
                  <a:pt x="87666" y="285316"/>
                </a:cubicBezTo>
                <a:cubicBezTo>
                  <a:pt x="84566" y="283816"/>
                  <a:pt x="81774" y="281620"/>
                  <a:pt x="79287" y="278727"/>
                </a:cubicBezTo>
                <a:cubicBezTo>
                  <a:pt x="76832" y="275823"/>
                  <a:pt x="74799" y="272197"/>
                  <a:pt x="73186" y="267849"/>
                </a:cubicBezTo>
                <a:cubicBezTo>
                  <a:pt x="71044" y="262073"/>
                  <a:pt x="70254" y="256802"/>
                  <a:pt x="70818" y="252036"/>
                </a:cubicBezTo>
                <a:cubicBezTo>
                  <a:pt x="71381" y="247270"/>
                  <a:pt x="73171" y="243144"/>
                  <a:pt x="76188" y="239659"/>
                </a:cubicBezTo>
                <a:cubicBezTo>
                  <a:pt x="79205" y="236173"/>
                  <a:pt x="83337" y="233457"/>
                  <a:pt x="88585" y="231510"/>
                </a:cubicBezTo>
                <a:cubicBezTo>
                  <a:pt x="93460" y="229702"/>
                  <a:pt x="98163" y="229141"/>
                  <a:pt x="102692" y="229828"/>
                </a:cubicBezTo>
                <a:cubicBezTo>
                  <a:pt x="107252" y="230503"/>
                  <a:pt x="111346" y="232446"/>
                  <a:pt x="114975" y="235657"/>
                </a:cubicBezTo>
                <a:cubicBezTo>
                  <a:pt x="118635" y="238857"/>
                  <a:pt x="121536" y="243344"/>
                  <a:pt x="123678" y="249120"/>
                </a:cubicBezTo>
                <a:close/>
                <a:moveTo>
                  <a:pt x="87672" y="262476"/>
                </a:moveTo>
                <a:cubicBezTo>
                  <a:pt x="88939" y="265892"/>
                  <a:pt x="90377" y="268626"/>
                  <a:pt x="91986" y="270678"/>
                </a:cubicBezTo>
                <a:cubicBezTo>
                  <a:pt x="93596" y="272731"/>
                  <a:pt x="95411" y="274053"/>
                  <a:pt x="97432" y="274646"/>
                </a:cubicBezTo>
                <a:cubicBezTo>
                  <a:pt x="99454" y="275239"/>
                  <a:pt x="101738" y="275063"/>
                  <a:pt x="104284" y="274118"/>
                </a:cubicBezTo>
                <a:cubicBezTo>
                  <a:pt x="106799" y="273185"/>
                  <a:pt x="108614" y="271841"/>
                  <a:pt x="109729" y="270085"/>
                </a:cubicBezTo>
                <a:cubicBezTo>
                  <a:pt x="110875" y="268317"/>
                  <a:pt x="111373" y="266136"/>
                  <a:pt x="111224" y="263543"/>
                </a:cubicBezTo>
                <a:cubicBezTo>
                  <a:pt x="111105" y="260937"/>
                  <a:pt x="110412" y="257927"/>
                  <a:pt x="109145" y="254511"/>
                </a:cubicBezTo>
                <a:cubicBezTo>
                  <a:pt x="107867" y="251064"/>
                  <a:pt x="106434" y="248345"/>
                  <a:pt x="104848" y="246355"/>
                </a:cubicBezTo>
                <a:cubicBezTo>
                  <a:pt x="103282" y="244322"/>
                  <a:pt x="101493" y="243025"/>
                  <a:pt x="99483" y="242463"/>
                </a:cubicBezTo>
                <a:cubicBezTo>
                  <a:pt x="97474" y="241902"/>
                  <a:pt x="95196" y="242093"/>
                  <a:pt x="92649" y="243038"/>
                </a:cubicBezTo>
                <a:cubicBezTo>
                  <a:pt x="88892" y="244431"/>
                  <a:pt x="86637" y="246734"/>
                  <a:pt x="85885" y="249945"/>
                </a:cubicBezTo>
                <a:cubicBezTo>
                  <a:pt x="85164" y="253144"/>
                  <a:pt x="85760" y="257321"/>
                  <a:pt x="87672" y="262476"/>
                </a:cubicBezTo>
                <a:close/>
                <a:moveTo>
                  <a:pt x="137656" y="273662"/>
                </a:moveTo>
                <a:close/>
                <a:moveTo>
                  <a:pt x="154402" y="207096"/>
                </a:moveTo>
                <a:cubicBezTo>
                  <a:pt x="160271" y="204919"/>
                  <a:pt x="165853" y="205445"/>
                  <a:pt x="171148" y="208674"/>
                </a:cubicBezTo>
                <a:cubicBezTo>
                  <a:pt x="176475" y="211891"/>
                  <a:pt x="180774" y="217909"/>
                  <a:pt x="184045" y="226728"/>
                </a:cubicBezTo>
                <a:cubicBezTo>
                  <a:pt x="186233" y="232628"/>
                  <a:pt x="187222" y="237913"/>
                  <a:pt x="187012" y="242584"/>
                </a:cubicBezTo>
                <a:cubicBezTo>
                  <a:pt x="186790" y="247223"/>
                  <a:pt x="185553" y="251126"/>
                  <a:pt x="183301" y="254293"/>
                </a:cubicBezTo>
                <a:cubicBezTo>
                  <a:pt x="181049" y="257460"/>
                  <a:pt x="177967" y="259769"/>
                  <a:pt x="174054" y="261220"/>
                </a:cubicBezTo>
                <a:cubicBezTo>
                  <a:pt x="171539" y="262153"/>
                  <a:pt x="169265" y="262643"/>
                  <a:pt x="167234" y="262690"/>
                </a:cubicBezTo>
                <a:cubicBezTo>
                  <a:pt x="165191" y="262706"/>
                  <a:pt x="163349" y="262453"/>
                  <a:pt x="161707" y="261932"/>
                </a:cubicBezTo>
                <a:cubicBezTo>
                  <a:pt x="160054" y="261379"/>
                  <a:pt x="158548" y="260702"/>
                  <a:pt x="157190" y="259898"/>
                </a:cubicBezTo>
                <a:lnTo>
                  <a:pt x="156445" y="260175"/>
                </a:lnTo>
                <a:cubicBezTo>
                  <a:pt x="157154" y="261325"/>
                  <a:pt x="157813" y="262529"/>
                  <a:pt x="158421" y="263787"/>
                </a:cubicBezTo>
                <a:cubicBezTo>
                  <a:pt x="159029" y="265045"/>
                  <a:pt x="159563" y="266295"/>
                  <a:pt x="160024" y="267537"/>
                </a:cubicBezTo>
                <a:lnTo>
                  <a:pt x="167816" y="288544"/>
                </a:lnTo>
                <a:lnTo>
                  <a:pt x="153610" y="293814"/>
                </a:lnTo>
                <a:lnTo>
                  <a:pt x="125792" y="218821"/>
                </a:lnTo>
                <a:lnTo>
                  <a:pt x="137344" y="214536"/>
                </a:lnTo>
                <a:lnTo>
                  <a:pt x="141852" y="220548"/>
                </a:lnTo>
                <a:lnTo>
                  <a:pt x="142504" y="220306"/>
                </a:lnTo>
                <a:cubicBezTo>
                  <a:pt x="142917" y="218563"/>
                  <a:pt x="143573" y="216854"/>
                  <a:pt x="144470" y="215178"/>
                </a:cubicBezTo>
                <a:cubicBezTo>
                  <a:pt x="145368" y="213503"/>
                  <a:pt x="146622" y="211978"/>
                  <a:pt x="148231" y="210604"/>
                </a:cubicBezTo>
                <a:cubicBezTo>
                  <a:pt x="149861" y="209187"/>
                  <a:pt x="151918" y="208018"/>
                  <a:pt x="154402" y="207096"/>
                </a:cubicBezTo>
                <a:close/>
                <a:moveTo>
                  <a:pt x="154053" y="220155"/>
                </a:moveTo>
                <a:cubicBezTo>
                  <a:pt x="151569" y="221076"/>
                  <a:pt x="149787" y="222320"/>
                  <a:pt x="148707" y="223886"/>
                </a:cubicBezTo>
                <a:cubicBezTo>
                  <a:pt x="147628" y="225453"/>
                  <a:pt x="147127" y="227387"/>
                  <a:pt x="147204" y="229690"/>
                </a:cubicBezTo>
                <a:cubicBezTo>
                  <a:pt x="147312" y="231981"/>
                  <a:pt x="147917" y="234707"/>
                  <a:pt x="149018" y="237866"/>
                </a:cubicBezTo>
                <a:lnTo>
                  <a:pt x="149588" y="239403"/>
                </a:lnTo>
                <a:cubicBezTo>
                  <a:pt x="150832" y="242757"/>
                  <a:pt x="152197" y="245483"/>
                  <a:pt x="153682" y="247582"/>
                </a:cubicBezTo>
                <a:cubicBezTo>
                  <a:pt x="155198" y="249669"/>
                  <a:pt x="156925" y="251041"/>
                  <a:pt x="158865" y="251700"/>
                </a:cubicBezTo>
                <a:cubicBezTo>
                  <a:pt x="160836" y="252346"/>
                  <a:pt x="163141" y="252180"/>
                  <a:pt x="165781" y="251201"/>
                </a:cubicBezTo>
                <a:cubicBezTo>
                  <a:pt x="167954" y="250395"/>
                  <a:pt x="169515" y="249127"/>
                  <a:pt x="170463" y="247397"/>
                </a:cubicBezTo>
                <a:cubicBezTo>
                  <a:pt x="171412" y="245668"/>
                  <a:pt x="171795" y="243512"/>
                  <a:pt x="171615" y="240930"/>
                </a:cubicBezTo>
                <a:cubicBezTo>
                  <a:pt x="171453" y="238305"/>
                  <a:pt x="170745" y="235300"/>
                  <a:pt x="169490" y="231915"/>
                </a:cubicBezTo>
                <a:cubicBezTo>
                  <a:pt x="167601" y="226822"/>
                  <a:pt x="165386" y="223281"/>
                  <a:pt x="162846" y="221291"/>
                </a:cubicBezTo>
                <a:cubicBezTo>
                  <a:pt x="160307" y="219301"/>
                  <a:pt x="157375" y="218923"/>
                  <a:pt x="154053" y="220155"/>
                </a:cubicBezTo>
                <a:close/>
                <a:moveTo>
                  <a:pt x="198023" y="251270"/>
                </a:moveTo>
                <a:close/>
                <a:moveTo>
                  <a:pt x="193539" y="230466"/>
                </a:moveTo>
                <a:lnTo>
                  <a:pt x="189219" y="218821"/>
                </a:lnTo>
                <a:lnTo>
                  <a:pt x="214232" y="209543"/>
                </a:lnTo>
                <a:lnTo>
                  <a:pt x="218552" y="221188"/>
                </a:lnTo>
                <a:lnTo>
                  <a:pt x="193539" y="230466"/>
                </a:lnTo>
                <a:close/>
                <a:moveTo>
                  <a:pt x="228765" y="239866"/>
                </a:moveTo>
                <a:close/>
                <a:moveTo>
                  <a:pt x="246117" y="173076"/>
                </a:moveTo>
                <a:cubicBezTo>
                  <a:pt x="251675" y="171015"/>
                  <a:pt x="256711" y="170878"/>
                  <a:pt x="261225" y="172665"/>
                </a:cubicBezTo>
                <a:cubicBezTo>
                  <a:pt x="265727" y="174422"/>
                  <a:pt x="269216" y="178638"/>
                  <a:pt x="271692" y="185315"/>
                </a:cubicBezTo>
                <a:lnTo>
                  <a:pt x="284288" y="219271"/>
                </a:lnTo>
                <a:lnTo>
                  <a:pt x="270081" y="224541"/>
                </a:lnTo>
                <a:lnTo>
                  <a:pt x="258799" y="194124"/>
                </a:lnTo>
                <a:cubicBezTo>
                  <a:pt x="257417" y="190398"/>
                  <a:pt x="255691" y="187841"/>
                  <a:pt x="253622" y="186454"/>
                </a:cubicBezTo>
                <a:cubicBezTo>
                  <a:pt x="251584" y="185055"/>
                  <a:pt x="249121" y="184891"/>
                  <a:pt x="246233" y="185962"/>
                </a:cubicBezTo>
                <a:cubicBezTo>
                  <a:pt x="241886" y="187575"/>
                  <a:pt x="239468" y="190150"/>
                  <a:pt x="238978" y="193687"/>
                </a:cubicBezTo>
                <a:cubicBezTo>
                  <a:pt x="238489" y="197225"/>
                  <a:pt x="239275" y="201773"/>
                  <a:pt x="241337" y="207331"/>
                </a:cubicBezTo>
                <a:lnTo>
                  <a:pt x="250425" y="231832"/>
                </a:lnTo>
                <a:lnTo>
                  <a:pt x="236218" y="237102"/>
                </a:lnTo>
                <a:lnTo>
                  <a:pt x="216901" y="185026"/>
                </a:lnTo>
                <a:lnTo>
                  <a:pt x="227754" y="181000"/>
                </a:lnTo>
                <a:lnTo>
                  <a:pt x="232135" y="186953"/>
                </a:lnTo>
                <a:lnTo>
                  <a:pt x="232927" y="186659"/>
                </a:lnTo>
                <a:cubicBezTo>
                  <a:pt x="233377" y="184443"/>
                  <a:pt x="234217" y="182471"/>
                  <a:pt x="235448" y="180743"/>
                </a:cubicBezTo>
                <a:cubicBezTo>
                  <a:pt x="236710" y="179003"/>
                  <a:pt x="238253" y="177495"/>
                  <a:pt x="240075" y="176218"/>
                </a:cubicBezTo>
                <a:cubicBezTo>
                  <a:pt x="241929" y="174930"/>
                  <a:pt x="243943" y="173883"/>
                  <a:pt x="246117" y="173076"/>
                </a:cubicBezTo>
                <a:close/>
                <a:moveTo>
                  <a:pt x="316241" y="207418"/>
                </a:moveTo>
                <a:close/>
                <a:moveTo>
                  <a:pt x="357995" y="170417"/>
                </a:moveTo>
                <a:cubicBezTo>
                  <a:pt x="359493" y="174454"/>
                  <a:pt x="359816" y="178326"/>
                  <a:pt x="358965" y="182033"/>
                </a:cubicBezTo>
                <a:cubicBezTo>
                  <a:pt x="358115" y="185740"/>
                  <a:pt x="356110" y="189097"/>
                  <a:pt x="352952" y="192106"/>
                </a:cubicBezTo>
                <a:cubicBezTo>
                  <a:pt x="349825" y="195103"/>
                  <a:pt x="345590" y="197592"/>
                  <a:pt x="340249" y="199573"/>
                </a:cubicBezTo>
                <a:cubicBezTo>
                  <a:pt x="337889" y="200448"/>
                  <a:pt x="335518" y="201151"/>
                  <a:pt x="333136" y="201681"/>
                </a:cubicBezTo>
                <a:cubicBezTo>
                  <a:pt x="330785" y="202200"/>
                  <a:pt x="328460" y="202551"/>
                  <a:pt x="326161" y="202732"/>
                </a:cubicBezTo>
                <a:cubicBezTo>
                  <a:pt x="323881" y="202871"/>
                  <a:pt x="321642" y="202836"/>
                  <a:pt x="319445" y="202627"/>
                </a:cubicBezTo>
                <a:lnTo>
                  <a:pt x="314469" y="189212"/>
                </a:lnTo>
                <a:cubicBezTo>
                  <a:pt x="318228" y="189443"/>
                  <a:pt x="322060" y="189487"/>
                  <a:pt x="325964" y="189346"/>
                </a:cubicBezTo>
                <a:cubicBezTo>
                  <a:pt x="329868" y="189205"/>
                  <a:pt x="333528" y="188501"/>
                  <a:pt x="336944" y="187234"/>
                </a:cubicBezTo>
                <a:cubicBezTo>
                  <a:pt x="339304" y="186358"/>
                  <a:pt x="341083" y="185345"/>
                  <a:pt x="342281" y="184194"/>
                </a:cubicBezTo>
                <a:cubicBezTo>
                  <a:pt x="343510" y="183032"/>
                  <a:pt x="344249" y="181786"/>
                  <a:pt x="344498" y="180458"/>
                </a:cubicBezTo>
                <a:cubicBezTo>
                  <a:pt x="344747" y="179129"/>
                  <a:pt x="344613" y="177766"/>
                  <a:pt x="344094" y="176369"/>
                </a:cubicBezTo>
                <a:cubicBezTo>
                  <a:pt x="343461" y="174661"/>
                  <a:pt x="342345" y="173414"/>
                  <a:pt x="340747" y="172629"/>
                </a:cubicBezTo>
                <a:cubicBezTo>
                  <a:pt x="339149" y="171844"/>
                  <a:pt x="337144" y="171298"/>
                  <a:pt x="334734" y="170991"/>
                </a:cubicBezTo>
                <a:cubicBezTo>
                  <a:pt x="332355" y="170673"/>
                  <a:pt x="329684" y="170374"/>
                  <a:pt x="326719" y="170096"/>
                </a:cubicBezTo>
                <a:cubicBezTo>
                  <a:pt x="324859" y="169939"/>
                  <a:pt x="322801" y="169677"/>
                  <a:pt x="320547" y="169313"/>
                </a:cubicBezTo>
                <a:cubicBezTo>
                  <a:pt x="318280" y="168917"/>
                  <a:pt x="316021" y="168254"/>
                  <a:pt x="313768" y="167323"/>
                </a:cubicBezTo>
                <a:cubicBezTo>
                  <a:pt x="311515" y="166392"/>
                  <a:pt x="309436" y="165026"/>
                  <a:pt x="307532" y="163225"/>
                </a:cubicBezTo>
                <a:cubicBezTo>
                  <a:pt x="305647" y="161380"/>
                  <a:pt x="304128" y="158906"/>
                  <a:pt x="302976" y="155800"/>
                </a:cubicBezTo>
                <a:cubicBezTo>
                  <a:pt x="301467" y="151732"/>
                  <a:pt x="301109" y="147909"/>
                  <a:pt x="301901" y="144330"/>
                </a:cubicBezTo>
                <a:cubicBezTo>
                  <a:pt x="302693" y="140751"/>
                  <a:pt x="304530" y="137561"/>
                  <a:pt x="307412" y="134761"/>
                </a:cubicBezTo>
                <a:cubicBezTo>
                  <a:pt x="310314" y="131918"/>
                  <a:pt x="314125" y="129622"/>
                  <a:pt x="318846" y="127871"/>
                </a:cubicBezTo>
                <a:cubicBezTo>
                  <a:pt x="322386" y="126558"/>
                  <a:pt x="325910" y="125727"/>
                  <a:pt x="329420" y="125379"/>
                </a:cubicBezTo>
                <a:cubicBezTo>
                  <a:pt x="332949" y="124989"/>
                  <a:pt x="336756" y="124919"/>
                  <a:pt x="340841" y="125170"/>
                </a:cubicBezTo>
                <a:lnTo>
                  <a:pt x="340347" y="138123"/>
                </a:lnTo>
                <a:cubicBezTo>
                  <a:pt x="336738" y="138014"/>
                  <a:pt x="333565" y="138078"/>
                  <a:pt x="330827" y="138316"/>
                </a:cubicBezTo>
                <a:cubicBezTo>
                  <a:pt x="328078" y="138523"/>
                  <a:pt x="325415" y="139105"/>
                  <a:pt x="322837" y="140061"/>
                </a:cubicBezTo>
                <a:cubicBezTo>
                  <a:pt x="321036" y="140729"/>
                  <a:pt x="319609" y="141594"/>
                  <a:pt x="318554" y="142657"/>
                </a:cubicBezTo>
                <a:cubicBezTo>
                  <a:pt x="317488" y="143688"/>
                  <a:pt x="316825" y="144852"/>
                  <a:pt x="316565" y="146150"/>
                </a:cubicBezTo>
                <a:cubicBezTo>
                  <a:pt x="316293" y="147417"/>
                  <a:pt x="316410" y="148733"/>
                  <a:pt x="316917" y="150099"/>
                </a:cubicBezTo>
                <a:cubicBezTo>
                  <a:pt x="317516" y="151714"/>
                  <a:pt x="318489" y="152908"/>
                  <a:pt x="319835" y="153680"/>
                </a:cubicBezTo>
                <a:cubicBezTo>
                  <a:pt x="321201" y="154410"/>
                  <a:pt x="323021" y="154936"/>
                  <a:pt x="325295" y="155258"/>
                </a:cubicBezTo>
                <a:cubicBezTo>
                  <a:pt x="327600" y="155569"/>
                  <a:pt x="330435" y="155877"/>
                  <a:pt x="333799" y="156184"/>
                </a:cubicBezTo>
                <a:cubicBezTo>
                  <a:pt x="337887" y="156540"/>
                  <a:pt x="341492" y="157163"/>
                  <a:pt x="344613" y="158054"/>
                </a:cubicBezTo>
                <a:cubicBezTo>
                  <a:pt x="347754" y="158903"/>
                  <a:pt x="350441" y="160290"/>
                  <a:pt x="352675" y="162217"/>
                </a:cubicBezTo>
                <a:cubicBezTo>
                  <a:pt x="354897" y="164113"/>
                  <a:pt x="356671" y="166846"/>
                  <a:pt x="357995" y="170417"/>
                </a:cubicBezTo>
                <a:close/>
                <a:moveTo>
                  <a:pt x="368783" y="187929"/>
                </a:moveTo>
                <a:close/>
                <a:moveTo>
                  <a:pt x="378029" y="124146"/>
                </a:moveTo>
                <a:cubicBezTo>
                  <a:pt x="382842" y="122360"/>
                  <a:pt x="387334" y="121754"/>
                  <a:pt x="391503" y="122327"/>
                </a:cubicBezTo>
                <a:cubicBezTo>
                  <a:pt x="395660" y="122869"/>
                  <a:pt x="399337" y="124543"/>
                  <a:pt x="402533" y="127350"/>
                </a:cubicBezTo>
                <a:cubicBezTo>
                  <a:pt x="405728" y="130156"/>
                  <a:pt x="408265" y="134090"/>
                  <a:pt x="410143" y="139152"/>
                </a:cubicBezTo>
                <a:lnTo>
                  <a:pt x="412700" y="146046"/>
                </a:lnTo>
                <a:lnTo>
                  <a:pt x="379116" y="158503"/>
                </a:lnTo>
                <a:cubicBezTo>
                  <a:pt x="380757" y="162451"/>
                  <a:pt x="383122" y="165159"/>
                  <a:pt x="386210" y="166628"/>
                </a:cubicBezTo>
                <a:cubicBezTo>
                  <a:pt x="389318" y="168054"/>
                  <a:pt x="392875" y="168024"/>
                  <a:pt x="396880" y="166538"/>
                </a:cubicBezTo>
                <a:cubicBezTo>
                  <a:pt x="400203" y="165306"/>
                  <a:pt x="403120" y="163835"/>
                  <a:pt x="405630" y="162127"/>
                </a:cubicBezTo>
                <a:cubicBezTo>
                  <a:pt x="408140" y="160419"/>
                  <a:pt x="410601" y="158340"/>
                  <a:pt x="413014" y="155891"/>
                </a:cubicBezTo>
                <a:lnTo>
                  <a:pt x="417091" y="166884"/>
                </a:lnTo>
                <a:cubicBezTo>
                  <a:pt x="414986" y="169113"/>
                  <a:pt x="412630" y="171047"/>
                  <a:pt x="410023" y="172685"/>
                </a:cubicBezTo>
                <a:cubicBezTo>
                  <a:pt x="407447" y="174311"/>
                  <a:pt x="404156" y="175868"/>
                  <a:pt x="400150" y="177354"/>
                </a:cubicBezTo>
                <a:cubicBezTo>
                  <a:pt x="394933" y="179289"/>
                  <a:pt x="389949" y="180042"/>
                  <a:pt x="385198" y="179614"/>
                </a:cubicBezTo>
                <a:cubicBezTo>
                  <a:pt x="380478" y="179175"/>
                  <a:pt x="376238" y="177410"/>
                  <a:pt x="372477" y="174318"/>
                </a:cubicBezTo>
                <a:cubicBezTo>
                  <a:pt x="368748" y="171216"/>
                  <a:pt x="365771" y="166667"/>
                  <a:pt x="363548" y="160674"/>
                </a:cubicBezTo>
                <a:cubicBezTo>
                  <a:pt x="361291" y="154588"/>
                  <a:pt x="360438" y="149146"/>
                  <a:pt x="360990" y="144349"/>
                </a:cubicBezTo>
                <a:cubicBezTo>
                  <a:pt x="361561" y="139509"/>
                  <a:pt x="363321" y="135395"/>
                  <a:pt x="366267" y="132006"/>
                </a:cubicBezTo>
                <a:cubicBezTo>
                  <a:pt x="369202" y="128586"/>
                  <a:pt x="373123" y="125966"/>
                  <a:pt x="378029" y="124146"/>
                </a:cubicBezTo>
                <a:close/>
                <a:moveTo>
                  <a:pt x="381872" y="134219"/>
                </a:moveTo>
                <a:cubicBezTo>
                  <a:pt x="379108" y="135244"/>
                  <a:pt x="377138" y="136981"/>
                  <a:pt x="375963" y="139431"/>
                </a:cubicBezTo>
                <a:cubicBezTo>
                  <a:pt x="374818" y="141869"/>
                  <a:pt x="374809" y="145034"/>
                  <a:pt x="375935" y="148926"/>
                </a:cubicBezTo>
                <a:lnTo>
                  <a:pt x="395871" y="141531"/>
                </a:lnTo>
                <a:cubicBezTo>
                  <a:pt x="395056" y="139431"/>
                  <a:pt x="393971" y="137697"/>
                  <a:pt x="392616" y="136327"/>
                </a:cubicBezTo>
                <a:cubicBezTo>
                  <a:pt x="391291" y="134946"/>
                  <a:pt x="389720" y="134045"/>
                  <a:pt x="387904" y="133624"/>
                </a:cubicBezTo>
                <a:cubicBezTo>
                  <a:pt x="386118" y="133191"/>
                  <a:pt x="384108" y="133389"/>
                  <a:pt x="381872" y="134219"/>
                </a:cubicBezTo>
                <a:close/>
                <a:moveTo>
                  <a:pt x="425144" y="167023"/>
                </a:moveTo>
                <a:close/>
                <a:moveTo>
                  <a:pt x="446803" y="158989"/>
                </a:moveTo>
                <a:lnTo>
                  <a:pt x="432597" y="164258"/>
                </a:lnTo>
                <a:lnTo>
                  <a:pt x="405712" y="91781"/>
                </a:lnTo>
                <a:lnTo>
                  <a:pt x="419919" y="86511"/>
                </a:lnTo>
                <a:lnTo>
                  <a:pt x="446803" y="158989"/>
                </a:lnTo>
                <a:close/>
                <a:moveTo>
                  <a:pt x="454303" y="156207"/>
                </a:moveTo>
                <a:close/>
                <a:moveTo>
                  <a:pt x="463549" y="92424"/>
                </a:moveTo>
                <a:cubicBezTo>
                  <a:pt x="468362" y="90638"/>
                  <a:pt x="472853" y="90032"/>
                  <a:pt x="477022" y="90605"/>
                </a:cubicBezTo>
                <a:cubicBezTo>
                  <a:pt x="481180" y="91147"/>
                  <a:pt x="484857" y="92821"/>
                  <a:pt x="488052" y="95628"/>
                </a:cubicBezTo>
                <a:cubicBezTo>
                  <a:pt x="491248" y="98434"/>
                  <a:pt x="493785" y="102368"/>
                  <a:pt x="495662" y="107430"/>
                </a:cubicBezTo>
                <a:lnTo>
                  <a:pt x="498219" y="114323"/>
                </a:lnTo>
                <a:lnTo>
                  <a:pt x="464636" y="126781"/>
                </a:lnTo>
                <a:cubicBezTo>
                  <a:pt x="466277" y="130729"/>
                  <a:pt x="468642" y="133437"/>
                  <a:pt x="471730" y="134906"/>
                </a:cubicBezTo>
                <a:cubicBezTo>
                  <a:pt x="474837" y="136332"/>
                  <a:pt x="478394" y="136302"/>
                  <a:pt x="482400" y="134816"/>
                </a:cubicBezTo>
                <a:cubicBezTo>
                  <a:pt x="485723" y="133584"/>
                  <a:pt x="488639" y="132113"/>
                  <a:pt x="491149" y="130405"/>
                </a:cubicBezTo>
                <a:cubicBezTo>
                  <a:pt x="493660" y="128697"/>
                  <a:pt x="496121" y="126618"/>
                  <a:pt x="498533" y="124169"/>
                </a:cubicBezTo>
                <a:lnTo>
                  <a:pt x="502611" y="135162"/>
                </a:lnTo>
                <a:cubicBezTo>
                  <a:pt x="500506" y="137391"/>
                  <a:pt x="498150" y="139325"/>
                  <a:pt x="495543" y="140963"/>
                </a:cubicBezTo>
                <a:cubicBezTo>
                  <a:pt x="492967" y="142589"/>
                  <a:pt x="489676" y="144146"/>
                  <a:pt x="485670" y="145632"/>
                </a:cubicBezTo>
                <a:cubicBezTo>
                  <a:pt x="480453" y="147567"/>
                  <a:pt x="475469" y="148320"/>
                  <a:pt x="470718" y="147892"/>
                </a:cubicBezTo>
                <a:cubicBezTo>
                  <a:pt x="465998" y="147453"/>
                  <a:pt x="461758" y="145688"/>
                  <a:pt x="457997" y="142596"/>
                </a:cubicBezTo>
                <a:cubicBezTo>
                  <a:pt x="454267" y="139493"/>
                  <a:pt x="451291" y="134945"/>
                  <a:pt x="449068" y="128952"/>
                </a:cubicBezTo>
                <a:cubicBezTo>
                  <a:pt x="446810" y="122866"/>
                  <a:pt x="445957" y="117424"/>
                  <a:pt x="446510" y="112627"/>
                </a:cubicBezTo>
                <a:cubicBezTo>
                  <a:pt x="447081" y="107787"/>
                  <a:pt x="448840" y="103673"/>
                  <a:pt x="451787" y="100284"/>
                </a:cubicBezTo>
                <a:cubicBezTo>
                  <a:pt x="454722" y="96864"/>
                  <a:pt x="458643" y="94244"/>
                  <a:pt x="463549" y="92424"/>
                </a:cubicBezTo>
                <a:close/>
                <a:moveTo>
                  <a:pt x="467391" y="102497"/>
                </a:moveTo>
                <a:cubicBezTo>
                  <a:pt x="464628" y="103522"/>
                  <a:pt x="462658" y="105259"/>
                  <a:pt x="461483" y="107709"/>
                </a:cubicBezTo>
                <a:cubicBezTo>
                  <a:pt x="460338" y="110147"/>
                  <a:pt x="460329" y="113312"/>
                  <a:pt x="461454" y="117204"/>
                </a:cubicBezTo>
                <a:lnTo>
                  <a:pt x="481390" y="109809"/>
                </a:lnTo>
                <a:cubicBezTo>
                  <a:pt x="480576" y="107709"/>
                  <a:pt x="479491" y="105975"/>
                  <a:pt x="478135" y="104605"/>
                </a:cubicBezTo>
                <a:cubicBezTo>
                  <a:pt x="476811" y="103224"/>
                  <a:pt x="475240" y="102323"/>
                  <a:pt x="473423" y="101902"/>
                </a:cubicBezTo>
                <a:cubicBezTo>
                  <a:pt x="471638" y="101469"/>
                  <a:pt x="469627" y="101667"/>
                  <a:pt x="467391" y="102497"/>
                </a:cubicBezTo>
                <a:close/>
                <a:moveTo>
                  <a:pt x="510664" y="135301"/>
                </a:moveTo>
                <a:close/>
                <a:moveTo>
                  <a:pt x="539609" y="125624"/>
                </a:moveTo>
                <a:cubicBezTo>
                  <a:pt x="534454" y="127536"/>
                  <a:pt x="529715" y="128234"/>
                  <a:pt x="525390" y="127719"/>
                </a:cubicBezTo>
                <a:cubicBezTo>
                  <a:pt x="521054" y="127172"/>
                  <a:pt x="517208" y="125278"/>
                  <a:pt x="513851" y="122037"/>
                </a:cubicBezTo>
                <a:cubicBezTo>
                  <a:pt x="510494" y="118796"/>
                  <a:pt x="507675" y="114101"/>
                  <a:pt x="505394" y="107953"/>
                </a:cubicBezTo>
                <a:cubicBezTo>
                  <a:pt x="503033" y="101587"/>
                  <a:pt x="502181" y="96004"/>
                  <a:pt x="502838" y="91203"/>
                </a:cubicBezTo>
                <a:cubicBezTo>
                  <a:pt x="503514" y="86360"/>
                  <a:pt x="505410" y="82283"/>
                  <a:pt x="508527" y="78972"/>
                </a:cubicBezTo>
                <a:cubicBezTo>
                  <a:pt x="511675" y="75649"/>
                  <a:pt x="515780" y="73049"/>
                  <a:pt x="520842" y="71172"/>
                </a:cubicBezTo>
                <a:cubicBezTo>
                  <a:pt x="524444" y="69836"/>
                  <a:pt x="527681" y="69041"/>
                  <a:pt x="530555" y="68788"/>
                </a:cubicBezTo>
                <a:cubicBezTo>
                  <a:pt x="533448" y="68492"/>
                  <a:pt x="536051" y="68462"/>
                  <a:pt x="538364" y="68699"/>
                </a:cubicBezTo>
                <a:lnTo>
                  <a:pt x="538250" y="81247"/>
                </a:lnTo>
                <a:cubicBezTo>
                  <a:pt x="535680" y="81176"/>
                  <a:pt x="533329" y="81218"/>
                  <a:pt x="531196" y="81373"/>
                </a:cubicBezTo>
                <a:cubicBezTo>
                  <a:pt x="529052" y="81497"/>
                  <a:pt x="527017" y="81916"/>
                  <a:pt x="525092" y="82630"/>
                </a:cubicBezTo>
                <a:cubicBezTo>
                  <a:pt x="522608" y="83552"/>
                  <a:pt x="520762" y="84908"/>
                  <a:pt x="519553" y="86698"/>
                </a:cubicBezTo>
                <a:cubicBezTo>
                  <a:pt x="518334" y="88458"/>
                  <a:pt x="517752" y="90652"/>
                  <a:pt x="517809" y="93280"/>
                </a:cubicBezTo>
                <a:cubicBezTo>
                  <a:pt x="517865" y="95909"/>
                  <a:pt x="518544" y="98977"/>
                  <a:pt x="519846" y="102486"/>
                </a:cubicBezTo>
                <a:cubicBezTo>
                  <a:pt x="521125" y="105933"/>
                  <a:pt x="522619" y="108629"/>
                  <a:pt x="524329" y="110573"/>
                </a:cubicBezTo>
                <a:cubicBezTo>
                  <a:pt x="526040" y="112518"/>
                  <a:pt x="527925" y="113743"/>
                  <a:pt x="529985" y="114251"/>
                </a:cubicBezTo>
                <a:cubicBezTo>
                  <a:pt x="532034" y="114727"/>
                  <a:pt x="534239" y="114528"/>
                  <a:pt x="536599" y="113652"/>
                </a:cubicBezTo>
                <a:cubicBezTo>
                  <a:pt x="539549" y="112558"/>
                  <a:pt x="542029" y="111197"/>
                  <a:pt x="544039" y="109568"/>
                </a:cubicBezTo>
                <a:cubicBezTo>
                  <a:pt x="546037" y="107908"/>
                  <a:pt x="547858" y="105961"/>
                  <a:pt x="549502" y="103726"/>
                </a:cubicBezTo>
                <a:lnTo>
                  <a:pt x="554012" y="115883"/>
                </a:lnTo>
                <a:cubicBezTo>
                  <a:pt x="552345" y="118056"/>
                  <a:pt x="550425" y="119881"/>
                  <a:pt x="548253" y="121358"/>
                </a:cubicBezTo>
                <a:cubicBezTo>
                  <a:pt x="546124" y="122854"/>
                  <a:pt x="543242" y="124276"/>
                  <a:pt x="539609" y="125624"/>
                </a:cubicBezTo>
                <a:close/>
                <a:moveTo>
                  <a:pt x="559758" y="117090"/>
                </a:moveTo>
                <a:close/>
                <a:moveTo>
                  <a:pt x="585297" y="95801"/>
                </a:moveTo>
                <a:cubicBezTo>
                  <a:pt x="586850" y="95225"/>
                  <a:pt x="588298" y="94511"/>
                  <a:pt x="589642" y="93659"/>
                </a:cubicBezTo>
                <a:cubicBezTo>
                  <a:pt x="591018" y="92795"/>
                  <a:pt x="592349" y="91860"/>
                  <a:pt x="593635" y="90853"/>
                </a:cubicBezTo>
                <a:lnTo>
                  <a:pt x="597557" y="101426"/>
                </a:lnTo>
                <a:cubicBezTo>
                  <a:pt x="596289" y="102674"/>
                  <a:pt x="594602" y="103936"/>
                  <a:pt x="592497" y="105211"/>
                </a:cubicBezTo>
                <a:cubicBezTo>
                  <a:pt x="590434" y="106506"/>
                  <a:pt x="588067" y="107649"/>
                  <a:pt x="585396" y="108640"/>
                </a:cubicBezTo>
                <a:cubicBezTo>
                  <a:pt x="582291" y="109792"/>
                  <a:pt x="579312" y="110331"/>
                  <a:pt x="576459" y="110259"/>
                </a:cubicBezTo>
                <a:cubicBezTo>
                  <a:pt x="573626" y="110144"/>
                  <a:pt x="571034" y="109110"/>
                  <a:pt x="568684" y="107156"/>
                </a:cubicBezTo>
                <a:cubicBezTo>
                  <a:pt x="566354" y="105159"/>
                  <a:pt x="564360" y="101924"/>
                  <a:pt x="562701" y="97453"/>
                </a:cubicBezTo>
                <a:lnTo>
                  <a:pt x="553388" y="72346"/>
                </a:lnTo>
                <a:lnTo>
                  <a:pt x="546588" y="74869"/>
                </a:lnTo>
                <a:lnTo>
                  <a:pt x="544359" y="68860"/>
                </a:lnTo>
                <a:lnTo>
                  <a:pt x="550422" y="61206"/>
                </a:lnTo>
                <a:lnTo>
                  <a:pt x="550443" y="48693"/>
                </a:lnTo>
                <a:lnTo>
                  <a:pt x="559526" y="45324"/>
                </a:lnTo>
                <a:lnTo>
                  <a:pt x="563638" y="56410"/>
                </a:lnTo>
                <a:lnTo>
                  <a:pt x="578218" y="51002"/>
                </a:lnTo>
                <a:lnTo>
                  <a:pt x="582174" y="61669"/>
                </a:lnTo>
                <a:lnTo>
                  <a:pt x="567595" y="67077"/>
                </a:lnTo>
                <a:lnTo>
                  <a:pt x="576908" y="92183"/>
                </a:lnTo>
                <a:cubicBezTo>
                  <a:pt x="577645" y="94170"/>
                  <a:pt x="578757" y="95454"/>
                  <a:pt x="580243" y="96033"/>
                </a:cubicBezTo>
                <a:cubicBezTo>
                  <a:pt x="581749" y="96569"/>
                  <a:pt x="583434" y="96492"/>
                  <a:pt x="585297" y="95801"/>
                </a:cubicBezTo>
                <a:close/>
                <a:moveTo>
                  <a:pt x="601214" y="101713"/>
                </a:moveTo>
                <a:close/>
                <a:moveTo>
                  <a:pt x="603557" y="41603"/>
                </a:moveTo>
                <a:lnTo>
                  <a:pt x="622873" y="93679"/>
                </a:lnTo>
                <a:lnTo>
                  <a:pt x="608667" y="98948"/>
                </a:lnTo>
                <a:lnTo>
                  <a:pt x="589350" y="46873"/>
                </a:lnTo>
                <a:lnTo>
                  <a:pt x="603557" y="41603"/>
                </a:lnTo>
                <a:close/>
                <a:moveTo>
                  <a:pt x="588909" y="23827"/>
                </a:moveTo>
                <a:cubicBezTo>
                  <a:pt x="591021" y="23044"/>
                  <a:pt x="593021" y="22867"/>
                  <a:pt x="594912" y="23296"/>
                </a:cubicBezTo>
                <a:cubicBezTo>
                  <a:pt x="596790" y="23695"/>
                  <a:pt x="598225" y="25229"/>
                  <a:pt x="599216" y="27900"/>
                </a:cubicBezTo>
                <a:cubicBezTo>
                  <a:pt x="600195" y="30539"/>
                  <a:pt x="600113" y="32653"/>
                  <a:pt x="598972" y="34243"/>
                </a:cubicBezTo>
                <a:cubicBezTo>
                  <a:pt x="597819" y="35801"/>
                  <a:pt x="596187" y="36971"/>
                  <a:pt x="594075" y="37755"/>
                </a:cubicBezTo>
                <a:cubicBezTo>
                  <a:pt x="591932" y="38549"/>
                  <a:pt x="589916" y="38732"/>
                  <a:pt x="588026" y="38303"/>
                </a:cubicBezTo>
                <a:cubicBezTo>
                  <a:pt x="586155" y="37831"/>
                  <a:pt x="584730" y="36275"/>
                  <a:pt x="583751" y="33636"/>
                </a:cubicBezTo>
                <a:cubicBezTo>
                  <a:pt x="582761" y="30965"/>
                  <a:pt x="582832" y="28872"/>
                  <a:pt x="583966" y="27357"/>
                </a:cubicBezTo>
                <a:cubicBezTo>
                  <a:pt x="585119" y="25799"/>
                  <a:pt x="586766" y="24622"/>
                  <a:pt x="588909" y="23827"/>
                </a:cubicBezTo>
                <a:close/>
                <a:moveTo>
                  <a:pt x="630373" y="90897"/>
                </a:moveTo>
                <a:close/>
                <a:moveTo>
                  <a:pt x="675457" y="44447"/>
                </a:moveTo>
                <a:cubicBezTo>
                  <a:pt x="677070" y="48795"/>
                  <a:pt x="677908" y="52864"/>
                  <a:pt x="677972" y="56655"/>
                </a:cubicBezTo>
                <a:cubicBezTo>
                  <a:pt x="678067" y="60435"/>
                  <a:pt x="677429" y="63904"/>
                  <a:pt x="676057" y="67063"/>
                </a:cubicBezTo>
                <a:cubicBezTo>
                  <a:pt x="674704" y="70178"/>
                  <a:pt x="672679" y="72908"/>
                  <a:pt x="669980" y="75251"/>
                </a:cubicBezTo>
                <a:cubicBezTo>
                  <a:pt x="667312" y="77583"/>
                  <a:pt x="664022" y="79475"/>
                  <a:pt x="660110" y="80926"/>
                </a:cubicBezTo>
                <a:cubicBezTo>
                  <a:pt x="656445" y="82285"/>
                  <a:pt x="652857" y="82945"/>
                  <a:pt x="649345" y="82905"/>
                </a:cubicBezTo>
                <a:cubicBezTo>
                  <a:pt x="645865" y="82854"/>
                  <a:pt x="642564" y="82100"/>
                  <a:pt x="639445" y="80643"/>
                </a:cubicBezTo>
                <a:cubicBezTo>
                  <a:pt x="636346" y="79143"/>
                  <a:pt x="633553" y="76947"/>
                  <a:pt x="631067" y="74054"/>
                </a:cubicBezTo>
                <a:cubicBezTo>
                  <a:pt x="628611" y="71150"/>
                  <a:pt x="626578" y="67524"/>
                  <a:pt x="624965" y="63176"/>
                </a:cubicBezTo>
                <a:cubicBezTo>
                  <a:pt x="622823" y="57400"/>
                  <a:pt x="622033" y="52130"/>
                  <a:pt x="622597" y="47363"/>
                </a:cubicBezTo>
                <a:cubicBezTo>
                  <a:pt x="623160" y="42597"/>
                  <a:pt x="624951" y="38472"/>
                  <a:pt x="627967" y="34986"/>
                </a:cubicBezTo>
                <a:cubicBezTo>
                  <a:pt x="630984" y="31500"/>
                  <a:pt x="635116" y="28784"/>
                  <a:pt x="640364" y="26837"/>
                </a:cubicBezTo>
                <a:cubicBezTo>
                  <a:pt x="645240" y="25029"/>
                  <a:pt x="649942" y="24468"/>
                  <a:pt x="654471" y="25155"/>
                </a:cubicBezTo>
                <a:cubicBezTo>
                  <a:pt x="659031" y="25830"/>
                  <a:pt x="663125" y="27773"/>
                  <a:pt x="666754" y="30984"/>
                </a:cubicBezTo>
                <a:cubicBezTo>
                  <a:pt x="670414" y="34184"/>
                  <a:pt x="673315" y="38671"/>
                  <a:pt x="675457" y="44447"/>
                </a:cubicBezTo>
                <a:close/>
                <a:moveTo>
                  <a:pt x="639451" y="57803"/>
                </a:moveTo>
                <a:cubicBezTo>
                  <a:pt x="640718" y="61219"/>
                  <a:pt x="642156" y="63953"/>
                  <a:pt x="643766" y="66005"/>
                </a:cubicBezTo>
                <a:cubicBezTo>
                  <a:pt x="645375" y="68058"/>
                  <a:pt x="647190" y="69381"/>
                  <a:pt x="649211" y="69973"/>
                </a:cubicBezTo>
                <a:cubicBezTo>
                  <a:pt x="651233" y="70566"/>
                  <a:pt x="653517" y="70390"/>
                  <a:pt x="656063" y="69445"/>
                </a:cubicBezTo>
                <a:cubicBezTo>
                  <a:pt x="658578" y="68512"/>
                  <a:pt x="660393" y="67168"/>
                  <a:pt x="661508" y="65412"/>
                </a:cubicBezTo>
                <a:cubicBezTo>
                  <a:pt x="662654" y="63644"/>
                  <a:pt x="663152" y="61464"/>
                  <a:pt x="663003" y="58870"/>
                </a:cubicBezTo>
                <a:cubicBezTo>
                  <a:pt x="662884" y="56264"/>
                  <a:pt x="662191" y="53254"/>
                  <a:pt x="660924" y="49838"/>
                </a:cubicBezTo>
                <a:cubicBezTo>
                  <a:pt x="659646" y="46391"/>
                  <a:pt x="658213" y="43672"/>
                  <a:pt x="656627" y="41682"/>
                </a:cubicBezTo>
                <a:cubicBezTo>
                  <a:pt x="655061" y="39649"/>
                  <a:pt x="653272" y="38352"/>
                  <a:pt x="651263" y="37790"/>
                </a:cubicBezTo>
                <a:cubicBezTo>
                  <a:pt x="649253" y="37229"/>
                  <a:pt x="646975" y="37420"/>
                  <a:pt x="644428" y="38365"/>
                </a:cubicBezTo>
                <a:cubicBezTo>
                  <a:pt x="640671" y="39758"/>
                  <a:pt x="638416" y="42061"/>
                  <a:pt x="637664" y="45272"/>
                </a:cubicBezTo>
                <a:cubicBezTo>
                  <a:pt x="636944" y="48471"/>
                  <a:pt x="637539" y="52648"/>
                  <a:pt x="639451" y="57803"/>
                </a:cubicBezTo>
                <a:close/>
                <a:moveTo>
                  <a:pt x="689435" y="68989"/>
                </a:moveTo>
                <a:close/>
                <a:moveTo>
                  <a:pt x="706786" y="2199"/>
                </a:moveTo>
                <a:cubicBezTo>
                  <a:pt x="712345" y="137"/>
                  <a:pt x="717381" y="0"/>
                  <a:pt x="721894" y="1788"/>
                </a:cubicBezTo>
                <a:cubicBezTo>
                  <a:pt x="726397" y="3544"/>
                  <a:pt x="729886" y="7761"/>
                  <a:pt x="732362" y="14437"/>
                </a:cubicBezTo>
                <a:lnTo>
                  <a:pt x="744958" y="48394"/>
                </a:lnTo>
                <a:lnTo>
                  <a:pt x="730751" y="53663"/>
                </a:lnTo>
                <a:lnTo>
                  <a:pt x="719469" y="23247"/>
                </a:lnTo>
                <a:cubicBezTo>
                  <a:pt x="718086" y="19521"/>
                  <a:pt x="716361" y="16964"/>
                  <a:pt x="714292" y="15576"/>
                </a:cubicBezTo>
                <a:cubicBezTo>
                  <a:pt x="712254" y="14177"/>
                  <a:pt x="709791" y="14013"/>
                  <a:pt x="706903" y="15085"/>
                </a:cubicBezTo>
                <a:cubicBezTo>
                  <a:pt x="702556" y="16697"/>
                  <a:pt x="700137" y="19272"/>
                  <a:pt x="699648" y="22810"/>
                </a:cubicBezTo>
                <a:cubicBezTo>
                  <a:pt x="699158" y="26347"/>
                  <a:pt x="699945" y="30895"/>
                  <a:pt x="702007" y="36454"/>
                </a:cubicBezTo>
                <a:lnTo>
                  <a:pt x="711095" y="60954"/>
                </a:lnTo>
                <a:lnTo>
                  <a:pt x="696888" y="66224"/>
                </a:lnTo>
                <a:lnTo>
                  <a:pt x="677571" y="14148"/>
                </a:lnTo>
                <a:lnTo>
                  <a:pt x="688424" y="10123"/>
                </a:lnTo>
                <a:lnTo>
                  <a:pt x="692805" y="16075"/>
                </a:lnTo>
                <a:lnTo>
                  <a:pt x="693597" y="15781"/>
                </a:lnTo>
                <a:cubicBezTo>
                  <a:pt x="694046" y="13566"/>
                  <a:pt x="694887" y="11594"/>
                  <a:pt x="696118" y="9865"/>
                </a:cubicBezTo>
                <a:cubicBezTo>
                  <a:pt x="697380" y="8125"/>
                  <a:pt x="698923" y="6617"/>
                  <a:pt x="700745" y="5341"/>
                </a:cubicBezTo>
                <a:cubicBezTo>
                  <a:pt x="702599" y="4052"/>
                  <a:pt x="704613" y="3005"/>
                  <a:pt x="706786" y="21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60A828-9CFC-4C4B-8A0D-7C3D8A5B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324" y="1646763"/>
            <a:ext cx="882401" cy="156792"/>
          </a:xfrm>
          <a:custGeom xmlns:a="http://schemas.openxmlformats.org/drawingml/2006/main">
            <a:pathLst>
              <a:path w="882401" h="156792">
                <a:moveTo>
                  <a:pt x="0" y="113495"/>
                </a:moveTo>
                <a:close/>
                <a:moveTo>
                  <a:pt x="82271" y="34131"/>
                </a:moveTo>
                <a:cubicBezTo>
                  <a:pt x="77800" y="34131"/>
                  <a:pt x="74496" y="31771"/>
                  <a:pt x="72360" y="27051"/>
                </a:cubicBezTo>
                <a:cubicBezTo>
                  <a:pt x="71366" y="24815"/>
                  <a:pt x="70373" y="23474"/>
                  <a:pt x="69379" y="23027"/>
                </a:cubicBezTo>
                <a:cubicBezTo>
                  <a:pt x="68634" y="22679"/>
                  <a:pt x="66671" y="22505"/>
                  <a:pt x="63492" y="22505"/>
                </a:cubicBezTo>
                <a:cubicBezTo>
                  <a:pt x="57232" y="22505"/>
                  <a:pt x="50003" y="27374"/>
                  <a:pt x="41806" y="37111"/>
                </a:cubicBezTo>
                <a:cubicBezTo>
                  <a:pt x="30330" y="50724"/>
                  <a:pt x="24592" y="63467"/>
                  <a:pt x="24592" y="75341"/>
                </a:cubicBezTo>
                <a:cubicBezTo>
                  <a:pt x="24592" y="80756"/>
                  <a:pt x="26405" y="85401"/>
                  <a:pt x="30032" y="89276"/>
                </a:cubicBezTo>
                <a:cubicBezTo>
                  <a:pt x="33659" y="93151"/>
                  <a:pt x="38006" y="95089"/>
                  <a:pt x="43073" y="95089"/>
                </a:cubicBezTo>
                <a:cubicBezTo>
                  <a:pt x="47991" y="95089"/>
                  <a:pt x="52984" y="93797"/>
                  <a:pt x="58052" y="91214"/>
                </a:cubicBezTo>
                <a:cubicBezTo>
                  <a:pt x="59840" y="90270"/>
                  <a:pt x="63616" y="87835"/>
                  <a:pt x="69379" y="83910"/>
                </a:cubicBezTo>
                <a:cubicBezTo>
                  <a:pt x="73254" y="81327"/>
                  <a:pt x="76185" y="80035"/>
                  <a:pt x="78172" y="80035"/>
                </a:cubicBezTo>
                <a:cubicBezTo>
                  <a:pt x="81153" y="80035"/>
                  <a:pt x="83687" y="81128"/>
                  <a:pt x="85774" y="83314"/>
                </a:cubicBezTo>
                <a:cubicBezTo>
                  <a:pt x="87711" y="85351"/>
                  <a:pt x="88680" y="87686"/>
                  <a:pt x="88680" y="90319"/>
                </a:cubicBezTo>
                <a:cubicBezTo>
                  <a:pt x="88680" y="93250"/>
                  <a:pt x="87388" y="95809"/>
                  <a:pt x="84805" y="97995"/>
                </a:cubicBezTo>
                <a:cubicBezTo>
                  <a:pt x="71143" y="109521"/>
                  <a:pt x="57232" y="115284"/>
                  <a:pt x="43073" y="115284"/>
                </a:cubicBezTo>
                <a:cubicBezTo>
                  <a:pt x="31895" y="115284"/>
                  <a:pt x="22456" y="111210"/>
                  <a:pt x="14755" y="103062"/>
                </a:cubicBezTo>
                <a:cubicBezTo>
                  <a:pt x="7402" y="95213"/>
                  <a:pt x="3726" y="85972"/>
                  <a:pt x="3726" y="75341"/>
                </a:cubicBezTo>
                <a:cubicBezTo>
                  <a:pt x="3726" y="58698"/>
                  <a:pt x="11004" y="41707"/>
                  <a:pt x="25561" y="24368"/>
                </a:cubicBezTo>
                <a:cubicBezTo>
                  <a:pt x="37931" y="9663"/>
                  <a:pt x="50575" y="2310"/>
                  <a:pt x="63492" y="2310"/>
                </a:cubicBezTo>
                <a:cubicBezTo>
                  <a:pt x="65678" y="2310"/>
                  <a:pt x="67640" y="2385"/>
                  <a:pt x="69379" y="2534"/>
                </a:cubicBezTo>
                <a:cubicBezTo>
                  <a:pt x="71167" y="2683"/>
                  <a:pt x="72732" y="2906"/>
                  <a:pt x="74074" y="3204"/>
                </a:cubicBezTo>
                <a:cubicBezTo>
                  <a:pt x="76260" y="1068"/>
                  <a:pt x="78893" y="0"/>
                  <a:pt x="81973" y="0"/>
                </a:cubicBezTo>
                <a:cubicBezTo>
                  <a:pt x="87040" y="0"/>
                  <a:pt x="90170" y="2906"/>
                  <a:pt x="91363" y="8719"/>
                </a:cubicBezTo>
                <a:cubicBezTo>
                  <a:pt x="92207" y="12892"/>
                  <a:pt x="92629" y="17761"/>
                  <a:pt x="92629" y="23325"/>
                </a:cubicBezTo>
                <a:cubicBezTo>
                  <a:pt x="92629" y="25809"/>
                  <a:pt x="91909" y="28070"/>
                  <a:pt x="90468" y="30106"/>
                </a:cubicBezTo>
                <a:cubicBezTo>
                  <a:pt x="88580" y="32789"/>
                  <a:pt x="85848" y="34131"/>
                  <a:pt x="82271" y="34131"/>
                </a:cubicBezTo>
                <a:close/>
                <a:moveTo>
                  <a:pt x="94492" y="113495"/>
                </a:moveTo>
                <a:close/>
                <a:moveTo>
                  <a:pt x="132796" y="117892"/>
                </a:moveTo>
                <a:cubicBezTo>
                  <a:pt x="123605" y="117892"/>
                  <a:pt x="115706" y="114737"/>
                  <a:pt x="109099" y="108428"/>
                </a:cubicBezTo>
                <a:cubicBezTo>
                  <a:pt x="101845" y="101522"/>
                  <a:pt x="98045" y="92307"/>
                  <a:pt x="97697" y="80781"/>
                </a:cubicBezTo>
                <a:cubicBezTo>
                  <a:pt x="97349" y="69801"/>
                  <a:pt x="100355" y="60014"/>
                  <a:pt x="106714" y="51419"/>
                </a:cubicBezTo>
                <a:cubicBezTo>
                  <a:pt x="114265" y="41285"/>
                  <a:pt x="124773" y="36217"/>
                  <a:pt x="138236" y="36217"/>
                </a:cubicBezTo>
                <a:cubicBezTo>
                  <a:pt x="148172" y="36217"/>
                  <a:pt x="156072" y="40192"/>
                  <a:pt x="161934" y="48140"/>
                </a:cubicBezTo>
                <a:cubicBezTo>
                  <a:pt x="167200" y="55294"/>
                  <a:pt x="169833" y="64162"/>
                  <a:pt x="169833" y="74744"/>
                </a:cubicBezTo>
                <a:cubicBezTo>
                  <a:pt x="169833" y="86270"/>
                  <a:pt x="166753" y="96107"/>
                  <a:pt x="160592" y="104255"/>
                </a:cubicBezTo>
                <a:cubicBezTo>
                  <a:pt x="153687" y="113346"/>
                  <a:pt x="144421" y="117892"/>
                  <a:pt x="132796" y="117892"/>
                </a:cubicBezTo>
                <a:close/>
                <a:moveTo>
                  <a:pt x="137267" y="55891"/>
                </a:moveTo>
                <a:cubicBezTo>
                  <a:pt x="131157" y="55841"/>
                  <a:pt x="126338" y="58623"/>
                  <a:pt x="122810" y="64237"/>
                </a:cubicBezTo>
                <a:cubicBezTo>
                  <a:pt x="119830" y="68957"/>
                  <a:pt x="118339" y="74471"/>
                  <a:pt x="118339" y="80781"/>
                </a:cubicBezTo>
                <a:cubicBezTo>
                  <a:pt x="118339" y="86742"/>
                  <a:pt x="120028" y="91313"/>
                  <a:pt x="123407" y="94492"/>
                </a:cubicBezTo>
                <a:cubicBezTo>
                  <a:pt x="126089" y="97026"/>
                  <a:pt x="129219" y="98293"/>
                  <a:pt x="132796" y="98293"/>
                </a:cubicBezTo>
                <a:cubicBezTo>
                  <a:pt x="137118" y="98293"/>
                  <a:pt x="140869" y="96827"/>
                  <a:pt x="144049" y="93896"/>
                </a:cubicBezTo>
                <a:cubicBezTo>
                  <a:pt x="147675" y="90468"/>
                  <a:pt x="149613" y="85823"/>
                  <a:pt x="149861" y="79961"/>
                </a:cubicBezTo>
                <a:cubicBezTo>
                  <a:pt x="150507" y="63964"/>
                  <a:pt x="146309" y="55940"/>
                  <a:pt x="137267" y="55891"/>
                </a:cubicBezTo>
                <a:close/>
                <a:moveTo>
                  <a:pt x="174826" y="113495"/>
                </a:moveTo>
                <a:close/>
                <a:moveTo>
                  <a:pt x="201728" y="47544"/>
                </a:moveTo>
                <a:cubicBezTo>
                  <a:pt x="209230" y="38850"/>
                  <a:pt x="216334" y="34503"/>
                  <a:pt x="223041" y="34503"/>
                </a:cubicBezTo>
                <a:cubicBezTo>
                  <a:pt x="230692" y="34503"/>
                  <a:pt x="236306" y="37409"/>
                  <a:pt x="239883" y="43222"/>
                </a:cubicBezTo>
                <a:cubicBezTo>
                  <a:pt x="242913" y="40539"/>
                  <a:pt x="246267" y="38527"/>
                  <a:pt x="249943" y="37186"/>
                </a:cubicBezTo>
                <a:cubicBezTo>
                  <a:pt x="253619" y="35845"/>
                  <a:pt x="257594" y="35174"/>
                  <a:pt x="261866" y="35174"/>
                </a:cubicBezTo>
                <a:cubicBezTo>
                  <a:pt x="271604" y="35174"/>
                  <a:pt x="278211" y="40018"/>
                  <a:pt x="281689" y="49705"/>
                </a:cubicBezTo>
                <a:cubicBezTo>
                  <a:pt x="282384" y="51693"/>
                  <a:pt x="283452" y="58424"/>
                  <a:pt x="284893" y="69901"/>
                </a:cubicBezTo>
                <a:cubicBezTo>
                  <a:pt x="286284" y="77949"/>
                  <a:pt x="288073" y="91363"/>
                  <a:pt x="290259" y="110142"/>
                </a:cubicBezTo>
                <a:cubicBezTo>
                  <a:pt x="290457" y="112974"/>
                  <a:pt x="289489" y="115309"/>
                  <a:pt x="287352" y="117147"/>
                </a:cubicBezTo>
                <a:cubicBezTo>
                  <a:pt x="285216" y="118985"/>
                  <a:pt x="282707" y="119904"/>
                  <a:pt x="279826" y="119904"/>
                </a:cubicBezTo>
                <a:cubicBezTo>
                  <a:pt x="274113" y="119904"/>
                  <a:pt x="270759" y="117072"/>
                  <a:pt x="269765" y="111409"/>
                </a:cubicBezTo>
                <a:cubicBezTo>
                  <a:pt x="268871" y="106292"/>
                  <a:pt x="267952" y="99063"/>
                  <a:pt x="267008" y="89723"/>
                </a:cubicBezTo>
                <a:cubicBezTo>
                  <a:pt x="266015" y="79489"/>
                  <a:pt x="265195" y="72236"/>
                  <a:pt x="264549" y="67963"/>
                </a:cubicBezTo>
                <a:cubicBezTo>
                  <a:pt x="263208" y="59070"/>
                  <a:pt x="261494" y="54624"/>
                  <a:pt x="259407" y="54624"/>
                </a:cubicBezTo>
                <a:cubicBezTo>
                  <a:pt x="258264" y="54624"/>
                  <a:pt x="255656" y="55766"/>
                  <a:pt x="251582" y="58052"/>
                </a:cubicBezTo>
                <a:cubicBezTo>
                  <a:pt x="247509" y="60337"/>
                  <a:pt x="244528" y="62299"/>
                  <a:pt x="242640" y="63939"/>
                </a:cubicBezTo>
                <a:cubicBezTo>
                  <a:pt x="242640" y="69602"/>
                  <a:pt x="243311" y="77750"/>
                  <a:pt x="244652" y="88382"/>
                </a:cubicBezTo>
                <a:cubicBezTo>
                  <a:pt x="246043" y="99262"/>
                  <a:pt x="246739" y="107409"/>
                  <a:pt x="246739" y="112825"/>
                </a:cubicBezTo>
                <a:cubicBezTo>
                  <a:pt x="246739" y="115656"/>
                  <a:pt x="245770" y="118016"/>
                  <a:pt x="243832" y="119904"/>
                </a:cubicBezTo>
                <a:cubicBezTo>
                  <a:pt x="241895" y="121792"/>
                  <a:pt x="239435" y="122736"/>
                  <a:pt x="236455" y="122736"/>
                </a:cubicBezTo>
                <a:cubicBezTo>
                  <a:pt x="233474" y="122736"/>
                  <a:pt x="231015" y="121792"/>
                  <a:pt x="229077" y="119904"/>
                </a:cubicBezTo>
                <a:cubicBezTo>
                  <a:pt x="227140" y="118016"/>
                  <a:pt x="226171" y="115656"/>
                  <a:pt x="226171" y="112825"/>
                </a:cubicBezTo>
                <a:cubicBezTo>
                  <a:pt x="226171" y="107161"/>
                  <a:pt x="225550" y="98839"/>
                  <a:pt x="224308" y="87860"/>
                </a:cubicBezTo>
                <a:cubicBezTo>
                  <a:pt x="223115" y="76831"/>
                  <a:pt x="222519" y="68485"/>
                  <a:pt x="222519" y="62821"/>
                </a:cubicBezTo>
                <a:cubicBezTo>
                  <a:pt x="222519" y="59642"/>
                  <a:pt x="222246" y="57108"/>
                  <a:pt x="221700" y="55220"/>
                </a:cubicBezTo>
                <a:cubicBezTo>
                  <a:pt x="215937" y="58549"/>
                  <a:pt x="210149" y="64088"/>
                  <a:pt x="204336" y="71838"/>
                </a:cubicBezTo>
                <a:cubicBezTo>
                  <a:pt x="204088" y="72186"/>
                  <a:pt x="203665" y="72708"/>
                  <a:pt x="203069" y="73403"/>
                </a:cubicBezTo>
                <a:cubicBezTo>
                  <a:pt x="202871" y="83439"/>
                  <a:pt x="202771" y="91313"/>
                  <a:pt x="202771" y="97026"/>
                </a:cubicBezTo>
                <a:cubicBezTo>
                  <a:pt x="202771" y="98417"/>
                  <a:pt x="202722" y="100305"/>
                  <a:pt x="202622" y="102690"/>
                </a:cubicBezTo>
                <a:cubicBezTo>
                  <a:pt x="202523" y="105025"/>
                  <a:pt x="202473" y="106764"/>
                  <a:pt x="202473" y="107906"/>
                </a:cubicBezTo>
                <a:cubicBezTo>
                  <a:pt x="202473" y="110589"/>
                  <a:pt x="201380" y="112700"/>
                  <a:pt x="199194" y="114240"/>
                </a:cubicBezTo>
                <a:cubicBezTo>
                  <a:pt x="197207" y="115681"/>
                  <a:pt x="194748" y="116402"/>
                  <a:pt x="191817" y="116402"/>
                </a:cubicBezTo>
                <a:cubicBezTo>
                  <a:pt x="187594" y="116402"/>
                  <a:pt x="184737" y="114563"/>
                  <a:pt x="183247" y="110887"/>
                </a:cubicBezTo>
                <a:cubicBezTo>
                  <a:pt x="182203" y="108403"/>
                  <a:pt x="181682" y="104453"/>
                  <a:pt x="181682" y="99038"/>
                </a:cubicBezTo>
                <a:lnTo>
                  <a:pt x="181682" y="71316"/>
                </a:lnTo>
                <a:cubicBezTo>
                  <a:pt x="181682" y="68832"/>
                  <a:pt x="181582" y="65206"/>
                  <a:pt x="181384" y="60436"/>
                </a:cubicBezTo>
                <a:cubicBezTo>
                  <a:pt x="181185" y="55617"/>
                  <a:pt x="181086" y="51966"/>
                  <a:pt x="181086" y="49482"/>
                </a:cubicBezTo>
                <a:cubicBezTo>
                  <a:pt x="181086" y="45060"/>
                  <a:pt x="181881" y="41061"/>
                  <a:pt x="183470" y="37484"/>
                </a:cubicBezTo>
                <a:cubicBezTo>
                  <a:pt x="185408" y="33013"/>
                  <a:pt x="188140" y="30777"/>
                  <a:pt x="191668" y="30777"/>
                </a:cubicBezTo>
                <a:cubicBezTo>
                  <a:pt x="194450" y="30777"/>
                  <a:pt x="196934" y="31870"/>
                  <a:pt x="199120" y="34056"/>
                </a:cubicBezTo>
                <a:cubicBezTo>
                  <a:pt x="201306" y="36192"/>
                  <a:pt x="202399" y="38552"/>
                  <a:pt x="202399" y="41136"/>
                </a:cubicBezTo>
                <a:cubicBezTo>
                  <a:pt x="202399" y="40092"/>
                  <a:pt x="202175" y="42228"/>
                  <a:pt x="201728" y="47544"/>
                </a:cubicBezTo>
                <a:close/>
                <a:moveTo>
                  <a:pt x="293463" y="113495"/>
                </a:moveTo>
                <a:close/>
                <a:moveTo>
                  <a:pt x="335493" y="117892"/>
                </a:moveTo>
                <a:cubicBezTo>
                  <a:pt x="331220" y="117892"/>
                  <a:pt x="326724" y="117395"/>
                  <a:pt x="322005" y="116402"/>
                </a:cubicBezTo>
                <a:lnTo>
                  <a:pt x="321930" y="146806"/>
                </a:lnTo>
                <a:cubicBezTo>
                  <a:pt x="321930" y="149688"/>
                  <a:pt x="320961" y="152072"/>
                  <a:pt x="319024" y="153960"/>
                </a:cubicBezTo>
                <a:cubicBezTo>
                  <a:pt x="317086" y="155848"/>
                  <a:pt x="314627" y="156792"/>
                  <a:pt x="311646" y="156792"/>
                </a:cubicBezTo>
                <a:cubicBezTo>
                  <a:pt x="308665" y="156792"/>
                  <a:pt x="306206" y="155848"/>
                  <a:pt x="304269" y="153960"/>
                </a:cubicBezTo>
                <a:cubicBezTo>
                  <a:pt x="302331" y="152072"/>
                  <a:pt x="301362" y="149688"/>
                  <a:pt x="301362" y="146806"/>
                </a:cubicBezTo>
                <a:cubicBezTo>
                  <a:pt x="301362" y="144471"/>
                  <a:pt x="301412" y="135206"/>
                  <a:pt x="301511" y="119010"/>
                </a:cubicBezTo>
                <a:cubicBezTo>
                  <a:pt x="301611" y="106987"/>
                  <a:pt x="301611" y="97175"/>
                  <a:pt x="301511" y="89574"/>
                </a:cubicBezTo>
                <a:cubicBezTo>
                  <a:pt x="301362" y="78843"/>
                  <a:pt x="301015" y="69602"/>
                  <a:pt x="300468" y="61852"/>
                </a:cubicBezTo>
                <a:cubicBezTo>
                  <a:pt x="299723" y="51171"/>
                  <a:pt x="299350" y="46277"/>
                  <a:pt x="299350" y="47172"/>
                </a:cubicBezTo>
                <a:cubicBezTo>
                  <a:pt x="299350" y="43048"/>
                  <a:pt x="300269" y="39521"/>
                  <a:pt x="302108" y="36590"/>
                </a:cubicBezTo>
                <a:cubicBezTo>
                  <a:pt x="304244" y="33261"/>
                  <a:pt x="307125" y="31597"/>
                  <a:pt x="310752" y="31597"/>
                </a:cubicBezTo>
                <a:cubicBezTo>
                  <a:pt x="313534" y="31597"/>
                  <a:pt x="315869" y="32541"/>
                  <a:pt x="317757" y="34429"/>
                </a:cubicBezTo>
                <a:cubicBezTo>
                  <a:pt x="319645" y="36316"/>
                  <a:pt x="320589" y="38577"/>
                  <a:pt x="320589" y="41210"/>
                </a:cubicBezTo>
                <a:lnTo>
                  <a:pt x="320514" y="41955"/>
                </a:lnTo>
                <a:cubicBezTo>
                  <a:pt x="323843" y="40067"/>
                  <a:pt x="327171" y="38676"/>
                  <a:pt x="330500" y="37782"/>
                </a:cubicBezTo>
                <a:cubicBezTo>
                  <a:pt x="333878" y="36838"/>
                  <a:pt x="337257" y="36366"/>
                  <a:pt x="340635" y="36366"/>
                </a:cubicBezTo>
                <a:cubicBezTo>
                  <a:pt x="352061" y="36366"/>
                  <a:pt x="360408" y="41210"/>
                  <a:pt x="365674" y="50898"/>
                </a:cubicBezTo>
                <a:cubicBezTo>
                  <a:pt x="369599" y="58201"/>
                  <a:pt x="371561" y="67665"/>
                  <a:pt x="371561" y="79290"/>
                </a:cubicBezTo>
                <a:cubicBezTo>
                  <a:pt x="371561" y="90170"/>
                  <a:pt x="368456" y="99187"/>
                  <a:pt x="362246" y="106341"/>
                </a:cubicBezTo>
                <a:cubicBezTo>
                  <a:pt x="355589" y="114042"/>
                  <a:pt x="346671" y="117892"/>
                  <a:pt x="335493" y="117892"/>
                </a:cubicBezTo>
                <a:close/>
                <a:moveTo>
                  <a:pt x="340635" y="56263"/>
                </a:moveTo>
                <a:cubicBezTo>
                  <a:pt x="337505" y="56263"/>
                  <a:pt x="334325" y="57008"/>
                  <a:pt x="331096" y="58499"/>
                </a:cubicBezTo>
                <a:cubicBezTo>
                  <a:pt x="327867" y="59940"/>
                  <a:pt x="324613" y="62126"/>
                  <a:pt x="321334" y="65057"/>
                </a:cubicBezTo>
                <a:cubicBezTo>
                  <a:pt x="321930" y="75291"/>
                  <a:pt x="322228" y="85550"/>
                  <a:pt x="322228" y="95834"/>
                </a:cubicBezTo>
                <a:cubicBezTo>
                  <a:pt x="326650" y="97275"/>
                  <a:pt x="331071" y="97995"/>
                  <a:pt x="335493" y="97995"/>
                </a:cubicBezTo>
                <a:cubicBezTo>
                  <a:pt x="340610" y="97995"/>
                  <a:pt x="344535" y="96182"/>
                  <a:pt x="347267" y="92555"/>
                </a:cubicBezTo>
                <a:cubicBezTo>
                  <a:pt x="349751" y="89276"/>
                  <a:pt x="350993" y="84854"/>
                  <a:pt x="350993" y="79290"/>
                </a:cubicBezTo>
                <a:cubicBezTo>
                  <a:pt x="350993" y="72583"/>
                  <a:pt x="350695" y="67938"/>
                  <a:pt x="350099" y="65355"/>
                </a:cubicBezTo>
                <a:cubicBezTo>
                  <a:pt x="348658" y="59294"/>
                  <a:pt x="345504" y="56263"/>
                  <a:pt x="340635" y="56263"/>
                </a:cubicBezTo>
                <a:close/>
                <a:moveTo>
                  <a:pt x="375138" y="113495"/>
                </a:moveTo>
                <a:close/>
                <a:moveTo>
                  <a:pt x="445188" y="59766"/>
                </a:moveTo>
                <a:cubicBezTo>
                  <a:pt x="444740" y="67367"/>
                  <a:pt x="441288" y="71167"/>
                  <a:pt x="434829" y="71167"/>
                </a:cubicBezTo>
                <a:cubicBezTo>
                  <a:pt x="428569" y="71167"/>
                  <a:pt x="425440" y="67938"/>
                  <a:pt x="425440" y="61480"/>
                </a:cubicBezTo>
                <a:lnTo>
                  <a:pt x="425067" y="53953"/>
                </a:lnTo>
                <a:cubicBezTo>
                  <a:pt x="413889" y="55742"/>
                  <a:pt x="405890" y="61480"/>
                  <a:pt x="401071" y="71167"/>
                </a:cubicBezTo>
                <a:lnTo>
                  <a:pt x="401146" y="108651"/>
                </a:lnTo>
                <a:cubicBezTo>
                  <a:pt x="401146" y="111483"/>
                  <a:pt x="400177" y="113818"/>
                  <a:pt x="398239" y="115656"/>
                </a:cubicBezTo>
                <a:cubicBezTo>
                  <a:pt x="396302" y="117544"/>
                  <a:pt x="393843" y="118488"/>
                  <a:pt x="390862" y="118488"/>
                </a:cubicBezTo>
                <a:cubicBezTo>
                  <a:pt x="387782" y="118488"/>
                  <a:pt x="385397" y="117495"/>
                  <a:pt x="383708" y="115507"/>
                </a:cubicBezTo>
                <a:cubicBezTo>
                  <a:pt x="382118" y="113719"/>
                  <a:pt x="381323" y="111434"/>
                  <a:pt x="381323" y="108651"/>
                </a:cubicBezTo>
                <a:lnTo>
                  <a:pt x="381323" y="59840"/>
                </a:lnTo>
                <a:cubicBezTo>
                  <a:pt x="381323" y="58300"/>
                  <a:pt x="381373" y="56015"/>
                  <a:pt x="381472" y="52984"/>
                </a:cubicBezTo>
                <a:cubicBezTo>
                  <a:pt x="381572" y="49904"/>
                  <a:pt x="381621" y="47594"/>
                  <a:pt x="381621" y="46054"/>
                </a:cubicBezTo>
                <a:cubicBezTo>
                  <a:pt x="381621" y="43272"/>
                  <a:pt x="382441" y="40962"/>
                  <a:pt x="384080" y="39123"/>
                </a:cubicBezTo>
                <a:cubicBezTo>
                  <a:pt x="385770" y="37236"/>
                  <a:pt x="388154" y="36292"/>
                  <a:pt x="391234" y="36292"/>
                </a:cubicBezTo>
                <a:cubicBezTo>
                  <a:pt x="396749" y="36292"/>
                  <a:pt x="400028" y="39123"/>
                  <a:pt x="401071" y="44787"/>
                </a:cubicBezTo>
                <a:cubicBezTo>
                  <a:pt x="409865" y="38229"/>
                  <a:pt x="419627" y="34950"/>
                  <a:pt x="430358" y="34950"/>
                </a:cubicBezTo>
                <a:cubicBezTo>
                  <a:pt x="440294" y="34950"/>
                  <a:pt x="445262" y="41558"/>
                  <a:pt x="445262" y="54773"/>
                </a:cubicBezTo>
                <a:cubicBezTo>
                  <a:pt x="445262" y="57307"/>
                  <a:pt x="445237" y="58971"/>
                  <a:pt x="445188" y="59766"/>
                </a:cubicBezTo>
                <a:close/>
                <a:moveTo>
                  <a:pt x="448467" y="113495"/>
                </a:moveTo>
                <a:close/>
                <a:moveTo>
                  <a:pt x="493626" y="116923"/>
                </a:moveTo>
                <a:cubicBezTo>
                  <a:pt x="481752" y="116923"/>
                  <a:pt x="472040" y="114091"/>
                  <a:pt x="464488" y="108428"/>
                </a:cubicBezTo>
                <a:cubicBezTo>
                  <a:pt x="456142" y="102168"/>
                  <a:pt x="451969" y="93350"/>
                  <a:pt x="451969" y="81973"/>
                </a:cubicBezTo>
                <a:cubicBezTo>
                  <a:pt x="451969" y="69404"/>
                  <a:pt x="455273" y="58772"/>
                  <a:pt x="461880" y="50078"/>
                </a:cubicBezTo>
                <a:cubicBezTo>
                  <a:pt x="469233" y="40440"/>
                  <a:pt x="479144" y="35621"/>
                  <a:pt x="491614" y="35621"/>
                </a:cubicBezTo>
                <a:cubicBezTo>
                  <a:pt x="500259" y="35621"/>
                  <a:pt x="507437" y="37012"/>
                  <a:pt x="513151" y="39794"/>
                </a:cubicBezTo>
                <a:cubicBezTo>
                  <a:pt x="520652" y="43471"/>
                  <a:pt x="524403" y="49184"/>
                  <a:pt x="524403" y="56934"/>
                </a:cubicBezTo>
                <a:cubicBezTo>
                  <a:pt x="524403" y="62399"/>
                  <a:pt x="521348" y="67243"/>
                  <a:pt x="515237" y="71466"/>
                </a:cubicBezTo>
                <a:cubicBezTo>
                  <a:pt x="512455" y="73403"/>
                  <a:pt x="506866" y="76235"/>
                  <a:pt x="498470" y="79961"/>
                </a:cubicBezTo>
                <a:lnTo>
                  <a:pt x="473356" y="91064"/>
                </a:lnTo>
                <a:cubicBezTo>
                  <a:pt x="475741" y="93648"/>
                  <a:pt x="478623" y="95585"/>
                  <a:pt x="482001" y="96877"/>
                </a:cubicBezTo>
                <a:cubicBezTo>
                  <a:pt x="485379" y="98169"/>
                  <a:pt x="489254" y="98815"/>
                  <a:pt x="493626" y="98815"/>
                </a:cubicBezTo>
                <a:cubicBezTo>
                  <a:pt x="500283" y="98815"/>
                  <a:pt x="505922" y="97448"/>
                  <a:pt x="510542" y="94716"/>
                </a:cubicBezTo>
                <a:cubicBezTo>
                  <a:pt x="514666" y="92282"/>
                  <a:pt x="517970" y="91064"/>
                  <a:pt x="520454" y="91064"/>
                </a:cubicBezTo>
                <a:cubicBezTo>
                  <a:pt x="525620" y="91064"/>
                  <a:pt x="528204" y="93573"/>
                  <a:pt x="528204" y="98591"/>
                </a:cubicBezTo>
                <a:cubicBezTo>
                  <a:pt x="528204" y="104255"/>
                  <a:pt x="524055" y="108875"/>
                  <a:pt x="515759" y="112452"/>
                </a:cubicBezTo>
                <a:cubicBezTo>
                  <a:pt x="508804" y="115433"/>
                  <a:pt x="501426" y="116923"/>
                  <a:pt x="493626" y="116923"/>
                </a:cubicBezTo>
                <a:close/>
                <a:moveTo>
                  <a:pt x="491614" y="53655"/>
                </a:moveTo>
                <a:cubicBezTo>
                  <a:pt x="486994" y="53655"/>
                  <a:pt x="483044" y="55195"/>
                  <a:pt x="479765" y="58275"/>
                </a:cubicBezTo>
                <a:cubicBezTo>
                  <a:pt x="476486" y="61356"/>
                  <a:pt x="473853" y="65976"/>
                  <a:pt x="471866" y="72136"/>
                </a:cubicBezTo>
                <a:cubicBezTo>
                  <a:pt x="477480" y="69702"/>
                  <a:pt x="483069" y="67292"/>
                  <a:pt x="488633" y="64908"/>
                </a:cubicBezTo>
                <a:cubicBezTo>
                  <a:pt x="495340" y="61877"/>
                  <a:pt x="500681" y="59070"/>
                  <a:pt x="504655" y="56487"/>
                </a:cubicBezTo>
                <a:cubicBezTo>
                  <a:pt x="501327" y="54599"/>
                  <a:pt x="496980" y="53655"/>
                  <a:pt x="491614" y="53655"/>
                </a:cubicBezTo>
                <a:close/>
                <a:moveTo>
                  <a:pt x="533867" y="113495"/>
                </a:moveTo>
                <a:close/>
                <a:moveTo>
                  <a:pt x="593931" y="58946"/>
                </a:moveTo>
                <a:cubicBezTo>
                  <a:pt x="589013" y="58946"/>
                  <a:pt x="586057" y="56884"/>
                  <a:pt x="585063" y="52761"/>
                </a:cubicBezTo>
                <a:cubicBezTo>
                  <a:pt x="583076" y="52413"/>
                  <a:pt x="581039" y="52239"/>
                  <a:pt x="578953" y="52239"/>
                </a:cubicBezTo>
                <a:cubicBezTo>
                  <a:pt x="566979" y="52239"/>
                  <a:pt x="560993" y="53879"/>
                  <a:pt x="560993" y="57157"/>
                </a:cubicBezTo>
                <a:cubicBezTo>
                  <a:pt x="560993" y="59095"/>
                  <a:pt x="564595" y="61703"/>
                  <a:pt x="571799" y="64982"/>
                </a:cubicBezTo>
                <a:cubicBezTo>
                  <a:pt x="581635" y="69503"/>
                  <a:pt x="588292" y="73030"/>
                  <a:pt x="591770" y="75564"/>
                </a:cubicBezTo>
                <a:cubicBezTo>
                  <a:pt x="598974" y="80781"/>
                  <a:pt x="602576" y="86668"/>
                  <a:pt x="602576" y="93226"/>
                </a:cubicBezTo>
                <a:cubicBezTo>
                  <a:pt x="602576" y="101771"/>
                  <a:pt x="598601" y="108254"/>
                  <a:pt x="590652" y="112676"/>
                </a:cubicBezTo>
                <a:cubicBezTo>
                  <a:pt x="584244" y="116203"/>
                  <a:pt x="576369" y="117967"/>
                  <a:pt x="567029" y="117967"/>
                </a:cubicBezTo>
                <a:cubicBezTo>
                  <a:pt x="560422" y="117967"/>
                  <a:pt x="554385" y="116948"/>
                  <a:pt x="548921" y="114911"/>
                </a:cubicBezTo>
                <a:cubicBezTo>
                  <a:pt x="541469" y="112129"/>
                  <a:pt x="537742" y="108030"/>
                  <a:pt x="537742" y="102615"/>
                </a:cubicBezTo>
                <a:cubicBezTo>
                  <a:pt x="537742" y="97647"/>
                  <a:pt x="540698" y="95163"/>
                  <a:pt x="546610" y="95163"/>
                </a:cubicBezTo>
                <a:cubicBezTo>
                  <a:pt x="548896" y="95163"/>
                  <a:pt x="552200" y="95884"/>
                  <a:pt x="556522" y="97324"/>
                </a:cubicBezTo>
                <a:cubicBezTo>
                  <a:pt x="560844" y="98765"/>
                  <a:pt x="564173" y="99485"/>
                  <a:pt x="566508" y="99485"/>
                </a:cubicBezTo>
                <a:cubicBezTo>
                  <a:pt x="576593" y="99485"/>
                  <a:pt x="581660" y="97448"/>
                  <a:pt x="581710" y="93375"/>
                </a:cubicBezTo>
                <a:cubicBezTo>
                  <a:pt x="581710" y="90841"/>
                  <a:pt x="578207" y="88034"/>
                  <a:pt x="571202" y="84954"/>
                </a:cubicBezTo>
                <a:cubicBezTo>
                  <a:pt x="560968" y="80433"/>
                  <a:pt x="554410" y="77179"/>
                  <a:pt x="551529" y="75192"/>
                </a:cubicBezTo>
                <a:cubicBezTo>
                  <a:pt x="544524" y="70273"/>
                  <a:pt x="541021" y="64287"/>
                  <a:pt x="541021" y="57232"/>
                </a:cubicBezTo>
                <a:cubicBezTo>
                  <a:pt x="541021" y="47246"/>
                  <a:pt x="546312" y="40515"/>
                  <a:pt x="556894" y="37037"/>
                </a:cubicBezTo>
                <a:cubicBezTo>
                  <a:pt x="563104" y="35000"/>
                  <a:pt x="572544" y="33982"/>
                  <a:pt x="585212" y="33982"/>
                </a:cubicBezTo>
                <a:cubicBezTo>
                  <a:pt x="590180" y="33982"/>
                  <a:pt x="593857" y="34627"/>
                  <a:pt x="596241" y="35919"/>
                </a:cubicBezTo>
                <a:cubicBezTo>
                  <a:pt x="599520" y="37658"/>
                  <a:pt x="601160" y="40862"/>
                  <a:pt x="601160" y="45532"/>
                </a:cubicBezTo>
                <a:cubicBezTo>
                  <a:pt x="601160" y="54475"/>
                  <a:pt x="598750" y="58946"/>
                  <a:pt x="593931" y="58946"/>
                </a:cubicBezTo>
                <a:close/>
                <a:moveTo>
                  <a:pt x="608239" y="113495"/>
                </a:moveTo>
                <a:close/>
                <a:moveTo>
                  <a:pt x="668303" y="58946"/>
                </a:moveTo>
                <a:cubicBezTo>
                  <a:pt x="663385" y="58946"/>
                  <a:pt x="660429" y="56884"/>
                  <a:pt x="659435" y="52761"/>
                </a:cubicBezTo>
                <a:cubicBezTo>
                  <a:pt x="657448" y="52413"/>
                  <a:pt x="655411" y="52239"/>
                  <a:pt x="653324" y="52239"/>
                </a:cubicBezTo>
                <a:cubicBezTo>
                  <a:pt x="641351" y="52239"/>
                  <a:pt x="635365" y="53879"/>
                  <a:pt x="635365" y="57157"/>
                </a:cubicBezTo>
                <a:cubicBezTo>
                  <a:pt x="635365" y="59095"/>
                  <a:pt x="638967" y="61703"/>
                  <a:pt x="646170" y="64982"/>
                </a:cubicBezTo>
                <a:cubicBezTo>
                  <a:pt x="656007" y="69503"/>
                  <a:pt x="662664" y="73030"/>
                  <a:pt x="666142" y="75564"/>
                </a:cubicBezTo>
                <a:cubicBezTo>
                  <a:pt x="673346" y="80781"/>
                  <a:pt x="676947" y="86668"/>
                  <a:pt x="676947" y="93226"/>
                </a:cubicBezTo>
                <a:cubicBezTo>
                  <a:pt x="676947" y="101771"/>
                  <a:pt x="672973" y="108254"/>
                  <a:pt x="665024" y="112676"/>
                </a:cubicBezTo>
                <a:cubicBezTo>
                  <a:pt x="658615" y="116203"/>
                  <a:pt x="650741" y="117967"/>
                  <a:pt x="641401" y="117967"/>
                </a:cubicBezTo>
                <a:cubicBezTo>
                  <a:pt x="634793" y="117967"/>
                  <a:pt x="628757" y="116948"/>
                  <a:pt x="623292" y="114911"/>
                </a:cubicBezTo>
                <a:cubicBezTo>
                  <a:pt x="615840" y="112129"/>
                  <a:pt x="612114" y="108030"/>
                  <a:pt x="612114" y="102615"/>
                </a:cubicBezTo>
                <a:cubicBezTo>
                  <a:pt x="612114" y="97647"/>
                  <a:pt x="615070" y="95163"/>
                  <a:pt x="620982" y="95163"/>
                </a:cubicBezTo>
                <a:cubicBezTo>
                  <a:pt x="623268" y="95163"/>
                  <a:pt x="626571" y="95884"/>
                  <a:pt x="630894" y="97324"/>
                </a:cubicBezTo>
                <a:cubicBezTo>
                  <a:pt x="635216" y="98765"/>
                  <a:pt x="638544" y="99485"/>
                  <a:pt x="640879" y="99485"/>
                </a:cubicBezTo>
                <a:cubicBezTo>
                  <a:pt x="650965" y="99485"/>
                  <a:pt x="656032" y="97448"/>
                  <a:pt x="656082" y="93375"/>
                </a:cubicBezTo>
                <a:cubicBezTo>
                  <a:pt x="656082" y="90841"/>
                  <a:pt x="652579" y="88034"/>
                  <a:pt x="645574" y="84954"/>
                </a:cubicBezTo>
                <a:cubicBezTo>
                  <a:pt x="635340" y="80433"/>
                  <a:pt x="628782" y="77179"/>
                  <a:pt x="625901" y="75192"/>
                </a:cubicBezTo>
                <a:cubicBezTo>
                  <a:pt x="618896" y="70273"/>
                  <a:pt x="615393" y="64287"/>
                  <a:pt x="615393" y="57232"/>
                </a:cubicBezTo>
                <a:cubicBezTo>
                  <a:pt x="615393" y="47246"/>
                  <a:pt x="620684" y="40515"/>
                  <a:pt x="631266" y="37037"/>
                </a:cubicBezTo>
                <a:cubicBezTo>
                  <a:pt x="637476" y="35000"/>
                  <a:pt x="646916" y="33982"/>
                  <a:pt x="659584" y="33982"/>
                </a:cubicBezTo>
                <a:cubicBezTo>
                  <a:pt x="664552" y="33982"/>
                  <a:pt x="668228" y="34627"/>
                  <a:pt x="670613" y="35919"/>
                </a:cubicBezTo>
                <a:cubicBezTo>
                  <a:pt x="673892" y="37658"/>
                  <a:pt x="675532" y="40862"/>
                  <a:pt x="675532" y="45532"/>
                </a:cubicBezTo>
                <a:cubicBezTo>
                  <a:pt x="675532" y="54475"/>
                  <a:pt x="673122" y="58946"/>
                  <a:pt x="668303" y="58946"/>
                </a:cubicBezTo>
                <a:close/>
                <a:moveTo>
                  <a:pt x="682611" y="113495"/>
                </a:moveTo>
                <a:close/>
                <a:moveTo>
                  <a:pt x="707203" y="23921"/>
                </a:moveTo>
                <a:cubicBezTo>
                  <a:pt x="704023" y="23921"/>
                  <a:pt x="701266" y="22853"/>
                  <a:pt x="698931" y="20717"/>
                </a:cubicBezTo>
                <a:cubicBezTo>
                  <a:pt x="696596" y="18581"/>
                  <a:pt x="695429" y="15972"/>
                  <a:pt x="695429" y="12892"/>
                </a:cubicBezTo>
                <a:cubicBezTo>
                  <a:pt x="695429" y="9812"/>
                  <a:pt x="696596" y="7204"/>
                  <a:pt x="698931" y="5067"/>
                </a:cubicBezTo>
                <a:cubicBezTo>
                  <a:pt x="701266" y="2931"/>
                  <a:pt x="704023" y="1863"/>
                  <a:pt x="707203" y="1863"/>
                </a:cubicBezTo>
                <a:cubicBezTo>
                  <a:pt x="710382" y="1863"/>
                  <a:pt x="713115" y="2931"/>
                  <a:pt x="715400" y="5067"/>
                </a:cubicBezTo>
                <a:cubicBezTo>
                  <a:pt x="717735" y="7204"/>
                  <a:pt x="718903" y="9812"/>
                  <a:pt x="718903" y="12892"/>
                </a:cubicBezTo>
                <a:cubicBezTo>
                  <a:pt x="718903" y="15972"/>
                  <a:pt x="717735" y="18581"/>
                  <a:pt x="715400" y="20717"/>
                </a:cubicBezTo>
                <a:cubicBezTo>
                  <a:pt x="713115" y="22853"/>
                  <a:pt x="710382" y="23921"/>
                  <a:pt x="707203" y="23921"/>
                </a:cubicBezTo>
                <a:close/>
                <a:moveTo>
                  <a:pt x="713537" y="78545"/>
                </a:moveTo>
                <a:cubicBezTo>
                  <a:pt x="713537" y="81377"/>
                  <a:pt x="713612" y="85923"/>
                  <a:pt x="713761" y="92182"/>
                </a:cubicBezTo>
                <a:cubicBezTo>
                  <a:pt x="713959" y="98442"/>
                  <a:pt x="714059" y="102988"/>
                  <a:pt x="714059" y="105820"/>
                </a:cubicBezTo>
                <a:cubicBezTo>
                  <a:pt x="714059" y="108701"/>
                  <a:pt x="713090" y="111086"/>
                  <a:pt x="711153" y="112974"/>
                </a:cubicBezTo>
                <a:cubicBezTo>
                  <a:pt x="709215" y="114812"/>
                  <a:pt x="706756" y="115731"/>
                  <a:pt x="703775" y="115731"/>
                </a:cubicBezTo>
                <a:cubicBezTo>
                  <a:pt x="700794" y="115731"/>
                  <a:pt x="698335" y="114812"/>
                  <a:pt x="696397" y="112974"/>
                </a:cubicBezTo>
                <a:cubicBezTo>
                  <a:pt x="694460" y="111086"/>
                  <a:pt x="693491" y="108701"/>
                  <a:pt x="693491" y="105820"/>
                </a:cubicBezTo>
                <a:cubicBezTo>
                  <a:pt x="693491" y="102988"/>
                  <a:pt x="693392" y="98442"/>
                  <a:pt x="693193" y="92182"/>
                </a:cubicBezTo>
                <a:cubicBezTo>
                  <a:pt x="693044" y="85923"/>
                  <a:pt x="692969" y="81377"/>
                  <a:pt x="692969" y="78545"/>
                </a:cubicBezTo>
                <a:cubicBezTo>
                  <a:pt x="692969" y="74123"/>
                  <a:pt x="693218" y="68584"/>
                  <a:pt x="693715" y="61927"/>
                </a:cubicBezTo>
                <a:cubicBezTo>
                  <a:pt x="694211" y="55270"/>
                  <a:pt x="694460" y="49730"/>
                  <a:pt x="694460" y="45309"/>
                </a:cubicBezTo>
                <a:cubicBezTo>
                  <a:pt x="694460" y="42427"/>
                  <a:pt x="695429" y="40067"/>
                  <a:pt x="697366" y="38229"/>
                </a:cubicBezTo>
                <a:cubicBezTo>
                  <a:pt x="699304" y="36341"/>
                  <a:pt x="701763" y="35397"/>
                  <a:pt x="704744" y="35397"/>
                </a:cubicBezTo>
                <a:cubicBezTo>
                  <a:pt x="707725" y="35397"/>
                  <a:pt x="710184" y="36341"/>
                  <a:pt x="712121" y="38229"/>
                </a:cubicBezTo>
                <a:cubicBezTo>
                  <a:pt x="714059" y="40067"/>
                  <a:pt x="715028" y="42427"/>
                  <a:pt x="715028" y="45309"/>
                </a:cubicBezTo>
                <a:cubicBezTo>
                  <a:pt x="715028" y="49730"/>
                  <a:pt x="714779" y="55270"/>
                  <a:pt x="714282" y="61927"/>
                </a:cubicBezTo>
                <a:cubicBezTo>
                  <a:pt x="713786" y="68584"/>
                  <a:pt x="713537" y="74123"/>
                  <a:pt x="713537" y="78545"/>
                </a:cubicBezTo>
                <a:close/>
                <a:moveTo>
                  <a:pt x="725386" y="113495"/>
                </a:moveTo>
                <a:close/>
                <a:moveTo>
                  <a:pt x="763690" y="117892"/>
                </a:moveTo>
                <a:cubicBezTo>
                  <a:pt x="754499" y="117892"/>
                  <a:pt x="746600" y="114737"/>
                  <a:pt x="739992" y="108428"/>
                </a:cubicBezTo>
                <a:cubicBezTo>
                  <a:pt x="732739" y="101522"/>
                  <a:pt x="728938" y="92307"/>
                  <a:pt x="728590" y="80781"/>
                </a:cubicBezTo>
                <a:cubicBezTo>
                  <a:pt x="728243" y="69801"/>
                  <a:pt x="731248" y="60014"/>
                  <a:pt x="737607" y="51419"/>
                </a:cubicBezTo>
                <a:cubicBezTo>
                  <a:pt x="745159" y="41285"/>
                  <a:pt x="755666" y="36217"/>
                  <a:pt x="769130" y="36217"/>
                </a:cubicBezTo>
                <a:cubicBezTo>
                  <a:pt x="779066" y="36217"/>
                  <a:pt x="786965" y="40192"/>
                  <a:pt x="792827" y="48140"/>
                </a:cubicBezTo>
                <a:cubicBezTo>
                  <a:pt x="798093" y="55294"/>
                  <a:pt x="800727" y="64162"/>
                  <a:pt x="800727" y="74744"/>
                </a:cubicBezTo>
                <a:cubicBezTo>
                  <a:pt x="800727" y="86270"/>
                  <a:pt x="797646" y="96107"/>
                  <a:pt x="791486" y="104255"/>
                </a:cubicBezTo>
                <a:cubicBezTo>
                  <a:pt x="784580" y="113346"/>
                  <a:pt x="775315" y="117892"/>
                  <a:pt x="763690" y="117892"/>
                </a:cubicBezTo>
                <a:close/>
                <a:moveTo>
                  <a:pt x="768161" y="55891"/>
                </a:moveTo>
                <a:cubicBezTo>
                  <a:pt x="762050" y="55841"/>
                  <a:pt x="757231" y="58623"/>
                  <a:pt x="753704" y="64237"/>
                </a:cubicBezTo>
                <a:cubicBezTo>
                  <a:pt x="750723" y="68957"/>
                  <a:pt x="749233" y="74471"/>
                  <a:pt x="749233" y="80781"/>
                </a:cubicBezTo>
                <a:cubicBezTo>
                  <a:pt x="749233" y="86742"/>
                  <a:pt x="750922" y="91313"/>
                  <a:pt x="754300" y="94492"/>
                </a:cubicBezTo>
                <a:cubicBezTo>
                  <a:pt x="756983" y="97026"/>
                  <a:pt x="760113" y="98293"/>
                  <a:pt x="763690" y="98293"/>
                </a:cubicBezTo>
                <a:cubicBezTo>
                  <a:pt x="768012" y="98293"/>
                  <a:pt x="771763" y="96827"/>
                  <a:pt x="774942" y="93896"/>
                </a:cubicBezTo>
                <a:cubicBezTo>
                  <a:pt x="778569" y="90468"/>
                  <a:pt x="780507" y="85823"/>
                  <a:pt x="780755" y="79961"/>
                </a:cubicBezTo>
                <a:cubicBezTo>
                  <a:pt x="781401" y="63964"/>
                  <a:pt x="777203" y="55940"/>
                  <a:pt x="768161" y="55891"/>
                </a:cubicBezTo>
                <a:close/>
                <a:moveTo>
                  <a:pt x="805719" y="113495"/>
                </a:moveTo>
                <a:close/>
                <a:moveTo>
                  <a:pt x="872043" y="118786"/>
                </a:moveTo>
                <a:cubicBezTo>
                  <a:pt x="865932" y="118786"/>
                  <a:pt x="862529" y="115781"/>
                  <a:pt x="861834" y="109769"/>
                </a:cubicBezTo>
                <a:cubicBezTo>
                  <a:pt x="861138" y="104652"/>
                  <a:pt x="860443" y="99510"/>
                  <a:pt x="859747" y="94343"/>
                </a:cubicBezTo>
                <a:cubicBezTo>
                  <a:pt x="859002" y="88879"/>
                  <a:pt x="858629" y="83737"/>
                  <a:pt x="858629" y="78918"/>
                </a:cubicBezTo>
                <a:cubicBezTo>
                  <a:pt x="858629" y="77626"/>
                  <a:pt x="858704" y="75415"/>
                  <a:pt x="858853" y="72285"/>
                </a:cubicBezTo>
                <a:cubicBezTo>
                  <a:pt x="859052" y="69155"/>
                  <a:pt x="859151" y="66945"/>
                  <a:pt x="859151" y="65653"/>
                </a:cubicBezTo>
                <a:cubicBezTo>
                  <a:pt x="859151" y="65305"/>
                  <a:pt x="859201" y="64436"/>
                  <a:pt x="859300" y="63045"/>
                </a:cubicBezTo>
                <a:cubicBezTo>
                  <a:pt x="859399" y="61604"/>
                  <a:pt x="859449" y="60436"/>
                  <a:pt x="859449" y="59542"/>
                </a:cubicBezTo>
                <a:cubicBezTo>
                  <a:pt x="859449" y="55419"/>
                  <a:pt x="858381" y="53357"/>
                  <a:pt x="856245" y="53357"/>
                </a:cubicBezTo>
                <a:cubicBezTo>
                  <a:pt x="851674" y="53357"/>
                  <a:pt x="847178" y="56040"/>
                  <a:pt x="842756" y="61405"/>
                </a:cubicBezTo>
                <a:cubicBezTo>
                  <a:pt x="838384" y="66721"/>
                  <a:pt x="834956" y="73478"/>
                  <a:pt x="832472" y="81675"/>
                </a:cubicBezTo>
                <a:cubicBezTo>
                  <a:pt x="832373" y="83314"/>
                  <a:pt x="832150" y="85500"/>
                  <a:pt x="831802" y="88233"/>
                </a:cubicBezTo>
                <a:cubicBezTo>
                  <a:pt x="831504" y="90468"/>
                  <a:pt x="831355" y="92654"/>
                  <a:pt x="831355" y="94791"/>
                </a:cubicBezTo>
                <a:cubicBezTo>
                  <a:pt x="831355" y="96182"/>
                  <a:pt x="831504" y="98293"/>
                  <a:pt x="831802" y="101125"/>
                </a:cubicBezTo>
                <a:cubicBezTo>
                  <a:pt x="832150" y="103907"/>
                  <a:pt x="832323" y="105993"/>
                  <a:pt x="832323" y="107385"/>
                </a:cubicBezTo>
                <a:cubicBezTo>
                  <a:pt x="832323" y="110216"/>
                  <a:pt x="831330" y="112551"/>
                  <a:pt x="829343" y="114390"/>
                </a:cubicBezTo>
                <a:cubicBezTo>
                  <a:pt x="827405" y="116277"/>
                  <a:pt x="824946" y="117221"/>
                  <a:pt x="821965" y="117221"/>
                </a:cubicBezTo>
                <a:cubicBezTo>
                  <a:pt x="818984" y="117221"/>
                  <a:pt x="816525" y="116277"/>
                  <a:pt x="814587" y="114390"/>
                </a:cubicBezTo>
                <a:cubicBezTo>
                  <a:pt x="812650" y="112551"/>
                  <a:pt x="811681" y="110216"/>
                  <a:pt x="811681" y="107385"/>
                </a:cubicBezTo>
                <a:cubicBezTo>
                  <a:pt x="811681" y="105993"/>
                  <a:pt x="811532" y="103907"/>
                  <a:pt x="811234" y="101125"/>
                </a:cubicBezTo>
                <a:cubicBezTo>
                  <a:pt x="810936" y="98293"/>
                  <a:pt x="810787" y="96182"/>
                  <a:pt x="810787" y="94791"/>
                </a:cubicBezTo>
                <a:cubicBezTo>
                  <a:pt x="810787" y="90021"/>
                  <a:pt x="811135" y="83389"/>
                  <a:pt x="811830" y="74893"/>
                </a:cubicBezTo>
                <a:cubicBezTo>
                  <a:pt x="812526" y="66398"/>
                  <a:pt x="812874" y="59766"/>
                  <a:pt x="812874" y="54996"/>
                </a:cubicBezTo>
                <a:cubicBezTo>
                  <a:pt x="812874" y="53506"/>
                  <a:pt x="812774" y="51295"/>
                  <a:pt x="812575" y="48364"/>
                </a:cubicBezTo>
                <a:cubicBezTo>
                  <a:pt x="812426" y="45383"/>
                  <a:pt x="812352" y="43172"/>
                  <a:pt x="812352" y="41732"/>
                </a:cubicBezTo>
                <a:cubicBezTo>
                  <a:pt x="812352" y="38950"/>
                  <a:pt x="813345" y="36664"/>
                  <a:pt x="815333" y="34876"/>
                </a:cubicBezTo>
                <a:cubicBezTo>
                  <a:pt x="817370" y="33038"/>
                  <a:pt x="819854" y="32118"/>
                  <a:pt x="822785" y="32118"/>
                </a:cubicBezTo>
                <a:cubicBezTo>
                  <a:pt x="829293" y="32118"/>
                  <a:pt x="832771" y="36018"/>
                  <a:pt x="833218" y="43818"/>
                </a:cubicBezTo>
                <a:lnTo>
                  <a:pt x="833292" y="44638"/>
                </a:lnTo>
                <a:cubicBezTo>
                  <a:pt x="840546" y="37335"/>
                  <a:pt x="848196" y="33683"/>
                  <a:pt x="856245" y="33683"/>
                </a:cubicBezTo>
                <a:cubicBezTo>
                  <a:pt x="865634" y="33683"/>
                  <a:pt x="872118" y="37608"/>
                  <a:pt x="875695" y="45458"/>
                </a:cubicBezTo>
                <a:cubicBezTo>
                  <a:pt x="878079" y="50724"/>
                  <a:pt x="879272" y="58598"/>
                  <a:pt x="879272" y="69081"/>
                </a:cubicBezTo>
                <a:lnTo>
                  <a:pt x="879272" y="74372"/>
                </a:lnTo>
                <a:cubicBezTo>
                  <a:pt x="879222" y="76657"/>
                  <a:pt x="879197" y="78272"/>
                  <a:pt x="879197" y="79216"/>
                </a:cubicBezTo>
                <a:cubicBezTo>
                  <a:pt x="879197" y="83091"/>
                  <a:pt x="879719" y="88084"/>
                  <a:pt x="880762" y="94194"/>
                </a:cubicBezTo>
                <a:cubicBezTo>
                  <a:pt x="881855" y="100305"/>
                  <a:pt x="882401" y="105273"/>
                  <a:pt x="882401" y="109099"/>
                </a:cubicBezTo>
                <a:cubicBezTo>
                  <a:pt x="882401" y="111881"/>
                  <a:pt x="881408" y="114191"/>
                  <a:pt x="879421" y="116029"/>
                </a:cubicBezTo>
                <a:cubicBezTo>
                  <a:pt x="877433" y="117867"/>
                  <a:pt x="874974" y="118786"/>
                  <a:pt x="872043" y="118786"/>
                </a:cubicBezTo>
                <a:close/>
              </a:path>
            </a:pathLst>
          </a:custGeom>
          <a:solidFill xmlns:a="http://schemas.openxmlformats.org/drawingml/2006/main">
            <a:srgbClr val="27A7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CEE76C-FBE3-49C6-94AD-3464ABAD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19" y="1642364"/>
            <a:ext cx="121327" cy="121327"/>
          </a:xfrm>
          <a:custGeom xmlns:a="http://schemas.openxmlformats.org/drawingml/2006/main">
            <a:pathLst>
              <a:path w="121327" h="121327">
                <a:moveTo>
                  <a:pt x="6863" y="0"/>
                </a:moveTo>
                <a:lnTo>
                  <a:pt x="0" y="6863"/>
                </a:lnTo>
                <a:lnTo>
                  <a:pt x="34730" y="41584"/>
                </a:lnTo>
                <a:lnTo>
                  <a:pt x="8203" y="41584"/>
                </a:lnTo>
                <a:lnTo>
                  <a:pt x="8203" y="51122"/>
                </a:lnTo>
                <a:lnTo>
                  <a:pt x="51127" y="51122"/>
                </a:lnTo>
                <a:lnTo>
                  <a:pt x="51127" y="8198"/>
                </a:lnTo>
                <a:lnTo>
                  <a:pt x="41589" y="8198"/>
                </a:lnTo>
                <a:lnTo>
                  <a:pt x="41589" y="34730"/>
                </a:lnTo>
                <a:lnTo>
                  <a:pt x="6863" y="0"/>
                </a:lnTo>
                <a:close/>
                <a:moveTo>
                  <a:pt x="114469" y="0"/>
                </a:moveTo>
                <a:lnTo>
                  <a:pt x="79743" y="34726"/>
                </a:lnTo>
                <a:lnTo>
                  <a:pt x="79743" y="8198"/>
                </a:lnTo>
                <a:lnTo>
                  <a:pt x="70205" y="8198"/>
                </a:lnTo>
                <a:lnTo>
                  <a:pt x="70205" y="51122"/>
                </a:lnTo>
                <a:lnTo>
                  <a:pt x="113129" y="51122"/>
                </a:lnTo>
                <a:lnTo>
                  <a:pt x="113129" y="41584"/>
                </a:lnTo>
                <a:lnTo>
                  <a:pt x="86597" y="41584"/>
                </a:lnTo>
                <a:lnTo>
                  <a:pt x="121327" y="6858"/>
                </a:lnTo>
                <a:lnTo>
                  <a:pt x="114469" y="0"/>
                </a:lnTo>
                <a:close/>
                <a:moveTo>
                  <a:pt x="8203" y="70200"/>
                </a:moveTo>
                <a:lnTo>
                  <a:pt x="8203" y="79738"/>
                </a:lnTo>
                <a:lnTo>
                  <a:pt x="34735" y="79738"/>
                </a:lnTo>
                <a:lnTo>
                  <a:pt x="0" y="114464"/>
                </a:lnTo>
                <a:lnTo>
                  <a:pt x="6868" y="121327"/>
                </a:lnTo>
                <a:lnTo>
                  <a:pt x="41589" y="86592"/>
                </a:lnTo>
                <a:lnTo>
                  <a:pt x="41589" y="113124"/>
                </a:lnTo>
                <a:lnTo>
                  <a:pt x="51127" y="113124"/>
                </a:lnTo>
                <a:lnTo>
                  <a:pt x="51127" y="70200"/>
                </a:lnTo>
                <a:lnTo>
                  <a:pt x="8203" y="70200"/>
                </a:lnTo>
                <a:close/>
                <a:moveTo>
                  <a:pt x="70205" y="70200"/>
                </a:moveTo>
                <a:lnTo>
                  <a:pt x="70205" y="113124"/>
                </a:lnTo>
                <a:lnTo>
                  <a:pt x="79743" y="113124"/>
                </a:lnTo>
                <a:lnTo>
                  <a:pt x="79743" y="86592"/>
                </a:lnTo>
                <a:lnTo>
                  <a:pt x="114469" y="121322"/>
                </a:lnTo>
                <a:lnTo>
                  <a:pt x="121327" y="114464"/>
                </a:lnTo>
                <a:lnTo>
                  <a:pt x="86597" y="79738"/>
                </a:lnTo>
                <a:lnTo>
                  <a:pt x="113129" y="79738"/>
                </a:lnTo>
                <a:lnTo>
                  <a:pt x="113129" y="70200"/>
                </a:lnTo>
                <a:lnTo>
                  <a:pt x="70205" y="70200"/>
                </a:lnTo>
                <a:close/>
              </a:path>
            </a:pathLst>
          </a:custGeom>
          <a:solidFill xmlns:a="http://schemas.openxmlformats.org/drawingml/2006/main">
            <a:srgbClr val="27A7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71EF90-6BD2-411D-B095-FD5947E7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721" y="1637868"/>
            <a:ext cx="130321" cy="130320"/>
          </a:xfrm>
          <a:custGeom xmlns:a="http://schemas.openxmlformats.org/drawingml/2006/main">
            <a:pathLst>
              <a:path w="130321" h="130320">
                <a:moveTo>
                  <a:pt x="31550" y="42901"/>
                </a:moveTo>
                <a:lnTo>
                  <a:pt x="12701" y="42901"/>
                </a:lnTo>
                <a:lnTo>
                  <a:pt x="9521" y="42901"/>
                </a:lnTo>
                <a:lnTo>
                  <a:pt x="9521" y="46081"/>
                </a:lnTo>
                <a:lnTo>
                  <a:pt x="9521" y="55619"/>
                </a:lnTo>
                <a:lnTo>
                  <a:pt x="9521" y="58799"/>
                </a:lnTo>
                <a:lnTo>
                  <a:pt x="12701" y="58799"/>
                </a:lnTo>
                <a:lnTo>
                  <a:pt x="55625" y="58799"/>
                </a:lnTo>
                <a:lnTo>
                  <a:pt x="58804" y="58799"/>
                </a:lnTo>
                <a:lnTo>
                  <a:pt x="58804" y="55619"/>
                </a:lnTo>
                <a:lnTo>
                  <a:pt x="58804" y="12695"/>
                </a:lnTo>
                <a:lnTo>
                  <a:pt x="58804" y="9516"/>
                </a:lnTo>
                <a:lnTo>
                  <a:pt x="55625" y="9516"/>
                </a:lnTo>
                <a:lnTo>
                  <a:pt x="46086" y="9516"/>
                </a:lnTo>
                <a:lnTo>
                  <a:pt x="42907" y="9516"/>
                </a:lnTo>
                <a:lnTo>
                  <a:pt x="42907" y="12695"/>
                </a:lnTo>
                <a:lnTo>
                  <a:pt x="42907" y="31550"/>
                </a:lnTo>
                <a:lnTo>
                  <a:pt x="13609" y="2249"/>
                </a:lnTo>
                <a:lnTo>
                  <a:pt x="11361" y="0"/>
                </a:lnTo>
                <a:lnTo>
                  <a:pt x="9112" y="2248"/>
                </a:lnTo>
                <a:lnTo>
                  <a:pt x="2249" y="9112"/>
                </a:lnTo>
                <a:lnTo>
                  <a:pt x="1" y="11360"/>
                </a:lnTo>
                <a:lnTo>
                  <a:pt x="2250" y="13608"/>
                </a:lnTo>
                <a:lnTo>
                  <a:pt x="31550" y="42901"/>
                </a:lnTo>
                <a:close/>
                <a:moveTo>
                  <a:pt x="11361" y="4497"/>
                </a:moveTo>
                <a:lnTo>
                  <a:pt x="11361" y="4497"/>
                </a:lnTo>
                <a:lnTo>
                  <a:pt x="9112" y="2248"/>
                </a:lnTo>
                <a:lnTo>
                  <a:pt x="11361" y="4497"/>
                </a:lnTo>
                <a:close/>
                <a:moveTo>
                  <a:pt x="4498" y="11360"/>
                </a:moveTo>
                <a:lnTo>
                  <a:pt x="4498" y="11360"/>
                </a:lnTo>
                <a:lnTo>
                  <a:pt x="2249" y="9112"/>
                </a:lnTo>
                <a:lnTo>
                  <a:pt x="4498" y="11360"/>
                </a:lnTo>
                <a:close/>
                <a:moveTo>
                  <a:pt x="11361" y="8993"/>
                </a:moveTo>
                <a:lnTo>
                  <a:pt x="43838" y="41475"/>
                </a:lnTo>
                <a:lnTo>
                  <a:pt x="49266" y="46904"/>
                </a:lnTo>
                <a:lnTo>
                  <a:pt x="49266" y="39227"/>
                </a:lnTo>
                <a:lnTo>
                  <a:pt x="49266" y="15875"/>
                </a:lnTo>
                <a:lnTo>
                  <a:pt x="52445" y="15875"/>
                </a:lnTo>
                <a:lnTo>
                  <a:pt x="52445" y="52440"/>
                </a:lnTo>
                <a:lnTo>
                  <a:pt x="15880" y="52440"/>
                </a:lnTo>
                <a:lnTo>
                  <a:pt x="15880" y="49260"/>
                </a:lnTo>
                <a:lnTo>
                  <a:pt x="39228" y="49260"/>
                </a:lnTo>
                <a:lnTo>
                  <a:pt x="46906" y="49260"/>
                </a:lnTo>
                <a:lnTo>
                  <a:pt x="41476" y="43832"/>
                </a:lnTo>
                <a:lnTo>
                  <a:pt x="8995" y="11359"/>
                </a:lnTo>
                <a:lnTo>
                  <a:pt x="11361" y="8993"/>
                </a:lnTo>
                <a:close/>
                <a:moveTo>
                  <a:pt x="31555" y="87415"/>
                </a:moveTo>
                <a:lnTo>
                  <a:pt x="2250" y="116712"/>
                </a:lnTo>
                <a:lnTo>
                  <a:pt x="0" y="118961"/>
                </a:lnTo>
                <a:lnTo>
                  <a:pt x="2250" y="121210"/>
                </a:lnTo>
                <a:lnTo>
                  <a:pt x="9118" y="128073"/>
                </a:lnTo>
                <a:lnTo>
                  <a:pt x="11365" y="125824"/>
                </a:lnTo>
                <a:lnTo>
                  <a:pt x="13614" y="128072"/>
                </a:lnTo>
                <a:lnTo>
                  <a:pt x="42907" y="98767"/>
                </a:lnTo>
                <a:lnTo>
                  <a:pt x="42907" y="117621"/>
                </a:lnTo>
                <a:lnTo>
                  <a:pt x="42907" y="120800"/>
                </a:lnTo>
                <a:lnTo>
                  <a:pt x="46086" y="120800"/>
                </a:lnTo>
                <a:lnTo>
                  <a:pt x="55625" y="120800"/>
                </a:lnTo>
                <a:lnTo>
                  <a:pt x="58804" y="120800"/>
                </a:lnTo>
                <a:lnTo>
                  <a:pt x="58804" y="117621"/>
                </a:lnTo>
                <a:lnTo>
                  <a:pt x="58804" y="74697"/>
                </a:lnTo>
                <a:lnTo>
                  <a:pt x="58804" y="71517"/>
                </a:lnTo>
                <a:lnTo>
                  <a:pt x="55625" y="71517"/>
                </a:lnTo>
                <a:lnTo>
                  <a:pt x="12701" y="71517"/>
                </a:lnTo>
                <a:lnTo>
                  <a:pt x="9521" y="71517"/>
                </a:lnTo>
                <a:lnTo>
                  <a:pt x="9521" y="74697"/>
                </a:lnTo>
                <a:lnTo>
                  <a:pt x="9521" y="84235"/>
                </a:lnTo>
                <a:lnTo>
                  <a:pt x="9521" y="87415"/>
                </a:lnTo>
                <a:lnTo>
                  <a:pt x="12701" y="87415"/>
                </a:lnTo>
                <a:lnTo>
                  <a:pt x="31555" y="87415"/>
                </a:lnTo>
                <a:close/>
                <a:moveTo>
                  <a:pt x="41481" y="86484"/>
                </a:moveTo>
                <a:lnTo>
                  <a:pt x="39233" y="84235"/>
                </a:lnTo>
                <a:lnTo>
                  <a:pt x="39233" y="84235"/>
                </a:lnTo>
                <a:lnTo>
                  <a:pt x="41481" y="86484"/>
                </a:lnTo>
                <a:close/>
                <a:moveTo>
                  <a:pt x="46910" y="81056"/>
                </a:moveTo>
                <a:lnTo>
                  <a:pt x="39233" y="81056"/>
                </a:lnTo>
                <a:lnTo>
                  <a:pt x="15880" y="81056"/>
                </a:lnTo>
                <a:lnTo>
                  <a:pt x="15880" y="77876"/>
                </a:lnTo>
                <a:lnTo>
                  <a:pt x="52445" y="77876"/>
                </a:lnTo>
                <a:lnTo>
                  <a:pt x="52445" y="114441"/>
                </a:lnTo>
                <a:lnTo>
                  <a:pt x="49266" y="114441"/>
                </a:lnTo>
                <a:lnTo>
                  <a:pt x="49266" y="91089"/>
                </a:lnTo>
                <a:lnTo>
                  <a:pt x="49266" y="83410"/>
                </a:lnTo>
                <a:lnTo>
                  <a:pt x="43838" y="88841"/>
                </a:lnTo>
                <a:lnTo>
                  <a:pt x="11364" y="121328"/>
                </a:lnTo>
                <a:lnTo>
                  <a:pt x="8995" y="118960"/>
                </a:lnTo>
                <a:lnTo>
                  <a:pt x="41481" y="86484"/>
                </a:lnTo>
                <a:lnTo>
                  <a:pt x="46910" y="81056"/>
                </a:lnTo>
                <a:close/>
                <a:moveTo>
                  <a:pt x="46086" y="91089"/>
                </a:moveTo>
                <a:lnTo>
                  <a:pt x="46086" y="91089"/>
                </a:lnTo>
                <a:lnTo>
                  <a:pt x="43838" y="88841"/>
                </a:lnTo>
                <a:lnTo>
                  <a:pt x="46086" y="91089"/>
                </a:lnTo>
                <a:close/>
                <a:moveTo>
                  <a:pt x="13614" y="128072"/>
                </a:moveTo>
                <a:lnTo>
                  <a:pt x="11366" y="125824"/>
                </a:lnTo>
                <a:lnTo>
                  <a:pt x="9118" y="128073"/>
                </a:lnTo>
                <a:lnTo>
                  <a:pt x="11367" y="130320"/>
                </a:lnTo>
                <a:lnTo>
                  <a:pt x="13614" y="128072"/>
                </a:lnTo>
                <a:close/>
                <a:moveTo>
                  <a:pt x="74702" y="58799"/>
                </a:moveTo>
                <a:lnTo>
                  <a:pt x="117626" y="58799"/>
                </a:lnTo>
                <a:lnTo>
                  <a:pt x="120806" y="58799"/>
                </a:lnTo>
                <a:lnTo>
                  <a:pt x="120806" y="55619"/>
                </a:lnTo>
                <a:lnTo>
                  <a:pt x="120806" y="46081"/>
                </a:lnTo>
                <a:lnTo>
                  <a:pt x="120806" y="42901"/>
                </a:lnTo>
                <a:lnTo>
                  <a:pt x="117626" y="42901"/>
                </a:lnTo>
                <a:lnTo>
                  <a:pt x="98771" y="42901"/>
                </a:lnTo>
                <a:lnTo>
                  <a:pt x="128073" y="13603"/>
                </a:lnTo>
                <a:lnTo>
                  <a:pt x="125825" y="11355"/>
                </a:lnTo>
                <a:lnTo>
                  <a:pt x="128073" y="9107"/>
                </a:lnTo>
                <a:lnTo>
                  <a:pt x="121215" y="2248"/>
                </a:lnTo>
                <a:lnTo>
                  <a:pt x="118966" y="4497"/>
                </a:lnTo>
                <a:lnTo>
                  <a:pt x="116718" y="2248"/>
                </a:lnTo>
                <a:lnTo>
                  <a:pt x="87420" y="31546"/>
                </a:lnTo>
                <a:lnTo>
                  <a:pt x="87420" y="12695"/>
                </a:lnTo>
                <a:lnTo>
                  <a:pt x="87420" y="9516"/>
                </a:lnTo>
                <a:lnTo>
                  <a:pt x="84241" y="9516"/>
                </a:lnTo>
                <a:lnTo>
                  <a:pt x="74702" y="9516"/>
                </a:lnTo>
                <a:lnTo>
                  <a:pt x="71523" y="9516"/>
                </a:lnTo>
                <a:lnTo>
                  <a:pt x="71523" y="12695"/>
                </a:lnTo>
                <a:lnTo>
                  <a:pt x="71523" y="55619"/>
                </a:lnTo>
                <a:lnTo>
                  <a:pt x="71523" y="58799"/>
                </a:lnTo>
                <a:lnTo>
                  <a:pt x="74702" y="58799"/>
                </a:lnTo>
                <a:close/>
                <a:moveTo>
                  <a:pt x="81061" y="15875"/>
                </a:moveTo>
                <a:lnTo>
                  <a:pt x="81061" y="39222"/>
                </a:lnTo>
                <a:lnTo>
                  <a:pt x="81061" y="46898"/>
                </a:lnTo>
                <a:lnTo>
                  <a:pt x="86489" y="41471"/>
                </a:lnTo>
                <a:lnTo>
                  <a:pt x="118966" y="8993"/>
                </a:lnTo>
                <a:lnTo>
                  <a:pt x="121328" y="11355"/>
                </a:lnTo>
                <a:lnTo>
                  <a:pt x="88846" y="43832"/>
                </a:lnTo>
                <a:lnTo>
                  <a:pt x="83418" y="49260"/>
                </a:lnTo>
                <a:lnTo>
                  <a:pt x="91094" y="49260"/>
                </a:lnTo>
                <a:lnTo>
                  <a:pt x="114447" y="49260"/>
                </a:lnTo>
                <a:lnTo>
                  <a:pt x="114447" y="52440"/>
                </a:lnTo>
                <a:lnTo>
                  <a:pt x="77882" y="52440"/>
                </a:lnTo>
                <a:lnTo>
                  <a:pt x="77882" y="15875"/>
                </a:lnTo>
                <a:lnTo>
                  <a:pt x="81061" y="15875"/>
                </a:lnTo>
                <a:close/>
                <a:moveTo>
                  <a:pt x="91094" y="46081"/>
                </a:moveTo>
                <a:lnTo>
                  <a:pt x="91094" y="46081"/>
                </a:lnTo>
                <a:lnTo>
                  <a:pt x="88846" y="43832"/>
                </a:lnTo>
                <a:lnTo>
                  <a:pt x="91094" y="46081"/>
                </a:lnTo>
                <a:close/>
                <a:moveTo>
                  <a:pt x="71523" y="71517"/>
                </a:moveTo>
                <a:lnTo>
                  <a:pt x="71523" y="74697"/>
                </a:lnTo>
                <a:lnTo>
                  <a:pt x="71523" y="117621"/>
                </a:lnTo>
                <a:lnTo>
                  <a:pt x="71523" y="120800"/>
                </a:lnTo>
                <a:lnTo>
                  <a:pt x="74702" y="120800"/>
                </a:lnTo>
                <a:lnTo>
                  <a:pt x="84241" y="120800"/>
                </a:lnTo>
                <a:lnTo>
                  <a:pt x="87420" y="120800"/>
                </a:lnTo>
                <a:lnTo>
                  <a:pt x="87420" y="117621"/>
                </a:lnTo>
                <a:lnTo>
                  <a:pt x="87420" y="98766"/>
                </a:lnTo>
                <a:lnTo>
                  <a:pt x="116718" y="128067"/>
                </a:lnTo>
                <a:lnTo>
                  <a:pt x="118966" y="130316"/>
                </a:lnTo>
                <a:lnTo>
                  <a:pt x="121215" y="128067"/>
                </a:lnTo>
                <a:lnTo>
                  <a:pt x="128073" y="121209"/>
                </a:lnTo>
                <a:lnTo>
                  <a:pt x="130321" y="118961"/>
                </a:lnTo>
                <a:lnTo>
                  <a:pt x="128073" y="116712"/>
                </a:lnTo>
                <a:lnTo>
                  <a:pt x="98771" y="87415"/>
                </a:lnTo>
                <a:lnTo>
                  <a:pt x="117626" y="87415"/>
                </a:lnTo>
                <a:lnTo>
                  <a:pt x="120806" y="87415"/>
                </a:lnTo>
                <a:lnTo>
                  <a:pt x="120806" y="84235"/>
                </a:lnTo>
                <a:lnTo>
                  <a:pt x="120806" y="74697"/>
                </a:lnTo>
                <a:lnTo>
                  <a:pt x="120806" y="71517"/>
                </a:lnTo>
                <a:lnTo>
                  <a:pt x="117626" y="71517"/>
                </a:lnTo>
                <a:lnTo>
                  <a:pt x="74702" y="71517"/>
                </a:lnTo>
                <a:lnTo>
                  <a:pt x="71523" y="71517"/>
                </a:lnTo>
                <a:close/>
                <a:moveTo>
                  <a:pt x="118966" y="125819"/>
                </a:moveTo>
                <a:lnTo>
                  <a:pt x="118966" y="125819"/>
                </a:lnTo>
                <a:lnTo>
                  <a:pt x="121215" y="128067"/>
                </a:lnTo>
                <a:lnTo>
                  <a:pt x="118966" y="125819"/>
                </a:lnTo>
                <a:close/>
                <a:moveTo>
                  <a:pt x="86489" y="88841"/>
                </a:moveTo>
                <a:lnTo>
                  <a:pt x="84241" y="91089"/>
                </a:lnTo>
                <a:lnTo>
                  <a:pt x="84241" y="91089"/>
                </a:lnTo>
                <a:lnTo>
                  <a:pt x="86489" y="88841"/>
                </a:lnTo>
                <a:close/>
                <a:moveTo>
                  <a:pt x="81061" y="83412"/>
                </a:moveTo>
                <a:lnTo>
                  <a:pt x="81061" y="91089"/>
                </a:lnTo>
                <a:lnTo>
                  <a:pt x="81061" y="114441"/>
                </a:lnTo>
                <a:lnTo>
                  <a:pt x="77882" y="114441"/>
                </a:lnTo>
                <a:lnTo>
                  <a:pt x="77882" y="77876"/>
                </a:lnTo>
                <a:lnTo>
                  <a:pt x="114447" y="77876"/>
                </a:lnTo>
                <a:lnTo>
                  <a:pt x="114447" y="81056"/>
                </a:lnTo>
                <a:lnTo>
                  <a:pt x="91094" y="81056"/>
                </a:lnTo>
                <a:lnTo>
                  <a:pt x="83418" y="81056"/>
                </a:lnTo>
                <a:lnTo>
                  <a:pt x="88846" y="86484"/>
                </a:lnTo>
                <a:lnTo>
                  <a:pt x="121328" y="118961"/>
                </a:lnTo>
                <a:lnTo>
                  <a:pt x="118967" y="121322"/>
                </a:lnTo>
                <a:lnTo>
                  <a:pt x="86489" y="88841"/>
                </a:lnTo>
                <a:lnTo>
                  <a:pt x="81061" y="83412"/>
                </a:lnTo>
                <a:close/>
                <a:moveTo>
                  <a:pt x="91094" y="84235"/>
                </a:moveTo>
                <a:lnTo>
                  <a:pt x="91094" y="84235"/>
                </a:lnTo>
                <a:lnTo>
                  <a:pt x="88846" y="86484"/>
                </a:lnTo>
                <a:lnTo>
                  <a:pt x="91094" y="84235"/>
                </a:lnTo>
                <a:close/>
                <a:moveTo>
                  <a:pt x="118966" y="0"/>
                </a:moveTo>
                <a:lnTo>
                  <a:pt x="116718" y="2248"/>
                </a:lnTo>
                <a:lnTo>
                  <a:pt x="118966" y="4497"/>
                </a:lnTo>
                <a:lnTo>
                  <a:pt x="121215" y="2248"/>
                </a:lnTo>
                <a:lnTo>
                  <a:pt x="118966" y="0"/>
                </a:lnTo>
                <a:close/>
                <a:moveTo>
                  <a:pt x="128073" y="9107"/>
                </a:moveTo>
                <a:lnTo>
                  <a:pt x="125825" y="11355"/>
                </a:lnTo>
                <a:lnTo>
                  <a:pt x="128073" y="13603"/>
                </a:lnTo>
                <a:lnTo>
                  <a:pt x="130321" y="11355"/>
                </a:lnTo>
                <a:lnTo>
                  <a:pt x="128073" y="9107"/>
                </a:lnTo>
                <a:close/>
              </a:path>
            </a:pathLst>
          </a:custGeom>
          <a:solidFill xmlns:a="http://schemas.openxmlformats.org/drawingml/2006/main">
            <a:srgbClr val="27A7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55461C-3950-46A8-84E6-4D4EDC78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848" y="1411724"/>
            <a:ext cx="668676" cy="124897"/>
          </a:xfrm>
          <a:custGeom xmlns:a="http://schemas.openxmlformats.org/drawingml/2006/main">
            <a:pathLst>
              <a:path w="668676" h="124897">
                <a:moveTo>
                  <a:pt x="0" y="119606"/>
                </a:moveTo>
                <a:close/>
                <a:moveTo>
                  <a:pt x="42551" y="124152"/>
                </a:moveTo>
                <a:cubicBezTo>
                  <a:pt x="29933" y="124152"/>
                  <a:pt x="19996" y="121345"/>
                  <a:pt x="12743" y="115731"/>
                </a:cubicBezTo>
                <a:cubicBezTo>
                  <a:pt x="6632" y="111061"/>
                  <a:pt x="3577" y="105671"/>
                  <a:pt x="3577" y="99560"/>
                </a:cubicBezTo>
                <a:cubicBezTo>
                  <a:pt x="3577" y="96430"/>
                  <a:pt x="4521" y="93847"/>
                  <a:pt x="6409" y="91810"/>
                </a:cubicBezTo>
                <a:cubicBezTo>
                  <a:pt x="8297" y="89723"/>
                  <a:pt x="10905" y="88680"/>
                  <a:pt x="14233" y="88680"/>
                </a:cubicBezTo>
                <a:cubicBezTo>
                  <a:pt x="18705" y="88680"/>
                  <a:pt x="21984" y="90965"/>
                  <a:pt x="24070" y="95536"/>
                </a:cubicBezTo>
                <a:cubicBezTo>
                  <a:pt x="26902" y="101646"/>
                  <a:pt x="33311" y="104702"/>
                  <a:pt x="43297" y="104702"/>
                </a:cubicBezTo>
                <a:cubicBezTo>
                  <a:pt x="51842" y="104702"/>
                  <a:pt x="60113" y="102839"/>
                  <a:pt x="68112" y="99113"/>
                </a:cubicBezTo>
                <a:cubicBezTo>
                  <a:pt x="76409" y="95287"/>
                  <a:pt x="80557" y="91089"/>
                  <a:pt x="80557" y="86519"/>
                </a:cubicBezTo>
                <a:cubicBezTo>
                  <a:pt x="80557" y="80259"/>
                  <a:pt x="77974" y="76135"/>
                  <a:pt x="72807" y="74148"/>
                </a:cubicBezTo>
                <a:cubicBezTo>
                  <a:pt x="69131" y="72708"/>
                  <a:pt x="61753" y="71863"/>
                  <a:pt x="50674" y="71615"/>
                </a:cubicBezTo>
                <a:cubicBezTo>
                  <a:pt x="42079" y="71416"/>
                  <a:pt x="34379" y="69801"/>
                  <a:pt x="27573" y="66771"/>
                </a:cubicBezTo>
                <a:cubicBezTo>
                  <a:pt x="18382" y="62647"/>
                  <a:pt x="13861" y="56735"/>
                  <a:pt x="14010" y="49035"/>
                </a:cubicBezTo>
                <a:cubicBezTo>
                  <a:pt x="14159" y="39347"/>
                  <a:pt x="19326" y="30479"/>
                  <a:pt x="29510" y="22431"/>
                </a:cubicBezTo>
                <a:cubicBezTo>
                  <a:pt x="39695" y="14333"/>
                  <a:pt x="50923" y="10284"/>
                  <a:pt x="63194" y="10284"/>
                </a:cubicBezTo>
                <a:cubicBezTo>
                  <a:pt x="68062" y="10284"/>
                  <a:pt x="74074" y="11402"/>
                  <a:pt x="81228" y="13637"/>
                </a:cubicBezTo>
                <a:cubicBezTo>
                  <a:pt x="90121" y="16419"/>
                  <a:pt x="94567" y="19624"/>
                  <a:pt x="94567" y="23251"/>
                </a:cubicBezTo>
                <a:cubicBezTo>
                  <a:pt x="94567" y="25834"/>
                  <a:pt x="93673" y="28119"/>
                  <a:pt x="91884" y="30106"/>
                </a:cubicBezTo>
                <a:cubicBezTo>
                  <a:pt x="89897" y="32342"/>
                  <a:pt x="87338" y="33460"/>
                  <a:pt x="84209" y="33460"/>
                </a:cubicBezTo>
                <a:cubicBezTo>
                  <a:pt x="81874" y="33460"/>
                  <a:pt x="78371" y="32963"/>
                  <a:pt x="73701" y="31969"/>
                </a:cubicBezTo>
                <a:cubicBezTo>
                  <a:pt x="69081" y="30976"/>
                  <a:pt x="65578" y="30479"/>
                  <a:pt x="63194" y="30479"/>
                </a:cubicBezTo>
                <a:cubicBezTo>
                  <a:pt x="56785" y="30529"/>
                  <a:pt x="50699" y="32069"/>
                  <a:pt x="44936" y="35099"/>
                </a:cubicBezTo>
                <a:cubicBezTo>
                  <a:pt x="38974" y="38180"/>
                  <a:pt x="35994" y="41533"/>
                  <a:pt x="35994" y="45160"/>
                </a:cubicBezTo>
                <a:cubicBezTo>
                  <a:pt x="35994" y="47048"/>
                  <a:pt x="36888" y="48612"/>
                  <a:pt x="38676" y="49854"/>
                </a:cubicBezTo>
                <a:cubicBezTo>
                  <a:pt x="40515" y="51047"/>
                  <a:pt x="43247" y="51891"/>
                  <a:pt x="46874" y="52388"/>
                </a:cubicBezTo>
                <a:cubicBezTo>
                  <a:pt x="53233" y="52736"/>
                  <a:pt x="59567" y="53084"/>
                  <a:pt x="65876" y="53431"/>
                </a:cubicBezTo>
                <a:cubicBezTo>
                  <a:pt x="76906" y="54276"/>
                  <a:pt x="85624" y="57381"/>
                  <a:pt x="92033" y="62747"/>
                </a:cubicBezTo>
                <a:cubicBezTo>
                  <a:pt x="99088" y="68708"/>
                  <a:pt x="102615" y="76955"/>
                  <a:pt x="102615" y="87487"/>
                </a:cubicBezTo>
                <a:cubicBezTo>
                  <a:pt x="102615" y="100305"/>
                  <a:pt x="95312" y="110018"/>
                  <a:pt x="80706" y="116625"/>
                </a:cubicBezTo>
                <a:cubicBezTo>
                  <a:pt x="69578" y="121643"/>
                  <a:pt x="56859" y="124152"/>
                  <a:pt x="42551" y="124152"/>
                </a:cubicBezTo>
                <a:close/>
                <a:moveTo>
                  <a:pt x="105820" y="119606"/>
                </a:moveTo>
                <a:close/>
                <a:moveTo>
                  <a:pt x="150979" y="123034"/>
                </a:moveTo>
                <a:cubicBezTo>
                  <a:pt x="139106" y="123034"/>
                  <a:pt x="129393" y="120202"/>
                  <a:pt x="121842" y="114539"/>
                </a:cubicBezTo>
                <a:cubicBezTo>
                  <a:pt x="113495" y="108279"/>
                  <a:pt x="109322" y="99460"/>
                  <a:pt x="109322" y="88084"/>
                </a:cubicBezTo>
                <a:cubicBezTo>
                  <a:pt x="109322" y="75514"/>
                  <a:pt x="112626" y="64883"/>
                  <a:pt x="119233" y="56189"/>
                </a:cubicBezTo>
                <a:cubicBezTo>
                  <a:pt x="126586" y="46551"/>
                  <a:pt x="136497" y="41732"/>
                  <a:pt x="148967" y="41732"/>
                </a:cubicBezTo>
                <a:cubicBezTo>
                  <a:pt x="157612" y="41732"/>
                  <a:pt x="164790" y="43123"/>
                  <a:pt x="170504" y="45905"/>
                </a:cubicBezTo>
                <a:cubicBezTo>
                  <a:pt x="178005" y="49581"/>
                  <a:pt x="181756" y="55294"/>
                  <a:pt x="181756" y="63045"/>
                </a:cubicBezTo>
                <a:cubicBezTo>
                  <a:pt x="181756" y="68510"/>
                  <a:pt x="178701" y="73353"/>
                  <a:pt x="172590" y="77576"/>
                </a:cubicBezTo>
                <a:cubicBezTo>
                  <a:pt x="169808" y="79514"/>
                  <a:pt x="164219" y="82346"/>
                  <a:pt x="155823" y="86072"/>
                </a:cubicBezTo>
                <a:lnTo>
                  <a:pt x="130710" y="97175"/>
                </a:lnTo>
                <a:cubicBezTo>
                  <a:pt x="133094" y="99759"/>
                  <a:pt x="135976" y="101696"/>
                  <a:pt x="139354" y="102988"/>
                </a:cubicBezTo>
                <a:cubicBezTo>
                  <a:pt x="142732" y="104280"/>
                  <a:pt x="146607" y="104925"/>
                  <a:pt x="150979" y="104925"/>
                </a:cubicBezTo>
                <a:cubicBezTo>
                  <a:pt x="157636" y="104925"/>
                  <a:pt x="163275" y="103559"/>
                  <a:pt x="167895" y="100827"/>
                </a:cubicBezTo>
                <a:cubicBezTo>
                  <a:pt x="172019" y="98392"/>
                  <a:pt x="175323" y="97175"/>
                  <a:pt x="177807" y="97175"/>
                </a:cubicBezTo>
                <a:cubicBezTo>
                  <a:pt x="182974" y="97175"/>
                  <a:pt x="185557" y="99684"/>
                  <a:pt x="185557" y="104702"/>
                </a:cubicBezTo>
                <a:cubicBezTo>
                  <a:pt x="185557" y="110365"/>
                  <a:pt x="181409" y="114986"/>
                  <a:pt x="173112" y="118563"/>
                </a:cubicBezTo>
                <a:cubicBezTo>
                  <a:pt x="166157" y="121544"/>
                  <a:pt x="158779" y="123034"/>
                  <a:pt x="150979" y="123034"/>
                </a:cubicBezTo>
                <a:close/>
                <a:moveTo>
                  <a:pt x="148967" y="59766"/>
                </a:moveTo>
                <a:cubicBezTo>
                  <a:pt x="144347" y="59766"/>
                  <a:pt x="140397" y="61306"/>
                  <a:pt x="137118" y="64386"/>
                </a:cubicBezTo>
                <a:cubicBezTo>
                  <a:pt x="133839" y="67466"/>
                  <a:pt x="131206" y="72087"/>
                  <a:pt x="129219" y="78247"/>
                </a:cubicBezTo>
                <a:cubicBezTo>
                  <a:pt x="134833" y="75813"/>
                  <a:pt x="140422" y="73403"/>
                  <a:pt x="145986" y="71018"/>
                </a:cubicBezTo>
                <a:cubicBezTo>
                  <a:pt x="152693" y="67988"/>
                  <a:pt x="158034" y="65181"/>
                  <a:pt x="162008" y="62598"/>
                </a:cubicBezTo>
                <a:cubicBezTo>
                  <a:pt x="158680" y="60710"/>
                  <a:pt x="154333" y="59766"/>
                  <a:pt x="148967" y="59766"/>
                </a:cubicBezTo>
                <a:close/>
                <a:moveTo>
                  <a:pt x="191221" y="119606"/>
                </a:moveTo>
                <a:close/>
                <a:moveTo>
                  <a:pt x="221774" y="108651"/>
                </a:moveTo>
                <a:cubicBezTo>
                  <a:pt x="221774" y="118091"/>
                  <a:pt x="218346" y="122810"/>
                  <a:pt x="211490" y="122810"/>
                </a:cubicBezTo>
                <a:cubicBezTo>
                  <a:pt x="208509" y="122810"/>
                  <a:pt x="206050" y="121866"/>
                  <a:pt x="204113" y="119979"/>
                </a:cubicBezTo>
                <a:cubicBezTo>
                  <a:pt x="202175" y="118091"/>
                  <a:pt x="201206" y="115656"/>
                  <a:pt x="201206" y="112676"/>
                </a:cubicBezTo>
                <a:lnTo>
                  <a:pt x="201206" y="9613"/>
                </a:lnTo>
                <a:cubicBezTo>
                  <a:pt x="201206" y="6732"/>
                  <a:pt x="202250" y="4372"/>
                  <a:pt x="204336" y="2534"/>
                </a:cubicBezTo>
                <a:cubicBezTo>
                  <a:pt x="206323" y="845"/>
                  <a:pt x="208783" y="0"/>
                  <a:pt x="211714" y="0"/>
                </a:cubicBezTo>
                <a:cubicBezTo>
                  <a:pt x="214645" y="0"/>
                  <a:pt x="217054" y="894"/>
                  <a:pt x="218942" y="2683"/>
                </a:cubicBezTo>
                <a:cubicBezTo>
                  <a:pt x="220830" y="4422"/>
                  <a:pt x="221774" y="6732"/>
                  <a:pt x="221774" y="9613"/>
                </a:cubicBezTo>
                <a:lnTo>
                  <a:pt x="221774" y="108651"/>
                </a:lnTo>
                <a:close/>
                <a:moveTo>
                  <a:pt x="233101" y="119606"/>
                </a:moveTo>
                <a:close/>
                <a:moveTo>
                  <a:pt x="278261" y="123034"/>
                </a:moveTo>
                <a:cubicBezTo>
                  <a:pt x="266387" y="123034"/>
                  <a:pt x="256675" y="120202"/>
                  <a:pt x="249123" y="114539"/>
                </a:cubicBezTo>
                <a:cubicBezTo>
                  <a:pt x="240777" y="108279"/>
                  <a:pt x="236604" y="99460"/>
                  <a:pt x="236604" y="88084"/>
                </a:cubicBezTo>
                <a:cubicBezTo>
                  <a:pt x="236604" y="75514"/>
                  <a:pt x="239907" y="64883"/>
                  <a:pt x="246515" y="56189"/>
                </a:cubicBezTo>
                <a:cubicBezTo>
                  <a:pt x="253868" y="46551"/>
                  <a:pt x="263779" y="41732"/>
                  <a:pt x="276249" y="41732"/>
                </a:cubicBezTo>
                <a:cubicBezTo>
                  <a:pt x="284893" y="41732"/>
                  <a:pt x="292072" y="43123"/>
                  <a:pt x="297785" y="45905"/>
                </a:cubicBezTo>
                <a:cubicBezTo>
                  <a:pt x="305287" y="49581"/>
                  <a:pt x="309038" y="55294"/>
                  <a:pt x="309038" y="63045"/>
                </a:cubicBezTo>
                <a:cubicBezTo>
                  <a:pt x="309038" y="68510"/>
                  <a:pt x="305983" y="73353"/>
                  <a:pt x="299872" y="77576"/>
                </a:cubicBezTo>
                <a:cubicBezTo>
                  <a:pt x="297090" y="79514"/>
                  <a:pt x="291501" y="82346"/>
                  <a:pt x="283105" y="86072"/>
                </a:cubicBezTo>
                <a:lnTo>
                  <a:pt x="257991" y="97175"/>
                </a:lnTo>
                <a:cubicBezTo>
                  <a:pt x="260376" y="99759"/>
                  <a:pt x="263257" y="101696"/>
                  <a:pt x="266636" y="102988"/>
                </a:cubicBezTo>
                <a:cubicBezTo>
                  <a:pt x="270014" y="104280"/>
                  <a:pt x="273889" y="104925"/>
                  <a:pt x="278261" y="104925"/>
                </a:cubicBezTo>
                <a:cubicBezTo>
                  <a:pt x="284918" y="104925"/>
                  <a:pt x="290557" y="103559"/>
                  <a:pt x="295177" y="100827"/>
                </a:cubicBezTo>
                <a:cubicBezTo>
                  <a:pt x="299301" y="98392"/>
                  <a:pt x="302604" y="97175"/>
                  <a:pt x="305088" y="97175"/>
                </a:cubicBezTo>
                <a:cubicBezTo>
                  <a:pt x="310255" y="97175"/>
                  <a:pt x="312839" y="99684"/>
                  <a:pt x="312839" y="104702"/>
                </a:cubicBezTo>
                <a:cubicBezTo>
                  <a:pt x="312839" y="110365"/>
                  <a:pt x="308690" y="114986"/>
                  <a:pt x="300394" y="118563"/>
                </a:cubicBezTo>
                <a:cubicBezTo>
                  <a:pt x="293438" y="121544"/>
                  <a:pt x="286061" y="123034"/>
                  <a:pt x="278261" y="123034"/>
                </a:cubicBezTo>
                <a:close/>
                <a:moveTo>
                  <a:pt x="276249" y="59766"/>
                </a:moveTo>
                <a:cubicBezTo>
                  <a:pt x="271629" y="59766"/>
                  <a:pt x="267679" y="61306"/>
                  <a:pt x="264400" y="64386"/>
                </a:cubicBezTo>
                <a:cubicBezTo>
                  <a:pt x="261121" y="67466"/>
                  <a:pt x="258488" y="72087"/>
                  <a:pt x="256501" y="78247"/>
                </a:cubicBezTo>
                <a:cubicBezTo>
                  <a:pt x="262115" y="75813"/>
                  <a:pt x="267704" y="73403"/>
                  <a:pt x="273268" y="71018"/>
                </a:cubicBezTo>
                <a:cubicBezTo>
                  <a:pt x="279975" y="67988"/>
                  <a:pt x="285316" y="65181"/>
                  <a:pt x="289290" y="62598"/>
                </a:cubicBezTo>
                <a:cubicBezTo>
                  <a:pt x="285961" y="60710"/>
                  <a:pt x="281614" y="59766"/>
                  <a:pt x="276249" y="59766"/>
                </a:cubicBezTo>
                <a:close/>
                <a:moveTo>
                  <a:pt x="318502" y="119606"/>
                </a:moveTo>
                <a:close/>
                <a:moveTo>
                  <a:pt x="360383" y="124301"/>
                </a:moveTo>
                <a:cubicBezTo>
                  <a:pt x="349453" y="124301"/>
                  <a:pt x="340287" y="121196"/>
                  <a:pt x="332885" y="114986"/>
                </a:cubicBezTo>
                <a:cubicBezTo>
                  <a:pt x="325085" y="108428"/>
                  <a:pt x="321185" y="99783"/>
                  <a:pt x="321185" y="89052"/>
                </a:cubicBezTo>
                <a:cubicBezTo>
                  <a:pt x="321185" y="79166"/>
                  <a:pt x="324687" y="68957"/>
                  <a:pt x="331692" y="58424"/>
                </a:cubicBezTo>
                <a:cubicBezTo>
                  <a:pt x="339641" y="46402"/>
                  <a:pt x="348882" y="40390"/>
                  <a:pt x="359414" y="40390"/>
                </a:cubicBezTo>
                <a:cubicBezTo>
                  <a:pt x="364581" y="40390"/>
                  <a:pt x="370617" y="41781"/>
                  <a:pt x="377523" y="44563"/>
                </a:cubicBezTo>
                <a:cubicBezTo>
                  <a:pt x="385919" y="47991"/>
                  <a:pt x="390117" y="51941"/>
                  <a:pt x="390117" y="56412"/>
                </a:cubicBezTo>
                <a:cubicBezTo>
                  <a:pt x="390117" y="58847"/>
                  <a:pt x="389272" y="61008"/>
                  <a:pt x="387583" y="62896"/>
                </a:cubicBezTo>
                <a:cubicBezTo>
                  <a:pt x="385794" y="64933"/>
                  <a:pt x="383484" y="65951"/>
                  <a:pt x="380653" y="65951"/>
                </a:cubicBezTo>
                <a:cubicBezTo>
                  <a:pt x="378516" y="65951"/>
                  <a:pt x="375933" y="64808"/>
                  <a:pt x="372902" y="62523"/>
                </a:cubicBezTo>
                <a:cubicBezTo>
                  <a:pt x="369922" y="60188"/>
                  <a:pt x="365425" y="59021"/>
                  <a:pt x="359414" y="59021"/>
                </a:cubicBezTo>
                <a:cubicBezTo>
                  <a:pt x="355589" y="59021"/>
                  <a:pt x="351440" y="62771"/>
                  <a:pt x="346969" y="70273"/>
                </a:cubicBezTo>
                <a:cubicBezTo>
                  <a:pt x="342697" y="77527"/>
                  <a:pt x="340560" y="83786"/>
                  <a:pt x="340560" y="89052"/>
                </a:cubicBezTo>
                <a:cubicBezTo>
                  <a:pt x="340560" y="94269"/>
                  <a:pt x="342448" y="98368"/>
                  <a:pt x="346224" y="101348"/>
                </a:cubicBezTo>
                <a:cubicBezTo>
                  <a:pt x="349801" y="104180"/>
                  <a:pt x="354521" y="105596"/>
                  <a:pt x="360383" y="105596"/>
                </a:cubicBezTo>
                <a:cubicBezTo>
                  <a:pt x="363711" y="105596"/>
                  <a:pt x="367785" y="104329"/>
                  <a:pt x="372604" y="101795"/>
                </a:cubicBezTo>
                <a:cubicBezTo>
                  <a:pt x="377423" y="99262"/>
                  <a:pt x="380479" y="97995"/>
                  <a:pt x="381770" y="97995"/>
                </a:cubicBezTo>
                <a:cubicBezTo>
                  <a:pt x="384453" y="97995"/>
                  <a:pt x="386738" y="98964"/>
                  <a:pt x="388626" y="100901"/>
                </a:cubicBezTo>
                <a:cubicBezTo>
                  <a:pt x="390564" y="102839"/>
                  <a:pt x="391533" y="105050"/>
                  <a:pt x="391533" y="107534"/>
                </a:cubicBezTo>
                <a:cubicBezTo>
                  <a:pt x="391533" y="111409"/>
                  <a:pt x="387310" y="115284"/>
                  <a:pt x="378864" y="119159"/>
                </a:cubicBezTo>
                <a:cubicBezTo>
                  <a:pt x="371313" y="122587"/>
                  <a:pt x="365152" y="124301"/>
                  <a:pt x="360383" y="124301"/>
                </a:cubicBezTo>
                <a:close/>
                <a:moveTo>
                  <a:pt x="396898" y="119606"/>
                </a:moveTo>
                <a:close/>
                <a:moveTo>
                  <a:pt x="457111" y="59617"/>
                </a:moveTo>
                <a:cubicBezTo>
                  <a:pt x="456068" y="59617"/>
                  <a:pt x="454826" y="59592"/>
                  <a:pt x="453385" y="59542"/>
                </a:cubicBezTo>
                <a:cubicBezTo>
                  <a:pt x="451994" y="59443"/>
                  <a:pt x="450777" y="59393"/>
                  <a:pt x="449733" y="59393"/>
                </a:cubicBezTo>
                <a:cubicBezTo>
                  <a:pt x="447696" y="59393"/>
                  <a:pt x="445337" y="59592"/>
                  <a:pt x="442654" y="59989"/>
                </a:cubicBezTo>
                <a:cubicBezTo>
                  <a:pt x="443548" y="80060"/>
                  <a:pt x="443995" y="93176"/>
                  <a:pt x="443995" y="99336"/>
                </a:cubicBezTo>
                <a:cubicBezTo>
                  <a:pt x="443995" y="99982"/>
                  <a:pt x="444020" y="101199"/>
                  <a:pt x="444070" y="102988"/>
                </a:cubicBezTo>
                <a:cubicBezTo>
                  <a:pt x="444119" y="104727"/>
                  <a:pt x="444144" y="106143"/>
                  <a:pt x="444144" y="107236"/>
                </a:cubicBezTo>
                <a:cubicBezTo>
                  <a:pt x="444144" y="118662"/>
                  <a:pt x="440542" y="124375"/>
                  <a:pt x="433339" y="124375"/>
                </a:cubicBezTo>
                <a:cubicBezTo>
                  <a:pt x="430606" y="124375"/>
                  <a:pt x="428247" y="123531"/>
                  <a:pt x="426259" y="121842"/>
                </a:cubicBezTo>
                <a:cubicBezTo>
                  <a:pt x="424073" y="120053"/>
                  <a:pt x="422980" y="117817"/>
                  <a:pt x="422980" y="115135"/>
                </a:cubicBezTo>
                <a:cubicBezTo>
                  <a:pt x="422980" y="113346"/>
                  <a:pt x="423055" y="110663"/>
                  <a:pt x="423204" y="107086"/>
                </a:cubicBezTo>
                <a:cubicBezTo>
                  <a:pt x="423353" y="103509"/>
                  <a:pt x="423427" y="100827"/>
                  <a:pt x="423427" y="99038"/>
                </a:cubicBezTo>
                <a:cubicBezTo>
                  <a:pt x="423427" y="93027"/>
                  <a:pt x="422980" y="80160"/>
                  <a:pt x="422086" y="60436"/>
                </a:cubicBezTo>
                <a:cubicBezTo>
                  <a:pt x="419006" y="60287"/>
                  <a:pt x="414336" y="59890"/>
                  <a:pt x="408076" y="59244"/>
                </a:cubicBezTo>
                <a:cubicBezTo>
                  <a:pt x="401866" y="58549"/>
                  <a:pt x="398761" y="55319"/>
                  <a:pt x="398761" y="49556"/>
                </a:cubicBezTo>
                <a:cubicBezTo>
                  <a:pt x="398761" y="46774"/>
                  <a:pt x="399705" y="44414"/>
                  <a:pt x="401593" y="42477"/>
                </a:cubicBezTo>
                <a:cubicBezTo>
                  <a:pt x="403481" y="40539"/>
                  <a:pt x="405915" y="39571"/>
                  <a:pt x="408896" y="39571"/>
                </a:cubicBezTo>
                <a:cubicBezTo>
                  <a:pt x="410734" y="39571"/>
                  <a:pt x="414957" y="39869"/>
                  <a:pt x="421564" y="40465"/>
                </a:cubicBezTo>
                <a:cubicBezTo>
                  <a:pt x="421515" y="38875"/>
                  <a:pt x="421391" y="36242"/>
                  <a:pt x="421192" y="32566"/>
                </a:cubicBezTo>
                <a:cubicBezTo>
                  <a:pt x="420993" y="29386"/>
                  <a:pt x="420894" y="26927"/>
                  <a:pt x="420894" y="25188"/>
                </a:cubicBezTo>
                <a:cubicBezTo>
                  <a:pt x="420894" y="22406"/>
                  <a:pt x="421912" y="20096"/>
                  <a:pt x="423949" y="18258"/>
                </a:cubicBezTo>
                <a:cubicBezTo>
                  <a:pt x="425986" y="16419"/>
                  <a:pt x="428445" y="15500"/>
                  <a:pt x="431327" y="15500"/>
                </a:cubicBezTo>
                <a:cubicBezTo>
                  <a:pt x="438679" y="15500"/>
                  <a:pt x="442356" y="21686"/>
                  <a:pt x="442356" y="34056"/>
                </a:cubicBezTo>
                <a:lnTo>
                  <a:pt x="442207" y="40167"/>
                </a:lnTo>
                <a:cubicBezTo>
                  <a:pt x="445287" y="39720"/>
                  <a:pt x="447796" y="39496"/>
                  <a:pt x="449733" y="39496"/>
                </a:cubicBezTo>
                <a:cubicBezTo>
                  <a:pt x="455447" y="39496"/>
                  <a:pt x="459347" y="39869"/>
                  <a:pt x="461433" y="40614"/>
                </a:cubicBezTo>
                <a:cubicBezTo>
                  <a:pt x="465408" y="42005"/>
                  <a:pt x="467395" y="45035"/>
                  <a:pt x="467395" y="49705"/>
                </a:cubicBezTo>
                <a:cubicBezTo>
                  <a:pt x="467395" y="52537"/>
                  <a:pt x="466426" y="54897"/>
                  <a:pt x="464488" y="56785"/>
                </a:cubicBezTo>
                <a:cubicBezTo>
                  <a:pt x="462551" y="58673"/>
                  <a:pt x="460092" y="59617"/>
                  <a:pt x="457111" y="59617"/>
                </a:cubicBezTo>
                <a:close/>
                <a:moveTo>
                  <a:pt x="468885" y="119606"/>
                </a:moveTo>
                <a:close/>
                <a:moveTo>
                  <a:pt x="493477" y="30032"/>
                </a:moveTo>
                <a:cubicBezTo>
                  <a:pt x="490298" y="30032"/>
                  <a:pt x="487540" y="28964"/>
                  <a:pt x="485205" y="26828"/>
                </a:cubicBezTo>
                <a:cubicBezTo>
                  <a:pt x="482870" y="24691"/>
                  <a:pt x="481703" y="22083"/>
                  <a:pt x="481703" y="19003"/>
                </a:cubicBezTo>
                <a:cubicBezTo>
                  <a:pt x="481703" y="15923"/>
                  <a:pt x="482870" y="13314"/>
                  <a:pt x="485205" y="11178"/>
                </a:cubicBezTo>
                <a:cubicBezTo>
                  <a:pt x="487540" y="9042"/>
                  <a:pt x="490298" y="7974"/>
                  <a:pt x="493477" y="7974"/>
                </a:cubicBezTo>
                <a:cubicBezTo>
                  <a:pt x="496657" y="7974"/>
                  <a:pt x="499389" y="9042"/>
                  <a:pt x="501674" y="11178"/>
                </a:cubicBezTo>
                <a:cubicBezTo>
                  <a:pt x="504009" y="13314"/>
                  <a:pt x="505177" y="15923"/>
                  <a:pt x="505177" y="19003"/>
                </a:cubicBezTo>
                <a:cubicBezTo>
                  <a:pt x="505177" y="22083"/>
                  <a:pt x="504009" y="24691"/>
                  <a:pt x="501674" y="26828"/>
                </a:cubicBezTo>
                <a:cubicBezTo>
                  <a:pt x="499389" y="28964"/>
                  <a:pt x="496657" y="30032"/>
                  <a:pt x="493477" y="30032"/>
                </a:cubicBezTo>
                <a:close/>
                <a:moveTo>
                  <a:pt x="499811" y="84656"/>
                </a:moveTo>
                <a:cubicBezTo>
                  <a:pt x="499811" y="87487"/>
                  <a:pt x="499886" y="92033"/>
                  <a:pt x="500035" y="98293"/>
                </a:cubicBezTo>
                <a:cubicBezTo>
                  <a:pt x="500234" y="104553"/>
                  <a:pt x="500333" y="109099"/>
                  <a:pt x="500333" y="111930"/>
                </a:cubicBezTo>
                <a:cubicBezTo>
                  <a:pt x="500333" y="114812"/>
                  <a:pt x="499364" y="117196"/>
                  <a:pt x="497427" y="119084"/>
                </a:cubicBezTo>
                <a:cubicBezTo>
                  <a:pt x="495489" y="120923"/>
                  <a:pt x="493030" y="121842"/>
                  <a:pt x="490049" y="121842"/>
                </a:cubicBezTo>
                <a:cubicBezTo>
                  <a:pt x="487068" y="121842"/>
                  <a:pt x="484609" y="120923"/>
                  <a:pt x="482672" y="119084"/>
                </a:cubicBezTo>
                <a:cubicBezTo>
                  <a:pt x="480734" y="117196"/>
                  <a:pt x="479765" y="114812"/>
                  <a:pt x="479765" y="111930"/>
                </a:cubicBezTo>
                <a:cubicBezTo>
                  <a:pt x="479765" y="109099"/>
                  <a:pt x="479666" y="104553"/>
                  <a:pt x="479467" y="98293"/>
                </a:cubicBezTo>
                <a:cubicBezTo>
                  <a:pt x="479318" y="92033"/>
                  <a:pt x="479244" y="87487"/>
                  <a:pt x="479244" y="84656"/>
                </a:cubicBezTo>
                <a:cubicBezTo>
                  <a:pt x="479244" y="80234"/>
                  <a:pt x="479492" y="74695"/>
                  <a:pt x="479989" y="68038"/>
                </a:cubicBezTo>
                <a:cubicBezTo>
                  <a:pt x="480486" y="61380"/>
                  <a:pt x="480734" y="55841"/>
                  <a:pt x="480734" y="51419"/>
                </a:cubicBezTo>
                <a:cubicBezTo>
                  <a:pt x="480734" y="48538"/>
                  <a:pt x="481703" y="46178"/>
                  <a:pt x="483640" y="44340"/>
                </a:cubicBezTo>
                <a:cubicBezTo>
                  <a:pt x="485578" y="42452"/>
                  <a:pt x="488037" y="41508"/>
                  <a:pt x="491018" y="41508"/>
                </a:cubicBezTo>
                <a:cubicBezTo>
                  <a:pt x="493999" y="41508"/>
                  <a:pt x="496458" y="42452"/>
                  <a:pt x="498395" y="44340"/>
                </a:cubicBezTo>
                <a:cubicBezTo>
                  <a:pt x="500333" y="46178"/>
                  <a:pt x="501302" y="48538"/>
                  <a:pt x="501302" y="51419"/>
                </a:cubicBezTo>
                <a:cubicBezTo>
                  <a:pt x="501302" y="55841"/>
                  <a:pt x="501053" y="61380"/>
                  <a:pt x="500557" y="68038"/>
                </a:cubicBezTo>
                <a:cubicBezTo>
                  <a:pt x="500060" y="74695"/>
                  <a:pt x="499811" y="80234"/>
                  <a:pt x="499811" y="84656"/>
                </a:cubicBezTo>
                <a:close/>
                <a:moveTo>
                  <a:pt x="511660" y="119606"/>
                </a:moveTo>
                <a:close/>
                <a:moveTo>
                  <a:pt x="549964" y="124003"/>
                </a:moveTo>
                <a:cubicBezTo>
                  <a:pt x="540773" y="124003"/>
                  <a:pt x="532874" y="120848"/>
                  <a:pt x="526266" y="114539"/>
                </a:cubicBezTo>
                <a:cubicBezTo>
                  <a:pt x="519013" y="107633"/>
                  <a:pt x="515212" y="98417"/>
                  <a:pt x="514865" y="86891"/>
                </a:cubicBezTo>
                <a:cubicBezTo>
                  <a:pt x="514517" y="75912"/>
                  <a:pt x="517522" y="66125"/>
                  <a:pt x="523882" y="57530"/>
                </a:cubicBezTo>
                <a:cubicBezTo>
                  <a:pt x="531433" y="47395"/>
                  <a:pt x="541940" y="42328"/>
                  <a:pt x="555404" y="42328"/>
                </a:cubicBezTo>
                <a:cubicBezTo>
                  <a:pt x="565340" y="42328"/>
                  <a:pt x="573239" y="46302"/>
                  <a:pt x="579102" y="54251"/>
                </a:cubicBezTo>
                <a:cubicBezTo>
                  <a:pt x="584368" y="61405"/>
                  <a:pt x="587001" y="70273"/>
                  <a:pt x="587001" y="80855"/>
                </a:cubicBezTo>
                <a:cubicBezTo>
                  <a:pt x="587001" y="92381"/>
                  <a:pt x="583921" y="102218"/>
                  <a:pt x="577760" y="110365"/>
                </a:cubicBezTo>
                <a:cubicBezTo>
                  <a:pt x="570855" y="119457"/>
                  <a:pt x="561589" y="124003"/>
                  <a:pt x="549964" y="124003"/>
                </a:cubicBezTo>
                <a:close/>
                <a:moveTo>
                  <a:pt x="554435" y="62001"/>
                </a:moveTo>
                <a:cubicBezTo>
                  <a:pt x="548324" y="61952"/>
                  <a:pt x="543505" y="64734"/>
                  <a:pt x="539978" y="70348"/>
                </a:cubicBezTo>
                <a:cubicBezTo>
                  <a:pt x="536997" y="75067"/>
                  <a:pt x="535507" y="80582"/>
                  <a:pt x="535507" y="86891"/>
                </a:cubicBezTo>
                <a:cubicBezTo>
                  <a:pt x="535507" y="92853"/>
                  <a:pt x="537196" y="97424"/>
                  <a:pt x="540574" y="100603"/>
                </a:cubicBezTo>
                <a:cubicBezTo>
                  <a:pt x="543257" y="103137"/>
                  <a:pt x="546387" y="104404"/>
                  <a:pt x="549964" y="104404"/>
                </a:cubicBezTo>
                <a:cubicBezTo>
                  <a:pt x="554286" y="104404"/>
                  <a:pt x="558037" y="102938"/>
                  <a:pt x="561217" y="100007"/>
                </a:cubicBezTo>
                <a:cubicBezTo>
                  <a:pt x="564843" y="96579"/>
                  <a:pt x="566781" y="91934"/>
                  <a:pt x="567029" y="86072"/>
                </a:cubicBezTo>
                <a:cubicBezTo>
                  <a:pt x="567675" y="70074"/>
                  <a:pt x="563477" y="62051"/>
                  <a:pt x="554435" y="62001"/>
                </a:cubicBezTo>
                <a:close/>
                <a:moveTo>
                  <a:pt x="591994" y="119606"/>
                </a:moveTo>
                <a:close/>
                <a:moveTo>
                  <a:pt x="658317" y="124897"/>
                </a:moveTo>
                <a:cubicBezTo>
                  <a:pt x="652207" y="124897"/>
                  <a:pt x="648803" y="121891"/>
                  <a:pt x="648108" y="115880"/>
                </a:cubicBezTo>
                <a:cubicBezTo>
                  <a:pt x="647412" y="110763"/>
                  <a:pt x="646717" y="105621"/>
                  <a:pt x="646021" y="100454"/>
                </a:cubicBezTo>
                <a:cubicBezTo>
                  <a:pt x="645276" y="94989"/>
                  <a:pt x="644903" y="89847"/>
                  <a:pt x="644903" y="85028"/>
                </a:cubicBezTo>
                <a:cubicBezTo>
                  <a:pt x="644903" y="83737"/>
                  <a:pt x="644978" y="81526"/>
                  <a:pt x="645127" y="78396"/>
                </a:cubicBezTo>
                <a:cubicBezTo>
                  <a:pt x="645326" y="75266"/>
                  <a:pt x="645425" y="73055"/>
                  <a:pt x="645425" y="71764"/>
                </a:cubicBezTo>
                <a:cubicBezTo>
                  <a:pt x="645425" y="71416"/>
                  <a:pt x="645475" y="70546"/>
                  <a:pt x="645574" y="69155"/>
                </a:cubicBezTo>
                <a:cubicBezTo>
                  <a:pt x="645674" y="67715"/>
                  <a:pt x="645723" y="66547"/>
                  <a:pt x="645723" y="65653"/>
                </a:cubicBezTo>
                <a:cubicBezTo>
                  <a:pt x="645723" y="61529"/>
                  <a:pt x="644655" y="59468"/>
                  <a:pt x="642519" y="59468"/>
                </a:cubicBezTo>
                <a:cubicBezTo>
                  <a:pt x="637948" y="59468"/>
                  <a:pt x="633452" y="62150"/>
                  <a:pt x="629030" y="67516"/>
                </a:cubicBezTo>
                <a:cubicBezTo>
                  <a:pt x="624659" y="72832"/>
                  <a:pt x="621231" y="79588"/>
                  <a:pt x="618747" y="87786"/>
                </a:cubicBezTo>
                <a:cubicBezTo>
                  <a:pt x="618647" y="89425"/>
                  <a:pt x="618424" y="91611"/>
                  <a:pt x="618076" y="94343"/>
                </a:cubicBezTo>
                <a:cubicBezTo>
                  <a:pt x="617778" y="96579"/>
                  <a:pt x="617629" y="98765"/>
                  <a:pt x="617629" y="100901"/>
                </a:cubicBezTo>
                <a:cubicBezTo>
                  <a:pt x="617629" y="102292"/>
                  <a:pt x="617778" y="104404"/>
                  <a:pt x="618076" y="107236"/>
                </a:cubicBezTo>
                <a:cubicBezTo>
                  <a:pt x="618424" y="110018"/>
                  <a:pt x="618598" y="112104"/>
                  <a:pt x="618598" y="113495"/>
                </a:cubicBezTo>
                <a:cubicBezTo>
                  <a:pt x="618598" y="116327"/>
                  <a:pt x="617604" y="118662"/>
                  <a:pt x="615617" y="120500"/>
                </a:cubicBezTo>
                <a:cubicBezTo>
                  <a:pt x="613679" y="122388"/>
                  <a:pt x="611220" y="123332"/>
                  <a:pt x="608239" y="123332"/>
                </a:cubicBezTo>
                <a:cubicBezTo>
                  <a:pt x="605258" y="123332"/>
                  <a:pt x="602799" y="122388"/>
                  <a:pt x="600862" y="120500"/>
                </a:cubicBezTo>
                <a:cubicBezTo>
                  <a:pt x="598924" y="118662"/>
                  <a:pt x="597955" y="116327"/>
                  <a:pt x="597955" y="113495"/>
                </a:cubicBezTo>
                <a:cubicBezTo>
                  <a:pt x="597955" y="112104"/>
                  <a:pt x="597806" y="110018"/>
                  <a:pt x="597508" y="107236"/>
                </a:cubicBezTo>
                <a:cubicBezTo>
                  <a:pt x="597210" y="104404"/>
                  <a:pt x="597061" y="102292"/>
                  <a:pt x="597061" y="100901"/>
                </a:cubicBezTo>
                <a:cubicBezTo>
                  <a:pt x="597061" y="96132"/>
                  <a:pt x="597409" y="89500"/>
                  <a:pt x="598104" y="81004"/>
                </a:cubicBezTo>
                <a:cubicBezTo>
                  <a:pt x="598800" y="72509"/>
                  <a:pt x="599148" y="65876"/>
                  <a:pt x="599148" y="61107"/>
                </a:cubicBezTo>
                <a:cubicBezTo>
                  <a:pt x="599148" y="59617"/>
                  <a:pt x="599048" y="57406"/>
                  <a:pt x="598850" y="54475"/>
                </a:cubicBezTo>
                <a:cubicBezTo>
                  <a:pt x="598701" y="51494"/>
                  <a:pt x="598626" y="49283"/>
                  <a:pt x="598626" y="47842"/>
                </a:cubicBezTo>
                <a:cubicBezTo>
                  <a:pt x="598626" y="45060"/>
                  <a:pt x="599620" y="42775"/>
                  <a:pt x="601607" y="40986"/>
                </a:cubicBezTo>
                <a:cubicBezTo>
                  <a:pt x="603644" y="39148"/>
                  <a:pt x="606128" y="38229"/>
                  <a:pt x="609059" y="38229"/>
                </a:cubicBezTo>
                <a:cubicBezTo>
                  <a:pt x="615567" y="38229"/>
                  <a:pt x="619045" y="42129"/>
                  <a:pt x="619492" y="49929"/>
                </a:cubicBezTo>
                <a:lnTo>
                  <a:pt x="619566" y="50749"/>
                </a:lnTo>
                <a:cubicBezTo>
                  <a:pt x="626820" y="43446"/>
                  <a:pt x="634471" y="39794"/>
                  <a:pt x="642519" y="39794"/>
                </a:cubicBezTo>
                <a:cubicBezTo>
                  <a:pt x="651908" y="39794"/>
                  <a:pt x="658392" y="43719"/>
                  <a:pt x="661969" y="51568"/>
                </a:cubicBezTo>
                <a:cubicBezTo>
                  <a:pt x="664353" y="56835"/>
                  <a:pt x="665546" y="64709"/>
                  <a:pt x="665546" y="75192"/>
                </a:cubicBezTo>
                <a:lnTo>
                  <a:pt x="665546" y="80483"/>
                </a:lnTo>
                <a:cubicBezTo>
                  <a:pt x="665496" y="82768"/>
                  <a:pt x="665471" y="84382"/>
                  <a:pt x="665471" y="85326"/>
                </a:cubicBezTo>
                <a:cubicBezTo>
                  <a:pt x="665471" y="89201"/>
                  <a:pt x="665993" y="94194"/>
                  <a:pt x="667036" y="100305"/>
                </a:cubicBezTo>
                <a:cubicBezTo>
                  <a:pt x="668129" y="106416"/>
                  <a:pt x="668676" y="111384"/>
                  <a:pt x="668676" y="115209"/>
                </a:cubicBezTo>
                <a:cubicBezTo>
                  <a:pt x="668676" y="117991"/>
                  <a:pt x="667682" y="120301"/>
                  <a:pt x="665695" y="122140"/>
                </a:cubicBezTo>
                <a:cubicBezTo>
                  <a:pt x="663708" y="123978"/>
                  <a:pt x="661248" y="124897"/>
                  <a:pt x="658317" y="124897"/>
                </a:cubicBezTo>
                <a:close/>
              </a:path>
            </a:pathLst>
          </a:custGeom>
          <a:solidFill xmlns:a="http://schemas.openxmlformats.org/drawingml/2006/main">
            <a:srgbClr val="27A7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65E232-79DF-45B5-9568-FF290B03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576" y="1393615"/>
            <a:ext cx="151228" cy="155096"/>
          </a:xfrm>
          <a:custGeom xmlns:a="http://schemas.openxmlformats.org/drawingml/2006/main">
            <a:pathLst>
              <a:path w="151228" h="155096">
                <a:moveTo>
                  <a:pt x="7003" y="341"/>
                </a:moveTo>
                <a:lnTo>
                  <a:pt x="6406" y="526"/>
                </a:lnTo>
                <a:lnTo>
                  <a:pt x="5826" y="750"/>
                </a:lnTo>
                <a:lnTo>
                  <a:pt x="5265" y="1009"/>
                </a:lnTo>
                <a:lnTo>
                  <a:pt x="4724" y="1302"/>
                </a:lnTo>
                <a:lnTo>
                  <a:pt x="4206" y="1629"/>
                </a:lnTo>
                <a:lnTo>
                  <a:pt x="3710" y="1988"/>
                </a:lnTo>
                <a:lnTo>
                  <a:pt x="3239" y="2376"/>
                </a:lnTo>
                <a:lnTo>
                  <a:pt x="2794" y="2794"/>
                </a:lnTo>
                <a:lnTo>
                  <a:pt x="2376" y="3239"/>
                </a:lnTo>
                <a:lnTo>
                  <a:pt x="1988" y="3710"/>
                </a:lnTo>
                <a:lnTo>
                  <a:pt x="1629" y="4206"/>
                </a:lnTo>
                <a:lnTo>
                  <a:pt x="1302" y="4724"/>
                </a:lnTo>
                <a:lnTo>
                  <a:pt x="1009" y="5265"/>
                </a:lnTo>
                <a:lnTo>
                  <a:pt x="750" y="5826"/>
                </a:lnTo>
                <a:lnTo>
                  <a:pt x="526" y="6406"/>
                </a:lnTo>
                <a:lnTo>
                  <a:pt x="341" y="7003"/>
                </a:lnTo>
                <a:lnTo>
                  <a:pt x="194" y="7616"/>
                </a:lnTo>
                <a:lnTo>
                  <a:pt x="87" y="8244"/>
                </a:lnTo>
                <a:lnTo>
                  <a:pt x="22" y="8886"/>
                </a:lnTo>
                <a:lnTo>
                  <a:pt x="0" y="9539"/>
                </a:lnTo>
                <a:lnTo>
                  <a:pt x="0" y="34180"/>
                </a:lnTo>
                <a:lnTo>
                  <a:pt x="4" y="34453"/>
                </a:lnTo>
                <a:lnTo>
                  <a:pt x="16" y="34724"/>
                </a:lnTo>
                <a:lnTo>
                  <a:pt x="35" y="34995"/>
                </a:lnTo>
                <a:lnTo>
                  <a:pt x="62" y="35264"/>
                </a:lnTo>
                <a:lnTo>
                  <a:pt x="96" y="35532"/>
                </a:lnTo>
                <a:lnTo>
                  <a:pt x="138" y="35799"/>
                </a:lnTo>
                <a:lnTo>
                  <a:pt x="188" y="36064"/>
                </a:lnTo>
                <a:lnTo>
                  <a:pt x="245" y="36327"/>
                </a:lnTo>
                <a:lnTo>
                  <a:pt x="309" y="36588"/>
                </a:lnTo>
                <a:lnTo>
                  <a:pt x="381" y="36848"/>
                </a:lnTo>
                <a:lnTo>
                  <a:pt x="459" y="37105"/>
                </a:lnTo>
                <a:lnTo>
                  <a:pt x="545" y="37359"/>
                </a:lnTo>
                <a:lnTo>
                  <a:pt x="639" y="37612"/>
                </a:lnTo>
                <a:lnTo>
                  <a:pt x="739" y="37861"/>
                </a:lnTo>
                <a:lnTo>
                  <a:pt x="846" y="38108"/>
                </a:lnTo>
                <a:lnTo>
                  <a:pt x="960" y="38351"/>
                </a:lnTo>
                <a:lnTo>
                  <a:pt x="1082" y="38592"/>
                </a:lnTo>
                <a:lnTo>
                  <a:pt x="1210" y="38829"/>
                </a:lnTo>
                <a:lnTo>
                  <a:pt x="1345" y="39063"/>
                </a:lnTo>
                <a:lnTo>
                  <a:pt x="1486" y="39293"/>
                </a:lnTo>
                <a:lnTo>
                  <a:pt x="1634" y="39520"/>
                </a:lnTo>
                <a:lnTo>
                  <a:pt x="1790" y="39742"/>
                </a:lnTo>
                <a:lnTo>
                  <a:pt x="1951" y="39961"/>
                </a:lnTo>
                <a:lnTo>
                  <a:pt x="2119" y="40175"/>
                </a:lnTo>
                <a:lnTo>
                  <a:pt x="44798" y="92996"/>
                </a:lnTo>
                <a:lnTo>
                  <a:pt x="44798" y="132746"/>
                </a:lnTo>
                <a:lnTo>
                  <a:pt x="44811" y="133244"/>
                </a:lnTo>
                <a:lnTo>
                  <a:pt x="44850" y="133737"/>
                </a:lnTo>
                <a:lnTo>
                  <a:pt x="44913" y="134224"/>
                </a:lnTo>
                <a:lnTo>
                  <a:pt x="45001" y="134704"/>
                </a:lnTo>
                <a:lnTo>
                  <a:pt x="45112" y="135176"/>
                </a:lnTo>
                <a:lnTo>
                  <a:pt x="45247" y="135641"/>
                </a:lnTo>
                <a:lnTo>
                  <a:pt x="45405" y="136096"/>
                </a:lnTo>
                <a:lnTo>
                  <a:pt x="45585" y="136541"/>
                </a:lnTo>
                <a:lnTo>
                  <a:pt x="45787" y="136976"/>
                </a:lnTo>
                <a:lnTo>
                  <a:pt x="46010" y="137399"/>
                </a:lnTo>
                <a:lnTo>
                  <a:pt x="46253" y="137810"/>
                </a:lnTo>
                <a:lnTo>
                  <a:pt x="46517" y="138209"/>
                </a:lnTo>
                <a:lnTo>
                  <a:pt x="46800" y="138593"/>
                </a:lnTo>
                <a:lnTo>
                  <a:pt x="47103" y="138964"/>
                </a:lnTo>
                <a:lnTo>
                  <a:pt x="47423" y="139319"/>
                </a:lnTo>
                <a:lnTo>
                  <a:pt x="47762" y="139658"/>
                </a:lnTo>
                <a:lnTo>
                  <a:pt x="48118" y="139980"/>
                </a:lnTo>
                <a:lnTo>
                  <a:pt x="48491" y="140285"/>
                </a:lnTo>
                <a:lnTo>
                  <a:pt x="48881" y="140571"/>
                </a:lnTo>
                <a:lnTo>
                  <a:pt x="49286" y="140839"/>
                </a:lnTo>
                <a:lnTo>
                  <a:pt x="49706" y="141086"/>
                </a:lnTo>
                <a:lnTo>
                  <a:pt x="50142" y="141313"/>
                </a:lnTo>
                <a:lnTo>
                  <a:pt x="50591" y="141519"/>
                </a:lnTo>
                <a:lnTo>
                  <a:pt x="51054" y="141702"/>
                </a:lnTo>
                <a:lnTo>
                  <a:pt x="84665" y="154023"/>
                </a:lnTo>
                <a:lnTo>
                  <a:pt x="85033" y="154149"/>
                </a:lnTo>
                <a:lnTo>
                  <a:pt x="85403" y="154260"/>
                </a:lnTo>
                <a:lnTo>
                  <a:pt x="85776" y="154355"/>
                </a:lnTo>
                <a:lnTo>
                  <a:pt x="86151" y="154435"/>
                </a:lnTo>
                <a:lnTo>
                  <a:pt x="86528" y="154500"/>
                </a:lnTo>
                <a:lnTo>
                  <a:pt x="86907" y="154549"/>
                </a:lnTo>
                <a:lnTo>
                  <a:pt x="87286" y="154583"/>
                </a:lnTo>
                <a:lnTo>
                  <a:pt x="87665" y="154602"/>
                </a:lnTo>
                <a:lnTo>
                  <a:pt x="88044" y="154605"/>
                </a:lnTo>
                <a:lnTo>
                  <a:pt x="88423" y="154594"/>
                </a:lnTo>
                <a:lnTo>
                  <a:pt x="88801" y="154568"/>
                </a:lnTo>
                <a:lnTo>
                  <a:pt x="89177" y="154526"/>
                </a:lnTo>
                <a:lnTo>
                  <a:pt x="89551" y="154470"/>
                </a:lnTo>
                <a:lnTo>
                  <a:pt x="89923" y="154399"/>
                </a:lnTo>
                <a:lnTo>
                  <a:pt x="90292" y="154313"/>
                </a:lnTo>
                <a:lnTo>
                  <a:pt x="90658" y="154213"/>
                </a:lnTo>
                <a:lnTo>
                  <a:pt x="91020" y="154098"/>
                </a:lnTo>
                <a:lnTo>
                  <a:pt x="91378" y="153968"/>
                </a:lnTo>
                <a:lnTo>
                  <a:pt x="91731" y="153824"/>
                </a:lnTo>
                <a:lnTo>
                  <a:pt x="92079" y="153665"/>
                </a:lnTo>
                <a:lnTo>
                  <a:pt x="92421" y="153492"/>
                </a:lnTo>
                <a:lnTo>
                  <a:pt x="92757" y="153305"/>
                </a:lnTo>
                <a:lnTo>
                  <a:pt x="93087" y="153103"/>
                </a:lnTo>
                <a:lnTo>
                  <a:pt x="93410" y="152887"/>
                </a:lnTo>
                <a:lnTo>
                  <a:pt x="93724" y="152658"/>
                </a:lnTo>
                <a:lnTo>
                  <a:pt x="94027" y="152418"/>
                </a:lnTo>
                <a:lnTo>
                  <a:pt x="94319" y="152167"/>
                </a:lnTo>
                <a:lnTo>
                  <a:pt x="94599" y="151905"/>
                </a:lnTo>
                <a:lnTo>
                  <a:pt x="94868" y="151633"/>
                </a:lnTo>
                <a:lnTo>
                  <a:pt x="95125" y="151351"/>
                </a:lnTo>
                <a:lnTo>
                  <a:pt x="95370" y="151059"/>
                </a:lnTo>
                <a:lnTo>
                  <a:pt x="95603" y="150759"/>
                </a:lnTo>
                <a:lnTo>
                  <a:pt x="95823" y="150450"/>
                </a:lnTo>
                <a:lnTo>
                  <a:pt x="96030" y="150133"/>
                </a:lnTo>
                <a:lnTo>
                  <a:pt x="96225" y="149809"/>
                </a:lnTo>
                <a:lnTo>
                  <a:pt x="96407" y="149477"/>
                </a:lnTo>
                <a:lnTo>
                  <a:pt x="96575" y="149138"/>
                </a:lnTo>
                <a:lnTo>
                  <a:pt x="96730" y="148792"/>
                </a:lnTo>
                <a:lnTo>
                  <a:pt x="96871" y="148440"/>
                </a:lnTo>
                <a:lnTo>
                  <a:pt x="96998" y="148083"/>
                </a:lnTo>
                <a:lnTo>
                  <a:pt x="97111" y="147720"/>
                </a:lnTo>
                <a:lnTo>
                  <a:pt x="97209" y="147353"/>
                </a:lnTo>
                <a:lnTo>
                  <a:pt x="97293" y="146981"/>
                </a:lnTo>
                <a:lnTo>
                  <a:pt x="97362" y="146605"/>
                </a:lnTo>
                <a:lnTo>
                  <a:pt x="97416" y="146225"/>
                </a:lnTo>
                <a:lnTo>
                  <a:pt x="97455" y="145842"/>
                </a:lnTo>
                <a:lnTo>
                  <a:pt x="97479" y="145456"/>
                </a:lnTo>
                <a:lnTo>
                  <a:pt x="97487" y="145067"/>
                </a:lnTo>
                <a:lnTo>
                  <a:pt x="97487" y="92996"/>
                </a:lnTo>
                <a:lnTo>
                  <a:pt x="140166" y="40175"/>
                </a:lnTo>
                <a:lnTo>
                  <a:pt x="140334" y="39961"/>
                </a:lnTo>
                <a:lnTo>
                  <a:pt x="140496" y="39742"/>
                </a:lnTo>
                <a:lnTo>
                  <a:pt x="140651" y="39520"/>
                </a:lnTo>
                <a:lnTo>
                  <a:pt x="140799" y="39293"/>
                </a:lnTo>
                <a:lnTo>
                  <a:pt x="140941" y="39063"/>
                </a:lnTo>
                <a:lnTo>
                  <a:pt x="141076" y="38829"/>
                </a:lnTo>
                <a:lnTo>
                  <a:pt x="141204" y="38592"/>
                </a:lnTo>
                <a:lnTo>
                  <a:pt x="141325" y="38351"/>
                </a:lnTo>
                <a:lnTo>
                  <a:pt x="141439" y="38108"/>
                </a:lnTo>
                <a:lnTo>
                  <a:pt x="141546" y="37861"/>
                </a:lnTo>
                <a:lnTo>
                  <a:pt x="141647" y="37612"/>
                </a:lnTo>
                <a:lnTo>
                  <a:pt x="141740" y="37359"/>
                </a:lnTo>
                <a:lnTo>
                  <a:pt x="141826" y="37105"/>
                </a:lnTo>
                <a:lnTo>
                  <a:pt x="141905" y="36848"/>
                </a:lnTo>
                <a:lnTo>
                  <a:pt x="141976" y="36588"/>
                </a:lnTo>
                <a:lnTo>
                  <a:pt x="142040" y="36327"/>
                </a:lnTo>
                <a:lnTo>
                  <a:pt x="142097" y="36064"/>
                </a:lnTo>
                <a:lnTo>
                  <a:pt x="142147" y="35799"/>
                </a:lnTo>
                <a:lnTo>
                  <a:pt x="142189" y="35532"/>
                </a:lnTo>
                <a:lnTo>
                  <a:pt x="142223" y="35264"/>
                </a:lnTo>
                <a:lnTo>
                  <a:pt x="142250" y="34995"/>
                </a:lnTo>
                <a:lnTo>
                  <a:pt x="142270" y="34724"/>
                </a:lnTo>
                <a:lnTo>
                  <a:pt x="142281" y="34453"/>
                </a:lnTo>
                <a:lnTo>
                  <a:pt x="142285" y="34180"/>
                </a:lnTo>
                <a:lnTo>
                  <a:pt x="142285" y="9539"/>
                </a:lnTo>
                <a:lnTo>
                  <a:pt x="142263" y="8886"/>
                </a:lnTo>
                <a:lnTo>
                  <a:pt x="142198" y="8244"/>
                </a:lnTo>
                <a:lnTo>
                  <a:pt x="142091" y="7616"/>
                </a:lnTo>
                <a:lnTo>
                  <a:pt x="141944" y="7003"/>
                </a:lnTo>
                <a:lnTo>
                  <a:pt x="141759" y="6406"/>
                </a:lnTo>
                <a:lnTo>
                  <a:pt x="141536" y="5826"/>
                </a:lnTo>
                <a:lnTo>
                  <a:pt x="141276" y="5265"/>
                </a:lnTo>
                <a:lnTo>
                  <a:pt x="140983" y="4724"/>
                </a:lnTo>
                <a:lnTo>
                  <a:pt x="140656" y="4206"/>
                </a:lnTo>
                <a:lnTo>
                  <a:pt x="140298" y="3710"/>
                </a:lnTo>
                <a:lnTo>
                  <a:pt x="139909" y="3239"/>
                </a:lnTo>
                <a:lnTo>
                  <a:pt x="139491" y="2794"/>
                </a:lnTo>
                <a:lnTo>
                  <a:pt x="139046" y="2376"/>
                </a:lnTo>
                <a:lnTo>
                  <a:pt x="138575" y="1988"/>
                </a:lnTo>
                <a:lnTo>
                  <a:pt x="138080" y="1629"/>
                </a:lnTo>
                <a:lnTo>
                  <a:pt x="137561" y="1302"/>
                </a:lnTo>
                <a:lnTo>
                  <a:pt x="137020" y="1009"/>
                </a:lnTo>
                <a:lnTo>
                  <a:pt x="136459" y="750"/>
                </a:lnTo>
                <a:lnTo>
                  <a:pt x="135880" y="526"/>
                </a:lnTo>
                <a:lnTo>
                  <a:pt x="135282" y="341"/>
                </a:lnTo>
                <a:lnTo>
                  <a:pt x="134669" y="194"/>
                </a:lnTo>
                <a:lnTo>
                  <a:pt x="134041" y="87"/>
                </a:lnTo>
                <a:lnTo>
                  <a:pt x="133400" y="22"/>
                </a:lnTo>
                <a:lnTo>
                  <a:pt x="132746" y="0"/>
                </a:lnTo>
                <a:lnTo>
                  <a:pt x="9539" y="0"/>
                </a:lnTo>
                <a:lnTo>
                  <a:pt x="8886" y="22"/>
                </a:lnTo>
                <a:lnTo>
                  <a:pt x="8244" y="87"/>
                </a:lnTo>
                <a:lnTo>
                  <a:pt x="7616" y="194"/>
                </a:lnTo>
                <a:lnTo>
                  <a:pt x="7003" y="341"/>
                </a:lnTo>
                <a:close/>
                <a:moveTo>
                  <a:pt x="9539" y="34180"/>
                </a:moveTo>
                <a:lnTo>
                  <a:pt x="9539" y="34180"/>
                </a:lnTo>
                <a:lnTo>
                  <a:pt x="2119" y="40175"/>
                </a:lnTo>
                <a:lnTo>
                  <a:pt x="9539" y="34180"/>
                </a:lnTo>
                <a:close/>
                <a:moveTo>
                  <a:pt x="54337" y="132746"/>
                </a:moveTo>
                <a:lnTo>
                  <a:pt x="54337" y="132746"/>
                </a:lnTo>
                <a:lnTo>
                  <a:pt x="51054" y="141702"/>
                </a:lnTo>
                <a:lnTo>
                  <a:pt x="54337" y="132746"/>
                </a:lnTo>
                <a:close/>
                <a:moveTo>
                  <a:pt x="87948" y="145067"/>
                </a:moveTo>
                <a:lnTo>
                  <a:pt x="87948" y="145067"/>
                </a:lnTo>
                <a:lnTo>
                  <a:pt x="84665" y="154023"/>
                </a:lnTo>
                <a:lnTo>
                  <a:pt x="87948" y="145067"/>
                </a:lnTo>
                <a:close/>
                <a:moveTo>
                  <a:pt x="132746" y="34180"/>
                </a:moveTo>
                <a:lnTo>
                  <a:pt x="132746" y="34180"/>
                </a:lnTo>
                <a:lnTo>
                  <a:pt x="140166" y="40175"/>
                </a:lnTo>
                <a:lnTo>
                  <a:pt x="132746" y="34180"/>
                </a:lnTo>
                <a:close/>
                <a:moveTo>
                  <a:pt x="63876" y="126084"/>
                </a:moveTo>
                <a:lnTo>
                  <a:pt x="63876" y="89624"/>
                </a:lnTo>
                <a:lnTo>
                  <a:pt x="63872" y="89351"/>
                </a:lnTo>
                <a:lnTo>
                  <a:pt x="63860" y="89080"/>
                </a:lnTo>
                <a:lnTo>
                  <a:pt x="63841" y="88809"/>
                </a:lnTo>
                <a:lnTo>
                  <a:pt x="63814" y="88540"/>
                </a:lnTo>
                <a:lnTo>
                  <a:pt x="63779" y="88272"/>
                </a:lnTo>
                <a:lnTo>
                  <a:pt x="63737" y="88005"/>
                </a:lnTo>
                <a:lnTo>
                  <a:pt x="63688" y="87740"/>
                </a:lnTo>
                <a:lnTo>
                  <a:pt x="63631" y="87477"/>
                </a:lnTo>
                <a:lnTo>
                  <a:pt x="63567" y="87216"/>
                </a:lnTo>
                <a:lnTo>
                  <a:pt x="63495" y="86956"/>
                </a:lnTo>
                <a:lnTo>
                  <a:pt x="63416" y="86699"/>
                </a:lnTo>
                <a:lnTo>
                  <a:pt x="63330" y="86445"/>
                </a:lnTo>
                <a:lnTo>
                  <a:pt x="63237" y="86192"/>
                </a:lnTo>
                <a:lnTo>
                  <a:pt x="63137" y="85943"/>
                </a:lnTo>
                <a:lnTo>
                  <a:pt x="63030" y="85696"/>
                </a:lnTo>
                <a:lnTo>
                  <a:pt x="62915" y="85453"/>
                </a:lnTo>
                <a:lnTo>
                  <a:pt x="62794" y="85212"/>
                </a:lnTo>
                <a:lnTo>
                  <a:pt x="62666" y="84975"/>
                </a:lnTo>
                <a:lnTo>
                  <a:pt x="62531" y="84741"/>
                </a:lnTo>
                <a:lnTo>
                  <a:pt x="62390" y="84511"/>
                </a:lnTo>
                <a:lnTo>
                  <a:pt x="62241" y="84284"/>
                </a:lnTo>
                <a:lnTo>
                  <a:pt x="62086" y="84062"/>
                </a:lnTo>
                <a:lnTo>
                  <a:pt x="61925" y="83843"/>
                </a:lnTo>
                <a:lnTo>
                  <a:pt x="61756" y="83629"/>
                </a:lnTo>
                <a:lnTo>
                  <a:pt x="19077" y="30808"/>
                </a:lnTo>
                <a:lnTo>
                  <a:pt x="19077" y="19077"/>
                </a:lnTo>
                <a:lnTo>
                  <a:pt x="123208" y="19077"/>
                </a:lnTo>
                <a:lnTo>
                  <a:pt x="123208" y="30808"/>
                </a:lnTo>
                <a:lnTo>
                  <a:pt x="80529" y="83629"/>
                </a:lnTo>
                <a:lnTo>
                  <a:pt x="80361" y="83843"/>
                </a:lnTo>
                <a:lnTo>
                  <a:pt x="80199" y="84062"/>
                </a:lnTo>
                <a:lnTo>
                  <a:pt x="80044" y="84284"/>
                </a:lnTo>
                <a:lnTo>
                  <a:pt x="79896" y="84511"/>
                </a:lnTo>
                <a:lnTo>
                  <a:pt x="79754" y="84741"/>
                </a:lnTo>
                <a:lnTo>
                  <a:pt x="79619" y="84975"/>
                </a:lnTo>
                <a:lnTo>
                  <a:pt x="79491" y="85212"/>
                </a:lnTo>
                <a:lnTo>
                  <a:pt x="79370" y="85453"/>
                </a:lnTo>
                <a:lnTo>
                  <a:pt x="79256" y="85696"/>
                </a:lnTo>
                <a:lnTo>
                  <a:pt x="79148" y="85943"/>
                </a:lnTo>
                <a:lnTo>
                  <a:pt x="79048" y="86192"/>
                </a:lnTo>
                <a:lnTo>
                  <a:pt x="78955" y="86445"/>
                </a:lnTo>
                <a:lnTo>
                  <a:pt x="78869" y="86699"/>
                </a:lnTo>
                <a:lnTo>
                  <a:pt x="78790" y="86956"/>
                </a:lnTo>
                <a:lnTo>
                  <a:pt x="78718" y="87216"/>
                </a:lnTo>
                <a:lnTo>
                  <a:pt x="78654" y="87477"/>
                </a:lnTo>
                <a:lnTo>
                  <a:pt x="78597" y="87740"/>
                </a:lnTo>
                <a:lnTo>
                  <a:pt x="78548" y="88005"/>
                </a:lnTo>
                <a:lnTo>
                  <a:pt x="78506" y="88272"/>
                </a:lnTo>
                <a:lnTo>
                  <a:pt x="78471" y="88540"/>
                </a:lnTo>
                <a:lnTo>
                  <a:pt x="78444" y="88809"/>
                </a:lnTo>
                <a:lnTo>
                  <a:pt x="78425" y="89080"/>
                </a:lnTo>
                <a:lnTo>
                  <a:pt x="78413" y="89351"/>
                </a:lnTo>
                <a:lnTo>
                  <a:pt x="78409" y="89624"/>
                </a:lnTo>
                <a:lnTo>
                  <a:pt x="78409" y="131411"/>
                </a:lnTo>
                <a:lnTo>
                  <a:pt x="63876" y="126084"/>
                </a:lnTo>
                <a:close/>
                <a:moveTo>
                  <a:pt x="54337" y="89624"/>
                </a:moveTo>
                <a:lnTo>
                  <a:pt x="54337" y="89624"/>
                </a:lnTo>
                <a:lnTo>
                  <a:pt x="61756" y="83629"/>
                </a:lnTo>
                <a:lnTo>
                  <a:pt x="54337" y="89624"/>
                </a:lnTo>
                <a:close/>
                <a:moveTo>
                  <a:pt x="87948" y="89624"/>
                </a:moveTo>
                <a:lnTo>
                  <a:pt x="87948" y="89624"/>
                </a:lnTo>
                <a:lnTo>
                  <a:pt x="80529" y="83629"/>
                </a:lnTo>
                <a:lnTo>
                  <a:pt x="87948" y="89624"/>
                </a:lnTo>
                <a:close/>
                <a:moveTo>
                  <a:pt x="151228" y="111483"/>
                </a:moveTo>
                <a:lnTo>
                  <a:pt x="151228" y="92406"/>
                </a:lnTo>
                <a:lnTo>
                  <a:pt x="101945" y="92406"/>
                </a:lnTo>
                <a:lnTo>
                  <a:pt x="101945" y="111483"/>
                </a:lnTo>
                <a:lnTo>
                  <a:pt x="151228" y="111483"/>
                </a:lnTo>
                <a:close/>
                <a:moveTo>
                  <a:pt x="138907" y="136125"/>
                </a:moveTo>
                <a:lnTo>
                  <a:pt x="138907" y="117047"/>
                </a:lnTo>
                <a:lnTo>
                  <a:pt x="101945" y="117047"/>
                </a:lnTo>
                <a:lnTo>
                  <a:pt x="101945" y="136125"/>
                </a:lnTo>
                <a:lnTo>
                  <a:pt x="138907" y="136125"/>
                </a:lnTo>
                <a:close/>
              </a:path>
            </a:pathLst>
          </a:custGeom>
          <a:solidFill xmlns:a="http://schemas.openxmlformats.org/drawingml/2006/main">
            <a:srgbClr val="27A7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D691B8-C183-4CFD-89EA-FDE82BFC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29" y="1798676"/>
            <a:ext cx="1540772" cy="171432"/>
          </a:xfrm>
          <a:custGeom xmlns:a="http://schemas.openxmlformats.org/drawingml/2006/main">
            <a:pathLst>
              <a:path w="1540772" h="171432">
                <a:moveTo>
                  <a:pt x="0" y="18814"/>
                </a:moveTo>
                <a:lnTo>
                  <a:pt x="1538906" y="171432"/>
                </a:lnTo>
                <a:lnTo>
                  <a:pt x="1540772" y="152619"/>
                </a:lnTo>
                <a:lnTo>
                  <a:pt x="1866" y="0"/>
                </a:lnTo>
                <a:lnTo>
                  <a:pt x="0" y="188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230331-B249-4D07-BEE5-086671C8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336" y="1820670"/>
            <a:ext cx="19077" cy="146260"/>
          </a:xfrm>
          <a:custGeom xmlns:a="http://schemas.openxmlformats.org/drawingml/2006/main">
            <a:pathLst>
              <a:path w="19077" h="146260">
                <a:moveTo>
                  <a:pt x="19077" y="9539"/>
                </a:moveTo>
                <a:cubicBezTo>
                  <a:pt x="19077" y="4271"/>
                  <a:pt x="14807" y="0"/>
                  <a:pt x="9539" y="0"/>
                </a:cubicBezTo>
                <a:cubicBezTo>
                  <a:pt x="4271" y="0"/>
                  <a:pt x="0" y="4271"/>
                  <a:pt x="0" y="9539"/>
                </a:cubicBezTo>
                <a:lnTo>
                  <a:pt x="19077" y="9539"/>
                </a:lnTo>
                <a:close/>
                <a:moveTo>
                  <a:pt x="0" y="136721"/>
                </a:moveTo>
                <a:cubicBezTo>
                  <a:pt x="0" y="141989"/>
                  <a:pt x="4271" y="146260"/>
                  <a:pt x="9539" y="146260"/>
                </a:cubicBezTo>
                <a:cubicBezTo>
                  <a:pt x="14807" y="146260"/>
                  <a:pt x="19077" y="141989"/>
                  <a:pt x="19077" y="136721"/>
                </a:cubicBezTo>
                <a:lnTo>
                  <a:pt x="0" y="136721"/>
                </a:lnTo>
                <a:close/>
                <a:moveTo>
                  <a:pt x="0" y="9539"/>
                </a:moveTo>
                <a:lnTo>
                  <a:pt x="0" y="136721"/>
                </a:lnTo>
                <a:lnTo>
                  <a:pt x="19077" y="136721"/>
                </a:lnTo>
                <a:lnTo>
                  <a:pt x="19077" y="9539"/>
                </a:lnTo>
                <a:lnTo>
                  <a:pt x="0" y="95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CC34C2-30B2-4750-B3DA-03D666EB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189" y="1668441"/>
            <a:ext cx="18997" cy="150794"/>
          </a:xfrm>
          <a:custGeom xmlns:a="http://schemas.openxmlformats.org/drawingml/2006/main">
            <a:pathLst>
              <a:path w="18997" h="150794">
                <a:moveTo>
                  <a:pt x="18997" y="10894"/>
                </a:moveTo>
                <a:cubicBezTo>
                  <a:pt x="18997" y="5625"/>
                  <a:pt x="14745" y="964"/>
                  <a:pt x="9499" y="482"/>
                </a:cubicBezTo>
                <a:cubicBezTo>
                  <a:pt x="4253" y="0"/>
                  <a:pt x="0" y="3880"/>
                  <a:pt x="0" y="9148"/>
                </a:cubicBezTo>
                <a:lnTo>
                  <a:pt x="18997" y="10894"/>
                </a:lnTo>
                <a:close/>
                <a:moveTo>
                  <a:pt x="0" y="9148"/>
                </a:moveTo>
                <a:lnTo>
                  <a:pt x="0" y="149048"/>
                </a:lnTo>
                <a:lnTo>
                  <a:pt x="18997" y="150794"/>
                </a:lnTo>
                <a:lnTo>
                  <a:pt x="18997" y="10894"/>
                </a:lnTo>
                <a:lnTo>
                  <a:pt x="0" y="9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15C833-8650-41E7-9F7C-97D7ABEC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032" y="2042096"/>
            <a:ext cx="479358" cy="186700"/>
          </a:xfrm>
          <a:custGeom xmlns:a="http://schemas.openxmlformats.org/drawingml/2006/main">
            <a:pathLst>
              <a:path w="479358" h="186700">
                <a:moveTo>
                  <a:pt x="7540" y="167127"/>
                </a:moveTo>
                <a:cubicBezTo>
                  <a:pt x="2582" y="168918"/>
                  <a:pt x="0" y="174350"/>
                  <a:pt x="1773" y="179260"/>
                </a:cubicBezTo>
                <a:cubicBezTo>
                  <a:pt x="3546" y="184171"/>
                  <a:pt x="9003" y="186700"/>
                  <a:pt x="13961" y="184909"/>
                </a:cubicBezTo>
                <a:lnTo>
                  <a:pt x="7540" y="167127"/>
                </a:lnTo>
                <a:close/>
                <a:moveTo>
                  <a:pt x="471818" y="19573"/>
                </a:moveTo>
                <a:cubicBezTo>
                  <a:pt x="476776" y="17782"/>
                  <a:pt x="479358" y="12350"/>
                  <a:pt x="477584" y="7440"/>
                </a:cubicBezTo>
                <a:cubicBezTo>
                  <a:pt x="475811" y="2529"/>
                  <a:pt x="470354" y="0"/>
                  <a:pt x="465396" y="1790"/>
                </a:cubicBezTo>
                <a:lnTo>
                  <a:pt x="471818" y="19573"/>
                </a:lnTo>
                <a:close/>
                <a:moveTo>
                  <a:pt x="13961" y="184909"/>
                </a:moveTo>
                <a:lnTo>
                  <a:pt x="471818" y="19573"/>
                </a:lnTo>
                <a:lnTo>
                  <a:pt x="465396" y="1790"/>
                </a:lnTo>
                <a:lnTo>
                  <a:pt x="7540" y="167127"/>
                </a:lnTo>
                <a:lnTo>
                  <a:pt x="13961" y="1849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7DD198-6B57-41C1-84AC-64BF6BD1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958" y="2162930"/>
            <a:ext cx="59496" cy="65855"/>
          </a:xfrm>
          <a:custGeom xmlns:a="http://schemas.openxmlformats.org/drawingml/2006/main">
            <a:pathLst>
              <a:path w="59496" h="65855">
                <a:moveTo>
                  <a:pt x="17913" y="4463"/>
                </a:moveTo>
                <a:cubicBezTo>
                  <a:pt x="14485" y="463"/>
                  <a:pt x="8463" y="0"/>
                  <a:pt x="4463" y="3428"/>
                </a:cubicBezTo>
                <a:cubicBezTo>
                  <a:pt x="463" y="6857"/>
                  <a:pt x="0" y="12879"/>
                  <a:pt x="3428" y="16878"/>
                </a:cubicBezTo>
                <a:lnTo>
                  <a:pt x="17913" y="4463"/>
                </a:lnTo>
                <a:close/>
                <a:moveTo>
                  <a:pt x="41583" y="61392"/>
                </a:moveTo>
                <a:cubicBezTo>
                  <a:pt x="45011" y="65392"/>
                  <a:pt x="51033" y="65855"/>
                  <a:pt x="55033" y="62427"/>
                </a:cubicBezTo>
                <a:cubicBezTo>
                  <a:pt x="59033" y="58998"/>
                  <a:pt x="59496" y="52977"/>
                  <a:pt x="56068" y="48977"/>
                </a:cubicBezTo>
                <a:lnTo>
                  <a:pt x="41583" y="61392"/>
                </a:lnTo>
                <a:close/>
                <a:moveTo>
                  <a:pt x="3428" y="16878"/>
                </a:moveTo>
                <a:lnTo>
                  <a:pt x="41583" y="61392"/>
                </a:lnTo>
                <a:lnTo>
                  <a:pt x="56068" y="48977"/>
                </a:lnTo>
                <a:lnTo>
                  <a:pt x="17913" y="4463"/>
                </a:lnTo>
                <a:lnTo>
                  <a:pt x="3428" y="168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E3C260-6925-43D0-A9F6-3297BDB6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813" y="1997593"/>
            <a:ext cx="59496" cy="65855"/>
          </a:xfrm>
          <a:custGeom xmlns:a="http://schemas.openxmlformats.org/drawingml/2006/main">
            <a:pathLst>
              <a:path w="59496" h="65855">
                <a:moveTo>
                  <a:pt x="17913" y="4463"/>
                </a:moveTo>
                <a:cubicBezTo>
                  <a:pt x="14485" y="463"/>
                  <a:pt x="8463" y="0"/>
                  <a:pt x="4463" y="3428"/>
                </a:cubicBezTo>
                <a:cubicBezTo>
                  <a:pt x="463" y="6857"/>
                  <a:pt x="0" y="12879"/>
                  <a:pt x="3428" y="16878"/>
                </a:cubicBezTo>
                <a:lnTo>
                  <a:pt x="17913" y="4463"/>
                </a:lnTo>
                <a:close/>
                <a:moveTo>
                  <a:pt x="41583" y="61392"/>
                </a:moveTo>
                <a:cubicBezTo>
                  <a:pt x="45011" y="65392"/>
                  <a:pt x="51033" y="65855"/>
                  <a:pt x="55033" y="62427"/>
                </a:cubicBezTo>
                <a:cubicBezTo>
                  <a:pt x="59033" y="58998"/>
                  <a:pt x="59496" y="52977"/>
                  <a:pt x="56068" y="48977"/>
                </a:cubicBezTo>
                <a:lnTo>
                  <a:pt x="41583" y="61392"/>
                </a:lnTo>
                <a:close/>
                <a:moveTo>
                  <a:pt x="3428" y="16878"/>
                </a:moveTo>
                <a:lnTo>
                  <a:pt x="41583" y="61392"/>
                </a:lnTo>
                <a:lnTo>
                  <a:pt x="56068" y="48977"/>
                </a:lnTo>
                <a:lnTo>
                  <a:pt x="17913" y="4463"/>
                </a:lnTo>
                <a:lnTo>
                  <a:pt x="3428" y="168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A4DF74-84C0-4A85-ACF7-0A8A0721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138" y="1944672"/>
            <a:ext cx="1271823" cy="190773"/>
          </a:xfrm>
          <a:custGeom xmlns:a="http://schemas.openxmlformats.org/drawingml/2006/main">
            <a:pathLst>
              <a:path w="1271823" h="190773">
                <a:moveTo>
                  <a:pt x="0" y="0"/>
                </a:moveTo>
                <a:lnTo>
                  <a:pt x="1271823" y="0"/>
                </a:lnTo>
                <a:lnTo>
                  <a:pt x="127182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07FB80-09A8-4FC5-B0B2-A1A509BD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138" y="1944672"/>
            <a:ext cx="317956" cy="190773"/>
          </a:xfrm>
          <a:custGeom xmlns:a="http://schemas.openxmlformats.org/drawingml/2006/main">
            <a:pathLst>
              <a:path w="317956" h="190773">
                <a:moveTo>
                  <a:pt x="0" y="0"/>
                </a:moveTo>
                <a:lnTo>
                  <a:pt x="317956" y="0"/>
                </a:lnTo>
                <a:lnTo>
                  <a:pt x="317956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C2EF89-9BDB-4629-8676-52E9EE5C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779" y="1938313"/>
            <a:ext cx="330674" cy="203492"/>
          </a:xfrm>
          <a:custGeom xmlns:a="http://schemas.openxmlformats.org/drawingml/2006/main">
            <a:pathLst>
              <a:path w="330674" h="203492">
                <a:moveTo>
                  <a:pt x="0" y="197132"/>
                </a:moveTo>
                <a:lnTo>
                  <a:pt x="0" y="203492"/>
                </a:lnTo>
                <a:lnTo>
                  <a:pt x="6359" y="203492"/>
                </a:lnTo>
                <a:lnTo>
                  <a:pt x="324315" y="203492"/>
                </a:lnTo>
                <a:lnTo>
                  <a:pt x="330674" y="203492"/>
                </a:lnTo>
                <a:lnTo>
                  <a:pt x="330674" y="197132"/>
                </a:lnTo>
                <a:lnTo>
                  <a:pt x="330674" y="6359"/>
                </a:lnTo>
                <a:lnTo>
                  <a:pt x="330674" y="0"/>
                </a:lnTo>
                <a:lnTo>
                  <a:pt x="324315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97132"/>
                </a:lnTo>
                <a:close/>
                <a:moveTo>
                  <a:pt x="12718" y="12718"/>
                </a:moveTo>
                <a:lnTo>
                  <a:pt x="317956" y="12718"/>
                </a:lnTo>
                <a:lnTo>
                  <a:pt x="317956" y="190773"/>
                </a:lnTo>
                <a:lnTo>
                  <a:pt x="12718" y="190773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E1C05F-8D3C-4A03-94AA-8AE58ED1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094" y="1944672"/>
            <a:ext cx="317956" cy="190773"/>
          </a:xfrm>
          <a:custGeom xmlns:a="http://schemas.openxmlformats.org/drawingml/2006/main">
            <a:pathLst>
              <a:path w="317956" h="190773">
                <a:moveTo>
                  <a:pt x="0" y="0"/>
                </a:moveTo>
                <a:lnTo>
                  <a:pt x="317956" y="0"/>
                </a:lnTo>
                <a:lnTo>
                  <a:pt x="317956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D45E64-39BC-4D5C-BC4F-873438CA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735" y="1938313"/>
            <a:ext cx="330674" cy="203492"/>
          </a:xfrm>
          <a:custGeom xmlns:a="http://schemas.openxmlformats.org/drawingml/2006/main">
            <a:pathLst>
              <a:path w="330674" h="203492">
                <a:moveTo>
                  <a:pt x="0" y="197132"/>
                </a:moveTo>
                <a:lnTo>
                  <a:pt x="0" y="203492"/>
                </a:lnTo>
                <a:lnTo>
                  <a:pt x="6359" y="203492"/>
                </a:lnTo>
                <a:lnTo>
                  <a:pt x="324315" y="203492"/>
                </a:lnTo>
                <a:lnTo>
                  <a:pt x="330674" y="203492"/>
                </a:lnTo>
                <a:lnTo>
                  <a:pt x="330674" y="197132"/>
                </a:lnTo>
                <a:lnTo>
                  <a:pt x="330674" y="6359"/>
                </a:lnTo>
                <a:lnTo>
                  <a:pt x="330674" y="0"/>
                </a:lnTo>
                <a:lnTo>
                  <a:pt x="324315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97132"/>
                </a:lnTo>
                <a:close/>
                <a:moveTo>
                  <a:pt x="12718" y="12718"/>
                </a:moveTo>
                <a:lnTo>
                  <a:pt x="317956" y="12718"/>
                </a:lnTo>
                <a:lnTo>
                  <a:pt x="317956" y="190773"/>
                </a:lnTo>
                <a:lnTo>
                  <a:pt x="12718" y="190773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4B6085-1DF8-4481-BBCA-C49BCF5E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049" y="1944672"/>
            <a:ext cx="317956" cy="190773"/>
          </a:xfrm>
          <a:custGeom xmlns:a="http://schemas.openxmlformats.org/drawingml/2006/main">
            <a:pathLst>
              <a:path w="317956" h="190773">
                <a:moveTo>
                  <a:pt x="0" y="0"/>
                </a:moveTo>
                <a:lnTo>
                  <a:pt x="317956" y="0"/>
                </a:lnTo>
                <a:lnTo>
                  <a:pt x="317956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EE2FF9-4112-4217-92B2-2FFBE716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690" y="1938313"/>
            <a:ext cx="330674" cy="203492"/>
          </a:xfrm>
          <a:custGeom xmlns:a="http://schemas.openxmlformats.org/drawingml/2006/main">
            <a:pathLst>
              <a:path w="330674" h="203492">
                <a:moveTo>
                  <a:pt x="0" y="197132"/>
                </a:moveTo>
                <a:lnTo>
                  <a:pt x="0" y="203492"/>
                </a:lnTo>
                <a:lnTo>
                  <a:pt x="6359" y="203492"/>
                </a:lnTo>
                <a:lnTo>
                  <a:pt x="324315" y="203492"/>
                </a:lnTo>
                <a:lnTo>
                  <a:pt x="330674" y="203492"/>
                </a:lnTo>
                <a:lnTo>
                  <a:pt x="330674" y="197132"/>
                </a:lnTo>
                <a:lnTo>
                  <a:pt x="330674" y="6359"/>
                </a:lnTo>
                <a:lnTo>
                  <a:pt x="330674" y="0"/>
                </a:lnTo>
                <a:lnTo>
                  <a:pt x="324315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97132"/>
                </a:lnTo>
                <a:close/>
                <a:moveTo>
                  <a:pt x="12718" y="12718"/>
                </a:moveTo>
                <a:lnTo>
                  <a:pt x="317956" y="12718"/>
                </a:lnTo>
                <a:lnTo>
                  <a:pt x="317956" y="190773"/>
                </a:lnTo>
                <a:lnTo>
                  <a:pt x="12718" y="190773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B6E3C7-F159-4237-BE74-43916B9B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005" y="1944672"/>
            <a:ext cx="317956" cy="190773"/>
          </a:xfrm>
          <a:custGeom xmlns:a="http://schemas.openxmlformats.org/drawingml/2006/main">
            <a:pathLst>
              <a:path w="317956" h="190773">
                <a:moveTo>
                  <a:pt x="0" y="0"/>
                </a:moveTo>
                <a:lnTo>
                  <a:pt x="317956" y="0"/>
                </a:lnTo>
                <a:lnTo>
                  <a:pt x="317956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667B54-E7BE-4141-ADAF-E41F5F36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6646" y="1938313"/>
            <a:ext cx="330674" cy="203492"/>
          </a:xfrm>
          <a:custGeom xmlns:a="http://schemas.openxmlformats.org/drawingml/2006/main">
            <a:pathLst>
              <a:path w="330674" h="203492">
                <a:moveTo>
                  <a:pt x="0" y="197132"/>
                </a:moveTo>
                <a:lnTo>
                  <a:pt x="0" y="203492"/>
                </a:lnTo>
                <a:lnTo>
                  <a:pt x="6359" y="203492"/>
                </a:lnTo>
                <a:lnTo>
                  <a:pt x="324315" y="203492"/>
                </a:lnTo>
                <a:lnTo>
                  <a:pt x="330674" y="203492"/>
                </a:lnTo>
                <a:lnTo>
                  <a:pt x="330674" y="197132"/>
                </a:lnTo>
                <a:lnTo>
                  <a:pt x="330674" y="6359"/>
                </a:lnTo>
                <a:lnTo>
                  <a:pt x="330674" y="0"/>
                </a:lnTo>
                <a:lnTo>
                  <a:pt x="324315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97132"/>
                </a:lnTo>
                <a:close/>
                <a:moveTo>
                  <a:pt x="12718" y="12718"/>
                </a:moveTo>
                <a:lnTo>
                  <a:pt x="317956" y="12718"/>
                </a:lnTo>
                <a:lnTo>
                  <a:pt x="317956" y="190773"/>
                </a:lnTo>
                <a:lnTo>
                  <a:pt x="12718" y="190773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0741F5-8015-4CA0-B0C5-5946D86F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392" y="1019421"/>
            <a:ext cx="19077" cy="136721"/>
          </a:xfrm>
          <a:custGeom xmlns:a="http://schemas.openxmlformats.org/drawingml/2006/main">
            <a:pathLst>
              <a:path w="19077" h="136721">
                <a:moveTo>
                  <a:pt x="19077" y="9539"/>
                </a:moveTo>
                <a:cubicBezTo>
                  <a:pt x="19077" y="4271"/>
                  <a:pt x="14807" y="0"/>
                  <a:pt x="9539" y="0"/>
                </a:cubicBezTo>
                <a:cubicBezTo>
                  <a:pt x="4271" y="0"/>
                  <a:pt x="0" y="4271"/>
                  <a:pt x="0" y="9539"/>
                </a:cubicBezTo>
                <a:lnTo>
                  <a:pt x="19077" y="9539"/>
                </a:lnTo>
                <a:close/>
                <a:moveTo>
                  <a:pt x="0" y="9539"/>
                </a:moveTo>
                <a:lnTo>
                  <a:pt x="0" y="136721"/>
                </a:lnTo>
                <a:lnTo>
                  <a:pt x="19077" y="136721"/>
                </a:lnTo>
                <a:lnTo>
                  <a:pt x="19077" y="9539"/>
                </a:lnTo>
                <a:lnTo>
                  <a:pt x="0" y="95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BD75F8-567E-40AC-B646-4042B7DA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30" y="1019421"/>
            <a:ext cx="19077" cy="136721"/>
          </a:xfrm>
          <a:custGeom xmlns:a="http://schemas.openxmlformats.org/drawingml/2006/main">
            <a:pathLst>
              <a:path w="19077" h="136721">
                <a:moveTo>
                  <a:pt x="19077" y="9539"/>
                </a:moveTo>
                <a:cubicBezTo>
                  <a:pt x="19077" y="4271"/>
                  <a:pt x="14807" y="0"/>
                  <a:pt x="9539" y="0"/>
                </a:cubicBezTo>
                <a:cubicBezTo>
                  <a:pt x="4271" y="0"/>
                  <a:pt x="0" y="4271"/>
                  <a:pt x="0" y="9539"/>
                </a:cubicBezTo>
                <a:lnTo>
                  <a:pt x="19077" y="9539"/>
                </a:lnTo>
                <a:close/>
                <a:moveTo>
                  <a:pt x="0" y="9539"/>
                </a:moveTo>
                <a:lnTo>
                  <a:pt x="0" y="136721"/>
                </a:lnTo>
                <a:lnTo>
                  <a:pt x="19077" y="136721"/>
                </a:lnTo>
                <a:lnTo>
                  <a:pt x="19077" y="9539"/>
                </a:lnTo>
                <a:lnTo>
                  <a:pt x="0" y="95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41474E-F668-4ECC-B37A-C759CECF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13" y="1137065"/>
            <a:ext cx="6467218" cy="19077"/>
          </a:xfrm>
          <a:custGeom xmlns:a="http://schemas.openxmlformats.org/drawingml/2006/main">
            <a:pathLst>
              <a:path w="6467218" h="19077">
                <a:moveTo>
                  <a:pt x="6467218" y="0"/>
                </a:moveTo>
                <a:lnTo>
                  <a:pt x="0" y="0"/>
                </a:lnTo>
                <a:lnTo>
                  <a:pt x="0" y="19077"/>
                </a:lnTo>
                <a:lnTo>
                  <a:pt x="6467218" y="19077"/>
                </a:lnTo>
                <a:lnTo>
                  <a:pt x="646721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E2B774-C5C7-4EBA-885C-8781EAF9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978" y="1655333"/>
            <a:ext cx="110143" cy="213030"/>
          </a:xfrm>
          <a:custGeom xmlns:a="http://schemas.openxmlformats.org/drawingml/2006/main">
            <a:pathLst>
              <a:path w="110143" h="213030">
                <a:moveTo>
                  <a:pt x="64523" y="8244"/>
                </a:moveTo>
                <a:lnTo>
                  <a:pt x="64416" y="7616"/>
                </a:lnTo>
                <a:lnTo>
                  <a:pt x="64269" y="7003"/>
                </a:lnTo>
                <a:lnTo>
                  <a:pt x="64084" y="6406"/>
                </a:lnTo>
                <a:lnTo>
                  <a:pt x="63861" y="5826"/>
                </a:lnTo>
                <a:lnTo>
                  <a:pt x="63602" y="5265"/>
                </a:lnTo>
                <a:lnTo>
                  <a:pt x="63308" y="4724"/>
                </a:lnTo>
                <a:lnTo>
                  <a:pt x="62981" y="4206"/>
                </a:lnTo>
                <a:lnTo>
                  <a:pt x="62623" y="3710"/>
                </a:lnTo>
                <a:lnTo>
                  <a:pt x="62234" y="3239"/>
                </a:lnTo>
                <a:lnTo>
                  <a:pt x="61816" y="2794"/>
                </a:lnTo>
                <a:lnTo>
                  <a:pt x="61371" y="2376"/>
                </a:lnTo>
                <a:lnTo>
                  <a:pt x="60900" y="1988"/>
                </a:lnTo>
                <a:lnTo>
                  <a:pt x="60405" y="1629"/>
                </a:lnTo>
                <a:lnTo>
                  <a:pt x="59886" y="1302"/>
                </a:lnTo>
                <a:lnTo>
                  <a:pt x="59345" y="1009"/>
                </a:lnTo>
                <a:lnTo>
                  <a:pt x="58784" y="750"/>
                </a:lnTo>
                <a:lnTo>
                  <a:pt x="58205" y="526"/>
                </a:lnTo>
                <a:lnTo>
                  <a:pt x="57607" y="341"/>
                </a:lnTo>
                <a:lnTo>
                  <a:pt x="56994" y="194"/>
                </a:lnTo>
                <a:lnTo>
                  <a:pt x="56366" y="87"/>
                </a:lnTo>
                <a:lnTo>
                  <a:pt x="55725" y="22"/>
                </a:lnTo>
                <a:lnTo>
                  <a:pt x="55072" y="0"/>
                </a:lnTo>
                <a:lnTo>
                  <a:pt x="54418" y="22"/>
                </a:lnTo>
                <a:lnTo>
                  <a:pt x="53777" y="87"/>
                </a:lnTo>
                <a:lnTo>
                  <a:pt x="53149" y="194"/>
                </a:lnTo>
                <a:lnTo>
                  <a:pt x="52536" y="341"/>
                </a:lnTo>
                <a:lnTo>
                  <a:pt x="51938" y="526"/>
                </a:lnTo>
                <a:lnTo>
                  <a:pt x="51359" y="750"/>
                </a:lnTo>
                <a:lnTo>
                  <a:pt x="50798" y="1009"/>
                </a:lnTo>
                <a:lnTo>
                  <a:pt x="50257" y="1302"/>
                </a:lnTo>
                <a:lnTo>
                  <a:pt x="49738" y="1629"/>
                </a:lnTo>
                <a:lnTo>
                  <a:pt x="49243" y="1988"/>
                </a:lnTo>
                <a:lnTo>
                  <a:pt x="48772" y="2376"/>
                </a:lnTo>
                <a:lnTo>
                  <a:pt x="48327" y="2794"/>
                </a:lnTo>
                <a:lnTo>
                  <a:pt x="47909" y="3239"/>
                </a:lnTo>
                <a:lnTo>
                  <a:pt x="47520" y="3710"/>
                </a:lnTo>
                <a:lnTo>
                  <a:pt x="47162" y="4206"/>
                </a:lnTo>
                <a:lnTo>
                  <a:pt x="46835" y="4724"/>
                </a:lnTo>
                <a:lnTo>
                  <a:pt x="46542" y="5265"/>
                </a:lnTo>
                <a:lnTo>
                  <a:pt x="46282" y="5826"/>
                </a:lnTo>
                <a:lnTo>
                  <a:pt x="46059" y="6406"/>
                </a:lnTo>
                <a:lnTo>
                  <a:pt x="45874" y="7003"/>
                </a:lnTo>
                <a:lnTo>
                  <a:pt x="45727" y="7616"/>
                </a:lnTo>
                <a:lnTo>
                  <a:pt x="45620" y="8244"/>
                </a:lnTo>
                <a:lnTo>
                  <a:pt x="45555" y="8886"/>
                </a:lnTo>
                <a:lnTo>
                  <a:pt x="45533" y="9539"/>
                </a:lnTo>
                <a:lnTo>
                  <a:pt x="45533" y="117644"/>
                </a:lnTo>
                <a:lnTo>
                  <a:pt x="0" y="117644"/>
                </a:lnTo>
                <a:lnTo>
                  <a:pt x="55072" y="213030"/>
                </a:lnTo>
                <a:lnTo>
                  <a:pt x="110143" y="117644"/>
                </a:lnTo>
                <a:lnTo>
                  <a:pt x="64610" y="117644"/>
                </a:lnTo>
                <a:lnTo>
                  <a:pt x="64610" y="9539"/>
                </a:lnTo>
                <a:lnTo>
                  <a:pt x="64588" y="8886"/>
                </a:lnTo>
                <a:lnTo>
                  <a:pt x="64523" y="82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41DF4A-A581-4063-B704-7AAD2049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5511" y="1146604"/>
            <a:ext cx="19077" cy="187594"/>
          </a:xfrm>
          <a:custGeom xmlns:a="http://schemas.openxmlformats.org/drawingml/2006/main">
            <a:pathLst>
              <a:path w="19077" h="187594">
                <a:moveTo>
                  <a:pt x="19077" y="9539"/>
                </a:moveTo>
                <a:cubicBezTo>
                  <a:pt x="19077" y="4271"/>
                  <a:pt x="14807" y="0"/>
                  <a:pt x="9539" y="0"/>
                </a:cubicBezTo>
                <a:cubicBezTo>
                  <a:pt x="4271" y="0"/>
                  <a:pt x="0" y="4271"/>
                  <a:pt x="0" y="9539"/>
                </a:cubicBezTo>
                <a:lnTo>
                  <a:pt x="19077" y="9539"/>
                </a:lnTo>
                <a:close/>
                <a:moveTo>
                  <a:pt x="0" y="9539"/>
                </a:moveTo>
                <a:lnTo>
                  <a:pt x="0" y="187594"/>
                </a:lnTo>
                <a:lnTo>
                  <a:pt x="19077" y="187594"/>
                </a:lnTo>
                <a:lnTo>
                  <a:pt x="19077" y="9539"/>
                </a:lnTo>
                <a:lnTo>
                  <a:pt x="0" y="95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27E217-DBAE-451F-9EE0-8F1B4E71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430" y="1334198"/>
            <a:ext cx="1523238" cy="324315"/>
          </a:xfrm>
          <a:custGeom xmlns:a="http://schemas.openxmlformats.org/drawingml/2006/main">
            <a:pathLst>
              <a:path w="1523238" h="324315">
                <a:moveTo>
                  <a:pt x="1225197" y="324315"/>
                </a:moveTo>
                <a:lnTo>
                  <a:pt x="298040" y="324315"/>
                </a:lnTo>
                <a:cubicBezTo>
                  <a:pt x="289499" y="324315"/>
                  <a:pt x="281316" y="320878"/>
                  <a:pt x="275336" y="314778"/>
                </a:cubicBezTo>
                <a:lnTo>
                  <a:pt x="19725" y="54055"/>
                </a:lnTo>
                <a:cubicBezTo>
                  <a:pt x="0" y="33936"/>
                  <a:pt x="14254" y="0"/>
                  <a:pt x="42429" y="0"/>
                </a:cubicBezTo>
                <a:lnTo>
                  <a:pt x="1480809" y="0"/>
                </a:lnTo>
                <a:cubicBezTo>
                  <a:pt x="1508984" y="0"/>
                  <a:pt x="1523238" y="33935"/>
                  <a:pt x="1503513" y="54055"/>
                </a:cubicBezTo>
                <a:lnTo>
                  <a:pt x="1247902" y="314778"/>
                </a:lnTo>
                <a:cubicBezTo>
                  <a:pt x="1241922" y="320878"/>
                  <a:pt x="1233739" y="324315"/>
                  <a:pt x="1225197" y="3243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E04238-3B4A-4D57-85D7-E3D6AED2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702" y="1324659"/>
            <a:ext cx="1548696" cy="343392"/>
          </a:xfrm>
          <a:custGeom xmlns:a="http://schemas.openxmlformats.org/drawingml/2006/main">
            <a:pathLst>
              <a:path w="1548696" h="343392">
                <a:moveTo>
                  <a:pt x="1260631" y="324317"/>
                </a:moveTo>
                <a:lnTo>
                  <a:pt x="1267442" y="330995"/>
                </a:lnTo>
                <a:lnTo>
                  <a:pt x="1260631" y="324317"/>
                </a:lnTo>
                <a:close/>
                <a:moveTo>
                  <a:pt x="1516242" y="63593"/>
                </a:moveTo>
                <a:lnTo>
                  <a:pt x="1509431" y="56916"/>
                </a:lnTo>
                <a:lnTo>
                  <a:pt x="1516242" y="63593"/>
                </a:lnTo>
                <a:close/>
                <a:moveTo>
                  <a:pt x="32453" y="63593"/>
                </a:moveTo>
                <a:lnTo>
                  <a:pt x="25642" y="70271"/>
                </a:lnTo>
                <a:lnTo>
                  <a:pt x="32453" y="63593"/>
                </a:lnTo>
                <a:close/>
                <a:moveTo>
                  <a:pt x="288065" y="324317"/>
                </a:moveTo>
                <a:lnTo>
                  <a:pt x="281254" y="330995"/>
                </a:lnTo>
                <a:lnTo>
                  <a:pt x="288065" y="324317"/>
                </a:lnTo>
                <a:close/>
                <a:moveTo>
                  <a:pt x="310769" y="343392"/>
                </a:moveTo>
                <a:lnTo>
                  <a:pt x="1237926" y="343392"/>
                </a:lnTo>
                <a:lnTo>
                  <a:pt x="1237926" y="324315"/>
                </a:lnTo>
                <a:lnTo>
                  <a:pt x="310769" y="324315"/>
                </a:lnTo>
                <a:lnTo>
                  <a:pt x="310769" y="343392"/>
                </a:lnTo>
                <a:close/>
                <a:moveTo>
                  <a:pt x="1267442" y="330995"/>
                </a:moveTo>
                <a:lnTo>
                  <a:pt x="1523053" y="70271"/>
                </a:lnTo>
                <a:lnTo>
                  <a:pt x="1509431" y="56916"/>
                </a:lnTo>
                <a:lnTo>
                  <a:pt x="1253819" y="317639"/>
                </a:lnTo>
                <a:lnTo>
                  <a:pt x="1267442" y="330995"/>
                </a:lnTo>
                <a:close/>
                <a:moveTo>
                  <a:pt x="1493538" y="0"/>
                </a:moveTo>
                <a:lnTo>
                  <a:pt x="55158" y="0"/>
                </a:lnTo>
                <a:lnTo>
                  <a:pt x="55158" y="19077"/>
                </a:lnTo>
                <a:lnTo>
                  <a:pt x="1493538" y="19077"/>
                </a:lnTo>
                <a:lnTo>
                  <a:pt x="1493538" y="0"/>
                </a:lnTo>
                <a:close/>
                <a:moveTo>
                  <a:pt x="25642" y="70271"/>
                </a:moveTo>
                <a:lnTo>
                  <a:pt x="281254" y="330995"/>
                </a:lnTo>
                <a:lnTo>
                  <a:pt x="294876" y="317639"/>
                </a:lnTo>
                <a:lnTo>
                  <a:pt x="39265" y="56916"/>
                </a:lnTo>
                <a:lnTo>
                  <a:pt x="25642" y="70271"/>
                </a:lnTo>
                <a:close/>
                <a:moveTo>
                  <a:pt x="55158" y="0"/>
                </a:moveTo>
                <a:cubicBezTo>
                  <a:pt x="18530" y="0"/>
                  <a:pt x="0" y="44116"/>
                  <a:pt x="25642" y="70271"/>
                </a:cubicBezTo>
                <a:lnTo>
                  <a:pt x="39265" y="56916"/>
                </a:lnTo>
                <a:cubicBezTo>
                  <a:pt x="25457" y="42832"/>
                  <a:pt x="35435" y="19077"/>
                  <a:pt x="55158" y="19077"/>
                </a:cubicBezTo>
                <a:lnTo>
                  <a:pt x="55158" y="0"/>
                </a:lnTo>
                <a:close/>
                <a:moveTo>
                  <a:pt x="1523053" y="70271"/>
                </a:moveTo>
                <a:cubicBezTo>
                  <a:pt x="1548696" y="44116"/>
                  <a:pt x="1530165" y="0"/>
                  <a:pt x="1493538" y="0"/>
                </a:cubicBezTo>
                <a:lnTo>
                  <a:pt x="1493538" y="19077"/>
                </a:lnTo>
                <a:cubicBezTo>
                  <a:pt x="1513260" y="19077"/>
                  <a:pt x="1523238" y="42832"/>
                  <a:pt x="1509431" y="56916"/>
                </a:cubicBezTo>
                <a:lnTo>
                  <a:pt x="1523053" y="70271"/>
                </a:lnTo>
                <a:close/>
                <a:moveTo>
                  <a:pt x="1237926" y="343392"/>
                </a:moveTo>
                <a:cubicBezTo>
                  <a:pt x="1249031" y="343392"/>
                  <a:pt x="1259668" y="338924"/>
                  <a:pt x="1267442" y="330995"/>
                </a:cubicBezTo>
                <a:lnTo>
                  <a:pt x="1253819" y="317639"/>
                </a:lnTo>
                <a:cubicBezTo>
                  <a:pt x="1249633" y="321909"/>
                  <a:pt x="1243906" y="324315"/>
                  <a:pt x="1237926" y="324315"/>
                </a:cubicBezTo>
                <a:lnTo>
                  <a:pt x="1237926" y="343392"/>
                </a:lnTo>
                <a:close/>
                <a:moveTo>
                  <a:pt x="310769" y="324315"/>
                </a:moveTo>
                <a:cubicBezTo>
                  <a:pt x="304790" y="324315"/>
                  <a:pt x="299062" y="321909"/>
                  <a:pt x="294876" y="317639"/>
                </a:cubicBezTo>
                <a:lnTo>
                  <a:pt x="281254" y="330995"/>
                </a:lnTo>
                <a:cubicBezTo>
                  <a:pt x="289027" y="338924"/>
                  <a:pt x="299665" y="343392"/>
                  <a:pt x="310769" y="343392"/>
                </a:cubicBezTo>
                <a:lnTo>
                  <a:pt x="310769" y="3243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5E8D9B-3CC5-43C7-B2BC-4F8859E5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84" y="1446252"/>
            <a:ext cx="743718" cy="147179"/>
          </a:xfrm>
          <a:custGeom xmlns:a="http://schemas.openxmlformats.org/drawingml/2006/main">
            <a:pathLst>
              <a:path w="743718" h="147179">
                <a:moveTo>
                  <a:pt x="0" y="110514"/>
                </a:moveTo>
                <a:close/>
                <a:moveTo>
                  <a:pt x="59989" y="19226"/>
                </a:moveTo>
                <a:cubicBezTo>
                  <a:pt x="55568" y="19226"/>
                  <a:pt x="51643" y="20096"/>
                  <a:pt x="48215" y="21835"/>
                </a:cubicBezTo>
                <a:cubicBezTo>
                  <a:pt x="44837" y="23524"/>
                  <a:pt x="41980" y="25983"/>
                  <a:pt x="39645" y="29212"/>
                </a:cubicBezTo>
                <a:cubicBezTo>
                  <a:pt x="37360" y="32441"/>
                  <a:pt x="35621" y="36341"/>
                  <a:pt x="34429" y="40912"/>
                </a:cubicBezTo>
                <a:cubicBezTo>
                  <a:pt x="33236" y="45483"/>
                  <a:pt x="32640" y="50625"/>
                  <a:pt x="32640" y="56338"/>
                </a:cubicBezTo>
                <a:cubicBezTo>
                  <a:pt x="32640" y="64038"/>
                  <a:pt x="33584" y="70621"/>
                  <a:pt x="35472" y="76086"/>
                </a:cubicBezTo>
                <a:cubicBezTo>
                  <a:pt x="37409" y="81501"/>
                  <a:pt x="40390" y="85649"/>
                  <a:pt x="44414" y="88531"/>
                </a:cubicBezTo>
                <a:cubicBezTo>
                  <a:pt x="48439" y="91363"/>
                  <a:pt x="53630" y="92778"/>
                  <a:pt x="59989" y="92778"/>
                </a:cubicBezTo>
                <a:cubicBezTo>
                  <a:pt x="64411" y="92778"/>
                  <a:pt x="68832" y="92282"/>
                  <a:pt x="73254" y="91288"/>
                </a:cubicBezTo>
                <a:cubicBezTo>
                  <a:pt x="77725" y="90294"/>
                  <a:pt x="82569" y="88879"/>
                  <a:pt x="87786" y="87040"/>
                </a:cubicBezTo>
                <a:lnTo>
                  <a:pt x="87786" y="106416"/>
                </a:lnTo>
                <a:cubicBezTo>
                  <a:pt x="82967" y="108403"/>
                  <a:pt x="78222" y="109819"/>
                  <a:pt x="73552" y="110663"/>
                </a:cubicBezTo>
                <a:cubicBezTo>
                  <a:pt x="68882" y="111558"/>
                  <a:pt x="63641" y="112005"/>
                  <a:pt x="57828" y="112005"/>
                </a:cubicBezTo>
                <a:cubicBezTo>
                  <a:pt x="46600" y="112005"/>
                  <a:pt x="37360" y="109695"/>
                  <a:pt x="30106" y="105074"/>
                </a:cubicBezTo>
                <a:cubicBezTo>
                  <a:pt x="22903" y="100404"/>
                  <a:pt x="17562" y="93896"/>
                  <a:pt x="14084" y="85550"/>
                </a:cubicBezTo>
                <a:cubicBezTo>
                  <a:pt x="10607" y="77154"/>
                  <a:pt x="8868" y="67367"/>
                  <a:pt x="8868" y="56189"/>
                </a:cubicBezTo>
                <a:cubicBezTo>
                  <a:pt x="8868" y="47942"/>
                  <a:pt x="9986" y="40390"/>
                  <a:pt x="12221" y="33534"/>
                </a:cubicBezTo>
                <a:cubicBezTo>
                  <a:pt x="14457" y="26678"/>
                  <a:pt x="17736" y="20742"/>
                  <a:pt x="22058" y="15724"/>
                </a:cubicBezTo>
                <a:cubicBezTo>
                  <a:pt x="26380" y="10706"/>
                  <a:pt x="31721" y="6831"/>
                  <a:pt x="38080" y="4099"/>
                </a:cubicBezTo>
                <a:cubicBezTo>
                  <a:pt x="44439" y="1366"/>
                  <a:pt x="51742" y="0"/>
                  <a:pt x="59989" y="0"/>
                </a:cubicBezTo>
                <a:cubicBezTo>
                  <a:pt x="65404" y="0"/>
                  <a:pt x="70820" y="696"/>
                  <a:pt x="76235" y="2087"/>
                </a:cubicBezTo>
                <a:cubicBezTo>
                  <a:pt x="81700" y="3428"/>
                  <a:pt x="86916" y="5291"/>
                  <a:pt x="91884" y="7676"/>
                </a:cubicBezTo>
                <a:lnTo>
                  <a:pt x="84432" y="26455"/>
                </a:lnTo>
                <a:cubicBezTo>
                  <a:pt x="80358" y="24517"/>
                  <a:pt x="76260" y="22828"/>
                  <a:pt x="72136" y="21387"/>
                </a:cubicBezTo>
                <a:cubicBezTo>
                  <a:pt x="68013" y="19947"/>
                  <a:pt x="63964" y="19226"/>
                  <a:pt x="59989" y="19226"/>
                </a:cubicBezTo>
                <a:close/>
                <a:moveTo>
                  <a:pt x="97324" y="110514"/>
                </a:moveTo>
                <a:close/>
                <a:moveTo>
                  <a:pt x="184961" y="68708"/>
                </a:moveTo>
                <a:cubicBezTo>
                  <a:pt x="184961" y="75664"/>
                  <a:pt x="184017" y="81824"/>
                  <a:pt x="182129" y="87189"/>
                </a:cubicBezTo>
                <a:cubicBezTo>
                  <a:pt x="180291" y="92555"/>
                  <a:pt x="177583" y="97101"/>
                  <a:pt x="174006" y="100827"/>
                </a:cubicBezTo>
                <a:cubicBezTo>
                  <a:pt x="170479" y="104503"/>
                  <a:pt x="166206" y="107285"/>
                  <a:pt x="161189" y="109173"/>
                </a:cubicBezTo>
                <a:cubicBezTo>
                  <a:pt x="156221" y="111061"/>
                  <a:pt x="150607" y="112005"/>
                  <a:pt x="144347" y="112005"/>
                </a:cubicBezTo>
                <a:cubicBezTo>
                  <a:pt x="138485" y="112005"/>
                  <a:pt x="133094" y="111061"/>
                  <a:pt x="128176" y="109173"/>
                </a:cubicBezTo>
                <a:cubicBezTo>
                  <a:pt x="123307" y="107285"/>
                  <a:pt x="119059" y="104503"/>
                  <a:pt x="115433" y="100827"/>
                </a:cubicBezTo>
                <a:cubicBezTo>
                  <a:pt x="111856" y="97101"/>
                  <a:pt x="109074" y="92555"/>
                  <a:pt x="107086" y="87189"/>
                </a:cubicBezTo>
                <a:cubicBezTo>
                  <a:pt x="105149" y="81824"/>
                  <a:pt x="104180" y="75664"/>
                  <a:pt x="104180" y="68708"/>
                </a:cubicBezTo>
                <a:cubicBezTo>
                  <a:pt x="104180" y="59468"/>
                  <a:pt x="105820" y="51643"/>
                  <a:pt x="109099" y="45234"/>
                </a:cubicBezTo>
                <a:cubicBezTo>
                  <a:pt x="112377" y="38825"/>
                  <a:pt x="117047" y="33957"/>
                  <a:pt x="123108" y="30628"/>
                </a:cubicBezTo>
                <a:cubicBezTo>
                  <a:pt x="129169" y="27299"/>
                  <a:pt x="136398" y="25635"/>
                  <a:pt x="144794" y="25635"/>
                </a:cubicBezTo>
                <a:cubicBezTo>
                  <a:pt x="152594" y="25635"/>
                  <a:pt x="159499" y="27299"/>
                  <a:pt x="165511" y="30628"/>
                </a:cubicBezTo>
                <a:cubicBezTo>
                  <a:pt x="171572" y="33957"/>
                  <a:pt x="176316" y="38825"/>
                  <a:pt x="179744" y="45234"/>
                </a:cubicBezTo>
                <a:cubicBezTo>
                  <a:pt x="183222" y="51643"/>
                  <a:pt x="184961" y="59468"/>
                  <a:pt x="184961" y="68708"/>
                </a:cubicBezTo>
                <a:close/>
                <a:moveTo>
                  <a:pt x="127356" y="68708"/>
                </a:moveTo>
                <a:cubicBezTo>
                  <a:pt x="127356" y="74173"/>
                  <a:pt x="127952" y="78769"/>
                  <a:pt x="129145" y="82495"/>
                </a:cubicBezTo>
                <a:cubicBezTo>
                  <a:pt x="130337" y="86221"/>
                  <a:pt x="132200" y="89028"/>
                  <a:pt x="134734" y="90915"/>
                </a:cubicBezTo>
                <a:cubicBezTo>
                  <a:pt x="137267" y="92803"/>
                  <a:pt x="140571" y="93747"/>
                  <a:pt x="144645" y="93747"/>
                </a:cubicBezTo>
                <a:cubicBezTo>
                  <a:pt x="148669" y="93747"/>
                  <a:pt x="151923" y="92803"/>
                  <a:pt x="154407" y="90915"/>
                </a:cubicBezTo>
                <a:cubicBezTo>
                  <a:pt x="156941" y="89028"/>
                  <a:pt x="158779" y="86221"/>
                  <a:pt x="159922" y="82495"/>
                </a:cubicBezTo>
                <a:cubicBezTo>
                  <a:pt x="161114" y="78769"/>
                  <a:pt x="161710" y="74173"/>
                  <a:pt x="161710" y="68708"/>
                </a:cubicBezTo>
                <a:cubicBezTo>
                  <a:pt x="161710" y="63194"/>
                  <a:pt x="161114" y="58623"/>
                  <a:pt x="159922" y="54996"/>
                </a:cubicBezTo>
                <a:cubicBezTo>
                  <a:pt x="158779" y="51320"/>
                  <a:pt x="156941" y="48563"/>
                  <a:pt x="154407" y="46725"/>
                </a:cubicBezTo>
                <a:cubicBezTo>
                  <a:pt x="151874" y="44886"/>
                  <a:pt x="148570" y="43967"/>
                  <a:pt x="144496" y="43967"/>
                </a:cubicBezTo>
                <a:cubicBezTo>
                  <a:pt x="138485" y="43967"/>
                  <a:pt x="134113" y="46029"/>
                  <a:pt x="131380" y="50153"/>
                </a:cubicBezTo>
                <a:cubicBezTo>
                  <a:pt x="128698" y="54276"/>
                  <a:pt x="127356" y="60461"/>
                  <a:pt x="127356" y="68708"/>
                </a:cubicBezTo>
                <a:close/>
                <a:moveTo>
                  <a:pt x="191817" y="110514"/>
                </a:moveTo>
                <a:close/>
                <a:moveTo>
                  <a:pt x="301586" y="25635"/>
                </a:moveTo>
                <a:cubicBezTo>
                  <a:pt x="311025" y="25635"/>
                  <a:pt x="318154" y="28070"/>
                  <a:pt x="322973" y="32938"/>
                </a:cubicBezTo>
                <a:cubicBezTo>
                  <a:pt x="327842" y="37757"/>
                  <a:pt x="330276" y="45507"/>
                  <a:pt x="330276" y="56189"/>
                </a:cubicBezTo>
                <a:lnTo>
                  <a:pt x="330276" y="110514"/>
                </a:lnTo>
                <a:lnTo>
                  <a:pt x="307473" y="110514"/>
                </a:lnTo>
                <a:lnTo>
                  <a:pt x="307473" y="61852"/>
                </a:lnTo>
                <a:cubicBezTo>
                  <a:pt x="307473" y="55891"/>
                  <a:pt x="306455" y="51395"/>
                  <a:pt x="304418" y="48364"/>
                </a:cubicBezTo>
                <a:cubicBezTo>
                  <a:pt x="302381" y="45334"/>
                  <a:pt x="299226" y="43818"/>
                  <a:pt x="294954" y="43818"/>
                </a:cubicBezTo>
                <a:cubicBezTo>
                  <a:pt x="288942" y="43818"/>
                  <a:pt x="284670" y="45979"/>
                  <a:pt x="282136" y="50302"/>
                </a:cubicBezTo>
                <a:cubicBezTo>
                  <a:pt x="279602" y="54574"/>
                  <a:pt x="278335" y="60710"/>
                  <a:pt x="278335" y="68708"/>
                </a:cubicBezTo>
                <a:lnTo>
                  <a:pt x="278335" y="110514"/>
                </a:lnTo>
                <a:lnTo>
                  <a:pt x="255607" y="110514"/>
                </a:lnTo>
                <a:lnTo>
                  <a:pt x="255607" y="61852"/>
                </a:lnTo>
                <a:cubicBezTo>
                  <a:pt x="255607" y="57878"/>
                  <a:pt x="255159" y="54549"/>
                  <a:pt x="254265" y="51867"/>
                </a:cubicBezTo>
                <a:cubicBezTo>
                  <a:pt x="253371" y="49184"/>
                  <a:pt x="252005" y="47172"/>
                  <a:pt x="250167" y="45830"/>
                </a:cubicBezTo>
                <a:cubicBezTo>
                  <a:pt x="248328" y="44489"/>
                  <a:pt x="245969" y="43818"/>
                  <a:pt x="243087" y="43818"/>
                </a:cubicBezTo>
                <a:cubicBezTo>
                  <a:pt x="238864" y="43818"/>
                  <a:pt x="235536" y="44886"/>
                  <a:pt x="233101" y="47023"/>
                </a:cubicBezTo>
                <a:cubicBezTo>
                  <a:pt x="230717" y="49109"/>
                  <a:pt x="229003" y="52214"/>
                  <a:pt x="227959" y="56338"/>
                </a:cubicBezTo>
                <a:cubicBezTo>
                  <a:pt x="226966" y="60412"/>
                  <a:pt x="226469" y="65404"/>
                  <a:pt x="226469" y="71316"/>
                </a:cubicBezTo>
                <a:lnTo>
                  <a:pt x="226469" y="110514"/>
                </a:lnTo>
                <a:lnTo>
                  <a:pt x="203740" y="110514"/>
                </a:lnTo>
                <a:lnTo>
                  <a:pt x="203740" y="27200"/>
                </a:lnTo>
                <a:lnTo>
                  <a:pt x="221103" y="27200"/>
                </a:lnTo>
                <a:lnTo>
                  <a:pt x="224159" y="37857"/>
                </a:lnTo>
                <a:lnTo>
                  <a:pt x="225426" y="37857"/>
                </a:lnTo>
                <a:cubicBezTo>
                  <a:pt x="227115" y="34975"/>
                  <a:pt x="229226" y="32640"/>
                  <a:pt x="231760" y="30852"/>
                </a:cubicBezTo>
                <a:cubicBezTo>
                  <a:pt x="234343" y="29063"/>
                  <a:pt x="237175" y="27747"/>
                  <a:pt x="240255" y="26902"/>
                </a:cubicBezTo>
                <a:cubicBezTo>
                  <a:pt x="243335" y="26057"/>
                  <a:pt x="246465" y="25635"/>
                  <a:pt x="249645" y="25635"/>
                </a:cubicBezTo>
                <a:cubicBezTo>
                  <a:pt x="255756" y="25635"/>
                  <a:pt x="260922" y="26629"/>
                  <a:pt x="265145" y="28616"/>
                </a:cubicBezTo>
                <a:cubicBezTo>
                  <a:pt x="269418" y="30603"/>
                  <a:pt x="272697" y="33683"/>
                  <a:pt x="274982" y="37857"/>
                </a:cubicBezTo>
                <a:lnTo>
                  <a:pt x="276994" y="37857"/>
                </a:lnTo>
                <a:cubicBezTo>
                  <a:pt x="279478" y="33584"/>
                  <a:pt x="282981" y="30479"/>
                  <a:pt x="287501" y="28541"/>
                </a:cubicBezTo>
                <a:cubicBezTo>
                  <a:pt x="292072" y="26604"/>
                  <a:pt x="296767" y="25635"/>
                  <a:pt x="301586" y="25635"/>
                </a:cubicBezTo>
                <a:close/>
                <a:moveTo>
                  <a:pt x="341753" y="110514"/>
                </a:moveTo>
                <a:close/>
                <a:moveTo>
                  <a:pt x="400028" y="25635"/>
                </a:moveTo>
                <a:cubicBezTo>
                  <a:pt x="409418" y="25635"/>
                  <a:pt x="416994" y="29287"/>
                  <a:pt x="422757" y="36590"/>
                </a:cubicBezTo>
                <a:cubicBezTo>
                  <a:pt x="428569" y="43893"/>
                  <a:pt x="431476" y="54599"/>
                  <a:pt x="431476" y="68708"/>
                </a:cubicBezTo>
                <a:cubicBezTo>
                  <a:pt x="431476" y="78148"/>
                  <a:pt x="430110" y="86096"/>
                  <a:pt x="427377" y="92555"/>
                </a:cubicBezTo>
                <a:cubicBezTo>
                  <a:pt x="424645" y="98964"/>
                  <a:pt x="420869" y="103808"/>
                  <a:pt x="416050" y="107086"/>
                </a:cubicBezTo>
                <a:cubicBezTo>
                  <a:pt x="411231" y="110365"/>
                  <a:pt x="405692" y="112005"/>
                  <a:pt x="399432" y="112005"/>
                </a:cubicBezTo>
                <a:cubicBezTo>
                  <a:pt x="395408" y="112005"/>
                  <a:pt x="391955" y="111508"/>
                  <a:pt x="389073" y="110514"/>
                </a:cubicBezTo>
                <a:cubicBezTo>
                  <a:pt x="386192" y="109471"/>
                  <a:pt x="383733" y="108155"/>
                  <a:pt x="381696" y="106565"/>
                </a:cubicBezTo>
                <a:cubicBezTo>
                  <a:pt x="379659" y="104925"/>
                  <a:pt x="377895" y="103187"/>
                  <a:pt x="376405" y="101348"/>
                </a:cubicBezTo>
                <a:lnTo>
                  <a:pt x="375213" y="101348"/>
                </a:lnTo>
                <a:cubicBezTo>
                  <a:pt x="375610" y="103336"/>
                  <a:pt x="375908" y="105372"/>
                  <a:pt x="376107" y="107459"/>
                </a:cubicBezTo>
                <a:cubicBezTo>
                  <a:pt x="376305" y="109546"/>
                  <a:pt x="376405" y="111583"/>
                  <a:pt x="376405" y="113570"/>
                </a:cubicBezTo>
                <a:lnTo>
                  <a:pt x="376405" y="147179"/>
                </a:lnTo>
                <a:lnTo>
                  <a:pt x="353676" y="147179"/>
                </a:lnTo>
                <a:lnTo>
                  <a:pt x="353676" y="27200"/>
                </a:lnTo>
                <a:lnTo>
                  <a:pt x="372157" y="27200"/>
                </a:lnTo>
                <a:lnTo>
                  <a:pt x="375362" y="38006"/>
                </a:lnTo>
                <a:lnTo>
                  <a:pt x="376405" y="38006"/>
                </a:lnTo>
                <a:cubicBezTo>
                  <a:pt x="377895" y="35770"/>
                  <a:pt x="379709" y="33708"/>
                  <a:pt x="381845" y="31820"/>
                </a:cubicBezTo>
                <a:cubicBezTo>
                  <a:pt x="383981" y="29933"/>
                  <a:pt x="386540" y="28442"/>
                  <a:pt x="389521" y="27349"/>
                </a:cubicBezTo>
                <a:cubicBezTo>
                  <a:pt x="392551" y="26207"/>
                  <a:pt x="396054" y="25635"/>
                  <a:pt x="400028" y="25635"/>
                </a:cubicBezTo>
                <a:close/>
                <a:moveTo>
                  <a:pt x="392725" y="43818"/>
                </a:moveTo>
                <a:cubicBezTo>
                  <a:pt x="388750" y="43818"/>
                  <a:pt x="385596" y="44638"/>
                  <a:pt x="383261" y="46277"/>
                </a:cubicBezTo>
                <a:cubicBezTo>
                  <a:pt x="380926" y="47917"/>
                  <a:pt x="379212" y="50376"/>
                  <a:pt x="378119" y="53655"/>
                </a:cubicBezTo>
                <a:cubicBezTo>
                  <a:pt x="377076" y="56934"/>
                  <a:pt x="376504" y="61082"/>
                  <a:pt x="376405" y="66100"/>
                </a:cubicBezTo>
                <a:lnTo>
                  <a:pt x="376405" y="68559"/>
                </a:lnTo>
                <a:cubicBezTo>
                  <a:pt x="376405" y="73925"/>
                  <a:pt x="376902" y="78470"/>
                  <a:pt x="377895" y="82197"/>
                </a:cubicBezTo>
                <a:cubicBezTo>
                  <a:pt x="378939" y="85923"/>
                  <a:pt x="380653" y="88754"/>
                  <a:pt x="383037" y="90692"/>
                </a:cubicBezTo>
                <a:cubicBezTo>
                  <a:pt x="385472" y="92629"/>
                  <a:pt x="388800" y="93598"/>
                  <a:pt x="393023" y="93598"/>
                </a:cubicBezTo>
                <a:cubicBezTo>
                  <a:pt x="396501" y="93598"/>
                  <a:pt x="399357" y="92629"/>
                  <a:pt x="401593" y="90692"/>
                </a:cubicBezTo>
                <a:cubicBezTo>
                  <a:pt x="403829" y="88754"/>
                  <a:pt x="405493" y="85923"/>
                  <a:pt x="406586" y="82197"/>
                </a:cubicBezTo>
                <a:cubicBezTo>
                  <a:pt x="407728" y="78421"/>
                  <a:pt x="408300" y="73825"/>
                  <a:pt x="408300" y="68410"/>
                </a:cubicBezTo>
                <a:cubicBezTo>
                  <a:pt x="408300" y="60263"/>
                  <a:pt x="407033" y="54127"/>
                  <a:pt x="404499" y="50003"/>
                </a:cubicBezTo>
                <a:cubicBezTo>
                  <a:pt x="401965" y="45880"/>
                  <a:pt x="398041" y="43818"/>
                  <a:pt x="392725" y="43818"/>
                </a:cubicBezTo>
                <a:close/>
                <a:moveTo>
                  <a:pt x="438332" y="110514"/>
                </a:moveTo>
                <a:close/>
                <a:moveTo>
                  <a:pt x="496756" y="25635"/>
                </a:moveTo>
                <a:cubicBezTo>
                  <a:pt x="497899" y="25635"/>
                  <a:pt x="499215" y="25710"/>
                  <a:pt x="500706" y="25859"/>
                </a:cubicBezTo>
                <a:cubicBezTo>
                  <a:pt x="502246" y="25958"/>
                  <a:pt x="503488" y="26107"/>
                  <a:pt x="504432" y="26306"/>
                </a:cubicBezTo>
                <a:lnTo>
                  <a:pt x="502718" y="47619"/>
                </a:lnTo>
                <a:cubicBezTo>
                  <a:pt x="501972" y="47370"/>
                  <a:pt x="500904" y="47197"/>
                  <a:pt x="499513" y="47097"/>
                </a:cubicBezTo>
                <a:cubicBezTo>
                  <a:pt x="498172" y="46948"/>
                  <a:pt x="497004" y="46874"/>
                  <a:pt x="496011" y="46874"/>
                </a:cubicBezTo>
                <a:cubicBezTo>
                  <a:pt x="493080" y="46874"/>
                  <a:pt x="490223" y="47246"/>
                  <a:pt x="487441" y="47991"/>
                </a:cubicBezTo>
                <a:cubicBezTo>
                  <a:pt x="484708" y="48737"/>
                  <a:pt x="482249" y="49954"/>
                  <a:pt x="480063" y="51643"/>
                </a:cubicBezTo>
                <a:cubicBezTo>
                  <a:pt x="477877" y="53282"/>
                  <a:pt x="476139" y="55468"/>
                  <a:pt x="474847" y="58201"/>
                </a:cubicBezTo>
                <a:cubicBezTo>
                  <a:pt x="473605" y="60884"/>
                  <a:pt x="472984" y="64187"/>
                  <a:pt x="472984" y="68112"/>
                </a:cubicBezTo>
                <a:lnTo>
                  <a:pt x="472984" y="110514"/>
                </a:lnTo>
                <a:lnTo>
                  <a:pt x="450255" y="110514"/>
                </a:lnTo>
                <a:lnTo>
                  <a:pt x="450255" y="27200"/>
                </a:lnTo>
                <a:lnTo>
                  <a:pt x="467469" y="27200"/>
                </a:lnTo>
                <a:lnTo>
                  <a:pt x="470823" y="41210"/>
                </a:lnTo>
                <a:lnTo>
                  <a:pt x="471941" y="41210"/>
                </a:lnTo>
                <a:cubicBezTo>
                  <a:pt x="473580" y="38378"/>
                  <a:pt x="475617" y="35795"/>
                  <a:pt x="478051" y="33460"/>
                </a:cubicBezTo>
                <a:cubicBezTo>
                  <a:pt x="480535" y="31075"/>
                  <a:pt x="483342" y="29187"/>
                  <a:pt x="486472" y="27796"/>
                </a:cubicBezTo>
                <a:cubicBezTo>
                  <a:pt x="489652" y="26356"/>
                  <a:pt x="493080" y="25635"/>
                  <a:pt x="496756" y="25635"/>
                </a:cubicBezTo>
                <a:close/>
                <a:moveTo>
                  <a:pt x="507636" y="110514"/>
                </a:moveTo>
                <a:close/>
                <a:moveTo>
                  <a:pt x="553914" y="25635"/>
                </a:moveTo>
                <a:cubicBezTo>
                  <a:pt x="561614" y="25635"/>
                  <a:pt x="568246" y="27126"/>
                  <a:pt x="573811" y="30106"/>
                </a:cubicBezTo>
                <a:cubicBezTo>
                  <a:pt x="579375" y="33038"/>
                  <a:pt x="583672" y="37310"/>
                  <a:pt x="586703" y="42924"/>
                </a:cubicBezTo>
                <a:cubicBezTo>
                  <a:pt x="589733" y="48538"/>
                  <a:pt x="591248" y="55394"/>
                  <a:pt x="591248" y="63492"/>
                </a:cubicBezTo>
                <a:lnTo>
                  <a:pt x="591248" y="74521"/>
                </a:lnTo>
                <a:lnTo>
                  <a:pt x="537519" y="74521"/>
                </a:lnTo>
                <a:cubicBezTo>
                  <a:pt x="537767" y="80930"/>
                  <a:pt x="539680" y="85972"/>
                  <a:pt x="543257" y="89649"/>
                </a:cubicBezTo>
                <a:cubicBezTo>
                  <a:pt x="546884" y="93275"/>
                  <a:pt x="551901" y="95089"/>
                  <a:pt x="558310" y="95089"/>
                </a:cubicBezTo>
                <a:cubicBezTo>
                  <a:pt x="563626" y="95089"/>
                  <a:pt x="568495" y="94542"/>
                  <a:pt x="572916" y="93449"/>
                </a:cubicBezTo>
                <a:cubicBezTo>
                  <a:pt x="577338" y="92356"/>
                  <a:pt x="581884" y="90717"/>
                  <a:pt x="586554" y="88531"/>
                </a:cubicBezTo>
                <a:lnTo>
                  <a:pt x="586554" y="106118"/>
                </a:lnTo>
                <a:cubicBezTo>
                  <a:pt x="582430" y="108155"/>
                  <a:pt x="578108" y="109645"/>
                  <a:pt x="573587" y="110589"/>
                </a:cubicBezTo>
                <a:cubicBezTo>
                  <a:pt x="569116" y="111533"/>
                  <a:pt x="563676" y="112005"/>
                  <a:pt x="557267" y="112005"/>
                </a:cubicBezTo>
                <a:cubicBezTo>
                  <a:pt x="548921" y="112005"/>
                  <a:pt x="541518" y="110465"/>
                  <a:pt x="535060" y="107385"/>
                </a:cubicBezTo>
                <a:cubicBezTo>
                  <a:pt x="528651" y="104304"/>
                  <a:pt x="523608" y="99610"/>
                  <a:pt x="519932" y="93300"/>
                </a:cubicBezTo>
                <a:cubicBezTo>
                  <a:pt x="516305" y="86991"/>
                  <a:pt x="514492" y="79042"/>
                  <a:pt x="514492" y="69453"/>
                </a:cubicBezTo>
                <a:cubicBezTo>
                  <a:pt x="514492" y="59716"/>
                  <a:pt x="516131" y="51618"/>
                  <a:pt x="519410" y="45160"/>
                </a:cubicBezTo>
                <a:cubicBezTo>
                  <a:pt x="522739" y="38651"/>
                  <a:pt x="527359" y="33783"/>
                  <a:pt x="533271" y="30554"/>
                </a:cubicBezTo>
                <a:cubicBezTo>
                  <a:pt x="539183" y="27275"/>
                  <a:pt x="546064" y="25635"/>
                  <a:pt x="553914" y="25635"/>
                </a:cubicBezTo>
                <a:close/>
                <a:moveTo>
                  <a:pt x="554063" y="41806"/>
                </a:moveTo>
                <a:cubicBezTo>
                  <a:pt x="549641" y="41806"/>
                  <a:pt x="545965" y="43222"/>
                  <a:pt x="543033" y="46054"/>
                </a:cubicBezTo>
                <a:cubicBezTo>
                  <a:pt x="540152" y="48886"/>
                  <a:pt x="538488" y="53332"/>
                  <a:pt x="538041" y="59393"/>
                </a:cubicBezTo>
                <a:lnTo>
                  <a:pt x="569936" y="59393"/>
                </a:lnTo>
                <a:cubicBezTo>
                  <a:pt x="569886" y="56015"/>
                  <a:pt x="569265" y="53009"/>
                  <a:pt x="568072" y="50376"/>
                </a:cubicBezTo>
                <a:cubicBezTo>
                  <a:pt x="566930" y="47743"/>
                  <a:pt x="565191" y="45656"/>
                  <a:pt x="562856" y="44116"/>
                </a:cubicBezTo>
                <a:cubicBezTo>
                  <a:pt x="560571" y="42576"/>
                  <a:pt x="557640" y="41806"/>
                  <a:pt x="554063" y="41806"/>
                </a:cubicBezTo>
                <a:close/>
                <a:moveTo>
                  <a:pt x="597806" y="110514"/>
                </a:moveTo>
                <a:close/>
                <a:moveTo>
                  <a:pt x="667856" y="85774"/>
                </a:moveTo>
                <a:cubicBezTo>
                  <a:pt x="667856" y="91437"/>
                  <a:pt x="666515" y="96231"/>
                  <a:pt x="663832" y="100156"/>
                </a:cubicBezTo>
                <a:cubicBezTo>
                  <a:pt x="661199" y="104031"/>
                  <a:pt x="657249" y="106987"/>
                  <a:pt x="651983" y="109024"/>
                </a:cubicBezTo>
                <a:cubicBezTo>
                  <a:pt x="646717" y="111011"/>
                  <a:pt x="640159" y="112005"/>
                  <a:pt x="632309" y="112005"/>
                </a:cubicBezTo>
                <a:cubicBezTo>
                  <a:pt x="626497" y="112005"/>
                  <a:pt x="621504" y="111632"/>
                  <a:pt x="617331" y="110887"/>
                </a:cubicBezTo>
                <a:cubicBezTo>
                  <a:pt x="613207" y="110142"/>
                  <a:pt x="609034" y="108900"/>
                  <a:pt x="604811" y="107161"/>
                </a:cubicBezTo>
                <a:lnTo>
                  <a:pt x="604811" y="88382"/>
                </a:lnTo>
                <a:cubicBezTo>
                  <a:pt x="609332" y="90419"/>
                  <a:pt x="614176" y="92108"/>
                  <a:pt x="619343" y="93449"/>
                </a:cubicBezTo>
                <a:cubicBezTo>
                  <a:pt x="624559" y="94741"/>
                  <a:pt x="629130" y="95387"/>
                  <a:pt x="633055" y="95387"/>
                </a:cubicBezTo>
                <a:cubicBezTo>
                  <a:pt x="637476" y="95387"/>
                  <a:pt x="640631" y="94741"/>
                  <a:pt x="642519" y="93449"/>
                </a:cubicBezTo>
                <a:cubicBezTo>
                  <a:pt x="644456" y="92108"/>
                  <a:pt x="645425" y="90369"/>
                  <a:pt x="645425" y="88233"/>
                </a:cubicBezTo>
                <a:cubicBezTo>
                  <a:pt x="645425" y="86842"/>
                  <a:pt x="645028" y="85600"/>
                  <a:pt x="644233" y="84507"/>
                </a:cubicBezTo>
                <a:cubicBezTo>
                  <a:pt x="643488" y="83364"/>
                  <a:pt x="641848" y="82097"/>
                  <a:pt x="639314" y="80706"/>
                </a:cubicBezTo>
                <a:cubicBezTo>
                  <a:pt x="636781" y="79265"/>
                  <a:pt x="632806" y="77402"/>
                  <a:pt x="627391" y="75117"/>
                </a:cubicBezTo>
                <a:cubicBezTo>
                  <a:pt x="622175" y="72931"/>
                  <a:pt x="617877" y="70720"/>
                  <a:pt x="614499" y="68485"/>
                </a:cubicBezTo>
                <a:cubicBezTo>
                  <a:pt x="611170" y="66249"/>
                  <a:pt x="608686" y="63616"/>
                  <a:pt x="607047" y="60585"/>
                </a:cubicBezTo>
                <a:cubicBezTo>
                  <a:pt x="605457" y="57505"/>
                  <a:pt x="604662" y="53605"/>
                  <a:pt x="604662" y="48886"/>
                </a:cubicBezTo>
                <a:cubicBezTo>
                  <a:pt x="604662" y="41185"/>
                  <a:pt x="607643" y="35397"/>
                  <a:pt x="613605" y="31522"/>
                </a:cubicBezTo>
                <a:cubicBezTo>
                  <a:pt x="619616" y="27598"/>
                  <a:pt x="627639" y="25635"/>
                  <a:pt x="637675" y="25635"/>
                </a:cubicBezTo>
                <a:cubicBezTo>
                  <a:pt x="642842" y="25635"/>
                  <a:pt x="647760" y="26157"/>
                  <a:pt x="652430" y="27200"/>
                </a:cubicBezTo>
                <a:cubicBezTo>
                  <a:pt x="657150" y="28243"/>
                  <a:pt x="661994" y="29908"/>
                  <a:pt x="666962" y="32193"/>
                </a:cubicBezTo>
                <a:lnTo>
                  <a:pt x="660106" y="48588"/>
                </a:lnTo>
                <a:cubicBezTo>
                  <a:pt x="655982" y="46799"/>
                  <a:pt x="652082" y="45334"/>
                  <a:pt x="648406" y="44191"/>
                </a:cubicBezTo>
                <a:cubicBezTo>
                  <a:pt x="644779" y="43048"/>
                  <a:pt x="641078" y="42477"/>
                  <a:pt x="637302" y="42477"/>
                </a:cubicBezTo>
                <a:cubicBezTo>
                  <a:pt x="633974" y="42477"/>
                  <a:pt x="631465" y="42924"/>
                  <a:pt x="629776" y="43818"/>
                </a:cubicBezTo>
                <a:cubicBezTo>
                  <a:pt x="628087" y="44713"/>
                  <a:pt x="627242" y="46079"/>
                  <a:pt x="627242" y="47917"/>
                </a:cubicBezTo>
                <a:cubicBezTo>
                  <a:pt x="627242" y="49258"/>
                  <a:pt x="627664" y="50451"/>
                  <a:pt x="628509" y="51494"/>
                </a:cubicBezTo>
                <a:cubicBezTo>
                  <a:pt x="629403" y="52537"/>
                  <a:pt x="631092" y="53705"/>
                  <a:pt x="633576" y="54996"/>
                </a:cubicBezTo>
                <a:cubicBezTo>
                  <a:pt x="636110" y="56238"/>
                  <a:pt x="639811" y="57853"/>
                  <a:pt x="644680" y="59840"/>
                </a:cubicBezTo>
                <a:cubicBezTo>
                  <a:pt x="649400" y="61778"/>
                  <a:pt x="653498" y="63815"/>
                  <a:pt x="656976" y="65951"/>
                </a:cubicBezTo>
                <a:cubicBezTo>
                  <a:pt x="660453" y="68038"/>
                  <a:pt x="663136" y="70646"/>
                  <a:pt x="665024" y="73776"/>
                </a:cubicBezTo>
                <a:cubicBezTo>
                  <a:pt x="666912" y="76856"/>
                  <a:pt x="667856" y="80855"/>
                  <a:pt x="667856" y="85774"/>
                </a:cubicBezTo>
                <a:close/>
                <a:moveTo>
                  <a:pt x="673669" y="110514"/>
                </a:moveTo>
                <a:close/>
                <a:moveTo>
                  <a:pt x="743718" y="85774"/>
                </a:moveTo>
                <a:cubicBezTo>
                  <a:pt x="743718" y="91437"/>
                  <a:pt x="742377" y="96231"/>
                  <a:pt x="739694" y="100156"/>
                </a:cubicBezTo>
                <a:cubicBezTo>
                  <a:pt x="737061" y="104031"/>
                  <a:pt x="733111" y="106987"/>
                  <a:pt x="727845" y="109024"/>
                </a:cubicBezTo>
                <a:cubicBezTo>
                  <a:pt x="722579" y="111011"/>
                  <a:pt x="716021" y="112005"/>
                  <a:pt x="708172" y="112005"/>
                </a:cubicBezTo>
                <a:cubicBezTo>
                  <a:pt x="702359" y="112005"/>
                  <a:pt x="697366" y="111632"/>
                  <a:pt x="693193" y="110887"/>
                </a:cubicBezTo>
                <a:cubicBezTo>
                  <a:pt x="689069" y="110142"/>
                  <a:pt x="684896" y="108900"/>
                  <a:pt x="680673" y="107161"/>
                </a:cubicBezTo>
                <a:lnTo>
                  <a:pt x="680673" y="88382"/>
                </a:lnTo>
                <a:cubicBezTo>
                  <a:pt x="685194" y="90419"/>
                  <a:pt x="690038" y="92108"/>
                  <a:pt x="695205" y="93449"/>
                </a:cubicBezTo>
                <a:cubicBezTo>
                  <a:pt x="700422" y="94741"/>
                  <a:pt x="704992" y="95387"/>
                  <a:pt x="708917" y="95387"/>
                </a:cubicBezTo>
                <a:cubicBezTo>
                  <a:pt x="713338" y="95387"/>
                  <a:pt x="716493" y="94741"/>
                  <a:pt x="718381" y="93449"/>
                </a:cubicBezTo>
                <a:cubicBezTo>
                  <a:pt x="720319" y="92108"/>
                  <a:pt x="721287" y="90369"/>
                  <a:pt x="721287" y="88233"/>
                </a:cubicBezTo>
                <a:cubicBezTo>
                  <a:pt x="721287" y="86842"/>
                  <a:pt x="720890" y="85600"/>
                  <a:pt x="720095" y="84507"/>
                </a:cubicBezTo>
                <a:cubicBezTo>
                  <a:pt x="719350" y="83364"/>
                  <a:pt x="717710" y="82097"/>
                  <a:pt x="715177" y="80706"/>
                </a:cubicBezTo>
                <a:cubicBezTo>
                  <a:pt x="712643" y="79265"/>
                  <a:pt x="708668" y="77402"/>
                  <a:pt x="703253" y="75117"/>
                </a:cubicBezTo>
                <a:cubicBezTo>
                  <a:pt x="698037" y="72931"/>
                  <a:pt x="693739" y="70720"/>
                  <a:pt x="690361" y="68485"/>
                </a:cubicBezTo>
                <a:cubicBezTo>
                  <a:pt x="687033" y="66249"/>
                  <a:pt x="684549" y="63616"/>
                  <a:pt x="682909" y="60585"/>
                </a:cubicBezTo>
                <a:cubicBezTo>
                  <a:pt x="681319" y="57505"/>
                  <a:pt x="680524" y="53605"/>
                  <a:pt x="680524" y="48886"/>
                </a:cubicBezTo>
                <a:cubicBezTo>
                  <a:pt x="680524" y="41185"/>
                  <a:pt x="683505" y="35397"/>
                  <a:pt x="689467" y="31522"/>
                </a:cubicBezTo>
                <a:cubicBezTo>
                  <a:pt x="695478" y="27598"/>
                  <a:pt x="703502" y="25635"/>
                  <a:pt x="713537" y="25635"/>
                </a:cubicBezTo>
                <a:cubicBezTo>
                  <a:pt x="718704" y="25635"/>
                  <a:pt x="723622" y="26157"/>
                  <a:pt x="728292" y="27200"/>
                </a:cubicBezTo>
                <a:cubicBezTo>
                  <a:pt x="733012" y="28243"/>
                  <a:pt x="737856" y="29908"/>
                  <a:pt x="742824" y="32193"/>
                </a:cubicBezTo>
                <a:lnTo>
                  <a:pt x="735968" y="48588"/>
                </a:lnTo>
                <a:cubicBezTo>
                  <a:pt x="731844" y="46799"/>
                  <a:pt x="727945" y="45334"/>
                  <a:pt x="724268" y="44191"/>
                </a:cubicBezTo>
                <a:cubicBezTo>
                  <a:pt x="720642" y="43048"/>
                  <a:pt x="716940" y="42477"/>
                  <a:pt x="713165" y="42477"/>
                </a:cubicBezTo>
                <a:cubicBezTo>
                  <a:pt x="709836" y="42477"/>
                  <a:pt x="707327" y="42924"/>
                  <a:pt x="705638" y="43818"/>
                </a:cubicBezTo>
                <a:cubicBezTo>
                  <a:pt x="703949" y="44713"/>
                  <a:pt x="703104" y="46079"/>
                  <a:pt x="703104" y="47917"/>
                </a:cubicBezTo>
                <a:cubicBezTo>
                  <a:pt x="703104" y="49258"/>
                  <a:pt x="703527" y="50451"/>
                  <a:pt x="704371" y="51494"/>
                </a:cubicBezTo>
                <a:cubicBezTo>
                  <a:pt x="705265" y="52537"/>
                  <a:pt x="706954" y="53705"/>
                  <a:pt x="709439" y="54996"/>
                </a:cubicBezTo>
                <a:cubicBezTo>
                  <a:pt x="711972" y="56238"/>
                  <a:pt x="715673" y="57853"/>
                  <a:pt x="720542" y="59840"/>
                </a:cubicBezTo>
                <a:cubicBezTo>
                  <a:pt x="725262" y="61778"/>
                  <a:pt x="729360" y="63815"/>
                  <a:pt x="732838" y="65951"/>
                </a:cubicBezTo>
                <a:cubicBezTo>
                  <a:pt x="736316" y="68038"/>
                  <a:pt x="738998" y="70646"/>
                  <a:pt x="740886" y="73776"/>
                </a:cubicBezTo>
                <a:cubicBezTo>
                  <a:pt x="742774" y="76856"/>
                  <a:pt x="743718" y="80855"/>
                  <a:pt x="743718" y="857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03EC2C-7B17-40D7-AEC0-032F38B9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944" y="1622297"/>
            <a:ext cx="231581" cy="287909"/>
          </a:xfrm>
          <a:custGeom xmlns:a="http://schemas.openxmlformats.org/drawingml/2006/main">
            <a:pathLst>
              <a:path w="231581" h="287909">
                <a:moveTo>
                  <a:pt x="0" y="85435"/>
                </a:moveTo>
                <a:lnTo>
                  <a:pt x="231581" y="0"/>
                </a:lnTo>
                <a:lnTo>
                  <a:pt x="231581" y="202475"/>
                </a:lnTo>
                <a:lnTo>
                  <a:pt x="0" y="287909"/>
                </a:lnTo>
                <a:lnTo>
                  <a:pt x="0" y="85435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540428-86E0-484B-B8B6-AD2B8558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978" y="1613737"/>
            <a:ext cx="243513" cy="305030"/>
          </a:xfrm>
          <a:custGeom xmlns:a="http://schemas.openxmlformats.org/drawingml/2006/main">
            <a:pathLst>
              <a:path w="243513" h="305030">
                <a:moveTo>
                  <a:pt x="5966" y="87636"/>
                </a:moveTo>
                <a:lnTo>
                  <a:pt x="0" y="89837"/>
                </a:lnTo>
                <a:lnTo>
                  <a:pt x="0" y="96196"/>
                </a:lnTo>
                <a:lnTo>
                  <a:pt x="0" y="298671"/>
                </a:lnTo>
                <a:lnTo>
                  <a:pt x="0" y="305030"/>
                </a:lnTo>
                <a:lnTo>
                  <a:pt x="5966" y="302829"/>
                </a:lnTo>
                <a:lnTo>
                  <a:pt x="237547" y="217394"/>
                </a:lnTo>
                <a:lnTo>
                  <a:pt x="243513" y="215193"/>
                </a:lnTo>
                <a:lnTo>
                  <a:pt x="243513" y="208834"/>
                </a:lnTo>
                <a:lnTo>
                  <a:pt x="243513" y="6359"/>
                </a:lnTo>
                <a:lnTo>
                  <a:pt x="243513" y="0"/>
                </a:lnTo>
                <a:lnTo>
                  <a:pt x="237547" y="2201"/>
                </a:lnTo>
                <a:lnTo>
                  <a:pt x="5966" y="87636"/>
                </a:lnTo>
                <a:close/>
                <a:moveTo>
                  <a:pt x="11932" y="98153"/>
                </a:moveTo>
                <a:lnTo>
                  <a:pt x="231581" y="17120"/>
                </a:lnTo>
                <a:lnTo>
                  <a:pt x="231581" y="206877"/>
                </a:lnTo>
                <a:lnTo>
                  <a:pt x="11932" y="287909"/>
                </a:lnTo>
                <a:lnTo>
                  <a:pt x="11932" y="981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87E7B9-5FC1-4745-AC58-C6F68620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524" y="1536862"/>
            <a:ext cx="231581" cy="287909"/>
          </a:xfrm>
          <a:custGeom xmlns:a="http://schemas.openxmlformats.org/drawingml/2006/main">
            <a:pathLst>
              <a:path w="231581" h="287909">
                <a:moveTo>
                  <a:pt x="0" y="85435"/>
                </a:moveTo>
                <a:lnTo>
                  <a:pt x="231581" y="0"/>
                </a:lnTo>
                <a:lnTo>
                  <a:pt x="231581" y="202475"/>
                </a:lnTo>
                <a:lnTo>
                  <a:pt x="0" y="287909"/>
                </a:lnTo>
                <a:lnTo>
                  <a:pt x="0" y="85435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110DF3-539E-428A-9889-FD2349F3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558" y="1528302"/>
            <a:ext cx="243513" cy="305030"/>
          </a:xfrm>
          <a:custGeom xmlns:a="http://schemas.openxmlformats.org/drawingml/2006/main">
            <a:pathLst>
              <a:path w="243513" h="305030">
                <a:moveTo>
                  <a:pt x="243513" y="0"/>
                </a:moveTo>
                <a:lnTo>
                  <a:pt x="237547" y="2201"/>
                </a:lnTo>
                <a:lnTo>
                  <a:pt x="5966" y="87636"/>
                </a:lnTo>
                <a:lnTo>
                  <a:pt x="0" y="89837"/>
                </a:lnTo>
                <a:lnTo>
                  <a:pt x="0" y="96196"/>
                </a:lnTo>
                <a:lnTo>
                  <a:pt x="0" y="298671"/>
                </a:lnTo>
                <a:lnTo>
                  <a:pt x="0" y="305030"/>
                </a:lnTo>
                <a:lnTo>
                  <a:pt x="5966" y="302829"/>
                </a:lnTo>
                <a:lnTo>
                  <a:pt x="237547" y="217394"/>
                </a:lnTo>
                <a:lnTo>
                  <a:pt x="243513" y="215193"/>
                </a:lnTo>
                <a:lnTo>
                  <a:pt x="243513" y="208834"/>
                </a:lnTo>
                <a:lnTo>
                  <a:pt x="243513" y="6359"/>
                </a:lnTo>
                <a:lnTo>
                  <a:pt x="243513" y="0"/>
                </a:lnTo>
                <a:close/>
                <a:moveTo>
                  <a:pt x="237547" y="8560"/>
                </a:moveTo>
                <a:lnTo>
                  <a:pt x="243513" y="6359"/>
                </a:lnTo>
                <a:lnTo>
                  <a:pt x="237547" y="8560"/>
                </a:lnTo>
                <a:lnTo>
                  <a:pt x="237547" y="8560"/>
                </a:lnTo>
                <a:close/>
                <a:moveTo>
                  <a:pt x="11932" y="287909"/>
                </a:moveTo>
                <a:lnTo>
                  <a:pt x="11932" y="98153"/>
                </a:lnTo>
                <a:lnTo>
                  <a:pt x="231581" y="17120"/>
                </a:lnTo>
                <a:lnTo>
                  <a:pt x="231581" y="206877"/>
                </a:lnTo>
                <a:lnTo>
                  <a:pt x="11932" y="2879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EC6841-03F6-49C5-8705-A2227484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105" y="1451429"/>
            <a:ext cx="231581" cy="287909"/>
          </a:xfrm>
          <a:custGeom xmlns:a="http://schemas.openxmlformats.org/drawingml/2006/main">
            <a:pathLst>
              <a:path w="231581" h="287909">
                <a:moveTo>
                  <a:pt x="0" y="85435"/>
                </a:moveTo>
                <a:lnTo>
                  <a:pt x="231581" y="0"/>
                </a:lnTo>
                <a:lnTo>
                  <a:pt x="231581" y="202475"/>
                </a:lnTo>
                <a:lnTo>
                  <a:pt x="0" y="287909"/>
                </a:lnTo>
                <a:lnTo>
                  <a:pt x="0" y="85435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679C4E-6A9C-47D6-A69F-E5684C9C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139" y="1442868"/>
            <a:ext cx="243513" cy="305030"/>
          </a:xfrm>
          <a:custGeom xmlns:a="http://schemas.openxmlformats.org/drawingml/2006/main">
            <a:pathLst>
              <a:path w="243513" h="305030">
                <a:moveTo>
                  <a:pt x="243513" y="0"/>
                </a:moveTo>
                <a:lnTo>
                  <a:pt x="237547" y="2201"/>
                </a:lnTo>
                <a:lnTo>
                  <a:pt x="5966" y="87636"/>
                </a:lnTo>
                <a:lnTo>
                  <a:pt x="0" y="89837"/>
                </a:lnTo>
                <a:lnTo>
                  <a:pt x="0" y="96196"/>
                </a:lnTo>
                <a:lnTo>
                  <a:pt x="0" y="298671"/>
                </a:lnTo>
                <a:lnTo>
                  <a:pt x="0" y="305030"/>
                </a:lnTo>
                <a:lnTo>
                  <a:pt x="5966" y="302829"/>
                </a:lnTo>
                <a:lnTo>
                  <a:pt x="237547" y="217394"/>
                </a:lnTo>
                <a:lnTo>
                  <a:pt x="243513" y="215193"/>
                </a:lnTo>
                <a:lnTo>
                  <a:pt x="243513" y="208834"/>
                </a:lnTo>
                <a:lnTo>
                  <a:pt x="243513" y="6359"/>
                </a:lnTo>
                <a:lnTo>
                  <a:pt x="243513" y="0"/>
                </a:lnTo>
                <a:close/>
                <a:moveTo>
                  <a:pt x="237547" y="8560"/>
                </a:moveTo>
                <a:lnTo>
                  <a:pt x="243513" y="6359"/>
                </a:lnTo>
                <a:lnTo>
                  <a:pt x="237547" y="8560"/>
                </a:lnTo>
                <a:lnTo>
                  <a:pt x="237547" y="8560"/>
                </a:lnTo>
                <a:close/>
                <a:moveTo>
                  <a:pt x="11932" y="287909"/>
                </a:moveTo>
                <a:lnTo>
                  <a:pt x="11932" y="98153"/>
                </a:lnTo>
                <a:lnTo>
                  <a:pt x="231581" y="17120"/>
                </a:lnTo>
                <a:lnTo>
                  <a:pt x="231581" y="206877"/>
                </a:lnTo>
                <a:lnTo>
                  <a:pt x="11932" y="2879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7FC16E-882B-497E-BF1F-35A85D33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686" y="1365994"/>
            <a:ext cx="231581" cy="287909"/>
          </a:xfrm>
          <a:custGeom xmlns:a="http://schemas.openxmlformats.org/drawingml/2006/main">
            <a:pathLst>
              <a:path w="231581" h="287909">
                <a:moveTo>
                  <a:pt x="0" y="85435"/>
                </a:moveTo>
                <a:lnTo>
                  <a:pt x="231581" y="0"/>
                </a:lnTo>
                <a:lnTo>
                  <a:pt x="231581" y="202475"/>
                </a:lnTo>
                <a:lnTo>
                  <a:pt x="0" y="287909"/>
                </a:lnTo>
                <a:lnTo>
                  <a:pt x="0" y="85435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F6EDAC-6BF0-4AEA-99D7-2C0C92DF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719" y="1357433"/>
            <a:ext cx="243513" cy="305030"/>
          </a:xfrm>
          <a:custGeom xmlns:a="http://schemas.openxmlformats.org/drawingml/2006/main">
            <a:pathLst>
              <a:path w="243513" h="305030">
                <a:moveTo>
                  <a:pt x="243513" y="0"/>
                </a:moveTo>
                <a:lnTo>
                  <a:pt x="237547" y="2201"/>
                </a:lnTo>
                <a:lnTo>
                  <a:pt x="5966" y="87636"/>
                </a:lnTo>
                <a:lnTo>
                  <a:pt x="0" y="89837"/>
                </a:lnTo>
                <a:lnTo>
                  <a:pt x="0" y="96196"/>
                </a:lnTo>
                <a:lnTo>
                  <a:pt x="0" y="298671"/>
                </a:lnTo>
                <a:lnTo>
                  <a:pt x="0" y="305030"/>
                </a:lnTo>
                <a:lnTo>
                  <a:pt x="5966" y="302829"/>
                </a:lnTo>
                <a:lnTo>
                  <a:pt x="237547" y="217394"/>
                </a:lnTo>
                <a:lnTo>
                  <a:pt x="243513" y="215193"/>
                </a:lnTo>
                <a:lnTo>
                  <a:pt x="243513" y="208834"/>
                </a:lnTo>
                <a:lnTo>
                  <a:pt x="243513" y="6359"/>
                </a:lnTo>
                <a:lnTo>
                  <a:pt x="243513" y="0"/>
                </a:lnTo>
                <a:close/>
                <a:moveTo>
                  <a:pt x="237547" y="8560"/>
                </a:moveTo>
                <a:lnTo>
                  <a:pt x="243513" y="6359"/>
                </a:lnTo>
                <a:lnTo>
                  <a:pt x="237547" y="8560"/>
                </a:lnTo>
                <a:lnTo>
                  <a:pt x="237547" y="8560"/>
                </a:lnTo>
                <a:close/>
                <a:moveTo>
                  <a:pt x="11932" y="287909"/>
                </a:moveTo>
                <a:lnTo>
                  <a:pt x="11932" y="98153"/>
                </a:lnTo>
                <a:lnTo>
                  <a:pt x="231581" y="17120"/>
                </a:lnTo>
                <a:lnTo>
                  <a:pt x="231581" y="206877"/>
                </a:lnTo>
                <a:lnTo>
                  <a:pt x="11932" y="2879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A33C69-8958-479F-9D73-F21D3D59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091" y="1493216"/>
            <a:ext cx="1592675" cy="497661"/>
          </a:xfrm>
          <a:custGeom xmlns:a="http://schemas.openxmlformats.org/drawingml/2006/main">
            <a:pathLst>
              <a:path w="1592675" h="497661">
                <a:moveTo>
                  <a:pt x="0" y="0"/>
                </a:moveTo>
                <a:lnTo>
                  <a:pt x="1592675" y="295186"/>
                </a:lnTo>
                <a:lnTo>
                  <a:pt x="1592675" y="497661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9AEA6F-EACA-4894-9BBD-3EA856F7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091" y="1493216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91CE3E-6D94-445C-B903-AC4EEF8E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838" y="1485698"/>
            <a:ext cx="211590" cy="254409"/>
          </a:xfrm>
          <a:custGeom xmlns:a="http://schemas.openxmlformats.org/drawingml/2006/main">
            <a:pathLst>
              <a:path w="211590" h="254409">
                <a:moveTo>
                  <a:pt x="0" y="208834"/>
                </a:moveTo>
                <a:lnTo>
                  <a:pt x="0" y="215193"/>
                </a:lnTo>
                <a:lnTo>
                  <a:pt x="6253" y="216352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lnTo>
                  <a:pt x="0" y="208834"/>
                </a:lnTo>
                <a:close/>
                <a:moveTo>
                  <a:pt x="12505" y="15036"/>
                </a:moveTo>
                <a:lnTo>
                  <a:pt x="199084" y="49616"/>
                </a:lnTo>
                <a:lnTo>
                  <a:pt x="199084" y="239373"/>
                </a:lnTo>
                <a:lnTo>
                  <a:pt x="12505" y="204793"/>
                </a:lnTo>
                <a:lnTo>
                  <a:pt x="12505" y="150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548CBF-4C58-478F-ACB1-A83F0DE6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175" y="1530114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692BCD-65EB-4C8C-A305-9B47C558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922" y="1522596"/>
            <a:ext cx="211590" cy="254409"/>
          </a:xfrm>
          <a:custGeom xmlns:a="http://schemas.openxmlformats.org/drawingml/2006/main">
            <a:pathLst>
              <a:path w="211590" h="254409">
                <a:moveTo>
                  <a:pt x="0" y="6359"/>
                </a:moveTo>
                <a:lnTo>
                  <a:pt x="0" y="208834"/>
                </a:lnTo>
                <a:lnTo>
                  <a:pt x="0" y="215193"/>
                </a:lnTo>
                <a:lnTo>
                  <a:pt x="6253" y="216352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close/>
                <a:moveTo>
                  <a:pt x="12505" y="15036"/>
                </a:moveTo>
                <a:lnTo>
                  <a:pt x="199084" y="49616"/>
                </a:lnTo>
                <a:lnTo>
                  <a:pt x="199084" y="239373"/>
                </a:lnTo>
                <a:lnTo>
                  <a:pt x="12505" y="204793"/>
                </a:lnTo>
                <a:lnTo>
                  <a:pt x="12505" y="150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D01D33-0785-49E5-84FC-2BFDA7B2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259" y="1567012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85EAC4-01F6-4260-8DF1-8830257C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0006" y="1559494"/>
            <a:ext cx="211590" cy="254409"/>
          </a:xfrm>
          <a:custGeom xmlns:a="http://schemas.openxmlformats.org/drawingml/2006/main">
            <a:pathLst>
              <a:path w="211590" h="254409">
                <a:moveTo>
                  <a:pt x="0" y="6359"/>
                </a:moveTo>
                <a:lnTo>
                  <a:pt x="0" y="208834"/>
                </a:lnTo>
                <a:lnTo>
                  <a:pt x="0" y="215193"/>
                </a:lnTo>
                <a:lnTo>
                  <a:pt x="6253" y="216352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close/>
                <a:moveTo>
                  <a:pt x="12505" y="15036"/>
                </a:moveTo>
                <a:lnTo>
                  <a:pt x="199084" y="49616"/>
                </a:lnTo>
                <a:lnTo>
                  <a:pt x="199084" y="239373"/>
                </a:lnTo>
                <a:lnTo>
                  <a:pt x="12505" y="204793"/>
                </a:lnTo>
                <a:lnTo>
                  <a:pt x="12505" y="150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35305B-7822-4714-8BB4-B071796C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344" y="1603910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C3AB7E-B515-4098-9565-C2664D68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092" y="1596392"/>
            <a:ext cx="211590" cy="254409"/>
          </a:xfrm>
          <a:custGeom xmlns:a="http://schemas.openxmlformats.org/drawingml/2006/main">
            <a:pathLst>
              <a:path w="211590" h="254409">
                <a:moveTo>
                  <a:pt x="0" y="6359"/>
                </a:moveTo>
                <a:lnTo>
                  <a:pt x="0" y="208834"/>
                </a:lnTo>
                <a:lnTo>
                  <a:pt x="0" y="215193"/>
                </a:lnTo>
                <a:lnTo>
                  <a:pt x="6253" y="216352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close/>
                <a:moveTo>
                  <a:pt x="12505" y="15036"/>
                </a:moveTo>
                <a:lnTo>
                  <a:pt x="199084" y="49616"/>
                </a:lnTo>
                <a:lnTo>
                  <a:pt x="199084" y="239373"/>
                </a:lnTo>
                <a:lnTo>
                  <a:pt x="12505" y="204793"/>
                </a:lnTo>
                <a:lnTo>
                  <a:pt x="12505" y="150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349D52-1985-47C9-8C46-2E7F58C8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428" y="1640809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C03A8E-96AE-495F-8325-78E8E1CF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8176" y="1633291"/>
            <a:ext cx="211590" cy="254409"/>
          </a:xfrm>
          <a:custGeom xmlns:a="http://schemas.openxmlformats.org/drawingml/2006/main">
            <a:pathLst>
              <a:path w="211590" h="254409">
                <a:moveTo>
                  <a:pt x="0" y="208834"/>
                </a:moveTo>
                <a:lnTo>
                  <a:pt x="0" y="215193"/>
                </a:lnTo>
                <a:lnTo>
                  <a:pt x="6253" y="216352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lnTo>
                  <a:pt x="0" y="208834"/>
                </a:lnTo>
                <a:close/>
                <a:moveTo>
                  <a:pt x="12505" y="15036"/>
                </a:moveTo>
                <a:lnTo>
                  <a:pt x="199084" y="49616"/>
                </a:lnTo>
                <a:lnTo>
                  <a:pt x="199084" y="239373"/>
                </a:lnTo>
                <a:lnTo>
                  <a:pt x="12505" y="204793"/>
                </a:lnTo>
                <a:lnTo>
                  <a:pt x="12505" y="150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A9A14D-EC6A-48E1-8B79-9286422B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512" y="1677706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F95FBB-F79E-44CA-90C3-4C28D559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260" y="1670188"/>
            <a:ext cx="211590" cy="254409"/>
          </a:xfrm>
          <a:custGeom xmlns:a="http://schemas.openxmlformats.org/drawingml/2006/main">
            <a:pathLst>
              <a:path w="211590" h="254409">
                <a:moveTo>
                  <a:pt x="0" y="208834"/>
                </a:moveTo>
                <a:lnTo>
                  <a:pt x="0" y="215193"/>
                </a:lnTo>
                <a:lnTo>
                  <a:pt x="6253" y="216352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lnTo>
                  <a:pt x="0" y="208834"/>
                </a:lnTo>
                <a:close/>
                <a:moveTo>
                  <a:pt x="12505" y="15036"/>
                </a:moveTo>
                <a:lnTo>
                  <a:pt x="199084" y="49616"/>
                </a:lnTo>
                <a:lnTo>
                  <a:pt x="199084" y="239373"/>
                </a:lnTo>
                <a:lnTo>
                  <a:pt x="12505" y="204793"/>
                </a:lnTo>
                <a:lnTo>
                  <a:pt x="12505" y="150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10C50C-96FA-4176-940F-E687BB63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596" y="1714605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2F49F0-A5D5-4DB7-8564-484E9117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6343" y="1707087"/>
            <a:ext cx="211590" cy="254409"/>
          </a:xfrm>
          <a:custGeom xmlns:a="http://schemas.openxmlformats.org/drawingml/2006/main">
            <a:pathLst>
              <a:path w="211590" h="254409">
                <a:moveTo>
                  <a:pt x="0" y="6359"/>
                </a:moveTo>
                <a:lnTo>
                  <a:pt x="0" y="208834"/>
                </a:lnTo>
                <a:lnTo>
                  <a:pt x="0" y="215193"/>
                </a:lnTo>
                <a:lnTo>
                  <a:pt x="6253" y="216352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close/>
                <a:moveTo>
                  <a:pt x="12505" y="15036"/>
                </a:moveTo>
                <a:lnTo>
                  <a:pt x="199084" y="49616"/>
                </a:lnTo>
                <a:lnTo>
                  <a:pt x="199084" y="239373"/>
                </a:lnTo>
                <a:lnTo>
                  <a:pt x="12505" y="204793"/>
                </a:lnTo>
                <a:lnTo>
                  <a:pt x="12505" y="150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DFCD15-DF8A-4BA8-9D38-223AC141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683" y="1751502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3BD72F-AD0F-4008-9256-D7CBC724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430" y="1743984"/>
            <a:ext cx="211590" cy="254409"/>
          </a:xfrm>
          <a:custGeom xmlns:a="http://schemas.openxmlformats.org/drawingml/2006/main">
            <a:pathLst>
              <a:path w="211590" h="254409">
                <a:moveTo>
                  <a:pt x="0" y="208834"/>
                </a:moveTo>
                <a:lnTo>
                  <a:pt x="0" y="215193"/>
                </a:lnTo>
                <a:lnTo>
                  <a:pt x="6253" y="216352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lnTo>
                  <a:pt x="0" y="208834"/>
                </a:lnTo>
                <a:close/>
                <a:moveTo>
                  <a:pt x="12505" y="15036"/>
                </a:moveTo>
                <a:lnTo>
                  <a:pt x="199084" y="49616"/>
                </a:lnTo>
                <a:lnTo>
                  <a:pt x="199084" y="239373"/>
                </a:lnTo>
                <a:lnTo>
                  <a:pt x="12505" y="204793"/>
                </a:lnTo>
                <a:lnTo>
                  <a:pt x="12505" y="150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62DA41-C2EE-4E01-9673-16CD81B2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183" y="1579267"/>
            <a:ext cx="1588937" cy="496968"/>
          </a:xfrm>
          <a:custGeom xmlns:a="http://schemas.openxmlformats.org/drawingml/2006/main">
            <a:pathLst>
              <a:path w="1588937" h="496968">
                <a:moveTo>
                  <a:pt x="0" y="0"/>
                </a:moveTo>
                <a:lnTo>
                  <a:pt x="1588937" y="294493"/>
                </a:lnTo>
                <a:lnTo>
                  <a:pt x="1588937" y="496968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D47AAC-2B12-4DE8-9785-1D8908A4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183" y="1579267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525BAC-32B3-463E-A2B2-D9EC1CEF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930" y="1571749"/>
            <a:ext cx="211590" cy="254409"/>
          </a:xfrm>
          <a:custGeom xmlns:a="http://schemas.openxmlformats.org/drawingml/2006/main">
            <a:pathLst>
              <a:path w="211590" h="254409">
                <a:moveTo>
                  <a:pt x="57" y="18481"/>
                </a:moveTo>
                <a:lnTo>
                  <a:pt x="127" y="18913"/>
                </a:lnTo>
                <a:lnTo>
                  <a:pt x="223" y="19340"/>
                </a:lnTo>
                <a:lnTo>
                  <a:pt x="345" y="19760"/>
                </a:lnTo>
                <a:lnTo>
                  <a:pt x="491" y="20174"/>
                </a:lnTo>
                <a:lnTo>
                  <a:pt x="661" y="20579"/>
                </a:lnTo>
                <a:lnTo>
                  <a:pt x="854" y="20976"/>
                </a:lnTo>
                <a:lnTo>
                  <a:pt x="1068" y="21361"/>
                </a:lnTo>
                <a:lnTo>
                  <a:pt x="1303" y="21735"/>
                </a:lnTo>
                <a:lnTo>
                  <a:pt x="1558" y="22096"/>
                </a:lnTo>
                <a:lnTo>
                  <a:pt x="1831" y="22444"/>
                </a:lnTo>
                <a:lnTo>
                  <a:pt x="2123" y="22776"/>
                </a:lnTo>
                <a:lnTo>
                  <a:pt x="2432" y="23093"/>
                </a:lnTo>
                <a:lnTo>
                  <a:pt x="2757" y="23392"/>
                </a:lnTo>
                <a:lnTo>
                  <a:pt x="3097" y="23673"/>
                </a:lnTo>
                <a:lnTo>
                  <a:pt x="3451" y="23934"/>
                </a:lnTo>
                <a:lnTo>
                  <a:pt x="3819" y="24175"/>
                </a:lnTo>
                <a:lnTo>
                  <a:pt x="4199" y="24394"/>
                </a:lnTo>
                <a:lnTo>
                  <a:pt x="4590" y="24590"/>
                </a:lnTo>
                <a:lnTo>
                  <a:pt x="4993" y="24763"/>
                </a:lnTo>
                <a:lnTo>
                  <a:pt x="5404" y="24910"/>
                </a:lnTo>
                <a:lnTo>
                  <a:pt x="5825" y="25032"/>
                </a:lnTo>
                <a:lnTo>
                  <a:pt x="6253" y="25126"/>
                </a:lnTo>
                <a:lnTo>
                  <a:pt x="6681" y="25190"/>
                </a:lnTo>
                <a:lnTo>
                  <a:pt x="7101" y="25225"/>
                </a:lnTo>
                <a:lnTo>
                  <a:pt x="7513" y="25230"/>
                </a:lnTo>
                <a:lnTo>
                  <a:pt x="7915" y="25207"/>
                </a:lnTo>
                <a:lnTo>
                  <a:pt x="8306" y="25155"/>
                </a:lnTo>
                <a:lnTo>
                  <a:pt x="8686" y="25077"/>
                </a:lnTo>
                <a:lnTo>
                  <a:pt x="9054" y="24972"/>
                </a:lnTo>
                <a:lnTo>
                  <a:pt x="9408" y="24842"/>
                </a:lnTo>
                <a:lnTo>
                  <a:pt x="9749" y="24688"/>
                </a:lnTo>
                <a:lnTo>
                  <a:pt x="10073" y="24509"/>
                </a:lnTo>
                <a:lnTo>
                  <a:pt x="10382" y="24307"/>
                </a:lnTo>
                <a:lnTo>
                  <a:pt x="10674" y="24083"/>
                </a:lnTo>
                <a:lnTo>
                  <a:pt x="10948" y="23837"/>
                </a:lnTo>
                <a:lnTo>
                  <a:pt x="11202" y="23570"/>
                </a:lnTo>
                <a:lnTo>
                  <a:pt x="11437" y="23283"/>
                </a:lnTo>
                <a:lnTo>
                  <a:pt x="11652" y="22977"/>
                </a:lnTo>
                <a:lnTo>
                  <a:pt x="11844" y="22652"/>
                </a:lnTo>
                <a:lnTo>
                  <a:pt x="12014" y="22310"/>
                </a:lnTo>
                <a:lnTo>
                  <a:pt x="12160" y="21950"/>
                </a:lnTo>
                <a:lnTo>
                  <a:pt x="12282" y="21575"/>
                </a:lnTo>
                <a:lnTo>
                  <a:pt x="12378" y="21183"/>
                </a:lnTo>
                <a:lnTo>
                  <a:pt x="12448" y="20778"/>
                </a:lnTo>
                <a:lnTo>
                  <a:pt x="12491" y="20358"/>
                </a:lnTo>
                <a:lnTo>
                  <a:pt x="12505" y="19925"/>
                </a:lnTo>
                <a:lnTo>
                  <a:pt x="12505" y="15036"/>
                </a:lnTo>
                <a:lnTo>
                  <a:pt x="17313" y="15927"/>
                </a:lnTo>
                <a:lnTo>
                  <a:pt x="17741" y="15992"/>
                </a:lnTo>
                <a:lnTo>
                  <a:pt x="18161" y="16026"/>
                </a:lnTo>
                <a:lnTo>
                  <a:pt x="18573" y="16031"/>
                </a:lnTo>
                <a:lnTo>
                  <a:pt x="18975" y="16008"/>
                </a:lnTo>
                <a:lnTo>
                  <a:pt x="19367" y="15957"/>
                </a:lnTo>
                <a:lnTo>
                  <a:pt x="19747" y="15878"/>
                </a:lnTo>
                <a:lnTo>
                  <a:pt x="20114" y="15774"/>
                </a:lnTo>
                <a:lnTo>
                  <a:pt x="20469" y="15644"/>
                </a:lnTo>
                <a:lnTo>
                  <a:pt x="20809" y="15489"/>
                </a:lnTo>
                <a:lnTo>
                  <a:pt x="21134" y="15310"/>
                </a:lnTo>
                <a:lnTo>
                  <a:pt x="21442" y="15108"/>
                </a:lnTo>
                <a:lnTo>
                  <a:pt x="21734" y="14884"/>
                </a:lnTo>
                <a:lnTo>
                  <a:pt x="22008" y="14638"/>
                </a:lnTo>
                <a:lnTo>
                  <a:pt x="22263" y="14371"/>
                </a:lnTo>
                <a:lnTo>
                  <a:pt x="22498" y="14084"/>
                </a:lnTo>
                <a:lnTo>
                  <a:pt x="22712" y="13778"/>
                </a:lnTo>
                <a:lnTo>
                  <a:pt x="22904" y="13453"/>
                </a:lnTo>
                <a:lnTo>
                  <a:pt x="23074" y="13111"/>
                </a:lnTo>
                <a:lnTo>
                  <a:pt x="23220" y="12751"/>
                </a:lnTo>
                <a:lnTo>
                  <a:pt x="23342" y="12376"/>
                </a:lnTo>
                <a:lnTo>
                  <a:pt x="23438" y="11985"/>
                </a:lnTo>
                <a:lnTo>
                  <a:pt x="23508" y="11579"/>
                </a:lnTo>
                <a:lnTo>
                  <a:pt x="23551" y="11159"/>
                </a:lnTo>
                <a:lnTo>
                  <a:pt x="23566" y="10727"/>
                </a:lnTo>
                <a:lnTo>
                  <a:pt x="23551" y="10289"/>
                </a:lnTo>
                <a:lnTo>
                  <a:pt x="23508" y="9853"/>
                </a:lnTo>
                <a:lnTo>
                  <a:pt x="23438" y="9422"/>
                </a:lnTo>
                <a:lnTo>
                  <a:pt x="23342" y="8995"/>
                </a:lnTo>
                <a:lnTo>
                  <a:pt x="23220" y="8574"/>
                </a:lnTo>
                <a:lnTo>
                  <a:pt x="23074" y="8160"/>
                </a:lnTo>
                <a:lnTo>
                  <a:pt x="22904" y="7755"/>
                </a:lnTo>
                <a:lnTo>
                  <a:pt x="22712" y="7359"/>
                </a:lnTo>
                <a:lnTo>
                  <a:pt x="22498" y="6973"/>
                </a:lnTo>
                <a:lnTo>
                  <a:pt x="22263" y="6599"/>
                </a:lnTo>
                <a:lnTo>
                  <a:pt x="22008" y="6238"/>
                </a:lnTo>
                <a:lnTo>
                  <a:pt x="21734" y="5891"/>
                </a:lnTo>
                <a:lnTo>
                  <a:pt x="21442" y="5558"/>
                </a:lnTo>
                <a:lnTo>
                  <a:pt x="21134" y="5242"/>
                </a:lnTo>
                <a:lnTo>
                  <a:pt x="20809" y="4943"/>
                </a:lnTo>
                <a:lnTo>
                  <a:pt x="20469" y="4662"/>
                </a:lnTo>
                <a:lnTo>
                  <a:pt x="20114" y="4400"/>
                </a:lnTo>
                <a:lnTo>
                  <a:pt x="19747" y="4160"/>
                </a:lnTo>
                <a:lnTo>
                  <a:pt x="19367" y="3940"/>
                </a:lnTo>
                <a:lnTo>
                  <a:pt x="18975" y="3744"/>
                </a:lnTo>
                <a:lnTo>
                  <a:pt x="18573" y="3572"/>
                </a:lnTo>
                <a:lnTo>
                  <a:pt x="18161" y="3424"/>
                </a:lnTo>
                <a:lnTo>
                  <a:pt x="17741" y="3303"/>
                </a:lnTo>
                <a:lnTo>
                  <a:pt x="17313" y="3209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lnTo>
                  <a:pt x="0" y="17608"/>
                </a:lnTo>
                <a:lnTo>
                  <a:pt x="14" y="18046"/>
                </a:lnTo>
                <a:lnTo>
                  <a:pt x="57" y="18481"/>
                </a:lnTo>
                <a:close/>
                <a:moveTo>
                  <a:pt x="12160" y="62767"/>
                </a:moveTo>
                <a:lnTo>
                  <a:pt x="12014" y="62354"/>
                </a:lnTo>
                <a:lnTo>
                  <a:pt x="11844" y="61948"/>
                </a:lnTo>
                <a:lnTo>
                  <a:pt x="11652" y="61552"/>
                </a:lnTo>
                <a:lnTo>
                  <a:pt x="11437" y="61166"/>
                </a:lnTo>
                <a:lnTo>
                  <a:pt x="11202" y="60793"/>
                </a:lnTo>
                <a:lnTo>
                  <a:pt x="10948" y="60431"/>
                </a:lnTo>
                <a:lnTo>
                  <a:pt x="10674" y="60084"/>
                </a:lnTo>
                <a:lnTo>
                  <a:pt x="10382" y="59751"/>
                </a:lnTo>
                <a:lnTo>
                  <a:pt x="10073" y="59435"/>
                </a:lnTo>
                <a:lnTo>
                  <a:pt x="9749" y="59136"/>
                </a:lnTo>
                <a:lnTo>
                  <a:pt x="9408" y="58855"/>
                </a:lnTo>
                <a:lnTo>
                  <a:pt x="9054" y="58594"/>
                </a:lnTo>
                <a:lnTo>
                  <a:pt x="8686" y="58353"/>
                </a:lnTo>
                <a:lnTo>
                  <a:pt x="8306" y="58134"/>
                </a:lnTo>
                <a:lnTo>
                  <a:pt x="7915" y="57937"/>
                </a:lnTo>
                <a:lnTo>
                  <a:pt x="7513" y="57765"/>
                </a:lnTo>
                <a:lnTo>
                  <a:pt x="7101" y="57617"/>
                </a:lnTo>
                <a:lnTo>
                  <a:pt x="6681" y="57496"/>
                </a:lnTo>
                <a:lnTo>
                  <a:pt x="6253" y="57402"/>
                </a:lnTo>
                <a:lnTo>
                  <a:pt x="5825" y="57337"/>
                </a:lnTo>
                <a:lnTo>
                  <a:pt x="5404" y="57303"/>
                </a:lnTo>
                <a:lnTo>
                  <a:pt x="4993" y="57298"/>
                </a:lnTo>
                <a:lnTo>
                  <a:pt x="4590" y="57321"/>
                </a:lnTo>
                <a:lnTo>
                  <a:pt x="4199" y="57372"/>
                </a:lnTo>
                <a:lnTo>
                  <a:pt x="3819" y="57451"/>
                </a:lnTo>
                <a:lnTo>
                  <a:pt x="3451" y="57555"/>
                </a:lnTo>
                <a:lnTo>
                  <a:pt x="3097" y="57685"/>
                </a:lnTo>
                <a:lnTo>
                  <a:pt x="2757" y="57840"/>
                </a:lnTo>
                <a:lnTo>
                  <a:pt x="2432" y="58019"/>
                </a:lnTo>
                <a:lnTo>
                  <a:pt x="2123" y="58221"/>
                </a:lnTo>
                <a:lnTo>
                  <a:pt x="1831" y="58445"/>
                </a:lnTo>
                <a:lnTo>
                  <a:pt x="1558" y="58691"/>
                </a:lnTo>
                <a:lnTo>
                  <a:pt x="1303" y="58958"/>
                </a:lnTo>
                <a:lnTo>
                  <a:pt x="1068" y="59245"/>
                </a:lnTo>
                <a:lnTo>
                  <a:pt x="854" y="59551"/>
                </a:lnTo>
                <a:lnTo>
                  <a:pt x="661" y="59875"/>
                </a:lnTo>
                <a:lnTo>
                  <a:pt x="491" y="60218"/>
                </a:lnTo>
                <a:lnTo>
                  <a:pt x="345" y="60577"/>
                </a:lnTo>
                <a:lnTo>
                  <a:pt x="223" y="60953"/>
                </a:lnTo>
                <a:lnTo>
                  <a:pt x="127" y="61344"/>
                </a:lnTo>
                <a:lnTo>
                  <a:pt x="57" y="61750"/>
                </a:lnTo>
                <a:lnTo>
                  <a:pt x="14" y="62169"/>
                </a:lnTo>
                <a:lnTo>
                  <a:pt x="0" y="62602"/>
                </a:lnTo>
                <a:lnTo>
                  <a:pt x="0" y="85099"/>
                </a:lnTo>
                <a:lnTo>
                  <a:pt x="14" y="85537"/>
                </a:lnTo>
                <a:lnTo>
                  <a:pt x="57" y="85973"/>
                </a:lnTo>
                <a:lnTo>
                  <a:pt x="127" y="86404"/>
                </a:lnTo>
                <a:lnTo>
                  <a:pt x="223" y="86831"/>
                </a:lnTo>
                <a:lnTo>
                  <a:pt x="345" y="87252"/>
                </a:lnTo>
                <a:lnTo>
                  <a:pt x="491" y="87666"/>
                </a:lnTo>
                <a:lnTo>
                  <a:pt x="661" y="88071"/>
                </a:lnTo>
                <a:lnTo>
                  <a:pt x="854" y="88467"/>
                </a:lnTo>
                <a:lnTo>
                  <a:pt x="1068" y="88853"/>
                </a:lnTo>
                <a:lnTo>
                  <a:pt x="1303" y="89227"/>
                </a:lnTo>
                <a:lnTo>
                  <a:pt x="1558" y="89588"/>
                </a:lnTo>
                <a:lnTo>
                  <a:pt x="1831" y="89935"/>
                </a:lnTo>
                <a:lnTo>
                  <a:pt x="2123" y="90268"/>
                </a:lnTo>
                <a:lnTo>
                  <a:pt x="2432" y="90584"/>
                </a:lnTo>
                <a:lnTo>
                  <a:pt x="2757" y="90883"/>
                </a:lnTo>
                <a:lnTo>
                  <a:pt x="3097" y="91164"/>
                </a:lnTo>
                <a:lnTo>
                  <a:pt x="3451" y="91426"/>
                </a:lnTo>
                <a:lnTo>
                  <a:pt x="3819" y="91667"/>
                </a:lnTo>
                <a:lnTo>
                  <a:pt x="4199" y="91886"/>
                </a:lnTo>
                <a:lnTo>
                  <a:pt x="4590" y="92082"/>
                </a:lnTo>
                <a:lnTo>
                  <a:pt x="4993" y="92255"/>
                </a:lnTo>
                <a:lnTo>
                  <a:pt x="5404" y="92402"/>
                </a:lnTo>
                <a:lnTo>
                  <a:pt x="5825" y="92523"/>
                </a:lnTo>
                <a:lnTo>
                  <a:pt x="6253" y="92617"/>
                </a:lnTo>
                <a:lnTo>
                  <a:pt x="6681" y="92682"/>
                </a:lnTo>
                <a:lnTo>
                  <a:pt x="7101" y="92717"/>
                </a:lnTo>
                <a:lnTo>
                  <a:pt x="7513" y="92722"/>
                </a:lnTo>
                <a:lnTo>
                  <a:pt x="7915" y="92698"/>
                </a:lnTo>
                <a:lnTo>
                  <a:pt x="8306" y="92647"/>
                </a:lnTo>
                <a:lnTo>
                  <a:pt x="8686" y="92569"/>
                </a:lnTo>
                <a:lnTo>
                  <a:pt x="9054" y="92464"/>
                </a:lnTo>
                <a:lnTo>
                  <a:pt x="9408" y="92334"/>
                </a:lnTo>
                <a:lnTo>
                  <a:pt x="9749" y="92179"/>
                </a:lnTo>
                <a:lnTo>
                  <a:pt x="10073" y="92000"/>
                </a:lnTo>
                <a:lnTo>
                  <a:pt x="10382" y="91799"/>
                </a:lnTo>
                <a:lnTo>
                  <a:pt x="10674" y="91574"/>
                </a:lnTo>
                <a:lnTo>
                  <a:pt x="10948" y="91328"/>
                </a:lnTo>
                <a:lnTo>
                  <a:pt x="11202" y="91061"/>
                </a:lnTo>
                <a:lnTo>
                  <a:pt x="11437" y="90775"/>
                </a:lnTo>
                <a:lnTo>
                  <a:pt x="11652" y="90468"/>
                </a:lnTo>
                <a:lnTo>
                  <a:pt x="11844" y="90144"/>
                </a:lnTo>
                <a:lnTo>
                  <a:pt x="12014" y="89801"/>
                </a:lnTo>
                <a:lnTo>
                  <a:pt x="12160" y="89442"/>
                </a:lnTo>
                <a:lnTo>
                  <a:pt x="12282" y="89066"/>
                </a:lnTo>
                <a:lnTo>
                  <a:pt x="12378" y="88675"/>
                </a:lnTo>
                <a:lnTo>
                  <a:pt x="12448" y="88269"/>
                </a:lnTo>
                <a:lnTo>
                  <a:pt x="12491" y="87850"/>
                </a:lnTo>
                <a:lnTo>
                  <a:pt x="12505" y="87417"/>
                </a:lnTo>
                <a:lnTo>
                  <a:pt x="12505" y="64920"/>
                </a:lnTo>
                <a:lnTo>
                  <a:pt x="12491" y="64482"/>
                </a:lnTo>
                <a:lnTo>
                  <a:pt x="12448" y="64046"/>
                </a:lnTo>
                <a:lnTo>
                  <a:pt x="12378" y="63615"/>
                </a:lnTo>
                <a:lnTo>
                  <a:pt x="12282" y="63188"/>
                </a:lnTo>
                <a:lnTo>
                  <a:pt x="12160" y="62767"/>
                </a:lnTo>
                <a:close/>
                <a:moveTo>
                  <a:pt x="12160" y="130259"/>
                </a:moveTo>
                <a:lnTo>
                  <a:pt x="12014" y="129845"/>
                </a:lnTo>
                <a:lnTo>
                  <a:pt x="11844" y="129440"/>
                </a:lnTo>
                <a:lnTo>
                  <a:pt x="11652" y="129044"/>
                </a:lnTo>
                <a:lnTo>
                  <a:pt x="11437" y="128658"/>
                </a:lnTo>
                <a:lnTo>
                  <a:pt x="11202" y="128284"/>
                </a:lnTo>
                <a:lnTo>
                  <a:pt x="10948" y="127923"/>
                </a:lnTo>
                <a:lnTo>
                  <a:pt x="10674" y="127575"/>
                </a:lnTo>
                <a:lnTo>
                  <a:pt x="10382" y="127243"/>
                </a:lnTo>
                <a:lnTo>
                  <a:pt x="10073" y="126927"/>
                </a:lnTo>
                <a:lnTo>
                  <a:pt x="9749" y="126627"/>
                </a:lnTo>
                <a:lnTo>
                  <a:pt x="9408" y="126347"/>
                </a:lnTo>
                <a:lnTo>
                  <a:pt x="9054" y="126085"/>
                </a:lnTo>
                <a:lnTo>
                  <a:pt x="8686" y="125844"/>
                </a:lnTo>
                <a:lnTo>
                  <a:pt x="8306" y="125625"/>
                </a:lnTo>
                <a:lnTo>
                  <a:pt x="7915" y="125429"/>
                </a:lnTo>
                <a:lnTo>
                  <a:pt x="7513" y="125256"/>
                </a:lnTo>
                <a:lnTo>
                  <a:pt x="7101" y="125109"/>
                </a:lnTo>
                <a:lnTo>
                  <a:pt x="6681" y="124987"/>
                </a:lnTo>
                <a:lnTo>
                  <a:pt x="6253" y="124893"/>
                </a:lnTo>
                <a:lnTo>
                  <a:pt x="5825" y="124829"/>
                </a:lnTo>
                <a:lnTo>
                  <a:pt x="5404" y="124794"/>
                </a:lnTo>
                <a:lnTo>
                  <a:pt x="4993" y="124789"/>
                </a:lnTo>
                <a:lnTo>
                  <a:pt x="4590" y="124813"/>
                </a:lnTo>
                <a:lnTo>
                  <a:pt x="4199" y="124864"/>
                </a:lnTo>
                <a:lnTo>
                  <a:pt x="3819" y="124942"/>
                </a:lnTo>
                <a:lnTo>
                  <a:pt x="3451" y="125047"/>
                </a:lnTo>
                <a:lnTo>
                  <a:pt x="3097" y="125177"/>
                </a:lnTo>
                <a:lnTo>
                  <a:pt x="2757" y="125332"/>
                </a:lnTo>
                <a:lnTo>
                  <a:pt x="2432" y="125510"/>
                </a:lnTo>
                <a:lnTo>
                  <a:pt x="2123" y="125712"/>
                </a:lnTo>
                <a:lnTo>
                  <a:pt x="1831" y="125937"/>
                </a:lnTo>
                <a:lnTo>
                  <a:pt x="1558" y="126183"/>
                </a:lnTo>
                <a:lnTo>
                  <a:pt x="1303" y="126449"/>
                </a:lnTo>
                <a:lnTo>
                  <a:pt x="1068" y="126736"/>
                </a:lnTo>
                <a:lnTo>
                  <a:pt x="854" y="127042"/>
                </a:lnTo>
                <a:lnTo>
                  <a:pt x="661" y="127367"/>
                </a:lnTo>
                <a:lnTo>
                  <a:pt x="491" y="127710"/>
                </a:lnTo>
                <a:lnTo>
                  <a:pt x="345" y="128069"/>
                </a:lnTo>
                <a:lnTo>
                  <a:pt x="223" y="128445"/>
                </a:lnTo>
                <a:lnTo>
                  <a:pt x="127" y="128836"/>
                </a:lnTo>
                <a:lnTo>
                  <a:pt x="57" y="129241"/>
                </a:lnTo>
                <a:lnTo>
                  <a:pt x="14" y="129661"/>
                </a:lnTo>
                <a:lnTo>
                  <a:pt x="0" y="130094"/>
                </a:lnTo>
                <a:lnTo>
                  <a:pt x="0" y="152591"/>
                </a:lnTo>
                <a:lnTo>
                  <a:pt x="14" y="153029"/>
                </a:lnTo>
                <a:lnTo>
                  <a:pt x="57" y="153464"/>
                </a:lnTo>
                <a:lnTo>
                  <a:pt x="127" y="153896"/>
                </a:lnTo>
                <a:lnTo>
                  <a:pt x="223" y="154323"/>
                </a:lnTo>
                <a:lnTo>
                  <a:pt x="345" y="154744"/>
                </a:lnTo>
                <a:lnTo>
                  <a:pt x="491" y="155157"/>
                </a:lnTo>
                <a:lnTo>
                  <a:pt x="661" y="155563"/>
                </a:lnTo>
                <a:lnTo>
                  <a:pt x="854" y="155959"/>
                </a:lnTo>
                <a:lnTo>
                  <a:pt x="1068" y="156344"/>
                </a:lnTo>
                <a:lnTo>
                  <a:pt x="1303" y="156718"/>
                </a:lnTo>
                <a:lnTo>
                  <a:pt x="1558" y="157080"/>
                </a:lnTo>
                <a:lnTo>
                  <a:pt x="1831" y="157427"/>
                </a:lnTo>
                <a:lnTo>
                  <a:pt x="2123" y="157759"/>
                </a:lnTo>
                <a:lnTo>
                  <a:pt x="2432" y="158076"/>
                </a:lnTo>
                <a:lnTo>
                  <a:pt x="2757" y="158375"/>
                </a:lnTo>
                <a:lnTo>
                  <a:pt x="3097" y="158656"/>
                </a:lnTo>
                <a:lnTo>
                  <a:pt x="3451" y="158917"/>
                </a:lnTo>
                <a:lnTo>
                  <a:pt x="3819" y="159158"/>
                </a:lnTo>
                <a:lnTo>
                  <a:pt x="4199" y="159377"/>
                </a:lnTo>
                <a:lnTo>
                  <a:pt x="4590" y="159574"/>
                </a:lnTo>
                <a:lnTo>
                  <a:pt x="4993" y="159746"/>
                </a:lnTo>
                <a:lnTo>
                  <a:pt x="5404" y="159894"/>
                </a:lnTo>
                <a:lnTo>
                  <a:pt x="5825" y="160015"/>
                </a:lnTo>
                <a:lnTo>
                  <a:pt x="6253" y="160109"/>
                </a:lnTo>
                <a:lnTo>
                  <a:pt x="6681" y="160174"/>
                </a:lnTo>
                <a:lnTo>
                  <a:pt x="7101" y="160208"/>
                </a:lnTo>
                <a:lnTo>
                  <a:pt x="7513" y="160213"/>
                </a:lnTo>
                <a:lnTo>
                  <a:pt x="7915" y="160190"/>
                </a:lnTo>
                <a:lnTo>
                  <a:pt x="8306" y="160139"/>
                </a:lnTo>
                <a:lnTo>
                  <a:pt x="8686" y="160060"/>
                </a:lnTo>
                <a:lnTo>
                  <a:pt x="9054" y="159956"/>
                </a:lnTo>
                <a:lnTo>
                  <a:pt x="9408" y="159826"/>
                </a:lnTo>
                <a:lnTo>
                  <a:pt x="9749" y="159671"/>
                </a:lnTo>
                <a:lnTo>
                  <a:pt x="10073" y="159492"/>
                </a:lnTo>
                <a:lnTo>
                  <a:pt x="10382" y="159290"/>
                </a:lnTo>
                <a:lnTo>
                  <a:pt x="10674" y="159066"/>
                </a:lnTo>
                <a:lnTo>
                  <a:pt x="10948" y="158820"/>
                </a:lnTo>
                <a:lnTo>
                  <a:pt x="11202" y="158553"/>
                </a:lnTo>
                <a:lnTo>
                  <a:pt x="11437" y="158266"/>
                </a:lnTo>
                <a:lnTo>
                  <a:pt x="11652" y="157960"/>
                </a:lnTo>
                <a:lnTo>
                  <a:pt x="11844" y="157635"/>
                </a:lnTo>
                <a:lnTo>
                  <a:pt x="12014" y="157293"/>
                </a:lnTo>
                <a:lnTo>
                  <a:pt x="12160" y="156933"/>
                </a:lnTo>
                <a:lnTo>
                  <a:pt x="12282" y="156558"/>
                </a:lnTo>
                <a:lnTo>
                  <a:pt x="12378" y="156167"/>
                </a:lnTo>
                <a:lnTo>
                  <a:pt x="12448" y="155761"/>
                </a:lnTo>
                <a:lnTo>
                  <a:pt x="12491" y="155341"/>
                </a:lnTo>
                <a:lnTo>
                  <a:pt x="12505" y="154909"/>
                </a:lnTo>
                <a:lnTo>
                  <a:pt x="12505" y="132411"/>
                </a:lnTo>
                <a:lnTo>
                  <a:pt x="12491" y="131973"/>
                </a:lnTo>
                <a:lnTo>
                  <a:pt x="12448" y="131538"/>
                </a:lnTo>
                <a:lnTo>
                  <a:pt x="12378" y="131106"/>
                </a:lnTo>
                <a:lnTo>
                  <a:pt x="12282" y="130680"/>
                </a:lnTo>
                <a:lnTo>
                  <a:pt x="12160" y="130259"/>
                </a:lnTo>
                <a:close/>
                <a:moveTo>
                  <a:pt x="12160" y="197750"/>
                </a:moveTo>
                <a:lnTo>
                  <a:pt x="12014" y="197337"/>
                </a:lnTo>
                <a:lnTo>
                  <a:pt x="11844" y="196931"/>
                </a:lnTo>
                <a:lnTo>
                  <a:pt x="11652" y="196535"/>
                </a:lnTo>
                <a:lnTo>
                  <a:pt x="11437" y="196150"/>
                </a:lnTo>
                <a:lnTo>
                  <a:pt x="11202" y="195776"/>
                </a:lnTo>
                <a:lnTo>
                  <a:pt x="10948" y="195414"/>
                </a:lnTo>
                <a:lnTo>
                  <a:pt x="10674" y="195067"/>
                </a:lnTo>
                <a:lnTo>
                  <a:pt x="10382" y="194735"/>
                </a:lnTo>
                <a:lnTo>
                  <a:pt x="10073" y="194418"/>
                </a:lnTo>
                <a:lnTo>
                  <a:pt x="9749" y="194119"/>
                </a:lnTo>
                <a:lnTo>
                  <a:pt x="9408" y="193838"/>
                </a:lnTo>
                <a:lnTo>
                  <a:pt x="9054" y="193577"/>
                </a:lnTo>
                <a:lnTo>
                  <a:pt x="8686" y="193336"/>
                </a:lnTo>
                <a:lnTo>
                  <a:pt x="8306" y="193117"/>
                </a:lnTo>
                <a:lnTo>
                  <a:pt x="7915" y="192920"/>
                </a:lnTo>
                <a:lnTo>
                  <a:pt x="7513" y="192748"/>
                </a:lnTo>
                <a:lnTo>
                  <a:pt x="7101" y="192600"/>
                </a:lnTo>
                <a:lnTo>
                  <a:pt x="6681" y="192479"/>
                </a:lnTo>
                <a:lnTo>
                  <a:pt x="6253" y="192385"/>
                </a:lnTo>
                <a:lnTo>
                  <a:pt x="5825" y="192320"/>
                </a:lnTo>
                <a:lnTo>
                  <a:pt x="5404" y="192286"/>
                </a:lnTo>
                <a:lnTo>
                  <a:pt x="4993" y="192281"/>
                </a:lnTo>
                <a:lnTo>
                  <a:pt x="4590" y="192304"/>
                </a:lnTo>
                <a:lnTo>
                  <a:pt x="4199" y="192355"/>
                </a:lnTo>
                <a:lnTo>
                  <a:pt x="3819" y="192434"/>
                </a:lnTo>
                <a:lnTo>
                  <a:pt x="3451" y="192538"/>
                </a:lnTo>
                <a:lnTo>
                  <a:pt x="3097" y="192668"/>
                </a:lnTo>
                <a:lnTo>
                  <a:pt x="2757" y="192823"/>
                </a:lnTo>
                <a:lnTo>
                  <a:pt x="2432" y="193002"/>
                </a:lnTo>
                <a:lnTo>
                  <a:pt x="2123" y="193204"/>
                </a:lnTo>
                <a:lnTo>
                  <a:pt x="1831" y="193428"/>
                </a:lnTo>
                <a:lnTo>
                  <a:pt x="1558" y="193674"/>
                </a:lnTo>
                <a:lnTo>
                  <a:pt x="1303" y="193941"/>
                </a:lnTo>
                <a:lnTo>
                  <a:pt x="1068" y="194228"/>
                </a:lnTo>
                <a:lnTo>
                  <a:pt x="854" y="194534"/>
                </a:lnTo>
                <a:lnTo>
                  <a:pt x="661" y="194859"/>
                </a:lnTo>
                <a:lnTo>
                  <a:pt x="491" y="195201"/>
                </a:lnTo>
                <a:lnTo>
                  <a:pt x="345" y="195561"/>
                </a:lnTo>
                <a:lnTo>
                  <a:pt x="223" y="195936"/>
                </a:lnTo>
                <a:lnTo>
                  <a:pt x="127" y="196327"/>
                </a:lnTo>
                <a:lnTo>
                  <a:pt x="57" y="196733"/>
                </a:lnTo>
                <a:lnTo>
                  <a:pt x="14" y="197153"/>
                </a:lnTo>
                <a:lnTo>
                  <a:pt x="0" y="197585"/>
                </a:lnTo>
                <a:lnTo>
                  <a:pt x="0" y="208834"/>
                </a:lnTo>
                <a:lnTo>
                  <a:pt x="0" y="215193"/>
                </a:lnTo>
                <a:lnTo>
                  <a:pt x="6253" y="216352"/>
                </a:lnTo>
                <a:lnTo>
                  <a:pt x="17313" y="218402"/>
                </a:lnTo>
                <a:lnTo>
                  <a:pt x="17741" y="218467"/>
                </a:lnTo>
                <a:lnTo>
                  <a:pt x="18161" y="218501"/>
                </a:lnTo>
                <a:lnTo>
                  <a:pt x="18573" y="218506"/>
                </a:lnTo>
                <a:lnTo>
                  <a:pt x="18975" y="218483"/>
                </a:lnTo>
                <a:lnTo>
                  <a:pt x="19367" y="218432"/>
                </a:lnTo>
                <a:lnTo>
                  <a:pt x="19747" y="218353"/>
                </a:lnTo>
                <a:lnTo>
                  <a:pt x="20114" y="218249"/>
                </a:lnTo>
                <a:lnTo>
                  <a:pt x="20469" y="218119"/>
                </a:lnTo>
                <a:lnTo>
                  <a:pt x="20809" y="217964"/>
                </a:lnTo>
                <a:lnTo>
                  <a:pt x="21134" y="217785"/>
                </a:lnTo>
                <a:lnTo>
                  <a:pt x="21442" y="217583"/>
                </a:lnTo>
                <a:lnTo>
                  <a:pt x="21734" y="217359"/>
                </a:lnTo>
                <a:lnTo>
                  <a:pt x="22008" y="217113"/>
                </a:lnTo>
                <a:lnTo>
                  <a:pt x="22263" y="216846"/>
                </a:lnTo>
                <a:lnTo>
                  <a:pt x="22498" y="216559"/>
                </a:lnTo>
                <a:lnTo>
                  <a:pt x="22712" y="216253"/>
                </a:lnTo>
                <a:lnTo>
                  <a:pt x="22904" y="215928"/>
                </a:lnTo>
                <a:lnTo>
                  <a:pt x="23074" y="215586"/>
                </a:lnTo>
                <a:lnTo>
                  <a:pt x="23220" y="215226"/>
                </a:lnTo>
                <a:lnTo>
                  <a:pt x="23342" y="214851"/>
                </a:lnTo>
                <a:lnTo>
                  <a:pt x="23438" y="214460"/>
                </a:lnTo>
                <a:lnTo>
                  <a:pt x="23508" y="214054"/>
                </a:lnTo>
                <a:lnTo>
                  <a:pt x="23551" y="213634"/>
                </a:lnTo>
                <a:lnTo>
                  <a:pt x="23566" y="213202"/>
                </a:lnTo>
                <a:lnTo>
                  <a:pt x="23551" y="212764"/>
                </a:lnTo>
                <a:lnTo>
                  <a:pt x="23508" y="212328"/>
                </a:lnTo>
                <a:lnTo>
                  <a:pt x="23438" y="211896"/>
                </a:lnTo>
                <a:lnTo>
                  <a:pt x="23342" y="211470"/>
                </a:lnTo>
                <a:lnTo>
                  <a:pt x="23220" y="211049"/>
                </a:lnTo>
                <a:lnTo>
                  <a:pt x="23074" y="210635"/>
                </a:lnTo>
                <a:lnTo>
                  <a:pt x="22904" y="210230"/>
                </a:lnTo>
                <a:lnTo>
                  <a:pt x="22712" y="209834"/>
                </a:lnTo>
                <a:lnTo>
                  <a:pt x="22498" y="209448"/>
                </a:lnTo>
                <a:lnTo>
                  <a:pt x="22263" y="209074"/>
                </a:lnTo>
                <a:lnTo>
                  <a:pt x="22008" y="208713"/>
                </a:lnTo>
                <a:lnTo>
                  <a:pt x="21734" y="208366"/>
                </a:lnTo>
                <a:lnTo>
                  <a:pt x="21442" y="208033"/>
                </a:lnTo>
                <a:lnTo>
                  <a:pt x="21134" y="207717"/>
                </a:lnTo>
                <a:lnTo>
                  <a:pt x="20809" y="207418"/>
                </a:lnTo>
                <a:lnTo>
                  <a:pt x="20469" y="207137"/>
                </a:lnTo>
                <a:lnTo>
                  <a:pt x="20114" y="206875"/>
                </a:lnTo>
                <a:lnTo>
                  <a:pt x="19747" y="206634"/>
                </a:lnTo>
                <a:lnTo>
                  <a:pt x="19367" y="206415"/>
                </a:lnTo>
                <a:lnTo>
                  <a:pt x="18975" y="206219"/>
                </a:lnTo>
                <a:lnTo>
                  <a:pt x="18573" y="206046"/>
                </a:lnTo>
                <a:lnTo>
                  <a:pt x="18161" y="205899"/>
                </a:lnTo>
                <a:lnTo>
                  <a:pt x="17741" y="205778"/>
                </a:lnTo>
                <a:lnTo>
                  <a:pt x="17313" y="205684"/>
                </a:lnTo>
                <a:lnTo>
                  <a:pt x="12505" y="204793"/>
                </a:lnTo>
                <a:lnTo>
                  <a:pt x="12505" y="199903"/>
                </a:lnTo>
                <a:lnTo>
                  <a:pt x="12491" y="199465"/>
                </a:lnTo>
                <a:lnTo>
                  <a:pt x="12448" y="199030"/>
                </a:lnTo>
                <a:lnTo>
                  <a:pt x="12378" y="198598"/>
                </a:lnTo>
                <a:lnTo>
                  <a:pt x="12282" y="198171"/>
                </a:lnTo>
                <a:lnTo>
                  <a:pt x="12160" y="197750"/>
                </a:lnTo>
                <a:close/>
                <a:moveTo>
                  <a:pt x="59500" y="11379"/>
                </a:moveTo>
                <a:lnTo>
                  <a:pt x="59120" y="11457"/>
                </a:lnTo>
                <a:lnTo>
                  <a:pt x="58752" y="11562"/>
                </a:lnTo>
                <a:lnTo>
                  <a:pt x="58398" y="11692"/>
                </a:lnTo>
                <a:lnTo>
                  <a:pt x="58058" y="11846"/>
                </a:lnTo>
                <a:lnTo>
                  <a:pt x="57733" y="12025"/>
                </a:lnTo>
                <a:lnTo>
                  <a:pt x="57424" y="12227"/>
                </a:lnTo>
                <a:lnTo>
                  <a:pt x="57133" y="12451"/>
                </a:lnTo>
                <a:lnTo>
                  <a:pt x="56859" y="12697"/>
                </a:lnTo>
                <a:lnTo>
                  <a:pt x="56604" y="12964"/>
                </a:lnTo>
                <a:lnTo>
                  <a:pt x="56369" y="13251"/>
                </a:lnTo>
                <a:lnTo>
                  <a:pt x="56155" y="13557"/>
                </a:lnTo>
                <a:lnTo>
                  <a:pt x="55962" y="13882"/>
                </a:lnTo>
                <a:lnTo>
                  <a:pt x="55793" y="14224"/>
                </a:lnTo>
                <a:lnTo>
                  <a:pt x="55646" y="14584"/>
                </a:lnTo>
                <a:lnTo>
                  <a:pt x="55525" y="14960"/>
                </a:lnTo>
                <a:lnTo>
                  <a:pt x="55428" y="15351"/>
                </a:lnTo>
                <a:lnTo>
                  <a:pt x="55358" y="15756"/>
                </a:lnTo>
                <a:lnTo>
                  <a:pt x="55316" y="16176"/>
                </a:lnTo>
                <a:lnTo>
                  <a:pt x="55301" y="16609"/>
                </a:lnTo>
                <a:lnTo>
                  <a:pt x="55316" y="17047"/>
                </a:lnTo>
                <a:lnTo>
                  <a:pt x="55358" y="17482"/>
                </a:lnTo>
                <a:lnTo>
                  <a:pt x="55428" y="17914"/>
                </a:lnTo>
                <a:lnTo>
                  <a:pt x="55525" y="18341"/>
                </a:lnTo>
                <a:lnTo>
                  <a:pt x="55646" y="18761"/>
                </a:lnTo>
                <a:lnTo>
                  <a:pt x="55793" y="19175"/>
                </a:lnTo>
                <a:lnTo>
                  <a:pt x="55962" y="19580"/>
                </a:lnTo>
                <a:lnTo>
                  <a:pt x="56155" y="19976"/>
                </a:lnTo>
                <a:lnTo>
                  <a:pt x="56369" y="20362"/>
                </a:lnTo>
                <a:lnTo>
                  <a:pt x="56604" y="20736"/>
                </a:lnTo>
                <a:lnTo>
                  <a:pt x="56859" y="21097"/>
                </a:lnTo>
                <a:lnTo>
                  <a:pt x="57133" y="21445"/>
                </a:lnTo>
                <a:lnTo>
                  <a:pt x="57424" y="21777"/>
                </a:lnTo>
                <a:lnTo>
                  <a:pt x="57733" y="22093"/>
                </a:lnTo>
                <a:lnTo>
                  <a:pt x="58058" y="22393"/>
                </a:lnTo>
                <a:lnTo>
                  <a:pt x="58398" y="22673"/>
                </a:lnTo>
                <a:lnTo>
                  <a:pt x="58752" y="22935"/>
                </a:lnTo>
                <a:lnTo>
                  <a:pt x="59120" y="23176"/>
                </a:lnTo>
                <a:lnTo>
                  <a:pt x="59500" y="23395"/>
                </a:lnTo>
                <a:lnTo>
                  <a:pt x="59892" y="23591"/>
                </a:lnTo>
                <a:lnTo>
                  <a:pt x="60294" y="23764"/>
                </a:lnTo>
                <a:lnTo>
                  <a:pt x="60705" y="23911"/>
                </a:lnTo>
                <a:lnTo>
                  <a:pt x="61126" y="24033"/>
                </a:lnTo>
                <a:lnTo>
                  <a:pt x="61554" y="24127"/>
                </a:lnTo>
                <a:lnTo>
                  <a:pt x="83674" y="28226"/>
                </a:lnTo>
                <a:lnTo>
                  <a:pt x="84102" y="28291"/>
                </a:lnTo>
                <a:lnTo>
                  <a:pt x="84523" y="28326"/>
                </a:lnTo>
                <a:lnTo>
                  <a:pt x="84934" y="28331"/>
                </a:lnTo>
                <a:lnTo>
                  <a:pt x="85337" y="28307"/>
                </a:lnTo>
                <a:lnTo>
                  <a:pt x="85728" y="28256"/>
                </a:lnTo>
                <a:lnTo>
                  <a:pt x="86108" y="28178"/>
                </a:lnTo>
                <a:lnTo>
                  <a:pt x="86476" y="28073"/>
                </a:lnTo>
                <a:lnTo>
                  <a:pt x="86830" y="27943"/>
                </a:lnTo>
                <a:lnTo>
                  <a:pt x="87170" y="27788"/>
                </a:lnTo>
                <a:lnTo>
                  <a:pt x="87495" y="27610"/>
                </a:lnTo>
                <a:lnTo>
                  <a:pt x="87804" y="27408"/>
                </a:lnTo>
                <a:lnTo>
                  <a:pt x="88096" y="27183"/>
                </a:lnTo>
                <a:lnTo>
                  <a:pt x="88369" y="26937"/>
                </a:lnTo>
                <a:lnTo>
                  <a:pt x="88624" y="26671"/>
                </a:lnTo>
                <a:lnTo>
                  <a:pt x="88859" y="26384"/>
                </a:lnTo>
                <a:lnTo>
                  <a:pt x="89073" y="26077"/>
                </a:lnTo>
                <a:lnTo>
                  <a:pt x="89266" y="25753"/>
                </a:lnTo>
                <a:lnTo>
                  <a:pt x="89436" y="25410"/>
                </a:lnTo>
                <a:lnTo>
                  <a:pt x="89582" y="25051"/>
                </a:lnTo>
                <a:lnTo>
                  <a:pt x="89704" y="24675"/>
                </a:lnTo>
                <a:lnTo>
                  <a:pt x="89800" y="24284"/>
                </a:lnTo>
                <a:lnTo>
                  <a:pt x="89870" y="23878"/>
                </a:lnTo>
                <a:lnTo>
                  <a:pt x="89913" y="23459"/>
                </a:lnTo>
                <a:lnTo>
                  <a:pt x="89927" y="23026"/>
                </a:lnTo>
                <a:lnTo>
                  <a:pt x="89913" y="22588"/>
                </a:lnTo>
                <a:lnTo>
                  <a:pt x="89870" y="22153"/>
                </a:lnTo>
                <a:lnTo>
                  <a:pt x="89800" y="21721"/>
                </a:lnTo>
                <a:lnTo>
                  <a:pt x="89704" y="21294"/>
                </a:lnTo>
                <a:lnTo>
                  <a:pt x="89582" y="20873"/>
                </a:lnTo>
                <a:lnTo>
                  <a:pt x="89436" y="20460"/>
                </a:lnTo>
                <a:lnTo>
                  <a:pt x="89266" y="20054"/>
                </a:lnTo>
                <a:lnTo>
                  <a:pt x="89073" y="19658"/>
                </a:lnTo>
                <a:lnTo>
                  <a:pt x="88859" y="19273"/>
                </a:lnTo>
                <a:lnTo>
                  <a:pt x="88624" y="18899"/>
                </a:lnTo>
                <a:lnTo>
                  <a:pt x="88369" y="18538"/>
                </a:lnTo>
                <a:lnTo>
                  <a:pt x="88096" y="18190"/>
                </a:lnTo>
                <a:lnTo>
                  <a:pt x="87804" y="17858"/>
                </a:lnTo>
                <a:lnTo>
                  <a:pt x="87495" y="17541"/>
                </a:lnTo>
                <a:lnTo>
                  <a:pt x="87170" y="17242"/>
                </a:lnTo>
                <a:lnTo>
                  <a:pt x="86830" y="16961"/>
                </a:lnTo>
                <a:lnTo>
                  <a:pt x="86476" y="16700"/>
                </a:lnTo>
                <a:lnTo>
                  <a:pt x="86108" y="16459"/>
                </a:lnTo>
                <a:lnTo>
                  <a:pt x="85728" y="16240"/>
                </a:lnTo>
                <a:lnTo>
                  <a:pt x="85337" y="16043"/>
                </a:lnTo>
                <a:lnTo>
                  <a:pt x="84934" y="15871"/>
                </a:lnTo>
                <a:lnTo>
                  <a:pt x="84523" y="15723"/>
                </a:lnTo>
                <a:lnTo>
                  <a:pt x="84102" y="15602"/>
                </a:lnTo>
                <a:lnTo>
                  <a:pt x="83674" y="15508"/>
                </a:lnTo>
                <a:lnTo>
                  <a:pt x="61554" y="11408"/>
                </a:lnTo>
                <a:lnTo>
                  <a:pt x="61126" y="11344"/>
                </a:lnTo>
                <a:lnTo>
                  <a:pt x="60705" y="11309"/>
                </a:lnTo>
                <a:lnTo>
                  <a:pt x="60294" y="11304"/>
                </a:lnTo>
                <a:lnTo>
                  <a:pt x="59892" y="11327"/>
                </a:lnTo>
                <a:lnTo>
                  <a:pt x="59500" y="11379"/>
                </a:lnTo>
                <a:close/>
                <a:moveTo>
                  <a:pt x="125862" y="23678"/>
                </a:moveTo>
                <a:lnTo>
                  <a:pt x="125482" y="23756"/>
                </a:lnTo>
                <a:lnTo>
                  <a:pt x="125114" y="23861"/>
                </a:lnTo>
                <a:lnTo>
                  <a:pt x="124760" y="23991"/>
                </a:lnTo>
                <a:lnTo>
                  <a:pt x="124419" y="24146"/>
                </a:lnTo>
                <a:lnTo>
                  <a:pt x="124095" y="24325"/>
                </a:lnTo>
                <a:lnTo>
                  <a:pt x="123786" y="24527"/>
                </a:lnTo>
                <a:lnTo>
                  <a:pt x="123494" y="24751"/>
                </a:lnTo>
                <a:lnTo>
                  <a:pt x="123220" y="24997"/>
                </a:lnTo>
                <a:lnTo>
                  <a:pt x="122966" y="25264"/>
                </a:lnTo>
                <a:lnTo>
                  <a:pt x="122731" y="25550"/>
                </a:lnTo>
                <a:lnTo>
                  <a:pt x="122516" y="25857"/>
                </a:lnTo>
                <a:lnTo>
                  <a:pt x="122324" y="26181"/>
                </a:lnTo>
                <a:lnTo>
                  <a:pt x="122154" y="26524"/>
                </a:lnTo>
                <a:lnTo>
                  <a:pt x="122008" y="26883"/>
                </a:lnTo>
                <a:lnTo>
                  <a:pt x="121886" y="27259"/>
                </a:lnTo>
                <a:lnTo>
                  <a:pt x="121790" y="27650"/>
                </a:lnTo>
                <a:lnTo>
                  <a:pt x="121720" y="28056"/>
                </a:lnTo>
                <a:lnTo>
                  <a:pt x="121677" y="28475"/>
                </a:lnTo>
                <a:lnTo>
                  <a:pt x="121663" y="28908"/>
                </a:lnTo>
                <a:lnTo>
                  <a:pt x="121677" y="29346"/>
                </a:lnTo>
                <a:lnTo>
                  <a:pt x="121720" y="29781"/>
                </a:lnTo>
                <a:lnTo>
                  <a:pt x="121790" y="30213"/>
                </a:lnTo>
                <a:lnTo>
                  <a:pt x="121886" y="30640"/>
                </a:lnTo>
                <a:lnTo>
                  <a:pt x="122008" y="31061"/>
                </a:lnTo>
                <a:lnTo>
                  <a:pt x="122154" y="31474"/>
                </a:lnTo>
                <a:lnTo>
                  <a:pt x="122324" y="31880"/>
                </a:lnTo>
                <a:lnTo>
                  <a:pt x="122516" y="32276"/>
                </a:lnTo>
                <a:lnTo>
                  <a:pt x="122731" y="32661"/>
                </a:lnTo>
                <a:lnTo>
                  <a:pt x="122966" y="33035"/>
                </a:lnTo>
                <a:lnTo>
                  <a:pt x="123220" y="33397"/>
                </a:lnTo>
                <a:lnTo>
                  <a:pt x="123494" y="33744"/>
                </a:lnTo>
                <a:lnTo>
                  <a:pt x="123786" y="34076"/>
                </a:lnTo>
                <a:lnTo>
                  <a:pt x="124095" y="34393"/>
                </a:lnTo>
                <a:lnTo>
                  <a:pt x="124419" y="34692"/>
                </a:lnTo>
                <a:lnTo>
                  <a:pt x="124760" y="34973"/>
                </a:lnTo>
                <a:lnTo>
                  <a:pt x="125114" y="35234"/>
                </a:lnTo>
                <a:lnTo>
                  <a:pt x="125482" y="35475"/>
                </a:lnTo>
                <a:lnTo>
                  <a:pt x="125862" y="35694"/>
                </a:lnTo>
                <a:lnTo>
                  <a:pt x="126253" y="35891"/>
                </a:lnTo>
                <a:lnTo>
                  <a:pt x="126655" y="36063"/>
                </a:lnTo>
                <a:lnTo>
                  <a:pt x="127067" y="36211"/>
                </a:lnTo>
                <a:lnTo>
                  <a:pt x="127487" y="36332"/>
                </a:lnTo>
                <a:lnTo>
                  <a:pt x="127915" y="36426"/>
                </a:lnTo>
                <a:lnTo>
                  <a:pt x="150036" y="40526"/>
                </a:lnTo>
                <a:lnTo>
                  <a:pt x="150464" y="40590"/>
                </a:lnTo>
                <a:lnTo>
                  <a:pt x="150884" y="40625"/>
                </a:lnTo>
                <a:lnTo>
                  <a:pt x="151296" y="40630"/>
                </a:lnTo>
                <a:lnTo>
                  <a:pt x="151698" y="40607"/>
                </a:lnTo>
                <a:lnTo>
                  <a:pt x="152090" y="40555"/>
                </a:lnTo>
                <a:lnTo>
                  <a:pt x="152470" y="40477"/>
                </a:lnTo>
                <a:lnTo>
                  <a:pt x="152837" y="40373"/>
                </a:lnTo>
                <a:lnTo>
                  <a:pt x="153192" y="40242"/>
                </a:lnTo>
                <a:lnTo>
                  <a:pt x="153532" y="40088"/>
                </a:lnTo>
                <a:lnTo>
                  <a:pt x="153857" y="39909"/>
                </a:lnTo>
                <a:lnTo>
                  <a:pt x="154165" y="39707"/>
                </a:lnTo>
                <a:lnTo>
                  <a:pt x="154457" y="39483"/>
                </a:lnTo>
                <a:lnTo>
                  <a:pt x="154731" y="39237"/>
                </a:lnTo>
                <a:lnTo>
                  <a:pt x="154986" y="38970"/>
                </a:lnTo>
                <a:lnTo>
                  <a:pt x="155221" y="38683"/>
                </a:lnTo>
                <a:lnTo>
                  <a:pt x="155435" y="38377"/>
                </a:lnTo>
                <a:lnTo>
                  <a:pt x="155627" y="38052"/>
                </a:lnTo>
                <a:lnTo>
                  <a:pt x="155797" y="37710"/>
                </a:lnTo>
                <a:lnTo>
                  <a:pt x="155943" y="37350"/>
                </a:lnTo>
                <a:lnTo>
                  <a:pt x="156065" y="36975"/>
                </a:lnTo>
                <a:lnTo>
                  <a:pt x="156161" y="36584"/>
                </a:lnTo>
                <a:lnTo>
                  <a:pt x="156231" y="36178"/>
                </a:lnTo>
                <a:lnTo>
                  <a:pt x="156274" y="35758"/>
                </a:lnTo>
                <a:lnTo>
                  <a:pt x="156288" y="35326"/>
                </a:lnTo>
                <a:lnTo>
                  <a:pt x="156274" y="34887"/>
                </a:lnTo>
                <a:lnTo>
                  <a:pt x="156231" y="34452"/>
                </a:lnTo>
                <a:lnTo>
                  <a:pt x="156161" y="34020"/>
                </a:lnTo>
                <a:lnTo>
                  <a:pt x="156065" y="33594"/>
                </a:lnTo>
                <a:lnTo>
                  <a:pt x="155943" y="33173"/>
                </a:lnTo>
                <a:lnTo>
                  <a:pt x="155797" y="32759"/>
                </a:lnTo>
                <a:lnTo>
                  <a:pt x="155627" y="32354"/>
                </a:lnTo>
                <a:lnTo>
                  <a:pt x="155435" y="31958"/>
                </a:lnTo>
                <a:lnTo>
                  <a:pt x="155221" y="31572"/>
                </a:lnTo>
                <a:lnTo>
                  <a:pt x="154986" y="31198"/>
                </a:lnTo>
                <a:lnTo>
                  <a:pt x="154731" y="30837"/>
                </a:lnTo>
                <a:lnTo>
                  <a:pt x="154457" y="30490"/>
                </a:lnTo>
                <a:lnTo>
                  <a:pt x="154165" y="30157"/>
                </a:lnTo>
                <a:lnTo>
                  <a:pt x="153857" y="29841"/>
                </a:lnTo>
                <a:lnTo>
                  <a:pt x="153532" y="29542"/>
                </a:lnTo>
                <a:lnTo>
                  <a:pt x="153192" y="29261"/>
                </a:lnTo>
                <a:lnTo>
                  <a:pt x="152837" y="28999"/>
                </a:lnTo>
                <a:lnTo>
                  <a:pt x="152470" y="28758"/>
                </a:lnTo>
                <a:lnTo>
                  <a:pt x="152090" y="28539"/>
                </a:lnTo>
                <a:lnTo>
                  <a:pt x="151698" y="28343"/>
                </a:lnTo>
                <a:lnTo>
                  <a:pt x="151296" y="28170"/>
                </a:lnTo>
                <a:lnTo>
                  <a:pt x="150884" y="28023"/>
                </a:lnTo>
                <a:lnTo>
                  <a:pt x="150464" y="27902"/>
                </a:lnTo>
                <a:lnTo>
                  <a:pt x="150036" y="27808"/>
                </a:lnTo>
                <a:lnTo>
                  <a:pt x="127915" y="23708"/>
                </a:lnTo>
                <a:lnTo>
                  <a:pt x="127487" y="23643"/>
                </a:lnTo>
                <a:lnTo>
                  <a:pt x="127067" y="23609"/>
                </a:lnTo>
                <a:lnTo>
                  <a:pt x="126655" y="23603"/>
                </a:lnTo>
                <a:lnTo>
                  <a:pt x="126253" y="23627"/>
                </a:lnTo>
                <a:lnTo>
                  <a:pt x="125862" y="23678"/>
                </a:lnTo>
                <a:close/>
                <a:moveTo>
                  <a:pt x="192223" y="35978"/>
                </a:moveTo>
                <a:lnTo>
                  <a:pt x="191843" y="36056"/>
                </a:lnTo>
                <a:lnTo>
                  <a:pt x="191475" y="36160"/>
                </a:lnTo>
                <a:lnTo>
                  <a:pt x="191121" y="36290"/>
                </a:lnTo>
                <a:lnTo>
                  <a:pt x="190781" y="36445"/>
                </a:lnTo>
                <a:lnTo>
                  <a:pt x="190456" y="36624"/>
                </a:lnTo>
                <a:lnTo>
                  <a:pt x="190147" y="36826"/>
                </a:lnTo>
                <a:lnTo>
                  <a:pt x="189856" y="37050"/>
                </a:lnTo>
                <a:lnTo>
                  <a:pt x="189582" y="37296"/>
                </a:lnTo>
                <a:lnTo>
                  <a:pt x="189327" y="37563"/>
                </a:lnTo>
                <a:lnTo>
                  <a:pt x="189092" y="37850"/>
                </a:lnTo>
                <a:lnTo>
                  <a:pt x="188878" y="38156"/>
                </a:lnTo>
                <a:lnTo>
                  <a:pt x="188685" y="38481"/>
                </a:lnTo>
                <a:lnTo>
                  <a:pt x="188516" y="38823"/>
                </a:lnTo>
                <a:lnTo>
                  <a:pt x="188369" y="39183"/>
                </a:lnTo>
                <a:lnTo>
                  <a:pt x="188248" y="39558"/>
                </a:lnTo>
                <a:lnTo>
                  <a:pt x="188151" y="39949"/>
                </a:lnTo>
                <a:lnTo>
                  <a:pt x="188081" y="40355"/>
                </a:lnTo>
                <a:lnTo>
                  <a:pt x="188039" y="40775"/>
                </a:lnTo>
                <a:lnTo>
                  <a:pt x="188024" y="41207"/>
                </a:lnTo>
                <a:lnTo>
                  <a:pt x="188039" y="41645"/>
                </a:lnTo>
                <a:lnTo>
                  <a:pt x="188081" y="42081"/>
                </a:lnTo>
                <a:lnTo>
                  <a:pt x="188151" y="42513"/>
                </a:lnTo>
                <a:lnTo>
                  <a:pt x="188248" y="42939"/>
                </a:lnTo>
                <a:lnTo>
                  <a:pt x="188369" y="43360"/>
                </a:lnTo>
                <a:lnTo>
                  <a:pt x="188516" y="43774"/>
                </a:lnTo>
                <a:lnTo>
                  <a:pt x="188685" y="44179"/>
                </a:lnTo>
                <a:lnTo>
                  <a:pt x="188878" y="44575"/>
                </a:lnTo>
                <a:lnTo>
                  <a:pt x="189092" y="44961"/>
                </a:lnTo>
                <a:lnTo>
                  <a:pt x="189327" y="45335"/>
                </a:lnTo>
                <a:lnTo>
                  <a:pt x="189582" y="45696"/>
                </a:lnTo>
                <a:lnTo>
                  <a:pt x="189856" y="46043"/>
                </a:lnTo>
                <a:lnTo>
                  <a:pt x="190147" y="46376"/>
                </a:lnTo>
                <a:lnTo>
                  <a:pt x="190456" y="46692"/>
                </a:lnTo>
                <a:lnTo>
                  <a:pt x="190781" y="46991"/>
                </a:lnTo>
                <a:lnTo>
                  <a:pt x="191121" y="47272"/>
                </a:lnTo>
                <a:lnTo>
                  <a:pt x="191475" y="47534"/>
                </a:lnTo>
                <a:lnTo>
                  <a:pt x="191843" y="47775"/>
                </a:lnTo>
                <a:lnTo>
                  <a:pt x="192223" y="47994"/>
                </a:lnTo>
                <a:lnTo>
                  <a:pt x="192615" y="48190"/>
                </a:lnTo>
                <a:lnTo>
                  <a:pt x="193017" y="48363"/>
                </a:lnTo>
                <a:lnTo>
                  <a:pt x="193428" y="48510"/>
                </a:lnTo>
                <a:lnTo>
                  <a:pt x="193849" y="48631"/>
                </a:lnTo>
                <a:lnTo>
                  <a:pt x="194277" y="48725"/>
                </a:lnTo>
                <a:lnTo>
                  <a:pt x="199084" y="49616"/>
                </a:lnTo>
                <a:lnTo>
                  <a:pt x="199084" y="54506"/>
                </a:lnTo>
                <a:lnTo>
                  <a:pt x="199099" y="54944"/>
                </a:lnTo>
                <a:lnTo>
                  <a:pt x="199141" y="55379"/>
                </a:lnTo>
                <a:lnTo>
                  <a:pt x="199211" y="55811"/>
                </a:lnTo>
                <a:lnTo>
                  <a:pt x="199308" y="56238"/>
                </a:lnTo>
                <a:lnTo>
                  <a:pt x="199430" y="56659"/>
                </a:lnTo>
                <a:lnTo>
                  <a:pt x="199576" y="57072"/>
                </a:lnTo>
                <a:lnTo>
                  <a:pt x="199746" y="57478"/>
                </a:lnTo>
                <a:lnTo>
                  <a:pt x="199938" y="57874"/>
                </a:lnTo>
                <a:lnTo>
                  <a:pt x="200152" y="58259"/>
                </a:lnTo>
                <a:lnTo>
                  <a:pt x="200387" y="58633"/>
                </a:lnTo>
                <a:lnTo>
                  <a:pt x="200642" y="58995"/>
                </a:lnTo>
                <a:lnTo>
                  <a:pt x="200916" y="59342"/>
                </a:lnTo>
                <a:lnTo>
                  <a:pt x="201207" y="59674"/>
                </a:lnTo>
                <a:lnTo>
                  <a:pt x="201516" y="59991"/>
                </a:lnTo>
                <a:lnTo>
                  <a:pt x="201841" y="60290"/>
                </a:lnTo>
                <a:lnTo>
                  <a:pt x="202181" y="60571"/>
                </a:lnTo>
                <a:lnTo>
                  <a:pt x="202536" y="60832"/>
                </a:lnTo>
                <a:lnTo>
                  <a:pt x="202903" y="61073"/>
                </a:lnTo>
                <a:lnTo>
                  <a:pt x="203283" y="61292"/>
                </a:lnTo>
                <a:lnTo>
                  <a:pt x="203675" y="61489"/>
                </a:lnTo>
                <a:lnTo>
                  <a:pt x="204077" y="61661"/>
                </a:lnTo>
                <a:lnTo>
                  <a:pt x="204489" y="61809"/>
                </a:lnTo>
                <a:lnTo>
                  <a:pt x="204909" y="61930"/>
                </a:lnTo>
                <a:lnTo>
                  <a:pt x="205337" y="62024"/>
                </a:lnTo>
                <a:lnTo>
                  <a:pt x="205765" y="62089"/>
                </a:lnTo>
                <a:lnTo>
                  <a:pt x="206185" y="62123"/>
                </a:lnTo>
                <a:lnTo>
                  <a:pt x="206597" y="62128"/>
                </a:lnTo>
                <a:lnTo>
                  <a:pt x="206999" y="62105"/>
                </a:lnTo>
                <a:lnTo>
                  <a:pt x="207391" y="62054"/>
                </a:lnTo>
                <a:lnTo>
                  <a:pt x="207771" y="61975"/>
                </a:lnTo>
                <a:lnTo>
                  <a:pt x="208139" y="61871"/>
                </a:lnTo>
                <a:lnTo>
                  <a:pt x="208493" y="61741"/>
                </a:lnTo>
                <a:lnTo>
                  <a:pt x="208833" y="61586"/>
                </a:lnTo>
                <a:lnTo>
                  <a:pt x="209158" y="61407"/>
                </a:lnTo>
                <a:lnTo>
                  <a:pt x="209467" y="61205"/>
                </a:lnTo>
                <a:lnTo>
                  <a:pt x="209758" y="60981"/>
                </a:lnTo>
                <a:lnTo>
                  <a:pt x="210032" y="60735"/>
                </a:lnTo>
                <a:lnTo>
                  <a:pt x="210287" y="60468"/>
                </a:lnTo>
                <a:lnTo>
                  <a:pt x="210522" y="60181"/>
                </a:lnTo>
                <a:lnTo>
                  <a:pt x="210736" y="59875"/>
                </a:lnTo>
                <a:lnTo>
                  <a:pt x="210928" y="59550"/>
                </a:lnTo>
                <a:lnTo>
                  <a:pt x="211098" y="59208"/>
                </a:lnTo>
                <a:lnTo>
                  <a:pt x="211245" y="58848"/>
                </a:lnTo>
                <a:lnTo>
                  <a:pt x="211366" y="58473"/>
                </a:lnTo>
                <a:lnTo>
                  <a:pt x="211463" y="58082"/>
                </a:lnTo>
                <a:lnTo>
                  <a:pt x="211533" y="57676"/>
                </a:lnTo>
                <a:lnTo>
                  <a:pt x="211575" y="57256"/>
                </a:lnTo>
                <a:lnTo>
                  <a:pt x="211590" y="56824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194277" y="36007"/>
                </a:lnTo>
                <a:lnTo>
                  <a:pt x="193849" y="35942"/>
                </a:lnTo>
                <a:lnTo>
                  <a:pt x="193428" y="35908"/>
                </a:lnTo>
                <a:lnTo>
                  <a:pt x="193017" y="35903"/>
                </a:lnTo>
                <a:lnTo>
                  <a:pt x="192615" y="35926"/>
                </a:lnTo>
                <a:lnTo>
                  <a:pt x="192223" y="35978"/>
                </a:lnTo>
                <a:close/>
                <a:moveTo>
                  <a:pt x="59120" y="213932"/>
                </a:moveTo>
                <a:lnTo>
                  <a:pt x="58752" y="214036"/>
                </a:lnTo>
                <a:lnTo>
                  <a:pt x="58398" y="214167"/>
                </a:lnTo>
                <a:lnTo>
                  <a:pt x="58058" y="214321"/>
                </a:lnTo>
                <a:lnTo>
                  <a:pt x="57733" y="214500"/>
                </a:lnTo>
                <a:lnTo>
                  <a:pt x="57424" y="214702"/>
                </a:lnTo>
                <a:lnTo>
                  <a:pt x="57133" y="214926"/>
                </a:lnTo>
                <a:lnTo>
                  <a:pt x="56859" y="215172"/>
                </a:lnTo>
                <a:lnTo>
                  <a:pt x="56604" y="215439"/>
                </a:lnTo>
                <a:lnTo>
                  <a:pt x="56369" y="215726"/>
                </a:lnTo>
                <a:lnTo>
                  <a:pt x="56155" y="216032"/>
                </a:lnTo>
                <a:lnTo>
                  <a:pt x="55962" y="216357"/>
                </a:lnTo>
                <a:lnTo>
                  <a:pt x="55793" y="216699"/>
                </a:lnTo>
                <a:lnTo>
                  <a:pt x="55646" y="217059"/>
                </a:lnTo>
                <a:lnTo>
                  <a:pt x="55525" y="217434"/>
                </a:lnTo>
                <a:lnTo>
                  <a:pt x="55428" y="217825"/>
                </a:lnTo>
                <a:lnTo>
                  <a:pt x="55358" y="218231"/>
                </a:lnTo>
                <a:lnTo>
                  <a:pt x="55316" y="218651"/>
                </a:lnTo>
                <a:lnTo>
                  <a:pt x="55301" y="219083"/>
                </a:lnTo>
                <a:lnTo>
                  <a:pt x="55316" y="219522"/>
                </a:lnTo>
                <a:lnTo>
                  <a:pt x="55358" y="219957"/>
                </a:lnTo>
                <a:lnTo>
                  <a:pt x="55428" y="220389"/>
                </a:lnTo>
                <a:lnTo>
                  <a:pt x="55525" y="220815"/>
                </a:lnTo>
                <a:lnTo>
                  <a:pt x="55646" y="221236"/>
                </a:lnTo>
                <a:lnTo>
                  <a:pt x="55793" y="221650"/>
                </a:lnTo>
                <a:lnTo>
                  <a:pt x="55962" y="222055"/>
                </a:lnTo>
                <a:lnTo>
                  <a:pt x="56155" y="222451"/>
                </a:lnTo>
                <a:lnTo>
                  <a:pt x="56369" y="222837"/>
                </a:lnTo>
                <a:lnTo>
                  <a:pt x="56604" y="223211"/>
                </a:lnTo>
                <a:lnTo>
                  <a:pt x="56859" y="223572"/>
                </a:lnTo>
                <a:lnTo>
                  <a:pt x="57133" y="223919"/>
                </a:lnTo>
                <a:lnTo>
                  <a:pt x="57424" y="224252"/>
                </a:lnTo>
                <a:lnTo>
                  <a:pt x="57733" y="224568"/>
                </a:lnTo>
                <a:lnTo>
                  <a:pt x="58058" y="224867"/>
                </a:lnTo>
                <a:lnTo>
                  <a:pt x="58398" y="225148"/>
                </a:lnTo>
                <a:lnTo>
                  <a:pt x="58752" y="225410"/>
                </a:lnTo>
                <a:lnTo>
                  <a:pt x="59120" y="225651"/>
                </a:lnTo>
                <a:lnTo>
                  <a:pt x="59500" y="225870"/>
                </a:lnTo>
                <a:lnTo>
                  <a:pt x="59892" y="226066"/>
                </a:lnTo>
                <a:lnTo>
                  <a:pt x="60294" y="226239"/>
                </a:lnTo>
                <a:lnTo>
                  <a:pt x="60705" y="226386"/>
                </a:lnTo>
                <a:lnTo>
                  <a:pt x="61126" y="226507"/>
                </a:lnTo>
                <a:lnTo>
                  <a:pt x="61554" y="226601"/>
                </a:lnTo>
                <a:lnTo>
                  <a:pt x="83674" y="230701"/>
                </a:lnTo>
                <a:lnTo>
                  <a:pt x="84102" y="230766"/>
                </a:lnTo>
                <a:lnTo>
                  <a:pt x="84523" y="230800"/>
                </a:lnTo>
                <a:lnTo>
                  <a:pt x="84934" y="230806"/>
                </a:lnTo>
                <a:lnTo>
                  <a:pt x="85337" y="230782"/>
                </a:lnTo>
                <a:lnTo>
                  <a:pt x="85728" y="230731"/>
                </a:lnTo>
                <a:lnTo>
                  <a:pt x="86108" y="230653"/>
                </a:lnTo>
                <a:lnTo>
                  <a:pt x="86476" y="230548"/>
                </a:lnTo>
                <a:lnTo>
                  <a:pt x="86830" y="230418"/>
                </a:lnTo>
                <a:lnTo>
                  <a:pt x="87170" y="230263"/>
                </a:lnTo>
                <a:lnTo>
                  <a:pt x="87495" y="230084"/>
                </a:lnTo>
                <a:lnTo>
                  <a:pt x="87804" y="229882"/>
                </a:lnTo>
                <a:lnTo>
                  <a:pt x="88096" y="229658"/>
                </a:lnTo>
                <a:lnTo>
                  <a:pt x="88369" y="229412"/>
                </a:lnTo>
                <a:lnTo>
                  <a:pt x="88624" y="229145"/>
                </a:lnTo>
                <a:lnTo>
                  <a:pt x="88859" y="228859"/>
                </a:lnTo>
                <a:lnTo>
                  <a:pt x="89073" y="228552"/>
                </a:lnTo>
                <a:lnTo>
                  <a:pt x="89266" y="228228"/>
                </a:lnTo>
                <a:lnTo>
                  <a:pt x="89436" y="227885"/>
                </a:lnTo>
                <a:lnTo>
                  <a:pt x="89582" y="227526"/>
                </a:lnTo>
                <a:lnTo>
                  <a:pt x="89704" y="227150"/>
                </a:lnTo>
                <a:lnTo>
                  <a:pt x="89800" y="226759"/>
                </a:lnTo>
                <a:lnTo>
                  <a:pt x="89870" y="226353"/>
                </a:lnTo>
                <a:lnTo>
                  <a:pt x="89913" y="225934"/>
                </a:lnTo>
                <a:lnTo>
                  <a:pt x="89927" y="225501"/>
                </a:lnTo>
                <a:lnTo>
                  <a:pt x="89913" y="225063"/>
                </a:lnTo>
                <a:lnTo>
                  <a:pt x="89870" y="224628"/>
                </a:lnTo>
                <a:lnTo>
                  <a:pt x="89800" y="224196"/>
                </a:lnTo>
                <a:lnTo>
                  <a:pt x="89704" y="223769"/>
                </a:lnTo>
                <a:lnTo>
                  <a:pt x="89582" y="223348"/>
                </a:lnTo>
                <a:lnTo>
                  <a:pt x="89436" y="222935"/>
                </a:lnTo>
                <a:lnTo>
                  <a:pt x="89266" y="222529"/>
                </a:lnTo>
                <a:lnTo>
                  <a:pt x="89073" y="222133"/>
                </a:lnTo>
                <a:lnTo>
                  <a:pt x="88859" y="221748"/>
                </a:lnTo>
                <a:lnTo>
                  <a:pt x="88624" y="221374"/>
                </a:lnTo>
                <a:lnTo>
                  <a:pt x="88369" y="221012"/>
                </a:lnTo>
                <a:lnTo>
                  <a:pt x="88096" y="220665"/>
                </a:lnTo>
                <a:lnTo>
                  <a:pt x="87804" y="220333"/>
                </a:lnTo>
                <a:lnTo>
                  <a:pt x="87495" y="220016"/>
                </a:lnTo>
                <a:lnTo>
                  <a:pt x="87170" y="219717"/>
                </a:lnTo>
                <a:lnTo>
                  <a:pt x="86830" y="219436"/>
                </a:lnTo>
                <a:lnTo>
                  <a:pt x="86476" y="219175"/>
                </a:lnTo>
                <a:lnTo>
                  <a:pt x="86108" y="218934"/>
                </a:lnTo>
                <a:lnTo>
                  <a:pt x="85728" y="218715"/>
                </a:lnTo>
                <a:lnTo>
                  <a:pt x="85337" y="218518"/>
                </a:lnTo>
                <a:lnTo>
                  <a:pt x="84934" y="218346"/>
                </a:lnTo>
                <a:lnTo>
                  <a:pt x="84523" y="218198"/>
                </a:lnTo>
                <a:lnTo>
                  <a:pt x="84102" y="218077"/>
                </a:lnTo>
                <a:lnTo>
                  <a:pt x="83674" y="217983"/>
                </a:lnTo>
                <a:lnTo>
                  <a:pt x="61554" y="213883"/>
                </a:lnTo>
                <a:lnTo>
                  <a:pt x="61126" y="213819"/>
                </a:lnTo>
                <a:lnTo>
                  <a:pt x="60705" y="213784"/>
                </a:lnTo>
                <a:lnTo>
                  <a:pt x="60294" y="213779"/>
                </a:lnTo>
                <a:lnTo>
                  <a:pt x="59892" y="213802"/>
                </a:lnTo>
                <a:lnTo>
                  <a:pt x="59500" y="213854"/>
                </a:lnTo>
                <a:lnTo>
                  <a:pt x="59120" y="213932"/>
                </a:lnTo>
                <a:close/>
                <a:moveTo>
                  <a:pt x="125482" y="226231"/>
                </a:moveTo>
                <a:lnTo>
                  <a:pt x="125114" y="226336"/>
                </a:lnTo>
                <a:lnTo>
                  <a:pt x="124760" y="226466"/>
                </a:lnTo>
                <a:lnTo>
                  <a:pt x="124419" y="226621"/>
                </a:lnTo>
                <a:lnTo>
                  <a:pt x="124095" y="226799"/>
                </a:lnTo>
                <a:lnTo>
                  <a:pt x="123786" y="227001"/>
                </a:lnTo>
                <a:lnTo>
                  <a:pt x="123494" y="227226"/>
                </a:lnTo>
                <a:lnTo>
                  <a:pt x="123220" y="227472"/>
                </a:lnTo>
                <a:lnTo>
                  <a:pt x="122966" y="227738"/>
                </a:lnTo>
                <a:lnTo>
                  <a:pt x="122731" y="228025"/>
                </a:lnTo>
                <a:lnTo>
                  <a:pt x="122516" y="228332"/>
                </a:lnTo>
                <a:lnTo>
                  <a:pt x="122324" y="228656"/>
                </a:lnTo>
                <a:lnTo>
                  <a:pt x="122154" y="228999"/>
                </a:lnTo>
                <a:lnTo>
                  <a:pt x="122008" y="229358"/>
                </a:lnTo>
                <a:lnTo>
                  <a:pt x="121886" y="229734"/>
                </a:lnTo>
                <a:lnTo>
                  <a:pt x="121790" y="230125"/>
                </a:lnTo>
                <a:lnTo>
                  <a:pt x="121720" y="230531"/>
                </a:lnTo>
                <a:lnTo>
                  <a:pt x="121677" y="230950"/>
                </a:lnTo>
                <a:lnTo>
                  <a:pt x="121663" y="231383"/>
                </a:lnTo>
                <a:lnTo>
                  <a:pt x="121677" y="231821"/>
                </a:lnTo>
                <a:lnTo>
                  <a:pt x="121720" y="232256"/>
                </a:lnTo>
                <a:lnTo>
                  <a:pt x="121790" y="232688"/>
                </a:lnTo>
                <a:lnTo>
                  <a:pt x="121886" y="233115"/>
                </a:lnTo>
                <a:lnTo>
                  <a:pt x="122008" y="233536"/>
                </a:lnTo>
                <a:lnTo>
                  <a:pt x="122154" y="233949"/>
                </a:lnTo>
                <a:lnTo>
                  <a:pt x="122324" y="234355"/>
                </a:lnTo>
                <a:lnTo>
                  <a:pt x="122516" y="234751"/>
                </a:lnTo>
                <a:lnTo>
                  <a:pt x="122731" y="235136"/>
                </a:lnTo>
                <a:lnTo>
                  <a:pt x="122966" y="235510"/>
                </a:lnTo>
                <a:lnTo>
                  <a:pt x="123220" y="235871"/>
                </a:lnTo>
                <a:lnTo>
                  <a:pt x="123494" y="236219"/>
                </a:lnTo>
                <a:lnTo>
                  <a:pt x="123786" y="236551"/>
                </a:lnTo>
                <a:lnTo>
                  <a:pt x="124095" y="236868"/>
                </a:lnTo>
                <a:lnTo>
                  <a:pt x="124419" y="237167"/>
                </a:lnTo>
                <a:lnTo>
                  <a:pt x="124760" y="237448"/>
                </a:lnTo>
                <a:lnTo>
                  <a:pt x="125114" y="237709"/>
                </a:lnTo>
                <a:lnTo>
                  <a:pt x="125482" y="237950"/>
                </a:lnTo>
                <a:lnTo>
                  <a:pt x="125862" y="238169"/>
                </a:lnTo>
                <a:lnTo>
                  <a:pt x="126253" y="238366"/>
                </a:lnTo>
                <a:lnTo>
                  <a:pt x="126655" y="238538"/>
                </a:lnTo>
                <a:lnTo>
                  <a:pt x="127067" y="238686"/>
                </a:lnTo>
                <a:lnTo>
                  <a:pt x="127487" y="238807"/>
                </a:lnTo>
                <a:lnTo>
                  <a:pt x="127915" y="238901"/>
                </a:lnTo>
                <a:lnTo>
                  <a:pt x="150036" y="243001"/>
                </a:lnTo>
                <a:lnTo>
                  <a:pt x="150464" y="243065"/>
                </a:lnTo>
                <a:lnTo>
                  <a:pt x="150884" y="243100"/>
                </a:lnTo>
                <a:lnTo>
                  <a:pt x="151296" y="243105"/>
                </a:lnTo>
                <a:lnTo>
                  <a:pt x="151698" y="243082"/>
                </a:lnTo>
                <a:lnTo>
                  <a:pt x="152090" y="243030"/>
                </a:lnTo>
                <a:lnTo>
                  <a:pt x="152470" y="242952"/>
                </a:lnTo>
                <a:lnTo>
                  <a:pt x="152837" y="242847"/>
                </a:lnTo>
                <a:lnTo>
                  <a:pt x="153192" y="242717"/>
                </a:lnTo>
                <a:lnTo>
                  <a:pt x="153532" y="242563"/>
                </a:lnTo>
                <a:lnTo>
                  <a:pt x="153857" y="242384"/>
                </a:lnTo>
                <a:lnTo>
                  <a:pt x="154165" y="242182"/>
                </a:lnTo>
                <a:lnTo>
                  <a:pt x="154457" y="241958"/>
                </a:lnTo>
                <a:lnTo>
                  <a:pt x="154731" y="241712"/>
                </a:lnTo>
                <a:lnTo>
                  <a:pt x="154986" y="241445"/>
                </a:lnTo>
                <a:lnTo>
                  <a:pt x="155221" y="241158"/>
                </a:lnTo>
                <a:lnTo>
                  <a:pt x="155435" y="240852"/>
                </a:lnTo>
                <a:lnTo>
                  <a:pt x="155627" y="240527"/>
                </a:lnTo>
                <a:lnTo>
                  <a:pt x="155797" y="240185"/>
                </a:lnTo>
                <a:lnTo>
                  <a:pt x="155943" y="239825"/>
                </a:lnTo>
                <a:lnTo>
                  <a:pt x="156065" y="239449"/>
                </a:lnTo>
                <a:lnTo>
                  <a:pt x="156161" y="239058"/>
                </a:lnTo>
                <a:lnTo>
                  <a:pt x="156231" y="238653"/>
                </a:lnTo>
                <a:lnTo>
                  <a:pt x="156274" y="238233"/>
                </a:lnTo>
                <a:lnTo>
                  <a:pt x="156288" y="237800"/>
                </a:lnTo>
                <a:lnTo>
                  <a:pt x="156274" y="237362"/>
                </a:lnTo>
                <a:lnTo>
                  <a:pt x="156231" y="236927"/>
                </a:lnTo>
                <a:lnTo>
                  <a:pt x="156161" y="236495"/>
                </a:lnTo>
                <a:lnTo>
                  <a:pt x="156065" y="236068"/>
                </a:lnTo>
                <a:lnTo>
                  <a:pt x="155943" y="235648"/>
                </a:lnTo>
                <a:lnTo>
                  <a:pt x="155797" y="235234"/>
                </a:lnTo>
                <a:lnTo>
                  <a:pt x="155627" y="234829"/>
                </a:lnTo>
                <a:lnTo>
                  <a:pt x="155435" y="234433"/>
                </a:lnTo>
                <a:lnTo>
                  <a:pt x="155221" y="234047"/>
                </a:lnTo>
                <a:lnTo>
                  <a:pt x="154986" y="233673"/>
                </a:lnTo>
                <a:lnTo>
                  <a:pt x="154731" y="233312"/>
                </a:lnTo>
                <a:lnTo>
                  <a:pt x="154457" y="232964"/>
                </a:lnTo>
                <a:lnTo>
                  <a:pt x="154165" y="232632"/>
                </a:lnTo>
                <a:lnTo>
                  <a:pt x="153857" y="232316"/>
                </a:lnTo>
                <a:lnTo>
                  <a:pt x="153532" y="232016"/>
                </a:lnTo>
                <a:lnTo>
                  <a:pt x="153192" y="231736"/>
                </a:lnTo>
                <a:lnTo>
                  <a:pt x="152837" y="231474"/>
                </a:lnTo>
                <a:lnTo>
                  <a:pt x="152470" y="231233"/>
                </a:lnTo>
                <a:lnTo>
                  <a:pt x="152090" y="231014"/>
                </a:lnTo>
                <a:lnTo>
                  <a:pt x="151698" y="230818"/>
                </a:lnTo>
                <a:lnTo>
                  <a:pt x="151296" y="230645"/>
                </a:lnTo>
                <a:lnTo>
                  <a:pt x="150884" y="230498"/>
                </a:lnTo>
                <a:lnTo>
                  <a:pt x="150464" y="230376"/>
                </a:lnTo>
                <a:lnTo>
                  <a:pt x="150036" y="230282"/>
                </a:lnTo>
                <a:lnTo>
                  <a:pt x="127915" y="226183"/>
                </a:lnTo>
                <a:lnTo>
                  <a:pt x="127487" y="226118"/>
                </a:lnTo>
                <a:lnTo>
                  <a:pt x="127067" y="226083"/>
                </a:lnTo>
                <a:lnTo>
                  <a:pt x="126655" y="226078"/>
                </a:lnTo>
                <a:lnTo>
                  <a:pt x="126253" y="226102"/>
                </a:lnTo>
                <a:lnTo>
                  <a:pt x="125862" y="226153"/>
                </a:lnTo>
                <a:lnTo>
                  <a:pt x="125482" y="226231"/>
                </a:lnTo>
                <a:close/>
                <a:moveTo>
                  <a:pt x="191843" y="238531"/>
                </a:moveTo>
                <a:lnTo>
                  <a:pt x="191475" y="238635"/>
                </a:lnTo>
                <a:lnTo>
                  <a:pt x="191121" y="238765"/>
                </a:lnTo>
                <a:lnTo>
                  <a:pt x="190781" y="238920"/>
                </a:lnTo>
                <a:lnTo>
                  <a:pt x="190456" y="239099"/>
                </a:lnTo>
                <a:lnTo>
                  <a:pt x="190147" y="239301"/>
                </a:lnTo>
                <a:lnTo>
                  <a:pt x="189856" y="239525"/>
                </a:lnTo>
                <a:lnTo>
                  <a:pt x="189582" y="239771"/>
                </a:lnTo>
                <a:lnTo>
                  <a:pt x="189327" y="240038"/>
                </a:lnTo>
                <a:lnTo>
                  <a:pt x="189092" y="240325"/>
                </a:lnTo>
                <a:lnTo>
                  <a:pt x="188878" y="240631"/>
                </a:lnTo>
                <a:lnTo>
                  <a:pt x="188685" y="240956"/>
                </a:lnTo>
                <a:lnTo>
                  <a:pt x="188516" y="241298"/>
                </a:lnTo>
                <a:lnTo>
                  <a:pt x="188369" y="241658"/>
                </a:lnTo>
                <a:lnTo>
                  <a:pt x="188248" y="242033"/>
                </a:lnTo>
                <a:lnTo>
                  <a:pt x="188151" y="242424"/>
                </a:lnTo>
                <a:lnTo>
                  <a:pt x="188081" y="242830"/>
                </a:lnTo>
                <a:lnTo>
                  <a:pt x="188039" y="243250"/>
                </a:lnTo>
                <a:lnTo>
                  <a:pt x="188024" y="243682"/>
                </a:lnTo>
                <a:lnTo>
                  <a:pt x="188039" y="244120"/>
                </a:lnTo>
                <a:lnTo>
                  <a:pt x="188081" y="244556"/>
                </a:lnTo>
                <a:lnTo>
                  <a:pt x="188151" y="244987"/>
                </a:lnTo>
                <a:lnTo>
                  <a:pt x="188248" y="245414"/>
                </a:lnTo>
                <a:lnTo>
                  <a:pt x="188369" y="245835"/>
                </a:lnTo>
                <a:lnTo>
                  <a:pt x="188516" y="246249"/>
                </a:lnTo>
                <a:lnTo>
                  <a:pt x="188685" y="246654"/>
                </a:lnTo>
                <a:lnTo>
                  <a:pt x="188878" y="247050"/>
                </a:lnTo>
                <a:lnTo>
                  <a:pt x="189092" y="247436"/>
                </a:lnTo>
                <a:lnTo>
                  <a:pt x="189327" y="247810"/>
                </a:lnTo>
                <a:lnTo>
                  <a:pt x="189582" y="248171"/>
                </a:lnTo>
                <a:lnTo>
                  <a:pt x="189856" y="248518"/>
                </a:lnTo>
                <a:lnTo>
                  <a:pt x="190147" y="248851"/>
                </a:lnTo>
                <a:lnTo>
                  <a:pt x="190456" y="249167"/>
                </a:lnTo>
                <a:lnTo>
                  <a:pt x="190781" y="249466"/>
                </a:lnTo>
                <a:lnTo>
                  <a:pt x="191121" y="249747"/>
                </a:lnTo>
                <a:lnTo>
                  <a:pt x="191475" y="250009"/>
                </a:lnTo>
                <a:lnTo>
                  <a:pt x="191843" y="250249"/>
                </a:lnTo>
                <a:lnTo>
                  <a:pt x="192223" y="250469"/>
                </a:lnTo>
                <a:lnTo>
                  <a:pt x="192615" y="250665"/>
                </a:lnTo>
                <a:lnTo>
                  <a:pt x="193017" y="250838"/>
                </a:lnTo>
                <a:lnTo>
                  <a:pt x="193428" y="250985"/>
                </a:lnTo>
                <a:lnTo>
                  <a:pt x="193849" y="251106"/>
                </a:lnTo>
                <a:lnTo>
                  <a:pt x="194277" y="251200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236801"/>
                </a:lnTo>
                <a:lnTo>
                  <a:pt x="211575" y="236363"/>
                </a:lnTo>
                <a:lnTo>
                  <a:pt x="211533" y="235928"/>
                </a:lnTo>
                <a:lnTo>
                  <a:pt x="211463" y="235496"/>
                </a:lnTo>
                <a:lnTo>
                  <a:pt x="211366" y="235069"/>
                </a:lnTo>
                <a:lnTo>
                  <a:pt x="211245" y="234649"/>
                </a:lnTo>
                <a:lnTo>
                  <a:pt x="211098" y="234235"/>
                </a:lnTo>
                <a:lnTo>
                  <a:pt x="210928" y="233830"/>
                </a:lnTo>
                <a:lnTo>
                  <a:pt x="210736" y="233434"/>
                </a:lnTo>
                <a:lnTo>
                  <a:pt x="210522" y="233048"/>
                </a:lnTo>
                <a:lnTo>
                  <a:pt x="210287" y="232674"/>
                </a:lnTo>
                <a:lnTo>
                  <a:pt x="210032" y="232313"/>
                </a:lnTo>
                <a:lnTo>
                  <a:pt x="209758" y="231965"/>
                </a:lnTo>
                <a:lnTo>
                  <a:pt x="209467" y="231633"/>
                </a:lnTo>
                <a:lnTo>
                  <a:pt x="209158" y="231316"/>
                </a:lnTo>
                <a:lnTo>
                  <a:pt x="208833" y="231017"/>
                </a:lnTo>
                <a:lnTo>
                  <a:pt x="208493" y="230736"/>
                </a:lnTo>
                <a:lnTo>
                  <a:pt x="208139" y="230475"/>
                </a:lnTo>
                <a:lnTo>
                  <a:pt x="207771" y="230234"/>
                </a:lnTo>
                <a:lnTo>
                  <a:pt x="207391" y="230015"/>
                </a:lnTo>
                <a:lnTo>
                  <a:pt x="206999" y="229819"/>
                </a:lnTo>
                <a:lnTo>
                  <a:pt x="206597" y="229646"/>
                </a:lnTo>
                <a:lnTo>
                  <a:pt x="206185" y="229499"/>
                </a:lnTo>
                <a:lnTo>
                  <a:pt x="205765" y="229377"/>
                </a:lnTo>
                <a:lnTo>
                  <a:pt x="205337" y="229283"/>
                </a:lnTo>
                <a:lnTo>
                  <a:pt x="204909" y="229219"/>
                </a:lnTo>
                <a:lnTo>
                  <a:pt x="204489" y="229184"/>
                </a:lnTo>
                <a:lnTo>
                  <a:pt x="204077" y="229179"/>
                </a:lnTo>
                <a:lnTo>
                  <a:pt x="203675" y="229202"/>
                </a:lnTo>
                <a:lnTo>
                  <a:pt x="203283" y="229254"/>
                </a:lnTo>
                <a:lnTo>
                  <a:pt x="202903" y="229332"/>
                </a:lnTo>
                <a:lnTo>
                  <a:pt x="202536" y="229437"/>
                </a:lnTo>
                <a:lnTo>
                  <a:pt x="202181" y="229567"/>
                </a:lnTo>
                <a:lnTo>
                  <a:pt x="201841" y="229721"/>
                </a:lnTo>
                <a:lnTo>
                  <a:pt x="201516" y="229900"/>
                </a:lnTo>
                <a:lnTo>
                  <a:pt x="201207" y="230102"/>
                </a:lnTo>
                <a:lnTo>
                  <a:pt x="200916" y="230326"/>
                </a:lnTo>
                <a:lnTo>
                  <a:pt x="200642" y="230572"/>
                </a:lnTo>
                <a:lnTo>
                  <a:pt x="200387" y="230839"/>
                </a:lnTo>
                <a:lnTo>
                  <a:pt x="200152" y="231126"/>
                </a:lnTo>
                <a:lnTo>
                  <a:pt x="199938" y="231432"/>
                </a:lnTo>
                <a:lnTo>
                  <a:pt x="199746" y="231757"/>
                </a:lnTo>
                <a:lnTo>
                  <a:pt x="199576" y="232099"/>
                </a:lnTo>
                <a:lnTo>
                  <a:pt x="199430" y="232459"/>
                </a:lnTo>
                <a:lnTo>
                  <a:pt x="199308" y="232834"/>
                </a:lnTo>
                <a:lnTo>
                  <a:pt x="199211" y="233226"/>
                </a:lnTo>
                <a:lnTo>
                  <a:pt x="199141" y="233631"/>
                </a:lnTo>
                <a:lnTo>
                  <a:pt x="199099" y="234051"/>
                </a:lnTo>
                <a:lnTo>
                  <a:pt x="199084" y="234484"/>
                </a:lnTo>
                <a:lnTo>
                  <a:pt x="199084" y="239373"/>
                </a:lnTo>
                <a:lnTo>
                  <a:pt x="194277" y="238482"/>
                </a:lnTo>
                <a:lnTo>
                  <a:pt x="193849" y="238417"/>
                </a:lnTo>
                <a:lnTo>
                  <a:pt x="193428" y="238383"/>
                </a:lnTo>
                <a:lnTo>
                  <a:pt x="193017" y="238378"/>
                </a:lnTo>
                <a:lnTo>
                  <a:pt x="192615" y="238401"/>
                </a:lnTo>
                <a:lnTo>
                  <a:pt x="192223" y="238452"/>
                </a:lnTo>
                <a:lnTo>
                  <a:pt x="191843" y="238531"/>
                </a:lnTo>
                <a:close/>
                <a:moveTo>
                  <a:pt x="211245" y="99665"/>
                </a:moveTo>
                <a:lnTo>
                  <a:pt x="211098" y="99252"/>
                </a:lnTo>
                <a:lnTo>
                  <a:pt x="210928" y="98846"/>
                </a:lnTo>
                <a:lnTo>
                  <a:pt x="210736" y="98450"/>
                </a:lnTo>
                <a:lnTo>
                  <a:pt x="210522" y="98065"/>
                </a:lnTo>
                <a:lnTo>
                  <a:pt x="210287" y="97691"/>
                </a:lnTo>
                <a:lnTo>
                  <a:pt x="210032" y="97329"/>
                </a:lnTo>
                <a:lnTo>
                  <a:pt x="209758" y="96982"/>
                </a:lnTo>
                <a:lnTo>
                  <a:pt x="209467" y="96650"/>
                </a:lnTo>
                <a:lnTo>
                  <a:pt x="209158" y="96333"/>
                </a:lnTo>
                <a:lnTo>
                  <a:pt x="208833" y="96034"/>
                </a:lnTo>
                <a:lnTo>
                  <a:pt x="208493" y="95753"/>
                </a:lnTo>
                <a:lnTo>
                  <a:pt x="208139" y="95492"/>
                </a:lnTo>
                <a:lnTo>
                  <a:pt x="207771" y="95251"/>
                </a:lnTo>
                <a:lnTo>
                  <a:pt x="207391" y="95032"/>
                </a:lnTo>
                <a:lnTo>
                  <a:pt x="206999" y="94835"/>
                </a:lnTo>
                <a:lnTo>
                  <a:pt x="206597" y="94663"/>
                </a:lnTo>
                <a:lnTo>
                  <a:pt x="206185" y="94515"/>
                </a:lnTo>
                <a:lnTo>
                  <a:pt x="205765" y="94394"/>
                </a:lnTo>
                <a:lnTo>
                  <a:pt x="205337" y="94300"/>
                </a:lnTo>
                <a:lnTo>
                  <a:pt x="204909" y="94235"/>
                </a:lnTo>
                <a:lnTo>
                  <a:pt x="204489" y="94201"/>
                </a:lnTo>
                <a:lnTo>
                  <a:pt x="204077" y="94196"/>
                </a:lnTo>
                <a:lnTo>
                  <a:pt x="203675" y="94219"/>
                </a:lnTo>
                <a:lnTo>
                  <a:pt x="203283" y="94270"/>
                </a:lnTo>
                <a:lnTo>
                  <a:pt x="202903" y="94349"/>
                </a:lnTo>
                <a:lnTo>
                  <a:pt x="202536" y="94453"/>
                </a:lnTo>
                <a:lnTo>
                  <a:pt x="202181" y="94583"/>
                </a:lnTo>
                <a:lnTo>
                  <a:pt x="201841" y="94738"/>
                </a:lnTo>
                <a:lnTo>
                  <a:pt x="201516" y="94917"/>
                </a:lnTo>
                <a:lnTo>
                  <a:pt x="201207" y="95119"/>
                </a:lnTo>
                <a:lnTo>
                  <a:pt x="200916" y="95343"/>
                </a:lnTo>
                <a:lnTo>
                  <a:pt x="200642" y="95589"/>
                </a:lnTo>
                <a:lnTo>
                  <a:pt x="200387" y="95856"/>
                </a:lnTo>
                <a:lnTo>
                  <a:pt x="200152" y="96143"/>
                </a:lnTo>
                <a:lnTo>
                  <a:pt x="199938" y="96449"/>
                </a:lnTo>
                <a:lnTo>
                  <a:pt x="199746" y="96774"/>
                </a:lnTo>
                <a:lnTo>
                  <a:pt x="199576" y="97116"/>
                </a:lnTo>
                <a:lnTo>
                  <a:pt x="199430" y="97476"/>
                </a:lnTo>
                <a:lnTo>
                  <a:pt x="199308" y="97851"/>
                </a:lnTo>
                <a:lnTo>
                  <a:pt x="199211" y="98242"/>
                </a:lnTo>
                <a:lnTo>
                  <a:pt x="199141" y="98648"/>
                </a:lnTo>
                <a:lnTo>
                  <a:pt x="199099" y="99068"/>
                </a:lnTo>
                <a:lnTo>
                  <a:pt x="199084" y="99500"/>
                </a:lnTo>
                <a:lnTo>
                  <a:pt x="199084" y="121998"/>
                </a:lnTo>
                <a:lnTo>
                  <a:pt x="199099" y="122436"/>
                </a:lnTo>
                <a:lnTo>
                  <a:pt x="199141" y="122871"/>
                </a:lnTo>
                <a:lnTo>
                  <a:pt x="199211" y="123303"/>
                </a:lnTo>
                <a:lnTo>
                  <a:pt x="199308" y="123729"/>
                </a:lnTo>
                <a:lnTo>
                  <a:pt x="199430" y="124150"/>
                </a:lnTo>
                <a:lnTo>
                  <a:pt x="199576" y="124564"/>
                </a:lnTo>
                <a:lnTo>
                  <a:pt x="199746" y="124969"/>
                </a:lnTo>
                <a:lnTo>
                  <a:pt x="199938" y="125365"/>
                </a:lnTo>
                <a:lnTo>
                  <a:pt x="200152" y="125751"/>
                </a:lnTo>
                <a:lnTo>
                  <a:pt x="200387" y="126125"/>
                </a:lnTo>
                <a:lnTo>
                  <a:pt x="200642" y="126486"/>
                </a:lnTo>
                <a:lnTo>
                  <a:pt x="200916" y="126834"/>
                </a:lnTo>
                <a:lnTo>
                  <a:pt x="201207" y="127166"/>
                </a:lnTo>
                <a:lnTo>
                  <a:pt x="201516" y="127482"/>
                </a:lnTo>
                <a:lnTo>
                  <a:pt x="201841" y="127782"/>
                </a:lnTo>
                <a:lnTo>
                  <a:pt x="202181" y="128062"/>
                </a:lnTo>
                <a:lnTo>
                  <a:pt x="202536" y="128324"/>
                </a:lnTo>
                <a:lnTo>
                  <a:pt x="202903" y="128565"/>
                </a:lnTo>
                <a:lnTo>
                  <a:pt x="203283" y="128784"/>
                </a:lnTo>
                <a:lnTo>
                  <a:pt x="203675" y="128980"/>
                </a:lnTo>
                <a:lnTo>
                  <a:pt x="204077" y="129153"/>
                </a:lnTo>
                <a:lnTo>
                  <a:pt x="204489" y="129300"/>
                </a:lnTo>
                <a:lnTo>
                  <a:pt x="204909" y="129422"/>
                </a:lnTo>
                <a:lnTo>
                  <a:pt x="205337" y="129516"/>
                </a:lnTo>
                <a:lnTo>
                  <a:pt x="205765" y="129580"/>
                </a:lnTo>
                <a:lnTo>
                  <a:pt x="206185" y="129615"/>
                </a:lnTo>
                <a:lnTo>
                  <a:pt x="206597" y="129620"/>
                </a:lnTo>
                <a:lnTo>
                  <a:pt x="206999" y="129596"/>
                </a:lnTo>
                <a:lnTo>
                  <a:pt x="207391" y="129545"/>
                </a:lnTo>
                <a:lnTo>
                  <a:pt x="207771" y="129467"/>
                </a:lnTo>
                <a:lnTo>
                  <a:pt x="208139" y="129362"/>
                </a:lnTo>
                <a:lnTo>
                  <a:pt x="208493" y="129232"/>
                </a:lnTo>
                <a:lnTo>
                  <a:pt x="208833" y="129077"/>
                </a:lnTo>
                <a:lnTo>
                  <a:pt x="209158" y="128899"/>
                </a:lnTo>
                <a:lnTo>
                  <a:pt x="209467" y="128697"/>
                </a:lnTo>
                <a:lnTo>
                  <a:pt x="209758" y="128472"/>
                </a:lnTo>
                <a:lnTo>
                  <a:pt x="210032" y="128226"/>
                </a:lnTo>
                <a:lnTo>
                  <a:pt x="210287" y="127960"/>
                </a:lnTo>
                <a:lnTo>
                  <a:pt x="210522" y="127673"/>
                </a:lnTo>
                <a:lnTo>
                  <a:pt x="210736" y="127367"/>
                </a:lnTo>
                <a:lnTo>
                  <a:pt x="210928" y="127042"/>
                </a:lnTo>
                <a:lnTo>
                  <a:pt x="211098" y="126699"/>
                </a:lnTo>
                <a:lnTo>
                  <a:pt x="211245" y="126340"/>
                </a:lnTo>
                <a:lnTo>
                  <a:pt x="211366" y="125964"/>
                </a:lnTo>
                <a:lnTo>
                  <a:pt x="211463" y="125573"/>
                </a:lnTo>
                <a:lnTo>
                  <a:pt x="211533" y="125168"/>
                </a:lnTo>
                <a:lnTo>
                  <a:pt x="211575" y="124748"/>
                </a:lnTo>
                <a:lnTo>
                  <a:pt x="211590" y="124315"/>
                </a:lnTo>
                <a:lnTo>
                  <a:pt x="211590" y="101818"/>
                </a:lnTo>
                <a:lnTo>
                  <a:pt x="211575" y="101380"/>
                </a:lnTo>
                <a:lnTo>
                  <a:pt x="211533" y="100945"/>
                </a:lnTo>
                <a:lnTo>
                  <a:pt x="211463" y="100513"/>
                </a:lnTo>
                <a:lnTo>
                  <a:pt x="211366" y="100086"/>
                </a:lnTo>
                <a:lnTo>
                  <a:pt x="211245" y="99665"/>
                </a:lnTo>
                <a:close/>
                <a:moveTo>
                  <a:pt x="211245" y="167157"/>
                </a:moveTo>
                <a:lnTo>
                  <a:pt x="211098" y="166743"/>
                </a:lnTo>
                <a:lnTo>
                  <a:pt x="210928" y="166338"/>
                </a:lnTo>
                <a:lnTo>
                  <a:pt x="210736" y="165942"/>
                </a:lnTo>
                <a:lnTo>
                  <a:pt x="210522" y="165556"/>
                </a:lnTo>
                <a:lnTo>
                  <a:pt x="210287" y="165182"/>
                </a:lnTo>
                <a:lnTo>
                  <a:pt x="210032" y="164821"/>
                </a:lnTo>
                <a:lnTo>
                  <a:pt x="209758" y="164474"/>
                </a:lnTo>
                <a:lnTo>
                  <a:pt x="209467" y="164141"/>
                </a:lnTo>
                <a:lnTo>
                  <a:pt x="209158" y="163825"/>
                </a:lnTo>
                <a:lnTo>
                  <a:pt x="208833" y="163526"/>
                </a:lnTo>
                <a:lnTo>
                  <a:pt x="208493" y="163245"/>
                </a:lnTo>
                <a:lnTo>
                  <a:pt x="208139" y="162983"/>
                </a:lnTo>
                <a:lnTo>
                  <a:pt x="207771" y="162743"/>
                </a:lnTo>
                <a:lnTo>
                  <a:pt x="207391" y="162523"/>
                </a:lnTo>
                <a:lnTo>
                  <a:pt x="206999" y="162327"/>
                </a:lnTo>
                <a:lnTo>
                  <a:pt x="206597" y="162154"/>
                </a:lnTo>
                <a:lnTo>
                  <a:pt x="206185" y="162007"/>
                </a:lnTo>
                <a:lnTo>
                  <a:pt x="205765" y="161886"/>
                </a:lnTo>
                <a:lnTo>
                  <a:pt x="205337" y="161792"/>
                </a:lnTo>
                <a:lnTo>
                  <a:pt x="204909" y="161727"/>
                </a:lnTo>
                <a:lnTo>
                  <a:pt x="204489" y="161692"/>
                </a:lnTo>
                <a:lnTo>
                  <a:pt x="204077" y="161687"/>
                </a:lnTo>
                <a:lnTo>
                  <a:pt x="203675" y="161711"/>
                </a:lnTo>
                <a:lnTo>
                  <a:pt x="203283" y="161762"/>
                </a:lnTo>
                <a:lnTo>
                  <a:pt x="202903" y="161840"/>
                </a:lnTo>
                <a:lnTo>
                  <a:pt x="202536" y="161945"/>
                </a:lnTo>
                <a:lnTo>
                  <a:pt x="202181" y="162075"/>
                </a:lnTo>
                <a:lnTo>
                  <a:pt x="201841" y="162230"/>
                </a:lnTo>
                <a:lnTo>
                  <a:pt x="201516" y="162409"/>
                </a:lnTo>
                <a:lnTo>
                  <a:pt x="201207" y="162610"/>
                </a:lnTo>
                <a:lnTo>
                  <a:pt x="200916" y="162835"/>
                </a:lnTo>
                <a:lnTo>
                  <a:pt x="200642" y="163081"/>
                </a:lnTo>
                <a:lnTo>
                  <a:pt x="200387" y="163348"/>
                </a:lnTo>
                <a:lnTo>
                  <a:pt x="200152" y="163634"/>
                </a:lnTo>
                <a:lnTo>
                  <a:pt x="199938" y="163941"/>
                </a:lnTo>
                <a:lnTo>
                  <a:pt x="199746" y="164265"/>
                </a:lnTo>
                <a:lnTo>
                  <a:pt x="199576" y="164608"/>
                </a:lnTo>
                <a:lnTo>
                  <a:pt x="199430" y="164967"/>
                </a:lnTo>
                <a:lnTo>
                  <a:pt x="199308" y="165343"/>
                </a:lnTo>
                <a:lnTo>
                  <a:pt x="199211" y="165734"/>
                </a:lnTo>
                <a:lnTo>
                  <a:pt x="199141" y="166140"/>
                </a:lnTo>
                <a:lnTo>
                  <a:pt x="199099" y="166559"/>
                </a:lnTo>
                <a:lnTo>
                  <a:pt x="199084" y="166992"/>
                </a:lnTo>
                <a:lnTo>
                  <a:pt x="199084" y="189489"/>
                </a:lnTo>
                <a:lnTo>
                  <a:pt x="199099" y="189927"/>
                </a:lnTo>
                <a:lnTo>
                  <a:pt x="199141" y="190363"/>
                </a:lnTo>
                <a:lnTo>
                  <a:pt x="199211" y="190794"/>
                </a:lnTo>
                <a:lnTo>
                  <a:pt x="199308" y="191221"/>
                </a:lnTo>
                <a:lnTo>
                  <a:pt x="199430" y="191642"/>
                </a:lnTo>
                <a:lnTo>
                  <a:pt x="199576" y="192055"/>
                </a:lnTo>
                <a:lnTo>
                  <a:pt x="199746" y="192461"/>
                </a:lnTo>
                <a:lnTo>
                  <a:pt x="199938" y="192857"/>
                </a:lnTo>
                <a:lnTo>
                  <a:pt x="200152" y="193243"/>
                </a:lnTo>
                <a:lnTo>
                  <a:pt x="200387" y="193616"/>
                </a:lnTo>
                <a:lnTo>
                  <a:pt x="200642" y="193978"/>
                </a:lnTo>
                <a:lnTo>
                  <a:pt x="200916" y="194325"/>
                </a:lnTo>
                <a:lnTo>
                  <a:pt x="201207" y="194658"/>
                </a:lnTo>
                <a:lnTo>
                  <a:pt x="201516" y="194974"/>
                </a:lnTo>
                <a:lnTo>
                  <a:pt x="201841" y="195273"/>
                </a:lnTo>
                <a:lnTo>
                  <a:pt x="202181" y="195554"/>
                </a:lnTo>
                <a:lnTo>
                  <a:pt x="202536" y="195815"/>
                </a:lnTo>
                <a:lnTo>
                  <a:pt x="202903" y="196056"/>
                </a:lnTo>
                <a:lnTo>
                  <a:pt x="203283" y="196276"/>
                </a:lnTo>
                <a:lnTo>
                  <a:pt x="203675" y="196472"/>
                </a:lnTo>
                <a:lnTo>
                  <a:pt x="204077" y="196644"/>
                </a:lnTo>
                <a:lnTo>
                  <a:pt x="204489" y="196792"/>
                </a:lnTo>
                <a:lnTo>
                  <a:pt x="204909" y="196913"/>
                </a:lnTo>
                <a:lnTo>
                  <a:pt x="205337" y="197007"/>
                </a:lnTo>
                <a:lnTo>
                  <a:pt x="205765" y="197072"/>
                </a:lnTo>
                <a:lnTo>
                  <a:pt x="206185" y="197106"/>
                </a:lnTo>
                <a:lnTo>
                  <a:pt x="206597" y="197111"/>
                </a:lnTo>
                <a:lnTo>
                  <a:pt x="206999" y="197088"/>
                </a:lnTo>
                <a:lnTo>
                  <a:pt x="207391" y="197037"/>
                </a:lnTo>
                <a:lnTo>
                  <a:pt x="207771" y="196958"/>
                </a:lnTo>
                <a:lnTo>
                  <a:pt x="208139" y="196854"/>
                </a:lnTo>
                <a:lnTo>
                  <a:pt x="208493" y="196724"/>
                </a:lnTo>
                <a:lnTo>
                  <a:pt x="208833" y="196569"/>
                </a:lnTo>
                <a:lnTo>
                  <a:pt x="209158" y="196390"/>
                </a:lnTo>
                <a:lnTo>
                  <a:pt x="209467" y="196188"/>
                </a:lnTo>
                <a:lnTo>
                  <a:pt x="209758" y="195964"/>
                </a:lnTo>
                <a:lnTo>
                  <a:pt x="210032" y="195718"/>
                </a:lnTo>
                <a:lnTo>
                  <a:pt x="210287" y="195451"/>
                </a:lnTo>
                <a:lnTo>
                  <a:pt x="210522" y="195164"/>
                </a:lnTo>
                <a:lnTo>
                  <a:pt x="210736" y="194858"/>
                </a:lnTo>
                <a:lnTo>
                  <a:pt x="210928" y="194534"/>
                </a:lnTo>
                <a:lnTo>
                  <a:pt x="211098" y="194191"/>
                </a:lnTo>
                <a:lnTo>
                  <a:pt x="211245" y="193832"/>
                </a:lnTo>
                <a:lnTo>
                  <a:pt x="211366" y="193456"/>
                </a:lnTo>
                <a:lnTo>
                  <a:pt x="211463" y="193065"/>
                </a:lnTo>
                <a:lnTo>
                  <a:pt x="211533" y="192659"/>
                </a:lnTo>
                <a:lnTo>
                  <a:pt x="211575" y="192240"/>
                </a:lnTo>
                <a:lnTo>
                  <a:pt x="211590" y="191807"/>
                </a:lnTo>
                <a:lnTo>
                  <a:pt x="211590" y="169310"/>
                </a:lnTo>
                <a:lnTo>
                  <a:pt x="211575" y="168872"/>
                </a:lnTo>
                <a:lnTo>
                  <a:pt x="211533" y="168436"/>
                </a:lnTo>
                <a:lnTo>
                  <a:pt x="211463" y="168005"/>
                </a:lnTo>
                <a:lnTo>
                  <a:pt x="211366" y="167578"/>
                </a:lnTo>
                <a:lnTo>
                  <a:pt x="211245" y="167157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58082A-D3AB-4ADA-BFE8-FDC627CE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266" y="1616166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A7ABB0-C572-4941-AEBA-17178E36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014" y="1608648"/>
            <a:ext cx="211590" cy="254409"/>
          </a:xfrm>
          <a:custGeom xmlns:a="http://schemas.openxmlformats.org/drawingml/2006/main">
            <a:pathLst>
              <a:path w="211590" h="254409">
                <a:moveTo>
                  <a:pt x="57" y="18481"/>
                </a:moveTo>
                <a:lnTo>
                  <a:pt x="127" y="18913"/>
                </a:lnTo>
                <a:lnTo>
                  <a:pt x="223" y="19340"/>
                </a:lnTo>
                <a:lnTo>
                  <a:pt x="345" y="19760"/>
                </a:lnTo>
                <a:lnTo>
                  <a:pt x="491" y="20174"/>
                </a:lnTo>
                <a:lnTo>
                  <a:pt x="661" y="20579"/>
                </a:lnTo>
                <a:lnTo>
                  <a:pt x="854" y="20976"/>
                </a:lnTo>
                <a:lnTo>
                  <a:pt x="1068" y="21361"/>
                </a:lnTo>
                <a:lnTo>
                  <a:pt x="1303" y="21735"/>
                </a:lnTo>
                <a:lnTo>
                  <a:pt x="1558" y="22096"/>
                </a:lnTo>
                <a:lnTo>
                  <a:pt x="1831" y="22444"/>
                </a:lnTo>
                <a:lnTo>
                  <a:pt x="2123" y="22776"/>
                </a:lnTo>
                <a:lnTo>
                  <a:pt x="2432" y="23093"/>
                </a:lnTo>
                <a:lnTo>
                  <a:pt x="2757" y="23392"/>
                </a:lnTo>
                <a:lnTo>
                  <a:pt x="3097" y="23673"/>
                </a:lnTo>
                <a:lnTo>
                  <a:pt x="3451" y="23934"/>
                </a:lnTo>
                <a:lnTo>
                  <a:pt x="3819" y="24175"/>
                </a:lnTo>
                <a:lnTo>
                  <a:pt x="4199" y="24394"/>
                </a:lnTo>
                <a:lnTo>
                  <a:pt x="4590" y="24590"/>
                </a:lnTo>
                <a:lnTo>
                  <a:pt x="4993" y="24763"/>
                </a:lnTo>
                <a:lnTo>
                  <a:pt x="5404" y="24910"/>
                </a:lnTo>
                <a:lnTo>
                  <a:pt x="5825" y="25032"/>
                </a:lnTo>
                <a:lnTo>
                  <a:pt x="6253" y="25126"/>
                </a:lnTo>
                <a:lnTo>
                  <a:pt x="6681" y="25190"/>
                </a:lnTo>
                <a:lnTo>
                  <a:pt x="7101" y="25225"/>
                </a:lnTo>
                <a:lnTo>
                  <a:pt x="7513" y="25230"/>
                </a:lnTo>
                <a:lnTo>
                  <a:pt x="7915" y="25207"/>
                </a:lnTo>
                <a:lnTo>
                  <a:pt x="8306" y="25155"/>
                </a:lnTo>
                <a:lnTo>
                  <a:pt x="8686" y="25077"/>
                </a:lnTo>
                <a:lnTo>
                  <a:pt x="9054" y="24972"/>
                </a:lnTo>
                <a:lnTo>
                  <a:pt x="9408" y="24842"/>
                </a:lnTo>
                <a:lnTo>
                  <a:pt x="9749" y="24688"/>
                </a:lnTo>
                <a:lnTo>
                  <a:pt x="10073" y="24509"/>
                </a:lnTo>
                <a:lnTo>
                  <a:pt x="10382" y="24307"/>
                </a:lnTo>
                <a:lnTo>
                  <a:pt x="10674" y="24083"/>
                </a:lnTo>
                <a:lnTo>
                  <a:pt x="10948" y="23837"/>
                </a:lnTo>
                <a:lnTo>
                  <a:pt x="11202" y="23570"/>
                </a:lnTo>
                <a:lnTo>
                  <a:pt x="11437" y="23283"/>
                </a:lnTo>
                <a:lnTo>
                  <a:pt x="11652" y="22977"/>
                </a:lnTo>
                <a:lnTo>
                  <a:pt x="11844" y="22652"/>
                </a:lnTo>
                <a:lnTo>
                  <a:pt x="12014" y="22310"/>
                </a:lnTo>
                <a:lnTo>
                  <a:pt x="12160" y="21950"/>
                </a:lnTo>
                <a:lnTo>
                  <a:pt x="12282" y="21575"/>
                </a:lnTo>
                <a:lnTo>
                  <a:pt x="12378" y="21183"/>
                </a:lnTo>
                <a:lnTo>
                  <a:pt x="12448" y="20778"/>
                </a:lnTo>
                <a:lnTo>
                  <a:pt x="12491" y="20358"/>
                </a:lnTo>
                <a:lnTo>
                  <a:pt x="12505" y="19925"/>
                </a:lnTo>
                <a:lnTo>
                  <a:pt x="12505" y="15036"/>
                </a:lnTo>
                <a:lnTo>
                  <a:pt x="17313" y="15927"/>
                </a:lnTo>
                <a:lnTo>
                  <a:pt x="17741" y="15992"/>
                </a:lnTo>
                <a:lnTo>
                  <a:pt x="18161" y="16026"/>
                </a:lnTo>
                <a:lnTo>
                  <a:pt x="18573" y="16031"/>
                </a:lnTo>
                <a:lnTo>
                  <a:pt x="18975" y="16008"/>
                </a:lnTo>
                <a:lnTo>
                  <a:pt x="19367" y="15957"/>
                </a:lnTo>
                <a:lnTo>
                  <a:pt x="19747" y="15878"/>
                </a:lnTo>
                <a:lnTo>
                  <a:pt x="20114" y="15774"/>
                </a:lnTo>
                <a:lnTo>
                  <a:pt x="20469" y="15644"/>
                </a:lnTo>
                <a:lnTo>
                  <a:pt x="20809" y="15489"/>
                </a:lnTo>
                <a:lnTo>
                  <a:pt x="21134" y="15310"/>
                </a:lnTo>
                <a:lnTo>
                  <a:pt x="21442" y="15108"/>
                </a:lnTo>
                <a:lnTo>
                  <a:pt x="21734" y="14884"/>
                </a:lnTo>
                <a:lnTo>
                  <a:pt x="22008" y="14638"/>
                </a:lnTo>
                <a:lnTo>
                  <a:pt x="22263" y="14371"/>
                </a:lnTo>
                <a:lnTo>
                  <a:pt x="22498" y="14084"/>
                </a:lnTo>
                <a:lnTo>
                  <a:pt x="22712" y="13778"/>
                </a:lnTo>
                <a:lnTo>
                  <a:pt x="22904" y="13453"/>
                </a:lnTo>
                <a:lnTo>
                  <a:pt x="23074" y="13111"/>
                </a:lnTo>
                <a:lnTo>
                  <a:pt x="23220" y="12751"/>
                </a:lnTo>
                <a:lnTo>
                  <a:pt x="23342" y="12376"/>
                </a:lnTo>
                <a:lnTo>
                  <a:pt x="23438" y="11985"/>
                </a:lnTo>
                <a:lnTo>
                  <a:pt x="23508" y="11579"/>
                </a:lnTo>
                <a:lnTo>
                  <a:pt x="23551" y="11159"/>
                </a:lnTo>
                <a:lnTo>
                  <a:pt x="23566" y="10727"/>
                </a:lnTo>
                <a:lnTo>
                  <a:pt x="23551" y="10289"/>
                </a:lnTo>
                <a:lnTo>
                  <a:pt x="23508" y="9853"/>
                </a:lnTo>
                <a:lnTo>
                  <a:pt x="23438" y="9422"/>
                </a:lnTo>
                <a:lnTo>
                  <a:pt x="23342" y="8995"/>
                </a:lnTo>
                <a:lnTo>
                  <a:pt x="23220" y="8574"/>
                </a:lnTo>
                <a:lnTo>
                  <a:pt x="23074" y="8160"/>
                </a:lnTo>
                <a:lnTo>
                  <a:pt x="22904" y="7755"/>
                </a:lnTo>
                <a:lnTo>
                  <a:pt x="22712" y="7359"/>
                </a:lnTo>
                <a:lnTo>
                  <a:pt x="22498" y="6973"/>
                </a:lnTo>
                <a:lnTo>
                  <a:pt x="22263" y="6599"/>
                </a:lnTo>
                <a:lnTo>
                  <a:pt x="22008" y="6238"/>
                </a:lnTo>
                <a:lnTo>
                  <a:pt x="21734" y="5891"/>
                </a:lnTo>
                <a:lnTo>
                  <a:pt x="21442" y="5558"/>
                </a:lnTo>
                <a:lnTo>
                  <a:pt x="21134" y="5242"/>
                </a:lnTo>
                <a:lnTo>
                  <a:pt x="20809" y="4943"/>
                </a:lnTo>
                <a:lnTo>
                  <a:pt x="20469" y="4662"/>
                </a:lnTo>
                <a:lnTo>
                  <a:pt x="20114" y="4400"/>
                </a:lnTo>
                <a:lnTo>
                  <a:pt x="19747" y="4160"/>
                </a:lnTo>
                <a:lnTo>
                  <a:pt x="19367" y="3940"/>
                </a:lnTo>
                <a:lnTo>
                  <a:pt x="18975" y="3744"/>
                </a:lnTo>
                <a:lnTo>
                  <a:pt x="18573" y="3572"/>
                </a:lnTo>
                <a:lnTo>
                  <a:pt x="18161" y="3424"/>
                </a:lnTo>
                <a:lnTo>
                  <a:pt x="17741" y="3303"/>
                </a:lnTo>
                <a:lnTo>
                  <a:pt x="17313" y="3209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lnTo>
                  <a:pt x="0" y="17608"/>
                </a:lnTo>
                <a:lnTo>
                  <a:pt x="14" y="18046"/>
                </a:lnTo>
                <a:lnTo>
                  <a:pt x="57" y="18481"/>
                </a:lnTo>
                <a:close/>
                <a:moveTo>
                  <a:pt x="12014" y="62354"/>
                </a:moveTo>
                <a:lnTo>
                  <a:pt x="11844" y="61948"/>
                </a:lnTo>
                <a:lnTo>
                  <a:pt x="11652" y="61552"/>
                </a:lnTo>
                <a:lnTo>
                  <a:pt x="11437" y="61166"/>
                </a:lnTo>
                <a:lnTo>
                  <a:pt x="11202" y="60793"/>
                </a:lnTo>
                <a:lnTo>
                  <a:pt x="10948" y="60431"/>
                </a:lnTo>
                <a:lnTo>
                  <a:pt x="10674" y="60084"/>
                </a:lnTo>
                <a:lnTo>
                  <a:pt x="10382" y="59751"/>
                </a:lnTo>
                <a:lnTo>
                  <a:pt x="10073" y="59435"/>
                </a:lnTo>
                <a:lnTo>
                  <a:pt x="9749" y="59136"/>
                </a:lnTo>
                <a:lnTo>
                  <a:pt x="9408" y="58855"/>
                </a:lnTo>
                <a:lnTo>
                  <a:pt x="9054" y="58594"/>
                </a:lnTo>
                <a:lnTo>
                  <a:pt x="8686" y="58353"/>
                </a:lnTo>
                <a:lnTo>
                  <a:pt x="8306" y="58134"/>
                </a:lnTo>
                <a:lnTo>
                  <a:pt x="7915" y="57937"/>
                </a:lnTo>
                <a:lnTo>
                  <a:pt x="7513" y="57765"/>
                </a:lnTo>
                <a:lnTo>
                  <a:pt x="7101" y="57617"/>
                </a:lnTo>
                <a:lnTo>
                  <a:pt x="6681" y="57496"/>
                </a:lnTo>
                <a:lnTo>
                  <a:pt x="6253" y="57402"/>
                </a:lnTo>
                <a:lnTo>
                  <a:pt x="5825" y="57337"/>
                </a:lnTo>
                <a:lnTo>
                  <a:pt x="5404" y="57303"/>
                </a:lnTo>
                <a:lnTo>
                  <a:pt x="4993" y="57298"/>
                </a:lnTo>
                <a:lnTo>
                  <a:pt x="4590" y="57321"/>
                </a:lnTo>
                <a:lnTo>
                  <a:pt x="4199" y="57372"/>
                </a:lnTo>
                <a:lnTo>
                  <a:pt x="3819" y="57451"/>
                </a:lnTo>
                <a:lnTo>
                  <a:pt x="3451" y="57555"/>
                </a:lnTo>
                <a:lnTo>
                  <a:pt x="3097" y="57685"/>
                </a:lnTo>
                <a:lnTo>
                  <a:pt x="2757" y="57840"/>
                </a:lnTo>
                <a:lnTo>
                  <a:pt x="2432" y="58019"/>
                </a:lnTo>
                <a:lnTo>
                  <a:pt x="2123" y="58221"/>
                </a:lnTo>
                <a:lnTo>
                  <a:pt x="1831" y="58445"/>
                </a:lnTo>
                <a:lnTo>
                  <a:pt x="1558" y="58691"/>
                </a:lnTo>
                <a:lnTo>
                  <a:pt x="1303" y="58958"/>
                </a:lnTo>
                <a:lnTo>
                  <a:pt x="1068" y="59245"/>
                </a:lnTo>
                <a:lnTo>
                  <a:pt x="854" y="59551"/>
                </a:lnTo>
                <a:lnTo>
                  <a:pt x="661" y="59875"/>
                </a:lnTo>
                <a:lnTo>
                  <a:pt x="491" y="60218"/>
                </a:lnTo>
                <a:lnTo>
                  <a:pt x="345" y="60577"/>
                </a:lnTo>
                <a:lnTo>
                  <a:pt x="223" y="60953"/>
                </a:lnTo>
                <a:lnTo>
                  <a:pt x="127" y="61344"/>
                </a:lnTo>
                <a:lnTo>
                  <a:pt x="57" y="61750"/>
                </a:lnTo>
                <a:lnTo>
                  <a:pt x="14" y="62169"/>
                </a:lnTo>
                <a:lnTo>
                  <a:pt x="0" y="62602"/>
                </a:lnTo>
                <a:lnTo>
                  <a:pt x="0" y="85099"/>
                </a:lnTo>
                <a:lnTo>
                  <a:pt x="14" y="85537"/>
                </a:lnTo>
                <a:lnTo>
                  <a:pt x="57" y="85973"/>
                </a:lnTo>
                <a:lnTo>
                  <a:pt x="127" y="86404"/>
                </a:lnTo>
                <a:lnTo>
                  <a:pt x="223" y="86831"/>
                </a:lnTo>
                <a:lnTo>
                  <a:pt x="345" y="87252"/>
                </a:lnTo>
                <a:lnTo>
                  <a:pt x="491" y="87666"/>
                </a:lnTo>
                <a:lnTo>
                  <a:pt x="661" y="88071"/>
                </a:lnTo>
                <a:lnTo>
                  <a:pt x="854" y="88467"/>
                </a:lnTo>
                <a:lnTo>
                  <a:pt x="1068" y="88853"/>
                </a:lnTo>
                <a:lnTo>
                  <a:pt x="1303" y="89227"/>
                </a:lnTo>
                <a:lnTo>
                  <a:pt x="1558" y="89588"/>
                </a:lnTo>
                <a:lnTo>
                  <a:pt x="1831" y="89935"/>
                </a:lnTo>
                <a:lnTo>
                  <a:pt x="2123" y="90268"/>
                </a:lnTo>
                <a:lnTo>
                  <a:pt x="2432" y="90584"/>
                </a:lnTo>
                <a:lnTo>
                  <a:pt x="2757" y="90883"/>
                </a:lnTo>
                <a:lnTo>
                  <a:pt x="3097" y="91164"/>
                </a:lnTo>
                <a:lnTo>
                  <a:pt x="3451" y="91426"/>
                </a:lnTo>
                <a:lnTo>
                  <a:pt x="3819" y="91667"/>
                </a:lnTo>
                <a:lnTo>
                  <a:pt x="4199" y="91886"/>
                </a:lnTo>
                <a:lnTo>
                  <a:pt x="4590" y="92082"/>
                </a:lnTo>
                <a:lnTo>
                  <a:pt x="4993" y="92255"/>
                </a:lnTo>
                <a:lnTo>
                  <a:pt x="5404" y="92402"/>
                </a:lnTo>
                <a:lnTo>
                  <a:pt x="5825" y="92523"/>
                </a:lnTo>
                <a:lnTo>
                  <a:pt x="6253" y="92617"/>
                </a:lnTo>
                <a:lnTo>
                  <a:pt x="6681" y="92682"/>
                </a:lnTo>
                <a:lnTo>
                  <a:pt x="7101" y="92717"/>
                </a:lnTo>
                <a:lnTo>
                  <a:pt x="7513" y="92722"/>
                </a:lnTo>
                <a:lnTo>
                  <a:pt x="7915" y="92698"/>
                </a:lnTo>
                <a:lnTo>
                  <a:pt x="8306" y="92647"/>
                </a:lnTo>
                <a:lnTo>
                  <a:pt x="8686" y="92569"/>
                </a:lnTo>
                <a:lnTo>
                  <a:pt x="9054" y="92464"/>
                </a:lnTo>
                <a:lnTo>
                  <a:pt x="9408" y="92334"/>
                </a:lnTo>
                <a:lnTo>
                  <a:pt x="9749" y="92179"/>
                </a:lnTo>
                <a:lnTo>
                  <a:pt x="10073" y="92000"/>
                </a:lnTo>
                <a:lnTo>
                  <a:pt x="10382" y="91799"/>
                </a:lnTo>
                <a:lnTo>
                  <a:pt x="10674" y="91574"/>
                </a:lnTo>
                <a:lnTo>
                  <a:pt x="10948" y="91328"/>
                </a:lnTo>
                <a:lnTo>
                  <a:pt x="11202" y="91061"/>
                </a:lnTo>
                <a:lnTo>
                  <a:pt x="11437" y="90775"/>
                </a:lnTo>
                <a:lnTo>
                  <a:pt x="11652" y="90468"/>
                </a:lnTo>
                <a:lnTo>
                  <a:pt x="11844" y="90144"/>
                </a:lnTo>
                <a:lnTo>
                  <a:pt x="12014" y="89801"/>
                </a:lnTo>
                <a:lnTo>
                  <a:pt x="12160" y="89442"/>
                </a:lnTo>
                <a:lnTo>
                  <a:pt x="12282" y="89066"/>
                </a:lnTo>
                <a:lnTo>
                  <a:pt x="12378" y="88675"/>
                </a:lnTo>
                <a:lnTo>
                  <a:pt x="12448" y="88269"/>
                </a:lnTo>
                <a:lnTo>
                  <a:pt x="12491" y="87850"/>
                </a:lnTo>
                <a:lnTo>
                  <a:pt x="12505" y="87417"/>
                </a:lnTo>
                <a:lnTo>
                  <a:pt x="12505" y="64920"/>
                </a:lnTo>
                <a:lnTo>
                  <a:pt x="12491" y="64482"/>
                </a:lnTo>
                <a:lnTo>
                  <a:pt x="12448" y="64046"/>
                </a:lnTo>
                <a:lnTo>
                  <a:pt x="12378" y="63615"/>
                </a:lnTo>
                <a:lnTo>
                  <a:pt x="12282" y="63188"/>
                </a:lnTo>
                <a:lnTo>
                  <a:pt x="12160" y="62767"/>
                </a:lnTo>
                <a:lnTo>
                  <a:pt x="12014" y="62354"/>
                </a:lnTo>
                <a:close/>
                <a:moveTo>
                  <a:pt x="12014" y="129845"/>
                </a:moveTo>
                <a:lnTo>
                  <a:pt x="11844" y="129440"/>
                </a:lnTo>
                <a:lnTo>
                  <a:pt x="11652" y="129044"/>
                </a:lnTo>
                <a:lnTo>
                  <a:pt x="11437" y="128658"/>
                </a:lnTo>
                <a:lnTo>
                  <a:pt x="11202" y="128284"/>
                </a:lnTo>
                <a:lnTo>
                  <a:pt x="10948" y="127923"/>
                </a:lnTo>
                <a:lnTo>
                  <a:pt x="10674" y="127575"/>
                </a:lnTo>
                <a:lnTo>
                  <a:pt x="10382" y="127243"/>
                </a:lnTo>
                <a:lnTo>
                  <a:pt x="10073" y="126927"/>
                </a:lnTo>
                <a:lnTo>
                  <a:pt x="9749" y="126627"/>
                </a:lnTo>
                <a:lnTo>
                  <a:pt x="9408" y="126347"/>
                </a:lnTo>
                <a:lnTo>
                  <a:pt x="9054" y="126085"/>
                </a:lnTo>
                <a:lnTo>
                  <a:pt x="8686" y="125844"/>
                </a:lnTo>
                <a:lnTo>
                  <a:pt x="8306" y="125625"/>
                </a:lnTo>
                <a:lnTo>
                  <a:pt x="7915" y="125429"/>
                </a:lnTo>
                <a:lnTo>
                  <a:pt x="7513" y="125256"/>
                </a:lnTo>
                <a:lnTo>
                  <a:pt x="7101" y="125109"/>
                </a:lnTo>
                <a:lnTo>
                  <a:pt x="6681" y="124987"/>
                </a:lnTo>
                <a:lnTo>
                  <a:pt x="6253" y="124893"/>
                </a:lnTo>
                <a:lnTo>
                  <a:pt x="5825" y="124829"/>
                </a:lnTo>
                <a:lnTo>
                  <a:pt x="5404" y="124794"/>
                </a:lnTo>
                <a:lnTo>
                  <a:pt x="4993" y="124789"/>
                </a:lnTo>
                <a:lnTo>
                  <a:pt x="4590" y="124813"/>
                </a:lnTo>
                <a:lnTo>
                  <a:pt x="4199" y="124864"/>
                </a:lnTo>
                <a:lnTo>
                  <a:pt x="3819" y="124942"/>
                </a:lnTo>
                <a:lnTo>
                  <a:pt x="3451" y="125047"/>
                </a:lnTo>
                <a:lnTo>
                  <a:pt x="3097" y="125177"/>
                </a:lnTo>
                <a:lnTo>
                  <a:pt x="2757" y="125332"/>
                </a:lnTo>
                <a:lnTo>
                  <a:pt x="2432" y="125510"/>
                </a:lnTo>
                <a:lnTo>
                  <a:pt x="2123" y="125712"/>
                </a:lnTo>
                <a:lnTo>
                  <a:pt x="1831" y="125937"/>
                </a:lnTo>
                <a:lnTo>
                  <a:pt x="1558" y="126183"/>
                </a:lnTo>
                <a:lnTo>
                  <a:pt x="1303" y="126449"/>
                </a:lnTo>
                <a:lnTo>
                  <a:pt x="1068" y="126736"/>
                </a:lnTo>
                <a:lnTo>
                  <a:pt x="854" y="127042"/>
                </a:lnTo>
                <a:lnTo>
                  <a:pt x="661" y="127367"/>
                </a:lnTo>
                <a:lnTo>
                  <a:pt x="491" y="127710"/>
                </a:lnTo>
                <a:lnTo>
                  <a:pt x="345" y="128069"/>
                </a:lnTo>
                <a:lnTo>
                  <a:pt x="223" y="128445"/>
                </a:lnTo>
                <a:lnTo>
                  <a:pt x="127" y="128836"/>
                </a:lnTo>
                <a:lnTo>
                  <a:pt x="57" y="129241"/>
                </a:lnTo>
                <a:lnTo>
                  <a:pt x="14" y="129661"/>
                </a:lnTo>
                <a:lnTo>
                  <a:pt x="0" y="130094"/>
                </a:lnTo>
                <a:lnTo>
                  <a:pt x="0" y="152591"/>
                </a:lnTo>
                <a:lnTo>
                  <a:pt x="14" y="153029"/>
                </a:lnTo>
                <a:lnTo>
                  <a:pt x="57" y="153464"/>
                </a:lnTo>
                <a:lnTo>
                  <a:pt x="127" y="153896"/>
                </a:lnTo>
                <a:lnTo>
                  <a:pt x="223" y="154323"/>
                </a:lnTo>
                <a:lnTo>
                  <a:pt x="345" y="154744"/>
                </a:lnTo>
                <a:lnTo>
                  <a:pt x="491" y="155157"/>
                </a:lnTo>
                <a:lnTo>
                  <a:pt x="661" y="155563"/>
                </a:lnTo>
                <a:lnTo>
                  <a:pt x="854" y="155959"/>
                </a:lnTo>
                <a:lnTo>
                  <a:pt x="1068" y="156344"/>
                </a:lnTo>
                <a:lnTo>
                  <a:pt x="1303" y="156718"/>
                </a:lnTo>
                <a:lnTo>
                  <a:pt x="1558" y="157080"/>
                </a:lnTo>
                <a:lnTo>
                  <a:pt x="1831" y="157427"/>
                </a:lnTo>
                <a:lnTo>
                  <a:pt x="2123" y="157759"/>
                </a:lnTo>
                <a:lnTo>
                  <a:pt x="2432" y="158076"/>
                </a:lnTo>
                <a:lnTo>
                  <a:pt x="2757" y="158375"/>
                </a:lnTo>
                <a:lnTo>
                  <a:pt x="3097" y="158656"/>
                </a:lnTo>
                <a:lnTo>
                  <a:pt x="3451" y="158917"/>
                </a:lnTo>
                <a:lnTo>
                  <a:pt x="3819" y="159158"/>
                </a:lnTo>
                <a:lnTo>
                  <a:pt x="4199" y="159377"/>
                </a:lnTo>
                <a:lnTo>
                  <a:pt x="4590" y="159574"/>
                </a:lnTo>
                <a:lnTo>
                  <a:pt x="4993" y="159746"/>
                </a:lnTo>
                <a:lnTo>
                  <a:pt x="5404" y="159894"/>
                </a:lnTo>
                <a:lnTo>
                  <a:pt x="5825" y="160015"/>
                </a:lnTo>
                <a:lnTo>
                  <a:pt x="6253" y="160109"/>
                </a:lnTo>
                <a:lnTo>
                  <a:pt x="6681" y="160174"/>
                </a:lnTo>
                <a:lnTo>
                  <a:pt x="7101" y="160208"/>
                </a:lnTo>
                <a:lnTo>
                  <a:pt x="7513" y="160213"/>
                </a:lnTo>
                <a:lnTo>
                  <a:pt x="7915" y="160190"/>
                </a:lnTo>
                <a:lnTo>
                  <a:pt x="8306" y="160139"/>
                </a:lnTo>
                <a:lnTo>
                  <a:pt x="8686" y="160060"/>
                </a:lnTo>
                <a:lnTo>
                  <a:pt x="9054" y="159956"/>
                </a:lnTo>
                <a:lnTo>
                  <a:pt x="9408" y="159826"/>
                </a:lnTo>
                <a:lnTo>
                  <a:pt x="9749" y="159671"/>
                </a:lnTo>
                <a:lnTo>
                  <a:pt x="10073" y="159492"/>
                </a:lnTo>
                <a:lnTo>
                  <a:pt x="10382" y="159290"/>
                </a:lnTo>
                <a:lnTo>
                  <a:pt x="10674" y="159066"/>
                </a:lnTo>
                <a:lnTo>
                  <a:pt x="10948" y="158820"/>
                </a:lnTo>
                <a:lnTo>
                  <a:pt x="11202" y="158553"/>
                </a:lnTo>
                <a:lnTo>
                  <a:pt x="11437" y="158266"/>
                </a:lnTo>
                <a:lnTo>
                  <a:pt x="11652" y="157960"/>
                </a:lnTo>
                <a:lnTo>
                  <a:pt x="11844" y="157635"/>
                </a:lnTo>
                <a:lnTo>
                  <a:pt x="12014" y="157293"/>
                </a:lnTo>
                <a:lnTo>
                  <a:pt x="12160" y="156933"/>
                </a:lnTo>
                <a:lnTo>
                  <a:pt x="12282" y="156558"/>
                </a:lnTo>
                <a:lnTo>
                  <a:pt x="12378" y="156167"/>
                </a:lnTo>
                <a:lnTo>
                  <a:pt x="12448" y="155761"/>
                </a:lnTo>
                <a:lnTo>
                  <a:pt x="12491" y="155341"/>
                </a:lnTo>
                <a:lnTo>
                  <a:pt x="12505" y="154909"/>
                </a:lnTo>
                <a:lnTo>
                  <a:pt x="12505" y="132411"/>
                </a:lnTo>
                <a:lnTo>
                  <a:pt x="12491" y="131973"/>
                </a:lnTo>
                <a:lnTo>
                  <a:pt x="12448" y="131538"/>
                </a:lnTo>
                <a:lnTo>
                  <a:pt x="12378" y="131106"/>
                </a:lnTo>
                <a:lnTo>
                  <a:pt x="12282" y="130680"/>
                </a:lnTo>
                <a:lnTo>
                  <a:pt x="12160" y="130259"/>
                </a:lnTo>
                <a:lnTo>
                  <a:pt x="12014" y="129845"/>
                </a:lnTo>
                <a:close/>
                <a:moveTo>
                  <a:pt x="12014" y="197337"/>
                </a:moveTo>
                <a:lnTo>
                  <a:pt x="11844" y="196931"/>
                </a:lnTo>
                <a:lnTo>
                  <a:pt x="11652" y="196535"/>
                </a:lnTo>
                <a:lnTo>
                  <a:pt x="11437" y="196150"/>
                </a:lnTo>
                <a:lnTo>
                  <a:pt x="11202" y="195776"/>
                </a:lnTo>
                <a:lnTo>
                  <a:pt x="10948" y="195414"/>
                </a:lnTo>
                <a:lnTo>
                  <a:pt x="10674" y="195067"/>
                </a:lnTo>
                <a:lnTo>
                  <a:pt x="10382" y="194735"/>
                </a:lnTo>
                <a:lnTo>
                  <a:pt x="10073" y="194418"/>
                </a:lnTo>
                <a:lnTo>
                  <a:pt x="9749" y="194119"/>
                </a:lnTo>
                <a:lnTo>
                  <a:pt x="9408" y="193838"/>
                </a:lnTo>
                <a:lnTo>
                  <a:pt x="9054" y="193577"/>
                </a:lnTo>
                <a:lnTo>
                  <a:pt x="8686" y="193336"/>
                </a:lnTo>
                <a:lnTo>
                  <a:pt x="8306" y="193117"/>
                </a:lnTo>
                <a:lnTo>
                  <a:pt x="7915" y="192920"/>
                </a:lnTo>
                <a:lnTo>
                  <a:pt x="7513" y="192748"/>
                </a:lnTo>
                <a:lnTo>
                  <a:pt x="7101" y="192600"/>
                </a:lnTo>
                <a:lnTo>
                  <a:pt x="6681" y="192479"/>
                </a:lnTo>
                <a:lnTo>
                  <a:pt x="6253" y="192385"/>
                </a:lnTo>
                <a:lnTo>
                  <a:pt x="5825" y="192320"/>
                </a:lnTo>
                <a:lnTo>
                  <a:pt x="5404" y="192286"/>
                </a:lnTo>
                <a:lnTo>
                  <a:pt x="4993" y="192281"/>
                </a:lnTo>
                <a:lnTo>
                  <a:pt x="4590" y="192304"/>
                </a:lnTo>
                <a:lnTo>
                  <a:pt x="4199" y="192355"/>
                </a:lnTo>
                <a:lnTo>
                  <a:pt x="3819" y="192434"/>
                </a:lnTo>
                <a:lnTo>
                  <a:pt x="3451" y="192538"/>
                </a:lnTo>
                <a:lnTo>
                  <a:pt x="3097" y="192668"/>
                </a:lnTo>
                <a:lnTo>
                  <a:pt x="2757" y="192823"/>
                </a:lnTo>
                <a:lnTo>
                  <a:pt x="2432" y="193002"/>
                </a:lnTo>
                <a:lnTo>
                  <a:pt x="2123" y="193204"/>
                </a:lnTo>
                <a:lnTo>
                  <a:pt x="1831" y="193428"/>
                </a:lnTo>
                <a:lnTo>
                  <a:pt x="1558" y="193674"/>
                </a:lnTo>
                <a:lnTo>
                  <a:pt x="1303" y="193941"/>
                </a:lnTo>
                <a:lnTo>
                  <a:pt x="1068" y="194228"/>
                </a:lnTo>
                <a:lnTo>
                  <a:pt x="854" y="194534"/>
                </a:lnTo>
                <a:lnTo>
                  <a:pt x="661" y="194859"/>
                </a:lnTo>
                <a:lnTo>
                  <a:pt x="491" y="195201"/>
                </a:lnTo>
                <a:lnTo>
                  <a:pt x="345" y="195561"/>
                </a:lnTo>
                <a:lnTo>
                  <a:pt x="223" y="195936"/>
                </a:lnTo>
                <a:lnTo>
                  <a:pt x="127" y="196327"/>
                </a:lnTo>
                <a:lnTo>
                  <a:pt x="57" y="196733"/>
                </a:lnTo>
                <a:lnTo>
                  <a:pt x="14" y="197153"/>
                </a:lnTo>
                <a:lnTo>
                  <a:pt x="0" y="197585"/>
                </a:lnTo>
                <a:lnTo>
                  <a:pt x="0" y="208834"/>
                </a:lnTo>
                <a:lnTo>
                  <a:pt x="0" y="215193"/>
                </a:lnTo>
                <a:lnTo>
                  <a:pt x="6253" y="216352"/>
                </a:lnTo>
                <a:lnTo>
                  <a:pt x="17313" y="218402"/>
                </a:lnTo>
                <a:lnTo>
                  <a:pt x="17741" y="218467"/>
                </a:lnTo>
                <a:lnTo>
                  <a:pt x="18161" y="218501"/>
                </a:lnTo>
                <a:lnTo>
                  <a:pt x="18573" y="218506"/>
                </a:lnTo>
                <a:lnTo>
                  <a:pt x="18975" y="218483"/>
                </a:lnTo>
                <a:lnTo>
                  <a:pt x="19367" y="218432"/>
                </a:lnTo>
                <a:lnTo>
                  <a:pt x="19747" y="218353"/>
                </a:lnTo>
                <a:lnTo>
                  <a:pt x="20114" y="218249"/>
                </a:lnTo>
                <a:lnTo>
                  <a:pt x="20469" y="218119"/>
                </a:lnTo>
                <a:lnTo>
                  <a:pt x="20809" y="217964"/>
                </a:lnTo>
                <a:lnTo>
                  <a:pt x="21134" y="217785"/>
                </a:lnTo>
                <a:lnTo>
                  <a:pt x="21442" y="217583"/>
                </a:lnTo>
                <a:lnTo>
                  <a:pt x="21734" y="217359"/>
                </a:lnTo>
                <a:lnTo>
                  <a:pt x="22008" y="217113"/>
                </a:lnTo>
                <a:lnTo>
                  <a:pt x="22263" y="216846"/>
                </a:lnTo>
                <a:lnTo>
                  <a:pt x="22498" y="216559"/>
                </a:lnTo>
                <a:lnTo>
                  <a:pt x="22712" y="216253"/>
                </a:lnTo>
                <a:lnTo>
                  <a:pt x="22904" y="215928"/>
                </a:lnTo>
                <a:lnTo>
                  <a:pt x="23074" y="215586"/>
                </a:lnTo>
                <a:lnTo>
                  <a:pt x="23220" y="215226"/>
                </a:lnTo>
                <a:lnTo>
                  <a:pt x="23342" y="214851"/>
                </a:lnTo>
                <a:lnTo>
                  <a:pt x="23438" y="214460"/>
                </a:lnTo>
                <a:lnTo>
                  <a:pt x="23508" y="214054"/>
                </a:lnTo>
                <a:lnTo>
                  <a:pt x="23551" y="213634"/>
                </a:lnTo>
                <a:lnTo>
                  <a:pt x="23566" y="213202"/>
                </a:lnTo>
                <a:lnTo>
                  <a:pt x="23551" y="212764"/>
                </a:lnTo>
                <a:lnTo>
                  <a:pt x="23508" y="212328"/>
                </a:lnTo>
                <a:lnTo>
                  <a:pt x="23438" y="211896"/>
                </a:lnTo>
                <a:lnTo>
                  <a:pt x="23342" y="211470"/>
                </a:lnTo>
                <a:lnTo>
                  <a:pt x="23220" y="211049"/>
                </a:lnTo>
                <a:lnTo>
                  <a:pt x="23074" y="210635"/>
                </a:lnTo>
                <a:lnTo>
                  <a:pt x="22904" y="210230"/>
                </a:lnTo>
                <a:lnTo>
                  <a:pt x="22712" y="209834"/>
                </a:lnTo>
                <a:lnTo>
                  <a:pt x="22498" y="209448"/>
                </a:lnTo>
                <a:lnTo>
                  <a:pt x="22263" y="209074"/>
                </a:lnTo>
                <a:lnTo>
                  <a:pt x="22008" y="208713"/>
                </a:lnTo>
                <a:lnTo>
                  <a:pt x="21734" y="208366"/>
                </a:lnTo>
                <a:lnTo>
                  <a:pt x="21442" y="208033"/>
                </a:lnTo>
                <a:lnTo>
                  <a:pt x="21134" y="207717"/>
                </a:lnTo>
                <a:lnTo>
                  <a:pt x="20809" y="207418"/>
                </a:lnTo>
                <a:lnTo>
                  <a:pt x="20469" y="207137"/>
                </a:lnTo>
                <a:lnTo>
                  <a:pt x="20114" y="206875"/>
                </a:lnTo>
                <a:lnTo>
                  <a:pt x="19747" y="206634"/>
                </a:lnTo>
                <a:lnTo>
                  <a:pt x="19367" y="206415"/>
                </a:lnTo>
                <a:lnTo>
                  <a:pt x="18975" y="206219"/>
                </a:lnTo>
                <a:lnTo>
                  <a:pt x="18573" y="206046"/>
                </a:lnTo>
                <a:lnTo>
                  <a:pt x="18161" y="205899"/>
                </a:lnTo>
                <a:lnTo>
                  <a:pt x="17741" y="205778"/>
                </a:lnTo>
                <a:lnTo>
                  <a:pt x="17313" y="205684"/>
                </a:lnTo>
                <a:lnTo>
                  <a:pt x="12505" y="204793"/>
                </a:lnTo>
                <a:lnTo>
                  <a:pt x="12505" y="199903"/>
                </a:lnTo>
                <a:lnTo>
                  <a:pt x="12491" y="199465"/>
                </a:lnTo>
                <a:lnTo>
                  <a:pt x="12448" y="199030"/>
                </a:lnTo>
                <a:lnTo>
                  <a:pt x="12378" y="198598"/>
                </a:lnTo>
                <a:lnTo>
                  <a:pt x="12282" y="198171"/>
                </a:lnTo>
                <a:lnTo>
                  <a:pt x="12160" y="197750"/>
                </a:lnTo>
                <a:lnTo>
                  <a:pt x="12014" y="197337"/>
                </a:lnTo>
                <a:close/>
                <a:moveTo>
                  <a:pt x="59120" y="11457"/>
                </a:moveTo>
                <a:lnTo>
                  <a:pt x="58752" y="11562"/>
                </a:lnTo>
                <a:lnTo>
                  <a:pt x="58398" y="11692"/>
                </a:lnTo>
                <a:lnTo>
                  <a:pt x="58058" y="11846"/>
                </a:lnTo>
                <a:lnTo>
                  <a:pt x="57733" y="12025"/>
                </a:lnTo>
                <a:lnTo>
                  <a:pt x="57424" y="12227"/>
                </a:lnTo>
                <a:lnTo>
                  <a:pt x="57133" y="12451"/>
                </a:lnTo>
                <a:lnTo>
                  <a:pt x="56859" y="12697"/>
                </a:lnTo>
                <a:lnTo>
                  <a:pt x="56604" y="12964"/>
                </a:lnTo>
                <a:lnTo>
                  <a:pt x="56369" y="13251"/>
                </a:lnTo>
                <a:lnTo>
                  <a:pt x="56155" y="13557"/>
                </a:lnTo>
                <a:lnTo>
                  <a:pt x="55962" y="13882"/>
                </a:lnTo>
                <a:lnTo>
                  <a:pt x="55793" y="14224"/>
                </a:lnTo>
                <a:lnTo>
                  <a:pt x="55646" y="14584"/>
                </a:lnTo>
                <a:lnTo>
                  <a:pt x="55525" y="14960"/>
                </a:lnTo>
                <a:lnTo>
                  <a:pt x="55428" y="15351"/>
                </a:lnTo>
                <a:lnTo>
                  <a:pt x="55358" y="15756"/>
                </a:lnTo>
                <a:lnTo>
                  <a:pt x="55316" y="16176"/>
                </a:lnTo>
                <a:lnTo>
                  <a:pt x="55301" y="16609"/>
                </a:lnTo>
                <a:lnTo>
                  <a:pt x="55316" y="17047"/>
                </a:lnTo>
                <a:lnTo>
                  <a:pt x="55358" y="17482"/>
                </a:lnTo>
                <a:lnTo>
                  <a:pt x="55428" y="17914"/>
                </a:lnTo>
                <a:lnTo>
                  <a:pt x="55525" y="18341"/>
                </a:lnTo>
                <a:lnTo>
                  <a:pt x="55646" y="18761"/>
                </a:lnTo>
                <a:lnTo>
                  <a:pt x="55793" y="19175"/>
                </a:lnTo>
                <a:lnTo>
                  <a:pt x="55962" y="19580"/>
                </a:lnTo>
                <a:lnTo>
                  <a:pt x="56155" y="19976"/>
                </a:lnTo>
                <a:lnTo>
                  <a:pt x="56369" y="20362"/>
                </a:lnTo>
                <a:lnTo>
                  <a:pt x="56604" y="20736"/>
                </a:lnTo>
                <a:lnTo>
                  <a:pt x="56859" y="21097"/>
                </a:lnTo>
                <a:lnTo>
                  <a:pt x="57133" y="21445"/>
                </a:lnTo>
                <a:lnTo>
                  <a:pt x="57424" y="21777"/>
                </a:lnTo>
                <a:lnTo>
                  <a:pt x="57733" y="22093"/>
                </a:lnTo>
                <a:lnTo>
                  <a:pt x="58058" y="22393"/>
                </a:lnTo>
                <a:lnTo>
                  <a:pt x="58398" y="22673"/>
                </a:lnTo>
                <a:lnTo>
                  <a:pt x="58752" y="22935"/>
                </a:lnTo>
                <a:lnTo>
                  <a:pt x="59120" y="23176"/>
                </a:lnTo>
                <a:lnTo>
                  <a:pt x="59500" y="23395"/>
                </a:lnTo>
                <a:lnTo>
                  <a:pt x="59892" y="23591"/>
                </a:lnTo>
                <a:lnTo>
                  <a:pt x="60294" y="23764"/>
                </a:lnTo>
                <a:lnTo>
                  <a:pt x="60705" y="23911"/>
                </a:lnTo>
                <a:lnTo>
                  <a:pt x="61126" y="24033"/>
                </a:lnTo>
                <a:lnTo>
                  <a:pt x="61554" y="24127"/>
                </a:lnTo>
                <a:lnTo>
                  <a:pt x="83674" y="28226"/>
                </a:lnTo>
                <a:lnTo>
                  <a:pt x="84102" y="28291"/>
                </a:lnTo>
                <a:lnTo>
                  <a:pt x="84523" y="28326"/>
                </a:lnTo>
                <a:lnTo>
                  <a:pt x="84934" y="28331"/>
                </a:lnTo>
                <a:lnTo>
                  <a:pt x="85337" y="28307"/>
                </a:lnTo>
                <a:lnTo>
                  <a:pt x="85728" y="28256"/>
                </a:lnTo>
                <a:lnTo>
                  <a:pt x="86108" y="28178"/>
                </a:lnTo>
                <a:lnTo>
                  <a:pt x="86476" y="28073"/>
                </a:lnTo>
                <a:lnTo>
                  <a:pt x="86830" y="27943"/>
                </a:lnTo>
                <a:lnTo>
                  <a:pt x="87170" y="27788"/>
                </a:lnTo>
                <a:lnTo>
                  <a:pt x="87495" y="27610"/>
                </a:lnTo>
                <a:lnTo>
                  <a:pt x="87804" y="27408"/>
                </a:lnTo>
                <a:lnTo>
                  <a:pt x="88096" y="27183"/>
                </a:lnTo>
                <a:lnTo>
                  <a:pt x="88369" y="26937"/>
                </a:lnTo>
                <a:lnTo>
                  <a:pt x="88624" y="26671"/>
                </a:lnTo>
                <a:lnTo>
                  <a:pt x="88859" y="26384"/>
                </a:lnTo>
                <a:lnTo>
                  <a:pt x="89073" y="26077"/>
                </a:lnTo>
                <a:lnTo>
                  <a:pt x="89266" y="25753"/>
                </a:lnTo>
                <a:lnTo>
                  <a:pt x="89436" y="25410"/>
                </a:lnTo>
                <a:lnTo>
                  <a:pt x="89582" y="25051"/>
                </a:lnTo>
                <a:lnTo>
                  <a:pt x="89704" y="24675"/>
                </a:lnTo>
                <a:lnTo>
                  <a:pt x="89800" y="24284"/>
                </a:lnTo>
                <a:lnTo>
                  <a:pt x="89870" y="23878"/>
                </a:lnTo>
                <a:lnTo>
                  <a:pt x="89913" y="23459"/>
                </a:lnTo>
                <a:lnTo>
                  <a:pt x="89927" y="23026"/>
                </a:lnTo>
                <a:lnTo>
                  <a:pt x="89913" y="22588"/>
                </a:lnTo>
                <a:lnTo>
                  <a:pt x="89870" y="22153"/>
                </a:lnTo>
                <a:lnTo>
                  <a:pt x="89800" y="21721"/>
                </a:lnTo>
                <a:lnTo>
                  <a:pt x="89704" y="21294"/>
                </a:lnTo>
                <a:lnTo>
                  <a:pt x="89582" y="20873"/>
                </a:lnTo>
                <a:lnTo>
                  <a:pt x="89436" y="20460"/>
                </a:lnTo>
                <a:lnTo>
                  <a:pt x="89266" y="20054"/>
                </a:lnTo>
                <a:lnTo>
                  <a:pt x="89073" y="19658"/>
                </a:lnTo>
                <a:lnTo>
                  <a:pt x="88859" y="19273"/>
                </a:lnTo>
                <a:lnTo>
                  <a:pt x="88624" y="18899"/>
                </a:lnTo>
                <a:lnTo>
                  <a:pt x="88369" y="18538"/>
                </a:lnTo>
                <a:lnTo>
                  <a:pt x="88096" y="18190"/>
                </a:lnTo>
                <a:lnTo>
                  <a:pt x="87804" y="17858"/>
                </a:lnTo>
                <a:lnTo>
                  <a:pt x="87495" y="17541"/>
                </a:lnTo>
                <a:lnTo>
                  <a:pt x="87170" y="17242"/>
                </a:lnTo>
                <a:lnTo>
                  <a:pt x="86830" y="16961"/>
                </a:lnTo>
                <a:lnTo>
                  <a:pt x="86476" y="16700"/>
                </a:lnTo>
                <a:lnTo>
                  <a:pt x="86108" y="16459"/>
                </a:lnTo>
                <a:lnTo>
                  <a:pt x="85728" y="16240"/>
                </a:lnTo>
                <a:lnTo>
                  <a:pt x="85337" y="16043"/>
                </a:lnTo>
                <a:lnTo>
                  <a:pt x="84934" y="15871"/>
                </a:lnTo>
                <a:lnTo>
                  <a:pt x="84523" y="15723"/>
                </a:lnTo>
                <a:lnTo>
                  <a:pt x="84102" y="15602"/>
                </a:lnTo>
                <a:lnTo>
                  <a:pt x="83674" y="15508"/>
                </a:lnTo>
                <a:lnTo>
                  <a:pt x="61554" y="11408"/>
                </a:lnTo>
                <a:lnTo>
                  <a:pt x="61126" y="11344"/>
                </a:lnTo>
                <a:lnTo>
                  <a:pt x="60705" y="11309"/>
                </a:lnTo>
                <a:lnTo>
                  <a:pt x="60294" y="11304"/>
                </a:lnTo>
                <a:lnTo>
                  <a:pt x="59892" y="11327"/>
                </a:lnTo>
                <a:lnTo>
                  <a:pt x="59500" y="11379"/>
                </a:lnTo>
                <a:lnTo>
                  <a:pt x="59120" y="11457"/>
                </a:lnTo>
                <a:close/>
                <a:moveTo>
                  <a:pt x="125482" y="23756"/>
                </a:moveTo>
                <a:lnTo>
                  <a:pt x="125114" y="23861"/>
                </a:lnTo>
                <a:lnTo>
                  <a:pt x="124760" y="23991"/>
                </a:lnTo>
                <a:lnTo>
                  <a:pt x="124419" y="24146"/>
                </a:lnTo>
                <a:lnTo>
                  <a:pt x="124095" y="24325"/>
                </a:lnTo>
                <a:lnTo>
                  <a:pt x="123786" y="24527"/>
                </a:lnTo>
                <a:lnTo>
                  <a:pt x="123494" y="24751"/>
                </a:lnTo>
                <a:lnTo>
                  <a:pt x="123220" y="24997"/>
                </a:lnTo>
                <a:lnTo>
                  <a:pt x="122966" y="25264"/>
                </a:lnTo>
                <a:lnTo>
                  <a:pt x="122731" y="25550"/>
                </a:lnTo>
                <a:lnTo>
                  <a:pt x="122516" y="25857"/>
                </a:lnTo>
                <a:lnTo>
                  <a:pt x="122324" y="26181"/>
                </a:lnTo>
                <a:lnTo>
                  <a:pt x="122154" y="26524"/>
                </a:lnTo>
                <a:lnTo>
                  <a:pt x="122008" y="26883"/>
                </a:lnTo>
                <a:lnTo>
                  <a:pt x="121886" y="27259"/>
                </a:lnTo>
                <a:lnTo>
                  <a:pt x="121790" y="27650"/>
                </a:lnTo>
                <a:lnTo>
                  <a:pt x="121720" y="28056"/>
                </a:lnTo>
                <a:lnTo>
                  <a:pt x="121677" y="28475"/>
                </a:lnTo>
                <a:lnTo>
                  <a:pt x="121663" y="28908"/>
                </a:lnTo>
                <a:lnTo>
                  <a:pt x="121677" y="29346"/>
                </a:lnTo>
                <a:lnTo>
                  <a:pt x="121720" y="29781"/>
                </a:lnTo>
                <a:lnTo>
                  <a:pt x="121790" y="30213"/>
                </a:lnTo>
                <a:lnTo>
                  <a:pt x="121886" y="30640"/>
                </a:lnTo>
                <a:lnTo>
                  <a:pt x="122008" y="31061"/>
                </a:lnTo>
                <a:lnTo>
                  <a:pt x="122154" y="31474"/>
                </a:lnTo>
                <a:lnTo>
                  <a:pt x="122324" y="31880"/>
                </a:lnTo>
                <a:lnTo>
                  <a:pt x="122516" y="32276"/>
                </a:lnTo>
                <a:lnTo>
                  <a:pt x="122731" y="32661"/>
                </a:lnTo>
                <a:lnTo>
                  <a:pt x="122966" y="33035"/>
                </a:lnTo>
                <a:lnTo>
                  <a:pt x="123220" y="33397"/>
                </a:lnTo>
                <a:lnTo>
                  <a:pt x="123494" y="33744"/>
                </a:lnTo>
                <a:lnTo>
                  <a:pt x="123786" y="34076"/>
                </a:lnTo>
                <a:lnTo>
                  <a:pt x="124095" y="34393"/>
                </a:lnTo>
                <a:lnTo>
                  <a:pt x="124419" y="34692"/>
                </a:lnTo>
                <a:lnTo>
                  <a:pt x="124760" y="34973"/>
                </a:lnTo>
                <a:lnTo>
                  <a:pt x="125114" y="35234"/>
                </a:lnTo>
                <a:lnTo>
                  <a:pt x="125482" y="35475"/>
                </a:lnTo>
                <a:lnTo>
                  <a:pt x="125862" y="35694"/>
                </a:lnTo>
                <a:lnTo>
                  <a:pt x="126253" y="35891"/>
                </a:lnTo>
                <a:lnTo>
                  <a:pt x="126655" y="36063"/>
                </a:lnTo>
                <a:lnTo>
                  <a:pt x="127067" y="36211"/>
                </a:lnTo>
                <a:lnTo>
                  <a:pt x="127487" y="36332"/>
                </a:lnTo>
                <a:lnTo>
                  <a:pt x="127915" y="36426"/>
                </a:lnTo>
                <a:lnTo>
                  <a:pt x="150036" y="40526"/>
                </a:lnTo>
                <a:lnTo>
                  <a:pt x="150464" y="40590"/>
                </a:lnTo>
                <a:lnTo>
                  <a:pt x="150884" y="40625"/>
                </a:lnTo>
                <a:lnTo>
                  <a:pt x="151296" y="40630"/>
                </a:lnTo>
                <a:lnTo>
                  <a:pt x="151698" y="40607"/>
                </a:lnTo>
                <a:lnTo>
                  <a:pt x="152090" y="40555"/>
                </a:lnTo>
                <a:lnTo>
                  <a:pt x="152470" y="40477"/>
                </a:lnTo>
                <a:lnTo>
                  <a:pt x="152837" y="40373"/>
                </a:lnTo>
                <a:lnTo>
                  <a:pt x="153192" y="40242"/>
                </a:lnTo>
                <a:lnTo>
                  <a:pt x="153532" y="40088"/>
                </a:lnTo>
                <a:lnTo>
                  <a:pt x="153857" y="39909"/>
                </a:lnTo>
                <a:lnTo>
                  <a:pt x="154165" y="39707"/>
                </a:lnTo>
                <a:lnTo>
                  <a:pt x="154457" y="39483"/>
                </a:lnTo>
                <a:lnTo>
                  <a:pt x="154731" y="39237"/>
                </a:lnTo>
                <a:lnTo>
                  <a:pt x="154986" y="38970"/>
                </a:lnTo>
                <a:lnTo>
                  <a:pt x="155221" y="38683"/>
                </a:lnTo>
                <a:lnTo>
                  <a:pt x="155435" y="38377"/>
                </a:lnTo>
                <a:lnTo>
                  <a:pt x="155627" y="38052"/>
                </a:lnTo>
                <a:lnTo>
                  <a:pt x="155797" y="37710"/>
                </a:lnTo>
                <a:lnTo>
                  <a:pt x="155943" y="37350"/>
                </a:lnTo>
                <a:lnTo>
                  <a:pt x="156065" y="36975"/>
                </a:lnTo>
                <a:lnTo>
                  <a:pt x="156161" y="36584"/>
                </a:lnTo>
                <a:lnTo>
                  <a:pt x="156231" y="36178"/>
                </a:lnTo>
                <a:lnTo>
                  <a:pt x="156274" y="35758"/>
                </a:lnTo>
                <a:lnTo>
                  <a:pt x="156288" y="35326"/>
                </a:lnTo>
                <a:lnTo>
                  <a:pt x="156274" y="34887"/>
                </a:lnTo>
                <a:lnTo>
                  <a:pt x="156231" y="34452"/>
                </a:lnTo>
                <a:lnTo>
                  <a:pt x="156161" y="34020"/>
                </a:lnTo>
                <a:lnTo>
                  <a:pt x="156065" y="33594"/>
                </a:lnTo>
                <a:lnTo>
                  <a:pt x="155943" y="33173"/>
                </a:lnTo>
                <a:lnTo>
                  <a:pt x="155797" y="32759"/>
                </a:lnTo>
                <a:lnTo>
                  <a:pt x="155627" y="32354"/>
                </a:lnTo>
                <a:lnTo>
                  <a:pt x="155435" y="31958"/>
                </a:lnTo>
                <a:lnTo>
                  <a:pt x="155221" y="31572"/>
                </a:lnTo>
                <a:lnTo>
                  <a:pt x="154986" y="31198"/>
                </a:lnTo>
                <a:lnTo>
                  <a:pt x="154731" y="30837"/>
                </a:lnTo>
                <a:lnTo>
                  <a:pt x="154457" y="30490"/>
                </a:lnTo>
                <a:lnTo>
                  <a:pt x="154165" y="30157"/>
                </a:lnTo>
                <a:lnTo>
                  <a:pt x="153857" y="29841"/>
                </a:lnTo>
                <a:lnTo>
                  <a:pt x="153532" y="29542"/>
                </a:lnTo>
                <a:lnTo>
                  <a:pt x="153192" y="29261"/>
                </a:lnTo>
                <a:lnTo>
                  <a:pt x="152837" y="28999"/>
                </a:lnTo>
                <a:lnTo>
                  <a:pt x="152470" y="28758"/>
                </a:lnTo>
                <a:lnTo>
                  <a:pt x="152090" y="28539"/>
                </a:lnTo>
                <a:lnTo>
                  <a:pt x="151698" y="28343"/>
                </a:lnTo>
                <a:lnTo>
                  <a:pt x="151296" y="28170"/>
                </a:lnTo>
                <a:lnTo>
                  <a:pt x="150884" y="28023"/>
                </a:lnTo>
                <a:lnTo>
                  <a:pt x="150464" y="27902"/>
                </a:lnTo>
                <a:lnTo>
                  <a:pt x="150036" y="27808"/>
                </a:lnTo>
                <a:lnTo>
                  <a:pt x="127915" y="23708"/>
                </a:lnTo>
                <a:lnTo>
                  <a:pt x="127487" y="23643"/>
                </a:lnTo>
                <a:lnTo>
                  <a:pt x="127067" y="23609"/>
                </a:lnTo>
                <a:lnTo>
                  <a:pt x="126655" y="23603"/>
                </a:lnTo>
                <a:lnTo>
                  <a:pt x="126253" y="23627"/>
                </a:lnTo>
                <a:lnTo>
                  <a:pt x="125862" y="23678"/>
                </a:lnTo>
                <a:lnTo>
                  <a:pt x="125482" y="23756"/>
                </a:lnTo>
                <a:close/>
                <a:moveTo>
                  <a:pt x="191843" y="36056"/>
                </a:moveTo>
                <a:lnTo>
                  <a:pt x="191475" y="36160"/>
                </a:lnTo>
                <a:lnTo>
                  <a:pt x="191121" y="36290"/>
                </a:lnTo>
                <a:lnTo>
                  <a:pt x="190781" y="36445"/>
                </a:lnTo>
                <a:lnTo>
                  <a:pt x="190456" y="36624"/>
                </a:lnTo>
                <a:lnTo>
                  <a:pt x="190147" y="36826"/>
                </a:lnTo>
                <a:lnTo>
                  <a:pt x="189856" y="37050"/>
                </a:lnTo>
                <a:lnTo>
                  <a:pt x="189582" y="37296"/>
                </a:lnTo>
                <a:lnTo>
                  <a:pt x="189327" y="37563"/>
                </a:lnTo>
                <a:lnTo>
                  <a:pt x="189092" y="37850"/>
                </a:lnTo>
                <a:lnTo>
                  <a:pt x="188878" y="38156"/>
                </a:lnTo>
                <a:lnTo>
                  <a:pt x="188685" y="38481"/>
                </a:lnTo>
                <a:lnTo>
                  <a:pt x="188516" y="38823"/>
                </a:lnTo>
                <a:lnTo>
                  <a:pt x="188369" y="39183"/>
                </a:lnTo>
                <a:lnTo>
                  <a:pt x="188248" y="39558"/>
                </a:lnTo>
                <a:lnTo>
                  <a:pt x="188151" y="39949"/>
                </a:lnTo>
                <a:lnTo>
                  <a:pt x="188081" y="40355"/>
                </a:lnTo>
                <a:lnTo>
                  <a:pt x="188039" y="40775"/>
                </a:lnTo>
                <a:lnTo>
                  <a:pt x="188024" y="41207"/>
                </a:lnTo>
                <a:lnTo>
                  <a:pt x="188039" y="41645"/>
                </a:lnTo>
                <a:lnTo>
                  <a:pt x="188081" y="42081"/>
                </a:lnTo>
                <a:lnTo>
                  <a:pt x="188151" y="42513"/>
                </a:lnTo>
                <a:lnTo>
                  <a:pt x="188248" y="42939"/>
                </a:lnTo>
                <a:lnTo>
                  <a:pt x="188369" y="43360"/>
                </a:lnTo>
                <a:lnTo>
                  <a:pt x="188516" y="43774"/>
                </a:lnTo>
                <a:lnTo>
                  <a:pt x="188685" y="44179"/>
                </a:lnTo>
                <a:lnTo>
                  <a:pt x="188878" y="44575"/>
                </a:lnTo>
                <a:lnTo>
                  <a:pt x="189092" y="44961"/>
                </a:lnTo>
                <a:lnTo>
                  <a:pt x="189327" y="45335"/>
                </a:lnTo>
                <a:lnTo>
                  <a:pt x="189582" y="45696"/>
                </a:lnTo>
                <a:lnTo>
                  <a:pt x="189856" y="46043"/>
                </a:lnTo>
                <a:lnTo>
                  <a:pt x="190147" y="46376"/>
                </a:lnTo>
                <a:lnTo>
                  <a:pt x="190456" y="46692"/>
                </a:lnTo>
                <a:lnTo>
                  <a:pt x="190781" y="46991"/>
                </a:lnTo>
                <a:lnTo>
                  <a:pt x="191121" y="47272"/>
                </a:lnTo>
                <a:lnTo>
                  <a:pt x="191475" y="47534"/>
                </a:lnTo>
                <a:lnTo>
                  <a:pt x="191843" y="47775"/>
                </a:lnTo>
                <a:lnTo>
                  <a:pt x="192223" y="47994"/>
                </a:lnTo>
                <a:lnTo>
                  <a:pt x="192615" y="48190"/>
                </a:lnTo>
                <a:lnTo>
                  <a:pt x="193017" y="48363"/>
                </a:lnTo>
                <a:lnTo>
                  <a:pt x="193428" y="48510"/>
                </a:lnTo>
                <a:lnTo>
                  <a:pt x="193849" y="48631"/>
                </a:lnTo>
                <a:lnTo>
                  <a:pt x="194277" y="48725"/>
                </a:lnTo>
                <a:lnTo>
                  <a:pt x="199084" y="49616"/>
                </a:lnTo>
                <a:lnTo>
                  <a:pt x="199084" y="54506"/>
                </a:lnTo>
                <a:lnTo>
                  <a:pt x="199099" y="54944"/>
                </a:lnTo>
                <a:lnTo>
                  <a:pt x="199141" y="55379"/>
                </a:lnTo>
                <a:lnTo>
                  <a:pt x="199211" y="55811"/>
                </a:lnTo>
                <a:lnTo>
                  <a:pt x="199308" y="56238"/>
                </a:lnTo>
                <a:lnTo>
                  <a:pt x="199430" y="56659"/>
                </a:lnTo>
                <a:lnTo>
                  <a:pt x="199576" y="57072"/>
                </a:lnTo>
                <a:lnTo>
                  <a:pt x="199746" y="57478"/>
                </a:lnTo>
                <a:lnTo>
                  <a:pt x="199938" y="57874"/>
                </a:lnTo>
                <a:lnTo>
                  <a:pt x="200152" y="58259"/>
                </a:lnTo>
                <a:lnTo>
                  <a:pt x="200387" y="58633"/>
                </a:lnTo>
                <a:lnTo>
                  <a:pt x="200642" y="58995"/>
                </a:lnTo>
                <a:lnTo>
                  <a:pt x="200916" y="59342"/>
                </a:lnTo>
                <a:lnTo>
                  <a:pt x="201207" y="59674"/>
                </a:lnTo>
                <a:lnTo>
                  <a:pt x="201516" y="59991"/>
                </a:lnTo>
                <a:lnTo>
                  <a:pt x="201841" y="60290"/>
                </a:lnTo>
                <a:lnTo>
                  <a:pt x="202181" y="60571"/>
                </a:lnTo>
                <a:lnTo>
                  <a:pt x="202536" y="60832"/>
                </a:lnTo>
                <a:lnTo>
                  <a:pt x="202903" y="61073"/>
                </a:lnTo>
                <a:lnTo>
                  <a:pt x="203283" y="61292"/>
                </a:lnTo>
                <a:lnTo>
                  <a:pt x="203675" y="61489"/>
                </a:lnTo>
                <a:lnTo>
                  <a:pt x="204077" y="61661"/>
                </a:lnTo>
                <a:lnTo>
                  <a:pt x="204489" y="61809"/>
                </a:lnTo>
                <a:lnTo>
                  <a:pt x="204909" y="61930"/>
                </a:lnTo>
                <a:lnTo>
                  <a:pt x="205337" y="62024"/>
                </a:lnTo>
                <a:lnTo>
                  <a:pt x="205765" y="62089"/>
                </a:lnTo>
                <a:lnTo>
                  <a:pt x="206185" y="62123"/>
                </a:lnTo>
                <a:lnTo>
                  <a:pt x="206597" y="62128"/>
                </a:lnTo>
                <a:lnTo>
                  <a:pt x="206999" y="62105"/>
                </a:lnTo>
                <a:lnTo>
                  <a:pt x="207391" y="62054"/>
                </a:lnTo>
                <a:lnTo>
                  <a:pt x="207771" y="61975"/>
                </a:lnTo>
                <a:lnTo>
                  <a:pt x="208139" y="61871"/>
                </a:lnTo>
                <a:lnTo>
                  <a:pt x="208493" y="61741"/>
                </a:lnTo>
                <a:lnTo>
                  <a:pt x="208833" y="61586"/>
                </a:lnTo>
                <a:lnTo>
                  <a:pt x="209158" y="61407"/>
                </a:lnTo>
                <a:lnTo>
                  <a:pt x="209467" y="61205"/>
                </a:lnTo>
                <a:lnTo>
                  <a:pt x="209758" y="60981"/>
                </a:lnTo>
                <a:lnTo>
                  <a:pt x="210032" y="60735"/>
                </a:lnTo>
                <a:lnTo>
                  <a:pt x="210287" y="60468"/>
                </a:lnTo>
                <a:lnTo>
                  <a:pt x="210522" y="60181"/>
                </a:lnTo>
                <a:lnTo>
                  <a:pt x="210736" y="59875"/>
                </a:lnTo>
                <a:lnTo>
                  <a:pt x="210928" y="59550"/>
                </a:lnTo>
                <a:lnTo>
                  <a:pt x="211098" y="59208"/>
                </a:lnTo>
                <a:lnTo>
                  <a:pt x="211245" y="58848"/>
                </a:lnTo>
                <a:lnTo>
                  <a:pt x="211366" y="58473"/>
                </a:lnTo>
                <a:lnTo>
                  <a:pt x="211463" y="58082"/>
                </a:lnTo>
                <a:lnTo>
                  <a:pt x="211533" y="57676"/>
                </a:lnTo>
                <a:lnTo>
                  <a:pt x="211575" y="57256"/>
                </a:lnTo>
                <a:lnTo>
                  <a:pt x="211590" y="56824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194277" y="36007"/>
                </a:lnTo>
                <a:lnTo>
                  <a:pt x="193849" y="35942"/>
                </a:lnTo>
                <a:lnTo>
                  <a:pt x="193428" y="35908"/>
                </a:lnTo>
                <a:lnTo>
                  <a:pt x="193017" y="35903"/>
                </a:lnTo>
                <a:lnTo>
                  <a:pt x="192615" y="35926"/>
                </a:lnTo>
                <a:lnTo>
                  <a:pt x="192223" y="35978"/>
                </a:lnTo>
                <a:lnTo>
                  <a:pt x="191843" y="36056"/>
                </a:lnTo>
                <a:close/>
                <a:moveTo>
                  <a:pt x="59120" y="213932"/>
                </a:moveTo>
                <a:lnTo>
                  <a:pt x="58752" y="214036"/>
                </a:lnTo>
                <a:lnTo>
                  <a:pt x="58398" y="214167"/>
                </a:lnTo>
                <a:lnTo>
                  <a:pt x="58058" y="214321"/>
                </a:lnTo>
                <a:lnTo>
                  <a:pt x="57733" y="214500"/>
                </a:lnTo>
                <a:lnTo>
                  <a:pt x="57424" y="214702"/>
                </a:lnTo>
                <a:lnTo>
                  <a:pt x="57133" y="214926"/>
                </a:lnTo>
                <a:lnTo>
                  <a:pt x="56859" y="215172"/>
                </a:lnTo>
                <a:lnTo>
                  <a:pt x="56604" y="215439"/>
                </a:lnTo>
                <a:lnTo>
                  <a:pt x="56369" y="215726"/>
                </a:lnTo>
                <a:lnTo>
                  <a:pt x="56155" y="216032"/>
                </a:lnTo>
                <a:lnTo>
                  <a:pt x="55962" y="216357"/>
                </a:lnTo>
                <a:lnTo>
                  <a:pt x="55793" y="216699"/>
                </a:lnTo>
                <a:lnTo>
                  <a:pt x="55646" y="217059"/>
                </a:lnTo>
                <a:lnTo>
                  <a:pt x="55525" y="217434"/>
                </a:lnTo>
                <a:lnTo>
                  <a:pt x="55428" y="217825"/>
                </a:lnTo>
                <a:lnTo>
                  <a:pt x="55358" y="218231"/>
                </a:lnTo>
                <a:lnTo>
                  <a:pt x="55316" y="218651"/>
                </a:lnTo>
                <a:lnTo>
                  <a:pt x="55301" y="219083"/>
                </a:lnTo>
                <a:lnTo>
                  <a:pt x="55316" y="219522"/>
                </a:lnTo>
                <a:lnTo>
                  <a:pt x="55358" y="219957"/>
                </a:lnTo>
                <a:lnTo>
                  <a:pt x="55428" y="220389"/>
                </a:lnTo>
                <a:lnTo>
                  <a:pt x="55525" y="220815"/>
                </a:lnTo>
                <a:lnTo>
                  <a:pt x="55646" y="221236"/>
                </a:lnTo>
                <a:lnTo>
                  <a:pt x="55793" y="221650"/>
                </a:lnTo>
                <a:lnTo>
                  <a:pt x="55962" y="222055"/>
                </a:lnTo>
                <a:lnTo>
                  <a:pt x="56155" y="222451"/>
                </a:lnTo>
                <a:lnTo>
                  <a:pt x="56369" y="222837"/>
                </a:lnTo>
                <a:lnTo>
                  <a:pt x="56604" y="223211"/>
                </a:lnTo>
                <a:lnTo>
                  <a:pt x="56859" y="223572"/>
                </a:lnTo>
                <a:lnTo>
                  <a:pt x="57133" y="223919"/>
                </a:lnTo>
                <a:lnTo>
                  <a:pt x="57424" y="224252"/>
                </a:lnTo>
                <a:lnTo>
                  <a:pt x="57733" y="224568"/>
                </a:lnTo>
                <a:lnTo>
                  <a:pt x="58058" y="224867"/>
                </a:lnTo>
                <a:lnTo>
                  <a:pt x="58398" y="225148"/>
                </a:lnTo>
                <a:lnTo>
                  <a:pt x="58752" y="225410"/>
                </a:lnTo>
                <a:lnTo>
                  <a:pt x="59120" y="225651"/>
                </a:lnTo>
                <a:lnTo>
                  <a:pt x="59500" y="225870"/>
                </a:lnTo>
                <a:lnTo>
                  <a:pt x="59892" y="226066"/>
                </a:lnTo>
                <a:lnTo>
                  <a:pt x="60294" y="226239"/>
                </a:lnTo>
                <a:lnTo>
                  <a:pt x="60705" y="226386"/>
                </a:lnTo>
                <a:lnTo>
                  <a:pt x="61126" y="226507"/>
                </a:lnTo>
                <a:lnTo>
                  <a:pt x="61554" y="226601"/>
                </a:lnTo>
                <a:lnTo>
                  <a:pt x="83674" y="230701"/>
                </a:lnTo>
                <a:lnTo>
                  <a:pt x="84102" y="230766"/>
                </a:lnTo>
                <a:lnTo>
                  <a:pt x="84523" y="230800"/>
                </a:lnTo>
                <a:lnTo>
                  <a:pt x="84934" y="230806"/>
                </a:lnTo>
                <a:lnTo>
                  <a:pt x="85337" y="230782"/>
                </a:lnTo>
                <a:lnTo>
                  <a:pt x="85728" y="230731"/>
                </a:lnTo>
                <a:lnTo>
                  <a:pt x="86108" y="230653"/>
                </a:lnTo>
                <a:lnTo>
                  <a:pt x="86476" y="230548"/>
                </a:lnTo>
                <a:lnTo>
                  <a:pt x="86830" y="230418"/>
                </a:lnTo>
                <a:lnTo>
                  <a:pt x="87170" y="230263"/>
                </a:lnTo>
                <a:lnTo>
                  <a:pt x="87495" y="230084"/>
                </a:lnTo>
                <a:lnTo>
                  <a:pt x="87804" y="229882"/>
                </a:lnTo>
                <a:lnTo>
                  <a:pt x="88096" y="229658"/>
                </a:lnTo>
                <a:lnTo>
                  <a:pt x="88369" y="229412"/>
                </a:lnTo>
                <a:lnTo>
                  <a:pt x="88624" y="229145"/>
                </a:lnTo>
                <a:lnTo>
                  <a:pt x="88859" y="228859"/>
                </a:lnTo>
                <a:lnTo>
                  <a:pt x="89073" y="228552"/>
                </a:lnTo>
                <a:lnTo>
                  <a:pt x="89266" y="228228"/>
                </a:lnTo>
                <a:lnTo>
                  <a:pt x="89436" y="227885"/>
                </a:lnTo>
                <a:lnTo>
                  <a:pt x="89582" y="227526"/>
                </a:lnTo>
                <a:lnTo>
                  <a:pt x="89704" y="227150"/>
                </a:lnTo>
                <a:lnTo>
                  <a:pt x="89800" y="226759"/>
                </a:lnTo>
                <a:lnTo>
                  <a:pt x="89870" y="226353"/>
                </a:lnTo>
                <a:lnTo>
                  <a:pt x="89913" y="225934"/>
                </a:lnTo>
                <a:lnTo>
                  <a:pt x="89927" y="225501"/>
                </a:lnTo>
                <a:lnTo>
                  <a:pt x="89913" y="225063"/>
                </a:lnTo>
                <a:lnTo>
                  <a:pt x="89870" y="224628"/>
                </a:lnTo>
                <a:lnTo>
                  <a:pt x="89800" y="224196"/>
                </a:lnTo>
                <a:lnTo>
                  <a:pt x="89704" y="223769"/>
                </a:lnTo>
                <a:lnTo>
                  <a:pt x="89582" y="223348"/>
                </a:lnTo>
                <a:lnTo>
                  <a:pt x="89436" y="222935"/>
                </a:lnTo>
                <a:lnTo>
                  <a:pt x="89266" y="222529"/>
                </a:lnTo>
                <a:lnTo>
                  <a:pt x="89073" y="222133"/>
                </a:lnTo>
                <a:lnTo>
                  <a:pt x="88859" y="221748"/>
                </a:lnTo>
                <a:lnTo>
                  <a:pt x="88624" y="221374"/>
                </a:lnTo>
                <a:lnTo>
                  <a:pt x="88369" y="221012"/>
                </a:lnTo>
                <a:lnTo>
                  <a:pt x="88096" y="220665"/>
                </a:lnTo>
                <a:lnTo>
                  <a:pt x="87804" y="220333"/>
                </a:lnTo>
                <a:lnTo>
                  <a:pt x="87495" y="220016"/>
                </a:lnTo>
                <a:lnTo>
                  <a:pt x="87170" y="219717"/>
                </a:lnTo>
                <a:lnTo>
                  <a:pt x="86830" y="219436"/>
                </a:lnTo>
                <a:lnTo>
                  <a:pt x="86476" y="219175"/>
                </a:lnTo>
                <a:lnTo>
                  <a:pt x="86108" y="218934"/>
                </a:lnTo>
                <a:lnTo>
                  <a:pt x="85728" y="218715"/>
                </a:lnTo>
                <a:lnTo>
                  <a:pt x="85337" y="218518"/>
                </a:lnTo>
                <a:lnTo>
                  <a:pt x="84934" y="218346"/>
                </a:lnTo>
                <a:lnTo>
                  <a:pt x="84523" y="218198"/>
                </a:lnTo>
                <a:lnTo>
                  <a:pt x="84102" y="218077"/>
                </a:lnTo>
                <a:lnTo>
                  <a:pt x="83674" y="217983"/>
                </a:lnTo>
                <a:lnTo>
                  <a:pt x="61554" y="213883"/>
                </a:lnTo>
                <a:lnTo>
                  <a:pt x="61126" y="213819"/>
                </a:lnTo>
                <a:lnTo>
                  <a:pt x="60705" y="213784"/>
                </a:lnTo>
                <a:lnTo>
                  <a:pt x="60294" y="213779"/>
                </a:lnTo>
                <a:lnTo>
                  <a:pt x="59892" y="213802"/>
                </a:lnTo>
                <a:lnTo>
                  <a:pt x="59500" y="213854"/>
                </a:lnTo>
                <a:lnTo>
                  <a:pt x="59120" y="213932"/>
                </a:lnTo>
                <a:close/>
                <a:moveTo>
                  <a:pt x="125482" y="226231"/>
                </a:moveTo>
                <a:lnTo>
                  <a:pt x="125114" y="226336"/>
                </a:lnTo>
                <a:lnTo>
                  <a:pt x="124760" y="226466"/>
                </a:lnTo>
                <a:lnTo>
                  <a:pt x="124419" y="226621"/>
                </a:lnTo>
                <a:lnTo>
                  <a:pt x="124095" y="226799"/>
                </a:lnTo>
                <a:lnTo>
                  <a:pt x="123786" y="227001"/>
                </a:lnTo>
                <a:lnTo>
                  <a:pt x="123494" y="227226"/>
                </a:lnTo>
                <a:lnTo>
                  <a:pt x="123220" y="227472"/>
                </a:lnTo>
                <a:lnTo>
                  <a:pt x="122966" y="227738"/>
                </a:lnTo>
                <a:lnTo>
                  <a:pt x="122731" y="228025"/>
                </a:lnTo>
                <a:lnTo>
                  <a:pt x="122516" y="228332"/>
                </a:lnTo>
                <a:lnTo>
                  <a:pt x="122324" y="228656"/>
                </a:lnTo>
                <a:lnTo>
                  <a:pt x="122154" y="228999"/>
                </a:lnTo>
                <a:lnTo>
                  <a:pt x="122008" y="229358"/>
                </a:lnTo>
                <a:lnTo>
                  <a:pt x="121886" y="229734"/>
                </a:lnTo>
                <a:lnTo>
                  <a:pt x="121790" y="230125"/>
                </a:lnTo>
                <a:lnTo>
                  <a:pt x="121720" y="230531"/>
                </a:lnTo>
                <a:lnTo>
                  <a:pt x="121677" y="230950"/>
                </a:lnTo>
                <a:lnTo>
                  <a:pt x="121663" y="231383"/>
                </a:lnTo>
                <a:lnTo>
                  <a:pt x="121677" y="231821"/>
                </a:lnTo>
                <a:lnTo>
                  <a:pt x="121720" y="232256"/>
                </a:lnTo>
                <a:lnTo>
                  <a:pt x="121790" y="232688"/>
                </a:lnTo>
                <a:lnTo>
                  <a:pt x="121886" y="233115"/>
                </a:lnTo>
                <a:lnTo>
                  <a:pt x="122008" y="233536"/>
                </a:lnTo>
                <a:lnTo>
                  <a:pt x="122154" y="233949"/>
                </a:lnTo>
                <a:lnTo>
                  <a:pt x="122324" y="234355"/>
                </a:lnTo>
                <a:lnTo>
                  <a:pt x="122516" y="234751"/>
                </a:lnTo>
                <a:lnTo>
                  <a:pt x="122731" y="235136"/>
                </a:lnTo>
                <a:lnTo>
                  <a:pt x="122966" y="235510"/>
                </a:lnTo>
                <a:lnTo>
                  <a:pt x="123220" y="235871"/>
                </a:lnTo>
                <a:lnTo>
                  <a:pt x="123494" y="236219"/>
                </a:lnTo>
                <a:lnTo>
                  <a:pt x="123786" y="236551"/>
                </a:lnTo>
                <a:lnTo>
                  <a:pt x="124095" y="236868"/>
                </a:lnTo>
                <a:lnTo>
                  <a:pt x="124419" y="237167"/>
                </a:lnTo>
                <a:lnTo>
                  <a:pt x="124760" y="237448"/>
                </a:lnTo>
                <a:lnTo>
                  <a:pt x="125114" y="237709"/>
                </a:lnTo>
                <a:lnTo>
                  <a:pt x="125482" y="237950"/>
                </a:lnTo>
                <a:lnTo>
                  <a:pt x="125862" y="238169"/>
                </a:lnTo>
                <a:lnTo>
                  <a:pt x="126253" y="238366"/>
                </a:lnTo>
                <a:lnTo>
                  <a:pt x="126655" y="238538"/>
                </a:lnTo>
                <a:lnTo>
                  <a:pt x="127067" y="238686"/>
                </a:lnTo>
                <a:lnTo>
                  <a:pt x="127487" y="238807"/>
                </a:lnTo>
                <a:lnTo>
                  <a:pt x="127915" y="238901"/>
                </a:lnTo>
                <a:lnTo>
                  <a:pt x="150036" y="243001"/>
                </a:lnTo>
                <a:lnTo>
                  <a:pt x="150464" y="243065"/>
                </a:lnTo>
                <a:lnTo>
                  <a:pt x="150884" y="243100"/>
                </a:lnTo>
                <a:lnTo>
                  <a:pt x="151296" y="243105"/>
                </a:lnTo>
                <a:lnTo>
                  <a:pt x="151698" y="243082"/>
                </a:lnTo>
                <a:lnTo>
                  <a:pt x="152090" y="243030"/>
                </a:lnTo>
                <a:lnTo>
                  <a:pt x="152470" y="242952"/>
                </a:lnTo>
                <a:lnTo>
                  <a:pt x="152837" y="242847"/>
                </a:lnTo>
                <a:lnTo>
                  <a:pt x="153192" y="242717"/>
                </a:lnTo>
                <a:lnTo>
                  <a:pt x="153532" y="242563"/>
                </a:lnTo>
                <a:lnTo>
                  <a:pt x="153857" y="242384"/>
                </a:lnTo>
                <a:lnTo>
                  <a:pt x="154165" y="242182"/>
                </a:lnTo>
                <a:lnTo>
                  <a:pt x="154457" y="241958"/>
                </a:lnTo>
                <a:lnTo>
                  <a:pt x="154731" y="241712"/>
                </a:lnTo>
                <a:lnTo>
                  <a:pt x="154986" y="241445"/>
                </a:lnTo>
                <a:lnTo>
                  <a:pt x="155221" y="241158"/>
                </a:lnTo>
                <a:lnTo>
                  <a:pt x="155435" y="240852"/>
                </a:lnTo>
                <a:lnTo>
                  <a:pt x="155627" y="240527"/>
                </a:lnTo>
                <a:lnTo>
                  <a:pt x="155797" y="240185"/>
                </a:lnTo>
                <a:lnTo>
                  <a:pt x="155943" y="239825"/>
                </a:lnTo>
                <a:lnTo>
                  <a:pt x="156065" y="239449"/>
                </a:lnTo>
                <a:lnTo>
                  <a:pt x="156161" y="239058"/>
                </a:lnTo>
                <a:lnTo>
                  <a:pt x="156231" y="238653"/>
                </a:lnTo>
                <a:lnTo>
                  <a:pt x="156274" y="238233"/>
                </a:lnTo>
                <a:lnTo>
                  <a:pt x="156288" y="237800"/>
                </a:lnTo>
                <a:lnTo>
                  <a:pt x="156274" y="237362"/>
                </a:lnTo>
                <a:lnTo>
                  <a:pt x="156231" y="236927"/>
                </a:lnTo>
                <a:lnTo>
                  <a:pt x="156161" y="236495"/>
                </a:lnTo>
                <a:lnTo>
                  <a:pt x="156065" y="236068"/>
                </a:lnTo>
                <a:lnTo>
                  <a:pt x="155943" y="235648"/>
                </a:lnTo>
                <a:lnTo>
                  <a:pt x="155797" y="235234"/>
                </a:lnTo>
                <a:lnTo>
                  <a:pt x="155627" y="234829"/>
                </a:lnTo>
                <a:lnTo>
                  <a:pt x="155435" y="234433"/>
                </a:lnTo>
                <a:lnTo>
                  <a:pt x="155221" y="234047"/>
                </a:lnTo>
                <a:lnTo>
                  <a:pt x="154986" y="233673"/>
                </a:lnTo>
                <a:lnTo>
                  <a:pt x="154731" y="233312"/>
                </a:lnTo>
                <a:lnTo>
                  <a:pt x="154457" y="232964"/>
                </a:lnTo>
                <a:lnTo>
                  <a:pt x="154165" y="232632"/>
                </a:lnTo>
                <a:lnTo>
                  <a:pt x="153857" y="232316"/>
                </a:lnTo>
                <a:lnTo>
                  <a:pt x="153532" y="232016"/>
                </a:lnTo>
                <a:lnTo>
                  <a:pt x="153192" y="231736"/>
                </a:lnTo>
                <a:lnTo>
                  <a:pt x="152837" y="231474"/>
                </a:lnTo>
                <a:lnTo>
                  <a:pt x="152470" y="231233"/>
                </a:lnTo>
                <a:lnTo>
                  <a:pt x="152090" y="231014"/>
                </a:lnTo>
                <a:lnTo>
                  <a:pt x="151698" y="230818"/>
                </a:lnTo>
                <a:lnTo>
                  <a:pt x="151296" y="230645"/>
                </a:lnTo>
                <a:lnTo>
                  <a:pt x="150884" y="230498"/>
                </a:lnTo>
                <a:lnTo>
                  <a:pt x="150464" y="230376"/>
                </a:lnTo>
                <a:lnTo>
                  <a:pt x="150036" y="230282"/>
                </a:lnTo>
                <a:lnTo>
                  <a:pt x="127915" y="226183"/>
                </a:lnTo>
                <a:lnTo>
                  <a:pt x="127487" y="226118"/>
                </a:lnTo>
                <a:lnTo>
                  <a:pt x="127067" y="226083"/>
                </a:lnTo>
                <a:lnTo>
                  <a:pt x="126655" y="226078"/>
                </a:lnTo>
                <a:lnTo>
                  <a:pt x="126253" y="226102"/>
                </a:lnTo>
                <a:lnTo>
                  <a:pt x="125862" y="226153"/>
                </a:lnTo>
                <a:lnTo>
                  <a:pt x="125482" y="226231"/>
                </a:lnTo>
                <a:close/>
                <a:moveTo>
                  <a:pt x="191843" y="238531"/>
                </a:moveTo>
                <a:lnTo>
                  <a:pt x="191475" y="238635"/>
                </a:lnTo>
                <a:lnTo>
                  <a:pt x="191121" y="238765"/>
                </a:lnTo>
                <a:lnTo>
                  <a:pt x="190781" y="238920"/>
                </a:lnTo>
                <a:lnTo>
                  <a:pt x="190456" y="239099"/>
                </a:lnTo>
                <a:lnTo>
                  <a:pt x="190147" y="239301"/>
                </a:lnTo>
                <a:lnTo>
                  <a:pt x="189856" y="239525"/>
                </a:lnTo>
                <a:lnTo>
                  <a:pt x="189582" y="239771"/>
                </a:lnTo>
                <a:lnTo>
                  <a:pt x="189327" y="240038"/>
                </a:lnTo>
                <a:lnTo>
                  <a:pt x="189092" y="240325"/>
                </a:lnTo>
                <a:lnTo>
                  <a:pt x="188878" y="240631"/>
                </a:lnTo>
                <a:lnTo>
                  <a:pt x="188685" y="240956"/>
                </a:lnTo>
                <a:lnTo>
                  <a:pt x="188516" y="241298"/>
                </a:lnTo>
                <a:lnTo>
                  <a:pt x="188369" y="241658"/>
                </a:lnTo>
                <a:lnTo>
                  <a:pt x="188248" y="242033"/>
                </a:lnTo>
                <a:lnTo>
                  <a:pt x="188151" y="242424"/>
                </a:lnTo>
                <a:lnTo>
                  <a:pt x="188081" y="242830"/>
                </a:lnTo>
                <a:lnTo>
                  <a:pt x="188039" y="243250"/>
                </a:lnTo>
                <a:lnTo>
                  <a:pt x="188024" y="243682"/>
                </a:lnTo>
                <a:lnTo>
                  <a:pt x="188039" y="244120"/>
                </a:lnTo>
                <a:lnTo>
                  <a:pt x="188081" y="244556"/>
                </a:lnTo>
                <a:lnTo>
                  <a:pt x="188151" y="244987"/>
                </a:lnTo>
                <a:lnTo>
                  <a:pt x="188248" y="245414"/>
                </a:lnTo>
                <a:lnTo>
                  <a:pt x="188369" y="245835"/>
                </a:lnTo>
                <a:lnTo>
                  <a:pt x="188516" y="246249"/>
                </a:lnTo>
                <a:lnTo>
                  <a:pt x="188685" y="246654"/>
                </a:lnTo>
                <a:lnTo>
                  <a:pt x="188878" y="247050"/>
                </a:lnTo>
                <a:lnTo>
                  <a:pt x="189092" y="247436"/>
                </a:lnTo>
                <a:lnTo>
                  <a:pt x="189327" y="247810"/>
                </a:lnTo>
                <a:lnTo>
                  <a:pt x="189582" y="248171"/>
                </a:lnTo>
                <a:lnTo>
                  <a:pt x="189856" y="248518"/>
                </a:lnTo>
                <a:lnTo>
                  <a:pt x="190147" y="248851"/>
                </a:lnTo>
                <a:lnTo>
                  <a:pt x="190456" y="249167"/>
                </a:lnTo>
                <a:lnTo>
                  <a:pt x="190781" y="249466"/>
                </a:lnTo>
                <a:lnTo>
                  <a:pt x="191121" y="249747"/>
                </a:lnTo>
                <a:lnTo>
                  <a:pt x="191475" y="250009"/>
                </a:lnTo>
                <a:lnTo>
                  <a:pt x="191843" y="250249"/>
                </a:lnTo>
                <a:lnTo>
                  <a:pt x="192223" y="250469"/>
                </a:lnTo>
                <a:lnTo>
                  <a:pt x="192615" y="250665"/>
                </a:lnTo>
                <a:lnTo>
                  <a:pt x="193017" y="250838"/>
                </a:lnTo>
                <a:lnTo>
                  <a:pt x="193428" y="250985"/>
                </a:lnTo>
                <a:lnTo>
                  <a:pt x="193849" y="251106"/>
                </a:lnTo>
                <a:lnTo>
                  <a:pt x="194277" y="251200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236801"/>
                </a:lnTo>
                <a:lnTo>
                  <a:pt x="211575" y="236363"/>
                </a:lnTo>
                <a:lnTo>
                  <a:pt x="211533" y="235928"/>
                </a:lnTo>
                <a:lnTo>
                  <a:pt x="211463" y="235496"/>
                </a:lnTo>
                <a:lnTo>
                  <a:pt x="211366" y="235069"/>
                </a:lnTo>
                <a:lnTo>
                  <a:pt x="211245" y="234649"/>
                </a:lnTo>
                <a:lnTo>
                  <a:pt x="211098" y="234235"/>
                </a:lnTo>
                <a:lnTo>
                  <a:pt x="210928" y="233830"/>
                </a:lnTo>
                <a:lnTo>
                  <a:pt x="210736" y="233434"/>
                </a:lnTo>
                <a:lnTo>
                  <a:pt x="210522" y="233048"/>
                </a:lnTo>
                <a:lnTo>
                  <a:pt x="210287" y="232674"/>
                </a:lnTo>
                <a:lnTo>
                  <a:pt x="210032" y="232313"/>
                </a:lnTo>
                <a:lnTo>
                  <a:pt x="209758" y="231965"/>
                </a:lnTo>
                <a:lnTo>
                  <a:pt x="209467" y="231633"/>
                </a:lnTo>
                <a:lnTo>
                  <a:pt x="209158" y="231316"/>
                </a:lnTo>
                <a:lnTo>
                  <a:pt x="208833" y="231017"/>
                </a:lnTo>
                <a:lnTo>
                  <a:pt x="208493" y="230736"/>
                </a:lnTo>
                <a:lnTo>
                  <a:pt x="208139" y="230475"/>
                </a:lnTo>
                <a:lnTo>
                  <a:pt x="207771" y="230234"/>
                </a:lnTo>
                <a:lnTo>
                  <a:pt x="207391" y="230015"/>
                </a:lnTo>
                <a:lnTo>
                  <a:pt x="206999" y="229819"/>
                </a:lnTo>
                <a:lnTo>
                  <a:pt x="206597" y="229646"/>
                </a:lnTo>
                <a:lnTo>
                  <a:pt x="206185" y="229499"/>
                </a:lnTo>
                <a:lnTo>
                  <a:pt x="205765" y="229377"/>
                </a:lnTo>
                <a:lnTo>
                  <a:pt x="205337" y="229283"/>
                </a:lnTo>
                <a:lnTo>
                  <a:pt x="204909" y="229219"/>
                </a:lnTo>
                <a:lnTo>
                  <a:pt x="204489" y="229184"/>
                </a:lnTo>
                <a:lnTo>
                  <a:pt x="204077" y="229179"/>
                </a:lnTo>
                <a:lnTo>
                  <a:pt x="203675" y="229202"/>
                </a:lnTo>
                <a:lnTo>
                  <a:pt x="203283" y="229254"/>
                </a:lnTo>
                <a:lnTo>
                  <a:pt x="202903" y="229332"/>
                </a:lnTo>
                <a:lnTo>
                  <a:pt x="202536" y="229437"/>
                </a:lnTo>
                <a:lnTo>
                  <a:pt x="202181" y="229567"/>
                </a:lnTo>
                <a:lnTo>
                  <a:pt x="201841" y="229721"/>
                </a:lnTo>
                <a:lnTo>
                  <a:pt x="201516" y="229900"/>
                </a:lnTo>
                <a:lnTo>
                  <a:pt x="201207" y="230102"/>
                </a:lnTo>
                <a:lnTo>
                  <a:pt x="200916" y="230326"/>
                </a:lnTo>
                <a:lnTo>
                  <a:pt x="200642" y="230572"/>
                </a:lnTo>
                <a:lnTo>
                  <a:pt x="200387" y="230839"/>
                </a:lnTo>
                <a:lnTo>
                  <a:pt x="200152" y="231126"/>
                </a:lnTo>
                <a:lnTo>
                  <a:pt x="199938" y="231432"/>
                </a:lnTo>
                <a:lnTo>
                  <a:pt x="199746" y="231757"/>
                </a:lnTo>
                <a:lnTo>
                  <a:pt x="199576" y="232099"/>
                </a:lnTo>
                <a:lnTo>
                  <a:pt x="199430" y="232459"/>
                </a:lnTo>
                <a:lnTo>
                  <a:pt x="199308" y="232834"/>
                </a:lnTo>
                <a:lnTo>
                  <a:pt x="199211" y="233226"/>
                </a:lnTo>
                <a:lnTo>
                  <a:pt x="199141" y="233631"/>
                </a:lnTo>
                <a:lnTo>
                  <a:pt x="199099" y="234051"/>
                </a:lnTo>
                <a:lnTo>
                  <a:pt x="199084" y="234484"/>
                </a:lnTo>
                <a:lnTo>
                  <a:pt x="199084" y="239373"/>
                </a:lnTo>
                <a:lnTo>
                  <a:pt x="194277" y="238482"/>
                </a:lnTo>
                <a:lnTo>
                  <a:pt x="193849" y="238417"/>
                </a:lnTo>
                <a:lnTo>
                  <a:pt x="193428" y="238383"/>
                </a:lnTo>
                <a:lnTo>
                  <a:pt x="193017" y="238378"/>
                </a:lnTo>
                <a:lnTo>
                  <a:pt x="192615" y="238401"/>
                </a:lnTo>
                <a:lnTo>
                  <a:pt x="192223" y="238452"/>
                </a:lnTo>
                <a:lnTo>
                  <a:pt x="191843" y="238531"/>
                </a:lnTo>
                <a:close/>
                <a:moveTo>
                  <a:pt x="211098" y="99252"/>
                </a:moveTo>
                <a:lnTo>
                  <a:pt x="210928" y="98846"/>
                </a:lnTo>
                <a:lnTo>
                  <a:pt x="210736" y="98450"/>
                </a:lnTo>
                <a:lnTo>
                  <a:pt x="210522" y="98065"/>
                </a:lnTo>
                <a:lnTo>
                  <a:pt x="210287" y="97691"/>
                </a:lnTo>
                <a:lnTo>
                  <a:pt x="210032" y="97329"/>
                </a:lnTo>
                <a:lnTo>
                  <a:pt x="209758" y="96982"/>
                </a:lnTo>
                <a:lnTo>
                  <a:pt x="209467" y="96650"/>
                </a:lnTo>
                <a:lnTo>
                  <a:pt x="209158" y="96333"/>
                </a:lnTo>
                <a:lnTo>
                  <a:pt x="208833" y="96034"/>
                </a:lnTo>
                <a:lnTo>
                  <a:pt x="208493" y="95753"/>
                </a:lnTo>
                <a:lnTo>
                  <a:pt x="208139" y="95492"/>
                </a:lnTo>
                <a:lnTo>
                  <a:pt x="207771" y="95251"/>
                </a:lnTo>
                <a:lnTo>
                  <a:pt x="207391" y="95032"/>
                </a:lnTo>
                <a:lnTo>
                  <a:pt x="206999" y="94835"/>
                </a:lnTo>
                <a:lnTo>
                  <a:pt x="206597" y="94663"/>
                </a:lnTo>
                <a:lnTo>
                  <a:pt x="206185" y="94515"/>
                </a:lnTo>
                <a:lnTo>
                  <a:pt x="205765" y="94394"/>
                </a:lnTo>
                <a:lnTo>
                  <a:pt x="205337" y="94300"/>
                </a:lnTo>
                <a:lnTo>
                  <a:pt x="204909" y="94235"/>
                </a:lnTo>
                <a:lnTo>
                  <a:pt x="204489" y="94201"/>
                </a:lnTo>
                <a:lnTo>
                  <a:pt x="204077" y="94196"/>
                </a:lnTo>
                <a:lnTo>
                  <a:pt x="203675" y="94219"/>
                </a:lnTo>
                <a:lnTo>
                  <a:pt x="203283" y="94270"/>
                </a:lnTo>
                <a:lnTo>
                  <a:pt x="202903" y="94349"/>
                </a:lnTo>
                <a:lnTo>
                  <a:pt x="202536" y="94453"/>
                </a:lnTo>
                <a:lnTo>
                  <a:pt x="202181" y="94583"/>
                </a:lnTo>
                <a:lnTo>
                  <a:pt x="201841" y="94738"/>
                </a:lnTo>
                <a:lnTo>
                  <a:pt x="201516" y="94917"/>
                </a:lnTo>
                <a:lnTo>
                  <a:pt x="201207" y="95119"/>
                </a:lnTo>
                <a:lnTo>
                  <a:pt x="200916" y="95343"/>
                </a:lnTo>
                <a:lnTo>
                  <a:pt x="200642" y="95589"/>
                </a:lnTo>
                <a:lnTo>
                  <a:pt x="200387" y="95856"/>
                </a:lnTo>
                <a:lnTo>
                  <a:pt x="200152" y="96143"/>
                </a:lnTo>
                <a:lnTo>
                  <a:pt x="199938" y="96449"/>
                </a:lnTo>
                <a:lnTo>
                  <a:pt x="199746" y="96774"/>
                </a:lnTo>
                <a:lnTo>
                  <a:pt x="199576" y="97116"/>
                </a:lnTo>
                <a:lnTo>
                  <a:pt x="199430" y="97476"/>
                </a:lnTo>
                <a:lnTo>
                  <a:pt x="199308" y="97851"/>
                </a:lnTo>
                <a:lnTo>
                  <a:pt x="199211" y="98242"/>
                </a:lnTo>
                <a:lnTo>
                  <a:pt x="199141" y="98648"/>
                </a:lnTo>
                <a:lnTo>
                  <a:pt x="199099" y="99068"/>
                </a:lnTo>
                <a:lnTo>
                  <a:pt x="199084" y="99500"/>
                </a:lnTo>
                <a:lnTo>
                  <a:pt x="199084" y="121998"/>
                </a:lnTo>
                <a:lnTo>
                  <a:pt x="199099" y="122436"/>
                </a:lnTo>
                <a:lnTo>
                  <a:pt x="199141" y="122871"/>
                </a:lnTo>
                <a:lnTo>
                  <a:pt x="199211" y="123303"/>
                </a:lnTo>
                <a:lnTo>
                  <a:pt x="199308" y="123729"/>
                </a:lnTo>
                <a:lnTo>
                  <a:pt x="199430" y="124150"/>
                </a:lnTo>
                <a:lnTo>
                  <a:pt x="199576" y="124564"/>
                </a:lnTo>
                <a:lnTo>
                  <a:pt x="199746" y="124969"/>
                </a:lnTo>
                <a:lnTo>
                  <a:pt x="199938" y="125365"/>
                </a:lnTo>
                <a:lnTo>
                  <a:pt x="200152" y="125751"/>
                </a:lnTo>
                <a:lnTo>
                  <a:pt x="200387" y="126125"/>
                </a:lnTo>
                <a:lnTo>
                  <a:pt x="200642" y="126486"/>
                </a:lnTo>
                <a:lnTo>
                  <a:pt x="200916" y="126834"/>
                </a:lnTo>
                <a:lnTo>
                  <a:pt x="201207" y="127166"/>
                </a:lnTo>
                <a:lnTo>
                  <a:pt x="201516" y="127482"/>
                </a:lnTo>
                <a:lnTo>
                  <a:pt x="201841" y="127782"/>
                </a:lnTo>
                <a:lnTo>
                  <a:pt x="202181" y="128062"/>
                </a:lnTo>
                <a:lnTo>
                  <a:pt x="202536" y="128324"/>
                </a:lnTo>
                <a:lnTo>
                  <a:pt x="202903" y="128565"/>
                </a:lnTo>
                <a:lnTo>
                  <a:pt x="203283" y="128784"/>
                </a:lnTo>
                <a:lnTo>
                  <a:pt x="203675" y="128980"/>
                </a:lnTo>
                <a:lnTo>
                  <a:pt x="204077" y="129153"/>
                </a:lnTo>
                <a:lnTo>
                  <a:pt x="204489" y="129300"/>
                </a:lnTo>
                <a:lnTo>
                  <a:pt x="204909" y="129422"/>
                </a:lnTo>
                <a:lnTo>
                  <a:pt x="205337" y="129516"/>
                </a:lnTo>
                <a:lnTo>
                  <a:pt x="205765" y="129580"/>
                </a:lnTo>
                <a:lnTo>
                  <a:pt x="206185" y="129615"/>
                </a:lnTo>
                <a:lnTo>
                  <a:pt x="206597" y="129620"/>
                </a:lnTo>
                <a:lnTo>
                  <a:pt x="206999" y="129596"/>
                </a:lnTo>
                <a:lnTo>
                  <a:pt x="207391" y="129545"/>
                </a:lnTo>
                <a:lnTo>
                  <a:pt x="207771" y="129467"/>
                </a:lnTo>
                <a:lnTo>
                  <a:pt x="208139" y="129362"/>
                </a:lnTo>
                <a:lnTo>
                  <a:pt x="208493" y="129232"/>
                </a:lnTo>
                <a:lnTo>
                  <a:pt x="208833" y="129077"/>
                </a:lnTo>
                <a:lnTo>
                  <a:pt x="209158" y="128899"/>
                </a:lnTo>
                <a:lnTo>
                  <a:pt x="209467" y="128697"/>
                </a:lnTo>
                <a:lnTo>
                  <a:pt x="209758" y="128472"/>
                </a:lnTo>
                <a:lnTo>
                  <a:pt x="210032" y="128226"/>
                </a:lnTo>
                <a:lnTo>
                  <a:pt x="210287" y="127960"/>
                </a:lnTo>
                <a:lnTo>
                  <a:pt x="210522" y="127673"/>
                </a:lnTo>
                <a:lnTo>
                  <a:pt x="210736" y="127367"/>
                </a:lnTo>
                <a:lnTo>
                  <a:pt x="210928" y="127042"/>
                </a:lnTo>
                <a:lnTo>
                  <a:pt x="211098" y="126699"/>
                </a:lnTo>
                <a:lnTo>
                  <a:pt x="211245" y="126340"/>
                </a:lnTo>
                <a:lnTo>
                  <a:pt x="211366" y="125964"/>
                </a:lnTo>
                <a:lnTo>
                  <a:pt x="211463" y="125573"/>
                </a:lnTo>
                <a:lnTo>
                  <a:pt x="211533" y="125168"/>
                </a:lnTo>
                <a:lnTo>
                  <a:pt x="211575" y="124748"/>
                </a:lnTo>
                <a:lnTo>
                  <a:pt x="211590" y="124315"/>
                </a:lnTo>
                <a:lnTo>
                  <a:pt x="211590" y="101818"/>
                </a:lnTo>
                <a:lnTo>
                  <a:pt x="211575" y="101380"/>
                </a:lnTo>
                <a:lnTo>
                  <a:pt x="211533" y="100945"/>
                </a:lnTo>
                <a:lnTo>
                  <a:pt x="211463" y="100513"/>
                </a:lnTo>
                <a:lnTo>
                  <a:pt x="211366" y="100086"/>
                </a:lnTo>
                <a:lnTo>
                  <a:pt x="211245" y="99665"/>
                </a:lnTo>
                <a:lnTo>
                  <a:pt x="211098" y="99252"/>
                </a:lnTo>
                <a:close/>
                <a:moveTo>
                  <a:pt x="211098" y="166743"/>
                </a:moveTo>
                <a:lnTo>
                  <a:pt x="210928" y="166338"/>
                </a:lnTo>
                <a:lnTo>
                  <a:pt x="210736" y="165942"/>
                </a:lnTo>
                <a:lnTo>
                  <a:pt x="210522" y="165556"/>
                </a:lnTo>
                <a:lnTo>
                  <a:pt x="210287" y="165182"/>
                </a:lnTo>
                <a:lnTo>
                  <a:pt x="210032" y="164821"/>
                </a:lnTo>
                <a:lnTo>
                  <a:pt x="209758" y="164474"/>
                </a:lnTo>
                <a:lnTo>
                  <a:pt x="209467" y="164141"/>
                </a:lnTo>
                <a:lnTo>
                  <a:pt x="209158" y="163825"/>
                </a:lnTo>
                <a:lnTo>
                  <a:pt x="208833" y="163526"/>
                </a:lnTo>
                <a:lnTo>
                  <a:pt x="208493" y="163245"/>
                </a:lnTo>
                <a:lnTo>
                  <a:pt x="208139" y="162983"/>
                </a:lnTo>
                <a:lnTo>
                  <a:pt x="207771" y="162743"/>
                </a:lnTo>
                <a:lnTo>
                  <a:pt x="207391" y="162523"/>
                </a:lnTo>
                <a:lnTo>
                  <a:pt x="206999" y="162327"/>
                </a:lnTo>
                <a:lnTo>
                  <a:pt x="206597" y="162154"/>
                </a:lnTo>
                <a:lnTo>
                  <a:pt x="206185" y="162007"/>
                </a:lnTo>
                <a:lnTo>
                  <a:pt x="205765" y="161886"/>
                </a:lnTo>
                <a:lnTo>
                  <a:pt x="205337" y="161792"/>
                </a:lnTo>
                <a:lnTo>
                  <a:pt x="204909" y="161727"/>
                </a:lnTo>
                <a:lnTo>
                  <a:pt x="204489" y="161692"/>
                </a:lnTo>
                <a:lnTo>
                  <a:pt x="204077" y="161687"/>
                </a:lnTo>
                <a:lnTo>
                  <a:pt x="203675" y="161711"/>
                </a:lnTo>
                <a:lnTo>
                  <a:pt x="203283" y="161762"/>
                </a:lnTo>
                <a:lnTo>
                  <a:pt x="202903" y="161840"/>
                </a:lnTo>
                <a:lnTo>
                  <a:pt x="202536" y="161945"/>
                </a:lnTo>
                <a:lnTo>
                  <a:pt x="202181" y="162075"/>
                </a:lnTo>
                <a:lnTo>
                  <a:pt x="201841" y="162230"/>
                </a:lnTo>
                <a:lnTo>
                  <a:pt x="201516" y="162409"/>
                </a:lnTo>
                <a:lnTo>
                  <a:pt x="201207" y="162610"/>
                </a:lnTo>
                <a:lnTo>
                  <a:pt x="200916" y="162835"/>
                </a:lnTo>
                <a:lnTo>
                  <a:pt x="200642" y="163081"/>
                </a:lnTo>
                <a:lnTo>
                  <a:pt x="200387" y="163348"/>
                </a:lnTo>
                <a:lnTo>
                  <a:pt x="200152" y="163634"/>
                </a:lnTo>
                <a:lnTo>
                  <a:pt x="199938" y="163941"/>
                </a:lnTo>
                <a:lnTo>
                  <a:pt x="199746" y="164265"/>
                </a:lnTo>
                <a:lnTo>
                  <a:pt x="199576" y="164608"/>
                </a:lnTo>
                <a:lnTo>
                  <a:pt x="199430" y="164967"/>
                </a:lnTo>
                <a:lnTo>
                  <a:pt x="199308" y="165343"/>
                </a:lnTo>
                <a:lnTo>
                  <a:pt x="199211" y="165734"/>
                </a:lnTo>
                <a:lnTo>
                  <a:pt x="199141" y="166140"/>
                </a:lnTo>
                <a:lnTo>
                  <a:pt x="199099" y="166559"/>
                </a:lnTo>
                <a:lnTo>
                  <a:pt x="199084" y="166992"/>
                </a:lnTo>
                <a:lnTo>
                  <a:pt x="199084" y="189489"/>
                </a:lnTo>
                <a:lnTo>
                  <a:pt x="199099" y="189927"/>
                </a:lnTo>
                <a:lnTo>
                  <a:pt x="199141" y="190363"/>
                </a:lnTo>
                <a:lnTo>
                  <a:pt x="199211" y="190794"/>
                </a:lnTo>
                <a:lnTo>
                  <a:pt x="199308" y="191221"/>
                </a:lnTo>
                <a:lnTo>
                  <a:pt x="199430" y="191642"/>
                </a:lnTo>
                <a:lnTo>
                  <a:pt x="199576" y="192055"/>
                </a:lnTo>
                <a:lnTo>
                  <a:pt x="199746" y="192461"/>
                </a:lnTo>
                <a:lnTo>
                  <a:pt x="199938" y="192857"/>
                </a:lnTo>
                <a:lnTo>
                  <a:pt x="200152" y="193243"/>
                </a:lnTo>
                <a:lnTo>
                  <a:pt x="200387" y="193616"/>
                </a:lnTo>
                <a:lnTo>
                  <a:pt x="200642" y="193978"/>
                </a:lnTo>
                <a:lnTo>
                  <a:pt x="200916" y="194325"/>
                </a:lnTo>
                <a:lnTo>
                  <a:pt x="201207" y="194658"/>
                </a:lnTo>
                <a:lnTo>
                  <a:pt x="201516" y="194974"/>
                </a:lnTo>
                <a:lnTo>
                  <a:pt x="201841" y="195273"/>
                </a:lnTo>
                <a:lnTo>
                  <a:pt x="202181" y="195554"/>
                </a:lnTo>
                <a:lnTo>
                  <a:pt x="202536" y="195815"/>
                </a:lnTo>
                <a:lnTo>
                  <a:pt x="202903" y="196056"/>
                </a:lnTo>
                <a:lnTo>
                  <a:pt x="203283" y="196276"/>
                </a:lnTo>
                <a:lnTo>
                  <a:pt x="203675" y="196472"/>
                </a:lnTo>
                <a:lnTo>
                  <a:pt x="204077" y="196644"/>
                </a:lnTo>
                <a:lnTo>
                  <a:pt x="204489" y="196792"/>
                </a:lnTo>
                <a:lnTo>
                  <a:pt x="204909" y="196913"/>
                </a:lnTo>
                <a:lnTo>
                  <a:pt x="205337" y="197007"/>
                </a:lnTo>
                <a:lnTo>
                  <a:pt x="205765" y="197072"/>
                </a:lnTo>
                <a:lnTo>
                  <a:pt x="206185" y="197106"/>
                </a:lnTo>
                <a:lnTo>
                  <a:pt x="206597" y="197111"/>
                </a:lnTo>
                <a:lnTo>
                  <a:pt x="206999" y="197088"/>
                </a:lnTo>
                <a:lnTo>
                  <a:pt x="207391" y="197037"/>
                </a:lnTo>
                <a:lnTo>
                  <a:pt x="207771" y="196958"/>
                </a:lnTo>
                <a:lnTo>
                  <a:pt x="208139" y="196854"/>
                </a:lnTo>
                <a:lnTo>
                  <a:pt x="208493" y="196724"/>
                </a:lnTo>
                <a:lnTo>
                  <a:pt x="208833" y="196569"/>
                </a:lnTo>
                <a:lnTo>
                  <a:pt x="209158" y="196390"/>
                </a:lnTo>
                <a:lnTo>
                  <a:pt x="209467" y="196188"/>
                </a:lnTo>
                <a:lnTo>
                  <a:pt x="209758" y="195964"/>
                </a:lnTo>
                <a:lnTo>
                  <a:pt x="210032" y="195718"/>
                </a:lnTo>
                <a:lnTo>
                  <a:pt x="210287" y="195451"/>
                </a:lnTo>
                <a:lnTo>
                  <a:pt x="210522" y="195164"/>
                </a:lnTo>
                <a:lnTo>
                  <a:pt x="210736" y="194858"/>
                </a:lnTo>
                <a:lnTo>
                  <a:pt x="210928" y="194534"/>
                </a:lnTo>
                <a:lnTo>
                  <a:pt x="211098" y="194191"/>
                </a:lnTo>
                <a:lnTo>
                  <a:pt x="211245" y="193832"/>
                </a:lnTo>
                <a:lnTo>
                  <a:pt x="211366" y="193456"/>
                </a:lnTo>
                <a:lnTo>
                  <a:pt x="211463" y="193065"/>
                </a:lnTo>
                <a:lnTo>
                  <a:pt x="211533" y="192659"/>
                </a:lnTo>
                <a:lnTo>
                  <a:pt x="211575" y="192240"/>
                </a:lnTo>
                <a:lnTo>
                  <a:pt x="211590" y="191807"/>
                </a:lnTo>
                <a:lnTo>
                  <a:pt x="211590" y="169310"/>
                </a:lnTo>
                <a:lnTo>
                  <a:pt x="211575" y="168872"/>
                </a:lnTo>
                <a:lnTo>
                  <a:pt x="211533" y="168436"/>
                </a:lnTo>
                <a:lnTo>
                  <a:pt x="211463" y="168005"/>
                </a:lnTo>
                <a:lnTo>
                  <a:pt x="211366" y="167578"/>
                </a:lnTo>
                <a:lnTo>
                  <a:pt x="211245" y="167157"/>
                </a:lnTo>
                <a:lnTo>
                  <a:pt x="211098" y="166743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B4CAFC-D9A3-4060-AE03-FB450DC1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350" y="1653063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33E252-BC63-493A-AEB7-D04CC7BA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097" y="1645545"/>
            <a:ext cx="211590" cy="254409"/>
          </a:xfrm>
          <a:custGeom xmlns:a="http://schemas.openxmlformats.org/drawingml/2006/main">
            <a:pathLst>
              <a:path w="211590" h="254409">
                <a:moveTo>
                  <a:pt x="57" y="18481"/>
                </a:moveTo>
                <a:lnTo>
                  <a:pt x="127" y="18913"/>
                </a:lnTo>
                <a:lnTo>
                  <a:pt x="223" y="19340"/>
                </a:lnTo>
                <a:lnTo>
                  <a:pt x="345" y="19760"/>
                </a:lnTo>
                <a:lnTo>
                  <a:pt x="491" y="20174"/>
                </a:lnTo>
                <a:lnTo>
                  <a:pt x="661" y="20579"/>
                </a:lnTo>
                <a:lnTo>
                  <a:pt x="854" y="20976"/>
                </a:lnTo>
                <a:lnTo>
                  <a:pt x="1068" y="21361"/>
                </a:lnTo>
                <a:lnTo>
                  <a:pt x="1303" y="21735"/>
                </a:lnTo>
                <a:lnTo>
                  <a:pt x="1558" y="22096"/>
                </a:lnTo>
                <a:lnTo>
                  <a:pt x="1831" y="22444"/>
                </a:lnTo>
                <a:lnTo>
                  <a:pt x="2123" y="22776"/>
                </a:lnTo>
                <a:lnTo>
                  <a:pt x="2432" y="23093"/>
                </a:lnTo>
                <a:lnTo>
                  <a:pt x="2757" y="23392"/>
                </a:lnTo>
                <a:lnTo>
                  <a:pt x="3097" y="23673"/>
                </a:lnTo>
                <a:lnTo>
                  <a:pt x="3451" y="23934"/>
                </a:lnTo>
                <a:lnTo>
                  <a:pt x="3819" y="24175"/>
                </a:lnTo>
                <a:lnTo>
                  <a:pt x="4199" y="24394"/>
                </a:lnTo>
                <a:lnTo>
                  <a:pt x="4590" y="24590"/>
                </a:lnTo>
                <a:lnTo>
                  <a:pt x="4993" y="24763"/>
                </a:lnTo>
                <a:lnTo>
                  <a:pt x="5404" y="24910"/>
                </a:lnTo>
                <a:lnTo>
                  <a:pt x="5825" y="25032"/>
                </a:lnTo>
                <a:lnTo>
                  <a:pt x="6253" y="25126"/>
                </a:lnTo>
                <a:lnTo>
                  <a:pt x="6681" y="25190"/>
                </a:lnTo>
                <a:lnTo>
                  <a:pt x="7101" y="25225"/>
                </a:lnTo>
                <a:lnTo>
                  <a:pt x="7513" y="25230"/>
                </a:lnTo>
                <a:lnTo>
                  <a:pt x="7915" y="25207"/>
                </a:lnTo>
                <a:lnTo>
                  <a:pt x="8306" y="25155"/>
                </a:lnTo>
                <a:lnTo>
                  <a:pt x="8686" y="25077"/>
                </a:lnTo>
                <a:lnTo>
                  <a:pt x="9054" y="24972"/>
                </a:lnTo>
                <a:lnTo>
                  <a:pt x="9408" y="24842"/>
                </a:lnTo>
                <a:lnTo>
                  <a:pt x="9749" y="24688"/>
                </a:lnTo>
                <a:lnTo>
                  <a:pt x="10073" y="24509"/>
                </a:lnTo>
                <a:lnTo>
                  <a:pt x="10382" y="24307"/>
                </a:lnTo>
                <a:lnTo>
                  <a:pt x="10674" y="24083"/>
                </a:lnTo>
                <a:lnTo>
                  <a:pt x="10948" y="23837"/>
                </a:lnTo>
                <a:lnTo>
                  <a:pt x="11202" y="23570"/>
                </a:lnTo>
                <a:lnTo>
                  <a:pt x="11437" y="23283"/>
                </a:lnTo>
                <a:lnTo>
                  <a:pt x="11652" y="22977"/>
                </a:lnTo>
                <a:lnTo>
                  <a:pt x="11844" y="22652"/>
                </a:lnTo>
                <a:lnTo>
                  <a:pt x="12014" y="22310"/>
                </a:lnTo>
                <a:lnTo>
                  <a:pt x="12160" y="21950"/>
                </a:lnTo>
                <a:lnTo>
                  <a:pt x="12282" y="21575"/>
                </a:lnTo>
                <a:lnTo>
                  <a:pt x="12378" y="21183"/>
                </a:lnTo>
                <a:lnTo>
                  <a:pt x="12448" y="20778"/>
                </a:lnTo>
                <a:lnTo>
                  <a:pt x="12491" y="20358"/>
                </a:lnTo>
                <a:lnTo>
                  <a:pt x="12505" y="19925"/>
                </a:lnTo>
                <a:lnTo>
                  <a:pt x="12505" y="15036"/>
                </a:lnTo>
                <a:lnTo>
                  <a:pt x="17313" y="15927"/>
                </a:lnTo>
                <a:lnTo>
                  <a:pt x="17741" y="15992"/>
                </a:lnTo>
                <a:lnTo>
                  <a:pt x="18161" y="16026"/>
                </a:lnTo>
                <a:lnTo>
                  <a:pt x="18573" y="16031"/>
                </a:lnTo>
                <a:lnTo>
                  <a:pt x="18975" y="16008"/>
                </a:lnTo>
                <a:lnTo>
                  <a:pt x="19367" y="15957"/>
                </a:lnTo>
                <a:lnTo>
                  <a:pt x="19747" y="15878"/>
                </a:lnTo>
                <a:lnTo>
                  <a:pt x="20114" y="15774"/>
                </a:lnTo>
                <a:lnTo>
                  <a:pt x="20469" y="15644"/>
                </a:lnTo>
                <a:lnTo>
                  <a:pt x="20809" y="15489"/>
                </a:lnTo>
                <a:lnTo>
                  <a:pt x="21134" y="15310"/>
                </a:lnTo>
                <a:lnTo>
                  <a:pt x="21442" y="15108"/>
                </a:lnTo>
                <a:lnTo>
                  <a:pt x="21734" y="14884"/>
                </a:lnTo>
                <a:lnTo>
                  <a:pt x="22008" y="14638"/>
                </a:lnTo>
                <a:lnTo>
                  <a:pt x="22263" y="14371"/>
                </a:lnTo>
                <a:lnTo>
                  <a:pt x="22498" y="14084"/>
                </a:lnTo>
                <a:lnTo>
                  <a:pt x="22712" y="13778"/>
                </a:lnTo>
                <a:lnTo>
                  <a:pt x="22904" y="13453"/>
                </a:lnTo>
                <a:lnTo>
                  <a:pt x="23074" y="13111"/>
                </a:lnTo>
                <a:lnTo>
                  <a:pt x="23220" y="12751"/>
                </a:lnTo>
                <a:lnTo>
                  <a:pt x="23342" y="12376"/>
                </a:lnTo>
                <a:lnTo>
                  <a:pt x="23438" y="11985"/>
                </a:lnTo>
                <a:lnTo>
                  <a:pt x="23508" y="11579"/>
                </a:lnTo>
                <a:lnTo>
                  <a:pt x="23551" y="11159"/>
                </a:lnTo>
                <a:lnTo>
                  <a:pt x="23566" y="10727"/>
                </a:lnTo>
                <a:lnTo>
                  <a:pt x="23551" y="10289"/>
                </a:lnTo>
                <a:lnTo>
                  <a:pt x="23508" y="9853"/>
                </a:lnTo>
                <a:lnTo>
                  <a:pt x="23438" y="9422"/>
                </a:lnTo>
                <a:lnTo>
                  <a:pt x="23342" y="8995"/>
                </a:lnTo>
                <a:lnTo>
                  <a:pt x="23220" y="8574"/>
                </a:lnTo>
                <a:lnTo>
                  <a:pt x="23074" y="8160"/>
                </a:lnTo>
                <a:lnTo>
                  <a:pt x="22904" y="7755"/>
                </a:lnTo>
                <a:lnTo>
                  <a:pt x="22712" y="7359"/>
                </a:lnTo>
                <a:lnTo>
                  <a:pt x="22498" y="6973"/>
                </a:lnTo>
                <a:lnTo>
                  <a:pt x="22263" y="6599"/>
                </a:lnTo>
                <a:lnTo>
                  <a:pt x="22008" y="6238"/>
                </a:lnTo>
                <a:lnTo>
                  <a:pt x="21734" y="5891"/>
                </a:lnTo>
                <a:lnTo>
                  <a:pt x="21442" y="5558"/>
                </a:lnTo>
                <a:lnTo>
                  <a:pt x="21134" y="5242"/>
                </a:lnTo>
                <a:lnTo>
                  <a:pt x="20809" y="4943"/>
                </a:lnTo>
                <a:lnTo>
                  <a:pt x="20469" y="4662"/>
                </a:lnTo>
                <a:lnTo>
                  <a:pt x="20114" y="4400"/>
                </a:lnTo>
                <a:lnTo>
                  <a:pt x="19747" y="4160"/>
                </a:lnTo>
                <a:lnTo>
                  <a:pt x="19367" y="3940"/>
                </a:lnTo>
                <a:lnTo>
                  <a:pt x="18975" y="3744"/>
                </a:lnTo>
                <a:lnTo>
                  <a:pt x="18573" y="3572"/>
                </a:lnTo>
                <a:lnTo>
                  <a:pt x="18161" y="3424"/>
                </a:lnTo>
                <a:lnTo>
                  <a:pt x="17741" y="3303"/>
                </a:lnTo>
                <a:lnTo>
                  <a:pt x="17313" y="3209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lnTo>
                  <a:pt x="0" y="17608"/>
                </a:lnTo>
                <a:lnTo>
                  <a:pt x="14" y="18046"/>
                </a:lnTo>
                <a:lnTo>
                  <a:pt x="57" y="18481"/>
                </a:lnTo>
                <a:close/>
                <a:moveTo>
                  <a:pt x="12014" y="62354"/>
                </a:moveTo>
                <a:lnTo>
                  <a:pt x="11844" y="61948"/>
                </a:lnTo>
                <a:lnTo>
                  <a:pt x="11652" y="61552"/>
                </a:lnTo>
                <a:lnTo>
                  <a:pt x="11437" y="61166"/>
                </a:lnTo>
                <a:lnTo>
                  <a:pt x="11202" y="60793"/>
                </a:lnTo>
                <a:lnTo>
                  <a:pt x="10948" y="60431"/>
                </a:lnTo>
                <a:lnTo>
                  <a:pt x="10674" y="60084"/>
                </a:lnTo>
                <a:lnTo>
                  <a:pt x="10382" y="59751"/>
                </a:lnTo>
                <a:lnTo>
                  <a:pt x="10073" y="59435"/>
                </a:lnTo>
                <a:lnTo>
                  <a:pt x="9749" y="59136"/>
                </a:lnTo>
                <a:lnTo>
                  <a:pt x="9408" y="58855"/>
                </a:lnTo>
                <a:lnTo>
                  <a:pt x="9054" y="58594"/>
                </a:lnTo>
                <a:lnTo>
                  <a:pt x="8686" y="58353"/>
                </a:lnTo>
                <a:lnTo>
                  <a:pt x="8306" y="58134"/>
                </a:lnTo>
                <a:lnTo>
                  <a:pt x="7915" y="57937"/>
                </a:lnTo>
                <a:lnTo>
                  <a:pt x="7513" y="57765"/>
                </a:lnTo>
                <a:lnTo>
                  <a:pt x="7101" y="57617"/>
                </a:lnTo>
                <a:lnTo>
                  <a:pt x="6681" y="57496"/>
                </a:lnTo>
                <a:lnTo>
                  <a:pt x="6253" y="57402"/>
                </a:lnTo>
                <a:lnTo>
                  <a:pt x="5825" y="57337"/>
                </a:lnTo>
                <a:lnTo>
                  <a:pt x="5404" y="57303"/>
                </a:lnTo>
                <a:lnTo>
                  <a:pt x="4993" y="57298"/>
                </a:lnTo>
                <a:lnTo>
                  <a:pt x="4590" y="57321"/>
                </a:lnTo>
                <a:lnTo>
                  <a:pt x="4199" y="57372"/>
                </a:lnTo>
                <a:lnTo>
                  <a:pt x="3819" y="57451"/>
                </a:lnTo>
                <a:lnTo>
                  <a:pt x="3451" y="57555"/>
                </a:lnTo>
                <a:lnTo>
                  <a:pt x="3097" y="57685"/>
                </a:lnTo>
                <a:lnTo>
                  <a:pt x="2757" y="57840"/>
                </a:lnTo>
                <a:lnTo>
                  <a:pt x="2432" y="58019"/>
                </a:lnTo>
                <a:lnTo>
                  <a:pt x="2123" y="58221"/>
                </a:lnTo>
                <a:lnTo>
                  <a:pt x="1831" y="58445"/>
                </a:lnTo>
                <a:lnTo>
                  <a:pt x="1558" y="58691"/>
                </a:lnTo>
                <a:lnTo>
                  <a:pt x="1303" y="58958"/>
                </a:lnTo>
                <a:lnTo>
                  <a:pt x="1068" y="59245"/>
                </a:lnTo>
                <a:lnTo>
                  <a:pt x="854" y="59551"/>
                </a:lnTo>
                <a:lnTo>
                  <a:pt x="661" y="59875"/>
                </a:lnTo>
                <a:lnTo>
                  <a:pt x="491" y="60218"/>
                </a:lnTo>
                <a:lnTo>
                  <a:pt x="345" y="60577"/>
                </a:lnTo>
                <a:lnTo>
                  <a:pt x="223" y="60953"/>
                </a:lnTo>
                <a:lnTo>
                  <a:pt x="127" y="61344"/>
                </a:lnTo>
                <a:lnTo>
                  <a:pt x="57" y="61750"/>
                </a:lnTo>
                <a:lnTo>
                  <a:pt x="14" y="62169"/>
                </a:lnTo>
                <a:lnTo>
                  <a:pt x="0" y="62602"/>
                </a:lnTo>
                <a:lnTo>
                  <a:pt x="0" y="85099"/>
                </a:lnTo>
                <a:lnTo>
                  <a:pt x="14" y="85537"/>
                </a:lnTo>
                <a:lnTo>
                  <a:pt x="57" y="85973"/>
                </a:lnTo>
                <a:lnTo>
                  <a:pt x="127" y="86404"/>
                </a:lnTo>
                <a:lnTo>
                  <a:pt x="223" y="86831"/>
                </a:lnTo>
                <a:lnTo>
                  <a:pt x="345" y="87252"/>
                </a:lnTo>
                <a:lnTo>
                  <a:pt x="491" y="87666"/>
                </a:lnTo>
                <a:lnTo>
                  <a:pt x="661" y="88071"/>
                </a:lnTo>
                <a:lnTo>
                  <a:pt x="854" y="88467"/>
                </a:lnTo>
                <a:lnTo>
                  <a:pt x="1068" y="88853"/>
                </a:lnTo>
                <a:lnTo>
                  <a:pt x="1303" y="89227"/>
                </a:lnTo>
                <a:lnTo>
                  <a:pt x="1558" y="89588"/>
                </a:lnTo>
                <a:lnTo>
                  <a:pt x="1831" y="89935"/>
                </a:lnTo>
                <a:lnTo>
                  <a:pt x="2123" y="90268"/>
                </a:lnTo>
                <a:lnTo>
                  <a:pt x="2432" y="90584"/>
                </a:lnTo>
                <a:lnTo>
                  <a:pt x="2757" y="90883"/>
                </a:lnTo>
                <a:lnTo>
                  <a:pt x="3097" y="91164"/>
                </a:lnTo>
                <a:lnTo>
                  <a:pt x="3451" y="91426"/>
                </a:lnTo>
                <a:lnTo>
                  <a:pt x="3819" y="91667"/>
                </a:lnTo>
                <a:lnTo>
                  <a:pt x="4199" y="91886"/>
                </a:lnTo>
                <a:lnTo>
                  <a:pt x="4590" y="92082"/>
                </a:lnTo>
                <a:lnTo>
                  <a:pt x="4993" y="92255"/>
                </a:lnTo>
                <a:lnTo>
                  <a:pt x="5404" y="92402"/>
                </a:lnTo>
                <a:lnTo>
                  <a:pt x="5825" y="92523"/>
                </a:lnTo>
                <a:lnTo>
                  <a:pt x="6253" y="92617"/>
                </a:lnTo>
                <a:lnTo>
                  <a:pt x="6681" y="92682"/>
                </a:lnTo>
                <a:lnTo>
                  <a:pt x="7101" y="92717"/>
                </a:lnTo>
                <a:lnTo>
                  <a:pt x="7513" y="92722"/>
                </a:lnTo>
                <a:lnTo>
                  <a:pt x="7915" y="92698"/>
                </a:lnTo>
                <a:lnTo>
                  <a:pt x="8306" y="92647"/>
                </a:lnTo>
                <a:lnTo>
                  <a:pt x="8686" y="92569"/>
                </a:lnTo>
                <a:lnTo>
                  <a:pt x="9054" y="92464"/>
                </a:lnTo>
                <a:lnTo>
                  <a:pt x="9408" y="92334"/>
                </a:lnTo>
                <a:lnTo>
                  <a:pt x="9749" y="92179"/>
                </a:lnTo>
                <a:lnTo>
                  <a:pt x="10073" y="92000"/>
                </a:lnTo>
                <a:lnTo>
                  <a:pt x="10382" y="91799"/>
                </a:lnTo>
                <a:lnTo>
                  <a:pt x="10674" y="91574"/>
                </a:lnTo>
                <a:lnTo>
                  <a:pt x="10948" y="91328"/>
                </a:lnTo>
                <a:lnTo>
                  <a:pt x="11202" y="91061"/>
                </a:lnTo>
                <a:lnTo>
                  <a:pt x="11437" y="90775"/>
                </a:lnTo>
                <a:lnTo>
                  <a:pt x="11652" y="90468"/>
                </a:lnTo>
                <a:lnTo>
                  <a:pt x="11844" y="90144"/>
                </a:lnTo>
                <a:lnTo>
                  <a:pt x="12014" y="89801"/>
                </a:lnTo>
                <a:lnTo>
                  <a:pt x="12160" y="89442"/>
                </a:lnTo>
                <a:lnTo>
                  <a:pt x="12282" y="89066"/>
                </a:lnTo>
                <a:lnTo>
                  <a:pt x="12378" y="88675"/>
                </a:lnTo>
                <a:lnTo>
                  <a:pt x="12448" y="88269"/>
                </a:lnTo>
                <a:lnTo>
                  <a:pt x="12491" y="87850"/>
                </a:lnTo>
                <a:lnTo>
                  <a:pt x="12505" y="87417"/>
                </a:lnTo>
                <a:lnTo>
                  <a:pt x="12505" y="64920"/>
                </a:lnTo>
                <a:lnTo>
                  <a:pt x="12491" y="64482"/>
                </a:lnTo>
                <a:lnTo>
                  <a:pt x="12448" y="64046"/>
                </a:lnTo>
                <a:lnTo>
                  <a:pt x="12378" y="63615"/>
                </a:lnTo>
                <a:lnTo>
                  <a:pt x="12282" y="63188"/>
                </a:lnTo>
                <a:lnTo>
                  <a:pt x="12160" y="62767"/>
                </a:lnTo>
                <a:lnTo>
                  <a:pt x="12014" y="62354"/>
                </a:lnTo>
                <a:close/>
                <a:moveTo>
                  <a:pt x="12014" y="129845"/>
                </a:moveTo>
                <a:lnTo>
                  <a:pt x="11844" y="129440"/>
                </a:lnTo>
                <a:lnTo>
                  <a:pt x="11652" y="129044"/>
                </a:lnTo>
                <a:lnTo>
                  <a:pt x="11437" y="128658"/>
                </a:lnTo>
                <a:lnTo>
                  <a:pt x="11202" y="128284"/>
                </a:lnTo>
                <a:lnTo>
                  <a:pt x="10948" y="127923"/>
                </a:lnTo>
                <a:lnTo>
                  <a:pt x="10674" y="127575"/>
                </a:lnTo>
                <a:lnTo>
                  <a:pt x="10382" y="127243"/>
                </a:lnTo>
                <a:lnTo>
                  <a:pt x="10073" y="126927"/>
                </a:lnTo>
                <a:lnTo>
                  <a:pt x="9749" y="126627"/>
                </a:lnTo>
                <a:lnTo>
                  <a:pt x="9408" y="126347"/>
                </a:lnTo>
                <a:lnTo>
                  <a:pt x="9054" y="126085"/>
                </a:lnTo>
                <a:lnTo>
                  <a:pt x="8686" y="125844"/>
                </a:lnTo>
                <a:lnTo>
                  <a:pt x="8306" y="125625"/>
                </a:lnTo>
                <a:lnTo>
                  <a:pt x="7915" y="125429"/>
                </a:lnTo>
                <a:lnTo>
                  <a:pt x="7513" y="125256"/>
                </a:lnTo>
                <a:lnTo>
                  <a:pt x="7101" y="125109"/>
                </a:lnTo>
                <a:lnTo>
                  <a:pt x="6681" y="124987"/>
                </a:lnTo>
                <a:lnTo>
                  <a:pt x="6253" y="124893"/>
                </a:lnTo>
                <a:lnTo>
                  <a:pt x="5825" y="124829"/>
                </a:lnTo>
                <a:lnTo>
                  <a:pt x="5404" y="124794"/>
                </a:lnTo>
                <a:lnTo>
                  <a:pt x="4993" y="124789"/>
                </a:lnTo>
                <a:lnTo>
                  <a:pt x="4590" y="124813"/>
                </a:lnTo>
                <a:lnTo>
                  <a:pt x="4199" y="124864"/>
                </a:lnTo>
                <a:lnTo>
                  <a:pt x="3819" y="124942"/>
                </a:lnTo>
                <a:lnTo>
                  <a:pt x="3451" y="125047"/>
                </a:lnTo>
                <a:lnTo>
                  <a:pt x="3097" y="125177"/>
                </a:lnTo>
                <a:lnTo>
                  <a:pt x="2757" y="125332"/>
                </a:lnTo>
                <a:lnTo>
                  <a:pt x="2432" y="125510"/>
                </a:lnTo>
                <a:lnTo>
                  <a:pt x="2123" y="125712"/>
                </a:lnTo>
                <a:lnTo>
                  <a:pt x="1831" y="125937"/>
                </a:lnTo>
                <a:lnTo>
                  <a:pt x="1558" y="126183"/>
                </a:lnTo>
                <a:lnTo>
                  <a:pt x="1303" y="126449"/>
                </a:lnTo>
                <a:lnTo>
                  <a:pt x="1068" y="126736"/>
                </a:lnTo>
                <a:lnTo>
                  <a:pt x="854" y="127042"/>
                </a:lnTo>
                <a:lnTo>
                  <a:pt x="661" y="127367"/>
                </a:lnTo>
                <a:lnTo>
                  <a:pt x="491" y="127710"/>
                </a:lnTo>
                <a:lnTo>
                  <a:pt x="345" y="128069"/>
                </a:lnTo>
                <a:lnTo>
                  <a:pt x="223" y="128445"/>
                </a:lnTo>
                <a:lnTo>
                  <a:pt x="127" y="128836"/>
                </a:lnTo>
                <a:lnTo>
                  <a:pt x="57" y="129241"/>
                </a:lnTo>
                <a:lnTo>
                  <a:pt x="14" y="129661"/>
                </a:lnTo>
                <a:lnTo>
                  <a:pt x="0" y="130094"/>
                </a:lnTo>
                <a:lnTo>
                  <a:pt x="0" y="152591"/>
                </a:lnTo>
                <a:lnTo>
                  <a:pt x="14" y="153029"/>
                </a:lnTo>
                <a:lnTo>
                  <a:pt x="57" y="153464"/>
                </a:lnTo>
                <a:lnTo>
                  <a:pt x="127" y="153896"/>
                </a:lnTo>
                <a:lnTo>
                  <a:pt x="223" y="154323"/>
                </a:lnTo>
                <a:lnTo>
                  <a:pt x="345" y="154744"/>
                </a:lnTo>
                <a:lnTo>
                  <a:pt x="491" y="155157"/>
                </a:lnTo>
                <a:lnTo>
                  <a:pt x="661" y="155563"/>
                </a:lnTo>
                <a:lnTo>
                  <a:pt x="854" y="155959"/>
                </a:lnTo>
                <a:lnTo>
                  <a:pt x="1068" y="156344"/>
                </a:lnTo>
                <a:lnTo>
                  <a:pt x="1303" y="156718"/>
                </a:lnTo>
                <a:lnTo>
                  <a:pt x="1558" y="157080"/>
                </a:lnTo>
                <a:lnTo>
                  <a:pt x="1831" y="157427"/>
                </a:lnTo>
                <a:lnTo>
                  <a:pt x="2123" y="157759"/>
                </a:lnTo>
                <a:lnTo>
                  <a:pt x="2432" y="158076"/>
                </a:lnTo>
                <a:lnTo>
                  <a:pt x="2757" y="158375"/>
                </a:lnTo>
                <a:lnTo>
                  <a:pt x="3097" y="158656"/>
                </a:lnTo>
                <a:lnTo>
                  <a:pt x="3451" y="158917"/>
                </a:lnTo>
                <a:lnTo>
                  <a:pt x="3819" y="159158"/>
                </a:lnTo>
                <a:lnTo>
                  <a:pt x="4199" y="159377"/>
                </a:lnTo>
                <a:lnTo>
                  <a:pt x="4590" y="159574"/>
                </a:lnTo>
                <a:lnTo>
                  <a:pt x="4993" y="159746"/>
                </a:lnTo>
                <a:lnTo>
                  <a:pt x="5404" y="159894"/>
                </a:lnTo>
                <a:lnTo>
                  <a:pt x="5825" y="160015"/>
                </a:lnTo>
                <a:lnTo>
                  <a:pt x="6253" y="160109"/>
                </a:lnTo>
                <a:lnTo>
                  <a:pt x="6681" y="160174"/>
                </a:lnTo>
                <a:lnTo>
                  <a:pt x="7101" y="160208"/>
                </a:lnTo>
                <a:lnTo>
                  <a:pt x="7513" y="160213"/>
                </a:lnTo>
                <a:lnTo>
                  <a:pt x="7915" y="160190"/>
                </a:lnTo>
                <a:lnTo>
                  <a:pt x="8306" y="160139"/>
                </a:lnTo>
                <a:lnTo>
                  <a:pt x="8686" y="160060"/>
                </a:lnTo>
                <a:lnTo>
                  <a:pt x="9054" y="159956"/>
                </a:lnTo>
                <a:lnTo>
                  <a:pt x="9408" y="159826"/>
                </a:lnTo>
                <a:lnTo>
                  <a:pt x="9749" y="159671"/>
                </a:lnTo>
                <a:lnTo>
                  <a:pt x="10073" y="159492"/>
                </a:lnTo>
                <a:lnTo>
                  <a:pt x="10382" y="159290"/>
                </a:lnTo>
                <a:lnTo>
                  <a:pt x="10674" y="159066"/>
                </a:lnTo>
                <a:lnTo>
                  <a:pt x="10948" y="158820"/>
                </a:lnTo>
                <a:lnTo>
                  <a:pt x="11202" y="158553"/>
                </a:lnTo>
                <a:lnTo>
                  <a:pt x="11437" y="158266"/>
                </a:lnTo>
                <a:lnTo>
                  <a:pt x="11652" y="157960"/>
                </a:lnTo>
                <a:lnTo>
                  <a:pt x="11844" y="157635"/>
                </a:lnTo>
                <a:lnTo>
                  <a:pt x="12014" y="157293"/>
                </a:lnTo>
                <a:lnTo>
                  <a:pt x="12160" y="156933"/>
                </a:lnTo>
                <a:lnTo>
                  <a:pt x="12282" y="156558"/>
                </a:lnTo>
                <a:lnTo>
                  <a:pt x="12378" y="156167"/>
                </a:lnTo>
                <a:lnTo>
                  <a:pt x="12448" y="155761"/>
                </a:lnTo>
                <a:lnTo>
                  <a:pt x="12491" y="155341"/>
                </a:lnTo>
                <a:lnTo>
                  <a:pt x="12505" y="154909"/>
                </a:lnTo>
                <a:lnTo>
                  <a:pt x="12505" y="132411"/>
                </a:lnTo>
                <a:lnTo>
                  <a:pt x="12491" y="131973"/>
                </a:lnTo>
                <a:lnTo>
                  <a:pt x="12448" y="131538"/>
                </a:lnTo>
                <a:lnTo>
                  <a:pt x="12378" y="131106"/>
                </a:lnTo>
                <a:lnTo>
                  <a:pt x="12282" y="130680"/>
                </a:lnTo>
                <a:lnTo>
                  <a:pt x="12160" y="130259"/>
                </a:lnTo>
                <a:lnTo>
                  <a:pt x="12014" y="129845"/>
                </a:lnTo>
                <a:close/>
                <a:moveTo>
                  <a:pt x="12014" y="197337"/>
                </a:moveTo>
                <a:lnTo>
                  <a:pt x="11844" y="196931"/>
                </a:lnTo>
                <a:lnTo>
                  <a:pt x="11652" y="196535"/>
                </a:lnTo>
                <a:lnTo>
                  <a:pt x="11437" y="196150"/>
                </a:lnTo>
                <a:lnTo>
                  <a:pt x="11202" y="195776"/>
                </a:lnTo>
                <a:lnTo>
                  <a:pt x="10948" y="195414"/>
                </a:lnTo>
                <a:lnTo>
                  <a:pt x="10674" y="195067"/>
                </a:lnTo>
                <a:lnTo>
                  <a:pt x="10382" y="194735"/>
                </a:lnTo>
                <a:lnTo>
                  <a:pt x="10073" y="194418"/>
                </a:lnTo>
                <a:lnTo>
                  <a:pt x="9749" y="194119"/>
                </a:lnTo>
                <a:lnTo>
                  <a:pt x="9408" y="193838"/>
                </a:lnTo>
                <a:lnTo>
                  <a:pt x="9054" y="193577"/>
                </a:lnTo>
                <a:lnTo>
                  <a:pt x="8686" y="193336"/>
                </a:lnTo>
                <a:lnTo>
                  <a:pt x="8306" y="193117"/>
                </a:lnTo>
                <a:lnTo>
                  <a:pt x="7915" y="192920"/>
                </a:lnTo>
                <a:lnTo>
                  <a:pt x="7513" y="192748"/>
                </a:lnTo>
                <a:lnTo>
                  <a:pt x="7101" y="192600"/>
                </a:lnTo>
                <a:lnTo>
                  <a:pt x="6681" y="192479"/>
                </a:lnTo>
                <a:lnTo>
                  <a:pt x="6253" y="192385"/>
                </a:lnTo>
                <a:lnTo>
                  <a:pt x="5825" y="192320"/>
                </a:lnTo>
                <a:lnTo>
                  <a:pt x="5404" y="192286"/>
                </a:lnTo>
                <a:lnTo>
                  <a:pt x="4993" y="192281"/>
                </a:lnTo>
                <a:lnTo>
                  <a:pt x="4590" y="192304"/>
                </a:lnTo>
                <a:lnTo>
                  <a:pt x="4199" y="192355"/>
                </a:lnTo>
                <a:lnTo>
                  <a:pt x="3819" y="192434"/>
                </a:lnTo>
                <a:lnTo>
                  <a:pt x="3451" y="192538"/>
                </a:lnTo>
                <a:lnTo>
                  <a:pt x="3097" y="192668"/>
                </a:lnTo>
                <a:lnTo>
                  <a:pt x="2757" y="192823"/>
                </a:lnTo>
                <a:lnTo>
                  <a:pt x="2432" y="193002"/>
                </a:lnTo>
                <a:lnTo>
                  <a:pt x="2123" y="193204"/>
                </a:lnTo>
                <a:lnTo>
                  <a:pt x="1831" y="193428"/>
                </a:lnTo>
                <a:lnTo>
                  <a:pt x="1558" y="193674"/>
                </a:lnTo>
                <a:lnTo>
                  <a:pt x="1303" y="193941"/>
                </a:lnTo>
                <a:lnTo>
                  <a:pt x="1068" y="194228"/>
                </a:lnTo>
                <a:lnTo>
                  <a:pt x="854" y="194534"/>
                </a:lnTo>
                <a:lnTo>
                  <a:pt x="661" y="194859"/>
                </a:lnTo>
                <a:lnTo>
                  <a:pt x="491" y="195201"/>
                </a:lnTo>
                <a:lnTo>
                  <a:pt x="345" y="195561"/>
                </a:lnTo>
                <a:lnTo>
                  <a:pt x="223" y="195936"/>
                </a:lnTo>
                <a:lnTo>
                  <a:pt x="127" y="196327"/>
                </a:lnTo>
                <a:lnTo>
                  <a:pt x="57" y="196733"/>
                </a:lnTo>
                <a:lnTo>
                  <a:pt x="14" y="197153"/>
                </a:lnTo>
                <a:lnTo>
                  <a:pt x="0" y="197585"/>
                </a:lnTo>
                <a:lnTo>
                  <a:pt x="0" y="208834"/>
                </a:lnTo>
                <a:lnTo>
                  <a:pt x="0" y="215193"/>
                </a:lnTo>
                <a:lnTo>
                  <a:pt x="6253" y="216352"/>
                </a:lnTo>
                <a:lnTo>
                  <a:pt x="17313" y="218402"/>
                </a:lnTo>
                <a:lnTo>
                  <a:pt x="17741" y="218467"/>
                </a:lnTo>
                <a:lnTo>
                  <a:pt x="18161" y="218501"/>
                </a:lnTo>
                <a:lnTo>
                  <a:pt x="18573" y="218506"/>
                </a:lnTo>
                <a:lnTo>
                  <a:pt x="18975" y="218483"/>
                </a:lnTo>
                <a:lnTo>
                  <a:pt x="19367" y="218432"/>
                </a:lnTo>
                <a:lnTo>
                  <a:pt x="19747" y="218353"/>
                </a:lnTo>
                <a:lnTo>
                  <a:pt x="20114" y="218249"/>
                </a:lnTo>
                <a:lnTo>
                  <a:pt x="20469" y="218119"/>
                </a:lnTo>
                <a:lnTo>
                  <a:pt x="20809" y="217964"/>
                </a:lnTo>
                <a:lnTo>
                  <a:pt x="21134" y="217785"/>
                </a:lnTo>
                <a:lnTo>
                  <a:pt x="21442" y="217583"/>
                </a:lnTo>
                <a:lnTo>
                  <a:pt x="21734" y="217359"/>
                </a:lnTo>
                <a:lnTo>
                  <a:pt x="22008" y="217113"/>
                </a:lnTo>
                <a:lnTo>
                  <a:pt x="22263" y="216846"/>
                </a:lnTo>
                <a:lnTo>
                  <a:pt x="22498" y="216559"/>
                </a:lnTo>
                <a:lnTo>
                  <a:pt x="22712" y="216253"/>
                </a:lnTo>
                <a:lnTo>
                  <a:pt x="22904" y="215928"/>
                </a:lnTo>
                <a:lnTo>
                  <a:pt x="23074" y="215586"/>
                </a:lnTo>
                <a:lnTo>
                  <a:pt x="23220" y="215226"/>
                </a:lnTo>
                <a:lnTo>
                  <a:pt x="23342" y="214851"/>
                </a:lnTo>
                <a:lnTo>
                  <a:pt x="23438" y="214460"/>
                </a:lnTo>
                <a:lnTo>
                  <a:pt x="23508" y="214054"/>
                </a:lnTo>
                <a:lnTo>
                  <a:pt x="23551" y="213634"/>
                </a:lnTo>
                <a:lnTo>
                  <a:pt x="23566" y="213202"/>
                </a:lnTo>
                <a:lnTo>
                  <a:pt x="23551" y="212764"/>
                </a:lnTo>
                <a:lnTo>
                  <a:pt x="23508" y="212328"/>
                </a:lnTo>
                <a:lnTo>
                  <a:pt x="23438" y="211896"/>
                </a:lnTo>
                <a:lnTo>
                  <a:pt x="23342" y="211470"/>
                </a:lnTo>
                <a:lnTo>
                  <a:pt x="23220" y="211049"/>
                </a:lnTo>
                <a:lnTo>
                  <a:pt x="23074" y="210635"/>
                </a:lnTo>
                <a:lnTo>
                  <a:pt x="22904" y="210230"/>
                </a:lnTo>
                <a:lnTo>
                  <a:pt x="22712" y="209834"/>
                </a:lnTo>
                <a:lnTo>
                  <a:pt x="22498" y="209448"/>
                </a:lnTo>
                <a:lnTo>
                  <a:pt x="22263" y="209074"/>
                </a:lnTo>
                <a:lnTo>
                  <a:pt x="22008" y="208713"/>
                </a:lnTo>
                <a:lnTo>
                  <a:pt x="21734" y="208366"/>
                </a:lnTo>
                <a:lnTo>
                  <a:pt x="21442" y="208033"/>
                </a:lnTo>
                <a:lnTo>
                  <a:pt x="21134" y="207717"/>
                </a:lnTo>
                <a:lnTo>
                  <a:pt x="20809" y="207418"/>
                </a:lnTo>
                <a:lnTo>
                  <a:pt x="20469" y="207137"/>
                </a:lnTo>
                <a:lnTo>
                  <a:pt x="20114" y="206875"/>
                </a:lnTo>
                <a:lnTo>
                  <a:pt x="19747" y="206634"/>
                </a:lnTo>
                <a:lnTo>
                  <a:pt x="19367" y="206415"/>
                </a:lnTo>
                <a:lnTo>
                  <a:pt x="18975" y="206219"/>
                </a:lnTo>
                <a:lnTo>
                  <a:pt x="18573" y="206046"/>
                </a:lnTo>
                <a:lnTo>
                  <a:pt x="18161" y="205899"/>
                </a:lnTo>
                <a:lnTo>
                  <a:pt x="17741" y="205778"/>
                </a:lnTo>
                <a:lnTo>
                  <a:pt x="17313" y="205684"/>
                </a:lnTo>
                <a:lnTo>
                  <a:pt x="12505" y="204793"/>
                </a:lnTo>
                <a:lnTo>
                  <a:pt x="12505" y="199903"/>
                </a:lnTo>
                <a:lnTo>
                  <a:pt x="12491" y="199465"/>
                </a:lnTo>
                <a:lnTo>
                  <a:pt x="12448" y="199030"/>
                </a:lnTo>
                <a:lnTo>
                  <a:pt x="12378" y="198598"/>
                </a:lnTo>
                <a:lnTo>
                  <a:pt x="12282" y="198171"/>
                </a:lnTo>
                <a:lnTo>
                  <a:pt x="12160" y="197750"/>
                </a:lnTo>
                <a:lnTo>
                  <a:pt x="12014" y="197337"/>
                </a:lnTo>
                <a:close/>
                <a:moveTo>
                  <a:pt x="59120" y="11457"/>
                </a:moveTo>
                <a:lnTo>
                  <a:pt x="58752" y="11562"/>
                </a:lnTo>
                <a:lnTo>
                  <a:pt x="58398" y="11692"/>
                </a:lnTo>
                <a:lnTo>
                  <a:pt x="58058" y="11846"/>
                </a:lnTo>
                <a:lnTo>
                  <a:pt x="57733" y="12025"/>
                </a:lnTo>
                <a:lnTo>
                  <a:pt x="57424" y="12227"/>
                </a:lnTo>
                <a:lnTo>
                  <a:pt x="57133" y="12451"/>
                </a:lnTo>
                <a:lnTo>
                  <a:pt x="56859" y="12697"/>
                </a:lnTo>
                <a:lnTo>
                  <a:pt x="56604" y="12964"/>
                </a:lnTo>
                <a:lnTo>
                  <a:pt x="56369" y="13251"/>
                </a:lnTo>
                <a:lnTo>
                  <a:pt x="56155" y="13557"/>
                </a:lnTo>
                <a:lnTo>
                  <a:pt x="55962" y="13882"/>
                </a:lnTo>
                <a:lnTo>
                  <a:pt x="55793" y="14224"/>
                </a:lnTo>
                <a:lnTo>
                  <a:pt x="55646" y="14584"/>
                </a:lnTo>
                <a:lnTo>
                  <a:pt x="55525" y="14960"/>
                </a:lnTo>
                <a:lnTo>
                  <a:pt x="55428" y="15351"/>
                </a:lnTo>
                <a:lnTo>
                  <a:pt x="55358" y="15756"/>
                </a:lnTo>
                <a:lnTo>
                  <a:pt x="55316" y="16176"/>
                </a:lnTo>
                <a:lnTo>
                  <a:pt x="55301" y="16609"/>
                </a:lnTo>
                <a:lnTo>
                  <a:pt x="55316" y="17047"/>
                </a:lnTo>
                <a:lnTo>
                  <a:pt x="55358" y="17482"/>
                </a:lnTo>
                <a:lnTo>
                  <a:pt x="55428" y="17914"/>
                </a:lnTo>
                <a:lnTo>
                  <a:pt x="55525" y="18341"/>
                </a:lnTo>
                <a:lnTo>
                  <a:pt x="55646" y="18761"/>
                </a:lnTo>
                <a:lnTo>
                  <a:pt x="55793" y="19175"/>
                </a:lnTo>
                <a:lnTo>
                  <a:pt x="55962" y="19580"/>
                </a:lnTo>
                <a:lnTo>
                  <a:pt x="56155" y="19976"/>
                </a:lnTo>
                <a:lnTo>
                  <a:pt x="56369" y="20362"/>
                </a:lnTo>
                <a:lnTo>
                  <a:pt x="56604" y="20736"/>
                </a:lnTo>
                <a:lnTo>
                  <a:pt x="56859" y="21097"/>
                </a:lnTo>
                <a:lnTo>
                  <a:pt x="57133" y="21445"/>
                </a:lnTo>
                <a:lnTo>
                  <a:pt x="57424" y="21777"/>
                </a:lnTo>
                <a:lnTo>
                  <a:pt x="57733" y="22093"/>
                </a:lnTo>
                <a:lnTo>
                  <a:pt x="58058" y="22393"/>
                </a:lnTo>
                <a:lnTo>
                  <a:pt x="58398" y="22673"/>
                </a:lnTo>
                <a:lnTo>
                  <a:pt x="58752" y="22935"/>
                </a:lnTo>
                <a:lnTo>
                  <a:pt x="59120" y="23176"/>
                </a:lnTo>
                <a:lnTo>
                  <a:pt x="59500" y="23395"/>
                </a:lnTo>
                <a:lnTo>
                  <a:pt x="59892" y="23591"/>
                </a:lnTo>
                <a:lnTo>
                  <a:pt x="60294" y="23764"/>
                </a:lnTo>
                <a:lnTo>
                  <a:pt x="60705" y="23911"/>
                </a:lnTo>
                <a:lnTo>
                  <a:pt x="61126" y="24033"/>
                </a:lnTo>
                <a:lnTo>
                  <a:pt x="61554" y="24127"/>
                </a:lnTo>
                <a:lnTo>
                  <a:pt x="83674" y="28226"/>
                </a:lnTo>
                <a:lnTo>
                  <a:pt x="84102" y="28291"/>
                </a:lnTo>
                <a:lnTo>
                  <a:pt x="84523" y="28326"/>
                </a:lnTo>
                <a:lnTo>
                  <a:pt x="84934" y="28331"/>
                </a:lnTo>
                <a:lnTo>
                  <a:pt x="85337" y="28307"/>
                </a:lnTo>
                <a:lnTo>
                  <a:pt x="85728" y="28256"/>
                </a:lnTo>
                <a:lnTo>
                  <a:pt x="86108" y="28178"/>
                </a:lnTo>
                <a:lnTo>
                  <a:pt x="86476" y="28073"/>
                </a:lnTo>
                <a:lnTo>
                  <a:pt x="86830" y="27943"/>
                </a:lnTo>
                <a:lnTo>
                  <a:pt x="87170" y="27788"/>
                </a:lnTo>
                <a:lnTo>
                  <a:pt x="87495" y="27610"/>
                </a:lnTo>
                <a:lnTo>
                  <a:pt x="87804" y="27408"/>
                </a:lnTo>
                <a:lnTo>
                  <a:pt x="88096" y="27183"/>
                </a:lnTo>
                <a:lnTo>
                  <a:pt x="88369" y="26937"/>
                </a:lnTo>
                <a:lnTo>
                  <a:pt x="88624" y="26671"/>
                </a:lnTo>
                <a:lnTo>
                  <a:pt x="88859" y="26384"/>
                </a:lnTo>
                <a:lnTo>
                  <a:pt x="89073" y="26077"/>
                </a:lnTo>
                <a:lnTo>
                  <a:pt x="89266" y="25753"/>
                </a:lnTo>
                <a:lnTo>
                  <a:pt x="89436" y="25410"/>
                </a:lnTo>
                <a:lnTo>
                  <a:pt x="89582" y="25051"/>
                </a:lnTo>
                <a:lnTo>
                  <a:pt x="89704" y="24675"/>
                </a:lnTo>
                <a:lnTo>
                  <a:pt x="89800" y="24284"/>
                </a:lnTo>
                <a:lnTo>
                  <a:pt x="89870" y="23878"/>
                </a:lnTo>
                <a:lnTo>
                  <a:pt x="89913" y="23459"/>
                </a:lnTo>
                <a:lnTo>
                  <a:pt x="89927" y="23026"/>
                </a:lnTo>
                <a:lnTo>
                  <a:pt x="89913" y="22588"/>
                </a:lnTo>
                <a:lnTo>
                  <a:pt x="89870" y="22153"/>
                </a:lnTo>
                <a:lnTo>
                  <a:pt x="89800" y="21721"/>
                </a:lnTo>
                <a:lnTo>
                  <a:pt x="89704" y="21294"/>
                </a:lnTo>
                <a:lnTo>
                  <a:pt x="89582" y="20873"/>
                </a:lnTo>
                <a:lnTo>
                  <a:pt x="89436" y="20460"/>
                </a:lnTo>
                <a:lnTo>
                  <a:pt x="89266" y="20054"/>
                </a:lnTo>
                <a:lnTo>
                  <a:pt x="89073" y="19658"/>
                </a:lnTo>
                <a:lnTo>
                  <a:pt x="88859" y="19273"/>
                </a:lnTo>
                <a:lnTo>
                  <a:pt x="88624" y="18899"/>
                </a:lnTo>
                <a:lnTo>
                  <a:pt x="88369" y="18538"/>
                </a:lnTo>
                <a:lnTo>
                  <a:pt x="88096" y="18190"/>
                </a:lnTo>
                <a:lnTo>
                  <a:pt x="87804" y="17858"/>
                </a:lnTo>
                <a:lnTo>
                  <a:pt x="87495" y="17541"/>
                </a:lnTo>
                <a:lnTo>
                  <a:pt x="87170" y="17242"/>
                </a:lnTo>
                <a:lnTo>
                  <a:pt x="86830" y="16961"/>
                </a:lnTo>
                <a:lnTo>
                  <a:pt x="86476" y="16700"/>
                </a:lnTo>
                <a:lnTo>
                  <a:pt x="86108" y="16459"/>
                </a:lnTo>
                <a:lnTo>
                  <a:pt x="85728" y="16240"/>
                </a:lnTo>
                <a:lnTo>
                  <a:pt x="85337" y="16043"/>
                </a:lnTo>
                <a:lnTo>
                  <a:pt x="84934" y="15871"/>
                </a:lnTo>
                <a:lnTo>
                  <a:pt x="84523" y="15723"/>
                </a:lnTo>
                <a:lnTo>
                  <a:pt x="84102" y="15602"/>
                </a:lnTo>
                <a:lnTo>
                  <a:pt x="83674" y="15508"/>
                </a:lnTo>
                <a:lnTo>
                  <a:pt x="61554" y="11408"/>
                </a:lnTo>
                <a:lnTo>
                  <a:pt x="61126" y="11344"/>
                </a:lnTo>
                <a:lnTo>
                  <a:pt x="60705" y="11309"/>
                </a:lnTo>
                <a:lnTo>
                  <a:pt x="60294" y="11304"/>
                </a:lnTo>
                <a:lnTo>
                  <a:pt x="59892" y="11327"/>
                </a:lnTo>
                <a:lnTo>
                  <a:pt x="59500" y="11379"/>
                </a:lnTo>
                <a:lnTo>
                  <a:pt x="59120" y="11457"/>
                </a:lnTo>
                <a:close/>
                <a:moveTo>
                  <a:pt x="125482" y="23756"/>
                </a:moveTo>
                <a:lnTo>
                  <a:pt x="125114" y="23861"/>
                </a:lnTo>
                <a:lnTo>
                  <a:pt x="124760" y="23991"/>
                </a:lnTo>
                <a:lnTo>
                  <a:pt x="124419" y="24146"/>
                </a:lnTo>
                <a:lnTo>
                  <a:pt x="124095" y="24325"/>
                </a:lnTo>
                <a:lnTo>
                  <a:pt x="123786" y="24527"/>
                </a:lnTo>
                <a:lnTo>
                  <a:pt x="123494" y="24751"/>
                </a:lnTo>
                <a:lnTo>
                  <a:pt x="123220" y="24997"/>
                </a:lnTo>
                <a:lnTo>
                  <a:pt x="122966" y="25264"/>
                </a:lnTo>
                <a:lnTo>
                  <a:pt x="122731" y="25550"/>
                </a:lnTo>
                <a:lnTo>
                  <a:pt x="122516" y="25857"/>
                </a:lnTo>
                <a:lnTo>
                  <a:pt x="122324" y="26181"/>
                </a:lnTo>
                <a:lnTo>
                  <a:pt x="122154" y="26524"/>
                </a:lnTo>
                <a:lnTo>
                  <a:pt x="122008" y="26883"/>
                </a:lnTo>
                <a:lnTo>
                  <a:pt x="121886" y="27259"/>
                </a:lnTo>
                <a:lnTo>
                  <a:pt x="121790" y="27650"/>
                </a:lnTo>
                <a:lnTo>
                  <a:pt x="121720" y="28056"/>
                </a:lnTo>
                <a:lnTo>
                  <a:pt x="121677" y="28475"/>
                </a:lnTo>
                <a:lnTo>
                  <a:pt x="121663" y="28908"/>
                </a:lnTo>
                <a:lnTo>
                  <a:pt x="121677" y="29346"/>
                </a:lnTo>
                <a:lnTo>
                  <a:pt x="121720" y="29781"/>
                </a:lnTo>
                <a:lnTo>
                  <a:pt x="121790" y="30213"/>
                </a:lnTo>
                <a:lnTo>
                  <a:pt x="121886" y="30640"/>
                </a:lnTo>
                <a:lnTo>
                  <a:pt x="122008" y="31061"/>
                </a:lnTo>
                <a:lnTo>
                  <a:pt x="122154" y="31474"/>
                </a:lnTo>
                <a:lnTo>
                  <a:pt x="122324" y="31880"/>
                </a:lnTo>
                <a:lnTo>
                  <a:pt x="122516" y="32276"/>
                </a:lnTo>
                <a:lnTo>
                  <a:pt x="122731" y="32661"/>
                </a:lnTo>
                <a:lnTo>
                  <a:pt x="122966" y="33035"/>
                </a:lnTo>
                <a:lnTo>
                  <a:pt x="123220" y="33397"/>
                </a:lnTo>
                <a:lnTo>
                  <a:pt x="123494" y="33744"/>
                </a:lnTo>
                <a:lnTo>
                  <a:pt x="123786" y="34076"/>
                </a:lnTo>
                <a:lnTo>
                  <a:pt x="124095" y="34393"/>
                </a:lnTo>
                <a:lnTo>
                  <a:pt x="124419" y="34692"/>
                </a:lnTo>
                <a:lnTo>
                  <a:pt x="124760" y="34973"/>
                </a:lnTo>
                <a:lnTo>
                  <a:pt x="125114" y="35234"/>
                </a:lnTo>
                <a:lnTo>
                  <a:pt x="125482" y="35475"/>
                </a:lnTo>
                <a:lnTo>
                  <a:pt x="125862" y="35694"/>
                </a:lnTo>
                <a:lnTo>
                  <a:pt x="126253" y="35891"/>
                </a:lnTo>
                <a:lnTo>
                  <a:pt x="126655" y="36063"/>
                </a:lnTo>
                <a:lnTo>
                  <a:pt x="127067" y="36211"/>
                </a:lnTo>
                <a:lnTo>
                  <a:pt x="127487" y="36332"/>
                </a:lnTo>
                <a:lnTo>
                  <a:pt x="127915" y="36426"/>
                </a:lnTo>
                <a:lnTo>
                  <a:pt x="150036" y="40526"/>
                </a:lnTo>
                <a:lnTo>
                  <a:pt x="150464" y="40590"/>
                </a:lnTo>
                <a:lnTo>
                  <a:pt x="150884" y="40625"/>
                </a:lnTo>
                <a:lnTo>
                  <a:pt x="151296" y="40630"/>
                </a:lnTo>
                <a:lnTo>
                  <a:pt x="151698" y="40607"/>
                </a:lnTo>
                <a:lnTo>
                  <a:pt x="152090" y="40555"/>
                </a:lnTo>
                <a:lnTo>
                  <a:pt x="152470" y="40477"/>
                </a:lnTo>
                <a:lnTo>
                  <a:pt x="152837" y="40373"/>
                </a:lnTo>
                <a:lnTo>
                  <a:pt x="153192" y="40242"/>
                </a:lnTo>
                <a:lnTo>
                  <a:pt x="153532" y="40088"/>
                </a:lnTo>
                <a:lnTo>
                  <a:pt x="153857" y="39909"/>
                </a:lnTo>
                <a:lnTo>
                  <a:pt x="154165" y="39707"/>
                </a:lnTo>
                <a:lnTo>
                  <a:pt x="154457" y="39483"/>
                </a:lnTo>
                <a:lnTo>
                  <a:pt x="154731" y="39237"/>
                </a:lnTo>
                <a:lnTo>
                  <a:pt x="154986" y="38970"/>
                </a:lnTo>
                <a:lnTo>
                  <a:pt x="155221" y="38683"/>
                </a:lnTo>
                <a:lnTo>
                  <a:pt x="155435" y="38377"/>
                </a:lnTo>
                <a:lnTo>
                  <a:pt x="155627" y="38052"/>
                </a:lnTo>
                <a:lnTo>
                  <a:pt x="155797" y="37710"/>
                </a:lnTo>
                <a:lnTo>
                  <a:pt x="155943" y="37350"/>
                </a:lnTo>
                <a:lnTo>
                  <a:pt x="156065" y="36975"/>
                </a:lnTo>
                <a:lnTo>
                  <a:pt x="156161" y="36584"/>
                </a:lnTo>
                <a:lnTo>
                  <a:pt x="156231" y="36178"/>
                </a:lnTo>
                <a:lnTo>
                  <a:pt x="156274" y="35758"/>
                </a:lnTo>
                <a:lnTo>
                  <a:pt x="156288" y="35326"/>
                </a:lnTo>
                <a:lnTo>
                  <a:pt x="156274" y="34887"/>
                </a:lnTo>
                <a:lnTo>
                  <a:pt x="156231" y="34452"/>
                </a:lnTo>
                <a:lnTo>
                  <a:pt x="156161" y="34020"/>
                </a:lnTo>
                <a:lnTo>
                  <a:pt x="156065" y="33594"/>
                </a:lnTo>
                <a:lnTo>
                  <a:pt x="155943" y="33173"/>
                </a:lnTo>
                <a:lnTo>
                  <a:pt x="155797" y="32759"/>
                </a:lnTo>
                <a:lnTo>
                  <a:pt x="155627" y="32354"/>
                </a:lnTo>
                <a:lnTo>
                  <a:pt x="155435" y="31958"/>
                </a:lnTo>
                <a:lnTo>
                  <a:pt x="155221" y="31572"/>
                </a:lnTo>
                <a:lnTo>
                  <a:pt x="154986" y="31198"/>
                </a:lnTo>
                <a:lnTo>
                  <a:pt x="154731" y="30837"/>
                </a:lnTo>
                <a:lnTo>
                  <a:pt x="154457" y="30490"/>
                </a:lnTo>
                <a:lnTo>
                  <a:pt x="154165" y="30157"/>
                </a:lnTo>
                <a:lnTo>
                  <a:pt x="153857" y="29841"/>
                </a:lnTo>
                <a:lnTo>
                  <a:pt x="153532" y="29542"/>
                </a:lnTo>
                <a:lnTo>
                  <a:pt x="153192" y="29261"/>
                </a:lnTo>
                <a:lnTo>
                  <a:pt x="152837" y="28999"/>
                </a:lnTo>
                <a:lnTo>
                  <a:pt x="152470" y="28758"/>
                </a:lnTo>
                <a:lnTo>
                  <a:pt x="152090" y="28539"/>
                </a:lnTo>
                <a:lnTo>
                  <a:pt x="151698" y="28343"/>
                </a:lnTo>
                <a:lnTo>
                  <a:pt x="151296" y="28170"/>
                </a:lnTo>
                <a:lnTo>
                  <a:pt x="150884" y="28023"/>
                </a:lnTo>
                <a:lnTo>
                  <a:pt x="150464" y="27902"/>
                </a:lnTo>
                <a:lnTo>
                  <a:pt x="150036" y="27808"/>
                </a:lnTo>
                <a:lnTo>
                  <a:pt x="127915" y="23708"/>
                </a:lnTo>
                <a:lnTo>
                  <a:pt x="127487" y="23643"/>
                </a:lnTo>
                <a:lnTo>
                  <a:pt x="127067" y="23609"/>
                </a:lnTo>
                <a:lnTo>
                  <a:pt x="126655" y="23603"/>
                </a:lnTo>
                <a:lnTo>
                  <a:pt x="126253" y="23627"/>
                </a:lnTo>
                <a:lnTo>
                  <a:pt x="125862" y="23678"/>
                </a:lnTo>
                <a:lnTo>
                  <a:pt x="125482" y="23756"/>
                </a:lnTo>
                <a:close/>
                <a:moveTo>
                  <a:pt x="191843" y="36056"/>
                </a:moveTo>
                <a:lnTo>
                  <a:pt x="191475" y="36160"/>
                </a:lnTo>
                <a:lnTo>
                  <a:pt x="191121" y="36290"/>
                </a:lnTo>
                <a:lnTo>
                  <a:pt x="190781" y="36445"/>
                </a:lnTo>
                <a:lnTo>
                  <a:pt x="190456" y="36624"/>
                </a:lnTo>
                <a:lnTo>
                  <a:pt x="190147" y="36826"/>
                </a:lnTo>
                <a:lnTo>
                  <a:pt x="189856" y="37050"/>
                </a:lnTo>
                <a:lnTo>
                  <a:pt x="189582" y="37296"/>
                </a:lnTo>
                <a:lnTo>
                  <a:pt x="189327" y="37563"/>
                </a:lnTo>
                <a:lnTo>
                  <a:pt x="189092" y="37850"/>
                </a:lnTo>
                <a:lnTo>
                  <a:pt x="188878" y="38156"/>
                </a:lnTo>
                <a:lnTo>
                  <a:pt x="188685" y="38481"/>
                </a:lnTo>
                <a:lnTo>
                  <a:pt x="188516" y="38823"/>
                </a:lnTo>
                <a:lnTo>
                  <a:pt x="188369" y="39183"/>
                </a:lnTo>
                <a:lnTo>
                  <a:pt x="188248" y="39558"/>
                </a:lnTo>
                <a:lnTo>
                  <a:pt x="188151" y="39949"/>
                </a:lnTo>
                <a:lnTo>
                  <a:pt x="188081" y="40355"/>
                </a:lnTo>
                <a:lnTo>
                  <a:pt x="188039" y="40775"/>
                </a:lnTo>
                <a:lnTo>
                  <a:pt x="188024" y="41207"/>
                </a:lnTo>
                <a:lnTo>
                  <a:pt x="188039" y="41645"/>
                </a:lnTo>
                <a:lnTo>
                  <a:pt x="188081" y="42081"/>
                </a:lnTo>
                <a:lnTo>
                  <a:pt x="188151" y="42513"/>
                </a:lnTo>
                <a:lnTo>
                  <a:pt x="188248" y="42939"/>
                </a:lnTo>
                <a:lnTo>
                  <a:pt x="188369" y="43360"/>
                </a:lnTo>
                <a:lnTo>
                  <a:pt x="188516" y="43774"/>
                </a:lnTo>
                <a:lnTo>
                  <a:pt x="188685" y="44179"/>
                </a:lnTo>
                <a:lnTo>
                  <a:pt x="188878" y="44575"/>
                </a:lnTo>
                <a:lnTo>
                  <a:pt x="189092" y="44961"/>
                </a:lnTo>
                <a:lnTo>
                  <a:pt x="189327" y="45335"/>
                </a:lnTo>
                <a:lnTo>
                  <a:pt x="189582" y="45696"/>
                </a:lnTo>
                <a:lnTo>
                  <a:pt x="189856" y="46043"/>
                </a:lnTo>
                <a:lnTo>
                  <a:pt x="190147" y="46376"/>
                </a:lnTo>
                <a:lnTo>
                  <a:pt x="190456" y="46692"/>
                </a:lnTo>
                <a:lnTo>
                  <a:pt x="190781" y="46991"/>
                </a:lnTo>
                <a:lnTo>
                  <a:pt x="191121" y="47272"/>
                </a:lnTo>
                <a:lnTo>
                  <a:pt x="191475" y="47534"/>
                </a:lnTo>
                <a:lnTo>
                  <a:pt x="191843" y="47775"/>
                </a:lnTo>
                <a:lnTo>
                  <a:pt x="192223" y="47994"/>
                </a:lnTo>
                <a:lnTo>
                  <a:pt x="192615" y="48190"/>
                </a:lnTo>
                <a:lnTo>
                  <a:pt x="193017" y="48363"/>
                </a:lnTo>
                <a:lnTo>
                  <a:pt x="193428" y="48510"/>
                </a:lnTo>
                <a:lnTo>
                  <a:pt x="193849" y="48631"/>
                </a:lnTo>
                <a:lnTo>
                  <a:pt x="194277" y="48725"/>
                </a:lnTo>
                <a:lnTo>
                  <a:pt x="199084" y="49616"/>
                </a:lnTo>
                <a:lnTo>
                  <a:pt x="199084" y="54506"/>
                </a:lnTo>
                <a:lnTo>
                  <a:pt x="199099" y="54944"/>
                </a:lnTo>
                <a:lnTo>
                  <a:pt x="199141" y="55379"/>
                </a:lnTo>
                <a:lnTo>
                  <a:pt x="199211" y="55811"/>
                </a:lnTo>
                <a:lnTo>
                  <a:pt x="199308" y="56238"/>
                </a:lnTo>
                <a:lnTo>
                  <a:pt x="199430" y="56659"/>
                </a:lnTo>
                <a:lnTo>
                  <a:pt x="199576" y="57072"/>
                </a:lnTo>
                <a:lnTo>
                  <a:pt x="199746" y="57478"/>
                </a:lnTo>
                <a:lnTo>
                  <a:pt x="199938" y="57874"/>
                </a:lnTo>
                <a:lnTo>
                  <a:pt x="200152" y="58259"/>
                </a:lnTo>
                <a:lnTo>
                  <a:pt x="200387" y="58633"/>
                </a:lnTo>
                <a:lnTo>
                  <a:pt x="200642" y="58995"/>
                </a:lnTo>
                <a:lnTo>
                  <a:pt x="200916" y="59342"/>
                </a:lnTo>
                <a:lnTo>
                  <a:pt x="201207" y="59674"/>
                </a:lnTo>
                <a:lnTo>
                  <a:pt x="201516" y="59991"/>
                </a:lnTo>
                <a:lnTo>
                  <a:pt x="201841" y="60290"/>
                </a:lnTo>
                <a:lnTo>
                  <a:pt x="202181" y="60571"/>
                </a:lnTo>
                <a:lnTo>
                  <a:pt x="202536" y="60832"/>
                </a:lnTo>
                <a:lnTo>
                  <a:pt x="202903" y="61073"/>
                </a:lnTo>
                <a:lnTo>
                  <a:pt x="203283" y="61292"/>
                </a:lnTo>
                <a:lnTo>
                  <a:pt x="203675" y="61489"/>
                </a:lnTo>
                <a:lnTo>
                  <a:pt x="204077" y="61661"/>
                </a:lnTo>
                <a:lnTo>
                  <a:pt x="204489" y="61809"/>
                </a:lnTo>
                <a:lnTo>
                  <a:pt x="204909" y="61930"/>
                </a:lnTo>
                <a:lnTo>
                  <a:pt x="205337" y="62024"/>
                </a:lnTo>
                <a:lnTo>
                  <a:pt x="205765" y="62089"/>
                </a:lnTo>
                <a:lnTo>
                  <a:pt x="206185" y="62123"/>
                </a:lnTo>
                <a:lnTo>
                  <a:pt x="206597" y="62128"/>
                </a:lnTo>
                <a:lnTo>
                  <a:pt x="206999" y="62105"/>
                </a:lnTo>
                <a:lnTo>
                  <a:pt x="207391" y="62054"/>
                </a:lnTo>
                <a:lnTo>
                  <a:pt x="207771" y="61975"/>
                </a:lnTo>
                <a:lnTo>
                  <a:pt x="208139" y="61871"/>
                </a:lnTo>
                <a:lnTo>
                  <a:pt x="208493" y="61741"/>
                </a:lnTo>
                <a:lnTo>
                  <a:pt x="208833" y="61586"/>
                </a:lnTo>
                <a:lnTo>
                  <a:pt x="209158" y="61407"/>
                </a:lnTo>
                <a:lnTo>
                  <a:pt x="209467" y="61205"/>
                </a:lnTo>
                <a:lnTo>
                  <a:pt x="209758" y="60981"/>
                </a:lnTo>
                <a:lnTo>
                  <a:pt x="210032" y="60735"/>
                </a:lnTo>
                <a:lnTo>
                  <a:pt x="210287" y="60468"/>
                </a:lnTo>
                <a:lnTo>
                  <a:pt x="210522" y="60181"/>
                </a:lnTo>
                <a:lnTo>
                  <a:pt x="210736" y="59875"/>
                </a:lnTo>
                <a:lnTo>
                  <a:pt x="210928" y="59550"/>
                </a:lnTo>
                <a:lnTo>
                  <a:pt x="211098" y="59208"/>
                </a:lnTo>
                <a:lnTo>
                  <a:pt x="211245" y="58848"/>
                </a:lnTo>
                <a:lnTo>
                  <a:pt x="211366" y="58473"/>
                </a:lnTo>
                <a:lnTo>
                  <a:pt x="211463" y="58082"/>
                </a:lnTo>
                <a:lnTo>
                  <a:pt x="211533" y="57676"/>
                </a:lnTo>
                <a:lnTo>
                  <a:pt x="211575" y="57256"/>
                </a:lnTo>
                <a:lnTo>
                  <a:pt x="211590" y="56824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194277" y="36007"/>
                </a:lnTo>
                <a:lnTo>
                  <a:pt x="193849" y="35942"/>
                </a:lnTo>
                <a:lnTo>
                  <a:pt x="193428" y="35908"/>
                </a:lnTo>
                <a:lnTo>
                  <a:pt x="193017" y="35903"/>
                </a:lnTo>
                <a:lnTo>
                  <a:pt x="192615" y="35926"/>
                </a:lnTo>
                <a:lnTo>
                  <a:pt x="192223" y="35978"/>
                </a:lnTo>
                <a:lnTo>
                  <a:pt x="191843" y="36056"/>
                </a:lnTo>
                <a:close/>
                <a:moveTo>
                  <a:pt x="59120" y="213932"/>
                </a:moveTo>
                <a:lnTo>
                  <a:pt x="58752" y="214036"/>
                </a:lnTo>
                <a:lnTo>
                  <a:pt x="58398" y="214167"/>
                </a:lnTo>
                <a:lnTo>
                  <a:pt x="58058" y="214321"/>
                </a:lnTo>
                <a:lnTo>
                  <a:pt x="57733" y="214500"/>
                </a:lnTo>
                <a:lnTo>
                  <a:pt x="57424" y="214702"/>
                </a:lnTo>
                <a:lnTo>
                  <a:pt x="57133" y="214926"/>
                </a:lnTo>
                <a:lnTo>
                  <a:pt x="56859" y="215172"/>
                </a:lnTo>
                <a:lnTo>
                  <a:pt x="56604" y="215439"/>
                </a:lnTo>
                <a:lnTo>
                  <a:pt x="56369" y="215726"/>
                </a:lnTo>
                <a:lnTo>
                  <a:pt x="56155" y="216032"/>
                </a:lnTo>
                <a:lnTo>
                  <a:pt x="55962" y="216357"/>
                </a:lnTo>
                <a:lnTo>
                  <a:pt x="55793" y="216699"/>
                </a:lnTo>
                <a:lnTo>
                  <a:pt x="55646" y="217059"/>
                </a:lnTo>
                <a:lnTo>
                  <a:pt x="55525" y="217434"/>
                </a:lnTo>
                <a:lnTo>
                  <a:pt x="55428" y="217825"/>
                </a:lnTo>
                <a:lnTo>
                  <a:pt x="55358" y="218231"/>
                </a:lnTo>
                <a:lnTo>
                  <a:pt x="55316" y="218651"/>
                </a:lnTo>
                <a:lnTo>
                  <a:pt x="55301" y="219083"/>
                </a:lnTo>
                <a:lnTo>
                  <a:pt x="55316" y="219522"/>
                </a:lnTo>
                <a:lnTo>
                  <a:pt x="55358" y="219957"/>
                </a:lnTo>
                <a:lnTo>
                  <a:pt x="55428" y="220389"/>
                </a:lnTo>
                <a:lnTo>
                  <a:pt x="55525" y="220815"/>
                </a:lnTo>
                <a:lnTo>
                  <a:pt x="55646" y="221236"/>
                </a:lnTo>
                <a:lnTo>
                  <a:pt x="55793" y="221650"/>
                </a:lnTo>
                <a:lnTo>
                  <a:pt x="55962" y="222055"/>
                </a:lnTo>
                <a:lnTo>
                  <a:pt x="56155" y="222451"/>
                </a:lnTo>
                <a:lnTo>
                  <a:pt x="56369" y="222837"/>
                </a:lnTo>
                <a:lnTo>
                  <a:pt x="56604" y="223211"/>
                </a:lnTo>
                <a:lnTo>
                  <a:pt x="56859" y="223572"/>
                </a:lnTo>
                <a:lnTo>
                  <a:pt x="57133" y="223919"/>
                </a:lnTo>
                <a:lnTo>
                  <a:pt x="57424" y="224252"/>
                </a:lnTo>
                <a:lnTo>
                  <a:pt x="57733" y="224568"/>
                </a:lnTo>
                <a:lnTo>
                  <a:pt x="58058" y="224867"/>
                </a:lnTo>
                <a:lnTo>
                  <a:pt x="58398" y="225148"/>
                </a:lnTo>
                <a:lnTo>
                  <a:pt x="58752" y="225410"/>
                </a:lnTo>
                <a:lnTo>
                  <a:pt x="59120" y="225651"/>
                </a:lnTo>
                <a:lnTo>
                  <a:pt x="59500" y="225870"/>
                </a:lnTo>
                <a:lnTo>
                  <a:pt x="59892" y="226066"/>
                </a:lnTo>
                <a:lnTo>
                  <a:pt x="60294" y="226239"/>
                </a:lnTo>
                <a:lnTo>
                  <a:pt x="60705" y="226386"/>
                </a:lnTo>
                <a:lnTo>
                  <a:pt x="61126" y="226507"/>
                </a:lnTo>
                <a:lnTo>
                  <a:pt x="61554" y="226601"/>
                </a:lnTo>
                <a:lnTo>
                  <a:pt x="83674" y="230701"/>
                </a:lnTo>
                <a:lnTo>
                  <a:pt x="84102" y="230766"/>
                </a:lnTo>
                <a:lnTo>
                  <a:pt x="84523" y="230800"/>
                </a:lnTo>
                <a:lnTo>
                  <a:pt x="84934" y="230806"/>
                </a:lnTo>
                <a:lnTo>
                  <a:pt x="85337" y="230782"/>
                </a:lnTo>
                <a:lnTo>
                  <a:pt x="85728" y="230731"/>
                </a:lnTo>
                <a:lnTo>
                  <a:pt x="86108" y="230653"/>
                </a:lnTo>
                <a:lnTo>
                  <a:pt x="86476" y="230548"/>
                </a:lnTo>
                <a:lnTo>
                  <a:pt x="86830" y="230418"/>
                </a:lnTo>
                <a:lnTo>
                  <a:pt x="87170" y="230263"/>
                </a:lnTo>
                <a:lnTo>
                  <a:pt x="87495" y="230084"/>
                </a:lnTo>
                <a:lnTo>
                  <a:pt x="87804" y="229882"/>
                </a:lnTo>
                <a:lnTo>
                  <a:pt x="88096" y="229658"/>
                </a:lnTo>
                <a:lnTo>
                  <a:pt x="88369" y="229412"/>
                </a:lnTo>
                <a:lnTo>
                  <a:pt x="88624" y="229145"/>
                </a:lnTo>
                <a:lnTo>
                  <a:pt x="88859" y="228859"/>
                </a:lnTo>
                <a:lnTo>
                  <a:pt x="89073" y="228552"/>
                </a:lnTo>
                <a:lnTo>
                  <a:pt x="89266" y="228228"/>
                </a:lnTo>
                <a:lnTo>
                  <a:pt x="89436" y="227885"/>
                </a:lnTo>
                <a:lnTo>
                  <a:pt x="89582" y="227526"/>
                </a:lnTo>
                <a:lnTo>
                  <a:pt x="89704" y="227150"/>
                </a:lnTo>
                <a:lnTo>
                  <a:pt x="89800" y="226759"/>
                </a:lnTo>
                <a:lnTo>
                  <a:pt x="89870" y="226353"/>
                </a:lnTo>
                <a:lnTo>
                  <a:pt x="89913" y="225934"/>
                </a:lnTo>
                <a:lnTo>
                  <a:pt x="89927" y="225501"/>
                </a:lnTo>
                <a:lnTo>
                  <a:pt x="89913" y="225063"/>
                </a:lnTo>
                <a:lnTo>
                  <a:pt x="89870" y="224628"/>
                </a:lnTo>
                <a:lnTo>
                  <a:pt x="89800" y="224196"/>
                </a:lnTo>
                <a:lnTo>
                  <a:pt x="89704" y="223769"/>
                </a:lnTo>
                <a:lnTo>
                  <a:pt x="89582" y="223348"/>
                </a:lnTo>
                <a:lnTo>
                  <a:pt x="89436" y="222935"/>
                </a:lnTo>
                <a:lnTo>
                  <a:pt x="89266" y="222529"/>
                </a:lnTo>
                <a:lnTo>
                  <a:pt x="89073" y="222133"/>
                </a:lnTo>
                <a:lnTo>
                  <a:pt x="88859" y="221748"/>
                </a:lnTo>
                <a:lnTo>
                  <a:pt x="88624" y="221374"/>
                </a:lnTo>
                <a:lnTo>
                  <a:pt x="88369" y="221012"/>
                </a:lnTo>
                <a:lnTo>
                  <a:pt x="88096" y="220665"/>
                </a:lnTo>
                <a:lnTo>
                  <a:pt x="87804" y="220333"/>
                </a:lnTo>
                <a:lnTo>
                  <a:pt x="87495" y="220016"/>
                </a:lnTo>
                <a:lnTo>
                  <a:pt x="87170" y="219717"/>
                </a:lnTo>
                <a:lnTo>
                  <a:pt x="86830" y="219436"/>
                </a:lnTo>
                <a:lnTo>
                  <a:pt x="86476" y="219175"/>
                </a:lnTo>
                <a:lnTo>
                  <a:pt x="86108" y="218934"/>
                </a:lnTo>
                <a:lnTo>
                  <a:pt x="85728" y="218715"/>
                </a:lnTo>
                <a:lnTo>
                  <a:pt x="85337" y="218518"/>
                </a:lnTo>
                <a:lnTo>
                  <a:pt x="84934" y="218346"/>
                </a:lnTo>
                <a:lnTo>
                  <a:pt x="84523" y="218198"/>
                </a:lnTo>
                <a:lnTo>
                  <a:pt x="84102" y="218077"/>
                </a:lnTo>
                <a:lnTo>
                  <a:pt x="83674" y="217983"/>
                </a:lnTo>
                <a:lnTo>
                  <a:pt x="61554" y="213883"/>
                </a:lnTo>
                <a:lnTo>
                  <a:pt x="61126" y="213819"/>
                </a:lnTo>
                <a:lnTo>
                  <a:pt x="60705" y="213784"/>
                </a:lnTo>
                <a:lnTo>
                  <a:pt x="60294" y="213779"/>
                </a:lnTo>
                <a:lnTo>
                  <a:pt x="59892" y="213802"/>
                </a:lnTo>
                <a:lnTo>
                  <a:pt x="59500" y="213854"/>
                </a:lnTo>
                <a:lnTo>
                  <a:pt x="59120" y="213932"/>
                </a:lnTo>
                <a:close/>
                <a:moveTo>
                  <a:pt x="125482" y="226231"/>
                </a:moveTo>
                <a:lnTo>
                  <a:pt x="125114" y="226336"/>
                </a:lnTo>
                <a:lnTo>
                  <a:pt x="124760" y="226466"/>
                </a:lnTo>
                <a:lnTo>
                  <a:pt x="124419" y="226621"/>
                </a:lnTo>
                <a:lnTo>
                  <a:pt x="124095" y="226799"/>
                </a:lnTo>
                <a:lnTo>
                  <a:pt x="123786" y="227001"/>
                </a:lnTo>
                <a:lnTo>
                  <a:pt x="123494" y="227226"/>
                </a:lnTo>
                <a:lnTo>
                  <a:pt x="123220" y="227472"/>
                </a:lnTo>
                <a:lnTo>
                  <a:pt x="122966" y="227738"/>
                </a:lnTo>
                <a:lnTo>
                  <a:pt x="122731" y="228025"/>
                </a:lnTo>
                <a:lnTo>
                  <a:pt x="122516" y="228332"/>
                </a:lnTo>
                <a:lnTo>
                  <a:pt x="122324" y="228656"/>
                </a:lnTo>
                <a:lnTo>
                  <a:pt x="122154" y="228999"/>
                </a:lnTo>
                <a:lnTo>
                  <a:pt x="122008" y="229358"/>
                </a:lnTo>
                <a:lnTo>
                  <a:pt x="121886" y="229734"/>
                </a:lnTo>
                <a:lnTo>
                  <a:pt x="121790" y="230125"/>
                </a:lnTo>
                <a:lnTo>
                  <a:pt x="121720" y="230531"/>
                </a:lnTo>
                <a:lnTo>
                  <a:pt x="121677" y="230950"/>
                </a:lnTo>
                <a:lnTo>
                  <a:pt x="121663" y="231383"/>
                </a:lnTo>
                <a:lnTo>
                  <a:pt x="121677" y="231821"/>
                </a:lnTo>
                <a:lnTo>
                  <a:pt x="121720" y="232256"/>
                </a:lnTo>
                <a:lnTo>
                  <a:pt x="121790" y="232688"/>
                </a:lnTo>
                <a:lnTo>
                  <a:pt x="121886" y="233115"/>
                </a:lnTo>
                <a:lnTo>
                  <a:pt x="122008" y="233536"/>
                </a:lnTo>
                <a:lnTo>
                  <a:pt x="122154" y="233949"/>
                </a:lnTo>
                <a:lnTo>
                  <a:pt x="122324" y="234355"/>
                </a:lnTo>
                <a:lnTo>
                  <a:pt x="122516" y="234751"/>
                </a:lnTo>
                <a:lnTo>
                  <a:pt x="122731" y="235136"/>
                </a:lnTo>
                <a:lnTo>
                  <a:pt x="122966" y="235510"/>
                </a:lnTo>
                <a:lnTo>
                  <a:pt x="123220" y="235871"/>
                </a:lnTo>
                <a:lnTo>
                  <a:pt x="123494" y="236219"/>
                </a:lnTo>
                <a:lnTo>
                  <a:pt x="123786" y="236551"/>
                </a:lnTo>
                <a:lnTo>
                  <a:pt x="124095" y="236868"/>
                </a:lnTo>
                <a:lnTo>
                  <a:pt x="124419" y="237167"/>
                </a:lnTo>
                <a:lnTo>
                  <a:pt x="124760" y="237448"/>
                </a:lnTo>
                <a:lnTo>
                  <a:pt x="125114" y="237709"/>
                </a:lnTo>
                <a:lnTo>
                  <a:pt x="125482" y="237950"/>
                </a:lnTo>
                <a:lnTo>
                  <a:pt x="125862" y="238169"/>
                </a:lnTo>
                <a:lnTo>
                  <a:pt x="126253" y="238366"/>
                </a:lnTo>
                <a:lnTo>
                  <a:pt x="126655" y="238538"/>
                </a:lnTo>
                <a:lnTo>
                  <a:pt x="127067" y="238686"/>
                </a:lnTo>
                <a:lnTo>
                  <a:pt x="127487" y="238807"/>
                </a:lnTo>
                <a:lnTo>
                  <a:pt x="127915" y="238901"/>
                </a:lnTo>
                <a:lnTo>
                  <a:pt x="150036" y="243001"/>
                </a:lnTo>
                <a:lnTo>
                  <a:pt x="150464" y="243065"/>
                </a:lnTo>
                <a:lnTo>
                  <a:pt x="150884" y="243100"/>
                </a:lnTo>
                <a:lnTo>
                  <a:pt x="151296" y="243105"/>
                </a:lnTo>
                <a:lnTo>
                  <a:pt x="151698" y="243082"/>
                </a:lnTo>
                <a:lnTo>
                  <a:pt x="152090" y="243030"/>
                </a:lnTo>
                <a:lnTo>
                  <a:pt x="152470" y="242952"/>
                </a:lnTo>
                <a:lnTo>
                  <a:pt x="152837" y="242847"/>
                </a:lnTo>
                <a:lnTo>
                  <a:pt x="153192" y="242717"/>
                </a:lnTo>
                <a:lnTo>
                  <a:pt x="153532" y="242563"/>
                </a:lnTo>
                <a:lnTo>
                  <a:pt x="153857" y="242384"/>
                </a:lnTo>
                <a:lnTo>
                  <a:pt x="154165" y="242182"/>
                </a:lnTo>
                <a:lnTo>
                  <a:pt x="154457" y="241958"/>
                </a:lnTo>
                <a:lnTo>
                  <a:pt x="154731" y="241712"/>
                </a:lnTo>
                <a:lnTo>
                  <a:pt x="154986" y="241445"/>
                </a:lnTo>
                <a:lnTo>
                  <a:pt x="155221" y="241158"/>
                </a:lnTo>
                <a:lnTo>
                  <a:pt x="155435" y="240852"/>
                </a:lnTo>
                <a:lnTo>
                  <a:pt x="155627" y="240527"/>
                </a:lnTo>
                <a:lnTo>
                  <a:pt x="155797" y="240185"/>
                </a:lnTo>
                <a:lnTo>
                  <a:pt x="155943" y="239825"/>
                </a:lnTo>
                <a:lnTo>
                  <a:pt x="156065" y="239449"/>
                </a:lnTo>
                <a:lnTo>
                  <a:pt x="156161" y="239058"/>
                </a:lnTo>
                <a:lnTo>
                  <a:pt x="156231" y="238653"/>
                </a:lnTo>
                <a:lnTo>
                  <a:pt x="156274" y="238233"/>
                </a:lnTo>
                <a:lnTo>
                  <a:pt x="156288" y="237800"/>
                </a:lnTo>
                <a:lnTo>
                  <a:pt x="156274" y="237362"/>
                </a:lnTo>
                <a:lnTo>
                  <a:pt x="156231" y="236927"/>
                </a:lnTo>
                <a:lnTo>
                  <a:pt x="156161" y="236495"/>
                </a:lnTo>
                <a:lnTo>
                  <a:pt x="156065" y="236068"/>
                </a:lnTo>
                <a:lnTo>
                  <a:pt x="155943" y="235648"/>
                </a:lnTo>
                <a:lnTo>
                  <a:pt x="155797" y="235234"/>
                </a:lnTo>
                <a:lnTo>
                  <a:pt x="155627" y="234829"/>
                </a:lnTo>
                <a:lnTo>
                  <a:pt x="155435" y="234433"/>
                </a:lnTo>
                <a:lnTo>
                  <a:pt x="155221" y="234047"/>
                </a:lnTo>
                <a:lnTo>
                  <a:pt x="154986" y="233673"/>
                </a:lnTo>
                <a:lnTo>
                  <a:pt x="154731" y="233312"/>
                </a:lnTo>
                <a:lnTo>
                  <a:pt x="154457" y="232964"/>
                </a:lnTo>
                <a:lnTo>
                  <a:pt x="154165" y="232632"/>
                </a:lnTo>
                <a:lnTo>
                  <a:pt x="153857" y="232316"/>
                </a:lnTo>
                <a:lnTo>
                  <a:pt x="153532" y="232016"/>
                </a:lnTo>
                <a:lnTo>
                  <a:pt x="153192" y="231736"/>
                </a:lnTo>
                <a:lnTo>
                  <a:pt x="152837" y="231474"/>
                </a:lnTo>
                <a:lnTo>
                  <a:pt x="152470" y="231233"/>
                </a:lnTo>
                <a:lnTo>
                  <a:pt x="152090" y="231014"/>
                </a:lnTo>
                <a:lnTo>
                  <a:pt x="151698" y="230818"/>
                </a:lnTo>
                <a:lnTo>
                  <a:pt x="151296" y="230645"/>
                </a:lnTo>
                <a:lnTo>
                  <a:pt x="150884" y="230498"/>
                </a:lnTo>
                <a:lnTo>
                  <a:pt x="150464" y="230376"/>
                </a:lnTo>
                <a:lnTo>
                  <a:pt x="150036" y="230282"/>
                </a:lnTo>
                <a:lnTo>
                  <a:pt x="127915" y="226183"/>
                </a:lnTo>
                <a:lnTo>
                  <a:pt x="127487" y="226118"/>
                </a:lnTo>
                <a:lnTo>
                  <a:pt x="127067" y="226083"/>
                </a:lnTo>
                <a:lnTo>
                  <a:pt x="126655" y="226078"/>
                </a:lnTo>
                <a:lnTo>
                  <a:pt x="126253" y="226102"/>
                </a:lnTo>
                <a:lnTo>
                  <a:pt x="125862" y="226153"/>
                </a:lnTo>
                <a:lnTo>
                  <a:pt x="125482" y="226231"/>
                </a:lnTo>
                <a:close/>
                <a:moveTo>
                  <a:pt x="191843" y="238531"/>
                </a:moveTo>
                <a:lnTo>
                  <a:pt x="191475" y="238635"/>
                </a:lnTo>
                <a:lnTo>
                  <a:pt x="191121" y="238765"/>
                </a:lnTo>
                <a:lnTo>
                  <a:pt x="190781" y="238920"/>
                </a:lnTo>
                <a:lnTo>
                  <a:pt x="190456" y="239099"/>
                </a:lnTo>
                <a:lnTo>
                  <a:pt x="190147" y="239301"/>
                </a:lnTo>
                <a:lnTo>
                  <a:pt x="189856" y="239525"/>
                </a:lnTo>
                <a:lnTo>
                  <a:pt x="189582" y="239771"/>
                </a:lnTo>
                <a:lnTo>
                  <a:pt x="189327" y="240038"/>
                </a:lnTo>
                <a:lnTo>
                  <a:pt x="189092" y="240325"/>
                </a:lnTo>
                <a:lnTo>
                  <a:pt x="188878" y="240631"/>
                </a:lnTo>
                <a:lnTo>
                  <a:pt x="188685" y="240956"/>
                </a:lnTo>
                <a:lnTo>
                  <a:pt x="188516" y="241298"/>
                </a:lnTo>
                <a:lnTo>
                  <a:pt x="188369" y="241658"/>
                </a:lnTo>
                <a:lnTo>
                  <a:pt x="188248" y="242033"/>
                </a:lnTo>
                <a:lnTo>
                  <a:pt x="188151" y="242424"/>
                </a:lnTo>
                <a:lnTo>
                  <a:pt x="188081" y="242830"/>
                </a:lnTo>
                <a:lnTo>
                  <a:pt x="188039" y="243250"/>
                </a:lnTo>
                <a:lnTo>
                  <a:pt x="188024" y="243682"/>
                </a:lnTo>
                <a:lnTo>
                  <a:pt x="188039" y="244120"/>
                </a:lnTo>
                <a:lnTo>
                  <a:pt x="188081" y="244556"/>
                </a:lnTo>
                <a:lnTo>
                  <a:pt x="188151" y="244987"/>
                </a:lnTo>
                <a:lnTo>
                  <a:pt x="188248" y="245414"/>
                </a:lnTo>
                <a:lnTo>
                  <a:pt x="188369" y="245835"/>
                </a:lnTo>
                <a:lnTo>
                  <a:pt x="188516" y="246249"/>
                </a:lnTo>
                <a:lnTo>
                  <a:pt x="188685" y="246654"/>
                </a:lnTo>
                <a:lnTo>
                  <a:pt x="188878" y="247050"/>
                </a:lnTo>
                <a:lnTo>
                  <a:pt x="189092" y="247436"/>
                </a:lnTo>
                <a:lnTo>
                  <a:pt x="189327" y="247810"/>
                </a:lnTo>
                <a:lnTo>
                  <a:pt x="189582" y="248171"/>
                </a:lnTo>
                <a:lnTo>
                  <a:pt x="189856" y="248518"/>
                </a:lnTo>
                <a:lnTo>
                  <a:pt x="190147" y="248851"/>
                </a:lnTo>
                <a:lnTo>
                  <a:pt x="190456" y="249167"/>
                </a:lnTo>
                <a:lnTo>
                  <a:pt x="190781" y="249466"/>
                </a:lnTo>
                <a:lnTo>
                  <a:pt x="191121" y="249747"/>
                </a:lnTo>
                <a:lnTo>
                  <a:pt x="191475" y="250009"/>
                </a:lnTo>
                <a:lnTo>
                  <a:pt x="191843" y="250249"/>
                </a:lnTo>
                <a:lnTo>
                  <a:pt x="192223" y="250469"/>
                </a:lnTo>
                <a:lnTo>
                  <a:pt x="192615" y="250665"/>
                </a:lnTo>
                <a:lnTo>
                  <a:pt x="193017" y="250838"/>
                </a:lnTo>
                <a:lnTo>
                  <a:pt x="193428" y="250985"/>
                </a:lnTo>
                <a:lnTo>
                  <a:pt x="193849" y="251106"/>
                </a:lnTo>
                <a:lnTo>
                  <a:pt x="194277" y="251200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236801"/>
                </a:lnTo>
                <a:lnTo>
                  <a:pt x="211575" y="236363"/>
                </a:lnTo>
                <a:lnTo>
                  <a:pt x="211533" y="235928"/>
                </a:lnTo>
                <a:lnTo>
                  <a:pt x="211463" y="235496"/>
                </a:lnTo>
                <a:lnTo>
                  <a:pt x="211366" y="235069"/>
                </a:lnTo>
                <a:lnTo>
                  <a:pt x="211245" y="234649"/>
                </a:lnTo>
                <a:lnTo>
                  <a:pt x="211098" y="234235"/>
                </a:lnTo>
                <a:lnTo>
                  <a:pt x="210928" y="233830"/>
                </a:lnTo>
                <a:lnTo>
                  <a:pt x="210736" y="233434"/>
                </a:lnTo>
                <a:lnTo>
                  <a:pt x="210522" y="233048"/>
                </a:lnTo>
                <a:lnTo>
                  <a:pt x="210287" y="232674"/>
                </a:lnTo>
                <a:lnTo>
                  <a:pt x="210032" y="232313"/>
                </a:lnTo>
                <a:lnTo>
                  <a:pt x="209758" y="231965"/>
                </a:lnTo>
                <a:lnTo>
                  <a:pt x="209467" y="231633"/>
                </a:lnTo>
                <a:lnTo>
                  <a:pt x="209158" y="231316"/>
                </a:lnTo>
                <a:lnTo>
                  <a:pt x="208833" y="231017"/>
                </a:lnTo>
                <a:lnTo>
                  <a:pt x="208493" y="230736"/>
                </a:lnTo>
                <a:lnTo>
                  <a:pt x="208139" y="230475"/>
                </a:lnTo>
                <a:lnTo>
                  <a:pt x="207771" y="230234"/>
                </a:lnTo>
                <a:lnTo>
                  <a:pt x="207391" y="230015"/>
                </a:lnTo>
                <a:lnTo>
                  <a:pt x="206999" y="229819"/>
                </a:lnTo>
                <a:lnTo>
                  <a:pt x="206597" y="229646"/>
                </a:lnTo>
                <a:lnTo>
                  <a:pt x="206185" y="229499"/>
                </a:lnTo>
                <a:lnTo>
                  <a:pt x="205765" y="229377"/>
                </a:lnTo>
                <a:lnTo>
                  <a:pt x="205337" y="229283"/>
                </a:lnTo>
                <a:lnTo>
                  <a:pt x="204909" y="229219"/>
                </a:lnTo>
                <a:lnTo>
                  <a:pt x="204489" y="229184"/>
                </a:lnTo>
                <a:lnTo>
                  <a:pt x="204077" y="229179"/>
                </a:lnTo>
                <a:lnTo>
                  <a:pt x="203675" y="229202"/>
                </a:lnTo>
                <a:lnTo>
                  <a:pt x="203283" y="229254"/>
                </a:lnTo>
                <a:lnTo>
                  <a:pt x="202903" y="229332"/>
                </a:lnTo>
                <a:lnTo>
                  <a:pt x="202536" y="229437"/>
                </a:lnTo>
                <a:lnTo>
                  <a:pt x="202181" y="229567"/>
                </a:lnTo>
                <a:lnTo>
                  <a:pt x="201841" y="229721"/>
                </a:lnTo>
                <a:lnTo>
                  <a:pt x="201516" y="229900"/>
                </a:lnTo>
                <a:lnTo>
                  <a:pt x="201207" y="230102"/>
                </a:lnTo>
                <a:lnTo>
                  <a:pt x="200916" y="230326"/>
                </a:lnTo>
                <a:lnTo>
                  <a:pt x="200642" y="230572"/>
                </a:lnTo>
                <a:lnTo>
                  <a:pt x="200387" y="230839"/>
                </a:lnTo>
                <a:lnTo>
                  <a:pt x="200152" y="231126"/>
                </a:lnTo>
                <a:lnTo>
                  <a:pt x="199938" y="231432"/>
                </a:lnTo>
                <a:lnTo>
                  <a:pt x="199746" y="231757"/>
                </a:lnTo>
                <a:lnTo>
                  <a:pt x="199576" y="232099"/>
                </a:lnTo>
                <a:lnTo>
                  <a:pt x="199430" y="232459"/>
                </a:lnTo>
                <a:lnTo>
                  <a:pt x="199308" y="232834"/>
                </a:lnTo>
                <a:lnTo>
                  <a:pt x="199211" y="233226"/>
                </a:lnTo>
                <a:lnTo>
                  <a:pt x="199141" y="233631"/>
                </a:lnTo>
                <a:lnTo>
                  <a:pt x="199099" y="234051"/>
                </a:lnTo>
                <a:lnTo>
                  <a:pt x="199084" y="234484"/>
                </a:lnTo>
                <a:lnTo>
                  <a:pt x="199084" y="239373"/>
                </a:lnTo>
                <a:lnTo>
                  <a:pt x="194277" y="238482"/>
                </a:lnTo>
                <a:lnTo>
                  <a:pt x="193849" y="238417"/>
                </a:lnTo>
                <a:lnTo>
                  <a:pt x="193428" y="238383"/>
                </a:lnTo>
                <a:lnTo>
                  <a:pt x="193017" y="238378"/>
                </a:lnTo>
                <a:lnTo>
                  <a:pt x="192615" y="238401"/>
                </a:lnTo>
                <a:lnTo>
                  <a:pt x="192223" y="238452"/>
                </a:lnTo>
                <a:lnTo>
                  <a:pt x="191843" y="238531"/>
                </a:lnTo>
                <a:close/>
                <a:moveTo>
                  <a:pt x="211098" y="99252"/>
                </a:moveTo>
                <a:lnTo>
                  <a:pt x="210928" y="98846"/>
                </a:lnTo>
                <a:lnTo>
                  <a:pt x="210736" y="98450"/>
                </a:lnTo>
                <a:lnTo>
                  <a:pt x="210522" y="98065"/>
                </a:lnTo>
                <a:lnTo>
                  <a:pt x="210287" y="97691"/>
                </a:lnTo>
                <a:lnTo>
                  <a:pt x="210032" y="97329"/>
                </a:lnTo>
                <a:lnTo>
                  <a:pt x="209758" y="96982"/>
                </a:lnTo>
                <a:lnTo>
                  <a:pt x="209467" y="96650"/>
                </a:lnTo>
                <a:lnTo>
                  <a:pt x="209158" y="96333"/>
                </a:lnTo>
                <a:lnTo>
                  <a:pt x="208833" y="96034"/>
                </a:lnTo>
                <a:lnTo>
                  <a:pt x="208493" y="95753"/>
                </a:lnTo>
                <a:lnTo>
                  <a:pt x="208139" y="95492"/>
                </a:lnTo>
                <a:lnTo>
                  <a:pt x="207771" y="95251"/>
                </a:lnTo>
                <a:lnTo>
                  <a:pt x="207391" y="95032"/>
                </a:lnTo>
                <a:lnTo>
                  <a:pt x="206999" y="94835"/>
                </a:lnTo>
                <a:lnTo>
                  <a:pt x="206597" y="94663"/>
                </a:lnTo>
                <a:lnTo>
                  <a:pt x="206185" y="94515"/>
                </a:lnTo>
                <a:lnTo>
                  <a:pt x="205765" y="94394"/>
                </a:lnTo>
                <a:lnTo>
                  <a:pt x="205337" y="94300"/>
                </a:lnTo>
                <a:lnTo>
                  <a:pt x="204909" y="94235"/>
                </a:lnTo>
                <a:lnTo>
                  <a:pt x="204489" y="94201"/>
                </a:lnTo>
                <a:lnTo>
                  <a:pt x="204077" y="94196"/>
                </a:lnTo>
                <a:lnTo>
                  <a:pt x="203675" y="94219"/>
                </a:lnTo>
                <a:lnTo>
                  <a:pt x="203283" y="94270"/>
                </a:lnTo>
                <a:lnTo>
                  <a:pt x="202903" y="94349"/>
                </a:lnTo>
                <a:lnTo>
                  <a:pt x="202536" y="94453"/>
                </a:lnTo>
                <a:lnTo>
                  <a:pt x="202181" y="94583"/>
                </a:lnTo>
                <a:lnTo>
                  <a:pt x="201841" y="94738"/>
                </a:lnTo>
                <a:lnTo>
                  <a:pt x="201516" y="94917"/>
                </a:lnTo>
                <a:lnTo>
                  <a:pt x="201207" y="95119"/>
                </a:lnTo>
                <a:lnTo>
                  <a:pt x="200916" y="95343"/>
                </a:lnTo>
                <a:lnTo>
                  <a:pt x="200642" y="95589"/>
                </a:lnTo>
                <a:lnTo>
                  <a:pt x="200387" y="95856"/>
                </a:lnTo>
                <a:lnTo>
                  <a:pt x="200152" y="96143"/>
                </a:lnTo>
                <a:lnTo>
                  <a:pt x="199938" y="96449"/>
                </a:lnTo>
                <a:lnTo>
                  <a:pt x="199746" y="96774"/>
                </a:lnTo>
                <a:lnTo>
                  <a:pt x="199576" y="97116"/>
                </a:lnTo>
                <a:lnTo>
                  <a:pt x="199430" y="97476"/>
                </a:lnTo>
                <a:lnTo>
                  <a:pt x="199308" y="97851"/>
                </a:lnTo>
                <a:lnTo>
                  <a:pt x="199211" y="98242"/>
                </a:lnTo>
                <a:lnTo>
                  <a:pt x="199141" y="98648"/>
                </a:lnTo>
                <a:lnTo>
                  <a:pt x="199099" y="99068"/>
                </a:lnTo>
                <a:lnTo>
                  <a:pt x="199084" y="99500"/>
                </a:lnTo>
                <a:lnTo>
                  <a:pt x="199084" y="121998"/>
                </a:lnTo>
                <a:lnTo>
                  <a:pt x="199099" y="122436"/>
                </a:lnTo>
                <a:lnTo>
                  <a:pt x="199141" y="122871"/>
                </a:lnTo>
                <a:lnTo>
                  <a:pt x="199211" y="123303"/>
                </a:lnTo>
                <a:lnTo>
                  <a:pt x="199308" y="123729"/>
                </a:lnTo>
                <a:lnTo>
                  <a:pt x="199430" y="124150"/>
                </a:lnTo>
                <a:lnTo>
                  <a:pt x="199576" y="124564"/>
                </a:lnTo>
                <a:lnTo>
                  <a:pt x="199746" y="124969"/>
                </a:lnTo>
                <a:lnTo>
                  <a:pt x="199938" y="125365"/>
                </a:lnTo>
                <a:lnTo>
                  <a:pt x="200152" y="125751"/>
                </a:lnTo>
                <a:lnTo>
                  <a:pt x="200387" y="126125"/>
                </a:lnTo>
                <a:lnTo>
                  <a:pt x="200642" y="126486"/>
                </a:lnTo>
                <a:lnTo>
                  <a:pt x="200916" y="126834"/>
                </a:lnTo>
                <a:lnTo>
                  <a:pt x="201207" y="127166"/>
                </a:lnTo>
                <a:lnTo>
                  <a:pt x="201516" y="127482"/>
                </a:lnTo>
                <a:lnTo>
                  <a:pt x="201841" y="127782"/>
                </a:lnTo>
                <a:lnTo>
                  <a:pt x="202181" y="128062"/>
                </a:lnTo>
                <a:lnTo>
                  <a:pt x="202536" y="128324"/>
                </a:lnTo>
                <a:lnTo>
                  <a:pt x="202903" y="128565"/>
                </a:lnTo>
                <a:lnTo>
                  <a:pt x="203283" y="128784"/>
                </a:lnTo>
                <a:lnTo>
                  <a:pt x="203675" y="128980"/>
                </a:lnTo>
                <a:lnTo>
                  <a:pt x="204077" y="129153"/>
                </a:lnTo>
                <a:lnTo>
                  <a:pt x="204489" y="129300"/>
                </a:lnTo>
                <a:lnTo>
                  <a:pt x="204909" y="129422"/>
                </a:lnTo>
                <a:lnTo>
                  <a:pt x="205337" y="129516"/>
                </a:lnTo>
                <a:lnTo>
                  <a:pt x="205765" y="129580"/>
                </a:lnTo>
                <a:lnTo>
                  <a:pt x="206185" y="129615"/>
                </a:lnTo>
                <a:lnTo>
                  <a:pt x="206597" y="129620"/>
                </a:lnTo>
                <a:lnTo>
                  <a:pt x="206999" y="129596"/>
                </a:lnTo>
                <a:lnTo>
                  <a:pt x="207391" y="129545"/>
                </a:lnTo>
                <a:lnTo>
                  <a:pt x="207771" y="129467"/>
                </a:lnTo>
                <a:lnTo>
                  <a:pt x="208139" y="129362"/>
                </a:lnTo>
                <a:lnTo>
                  <a:pt x="208493" y="129232"/>
                </a:lnTo>
                <a:lnTo>
                  <a:pt x="208833" y="129077"/>
                </a:lnTo>
                <a:lnTo>
                  <a:pt x="209158" y="128899"/>
                </a:lnTo>
                <a:lnTo>
                  <a:pt x="209467" y="128697"/>
                </a:lnTo>
                <a:lnTo>
                  <a:pt x="209758" y="128472"/>
                </a:lnTo>
                <a:lnTo>
                  <a:pt x="210032" y="128226"/>
                </a:lnTo>
                <a:lnTo>
                  <a:pt x="210287" y="127960"/>
                </a:lnTo>
                <a:lnTo>
                  <a:pt x="210522" y="127673"/>
                </a:lnTo>
                <a:lnTo>
                  <a:pt x="210736" y="127367"/>
                </a:lnTo>
                <a:lnTo>
                  <a:pt x="210928" y="127042"/>
                </a:lnTo>
                <a:lnTo>
                  <a:pt x="211098" y="126699"/>
                </a:lnTo>
                <a:lnTo>
                  <a:pt x="211245" y="126340"/>
                </a:lnTo>
                <a:lnTo>
                  <a:pt x="211366" y="125964"/>
                </a:lnTo>
                <a:lnTo>
                  <a:pt x="211463" y="125573"/>
                </a:lnTo>
                <a:lnTo>
                  <a:pt x="211533" y="125168"/>
                </a:lnTo>
                <a:lnTo>
                  <a:pt x="211575" y="124748"/>
                </a:lnTo>
                <a:lnTo>
                  <a:pt x="211590" y="124315"/>
                </a:lnTo>
                <a:lnTo>
                  <a:pt x="211590" y="101818"/>
                </a:lnTo>
                <a:lnTo>
                  <a:pt x="211575" y="101380"/>
                </a:lnTo>
                <a:lnTo>
                  <a:pt x="211533" y="100945"/>
                </a:lnTo>
                <a:lnTo>
                  <a:pt x="211463" y="100513"/>
                </a:lnTo>
                <a:lnTo>
                  <a:pt x="211366" y="100086"/>
                </a:lnTo>
                <a:lnTo>
                  <a:pt x="211245" y="99665"/>
                </a:lnTo>
                <a:lnTo>
                  <a:pt x="211098" y="99252"/>
                </a:lnTo>
                <a:close/>
                <a:moveTo>
                  <a:pt x="211098" y="166743"/>
                </a:moveTo>
                <a:lnTo>
                  <a:pt x="210928" y="166338"/>
                </a:lnTo>
                <a:lnTo>
                  <a:pt x="210736" y="165942"/>
                </a:lnTo>
                <a:lnTo>
                  <a:pt x="210522" y="165556"/>
                </a:lnTo>
                <a:lnTo>
                  <a:pt x="210287" y="165182"/>
                </a:lnTo>
                <a:lnTo>
                  <a:pt x="210032" y="164821"/>
                </a:lnTo>
                <a:lnTo>
                  <a:pt x="209758" y="164474"/>
                </a:lnTo>
                <a:lnTo>
                  <a:pt x="209467" y="164141"/>
                </a:lnTo>
                <a:lnTo>
                  <a:pt x="209158" y="163825"/>
                </a:lnTo>
                <a:lnTo>
                  <a:pt x="208833" y="163526"/>
                </a:lnTo>
                <a:lnTo>
                  <a:pt x="208493" y="163245"/>
                </a:lnTo>
                <a:lnTo>
                  <a:pt x="208139" y="162983"/>
                </a:lnTo>
                <a:lnTo>
                  <a:pt x="207771" y="162743"/>
                </a:lnTo>
                <a:lnTo>
                  <a:pt x="207391" y="162523"/>
                </a:lnTo>
                <a:lnTo>
                  <a:pt x="206999" y="162327"/>
                </a:lnTo>
                <a:lnTo>
                  <a:pt x="206597" y="162154"/>
                </a:lnTo>
                <a:lnTo>
                  <a:pt x="206185" y="162007"/>
                </a:lnTo>
                <a:lnTo>
                  <a:pt x="205765" y="161886"/>
                </a:lnTo>
                <a:lnTo>
                  <a:pt x="205337" y="161792"/>
                </a:lnTo>
                <a:lnTo>
                  <a:pt x="204909" y="161727"/>
                </a:lnTo>
                <a:lnTo>
                  <a:pt x="204489" y="161692"/>
                </a:lnTo>
                <a:lnTo>
                  <a:pt x="204077" y="161687"/>
                </a:lnTo>
                <a:lnTo>
                  <a:pt x="203675" y="161711"/>
                </a:lnTo>
                <a:lnTo>
                  <a:pt x="203283" y="161762"/>
                </a:lnTo>
                <a:lnTo>
                  <a:pt x="202903" y="161840"/>
                </a:lnTo>
                <a:lnTo>
                  <a:pt x="202536" y="161945"/>
                </a:lnTo>
                <a:lnTo>
                  <a:pt x="202181" y="162075"/>
                </a:lnTo>
                <a:lnTo>
                  <a:pt x="201841" y="162230"/>
                </a:lnTo>
                <a:lnTo>
                  <a:pt x="201516" y="162409"/>
                </a:lnTo>
                <a:lnTo>
                  <a:pt x="201207" y="162610"/>
                </a:lnTo>
                <a:lnTo>
                  <a:pt x="200916" y="162835"/>
                </a:lnTo>
                <a:lnTo>
                  <a:pt x="200642" y="163081"/>
                </a:lnTo>
                <a:lnTo>
                  <a:pt x="200387" y="163348"/>
                </a:lnTo>
                <a:lnTo>
                  <a:pt x="200152" y="163634"/>
                </a:lnTo>
                <a:lnTo>
                  <a:pt x="199938" y="163941"/>
                </a:lnTo>
                <a:lnTo>
                  <a:pt x="199746" y="164265"/>
                </a:lnTo>
                <a:lnTo>
                  <a:pt x="199576" y="164608"/>
                </a:lnTo>
                <a:lnTo>
                  <a:pt x="199430" y="164967"/>
                </a:lnTo>
                <a:lnTo>
                  <a:pt x="199308" y="165343"/>
                </a:lnTo>
                <a:lnTo>
                  <a:pt x="199211" y="165734"/>
                </a:lnTo>
                <a:lnTo>
                  <a:pt x="199141" y="166140"/>
                </a:lnTo>
                <a:lnTo>
                  <a:pt x="199099" y="166559"/>
                </a:lnTo>
                <a:lnTo>
                  <a:pt x="199084" y="166992"/>
                </a:lnTo>
                <a:lnTo>
                  <a:pt x="199084" y="189489"/>
                </a:lnTo>
                <a:lnTo>
                  <a:pt x="199099" y="189927"/>
                </a:lnTo>
                <a:lnTo>
                  <a:pt x="199141" y="190363"/>
                </a:lnTo>
                <a:lnTo>
                  <a:pt x="199211" y="190794"/>
                </a:lnTo>
                <a:lnTo>
                  <a:pt x="199308" y="191221"/>
                </a:lnTo>
                <a:lnTo>
                  <a:pt x="199430" y="191642"/>
                </a:lnTo>
                <a:lnTo>
                  <a:pt x="199576" y="192055"/>
                </a:lnTo>
                <a:lnTo>
                  <a:pt x="199746" y="192461"/>
                </a:lnTo>
                <a:lnTo>
                  <a:pt x="199938" y="192857"/>
                </a:lnTo>
                <a:lnTo>
                  <a:pt x="200152" y="193243"/>
                </a:lnTo>
                <a:lnTo>
                  <a:pt x="200387" y="193616"/>
                </a:lnTo>
                <a:lnTo>
                  <a:pt x="200642" y="193978"/>
                </a:lnTo>
                <a:lnTo>
                  <a:pt x="200916" y="194325"/>
                </a:lnTo>
                <a:lnTo>
                  <a:pt x="201207" y="194658"/>
                </a:lnTo>
                <a:lnTo>
                  <a:pt x="201516" y="194974"/>
                </a:lnTo>
                <a:lnTo>
                  <a:pt x="201841" y="195273"/>
                </a:lnTo>
                <a:lnTo>
                  <a:pt x="202181" y="195554"/>
                </a:lnTo>
                <a:lnTo>
                  <a:pt x="202536" y="195815"/>
                </a:lnTo>
                <a:lnTo>
                  <a:pt x="202903" y="196056"/>
                </a:lnTo>
                <a:lnTo>
                  <a:pt x="203283" y="196276"/>
                </a:lnTo>
                <a:lnTo>
                  <a:pt x="203675" y="196472"/>
                </a:lnTo>
                <a:lnTo>
                  <a:pt x="204077" y="196644"/>
                </a:lnTo>
                <a:lnTo>
                  <a:pt x="204489" y="196792"/>
                </a:lnTo>
                <a:lnTo>
                  <a:pt x="204909" y="196913"/>
                </a:lnTo>
                <a:lnTo>
                  <a:pt x="205337" y="197007"/>
                </a:lnTo>
                <a:lnTo>
                  <a:pt x="205765" y="197072"/>
                </a:lnTo>
                <a:lnTo>
                  <a:pt x="206185" y="197106"/>
                </a:lnTo>
                <a:lnTo>
                  <a:pt x="206597" y="197111"/>
                </a:lnTo>
                <a:lnTo>
                  <a:pt x="206999" y="197088"/>
                </a:lnTo>
                <a:lnTo>
                  <a:pt x="207391" y="197037"/>
                </a:lnTo>
                <a:lnTo>
                  <a:pt x="207771" y="196958"/>
                </a:lnTo>
                <a:lnTo>
                  <a:pt x="208139" y="196854"/>
                </a:lnTo>
                <a:lnTo>
                  <a:pt x="208493" y="196724"/>
                </a:lnTo>
                <a:lnTo>
                  <a:pt x="208833" y="196569"/>
                </a:lnTo>
                <a:lnTo>
                  <a:pt x="209158" y="196390"/>
                </a:lnTo>
                <a:lnTo>
                  <a:pt x="209467" y="196188"/>
                </a:lnTo>
                <a:lnTo>
                  <a:pt x="209758" y="195964"/>
                </a:lnTo>
                <a:lnTo>
                  <a:pt x="210032" y="195718"/>
                </a:lnTo>
                <a:lnTo>
                  <a:pt x="210287" y="195451"/>
                </a:lnTo>
                <a:lnTo>
                  <a:pt x="210522" y="195164"/>
                </a:lnTo>
                <a:lnTo>
                  <a:pt x="210736" y="194858"/>
                </a:lnTo>
                <a:lnTo>
                  <a:pt x="210928" y="194534"/>
                </a:lnTo>
                <a:lnTo>
                  <a:pt x="211098" y="194191"/>
                </a:lnTo>
                <a:lnTo>
                  <a:pt x="211245" y="193832"/>
                </a:lnTo>
                <a:lnTo>
                  <a:pt x="211366" y="193456"/>
                </a:lnTo>
                <a:lnTo>
                  <a:pt x="211463" y="193065"/>
                </a:lnTo>
                <a:lnTo>
                  <a:pt x="211533" y="192659"/>
                </a:lnTo>
                <a:lnTo>
                  <a:pt x="211575" y="192240"/>
                </a:lnTo>
                <a:lnTo>
                  <a:pt x="211590" y="191807"/>
                </a:lnTo>
                <a:lnTo>
                  <a:pt x="211590" y="169310"/>
                </a:lnTo>
                <a:lnTo>
                  <a:pt x="211575" y="168872"/>
                </a:lnTo>
                <a:lnTo>
                  <a:pt x="211533" y="168436"/>
                </a:lnTo>
                <a:lnTo>
                  <a:pt x="211463" y="168005"/>
                </a:lnTo>
                <a:lnTo>
                  <a:pt x="211366" y="167578"/>
                </a:lnTo>
                <a:lnTo>
                  <a:pt x="211245" y="167157"/>
                </a:lnTo>
                <a:lnTo>
                  <a:pt x="211098" y="166743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B8AB08-36BE-4E86-B487-73A06BCF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436" y="1689961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4B8F78-3FA3-41C0-B407-4529498F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84" y="1682444"/>
            <a:ext cx="211590" cy="254409"/>
          </a:xfrm>
          <a:custGeom xmlns:a="http://schemas.openxmlformats.org/drawingml/2006/main">
            <a:pathLst>
              <a:path w="211590" h="254409">
                <a:moveTo>
                  <a:pt x="57" y="18481"/>
                </a:moveTo>
                <a:lnTo>
                  <a:pt x="127" y="18913"/>
                </a:lnTo>
                <a:lnTo>
                  <a:pt x="223" y="19340"/>
                </a:lnTo>
                <a:lnTo>
                  <a:pt x="345" y="19760"/>
                </a:lnTo>
                <a:lnTo>
                  <a:pt x="491" y="20174"/>
                </a:lnTo>
                <a:lnTo>
                  <a:pt x="661" y="20579"/>
                </a:lnTo>
                <a:lnTo>
                  <a:pt x="854" y="20976"/>
                </a:lnTo>
                <a:lnTo>
                  <a:pt x="1068" y="21361"/>
                </a:lnTo>
                <a:lnTo>
                  <a:pt x="1303" y="21735"/>
                </a:lnTo>
                <a:lnTo>
                  <a:pt x="1558" y="22096"/>
                </a:lnTo>
                <a:lnTo>
                  <a:pt x="1831" y="22444"/>
                </a:lnTo>
                <a:lnTo>
                  <a:pt x="2123" y="22776"/>
                </a:lnTo>
                <a:lnTo>
                  <a:pt x="2432" y="23093"/>
                </a:lnTo>
                <a:lnTo>
                  <a:pt x="2757" y="23392"/>
                </a:lnTo>
                <a:lnTo>
                  <a:pt x="3097" y="23673"/>
                </a:lnTo>
                <a:lnTo>
                  <a:pt x="3451" y="23934"/>
                </a:lnTo>
                <a:lnTo>
                  <a:pt x="3819" y="24175"/>
                </a:lnTo>
                <a:lnTo>
                  <a:pt x="4199" y="24394"/>
                </a:lnTo>
                <a:lnTo>
                  <a:pt x="4590" y="24590"/>
                </a:lnTo>
                <a:lnTo>
                  <a:pt x="4993" y="24763"/>
                </a:lnTo>
                <a:lnTo>
                  <a:pt x="5404" y="24910"/>
                </a:lnTo>
                <a:lnTo>
                  <a:pt x="5825" y="25032"/>
                </a:lnTo>
                <a:lnTo>
                  <a:pt x="6253" y="25126"/>
                </a:lnTo>
                <a:lnTo>
                  <a:pt x="6681" y="25190"/>
                </a:lnTo>
                <a:lnTo>
                  <a:pt x="7101" y="25225"/>
                </a:lnTo>
                <a:lnTo>
                  <a:pt x="7513" y="25230"/>
                </a:lnTo>
                <a:lnTo>
                  <a:pt x="7915" y="25207"/>
                </a:lnTo>
                <a:lnTo>
                  <a:pt x="8306" y="25155"/>
                </a:lnTo>
                <a:lnTo>
                  <a:pt x="8686" y="25077"/>
                </a:lnTo>
                <a:lnTo>
                  <a:pt x="9054" y="24972"/>
                </a:lnTo>
                <a:lnTo>
                  <a:pt x="9408" y="24842"/>
                </a:lnTo>
                <a:lnTo>
                  <a:pt x="9749" y="24688"/>
                </a:lnTo>
                <a:lnTo>
                  <a:pt x="10073" y="24509"/>
                </a:lnTo>
                <a:lnTo>
                  <a:pt x="10382" y="24307"/>
                </a:lnTo>
                <a:lnTo>
                  <a:pt x="10674" y="24083"/>
                </a:lnTo>
                <a:lnTo>
                  <a:pt x="10948" y="23837"/>
                </a:lnTo>
                <a:lnTo>
                  <a:pt x="11202" y="23570"/>
                </a:lnTo>
                <a:lnTo>
                  <a:pt x="11437" y="23283"/>
                </a:lnTo>
                <a:lnTo>
                  <a:pt x="11652" y="22977"/>
                </a:lnTo>
                <a:lnTo>
                  <a:pt x="11844" y="22652"/>
                </a:lnTo>
                <a:lnTo>
                  <a:pt x="12014" y="22310"/>
                </a:lnTo>
                <a:lnTo>
                  <a:pt x="12160" y="21950"/>
                </a:lnTo>
                <a:lnTo>
                  <a:pt x="12282" y="21575"/>
                </a:lnTo>
                <a:lnTo>
                  <a:pt x="12378" y="21183"/>
                </a:lnTo>
                <a:lnTo>
                  <a:pt x="12448" y="20778"/>
                </a:lnTo>
                <a:lnTo>
                  <a:pt x="12491" y="20358"/>
                </a:lnTo>
                <a:lnTo>
                  <a:pt x="12505" y="19925"/>
                </a:lnTo>
                <a:lnTo>
                  <a:pt x="12505" y="15036"/>
                </a:lnTo>
                <a:lnTo>
                  <a:pt x="17313" y="15927"/>
                </a:lnTo>
                <a:lnTo>
                  <a:pt x="17741" y="15992"/>
                </a:lnTo>
                <a:lnTo>
                  <a:pt x="18161" y="16026"/>
                </a:lnTo>
                <a:lnTo>
                  <a:pt x="18573" y="16031"/>
                </a:lnTo>
                <a:lnTo>
                  <a:pt x="18975" y="16008"/>
                </a:lnTo>
                <a:lnTo>
                  <a:pt x="19367" y="15957"/>
                </a:lnTo>
                <a:lnTo>
                  <a:pt x="19747" y="15878"/>
                </a:lnTo>
                <a:lnTo>
                  <a:pt x="20114" y="15774"/>
                </a:lnTo>
                <a:lnTo>
                  <a:pt x="20469" y="15644"/>
                </a:lnTo>
                <a:lnTo>
                  <a:pt x="20809" y="15489"/>
                </a:lnTo>
                <a:lnTo>
                  <a:pt x="21134" y="15310"/>
                </a:lnTo>
                <a:lnTo>
                  <a:pt x="21442" y="15108"/>
                </a:lnTo>
                <a:lnTo>
                  <a:pt x="21734" y="14884"/>
                </a:lnTo>
                <a:lnTo>
                  <a:pt x="22008" y="14638"/>
                </a:lnTo>
                <a:lnTo>
                  <a:pt x="22263" y="14371"/>
                </a:lnTo>
                <a:lnTo>
                  <a:pt x="22498" y="14084"/>
                </a:lnTo>
                <a:lnTo>
                  <a:pt x="22712" y="13778"/>
                </a:lnTo>
                <a:lnTo>
                  <a:pt x="22904" y="13453"/>
                </a:lnTo>
                <a:lnTo>
                  <a:pt x="23074" y="13111"/>
                </a:lnTo>
                <a:lnTo>
                  <a:pt x="23220" y="12751"/>
                </a:lnTo>
                <a:lnTo>
                  <a:pt x="23342" y="12376"/>
                </a:lnTo>
                <a:lnTo>
                  <a:pt x="23438" y="11985"/>
                </a:lnTo>
                <a:lnTo>
                  <a:pt x="23508" y="11579"/>
                </a:lnTo>
                <a:lnTo>
                  <a:pt x="23551" y="11159"/>
                </a:lnTo>
                <a:lnTo>
                  <a:pt x="23566" y="10727"/>
                </a:lnTo>
                <a:lnTo>
                  <a:pt x="23551" y="10289"/>
                </a:lnTo>
                <a:lnTo>
                  <a:pt x="23508" y="9853"/>
                </a:lnTo>
                <a:lnTo>
                  <a:pt x="23438" y="9422"/>
                </a:lnTo>
                <a:lnTo>
                  <a:pt x="23342" y="8995"/>
                </a:lnTo>
                <a:lnTo>
                  <a:pt x="23220" y="8574"/>
                </a:lnTo>
                <a:lnTo>
                  <a:pt x="23074" y="8160"/>
                </a:lnTo>
                <a:lnTo>
                  <a:pt x="22904" y="7755"/>
                </a:lnTo>
                <a:lnTo>
                  <a:pt x="22712" y="7359"/>
                </a:lnTo>
                <a:lnTo>
                  <a:pt x="22498" y="6973"/>
                </a:lnTo>
                <a:lnTo>
                  <a:pt x="22263" y="6599"/>
                </a:lnTo>
                <a:lnTo>
                  <a:pt x="22008" y="6238"/>
                </a:lnTo>
                <a:lnTo>
                  <a:pt x="21734" y="5891"/>
                </a:lnTo>
                <a:lnTo>
                  <a:pt x="21442" y="5558"/>
                </a:lnTo>
                <a:lnTo>
                  <a:pt x="21134" y="5242"/>
                </a:lnTo>
                <a:lnTo>
                  <a:pt x="20809" y="4943"/>
                </a:lnTo>
                <a:lnTo>
                  <a:pt x="20469" y="4662"/>
                </a:lnTo>
                <a:lnTo>
                  <a:pt x="20114" y="4400"/>
                </a:lnTo>
                <a:lnTo>
                  <a:pt x="19747" y="4160"/>
                </a:lnTo>
                <a:lnTo>
                  <a:pt x="19367" y="3940"/>
                </a:lnTo>
                <a:lnTo>
                  <a:pt x="18975" y="3744"/>
                </a:lnTo>
                <a:lnTo>
                  <a:pt x="18573" y="3572"/>
                </a:lnTo>
                <a:lnTo>
                  <a:pt x="18161" y="3424"/>
                </a:lnTo>
                <a:lnTo>
                  <a:pt x="17741" y="3303"/>
                </a:lnTo>
                <a:lnTo>
                  <a:pt x="17313" y="3209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lnTo>
                  <a:pt x="0" y="17608"/>
                </a:lnTo>
                <a:lnTo>
                  <a:pt x="14" y="18046"/>
                </a:lnTo>
                <a:lnTo>
                  <a:pt x="57" y="18481"/>
                </a:lnTo>
                <a:close/>
                <a:moveTo>
                  <a:pt x="12160" y="62767"/>
                </a:moveTo>
                <a:lnTo>
                  <a:pt x="12014" y="62354"/>
                </a:lnTo>
                <a:lnTo>
                  <a:pt x="11844" y="61948"/>
                </a:lnTo>
                <a:lnTo>
                  <a:pt x="11652" y="61552"/>
                </a:lnTo>
                <a:lnTo>
                  <a:pt x="11437" y="61166"/>
                </a:lnTo>
                <a:lnTo>
                  <a:pt x="11202" y="60793"/>
                </a:lnTo>
                <a:lnTo>
                  <a:pt x="10948" y="60431"/>
                </a:lnTo>
                <a:lnTo>
                  <a:pt x="10674" y="60084"/>
                </a:lnTo>
                <a:lnTo>
                  <a:pt x="10382" y="59751"/>
                </a:lnTo>
                <a:lnTo>
                  <a:pt x="10073" y="59435"/>
                </a:lnTo>
                <a:lnTo>
                  <a:pt x="9749" y="59136"/>
                </a:lnTo>
                <a:lnTo>
                  <a:pt x="9408" y="58855"/>
                </a:lnTo>
                <a:lnTo>
                  <a:pt x="9054" y="58594"/>
                </a:lnTo>
                <a:lnTo>
                  <a:pt x="8686" y="58353"/>
                </a:lnTo>
                <a:lnTo>
                  <a:pt x="8306" y="58134"/>
                </a:lnTo>
                <a:lnTo>
                  <a:pt x="7915" y="57937"/>
                </a:lnTo>
                <a:lnTo>
                  <a:pt x="7513" y="57765"/>
                </a:lnTo>
                <a:lnTo>
                  <a:pt x="7101" y="57617"/>
                </a:lnTo>
                <a:lnTo>
                  <a:pt x="6681" y="57496"/>
                </a:lnTo>
                <a:lnTo>
                  <a:pt x="6253" y="57402"/>
                </a:lnTo>
                <a:lnTo>
                  <a:pt x="5825" y="57337"/>
                </a:lnTo>
                <a:lnTo>
                  <a:pt x="5404" y="57303"/>
                </a:lnTo>
                <a:lnTo>
                  <a:pt x="4993" y="57298"/>
                </a:lnTo>
                <a:lnTo>
                  <a:pt x="4590" y="57321"/>
                </a:lnTo>
                <a:lnTo>
                  <a:pt x="4199" y="57372"/>
                </a:lnTo>
                <a:lnTo>
                  <a:pt x="3819" y="57451"/>
                </a:lnTo>
                <a:lnTo>
                  <a:pt x="3451" y="57555"/>
                </a:lnTo>
                <a:lnTo>
                  <a:pt x="3097" y="57685"/>
                </a:lnTo>
                <a:lnTo>
                  <a:pt x="2757" y="57840"/>
                </a:lnTo>
                <a:lnTo>
                  <a:pt x="2432" y="58019"/>
                </a:lnTo>
                <a:lnTo>
                  <a:pt x="2123" y="58221"/>
                </a:lnTo>
                <a:lnTo>
                  <a:pt x="1831" y="58445"/>
                </a:lnTo>
                <a:lnTo>
                  <a:pt x="1558" y="58691"/>
                </a:lnTo>
                <a:lnTo>
                  <a:pt x="1303" y="58958"/>
                </a:lnTo>
                <a:lnTo>
                  <a:pt x="1068" y="59245"/>
                </a:lnTo>
                <a:lnTo>
                  <a:pt x="854" y="59551"/>
                </a:lnTo>
                <a:lnTo>
                  <a:pt x="661" y="59875"/>
                </a:lnTo>
                <a:lnTo>
                  <a:pt x="491" y="60218"/>
                </a:lnTo>
                <a:lnTo>
                  <a:pt x="345" y="60577"/>
                </a:lnTo>
                <a:lnTo>
                  <a:pt x="223" y="60953"/>
                </a:lnTo>
                <a:lnTo>
                  <a:pt x="127" y="61344"/>
                </a:lnTo>
                <a:lnTo>
                  <a:pt x="57" y="61750"/>
                </a:lnTo>
                <a:lnTo>
                  <a:pt x="14" y="62169"/>
                </a:lnTo>
                <a:lnTo>
                  <a:pt x="0" y="62602"/>
                </a:lnTo>
                <a:lnTo>
                  <a:pt x="0" y="85099"/>
                </a:lnTo>
                <a:lnTo>
                  <a:pt x="14" y="85537"/>
                </a:lnTo>
                <a:lnTo>
                  <a:pt x="57" y="85973"/>
                </a:lnTo>
                <a:lnTo>
                  <a:pt x="127" y="86404"/>
                </a:lnTo>
                <a:lnTo>
                  <a:pt x="223" y="86831"/>
                </a:lnTo>
                <a:lnTo>
                  <a:pt x="345" y="87252"/>
                </a:lnTo>
                <a:lnTo>
                  <a:pt x="491" y="87666"/>
                </a:lnTo>
                <a:lnTo>
                  <a:pt x="661" y="88071"/>
                </a:lnTo>
                <a:lnTo>
                  <a:pt x="854" y="88467"/>
                </a:lnTo>
                <a:lnTo>
                  <a:pt x="1068" y="88853"/>
                </a:lnTo>
                <a:lnTo>
                  <a:pt x="1303" y="89227"/>
                </a:lnTo>
                <a:lnTo>
                  <a:pt x="1558" y="89588"/>
                </a:lnTo>
                <a:lnTo>
                  <a:pt x="1831" y="89935"/>
                </a:lnTo>
                <a:lnTo>
                  <a:pt x="2123" y="90268"/>
                </a:lnTo>
                <a:lnTo>
                  <a:pt x="2432" y="90584"/>
                </a:lnTo>
                <a:lnTo>
                  <a:pt x="2757" y="90883"/>
                </a:lnTo>
                <a:lnTo>
                  <a:pt x="3097" y="91164"/>
                </a:lnTo>
                <a:lnTo>
                  <a:pt x="3451" y="91426"/>
                </a:lnTo>
                <a:lnTo>
                  <a:pt x="3819" y="91667"/>
                </a:lnTo>
                <a:lnTo>
                  <a:pt x="4199" y="91886"/>
                </a:lnTo>
                <a:lnTo>
                  <a:pt x="4590" y="92082"/>
                </a:lnTo>
                <a:lnTo>
                  <a:pt x="4993" y="92255"/>
                </a:lnTo>
                <a:lnTo>
                  <a:pt x="5404" y="92402"/>
                </a:lnTo>
                <a:lnTo>
                  <a:pt x="5825" y="92523"/>
                </a:lnTo>
                <a:lnTo>
                  <a:pt x="6253" y="92617"/>
                </a:lnTo>
                <a:lnTo>
                  <a:pt x="6681" y="92682"/>
                </a:lnTo>
                <a:lnTo>
                  <a:pt x="7101" y="92717"/>
                </a:lnTo>
                <a:lnTo>
                  <a:pt x="7513" y="92722"/>
                </a:lnTo>
                <a:lnTo>
                  <a:pt x="7915" y="92698"/>
                </a:lnTo>
                <a:lnTo>
                  <a:pt x="8306" y="92647"/>
                </a:lnTo>
                <a:lnTo>
                  <a:pt x="8686" y="92569"/>
                </a:lnTo>
                <a:lnTo>
                  <a:pt x="9054" y="92464"/>
                </a:lnTo>
                <a:lnTo>
                  <a:pt x="9408" y="92334"/>
                </a:lnTo>
                <a:lnTo>
                  <a:pt x="9749" y="92179"/>
                </a:lnTo>
                <a:lnTo>
                  <a:pt x="10073" y="92000"/>
                </a:lnTo>
                <a:lnTo>
                  <a:pt x="10382" y="91799"/>
                </a:lnTo>
                <a:lnTo>
                  <a:pt x="10674" y="91574"/>
                </a:lnTo>
                <a:lnTo>
                  <a:pt x="10948" y="91328"/>
                </a:lnTo>
                <a:lnTo>
                  <a:pt x="11202" y="91061"/>
                </a:lnTo>
                <a:lnTo>
                  <a:pt x="11437" y="90775"/>
                </a:lnTo>
                <a:lnTo>
                  <a:pt x="11652" y="90468"/>
                </a:lnTo>
                <a:lnTo>
                  <a:pt x="11844" y="90144"/>
                </a:lnTo>
                <a:lnTo>
                  <a:pt x="12014" y="89801"/>
                </a:lnTo>
                <a:lnTo>
                  <a:pt x="12160" y="89442"/>
                </a:lnTo>
                <a:lnTo>
                  <a:pt x="12282" y="89066"/>
                </a:lnTo>
                <a:lnTo>
                  <a:pt x="12378" y="88675"/>
                </a:lnTo>
                <a:lnTo>
                  <a:pt x="12448" y="88269"/>
                </a:lnTo>
                <a:lnTo>
                  <a:pt x="12491" y="87850"/>
                </a:lnTo>
                <a:lnTo>
                  <a:pt x="12505" y="87417"/>
                </a:lnTo>
                <a:lnTo>
                  <a:pt x="12505" y="64920"/>
                </a:lnTo>
                <a:lnTo>
                  <a:pt x="12491" y="64482"/>
                </a:lnTo>
                <a:lnTo>
                  <a:pt x="12448" y="64046"/>
                </a:lnTo>
                <a:lnTo>
                  <a:pt x="12378" y="63615"/>
                </a:lnTo>
                <a:lnTo>
                  <a:pt x="12282" y="63188"/>
                </a:lnTo>
                <a:lnTo>
                  <a:pt x="12160" y="62767"/>
                </a:lnTo>
                <a:close/>
                <a:moveTo>
                  <a:pt x="12160" y="130259"/>
                </a:moveTo>
                <a:lnTo>
                  <a:pt x="12014" y="129845"/>
                </a:lnTo>
                <a:lnTo>
                  <a:pt x="11844" y="129440"/>
                </a:lnTo>
                <a:lnTo>
                  <a:pt x="11652" y="129044"/>
                </a:lnTo>
                <a:lnTo>
                  <a:pt x="11437" y="128658"/>
                </a:lnTo>
                <a:lnTo>
                  <a:pt x="11202" y="128284"/>
                </a:lnTo>
                <a:lnTo>
                  <a:pt x="10948" y="127923"/>
                </a:lnTo>
                <a:lnTo>
                  <a:pt x="10674" y="127575"/>
                </a:lnTo>
                <a:lnTo>
                  <a:pt x="10382" y="127243"/>
                </a:lnTo>
                <a:lnTo>
                  <a:pt x="10073" y="126927"/>
                </a:lnTo>
                <a:lnTo>
                  <a:pt x="9749" y="126627"/>
                </a:lnTo>
                <a:lnTo>
                  <a:pt x="9408" y="126347"/>
                </a:lnTo>
                <a:lnTo>
                  <a:pt x="9054" y="126085"/>
                </a:lnTo>
                <a:lnTo>
                  <a:pt x="8686" y="125844"/>
                </a:lnTo>
                <a:lnTo>
                  <a:pt x="8306" y="125625"/>
                </a:lnTo>
                <a:lnTo>
                  <a:pt x="7915" y="125429"/>
                </a:lnTo>
                <a:lnTo>
                  <a:pt x="7513" y="125256"/>
                </a:lnTo>
                <a:lnTo>
                  <a:pt x="7101" y="125109"/>
                </a:lnTo>
                <a:lnTo>
                  <a:pt x="6681" y="124987"/>
                </a:lnTo>
                <a:lnTo>
                  <a:pt x="6253" y="124893"/>
                </a:lnTo>
                <a:lnTo>
                  <a:pt x="5825" y="124829"/>
                </a:lnTo>
                <a:lnTo>
                  <a:pt x="5404" y="124794"/>
                </a:lnTo>
                <a:lnTo>
                  <a:pt x="4993" y="124789"/>
                </a:lnTo>
                <a:lnTo>
                  <a:pt x="4590" y="124813"/>
                </a:lnTo>
                <a:lnTo>
                  <a:pt x="4199" y="124864"/>
                </a:lnTo>
                <a:lnTo>
                  <a:pt x="3819" y="124942"/>
                </a:lnTo>
                <a:lnTo>
                  <a:pt x="3451" y="125047"/>
                </a:lnTo>
                <a:lnTo>
                  <a:pt x="3097" y="125177"/>
                </a:lnTo>
                <a:lnTo>
                  <a:pt x="2757" y="125332"/>
                </a:lnTo>
                <a:lnTo>
                  <a:pt x="2432" y="125510"/>
                </a:lnTo>
                <a:lnTo>
                  <a:pt x="2123" y="125712"/>
                </a:lnTo>
                <a:lnTo>
                  <a:pt x="1831" y="125937"/>
                </a:lnTo>
                <a:lnTo>
                  <a:pt x="1558" y="126183"/>
                </a:lnTo>
                <a:lnTo>
                  <a:pt x="1303" y="126449"/>
                </a:lnTo>
                <a:lnTo>
                  <a:pt x="1068" y="126736"/>
                </a:lnTo>
                <a:lnTo>
                  <a:pt x="854" y="127042"/>
                </a:lnTo>
                <a:lnTo>
                  <a:pt x="661" y="127367"/>
                </a:lnTo>
                <a:lnTo>
                  <a:pt x="491" y="127710"/>
                </a:lnTo>
                <a:lnTo>
                  <a:pt x="345" y="128069"/>
                </a:lnTo>
                <a:lnTo>
                  <a:pt x="223" y="128445"/>
                </a:lnTo>
                <a:lnTo>
                  <a:pt x="127" y="128836"/>
                </a:lnTo>
                <a:lnTo>
                  <a:pt x="57" y="129241"/>
                </a:lnTo>
                <a:lnTo>
                  <a:pt x="14" y="129661"/>
                </a:lnTo>
                <a:lnTo>
                  <a:pt x="0" y="130094"/>
                </a:lnTo>
                <a:lnTo>
                  <a:pt x="0" y="152591"/>
                </a:lnTo>
                <a:lnTo>
                  <a:pt x="14" y="153029"/>
                </a:lnTo>
                <a:lnTo>
                  <a:pt x="57" y="153464"/>
                </a:lnTo>
                <a:lnTo>
                  <a:pt x="127" y="153896"/>
                </a:lnTo>
                <a:lnTo>
                  <a:pt x="223" y="154323"/>
                </a:lnTo>
                <a:lnTo>
                  <a:pt x="345" y="154744"/>
                </a:lnTo>
                <a:lnTo>
                  <a:pt x="491" y="155157"/>
                </a:lnTo>
                <a:lnTo>
                  <a:pt x="661" y="155563"/>
                </a:lnTo>
                <a:lnTo>
                  <a:pt x="854" y="155959"/>
                </a:lnTo>
                <a:lnTo>
                  <a:pt x="1068" y="156344"/>
                </a:lnTo>
                <a:lnTo>
                  <a:pt x="1303" y="156718"/>
                </a:lnTo>
                <a:lnTo>
                  <a:pt x="1558" y="157080"/>
                </a:lnTo>
                <a:lnTo>
                  <a:pt x="1831" y="157427"/>
                </a:lnTo>
                <a:lnTo>
                  <a:pt x="2123" y="157759"/>
                </a:lnTo>
                <a:lnTo>
                  <a:pt x="2432" y="158076"/>
                </a:lnTo>
                <a:lnTo>
                  <a:pt x="2757" y="158375"/>
                </a:lnTo>
                <a:lnTo>
                  <a:pt x="3097" y="158656"/>
                </a:lnTo>
                <a:lnTo>
                  <a:pt x="3451" y="158917"/>
                </a:lnTo>
                <a:lnTo>
                  <a:pt x="3819" y="159158"/>
                </a:lnTo>
                <a:lnTo>
                  <a:pt x="4199" y="159377"/>
                </a:lnTo>
                <a:lnTo>
                  <a:pt x="4590" y="159574"/>
                </a:lnTo>
                <a:lnTo>
                  <a:pt x="4993" y="159746"/>
                </a:lnTo>
                <a:lnTo>
                  <a:pt x="5404" y="159894"/>
                </a:lnTo>
                <a:lnTo>
                  <a:pt x="5825" y="160015"/>
                </a:lnTo>
                <a:lnTo>
                  <a:pt x="6253" y="160109"/>
                </a:lnTo>
                <a:lnTo>
                  <a:pt x="6681" y="160174"/>
                </a:lnTo>
                <a:lnTo>
                  <a:pt x="7101" y="160208"/>
                </a:lnTo>
                <a:lnTo>
                  <a:pt x="7513" y="160213"/>
                </a:lnTo>
                <a:lnTo>
                  <a:pt x="7915" y="160190"/>
                </a:lnTo>
                <a:lnTo>
                  <a:pt x="8306" y="160139"/>
                </a:lnTo>
                <a:lnTo>
                  <a:pt x="8686" y="160060"/>
                </a:lnTo>
                <a:lnTo>
                  <a:pt x="9054" y="159956"/>
                </a:lnTo>
                <a:lnTo>
                  <a:pt x="9408" y="159826"/>
                </a:lnTo>
                <a:lnTo>
                  <a:pt x="9749" y="159671"/>
                </a:lnTo>
                <a:lnTo>
                  <a:pt x="10073" y="159492"/>
                </a:lnTo>
                <a:lnTo>
                  <a:pt x="10382" y="159290"/>
                </a:lnTo>
                <a:lnTo>
                  <a:pt x="10674" y="159066"/>
                </a:lnTo>
                <a:lnTo>
                  <a:pt x="10948" y="158820"/>
                </a:lnTo>
                <a:lnTo>
                  <a:pt x="11202" y="158553"/>
                </a:lnTo>
                <a:lnTo>
                  <a:pt x="11437" y="158266"/>
                </a:lnTo>
                <a:lnTo>
                  <a:pt x="11652" y="157960"/>
                </a:lnTo>
                <a:lnTo>
                  <a:pt x="11844" y="157635"/>
                </a:lnTo>
                <a:lnTo>
                  <a:pt x="12014" y="157293"/>
                </a:lnTo>
                <a:lnTo>
                  <a:pt x="12160" y="156933"/>
                </a:lnTo>
                <a:lnTo>
                  <a:pt x="12282" y="156558"/>
                </a:lnTo>
                <a:lnTo>
                  <a:pt x="12378" y="156167"/>
                </a:lnTo>
                <a:lnTo>
                  <a:pt x="12448" y="155761"/>
                </a:lnTo>
                <a:lnTo>
                  <a:pt x="12491" y="155341"/>
                </a:lnTo>
                <a:lnTo>
                  <a:pt x="12505" y="154909"/>
                </a:lnTo>
                <a:lnTo>
                  <a:pt x="12505" y="132411"/>
                </a:lnTo>
                <a:lnTo>
                  <a:pt x="12491" y="131973"/>
                </a:lnTo>
                <a:lnTo>
                  <a:pt x="12448" y="131538"/>
                </a:lnTo>
                <a:lnTo>
                  <a:pt x="12378" y="131106"/>
                </a:lnTo>
                <a:lnTo>
                  <a:pt x="12282" y="130680"/>
                </a:lnTo>
                <a:lnTo>
                  <a:pt x="12160" y="130259"/>
                </a:lnTo>
                <a:close/>
                <a:moveTo>
                  <a:pt x="12160" y="197750"/>
                </a:moveTo>
                <a:lnTo>
                  <a:pt x="12014" y="197337"/>
                </a:lnTo>
                <a:lnTo>
                  <a:pt x="11844" y="196931"/>
                </a:lnTo>
                <a:lnTo>
                  <a:pt x="11652" y="196535"/>
                </a:lnTo>
                <a:lnTo>
                  <a:pt x="11437" y="196150"/>
                </a:lnTo>
                <a:lnTo>
                  <a:pt x="11202" y="195776"/>
                </a:lnTo>
                <a:lnTo>
                  <a:pt x="10948" y="195414"/>
                </a:lnTo>
                <a:lnTo>
                  <a:pt x="10674" y="195067"/>
                </a:lnTo>
                <a:lnTo>
                  <a:pt x="10382" y="194735"/>
                </a:lnTo>
                <a:lnTo>
                  <a:pt x="10073" y="194418"/>
                </a:lnTo>
                <a:lnTo>
                  <a:pt x="9749" y="194119"/>
                </a:lnTo>
                <a:lnTo>
                  <a:pt x="9408" y="193838"/>
                </a:lnTo>
                <a:lnTo>
                  <a:pt x="9054" y="193577"/>
                </a:lnTo>
                <a:lnTo>
                  <a:pt x="8686" y="193336"/>
                </a:lnTo>
                <a:lnTo>
                  <a:pt x="8306" y="193117"/>
                </a:lnTo>
                <a:lnTo>
                  <a:pt x="7915" y="192920"/>
                </a:lnTo>
                <a:lnTo>
                  <a:pt x="7513" y="192748"/>
                </a:lnTo>
                <a:lnTo>
                  <a:pt x="7101" y="192600"/>
                </a:lnTo>
                <a:lnTo>
                  <a:pt x="6681" y="192479"/>
                </a:lnTo>
                <a:lnTo>
                  <a:pt x="6253" y="192385"/>
                </a:lnTo>
                <a:lnTo>
                  <a:pt x="5825" y="192320"/>
                </a:lnTo>
                <a:lnTo>
                  <a:pt x="5404" y="192286"/>
                </a:lnTo>
                <a:lnTo>
                  <a:pt x="4993" y="192281"/>
                </a:lnTo>
                <a:lnTo>
                  <a:pt x="4590" y="192304"/>
                </a:lnTo>
                <a:lnTo>
                  <a:pt x="4199" y="192355"/>
                </a:lnTo>
                <a:lnTo>
                  <a:pt x="3819" y="192434"/>
                </a:lnTo>
                <a:lnTo>
                  <a:pt x="3451" y="192538"/>
                </a:lnTo>
                <a:lnTo>
                  <a:pt x="3097" y="192668"/>
                </a:lnTo>
                <a:lnTo>
                  <a:pt x="2757" y="192823"/>
                </a:lnTo>
                <a:lnTo>
                  <a:pt x="2432" y="193002"/>
                </a:lnTo>
                <a:lnTo>
                  <a:pt x="2123" y="193204"/>
                </a:lnTo>
                <a:lnTo>
                  <a:pt x="1831" y="193428"/>
                </a:lnTo>
                <a:lnTo>
                  <a:pt x="1558" y="193674"/>
                </a:lnTo>
                <a:lnTo>
                  <a:pt x="1303" y="193941"/>
                </a:lnTo>
                <a:lnTo>
                  <a:pt x="1068" y="194228"/>
                </a:lnTo>
                <a:lnTo>
                  <a:pt x="854" y="194534"/>
                </a:lnTo>
                <a:lnTo>
                  <a:pt x="661" y="194859"/>
                </a:lnTo>
                <a:lnTo>
                  <a:pt x="491" y="195201"/>
                </a:lnTo>
                <a:lnTo>
                  <a:pt x="345" y="195561"/>
                </a:lnTo>
                <a:lnTo>
                  <a:pt x="223" y="195936"/>
                </a:lnTo>
                <a:lnTo>
                  <a:pt x="127" y="196327"/>
                </a:lnTo>
                <a:lnTo>
                  <a:pt x="57" y="196733"/>
                </a:lnTo>
                <a:lnTo>
                  <a:pt x="14" y="197153"/>
                </a:lnTo>
                <a:lnTo>
                  <a:pt x="0" y="197585"/>
                </a:lnTo>
                <a:lnTo>
                  <a:pt x="0" y="208834"/>
                </a:lnTo>
                <a:lnTo>
                  <a:pt x="0" y="215193"/>
                </a:lnTo>
                <a:lnTo>
                  <a:pt x="6253" y="216352"/>
                </a:lnTo>
                <a:lnTo>
                  <a:pt x="17313" y="218402"/>
                </a:lnTo>
                <a:lnTo>
                  <a:pt x="17741" y="218467"/>
                </a:lnTo>
                <a:lnTo>
                  <a:pt x="18161" y="218501"/>
                </a:lnTo>
                <a:lnTo>
                  <a:pt x="18573" y="218506"/>
                </a:lnTo>
                <a:lnTo>
                  <a:pt x="18975" y="218483"/>
                </a:lnTo>
                <a:lnTo>
                  <a:pt x="19367" y="218432"/>
                </a:lnTo>
                <a:lnTo>
                  <a:pt x="19747" y="218353"/>
                </a:lnTo>
                <a:lnTo>
                  <a:pt x="20114" y="218249"/>
                </a:lnTo>
                <a:lnTo>
                  <a:pt x="20469" y="218119"/>
                </a:lnTo>
                <a:lnTo>
                  <a:pt x="20809" y="217964"/>
                </a:lnTo>
                <a:lnTo>
                  <a:pt x="21134" y="217785"/>
                </a:lnTo>
                <a:lnTo>
                  <a:pt x="21442" y="217583"/>
                </a:lnTo>
                <a:lnTo>
                  <a:pt x="21734" y="217359"/>
                </a:lnTo>
                <a:lnTo>
                  <a:pt x="22008" y="217113"/>
                </a:lnTo>
                <a:lnTo>
                  <a:pt x="22263" y="216846"/>
                </a:lnTo>
                <a:lnTo>
                  <a:pt x="22498" y="216559"/>
                </a:lnTo>
                <a:lnTo>
                  <a:pt x="22712" y="216253"/>
                </a:lnTo>
                <a:lnTo>
                  <a:pt x="22904" y="215928"/>
                </a:lnTo>
                <a:lnTo>
                  <a:pt x="23074" y="215586"/>
                </a:lnTo>
                <a:lnTo>
                  <a:pt x="23220" y="215226"/>
                </a:lnTo>
                <a:lnTo>
                  <a:pt x="23342" y="214851"/>
                </a:lnTo>
                <a:lnTo>
                  <a:pt x="23438" y="214460"/>
                </a:lnTo>
                <a:lnTo>
                  <a:pt x="23508" y="214054"/>
                </a:lnTo>
                <a:lnTo>
                  <a:pt x="23551" y="213634"/>
                </a:lnTo>
                <a:lnTo>
                  <a:pt x="23566" y="213202"/>
                </a:lnTo>
                <a:lnTo>
                  <a:pt x="23551" y="212764"/>
                </a:lnTo>
                <a:lnTo>
                  <a:pt x="23508" y="212328"/>
                </a:lnTo>
                <a:lnTo>
                  <a:pt x="23438" y="211896"/>
                </a:lnTo>
                <a:lnTo>
                  <a:pt x="23342" y="211470"/>
                </a:lnTo>
                <a:lnTo>
                  <a:pt x="23220" y="211049"/>
                </a:lnTo>
                <a:lnTo>
                  <a:pt x="23074" y="210635"/>
                </a:lnTo>
                <a:lnTo>
                  <a:pt x="22904" y="210230"/>
                </a:lnTo>
                <a:lnTo>
                  <a:pt x="22712" y="209834"/>
                </a:lnTo>
                <a:lnTo>
                  <a:pt x="22498" y="209448"/>
                </a:lnTo>
                <a:lnTo>
                  <a:pt x="22263" y="209074"/>
                </a:lnTo>
                <a:lnTo>
                  <a:pt x="22008" y="208713"/>
                </a:lnTo>
                <a:lnTo>
                  <a:pt x="21734" y="208366"/>
                </a:lnTo>
                <a:lnTo>
                  <a:pt x="21442" y="208033"/>
                </a:lnTo>
                <a:lnTo>
                  <a:pt x="21134" y="207717"/>
                </a:lnTo>
                <a:lnTo>
                  <a:pt x="20809" y="207418"/>
                </a:lnTo>
                <a:lnTo>
                  <a:pt x="20469" y="207137"/>
                </a:lnTo>
                <a:lnTo>
                  <a:pt x="20114" y="206875"/>
                </a:lnTo>
                <a:lnTo>
                  <a:pt x="19747" y="206634"/>
                </a:lnTo>
                <a:lnTo>
                  <a:pt x="19367" y="206415"/>
                </a:lnTo>
                <a:lnTo>
                  <a:pt x="18975" y="206219"/>
                </a:lnTo>
                <a:lnTo>
                  <a:pt x="18573" y="206046"/>
                </a:lnTo>
                <a:lnTo>
                  <a:pt x="18161" y="205899"/>
                </a:lnTo>
                <a:lnTo>
                  <a:pt x="17741" y="205778"/>
                </a:lnTo>
                <a:lnTo>
                  <a:pt x="17313" y="205684"/>
                </a:lnTo>
                <a:lnTo>
                  <a:pt x="12505" y="204793"/>
                </a:lnTo>
                <a:lnTo>
                  <a:pt x="12505" y="199903"/>
                </a:lnTo>
                <a:lnTo>
                  <a:pt x="12491" y="199465"/>
                </a:lnTo>
                <a:lnTo>
                  <a:pt x="12448" y="199030"/>
                </a:lnTo>
                <a:lnTo>
                  <a:pt x="12378" y="198598"/>
                </a:lnTo>
                <a:lnTo>
                  <a:pt x="12282" y="198171"/>
                </a:lnTo>
                <a:lnTo>
                  <a:pt x="12160" y="197750"/>
                </a:lnTo>
                <a:close/>
                <a:moveTo>
                  <a:pt x="59500" y="11379"/>
                </a:moveTo>
                <a:lnTo>
                  <a:pt x="59120" y="11457"/>
                </a:lnTo>
                <a:lnTo>
                  <a:pt x="58752" y="11562"/>
                </a:lnTo>
                <a:lnTo>
                  <a:pt x="58398" y="11692"/>
                </a:lnTo>
                <a:lnTo>
                  <a:pt x="58058" y="11846"/>
                </a:lnTo>
                <a:lnTo>
                  <a:pt x="57733" y="12025"/>
                </a:lnTo>
                <a:lnTo>
                  <a:pt x="57424" y="12227"/>
                </a:lnTo>
                <a:lnTo>
                  <a:pt x="57133" y="12451"/>
                </a:lnTo>
                <a:lnTo>
                  <a:pt x="56859" y="12697"/>
                </a:lnTo>
                <a:lnTo>
                  <a:pt x="56604" y="12964"/>
                </a:lnTo>
                <a:lnTo>
                  <a:pt x="56369" y="13251"/>
                </a:lnTo>
                <a:lnTo>
                  <a:pt x="56155" y="13557"/>
                </a:lnTo>
                <a:lnTo>
                  <a:pt x="55962" y="13882"/>
                </a:lnTo>
                <a:lnTo>
                  <a:pt x="55793" y="14224"/>
                </a:lnTo>
                <a:lnTo>
                  <a:pt x="55646" y="14584"/>
                </a:lnTo>
                <a:lnTo>
                  <a:pt x="55525" y="14960"/>
                </a:lnTo>
                <a:lnTo>
                  <a:pt x="55428" y="15351"/>
                </a:lnTo>
                <a:lnTo>
                  <a:pt x="55358" y="15756"/>
                </a:lnTo>
                <a:lnTo>
                  <a:pt x="55316" y="16176"/>
                </a:lnTo>
                <a:lnTo>
                  <a:pt x="55301" y="16609"/>
                </a:lnTo>
                <a:lnTo>
                  <a:pt x="55316" y="17047"/>
                </a:lnTo>
                <a:lnTo>
                  <a:pt x="55358" y="17482"/>
                </a:lnTo>
                <a:lnTo>
                  <a:pt x="55428" y="17914"/>
                </a:lnTo>
                <a:lnTo>
                  <a:pt x="55525" y="18341"/>
                </a:lnTo>
                <a:lnTo>
                  <a:pt x="55646" y="18761"/>
                </a:lnTo>
                <a:lnTo>
                  <a:pt x="55793" y="19175"/>
                </a:lnTo>
                <a:lnTo>
                  <a:pt x="55962" y="19580"/>
                </a:lnTo>
                <a:lnTo>
                  <a:pt x="56155" y="19976"/>
                </a:lnTo>
                <a:lnTo>
                  <a:pt x="56369" y="20362"/>
                </a:lnTo>
                <a:lnTo>
                  <a:pt x="56604" y="20736"/>
                </a:lnTo>
                <a:lnTo>
                  <a:pt x="56859" y="21097"/>
                </a:lnTo>
                <a:lnTo>
                  <a:pt x="57133" y="21445"/>
                </a:lnTo>
                <a:lnTo>
                  <a:pt x="57424" y="21777"/>
                </a:lnTo>
                <a:lnTo>
                  <a:pt x="57733" y="22093"/>
                </a:lnTo>
                <a:lnTo>
                  <a:pt x="58058" y="22393"/>
                </a:lnTo>
                <a:lnTo>
                  <a:pt x="58398" y="22673"/>
                </a:lnTo>
                <a:lnTo>
                  <a:pt x="58752" y="22935"/>
                </a:lnTo>
                <a:lnTo>
                  <a:pt x="59120" y="23176"/>
                </a:lnTo>
                <a:lnTo>
                  <a:pt x="59500" y="23395"/>
                </a:lnTo>
                <a:lnTo>
                  <a:pt x="59892" y="23591"/>
                </a:lnTo>
                <a:lnTo>
                  <a:pt x="60294" y="23764"/>
                </a:lnTo>
                <a:lnTo>
                  <a:pt x="60705" y="23911"/>
                </a:lnTo>
                <a:lnTo>
                  <a:pt x="61126" y="24033"/>
                </a:lnTo>
                <a:lnTo>
                  <a:pt x="61554" y="24127"/>
                </a:lnTo>
                <a:lnTo>
                  <a:pt x="83674" y="28226"/>
                </a:lnTo>
                <a:lnTo>
                  <a:pt x="84102" y="28291"/>
                </a:lnTo>
                <a:lnTo>
                  <a:pt x="84523" y="28326"/>
                </a:lnTo>
                <a:lnTo>
                  <a:pt x="84934" y="28331"/>
                </a:lnTo>
                <a:lnTo>
                  <a:pt x="85337" y="28307"/>
                </a:lnTo>
                <a:lnTo>
                  <a:pt x="85728" y="28256"/>
                </a:lnTo>
                <a:lnTo>
                  <a:pt x="86108" y="28178"/>
                </a:lnTo>
                <a:lnTo>
                  <a:pt x="86476" y="28073"/>
                </a:lnTo>
                <a:lnTo>
                  <a:pt x="86830" y="27943"/>
                </a:lnTo>
                <a:lnTo>
                  <a:pt x="87170" y="27788"/>
                </a:lnTo>
                <a:lnTo>
                  <a:pt x="87495" y="27610"/>
                </a:lnTo>
                <a:lnTo>
                  <a:pt x="87804" y="27408"/>
                </a:lnTo>
                <a:lnTo>
                  <a:pt x="88096" y="27183"/>
                </a:lnTo>
                <a:lnTo>
                  <a:pt x="88369" y="26937"/>
                </a:lnTo>
                <a:lnTo>
                  <a:pt x="88624" y="26671"/>
                </a:lnTo>
                <a:lnTo>
                  <a:pt x="88859" y="26384"/>
                </a:lnTo>
                <a:lnTo>
                  <a:pt x="89073" y="26077"/>
                </a:lnTo>
                <a:lnTo>
                  <a:pt x="89266" y="25753"/>
                </a:lnTo>
                <a:lnTo>
                  <a:pt x="89436" y="25410"/>
                </a:lnTo>
                <a:lnTo>
                  <a:pt x="89582" y="25051"/>
                </a:lnTo>
                <a:lnTo>
                  <a:pt x="89704" y="24675"/>
                </a:lnTo>
                <a:lnTo>
                  <a:pt x="89800" y="24284"/>
                </a:lnTo>
                <a:lnTo>
                  <a:pt x="89870" y="23878"/>
                </a:lnTo>
                <a:lnTo>
                  <a:pt x="89913" y="23459"/>
                </a:lnTo>
                <a:lnTo>
                  <a:pt x="89927" y="23026"/>
                </a:lnTo>
                <a:lnTo>
                  <a:pt x="89913" y="22588"/>
                </a:lnTo>
                <a:lnTo>
                  <a:pt x="89870" y="22153"/>
                </a:lnTo>
                <a:lnTo>
                  <a:pt x="89800" y="21721"/>
                </a:lnTo>
                <a:lnTo>
                  <a:pt x="89704" y="21294"/>
                </a:lnTo>
                <a:lnTo>
                  <a:pt x="89582" y="20873"/>
                </a:lnTo>
                <a:lnTo>
                  <a:pt x="89436" y="20460"/>
                </a:lnTo>
                <a:lnTo>
                  <a:pt x="89266" y="20054"/>
                </a:lnTo>
                <a:lnTo>
                  <a:pt x="89073" y="19658"/>
                </a:lnTo>
                <a:lnTo>
                  <a:pt x="88859" y="19273"/>
                </a:lnTo>
                <a:lnTo>
                  <a:pt x="88624" y="18899"/>
                </a:lnTo>
                <a:lnTo>
                  <a:pt x="88369" y="18538"/>
                </a:lnTo>
                <a:lnTo>
                  <a:pt x="88096" y="18190"/>
                </a:lnTo>
                <a:lnTo>
                  <a:pt x="87804" y="17858"/>
                </a:lnTo>
                <a:lnTo>
                  <a:pt x="87495" y="17541"/>
                </a:lnTo>
                <a:lnTo>
                  <a:pt x="87170" y="17242"/>
                </a:lnTo>
                <a:lnTo>
                  <a:pt x="86830" y="16961"/>
                </a:lnTo>
                <a:lnTo>
                  <a:pt x="86476" y="16700"/>
                </a:lnTo>
                <a:lnTo>
                  <a:pt x="86108" y="16459"/>
                </a:lnTo>
                <a:lnTo>
                  <a:pt x="85728" y="16240"/>
                </a:lnTo>
                <a:lnTo>
                  <a:pt x="85337" y="16043"/>
                </a:lnTo>
                <a:lnTo>
                  <a:pt x="84934" y="15871"/>
                </a:lnTo>
                <a:lnTo>
                  <a:pt x="84523" y="15723"/>
                </a:lnTo>
                <a:lnTo>
                  <a:pt x="84102" y="15602"/>
                </a:lnTo>
                <a:lnTo>
                  <a:pt x="83674" y="15508"/>
                </a:lnTo>
                <a:lnTo>
                  <a:pt x="61554" y="11408"/>
                </a:lnTo>
                <a:lnTo>
                  <a:pt x="61126" y="11344"/>
                </a:lnTo>
                <a:lnTo>
                  <a:pt x="60705" y="11309"/>
                </a:lnTo>
                <a:lnTo>
                  <a:pt x="60294" y="11304"/>
                </a:lnTo>
                <a:lnTo>
                  <a:pt x="59892" y="11327"/>
                </a:lnTo>
                <a:lnTo>
                  <a:pt x="59500" y="11379"/>
                </a:lnTo>
                <a:close/>
                <a:moveTo>
                  <a:pt x="125862" y="23678"/>
                </a:moveTo>
                <a:lnTo>
                  <a:pt x="125482" y="23756"/>
                </a:lnTo>
                <a:lnTo>
                  <a:pt x="125114" y="23861"/>
                </a:lnTo>
                <a:lnTo>
                  <a:pt x="124760" y="23991"/>
                </a:lnTo>
                <a:lnTo>
                  <a:pt x="124419" y="24146"/>
                </a:lnTo>
                <a:lnTo>
                  <a:pt x="124095" y="24325"/>
                </a:lnTo>
                <a:lnTo>
                  <a:pt x="123786" y="24527"/>
                </a:lnTo>
                <a:lnTo>
                  <a:pt x="123494" y="24751"/>
                </a:lnTo>
                <a:lnTo>
                  <a:pt x="123220" y="24997"/>
                </a:lnTo>
                <a:lnTo>
                  <a:pt x="122966" y="25264"/>
                </a:lnTo>
                <a:lnTo>
                  <a:pt x="122731" y="25550"/>
                </a:lnTo>
                <a:lnTo>
                  <a:pt x="122516" y="25857"/>
                </a:lnTo>
                <a:lnTo>
                  <a:pt x="122324" y="26181"/>
                </a:lnTo>
                <a:lnTo>
                  <a:pt x="122154" y="26524"/>
                </a:lnTo>
                <a:lnTo>
                  <a:pt x="122008" y="26883"/>
                </a:lnTo>
                <a:lnTo>
                  <a:pt x="121886" y="27259"/>
                </a:lnTo>
                <a:lnTo>
                  <a:pt x="121790" y="27650"/>
                </a:lnTo>
                <a:lnTo>
                  <a:pt x="121720" y="28056"/>
                </a:lnTo>
                <a:lnTo>
                  <a:pt x="121677" y="28475"/>
                </a:lnTo>
                <a:lnTo>
                  <a:pt x="121663" y="28908"/>
                </a:lnTo>
                <a:lnTo>
                  <a:pt x="121677" y="29346"/>
                </a:lnTo>
                <a:lnTo>
                  <a:pt x="121720" y="29781"/>
                </a:lnTo>
                <a:lnTo>
                  <a:pt x="121790" y="30213"/>
                </a:lnTo>
                <a:lnTo>
                  <a:pt x="121886" y="30640"/>
                </a:lnTo>
                <a:lnTo>
                  <a:pt x="122008" y="31061"/>
                </a:lnTo>
                <a:lnTo>
                  <a:pt x="122154" y="31474"/>
                </a:lnTo>
                <a:lnTo>
                  <a:pt x="122324" y="31880"/>
                </a:lnTo>
                <a:lnTo>
                  <a:pt x="122516" y="32276"/>
                </a:lnTo>
                <a:lnTo>
                  <a:pt x="122731" y="32661"/>
                </a:lnTo>
                <a:lnTo>
                  <a:pt x="122966" y="33035"/>
                </a:lnTo>
                <a:lnTo>
                  <a:pt x="123220" y="33397"/>
                </a:lnTo>
                <a:lnTo>
                  <a:pt x="123494" y="33744"/>
                </a:lnTo>
                <a:lnTo>
                  <a:pt x="123786" y="34076"/>
                </a:lnTo>
                <a:lnTo>
                  <a:pt x="124095" y="34393"/>
                </a:lnTo>
                <a:lnTo>
                  <a:pt x="124419" y="34692"/>
                </a:lnTo>
                <a:lnTo>
                  <a:pt x="124760" y="34973"/>
                </a:lnTo>
                <a:lnTo>
                  <a:pt x="125114" y="35234"/>
                </a:lnTo>
                <a:lnTo>
                  <a:pt x="125482" y="35475"/>
                </a:lnTo>
                <a:lnTo>
                  <a:pt x="125862" y="35694"/>
                </a:lnTo>
                <a:lnTo>
                  <a:pt x="126253" y="35891"/>
                </a:lnTo>
                <a:lnTo>
                  <a:pt x="126655" y="36063"/>
                </a:lnTo>
                <a:lnTo>
                  <a:pt x="127067" y="36211"/>
                </a:lnTo>
                <a:lnTo>
                  <a:pt x="127487" y="36332"/>
                </a:lnTo>
                <a:lnTo>
                  <a:pt x="127915" y="36426"/>
                </a:lnTo>
                <a:lnTo>
                  <a:pt x="150036" y="40526"/>
                </a:lnTo>
                <a:lnTo>
                  <a:pt x="150464" y="40590"/>
                </a:lnTo>
                <a:lnTo>
                  <a:pt x="150884" y="40625"/>
                </a:lnTo>
                <a:lnTo>
                  <a:pt x="151296" y="40630"/>
                </a:lnTo>
                <a:lnTo>
                  <a:pt x="151698" y="40607"/>
                </a:lnTo>
                <a:lnTo>
                  <a:pt x="152090" y="40555"/>
                </a:lnTo>
                <a:lnTo>
                  <a:pt x="152470" y="40477"/>
                </a:lnTo>
                <a:lnTo>
                  <a:pt x="152837" y="40373"/>
                </a:lnTo>
                <a:lnTo>
                  <a:pt x="153192" y="40242"/>
                </a:lnTo>
                <a:lnTo>
                  <a:pt x="153532" y="40088"/>
                </a:lnTo>
                <a:lnTo>
                  <a:pt x="153857" y="39909"/>
                </a:lnTo>
                <a:lnTo>
                  <a:pt x="154165" y="39707"/>
                </a:lnTo>
                <a:lnTo>
                  <a:pt x="154457" y="39483"/>
                </a:lnTo>
                <a:lnTo>
                  <a:pt x="154731" y="39237"/>
                </a:lnTo>
                <a:lnTo>
                  <a:pt x="154986" y="38970"/>
                </a:lnTo>
                <a:lnTo>
                  <a:pt x="155221" y="38683"/>
                </a:lnTo>
                <a:lnTo>
                  <a:pt x="155435" y="38377"/>
                </a:lnTo>
                <a:lnTo>
                  <a:pt x="155627" y="38052"/>
                </a:lnTo>
                <a:lnTo>
                  <a:pt x="155797" y="37710"/>
                </a:lnTo>
                <a:lnTo>
                  <a:pt x="155943" y="37350"/>
                </a:lnTo>
                <a:lnTo>
                  <a:pt x="156065" y="36975"/>
                </a:lnTo>
                <a:lnTo>
                  <a:pt x="156161" y="36584"/>
                </a:lnTo>
                <a:lnTo>
                  <a:pt x="156231" y="36178"/>
                </a:lnTo>
                <a:lnTo>
                  <a:pt x="156274" y="35758"/>
                </a:lnTo>
                <a:lnTo>
                  <a:pt x="156288" y="35326"/>
                </a:lnTo>
                <a:lnTo>
                  <a:pt x="156274" y="34887"/>
                </a:lnTo>
                <a:lnTo>
                  <a:pt x="156231" y="34452"/>
                </a:lnTo>
                <a:lnTo>
                  <a:pt x="156161" y="34020"/>
                </a:lnTo>
                <a:lnTo>
                  <a:pt x="156065" y="33594"/>
                </a:lnTo>
                <a:lnTo>
                  <a:pt x="155943" y="33173"/>
                </a:lnTo>
                <a:lnTo>
                  <a:pt x="155797" y="32759"/>
                </a:lnTo>
                <a:lnTo>
                  <a:pt x="155627" y="32354"/>
                </a:lnTo>
                <a:lnTo>
                  <a:pt x="155435" y="31958"/>
                </a:lnTo>
                <a:lnTo>
                  <a:pt x="155221" y="31572"/>
                </a:lnTo>
                <a:lnTo>
                  <a:pt x="154986" y="31198"/>
                </a:lnTo>
                <a:lnTo>
                  <a:pt x="154731" y="30837"/>
                </a:lnTo>
                <a:lnTo>
                  <a:pt x="154457" y="30490"/>
                </a:lnTo>
                <a:lnTo>
                  <a:pt x="154165" y="30157"/>
                </a:lnTo>
                <a:lnTo>
                  <a:pt x="153857" y="29841"/>
                </a:lnTo>
                <a:lnTo>
                  <a:pt x="153532" y="29542"/>
                </a:lnTo>
                <a:lnTo>
                  <a:pt x="153192" y="29261"/>
                </a:lnTo>
                <a:lnTo>
                  <a:pt x="152837" y="28999"/>
                </a:lnTo>
                <a:lnTo>
                  <a:pt x="152470" y="28758"/>
                </a:lnTo>
                <a:lnTo>
                  <a:pt x="152090" y="28539"/>
                </a:lnTo>
                <a:lnTo>
                  <a:pt x="151698" y="28343"/>
                </a:lnTo>
                <a:lnTo>
                  <a:pt x="151296" y="28170"/>
                </a:lnTo>
                <a:lnTo>
                  <a:pt x="150884" y="28023"/>
                </a:lnTo>
                <a:lnTo>
                  <a:pt x="150464" y="27902"/>
                </a:lnTo>
                <a:lnTo>
                  <a:pt x="150036" y="27808"/>
                </a:lnTo>
                <a:lnTo>
                  <a:pt x="127915" y="23708"/>
                </a:lnTo>
                <a:lnTo>
                  <a:pt x="127487" y="23643"/>
                </a:lnTo>
                <a:lnTo>
                  <a:pt x="127067" y="23609"/>
                </a:lnTo>
                <a:lnTo>
                  <a:pt x="126655" y="23603"/>
                </a:lnTo>
                <a:lnTo>
                  <a:pt x="126253" y="23627"/>
                </a:lnTo>
                <a:lnTo>
                  <a:pt x="125862" y="23678"/>
                </a:lnTo>
                <a:close/>
                <a:moveTo>
                  <a:pt x="192223" y="35978"/>
                </a:moveTo>
                <a:lnTo>
                  <a:pt x="191843" y="36056"/>
                </a:lnTo>
                <a:lnTo>
                  <a:pt x="191475" y="36160"/>
                </a:lnTo>
                <a:lnTo>
                  <a:pt x="191121" y="36290"/>
                </a:lnTo>
                <a:lnTo>
                  <a:pt x="190781" y="36445"/>
                </a:lnTo>
                <a:lnTo>
                  <a:pt x="190456" y="36624"/>
                </a:lnTo>
                <a:lnTo>
                  <a:pt x="190147" y="36826"/>
                </a:lnTo>
                <a:lnTo>
                  <a:pt x="189856" y="37050"/>
                </a:lnTo>
                <a:lnTo>
                  <a:pt x="189582" y="37296"/>
                </a:lnTo>
                <a:lnTo>
                  <a:pt x="189327" y="37563"/>
                </a:lnTo>
                <a:lnTo>
                  <a:pt x="189092" y="37850"/>
                </a:lnTo>
                <a:lnTo>
                  <a:pt x="188878" y="38156"/>
                </a:lnTo>
                <a:lnTo>
                  <a:pt x="188685" y="38481"/>
                </a:lnTo>
                <a:lnTo>
                  <a:pt x="188516" y="38823"/>
                </a:lnTo>
                <a:lnTo>
                  <a:pt x="188369" y="39183"/>
                </a:lnTo>
                <a:lnTo>
                  <a:pt x="188248" y="39558"/>
                </a:lnTo>
                <a:lnTo>
                  <a:pt x="188151" y="39949"/>
                </a:lnTo>
                <a:lnTo>
                  <a:pt x="188081" y="40355"/>
                </a:lnTo>
                <a:lnTo>
                  <a:pt x="188039" y="40775"/>
                </a:lnTo>
                <a:lnTo>
                  <a:pt x="188024" y="41207"/>
                </a:lnTo>
                <a:lnTo>
                  <a:pt x="188039" y="41645"/>
                </a:lnTo>
                <a:lnTo>
                  <a:pt x="188081" y="42081"/>
                </a:lnTo>
                <a:lnTo>
                  <a:pt x="188151" y="42513"/>
                </a:lnTo>
                <a:lnTo>
                  <a:pt x="188248" y="42939"/>
                </a:lnTo>
                <a:lnTo>
                  <a:pt x="188369" y="43360"/>
                </a:lnTo>
                <a:lnTo>
                  <a:pt x="188516" y="43774"/>
                </a:lnTo>
                <a:lnTo>
                  <a:pt x="188685" y="44179"/>
                </a:lnTo>
                <a:lnTo>
                  <a:pt x="188878" y="44575"/>
                </a:lnTo>
                <a:lnTo>
                  <a:pt x="189092" y="44961"/>
                </a:lnTo>
                <a:lnTo>
                  <a:pt x="189327" y="45335"/>
                </a:lnTo>
                <a:lnTo>
                  <a:pt x="189582" y="45696"/>
                </a:lnTo>
                <a:lnTo>
                  <a:pt x="189856" y="46043"/>
                </a:lnTo>
                <a:lnTo>
                  <a:pt x="190147" y="46376"/>
                </a:lnTo>
                <a:lnTo>
                  <a:pt x="190456" y="46692"/>
                </a:lnTo>
                <a:lnTo>
                  <a:pt x="190781" y="46991"/>
                </a:lnTo>
                <a:lnTo>
                  <a:pt x="191121" y="47272"/>
                </a:lnTo>
                <a:lnTo>
                  <a:pt x="191475" y="47534"/>
                </a:lnTo>
                <a:lnTo>
                  <a:pt x="191843" y="47775"/>
                </a:lnTo>
                <a:lnTo>
                  <a:pt x="192223" y="47994"/>
                </a:lnTo>
                <a:lnTo>
                  <a:pt x="192615" y="48190"/>
                </a:lnTo>
                <a:lnTo>
                  <a:pt x="193017" y="48363"/>
                </a:lnTo>
                <a:lnTo>
                  <a:pt x="193428" y="48510"/>
                </a:lnTo>
                <a:lnTo>
                  <a:pt x="193849" y="48631"/>
                </a:lnTo>
                <a:lnTo>
                  <a:pt x="194277" y="48725"/>
                </a:lnTo>
                <a:lnTo>
                  <a:pt x="199084" y="49616"/>
                </a:lnTo>
                <a:lnTo>
                  <a:pt x="199084" y="54506"/>
                </a:lnTo>
                <a:lnTo>
                  <a:pt x="199099" y="54944"/>
                </a:lnTo>
                <a:lnTo>
                  <a:pt x="199141" y="55379"/>
                </a:lnTo>
                <a:lnTo>
                  <a:pt x="199211" y="55811"/>
                </a:lnTo>
                <a:lnTo>
                  <a:pt x="199308" y="56238"/>
                </a:lnTo>
                <a:lnTo>
                  <a:pt x="199430" y="56659"/>
                </a:lnTo>
                <a:lnTo>
                  <a:pt x="199576" y="57072"/>
                </a:lnTo>
                <a:lnTo>
                  <a:pt x="199746" y="57478"/>
                </a:lnTo>
                <a:lnTo>
                  <a:pt x="199938" y="57874"/>
                </a:lnTo>
                <a:lnTo>
                  <a:pt x="200152" y="58259"/>
                </a:lnTo>
                <a:lnTo>
                  <a:pt x="200387" y="58633"/>
                </a:lnTo>
                <a:lnTo>
                  <a:pt x="200642" y="58995"/>
                </a:lnTo>
                <a:lnTo>
                  <a:pt x="200916" y="59342"/>
                </a:lnTo>
                <a:lnTo>
                  <a:pt x="201207" y="59674"/>
                </a:lnTo>
                <a:lnTo>
                  <a:pt x="201516" y="59991"/>
                </a:lnTo>
                <a:lnTo>
                  <a:pt x="201841" y="60290"/>
                </a:lnTo>
                <a:lnTo>
                  <a:pt x="202181" y="60571"/>
                </a:lnTo>
                <a:lnTo>
                  <a:pt x="202536" y="60832"/>
                </a:lnTo>
                <a:lnTo>
                  <a:pt x="202903" y="61073"/>
                </a:lnTo>
                <a:lnTo>
                  <a:pt x="203283" y="61292"/>
                </a:lnTo>
                <a:lnTo>
                  <a:pt x="203675" y="61489"/>
                </a:lnTo>
                <a:lnTo>
                  <a:pt x="204077" y="61661"/>
                </a:lnTo>
                <a:lnTo>
                  <a:pt x="204489" y="61809"/>
                </a:lnTo>
                <a:lnTo>
                  <a:pt x="204909" y="61930"/>
                </a:lnTo>
                <a:lnTo>
                  <a:pt x="205337" y="62024"/>
                </a:lnTo>
                <a:lnTo>
                  <a:pt x="205765" y="62089"/>
                </a:lnTo>
                <a:lnTo>
                  <a:pt x="206185" y="62123"/>
                </a:lnTo>
                <a:lnTo>
                  <a:pt x="206597" y="62128"/>
                </a:lnTo>
                <a:lnTo>
                  <a:pt x="206999" y="62105"/>
                </a:lnTo>
                <a:lnTo>
                  <a:pt x="207391" y="62054"/>
                </a:lnTo>
                <a:lnTo>
                  <a:pt x="207771" y="61975"/>
                </a:lnTo>
                <a:lnTo>
                  <a:pt x="208139" y="61871"/>
                </a:lnTo>
                <a:lnTo>
                  <a:pt x="208493" y="61741"/>
                </a:lnTo>
                <a:lnTo>
                  <a:pt x="208833" y="61586"/>
                </a:lnTo>
                <a:lnTo>
                  <a:pt x="209158" y="61407"/>
                </a:lnTo>
                <a:lnTo>
                  <a:pt x="209467" y="61205"/>
                </a:lnTo>
                <a:lnTo>
                  <a:pt x="209758" y="60981"/>
                </a:lnTo>
                <a:lnTo>
                  <a:pt x="210032" y="60735"/>
                </a:lnTo>
                <a:lnTo>
                  <a:pt x="210287" y="60468"/>
                </a:lnTo>
                <a:lnTo>
                  <a:pt x="210522" y="60181"/>
                </a:lnTo>
                <a:lnTo>
                  <a:pt x="210736" y="59875"/>
                </a:lnTo>
                <a:lnTo>
                  <a:pt x="210928" y="59550"/>
                </a:lnTo>
                <a:lnTo>
                  <a:pt x="211098" y="59208"/>
                </a:lnTo>
                <a:lnTo>
                  <a:pt x="211245" y="58848"/>
                </a:lnTo>
                <a:lnTo>
                  <a:pt x="211366" y="58473"/>
                </a:lnTo>
                <a:lnTo>
                  <a:pt x="211463" y="58082"/>
                </a:lnTo>
                <a:lnTo>
                  <a:pt x="211533" y="57676"/>
                </a:lnTo>
                <a:lnTo>
                  <a:pt x="211575" y="57256"/>
                </a:lnTo>
                <a:lnTo>
                  <a:pt x="211590" y="56824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194277" y="36007"/>
                </a:lnTo>
                <a:lnTo>
                  <a:pt x="193849" y="35942"/>
                </a:lnTo>
                <a:lnTo>
                  <a:pt x="193428" y="35908"/>
                </a:lnTo>
                <a:lnTo>
                  <a:pt x="193017" y="35903"/>
                </a:lnTo>
                <a:lnTo>
                  <a:pt x="192615" y="35926"/>
                </a:lnTo>
                <a:lnTo>
                  <a:pt x="192223" y="35978"/>
                </a:lnTo>
                <a:close/>
                <a:moveTo>
                  <a:pt x="59120" y="213932"/>
                </a:moveTo>
                <a:lnTo>
                  <a:pt x="58752" y="214036"/>
                </a:lnTo>
                <a:lnTo>
                  <a:pt x="58398" y="214167"/>
                </a:lnTo>
                <a:lnTo>
                  <a:pt x="58058" y="214321"/>
                </a:lnTo>
                <a:lnTo>
                  <a:pt x="57733" y="214500"/>
                </a:lnTo>
                <a:lnTo>
                  <a:pt x="57424" y="214702"/>
                </a:lnTo>
                <a:lnTo>
                  <a:pt x="57133" y="214926"/>
                </a:lnTo>
                <a:lnTo>
                  <a:pt x="56859" y="215172"/>
                </a:lnTo>
                <a:lnTo>
                  <a:pt x="56604" y="215439"/>
                </a:lnTo>
                <a:lnTo>
                  <a:pt x="56369" y="215726"/>
                </a:lnTo>
                <a:lnTo>
                  <a:pt x="56155" y="216032"/>
                </a:lnTo>
                <a:lnTo>
                  <a:pt x="55962" y="216357"/>
                </a:lnTo>
                <a:lnTo>
                  <a:pt x="55793" y="216699"/>
                </a:lnTo>
                <a:lnTo>
                  <a:pt x="55646" y="217059"/>
                </a:lnTo>
                <a:lnTo>
                  <a:pt x="55525" y="217434"/>
                </a:lnTo>
                <a:lnTo>
                  <a:pt x="55428" y="217825"/>
                </a:lnTo>
                <a:lnTo>
                  <a:pt x="55358" y="218231"/>
                </a:lnTo>
                <a:lnTo>
                  <a:pt x="55316" y="218651"/>
                </a:lnTo>
                <a:lnTo>
                  <a:pt x="55301" y="219083"/>
                </a:lnTo>
                <a:lnTo>
                  <a:pt x="55316" y="219522"/>
                </a:lnTo>
                <a:lnTo>
                  <a:pt x="55358" y="219957"/>
                </a:lnTo>
                <a:lnTo>
                  <a:pt x="55428" y="220389"/>
                </a:lnTo>
                <a:lnTo>
                  <a:pt x="55525" y="220815"/>
                </a:lnTo>
                <a:lnTo>
                  <a:pt x="55646" y="221236"/>
                </a:lnTo>
                <a:lnTo>
                  <a:pt x="55793" y="221650"/>
                </a:lnTo>
                <a:lnTo>
                  <a:pt x="55962" y="222055"/>
                </a:lnTo>
                <a:lnTo>
                  <a:pt x="56155" y="222451"/>
                </a:lnTo>
                <a:lnTo>
                  <a:pt x="56369" y="222837"/>
                </a:lnTo>
                <a:lnTo>
                  <a:pt x="56604" y="223211"/>
                </a:lnTo>
                <a:lnTo>
                  <a:pt x="56859" y="223572"/>
                </a:lnTo>
                <a:lnTo>
                  <a:pt x="57133" y="223919"/>
                </a:lnTo>
                <a:lnTo>
                  <a:pt x="57424" y="224252"/>
                </a:lnTo>
                <a:lnTo>
                  <a:pt x="57733" y="224568"/>
                </a:lnTo>
                <a:lnTo>
                  <a:pt x="58058" y="224867"/>
                </a:lnTo>
                <a:lnTo>
                  <a:pt x="58398" y="225148"/>
                </a:lnTo>
                <a:lnTo>
                  <a:pt x="58752" y="225410"/>
                </a:lnTo>
                <a:lnTo>
                  <a:pt x="59120" y="225651"/>
                </a:lnTo>
                <a:lnTo>
                  <a:pt x="59500" y="225870"/>
                </a:lnTo>
                <a:lnTo>
                  <a:pt x="59892" y="226066"/>
                </a:lnTo>
                <a:lnTo>
                  <a:pt x="60294" y="226239"/>
                </a:lnTo>
                <a:lnTo>
                  <a:pt x="60705" y="226386"/>
                </a:lnTo>
                <a:lnTo>
                  <a:pt x="61126" y="226507"/>
                </a:lnTo>
                <a:lnTo>
                  <a:pt x="61554" y="226601"/>
                </a:lnTo>
                <a:lnTo>
                  <a:pt x="83674" y="230701"/>
                </a:lnTo>
                <a:lnTo>
                  <a:pt x="84102" y="230766"/>
                </a:lnTo>
                <a:lnTo>
                  <a:pt x="84523" y="230800"/>
                </a:lnTo>
                <a:lnTo>
                  <a:pt x="84934" y="230806"/>
                </a:lnTo>
                <a:lnTo>
                  <a:pt x="85337" y="230782"/>
                </a:lnTo>
                <a:lnTo>
                  <a:pt x="85728" y="230731"/>
                </a:lnTo>
                <a:lnTo>
                  <a:pt x="86108" y="230653"/>
                </a:lnTo>
                <a:lnTo>
                  <a:pt x="86476" y="230548"/>
                </a:lnTo>
                <a:lnTo>
                  <a:pt x="86830" y="230418"/>
                </a:lnTo>
                <a:lnTo>
                  <a:pt x="87170" y="230263"/>
                </a:lnTo>
                <a:lnTo>
                  <a:pt x="87495" y="230084"/>
                </a:lnTo>
                <a:lnTo>
                  <a:pt x="87804" y="229882"/>
                </a:lnTo>
                <a:lnTo>
                  <a:pt x="88096" y="229658"/>
                </a:lnTo>
                <a:lnTo>
                  <a:pt x="88369" y="229412"/>
                </a:lnTo>
                <a:lnTo>
                  <a:pt x="88624" y="229145"/>
                </a:lnTo>
                <a:lnTo>
                  <a:pt x="88859" y="228859"/>
                </a:lnTo>
                <a:lnTo>
                  <a:pt x="89073" y="228552"/>
                </a:lnTo>
                <a:lnTo>
                  <a:pt x="89266" y="228228"/>
                </a:lnTo>
                <a:lnTo>
                  <a:pt x="89436" y="227885"/>
                </a:lnTo>
                <a:lnTo>
                  <a:pt x="89582" y="227526"/>
                </a:lnTo>
                <a:lnTo>
                  <a:pt x="89704" y="227150"/>
                </a:lnTo>
                <a:lnTo>
                  <a:pt x="89800" y="226759"/>
                </a:lnTo>
                <a:lnTo>
                  <a:pt x="89870" y="226353"/>
                </a:lnTo>
                <a:lnTo>
                  <a:pt x="89913" y="225934"/>
                </a:lnTo>
                <a:lnTo>
                  <a:pt x="89927" y="225501"/>
                </a:lnTo>
                <a:lnTo>
                  <a:pt x="89913" y="225063"/>
                </a:lnTo>
                <a:lnTo>
                  <a:pt x="89870" y="224628"/>
                </a:lnTo>
                <a:lnTo>
                  <a:pt x="89800" y="224196"/>
                </a:lnTo>
                <a:lnTo>
                  <a:pt x="89704" y="223769"/>
                </a:lnTo>
                <a:lnTo>
                  <a:pt x="89582" y="223348"/>
                </a:lnTo>
                <a:lnTo>
                  <a:pt x="89436" y="222935"/>
                </a:lnTo>
                <a:lnTo>
                  <a:pt x="89266" y="222529"/>
                </a:lnTo>
                <a:lnTo>
                  <a:pt x="89073" y="222133"/>
                </a:lnTo>
                <a:lnTo>
                  <a:pt x="88859" y="221748"/>
                </a:lnTo>
                <a:lnTo>
                  <a:pt x="88624" y="221374"/>
                </a:lnTo>
                <a:lnTo>
                  <a:pt x="88369" y="221012"/>
                </a:lnTo>
                <a:lnTo>
                  <a:pt x="88096" y="220665"/>
                </a:lnTo>
                <a:lnTo>
                  <a:pt x="87804" y="220333"/>
                </a:lnTo>
                <a:lnTo>
                  <a:pt x="87495" y="220016"/>
                </a:lnTo>
                <a:lnTo>
                  <a:pt x="87170" y="219717"/>
                </a:lnTo>
                <a:lnTo>
                  <a:pt x="86830" y="219436"/>
                </a:lnTo>
                <a:lnTo>
                  <a:pt x="86476" y="219175"/>
                </a:lnTo>
                <a:lnTo>
                  <a:pt x="86108" y="218934"/>
                </a:lnTo>
                <a:lnTo>
                  <a:pt x="85728" y="218715"/>
                </a:lnTo>
                <a:lnTo>
                  <a:pt x="85337" y="218518"/>
                </a:lnTo>
                <a:lnTo>
                  <a:pt x="84934" y="218346"/>
                </a:lnTo>
                <a:lnTo>
                  <a:pt x="84523" y="218198"/>
                </a:lnTo>
                <a:lnTo>
                  <a:pt x="84102" y="218077"/>
                </a:lnTo>
                <a:lnTo>
                  <a:pt x="83674" y="217983"/>
                </a:lnTo>
                <a:lnTo>
                  <a:pt x="61554" y="213883"/>
                </a:lnTo>
                <a:lnTo>
                  <a:pt x="61126" y="213819"/>
                </a:lnTo>
                <a:lnTo>
                  <a:pt x="60705" y="213784"/>
                </a:lnTo>
                <a:lnTo>
                  <a:pt x="60294" y="213779"/>
                </a:lnTo>
                <a:lnTo>
                  <a:pt x="59892" y="213802"/>
                </a:lnTo>
                <a:lnTo>
                  <a:pt x="59500" y="213854"/>
                </a:lnTo>
                <a:lnTo>
                  <a:pt x="59120" y="213932"/>
                </a:lnTo>
                <a:close/>
                <a:moveTo>
                  <a:pt x="125482" y="226231"/>
                </a:moveTo>
                <a:lnTo>
                  <a:pt x="125114" y="226336"/>
                </a:lnTo>
                <a:lnTo>
                  <a:pt x="124760" y="226466"/>
                </a:lnTo>
                <a:lnTo>
                  <a:pt x="124419" y="226621"/>
                </a:lnTo>
                <a:lnTo>
                  <a:pt x="124095" y="226799"/>
                </a:lnTo>
                <a:lnTo>
                  <a:pt x="123786" y="227001"/>
                </a:lnTo>
                <a:lnTo>
                  <a:pt x="123494" y="227226"/>
                </a:lnTo>
                <a:lnTo>
                  <a:pt x="123220" y="227472"/>
                </a:lnTo>
                <a:lnTo>
                  <a:pt x="122966" y="227738"/>
                </a:lnTo>
                <a:lnTo>
                  <a:pt x="122731" y="228025"/>
                </a:lnTo>
                <a:lnTo>
                  <a:pt x="122516" y="228332"/>
                </a:lnTo>
                <a:lnTo>
                  <a:pt x="122324" y="228656"/>
                </a:lnTo>
                <a:lnTo>
                  <a:pt x="122154" y="228999"/>
                </a:lnTo>
                <a:lnTo>
                  <a:pt x="122008" y="229358"/>
                </a:lnTo>
                <a:lnTo>
                  <a:pt x="121886" y="229734"/>
                </a:lnTo>
                <a:lnTo>
                  <a:pt x="121790" y="230125"/>
                </a:lnTo>
                <a:lnTo>
                  <a:pt x="121720" y="230531"/>
                </a:lnTo>
                <a:lnTo>
                  <a:pt x="121677" y="230950"/>
                </a:lnTo>
                <a:lnTo>
                  <a:pt x="121663" y="231383"/>
                </a:lnTo>
                <a:lnTo>
                  <a:pt x="121677" y="231821"/>
                </a:lnTo>
                <a:lnTo>
                  <a:pt x="121720" y="232256"/>
                </a:lnTo>
                <a:lnTo>
                  <a:pt x="121790" y="232688"/>
                </a:lnTo>
                <a:lnTo>
                  <a:pt x="121886" y="233115"/>
                </a:lnTo>
                <a:lnTo>
                  <a:pt x="122008" y="233536"/>
                </a:lnTo>
                <a:lnTo>
                  <a:pt x="122154" y="233949"/>
                </a:lnTo>
                <a:lnTo>
                  <a:pt x="122324" y="234355"/>
                </a:lnTo>
                <a:lnTo>
                  <a:pt x="122516" y="234751"/>
                </a:lnTo>
                <a:lnTo>
                  <a:pt x="122731" y="235136"/>
                </a:lnTo>
                <a:lnTo>
                  <a:pt x="122966" y="235510"/>
                </a:lnTo>
                <a:lnTo>
                  <a:pt x="123220" y="235871"/>
                </a:lnTo>
                <a:lnTo>
                  <a:pt x="123494" y="236219"/>
                </a:lnTo>
                <a:lnTo>
                  <a:pt x="123786" y="236551"/>
                </a:lnTo>
                <a:lnTo>
                  <a:pt x="124095" y="236868"/>
                </a:lnTo>
                <a:lnTo>
                  <a:pt x="124419" y="237167"/>
                </a:lnTo>
                <a:lnTo>
                  <a:pt x="124760" y="237448"/>
                </a:lnTo>
                <a:lnTo>
                  <a:pt x="125114" y="237709"/>
                </a:lnTo>
                <a:lnTo>
                  <a:pt x="125482" y="237950"/>
                </a:lnTo>
                <a:lnTo>
                  <a:pt x="125862" y="238169"/>
                </a:lnTo>
                <a:lnTo>
                  <a:pt x="126253" y="238366"/>
                </a:lnTo>
                <a:lnTo>
                  <a:pt x="126655" y="238538"/>
                </a:lnTo>
                <a:lnTo>
                  <a:pt x="127067" y="238686"/>
                </a:lnTo>
                <a:lnTo>
                  <a:pt x="127487" y="238807"/>
                </a:lnTo>
                <a:lnTo>
                  <a:pt x="127915" y="238901"/>
                </a:lnTo>
                <a:lnTo>
                  <a:pt x="150036" y="243001"/>
                </a:lnTo>
                <a:lnTo>
                  <a:pt x="150464" y="243065"/>
                </a:lnTo>
                <a:lnTo>
                  <a:pt x="150884" y="243100"/>
                </a:lnTo>
                <a:lnTo>
                  <a:pt x="151296" y="243105"/>
                </a:lnTo>
                <a:lnTo>
                  <a:pt x="151698" y="243082"/>
                </a:lnTo>
                <a:lnTo>
                  <a:pt x="152090" y="243030"/>
                </a:lnTo>
                <a:lnTo>
                  <a:pt x="152470" y="242952"/>
                </a:lnTo>
                <a:lnTo>
                  <a:pt x="152837" y="242847"/>
                </a:lnTo>
                <a:lnTo>
                  <a:pt x="153192" y="242717"/>
                </a:lnTo>
                <a:lnTo>
                  <a:pt x="153532" y="242563"/>
                </a:lnTo>
                <a:lnTo>
                  <a:pt x="153857" y="242384"/>
                </a:lnTo>
                <a:lnTo>
                  <a:pt x="154165" y="242182"/>
                </a:lnTo>
                <a:lnTo>
                  <a:pt x="154457" y="241958"/>
                </a:lnTo>
                <a:lnTo>
                  <a:pt x="154731" y="241712"/>
                </a:lnTo>
                <a:lnTo>
                  <a:pt x="154986" y="241445"/>
                </a:lnTo>
                <a:lnTo>
                  <a:pt x="155221" y="241158"/>
                </a:lnTo>
                <a:lnTo>
                  <a:pt x="155435" y="240852"/>
                </a:lnTo>
                <a:lnTo>
                  <a:pt x="155627" y="240527"/>
                </a:lnTo>
                <a:lnTo>
                  <a:pt x="155797" y="240185"/>
                </a:lnTo>
                <a:lnTo>
                  <a:pt x="155943" y="239825"/>
                </a:lnTo>
                <a:lnTo>
                  <a:pt x="156065" y="239449"/>
                </a:lnTo>
                <a:lnTo>
                  <a:pt x="156161" y="239058"/>
                </a:lnTo>
                <a:lnTo>
                  <a:pt x="156231" y="238653"/>
                </a:lnTo>
                <a:lnTo>
                  <a:pt x="156274" y="238233"/>
                </a:lnTo>
                <a:lnTo>
                  <a:pt x="156288" y="237800"/>
                </a:lnTo>
                <a:lnTo>
                  <a:pt x="156274" y="237362"/>
                </a:lnTo>
                <a:lnTo>
                  <a:pt x="156231" y="236927"/>
                </a:lnTo>
                <a:lnTo>
                  <a:pt x="156161" y="236495"/>
                </a:lnTo>
                <a:lnTo>
                  <a:pt x="156065" y="236068"/>
                </a:lnTo>
                <a:lnTo>
                  <a:pt x="155943" y="235648"/>
                </a:lnTo>
                <a:lnTo>
                  <a:pt x="155797" y="235234"/>
                </a:lnTo>
                <a:lnTo>
                  <a:pt x="155627" y="234829"/>
                </a:lnTo>
                <a:lnTo>
                  <a:pt x="155435" y="234433"/>
                </a:lnTo>
                <a:lnTo>
                  <a:pt x="155221" y="234047"/>
                </a:lnTo>
                <a:lnTo>
                  <a:pt x="154986" y="233673"/>
                </a:lnTo>
                <a:lnTo>
                  <a:pt x="154731" y="233312"/>
                </a:lnTo>
                <a:lnTo>
                  <a:pt x="154457" y="232964"/>
                </a:lnTo>
                <a:lnTo>
                  <a:pt x="154165" y="232632"/>
                </a:lnTo>
                <a:lnTo>
                  <a:pt x="153857" y="232316"/>
                </a:lnTo>
                <a:lnTo>
                  <a:pt x="153532" y="232016"/>
                </a:lnTo>
                <a:lnTo>
                  <a:pt x="153192" y="231736"/>
                </a:lnTo>
                <a:lnTo>
                  <a:pt x="152837" y="231474"/>
                </a:lnTo>
                <a:lnTo>
                  <a:pt x="152470" y="231233"/>
                </a:lnTo>
                <a:lnTo>
                  <a:pt x="152090" y="231014"/>
                </a:lnTo>
                <a:lnTo>
                  <a:pt x="151698" y="230818"/>
                </a:lnTo>
                <a:lnTo>
                  <a:pt x="151296" y="230645"/>
                </a:lnTo>
                <a:lnTo>
                  <a:pt x="150884" y="230498"/>
                </a:lnTo>
                <a:lnTo>
                  <a:pt x="150464" y="230376"/>
                </a:lnTo>
                <a:lnTo>
                  <a:pt x="150036" y="230282"/>
                </a:lnTo>
                <a:lnTo>
                  <a:pt x="127915" y="226183"/>
                </a:lnTo>
                <a:lnTo>
                  <a:pt x="127487" y="226118"/>
                </a:lnTo>
                <a:lnTo>
                  <a:pt x="127067" y="226083"/>
                </a:lnTo>
                <a:lnTo>
                  <a:pt x="126655" y="226078"/>
                </a:lnTo>
                <a:lnTo>
                  <a:pt x="126253" y="226102"/>
                </a:lnTo>
                <a:lnTo>
                  <a:pt x="125862" y="226153"/>
                </a:lnTo>
                <a:lnTo>
                  <a:pt x="125482" y="226231"/>
                </a:lnTo>
                <a:close/>
                <a:moveTo>
                  <a:pt x="191843" y="238531"/>
                </a:moveTo>
                <a:lnTo>
                  <a:pt x="191475" y="238635"/>
                </a:lnTo>
                <a:lnTo>
                  <a:pt x="191121" y="238765"/>
                </a:lnTo>
                <a:lnTo>
                  <a:pt x="190781" y="238920"/>
                </a:lnTo>
                <a:lnTo>
                  <a:pt x="190456" y="239099"/>
                </a:lnTo>
                <a:lnTo>
                  <a:pt x="190147" y="239301"/>
                </a:lnTo>
                <a:lnTo>
                  <a:pt x="189856" y="239525"/>
                </a:lnTo>
                <a:lnTo>
                  <a:pt x="189582" y="239771"/>
                </a:lnTo>
                <a:lnTo>
                  <a:pt x="189327" y="240038"/>
                </a:lnTo>
                <a:lnTo>
                  <a:pt x="189092" y="240325"/>
                </a:lnTo>
                <a:lnTo>
                  <a:pt x="188878" y="240631"/>
                </a:lnTo>
                <a:lnTo>
                  <a:pt x="188685" y="240956"/>
                </a:lnTo>
                <a:lnTo>
                  <a:pt x="188516" y="241298"/>
                </a:lnTo>
                <a:lnTo>
                  <a:pt x="188369" y="241658"/>
                </a:lnTo>
                <a:lnTo>
                  <a:pt x="188248" y="242033"/>
                </a:lnTo>
                <a:lnTo>
                  <a:pt x="188151" y="242424"/>
                </a:lnTo>
                <a:lnTo>
                  <a:pt x="188081" y="242830"/>
                </a:lnTo>
                <a:lnTo>
                  <a:pt x="188039" y="243250"/>
                </a:lnTo>
                <a:lnTo>
                  <a:pt x="188024" y="243682"/>
                </a:lnTo>
                <a:lnTo>
                  <a:pt x="188039" y="244120"/>
                </a:lnTo>
                <a:lnTo>
                  <a:pt x="188081" y="244556"/>
                </a:lnTo>
                <a:lnTo>
                  <a:pt x="188151" y="244987"/>
                </a:lnTo>
                <a:lnTo>
                  <a:pt x="188248" y="245414"/>
                </a:lnTo>
                <a:lnTo>
                  <a:pt x="188369" y="245835"/>
                </a:lnTo>
                <a:lnTo>
                  <a:pt x="188516" y="246249"/>
                </a:lnTo>
                <a:lnTo>
                  <a:pt x="188685" y="246654"/>
                </a:lnTo>
                <a:lnTo>
                  <a:pt x="188878" y="247050"/>
                </a:lnTo>
                <a:lnTo>
                  <a:pt x="189092" y="247436"/>
                </a:lnTo>
                <a:lnTo>
                  <a:pt x="189327" y="247810"/>
                </a:lnTo>
                <a:lnTo>
                  <a:pt x="189582" y="248171"/>
                </a:lnTo>
                <a:lnTo>
                  <a:pt x="189856" y="248518"/>
                </a:lnTo>
                <a:lnTo>
                  <a:pt x="190147" y="248851"/>
                </a:lnTo>
                <a:lnTo>
                  <a:pt x="190456" y="249167"/>
                </a:lnTo>
                <a:lnTo>
                  <a:pt x="190781" y="249466"/>
                </a:lnTo>
                <a:lnTo>
                  <a:pt x="191121" y="249747"/>
                </a:lnTo>
                <a:lnTo>
                  <a:pt x="191475" y="250009"/>
                </a:lnTo>
                <a:lnTo>
                  <a:pt x="191843" y="250249"/>
                </a:lnTo>
                <a:lnTo>
                  <a:pt x="192223" y="250469"/>
                </a:lnTo>
                <a:lnTo>
                  <a:pt x="192615" y="250665"/>
                </a:lnTo>
                <a:lnTo>
                  <a:pt x="193017" y="250838"/>
                </a:lnTo>
                <a:lnTo>
                  <a:pt x="193428" y="250985"/>
                </a:lnTo>
                <a:lnTo>
                  <a:pt x="193849" y="251106"/>
                </a:lnTo>
                <a:lnTo>
                  <a:pt x="194277" y="251200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236801"/>
                </a:lnTo>
                <a:lnTo>
                  <a:pt x="211575" y="236363"/>
                </a:lnTo>
                <a:lnTo>
                  <a:pt x="211533" y="235928"/>
                </a:lnTo>
                <a:lnTo>
                  <a:pt x="211463" y="235496"/>
                </a:lnTo>
                <a:lnTo>
                  <a:pt x="211366" y="235069"/>
                </a:lnTo>
                <a:lnTo>
                  <a:pt x="211245" y="234649"/>
                </a:lnTo>
                <a:lnTo>
                  <a:pt x="211098" y="234235"/>
                </a:lnTo>
                <a:lnTo>
                  <a:pt x="210928" y="233830"/>
                </a:lnTo>
                <a:lnTo>
                  <a:pt x="210736" y="233434"/>
                </a:lnTo>
                <a:lnTo>
                  <a:pt x="210522" y="233048"/>
                </a:lnTo>
                <a:lnTo>
                  <a:pt x="210287" y="232674"/>
                </a:lnTo>
                <a:lnTo>
                  <a:pt x="210032" y="232313"/>
                </a:lnTo>
                <a:lnTo>
                  <a:pt x="209758" y="231965"/>
                </a:lnTo>
                <a:lnTo>
                  <a:pt x="209467" y="231633"/>
                </a:lnTo>
                <a:lnTo>
                  <a:pt x="209158" y="231316"/>
                </a:lnTo>
                <a:lnTo>
                  <a:pt x="208833" y="231017"/>
                </a:lnTo>
                <a:lnTo>
                  <a:pt x="208493" y="230736"/>
                </a:lnTo>
                <a:lnTo>
                  <a:pt x="208139" y="230475"/>
                </a:lnTo>
                <a:lnTo>
                  <a:pt x="207771" y="230234"/>
                </a:lnTo>
                <a:lnTo>
                  <a:pt x="207391" y="230015"/>
                </a:lnTo>
                <a:lnTo>
                  <a:pt x="206999" y="229819"/>
                </a:lnTo>
                <a:lnTo>
                  <a:pt x="206597" y="229646"/>
                </a:lnTo>
                <a:lnTo>
                  <a:pt x="206185" y="229499"/>
                </a:lnTo>
                <a:lnTo>
                  <a:pt x="205765" y="229377"/>
                </a:lnTo>
                <a:lnTo>
                  <a:pt x="205337" y="229283"/>
                </a:lnTo>
                <a:lnTo>
                  <a:pt x="204909" y="229219"/>
                </a:lnTo>
                <a:lnTo>
                  <a:pt x="204489" y="229184"/>
                </a:lnTo>
                <a:lnTo>
                  <a:pt x="204077" y="229179"/>
                </a:lnTo>
                <a:lnTo>
                  <a:pt x="203675" y="229202"/>
                </a:lnTo>
                <a:lnTo>
                  <a:pt x="203283" y="229254"/>
                </a:lnTo>
                <a:lnTo>
                  <a:pt x="202903" y="229332"/>
                </a:lnTo>
                <a:lnTo>
                  <a:pt x="202536" y="229437"/>
                </a:lnTo>
                <a:lnTo>
                  <a:pt x="202181" y="229567"/>
                </a:lnTo>
                <a:lnTo>
                  <a:pt x="201841" y="229721"/>
                </a:lnTo>
                <a:lnTo>
                  <a:pt x="201516" y="229900"/>
                </a:lnTo>
                <a:lnTo>
                  <a:pt x="201207" y="230102"/>
                </a:lnTo>
                <a:lnTo>
                  <a:pt x="200916" y="230326"/>
                </a:lnTo>
                <a:lnTo>
                  <a:pt x="200642" y="230572"/>
                </a:lnTo>
                <a:lnTo>
                  <a:pt x="200387" y="230839"/>
                </a:lnTo>
                <a:lnTo>
                  <a:pt x="200152" y="231126"/>
                </a:lnTo>
                <a:lnTo>
                  <a:pt x="199938" y="231432"/>
                </a:lnTo>
                <a:lnTo>
                  <a:pt x="199746" y="231757"/>
                </a:lnTo>
                <a:lnTo>
                  <a:pt x="199576" y="232099"/>
                </a:lnTo>
                <a:lnTo>
                  <a:pt x="199430" y="232459"/>
                </a:lnTo>
                <a:lnTo>
                  <a:pt x="199308" y="232834"/>
                </a:lnTo>
                <a:lnTo>
                  <a:pt x="199211" y="233226"/>
                </a:lnTo>
                <a:lnTo>
                  <a:pt x="199141" y="233631"/>
                </a:lnTo>
                <a:lnTo>
                  <a:pt x="199099" y="234051"/>
                </a:lnTo>
                <a:lnTo>
                  <a:pt x="199084" y="234484"/>
                </a:lnTo>
                <a:lnTo>
                  <a:pt x="199084" y="239373"/>
                </a:lnTo>
                <a:lnTo>
                  <a:pt x="194277" y="238482"/>
                </a:lnTo>
                <a:lnTo>
                  <a:pt x="193849" y="238417"/>
                </a:lnTo>
                <a:lnTo>
                  <a:pt x="193428" y="238383"/>
                </a:lnTo>
                <a:lnTo>
                  <a:pt x="193017" y="238378"/>
                </a:lnTo>
                <a:lnTo>
                  <a:pt x="192615" y="238401"/>
                </a:lnTo>
                <a:lnTo>
                  <a:pt x="192223" y="238452"/>
                </a:lnTo>
                <a:lnTo>
                  <a:pt x="191843" y="238531"/>
                </a:lnTo>
                <a:close/>
                <a:moveTo>
                  <a:pt x="211245" y="99665"/>
                </a:moveTo>
                <a:lnTo>
                  <a:pt x="211098" y="99252"/>
                </a:lnTo>
                <a:lnTo>
                  <a:pt x="210928" y="98846"/>
                </a:lnTo>
                <a:lnTo>
                  <a:pt x="210736" y="98450"/>
                </a:lnTo>
                <a:lnTo>
                  <a:pt x="210522" y="98065"/>
                </a:lnTo>
                <a:lnTo>
                  <a:pt x="210287" y="97691"/>
                </a:lnTo>
                <a:lnTo>
                  <a:pt x="210032" y="97329"/>
                </a:lnTo>
                <a:lnTo>
                  <a:pt x="209758" y="96982"/>
                </a:lnTo>
                <a:lnTo>
                  <a:pt x="209467" y="96650"/>
                </a:lnTo>
                <a:lnTo>
                  <a:pt x="209158" y="96333"/>
                </a:lnTo>
                <a:lnTo>
                  <a:pt x="208833" y="96034"/>
                </a:lnTo>
                <a:lnTo>
                  <a:pt x="208493" y="95753"/>
                </a:lnTo>
                <a:lnTo>
                  <a:pt x="208139" y="95492"/>
                </a:lnTo>
                <a:lnTo>
                  <a:pt x="207771" y="95251"/>
                </a:lnTo>
                <a:lnTo>
                  <a:pt x="207391" y="95032"/>
                </a:lnTo>
                <a:lnTo>
                  <a:pt x="206999" y="94835"/>
                </a:lnTo>
                <a:lnTo>
                  <a:pt x="206597" y="94663"/>
                </a:lnTo>
                <a:lnTo>
                  <a:pt x="206185" y="94515"/>
                </a:lnTo>
                <a:lnTo>
                  <a:pt x="205765" y="94394"/>
                </a:lnTo>
                <a:lnTo>
                  <a:pt x="205337" y="94300"/>
                </a:lnTo>
                <a:lnTo>
                  <a:pt x="204909" y="94235"/>
                </a:lnTo>
                <a:lnTo>
                  <a:pt x="204489" y="94201"/>
                </a:lnTo>
                <a:lnTo>
                  <a:pt x="204077" y="94196"/>
                </a:lnTo>
                <a:lnTo>
                  <a:pt x="203675" y="94219"/>
                </a:lnTo>
                <a:lnTo>
                  <a:pt x="203283" y="94270"/>
                </a:lnTo>
                <a:lnTo>
                  <a:pt x="202903" y="94349"/>
                </a:lnTo>
                <a:lnTo>
                  <a:pt x="202536" y="94453"/>
                </a:lnTo>
                <a:lnTo>
                  <a:pt x="202181" y="94583"/>
                </a:lnTo>
                <a:lnTo>
                  <a:pt x="201841" y="94738"/>
                </a:lnTo>
                <a:lnTo>
                  <a:pt x="201516" y="94917"/>
                </a:lnTo>
                <a:lnTo>
                  <a:pt x="201207" y="95119"/>
                </a:lnTo>
                <a:lnTo>
                  <a:pt x="200916" y="95343"/>
                </a:lnTo>
                <a:lnTo>
                  <a:pt x="200642" y="95589"/>
                </a:lnTo>
                <a:lnTo>
                  <a:pt x="200387" y="95856"/>
                </a:lnTo>
                <a:lnTo>
                  <a:pt x="200152" y="96143"/>
                </a:lnTo>
                <a:lnTo>
                  <a:pt x="199938" y="96449"/>
                </a:lnTo>
                <a:lnTo>
                  <a:pt x="199746" y="96774"/>
                </a:lnTo>
                <a:lnTo>
                  <a:pt x="199576" y="97116"/>
                </a:lnTo>
                <a:lnTo>
                  <a:pt x="199430" y="97476"/>
                </a:lnTo>
                <a:lnTo>
                  <a:pt x="199308" y="97851"/>
                </a:lnTo>
                <a:lnTo>
                  <a:pt x="199211" y="98242"/>
                </a:lnTo>
                <a:lnTo>
                  <a:pt x="199141" y="98648"/>
                </a:lnTo>
                <a:lnTo>
                  <a:pt x="199099" y="99068"/>
                </a:lnTo>
                <a:lnTo>
                  <a:pt x="199084" y="99500"/>
                </a:lnTo>
                <a:lnTo>
                  <a:pt x="199084" y="121998"/>
                </a:lnTo>
                <a:lnTo>
                  <a:pt x="199099" y="122436"/>
                </a:lnTo>
                <a:lnTo>
                  <a:pt x="199141" y="122871"/>
                </a:lnTo>
                <a:lnTo>
                  <a:pt x="199211" y="123303"/>
                </a:lnTo>
                <a:lnTo>
                  <a:pt x="199308" y="123729"/>
                </a:lnTo>
                <a:lnTo>
                  <a:pt x="199430" y="124150"/>
                </a:lnTo>
                <a:lnTo>
                  <a:pt x="199576" y="124564"/>
                </a:lnTo>
                <a:lnTo>
                  <a:pt x="199746" y="124969"/>
                </a:lnTo>
                <a:lnTo>
                  <a:pt x="199938" y="125365"/>
                </a:lnTo>
                <a:lnTo>
                  <a:pt x="200152" y="125751"/>
                </a:lnTo>
                <a:lnTo>
                  <a:pt x="200387" y="126125"/>
                </a:lnTo>
                <a:lnTo>
                  <a:pt x="200642" y="126486"/>
                </a:lnTo>
                <a:lnTo>
                  <a:pt x="200916" y="126834"/>
                </a:lnTo>
                <a:lnTo>
                  <a:pt x="201207" y="127166"/>
                </a:lnTo>
                <a:lnTo>
                  <a:pt x="201516" y="127482"/>
                </a:lnTo>
                <a:lnTo>
                  <a:pt x="201841" y="127782"/>
                </a:lnTo>
                <a:lnTo>
                  <a:pt x="202181" y="128062"/>
                </a:lnTo>
                <a:lnTo>
                  <a:pt x="202536" y="128324"/>
                </a:lnTo>
                <a:lnTo>
                  <a:pt x="202903" y="128565"/>
                </a:lnTo>
                <a:lnTo>
                  <a:pt x="203283" y="128784"/>
                </a:lnTo>
                <a:lnTo>
                  <a:pt x="203675" y="128980"/>
                </a:lnTo>
                <a:lnTo>
                  <a:pt x="204077" y="129153"/>
                </a:lnTo>
                <a:lnTo>
                  <a:pt x="204489" y="129300"/>
                </a:lnTo>
                <a:lnTo>
                  <a:pt x="204909" y="129422"/>
                </a:lnTo>
                <a:lnTo>
                  <a:pt x="205337" y="129516"/>
                </a:lnTo>
                <a:lnTo>
                  <a:pt x="205765" y="129580"/>
                </a:lnTo>
                <a:lnTo>
                  <a:pt x="206185" y="129615"/>
                </a:lnTo>
                <a:lnTo>
                  <a:pt x="206597" y="129620"/>
                </a:lnTo>
                <a:lnTo>
                  <a:pt x="206999" y="129596"/>
                </a:lnTo>
                <a:lnTo>
                  <a:pt x="207391" y="129545"/>
                </a:lnTo>
                <a:lnTo>
                  <a:pt x="207771" y="129467"/>
                </a:lnTo>
                <a:lnTo>
                  <a:pt x="208139" y="129362"/>
                </a:lnTo>
                <a:lnTo>
                  <a:pt x="208493" y="129232"/>
                </a:lnTo>
                <a:lnTo>
                  <a:pt x="208833" y="129077"/>
                </a:lnTo>
                <a:lnTo>
                  <a:pt x="209158" y="128899"/>
                </a:lnTo>
                <a:lnTo>
                  <a:pt x="209467" y="128697"/>
                </a:lnTo>
                <a:lnTo>
                  <a:pt x="209758" y="128472"/>
                </a:lnTo>
                <a:lnTo>
                  <a:pt x="210032" y="128226"/>
                </a:lnTo>
                <a:lnTo>
                  <a:pt x="210287" y="127960"/>
                </a:lnTo>
                <a:lnTo>
                  <a:pt x="210522" y="127673"/>
                </a:lnTo>
                <a:lnTo>
                  <a:pt x="210736" y="127367"/>
                </a:lnTo>
                <a:lnTo>
                  <a:pt x="210928" y="127042"/>
                </a:lnTo>
                <a:lnTo>
                  <a:pt x="211098" y="126699"/>
                </a:lnTo>
                <a:lnTo>
                  <a:pt x="211245" y="126340"/>
                </a:lnTo>
                <a:lnTo>
                  <a:pt x="211366" y="125964"/>
                </a:lnTo>
                <a:lnTo>
                  <a:pt x="211463" y="125573"/>
                </a:lnTo>
                <a:lnTo>
                  <a:pt x="211533" y="125168"/>
                </a:lnTo>
                <a:lnTo>
                  <a:pt x="211575" y="124748"/>
                </a:lnTo>
                <a:lnTo>
                  <a:pt x="211590" y="124315"/>
                </a:lnTo>
                <a:lnTo>
                  <a:pt x="211590" y="101818"/>
                </a:lnTo>
                <a:lnTo>
                  <a:pt x="211575" y="101380"/>
                </a:lnTo>
                <a:lnTo>
                  <a:pt x="211533" y="100945"/>
                </a:lnTo>
                <a:lnTo>
                  <a:pt x="211463" y="100513"/>
                </a:lnTo>
                <a:lnTo>
                  <a:pt x="211366" y="100086"/>
                </a:lnTo>
                <a:lnTo>
                  <a:pt x="211245" y="99665"/>
                </a:lnTo>
                <a:close/>
                <a:moveTo>
                  <a:pt x="211245" y="167157"/>
                </a:moveTo>
                <a:lnTo>
                  <a:pt x="211098" y="166743"/>
                </a:lnTo>
                <a:lnTo>
                  <a:pt x="210928" y="166338"/>
                </a:lnTo>
                <a:lnTo>
                  <a:pt x="210736" y="165942"/>
                </a:lnTo>
                <a:lnTo>
                  <a:pt x="210522" y="165556"/>
                </a:lnTo>
                <a:lnTo>
                  <a:pt x="210287" y="165182"/>
                </a:lnTo>
                <a:lnTo>
                  <a:pt x="210032" y="164821"/>
                </a:lnTo>
                <a:lnTo>
                  <a:pt x="209758" y="164474"/>
                </a:lnTo>
                <a:lnTo>
                  <a:pt x="209467" y="164141"/>
                </a:lnTo>
                <a:lnTo>
                  <a:pt x="209158" y="163825"/>
                </a:lnTo>
                <a:lnTo>
                  <a:pt x="208833" y="163526"/>
                </a:lnTo>
                <a:lnTo>
                  <a:pt x="208493" y="163245"/>
                </a:lnTo>
                <a:lnTo>
                  <a:pt x="208139" y="162983"/>
                </a:lnTo>
                <a:lnTo>
                  <a:pt x="207771" y="162743"/>
                </a:lnTo>
                <a:lnTo>
                  <a:pt x="207391" y="162523"/>
                </a:lnTo>
                <a:lnTo>
                  <a:pt x="206999" y="162327"/>
                </a:lnTo>
                <a:lnTo>
                  <a:pt x="206597" y="162154"/>
                </a:lnTo>
                <a:lnTo>
                  <a:pt x="206185" y="162007"/>
                </a:lnTo>
                <a:lnTo>
                  <a:pt x="205765" y="161886"/>
                </a:lnTo>
                <a:lnTo>
                  <a:pt x="205337" y="161792"/>
                </a:lnTo>
                <a:lnTo>
                  <a:pt x="204909" y="161727"/>
                </a:lnTo>
                <a:lnTo>
                  <a:pt x="204489" y="161692"/>
                </a:lnTo>
                <a:lnTo>
                  <a:pt x="204077" y="161687"/>
                </a:lnTo>
                <a:lnTo>
                  <a:pt x="203675" y="161711"/>
                </a:lnTo>
                <a:lnTo>
                  <a:pt x="203283" y="161762"/>
                </a:lnTo>
                <a:lnTo>
                  <a:pt x="202903" y="161840"/>
                </a:lnTo>
                <a:lnTo>
                  <a:pt x="202536" y="161945"/>
                </a:lnTo>
                <a:lnTo>
                  <a:pt x="202181" y="162075"/>
                </a:lnTo>
                <a:lnTo>
                  <a:pt x="201841" y="162230"/>
                </a:lnTo>
                <a:lnTo>
                  <a:pt x="201516" y="162409"/>
                </a:lnTo>
                <a:lnTo>
                  <a:pt x="201207" y="162610"/>
                </a:lnTo>
                <a:lnTo>
                  <a:pt x="200916" y="162835"/>
                </a:lnTo>
                <a:lnTo>
                  <a:pt x="200642" y="163081"/>
                </a:lnTo>
                <a:lnTo>
                  <a:pt x="200387" y="163348"/>
                </a:lnTo>
                <a:lnTo>
                  <a:pt x="200152" y="163634"/>
                </a:lnTo>
                <a:lnTo>
                  <a:pt x="199938" y="163941"/>
                </a:lnTo>
                <a:lnTo>
                  <a:pt x="199746" y="164265"/>
                </a:lnTo>
                <a:lnTo>
                  <a:pt x="199576" y="164608"/>
                </a:lnTo>
                <a:lnTo>
                  <a:pt x="199430" y="164967"/>
                </a:lnTo>
                <a:lnTo>
                  <a:pt x="199308" y="165343"/>
                </a:lnTo>
                <a:lnTo>
                  <a:pt x="199211" y="165734"/>
                </a:lnTo>
                <a:lnTo>
                  <a:pt x="199141" y="166140"/>
                </a:lnTo>
                <a:lnTo>
                  <a:pt x="199099" y="166559"/>
                </a:lnTo>
                <a:lnTo>
                  <a:pt x="199084" y="166992"/>
                </a:lnTo>
                <a:lnTo>
                  <a:pt x="199084" y="189489"/>
                </a:lnTo>
                <a:lnTo>
                  <a:pt x="199099" y="189927"/>
                </a:lnTo>
                <a:lnTo>
                  <a:pt x="199141" y="190363"/>
                </a:lnTo>
                <a:lnTo>
                  <a:pt x="199211" y="190794"/>
                </a:lnTo>
                <a:lnTo>
                  <a:pt x="199308" y="191221"/>
                </a:lnTo>
                <a:lnTo>
                  <a:pt x="199430" y="191642"/>
                </a:lnTo>
                <a:lnTo>
                  <a:pt x="199576" y="192055"/>
                </a:lnTo>
                <a:lnTo>
                  <a:pt x="199746" y="192461"/>
                </a:lnTo>
                <a:lnTo>
                  <a:pt x="199938" y="192857"/>
                </a:lnTo>
                <a:lnTo>
                  <a:pt x="200152" y="193243"/>
                </a:lnTo>
                <a:lnTo>
                  <a:pt x="200387" y="193616"/>
                </a:lnTo>
                <a:lnTo>
                  <a:pt x="200642" y="193978"/>
                </a:lnTo>
                <a:lnTo>
                  <a:pt x="200916" y="194325"/>
                </a:lnTo>
                <a:lnTo>
                  <a:pt x="201207" y="194658"/>
                </a:lnTo>
                <a:lnTo>
                  <a:pt x="201516" y="194974"/>
                </a:lnTo>
                <a:lnTo>
                  <a:pt x="201841" y="195273"/>
                </a:lnTo>
                <a:lnTo>
                  <a:pt x="202181" y="195554"/>
                </a:lnTo>
                <a:lnTo>
                  <a:pt x="202536" y="195815"/>
                </a:lnTo>
                <a:lnTo>
                  <a:pt x="202903" y="196056"/>
                </a:lnTo>
                <a:lnTo>
                  <a:pt x="203283" y="196276"/>
                </a:lnTo>
                <a:lnTo>
                  <a:pt x="203675" y="196472"/>
                </a:lnTo>
                <a:lnTo>
                  <a:pt x="204077" y="196644"/>
                </a:lnTo>
                <a:lnTo>
                  <a:pt x="204489" y="196792"/>
                </a:lnTo>
                <a:lnTo>
                  <a:pt x="204909" y="196913"/>
                </a:lnTo>
                <a:lnTo>
                  <a:pt x="205337" y="197007"/>
                </a:lnTo>
                <a:lnTo>
                  <a:pt x="205765" y="197072"/>
                </a:lnTo>
                <a:lnTo>
                  <a:pt x="206185" y="197106"/>
                </a:lnTo>
                <a:lnTo>
                  <a:pt x="206597" y="197111"/>
                </a:lnTo>
                <a:lnTo>
                  <a:pt x="206999" y="197088"/>
                </a:lnTo>
                <a:lnTo>
                  <a:pt x="207391" y="197037"/>
                </a:lnTo>
                <a:lnTo>
                  <a:pt x="207771" y="196958"/>
                </a:lnTo>
                <a:lnTo>
                  <a:pt x="208139" y="196854"/>
                </a:lnTo>
                <a:lnTo>
                  <a:pt x="208493" y="196724"/>
                </a:lnTo>
                <a:lnTo>
                  <a:pt x="208833" y="196569"/>
                </a:lnTo>
                <a:lnTo>
                  <a:pt x="209158" y="196390"/>
                </a:lnTo>
                <a:lnTo>
                  <a:pt x="209467" y="196188"/>
                </a:lnTo>
                <a:lnTo>
                  <a:pt x="209758" y="195964"/>
                </a:lnTo>
                <a:lnTo>
                  <a:pt x="210032" y="195718"/>
                </a:lnTo>
                <a:lnTo>
                  <a:pt x="210287" y="195451"/>
                </a:lnTo>
                <a:lnTo>
                  <a:pt x="210522" y="195164"/>
                </a:lnTo>
                <a:lnTo>
                  <a:pt x="210736" y="194858"/>
                </a:lnTo>
                <a:lnTo>
                  <a:pt x="210928" y="194534"/>
                </a:lnTo>
                <a:lnTo>
                  <a:pt x="211098" y="194191"/>
                </a:lnTo>
                <a:lnTo>
                  <a:pt x="211245" y="193832"/>
                </a:lnTo>
                <a:lnTo>
                  <a:pt x="211366" y="193456"/>
                </a:lnTo>
                <a:lnTo>
                  <a:pt x="211463" y="193065"/>
                </a:lnTo>
                <a:lnTo>
                  <a:pt x="211533" y="192659"/>
                </a:lnTo>
                <a:lnTo>
                  <a:pt x="211575" y="192240"/>
                </a:lnTo>
                <a:lnTo>
                  <a:pt x="211590" y="191807"/>
                </a:lnTo>
                <a:lnTo>
                  <a:pt x="211590" y="169310"/>
                </a:lnTo>
                <a:lnTo>
                  <a:pt x="211575" y="168872"/>
                </a:lnTo>
                <a:lnTo>
                  <a:pt x="211533" y="168436"/>
                </a:lnTo>
                <a:lnTo>
                  <a:pt x="211463" y="168005"/>
                </a:lnTo>
                <a:lnTo>
                  <a:pt x="211366" y="167578"/>
                </a:lnTo>
                <a:lnTo>
                  <a:pt x="211245" y="167157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FD81CA-F0AF-4665-94B8-14B49ACC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521" y="1726860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960183-DDB1-46A4-A06B-C14DB632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268" y="1719342"/>
            <a:ext cx="211590" cy="254409"/>
          </a:xfrm>
          <a:custGeom xmlns:a="http://schemas.openxmlformats.org/drawingml/2006/main">
            <a:pathLst>
              <a:path w="211590" h="254409">
                <a:moveTo>
                  <a:pt x="57" y="18481"/>
                </a:moveTo>
                <a:lnTo>
                  <a:pt x="127" y="18913"/>
                </a:lnTo>
                <a:lnTo>
                  <a:pt x="223" y="19340"/>
                </a:lnTo>
                <a:lnTo>
                  <a:pt x="345" y="19760"/>
                </a:lnTo>
                <a:lnTo>
                  <a:pt x="491" y="20174"/>
                </a:lnTo>
                <a:lnTo>
                  <a:pt x="661" y="20579"/>
                </a:lnTo>
                <a:lnTo>
                  <a:pt x="854" y="20976"/>
                </a:lnTo>
                <a:lnTo>
                  <a:pt x="1068" y="21361"/>
                </a:lnTo>
                <a:lnTo>
                  <a:pt x="1303" y="21735"/>
                </a:lnTo>
                <a:lnTo>
                  <a:pt x="1558" y="22096"/>
                </a:lnTo>
                <a:lnTo>
                  <a:pt x="1831" y="22444"/>
                </a:lnTo>
                <a:lnTo>
                  <a:pt x="2123" y="22776"/>
                </a:lnTo>
                <a:lnTo>
                  <a:pt x="2432" y="23093"/>
                </a:lnTo>
                <a:lnTo>
                  <a:pt x="2757" y="23392"/>
                </a:lnTo>
                <a:lnTo>
                  <a:pt x="3097" y="23673"/>
                </a:lnTo>
                <a:lnTo>
                  <a:pt x="3451" y="23934"/>
                </a:lnTo>
                <a:lnTo>
                  <a:pt x="3819" y="24175"/>
                </a:lnTo>
                <a:lnTo>
                  <a:pt x="4199" y="24394"/>
                </a:lnTo>
                <a:lnTo>
                  <a:pt x="4590" y="24590"/>
                </a:lnTo>
                <a:lnTo>
                  <a:pt x="4993" y="24763"/>
                </a:lnTo>
                <a:lnTo>
                  <a:pt x="5404" y="24910"/>
                </a:lnTo>
                <a:lnTo>
                  <a:pt x="5825" y="25032"/>
                </a:lnTo>
                <a:lnTo>
                  <a:pt x="6253" y="25126"/>
                </a:lnTo>
                <a:lnTo>
                  <a:pt x="6681" y="25190"/>
                </a:lnTo>
                <a:lnTo>
                  <a:pt x="7101" y="25225"/>
                </a:lnTo>
                <a:lnTo>
                  <a:pt x="7513" y="25230"/>
                </a:lnTo>
                <a:lnTo>
                  <a:pt x="7915" y="25207"/>
                </a:lnTo>
                <a:lnTo>
                  <a:pt x="8306" y="25155"/>
                </a:lnTo>
                <a:lnTo>
                  <a:pt x="8686" y="25077"/>
                </a:lnTo>
                <a:lnTo>
                  <a:pt x="9054" y="24972"/>
                </a:lnTo>
                <a:lnTo>
                  <a:pt x="9408" y="24842"/>
                </a:lnTo>
                <a:lnTo>
                  <a:pt x="9749" y="24688"/>
                </a:lnTo>
                <a:lnTo>
                  <a:pt x="10073" y="24509"/>
                </a:lnTo>
                <a:lnTo>
                  <a:pt x="10382" y="24307"/>
                </a:lnTo>
                <a:lnTo>
                  <a:pt x="10674" y="24083"/>
                </a:lnTo>
                <a:lnTo>
                  <a:pt x="10948" y="23837"/>
                </a:lnTo>
                <a:lnTo>
                  <a:pt x="11202" y="23570"/>
                </a:lnTo>
                <a:lnTo>
                  <a:pt x="11437" y="23283"/>
                </a:lnTo>
                <a:lnTo>
                  <a:pt x="11652" y="22977"/>
                </a:lnTo>
                <a:lnTo>
                  <a:pt x="11844" y="22652"/>
                </a:lnTo>
                <a:lnTo>
                  <a:pt x="12014" y="22310"/>
                </a:lnTo>
                <a:lnTo>
                  <a:pt x="12160" y="21950"/>
                </a:lnTo>
                <a:lnTo>
                  <a:pt x="12282" y="21575"/>
                </a:lnTo>
                <a:lnTo>
                  <a:pt x="12378" y="21183"/>
                </a:lnTo>
                <a:lnTo>
                  <a:pt x="12448" y="20778"/>
                </a:lnTo>
                <a:lnTo>
                  <a:pt x="12491" y="20358"/>
                </a:lnTo>
                <a:lnTo>
                  <a:pt x="12505" y="19925"/>
                </a:lnTo>
                <a:lnTo>
                  <a:pt x="12505" y="15036"/>
                </a:lnTo>
                <a:lnTo>
                  <a:pt x="17313" y="15927"/>
                </a:lnTo>
                <a:lnTo>
                  <a:pt x="17741" y="15992"/>
                </a:lnTo>
                <a:lnTo>
                  <a:pt x="18161" y="16026"/>
                </a:lnTo>
                <a:lnTo>
                  <a:pt x="18573" y="16031"/>
                </a:lnTo>
                <a:lnTo>
                  <a:pt x="18975" y="16008"/>
                </a:lnTo>
                <a:lnTo>
                  <a:pt x="19367" y="15957"/>
                </a:lnTo>
                <a:lnTo>
                  <a:pt x="19747" y="15878"/>
                </a:lnTo>
                <a:lnTo>
                  <a:pt x="20114" y="15774"/>
                </a:lnTo>
                <a:lnTo>
                  <a:pt x="20469" y="15644"/>
                </a:lnTo>
                <a:lnTo>
                  <a:pt x="20809" y="15489"/>
                </a:lnTo>
                <a:lnTo>
                  <a:pt x="21134" y="15310"/>
                </a:lnTo>
                <a:lnTo>
                  <a:pt x="21442" y="15108"/>
                </a:lnTo>
                <a:lnTo>
                  <a:pt x="21734" y="14884"/>
                </a:lnTo>
                <a:lnTo>
                  <a:pt x="22008" y="14638"/>
                </a:lnTo>
                <a:lnTo>
                  <a:pt x="22263" y="14371"/>
                </a:lnTo>
                <a:lnTo>
                  <a:pt x="22498" y="14084"/>
                </a:lnTo>
                <a:lnTo>
                  <a:pt x="22712" y="13778"/>
                </a:lnTo>
                <a:lnTo>
                  <a:pt x="22904" y="13453"/>
                </a:lnTo>
                <a:lnTo>
                  <a:pt x="23074" y="13111"/>
                </a:lnTo>
                <a:lnTo>
                  <a:pt x="23220" y="12751"/>
                </a:lnTo>
                <a:lnTo>
                  <a:pt x="23342" y="12376"/>
                </a:lnTo>
                <a:lnTo>
                  <a:pt x="23438" y="11985"/>
                </a:lnTo>
                <a:lnTo>
                  <a:pt x="23508" y="11579"/>
                </a:lnTo>
                <a:lnTo>
                  <a:pt x="23551" y="11159"/>
                </a:lnTo>
                <a:lnTo>
                  <a:pt x="23566" y="10727"/>
                </a:lnTo>
                <a:lnTo>
                  <a:pt x="23551" y="10289"/>
                </a:lnTo>
                <a:lnTo>
                  <a:pt x="23508" y="9853"/>
                </a:lnTo>
                <a:lnTo>
                  <a:pt x="23438" y="9422"/>
                </a:lnTo>
                <a:lnTo>
                  <a:pt x="23342" y="8995"/>
                </a:lnTo>
                <a:lnTo>
                  <a:pt x="23220" y="8574"/>
                </a:lnTo>
                <a:lnTo>
                  <a:pt x="23074" y="8160"/>
                </a:lnTo>
                <a:lnTo>
                  <a:pt x="22904" y="7755"/>
                </a:lnTo>
                <a:lnTo>
                  <a:pt x="22712" y="7359"/>
                </a:lnTo>
                <a:lnTo>
                  <a:pt x="22498" y="6973"/>
                </a:lnTo>
                <a:lnTo>
                  <a:pt x="22263" y="6599"/>
                </a:lnTo>
                <a:lnTo>
                  <a:pt x="22008" y="6238"/>
                </a:lnTo>
                <a:lnTo>
                  <a:pt x="21734" y="5891"/>
                </a:lnTo>
                <a:lnTo>
                  <a:pt x="21442" y="5558"/>
                </a:lnTo>
                <a:lnTo>
                  <a:pt x="21134" y="5242"/>
                </a:lnTo>
                <a:lnTo>
                  <a:pt x="20809" y="4943"/>
                </a:lnTo>
                <a:lnTo>
                  <a:pt x="20469" y="4662"/>
                </a:lnTo>
                <a:lnTo>
                  <a:pt x="20114" y="4400"/>
                </a:lnTo>
                <a:lnTo>
                  <a:pt x="19747" y="4160"/>
                </a:lnTo>
                <a:lnTo>
                  <a:pt x="19367" y="3940"/>
                </a:lnTo>
                <a:lnTo>
                  <a:pt x="18975" y="3744"/>
                </a:lnTo>
                <a:lnTo>
                  <a:pt x="18573" y="3572"/>
                </a:lnTo>
                <a:lnTo>
                  <a:pt x="18161" y="3424"/>
                </a:lnTo>
                <a:lnTo>
                  <a:pt x="17741" y="3303"/>
                </a:lnTo>
                <a:lnTo>
                  <a:pt x="17313" y="3209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lnTo>
                  <a:pt x="0" y="17608"/>
                </a:lnTo>
                <a:lnTo>
                  <a:pt x="14" y="18046"/>
                </a:lnTo>
                <a:lnTo>
                  <a:pt x="57" y="18481"/>
                </a:lnTo>
                <a:close/>
                <a:moveTo>
                  <a:pt x="12160" y="62767"/>
                </a:moveTo>
                <a:lnTo>
                  <a:pt x="12014" y="62354"/>
                </a:lnTo>
                <a:lnTo>
                  <a:pt x="11844" y="61948"/>
                </a:lnTo>
                <a:lnTo>
                  <a:pt x="11652" y="61552"/>
                </a:lnTo>
                <a:lnTo>
                  <a:pt x="11437" y="61166"/>
                </a:lnTo>
                <a:lnTo>
                  <a:pt x="11202" y="60793"/>
                </a:lnTo>
                <a:lnTo>
                  <a:pt x="10948" y="60431"/>
                </a:lnTo>
                <a:lnTo>
                  <a:pt x="10674" y="60084"/>
                </a:lnTo>
                <a:lnTo>
                  <a:pt x="10382" y="59751"/>
                </a:lnTo>
                <a:lnTo>
                  <a:pt x="10073" y="59435"/>
                </a:lnTo>
                <a:lnTo>
                  <a:pt x="9749" y="59136"/>
                </a:lnTo>
                <a:lnTo>
                  <a:pt x="9408" y="58855"/>
                </a:lnTo>
                <a:lnTo>
                  <a:pt x="9054" y="58594"/>
                </a:lnTo>
                <a:lnTo>
                  <a:pt x="8686" y="58353"/>
                </a:lnTo>
                <a:lnTo>
                  <a:pt x="8306" y="58134"/>
                </a:lnTo>
                <a:lnTo>
                  <a:pt x="7915" y="57937"/>
                </a:lnTo>
                <a:lnTo>
                  <a:pt x="7513" y="57765"/>
                </a:lnTo>
                <a:lnTo>
                  <a:pt x="7101" y="57617"/>
                </a:lnTo>
                <a:lnTo>
                  <a:pt x="6681" y="57496"/>
                </a:lnTo>
                <a:lnTo>
                  <a:pt x="6253" y="57402"/>
                </a:lnTo>
                <a:lnTo>
                  <a:pt x="5825" y="57337"/>
                </a:lnTo>
                <a:lnTo>
                  <a:pt x="5404" y="57303"/>
                </a:lnTo>
                <a:lnTo>
                  <a:pt x="4993" y="57298"/>
                </a:lnTo>
                <a:lnTo>
                  <a:pt x="4590" y="57321"/>
                </a:lnTo>
                <a:lnTo>
                  <a:pt x="4199" y="57372"/>
                </a:lnTo>
                <a:lnTo>
                  <a:pt x="3819" y="57451"/>
                </a:lnTo>
                <a:lnTo>
                  <a:pt x="3451" y="57555"/>
                </a:lnTo>
                <a:lnTo>
                  <a:pt x="3097" y="57685"/>
                </a:lnTo>
                <a:lnTo>
                  <a:pt x="2757" y="57840"/>
                </a:lnTo>
                <a:lnTo>
                  <a:pt x="2432" y="58019"/>
                </a:lnTo>
                <a:lnTo>
                  <a:pt x="2123" y="58221"/>
                </a:lnTo>
                <a:lnTo>
                  <a:pt x="1831" y="58445"/>
                </a:lnTo>
                <a:lnTo>
                  <a:pt x="1558" y="58691"/>
                </a:lnTo>
                <a:lnTo>
                  <a:pt x="1303" y="58958"/>
                </a:lnTo>
                <a:lnTo>
                  <a:pt x="1068" y="59245"/>
                </a:lnTo>
                <a:lnTo>
                  <a:pt x="854" y="59551"/>
                </a:lnTo>
                <a:lnTo>
                  <a:pt x="661" y="59875"/>
                </a:lnTo>
                <a:lnTo>
                  <a:pt x="491" y="60218"/>
                </a:lnTo>
                <a:lnTo>
                  <a:pt x="345" y="60577"/>
                </a:lnTo>
                <a:lnTo>
                  <a:pt x="223" y="60953"/>
                </a:lnTo>
                <a:lnTo>
                  <a:pt x="127" y="61344"/>
                </a:lnTo>
                <a:lnTo>
                  <a:pt x="57" y="61750"/>
                </a:lnTo>
                <a:lnTo>
                  <a:pt x="14" y="62169"/>
                </a:lnTo>
                <a:lnTo>
                  <a:pt x="0" y="62602"/>
                </a:lnTo>
                <a:lnTo>
                  <a:pt x="0" y="85099"/>
                </a:lnTo>
                <a:lnTo>
                  <a:pt x="14" y="85537"/>
                </a:lnTo>
                <a:lnTo>
                  <a:pt x="57" y="85973"/>
                </a:lnTo>
                <a:lnTo>
                  <a:pt x="127" y="86404"/>
                </a:lnTo>
                <a:lnTo>
                  <a:pt x="223" y="86831"/>
                </a:lnTo>
                <a:lnTo>
                  <a:pt x="345" y="87252"/>
                </a:lnTo>
                <a:lnTo>
                  <a:pt x="491" y="87666"/>
                </a:lnTo>
                <a:lnTo>
                  <a:pt x="661" y="88071"/>
                </a:lnTo>
                <a:lnTo>
                  <a:pt x="854" y="88467"/>
                </a:lnTo>
                <a:lnTo>
                  <a:pt x="1068" y="88853"/>
                </a:lnTo>
                <a:lnTo>
                  <a:pt x="1303" y="89227"/>
                </a:lnTo>
                <a:lnTo>
                  <a:pt x="1558" y="89588"/>
                </a:lnTo>
                <a:lnTo>
                  <a:pt x="1831" y="89935"/>
                </a:lnTo>
                <a:lnTo>
                  <a:pt x="2123" y="90268"/>
                </a:lnTo>
                <a:lnTo>
                  <a:pt x="2432" y="90584"/>
                </a:lnTo>
                <a:lnTo>
                  <a:pt x="2757" y="90883"/>
                </a:lnTo>
                <a:lnTo>
                  <a:pt x="3097" y="91164"/>
                </a:lnTo>
                <a:lnTo>
                  <a:pt x="3451" y="91426"/>
                </a:lnTo>
                <a:lnTo>
                  <a:pt x="3819" y="91667"/>
                </a:lnTo>
                <a:lnTo>
                  <a:pt x="4199" y="91886"/>
                </a:lnTo>
                <a:lnTo>
                  <a:pt x="4590" y="92082"/>
                </a:lnTo>
                <a:lnTo>
                  <a:pt x="4993" y="92255"/>
                </a:lnTo>
                <a:lnTo>
                  <a:pt x="5404" y="92402"/>
                </a:lnTo>
                <a:lnTo>
                  <a:pt x="5825" y="92523"/>
                </a:lnTo>
                <a:lnTo>
                  <a:pt x="6253" y="92617"/>
                </a:lnTo>
                <a:lnTo>
                  <a:pt x="6681" y="92682"/>
                </a:lnTo>
                <a:lnTo>
                  <a:pt x="7101" y="92717"/>
                </a:lnTo>
                <a:lnTo>
                  <a:pt x="7513" y="92722"/>
                </a:lnTo>
                <a:lnTo>
                  <a:pt x="7915" y="92698"/>
                </a:lnTo>
                <a:lnTo>
                  <a:pt x="8306" y="92647"/>
                </a:lnTo>
                <a:lnTo>
                  <a:pt x="8686" y="92569"/>
                </a:lnTo>
                <a:lnTo>
                  <a:pt x="9054" y="92464"/>
                </a:lnTo>
                <a:lnTo>
                  <a:pt x="9408" y="92334"/>
                </a:lnTo>
                <a:lnTo>
                  <a:pt x="9749" y="92179"/>
                </a:lnTo>
                <a:lnTo>
                  <a:pt x="10073" y="92000"/>
                </a:lnTo>
                <a:lnTo>
                  <a:pt x="10382" y="91799"/>
                </a:lnTo>
                <a:lnTo>
                  <a:pt x="10674" y="91574"/>
                </a:lnTo>
                <a:lnTo>
                  <a:pt x="10948" y="91328"/>
                </a:lnTo>
                <a:lnTo>
                  <a:pt x="11202" y="91061"/>
                </a:lnTo>
                <a:lnTo>
                  <a:pt x="11437" y="90775"/>
                </a:lnTo>
                <a:lnTo>
                  <a:pt x="11652" y="90468"/>
                </a:lnTo>
                <a:lnTo>
                  <a:pt x="11844" y="90144"/>
                </a:lnTo>
                <a:lnTo>
                  <a:pt x="12014" y="89801"/>
                </a:lnTo>
                <a:lnTo>
                  <a:pt x="12160" y="89442"/>
                </a:lnTo>
                <a:lnTo>
                  <a:pt x="12282" y="89066"/>
                </a:lnTo>
                <a:lnTo>
                  <a:pt x="12378" y="88675"/>
                </a:lnTo>
                <a:lnTo>
                  <a:pt x="12448" y="88269"/>
                </a:lnTo>
                <a:lnTo>
                  <a:pt x="12491" y="87850"/>
                </a:lnTo>
                <a:lnTo>
                  <a:pt x="12505" y="87417"/>
                </a:lnTo>
                <a:lnTo>
                  <a:pt x="12505" y="64920"/>
                </a:lnTo>
                <a:lnTo>
                  <a:pt x="12491" y="64482"/>
                </a:lnTo>
                <a:lnTo>
                  <a:pt x="12448" y="64046"/>
                </a:lnTo>
                <a:lnTo>
                  <a:pt x="12378" y="63615"/>
                </a:lnTo>
                <a:lnTo>
                  <a:pt x="12282" y="63188"/>
                </a:lnTo>
                <a:lnTo>
                  <a:pt x="12160" y="62767"/>
                </a:lnTo>
                <a:close/>
                <a:moveTo>
                  <a:pt x="12160" y="130259"/>
                </a:moveTo>
                <a:lnTo>
                  <a:pt x="12014" y="129845"/>
                </a:lnTo>
                <a:lnTo>
                  <a:pt x="11844" y="129440"/>
                </a:lnTo>
                <a:lnTo>
                  <a:pt x="11652" y="129044"/>
                </a:lnTo>
                <a:lnTo>
                  <a:pt x="11437" y="128658"/>
                </a:lnTo>
                <a:lnTo>
                  <a:pt x="11202" y="128284"/>
                </a:lnTo>
                <a:lnTo>
                  <a:pt x="10948" y="127923"/>
                </a:lnTo>
                <a:lnTo>
                  <a:pt x="10674" y="127575"/>
                </a:lnTo>
                <a:lnTo>
                  <a:pt x="10382" y="127243"/>
                </a:lnTo>
                <a:lnTo>
                  <a:pt x="10073" y="126927"/>
                </a:lnTo>
                <a:lnTo>
                  <a:pt x="9749" y="126627"/>
                </a:lnTo>
                <a:lnTo>
                  <a:pt x="9408" y="126347"/>
                </a:lnTo>
                <a:lnTo>
                  <a:pt x="9054" y="126085"/>
                </a:lnTo>
                <a:lnTo>
                  <a:pt x="8686" y="125844"/>
                </a:lnTo>
                <a:lnTo>
                  <a:pt x="8306" y="125625"/>
                </a:lnTo>
                <a:lnTo>
                  <a:pt x="7915" y="125429"/>
                </a:lnTo>
                <a:lnTo>
                  <a:pt x="7513" y="125256"/>
                </a:lnTo>
                <a:lnTo>
                  <a:pt x="7101" y="125109"/>
                </a:lnTo>
                <a:lnTo>
                  <a:pt x="6681" y="124987"/>
                </a:lnTo>
                <a:lnTo>
                  <a:pt x="6253" y="124893"/>
                </a:lnTo>
                <a:lnTo>
                  <a:pt x="5825" y="124829"/>
                </a:lnTo>
                <a:lnTo>
                  <a:pt x="5404" y="124794"/>
                </a:lnTo>
                <a:lnTo>
                  <a:pt x="4993" y="124789"/>
                </a:lnTo>
                <a:lnTo>
                  <a:pt x="4590" y="124813"/>
                </a:lnTo>
                <a:lnTo>
                  <a:pt x="4199" y="124864"/>
                </a:lnTo>
                <a:lnTo>
                  <a:pt x="3819" y="124942"/>
                </a:lnTo>
                <a:lnTo>
                  <a:pt x="3451" y="125047"/>
                </a:lnTo>
                <a:lnTo>
                  <a:pt x="3097" y="125177"/>
                </a:lnTo>
                <a:lnTo>
                  <a:pt x="2757" y="125332"/>
                </a:lnTo>
                <a:lnTo>
                  <a:pt x="2432" y="125510"/>
                </a:lnTo>
                <a:lnTo>
                  <a:pt x="2123" y="125712"/>
                </a:lnTo>
                <a:lnTo>
                  <a:pt x="1831" y="125937"/>
                </a:lnTo>
                <a:lnTo>
                  <a:pt x="1558" y="126183"/>
                </a:lnTo>
                <a:lnTo>
                  <a:pt x="1303" y="126449"/>
                </a:lnTo>
                <a:lnTo>
                  <a:pt x="1068" y="126736"/>
                </a:lnTo>
                <a:lnTo>
                  <a:pt x="854" y="127042"/>
                </a:lnTo>
                <a:lnTo>
                  <a:pt x="661" y="127367"/>
                </a:lnTo>
                <a:lnTo>
                  <a:pt x="491" y="127710"/>
                </a:lnTo>
                <a:lnTo>
                  <a:pt x="345" y="128069"/>
                </a:lnTo>
                <a:lnTo>
                  <a:pt x="223" y="128445"/>
                </a:lnTo>
                <a:lnTo>
                  <a:pt x="127" y="128836"/>
                </a:lnTo>
                <a:lnTo>
                  <a:pt x="57" y="129241"/>
                </a:lnTo>
                <a:lnTo>
                  <a:pt x="14" y="129661"/>
                </a:lnTo>
                <a:lnTo>
                  <a:pt x="0" y="130094"/>
                </a:lnTo>
                <a:lnTo>
                  <a:pt x="0" y="152591"/>
                </a:lnTo>
                <a:lnTo>
                  <a:pt x="14" y="153029"/>
                </a:lnTo>
                <a:lnTo>
                  <a:pt x="57" y="153464"/>
                </a:lnTo>
                <a:lnTo>
                  <a:pt x="127" y="153896"/>
                </a:lnTo>
                <a:lnTo>
                  <a:pt x="223" y="154323"/>
                </a:lnTo>
                <a:lnTo>
                  <a:pt x="345" y="154744"/>
                </a:lnTo>
                <a:lnTo>
                  <a:pt x="491" y="155157"/>
                </a:lnTo>
                <a:lnTo>
                  <a:pt x="661" y="155563"/>
                </a:lnTo>
                <a:lnTo>
                  <a:pt x="854" y="155959"/>
                </a:lnTo>
                <a:lnTo>
                  <a:pt x="1068" y="156344"/>
                </a:lnTo>
                <a:lnTo>
                  <a:pt x="1303" y="156718"/>
                </a:lnTo>
                <a:lnTo>
                  <a:pt x="1558" y="157080"/>
                </a:lnTo>
                <a:lnTo>
                  <a:pt x="1831" y="157427"/>
                </a:lnTo>
                <a:lnTo>
                  <a:pt x="2123" y="157759"/>
                </a:lnTo>
                <a:lnTo>
                  <a:pt x="2432" y="158076"/>
                </a:lnTo>
                <a:lnTo>
                  <a:pt x="2757" y="158375"/>
                </a:lnTo>
                <a:lnTo>
                  <a:pt x="3097" y="158656"/>
                </a:lnTo>
                <a:lnTo>
                  <a:pt x="3451" y="158917"/>
                </a:lnTo>
                <a:lnTo>
                  <a:pt x="3819" y="159158"/>
                </a:lnTo>
                <a:lnTo>
                  <a:pt x="4199" y="159377"/>
                </a:lnTo>
                <a:lnTo>
                  <a:pt x="4590" y="159574"/>
                </a:lnTo>
                <a:lnTo>
                  <a:pt x="4993" y="159746"/>
                </a:lnTo>
                <a:lnTo>
                  <a:pt x="5404" y="159894"/>
                </a:lnTo>
                <a:lnTo>
                  <a:pt x="5825" y="160015"/>
                </a:lnTo>
                <a:lnTo>
                  <a:pt x="6253" y="160109"/>
                </a:lnTo>
                <a:lnTo>
                  <a:pt x="6681" y="160174"/>
                </a:lnTo>
                <a:lnTo>
                  <a:pt x="7101" y="160208"/>
                </a:lnTo>
                <a:lnTo>
                  <a:pt x="7513" y="160213"/>
                </a:lnTo>
                <a:lnTo>
                  <a:pt x="7915" y="160190"/>
                </a:lnTo>
                <a:lnTo>
                  <a:pt x="8306" y="160139"/>
                </a:lnTo>
                <a:lnTo>
                  <a:pt x="8686" y="160060"/>
                </a:lnTo>
                <a:lnTo>
                  <a:pt x="9054" y="159956"/>
                </a:lnTo>
                <a:lnTo>
                  <a:pt x="9408" y="159826"/>
                </a:lnTo>
                <a:lnTo>
                  <a:pt x="9749" y="159671"/>
                </a:lnTo>
                <a:lnTo>
                  <a:pt x="10073" y="159492"/>
                </a:lnTo>
                <a:lnTo>
                  <a:pt x="10382" y="159290"/>
                </a:lnTo>
                <a:lnTo>
                  <a:pt x="10674" y="159066"/>
                </a:lnTo>
                <a:lnTo>
                  <a:pt x="10948" y="158820"/>
                </a:lnTo>
                <a:lnTo>
                  <a:pt x="11202" y="158553"/>
                </a:lnTo>
                <a:lnTo>
                  <a:pt x="11437" y="158266"/>
                </a:lnTo>
                <a:lnTo>
                  <a:pt x="11652" y="157960"/>
                </a:lnTo>
                <a:lnTo>
                  <a:pt x="11844" y="157635"/>
                </a:lnTo>
                <a:lnTo>
                  <a:pt x="12014" y="157293"/>
                </a:lnTo>
                <a:lnTo>
                  <a:pt x="12160" y="156933"/>
                </a:lnTo>
                <a:lnTo>
                  <a:pt x="12282" y="156558"/>
                </a:lnTo>
                <a:lnTo>
                  <a:pt x="12378" y="156167"/>
                </a:lnTo>
                <a:lnTo>
                  <a:pt x="12448" y="155761"/>
                </a:lnTo>
                <a:lnTo>
                  <a:pt x="12491" y="155341"/>
                </a:lnTo>
                <a:lnTo>
                  <a:pt x="12505" y="154909"/>
                </a:lnTo>
                <a:lnTo>
                  <a:pt x="12505" y="132411"/>
                </a:lnTo>
                <a:lnTo>
                  <a:pt x="12491" y="131973"/>
                </a:lnTo>
                <a:lnTo>
                  <a:pt x="12448" y="131538"/>
                </a:lnTo>
                <a:lnTo>
                  <a:pt x="12378" y="131106"/>
                </a:lnTo>
                <a:lnTo>
                  <a:pt x="12282" y="130680"/>
                </a:lnTo>
                <a:lnTo>
                  <a:pt x="12160" y="130259"/>
                </a:lnTo>
                <a:close/>
                <a:moveTo>
                  <a:pt x="12160" y="197750"/>
                </a:moveTo>
                <a:lnTo>
                  <a:pt x="12014" y="197337"/>
                </a:lnTo>
                <a:lnTo>
                  <a:pt x="11844" y="196931"/>
                </a:lnTo>
                <a:lnTo>
                  <a:pt x="11652" y="196535"/>
                </a:lnTo>
                <a:lnTo>
                  <a:pt x="11437" y="196150"/>
                </a:lnTo>
                <a:lnTo>
                  <a:pt x="11202" y="195776"/>
                </a:lnTo>
                <a:lnTo>
                  <a:pt x="10948" y="195414"/>
                </a:lnTo>
                <a:lnTo>
                  <a:pt x="10674" y="195067"/>
                </a:lnTo>
                <a:lnTo>
                  <a:pt x="10382" y="194735"/>
                </a:lnTo>
                <a:lnTo>
                  <a:pt x="10073" y="194418"/>
                </a:lnTo>
                <a:lnTo>
                  <a:pt x="9749" y="194119"/>
                </a:lnTo>
                <a:lnTo>
                  <a:pt x="9408" y="193838"/>
                </a:lnTo>
                <a:lnTo>
                  <a:pt x="9054" y="193577"/>
                </a:lnTo>
                <a:lnTo>
                  <a:pt x="8686" y="193336"/>
                </a:lnTo>
                <a:lnTo>
                  <a:pt x="8306" y="193117"/>
                </a:lnTo>
                <a:lnTo>
                  <a:pt x="7915" y="192920"/>
                </a:lnTo>
                <a:lnTo>
                  <a:pt x="7513" y="192748"/>
                </a:lnTo>
                <a:lnTo>
                  <a:pt x="7101" y="192600"/>
                </a:lnTo>
                <a:lnTo>
                  <a:pt x="6681" y="192479"/>
                </a:lnTo>
                <a:lnTo>
                  <a:pt x="6253" y="192385"/>
                </a:lnTo>
                <a:lnTo>
                  <a:pt x="5825" y="192320"/>
                </a:lnTo>
                <a:lnTo>
                  <a:pt x="5404" y="192286"/>
                </a:lnTo>
                <a:lnTo>
                  <a:pt x="4993" y="192281"/>
                </a:lnTo>
                <a:lnTo>
                  <a:pt x="4590" y="192304"/>
                </a:lnTo>
                <a:lnTo>
                  <a:pt x="4199" y="192355"/>
                </a:lnTo>
                <a:lnTo>
                  <a:pt x="3819" y="192434"/>
                </a:lnTo>
                <a:lnTo>
                  <a:pt x="3451" y="192538"/>
                </a:lnTo>
                <a:lnTo>
                  <a:pt x="3097" y="192668"/>
                </a:lnTo>
                <a:lnTo>
                  <a:pt x="2757" y="192823"/>
                </a:lnTo>
                <a:lnTo>
                  <a:pt x="2432" y="193002"/>
                </a:lnTo>
                <a:lnTo>
                  <a:pt x="2123" y="193204"/>
                </a:lnTo>
                <a:lnTo>
                  <a:pt x="1831" y="193428"/>
                </a:lnTo>
                <a:lnTo>
                  <a:pt x="1558" y="193674"/>
                </a:lnTo>
                <a:lnTo>
                  <a:pt x="1303" y="193941"/>
                </a:lnTo>
                <a:lnTo>
                  <a:pt x="1068" y="194228"/>
                </a:lnTo>
                <a:lnTo>
                  <a:pt x="854" y="194534"/>
                </a:lnTo>
                <a:lnTo>
                  <a:pt x="661" y="194859"/>
                </a:lnTo>
                <a:lnTo>
                  <a:pt x="491" y="195201"/>
                </a:lnTo>
                <a:lnTo>
                  <a:pt x="345" y="195561"/>
                </a:lnTo>
                <a:lnTo>
                  <a:pt x="223" y="195936"/>
                </a:lnTo>
                <a:lnTo>
                  <a:pt x="127" y="196327"/>
                </a:lnTo>
                <a:lnTo>
                  <a:pt x="57" y="196733"/>
                </a:lnTo>
                <a:lnTo>
                  <a:pt x="14" y="197153"/>
                </a:lnTo>
                <a:lnTo>
                  <a:pt x="0" y="197585"/>
                </a:lnTo>
                <a:lnTo>
                  <a:pt x="0" y="208834"/>
                </a:lnTo>
                <a:lnTo>
                  <a:pt x="0" y="215193"/>
                </a:lnTo>
                <a:lnTo>
                  <a:pt x="6253" y="216352"/>
                </a:lnTo>
                <a:lnTo>
                  <a:pt x="17313" y="218402"/>
                </a:lnTo>
                <a:lnTo>
                  <a:pt x="17741" y="218467"/>
                </a:lnTo>
                <a:lnTo>
                  <a:pt x="18161" y="218501"/>
                </a:lnTo>
                <a:lnTo>
                  <a:pt x="18573" y="218506"/>
                </a:lnTo>
                <a:lnTo>
                  <a:pt x="18975" y="218483"/>
                </a:lnTo>
                <a:lnTo>
                  <a:pt x="19367" y="218432"/>
                </a:lnTo>
                <a:lnTo>
                  <a:pt x="19747" y="218353"/>
                </a:lnTo>
                <a:lnTo>
                  <a:pt x="20114" y="218249"/>
                </a:lnTo>
                <a:lnTo>
                  <a:pt x="20469" y="218119"/>
                </a:lnTo>
                <a:lnTo>
                  <a:pt x="20809" y="217964"/>
                </a:lnTo>
                <a:lnTo>
                  <a:pt x="21134" y="217785"/>
                </a:lnTo>
                <a:lnTo>
                  <a:pt x="21442" y="217583"/>
                </a:lnTo>
                <a:lnTo>
                  <a:pt x="21734" y="217359"/>
                </a:lnTo>
                <a:lnTo>
                  <a:pt x="22008" y="217113"/>
                </a:lnTo>
                <a:lnTo>
                  <a:pt x="22263" y="216846"/>
                </a:lnTo>
                <a:lnTo>
                  <a:pt x="22498" y="216559"/>
                </a:lnTo>
                <a:lnTo>
                  <a:pt x="22712" y="216253"/>
                </a:lnTo>
                <a:lnTo>
                  <a:pt x="22904" y="215928"/>
                </a:lnTo>
                <a:lnTo>
                  <a:pt x="23074" y="215586"/>
                </a:lnTo>
                <a:lnTo>
                  <a:pt x="23220" y="215226"/>
                </a:lnTo>
                <a:lnTo>
                  <a:pt x="23342" y="214851"/>
                </a:lnTo>
                <a:lnTo>
                  <a:pt x="23438" y="214460"/>
                </a:lnTo>
                <a:lnTo>
                  <a:pt x="23508" y="214054"/>
                </a:lnTo>
                <a:lnTo>
                  <a:pt x="23551" y="213634"/>
                </a:lnTo>
                <a:lnTo>
                  <a:pt x="23566" y="213202"/>
                </a:lnTo>
                <a:lnTo>
                  <a:pt x="23551" y="212764"/>
                </a:lnTo>
                <a:lnTo>
                  <a:pt x="23508" y="212328"/>
                </a:lnTo>
                <a:lnTo>
                  <a:pt x="23438" y="211896"/>
                </a:lnTo>
                <a:lnTo>
                  <a:pt x="23342" y="211470"/>
                </a:lnTo>
                <a:lnTo>
                  <a:pt x="23220" y="211049"/>
                </a:lnTo>
                <a:lnTo>
                  <a:pt x="23074" y="210635"/>
                </a:lnTo>
                <a:lnTo>
                  <a:pt x="22904" y="210230"/>
                </a:lnTo>
                <a:lnTo>
                  <a:pt x="22712" y="209834"/>
                </a:lnTo>
                <a:lnTo>
                  <a:pt x="22498" y="209448"/>
                </a:lnTo>
                <a:lnTo>
                  <a:pt x="22263" y="209074"/>
                </a:lnTo>
                <a:lnTo>
                  <a:pt x="22008" y="208713"/>
                </a:lnTo>
                <a:lnTo>
                  <a:pt x="21734" y="208366"/>
                </a:lnTo>
                <a:lnTo>
                  <a:pt x="21442" y="208033"/>
                </a:lnTo>
                <a:lnTo>
                  <a:pt x="21134" y="207717"/>
                </a:lnTo>
                <a:lnTo>
                  <a:pt x="20809" y="207418"/>
                </a:lnTo>
                <a:lnTo>
                  <a:pt x="20469" y="207137"/>
                </a:lnTo>
                <a:lnTo>
                  <a:pt x="20114" y="206875"/>
                </a:lnTo>
                <a:lnTo>
                  <a:pt x="19747" y="206634"/>
                </a:lnTo>
                <a:lnTo>
                  <a:pt x="19367" y="206415"/>
                </a:lnTo>
                <a:lnTo>
                  <a:pt x="18975" y="206219"/>
                </a:lnTo>
                <a:lnTo>
                  <a:pt x="18573" y="206046"/>
                </a:lnTo>
                <a:lnTo>
                  <a:pt x="18161" y="205899"/>
                </a:lnTo>
                <a:lnTo>
                  <a:pt x="17741" y="205778"/>
                </a:lnTo>
                <a:lnTo>
                  <a:pt x="17313" y="205684"/>
                </a:lnTo>
                <a:lnTo>
                  <a:pt x="12505" y="204793"/>
                </a:lnTo>
                <a:lnTo>
                  <a:pt x="12505" y="199903"/>
                </a:lnTo>
                <a:lnTo>
                  <a:pt x="12491" y="199465"/>
                </a:lnTo>
                <a:lnTo>
                  <a:pt x="12448" y="199030"/>
                </a:lnTo>
                <a:lnTo>
                  <a:pt x="12378" y="198598"/>
                </a:lnTo>
                <a:lnTo>
                  <a:pt x="12282" y="198171"/>
                </a:lnTo>
                <a:lnTo>
                  <a:pt x="12160" y="197750"/>
                </a:lnTo>
                <a:close/>
                <a:moveTo>
                  <a:pt x="59500" y="11379"/>
                </a:moveTo>
                <a:lnTo>
                  <a:pt x="59120" y="11457"/>
                </a:lnTo>
                <a:lnTo>
                  <a:pt x="58752" y="11562"/>
                </a:lnTo>
                <a:lnTo>
                  <a:pt x="58398" y="11692"/>
                </a:lnTo>
                <a:lnTo>
                  <a:pt x="58058" y="11846"/>
                </a:lnTo>
                <a:lnTo>
                  <a:pt x="57733" y="12025"/>
                </a:lnTo>
                <a:lnTo>
                  <a:pt x="57424" y="12227"/>
                </a:lnTo>
                <a:lnTo>
                  <a:pt x="57133" y="12451"/>
                </a:lnTo>
                <a:lnTo>
                  <a:pt x="56859" y="12697"/>
                </a:lnTo>
                <a:lnTo>
                  <a:pt x="56604" y="12964"/>
                </a:lnTo>
                <a:lnTo>
                  <a:pt x="56369" y="13251"/>
                </a:lnTo>
                <a:lnTo>
                  <a:pt x="56155" y="13557"/>
                </a:lnTo>
                <a:lnTo>
                  <a:pt x="55962" y="13882"/>
                </a:lnTo>
                <a:lnTo>
                  <a:pt x="55793" y="14224"/>
                </a:lnTo>
                <a:lnTo>
                  <a:pt x="55646" y="14584"/>
                </a:lnTo>
                <a:lnTo>
                  <a:pt x="55525" y="14960"/>
                </a:lnTo>
                <a:lnTo>
                  <a:pt x="55428" y="15351"/>
                </a:lnTo>
                <a:lnTo>
                  <a:pt x="55358" y="15756"/>
                </a:lnTo>
                <a:lnTo>
                  <a:pt x="55316" y="16176"/>
                </a:lnTo>
                <a:lnTo>
                  <a:pt x="55301" y="16609"/>
                </a:lnTo>
                <a:lnTo>
                  <a:pt x="55316" y="17047"/>
                </a:lnTo>
                <a:lnTo>
                  <a:pt x="55358" y="17482"/>
                </a:lnTo>
                <a:lnTo>
                  <a:pt x="55428" y="17914"/>
                </a:lnTo>
                <a:lnTo>
                  <a:pt x="55525" y="18341"/>
                </a:lnTo>
                <a:lnTo>
                  <a:pt x="55646" y="18761"/>
                </a:lnTo>
                <a:lnTo>
                  <a:pt x="55793" y="19175"/>
                </a:lnTo>
                <a:lnTo>
                  <a:pt x="55962" y="19580"/>
                </a:lnTo>
                <a:lnTo>
                  <a:pt x="56155" y="19976"/>
                </a:lnTo>
                <a:lnTo>
                  <a:pt x="56369" y="20362"/>
                </a:lnTo>
                <a:lnTo>
                  <a:pt x="56604" y="20736"/>
                </a:lnTo>
                <a:lnTo>
                  <a:pt x="56859" y="21097"/>
                </a:lnTo>
                <a:lnTo>
                  <a:pt x="57133" y="21445"/>
                </a:lnTo>
                <a:lnTo>
                  <a:pt x="57424" y="21777"/>
                </a:lnTo>
                <a:lnTo>
                  <a:pt x="57733" y="22093"/>
                </a:lnTo>
                <a:lnTo>
                  <a:pt x="58058" y="22393"/>
                </a:lnTo>
                <a:lnTo>
                  <a:pt x="58398" y="22673"/>
                </a:lnTo>
                <a:lnTo>
                  <a:pt x="58752" y="22935"/>
                </a:lnTo>
                <a:lnTo>
                  <a:pt x="59120" y="23176"/>
                </a:lnTo>
                <a:lnTo>
                  <a:pt x="59500" y="23395"/>
                </a:lnTo>
                <a:lnTo>
                  <a:pt x="59892" y="23591"/>
                </a:lnTo>
                <a:lnTo>
                  <a:pt x="60294" y="23764"/>
                </a:lnTo>
                <a:lnTo>
                  <a:pt x="60705" y="23911"/>
                </a:lnTo>
                <a:lnTo>
                  <a:pt x="61126" y="24033"/>
                </a:lnTo>
                <a:lnTo>
                  <a:pt x="61554" y="24127"/>
                </a:lnTo>
                <a:lnTo>
                  <a:pt x="83674" y="28226"/>
                </a:lnTo>
                <a:lnTo>
                  <a:pt x="84102" y="28291"/>
                </a:lnTo>
                <a:lnTo>
                  <a:pt x="84523" y="28326"/>
                </a:lnTo>
                <a:lnTo>
                  <a:pt x="84934" y="28331"/>
                </a:lnTo>
                <a:lnTo>
                  <a:pt x="85337" y="28307"/>
                </a:lnTo>
                <a:lnTo>
                  <a:pt x="85728" y="28256"/>
                </a:lnTo>
                <a:lnTo>
                  <a:pt x="86108" y="28178"/>
                </a:lnTo>
                <a:lnTo>
                  <a:pt x="86476" y="28073"/>
                </a:lnTo>
                <a:lnTo>
                  <a:pt x="86830" y="27943"/>
                </a:lnTo>
                <a:lnTo>
                  <a:pt x="87170" y="27788"/>
                </a:lnTo>
                <a:lnTo>
                  <a:pt x="87495" y="27610"/>
                </a:lnTo>
                <a:lnTo>
                  <a:pt x="87804" y="27408"/>
                </a:lnTo>
                <a:lnTo>
                  <a:pt x="88096" y="27183"/>
                </a:lnTo>
                <a:lnTo>
                  <a:pt x="88369" y="26937"/>
                </a:lnTo>
                <a:lnTo>
                  <a:pt x="88624" y="26671"/>
                </a:lnTo>
                <a:lnTo>
                  <a:pt x="88859" y="26384"/>
                </a:lnTo>
                <a:lnTo>
                  <a:pt x="89073" y="26077"/>
                </a:lnTo>
                <a:lnTo>
                  <a:pt x="89266" y="25753"/>
                </a:lnTo>
                <a:lnTo>
                  <a:pt x="89436" y="25410"/>
                </a:lnTo>
                <a:lnTo>
                  <a:pt x="89582" y="25051"/>
                </a:lnTo>
                <a:lnTo>
                  <a:pt x="89704" y="24675"/>
                </a:lnTo>
                <a:lnTo>
                  <a:pt x="89800" y="24284"/>
                </a:lnTo>
                <a:lnTo>
                  <a:pt x="89870" y="23878"/>
                </a:lnTo>
                <a:lnTo>
                  <a:pt x="89913" y="23459"/>
                </a:lnTo>
                <a:lnTo>
                  <a:pt x="89927" y="23026"/>
                </a:lnTo>
                <a:lnTo>
                  <a:pt x="89913" y="22588"/>
                </a:lnTo>
                <a:lnTo>
                  <a:pt x="89870" y="22153"/>
                </a:lnTo>
                <a:lnTo>
                  <a:pt x="89800" y="21721"/>
                </a:lnTo>
                <a:lnTo>
                  <a:pt x="89704" y="21294"/>
                </a:lnTo>
                <a:lnTo>
                  <a:pt x="89582" y="20873"/>
                </a:lnTo>
                <a:lnTo>
                  <a:pt x="89436" y="20460"/>
                </a:lnTo>
                <a:lnTo>
                  <a:pt x="89266" y="20054"/>
                </a:lnTo>
                <a:lnTo>
                  <a:pt x="89073" y="19658"/>
                </a:lnTo>
                <a:lnTo>
                  <a:pt x="88859" y="19273"/>
                </a:lnTo>
                <a:lnTo>
                  <a:pt x="88624" y="18899"/>
                </a:lnTo>
                <a:lnTo>
                  <a:pt x="88369" y="18538"/>
                </a:lnTo>
                <a:lnTo>
                  <a:pt x="88096" y="18190"/>
                </a:lnTo>
                <a:lnTo>
                  <a:pt x="87804" y="17858"/>
                </a:lnTo>
                <a:lnTo>
                  <a:pt x="87495" y="17541"/>
                </a:lnTo>
                <a:lnTo>
                  <a:pt x="87170" y="17242"/>
                </a:lnTo>
                <a:lnTo>
                  <a:pt x="86830" y="16961"/>
                </a:lnTo>
                <a:lnTo>
                  <a:pt x="86476" y="16700"/>
                </a:lnTo>
                <a:lnTo>
                  <a:pt x="86108" y="16459"/>
                </a:lnTo>
                <a:lnTo>
                  <a:pt x="85728" y="16240"/>
                </a:lnTo>
                <a:lnTo>
                  <a:pt x="85337" y="16043"/>
                </a:lnTo>
                <a:lnTo>
                  <a:pt x="84934" y="15871"/>
                </a:lnTo>
                <a:lnTo>
                  <a:pt x="84523" y="15723"/>
                </a:lnTo>
                <a:lnTo>
                  <a:pt x="84102" y="15602"/>
                </a:lnTo>
                <a:lnTo>
                  <a:pt x="83674" y="15508"/>
                </a:lnTo>
                <a:lnTo>
                  <a:pt x="61554" y="11408"/>
                </a:lnTo>
                <a:lnTo>
                  <a:pt x="61126" y="11344"/>
                </a:lnTo>
                <a:lnTo>
                  <a:pt x="60705" y="11309"/>
                </a:lnTo>
                <a:lnTo>
                  <a:pt x="60294" y="11304"/>
                </a:lnTo>
                <a:lnTo>
                  <a:pt x="59892" y="11327"/>
                </a:lnTo>
                <a:lnTo>
                  <a:pt x="59500" y="11379"/>
                </a:lnTo>
                <a:close/>
                <a:moveTo>
                  <a:pt x="125862" y="23678"/>
                </a:moveTo>
                <a:lnTo>
                  <a:pt x="125482" y="23756"/>
                </a:lnTo>
                <a:lnTo>
                  <a:pt x="125114" y="23861"/>
                </a:lnTo>
                <a:lnTo>
                  <a:pt x="124760" y="23991"/>
                </a:lnTo>
                <a:lnTo>
                  <a:pt x="124419" y="24146"/>
                </a:lnTo>
                <a:lnTo>
                  <a:pt x="124095" y="24325"/>
                </a:lnTo>
                <a:lnTo>
                  <a:pt x="123786" y="24527"/>
                </a:lnTo>
                <a:lnTo>
                  <a:pt x="123494" y="24751"/>
                </a:lnTo>
                <a:lnTo>
                  <a:pt x="123220" y="24997"/>
                </a:lnTo>
                <a:lnTo>
                  <a:pt x="122966" y="25264"/>
                </a:lnTo>
                <a:lnTo>
                  <a:pt x="122731" y="25550"/>
                </a:lnTo>
                <a:lnTo>
                  <a:pt x="122516" y="25857"/>
                </a:lnTo>
                <a:lnTo>
                  <a:pt x="122324" y="26181"/>
                </a:lnTo>
                <a:lnTo>
                  <a:pt x="122154" y="26524"/>
                </a:lnTo>
                <a:lnTo>
                  <a:pt x="122008" y="26883"/>
                </a:lnTo>
                <a:lnTo>
                  <a:pt x="121886" y="27259"/>
                </a:lnTo>
                <a:lnTo>
                  <a:pt x="121790" y="27650"/>
                </a:lnTo>
                <a:lnTo>
                  <a:pt x="121720" y="28056"/>
                </a:lnTo>
                <a:lnTo>
                  <a:pt x="121677" y="28475"/>
                </a:lnTo>
                <a:lnTo>
                  <a:pt x="121663" y="28908"/>
                </a:lnTo>
                <a:lnTo>
                  <a:pt x="121677" y="29346"/>
                </a:lnTo>
                <a:lnTo>
                  <a:pt x="121720" y="29781"/>
                </a:lnTo>
                <a:lnTo>
                  <a:pt x="121790" y="30213"/>
                </a:lnTo>
                <a:lnTo>
                  <a:pt x="121886" y="30640"/>
                </a:lnTo>
                <a:lnTo>
                  <a:pt x="122008" y="31061"/>
                </a:lnTo>
                <a:lnTo>
                  <a:pt x="122154" y="31474"/>
                </a:lnTo>
                <a:lnTo>
                  <a:pt x="122324" y="31880"/>
                </a:lnTo>
                <a:lnTo>
                  <a:pt x="122516" y="32276"/>
                </a:lnTo>
                <a:lnTo>
                  <a:pt x="122731" y="32661"/>
                </a:lnTo>
                <a:lnTo>
                  <a:pt x="122966" y="33035"/>
                </a:lnTo>
                <a:lnTo>
                  <a:pt x="123220" y="33397"/>
                </a:lnTo>
                <a:lnTo>
                  <a:pt x="123494" y="33744"/>
                </a:lnTo>
                <a:lnTo>
                  <a:pt x="123786" y="34076"/>
                </a:lnTo>
                <a:lnTo>
                  <a:pt x="124095" y="34393"/>
                </a:lnTo>
                <a:lnTo>
                  <a:pt x="124419" y="34692"/>
                </a:lnTo>
                <a:lnTo>
                  <a:pt x="124760" y="34973"/>
                </a:lnTo>
                <a:lnTo>
                  <a:pt x="125114" y="35234"/>
                </a:lnTo>
                <a:lnTo>
                  <a:pt x="125482" y="35475"/>
                </a:lnTo>
                <a:lnTo>
                  <a:pt x="125862" y="35694"/>
                </a:lnTo>
                <a:lnTo>
                  <a:pt x="126253" y="35891"/>
                </a:lnTo>
                <a:lnTo>
                  <a:pt x="126655" y="36063"/>
                </a:lnTo>
                <a:lnTo>
                  <a:pt x="127067" y="36211"/>
                </a:lnTo>
                <a:lnTo>
                  <a:pt x="127487" y="36332"/>
                </a:lnTo>
                <a:lnTo>
                  <a:pt x="127915" y="36426"/>
                </a:lnTo>
                <a:lnTo>
                  <a:pt x="150036" y="40526"/>
                </a:lnTo>
                <a:lnTo>
                  <a:pt x="150464" y="40590"/>
                </a:lnTo>
                <a:lnTo>
                  <a:pt x="150884" y="40625"/>
                </a:lnTo>
                <a:lnTo>
                  <a:pt x="151296" y="40630"/>
                </a:lnTo>
                <a:lnTo>
                  <a:pt x="151698" y="40607"/>
                </a:lnTo>
                <a:lnTo>
                  <a:pt x="152090" y="40555"/>
                </a:lnTo>
                <a:lnTo>
                  <a:pt x="152470" y="40477"/>
                </a:lnTo>
                <a:lnTo>
                  <a:pt x="152837" y="40373"/>
                </a:lnTo>
                <a:lnTo>
                  <a:pt x="153192" y="40242"/>
                </a:lnTo>
                <a:lnTo>
                  <a:pt x="153532" y="40088"/>
                </a:lnTo>
                <a:lnTo>
                  <a:pt x="153857" y="39909"/>
                </a:lnTo>
                <a:lnTo>
                  <a:pt x="154165" y="39707"/>
                </a:lnTo>
                <a:lnTo>
                  <a:pt x="154457" y="39483"/>
                </a:lnTo>
                <a:lnTo>
                  <a:pt x="154731" y="39237"/>
                </a:lnTo>
                <a:lnTo>
                  <a:pt x="154986" y="38970"/>
                </a:lnTo>
                <a:lnTo>
                  <a:pt x="155221" y="38683"/>
                </a:lnTo>
                <a:lnTo>
                  <a:pt x="155435" y="38377"/>
                </a:lnTo>
                <a:lnTo>
                  <a:pt x="155627" y="38052"/>
                </a:lnTo>
                <a:lnTo>
                  <a:pt x="155797" y="37710"/>
                </a:lnTo>
                <a:lnTo>
                  <a:pt x="155943" y="37350"/>
                </a:lnTo>
                <a:lnTo>
                  <a:pt x="156065" y="36975"/>
                </a:lnTo>
                <a:lnTo>
                  <a:pt x="156161" y="36584"/>
                </a:lnTo>
                <a:lnTo>
                  <a:pt x="156231" y="36178"/>
                </a:lnTo>
                <a:lnTo>
                  <a:pt x="156274" y="35758"/>
                </a:lnTo>
                <a:lnTo>
                  <a:pt x="156288" y="35326"/>
                </a:lnTo>
                <a:lnTo>
                  <a:pt x="156274" y="34887"/>
                </a:lnTo>
                <a:lnTo>
                  <a:pt x="156231" y="34452"/>
                </a:lnTo>
                <a:lnTo>
                  <a:pt x="156161" y="34020"/>
                </a:lnTo>
                <a:lnTo>
                  <a:pt x="156065" y="33594"/>
                </a:lnTo>
                <a:lnTo>
                  <a:pt x="155943" y="33173"/>
                </a:lnTo>
                <a:lnTo>
                  <a:pt x="155797" y="32759"/>
                </a:lnTo>
                <a:lnTo>
                  <a:pt x="155627" y="32354"/>
                </a:lnTo>
                <a:lnTo>
                  <a:pt x="155435" y="31958"/>
                </a:lnTo>
                <a:lnTo>
                  <a:pt x="155221" y="31572"/>
                </a:lnTo>
                <a:lnTo>
                  <a:pt x="154986" y="31198"/>
                </a:lnTo>
                <a:lnTo>
                  <a:pt x="154731" y="30837"/>
                </a:lnTo>
                <a:lnTo>
                  <a:pt x="154457" y="30490"/>
                </a:lnTo>
                <a:lnTo>
                  <a:pt x="154165" y="30157"/>
                </a:lnTo>
                <a:lnTo>
                  <a:pt x="153857" y="29841"/>
                </a:lnTo>
                <a:lnTo>
                  <a:pt x="153532" y="29542"/>
                </a:lnTo>
                <a:lnTo>
                  <a:pt x="153192" y="29261"/>
                </a:lnTo>
                <a:lnTo>
                  <a:pt x="152837" y="28999"/>
                </a:lnTo>
                <a:lnTo>
                  <a:pt x="152470" y="28758"/>
                </a:lnTo>
                <a:lnTo>
                  <a:pt x="152090" y="28539"/>
                </a:lnTo>
                <a:lnTo>
                  <a:pt x="151698" y="28343"/>
                </a:lnTo>
                <a:lnTo>
                  <a:pt x="151296" y="28170"/>
                </a:lnTo>
                <a:lnTo>
                  <a:pt x="150884" y="28023"/>
                </a:lnTo>
                <a:lnTo>
                  <a:pt x="150464" y="27902"/>
                </a:lnTo>
                <a:lnTo>
                  <a:pt x="150036" y="27808"/>
                </a:lnTo>
                <a:lnTo>
                  <a:pt x="127915" y="23708"/>
                </a:lnTo>
                <a:lnTo>
                  <a:pt x="127487" y="23643"/>
                </a:lnTo>
                <a:lnTo>
                  <a:pt x="127067" y="23609"/>
                </a:lnTo>
                <a:lnTo>
                  <a:pt x="126655" y="23603"/>
                </a:lnTo>
                <a:lnTo>
                  <a:pt x="126253" y="23627"/>
                </a:lnTo>
                <a:lnTo>
                  <a:pt x="125862" y="23678"/>
                </a:lnTo>
                <a:close/>
                <a:moveTo>
                  <a:pt x="192223" y="35978"/>
                </a:moveTo>
                <a:lnTo>
                  <a:pt x="191843" y="36056"/>
                </a:lnTo>
                <a:lnTo>
                  <a:pt x="191475" y="36160"/>
                </a:lnTo>
                <a:lnTo>
                  <a:pt x="191121" y="36290"/>
                </a:lnTo>
                <a:lnTo>
                  <a:pt x="190781" y="36445"/>
                </a:lnTo>
                <a:lnTo>
                  <a:pt x="190456" y="36624"/>
                </a:lnTo>
                <a:lnTo>
                  <a:pt x="190147" y="36826"/>
                </a:lnTo>
                <a:lnTo>
                  <a:pt x="189856" y="37050"/>
                </a:lnTo>
                <a:lnTo>
                  <a:pt x="189582" y="37296"/>
                </a:lnTo>
                <a:lnTo>
                  <a:pt x="189327" y="37563"/>
                </a:lnTo>
                <a:lnTo>
                  <a:pt x="189092" y="37850"/>
                </a:lnTo>
                <a:lnTo>
                  <a:pt x="188878" y="38156"/>
                </a:lnTo>
                <a:lnTo>
                  <a:pt x="188685" y="38481"/>
                </a:lnTo>
                <a:lnTo>
                  <a:pt x="188516" y="38823"/>
                </a:lnTo>
                <a:lnTo>
                  <a:pt x="188369" y="39183"/>
                </a:lnTo>
                <a:lnTo>
                  <a:pt x="188248" y="39558"/>
                </a:lnTo>
                <a:lnTo>
                  <a:pt x="188151" y="39949"/>
                </a:lnTo>
                <a:lnTo>
                  <a:pt x="188081" y="40355"/>
                </a:lnTo>
                <a:lnTo>
                  <a:pt x="188039" y="40775"/>
                </a:lnTo>
                <a:lnTo>
                  <a:pt x="188024" y="41207"/>
                </a:lnTo>
                <a:lnTo>
                  <a:pt x="188039" y="41645"/>
                </a:lnTo>
                <a:lnTo>
                  <a:pt x="188081" y="42081"/>
                </a:lnTo>
                <a:lnTo>
                  <a:pt x="188151" y="42513"/>
                </a:lnTo>
                <a:lnTo>
                  <a:pt x="188248" y="42939"/>
                </a:lnTo>
                <a:lnTo>
                  <a:pt x="188369" y="43360"/>
                </a:lnTo>
                <a:lnTo>
                  <a:pt x="188516" y="43774"/>
                </a:lnTo>
                <a:lnTo>
                  <a:pt x="188685" y="44179"/>
                </a:lnTo>
                <a:lnTo>
                  <a:pt x="188878" y="44575"/>
                </a:lnTo>
                <a:lnTo>
                  <a:pt x="189092" y="44961"/>
                </a:lnTo>
                <a:lnTo>
                  <a:pt x="189327" y="45335"/>
                </a:lnTo>
                <a:lnTo>
                  <a:pt x="189582" y="45696"/>
                </a:lnTo>
                <a:lnTo>
                  <a:pt x="189856" y="46043"/>
                </a:lnTo>
                <a:lnTo>
                  <a:pt x="190147" y="46376"/>
                </a:lnTo>
                <a:lnTo>
                  <a:pt x="190456" y="46692"/>
                </a:lnTo>
                <a:lnTo>
                  <a:pt x="190781" y="46991"/>
                </a:lnTo>
                <a:lnTo>
                  <a:pt x="191121" y="47272"/>
                </a:lnTo>
                <a:lnTo>
                  <a:pt x="191475" y="47534"/>
                </a:lnTo>
                <a:lnTo>
                  <a:pt x="191843" y="47775"/>
                </a:lnTo>
                <a:lnTo>
                  <a:pt x="192223" y="47994"/>
                </a:lnTo>
                <a:lnTo>
                  <a:pt x="192615" y="48190"/>
                </a:lnTo>
                <a:lnTo>
                  <a:pt x="193017" y="48363"/>
                </a:lnTo>
                <a:lnTo>
                  <a:pt x="193428" y="48510"/>
                </a:lnTo>
                <a:lnTo>
                  <a:pt x="193849" y="48631"/>
                </a:lnTo>
                <a:lnTo>
                  <a:pt x="194277" y="48725"/>
                </a:lnTo>
                <a:lnTo>
                  <a:pt x="199084" y="49616"/>
                </a:lnTo>
                <a:lnTo>
                  <a:pt x="199084" y="54506"/>
                </a:lnTo>
                <a:lnTo>
                  <a:pt x="199099" y="54944"/>
                </a:lnTo>
                <a:lnTo>
                  <a:pt x="199141" y="55379"/>
                </a:lnTo>
                <a:lnTo>
                  <a:pt x="199211" y="55811"/>
                </a:lnTo>
                <a:lnTo>
                  <a:pt x="199308" y="56238"/>
                </a:lnTo>
                <a:lnTo>
                  <a:pt x="199430" y="56659"/>
                </a:lnTo>
                <a:lnTo>
                  <a:pt x="199576" y="57072"/>
                </a:lnTo>
                <a:lnTo>
                  <a:pt x="199746" y="57478"/>
                </a:lnTo>
                <a:lnTo>
                  <a:pt x="199938" y="57874"/>
                </a:lnTo>
                <a:lnTo>
                  <a:pt x="200152" y="58259"/>
                </a:lnTo>
                <a:lnTo>
                  <a:pt x="200387" y="58633"/>
                </a:lnTo>
                <a:lnTo>
                  <a:pt x="200642" y="58995"/>
                </a:lnTo>
                <a:lnTo>
                  <a:pt x="200916" y="59342"/>
                </a:lnTo>
                <a:lnTo>
                  <a:pt x="201207" y="59674"/>
                </a:lnTo>
                <a:lnTo>
                  <a:pt x="201516" y="59991"/>
                </a:lnTo>
                <a:lnTo>
                  <a:pt x="201841" y="60290"/>
                </a:lnTo>
                <a:lnTo>
                  <a:pt x="202181" y="60571"/>
                </a:lnTo>
                <a:lnTo>
                  <a:pt x="202536" y="60832"/>
                </a:lnTo>
                <a:lnTo>
                  <a:pt x="202903" y="61073"/>
                </a:lnTo>
                <a:lnTo>
                  <a:pt x="203283" y="61292"/>
                </a:lnTo>
                <a:lnTo>
                  <a:pt x="203675" y="61489"/>
                </a:lnTo>
                <a:lnTo>
                  <a:pt x="204077" y="61661"/>
                </a:lnTo>
                <a:lnTo>
                  <a:pt x="204489" y="61809"/>
                </a:lnTo>
                <a:lnTo>
                  <a:pt x="204909" y="61930"/>
                </a:lnTo>
                <a:lnTo>
                  <a:pt x="205337" y="62024"/>
                </a:lnTo>
                <a:lnTo>
                  <a:pt x="205765" y="62089"/>
                </a:lnTo>
                <a:lnTo>
                  <a:pt x="206185" y="62123"/>
                </a:lnTo>
                <a:lnTo>
                  <a:pt x="206597" y="62128"/>
                </a:lnTo>
                <a:lnTo>
                  <a:pt x="206999" y="62105"/>
                </a:lnTo>
                <a:lnTo>
                  <a:pt x="207391" y="62054"/>
                </a:lnTo>
                <a:lnTo>
                  <a:pt x="207771" y="61975"/>
                </a:lnTo>
                <a:lnTo>
                  <a:pt x="208139" y="61871"/>
                </a:lnTo>
                <a:lnTo>
                  <a:pt x="208493" y="61741"/>
                </a:lnTo>
                <a:lnTo>
                  <a:pt x="208833" y="61586"/>
                </a:lnTo>
                <a:lnTo>
                  <a:pt x="209158" y="61407"/>
                </a:lnTo>
                <a:lnTo>
                  <a:pt x="209467" y="61205"/>
                </a:lnTo>
                <a:lnTo>
                  <a:pt x="209758" y="60981"/>
                </a:lnTo>
                <a:lnTo>
                  <a:pt x="210032" y="60735"/>
                </a:lnTo>
                <a:lnTo>
                  <a:pt x="210287" y="60468"/>
                </a:lnTo>
                <a:lnTo>
                  <a:pt x="210522" y="60181"/>
                </a:lnTo>
                <a:lnTo>
                  <a:pt x="210736" y="59875"/>
                </a:lnTo>
                <a:lnTo>
                  <a:pt x="210928" y="59550"/>
                </a:lnTo>
                <a:lnTo>
                  <a:pt x="211098" y="59208"/>
                </a:lnTo>
                <a:lnTo>
                  <a:pt x="211245" y="58848"/>
                </a:lnTo>
                <a:lnTo>
                  <a:pt x="211366" y="58473"/>
                </a:lnTo>
                <a:lnTo>
                  <a:pt x="211463" y="58082"/>
                </a:lnTo>
                <a:lnTo>
                  <a:pt x="211533" y="57676"/>
                </a:lnTo>
                <a:lnTo>
                  <a:pt x="211575" y="57256"/>
                </a:lnTo>
                <a:lnTo>
                  <a:pt x="211590" y="56824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194277" y="36007"/>
                </a:lnTo>
                <a:lnTo>
                  <a:pt x="193849" y="35942"/>
                </a:lnTo>
                <a:lnTo>
                  <a:pt x="193428" y="35908"/>
                </a:lnTo>
                <a:lnTo>
                  <a:pt x="193017" y="35903"/>
                </a:lnTo>
                <a:lnTo>
                  <a:pt x="192615" y="35926"/>
                </a:lnTo>
                <a:lnTo>
                  <a:pt x="192223" y="35978"/>
                </a:lnTo>
                <a:close/>
                <a:moveTo>
                  <a:pt x="59120" y="213932"/>
                </a:moveTo>
                <a:lnTo>
                  <a:pt x="58752" y="214036"/>
                </a:lnTo>
                <a:lnTo>
                  <a:pt x="58398" y="214167"/>
                </a:lnTo>
                <a:lnTo>
                  <a:pt x="58058" y="214321"/>
                </a:lnTo>
                <a:lnTo>
                  <a:pt x="57733" y="214500"/>
                </a:lnTo>
                <a:lnTo>
                  <a:pt x="57424" y="214702"/>
                </a:lnTo>
                <a:lnTo>
                  <a:pt x="57133" y="214926"/>
                </a:lnTo>
                <a:lnTo>
                  <a:pt x="56859" y="215172"/>
                </a:lnTo>
                <a:lnTo>
                  <a:pt x="56604" y="215439"/>
                </a:lnTo>
                <a:lnTo>
                  <a:pt x="56369" y="215726"/>
                </a:lnTo>
                <a:lnTo>
                  <a:pt x="56155" y="216032"/>
                </a:lnTo>
                <a:lnTo>
                  <a:pt x="55962" y="216357"/>
                </a:lnTo>
                <a:lnTo>
                  <a:pt x="55793" y="216699"/>
                </a:lnTo>
                <a:lnTo>
                  <a:pt x="55646" y="217059"/>
                </a:lnTo>
                <a:lnTo>
                  <a:pt x="55525" y="217434"/>
                </a:lnTo>
                <a:lnTo>
                  <a:pt x="55428" y="217825"/>
                </a:lnTo>
                <a:lnTo>
                  <a:pt x="55358" y="218231"/>
                </a:lnTo>
                <a:lnTo>
                  <a:pt x="55316" y="218651"/>
                </a:lnTo>
                <a:lnTo>
                  <a:pt x="55301" y="219083"/>
                </a:lnTo>
                <a:lnTo>
                  <a:pt x="55316" y="219522"/>
                </a:lnTo>
                <a:lnTo>
                  <a:pt x="55358" y="219957"/>
                </a:lnTo>
                <a:lnTo>
                  <a:pt x="55428" y="220389"/>
                </a:lnTo>
                <a:lnTo>
                  <a:pt x="55525" y="220815"/>
                </a:lnTo>
                <a:lnTo>
                  <a:pt x="55646" y="221236"/>
                </a:lnTo>
                <a:lnTo>
                  <a:pt x="55793" y="221650"/>
                </a:lnTo>
                <a:lnTo>
                  <a:pt x="55962" y="222055"/>
                </a:lnTo>
                <a:lnTo>
                  <a:pt x="56155" y="222451"/>
                </a:lnTo>
                <a:lnTo>
                  <a:pt x="56369" y="222837"/>
                </a:lnTo>
                <a:lnTo>
                  <a:pt x="56604" y="223211"/>
                </a:lnTo>
                <a:lnTo>
                  <a:pt x="56859" y="223572"/>
                </a:lnTo>
                <a:lnTo>
                  <a:pt x="57133" y="223919"/>
                </a:lnTo>
                <a:lnTo>
                  <a:pt x="57424" y="224252"/>
                </a:lnTo>
                <a:lnTo>
                  <a:pt x="57733" y="224568"/>
                </a:lnTo>
                <a:lnTo>
                  <a:pt x="58058" y="224867"/>
                </a:lnTo>
                <a:lnTo>
                  <a:pt x="58398" y="225148"/>
                </a:lnTo>
                <a:lnTo>
                  <a:pt x="58752" y="225410"/>
                </a:lnTo>
                <a:lnTo>
                  <a:pt x="59120" y="225651"/>
                </a:lnTo>
                <a:lnTo>
                  <a:pt x="59500" y="225870"/>
                </a:lnTo>
                <a:lnTo>
                  <a:pt x="59892" y="226066"/>
                </a:lnTo>
                <a:lnTo>
                  <a:pt x="60294" y="226239"/>
                </a:lnTo>
                <a:lnTo>
                  <a:pt x="60705" y="226386"/>
                </a:lnTo>
                <a:lnTo>
                  <a:pt x="61126" y="226507"/>
                </a:lnTo>
                <a:lnTo>
                  <a:pt x="61554" y="226601"/>
                </a:lnTo>
                <a:lnTo>
                  <a:pt x="83674" y="230701"/>
                </a:lnTo>
                <a:lnTo>
                  <a:pt x="84102" y="230766"/>
                </a:lnTo>
                <a:lnTo>
                  <a:pt x="84523" y="230800"/>
                </a:lnTo>
                <a:lnTo>
                  <a:pt x="84934" y="230806"/>
                </a:lnTo>
                <a:lnTo>
                  <a:pt x="85337" y="230782"/>
                </a:lnTo>
                <a:lnTo>
                  <a:pt x="85728" y="230731"/>
                </a:lnTo>
                <a:lnTo>
                  <a:pt x="86108" y="230653"/>
                </a:lnTo>
                <a:lnTo>
                  <a:pt x="86476" y="230548"/>
                </a:lnTo>
                <a:lnTo>
                  <a:pt x="86830" y="230418"/>
                </a:lnTo>
                <a:lnTo>
                  <a:pt x="87170" y="230263"/>
                </a:lnTo>
                <a:lnTo>
                  <a:pt x="87495" y="230084"/>
                </a:lnTo>
                <a:lnTo>
                  <a:pt x="87804" y="229882"/>
                </a:lnTo>
                <a:lnTo>
                  <a:pt x="88096" y="229658"/>
                </a:lnTo>
                <a:lnTo>
                  <a:pt x="88369" y="229412"/>
                </a:lnTo>
                <a:lnTo>
                  <a:pt x="88624" y="229145"/>
                </a:lnTo>
                <a:lnTo>
                  <a:pt x="88859" y="228859"/>
                </a:lnTo>
                <a:lnTo>
                  <a:pt x="89073" y="228552"/>
                </a:lnTo>
                <a:lnTo>
                  <a:pt x="89266" y="228228"/>
                </a:lnTo>
                <a:lnTo>
                  <a:pt x="89436" y="227885"/>
                </a:lnTo>
                <a:lnTo>
                  <a:pt x="89582" y="227526"/>
                </a:lnTo>
                <a:lnTo>
                  <a:pt x="89704" y="227150"/>
                </a:lnTo>
                <a:lnTo>
                  <a:pt x="89800" y="226759"/>
                </a:lnTo>
                <a:lnTo>
                  <a:pt x="89870" y="226353"/>
                </a:lnTo>
                <a:lnTo>
                  <a:pt x="89913" y="225934"/>
                </a:lnTo>
                <a:lnTo>
                  <a:pt x="89927" y="225501"/>
                </a:lnTo>
                <a:lnTo>
                  <a:pt x="89913" y="225063"/>
                </a:lnTo>
                <a:lnTo>
                  <a:pt x="89870" y="224628"/>
                </a:lnTo>
                <a:lnTo>
                  <a:pt x="89800" y="224196"/>
                </a:lnTo>
                <a:lnTo>
                  <a:pt x="89704" y="223769"/>
                </a:lnTo>
                <a:lnTo>
                  <a:pt x="89582" y="223348"/>
                </a:lnTo>
                <a:lnTo>
                  <a:pt x="89436" y="222935"/>
                </a:lnTo>
                <a:lnTo>
                  <a:pt x="89266" y="222529"/>
                </a:lnTo>
                <a:lnTo>
                  <a:pt x="89073" y="222133"/>
                </a:lnTo>
                <a:lnTo>
                  <a:pt x="88859" y="221748"/>
                </a:lnTo>
                <a:lnTo>
                  <a:pt x="88624" y="221374"/>
                </a:lnTo>
                <a:lnTo>
                  <a:pt x="88369" y="221012"/>
                </a:lnTo>
                <a:lnTo>
                  <a:pt x="88096" y="220665"/>
                </a:lnTo>
                <a:lnTo>
                  <a:pt x="87804" y="220333"/>
                </a:lnTo>
                <a:lnTo>
                  <a:pt x="87495" y="220016"/>
                </a:lnTo>
                <a:lnTo>
                  <a:pt x="87170" y="219717"/>
                </a:lnTo>
                <a:lnTo>
                  <a:pt x="86830" y="219436"/>
                </a:lnTo>
                <a:lnTo>
                  <a:pt x="86476" y="219175"/>
                </a:lnTo>
                <a:lnTo>
                  <a:pt x="86108" y="218934"/>
                </a:lnTo>
                <a:lnTo>
                  <a:pt x="85728" y="218715"/>
                </a:lnTo>
                <a:lnTo>
                  <a:pt x="85337" y="218518"/>
                </a:lnTo>
                <a:lnTo>
                  <a:pt x="84934" y="218346"/>
                </a:lnTo>
                <a:lnTo>
                  <a:pt x="84523" y="218198"/>
                </a:lnTo>
                <a:lnTo>
                  <a:pt x="84102" y="218077"/>
                </a:lnTo>
                <a:lnTo>
                  <a:pt x="83674" y="217983"/>
                </a:lnTo>
                <a:lnTo>
                  <a:pt x="61554" y="213883"/>
                </a:lnTo>
                <a:lnTo>
                  <a:pt x="61126" y="213819"/>
                </a:lnTo>
                <a:lnTo>
                  <a:pt x="60705" y="213784"/>
                </a:lnTo>
                <a:lnTo>
                  <a:pt x="60294" y="213779"/>
                </a:lnTo>
                <a:lnTo>
                  <a:pt x="59892" y="213802"/>
                </a:lnTo>
                <a:lnTo>
                  <a:pt x="59500" y="213854"/>
                </a:lnTo>
                <a:lnTo>
                  <a:pt x="59120" y="213932"/>
                </a:lnTo>
                <a:close/>
                <a:moveTo>
                  <a:pt x="125482" y="226231"/>
                </a:moveTo>
                <a:lnTo>
                  <a:pt x="125114" y="226336"/>
                </a:lnTo>
                <a:lnTo>
                  <a:pt x="124760" y="226466"/>
                </a:lnTo>
                <a:lnTo>
                  <a:pt x="124419" y="226621"/>
                </a:lnTo>
                <a:lnTo>
                  <a:pt x="124095" y="226799"/>
                </a:lnTo>
                <a:lnTo>
                  <a:pt x="123786" y="227001"/>
                </a:lnTo>
                <a:lnTo>
                  <a:pt x="123494" y="227226"/>
                </a:lnTo>
                <a:lnTo>
                  <a:pt x="123220" y="227472"/>
                </a:lnTo>
                <a:lnTo>
                  <a:pt x="122966" y="227738"/>
                </a:lnTo>
                <a:lnTo>
                  <a:pt x="122731" y="228025"/>
                </a:lnTo>
                <a:lnTo>
                  <a:pt x="122516" y="228332"/>
                </a:lnTo>
                <a:lnTo>
                  <a:pt x="122324" y="228656"/>
                </a:lnTo>
                <a:lnTo>
                  <a:pt x="122154" y="228999"/>
                </a:lnTo>
                <a:lnTo>
                  <a:pt x="122008" y="229358"/>
                </a:lnTo>
                <a:lnTo>
                  <a:pt x="121886" y="229734"/>
                </a:lnTo>
                <a:lnTo>
                  <a:pt x="121790" y="230125"/>
                </a:lnTo>
                <a:lnTo>
                  <a:pt x="121720" y="230531"/>
                </a:lnTo>
                <a:lnTo>
                  <a:pt x="121677" y="230950"/>
                </a:lnTo>
                <a:lnTo>
                  <a:pt x="121663" y="231383"/>
                </a:lnTo>
                <a:lnTo>
                  <a:pt x="121677" y="231821"/>
                </a:lnTo>
                <a:lnTo>
                  <a:pt x="121720" y="232256"/>
                </a:lnTo>
                <a:lnTo>
                  <a:pt x="121790" y="232688"/>
                </a:lnTo>
                <a:lnTo>
                  <a:pt x="121886" y="233115"/>
                </a:lnTo>
                <a:lnTo>
                  <a:pt x="122008" y="233536"/>
                </a:lnTo>
                <a:lnTo>
                  <a:pt x="122154" y="233949"/>
                </a:lnTo>
                <a:lnTo>
                  <a:pt x="122324" y="234355"/>
                </a:lnTo>
                <a:lnTo>
                  <a:pt x="122516" y="234751"/>
                </a:lnTo>
                <a:lnTo>
                  <a:pt x="122731" y="235136"/>
                </a:lnTo>
                <a:lnTo>
                  <a:pt x="122966" y="235510"/>
                </a:lnTo>
                <a:lnTo>
                  <a:pt x="123220" y="235871"/>
                </a:lnTo>
                <a:lnTo>
                  <a:pt x="123494" y="236219"/>
                </a:lnTo>
                <a:lnTo>
                  <a:pt x="123786" y="236551"/>
                </a:lnTo>
                <a:lnTo>
                  <a:pt x="124095" y="236868"/>
                </a:lnTo>
                <a:lnTo>
                  <a:pt x="124419" y="237167"/>
                </a:lnTo>
                <a:lnTo>
                  <a:pt x="124760" y="237448"/>
                </a:lnTo>
                <a:lnTo>
                  <a:pt x="125114" y="237709"/>
                </a:lnTo>
                <a:lnTo>
                  <a:pt x="125482" y="237950"/>
                </a:lnTo>
                <a:lnTo>
                  <a:pt x="125862" y="238169"/>
                </a:lnTo>
                <a:lnTo>
                  <a:pt x="126253" y="238366"/>
                </a:lnTo>
                <a:lnTo>
                  <a:pt x="126655" y="238538"/>
                </a:lnTo>
                <a:lnTo>
                  <a:pt x="127067" y="238686"/>
                </a:lnTo>
                <a:lnTo>
                  <a:pt x="127487" y="238807"/>
                </a:lnTo>
                <a:lnTo>
                  <a:pt x="127915" y="238901"/>
                </a:lnTo>
                <a:lnTo>
                  <a:pt x="150036" y="243001"/>
                </a:lnTo>
                <a:lnTo>
                  <a:pt x="150464" y="243065"/>
                </a:lnTo>
                <a:lnTo>
                  <a:pt x="150884" y="243100"/>
                </a:lnTo>
                <a:lnTo>
                  <a:pt x="151296" y="243105"/>
                </a:lnTo>
                <a:lnTo>
                  <a:pt x="151698" y="243082"/>
                </a:lnTo>
                <a:lnTo>
                  <a:pt x="152090" y="243030"/>
                </a:lnTo>
                <a:lnTo>
                  <a:pt x="152470" y="242952"/>
                </a:lnTo>
                <a:lnTo>
                  <a:pt x="152837" y="242847"/>
                </a:lnTo>
                <a:lnTo>
                  <a:pt x="153192" y="242717"/>
                </a:lnTo>
                <a:lnTo>
                  <a:pt x="153532" y="242563"/>
                </a:lnTo>
                <a:lnTo>
                  <a:pt x="153857" y="242384"/>
                </a:lnTo>
                <a:lnTo>
                  <a:pt x="154165" y="242182"/>
                </a:lnTo>
                <a:lnTo>
                  <a:pt x="154457" y="241958"/>
                </a:lnTo>
                <a:lnTo>
                  <a:pt x="154731" y="241712"/>
                </a:lnTo>
                <a:lnTo>
                  <a:pt x="154986" y="241445"/>
                </a:lnTo>
                <a:lnTo>
                  <a:pt x="155221" y="241158"/>
                </a:lnTo>
                <a:lnTo>
                  <a:pt x="155435" y="240852"/>
                </a:lnTo>
                <a:lnTo>
                  <a:pt x="155627" y="240527"/>
                </a:lnTo>
                <a:lnTo>
                  <a:pt x="155797" y="240185"/>
                </a:lnTo>
                <a:lnTo>
                  <a:pt x="155943" y="239825"/>
                </a:lnTo>
                <a:lnTo>
                  <a:pt x="156065" y="239449"/>
                </a:lnTo>
                <a:lnTo>
                  <a:pt x="156161" y="239058"/>
                </a:lnTo>
                <a:lnTo>
                  <a:pt x="156231" y="238653"/>
                </a:lnTo>
                <a:lnTo>
                  <a:pt x="156274" y="238233"/>
                </a:lnTo>
                <a:lnTo>
                  <a:pt x="156288" y="237800"/>
                </a:lnTo>
                <a:lnTo>
                  <a:pt x="156274" y="237362"/>
                </a:lnTo>
                <a:lnTo>
                  <a:pt x="156231" y="236927"/>
                </a:lnTo>
                <a:lnTo>
                  <a:pt x="156161" y="236495"/>
                </a:lnTo>
                <a:lnTo>
                  <a:pt x="156065" y="236068"/>
                </a:lnTo>
                <a:lnTo>
                  <a:pt x="155943" y="235648"/>
                </a:lnTo>
                <a:lnTo>
                  <a:pt x="155797" y="235234"/>
                </a:lnTo>
                <a:lnTo>
                  <a:pt x="155627" y="234829"/>
                </a:lnTo>
                <a:lnTo>
                  <a:pt x="155435" y="234433"/>
                </a:lnTo>
                <a:lnTo>
                  <a:pt x="155221" y="234047"/>
                </a:lnTo>
                <a:lnTo>
                  <a:pt x="154986" y="233673"/>
                </a:lnTo>
                <a:lnTo>
                  <a:pt x="154731" y="233312"/>
                </a:lnTo>
                <a:lnTo>
                  <a:pt x="154457" y="232964"/>
                </a:lnTo>
                <a:lnTo>
                  <a:pt x="154165" y="232632"/>
                </a:lnTo>
                <a:lnTo>
                  <a:pt x="153857" y="232316"/>
                </a:lnTo>
                <a:lnTo>
                  <a:pt x="153532" y="232016"/>
                </a:lnTo>
                <a:lnTo>
                  <a:pt x="153192" y="231736"/>
                </a:lnTo>
                <a:lnTo>
                  <a:pt x="152837" y="231474"/>
                </a:lnTo>
                <a:lnTo>
                  <a:pt x="152470" y="231233"/>
                </a:lnTo>
                <a:lnTo>
                  <a:pt x="152090" y="231014"/>
                </a:lnTo>
                <a:lnTo>
                  <a:pt x="151698" y="230818"/>
                </a:lnTo>
                <a:lnTo>
                  <a:pt x="151296" y="230645"/>
                </a:lnTo>
                <a:lnTo>
                  <a:pt x="150884" y="230498"/>
                </a:lnTo>
                <a:lnTo>
                  <a:pt x="150464" y="230376"/>
                </a:lnTo>
                <a:lnTo>
                  <a:pt x="150036" y="230282"/>
                </a:lnTo>
                <a:lnTo>
                  <a:pt x="127915" y="226183"/>
                </a:lnTo>
                <a:lnTo>
                  <a:pt x="127487" y="226118"/>
                </a:lnTo>
                <a:lnTo>
                  <a:pt x="127067" y="226083"/>
                </a:lnTo>
                <a:lnTo>
                  <a:pt x="126655" y="226078"/>
                </a:lnTo>
                <a:lnTo>
                  <a:pt x="126253" y="226102"/>
                </a:lnTo>
                <a:lnTo>
                  <a:pt x="125862" y="226153"/>
                </a:lnTo>
                <a:lnTo>
                  <a:pt x="125482" y="226231"/>
                </a:lnTo>
                <a:close/>
                <a:moveTo>
                  <a:pt x="191843" y="238531"/>
                </a:moveTo>
                <a:lnTo>
                  <a:pt x="191475" y="238635"/>
                </a:lnTo>
                <a:lnTo>
                  <a:pt x="191121" y="238765"/>
                </a:lnTo>
                <a:lnTo>
                  <a:pt x="190781" y="238920"/>
                </a:lnTo>
                <a:lnTo>
                  <a:pt x="190456" y="239099"/>
                </a:lnTo>
                <a:lnTo>
                  <a:pt x="190147" y="239301"/>
                </a:lnTo>
                <a:lnTo>
                  <a:pt x="189856" y="239525"/>
                </a:lnTo>
                <a:lnTo>
                  <a:pt x="189582" y="239771"/>
                </a:lnTo>
                <a:lnTo>
                  <a:pt x="189327" y="240038"/>
                </a:lnTo>
                <a:lnTo>
                  <a:pt x="189092" y="240325"/>
                </a:lnTo>
                <a:lnTo>
                  <a:pt x="188878" y="240631"/>
                </a:lnTo>
                <a:lnTo>
                  <a:pt x="188685" y="240956"/>
                </a:lnTo>
                <a:lnTo>
                  <a:pt x="188516" y="241298"/>
                </a:lnTo>
                <a:lnTo>
                  <a:pt x="188369" y="241658"/>
                </a:lnTo>
                <a:lnTo>
                  <a:pt x="188248" y="242033"/>
                </a:lnTo>
                <a:lnTo>
                  <a:pt x="188151" y="242424"/>
                </a:lnTo>
                <a:lnTo>
                  <a:pt x="188081" y="242830"/>
                </a:lnTo>
                <a:lnTo>
                  <a:pt x="188039" y="243250"/>
                </a:lnTo>
                <a:lnTo>
                  <a:pt x="188024" y="243682"/>
                </a:lnTo>
                <a:lnTo>
                  <a:pt x="188039" y="244120"/>
                </a:lnTo>
                <a:lnTo>
                  <a:pt x="188081" y="244556"/>
                </a:lnTo>
                <a:lnTo>
                  <a:pt x="188151" y="244987"/>
                </a:lnTo>
                <a:lnTo>
                  <a:pt x="188248" y="245414"/>
                </a:lnTo>
                <a:lnTo>
                  <a:pt x="188369" y="245835"/>
                </a:lnTo>
                <a:lnTo>
                  <a:pt x="188516" y="246249"/>
                </a:lnTo>
                <a:lnTo>
                  <a:pt x="188685" y="246654"/>
                </a:lnTo>
                <a:lnTo>
                  <a:pt x="188878" y="247050"/>
                </a:lnTo>
                <a:lnTo>
                  <a:pt x="189092" y="247436"/>
                </a:lnTo>
                <a:lnTo>
                  <a:pt x="189327" y="247810"/>
                </a:lnTo>
                <a:lnTo>
                  <a:pt x="189582" y="248171"/>
                </a:lnTo>
                <a:lnTo>
                  <a:pt x="189856" y="248518"/>
                </a:lnTo>
                <a:lnTo>
                  <a:pt x="190147" y="248851"/>
                </a:lnTo>
                <a:lnTo>
                  <a:pt x="190456" y="249167"/>
                </a:lnTo>
                <a:lnTo>
                  <a:pt x="190781" y="249466"/>
                </a:lnTo>
                <a:lnTo>
                  <a:pt x="191121" y="249747"/>
                </a:lnTo>
                <a:lnTo>
                  <a:pt x="191475" y="250009"/>
                </a:lnTo>
                <a:lnTo>
                  <a:pt x="191843" y="250249"/>
                </a:lnTo>
                <a:lnTo>
                  <a:pt x="192223" y="250469"/>
                </a:lnTo>
                <a:lnTo>
                  <a:pt x="192615" y="250665"/>
                </a:lnTo>
                <a:lnTo>
                  <a:pt x="193017" y="250838"/>
                </a:lnTo>
                <a:lnTo>
                  <a:pt x="193428" y="250985"/>
                </a:lnTo>
                <a:lnTo>
                  <a:pt x="193849" y="251106"/>
                </a:lnTo>
                <a:lnTo>
                  <a:pt x="194277" y="251200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236801"/>
                </a:lnTo>
                <a:lnTo>
                  <a:pt x="211575" y="236363"/>
                </a:lnTo>
                <a:lnTo>
                  <a:pt x="211533" y="235928"/>
                </a:lnTo>
                <a:lnTo>
                  <a:pt x="211463" y="235496"/>
                </a:lnTo>
                <a:lnTo>
                  <a:pt x="211366" y="235069"/>
                </a:lnTo>
                <a:lnTo>
                  <a:pt x="211245" y="234649"/>
                </a:lnTo>
                <a:lnTo>
                  <a:pt x="211098" y="234235"/>
                </a:lnTo>
                <a:lnTo>
                  <a:pt x="210928" y="233830"/>
                </a:lnTo>
                <a:lnTo>
                  <a:pt x="210736" y="233434"/>
                </a:lnTo>
                <a:lnTo>
                  <a:pt x="210522" y="233048"/>
                </a:lnTo>
                <a:lnTo>
                  <a:pt x="210287" y="232674"/>
                </a:lnTo>
                <a:lnTo>
                  <a:pt x="210032" y="232313"/>
                </a:lnTo>
                <a:lnTo>
                  <a:pt x="209758" y="231965"/>
                </a:lnTo>
                <a:lnTo>
                  <a:pt x="209467" y="231633"/>
                </a:lnTo>
                <a:lnTo>
                  <a:pt x="209158" y="231316"/>
                </a:lnTo>
                <a:lnTo>
                  <a:pt x="208833" y="231017"/>
                </a:lnTo>
                <a:lnTo>
                  <a:pt x="208493" y="230736"/>
                </a:lnTo>
                <a:lnTo>
                  <a:pt x="208139" y="230475"/>
                </a:lnTo>
                <a:lnTo>
                  <a:pt x="207771" y="230234"/>
                </a:lnTo>
                <a:lnTo>
                  <a:pt x="207391" y="230015"/>
                </a:lnTo>
                <a:lnTo>
                  <a:pt x="206999" y="229819"/>
                </a:lnTo>
                <a:lnTo>
                  <a:pt x="206597" y="229646"/>
                </a:lnTo>
                <a:lnTo>
                  <a:pt x="206185" y="229499"/>
                </a:lnTo>
                <a:lnTo>
                  <a:pt x="205765" y="229377"/>
                </a:lnTo>
                <a:lnTo>
                  <a:pt x="205337" y="229283"/>
                </a:lnTo>
                <a:lnTo>
                  <a:pt x="204909" y="229219"/>
                </a:lnTo>
                <a:lnTo>
                  <a:pt x="204489" y="229184"/>
                </a:lnTo>
                <a:lnTo>
                  <a:pt x="204077" y="229179"/>
                </a:lnTo>
                <a:lnTo>
                  <a:pt x="203675" y="229202"/>
                </a:lnTo>
                <a:lnTo>
                  <a:pt x="203283" y="229254"/>
                </a:lnTo>
                <a:lnTo>
                  <a:pt x="202903" y="229332"/>
                </a:lnTo>
                <a:lnTo>
                  <a:pt x="202536" y="229437"/>
                </a:lnTo>
                <a:lnTo>
                  <a:pt x="202181" y="229567"/>
                </a:lnTo>
                <a:lnTo>
                  <a:pt x="201841" y="229721"/>
                </a:lnTo>
                <a:lnTo>
                  <a:pt x="201516" y="229900"/>
                </a:lnTo>
                <a:lnTo>
                  <a:pt x="201207" y="230102"/>
                </a:lnTo>
                <a:lnTo>
                  <a:pt x="200916" y="230326"/>
                </a:lnTo>
                <a:lnTo>
                  <a:pt x="200642" y="230572"/>
                </a:lnTo>
                <a:lnTo>
                  <a:pt x="200387" y="230839"/>
                </a:lnTo>
                <a:lnTo>
                  <a:pt x="200152" y="231126"/>
                </a:lnTo>
                <a:lnTo>
                  <a:pt x="199938" y="231432"/>
                </a:lnTo>
                <a:lnTo>
                  <a:pt x="199746" y="231757"/>
                </a:lnTo>
                <a:lnTo>
                  <a:pt x="199576" y="232099"/>
                </a:lnTo>
                <a:lnTo>
                  <a:pt x="199430" y="232459"/>
                </a:lnTo>
                <a:lnTo>
                  <a:pt x="199308" y="232834"/>
                </a:lnTo>
                <a:lnTo>
                  <a:pt x="199211" y="233226"/>
                </a:lnTo>
                <a:lnTo>
                  <a:pt x="199141" y="233631"/>
                </a:lnTo>
                <a:lnTo>
                  <a:pt x="199099" y="234051"/>
                </a:lnTo>
                <a:lnTo>
                  <a:pt x="199084" y="234484"/>
                </a:lnTo>
                <a:lnTo>
                  <a:pt x="199084" y="239373"/>
                </a:lnTo>
                <a:lnTo>
                  <a:pt x="194277" y="238482"/>
                </a:lnTo>
                <a:lnTo>
                  <a:pt x="193849" y="238417"/>
                </a:lnTo>
                <a:lnTo>
                  <a:pt x="193428" y="238383"/>
                </a:lnTo>
                <a:lnTo>
                  <a:pt x="193017" y="238378"/>
                </a:lnTo>
                <a:lnTo>
                  <a:pt x="192615" y="238401"/>
                </a:lnTo>
                <a:lnTo>
                  <a:pt x="192223" y="238452"/>
                </a:lnTo>
                <a:lnTo>
                  <a:pt x="191843" y="238531"/>
                </a:lnTo>
                <a:close/>
                <a:moveTo>
                  <a:pt x="211245" y="99665"/>
                </a:moveTo>
                <a:lnTo>
                  <a:pt x="211098" y="99252"/>
                </a:lnTo>
                <a:lnTo>
                  <a:pt x="210928" y="98846"/>
                </a:lnTo>
                <a:lnTo>
                  <a:pt x="210736" y="98450"/>
                </a:lnTo>
                <a:lnTo>
                  <a:pt x="210522" y="98065"/>
                </a:lnTo>
                <a:lnTo>
                  <a:pt x="210287" y="97691"/>
                </a:lnTo>
                <a:lnTo>
                  <a:pt x="210032" y="97329"/>
                </a:lnTo>
                <a:lnTo>
                  <a:pt x="209758" y="96982"/>
                </a:lnTo>
                <a:lnTo>
                  <a:pt x="209467" y="96650"/>
                </a:lnTo>
                <a:lnTo>
                  <a:pt x="209158" y="96333"/>
                </a:lnTo>
                <a:lnTo>
                  <a:pt x="208833" y="96034"/>
                </a:lnTo>
                <a:lnTo>
                  <a:pt x="208493" y="95753"/>
                </a:lnTo>
                <a:lnTo>
                  <a:pt x="208139" y="95492"/>
                </a:lnTo>
                <a:lnTo>
                  <a:pt x="207771" y="95251"/>
                </a:lnTo>
                <a:lnTo>
                  <a:pt x="207391" y="95032"/>
                </a:lnTo>
                <a:lnTo>
                  <a:pt x="206999" y="94835"/>
                </a:lnTo>
                <a:lnTo>
                  <a:pt x="206597" y="94663"/>
                </a:lnTo>
                <a:lnTo>
                  <a:pt x="206185" y="94515"/>
                </a:lnTo>
                <a:lnTo>
                  <a:pt x="205765" y="94394"/>
                </a:lnTo>
                <a:lnTo>
                  <a:pt x="205337" y="94300"/>
                </a:lnTo>
                <a:lnTo>
                  <a:pt x="204909" y="94235"/>
                </a:lnTo>
                <a:lnTo>
                  <a:pt x="204489" y="94201"/>
                </a:lnTo>
                <a:lnTo>
                  <a:pt x="204077" y="94196"/>
                </a:lnTo>
                <a:lnTo>
                  <a:pt x="203675" y="94219"/>
                </a:lnTo>
                <a:lnTo>
                  <a:pt x="203283" y="94270"/>
                </a:lnTo>
                <a:lnTo>
                  <a:pt x="202903" y="94349"/>
                </a:lnTo>
                <a:lnTo>
                  <a:pt x="202536" y="94453"/>
                </a:lnTo>
                <a:lnTo>
                  <a:pt x="202181" y="94583"/>
                </a:lnTo>
                <a:lnTo>
                  <a:pt x="201841" y="94738"/>
                </a:lnTo>
                <a:lnTo>
                  <a:pt x="201516" y="94917"/>
                </a:lnTo>
                <a:lnTo>
                  <a:pt x="201207" y="95119"/>
                </a:lnTo>
                <a:lnTo>
                  <a:pt x="200916" y="95343"/>
                </a:lnTo>
                <a:lnTo>
                  <a:pt x="200642" y="95589"/>
                </a:lnTo>
                <a:lnTo>
                  <a:pt x="200387" y="95856"/>
                </a:lnTo>
                <a:lnTo>
                  <a:pt x="200152" y="96143"/>
                </a:lnTo>
                <a:lnTo>
                  <a:pt x="199938" y="96449"/>
                </a:lnTo>
                <a:lnTo>
                  <a:pt x="199746" y="96774"/>
                </a:lnTo>
                <a:lnTo>
                  <a:pt x="199576" y="97116"/>
                </a:lnTo>
                <a:lnTo>
                  <a:pt x="199430" y="97476"/>
                </a:lnTo>
                <a:lnTo>
                  <a:pt x="199308" y="97851"/>
                </a:lnTo>
                <a:lnTo>
                  <a:pt x="199211" y="98242"/>
                </a:lnTo>
                <a:lnTo>
                  <a:pt x="199141" y="98648"/>
                </a:lnTo>
                <a:lnTo>
                  <a:pt x="199099" y="99068"/>
                </a:lnTo>
                <a:lnTo>
                  <a:pt x="199084" y="99500"/>
                </a:lnTo>
                <a:lnTo>
                  <a:pt x="199084" y="121998"/>
                </a:lnTo>
                <a:lnTo>
                  <a:pt x="199099" y="122436"/>
                </a:lnTo>
                <a:lnTo>
                  <a:pt x="199141" y="122871"/>
                </a:lnTo>
                <a:lnTo>
                  <a:pt x="199211" y="123303"/>
                </a:lnTo>
                <a:lnTo>
                  <a:pt x="199308" y="123729"/>
                </a:lnTo>
                <a:lnTo>
                  <a:pt x="199430" y="124150"/>
                </a:lnTo>
                <a:lnTo>
                  <a:pt x="199576" y="124564"/>
                </a:lnTo>
                <a:lnTo>
                  <a:pt x="199746" y="124969"/>
                </a:lnTo>
                <a:lnTo>
                  <a:pt x="199938" y="125365"/>
                </a:lnTo>
                <a:lnTo>
                  <a:pt x="200152" y="125751"/>
                </a:lnTo>
                <a:lnTo>
                  <a:pt x="200387" y="126125"/>
                </a:lnTo>
                <a:lnTo>
                  <a:pt x="200642" y="126486"/>
                </a:lnTo>
                <a:lnTo>
                  <a:pt x="200916" y="126834"/>
                </a:lnTo>
                <a:lnTo>
                  <a:pt x="201207" y="127166"/>
                </a:lnTo>
                <a:lnTo>
                  <a:pt x="201516" y="127482"/>
                </a:lnTo>
                <a:lnTo>
                  <a:pt x="201841" y="127782"/>
                </a:lnTo>
                <a:lnTo>
                  <a:pt x="202181" y="128062"/>
                </a:lnTo>
                <a:lnTo>
                  <a:pt x="202536" y="128324"/>
                </a:lnTo>
                <a:lnTo>
                  <a:pt x="202903" y="128565"/>
                </a:lnTo>
                <a:lnTo>
                  <a:pt x="203283" y="128784"/>
                </a:lnTo>
                <a:lnTo>
                  <a:pt x="203675" y="128980"/>
                </a:lnTo>
                <a:lnTo>
                  <a:pt x="204077" y="129153"/>
                </a:lnTo>
                <a:lnTo>
                  <a:pt x="204489" y="129300"/>
                </a:lnTo>
                <a:lnTo>
                  <a:pt x="204909" y="129422"/>
                </a:lnTo>
                <a:lnTo>
                  <a:pt x="205337" y="129516"/>
                </a:lnTo>
                <a:lnTo>
                  <a:pt x="205765" y="129580"/>
                </a:lnTo>
                <a:lnTo>
                  <a:pt x="206185" y="129615"/>
                </a:lnTo>
                <a:lnTo>
                  <a:pt x="206597" y="129620"/>
                </a:lnTo>
                <a:lnTo>
                  <a:pt x="206999" y="129596"/>
                </a:lnTo>
                <a:lnTo>
                  <a:pt x="207391" y="129545"/>
                </a:lnTo>
                <a:lnTo>
                  <a:pt x="207771" y="129467"/>
                </a:lnTo>
                <a:lnTo>
                  <a:pt x="208139" y="129362"/>
                </a:lnTo>
                <a:lnTo>
                  <a:pt x="208493" y="129232"/>
                </a:lnTo>
                <a:lnTo>
                  <a:pt x="208833" y="129077"/>
                </a:lnTo>
                <a:lnTo>
                  <a:pt x="209158" y="128899"/>
                </a:lnTo>
                <a:lnTo>
                  <a:pt x="209467" y="128697"/>
                </a:lnTo>
                <a:lnTo>
                  <a:pt x="209758" y="128472"/>
                </a:lnTo>
                <a:lnTo>
                  <a:pt x="210032" y="128226"/>
                </a:lnTo>
                <a:lnTo>
                  <a:pt x="210287" y="127960"/>
                </a:lnTo>
                <a:lnTo>
                  <a:pt x="210522" y="127673"/>
                </a:lnTo>
                <a:lnTo>
                  <a:pt x="210736" y="127367"/>
                </a:lnTo>
                <a:lnTo>
                  <a:pt x="210928" y="127042"/>
                </a:lnTo>
                <a:lnTo>
                  <a:pt x="211098" y="126699"/>
                </a:lnTo>
                <a:lnTo>
                  <a:pt x="211245" y="126340"/>
                </a:lnTo>
                <a:lnTo>
                  <a:pt x="211366" y="125964"/>
                </a:lnTo>
                <a:lnTo>
                  <a:pt x="211463" y="125573"/>
                </a:lnTo>
                <a:lnTo>
                  <a:pt x="211533" y="125168"/>
                </a:lnTo>
                <a:lnTo>
                  <a:pt x="211575" y="124748"/>
                </a:lnTo>
                <a:lnTo>
                  <a:pt x="211590" y="124315"/>
                </a:lnTo>
                <a:lnTo>
                  <a:pt x="211590" y="101818"/>
                </a:lnTo>
                <a:lnTo>
                  <a:pt x="211575" y="101380"/>
                </a:lnTo>
                <a:lnTo>
                  <a:pt x="211533" y="100945"/>
                </a:lnTo>
                <a:lnTo>
                  <a:pt x="211463" y="100513"/>
                </a:lnTo>
                <a:lnTo>
                  <a:pt x="211366" y="100086"/>
                </a:lnTo>
                <a:lnTo>
                  <a:pt x="211245" y="99665"/>
                </a:lnTo>
                <a:close/>
                <a:moveTo>
                  <a:pt x="211245" y="167157"/>
                </a:moveTo>
                <a:lnTo>
                  <a:pt x="211098" y="166743"/>
                </a:lnTo>
                <a:lnTo>
                  <a:pt x="210928" y="166338"/>
                </a:lnTo>
                <a:lnTo>
                  <a:pt x="210736" y="165942"/>
                </a:lnTo>
                <a:lnTo>
                  <a:pt x="210522" y="165556"/>
                </a:lnTo>
                <a:lnTo>
                  <a:pt x="210287" y="165182"/>
                </a:lnTo>
                <a:lnTo>
                  <a:pt x="210032" y="164821"/>
                </a:lnTo>
                <a:lnTo>
                  <a:pt x="209758" y="164474"/>
                </a:lnTo>
                <a:lnTo>
                  <a:pt x="209467" y="164141"/>
                </a:lnTo>
                <a:lnTo>
                  <a:pt x="209158" y="163825"/>
                </a:lnTo>
                <a:lnTo>
                  <a:pt x="208833" y="163526"/>
                </a:lnTo>
                <a:lnTo>
                  <a:pt x="208493" y="163245"/>
                </a:lnTo>
                <a:lnTo>
                  <a:pt x="208139" y="162983"/>
                </a:lnTo>
                <a:lnTo>
                  <a:pt x="207771" y="162743"/>
                </a:lnTo>
                <a:lnTo>
                  <a:pt x="207391" y="162523"/>
                </a:lnTo>
                <a:lnTo>
                  <a:pt x="206999" y="162327"/>
                </a:lnTo>
                <a:lnTo>
                  <a:pt x="206597" y="162154"/>
                </a:lnTo>
                <a:lnTo>
                  <a:pt x="206185" y="162007"/>
                </a:lnTo>
                <a:lnTo>
                  <a:pt x="205765" y="161886"/>
                </a:lnTo>
                <a:lnTo>
                  <a:pt x="205337" y="161792"/>
                </a:lnTo>
                <a:lnTo>
                  <a:pt x="204909" y="161727"/>
                </a:lnTo>
                <a:lnTo>
                  <a:pt x="204489" y="161692"/>
                </a:lnTo>
                <a:lnTo>
                  <a:pt x="204077" y="161687"/>
                </a:lnTo>
                <a:lnTo>
                  <a:pt x="203675" y="161711"/>
                </a:lnTo>
                <a:lnTo>
                  <a:pt x="203283" y="161762"/>
                </a:lnTo>
                <a:lnTo>
                  <a:pt x="202903" y="161840"/>
                </a:lnTo>
                <a:lnTo>
                  <a:pt x="202536" y="161945"/>
                </a:lnTo>
                <a:lnTo>
                  <a:pt x="202181" y="162075"/>
                </a:lnTo>
                <a:lnTo>
                  <a:pt x="201841" y="162230"/>
                </a:lnTo>
                <a:lnTo>
                  <a:pt x="201516" y="162409"/>
                </a:lnTo>
                <a:lnTo>
                  <a:pt x="201207" y="162610"/>
                </a:lnTo>
                <a:lnTo>
                  <a:pt x="200916" y="162835"/>
                </a:lnTo>
                <a:lnTo>
                  <a:pt x="200642" y="163081"/>
                </a:lnTo>
                <a:lnTo>
                  <a:pt x="200387" y="163348"/>
                </a:lnTo>
                <a:lnTo>
                  <a:pt x="200152" y="163634"/>
                </a:lnTo>
                <a:lnTo>
                  <a:pt x="199938" y="163941"/>
                </a:lnTo>
                <a:lnTo>
                  <a:pt x="199746" y="164265"/>
                </a:lnTo>
                <a:lnTo>
                  <a:pt x="199576" y="164608"/>
                </a:lnTo>
                <a:lnTo>
                  <a:pt x="199430" y="164967"/>
                </a:lnTo>
                <a:lnTo>
                  <a:pt x="199308" y="165343"/>
                </a:lnTo>
                <a:lnTo>
                  <a:pt x="199211" y="165734"/>
                </a:lnTo>
                <a:lnTo>
                  <a:pt x="199141" y="166140"/>
                </a:lnTo>
                <a:lnTo>
                  <a:pt x="199099" y="166559"/>
                </a:lnTo>
                <a:lnTo>
                  <a:pt x="199084" y="166992"/>
                </a:lnTo>
                <a:lnTo>
                  <a:pt x="199084" y="189489"/>
                </a:lnTo>
                <a:lnTo>
                  <a:pt x="199099" y="189927"/>
                </a:lnTo>
                <a:lnTo>
                  <a:pt x="199141" y="190363"/>
                </a:lnTo>
                <a:lnTo>
                  <a:pt x="199211" y="190794"/>
                </a:lnTo>
                <a:lnTo>
                  <a:pt x="199308" y="191221"/>
                </a:lnTo>
                <a:lnTo>
                  <a:pt x="199430" y="191642"/>
                </a:lnTo>
                <a:lnTo>
                  <a:pt x="199576" y="192055"/>
                </a:lnTo>
                <a:lnTo>
                  <a:pt x="199746" y="192461"/>
                </a:lnTo>
                <a:lnTo>
                  <a:pt x="199938" y="192857"/>
                </a:lnTo>
                <a:lnTo>
                  <a:pt x="200152" y="193243"/>
                </a:lnTo>
                <a:lnTo>
                  <a:pt x="200387" y="193616"/>
                </a:lnTo>
                <a:lnTo>
                  <a:pt x="200642" y="193978"/>
                </a:lnTo>
                <a:lnTo>
                  <a:pt x="200916" y="194325"/>
                </a:lnTo>
                <a:lnTo>
                  <a:pt x="201207" y="194658"/>
                </a:lnTo>
                <a:lnTo>
                  <a:pt x="201516" y="194974"/>
                </a:lnTo>
                <a:lnTo>
                  <a:pt x="201841" y="195273"/>
                </a:lnTo>
                <a:lnTo>
                  <a:pt x="202181" y="195554"/>
                </a:lnTo>
                <a:lnTo>
                  <a:pt x="202536" y="195815"/>
                </a:lnTo>
                <a:lnTo>
                  <a:pt x="202903" y="196056"/>
                </a:lnTo>
                <a:lnTo>
                  <a:pt x="203283" y="196276"/>
                </a:lnTo>
                <a:lnTo>
                  <a:pt x="203675" y="196472"/>
                </a:lnTo>
                <a:lnTo>
                  <a:pt x="204077" y="196644"/>
                </a:lnTo>
                <a:lnTo>
                  <a:pt x="204489" y="196792"/>
                </a:lnTo>
                <a:lnTo>
                  <a:pt x="204909" y="196913"/>
                </a:lnTo>
                <a:lnTo>
                  <a:pt x="205337" y="197007"/>
                </a:lnTo>
                <a:lnTo>
                  <a:pt x="205765" y="197072"/>
                </a:lnTo>
                <a:lnTo>
                  <a:pt x="206185" y="197106"/>
                </a:lnTo>
                <a:lnTo>
                  <a:pt x="206597" y="197111"/>
                </a:lnTo>
                <a:lnTo>
                  <a:pt x="206999" y="197088"/>
                </a:lnTo>
                <a:lnTo>
                  <a:pt x="207391" y="197037"/>
                </a:lnTo>
                <a:lnTo>
                  <a:pt x="207771" y="196958"/>
                </a:lnTo>
                <a:lnTo>
                  <a:pt x="208139" y="196854"/>
                </a:lnTo>
                <a:lnTo>
                  <a:pt x="208493" y="196724"/>
                </a:lnTo>
                <a:lnTo>
                  <a:pt x="208833" y="196569"/>
                </a:lnTo>
                <a:lnTo>
                  <a:pt x="209158" y="196390"/>
                </a:lnTo>
                <a:lnTo>
                  <a:pt x="209467" y="196188"/>
                </a:lnTo>
                <a:lnTo>
                  <a:pt x="209758" y="195964"/>
                </a:lnTo>
                <a:lnTo>
                  <a:pt x="210032" y="195718"/>
                </a:lnTo>
                <a:lnTo>
                  <a:pt x="210287" y="195451"/>
                </a:lnTo>
                <a:lnTo>
                  <a:pt x="210522" y="195164"/>
                </a:lnTo>
                <a:lnTo>
                  <a:pt x="210736" y="194858"/>
                </a:lnTo>
                <a:lnTo>
                  <a:pt x="210928" y="194534"/>
                </a:lnTo>
                <a:lnTo>
                  <a:pt x="211098" y="194191"/>
                </a:lnTo>
                <a:lnTo>
                  <a:pt x="211245" y="193832"/>
                </a:lnTo>
                <a:lnTo>
                  <a:pt x="211366" y="193456"/>
                </a:lnTo>
                <a:lnTo>
                  <a:pt x="211463" y="193065"/>
                </a:lnTo>
                <a:lnTo>
                  <a:pt x="211533" y="192659"/>
                </a:lnTo>
                <a:lnTo>
                  <a:pt x="211575" y="192240"/>
                </a:lnTo>
                <a:lnTo>
                  <a:pt x="211590" y="191807"/>
                </a:lnTo>
                <a:lnTo>
                  <a:pt x="211590" y="169310"/>
                </a:lnTo>
                <a:lnTo>
                  <a:pt x="211575" y="168872"/>
                </a:lnTo>
                <a:lnTo>
                  <a:pt x="211533" y="168436"/>
                </a:lnTo>
                <a:lnTo>
                  <a:pt x="211463" y="168005"/>
                </a:lnTo>
                <a:lnTo>
                  <a:pt x="211366" y="167578"/>
                </a:lnTo>
                <a:lnTo>
                  <a:pt x="211245" y="167157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AE8189-F8BE-4CEF-A2DA-5CEC86D9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04" y="1763757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D62B1-9AA8-421F-9C54-E800BD04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352" y="1756239"/>
            <a:ext cx="211590" cy="254409"/>
          </a:xfrm>
          <a:custGeom xmlns:a="http://schemas.openxmlformats.org/drawingml/2006/main">
            <a:pathLst>
              <a:path w="211590" h="254409">
                <a:moveTo>
                  <a:pt x="14" y="18046"/>
                </a:moveTo>
                <a:lnTo>
                  <a:pt x="57" y="18481"/>
                </a:lnTo>
                <a:lnTo>
                  <a:pt x="127" y="18913"/>
                </a:lnTo>
                <a:lnTo>
                  <a:pt x="223" y="19340"/>
                </a:lnTo>
                <a:lnTo>
                  <a:pt x="345" y="19760"/>
                </a:lnTo>
                <a:lnTo>
                  <a:pt x="491" y="20174"/>
                </a:lnTo>
                <a:lnTo>
                  <a:pt x="661" y="20579"/>
                </a:lnTo>
                <a:lnTo>
                  <a:pt x="854" y="20976"/>
                </a:lnTo>
                <a:lnTo>
                  <a:pt x="1068" y="21361"/>
                </a:lnTo>
                <a:lnTo>
                  <a:pt x="1303" y="21735"/>
                </a:lnTo>
                <a:lnTo>
                  <a:pt x="1558" y="22096"/>
                </a:lnTo>
                <a:lnTo>
                  <a:pt x="1831" y="22444"/>
                </a:lnTo>
                <a:lnTo>
                  <a:pt x="2123" y="22776"/>
                </a:lnTo>
                <a:lnTo>
                  <a:pt x="2432" y="23093"/>
                </a:lnTo>
                <a:lnTo>
                  <a:pt x="2757" y="23392"/>
                </a:lnTo>
                <a:lnTo>
                  <a:pt x="3097" y="23673"/>
                </a:lnTo>
                <a:lnTo>
                  <a:pt x="3451" y="23934"/>
                </a:lnTo>
                <a:lnTo>
                  <a:pt x="3819" y="24175"/>
                </a:lnTo>
                <a:lnTo>
                  <a:pt x="4199" y="24394"/>
                </a:lnTo>
                <a:lnTo>
                  <a:pt x="4590" y="24590"/>
                </a:lnTo>
                <a:lnTo>
                  <a:pt x="4993" y="24763"/>
                </a:lnTo>
                <a:lnTo>
                  <a:pt x="5404" y="24910"/>
                </a:lnTo>
                <a:lnTo>
                  <a:pt x="5825" y="25032"/>
                </a:lnTo>
                <a:lnTo>
                  <a:pt x="6253" y="25126"/>
                </a:lnTo>
                <a:lnTo>
                  <a:pt x="6681" y="25190"/>
                </a:lnTo>
                <a:lnTo>
                  <a:pt x="7101" y="25225"/>
                </a:lnTo>
                <a:lnTo>
                  <a:pt x="7513" y="25230"/>
                </a:lnTo>
                <a:lnTo>
                  <a:pt x="7915" y="25207"/>
                </a:lnTo>
                <a:lnTo>
                  <a:pt x="8306" y="25155"/>
                </a:lnTo>
                <a:lnTo>
                  <a:pt x="8686" y="25077"/>
                </a:lnTo>
                <a:lnTo>
                  <a:pt x="9054" y="24972"/>
                </a:lnTo>
                <a:lnTo>
                  <a:pt x="9408" y="24842"/>
                </a:lnTo>
                <a:lnTo>
                  <a:pt x="9749" y="24688"/>
                </a:lnTo>
                <a:lnTo>
                  <a:pt x="10073" y="24509"/>
                </a:lnTo>
                <a:lnTo>
                  <a:pt x="10382" y="24307"/>
                </a:lnTo>
                <a:lnTo>
                  <a:pt x="10674" y="24083"/>
                </a:lnTo>
                <a:lnTo>
                  <a:pt x="10948" y="23837"/>
                </a:lnTo>
                <a:lnTo>
                  <a:pt x="11202" y="23570"/>
                </a:lnTo>
                <a:lnTo>
                  <a:pt x="11437" y="23283"/>
                </a:lnTo>
                <a:lnTo>
                  <a:pt x="11652" y="22977"/>
                </a:lnTo>
                <a:lnTo>
                  <a:pt x="11844" y="22652"/>
                </a:lnTo>
                <a:lnTo>
                  <a:pt x="12014" y="22310"/>
                </a:lnTo>
                <a:lnTo>
                  <a:pt x="12160" y="21950"/>
                </a:lnTo>
                <a:lnTo>
                  <a:pt x="12282" y="21575"/>
                </a:lnTo>
                <a:lnTo>
                  <a:pt x="12378" y="21183"/>
                </a:lnTo>
                <a:lnTo>
                  <a:pt x="12448" y="20778"/>
                </a:lnTo>
                <a:lnTo>
                  <a:pt x="12491" y="20358"/>
                </a:lnTo>
                <a:lnTo>
                  <a:pt x="12505" y="19925"/>
                </a:lnTo>
                <a:lnTo>
                  <a:pt x="12505" y="15036"/>
                </a:lnTo>
                <a:lnTo>
                  <a:pt x="17313" y="15927"/>
                </a:lnTo>
                <a:lnTo>
                  <a:pt x="17741" y="15992"/>
                </a:lnTo>
                <a:lnTo>
                  <a:pt x="18161" y="16026"/>
                </a:lnTo>
                <a:lnTo>
                  <a:pt x="18573" y="16031"/>
                </a:lnTo>
                <a:lnTo>
                  <a:pt x="18975" y="16008"/>
                </a:lnTo>
                <a:lnTo>
                  <a:pt x="19367" y="15957"/>
                </a:lnTo>
                <a:lnTo>
                  <a:pt x="19747" y="15878"/>
                </a:lnTo>
                <a:lnTo>
                  <a:pt x="20114" y="15774"/>
                </a:lnTo>
                <a:lnTo>
                  <a:pt x="20469" y="15644"/>
                </a:lnTo>
                <a:lnTo>
                  <a:pt x="20809" y="15489"/>
                </a:lnTo>
                <a:lnTo>
                  <a:pt x="21134" y="15310"/>
                </a:lnTo>
                <a:lnTo>
                  <a:pt x="21442" y="15108"/>
                </a:lnTo>
                <a:lnTo>
                  <a:pt x="21734" y="14884"/>
                </a:lnTo>
                <a:lnTo>
                  <a:pt x="22008" y="14638"/>
                </a:lnTo>
                <a:lnTo>
                  <a:pt x="22263" y="14371"/>
                </a:lnTo>
                <a:lnTo>
                  <a:pt x="22498" y="14084"/>
                </a:lnTo>
                <a:lnTo>
                  <a:pt x="22712" y="13778"/>
                </a:lnTo>
                <a:lnTo>
                  <a:pt x="22904" y="13453"/>
                </a:lnTo>
                <a:lnTo>
                  <a:pt x="23074" y="13111"/>
                </a:lnTo>
                <a:lnTo>
                  <a:pt x="23220" y="12751"/>
                </a:lnTo>
                <a:lnTo>
                  <a:pt x="23342" y="12376"/>
                </a:lnTo>
                <a:lnTo>
                  <a:pt x="23438" y="11985"/>
                </a:lnTo>
                <a:lnTo>
                  <a:pt x="23508" y="11579"/>
                </a:lnTo>
                <a:lnTo>
                  <a:pt x="23551" y="11159"/>
                </a:lnTo>
                <a:lnTo>
                  <a:pt x="23566" y="10727"/>
                </a:lnTo>
                <a:lnTo>
                  <a:pt x="23551" y="10289"/>
                </a:lnTo>
                <a:lnTo>
                  <a:pt x="23508" y="9853"/>
                </a:lnTo>
                <a:lnTo>
                  <a:pt x="23438" y="9422"/>
                </a:lnTo>
                <a:lnTo>
                  <a:pt x="23342" y="8995"/>
                </a:lnTo>
                <a:lnTo>
                  <a:pt x="23220" y="8574"/>
                </a:lnTo>
                <a:lnTo>
                  <a:pt x="23074" y="8160"/>
                </a:lnTo>
                <a:lnTo>
                  <a:pt x="22904" y="7755"/>
                </a:lnTo>
                <a:lnTo>
                  <a:pt x="22712" y="7359"/>
                </a:lnTo>
                <a:lnTo>
                  <a:pt x="22498" y="6973"/>
                </a:lnTo>
                <a:lnTo>
                  <a:pt x="22263" y="6599"/>
                </a:lnTo>
                <a:lnTo>
                  <a:pt x="22008" y="6238"/>
                </a:lnTo>
                <a:lnTo>
                  <a:pt x="21734" y="5891"/>
                </a:lnTo>
                <a:lnTo>
                  <a:pt x="21442" y="5558"/>
                </a:lnTo>
                <a:lnTo>
                  <a:pt x="21134" y="5242"/>
                </a:lnTo>
                <a:lnTo>
                  <a:pt x="20809" y="4943"/>
                </a:lnTo>
                <a:lnTo>
                  <a:pt x="20469" y="4662"/>
                </a:lnTo>
                <a:lnTo>
                  <a:pt x="20114" y="4400"/>
                </a:lnTo>
                <a:lnTo>
                  <a:pt x="19747" y="4160"/>
                </a:lnTo>
                <a:lnTo>
                  <a:pt x="19367" y="3940"/>
                </a:lnTo>
                <a:lnTo>
                  <a:pt x="18975" y="3744"/>
                </a:lnTo>
                <a:lnTo>
                  <a:pt x="18573" y="3572"/>
                </a:lnTo>
                <a:lnTo>
                  <a:pt x="18161" y="3424"/>
                </a:lnTo>
                <a:lnTo>
                  <a:pt x="17741" y="3303"/>
                </a:lnTo>
                <a:lnTo>
                  <a:pt x="17313" y="3209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lnTo>
                  <a:pt x="0" y="17608"/>
                </a:lnTo>
                <a:lnTo>
                  <a:pt x="14" y="18046"/>
                </a:lnTo>
                <a:close/>
                <a:moveTo>
                  <a:pt x="12014" y="62354"/>
                </a:moveTo>
                <a:lnTo>
                  <a:pt x="11844" y="61948"/>
                </a:lnTo>
                <a:lnTo>
                  <a:pt x="11652" y="61552"/>
                </a:lnTo>
                <a:lnTo>
                  <a:pt x="11437" y="61166"/>
                </a:lnTo>
                <a:lnTo>
                  <a:pt x="11202" y="60793"/>
                </a:lnTo>
                <a:lnTo>
                  <a:pt x="10948" y="60431"/>
                </a:lnTo>
                <a:lnTo>
                  <a:pt x="10674" y="60084"/>
                </a:lnTo>
                <a:lnTo>
                  <a:pt x="10382" y="59751"/>
                </a:lnTo>
                <a:lnTo>
                  <a:pt x="10073" y="59435"/>
                </a:lnTo>
                <a:lnTo>
                  <a:pt x="9749" y="59136"/>
                </a:lnTo>
                <a:lnTo>
                  <a:pt x="9408" y="58855"/>
                </a:lnTo>
                <a:lnTo>
                  <a:pt x="9054" y="58594"/>
                </a:lnTo>
                <a:lnTo>
                  <a:pt x="8686" y="58353"/>
                </a:lnTo>
                <a:lnTo>
                  <a:pt x="8306" y="58134"/>
                </a:lnTo>
                <a:lnTo>
                  <a:pt x="7915" y="57937"/>
                </a:lnTo>
                <a:lnTo>
                  <a:pt x="7513" y="57765"/>
                </a:lnTo>
                <a:lnTo>
                  <a:pt x="7101" y="57617"/>
                </a:lnTo>
                <a:lnTo>
                  <a:pt x="6681" y="57496"/>
                </a:lnTo>
                <a:lnTo>
                  <a:pt x="6253" y="57402"/>
                </a:lnTo>
                <a:lnTo>
                  <a:pt x="5825" y="57337"/>
                </a:lnTo>
                <a:lnTo>
                  <a:pt x="5404" y="57303"/>
                </a:lnTo>
                <a:lnTo>
                  <a:pt x="4993" y="57298"/>
                </a:lnTo>
                <a:lnTo>
                  <a:pt x="4590" y="57321"/>
                </a:lnTo>
                <a:lnTo>
                  <a:pt x="4199" y="57372"/>
                </a:lnTo>
                <a:lnTo>
                  <a:pt x="3819" y="57451"/>
                </a:lnTo>
                <a:lnTo>
                  <a:pt x="3451" y="57555"/>
                </a:lnTo>
                <a:lnTo>
                  <a:pt x="3097" y="57685"/>
                </a:lnTo>
                <a:lnTo>
                  <a:pt x="2757" y="57840"/>
                </a:lnTo>
                <a:lnTo>
                  <a:pt x="2432" y="58019"/>
                </a:lnTo>
                <a:lnTo>
                  <a:pt x="2123" y="58221"/>
                </a:lnTo>
                <a:lnTo>
                  <a:pt x="1831" y="58445"/>
                </a:lnTo>
                <a:lnTo>
                  <a:pt x="1558" y="58691"/>
                </a:lnTo>
                <a:lnTo>
                  <a:pt x="1303" y="58958"/>
                </a:lnTo>
                <a:lnTo>
                  <a:pt x="1068" y="59245"/>
                </a:lnTo>
                <a:lnTo>
                  <a:pt x="854" y="59551"/>
                </a:lnTo>
                <a:lnTo>
                  <a:pt x="661" y="59875"/>
                </a:lnTo>
                <a:lnTo>
                  <a:pt x="491" y="60218"/>
                </a:lnTo>
                <a:lnTo>
                  <a:pt x="345" y="60577"/>
                </a:lnTo>
                <a:lnTo>
                  <a:pt x="223" y="60953"/>
                </a:lnTo>
                <a:lnTo>
                  <a:pt x="127" y="61344"/>
                </a:lnTo>
                <a:lnTo>
                  <a:pt x="57" y="61750"/>
                </a:lnTo>
                <a:lnTo>
                  <a:pt x="14" y="62169"/>
                </a:lnTo>
                <a:lnTo>
                  <a:pt x="0" y="62602"/>
                </a:lnTo>
                <a:lnTo>
                  <a:pt x="0" y="85099"/>
                </a:lnTo>
                <a:lnTo>
                  <a:pt x="14" y="85537"/>
                </a:lnTo>
                <a:lnTo>
                  <a:pt x="57" y="85973"/>
                </a:lnTo>
                <a:lnTo>
                  <a:pt x="127" y="86404"/>
                </a:lnTo>
                <a:lnTo>
                  <a:pt x="223" y="86831"/>
                </a:lnTo>
                <a:lnTo>
                  <a:pt x="345" y="87252"/>
                </a:lnTo>
                <a:lnTo>
                  <a:pt x="491" y="87666"/>
                </a:lnTo>
                <a:lnTo>
                  <a:pt x="661" y="88071"/>
                </a:lnTo>
                <a:lnTo>
                  <a:pt x="854" y="88467"/>
                </a:lnTo>
                <a:lnTo>
                  <a:pt x="1068" y="88853"/>
                </a:lnTo>
                <a:lnTo>
                  <a:pt x="1303" y="89227"/>
                </a:lnTo>
                <a:lnTo>
                  <a:pt x="1558" y="89588"/>
                </a:lnTo>
                <a:lnTo>
                  <a:pt x="1831" y="89935"/>
                </a:lnTo>
                <a:lnTo>
                  <a:pt x="2123" y="90268"/>
                </a:lnTo>
                <a:lnTo>
                  <a:pt x="2432" y="90584"/>
                </a:lnTo>
                <a:lnTo>
                  <a:pt x="2757" y="90883"/>
                </a:lnTo>
                <a:lnTo>
                  <a:pt x="3097" y="91164"/>
                </a:lnTo>
                <a:lnTo>
                  <a:pt x="3451" y="91426"/>
                </a:lnTo>
                <a:lnTo>
                  <a:pt x="3819" y="91667"/>
                </a:lnTo>
                <a:lnTo>
                  <a:pt x="4199" y="91886"/>
                </a:lnTo>
                <a:lnTo>
                  <a:pt x="4590" y="92082"/>
                </a:lnTo>
                <a:lnTo>
                  <a:pt x="4993" y="92255"/>
                </a:lnTo>
                <a:lnTo>
                  <a:pt x="5404" y="92402"/>
                </a:lnTo>
                <a:lnTo>
                  <a:pt x="5825" y="92523"/>
                </a:lnTo>
                <a:lnTo>
                  <a:pt x="6253" y="92617"/>
                </a:lnTo>
                <a:lnTo>
                  <a:pt x="6681" y="92682"/>
                </a:lnTo>
                <a:lnTo>
                  <a:pt x="7101" y="92717"/>
                </a:lnTo>
                <a:lnTo>
                  <a:pt x="7513" y="92722"/>
                </a:lnTo>
                <a:lnTo>
                  <a:pt x="7915" y="92698"/>
                </a:lnTo>
                <a:lnTo>
                  <a:pt x="8306" y="92647"/>
                </a:lnTo>
                <a:lnTo>
                  <a:pt x="8686" y="92569"/>
                </a:lnTo>
                <a:lnTo>
                  <a:pt x="9054" y="92464"/>
                </a:lnTo>
                <a:lnTo>
                  <a:pt x="9408" y="92334"/>
                </a:lnTo>
                <a:lnTo>
                  <a:pt x="9749" y="92179"/>
                </a:lnTo>
                <a:lnTo>
                  <a:pt x="10073" y="92000"/>
                </a:lnTo>
                <a:lnTo>
                  <a:pt x="10382" y="91799"/>
                </a:lnTo>
                <a:lnTo>
                  <a:pt x="10674" y="91574"/>
                </a:lnTo>
                <a:lnTo>
                  <a:pt x="10948" y="91328"/>
                </a:lnTo>
                <a:lnTo>
                  <a:pt x="11202" y="91061"/>
                </a:lnTo>
                <a:lnTo>
                  <a:pt x="11437" y="90775"/>
                </a:lnTo>
                <a:lnTo>
                  <a:pt x="11652" y="90468"/>
                </a:lnTo>
                <a:lnTo>
                  <a:pt x="11844" y="90144"/>
                </a:lnTo>
                <a:lnTo>
                  <a:pt x="12014" y="89801"/>
                </a:lnTo>
                <a:lnTo>
                  <a:pt x="12160" y="89442"/>
                </a:lnTo>
                <a:lnTo>
                  <a:pt x="12282" y="89066"/>
                </a:lnTo>
                <a:lnTo>
                  <a:pt x="12378" y="88675"/>
                </a:lnTo>
                <a:lnTo>
                  <a:pt x="12448" y="88269"/>
                </a:lnTo>
                <a:lnTo>
                  <a:pt x="12491" y="87850"/>
                </a:lnTo>
                <a:lnTo>
                  <a:pt x="12505" y="87417"/>
                </a:lnTo>
                <a:lnTo>
                  <a:pt x="12505" y="64920"/>
                </a:lnTo>
                <a:lnTo>
                  <a:pt x="12491" y="64482"/>
                </a:lnTo>
                <a:lnTo>
                  <a:pt x="12448" y="64046"/>
                </a:lnTo>
                <a:lnTo>
                  <a:pt x="12378" y="63615"/>
                </a:lnTo>
                <a:lnTo>
                  <a:pt x="12282" y="63188"/>
                </a:lnTo>
                <a:lnTo>
                  <a:pt x="12160" y="62767"/>
                </a:lnTo>
                <a:lnTo>
                  <a:pt x="12014" y="62354"/>
                </a:lnTo>
                <a:close/>
                <a:moveTo>
                  <a:pt x="12014" y="129845"/>
                </a:moveTo>
                <a:lnTo>
                  <a:pt x="11844" y="129440"/>
                </a:lnTo>
                <a:lnTo>
                  <a:pt x="11652" y="129044"/>
                </a:lnTo>
                <a:lnTo>
                  <a:pt x="11437" y="128658"/>
                </a:lnTo>
                <a:lnTo>
                  <a:pt x="11202" y="128284"/>
                </a:lnTo>
                <a:lnTo>
                  <a:pt x="10948" y="127923"/>
                </a:lnTo>
                <a:lnTo>
                  <a:pt x="10674" y="127575"/>
                </a:lnTo>
                <a:lnTo>
                  <a:pt x="10382" y="127243"/>
                </a:lnTo>
                <a:lnTo>
                  <a:pt x="10073" y="126927"/>
                </a:lnTo>
                <a:lnTo>
                  <a:pt x="9749" y="126627"/>
                </a:lnTo>
                <a:lnTo>
                  <a:pt x="9408" y="126347"/>
                </a:lnTo>
                <a:lnTo>
                  <a:pt x="9054" y="126085"/>
                </a:lnTo>
                <a:lnTo>
                  <a:pt x="8686" y="125844"/>
                </a:lnTo>
                <a:lnTo>
                  <a:pt x="8306" y="125625"/>
                </a:lnTo>
                <a:lnTo>
                  <a:pt x="7915" y="125429"/>
                </a:lnTo>
                <a:lnTo>
                  <a:pt x="7513" y="125256"/>
                </a:lnTo>
                <a:lnTo>
                  <a:pt x="7101" y="125109"/>
                </a:lnTo>
                <a:lnTo>
                  <a:pt x="6681" y="124987"/>
                </a:lnTo>
                <a:lnTo>
                  <a:pt x="6253" y="124893"/>
                </a:lnTo>
                <a:lnTo>
                  <a:pt x="5825" y="124829"/>
                </a:lnTo>
                <a:lnTo>
                  <a:pt x="5404" y="124794"/>
                </a:lnTo>
                <a:lnTo>
                  <a:pt x="4993" y="124789"/>
                </a:lnTo>
                <a:lnTo>
                  <a:pt x="4590" y="124813"/>
                </a:lnTo>
                <a:lnTo>
                  <a:pt x="4199" y="124864"/>
                </a:lnTo>
                <a:lnTo>
                  <a:pt x="3819" y="124942"/>
                </a:lnTo>
                <a:lnTo>
                  <a:pt x="3451" y="125047"/>
                </a:lnTo>
                <a:lnTo>
                  <a:pt x="3097" y="125177"/>
                </a:lnTo>
                <a:lnTo>
                  <a:pt x="2757" y="125332"/>
                </a:lnTo>
                <a:lnTo>
                  <a:pt x="2432" y="125510"/>
                </a:lnTo>
                <a:lnTo>
                  <a:pt x="2123" y="125712"/>
                </a:lnTo>
                <a:lnTo>
                  <a:pt x="1831" y="125937"/>
                </a:lnTo>
                <a:lnTo>
                  <a:pt x="1558" y="126183"/>
                </a:lnTo>
                <a:lnTo>
                  <a:pt x="1303" y="126449"/>
                </a:lnTo>
                <a:lnTo>
                  <a:pt x="1068" y="126736"/>
                </a:lnTo>
                <a:lnTo>
                  <a:pt x="854" y="127042"/>
                </a:lnTo>
                <a:lnTo>
                  <a:pt x="661" y="127367"/>
                </a:lnTo>
                <a:lnTo>
                  <a:pt x="491" y="127710"/>
                </a:lnTo>
                <a:lnTo>
                  <a:pt x="345" y="128069"/>
                </a:lnTo>
                <a:lnTo>
                  <a:pt x="223" y="128445"/>
                </a:lnTo>
                <a:lnTo>
                  <a:pt x="127" y="128836"/>
                </a:lnTo>
                <a:lnTo>
                  <a:pt x="57" y="129241"/>
                </a:lnTo>
                <a:lnTo>
                  <a:pt x="14" y="129661"/>
                </a:lnTo>
                <a:lnTo>
                  <a:pt x="0" y="130094"/>
                </a:lnTo>
                <a:lnTo>
                  <a:pt x="0" y="152591"/>
                </a:lnTo>
                <a:lnTo>
                  <a:pt x="14" y="153029"/>
                </a:lnTo>
                <a:lnTo>
                  <a:pt x="57" y="153464"/>
                </a:lnTo>
                <a:lnTo>
                  <a:pt x="127" y="153896"/>
                </a:lnTo>
                <a:lnTo>
                  <a:pt x="223" y="154323"/>
                </a:lnTo>
                <a:lnTo>
                  <a:pt x="345" y="154744"/>
                </a:lnTo>
                <a:lnTo>
                  <a:pt x="491" y="155157"/>
                </a:lnTo>
                <a:lnTo>
                  <a:pt x="661" y="155563"/>
                </a:lnTo>
                <a:lnTo>
                  <a:pt x="854" y="155959"/>
                </a:lnTo>
                <a:lnTo>
                  <a:pt x="1068" y="156344"/>
                </a:lnTo>
                <a:lnTo>
                  <a:pt x="1303" y="156718"/>
                </a:lnTo>
                <a:lnTo>
                  <a:pt x="1558" y="157080"/>
                </a:lnTo>
                <a:lnTo>
                  <a:pt x="1831" y="157427"/>
                </a:lnTo>
                <a:lnTo>
                  <a:pt x="2123" y="157759"/>
                </a:lnTo>
                <a:lnTo>
                  <a:pt x="2432" y="158076"/>
                </a:lnTo>
                <a:lnTo>
                  <a:pt x="2757" y="158375"/>
                </a:lnTo>
                <a:lnTo>
                  <a:pt x="3097" y="158656"/>
                </a:lnTo>
                <a:lnTo>
                  <a:pt x="3451" y="158917"/>
                </a:lnTo>
                <a:lnTo>
                  <a:pt x="3819" y="159158"/>
                </a:lnTo>
                <a:lnTo>
                  <a:pt x="4199" y="159377"/>
                </a:lnTo>
                <a:lnTo>
                  <a:pt x="4590" y="159574"/>
                </a:lnTo>
                <a:lnTo>
                  <a:pt x="4993" y="159746"/>
                </a:lnTo>
                <a:lnTo>
                  <a:pt x="5404" y="159894"/>
                </a:lnTo>
                <a:lnTo>
                  <a:pt x="5825" y="160015"/>
                </a:lnTo>
                <a:lnTo>
                  <a:pt x="6253" y="160109"/>
                </a:lnTo>
                <a:lnTo>
                  <a:pt x="6681" y="160174"/>
                </a:lnTo>
                <a:lnTo>
                  <a:pt x="7101" y="160208"/>
                </a:lnTo>
                <a:lnTo>
                  <a:pt x="7513" y="160213"/>
                </a:lnTo>
                <a:lnTo>
                  <a:pt x="7915" y="160190"/>
                </a:lnTo>
                <a:lnTo>
                  <a:pt x="8306" y="160139"/>
                </a:lnTo>
                <a:lnTo>
                  <a:pt x="8686" y="160060"/>
                </a:lnTo>
                <a:lnTo>
                  <a:pt x="9054" y="159956"/>
                </a:lnTo>
                <a:lnTo>
                  <a:pt x="9408" y="159826"/>
                </a:lnTo>
                <a:lnTo>
                  <a:pt x="9749" y="159671"/>
                </a:lnTo>
                <a:lnTo>
                  <a:pt x="10073" y="159492"/>
                </a:lnTo>
                <a:lnTo>
                  <a:pt x="10382" y="159290"/>
                </a:lnTo>
                <a:lnTo>
                  <a:pt x="10674" y="159066"/>
                </a:lnTo>
                <a:lnTo>
                  <a:pt x="10948" y="158820"/>
                </a:lnTo>
                <a:lnTo>
                  <a:pt x="11202" y="158553"/>
                </a:lnTo>
                <a:lnTo>
                  <a:pt x="11437" y="158266"/>
                </a:lnTo>
                <a:lnTo>
                  <a:pt x="11652" y="157960"/>
                </a:lnTo>
                <a:lnTo>
                  <a:pt x="11844" y="157635"/>
                </a:lnTo>
                <a:lnTo>
                  <a:pt x="12014" y="157293"/>
                </a:lnTo>
                <a:lnTo>
                  <a:pt x="12160" y="156933"/>
                </a:lnTo>
                <a:lnTo>
                  <a:pt x="12282" y="156558"/>
                </a:lnTo>
                <a:lnTo>
                  <a:pt x="12378" y="156167"/>
                </a:lnTo>
                <a:lnTo>
                  <a:pt x="12448" y="155761"/>
                </a:lnTo>
                <a:lnTo>
                  <a:pt x="12491" y="155341"/>
                </a:lnTo>
                <a:lnTo>
                  <a:pt x="12505" y="154909"/>
                </a:lnTo>
                <a:lnTo>
                  <a:pt x="12505" y="132411"/>
                </a:lnTo>
                <a:lnTo>
                  <a:pt x="12491" y="131973"/>
                </a:lnTo>
                <a:lnTo>
                  <a:pt x="12448" y="131538"/>
                </a:lnTo>
                <a:lnTo>
                  <a:pt x="12378" y="131106"/>
                </a:lnTo>
                <a:lnTo>
                  <a:pt x="12282" y="130680"/>
                </a:lnTo>
                <a:lnTo>
                  <a:pt x="12160" y="130259"/>
                </a:lnTo>
                <a:lnTo>
                  <a:pt x="12014" y="129845"/>
                </a:lnTo>
                <a:close/>
                <a:moveTo>
                  <a:pt x="12014" y="197337"/>
                </a:moveTo>
                <a:lnTo>
                  <a:pt x="11844" y="196931"/>
                </a:lnTo>
                <a:lnTo>
                  <a:pt x="11652" y="196535"/>
                </a:lnTo>
                <a:lnTo>
                  <a:pt x="11437" y="196150"/>
                </a:lnTo>
                <a:lnTo>
                  <a:pt x="11202" y="195776"/>
                </a:lnTo>
                <a:lnTo>
                  <a:pt x="10948" y="195414"/>
                </a:lnTo>
                <a:lnTo>
                  <a:pt x="10674" y="195067"/>
                </a:lnTo>
                <a:lnTo>
                  <a:pt x="10382" y="194735"/>
                </a:lnTo>
                <a:lnTo>
                  <a:pt x="10073" y="194418"/>
                </a:lnTo>
                <a:lnTo>
                  <a:pt x="9749" y="194119"/>
                </a:lnTo>
                <a:lnTo>
                  <a:pt x="9408" y="193838"/>
                </a:lnTo>
                <a:lnTo>
                  <a:pt x="9054" y="193577"/>
                </a:lnTo>
                <a:lnTo>
                  <a:pt x="8686" y="193336"/>
                </a:lnTo>
                <a:lnTo>
                  <a:pt x="8306" y="193117"/>
                </a:lnTo>
                <a:lnTo>
                  <a:pt x="7915" y="192920"/>
                </a:lnTo>
                <a:lnTo>
                  <a:pt x="7513" y="192748"/>
                </a:lnTo>
                <a:lnTo>
                  <a:pt x="7101" y="192600"/>
                </a:lnTo>
                <a:lnTo>
                  <a:pt x="6681" y="192479"/>
                </a:lnTo>
                <a:lnTo>
                  <a:pt x="6253" y="192385"/>
                </a:lnTo>
                <a:lnTo>
                  <a:pt x="5825" y="192320"/>
                </a:lnTo>
                <a:lnTo>
                  <a:pt x="5404" y="192286"/>
                </a:lnTo>
                <a:lnTo>
                  <a:pt x="4993" y="192281"/>
                </a:lnTo>
                <a:lnTo>
                  <a:pt x="4590" y="192304"/>
                </a:lnTo>
                <a:lnTo>
                  <a:pt x="4199" y="192355"/>
                </a:lnTo>
                <a:lnTo>
                  <a:pt x="3819" y="192434"/>
                </a:lnTo>
                <a:lnTo>
                  <a:pt x="3451" y="192538"/>
                </a:lnTo>
                <a:lnTo>
                  <a:pt x="3097" y="192668"/>
                </a:lnTo>
                <a:lnTo>
                  <a:pt x="2757" y="192823"/>
                </a:lnTo>
                <a:lnTo>
                  <a:pt x="2432" y="193002"/>
                </a:lnTo>
                <a:lnTo>
                  <a:pt x="2123" y="193204"/>
                </a:lnTo>
                <a:lnTo>
                  <a:pt x="1831" y="193428"/>
                </a:lnTo>
                <a:lnTo>
                  <a:pt x="1558" y="193674"/>
                </a:lnTo>
                <a:lnTo>
                  <a:pt x="1303" y="193941"/>
                </a:lnTo>
                <a:lnTo>
                  <a:pt x="1068" y="194228"/>
                </a:lnTo>
                <a:lnTo>
                  <a:pt x="854" y="194534"/>
                </a:lnTo>
                <a:lnTo>
                  <a:pt x="661" y="194859"/>
                </a:lnTo>
                <a:lnTo>
                  <a:pt x="491" y="195201"/>
                </a:lnTo>
                <a:lnTo>
                  <a:pt x="345" y="195561"/>
                </a:lnTo>
                <a:lnTo>
                  <a:pt x="223" y="195936"/>
                </a:lnTo>
                <a:lnTo>
                  <a:pt x="127" y="196327"/>
                </a:lnTo>
                <a:lnTo>
                  <a:pt x="57" y="196733"/>
                </a:lnTo>
                <a:lnTo>
                  <a:pt x="14" y="197153"/>
                </a:lnTo>
                <a:lnTo>
                  <a:pt x="0" y="197585"/>
                </a:lnTo>
                <a:lnTo>
                  <a:pt x="0" y="208834"/>
                </a:lnTo>
                <a:lnTo>
                  <a:pt x="0" y="215193"/>
                </a:lnTo>
                <a:lnTo>
                  <a:pt x="6253" y="216352"/>
                </a:lnTo>
                <a:lnTo>
                  <a:pt x="17313" y="218402"/>
                </a:lnTo>
                <a:lnTo>
                  <a:pt x="17741" y="218467"/>
                </a:lnTo>
                <a:lnTo>
                  <a:pt x="18161" y="218501"/>
                </a:lnTo>
                <a:lnTo>
                  <a:pt x="18573" y="218506"/>
                </a:lnTo>
                <a:lnTo>
                  <a:pt x="18975" y="218483"/>
                </a:lnTo>
                <a:lnTo>
                  <a:pt x="19367" y="218432"/>
                </a:lnTo>
                <a:lnTo>
                  <a:pt x="19747" y="218353"/>
                </a:lnTo>
                <a:lnTo>
                  <a:pt x="20114" y="218249"/>
                </a:lnTo>
                <a:lnTo>
                  <a:pt x="20469" y="218119"/>
                </a:lnTo>
                <a:lnTo>
                  <a:pt x="20809" y="217964"/>
                </a:lnTo>
                <a:lnTo>
                  <a:pt x="21134" y="217785"/>
                </a:lnTo>
                <a:lnTo>
                  <a:pt x="21442" y="217583"/>
                </a:lnTo>
                <a:lnTo>
                  <a:pt x="21734" y="217359"/>
                </a:lnTo>
                <a:lnTo>
                  <a:pt x="22008" y="217113"/>
                </a:lnTo>
                <a:lnTo>
                  <a:pt x="22263" y="216846"/>
                </a:lnTo>
                <a:lnTo>
                  <a:pt x="22498" y="216559"/>
                </a:lnTo>
                <a:lnTo>
                  <a:pt x="22712" y="216253"/>
                </a:lnTo>
                <a:lnTo>
                  <a:pt x="22904" y="215928"/>
                </a:lnTo>
                <a:lnTo>
                  <a:pt x="23074" y="215586"/>
                </a:lnTo>
                <a:lnTo>
                  <a:pt x="23220" y="215226"/>
                </a:lnTo>
                <a:lnTo>
                  <a:pt x="23342" y="214851"/>
                </a:lnTo>
                <a:lnTo>
                  <a:pt x="23438" y="214460"/>
                </a:lnTo>
                <a:lnTo>
                  <a:pt x="23508" y="214054"/>
                </a:lnTo>
                <a:lnTo>
                  <a:pt x="23551" y="213634"/>
                </a:lnTo>
                <a:lnTo>
                  <a:pt x="23566" y="213202"/>
                </a:lnTo>
                <a:lnTo>
                  <a:pt x="23551" y="212764"/>
                </a:lnTo>
                <a:lnTo>
                  <a:pt x="23508" y="212328"/>
                </a:lnTo>
                <a:lnTo>
                  <a:pt x="23438" y="211896"/>
                </a:lnTo>
                <a:lnTo>
                  <a:pt x="23342" y="211470"/>
                </a:lnTo>
                <a:lnTo>
                  <a:pt x="23220" y="211049"/>
                </a:lnTo>
                <a:lnTo>
                  <a:pt x="23074" y="210635"/>
                </a:lnTo>
                <a:lnTo>
                  <a:pt x="22904" y="210230"/>
                </a:lnTo>
                <a:lnTo>
                  <a:pt x="22712" y="209834"/>
                </a:lnTo>
                <a:lnTo>
                  <a:pt x="22498" y="209448"/>
                </a:lnTo>
                <a:lnTo>
                  <a:pt x="22263" y="209074"/>
                </a:lnTo>
                <a:lnTo>
                  <a:pt x="22008" y="208713"/>
                </a:lnTo>
                <a:lnTo>
                  <a:pt x="21734" y="208366"/>
                </a:lnTo>
                <a:lnTo>
                  <a:pt x="21442" y="208033"/>
                </a:lnTo>
                <a:lnTo>
                  <a:pt x="21134" y="207717"/>
                </a:lnTo>
                <a:lnTo>
                  <a:pt x="20809" y="207418"/>
                </a:lnTo>
                <a:lnTo>
                  <a:pt x="20469" y="207137"/>
                </a:lnTo>
                <a:lnTo>
                  <a:pt x="20114" y="206875"/>
                </a:lnTo>
                <a:lnTo>
                  <a:pt x="19747" y="206634"/>
                </a:lnTo>
                <a:lnTo>
                  <a:pt x="19367" y="206415"/>
                </a:lnTo>
                <a:lnTo>
                  <a:pt x="18975" y="206219"/>
                </a:lnTo>
                <a:lnTo>
                  <a:pt x="18573" y="206046"/>
                </a:lnTo>
                <a:lnTo>
                  <a:pt x="18161" y="205899"/>
                </a:lnTo>
                <a:lnTo>
                  <a:pt x="17741" y="205778"/>
                </a:lnTo>
                <a:lnTo>
                  <a:pt x="17313" y="205684"/>
                </a:lnTo>
                <a:lnTo>
                  <a:pt x="12505" y="204793"/>
                </a:lnTo>
                <a:lnTo>
                  <a:pt x="12505" y="199903"/>
                </a:lnTo>
                <a:lnTo>
                  <a:pt x="12491" y="199465"/>
                </a:lnTo>
                <a:lnTo>
                  <a:pt x="12448" y="199030"/>
                </a:lnTo>
                <a:lnTo>
                  <a:pt x="12378" y="198598"/>
                </a:lnTo>
                <a:lnTo>
                  <a:pt x="12282" y="198171"/>
                </a:lnTo>
                <a:lnTo>
                  <a:pt x="12160" y="197750"/>
                </a:lnTo>
                <a:lnTo>
                  <a:pt x="12014" y="197337"/>
                </a:lnTo>
                <a:close/>
                <a:moveTo>
                  <a:pt x="59120" y="11457"/>
                </a:moveTo>
                <a:lnTo>
                  <a:pt x="58752" y="11562"/>
                </a:lnTo>
                <a:lnTo>
                  <a:pt x="58398" y="11692"/>
                </a:lnTo>
                <a:lnTo>
                  <a:pt x="58058" y="11846"/>
                </a:lnTo>
                <a:lnTo>
                  <a:pt x="57733" y="12025"/>
                </a:lnTo>
                <a:lnTo>
                  <a:pt x="57424" y="12227"/>
                </a:lnTo>
                <a:lnTo>
                  <a:pt x="57133" y="12451"/>
                </a:lnTo>
                <a:lnTo>
                  <a:pt x="56859" y="12697"/>
                </a:lnTo>
                <a:lnTo>
                  <a:pt x="56604" y="12964"/>
                </a:lnTo>
                <a:lnTo>
                  <a:pt x="56369" y="13251"/>
                </a:lnTo>
                <a:lnTo>
                  <a:pt x="56155" y="13557"/>
                </a:lnTo>
                <a:lnTo>
                  <a:pt x="55962" y="13882"/>
                </a:lnTo>
                <a:lnTo>
                  <a:pt x="55793" y="14224"/>
                </a:lnTo>
                <a:lnTo>
                  <a:pt x="55646" y="14584"/>
                </a:lnTo>
                <a:lnTo>
                  <a:pt x="55525" y="14960"/>
                </a:lnTo>
                <a:lnTo>
                  <a:pt x="55428" y="15351"/>
                </a:lnTo>
                <a:lnTo>
                  <a:pt x="55358" y="15756"/>
                </a:lnTo>
                <a:lnTo>
                  <a:pt x="55316" y="16176"/>
                </a:lnTo>
                <a:lnTo>
                  <a:pt x="55301" y="16609"/>
                </a:lnTo>
                <a:lnTo>
                  <a:pt x="55316" y="17047"/>
                </a:lnTo>
                <a:lnTo>
                  <a:pt x="55358" y="17482"/>
                </a:lnTo>
                <a:lnTo>
                  <a:pt x="55428" y="17914"/>
                </a:lnTo>
                <a:lnTo>
                  <a:pt x="55525" y="18341"/>
                </a:lnTo>
                <a:lnTo>
                  <a:pt x="55646" y="18761"/>
                </a:lnTo>
                <a:lnTo>
                  <a:pt x="55793" y="19175"/>
                </a:lnTo>
                <a:lnTo>
                  <a:pt x="55962" y="19580"/>
                </a:lnTo>
                <a:lnTo>
                  <a:pt x="56155" y="19976"/>
                </a:lnTo>
                <a:lnTo>
                  <a:pt x="56369" y="20362"/>
                </a:lnTo>
                <a:lnTo>
                  <a:pt x="56604" y="20736"/>
                </a:lnTo>
                <a:lnTo>
                  <a:pt x="56859" y="21097"/>
                </a:lnTo>
                <a:lnTo>
                  <a:pt x="57133" y="21445"/>
                </a:lnTo>
                <a:lnTo>
                  <a:pt x="57424" y="21777"/>
                </a:lnTo>
                <a:lnTo>
                  <a:pt x="57733" y="22093"/>
                </a:lnTo>
                <a:lnTo>
                  <a:pt x="58058" y="22393"/>
                </a:lnTo>
                <a:lnTo>
                  <a:pt x="58398" y="22673"/>
                </a:lnTo>
                <a:lnTo>
                  <a:pt x="58752" y="22935"/>
                </a:lnTo>
                <a:lnTo>
                  <a:pt x="59120" y="23176"/>
                </a:lnTo>
                <a:lnTo>
                  <a:pt x="59500" y="23395"/>
                </a:lnTo>
                <a:lnTo>
                  <a:pt x="59892" y="23591"/>
                </a:lnTo>
                <a:lnTo>
                  <a:pt x="60294" y="23764"/>
                </a:lnTo>
                <a:lnTo>
                  <a:pt x="60705" y="23911"/>
                </a:lnTo>
                <a:lnTo>
                  <a:pt x="61126" y="24033"/>
                </a:lnTo>
                <a:lnTo>
                  <a:pt x="61554" y="24127"/>
                </a:lnTo>
                <a:lnTo>
                  <a:pt x="83674" y="28226"/>
                </a:lnTo>
                <a:lnTo>
                  <a:pt x="84102" y="28291"/>
                </a:lnTo>
                <a:lnTo>
                  <a:pt x="84523" y="28326"/>
                </a:lnTo>
                <a:lnTo>
                  <a:pt x="84934" y="28331"/>
                </a:lnTo>
                <a:lnTo>
                  <a:pt x="85337" y="28307"/>
                </a:lnTo>
                <a:lnTo>
                  <a:pt x="85728" y="28256"/>
                </a:lnTo>
                <a:lnTo>
                  <a:pt x="86108" y="28178"/>
                </a:lnTo>
                <a:lnTo>
                  <a:pt x="86476" y="28073"/>
                </a:lnTo>
                <a:lnTo>
                  <a:pt x="86830" y="27943"/>
                </a:lnTo>
                <a:lnTo>
                  <a:pt x="87170" y="27788"/>
                </a:lnTo>
                <a:lnTo>
                  <a:pt x="87495" y="27610"/>
                </a:lnTo>
                <a:lnTo>
                  <a:pt x="87804" y="27408"/>
                </a:lnTo>
                <a:lnTo>
                  <a:pt x="88096" y="27183"/>
                </a:lnTo>
                <a:lnTo>
                  <a:pt x="88369" y="26937"/>
                </a:lnTo>
                <a:lnTo>
                  <a:pt x="88624" y="26671"/>
                </a:lnTo>
                <a:lnTo>
                  <a:pt x="88859" y="26384"/>
                </a:lnTo>
                <a:lnTo>
                  <a:pt x="89073" y="26077"/>
                </a:lnTo>
                <a:lnTo>
                  <a:pt x="89266" y="25753"/>
                </a:lnTo>
                <a:lnTo>
                  <a:pt x="89436" y="25410"/>
                </a:lnTo>
                <a:lnTo>
                  <a:pt x="89582" y="25051"/>
                </a:lnTo>
                <a:lnTo>
                  <a:pt x="89704" y="24675"/>
                </a:lnTo>
                <a:lnTo>
                  <a:pt x="89800" y="24284"/>
                </a:lnTo>
                <a:lnTo>
                  <a:pt x="89870" y="23878"/>
                </a:lnTo>
                <a:lnTo>
                  <a:pt x="89913" y="23459"/>
                </a:lnTo>
                <a:lnTo>
                  <a:pt x="89927" y="23026"/>
                </a:lnTo>
                <a:lnTo>
                  <a:pt x="89913" y="22588"/>
                </a:lnTo>
                <a:lnTo>
                  <a:pt x="89870" y="22153"/>
                </a:lnTo>
                <a:lnTo>
                  <a:pt x="89800" y="21721"/>
                </a:lnTo>
                <a:lnTo>
                  <a:pt x="89704" y="21294"/>
                </a:lnTo>
                <a:lnTo>
                  <a:pt x="89582" y="20873"/>
                </a:lnTo>
                <a:lnTo>
                  <a:pt x="89436" y="20460"/>
                </a:lnTo>
                <a:lnTo>
                  <a:pt x="89266" y="20054"/>
                </a:lnTo>
                <a:lnTo>
                  <a:pt x="89073" y="19658"/>
                </a:lnTo>
                <a:lnTo>
                  <a:pt x="88859" y="19273"/>
                </a:lnTo>
                <a:lnTo>
                  <a:pt x="88624" y="18899"/>
                </a:lnTo>
                <a:lnTo>
                  <a:pt x="88369" y="18538"/>
                </a:lnTo>
                <a:lnTo>
                  <a:pt x="88096" y="18190"/>
                </a:lnTo>
                <a:lnTo>
                  <a:pt x="87804" y="17858"/>
                </a:lnTo>
                <a:lnTo>
                  <a:pt x="87495" y="17541"/>
                </a:lnTo>
                <a:lnTo>
                  <a:pt x="87170" y="17242"/>
                </a:lnTo>
                <a:lnTo>
                  <a:pt x="86830" y="16961"/>
                </a:lnTo>
                <a:lnTo>
                  <a:pt x="86476" y="16700"/>
                </a:lnTo>
                <a:lnTo>
                  <a:pt x="86108" y="16459"/>
                </a:lnTo>
                <a:lnTo>
                  <a:pt x="85728" y="16240"/>
                </a:lnTo>
                <a:lnTo>
                  <a:pt x="85337" y="16043"/>
                </a:lnTo>
                <a:lnTo>
                  <a:pt x="84934" y="15871"/>
                </a:lnTo>
                <a:lnTo>
                  <a:pt x="84523" y="15723"/>
                </a:lnTo>
                <a:lnTo>
                  <a:pt x="84102" y="15602"/>
                </a:lnTo>
                <a:lnTo>
                  <a:pt x="83674" y="15508"/>
                </a:lnTo>
                <a:lnTo>
                  <a:pt x="61554" y="11408"/>
                </a:lnTo>
                <a:lnTo>
                  <a:pt x="61126" y="11344"/>
                </a:lnTo>
                <a:lnTo>
                  <a:pt x="60705" y="11309"/>
                </a:lnTo>
                <a:lnTo>
                  <a:pt x="60294" y="11304"/>
                </a:lnTo>
                <a:lnTo>
                  <a:pt x="59892" y="11327"/>
                </a:lnTo>
                <a:lnTo>
                  <a:pt x="59500" y="11379"/>
                </a:lnTo>
                <a:lnTo>
                  <a:pt x="59120" y="11457"/>
                </a:lnTo>
                <a:close/>
                <a:moveTo>
                  <a:pt x="125482" y="23756"/>
                </a:moveTo>
                <a:lnTo>
                  <a:pt x="125114" y="23861"/>
                </a:lnTo>
                <a:lnTo>
                  <a:pt x="124760" y="23991"/>
                </a:lnTo>
                <a:lnTo>
                  <a:pt x="124419" y="24146"/>
                </a:lnTo>
                <a:lnTo>
                  <a:pt x="124095" y="24325"/>
                </a:lnTo>
                <a:lnTo>
                  <a:pt x="123786" y="24527"/>
                </a:lnTo>
                <a:lnTo>
                  <a:pt x="123494" y="24751"/>
                </a:lnTo>
                <a:lnTo>
                  <a:pt x="123220" y="24997"/>
                </a:lnTo>
                <a:lnTo>
                  <a:pt x="122966" y="25264"/>
                </a:lnTo>
                <a:lnTo>
                  <a:pt x="122731" y="25550"/>
                </a:lnTo>
                <a:lnTo>
                  <a:pt x="122516" y="25857"/>
                </a:lnTo>
                <a:lnTo>
                  <a:pt x="122324" y="26181"/>
                </a:lnTo>
                <a:lnTo>
                  <a:pt x="122154" y="26524"/>
                </a:lnTo>
                <a:lnTo>
                  <a:pt x="122008" y="26883"/>
                </a:lnTo>
                <a:lnTo>
                  <a:pt x="121886" y="27259"/>
                </a:lnTo>
                <a:lnTo>
                  <a:pt x="121790" y="27650"/>
                </a:lnTo>
                <a:lnTo>
                  <a:pt x="121720" y="28056"/>
                </a:lnTo>
                <a:lnTo>
                  <a:pt x="121677" y="28475"/>
                </a:lnTo>
                <a:lnTo>
                  <a:pt x="121663" y="28908"/>
                </a:lnTo>
                <a:lnTo>
                  <a:pt x="121677" y="29346"/>
                </a:lnTo>
                <a:lnTo>
                  <a:pt x="121720" y="29781"/>
                </a:lnTo>
                <a:lnTo>
                  <a:pt x="121790" y="30213"/>
                </a:lnTo>
                <a:lnTo>
                  <a:pt x="121886" y="30640"/>
                </a:lnTo>
                <a:lnTo>
                  <a:pt x="122008" y="31061"/>
                </a:lnTo>
                <a:lnTo>
                  <a:pt x="122154" y="31474"/>
                </a:lnTo>
                <a:lnTo>
                  <a:pt x="122324" y="31880"/>
                </a:lnTo>
                <a:lnTo>
                  <a:pt x="122516" y="32276"/>
                </a:lnTo>
                <a:lnTo>
                  <a:pt x="122731" y="32661"/>
                </a:lnTo>
                <a:lnTo>
                  <a:pt x="122966" y="33035"/>
                </a:lnTo>
                <a:lnTo>
                  <a:pt x="123220" y="33397"/>
                </a:lnTo>
                <a:lnTo>
                  <a:pt x="123494" y="33744"/>
                </a:lnTo>
                <a:lnTo>
                  <a:pt x="123786" y="34076"/>
                </a:lnTo>
                <a:lnTo>
                  <a:pt x="124095" y="34393"/>
                </a:lnTo>
                <a:lnTo>
                  <a:pt x="124419" y="34692"/>
                </a:lnTo>
                <a:lnTo>
                  <a:pt x="124760" y="34973"/>
                </a:lnTo>
                <a:lnTo>
                  <a:pt x="125114" y="35234"/>
                </a:lnTo>
                <a:lnTo>
                  <a:pt x="125482" y="35475"/>
                </a:lnTo>
                <a:lnTo>
                  <a:pt x="125862" y="35694"/>
                </a:lnTo>
                <a:lnTo>
                  <a:pt x="126253" y="35891"/>
                </a:lnTo>
                <a:lnTo>
                  <a:pt x="126655" y="36063"/>
                </a:lnTo>
                <a:lnTo>
                  <a:pt x="127067" y="36211"/>
                </a:lnTo>
                <a:lnTo>
                  <a:pt x="127487" y="36332"/>
                </a:lnTo>
                <a:lnTo>
                  <a:pt x="127915" y="36426"/>
                </a:lnTo>
                <a:lnTo>
                  <a:pt x="150036" y="40526"/>
                </a:lnTo>
                <a:lnTo>
                  <a:pt x="150464" y="40590"/>
                </a:lnTo>
                <a:lnTo>
                  <a:pt x="150884" y="40625"/>
                </a:lnTo>
                <a:lnTo>
                  <a:pt x="151296" y="40630"/>
                </a:lnTo>
                <a:lnTo>
                  <a:pt x="151698" y="40607"/>
                </a:lnTo>
                <a:lnTo>
                  <a:pt x="152090" y="40555"/>
                </a:lnTo>
                <a:lnTo>
                  <a:pt x="152470" y="40477"/>
                </a:lnTo>
                <a:lnTo>
                  <a:pt x="152837" y="40373"/>
                </a:lnTo>
                <a:lnTo>
                  <a:pt x="153192" y="40242"/>
                </a:lnTo>
                <a:lnTo>
                  <a:pt x="153532" y="40088"/>
                </a:lnTo>
                <a:lnTo>
                  <a:pt x="153857" y="39909"/>
                </a:lnTo>
                <a:lnTo>
                  <a:pt x="154165" y="39707"/>
                </a:lnTo>
                <a:lnTo>
                  <a:pt x="154457" y="39483"/>
                </a:lnTo>
                <a:lnTo>
                  <a:pt x="154731" y="39237"/>
                </a:lnTo>
                <a:lnTo>
                  <a:pt x="154986" y="38970"/>
                </a:lnTo>
                <a:lnTo>
                  <a:pt x="155221" y="38683"/>
                </a:lnTo>
                <a:lnTo>
                  <a:pt x="155435" y="38377"/>
                </a:lnTo>
                <a:lnTo>
                  <a:pt x="155627" y="38052"/>
                </a:lnTo>
                <a:lnTo>
                  <a:pt x="155797" y="37710"/>
                </a:lnTo>
                <a:lnTo>
                  <a:pt x="155943" y="37350"/>
                </a:lnTo>
                <a:lnTo>
                  <a:pt x="156065" y="36975"/>
                </a:lnTo>
                <a:lnTo>
                  <a:pt x="156161" y="36584"/>
                </a:lnTo>
                <a:lnTo>
                  <a:pt x="156231" y="36178"/>
                </a:lnTo>
                <a:lnTo>
                  <a:pt x="156274" y="35758"/>
                </a:lnTo>
                <a:lnTo>
                  <a:pt x="156288" y="35326"/>
                </a:lnTo>
                <a:lnTo>
                  <a:pt x="156274" y="34887"/>
                </a:lnTo>
                <a:lnTo>
                  <a:pt x="156231" y="34452"/>
                </a:lnTo>
                <a:lnTo>
                  <a:pt x="156161" y="34020"/>
                </a:lnTo>
                <a:lnTo>
                  <a:pt x="156065" y="33594"/>
                </a:lnTo>
                <a:lnTo>
                  <a:pt x="155943" y="33173"/>
                </a:lnTo>
                <a:lnTo>
                  <a:pt x="155797" y="32759"/>
                </a:lnTo>
                <a:lnTo>
                  <a:pt x="155627" y="32354"/>
                </a:lnTo>
                <a:lnTo>
                  <a:pt x="155435" y="31958"/>
                </a:lnTo>
                <a:lnTo>
                  <a:pt x="155221" y="31572"/>
                </a:lnTo>
                <a:lnTo>
                  <a:pt x="154986" y="31198"/>
                </a:lnTo>
                <a:lnTo>
                  <a:pt x="154731" y="30837"/>
                </a:lnTo>
                <a:lnTo>
                  <a:pt x="154457" y="30490"/>
                </a:lnTo>
                <a:lnTo>
                  <a:pt x="154165" y="30157"/>
                </a:lnTo>
                <a:lnTo>
                  <a:pt x="153857" y="29841"/>
                </a:lnTo>
                <a:lnTo>
                  <a:pt x="153532" y="29542"/>
                </a:lnTo>
                <a:lnTo>
                  <a:pt x="153192" y="29261"/>
                </a:lnTo>
                <a:lnTo>
                  <a:pt x="152837" y="28999"/>
                </a:lnTo>
                <a:lnTo>
                  <a:pt x="152470" y="28758"/>
                </a:lnTo>
                <a:lnTo>
                  <a:pt x="152090" y="28539"/>
                </a:lnTo>
                <a:lnTo>
                  <a:pt x="151698" y="28343"/>
                </a:lnTo>
                <a:lnTo>
                  <a:pt x="151296" y="28170"/>
                </a:lnTo>
                <a:lnTo>
                  <a:pt x="150884" y="28023"/>
                </a:lnTo>
                <a:lnTo>
                  <a:pt x="150464" y="27902"/>
                </a:lnTo>
                <a:lnTo>
                  <a:pt x="150036" y="27808"/>
                </a:lnTo>
                <a:lnTo>
                  <a:pt x="127915" y="23708"/>
                </a:lnTo>
                <a:lnTo>
                  <a:pt x="127487" y="23643"/>
                </a:lnTo>
                <a:lnTo>
                  <a:pt x="127067" y="23609"/>
                </a:lnTo>
                <a:lnTo>
                  <a:pt x="126655" y="23603"/>
                </a:lnTo>
                <a:lnTo>
                  <a:pt x="126253" y="23627"/>
                </a:lnTo>
                <a:lnTo>
                  <a:pt x="125862" y="23678"/>
                </a:lnTo>
                <a:lnTo>
                  <a:pt x="125482" y="23756"/>
                </a:lnTo>
                <a:close/>
                <a:moveTo>
                  <a:pt x="192223" y="35978"/>
                </a:moveTo>
                <a:lnTo>
                  <a:pt x="191843" y="36056"/>
                </a:lnTo>
                <a:lnTo>
                  <a:pt x="191475" y="36160"/>
                </a:lnTo>
                <a:lnTo>
                  <a:pt x="191121" y="36290"/>
                </a:lnTo>
                <a:lnTo>
                  <a:pt x="190781" y="36445"/>
                </a:lnTo>
                <a:lnTo>
                  <a:pt x="190456" y="36624"/>
                </a:lnTo>
                <a:lnTo>
                  <a:pt x="190147" y="36826"/>
                </a:lnTo>
                <a:lnTo>
                  <a:pt x="189856" y="37050"/>
                </a:lnTo>
                <a:lnTo>
                  <a:pt x="189582" y="37296"/>
                </a:lnTo>
                <a:lnTo>
                  <a:pt x="189327" y="37563"/>
                </a:lnTo>
                <a:lnTo>
                  <a:pt x="189092" y="37850"/>
                </a:lnTo>
                <a:lnTo>
                  <a:pt x="188878" y="38156"/>
                </a:lnTo>
                <a:lnTo>
                  <a:pt x="188685" y="38481"/>
                </a:lnTo>
                <a:lnTo>
                  <a:pt x="188516" y="38823"/>
                </a:lnTo>
                <a:lnTo>
                  <a:pt x="188369" y="39183"/>
                </a:lnTo>
                <a:lnTo>
                  <a:pt x="188248" y="39558"/>
                </a:lnTo>
                <a:lnTo>
                  <a:pt x="188151" y="39949"/>
                </a:lnTo>
                <a:lnTo>
                  <a:pt x="188081" y="40355"/>
                </a:lnTo>
                <a:lnTo>
                  <a:pt x="188039" y="40775"/>
                </a:lnTo>
                <a:lnTo>
                  <a:pt x="188024" y="41207"/>
                </a:lnTo>
                <a:lnTo>
                  <a:pt x="188039" y="41645"/>
                </a:lnTo>
                <a:lnTo>
                  <a:pt x="188081" y="42081"/>
                </a:lnTo>
                <a:lnTo>
                  <a:pt x="188151" y="42513"/>
                </a:lnTo>
                <a:lnTo>
                  <a:pt x="188248" y="42939"/>
                </a:lnTo>
                <a:lnTo>
                  <a:pt x="188369" y="43360"/>
                </a:lnTo>
                <a:lnTo>
                  <a:pt x="188516" y="43774"/>
                </a:lnTo>
                <a:lnTo>
                  <a:pt x="188685" y="44179"/>
                </a:lnTo>
                <a:lnTo>
                  <a:pt x="188878" y="44575"/>
                </a:lnTo>
                <a:lnTo>
                  <a:pt x="189092" y="44961"/>
                </a:lnTo>
                <a:lnTo>
                  <a:pt x="189327" y="45335"/>
                </a:lnTo>
                <a:lnTo>
                  <a:pt x="189582" y="45696"/>
                </a:lnTo>
                <a:lnTo>
                  <a:pt x="189856" y="46043"/>
                </a:lnTo>
                <a:lnTo>
                  <a:pt x="190147" y="46376"/>
                </a:lnTo>
                <a:lnTo>
                  <a:pt x="190456" y="46692"/>
                </a:lnTo>
                <a:lnTo>
                  <a:pt x="190781" y="46991"/>
                </a:lnTo>
                <a:lnTo>
                  <a:pt x="191121" y="47272"/>
                </a:lnTo>
                <a:lnTo>
                  <a:pt x="191475" y="47534"/>
                </a:lnTo>
                <a:lnTo>
                  <a:pt x="191843" y="47775"/>
                </a:lnTo>
                <a:lnTo>
                  <a:pt x="192223" y="47994"/>
                </a:lnTo>
                <a:lnTo>
                  <a:pt x="192615" y="48190"/>
                </a:lnTo>
                <a:lnTo>
                  <a:pt x="193017" y="48363"/>
                </a:lnTo>
                <a:lnTo>
                  <a:pt x="193428" y="48510"/>
                </a:lnTo>
                <a:lnTo>
                  <a:pt x="193849" y="48631"/>
                </a:lnTo>
                <a:lnTo>
                  <a:pt x="194277" y="48725"/>
                </a:lnTo>
                <a:lnTo>
                  <a:pt x="199084" y="49616"/>
                </a:lnTo>
                <a:lnTo>
                  <a:pt x="199084" y="54506"/>
                </a:lnTo>
                <a:lnTo>
                  <a:pt x="199099" y="54944"/>
                </a:lnTo>
                <a:lnTo>
                  <a:pt x="199141" y="55379"/>
                </a:lnTo>
                <a:lnTo>
                  <a:pt x="199211" y="55811"/>
                </a:lnTo>
                <a:lnTo>
                  <a:pt x="199308" y="56238"/>
                </a:lnTo>
                <a:lnTo>
                  <a:pt x="199430" y="56659"/>
                </a:lnTo>
                <a:lnTo>
                  <a:pt x="199576" y="57072"/>
                </a:lnTo>
                <a:lnTo>
                  <a:pt x="199746" y="57478"/>
                </a:lnTo>
                <a:lnTo>
                  <a:pt x="199938" y="57874"/>
                </a:lnTo>
                <a:lnTo>
                  <a:pt x="200152" y="58259"/>
                </a:lnTo>
                <a:lnTo>
                  <a:pt x="200387" y="58633"/>
                </a:lnTo>
                <a:lnTo>
                  <a:pt x="200642" y="58995"/>
                </a:lnTo>
                <a:lnTo>
                  <a:pt x="200916" y="59342"/>
                </a:lnTo>
                <a:lnTo>
                  <a:pt x="201207" y="59674"/>
                </a:lnTo>
                <a:lnTo>
                  <a:pt x="201516" y="59991"/>
                </a:lnTo>
                <a:lnTo>
                  <a:pt x="201841" y="60290"/>
                </a:lnTo>
                <a:lnTo>
                  <a:pt x="202181" y="60571"/>
                </a:lnTo>
                <a:lnTo>
                  <a:pt x="202536" y="60832"/>
                </a:lnTo>
                <a:lnTo>
                  <a:pt x="202903" y="61073"/>
                </a:lnTo>
                <a:lnTo>
                  <a:pt x="203283" y="61292"/>
                </a:lnTo>
                <a:lnTo>
                  <a:pt x="203675" y="61489"/>
                </a:lnTo>
                <a:lnTo>
                  <a:pt x="204077" y="61661"/>
                </a:lnTo>
                <a:lnTo>
                  <a:pt x="204489" y="61809"/>
                </a:lnTo>
                <a:lnTo>
                  <a:pt x="204909" y="61930"/>
                </a:lnTo>
                <a:lnTo>
                  <a:pt x="205337" y="62024"/>
                </a:lnTo>
                <a:lnTo>
                  <a:pt x="205765" y="62089"/>
                </a:lnTo>
                <a:lnTo>
                  <a:pt x="206185" y="62123"/>
                </a:lnTo>
                <a:lnTo>
                  <a:pt x="206597" y="62128"/>
                </a:lnTo>
                <a:lnTo>
                  <a:pt x="206999" y="62105"/>
                </a:lnTo>
                <a:lnTo>
                  <a:pt x="207391" y="62054"/>
                </a:lnTo>
                <a:lnTo>
                  <a:pt x="207771" y="61975"/>
                </a:lnTo>
                <a:lnTo>
                  <a:pt x="208139" y="61871"/>
                </a:lnTo>
                <a:lnTo>
                  <a:pt x="208493" y="61741"/>
                </a:lnTo>
                <a:lnTo>
                  <a:pt x="208833" y="61586"/>
                </a:lnTo>
                <a:lnTo>
                  <a:pt x="209158" y="61407"/>
                </a:lnTo>
                <a:lnTo>
                  <a:pt x="209467" y="61205"/>
                </a:lnTo>
                <a:lnTo>
                  <a:pt x="209758" y="60981"/>
                </a:lnTo>
                <a:lnTo>
                  <a:pt x="210032" y="60735"/>
                </a:lnTo>
                <a:lnTo>
                  <a:pt x="210287" y="60468"/>
                </a:lnTo>
                <a:lnTo>
                  <a:pt x="210522" y="60181"/>
                </a:lnTo>
                <a:lnTo>
                  <a:pt x="210736" y="59875"/>
                </a:lnTo>
                <a:lnTo>
                  <a:pt x="210928" y="59550"/>
                </a:lnTo>
                <a:lnTo>
                  <a:pt x="211098" y="59208"/>
                </a:lnTo>
                <a:lnTo>
                  <a:pt x="211245" y="58848"/>
                </a:lnTo>
                <a:lnTo>
                  <a:pt x="211366" y="58473"/>
                </a:lnTo>
                <a:lnTo>
                  <a:pt x="211463" y="58082"/>
                </a:lnTo>
                <a:lnTo>
                  <a:pt x="211533" y="57676"/>
                </a:lnTo>
                <a:lnTo>
                  <a:pt x="211575" y="57256"/>
                </a:lnTo>
                <a:lnTo>
                  <a:pt x="211590" y="56824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194277" y="36007"/>
                </a:lnTo>
                <a:lnTo>
                  <a:pt x="193849" y="35942"/>
                </a:lnTo>
                <a:lnTo>
                  <a:pt x="193428" y="35908"/>
                </a:lnTo>
                <a:lnTo>
                  <a:pt x="193017" y="35903"/>
                </a:lnTo>
                <a:lnTo>
                  <a:pt x="192615" y="35926"/>
                </a:lnTo>
                <a:lnTo>
                  <a:pt x="192223" y="35978"/>
                </a:lnTo>
                <a:close/>
                <a:moveTo>
                  <a:pt x="59120" y="213932"/>
                </a:moveTo>
                <a:lnTo>
                  <a:pt x="58752" y="214036"/>
                </a:lnTo>
                <a:lnTo>
                  <a:pt x="58398" y="214167"/>
                </a:lnTo>
                <a:lnTo>
                  <a:pt x="58058" y="214321"/>
                </a:lnTo>
                <a:lnTo>
                  <a:pt x="57733" y="214500"/>
                </a:lnTo>
                <a:lnTo>
                  <a:pt x="57424" y="214702"/>
                </a:lnTo>
                <a:lnTo>
                  <a:pt x="57133" y="214926"/>
                </a:lnTo>
                <a:lnTo>
                  <a:pt x="56859" y="215172"/>
                </a:lnTo>
                <a:lnTo>
                  <a:pt x="56604" y="215439"/>
                </a:lnTo>
                <a:lnTo>
                  <a:pt x="56369" y="215726"/>
                </a:lnTo>
                <a:lnTo>
                  <a:pt x="56155" y="216032"/>
                </a:lnTo>
                <a:lnTo>
                  <a:pt x="55962" y="216357"/>
                </a:lnTo>
                <a:lnTo>
                  <a:pt x="55793" y="216699"/>
                </a:lnTo>
                <a:lnTo>
                  <a:pt x="55646" y="217059"/>
                </a:lnTo>
                <a:lnTo>
                  <a:pt x="55525" y="217434"/>
                </a:lnTo>
                <a:lnTo>
                  <a:pt x="55428" y="217825"/>
                </a:lnTo>
                <a:lnTo>
                  <a:pt x="55358" y="218231"/>
                </a:lnTo>
                <a:lnTo>
                  <a:pt x="55316" y="218651"/>
                </a:lnTo>
                <a:lnTo>
                  <a:pt x="55301" y="219083"/>
                </a:lnTo>
                <a:lnTo>
                  <a:pt x="55316" y="219522"/>
                </a:lnTo>
                <a:lnTo>
                  <a:pt x="55358" y="219957"/>
                </a:lnTo>
                <a:lnTo>
                  <a:pt x="55428" y="220389"/>
                </a:lnTo>
                <a:lnTo>
                  <a:pt x="55525" y="220815"/>
                </a:lnTo>
                <a:lnTo>
                  <a:pt x="55646" y="221236"/>
                </a:lnTo>
                <a:lnTo>
                  <a:pt x="55793" y="221650"/>
                </a:lnTo>
                <a:lnTo>
                  <a:pt x="55962" y="222055"/>
                </a:lnTo>
                <a:lnTo>
                  <a:pt x="56155" y="222451"/>
                </a:lnTo>
                <a:lnTo>
                  <a:pt x="56369" y="222837"/>
                </a:lnTo>
                <a:lnTo>
                  <a:pt x="56604" y="223211"/>
                </a:lnTo>
                <a:lnTo>
                  <a:pt x="56859" y="223572"/>
                </a:lnTo>
                <a:lnTo>
                  <a:pt x="57133" y="223919"/>
                </a:lnTo>
                <a:lnTo>
                  <a:pt x="57424" y="224252"/>
                </a:lnTo>
                <a:lnTo>
                  <a:pt x="57733" y="224568"/>
                </a:lnTo>
                <a:lnTo>
                  <a:pt x="58058" y="224867"/>
                </a:lnTo>
                <a:lnTo>
                  <a:pt x="58398" y="225148"/>
                </a:lnTo>
                <a:lnTo>
                  <a:pt x="58752" y="225410"/>
                </a:lnTo>
                <a:lnTo>
                  <a:pt x="59120" y="225651"/>
                </a:lnTo>
                <a:lnTo>
                  <a:pt x="59500" y="225870"/>
                </a:lnTo>
                <a:lnTo>
                  <a:pt x="59892" y="226066"/>
                </a:lnTo>
                <a:lnTo>
                  <a:pt x="60294" y="226239"/>
                </a:lnTo>
                <a:lnTo>
                  <a:pt x="60705" y="226386"/>
                </a:lnTo>
                <a:lnTo>
                  <a:pt x="61126" y="226507"/>
                </a:lnTo>
                <a:lnTo>
                  <a:pt x="61554" y="226601"/>
                </a:lnTo>
                <a:lnTo>
                  <a:pt x="83674" y="230701"/>
                </a:lnTo>
                <a:lnTo>
                  <a:pt x="84102" y="230766"/>
                </a:lnTo>
                <a:lnTo>
                  <a:pt x="84523" y="230800"/>
                </a:lnTo>
                <a:lnTo>
                  <a:pt x="84934" y="230806"/>
                </a:lnTo>
                <a:lnTo>
                  <a:pt x="85337" y="230782"/>
                </a:lnTo>
                <a:lnTo>
                  <a:pt x="85728" y="230731"/>
                </a:lnTo>
                <a:lnTo>
                  <a:pt x="86108" y="230653"/>
                </a:lnTo>
                <a:lnTo>
                  <a:pt x="86476" y="230548"/>
                </a:lnTo>
                <a:lnTo>
                  <a:pt x="86830" y="230418"/>
                </a:lnTo>
                <a:lnTo>
                  <a:pt x="87170" y="230263"/>
                </a:lnTo>
                <a:lnTo>
                  <a:pt x="87495" y="230084"/>
                </a:lnTo>
                <a:lnTo>
                  <a:pt x="87804" y="229882"/>
                </a:lnTo>
                <a:lnTo>
                  <a:pt x="88096" y="229658"/>
                </a:lnTo>
                <a:lnTo>
                  <a:pt x="88369" y="229412"/>
                </a:lnTo>
                <a:lnTo>
                  <a:pt x="88624" y="229145"/>
                </a:lnTo>
                <a:lnTo>
                  <a:pt x="88859" y="228859"/>
                </a:lnTo>
                <a:lnTo>
                  <a:pt x="89073" y="228552"/>
                </a:lnTo>
                <a:lnTo>
                  <a:pt x="89266" y="228228"/>
                </a:lnTo>
                <a:lnTo>
                  <a:pt x="89436" y="227885"/>
                </a:lnTo>
                <a:lnTo>
                  <a:pt x="89582" y="227526"/>
                </a:lnTo>
                <a:lnTo>
                  <a:pt x="89704" y="227150"/>
                </a:lnTo>
                <a:lnTo>
                  <a:pt x="89800" y="226759"/>
                </a:lnTo>
                <a:lnTo>
                  <a:pt x="89870" y="226353"/>
                </a:lnTo>
                <a:lnTo>
                  <a:pt x="89913" y="225934"/>
                </a:lnTo>
                <a:lnTo>
                  <a:pt x="89927" y="225501"/>
                </a:lnTo>
                <a:lnTo>
                  <a:pt x="89913" y="225063"/>
                </a:lnTo>
                <a:lnTo>
                  <a:pt x="89870" y="224628"/>
                </a:lnTo>
                <a:lnTo>
                  <a:pt x="89800" y="224196"/>
                </a:lnTo>
                <a:lnTo>
                  <a:pt x="89704" y="223769"/>
                </a:lnTo>
                <a:lnTo>
                  <a:pt x="89582" y="223348"/>
                </a:lnTo>
                <a:lnTo>
                  <a:pt x="89436" y="222935"/>
                </a:lnTo>
                <a:lnTo>
                  <a:pt x="89266" y="222529"/>
                </a:lnTo>
                <a:lnTo>
                  <a:pt x="89073" y="222133"/>
                </a:lnTo>
                <a:lnTo>
                  <a:pt x="88859" y="221748"/>
                </a:lnTo>
                <a:lnTo>
                  <a:pt x="88624" y="221374"/>
                </a:lnTo>
                <a:lnTo>
                  <a:pt x="88369" y="221012"/>
                </a:lnTo>
                <a:lnTo>
                  <a:pt x="88096" y="220665"/>
                </a:lnTo>
                <a:lnTo>
                  <a:pt x="87804" y="220333"/>
                </a:lnTo>
                <a:lnTo>
                  <a:pt x="87495" y="220016"/>
                </a:lnTo>
                <a:lnTo>
                  <a:pt x="87170" y="219717"/>
                </a:lnTo>
                <a:lnTo>
                  <a:pt x="86830" y="219436"/>
                </a:lnTo>
                <a:lnTo>
                  <a:pt x="86476" y="219175"/>
                </a:lnTo>
                <a:lnTo>
                  <a:pt x="86108" y="218934"/>
                </a:lnTo>
                <a:lnTo>
                  <a:pt x="85728" y="218715"/>
                </a:lnTo>
                <a:lnTo>
                  <a:pt x="85337" y="218518"/>
                </a:lnTo>
                <a:lnTo>
                  <a:pt x="84934" y="218346"/>
                </a:lnTo>
                <a:lnTo>
                  <a:pt x="84523" y="218198"/>
                </a:lnTo>
                <a:lnTo>
                  <a:pt x="84102" y="218077"/>
                </a:lnTo>
                <a:lnTo>
                  <a:pt x="83674" y="217983"/>
                </a:lnTo>
                <a:lnTo>
                  <a:pt x="61554" y="213883"/>
                </a:lnTo>
                <a:lnTo>
                  <a:pt x="61126" y="213819"/>
                </a:lnTo>
                <a:lnTo>
                  <a:pt x="60705" y="213784"/>
                </a:lnTo>
                <a:lnTo>
                  <a:pt x="60294" y="213779"/>
                </a:lnTo>
                <a:lnTo>
                  <a:pt x="59892" y="213802"/>
                </a:lnTo>
                <a:lnTo>
                  <a:pt x="59500" y="213854"/>
                </a:lnTo>
                <a:lnTo>
                  <a:pt x="59120" y="213932"/>
                </a:lnTo>
                <a:close/>
                <a:moveTo>
                  <a:pt x="125482" y="226231"/>
                </a:moveTo>
                <a:lnTo>
                  <a:pt x="125114" y="226336"/>
                </a:lnTo>
                <a:lnTo>
                  <a:pt x="124760" y="226466"/>
                </a:lnTo>
                <a:lnTo>
                  <a:pt x="124419" y="226621"/>
                </a:lnTo>
                <a:lnTo>
                  <a:pt x="124095" y="226799"/>
                </a:lnTo>
                <a:lnTo>
                  <a:pt x="123786" y="227001"/>
                </a:lnTo>
                <a:lnTo>
                  <a:pt x="123494" y="227226"/>
                </a:lnTo>
                <a:lnTo>
                  <a:pt x="123220" y="227472"/>
                </a:lnTo>
                <a:lnTo>
                  <a:pt x="122966" y="227738"/>
                </a:lnTo>
                <a:lnTo>
                  <a:pt x="122731" y="228025"/>
                </a:lnTo>
                <a:lnTo>
                  <a:pt x="122516" y="228332"/>
                </a:lnTo>
                <a:lnTo>
                  <a:pt x="122324" y="228656"/>
                </a:lnTo>
                <a:lnTo>
                  <a:pt x="122154" y="228999"/>
                </a:lnTo>
                <a:lnTo>
                  <a:pt x="122008" y="229358"/>
                </a:lnTo>
                <a:lnTo>
                  <a:pt x="121886" y="229734"/>
                </a:lnTo>
                <a:lnTo>
                  <a:pt x="121790" y="230125"/>
                </a:lnTo>
                <a:lnTo>
                  <a:pt x="121720" y="230531"/>
                </a:lnTo>
                <a:lnTo>
                  <a:pt x="121677" y="230950"/>
                </a:lnTo>
                <a:lnTo>
                  <a:pt x="121663" y="231383"/>
                </a:lnTo>
                <a:lnTo>
                  <a:pt x="121677" y="231821"/>
                </a:lnTo>
                <a:lnTo>
                  <a:pt x="121720" y="232256"/>
                </a:lnTo>
                <a:lnTo>
                  <a:pt x="121790" y="232688"/>
                </a:lnTo>
                <a:lnTo>
                  <a:pt x="121886" y="233115"/>
                </a:lnTo>
                <a:lnTo>
                  <a:pt x="122008" y="233536"/>
                </a:lnTo>
                <a:lnTo>
                  <a:pt x="122154" y="233949"/>
                </a:lnTo>
                <a:lnTo>
                  <a:pt x="122324" y="234355"/>
                </a:lnTo>
                <a:lnTo>
                  <a:pt x="122516" y="234751"/>
                </a:lnTo>
                <a:lnTo>
                  <a:pt x="122731" y="235136"/>
                </a:lnTo>
                <a:lnTo>
                  <a:pt x="122966" y="235510"/>
                </a:lnTo>
                <a:lnTo>
                  <a:pt x="123220" y="235871"/>
                </a:lnTo>
                <a:lnTo>
                  <a:pt x="123494" y="236219"/>
                </a:lnTo>
                <a:lnTo>
                  <a:pt x="123786" y="236551"/>
                </a:lnTo>
                <a:lnTo>
                  <a:pt x="124095" y="236868"/>
                </a:lnTo>
                <a:lnTo>
                  <a:pt x="124419" y="237167"/>
                </a:lnTo>
                <a:lnTo>
                  <a:pt x="124760" y="237448"/>
                </a:lnTo>
                <a:lnTo>
                  <a:pt x="125114" y="237709"/>
                </a:lnTo>
                <a:lnTo>
                  <a:pt x="125482" y="237950"/>
                </a:lnTo>
                <a:lnTo>
                  <a:pt x="125862" y="238169"/>
                </a:lnTo>
                <a:lnTo>
                  <a:pt x="126253" y="238366"/>
                </a:lnTo>
                <a:lnTo>
                  <a:pt x="126655" y="238538"/>
                </a:lnTo>
                <a:lnTo>
                  <a:pt x="127067" y="238686"/>
                </a:lnTo>
                <a:lnTo>
                  <a:pt x="127487" y="238807"/>
                </a:lnTo>
                <a:lnTo>
                  <a:pt x="127915" y="238901"/>
                </a:lnTo>
                <a:lnTo>
                  <a:pt x="150036" y="243001"/>
                </a:lnTo>
                <a:lnTo>
                  <a:pt x="150464" y="243065"/>
                </a:lnTo>
                <a:lnTo>
                  <a:pt x="150884" y="243100"/>
                </a:lnTo>
                <a:lnTo>
                  <a:pt x="151296" y="243105"/>
                </a:lnTo>
                <a:lnTo>
                  <a:pt x="151698" y="243082"/>
                </a:lnTo>
                <a:lnTo>
                  <a:pt x="152090" y="243030"/>
                </a:lnTo>
                <a:lnTo>
                  <a:pt x="152470" y="242952"/>
                </a:lnTo>
                <a:lnTo>
                  <a:pt x="152837" y="242847"/>
                </a:lnTo>
                <a:lnTo>
                  <a:pt x="153192" y="242717"/>
                </a:lnTo>
                <a:lnTo>
                  <a:pt x="153532" y="242563"/>
                </a:lnTo>
                <a:lnTo>
                  <a:pt x="153857" y="242384"/>
                </a:lnTo>
                <a:lnTo>
                  <a:pt x="154165" y="242182"/>
                </a:lnTo>
                <a:lnTo>
                  <a:pt x="154457" y="241958"/>
                </a:lnTo>
                <a:lnTo>
                  <a:pt x="154731" y="241712"/>
                </a:lnTo>
                <a:lnTo>
                  <a:pt x="154986" y="241445"/>
                </a:lnTo>
                <a:lnTo>
                  <a:pt x="155221" y="241158"/>
                </a:lnTo>
                <a:lnTo>
                  <a:pt x="155435" y="240852"/>
                </a:lnTo>
                <a:lnTo>
                  <a:pt x="155627" y="240527"/>
                </a:lnTo>
                <a:lnTo>
                  <a:pt x="155797" y="240185"/>
                </a:lnTo>
                <a:lnTo>
                  <a:pt x="155943" y="239825"/>
                </a:lnTo>
                <a:lnTo>
                  <a:pt x="156065" y="239449"/>
                </a:lnTo>
                <a:lnTo>
                  <a:pt x="156161" y="239058"/>
                </a:lnTo>
                <a:lnTo>
                  <a:pt x="156231" y="238653"/>
                </a:lnTo>
                <a:lnTo>
                  <a:pt x="156274" y="238233"/>
                </a:lnTo>
                <a:lnTo>
                  <a:pt x="156288" y="237800"/>
                </a:lnTo>
                <a:lnTo>
                  <a:pt x="156274" y="237362"/>
                </a:lnTo>
                <a:lnTo>
                  <a:pt x="156231" y="236927"/>
                </a:lnTo>
                <a:lnTo>
                  <a:pt x="156161" y="236495"/>
                </a:lnTo>
                <a:lnTo>
                  <a:pt x="156065" y="236068"/>
                </a:lnTo>
                <a:lnTo>
                  <a:pt x="155943" y="235648"/>
                </a:lnTo>
                <a:lnTo>
                  <a:pt x="155797" y="235234"/>
                </a:lnTo>
                <a:lnTo>
                  <a:pt x="155627" y="234829"/>
                </a:lnTo>
                <a:lnTo>
                  <a:pt x="155435" y="234433"/>
                </a:lnTo>
                <a:lnTo>
                  <a:pt x="155221" y="234047"/>
                </a:lnTo>
                <a:lnTo>
                  <a:pt x="154986" y="233673"/>
                </a:lnTo>
                <a:lnTo>
                  <a:pt x="154731" y="233312"/>
                </a:lnTo>
                <a:lnTo>
                  <a:pt x="154457" y="232964"/>
                </a:lnTo>
                <a:lnTo>
                  <a:pt x="154165" y="232632"/>
                </a:lnTo>
                <a:lnTo>
                  <a:pt x="153857" y="232316"/>
                </a:lnTo>
                <a:lnTo>
                  <a:pt x="153532" y="232016"/>
                </a:lnTo>
                <a:lnTo>
                  <a:pt x="153192" y="231736"/>
                </a:lnTo>
                <a:lnTo>
                  <a:pt x="152837" y="231474"/>
                </a:lnTo>
                <a:lnTo>
                  <a:pt x="152470" y="231233"/>
                </a:lnTo>
                <a:lnTo>
                  <a:pt x="152090" y="231014"/>
                </a:lnTo>
                <a:lnTo>
                  <a:pt x="151698" y="230818"/>
                </a:lnTo>
                <a:lnTo>
                  <a:pt x="151296" y="230645"/>
                </a:lnTo>
                <a:lnTo>
                  <a:pt x="150884" y="230498"/>
                </a:lnTo>
                <a:lnTo>
                  <a:pt x="150464" y="230376"/>
                </a:lnTo>
                <a:lnTo>
                  <a:pt x="150036" y="230282"/>
                </a:lnTo>
                <a:lnTo>
                  <a:pt x="127915" y="226183"/>
                </a:lnTo>
                <a:lnTo>
                  <a:pt x="127487" y="226118"/>
                </a:lnTo>
                <a:lnTo>
                  <a:pt x="127067" y="226083"/>
                </a:lnTo>
                <a:lnTo>
                  <a:pt x="126655" y="226078"/>
                </a:lnTo>
                <a:lnTo>
                  <a:pt x="126253" y="226102"/>
                </a:lnTo>
                <a:lnTo>
                  <a:pt x="125862" y="226153"/>
                </a:lnTo>
                <a:lnTo>
                  <a:pt x="125482" y="226231"/>
                </a:lnTo>
                <a:close/>
                <a:moveTo>
                  <a:pt x="191843" y="238531"/>
                </a:moveTo>
                <a:lnTo>
                  <a:pt x="191475" y="238635"/>
                </a:lnTo>
                <a:lnTo>
                  <a:pt x="191121" y="238765"/>
                </a:lnTo>
                <a:lnTo>
                  <a:pt x="190781" y="238920"/>
                </a:lnTo>
                <a:lnTo>
                  <a:pt x="190456" y="239099"/>
                </a:lnTo>
                <a:lnTo>
                  <a:pt x="190147" y="239301"/>
                </a:lnTo>
                <a:lnTo>
                  <a:pt x="189856" y="239525"/>
                </a:lnTo>
                <a:lnTo>
                  <a:pt x="189582" y="239771"/>
                </a:lnTo>
                <a:lnTo>
                  <a:pt x="189327" y="240038"/>
                </a:lnTo>
                <a:lnTo>
                  <a:pt x="189092" y="240325"/>
                </a:lnTo>
                <a:lnTo>
                  <a:pt x="188878" y="240631"/>
                </a:lnTo>
                <a:lnTo>
                  <a:pt x="188685" y="240956"/>
                </a:lnTo>
                <a:lnTo>
                  <a:pt x="188516" y="241298"/>
                </a:lnTo>
                <a:lnTo>
                  <a:pt x="188369" y="241658"/>
                </a:lnTo>
                <a:lnTo>
                  <a:pt x="188248" y="242033"/>
                </a:lnTo>
                <a:lnTo>
                  <a:pt x="188151" y="242424"/>
                </a:lnTo>
                <a:lnTo>
                  <a:pt x="188081" y="242830"/>
                </a:lnTo>
                <a:lnTo>
                  <a:pt x="188039" y="243250"/>
                </a:lnTo>
                <a:lnTo>
                  <a:pt x="188024" y="243682"/>
                </a:lnTo>
                <a:lnTo>
                  <a:pt x="188039" y="244120"/>
                </a:lnTo>
                <a:lnTo>
                  <a:pt x="188081" y="244556"/>
                </a:lnTo>
                <a:lnTo>
                  <a:pt x="188151" y="244987"/>
                </a:lnTo>
                <a:lnTo>
                  <a:pt x="188248" y="245414"/>
                </a:lnTo>
                <a:lnTo>
                  <a:pt x="188369" y="245835"/>
                </a:lnTo>
                <a:lnTo>
                  <a:pt x="188516" y="246249"/>
                </a:lnTo>
                <a:lnTo>
                  <a:pt x="188685" y="246654"/>
                </a:lnTo>
                <a:lnTo>
                  <a:pt x="188878" y="247050"/>
                </a:lnTo>
                <a:lnTo>
                  <a:pt x="189092" y="247436"/>
                </a:lnTo>
                <a:lnTo>
                  <a:pt x="189327" y="247810"/>
                </a:lnTo>
                <a:lnTo>
                  <a:pt x="189582" y="248171"/>
                </a:lnTo>
                <a:lnTo>
                  <a:pt x="189856" y="248518"/>
                </a:lnTo>
                <a:lnTo>
                  <a:pt x="190147" y="248851"/>
                </a:lnTo>
                <a:lnTo>
                  <a:pt x="190456" y="249167"/>
                </a:lnTo>
                <a:lnTo>
                  <a:pt x="190781" y="249466"/>
                </a:lnTo>
                <a:lnTo>
                  <a:pt x="191121" y="249747"/>
                </a:lnTo>
                <a:lnTo>
                  <a:pt x="191475" y="250009"/>
                </a:lnTo>
                <a:lnTo>
                  <a:pt x="191843" y="250249"/>
                </a:lnTo>
                <a:lnTo>
                  <a:pt x="192223" y="250469"/>
                </a:lnTo>
                <a:lnTo>
                  <a:pt x="192615" y="250665"/>
                </a:lnTo>
                <a:lnTo>
                  <a:pt x="193017" y="250838"/>
                </a:lnTo>
                <a:lnTo>
                  <a:pt x="193428" y="250985"/>
                </a:lnTo>
                <a:lnTo>
                  <a:pt x="193849" y="251106"/>
                </a:lnTo>
                <a:lnTo>
                  <a:pt x="194277" y="251200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236801"/>
                </a:lnTo>
                <a:lnTo>
                  <a:pt x="211575" y="236363"/>
                </a:lnTo>
                <a:lnTo>
                  <a:pt x="211533" y="235928"/>
                </a:lnTo>
                <a:lnTo>
                  <a:pt x="211463" y="235496"/>
                </a:lnTo>
                <a:lnTo>
                  <a:pt x="211366" y="235069"/>
                </a:lnTo>
                <a:lnTo>
                  <a:pt x="211245" y="234649"/>
                </a:lnTo>
                <a:lnTo>
                  <a:pt x="211098" y="234235"/>
                </a:lnTo>
                <a:lnTo>
                  <a:pt x="210928" y="233830"/>
                </a:lnTo>
                <a:lnTo>
                  <a:pt x="210736" y="233434"/>
                </a:lnTo>
                <a:lnTo>
                  <a:pt x="210522" y="233048"/>
                </a:lnTo>
                <a:lnTo>
                  <a:pt x="210287" y="232674"/>
                </a:lnTo>
                <a:lnTo>
                  <a:pt x="210032" y="232313"/>
                </a:lnTo>
                <a:lnTo>
                  <a:pt x="209758" y="231965"/>
                </a:lnTo>
                <a:lnTo>
                  <a:pt x="209467" y="231633"/>
                </a:lnTo>
                <a:lnTo>
                  <a:pt x="209158" y="231316"/>
                </a:lnTo>
                <a:lnTo>
                  <a:pt x="208833" y="231017"/>
                </a:lnTo>
                <a:lnTo>
                  <a:pt x="208493" y="230736"/>
                </a:lnTo>
                <a:lnTo>
                  <a:pt x="208139" y="230475"/>
                </a:lnTo>
                <a:lnTo>
                  <a:pt x="207771" y="230234"/>
                </a:lnTo>
                <a:lnTo>
                  <a:pt x="207391" y="230015"/>
                </a:lnTo>
                <a:lnTo>
                  <a:pt x="206999" y="229819"/>
                </a:lnTo>
                <a:lnTo>
                  <a:pt x="206597" y="229646"/>
                </a:lnTo>
                <a:lnTo>
                  <a:pt x="206185" y="229499"/>
                </a:lnTo>
                <a:lnTo>
                  <a:pt x="205765" y="229377"/>
                </a:lnTo>
                <a:lnTo>
                  <a:pt x="205337" y="229283"/>
                </a:lnTo>
                <a:lnTo>
                  <a:pt x="204909" y="229219"/>
                </a:lnTo>
                <a:lnTo>
                  <a:pt x="204489" y="229184"/>
                </a:lnTo>
                <a:lnTo>
                  <a:pt x="204077" y="229179"/>
                </a:lnTo>
                <a:lnTo>
                  <a:pt x="203675" y="229202"/>
                </a:lnTo>
                <a:lnTo>
                  <a:pt x="203283" y="229254"/>
                </a:lnTo>
                <a:lnTo>
                  <a:pt x="202903" y="229332"/>
                </a:lnTo>
                <a:lnTo>
                  <a:pt x="202536" y="229437"/>
                </a:lnTo>
                <a:lnTo>
                  <a:pt x="202181" y="229567"/>
                </a:lnTo>
                <a:lnTo>
                  <a:pt x="201841" y="229721"/>
                </a:lnTo>
                <a:lnTo>
                  <a:pt x="201516" y="229900"/>
                </a:lnTo>
                <a:lnTo>
                  <a:pt x="201207" y="230102"/>
                </a:lnTo>
                <a:lnTo>
                  <a:pt x="200916" y="230326"/>
                </a:lnTo>
                <a:lnTo>
                  <a:pt x="200642" y="230572"/>
                </a:lnTo>
                <a:lnTo>
                  <a:pt x="200387" y="230839"/>
                </a:lnTo>
                <a:lnTo>
                  <a:pt x="200152" y="231126"/>
                </a:lnTo>
                <a:lnTo>
                  <a:pt x="199938" y="231432"/>
                </a:lnTo>
                <a:lnTo>
                  <a:pt x="199746" y="231757"/>
                </a:lnTo>
                <a:lnTo>
                  <a:pt x="199576" y="232099"/>
                </a:lnTo>
                <a:lnTo>
                  <a:pt x="199430" y="232459"/>
                </a:lnTo>
                <a:lnTo>
                  <a:pt x="199308" y="232834"/>
                </a:lnTo>
                <a:lnTo>
                  <a:pt x="199211" y="233226"/>
                </a:lnTo>
                <a:lnTo>
                  <a:pt x="199141" y="233631"/>
                </a:lnTo>
                <a:lnTo>
                  <a:pt x="199099" y="234051"/>
                </a:lnTo>
                <a:lnTo>
                  <a:pt x="199084" y="234484"/>
                </a:lnTo>
                <a:lnTo>
                  <a:pt x="199084" y="239373"/>
                </a:lnTo>
                <a:lnTo>
                  <a:pt x="194277" y="238482"/>
                </a:lnTo>
                <a:lnTo>
                  <a:pt x="193849" y="238417"/>
                </a:lnTo>
                <a:lnTo>
                  <a:pt x="193428" y="238383"/>
                </a:lnTo>
                <a:lnTo>
                  <a:pt x="193017" y="238378"/>
                </a:lnTo>
                <a:lnTo>
                  <a:pt x="192615" y="238401"/>
                </a:lnTo>
                <a:lnTo>
                  <a:pt x="192223" y="238452"/>
                </a:lnTo>
                <a:lnTo>
                  <a:pt x="191843" y="238531"/>
                </a:lnTo>
                <a:close/>
                <a:moveTo>
                  <a:pt x="211098" y="99252"/>
                </a:moveTo>
                <a:lnTo>
                  <a:pt x="210928" y="98846"/>
                </a:lnTo>
                <a:lnTo>
                  <a:pt x="210736" y="98450"/>
                </a:lnTo>
                <a:lnTo>
                  <a:pt x="210522" y="98065"/>
                </a:lnTo>
                <a:lnTo>
                  <a:pt x="210287" y="97691"/>
                </a:lnTo>
                <a:lnTo>
                  <a:pt x="210032" y="97329"/>
                </a:lnTo>
                <a:lnTo>
                  <a:pt x="209758" y="96982"/>
                </a:lnTo>
                <a:lnTo>
                  <a:pt x="209467" y="96650"/>
                </a:lnTo>
                <a:lnTo>
                  <a:pt x="209158" y="96333"/>
                </a:lnTo>
                <a:lnTo>
                  <a:pt x="208833" y="96034"/>
                </a:lnTo>
                <a:lnTo>
                  <a:pt x="208493" y="95753"/>
                </a:lnTo>
                <a:lnTo>
                  <a:pt x="208139" y="95492"/>
                </a:lnTo>
                <a:lnTo>
                  <a:pt x="207771" y="95251"/>
                </a:lnTo>
                <a:lnTo>
                  <a:pt x="207391" y="95032"/>
                </a:lnTo>
                <a:lnTo>
                  <a:pt x="206999" y="94835"/>
                </a:lnTo>
                <a:lnTo>
                  <a:pt x="206597" y="94663"/>
                </a:lnTo>
                <a:lnTo>
                  <a:pt x="206185" y="94515"/>
                </a:lnTo>
                <a:lnTo>
                  <a:pt x="205765" y="94394"/>
                </a:lnTo>
                <a:lnTo>
                  <a:pt x="205337" y="94300"/>
                </a:lnTo>
                <a:lnTo>
                  <a:pt x="204909" y="94235"/>
                </a:lnTo>
                <a:lnTo>
                  <a:pt x="204489" y="94201"/>
                </a:lnTo>
                <a:lnTo>
                  <a:pt x="204077" y="94196"/>
                </a:lnTo>
                <a:lnTo>
                  <a:pt x="203675" y="94219"/>
                </a:lnTo>
                <a:lnTo>
                  <a:pt x="203283" y="94270"/>
                </a:lnTo>
                <a:lnTo>
                  <a:pt x="202903" y="94349"/>
                </a:lnTo>
                <a:lnTo>
                  <a:pt x="202536" y="94453"/>
                </a:lnTo>
                <a:lnTo>
                  <a:pt x="202181" y="94583"/>
                </a:lnTo>
                <a:lnTo>
                  <a:pt x="201841" y="94738"/>
                </a:lnTo>
                <a:lnTo>
                  <a:pt x="201516" y="94917"/>
                </a:lnTo>
                <a:lnTo>
                  <a:pt x="201207" y="95119"/>
                </a:lnTo>
                <a:lnTo>
                  <a:pt x="200916" y="95343"/>
                </a:lnTo>
                <a:lnTo>
                  <a:pt x="200642" y="95589"/>
                </a:lnTo>
                <a:lnTo>
                  <a:pt x="200387" y="95856"/>
                </a:lnTo>
                <a:lnTo>
                  <a:pt x="200152" y="96143"/>
                </a:lnTo>
                <a:lnTo>
                  <a:pt x="199938" y="96449"/>
                </a:lnTo>
                <a:lnTo>
                  <a:pt x="199746" y="96774"/>
                </a:lnTo>
                <a:lnTo>
                  <a:pt x="199576" y="97116"/>
                </a:lnTo>
                <a:lnTo>
                  <a:pt x="199430" y="97476"/>
                </a:lnTo>
                <a:lnTo>
                  <a:pt x="199308" y="97851"/>
                </a:lnTo>
                <a:lnTo>
                  <a:pt x="199211" y="98242"/>
                </a:lnTo>
                <a:lnTo>
                  <a:pt x="199141" y="98648"/>
                </a:lnTo>
                <a:lnTo>
                  <a:pt x="199099" y="99068"/>
                </a:lnTo>
                <a:lnTo>
                  <a:pt x="199084" y="99500"/>
                </a:lnTo>
                <a:lnTo>
                  <a:pt x="199084" y="121998"/>
                </a:lnTo>
                <a:lnTo>
                  <a:pt x="199099" y="122436"/>
                </a:lnTo>
                <a:lnTo>
                  <a:pt x="199141" y="122871"/>
                </a:lnTo>
                <a:lnTo>
                  <a:pt x="199211" y="123303"/>
                </a:lnTo>
                <a:lnTo>
                  <a:pt x="199308" y="123729"/>
                </a:lnTo>
                <a:lnTo>
                  <a:pt x="199430" y="124150"/>
                </a:lnTo>
                <a:lnTo>
                  <a:pt x="199576" y="124564"/>
                </a:lnTo>
                <a:lnTo>
                  <a:pt x="199746" y="124969"/>
                </a:lnTo>
                <a:lnTo>
                  <a:pt x="199938" y="125365"/>
                </a:lnTo>
                <a:lnTo>
                  <a:pt x="200152" y="125751"/>
                </a:lnTo>
                <a:lnTo>
                  <a:pt x="200387" y="126125"/>
                </a:lnTo>
                <a:lnTo>
                  <a:pt x="200642" y="126486"/>
                </a:lnTo>
                <a:lnTo>
                  <a:pt x="200916" y="126834"/>
                </a:lnTo>
                <a:lnTo>
                  <a:pt x="201207" y="127166"/>
                </a:lnTo>
                <a:lnTo>
                  <a:pt x="201516" y="127482"/>
                </a:lnTo>
                <a:lnTo>
                  <a:pt x="201841" y="127782"/>
                </a:lnTo>
                <a:lnTo>
                  <a:pt x="202181" y="128062"/>
                </a:lnTo>
                <a:lnTo>
                  <a:pt x="202536" y="128324"/>
                </a:lnTo>
                <a:lnTo>
                  <a:pt x="202903" y="128565"/>
                </a:lnTo>
                <a:lnTo>
                  <a:pt x="203283" y="128784"/>
                </a:lnTo>
                <a:lnTo>
                  <a:pt x="203675" y="128980"/>
                </a:lnTo>
                <a:lnTo>
                  <a:pt x="204077" y="129153"/>
                </a:lnTo>
                <a:lnTo>
                  <a:pt x="204489" y="129300"/>
                </a:lnTo>
                <a:lnTo>
                  <a:pt x="204909" y="129422"/>
                </a:lnTo>
                <a:lnTo>
                  <a:pt x="205337" y="129516"/>
                </a:lnTo>
                <a:lnTo>
                  <a:pt x="205765" y="129580"/>
                </a:lnTo>
                <a:lnTo>
                  <a:pt x="206185" y="129615"/>
                </a:lnTo>
                <a:lnTo>
                  <a:pt x="206597" y="129620"/>
                </a:lnTo>
                <a:lnTo>
                  <a:pt x="206999" y="129596"/>
                </a:lnTo>
                <a:lnTo>
                  <a:pt x="207391" y="129545"/>
                </a:lnTo>
                <a:lnTo>
                  <a:pt x="207771" y="129467"/>
                </a:lnTo>
                <a:lnTo>
                  <a:pt x="208139" y="129362"/>
                </a:lnTo>
                <a:lnTo>
                  <a:pt x="208493" y="129232"/>
                </a:lnTo>
                <a:lnTo>
                  <a:pt x="208833" y="129077"/>
                </a:lnTo>
                <a:lnTo>
                  <a:pt x="209158" y="128899"/>
                </a:lnTo>
                <a:lnTo>
                  <a:pt x="209467" y="128697"/>
                </a:lnTo>
                <a:lnTo>
                  <a:pt x="209758" y="128472"/>
                </a:lnTo>
                <a:lnTo>
                  <a:pt x="210032" y="128226"/>
                </a:lnTo>
                <a:lnTo>
                  <a:pt x="210287" y="127960"/>
                </a:lnTo>
                <a:lnTo>
                  <a:pt x="210522" y="127673"/>
                </a:lnTo>
                <a:lnTo>
                  <a:pt x="210736" y="127367"/>
                </a:lnTo>
                <a:lnTo>
                  <a:pt x="210928" y="127042"/>
                </a:lnTo>
                <a:lnTo>
                  <a:pt x="211098" y="126699"/>
                </a:lnTo>
                <a:lnTo>
                  <a:pt x="211245" y="126340"/>
                </a:lnTo>
                <a:lnTo>
                  <a:pt x="211366" y="125964"/>
                </a:lnTo>
                <a:lnTo>
                  <a:pt x="211463" y="125573"/>
                </a:lnTo>
                <a:lnTo>
                  <a:pt x="211533" y="125168"/>
                </a:lnTo>
                <a:lnTo>
                  <a:pt x="211575" y="124748"/>
                </a:lnTo>
                <a:lnTo>
                  <a:pt x="211590" y="124315"/>
                </a:lnTo>
                <a:lnTo>
                  <a:pt x="211590" y="101818"/>
                </a:lnTo>
                <a:lnTo>
                  <a:pt x="211575" y="101380"/>
                </a:lnTo>
                <a:lnTo>
                  <a:pt x="211533" y="100945"/>
                </a:lnTo>
                <a:lnTo>
                  <a:pt x="211463" y="100513"/>
                </a:lnTo>
                <a:lnTo>
                  <a:pt x="211366" y="100086"/>
                </a:lnTo>
                <a:lnTo>
                  <a:pt x="211245" y="99665"/>
                </a:lnTo>
                <a:lnTo>
                  <a:pt x="211098" y="99252"/>
                </a:lnTo>
                <a:close/>
                <a:moveTo>
                  <a:pt x="211098" y="166743"/>
                </a:moveTo>
                <a:lnTo>
                  <a:pt x="210928" y="166338"/>
                </a:lnTo>
                <a:lnTo>
                  <a:pt x="210736" y="165942"/>
                </a:lnTo>
                <a:lnTo>
                  <a:pt x="210522" y="165556"/>
                </a:lnTo>
                <a:lnTo>
                  <a:pt x="210287" y="165182"/>
                </a:lnTo>
                <a:lnTo>
                  <a:pt x="210032" y="164821"/>
                </a:lnTo>
                <a:lnTo>
                  <a:pt x="209758" y="164474"/>
                </a:lnTo>
                <a:lnTo>
                  <a:pt x="209467" y="164141"/>
                </a:lnTo>
                <a:lnTo>
                  <a:pt x="209158" y="163825"/>
                </a:lnTo>
                <a:lnTo>
                  <a:pt x="208833" y="163526"/>
                </a:lnTo>
                <a:lnTo>
                  <a:pt x="208493" y="163245"/>
                </a:lnTo>
                <a:lnTo>
                  <a:pt x="208139" y="162983"/>
                </a:lnTo>
                <a:lnTo>
                  <a:pt x="207771" y="162743"/>
                </a:lnTo>
                <a:lnTo>
                  <a:pt x="207391" y="162523"/>
                </a:lnTo>
                <a:lnTo>
                  <a:pt x="206999" y="162327"/>
                </a:lnTo>
                <a:lnTo>
                  <a:pt x="206597" y="162154"/>
                </a:lnTo>
                <a:lnTo>
                  <a:pt x="206185" y="162007"/>
                </a:lnTo>
                <a:lnTo>
                  <a:pt x="205765" y="161886"/>
                </a:lnTo>
                <a:lnTo>
                  <a:pt x="205337" y="161792"/>
                </a:lnTo>
                <a:lnTo>
                  <a:pt x="204909" y="161727"/>
                </a:lnTo>
                <a:lnTo>
                  <a:pt x="204489" y="161692"/>
                </a:lnTo>
                <a:lnTo>
                  <a:pt x="204077" y="161687"/>
                </a:lnTo>
                <a:lnTo>
                  <a:pt x="203675" y="161711"/>
                </a:lnTo>
                <a:lnTo>
                  <a:pt x="203283" y="161762"/>
                </a:lnTo>
                <a:lnTo>
                  <a:pt x="202903" y="161840"/>
                </a:lnTo>
                <a:lnTo>
                  <a:pt x="202536" y="161945"/>
                </a:lnTo>
                <a:lnTo>
                  <a:pt x="202181" y="162075"/>
                </a:lnTo>
                <a:lnTo>
                  <a:pt x="201841" y="162230"/>
                </a:lnTo>
                <a:lnTo>
                  <a:pt x="201516" y="162409"/>
                </a:lnTo>
                <a:lnTo>
                  <a:pt x="201207" y="162610"/>
                </a:lnTo>
                <a:lnTo>
                  <a:pt x="200916" y="162835"/>
                </a:lnTo>
                <a:lnTo>
                  <a:pt x="200642" y="163081"/>
                </a:lnTo>
                <a:lnTo>
                  <a:pt x="200387" y="163348"/>
                </a:lnTo>
                <a:lnTo>
                  <a:pt x="200152" y="163634"/>
                </a:lnTo>
                <a:lnTo>
                  <a:pt x="199938" y="163941"/>
                </a:lnTo>
                <a:lnTo>
                  <a:pt x="199746" y="164265"/>
                </a:lnTo>
                <a:lnTo>
                  <a:pt x="199576" y="164608"/>
                </a:lnTo>
                <a:lnTo>
                  <a:pt x="199430" y="164967"/>
                </a:lnTo>
                <a:lnTo>
                  <a:pt x="199308" y="165343"/>
                </a:lnTo>
                <a:lnTo>
                  <a:pt x="199211" y="165734"/>
                </a:lnTo>
                <a:lnTo>
                  <a:pt x="199141" y="166140"/>
                </a:lnTo>
                <a:lnTo>
                  <a:pt x="199099" y="166559"/>
                </a:lnTo>
                <a:lnTo>
                  <a:pt x="199084" y="166992"/>
                </a:lnTo>
                <a:lnTo>
                  <a:pt x="199084" y="189489"/>
                </a:lnTo>
                <a:lnTo>
                  <a:pt x="199099" y="189927"/>
                </a:lnTo>
                <a:lnTo>
                  <a:pt x="199141" y="190363"/>
                </a:lnTo>
                <a:lnTo>
                  <a:pt x="199211" y="190794"/>
                </a:lnTo>
                <a:lnTo>
                  <a:pt x="199308" y="191221"/>
                </a:lnTo>
                <a:lnTo>
                  <a:pt x="199430" y="191642"/>
                </a:lnTo>
                <a:lnTo>
                  <a:pt x="199576" y="192055"/>
                </a:lnTo>
                <a:lnTo>
                  <a:pt x="199746" y="192461"/>
                </a:lnTo>
                <a:lnTo>
                  <a:pt x="199938" y="192857"/>
                </a:lnTo>
                <a:lnTo>
                  <a:pt x="200152" y="193243"/>
                </a:lnTo>
                <a:lnTo>
                  <a:pt x="200387" y="193616"/>
                </a:lnTo>
                <a:lnTo>
                  <a:pt x="200642" y="193978"/>
                </a:lnTo>
                <a:lnTo>
                  <a:pt x="200916" y="194325"/>
                </a:lnTo>
                <a:lnTo>
                  <a:pt x="201207" y="194658"/>
                </a:lnTo>
                <a:lnTo>
                  <a:pt x="201516" y="194974"/>
                </a:lnTo>
                <a:lnTo>
                  <a:pt x="201841" y="195273"/>
                </a:lnTo>
                <a:lnTo>
                  <a:pt x="202181" y="195554"/>
                </a:lnTo>
                <a:lnTo>
                  <a:pt x="202536" y="195815"/>
                </a:lnTo>
                <a:lnTo>
                  <a:pt x="202903" y="196056"/>
                </a:lnTo>
                <a:lnTo>
                  <a:pt x="203283" y="196276"/>
                </a:lnTo>
                <a:lnTo>
                  <a:pt x="203675" y="196472"/>
                </a:lnTo>
                <a:lnTo>
                  <a:pt x="204077" y="196644"/>
                </a:lnTo>
                <a:lnTo>
                  <a:pt x="204489" y="196792"/>
                </a:lnTo>
                <a:lnTo>
                  <a:pt x="204909" y="196913"/>
                </a:lnTo>
                <a:lnTo>
                  <a:pt x="205337" y="197007"/>
                </a:lnTo>
                <a:lnTo>
                  <a:pt x="205765" y="197072"/>
                </a:lnTo>
                <a:lnTo>
                  <a:pt x="206185" y="197106"/>
                </a:lnTo>
                <a:lnTo>
                  <a:pt x="206597" y="197111"/>
                </a:lnTo>
                <a:lnTo>
                  <a:pt x="206999" y="197088"/>
                </a:lnTo>
                <a:lnTo>
                  <a:pt x="207391" y="197037"/>
                </a:lnTo>
                <a:lnTo>
                  <a:pt x="207771" y="196958"/>
                </a:lnTo>
                <a:lnTo>
                  <a:pt x="208139" y="196854"/>
                </a:lnTo>
                <a:lnTo>
                  <a:pt x="208493" y="196724"/>
                </a:lnTo>
                <a:lnTo>
                  <a:pt x="208833" y="196569"/>
                </a:lnTo>
                <a:lnTo>
                  <a:pt x="209158" y="196390"/>
                </a:lnTo>
                <a:lnTo>
                  <a:pt x="209467" y="196188"/>
                </a:lnTo>
                <a:lnTo>
                  <a:pt x="209758" y="195964"/>
                </a:lnTo>
                <a:lnTo>
                  <a:pt x="210032" y="195718"/>
                </a:lnTo>
                <a:lnTo>
                  <a:pt x="210287" y="195451"/>
                </a:lnTo>
                <a:lnTo>
                  <a:pt x="210522" y="195164"/>
                </a:lnTo>
                <a:lnTo>
                  <a:pt x="210736" y="194858"/>
                </a:lnTo>
                <a:lnTo>
                  <a:pt x="210928" y="194534"/>
                </a:lnTo>
                <a:lnTo>
                  <a:pt x="211098" y="194191"/>
                </a:lnTo>
                <a:lnTo>
                  <a:pt x="211245" y="193832"/>
                </a:lnTo>
                <a:lnTo>
                  <a:pt x="211366" y="193456"/>
                </a:lnTo>
                <a:lnTo>
                  <a:pt x="211463" y="193065"/>
                </a:lnTo>
                <a:lnTo>
                  <a:pt x="211533" y="192659"/>
                </a:lnTo>
                <a:lnTo>
                  <a:pt x="211575" y="192240"/>
                </a:lnTo>
                <a:lnTo>
                  <a:pt x="211590" y="191807"/>
                </a:lnTo>
                <a:lnTo>
                  <a:pt x="211590" y="169310"/>
                </a:lnTo>
                <a:lnTo>
                  <a:pt x="211575" y="168872"/>
                </a:lnTo>
                <a:lnTo>
                  <a:pt x="211533" y="168436"/>
                </a:lnTo>
                <a:lnTo>
                  <a:pt x="211463" y="168005"/>
                </a:lnTo>
                <a:lnTo>
                  <a:pt x="211366" y="167578"/>
                </a:lnTo>
                <a:lnTo>
                  <a:pt x="211245" y="167157"/>
                </a:lnTo>
                <a:lnTo>
                  <a:pt x="211098" y="166743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07E934-A1F8-49D9-961F-9278E970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87" y="1800656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862B7F-20C8-4A8D-99B5-A986AC56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8435" y="1793138"/>
            <a:ext cx="211590" cy="254409"/>
          </a:xfrm>
          <a:custGeom xmlns:a="http://schemas.openxmlformats.org/drawingml/2006/main">
            <a:pathLst>
              <a:path w="211590" h="254409">
                <a:moveTo>
                  <a:pt x="14" y="18046"/>
                </a:moveTo>
                <a:lnTo>
                  <a:pt x="57" y="18481"/>
                </a:lnTo>
                <a:lnTo>
                  <a:pt x="127" y="18913"/>
                </a:lnTo>
                <a:lnTo>
                  <a:pt x="223" y="19340"/>
                </a:lnTo>
                <a:lnTo>
                  <a:pt x="345" y="19760"/>
                </a:lnTo>
                <a:lnTo>
                  <a:pt x="491" y="20174"/>
                </a:lnTo>
                <a:lnTo>
                  <a:pt x="661" y="20579"/>
                </a:lnTo>
                <a:lnTo>
                  <a:pt x="854" y="20976"/>
                </a:lnTo>
                <a:lnTo>
                  <a:pt x="1068" y="21361"/>
                </a:lnTo>
                <a:lnTo>
                  <a:pt x="1303" y="21735"/>
                </a:lnTo>
                <a:lnTo>
                  <a:pt x="1558" y="22096"/>
                </a:lnTo>
                <a:lnTo>
                  <a:pt x="1831" y="22444"/>
                </a:lnTo>
                <a:lnTo>
                  <a:pt x="2123" y="22776"/>
                </a:lnTo>
                <a:lnTo>
                  <a:pt x="2432" y="23093"/>
                </a:lnTo>
                <a:lnTo>
                  <a:pt x="2757" y="23392"/>
                </a:lnTo>
                <a:lnTo>
                  <a:pt x="3097" y="23673"/>
                </a:lnTo>
                <a:lnTo>
                  <a:pt x="3451" y="23934"/>
                </a:lnTo>
                <a:lnTo>
                  <a:pt x="3819" y="24175"/>
                </a:lnTo>
                <a:lnTo>
                  <a:pt x="4199" y="24394"/>
                </a:lnTo>
                <a:lnTo>
                  <a:pt x="4590" y="24590"/>
                </a:lnTo>
                <a:lnTo>
                  <a:pt x="4993" y="24763"/>
                </a:lnTo>
                <a:lnTo>
                  <a:pt x="5404" y="24910"/>
                </a:lnTo>
                <a:lnTo>
                  <a:pt x="5825" y="25032"/>
                </a:lnTo>
                <a:lnTo>
                  <a:pt x="6253" y="25126"/>
                </a:lnTo>
                <a:lnTo>
                  <a:pt x="6681" y="25190"/>
                </a:lnTo>
                <a:lnTo>
                  <a:pt x="7101" y="25225"/>
                </a:lnTo>
                <a:lnTo>
                  <a:pt x="7513" y="25230"/>
                </a:lnTo>
                <a:lnTo>
                  <a:pt x="7915" y="25207"/>
                </a:lnTo>
                <a:lnTo>
                  <a:pt x="8306" y="25155"/>
                </a:lnTo>
                <a:lnTo>
                  <a:pt x="8686" y="25077"/>
                </a:lnTo>
                <a:lnTo>
                  <a:pt x="9054" y="24972"/>
                </a:lnTo>
                <a:lnTo>
                  <a:pt x="9408" y="24842"/>
                </a:lnTo>
                <a:lnTo>
                  <a:pt x="9749" y="24688"/>
                </a:lnTo>
                <a:lnTo>
                  <a:pt x="10073" y="24509"/>
                </a:lnTo>
                <a:lnTo>
                  <a:pt x="10382" y="24307"/>
                </a:lnTo>
                <a:lnTo>
                  <a:pt x="10674" y="24083"/>
                </a:lnTo>
                <a:lnTo>
                  <a:pt x="10948" y="23837"/>
                </a:lnTo>
                <a:lnTo>
                  <a:pt x="11202" y="23570"/>
                </a:lnTo>
                <a:lnTo>
                  <a:pt x="11437" y="23283"/>
                </a:lnTo>
                <a:lnTo>
                  <a:pt x="11652" y="22977"/>
                </a:lnTo>
                <a:lnTo>
                  <a:pt x="11844" y="22652"/>
                </a:lnTo>
                <a:lnTo>
                  <a:pt x="12014" y="22310"/>
                </a:lnTo>
                <a:lnTo>
                  <a:pt x="12160" y="21950"/>
                </a:lnTo>
                <a:lnTo>
                  <a:pt x="12282" y="21575"/>
                </a:lnTo>
                <a:lnTo>
                  <a:pt x="12378" y="21183"/>
                </a:lnTo>
                <a:lnTo>
                  <a:pt x="12448" y="20778"/>
                </a:lnTo>
                <a:lnTo>
                  <a:pt x="12491" y="20358"/>
                </a:lnTo>
                <a:lnTo>
                  <a:pt x="12505" y="19925"/>
                </a:lnTo>
                <a:lnTo>
                  <a:pt x="12505" y="15036"/>
                </a:lnTo>
                <a:lnTo>
                  <a:pt x="17313" y="15927"/>
                </a:lnTo>
                <a:lnTo>
                  <a:pt x="17741" y="15992"/>
                </a:lnTo>
                <a:lnTo>
                  <a:pt x="18161" y="16026"/>
                </a:lnTo>
                <a:lnTo>
                  <a:pt x="18573" y="16031"/>
                </a:lnTo>
                <a:lnTo>
                  <a:pt x="18975" y="16008"/>
                </a:lnTo>
                <a:lnTo>
                  <a:pt x="19367" y="15957"/>
                </a:lnTo>
                <a:lnTo>
                  <a:pt x="19747" y="15878"/>
                </a:lnTo>
                <a:lnTo>
                  <a:pt x="20114" y="15774"/>
                </a:lnTo>
                <a:lnTo>
                  <a:pt x="20469" y="15644"/>
                </a:lnTo>
                <a:lnTo>
                  <a:pt x="20809" y="15489"/>
                </a:lnTo>
                <a:lnTo>
                  <a:pt x="21134" y="15310"/>
                </a:lnTo>
                <a:lnTo>
                  <a:pt x="21442" y="15108"/>
                </a:lnTo>
                <a:lnTo>
                  <a:pt x="21734" y="14884"/>
                </a:lnTo>
                <a:lnTo>
                  <a:pt x="22008" y="14638"/>
                </a:lnTo>
                <a:lnTo>
                  <a:pt x="22263" y="14371"/>
                </a:lnTo>
                <a:lnTo>
                  <a:pt x="22498" y="14084"/>
                </a:lnTo>
                <a:lnTo>
                  <a:pt x="22712" y="13778"/>
                </a:lnTo>
                <a:lnTo>
                  <a:pt x="22904" y="13453"/>
                </a:lnTo>
                <a:lnTo>
                  <a:pt x="23074" y="13111"/>
                </a:lnTo>
                <a:lnTo>
                  <a:pt x="23220" y="12751"/>
                </a:lnTo>
                <a:lnTo>
                  <a:pt x="23342" y="12376"/>
                </a:lnTo>
                <a:lnTo>
                  <a:pt x="23438" y="11985"/>
                </a:lnTo>
                <a:lnTo>
                  <a:pt x="23508" y="11579"/>
                </a:lnTo>
                <a:lnTo>
                  <a:pt x="23551" y="11159"/>
                </a:lnTo>
                <a:lnTo>
                  <a:pt x="23566" y="10727"/>
                </a:lnTo>
                <a:lnTo>
                  <a:pt x="23551" y="10289"/>
                </a:lnTo>
                <a:lnTo>
                  <a:pt x="23508" y="9853"/>
                </a:lnTo>
                <a:lnTo>
                  <a:pt x="23438" y="9422"/>
                </a:lnTo>
                <a:lnTo>
                  <a:pt x="23342" y="8995"/>
                </a:lnTo>
                <a:lnTo>
                  <a:pt x="23220" y="8574"/>
                </a:lnTo>
                <a:lnTo>
                  <a:pt x="23074" y="8160"/>
                </a:lnTo>
                <a:lnTo>
                  <a:pt x="22904" y="7755"/>
                </a:lnTo>
                <a:lnTo>
                  <a:pt x="22712" y="7359"/>
                </a:lnTo>
                <a:lnTo>
                  <a:pt x="22498" y="6973"/>
                </a:lnTo>
                <a:lnTo>
                  <a:pt x="22263" y="6599"/>
                </a:lnTo>
                <a:lnTo>
                  <a:pt x="22008" y="6238"/>
                </a:lnTo>
                <a:lnTo>
                  <a:pt x="21734" y="5891"/>
                </a:lnTo>
                <a:lnTo>
                  <a:pt x="21442" y="5558"/>
                </a:lnTo>
                <a:lnTo>
                  <a:pt x="21134" y="5242"/>
                </a:lnTo>
                <a:lnTo>
                  <a:pt x="20809" y="4943"/>
                </a:lnTo>
                <a:lnTo>
                  <a:pt x="20469" y="4662"/>
                </a:lnTo>
                <a:lnTo>
                  <a:pt x="20114" y="4400"/>
                </a:lnTo>
                <a:lnTo>
                  <a:pt x="19747" y="4160"/>
                </a:lnTo>
                <a:lnTo>
                  <a:pt x="19367" y="3940"/>
                </a:lnTo>
                <a:lnTo>
                  <a:pt x="18975" y="3744"/>
                </a:lnTo>
                <a:lnTo>
                  <a:pt x="18573" y="3572"/>
                </a:lnTo>
                <a:lnTo>
                  <a:pt x="18161" y="3424"/>
                </a:lnTo>
                <a:lnTo>
                  <a:pt x="17741" y="3303"/>
                </a:lnTo>
                <a:lnTo>
                  <a:pt x="17313" y="3209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lnTo>
                  <a:pt x="0" y="17608"/>
                </a:lnTo>
                <a:lnTo>
                  <a:pt x="14" y="18046"/>
                </a:lnTo>
                <a:close/>
                <a:moveTo>
                  <a:pt x="12014" y="62354"/>
                </a:moveTo>
                <a:lnTo>
                  <a:pt x="11844" y="61948"/>
                </a:lnTo>
                <a:lnTo>
                  <a:pt x="11652" y="61552"/>
                </a:lnTo>
                <a:lnTo>
                  <a:pt x="11437" y="61166"/>
                </a:lnTo>
                <a:lnTo>
                  <a:pt x="11202" y="60793"/>
                </a:lnTo>
                <a:lnTo>
                  <a:pt x="10948" y="60431"/>
                </a:lnTo>
                <a:lnTo>
                  <a:pt x="10674" y="60084"/>
                </a:lnTo>
                <a:lnTo>
                  <a:pt x="10382" y="59751"/>
                </a:lnTo>
                <a:lnTo>
                  <a:pt x="10073" y="59435"/>
                </a:lnTo>
                <a:lnTo>
                  <a:pt x="9749" y="59136"/>
                </a:lnTo>
                <a:lnTo>
                  <a:pt x="9408" y="58855"/>
                </a:lnTo>
                <a:lnTo>
                  <a:pt x="9054" y="58594"/>
                </a:lnTo>
                <a:lnTo>
                  <a:pt x="8686" y="58353"/>
                </a:lnTo>
                <a:lnTo>
                  <a:pt x="8306" y="58134"/>
                </a:lnTo>
                <a:lnTo>
                  <a:pt x="7915" y="57937"/>
                </a:lnTo>
                <a:lnTo>
                  <a:pt x="7513" y="57765"/>
                </a:lnTo>
                <a:lnTo>
                  <a:pt x="7101" y="57617"/>
                </a:lnTo>
                <a:lnTo>
                  <a:pt x="6681" y="57496"/>
                </a:lnTo>
                <a:lnTo>
                  <a:pt x="6253" y="57402"/>
                </a:lnTo>
                <a:lnTo>
                  <a:pt x="5825" y="57337"/>
                </a:lnTo>
                <a:lnTo>
                  <a:pt x="5404" y="57303"/>
                </a:lnTo>
                <a:lnTo>
                  <a:pt x="4993" y="57298"/>
                </a:lnTo>
                <a:lnTo>
                  <a:pt x="4590" y="57321"/>
                </a:lnTo>
                <a:lnTo>
                  <a:pt x="4199" y="57372"/>
                </a:lnTo>
                <a:lnTo>
                  <a:pt x="3819" y="57451"/>
                </a:lnTo>
                <a:lnTo>
                  <a:pt x="3451" y="57555"/>
                </a:lnTo>
                <a:lnTo>
                  <a:pt x="3097" y="57685"/>
                </a:lnTo>
                <a:lnTo>
                  <a:pt x="2757" y="57840"/>
                </a:lnTo>
                <a:lnTo>
                  <a:pt x="2432" y="58019"/>
                </a:lnTo>
                <a:lnTo>
                  <a:pt x="2123" y="58221"/>
                </a:lnTo>
                <a:lnTo>
                  <a:pt x="1831" y="58445"/>
                </a:lnTo>
                <a:lnTo>
                  <a:pt x="1558" y="58691"/>
                </a:lnTo>
                <a:lnTo>
                  <a:pt x="1303" y="58958"/>
                </a:lnTo>
                <a:lnTo>
                  <a:pt x="1068" y="59245"/>
                </a:lnTo>
                <a:lnTo>
                  <a:pt x="854" y="59551"/>
                </a:lnTo>
                <a:lnTo>
                  <a:pt x="661" y="59875"/>
                </a:lnTo>
                <a:lnTo>
                  <a:pt x="491" y="60218"/>
                </a:lnTo>
                <a:lnTo>
                  <a:pt x="345" y="60577"/>
                </a:lnTo>
                <a:lnTo>
                  <a:pt x="223" y="60953"/>
                </a:lnTo>
                <a:lnTo>
                  <a:pt x="127" y="61344"/>
                </a:lnTo>
                <a:lnTo>
                  <a:pt x="57" y="61750"/>
                </a:lnTo>
                <a:lnTo>
                  <a:pt x="14" y="62169"/>
                </a:lnTo>
                <a:lnTo>
                  <a:pt x="0" y="62602"/>
                </a:lnTo>
                <a:lnTo>
                  <a:pt x="0" y="85099"/>
                </a:lnTo>
                <a:lnTo>
                  <a:pt x="14" y="85537"/>
                </a:lnTo>
                <a:lnTo>
                  <a:pt x="57" y="85973"/>
                </a:lnTo>
                <a:lnTo>
                  <a:pt x="127" y="86404"/>
                </a:lnTo>
                <a:lnTo>
                  <a:pt x="223" y="86831"/>
                </a:lnTo>
                <a:lnTo>
                  <a:pt x="345" y="87252"/>
                </a:lnTo>
                <a:lnTo>
                  <a:pt x="491" y="87666"/>
                </a:lnTo>
                <a:lnTo>
                  <a:pt x="661" y="88071"/>
                </a:lnTo>
                <a:lnTo>
                  <a:pt x="854" y="88467"/>
                </a:lnTo>
                <a:lnTo>
                  <a:pt x="1068" y="88853"/>
                </a:lnTo>
                <a:lnTo>
                  <a:pt x="1303" y="89227"/>
                </a:lnTo>
                <a:lnTo>
                  <a:pt x="1558" y="89588"/>
                </a:lnTo>
                <a:lnTo>
                  <a:pt x="1831" y="89935"/>
                </a:lnTo>
                <a:lnTo>
                  <a:pt x="2123" y="90268"/>
                </a:lnTo>
                <a:lnTo>
                  <a:pt x="2432" y="90584"/>
                </a:lnTo>
                <a:lnTo>
                  <a:pt x="2757" y="90883"/>
                </a:lnTo>
                <a:lnTo>
                  <a:pt x="3097" y="91164"/>
                </a:lnTo>
                <a:lnTo>
                  <a:pt x="3451" y="91426"/>
                </a:lnTo>
                <a:lnTo>
                  <a:pt x="3819" y="91667"/>
                </a:lnTo>
                <a:lnTo>
                  <a:pt x="4199" y="91886"/>
                </a:lnTo>
                <a:lnTo>
                  <a:pt x="4590" y="92082"/>
                </a:lnTo>
                <a:lnTo>
                  <a:pt x="4993" y="92255"/>
                </a:lnTo>
                <a:lnTo>
                  <a:pt x="5404" y="92402"/>
                </a:lnTo>
                <a:lnTo>
                  <a:pt x="5825" y="92523"/>
                </a:lnTo>
                <a:lnTo>
                  <a:pt x="6253" y="92617"/>
                </a:lnTo>
                <a:lnTo>
                  <a:pt x="6681" y="92682"/>
                </a:lnTo>
                <a:lnTo>
                  <a:pt x="7101" y="92717"/>
                </a:lnTo>
                <a:lnTo>
                  <a:pt x="7513" y="92722"/>
                </a:lnTo>
                <a:lnTo>
                  <a:pt x="7915" y="92698"/>
                </a:lnTo>
                <a:lnTo>
                  <a:pt x="8306" y="92647"/>
                </a:lnTo>
                <a:lnTo>
                  <a:pt x="8686" y="92569"/>
                </a:lnTo>
                <a:lnTo>
                  <a:pt x="9054" y="92464"/>
                </a:lnTo>
                <a:lnTo>
                  <a:pt x="9408" y="92334"/>
                </a:lnTo>
                <a:lnTo>
                  <a:pt x="9749" y="92179"/>
                </a:lnTo>
                <a:lnTo>
                  <a:pt x="10073" y="92000"/>
                </a:lnTo>
                <a:lnTo>
                  <a:pt x="10382" y="91799"/>
                </a:lnTo>
                <a:lnTo>
                  <a:pt x="10674" y="91574"/>
                </a:lnTo>
                <a:lnTo>
                  <a:pt x="10948" y="91328"/>
                </a:lnTo>
                <a:lnTo>
                  <a:pt x="11202" y="91061"/>
                </a:lnTo>
                <a:lnTo>
                  <a:pt x="11437" y="90775"/>
                </a:lnTo>
                <a:lnTo>
                  <a:pt x="11652" y="90468"/>
                </a:lnTo>
                <a:lnTo>
                  <a:pt x="11844" y="90144"/>
                </a:lnTo>
                <a:lnTo>
                  <a:pt x="12014" y="89801"/>
                </a:lnTo>
                <a:lnTo>
                  <a:pt x="12160" y="89442"/>
                </a:lnTo>
                <a:lnTo>
                  <a:pt x="12282" y="89066"/>
                </a:lnTo>
                <a:lnTo>
                  <a:pt x="12378" y="88675"/>
                </a:lnTo>
                <a:lnTo>
                  <a:pt x="12448" y="88269"/>
                </a:lnTo>
                <a:lnTo>
                  <a:pt x="12491" y="87850"/>
                </a:lnTo>
                <a:lnTo>
                  <a:pt x="12505" y="87417"/>
                </a:lnTo>
                <a:lnTo>
                  <a:pt x="12505" y="64920"/>
                </a:lnTo>
                <a:lnTo>
                  <a:pt x="12491" y="64482"/>
                </a:lnTo>
                <a:lnTo>
                  <a:pt x="12448" y="64046"/>
                </a:lnTo>
                <a:lnTo>
                  <a:pt x="12378" y="63615"/>
                </a:lnTo>
                <a:lnTo>
                  <a:pt x="12282" y="63188"/>
                </a:lnTo>
                <a:lnTo>
                  <a:pt x="12160" y="62767"/>
                </a:lnTo>
                <a:lnTo>
                  <a:pt x="12014" y="62354"/>
                </a:lnTo>
                <a:close/>
                <a:moveTo>
                  <a:pt x="12014" y="129845"/>
                </a:moveTo>
                <a:lnTo>
                  <a:pt x="11844" y="129440"/>
                </a:lnTo>
                <a:lnTo>
                  <a:pt x="11652" y="129044"/>
                </a:lnTo>
                <a:lnTo>
                  <a:pt x="11437" y="128658"/>
                </a:lnTo>
                <a:lnTo>
                  <a:pt x="11202" y="128284"/>
                </a:lnTo>
                <a:lnTo>
                  <a:pt x="10948" y="127923"/>
                </a:lnTo>
                <a:lnTo>
                  <a:pt x="10674" y="127575"/>
                </a:lnTo>
                <a:lnTo>
                  <a:pt x="10382" y="127243"/>
                </a:lnTo>
                <a:lnTo>
                  <a:pt x="10073" y="126927"/>
                </a:lnTo>
                <a:lnTo>
                  <a:pt x="9749" y="126627"/>
                </a:lnTo>
                <a:lnTo>
                  <a:pt x="9408" y="126347"/>
                </a:lnTo>
                <a:lnTo>
                  <a:pt x="9054" y="126085"/>
                </a:lnTo>
                <a:lnTo>
                  <a:pt x="8686" y="125844"/>
                </a:lnTo>
                <a:lnTo>
                  <a:pt x="8306" y="125625"/>
                </a:lnTo>
                <a:lnTo>
                  <a:pt x="7915" y="125429"/>
                </a:lnTo>
                <a:lnTo>
                  <a:pt x="7513" y="125256"/>
                </a:lnTo>
                <a:lnTo>
                  <a:pt x="7101" y="125109"/>
                </a:lnTo>
                <a:lnTo>
                  <a:pt x="6681" y="124987"/>
                </a:lnTo>
                <a:lnTo>
                  <a:pt x="6253" y="124893"/>
                </a:lnTo>
                <a:lnTo>
                  <a:pt x="5825" y="124829"/>
                </a:lnTo>
                <a:lnTo>
                  <a:pt x="5404" y="124794"/>
                </a:lnTo>
                <a:lnTo>
                  <a:pt x="4993" y="124789"/>
                </a:lnTo>
                <a:lnTo>
                  <a:pt x="4590" y="124813"/>
                </a:lnTo>
                <a:lnTo>
                  <a:pt x="4199" y="124864"/>
                </a:lnTo>
                <a:lnTo>
                  <a:pt x="3819" y="124942"/>
                </a:lnTo>
                <a:lnTo>
                  <a:pt x="3451" y="125047"/>
                </a:lnTo>
                <a:lnTo>
                  <a:pt x="3097" y="125177"/>
                </a:lnTo>
                <a:lnTo>
                  <a:pt x="2757" y="125332"/>
                </a:lnTo>
                <a:lnTo>
                  <a:pt x="2432" y="125510"/>
                </a:lnTo>
                <a:lnTo>
                  <a:pt x="2123" y="125712"/>
                </a:lnTo>
                <a:lnTo>
                  <a:pt x="1831" y="125937"/>
                </a:lnTo>
                <a:lnTo>
                  <a:pt x="1558" y="126183"/>
                </a:lnTo>
                <a:lnTo>
                  <a:pt x="1303" y="126449"/>
                </a:lnTo>
                <a:lnTo>
                  <a:pt x="1068" y="126736"/>
                </a:lnTo>
                <a:lnTo>
                  <a:pt x="854" y="127042"/>
                </a:lnTo>
                <a:lnTo>
                  <a:pt x="661" y="127367"/>
                </a:lnTo>
                <a:lnTo>
                  <a:pt x="491" y="127710"/>
                </a:lnTo>
                <a:lnTo>
                  <a:pt x="345" y="128069"/>
                </a:lnTo>
                <a:lnTo>
                  <a:pt x="223" y="128445"/>
                </a:lnTo>
                <a:lnTo>
                  <a:pt x="127" y="128836"/>
                </a:lnTo>
                <a:lnTo>
                  <a:pt x="57" y="129241"/>
                </a:lnTo>
                <a:lnTo>
                  <a:pt x="14" y="129661"/>
                </a:lnTo>
                <a:lnTo>
                  <a:pt x="0" y="130094"/>
                </a:lnTo>
                <a:lnTo>
                  <a:pt x="0" y="152591"/>
                </a:lnTo>
                <a:lnTo>
                  <a:pt x="14" y="153029"/>
                </a:lnTo>
                <a:lnTo>
                  <a:pt x="57" y="153464"/>
                </a:lnTo>
                <a:lnTo>
                  <a:pt x="127" y="153896"/>
                </a:lnTo>
                <a:lnTo>
                  <a:pt x="223" y="154323"/>
                </a:lnTo>
                <a:lnTo>
                  <a:pt x="345" y="154744"/>
                </a:lnTo>
                <a:lnTo>
                  <a:pt x="491" y="155157"/>
                </a:lnTo>
                <a:lnTo>
                  <a:pt x="661" y="155563"/>
                </a:lnTo>
                <a:lnTo>
                  <a:pt x="854" y="155959"/>
                </a:lnTo>
                <a:lnTo>
                  <a:pt x="1068" y="156344"/>
                </a:lnTo>
                <a:lnTo>
                  <a:pt x="1303" y="156718"/>
                </a:lnTo>
                <a:lnTo>
                  <a:pt x="1558" y="157080"/>
                </a:lnTo>
                <a:lnTo>
                  <a:pt x="1831" y="157427"/>
                </a:lnTo>
                <a:lnTo>
                  <a:pt x="2123" y="157759"/>
                </a:lnTo>
                <a:lnTo>
                  <a:pt x="2432" y="158076"/>
                </a:lnTo>
                <a:lnTo>
                  <a:pt x="2757" y="158375"/>
                </a:lnTo>
                <a:lnTo>
                  <a:pt x="3097" y="158656"/>
                </a:lnTo>
                <a:lnTo>
                  <a:pt x="3451" y="158917"/>
                </a:lnTo>
                <a:lnTo>
                  <a:pt x="3819" y="159158"/>
                </a:lnTo>
                <a:lnTo>
                  <a:pt x="4199" y="159377"/>
                </a:lnTo>
                <a:lnTo>
                  <a:pt x="4590" y="159574"/>
                </a:lnTo>
                <a:lnTo>
                  <a:pt x="4993" y="159746"/>
                </a:lnTo>
                <a:lnTo>
                  <a:pt x="5404" y="159894"/>
                </a:lnTo>
                <a:lnTo>
                  <a:pt x="5825" y="160015"/>
                </a:lnTo>
                <a:lnTo>
                  <a:pt x="6253" y="160109"/>
                </a:lnTo>
                <a:lnTo>
                  <a:pt x="6681" y="160174"/>
                </a:lnTo>
                <a:lnTo>
                  <a:pt x="7101" y="160208"/>
                </a:lnTo>
                <a:lnTo>
                  <a:pt x="7513" y="160213"/>
                </a:lnTo>
                <a:lnTo>
                  <a:pt x="7915" y="160190"/>
                </a:lnTo>
                <a:lnTo>
                  <a:pt x="8306" y="160139"/>
                </a:lnTo>
                <a:lnTo>
                  <a:pt x="8686" y="160060"/>
                </a:lnTo>
                <a:lnTo>
                  <a:pt x="9054" y="159956"/>
                </a:lnTo>
                <a:lnTo>
                  <a:pt x="9408" y="159826"/>
                </a:lnTo>
                <a:lnTo>
                  <a:pt x="9749" y="159671"/>
                </a:lnTo>
                <a:lnTo>
                  <a:pt x="10073" y="159492"/>
                </a:lnTo>
                <a:lnTo>
                  <a:pt x="10382" y="159290"/>
                </a:lnTo>
                <a:lnTo>
                  <a:pt x="10674" y="159066"/>
                </a:lnTo>
                <a:lnTo>
                  <a:pt x="10948" y="158820"/>
                </a:lnTo>
                <a:lnTo>
                  <a:pt x="11202" y="158553"/>
                </a:lnTo>
                <a:lnTo>
                  <a:pt x="11437" y="158266"/>
                </a:lnTo>
                <a:lnTo>
                  <a:pt x="11652" y="157960"/>
                </a:lnTo>
                <a:lnTo>
                  <a:pt x="11844" y="157635"/>
                </a:lnTo>
                <a:lnTo>
                  <a:pt x="12014" y="157293"/>
                </a:lnTo>
                <a:lnTo>
                  <a:pt x="12160" y="156933"/>
                </a:lnTo>
                <a:lnTo>
                  <a:pt x="12282" y="156558"/>
                </a:lnTo>
                <a:lnTo>
                  <a:pt x="12378" y="156167"/>
                </a:lnTo>
                <a:lnTo>
                  <a:pt x="12448" y="155761"/>
                </a:lnTo>
                <a:lnTo>
                  <a:pt x="12491" y="155341"/>
                </a:lnTo>
                <a:lnTo>
                  <a:pt x="12505" y="154909"/>
                </a:lnTo>
                <a:lnTo>
                  <a:pt x="12505" y="132411"/>
                </a:lnTo>
                <a:lnTo>
                  <a:pt x="12491" y="131973"/>
                </a:lnTo>
                <a:lnTo>
                  <a:pt x="12448" y="131538"/>
                </a:lnTo>
                <a:lnTo>
                  <a:pt x="12378" y="131106"/>
                </a:lnTo>
                <a:lnTo>
                  <a:pt x="12282" y="130680"/>
                </a:lnTo>
                <a:lnTo>
                  <a:pt x="12160" y="130259"/>
                </a:lnTo>
                <a:lnTo>
                  <a:pt x="12014" y="129845"/>
                </a:lnTo>
                <a:close/>
                <a:moveTo>
                  <a:pt x="12014" y="197337"/>
                </a:moveTo>
                <a:lnTo>
                  <a:pt x="11844" y="196931"/>
                </a:lnTo>
                <a:lnTo>
                  <a:pt x="11652" y="196535"/>
                </a:lnTo>
                <a:lnTo>
                  <a:pt x="11437" y="196150"/>
                </a:lnTo>
                <a:lnTo>
                  <a:pt x="11202" y="195776"/>
                </a:lnTo>
                <a:lnTo>
                  <a:pt x="10948" y="195414"/>
                </a:lnTo>
                <a:lnTo>
                  <a:pt x="10674" y="195067"/>
                </a:lnTo>
                <a:lnTo>
                  <a:pt x="10382" y="194735"/>
                </a:lnTo>
                <a:lnTo>
                  <a:pt x="10073" y="194418"/>
                </a:lnTo>
                <a:lnTo>
                  <a:pt x="9749" y="194119"/>
                </a:lnTo>
                <a:lnTo>
                  <a:pt x="9408" y="193838"/>
                </a:lnTo>
                <a:lnTo>
                  <a:pt x="9054" y="193577"/>
                </a:lnTo>
                <a:lnTo>
                  <a:pt x="8686" y="193336"/>
                </a:lnTo>
                <a:lnTo>
                  <a:pt x="8306" y="193117"/>
                </a:lnTo>
                <a:lnTo>
                  <a:pt x="7915" y="192920"/>
                </a:lnTo>
                <a:lnTo>
                  <a:pt x="7513" y="192748"/>
                </a:lnTo>
                <a:lnTo>
                  <a:pt x="7101" y="192600"/>
                </a:lnTo>
                <a:lnTo>
                  <a:pt x="6681" y="192479"/>
                </a:lnTo>
                <a:lnTo>
                  <a:pt x="6253" y="192385"/>
                </a:lnTo>
                <a:lnTo>
                  <a:pt x="5825" y="192320"/>
                </a:lnTo>
                <a:lnTo>
                  <a:pt x="5404" y="192286"/>
                </a:lnTo>
                <a:lnTo>
                  <a:pt x="4993" y="192281"/>
                </a:lnTo>
                <a:lnTo>
                  <a:pt x="4590" y="192304"/>
                </a:lnTo>
                <a:lnTo>
                  <a:pt x="4199" y="192355"/>
                </a:lnTo>
                <a:lnTo>
                  <a:pt x="3819" y="192434"/>
                </a:lnTo>
                <a:lnTo>
                  <a:pt x="3451" y="192538"/>
                </a:lnTo>
                <a:lnTo>
                  <a:pt x="3097" y="192668"/>
                </a:lnTo>
                <a:lnTo>
                  <a:pt x="2757" y="192823"/>
                </a:lnTo>
                <a:lnTo>
                  <a:pt x="2432" y="193002"/>
                </a:lnTo>
                <a:lnTo>
                  <a:pt x="2123" y="193204"/>
                </a:lnTo>
                <a:lnTo>
                  <a:pt x="1831" y="193428"/>
                </a:lnTo>
                <a:lnTo>
                  <a:pt x="1558" y="193674"/>
                </a:lnTo>
                <a:lnTo>
                  <a:pt x="1303" y="193941"/>
                </a:lnTo>
                <a:lnTo>
                  <a:pt x="1068" y="194228"/>
                </a:lnTo>
                <a:lnTo>
                  <a:pt x="854" y="194534"/>
                </a:lnTo>
                <a:lnTo>
                  <a:pt x="661" y="194859"/>
                </a:lnTo>
                <a:lnTo>
                  <a:pt x="491" y="195201"/>
                </a:lnTo>
                <a:lnTo>
                  <a:pt x="345" y="195561"/>
                </a:lnTo>
                <a:lnTo>
                  <a:pt x="223" y="195936"/>
                </a:lnTo>
                <a:lnTo>
                  <a:pt x="127" y="196327"/>
                </a:lnTo>
                <a:lnTo>
                  <a:pt x="57" y="196733"/>
                </a:lnTo>
                <a:lnTo>
                  <a:pt x="14" y="197153"/>
                </a:lnTo>
                <a:lnTo>
                  <a:pt x="0" y="197585"/>
                </a:lnTo>
                <a:lnTo>
                  <a:pt x="0" y="208834"/>
                </a:lnTo>
                <a:lnTo>
                  <a:pt x="0" y="215193"/>
                </a:lnTo>
                <a:lnTo>
                  <a:pt x="6253" y="216352"/>
                </a:lnTo>
                <a:lnTo>
                  <a:pt x="17313" y="218402"/>
                </a:lnTo>
                <a:lnTo>
                  <a:pt x="17741" y="218467"/>
                </a:lnTo>
                <a:lnTo>
                  <a:pt x="18161" y="218501"/>
                </a:lnTo>
                <a:lnTo>
                  <a:pt x="18573" y="218506"/>
                </a:lnTo>
                <a:lnTo>
                  <a:pt x="18975" y="218483"/>
                </a:lnTo>
                <a:lnTo>
                  <a:pt x="19367" y="218432"/>
                </a:lnTo>
                <a:lnTo>
                  <a:pt x="19747" y="218353"/>
                </a:lnTo>
                <a:lnTo>
                  <a:pt x="20114" y="218249"/>
                </a:lnTo>
                <a:lnTo>
                  <a:pt x="20469" y="218119"/>
                </a:lnTo>
                <a:lnTo>
                  <a:pt x="20809" y="217964"/>
                </a:lnTo>
                <a:lnTo>
                  <a:pt x="21134" y="217785"/>
                </a:lnTo>
                <a:lnTo>
                  <a:pt x="21442" y="217583"/>
                </a:lnTo>
                <a:lnTo>
                  <a:pt x="21734" y="217359"/>
                </a:lnTo>
                <a:lnTo>
                  <a:pt x="22008" y="217113"/>
                </a:lnTo>
                <a:lnTo>
                  <a:pt x="22263" y="216846"/>
                </a:lnTo>
                <a:lnTo>
                  <a:pt x="22498" y="216559"/>
                </a:lnTo>
                <a:lnTo>
                  <a:pt x="22712" y="216253"/>
                </a:lnTo>
                <a:lnTo>
                  <a:pt x="22904" y="215928"/>
                </a:lnTo>
                <a:lnTo>
                  <a:pt x="23074" y="215586"/>
                </a:lnTo>
                <a:lnTo>
                  <a:pt x="23220" y="215226"/>
                </a:lnTo>
                <a:lnTo>
                  <a:pt x="23342" y="214851"/>
                </a:lnTo>
                <a:lnTo>
                  <a:pt x="23438" y="214460"/>
                </a:lnTo>
                <a:lnTo>
                  <a:pt x="23508" y="214054"/>
                </a:lnTo>
                <a:lnTo>
                  <a:pt x="23551" y="213634"/>
                </a:lnTo>
                <a:lnTo>
                  <a:pt x="23566" y="213202"/>
                </a:lnTo>
                <a:lnTo>
                  <a:pt x="23551" y="212764"/>
                </a:lnTo>
                <a:lnTo>
                  <a:pt x="23508" y="212328"/>
                </a:lnTo>
                <a:lnTo>
                  <a:pt x="23438" y="211896"/>
                </a:lnTo>
                <a:lnTo>
                  <a:pt x="23342" y="211470"/>
                </a:lnTo>
                <a:lnTo>
                  <a:pt x="23220" y="211049"/>
                </a:lnTo>
                <a:lnTo>
                  <a:pt x="23074" y="210635"/>
                </a:lnTo>
                <a:lnTo>
                  <a:pt x="22904" y="210230"/>
                </a:lnTo>
                <a:lnTo>
                  <a:pt x="22712" y="209834"/>
                </a:lnTo>
                <a:lnTo>
                  <a:pt x="22498" y="209448"/>
                </a:lnTo>
                <a:lnTo>
                  <a:pt x="22263" y="209074"/>
                </a:lnTo>
                <a:lnTo>
                  <a:pt x="22008" y="208713"/>
                </a:lnTo>
                <a:lnTo>
                  <a:pt x="21734" y="208366"/>
                </a:lnTo>
                <a:lnTo>
                  <a:pt x="21442" y="208033"/>
                </a:lnTo>
                <a:lnTo>
                  <a:pt x="21134" y="207717"/>
                </a:lnTo>
                <a:lnTo>
                  <a:pt x="20809" y="207418"/>
                </a:lnTo>
                <a:lnTo>
                  <a:pt x="20469" y="207137"/>
                </a:lnTo>
                <a:lnTo>
                  <a:pt x="20114" y="206875"/>
                </a:lnTo>
                <a:lnTo>
                  <a:pt x="19747" y="206634"/>
                </a:lnTo>
                <a:lnTo>
                  <a:pt x="19367" y="206415"/>
                </a:lnTo>
                <a:lnTo>
                  <a:pt x="18975" y="206219"/>
                </a:lnTo>
                <a:lnTo>
                  <a:pt x="18573" y="206046"/>
                </a:lnTo>
                <a:lnTo>
                  <a:pt x="18161" y="205899"/>
                </a:lnTo>
                <a:lnTo>
                  <a:pt x="17741" y="205778"/>
                </a:lnTo>
                <a:lnTo>
                  <a:pt x="17313" y="205684"/>
                </a:lnTo>
                <a:lnTo>
                  <a:pt x="12505" y="204793"/>
                </a:lnTo>
                <a:lnTo>
                  <a:pt x="12505" y="199903"/>
                </a:lnTo>
                <a:lnTo>
                  <a:pt x="12491" y="199465"/>
                </a:lnTo>
                <a:lnTo>
                  <a:pt x="12448" y="199030"/>
                </a:lnTo>
                <a:lnTo>
                  <a:pt x="12378" y="198598"/>
                </a:lnTo>
                <a:lnTo>
                  <a:pt x="12282" y="198171"/>
                </a:lnTo>
                <a:lnTo>
                  <a:pt x="12160" y="197750"/>
                </a:lnTo>
                <a:lnTo>
                  <a:pt x="12014" y="197337"/>
                </a:lnTo>
                <a:close/>
                <a:moveTo>
                  <a:pt x="59120" y="11457"/>
                </a:moveTo>
                <a:lnTo>
                  <a:pt x="58752" y="11562"/>
                </a:lnTo>
                <a:lnTo>
                  <a:pt x="58398" y="11692"/>
                </a:lnTo>
                <a:lnTo>
                  <a:pt x="58058" y="11846"/>
                </a:lnTo>
                <a:lnTo>
                  <a:pt x="57733" y="12025"/>
                </a:lnTo>
                <a:lnTo>
                  <a:pt x="57424" y="12227"/>
                </a:lnTo>
                <a:lnTo>
                  <a:pt x="57133" y="12451"/>
                </a:lnTo>
                <a:lnTo>
                  <a:pt x="56859" y="12697"/>
                </a:lnTo>
                <a:lnTo>
                  <a:pt x="56604" y="12964"/>
                </a:lnTo>
                <a:lnTo>
                  <a:pt x="56369" y="13251"/>
                </a:lnTo>
                <a:lnTo>
                  <a:pt x="56155" y="13557"/>
                </a:lnTo>
                <a:lnTo>
                  <a:pt x="55962" y="13882"/>
                </a:lnTo>
                <a:lnTo>
                  <a:pt x="55793" y="14224"/>
                </a:lnTo>
                <a:lnTo>
                  <a:pt x="55646" y="14584"/>
                </a:lnTo>
                <a:lnTo>
                  <a:pt x="55525" y="14960"/>
                </a:lnTo>
                <a:lnTo>
                  <a:pt x="55428" y="15351"/>
                </a:lnTo>
                <a:lnTo>
                  <a:pt x="55358" y="15756"/>
                </a:lnTo>
                <a:lnTo>
                  <a:pt x="55316" y="16176"/>
                </a:lnTo>
                <a:lnTo>
                  <a:pt x="55301" y="16609"/>
                </a:lnTo>
                <a:lnTo>
                  <a:pt x="55316" y="17047"/>
                </a:lnTo>
                <a:lnTo>
                  <a:pt x="55358" y="17482"/>
                </a:lnTo>
                <a:lnTo>
                  <a:pt x="55428" y="17914"/>
                </a:lnTo>
                <a:lnTo>
                  <a:pt x="55525" y="18341"/>
                </a:lnTo>
                <a:lnTo>
                  <a:pt x="55646" y="18761"/>
                </a:lnTo>
                <a:lnTo>
                  <a:pt x="55793" y="19175"/>
                </a:lnTo>
                <a:lnTo>
                  <a:pt x="55962" y="19580"/>
                </a:lnTo>
                <a:lnTo>
                  <a:pt x="56155" y="19976"/>
                </a:lnTo>
                <a:lnTo>
                  <a:pt x="56369" y="20362"/>
                </a:lnTo>
                <a:lnTo>
                  <a:pt x="56604" y="20736"/>
                </a:lnTo>
                <a:lnTo>
                  <a:pt x="56859" y="21097"/>
                </a:lnTo>
                <a:lnTo>
                  <a:pt x="57133" y="21445"/>
                </a:lnTo>
                <a:lnTo>
                  <a:pt x="57424" y="21777"/>
                </a:lnTo>
                <a:lnTo>
                  <a:pt x="57733" y="22093"/>
                </a:lnTo>
                <a:lnTo>
                  <a:pt x="58058" y="22393"/>
                </a:lnTo>
                <a:lnTo>
                  <a:pt x="58398" y="22673"/>
                </a:lnTo>
                <a:lnTo>
                  <a:pt x="58752" y="22935"/>
                </a:lnTo>
                <a:lnTo>
                  <a:pt x="59120" y="23176"/>
                </a:lnTo>
                <a:lnTo>
                  <a:pt x="59500" y="23395"/>
                </a:lnTo>
                <a:lnTo>
                  <a:pt x="59892" y="23591"/>
                </a:lnTo>
                <a:lnTo>
                  <a:pt x="60294" y="23764"/>
                </a:lnTo>
                <a:lnTo>
                  <a:pt x="60705" y="23911"/>
                </a:lnTo>
                <a:lnTo>
                  <a:pt x="61126" y="24033"/>
                </a:lnTo>
                <a:lnTo>
                  <a:pt x="61554" y="24127"/>
                </a:lnTo>
                <a:lnTo>
                  <a:pt x="83674" y="28226"/>
                </a:lnTo>
                <a:lnTo>
                  <a:pt x="84102" y="28291"/>
                </a:lnTo>
                <a:lnTo>
                  <a:pt x="84523" y="28326"/>
                </a:lnTo>
                <a:lnTo>
                  <a:pt x="84934" y="28331"/>
                </a:lnTo>
                <a:lnTo>
                  <a:pt x="85337" y="28307"/>
                </a:lnTo>
                <a:lnTo>
                  <a:pt x="85728" y="28256"/>
                </a:lnTo>
                <a:lnTo>
                  <a:pt x="86108" y="28178"/>
                </a:lnTo>
                <a:lnTo>
                  <a:pt x="86476" y="28073"/>
                </a:lnTo>
                <a:lnTo>
                  <a:pt x="86830" y="27943"/>
                </a:lnTo>
                <a:lnTo>
                  <a:pt x="87170" y="27788"/>
                </a:lnTo>
                <a:lnTo>
                  <a:pt x="87495" y="27610"/>
                </a:lnTo>
                <a:lnTo>
                  <a:pt x="87804" y="27408"/>
                </a:lnTo>
                <a:lnTo>
                  <a:pt x="88096" y="27183"/>
                </a:lnTo>
                <a:lnTo>
                  <a:pt x="88369" y="26937"/>
                </a:lnTo>
                <a:lnTo>
                  <a:pt x="88624" y="26671"/>
                </a:lnTo>
                <a:lnTo>
                  <a:pt x="88859" y="26384"/>
                </a:lnTo>
                <a:lnTo>
                  <a:pt x="89073" y="26077"/>
                </a:lnTo>
                <a:lnTo>
                  <a:pt x="89266" y="25753"/>
                </a:lnTo>
                <a:lnTo>
                  <a:pt x="89436" y="25410"/>
                </a:lnTo>
                <a:lnTo>
                  <a:pt x="89582" y="25051"/>
                </a:lnTo>
                <a:lnTo>
                  <a:pt x="89704" y="24675"/>
                </a:lnTo>
                <a:lnTo>
                  <a:pt x="89800" y="24284"/>
                </a:lnTo>
                <a:lnTo>
                  <a:pt x="89870" y="23878"/>
                </a:lnTo>
                <a:lnTo>
                  <a:pt x="89913" y="23459"/>
                </a:lnTo>
                <a:lnTo>
                  <a:pt x="89927" y="23026"/>
                </a:lnTo>
                <a:lnTo>
                  <a:pt x="89913" y="22588"/>
                </a:lnTo>
                <a:lnTo>
                  <a:pt x="89870" y="22153"/>
                </a:lnTo>
                <a:lnTo>
                  <a:pt x="89800" y="21721"/>
                </a:lnTo>
                <a:lnTo>
                  <a:pt x="89704" y="21294"/>
                </a:lnTo>
                <a:lnTo>
                  <a:pt x="89582" y="20873"/>
                </a:lnTo>
                <a:lnTo>
                  <a:pt x="89436" y="20460"/>
                </a:lnTo>
                <a:lnTo>
                  <a:pt x="89266" y="20054"/>
                </a:lnTo>
                <a:lnTo>
                  <a:pt x="89073" y="19658"/>
                </a:lnTo>
                <a:lnTo>
                  <a:pt x="88859" y="19273"/>
                </a:lnTo>
                <a:lnTo>
                  <a:pt x="88624" y="18899"/>
                </a:lnTo>
                <a:lnTo>
                  <a:pt x="88369" y="18538"/>
                </a:lnTo>
                <a:lnTo>
                  <a:pt x="88096" y="18190"/>
                </a:lnTo>
                <a:lnTo>
                  <a:pt x="87804" y="17858"/>
                </a:lnTo>
                <a:lnTo>
                  <a:pt x="87495" y="17541"/>
                </a:lnTo>
                <a:lnTo>
                  <a:pt x="87170" y="17242"/>
                </a:lnTo>
                <a:lnTo>
                  <a:pt x="86830" y="16961"/>
                </a:lnTo>
                <a:lnTo>
                  <a:pt x="86476" y="16700"/>
                </a:lnTo>
                <a:lnTo>
                  <a:pt x="86108" y="16459"/>
                </a:lnTo>
                <a:lnTo>
                  <a:pt x="85728" y="16240"/>
                </a:lnTo>
                <a:lnTo>
                  <a:pt x="85337" y="16043"/>
                </a:lnTo>
                <a:lnTo>
                  <a:pt x="84934" y="15871"/>
                </a:lnTo>
                <a:lnTo>
                  <a:pt x="84523" y="15723"/>
                </a:lnTo>
                <a:lnTo>
                  <a:pt x="84102" y="15602"/>
                </a:lnTo>
                <a:lnTo>
                  <a:pt x="83674" y="15508"/>
                </a:lnTo>
                <a:lnTo>
                  <a:pt x="61554" y="11408"/>
                </a:lnTo>
                <a:lnTo>
                  <a:pt x="61126" y="11344"/>
                </a:lnTo>
                <a:lnTo>
                  <a:pt x="60705" y="11309"/>
                </a:lnTo>
                <a:lnTo>
                  <a:pt x="60294" y="11304"/>
                </a:lnTo>
                <a:lnTo>
                  <a:pt x="59892" y="11327"/>
                </a:lnTo>
                <a:lnTo>
                  <a:pt x="59500" y="11379"/>
                </a:lnTo>
                <a:lnTo>
                  <a:pt x="59120" y="11457"/>
                </a:lnTo>
                <a:close/>
                <a:moveTo>
                  <a:pt x="125482" y="23756"/>
                </a:moveTo>
                <a:lnTo>
                  <a:pt x="125114" y="23861"/>
                </a:lnTo>
                <a:lnTo>
                  <a:pt x="124760" y="23991"/>
                </a:lnTo>
                <a:lnTo>
                  <a:pt x="124419" y="24146"/>
                </a:lnTo>
                <a:lnTo>
                  <a:pt x="124095" y="24325"/>
                </a:lnTo>
                <a:lnTo>
                  <a:pt x="123786" y="24527"/>
                </a:lnTo>
                <a:lnTo>
                  <a:pt x="123494" y="24751"/>
                </a:lnTo>
                <a:lnTo>
                  <a:pt x="123220" y="24997"/>
                </a:lnTo>
                <a:lnTo>
                  <a:pt x="122966" y="25264"/>
                </a:lnTo>
                <a:lnTo>
                  <a:pt x="122731" y="25550"/>
                </a:lnTo>
                <a:lnTo>
                  <a:pt x="122516" y="25857"/>
                </a:lnTo>
                <a:lnTo>
                  <a:pt x="122324" y="26181"/>
                </a:lnTo>
                <a:lnTo>
                  <a:pt x="122154" y="26524"/>
                </a:lnTo>
                <a:lnTo>
                  <a:pt x="122008" y="26883"/>
                </a:lnTo>
                <a:lnTo>
                  <a:pt x="121886" y="27259"/>
                </a:lnTo>
                <a:lnTo>
                  <a:pt x="121790" y="27650"/>
                </a:lnTo>
                <a:lnTo>
                  <a:pt x="121720" y="28056"/>
                </a:lnTo>
                <a:lnTo>
                  <a:pt x="121677" y="28475"/>
                </a:lnTo>
                <a:lnTo>
                  <a:pt x="121663" y="28908"/>
                </a:lnTo>
                <a:lnTo>
                  <a:pt x="121677" y="29346"/>
                </a:lnTo>
                <a:lnTo>
                  <a:pt x="121720" y="29781"/>
                </a:lnTo>
                <a:lnTo>
                  <a:pt x="121790" y="30213"/>
                </a:lnTo>
                <a:lnTo>
                  <a:pt x="121886" y="30640"/>
                </a:lnTo>
                <a:lnTo>
                  <a:pt x="122008" y="31061"/>
                </a:lnTo>
                <a:lnTo>
                  <a:pt x="122154" y="31474"/>
                </a:lnTo>
                <a:lnTo>
                  <a:pt x="122324" y="31880"/>
                </a:lnTo>
                <a:lnTo>
                  <a:pt x="122516" y="32276"/>
                </a:lnTo>
                <a:lnTo>
                  <a:pt x="122731" y="32661"/>
                </a:lnTo>
                <a:lnTo>
                  <a:pt x="122966" y="33035"/>
                </a:lnTo>
                <a:lnTo>
                  <a:pt x="123220" y="33397"/>
                </a:lnTo>
                <a:lnTo>
                  <a:pt x="123494" y="33744"/>
                </a:lnTo>
                <a:lnTo>
                  <a:pt x="123786" y="34076"/>
                </a:lnTo>
                <a:lnTo>
                  <a:pt x="124095" y="34393"/>
                </a:lnTo>
                <a:lnTo>
                  <a:pt x="124419" y="34692"/>
                </a:lnTo>
                <a:lnTo>
                  <a:pt x="124760" y="34973"/>
                </a:lnTo>
                <a:lnTo>
                  <a:pt x="125114" y="35234"/>
                </a:lnTo>
                <a:lnTo>
                  <a:pt x="125482" y="35475"/>
                </a:lnTo>
                <a:lnTo>
                  <a:pt x="125862" y="35694"/>
                </a:lnTo>
                <a:lnTo>
                  <a:pt x="126253" y="35891"/>
                </a:lnTo>
                <a:lnTo>
                  <a:pt x="126655" y="36063"/>
                </a:lnTo>
                <a:lnTo>
                  <a:pt x="127067" y="36211"/>
                </a:lnTo>
                <a:lnTo>
                  <a:pt x="127487" y="36332"/>
                </a:lnTo>
                <a:lnTo>
                  <a:pt x="127915" y="36426"/>
                </a:lnTo>
                <a:lnTo>
                  <a:pt x="150036" y="40526"/>
                </a:lnTo>
                <a:lnTo>
                  <a:pt x="150464" y="40590"/>
                </a:lnTo>
                <a:lnTo>
                  <a:pt x="150884" y="40625"/>
                </a:lnTo>
                <a:lnTo>
                  <a:pt x="151296" y="40630"/>
                </a:lnTo>
                <a:lnTo>
                  <a:pt x="151698" y="40607"/>
                </a:lnTo>
                <a:lnTo>
                  <a:pt x="152090" y="40555"/>
                </a:lnTo>
                <a:lnTo>
                  <a:pt x="152470" y="40477"/>
                </a:lnTo>
                <a:lnTo>
                  <a:pt x="152837" y="40373"/>
                </a:lnTo>
                <a:lnTo>
                  <a:pt x="153192" y="40242"/>
                </a:lnTo>
                <a:lnTo>
                  <a:pt x="153532" y="40088"/>
                </a:lnTo>
                <a:lnTo>
                  <a:pt x="153857" y="39909"/>
                </a:lnTo>
                <a:lnTo>
                  <a:pt x="154165" y="39707"/>
                </a:lnTo>
                <a:lnTo>
                  <a:pt x="154457" y="39483"/>
                </a:lnTo>
                <a:lnTo>
                  <a:pt x="154731" y="39237"/>
                </a:lnTo>
                <a:lnTo>
                  <a:pt x="154986" y="38970"/>
                </a:lnTo>
                <a:lnTo>
                  <a:pt x="155221" y="38683"/>
                </a:lnTo>
                <a:lnTo>
                  <a:pt x="155435" y="38377"/>
                </a:lnTo>
                <a:lnTo>
                  <a:pt x="155627" y="38052"/>
                </a:lnTo>
                <a:lnTo>
                  <a:pt x="155797" y="37710"/>
                </a:lnTo>
                <a:lnTo>
                  <a:pt x="155943" y="37350"/>
                </a:lnTo>
                <a:lnTo>
                  <a:pt x="156065" y="36975"/>
                </a:lnTo>
                <a:lnTo>
                  <a:pt x="156161" y="36584"/>
                </a:lnTo>
                <a:lnTo>
                  <a:pt x="156231" y="36178"/>
                </a:lnTo>
                <a:lnTo>
                  <a:pt x="156274" y="35758"/>
                </a:lnTo>
                <a:lnTo>
                  <a:pt x="156288" y="35326"/>
                </a:lnTo>
                <a:lnTo>
                  <a:pt x="156274" y="34887"/>
                </a:lnTo>
                <a:lnTo>
                  <a:pt x="156231" y="34452"/>
                </a:lnTo>
                <a:lnTo>
                  <a:pt x="156161" y="34020"/>
                </a:lnTo>
                <a:lnTo>
                  <a:pt x="156065" y="33594"/>
                </a:lnTo>
                <a:lnTo>
                  <a:pt x="155943" y="33173"/>
                </a:lnTo>
                <a:lnTo>
                  <a:pt x="155797" y="32759"/>
                </a:lnTo>
                <a:lnTo>
                  <a:pt x="155627" y="32354"/>
                </a:lnTo>
                <a:lnTo>
                  <a:pt x="155435" y="31958"/>
                </a:lnTo>
                <a:lnTo>
                  <a:pt x="155221" y="31572"/>
                </a:lnTo>
                <a:lnTo>
                  <a:pt x="154986" y="31198"/>
                </a:lnTo>
                <a:lnTo>
                  <a:pt x="154731" y="30837"/>
                </a:lnTo>
                <a:lnTo>
                  <a:pt x="154457" y="30490"/>
                </a:lnTo>
                <a:lnTo>
                  <a:pt x="154165" y="30157"/>
                </a:lnTo>
                <a:lnTo>
                  <a:pt x="153857" y="29841"/>
                </a:lnTo>
                <a:lnTo>
                  <a:pt x="153532" y="29542"/>
                </a:lnTo>
                <a:lnTo>
                  <a:pt x="153192" y="29261"/>
                </a:lnTo>
                <a:lnTo>
                  <a:pt x="152837" y="28999"/>
                </a:lnTo>
                <a:lnTo>
                  <a:pt x="152470" y="28758"/>
                </a:lnTo>
                <a:lnTo>
                  <a:pt x="152090" y="28539"/>
                </a:lnTo>
                <a:lnTo>
                  <a:pt x="151698" y="28343"/>
                </a:lnTo>
                <a:lnTo>
                  <a:pt x="151296" y="28170"/>
                </a:lnTo>
                <a:lnTo>
                  <a:pt x="150884" y="28023"/>
                </a:lnTo>
                <a:lnTo>
                  <a:pt x="150464" y="27902"/>
                </a:lnTo>
                <a:lnTo>
                  <a:pt x="150036" y="27808"/>
                </a:lnTo>
                <a:lnTo>
                  <a:pt x="127915" y="23708"/>
                </a:lnTo>
                <a:lnTo>
                  <a:pt x="127487" y="23643"/>
                </a:lnTo>
                <a:lnTo>
                  <a:pt x="127067" y="23609"/>
                </a:lnTo>
                <a:lnTo>
                  <a:pt x="126655" y="23603"/>
                </a:lnTo>
                <a:lnTo>
                  <a:pt x="126253" y="23627"/>
                </a:lnTo>
                <a:lnTo>
                  <a:pt x="125862" y="23678"/>
                </a:lnTo>
                <a:lnTo>
                  <a:pt x="125482" y="23756"/>
                </a:lnTo>
                <a:close/>
                <a:moveTo>
                  <a:pt x="192223" y="35978"/>
                </a:moveTo>
                <a:lnTo>
                  <a:pt x="191843" y="36056"/>
                </a:lnTo>
                <a:lnTo>
                  <a:pt x="191475" y="36160"/>
                </a:lnTo>
                <a:lnTo>
                  <a:pt x="191121" y="36290"/>
                </a:lnTo>
                <a:lnTo>
                  <a:pt x="190781" y="36445"/>
                </a:lnTo>
                <a:lnTo>
                  <a:pt x="190456" y="36624"/>
                </a:lnTo>
                <a:lnTo>
                  <a:pt x="190147" y="36826"/>
                </a:lnTo>
                <a:lnTo>
                  <a:pt x="189856" y="37050"/>
                </a:lnTo>
                <a:lnTo>
                  <a:pt x="189582" y="37296"/>
                </a:lnTo>
                <a:lnTo>
                  <a:pt x="189327" y="37563"/>
                </a:lnTo>
                <a:lnTo>
                  <a:pt x="189092" y="37850"/>
                </a:lnTo>
                <a:lnTo>
                  <a:pt x="188878" y="38156"/>
                </a:lnTo>
                <a:lnTo>
                  <a:pt x="188685" y="38481"/>
                </a:lnTo>
                <a:lnTo>
                  <a:pt x="188516" y="38823"/>
                </a:lnTo>
                <a:lnTo>
                  <a:pt x="188369" y="39183"/>
                </a:lnTo>
                <a:lnTo>
                  <a:pt x="188248" y="39558"/>
                </a:lnTo>
                <a:lnTo>
                  <a:pt x="188151" y="39949"/>
                </a:lnTo>
                <a:lnTo>
                  <a:pt x="188081" y="40355"/>
                </a:lnTo>
                <a:lnTo>
                  <a:pt x="188039" y="40775"/>
                </a:lnTo>
                <a:lnTo>
                  <a:pt x="188024" y="41207"/>
                </a:lnTo>
                <a:lnTo>
                  <a:pt x="188039" y="41645"/>
                </a:lnTo>
                <a:lnTo>
                  <a:pt x="188081" y="42081"/>
                </a:lnTo>
                <a:lnTo>
                  <a:pt x="188151" y="42513"/>
                </a:lnTo>
                <a:lnTo>
                  <a:pt x="188248" y="42939"/>
                </a:lnTo>
                <a:lnTo>
                  <a:pt x="188369" y="43360"/>
                </a:lnTo>
                <a:lnTo>
                  <a:pt x="188516" y="43774"/>
                </a:lnTo>
                <a:lnTo>
                  <a:pt x="188685" y="44179"/>
                </a:lnTo>
                <a:lnTo>
                  <a:pt x="188878" y="44575"/>
                </a:lnTo>
                <a:lnTo>
                  <a:pt x="189092" y="44961"/>
                </a:lnTo>
                <a:lnTo>
                  <a:pt x="189327" y="45335"/>
                </a:lnTo>
                <a:lnTo>
                  <a:pt x="189582" y="45696"/>
                </a:lnTo>
                <a:lnTo>
                  <a:pt x="189856" y="46043"/>
                </a:lnTo>
                <a:lnTo>
                  <a:pt x="190147" y="46376"/>
                </a:lnTo>
                <a:lnTo>
                  <a:pt x="190456" y="46692"/>
                </a:lnTo>
                <a:lnTo>
                  <a:pt x="190781" y="46991"/>
                </a:lnTo>
                <a:lnTo>
                  <a:pt x="191121" y="47272"/>
                </a:lnTo>
                <a:lnTo>
                  <a:pt x="191475" y="47534"/>
                </a:lnTo>
                <a:lnTo>
                  <a:pt x="191843" y="47775"/>
                </a:lnTo>
                <a:lnTo>
                  <a:pt x="192223" y="47994"/>
                </a:lnTo>
                <a:lnTo>
                  <a:pt x="192615" y="48190"/>
                </a:lnTo>
                <a:lnTo>
                  <a:pt x="193017" y="48363"/>
                </a:lnTo>
                <a:lnTo>
                  <a:pt x="193428" y="48510"/>
                </a:lnTo>
                <a:lnTo>
                  <a:pt x="193849" y="48631"/>
                </a:lnTo>
                <a:lnTo>
                  <a:pt x="194277" y="48725"/>
                </a:lnTo>
                <a:lnTo>
                  <a:pt x="199084" y="49616"/>
                </a:lnTo>
                <a:lnTo>
                  <a:pt x="199084" y="54506"/>
                </a:lnTo>
                <a:lnTo>
                  <a:pt x="199099" y="54944"/>
                </a:lnTo>
                <a:lnTo>
                  <a:pt x="199141" y="55379"/>
                </a:lnTo>
                <a:lnTo>
                  <a:pt x="199211" y="55811"/>
                </a:lnTo>
                <a:lnTo>
                  <a:pt x="199308" y="56238"/>
                </a:lnTo>
                <a:lnTo>
                  <a:pt x="199430" y="56659"/>
                </a:lnTo>
                <a:lnTo>
                  <a:pt x="199576" y="57072"/>
                </a:lnTo>
                <a:lnTo>
                  <a:pt x="199746" y="57478"/>
                </a:lnTo>
                <a:lnTo>
                  <a:pt x="199938" y="57874"/>
                </a:lnTo>
                <a:lnTo>
                  <a:pt x="200152" y="58259"/>
                </a:lnTo>
                <a:lnTo>
                  <a:pt x="200387" y="58633"/>
                </a:lnTo>
                <a:lnTo>
                  <a:pt x="200642" y="58995"/>
                </a:lnTo>
                <a:lnTo>
                  <a:pt x="200916" y="59342"/>
                </a:lnTo>
                <a:lnTo>
                  <a:pt x="201207" y="59674"/>
                </a:lnTo>
                <a:lnTo>
                  <a:pt x="201516" y="59991"/>
                </a:lnTo>
                <a:lnTo>
                  <a:pt x="201841" y="60290"/>
                </a:lnTo>
                <a:lnTo>
                  <a:pt x="202181" y="60571"/>
                </a:lnTo>
                <a:lnTo>
                  <a:pt x="202536" y="60832"/>
                </a:lnTo>
                <a:lnTo>
                  <a:pt x="202903" y="61073"/>
                </a:lnTo>
                <a:lnTo>
                  <a:pt x="203283" y="61292"/>
                </a:lnTo>
                <a:lnTo>
                  <a:pt x="203675" y="61489"/>
                </a:lnTo>
                <a:lnTo>
                  <a:pt x="204077" y="61661"/>
                </a:lnTo>
                <a:lnTo>
                  <a:pt x="204489" y="61809"/>
                </a:lnTo>
                <a:lnTo>
                  <a:pt x="204909" y="61930"/>
                </a:lnTo>
                <a:lnTo>
                  <a:pt x="205337" y="62024"/>
                </a:lnTo>
                <a:lnTo>
                  <a:pt x="205765" y="62089"/>
                </a:lnTo>
                <a:lnTo>
                  <a:pt x="206185" y="62123"/>
                </a:lnTo>
                <a:lnTo>
                  <a:pt x="206597" y="62128"/>
                </a:lnTo>
                <a:lnTo>
                  <a:pt x="206999" y="62105"/>
                </a:lnTo>
                <a:lnTo>
                  <a:pt x="207391" y="62054"/>
                </a:lnTo>
                <a:lnTo>
                  <a:pt x="207771" y="61975"/>
                </a:lnTo>
                <a:lnTo>
                  <a:pt x="208139" y="61871"/>
                </a:lnTo>
                <a:lnTo>
                  <a:pt x="208493" y="61741"/>
                </a:lnTo>
                <a:lnTo>
                  <a:pt x="208833" y="61586"/>
                </a:lnTo>
                <a:lnTo>
                  <a:pt x="209158" y="61407"/>
                </a:lnTo>
                <a:lnTo>
                  <a:pt x="209467" y="61205"/>
                </a:lnTo>
                <a:lnTo>
                  <a:pt x="209758" y="60981"/>
                </a:lnTo>
                <a:lnTo>
                  <a:pt x="210032" y="60735"/>
                </a:lnTo>
                <a:lnTo>
                  <a:pt x="210287" y="60468"/>
                </a:lnTo>
                <a:lnTo>
                  <a:pt x="210522" y="60181"/>
                </a:lnTo>
                <a:lnTo>
                  <a:pt x="210736" y="59875"/>
                </a:lnTo>
                <a:lnTo>
                  <a:pt x="210928" y="59550"/>
                </a:lnTo>
                <a:lnTo>
                  <a:pt x="211098" y="59208"/>
                </a:lnTo>
                <a:lnTo>
                  <a:pt x="211245" y="58848"/>
                </a:lnTo>
                <a:lnTo>
                  <a:pt x="211366" y="58473"/>
                </a:lnTo>
                <a:lnTo>
                  <a:pt x="211463" y="58082"/>
                </a:lnTo>
                <a:lnTo>
                  <a:pt x="211533" y="57676"/>
                </a:lnTo>
                <a:lnTo>
                  <a:pt x="211575" y="57256"/>
                </a:lnTo>
                <a:lnTo>
                  <a:pt x="211590" y="56824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194277" y="36007"/>
                </a:lnTo>
                <a:lnTo>
                  <a:pt x="193849" y="35942"/>
                </a:lnTo>
                <a:lnTo>
                  <a:pt x="193428" y="35908"/>
                </a:lnTo>
                <a:lnTo>
                  <a:pt x="193017" y="35903"/>
                </a:lnTo>
                <a:lnTo>
                  <a:pt x="192615" y="35926"/>
                </a:lnTo>
                <a:lnTo>
                  <a:pt x="192223" y="35978"/>
                </a:lnTo>
                <a:close/>
                <a:moveTo>
                  <a:pt x="59120" y="213932"/>
                </a:moveTo>
                <a:lnTo>
                  <a:pt x="58752" y="214036"/>
                </a:lnTo>
                <a:lnTo>
                  <a:pt x="58398" y="214167"/>
                </a:lnTo>
                <a:lnTo>
                  <a:pt x="58058" y="214321"/>
                </a:lnTo>
                <a:lnTo>
                  <a:pt x="57733" y="214500"/>
                </a:lnTo>
                <a:lnTo>
                  <a:pt x="57424" y="214702"/>
                </a:lnTo>
                <a:lnTo>
                  <a:pt x="57133" y="214926"/>
                </a:lnTo>
                <a:lnTo>
                  <a:pt x="56859" y="215172"/>
                </a:lnTo>
                <a:lnTo>
                  <a:pt x="56604" y="215439"/>
                </a:lnTo>
                <a:lnTo>
                  <a:pt x="56369" y="215726"/>
                </a:lnTo>
                <a:lnTo>
                  <a:pt x="56155" y="216032"/>
                </a:lnTo>
                <a:lnTo>
                  <a:pt x="55962" y="216357"/>
                </a:lnTo>
                <a:lnTo>
                  <a:pt x="55793" y="216699"/>
                </a:lnTo>
                <a:lnTo>
                  <a:pt x="55646" y="217059"/>
                </a:lnTo>
                <a:lnTo>
                  <a:pt x="55525" y="217434"/>
                </a:lnTo>
                <a:lnTo>
                  <a:pt x="55428" y="217825"/>
                </a:lnTo>
                <a:lnTo>
                  <a:pt x="55358" y="218231"/>
                </a:lnTo>
                <a:lnTo>
                  <a:pt x="55316" y="218651"/>
                </a:lnTo>
                <a:lnTo>
                  <a:pt x="55301" y="219083"/>
                </a:lnTo>
                <a:lnTo>
                  <a:pt x="55316" y="219522"/>
                </a:lnTo>
                <a:lnTo>
                  <a:pt x="55358" y="219957"/>
                </a:lnTo>
                <a:lnTo>
                  <a:pt x="55428" y="220389"/>
                </a:lnTo>
                <a:lnTo>
                  <a:pt x="55525" y="220815"/>
                </a:lnTo>
                <a:lnTo>
                  <a:pt x="55646" y="221236"/>
                </a:lnTo>
                <a:lnTo>
                  <a:pt x="55793" y="221650"/>
                </a:lnTo>
                <a:lnTo>
                  <a:pt x="55962" y="222055"/>
                </a:lnTo>
                <a:lnTo>
                  <a:pt x="56155" y="222451"/>
                </a:lnTo>
                <a:lnTo>
                  <a:pt x="56369" y="222837"/>
                </a:lnTo>
                <a:lnTo>
                  <a:pt x="56604" y="223211"/>
                </a:lnTo>
                <a:lnTo>
                  <a:pt x="56859" y="223572"/>
                </a:lnTo>
                <a:lnTo>
                  <a:pt x="57133" y="223919"/>
                </a:lnTo>
                <a:lnTo>
                  <a:pt x="57424" y="224252"/>
                </a:lnTo>
                <a:lnTo>
                  <a:pt x="57733" y="224568"/>
                </a:lnTo>
                <a:lnTo>
                  <a:pt x="58058" y="224867"/>
                </a:lnTo>
                <a:lnTo>
                  <a:pt x="58398" y="225148"/>
                </a:lnTo>
                <a:lnTo>
                  <a:pt x="58752" y="225410"/>
                </a:lnTo>
                <a:lnTo>
                  <a:pt x="59120" y="225651"/>
                </a:lnTo>
                <a:lnTo>
                  <a:pt x="59500" y="225870"/>
                </a:lnTo>
                <a:lnTo>
                  <a:pt x="59892" y="226066"/>
                </a:lnTo>
                <a:lnTo>
                  <a:pt x="60294" y="226239"/>
                </a:lnTo>
                <a:lnTo>
                  <a:pt x="60705" y="226386"/>
                </a:lnTo>
                <a:lnTo>
                  <a:pt x="61126" y="226507"/>
                </a:lnTo>
                <a:lnTo>
                  <a:pt x="61554" y="226601"/>
                </a:lnTo>
                <a:lnTo>
                  <a:pt x="83674" y="230701"/>
                </a:lnTo>
                <a:lnTo>
                  <a:pt x="84102" y="230766"/>
                </a:lnTo>
                <a:lnTo>
                  <a:pt x="84523" y="230800"/>
                </a:lnTo>
                <a:lnTo>
                  <a:pt x="84934" y="230806"/>
                </a:lnTo>
                <a:lnTo>
                  <a:pt x="85337" y="230782"/>
                </a:lnTo>
                <a:lnTo>
                  <a:pt x="85728" y="230731"/>
                </a:lnTo>
                <a:lnTo>
                  <a:pt x="86108" y="230653"/>
                </a:lnTo>
                <a:lnTo>
                  <a:pt x="86476" y="230548"/>
                </a:lnTo>
                <a:lnTo>
                  <a:pt x="86830" y="230418"/>
                </a:lnTo>
                <a:lnTo>
                  <a:pt x="87170" y="230263"/>
                </a:lnTo>
                <a:lnTo>
                  <a:pt x="87495" y="230084"/>
                </a:lnTo>
                <a:lnTo>
                  <a:pt x="87804" y="229882"/>
                </a:lnTo>
                <a:lnTo>
                  <a:pt x="88096" y="229658"/>
                </a:lnTo>
                <a:lnTo>
                  <a:pt x="88369" y="229412"/>
                </a:lnTo>
                <a:lnTo>
                  <a:pt x="88624" y="229145"/>
                </a:lnTo>
                <a:lnTo>
                  <a:pt x="88859" y="228859"/>
                </a:lnTo>
                <a:lnTo>
                  <a:pt x="89073" y="228552"/>
                </a:lnTo>
                <a:lnTo>
                  <a:pt x="89266" y="228228"/>
                </a:lnTo>
                <a:lnTo>
                  <a:pt x="89436" y="227885"/>
                </a:lnTo>
                <a:lnTo>
                  <a:pt x="89582" y="227526"/>
                </a:lnTo>
                <a:lnTo>
                  <a:pt x="89704" y="227150"/>
                </a:lnTo>
                <a:lnTo>
                  <a:pt x="89800" y="226759"/>
                </a:lnTo>
                <a:lnTo>
                  <a:pt x="89870" y="226353"/>
                </a:lnTo>
                <a:lnTo>
                  <a:pt x="89913" y="225934"/>
                </a:lnTo>
                <a:lnTo>
                  <a:pt x="89927" y="225501"/>
                </a:lnTo>
                <a:lnTo>
                  <a:pt x="89913" y="225063"/>
                </a:lnTo>
                <a:lnTo>
                  <a:pt x="89870" y="224628"/>
                </a:lnTo>
                <a:lnTo>
                  <a:pt x="89800" y="224196"/>
                </a:lnTo>
                <a:lnTo>
                  <a:pt x="89704" y="223769"/>
                </a:lnTo>
                <a:lnTo>
                  <a:pt x="89582" y="223348"/>
                </a:lnTo>
                <a:lnTo>
                  <a:pt x="89436" y="222935"/>
                </a:lnTo>
                <a:lnTo>
                  <a:pt x="89266" y="222529"/>
                </a:lnTo>
                <a:lnTo>
                  <a:pt x="89073" y="222133"/>
                </a:lnTo>
                <a:lnTo>
                  <a:pt x="88859" y="221748"/>
                </a:lnTo>
                <a:lnTo>
                  <a:pt x="88624" y="221374"/>
                </a:lnTo>
                <a:lnTo>
                  <a:pt x="88369" y="221012"/>
                </a:lnTo>
                <a:lnTo>
                  <a:pt x="88096" y="220665"/>
                </a:lnTo>
                <a:lnTo>
                  <a:pt x="87804" y="220333"/>
                </a:lnTo>
                <a:lnTo>
                  <a:pt x="87495" y="220016"/>
                </a:lnTo>
                <a:lnTo>
                  <a:pt x="87170" y="219717"/>
                </a:lnTo>
                <a:lnTo>
                  <a:pt x="86830" y="219436"/>
                </a:lnTo>
                <a:lnTo>
                  <a:pt x="86476" y="219175"/>
                </a:lnTo>
                <a:lnTo>
                  <a:pt x="86108" y="218934"/>
                </a:lnTo>
                <a:lnTo>
                  <a:pt x="85728" y="218715"/>
                </a:lnTo>
                <a:lnTo>
                  <a:pt x="85337" y="218518"/>
                </a:lnTo>
                <a:lnTo>
                  <a:pt x="84934" y="218346"/>
                </a:lnTo>
                <a:lnTo>
                  <a:pt x="84523" y="218198"/>
                </a:lnTo>
                <a:lnTo>
                  <a:pt x="84102" y="218077"/>
                </a:lnTo>
                <a:lnTo>
                  <a:pt x="83674" y="217983"/>
                </a:lnTo>
                <a:lnTo>
                  <a:pt x="61554" y="213883"/>
                </a:lnTo>
                <a:lnTo>
                  <a:pt x="61126" y="213819"/>
                </a:lnTo>
                <a:lnTo>
                  <a:pt x="60705" y="213784"/>
                </a:lnTo>
                <a:lnTo>
                  <a:pt x="60294" y="213779"/>
                </a:lnTo>
                <a:lnTo>
                  <a:pt x="59892" y="213802"/>
                </a:lnTo>
                <a:lnTo>
                  <a:pt x="59500" y="213854"/>
                </a:lnTo>
                <a:lnTo>
                  <a:pt x="59120" y="213932"/>
                </a:lnTo>
                <a:close/>
                <a:moveTo>
                  <a:pt x="125482" y="226231"/>
                </a:moveTo>
                <a:lnTo>
                  <a:pt x="125114" y="226336"/>
                </a:lnTo>
                <a:lnTo>
                  <a:pt x="124760" y="226466"/>
                </a:lnTo>
                <a:lnTo>
                  <a:pt x="124419" y="226621"/>
                </a:lnTo>
                <a:lnTo>
                  <a:pt x="124095" y="226799"/>
                </a:lnTo>
                <a:lnTo>
                  <a:pt x="123786" y="227001"/>
                </a:lnTo>
                <a:lnTo>
                  <a:pt x="123494" y="227226"/>
                </a:lnTo>
                <a:lnTo>
                  <a:pt x="123220" y="227472"/>
                </a:lnTo>
                <a:lnTo>
                  <a:pt x="122966" y="227738"/>
                </a:lnTo>
                <a:lnTo>
                  <a:pt x="122731" y="228025"/>
                </a:lnTo>
                <a:lnTo>
                  <a:pt x="122516" y="228332"/>
                </a:lnTo>
                <a:lnTo>
                  <a:pt x="122324" y="228656"/>
                </a:lnTo>
                <a:lnTo>
                  <a:pt x="122154" y="228999"/>
                </a:lnTo>
                <a:lnTo>
                  <a:pt x="122008" y="229358"/>
                </a:lnTo>
                <a:lnTo>
                  <a:pt x="121886" y="229734"/>
                </a:lnTo>
                <a:lnTo>
                  <a:pt x="121790" y="230125"/>
                </a:lnTo>
                <a:lnTo>
                  <a:pt x="121720" y="230531"/>
                </a:lnTo>
                <a:lnTo>
                  <a:pt x="121677" y="230950"/>
                </a:lnTo>
                <a:lnTo>
                  <a:pt x="121663" y="231383"/>
                </a:lnTo>
                <a:lnTo>
                  <a:pt x="121677" y="231821"/>
                </a:lnTo>
                <a:lnTo>
                  <a:pt x="121720" y="232256"/>
                </a:lnTo>
                <a:lnTo>
                  <a:pt x="121790" y="232688"/>
                </a:lnTo>
                <a:lnTo>
                  <a:pt x="121886" y="233115"/>
                </a:lnTo>
                <a:lnTo>
                  <a:pt x="122008" y="233536"/>
                </a:lnTo>
                <a:lnTo>
                  <a:pt x="122154" y="233949"/>
                </a:lnTo>
                <a:lnTo>
                  <a:pt x="122324" y="234355"/>
                </a:lnTo>
                <a:lnTo>
                  <a:pt x="122516" y="234751"/>
                </a:lnTo>
                <a:lnTo>
                  <a:pt x="122731" y="235136"/>
                </a:lnTo>
                <a:lnTo>
                  <a:pt x="122966" y="235510"/>
                </a:lnTo>
                <a:lnTo>
                  <a:pt x="123220" y="235871"/>
                </a:lnTo>
                <a:lnTo>
                  <a:pt x="123494" y="236219"/>
                </a:lnTo>
                <a:lnTo>
                  <a:pt x="123786" y="236551"/>
                </a:lnTo>
                <a:lnTo>
                  <a:pt x="124095" y="236868"/>
                </a:lnTo>
                <a:lnTo>
                  <a:pt x="124419" y="237167"/>
                </a:lnTo>
                <a:lnTo>
                  <a:pt x="124760" y="237448"/>
                </a:lnTo>
                <a:lnTo>
                  <a:pt x="125114" y="237709"/>
                </a:lnTo>
                <a:lnTo>
                  <a:pt x="125482" y="237950"/>
                </a:lnTo>
                <a:lnTo>
                  <a:pt x="125862" y="238169"/>
                </a:lnTo>
                <a:lnTo>
                  <a:pt x="126253" y="238366"/>
                </a:lnTo>
                <a:lnTo>
                  <a:pt x="126655" y="238538"/>
                </a:lnTo>
                <a:lnTo>
                  <a:pt x="127067" y="238686"/>
                </a:lnTo>
                <a:lnTo>
                  <a:pt x="127487" y="238807"/>
                </a:lnTo>
                <a:lnTo>
                  <a:pt x="127915" y="238901"/>
                </a:lnTo>
                <a:lnTo>
                  <a:pt x="150036" y="243001"/>
                </a:lnTo>
                <a:lnTo>
                  <a:pt x="150464" y="243065"/>
                </a:lnTo>
                <a:lnTo>
                  <a:pt x="150884" y="243100"/>
                </a:lnTo>
                <a:lnTo>
                  <a:pt x="151296" y="243105"/>
                </a:lnTo>
                <a:lnTo>
                  <a:pt x="151698" y="243082"/>
                </a:lnTo>
                <a:lnTo>
                  <a:pt x="152090" y="243030"/>
                </a:lnTo>
                <a:lnTo>
                  <a:pt x="152470" y="242952"/>
                </a:lnTo>
                <a:lnTo>
                  <a:pt x="152837" y="242847"/>
                </a:lnTo>
                <a:lnTo>
                  <a:pt x="153192" y="242717"/>
                </a:lnTo>
                <a:lnTo>
                  <a:pt x="153532" y="242563"/>
                </a:lnTo>
                <a:lnTo>
                  <a:pt x="153857" y="242384"/>
                </a:lnTo>
                <a:lnTo>
                  <a:pt x="154165" y="242182"/>
                </a:lnTo>
                <a:lnTo>
                  <a:pt x="154457" y="241958"/>
                </a:lnTo>
                <a:lnTo>
                  <a:pt x="154731" y="241712"/>
                </a:lnTo>
                <a:lnTo>
                  <a:pt x="154986" y="241445"/>
                </a:lnTo>
                <a:lnTo>
                  <a:pt x="155221" y="241158"/>
                </a:lnTo>
                <a:lnTo>
                  <a:pt x="155435" y="240852"/>
                </a:lnTo>
                <a:lnTo>
                  <a:pt x="155627" y="240527"/>
                </a:lnTo>
                <a:lnTo>
                  <a:pt x="155797" y="240185"/>
                </a:lnTo>
                <a:lnTo>
                  <a:pt x="155943" y="239825"/>
                </a:lnTo>
                <a:lnTo>
                  <a:pt x="156065" y="239449"/>
                </a:lnTo>
                <a:lnTo>
                  <a:pt x="156161" y="239058"/>
                </a:lnTo>
                <a:lnTo>
                  <a:pt x="156231" y="238653"/>
                </a:lnTo>
                <a:lnTo>
                  <a:pt x="156274" y="238233"/>
                </a:lnTo>
                <a:lnTo>
                  <a:pt x="156288" y="237800"/>
                </a:lnTo>
                <a:lnTo>
                  <a:pt x="156274" y="237362"/>
                </a:lnTo>
                <a:lnTo>
                  <a:pt x="156231" y="236927"/>
                </a:lnTo>
                <a:lnTo>
                  <a:pt x="156161" y="236495"/>
                </a:lnTo>
                <a:lnTo>
                  <a:pt x="156065" y="236068"/>
                </a:lnTo>
                <a:lnTo>
                  <a:pt x="155943" y="235648"/>
                </a:lnTo>
                <a:lnTo>
                  <a:pt x="155797" y="235234"/>
                </a:lnTo>
                <a:lnTo>
                  <a:pt x="155627" y="234829"/>
                </a:lnTo>
                <a:lnTo>
                  <a:pt x="155435" y="234433"/>
                </a:lnTo>
                <a:lnTo>
                  <a:pt x="155221" y="234047"/>
                </a:lnTo>
                <a:lnTo>
                  <a:pt x="154986" y="233673"/>
                </a:lnTo>
                <a:lnTo>
                  <a:pt x="154731" y="233312"/>
                </a:lnTo>
                <a:lnTo>
                  <a:pt x="154457" y="232964"/>
                </a:lnTo>
                <a:lnTo>
                  <a:pt x="154165" y="232632"/>
                </a:lnTo>
                <a:lnTo>
                  <a:pt x="153857" y="232316"/>
                </a:lnTo>
                <a:lnTo>
                  <a:pt x="153532" y="232016"/>
                </a:lnTo>
                <a:lnTo>
                  <a:pt x="153192" y="231736"/>
                </a:lnTo>
                <a:lnTo>
                  <a:pt x="152837" y="231474"/>
                </a:lnTo>
                <a:lnTo>
                  <a:pt x="152470" y="231233"/>
                </a:lnTo>
                <a:lnTo>
                  <a:pt x="152090" y="231014"/>
                </a:lnTo>
                <a:lnTo>
                  <a:pt x="151698" y="230818"/>
                </a:lnTo>
                <a:lnTo>
                  <a:pt x="151296" y="230645"/>
                </a:lnTo>
                <a:lnTo>
                  <a:pt x="150884" y="230498"/>
                </a:lnTo>
                <a:lnTo>
                  <a:pt x="150464" y="230376"/>
                </a:lnTo>
                <a:lnTo>
                  <a:pt x="150036" y="230282"/>
                </a:lnTo>
                <a:lnTo>
                  <a:pt x="127915" y="226183"/>
                </a:lnTo>
                <a:lnTo>
                  <a:pt x="127487" y="226118"/>
                </a:lnTo>
                <a:lnTo>
                  <a:pt x="127067" y="226083"/>
                </a:lnTo>
                <a:lnTo>
                  <a:pt x="126655" y="226078"/>
                </a:lnTo>
                <a:lnTo>
                  <a:pt x="126253" y="226102"/>
                </a:lnTo>
                <a:lnTo>
                  <a:pt x="125862" y="226153"/>
                </a:lnTo>
                <a:lnTo>
                  <a:pt x="125482" y="226231"/>
                </a:lnTo>
                <a:close/>
                <a:moveTo>
                  <a:pt x="191843" y="238531"/>
                </a:moveTo>
                <a:lnTo>
                  <a:pt x="191475" y="238635"/>
                </a:lnTo>
                <a:lnTo>
                  <a:pt x="191121" y="238765"/>
                </a:lnTo>
                <a:lnTo>
                  <a:pt x="190781" y="238920"/>
                </a:lnTo>
                <a:lnTo>
                  <a:pt x="190456" y="239099"/>
                </a:lnTo>
                <a:lnTo>
                  <a:pt x="190147" y="239301"/>
                </a:lnTo>
                <a:lnTo>
                  <a:pt x="189856" y="239525"/>
                </a:lnTo>
                <a:lnTo>
                  <a:pt x="189582" y="239771"/>
                </a:lnTo>
                <a:lnTo>
                  <a:pt x="189327" y="240038"/>
                </a:lnTo>
                <a:lnTo>
                  <a:pt x="189092" y="240325"/>
                </a:lnTo>
                <a:lnTo>
                  <a:pt x="188878" y="240631"/>
                </a:lnTo>
                <a:lnTo>
                  <a:pt x="188685" y="240956"/>
                </a:lnTo>
                <a:lnTo>
                  <a:pt x="188516" y="241298"/>
                </a:lnTo>
                <a:lnTo>
                  <a:pt x="188369" y="241658"/>
                </a:lnTo>
                <a:lnTo>
                  <a:pt x="188248" y="242033"/>
                </a:lnTo>
                <a:lnTo>
                  <a:pt x="188151" y="242424"/>
                </a:lnTo>
                <a:lnTo>
                  <a:pt x="188081" y="242830"/>
                </a:lnTo>
                <a:lnTo>
                  <a:pt x="188039" y="243250"/>
                </a:lnTo>
                <a:lnTo>
                  <a:pt x="188024" y="243682"/>
                </a:lnTo>
                <a:lnTo>
                  <a:pt x="188039" y="244120"/>
                </a:lnTo>
                <a:lnTo>
                  <a:pt x="188081" y="244556"/>
                </a:lnTo>
                <a:lnTo>
                  <a:pt x="188151" y="244987"/>
                </a:lnTo>
                <a:lnTo>
                  <a:pt x="188248" y="245414"/>
                </a:lnTo>
                <a:lnTo>
                  <a:pt x="188369" y="245835"/>
                </a:lnTo>
                <a:lnTo>
                  <a:pt x="188516" y="246249"/>
                </a:lnTo>
                <a:lnTo>
                  <a:pt x="188685" y="246654"/>
                </a:lnTo>
                <a:lnTo>
                  <a:pt x="188878" y="247050"/>
                </a:lnTo>
                <a:lnTo>
                  <a:pt x="189092" y="247436"/>
                </a:lnTo>
                <a:lnTo>
                  <a:pt x="189327" y="247810"/>
                </a:lnTo>
                <a:lnTo>
                  <a:pt x="189582" y="248171"/>
                </a:lnTo>
                <a:lnTo>
                  <a:pt x="189856" y="248518"/>
                </a:lnTo>
                <a:lnTo>
                  <a:pt x="190147" y="248851"/>
                </a:lnTo>
                <a:lnTo>
                  <a:pt x="190456" y="249167"/>
                </a:lnTo>
                <a:lnTo>
                  <a:pt x="190781" y="249466"/>
                </a:lnTo>
                <a:lnTo>
                  <a:pt x="191121" y="249747"/>
                </a:lnTo>
                <a:lnTo>
                  <a:pt x="191475" y="250009"/>
                </a:lnTo>
                <a:lnTo>
                  <a:pt x="191843" y="250249"/>
                </a:lnTo>
                <a:lnTo>
                  <a:pt x="192223" y="250469"/>
                </a:lnTo>
                <a:lnTo>
                  <a:pt x="192615" y="250665"/>
                </a:lnTo>
                <a:lnTo>
                  <a:pt x="193017" y="250838"/>
                </a:lnTo>
                <a:lnTo>
                  <a:pt x="193428" y="250985"/>
                </a:lnTo>
                <a:lnTo>
                  <a:pt x="193849" y="251106"/>
                </a:lnTo>
                <a:lnTo>
                  <a:pt x="194277" y="251200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236801"/>
                </a:lnTo>
                <a:lnTo>
                  <a:pt x="211575" y="236363"/>
                </a:lnTo>
                <a:lnTo>
                  <a:pt x="211533" y="235928"/>
                </a:lnTo>
                <a:lnTo>
                  <a:pt x="211463" y="235496"/>
                </a:lnTo>
                <a:lnTo>
                  <a:pt x="211366" y="235069"/>
                </a:lnTo>
                <a:lnTo>
                  <a:pt x="211245" y="234649"/>
                </a:lnTo>
                <a:lnTo>
                  <a:pt x="211098" y="234235"/>
                </a:lnTo>
                <a:lnTo>
                  <a:pt x="210928" y="233830"/>
                </a:lnTo>
                <a:lnTo>
                  <a:pt x="210736" y="233434"/>
                </a:lnTo>
                <a:lnTo>
                  <a:pt x="210522" y="233048"/>
                </a:lnTo>
                <a:lnTo>
                  <a:pt x="210287" y="232674"/>
                </a:lnTo>
                <a:lnTo>
                  <a:pt x="210032" y="232313"/>
                </a:lnTo>
                <a:lnTo>
                  <a:pt x="209758" y="231965"/>
                </a:lnTo>
                <a:lnTo>
                  <a:pt x="209467" y="231633"/>
                </a:lnTo>
                <a:lnTo>
                  <a:pt x="209158" y="231316"/>
                </a:lnTo>
                <a:lnTo>
                  <a:pt x="208833" y="231017"/>
                </a:lnTo>
                <a:lnTo>
                  <a:pt x="208493" y="230736"/>
                </a:lnTo>
                <a:lnTo>
                  <a:pt x="208139" y="230475"/>
                </a:lnTo>
                <a:lnTo>
                  <a:pt x="207771" y="230234"/>
                </a:lnTo>
                <a:lnTo>
                  <a:pt x="207391" y="230015"/>
                </a:lnTo>
                <a:lnTo>
                  <a:pt x="206999" y="229819"/>
                </a:lnTo>
                <a:lnTo>
                  <a:pt x="206597" y="229646"/>
                </a:lnTo>
                <a:lnTo>
                  <a:pt x="206185" y="229499"/>
                </a:lnTo>
                <a:lnTo>
                  <a:pt x="205765" y="229377"/>
                </a:lnTo>
                <a:lnTo>
                  <a:pt x="205337" y="229283"/>
                </a:lnTo>
                <a:lnTo>
                  <a:pt x="204909" y="229219"/>
                </a:lnTo>
                <a:lnTo>
                  <a:pt x="204489" y="229184"/>
                </a:lnTo>
                <a:lnTo>
                  <a:pt x="204077" y="229179"/>
                </a:lnTo>
                <a:lnTo>
                  <a:pt x="203675" y="229202"/>
                </a:lnTo>
                <a:lnTo>
                  <a:pt x="203283" y="229254"/>
                </a:lnTo>
                <a:lnTo>
                  <a:pt x="202903" y="229332"/>
                </a:lnTo>
                <a:lnTo>
                  <a:pt x="202536" y="229437"/>
                </a:lnTo>
                <a:lnTo>
                  <a:pt x="202181" y="229567"/>
                </a:lnTo>
                <a:lnTo>
                  <a:pt x="201841" y="229721"/>
                </a:lnTo>
                <a:lnTo>
                  <a:pt x="201516" y="229900"/>
                </a:lnTo>
                <a:lnTo>
                  <a:pt x="201207" y="230102"/>
                </a:lnTo>
                <a:lnTo>
                  <a:pt x="200916" y="230326"/>
                </a:lnTo>
                <a:lnTo>
                  <a:pt x="200642" y="230572"/>
                </a:lnTo>
                <a:lnTo>
                  <a:pt x="200387" y="230839"/>
                </a:lnTo>
                <a:lnTo>
                  <a:pt x="200152" y="231126"/>
                </a:lnTo>
                <a:lnTo>
                  <a:pt x="199938" y="231432"/>
                </a:lnTo>
                <a:lnTo>
                  <a:pt x="199746" y="231757"/>
                </a:lnTo>
                <a:lnTo>
                  <a:pt x="199576" y="232099"/>
                </a:lnTo>
                <a:lnTo>
                  <a:pt x="199430" y="232459"/>
                </a:lnTo>
                <a:lnTo>
                  <a:pt x="199308" y="232834"/>
                </a:lnTo>
                <a:lnTo>
                  <a:pt x="199211" y="233226"/>
                </a:lnTo>
                <a:lnTo>
                  <a:pt x="199141" y="233631"/>
                </a:lnTo>
                <a:lnTo>
                  <a:pt x="199099" y="234051"/>
                </a:lnTo>
                <a:lnTo>
                  <a:pt x="199084" y="234484"/>
                </a:lnTo>
                <a:lnTo>
                  <a:pt x="199084" y="239373"/>
                </a:lnTo>
                <a:lnTo>
                  <a:pt x="194277" y="238482"/>
                </a:lnTo>
                <a:lnTo>
                  <a:pt x="193849" y="238417"/>
                </a:lnTo>
                <a:lnTo>
                  <a:pt x="193428" y="238383"/>
                </a:lnTo>
                <a:lnTo>
                  <a:pt x="193017" y="238378"/>
                </a:lnTo>
                <a:lnTo>
                  <a:pt x="192615" y="238401"/>
                </a:lnTo>
                <a:lnTo>
                  <a:pt x="192223" y="238452"/>
                </a:lnTo>
                <a:lnTo>
                  <a:pt x="191843" y="238531"/>
                </a:lnTo>
                <a:close/>
                <a:moveTo>
                  <a:pt x="211098" y="99252"/>
                </a:moveTo>
                <a:lnTo>
                  <a:pt x="210928" y="98846"/>
                </a:lnTo>
                <a:lnTo>
                  <a:pt x="210736" y="98450"/>
                </a:lnTo>
                <a:lnTo>
                  <a:pt x="210522" y="98065"/>
                </a:lnTo>
                <a:lnTo>
                  <a:pt x="210287" y="97691"/>
                </a:lnTo>
                <a:lnTo>
                  <a:pt x="210032" y="97329"/>
                </a:lnTo>
                <a:lnTo>
                  <a:pt x="209758" y="96982"/>
                </a:lnTo>
                <a:lnTo>
                  <a:pt x="209467" y="96650"/>
                </a:lnTo>
                <a:lnTo>
                  <a:pt x="209158" y="96333"/>
                </a:lnTo>
                <a:lnTo>
                  <a:pt x="208833" y="96034"/>
                </a:lnTo>
                <a:lnTo>
                  <a:pt x="208493" y="95753"/>
                </a:lnTo>
                <a:lnTo>
                  <a:pt x="208139" y="95492"/>
                </a:lnTo>
                <a:lnTo>
                  <a:pt x="207771" y="95251"/>
                </a:lnTo>
                <a:lnTo>
                  <a:pt x="207391" y="95032"/>
                </a:lnTo>
                <a:lnTo>
                  <a:pt x="206999" y="94835"/>
                </a:lnTo>
                <a:lnTo>
                  <a:pt x="206597" y="94663"/>
                </a:lnTo>
                <a:lnTo>
                  <a:pt x="206185" y="94515"/>
                </a:lnTo>
                <a:lnTo>
                  <a:pt x="205765" y="94394"/>
                </a:lnTo>
                <a:lnTo>
                  <a:pt x="205337" y="94300"/>
                </a:lnTo>
                <a:lnTo>
                  <a:pt x="204909" y="94235"/>
                </a:lnTo>
                <a:lnTo>
                  <a:pt x="204489" y="94201"/>
                </a:lnTo>
                <a:lnTo>
                  <a:pt x="204077" y="94196"/>
                </a:lnTo>
                <a:lnTo>
                  <a:pt x="203675" y="94219"/>
                </a:lnTo>
                <a:lnTo>
                  <a:pt x="203283" y="94270"/>
                </a:lnTo>
                <a:lnTo>
                  <a:pt x="202903" y="94349"/>
                </a:lnTo>
                <a:lnTo>
                  <a:pt x="202536" y="94453"/>
                </a:lnTo>
                <a:lnTo>
                  <a:pt x="202181" y="94583"/>
                </a:lnTo>
                <a:lnTo>
                  <a:pt x="201841" y="94738"/>
                </a:lnTo>
                <a:lnTo>
                  <a:pt x="201516" y="94917"/>
                </a:lnTo>
                <a:lnTo>
                  <a:pt x="201207" y="95119"/>
                </a:lnTo>
                <a:lnTo>
                  <a:pt x="200916" y="95343"/>
                </a:lnTo>
                <a:lnTo>
                  <a:pt x="200642" y="95589"/>
                </a:lnTo>
                <a:lnTo>
                  <a:pt x="200387" y="95856"/>
                </a:lnTo>
                <a:lnTo>
                  <a:pt x="200152" y="96143"/>
                </a:lnTo>
                <a:lnTo>
                  <a:pt x="199938" y="96449"/>
                </a:lnTo>
                <a:lnTo>
                  <a:pt x="199746" y="96774"/>
                </a:lnTo>
                <a:lnTo>
                  <a:pt x="199576" y="97116"/>
                </a:lnTo>
                <a:lnTo>
                  <a:pt x="199430" y="97476"/>
                </a:lnTo>
                <a:lnTo>
                  <a:pt x="199308" y="97851"/>
                </a:lnTo>
                <a:lnTo>
                  <a:pt x="199211" y="98242"/>
                </a:lnTo>
                <a:lnTo>
                  <a:pt x="199141" y="98648"/>
                </a:lnTo>
                <a:lnTo>
                  <a:pt x="199099" y="99068"/>
                </a:lnTo>
                <a:lnTo>
                  <a:pt x="199084" y="99500"/>
                </a:lnTo>
                <a:lnTo>
                  <a:pt x="199084" y="121998"/>
                </a:lnTo>
                <a:lnTo>
                  <a:pt x="199099" y="122436"/>
                </a:lnTo>
                <a:lnTo>
                  <a:pt x="199141" y="122871"/>
                </a:lnTo>
                <a:lnTo>
                  <a:pt x="199211" y="123303"/>
                </a:lnTo>
                <a:lnTo>
                  <a:pt x="199308" y="123729"/>
                </a:lnTo>
                <a:lnTo>
                  <a:pt x="199430" y="124150"/>
                </a:lnTo>
                <a:lnTo>
                  <a:pt x="199576" y="124564"/>
                </a:lnTo>
                <a:lnTo>
                  <a:pt x="199746" y="124969"/>
                </a:lnTo>
                <a:lnTo>
                  <a:pt x="199938" y="125365"/>
                </a:lnTo>
                <a:lnTo>
                  <a:pt x="200152" y="125751"/>
                </a:lnTo>
                <a:lnTo>
                  <a:pt x="200387" y="126125"/>
                </a:lnTo>
                <a:lnTo>
                  <a:pt x="200642" y="126486"/>
                </a:lnTo>
                <a:lnTo>
                  <a:pt x="200916" y="126834"/>
                </a:lnTo>
                <a:lnTo>
                  <a:pt x="201207" y="127166"/>
                </a:lnTo>
                <a:lnTo>
                  <a:pt x="201516" y="127482"/>
                </a:lnTo>
                <a:lnTo>
                  <a:pt x="201841" y="127782"/>
                </a:lnTo>
                <a:lnTo>
                  <a:pt x="202181" y="128062"/>
                </a:lnTo>
                <a:lnTo>
                  <a:pt x="202536" y="128324"/>
                </a:lnTo>
                <a:lnTo>
                  <a:pt x="202903" y="128565"/>
                </a:lnTo>
                <a:lnTo>
                  <a:pt x="203283" y="128784"/>
                </a:lnTo>
                <a:lnTo>
                  <a:pt x="203675" y="128980"/>
                </a:lnTo>
                <a:lnTo>
                  <a:pt x="204077" y="129153"/>
                </a:lnTo>
                <a:lnTo>
                  <a:pt x="204489" y="129300"/>
                </a:lnTo>
                <a:lnTo>
                  <a:pt x="204909" y="129422"/>
                </a:lnTo>
                <a:lnTo>
                  <a:pt x="205337" y="129516"/>
                </a:lnTo>
                <a:lnTo>
                  <a:pt x="205765" y="129580"/>
                </a:lnTo>
                <a:lnTo>
                  <a:pt x="206185" y="129615"/>
                </a:lnTo>
                <a:lnTo>
                  <a:pt x="206597" y="129620"/>
                </a:lnTo>
                <a:lnTo>
                  <a:pt x="206999" y="129596"/>
                </a:lnTo>
                <a:lnTo>
                  <a:pt x="207391" y="129545"/>
                </a:lnTo>
                <a:lnTo>
                  <a:pt x="207771" y="129467"/>
                </a:lnTo>
                <a:lnTo>
                  <a:pt x="208139" y="129362"/>
                </a:lnTo>
                <a:lnTo>
                  <a:pt x="208493" y="129232"/>
                </a:lnTo>
                <a:lnTo>
                  <a:pt x="208833" y="129077"/>
                </a:lnTo>
                <a:lnTo>
                  <a:pt x="209158" y="128899"/>
                </a:lnTo>
                <a:lnTo>
                  <a:pt x="209467" y="128697"/>
                </a:lnTo>
                <a:lnTo>
                  <a:pt x="209758" y="128472"/>
                </a:lnTo>
                <a:lnTo>
                  <a:pt x="210032" y="128226"/>
                </a:lnTo>
                <a:lnTo>
                  <a:pt x="210287" y="127960"/>
                </a:lnTo>
                <a:lnTo>
                  <a:pt x="210522" y="127673"/>
                </a:lnTo>
                <a:lnTo>
                  <a:pt x="210736" y="127367"/>
                </a:lnTo>
                <a:lnTo>
                  <a:pt x="210928" y="127042"/>
                </a:lnTo>
                <a:lnTo>
                  <a:pt x="211098" y="126699"/>
                </a:lnTo>
                <a:lnTo>
                  <a:pt x="211245" y="126340"/>
                </a:lnTo>
                <a:lnTo>
                  <a:pt x="211366" y="125964"/>
                </a:lnTo>
                <a:lnTo>
                  <a:pt x="211463" y="125573"/>
                </a:lnTo>
                <a:lnTo>
                  <a:pt x="211533" y="125168"/>
                </a:lnTo>
                <a:lnTo>
                  <a:pt x="211575" y="124748"/>
                </a:lnTo>
                <a:lnTo>
                  <a:pt x="211590" y="124315"/>
                </a:lnTo>
                <a:lnTo>
                  <a:pt x="211590" y="101818"/>
                </a:lnTo>
                <a:lnTo>
                  <a:pt x="211575" y="101380"/>
                </a:lnTo>
                <a:lnTo>
                  <a:pt x="211533" y="100945"/>
                </a:lnTo>
                <a:lnTo>
                  <a:pt x="211463" y="100513"/>
                </a:lnTo>
                <a:lnTo>
                  <a:pt x="211366" y="100086"/>
                </a:lnTo>
                <a:lnTo>
                  <a:pt x="211245" y="99665"/>
                </a:lnTo>
                <a:lnTo>
                  <a:pt x="211098" y="99252"/>
                </a:lnTo>
                <a:close/>
                <a:moveTo>
                  <a:pt x="211098" y="166743"/>
                </a:moveTo>
                <a:lnTo>
                  <a:pt x="210928" y="166338"/>
                </a:lnTo>
                <a:lnTo>
                  <a:pt x="210736" y="165942"/>
                </a:lnTo>
                <a:lnTo>
                  <a:pt x="210522" y="165556"/>
                </a:lnTo>
                <a:lnTo>
                  <a:pt x="210287" y="165182"/>
                </a:lnTo>
                <a:lnTo>
                  <a:pt x="210032" y="164821"/>
                </a:lnTo>
                <a:lnTo>
                  <a:pt x="209758" y="164474"/>
                </a:lnTo>
                <a:lnTo>
                  <a:pt x="209467" y="164141"/>
                </a:lnTo>
                <a:lnTo>
                  <a:pt x="209158" y="163825"/>
                </a:lnTo>
                <a:lnTo>
                  <a:pt x="208833" y="163526"/>
                </a:lnTo>
                <a:lnTo>
                  <a:pt x="208493" y="163245"/>
                </a:lnTo>
                <a:lnTo>
                  <a:pt x="208139" y="162983"/>
                </a:lnTo>
                <a:lnTo>
                  <a:pt x="207771" y="162743"/>
                </a:lnTo>
                <a:lnTo>
                  <a:pt x="207391" y="162523"/>
                </a:lnTo>
                <a:lnTo>
                  <a:pt x="206999" y="162327"/>
                </a:lnTo>
                <a:lnTo>
                  <a:pt x="206597" y="162154"/>
                </a:lnTo>
                <a:lnTo>
                  <a:pt x="206185" y="162007"/>
                </a:lnTo>
                <a:lnTo>
                  <a:pt x="205765" y="161886"/>
                </a:lnTo>
                <a:lnTo>
                  <a:pt x="205337" y="161792"/>
                </a:lnTo>
                <a:lnTo>
                  <a:pt x="204909" y="161727"/>
                </a:lnTo>
                <a:lnTo>
                  <a:pt x="204489" y="161692"/>
                </a:lnTo>
                <a:lnTo>
                  <a:pt x="204077" y="161687"/>
                </a:lnTo>
                <a:lnTo>
                  <a:pt x="203675" y="161711"/>
                </a:lnTo>
                <a:lnTo>
                  <a:pt x="203283" y="161762"/>
                </a:lnTo>
                <a:lnTo>
                  <a:pt x="202903" y="161840"/>
                </a:lnTo>
                <a:lnTo>
                  <a:pt x="202536" y="161945"/>
                </a:lnTo>
                <a:lnTo>
                  <a:pt x="202181" y="162075"/>
                </a:lnTo>
                <a:lnTo>
                  <a:pt x="201841" y="162230"/>
                </a:lnTo>
                <a:lnTo>
                  <a:pt x="201516" y="162409"/>
                </a:lnTo>
                <a:lnTo>
                  <a:pt x="201207" y="162610"/>
                </a:lnTo>
                <a:lnTo>
                  <a:pt x="200916" y="162835"/>
                </a:lnTo>
                <a:lnTo>
                  <a:pt x="200642" y="163081"/>
                </a:lnTo>
                <a:lnTo>
                  <a:pt x="200387" y="163348"/>
                </a:lnTo>
                <a:lnTo>
                  <a:pt x="200152" y="163634"/>
                </a:lnTo>
                <a:lnTo>
                  <a:pt x="199938" y="163941"/>
                </a:lnTo>
                <a:lnTo>
                  <a:pt x="199746" y="164265"/>
                </a:lnTo>
                <a:lnTo>
                  <a:pt x="199576" y="164608"/>
                </a:lnTo>
                <a:lnTo>
                  <a:pt x="199430" y="164967"/>
                </a:lnTo>
                <a:lnTo>
                  <a:pt x="199308" y="165343"/>
                </a:lnTo>
                <a:lnTo>
                  <a:pt x="199211" y="165734"/>
                </a:lnTo>
                <a:lnTo>
                  <a:pt x="199141" y="166140"/>
                </a:lnTo>
                <a:lnTo>
                  <a:pt x="199099" y="166559"/>
                </a:lnTo>
                <a:lnTo>
                  <a:pt x="199084" y="166992"/>
                </a:lnTo>
                <a:lnTo>
                  <a:pt x="199084" y="189489"/>
                </a:lnTo>
                <a:lnTo>
                  <a:pt x="199099" y="189927"/>
                </a:lnTo>
                <a:lnTo>
                  <a:pt x="199141" y="190363"/>
                </a:lnTo>
                <a:lnTo>
                  <a:pt x="199211" y="190794"/>
                </a:lnTo>
                <a:lnTo>
                  <a:pt x="199308" y="191221"/>
                </a:lnTo>
                <a:lnTo>
                  <a:pt x="199430" y="191642"/>
                </a:lnTo>
                <a:lnTo>
                  <a:pt x="199576" y="192055"/>
                </a:lnTo>
                <a:lnTo>
                  <a:pt x="199746" y="192461"/>
                </a:lnTo>
                <a:lnTo>
                  <a:pt x="199938" y="192857"/>
                </a:lnTo>
                <a:lnTo>
                  <a:pt x="200152" y="193243"/>
                </a:lnTo>
                <a:lnTo>
                  <a:pt x="200387" y="193616"/>
                </a:lnTo>
                <a:lnTo>
                  <a:pt x="200642" y="193978"/>
                </a:lnTo>
                <a:lnTo>
                  <a:pt x="200916" y="194325"/>
                </a:lnTo>
                <a:lnTo>
                  <a:pt x="201207" y="194658"/>
                </a:lnTo>
                <a:lnTo>
                  <a:pt x="201516" y="194974"/>
                </a:lnTo>
                <a:lnTo>
                  <a:pt x="201841" y="195273"/>
                </a:lnTo>
                <a:lnTo>
                  <a:pt x="202181" y="195554"/>
                </a:lnTo>
                <a:lnTo>
                  <a:pt x="202536" y="195815"/>
                </a:lnTo>
                <a:lnTo>
                  <a:pt x="202903" y="196056"/>
                </a:lnTo>
                <a:lnTo>
                  <a:pt x="203283" y="196276"/>
                </a:lnTo>
                <a:lnTo>
                  <a:pt x="203675" y="196472"/>
                </a:lnTo>
                <a:lnTo>
                  <a:pt x="204077" y="196644"/>
                </a:lnTo>
                <a:lnTo>
                  <a:pt x="204489" y="196792"/>
                </a:lnTo>
                <a:lnTo>
                  <a:pt x="204909" y="196913"/>
                </a:lnTo>
                <a:lnTo>
                  <a:pt x="205337" y="197007"/>
                </a:lnTo>
                <a:lnTo>
                  <a:pt x="205765" y="197072"/>
                </a:lnTo>
                <a:lnTo>
                  <a:pt x="206185" y="197106"/>
                </a:lnTo>
                <a:lnTo>
                  <a:pt x="206597" y="197111"/>
                </a:lnTo>
                <a:lnTo>
                  <a:pt x="206999" y="197088"/>
                </a:lnTo>
                <a:lnTo>
                  <a:pt x="207391" y="197037"/>
                </a:lnTo>
                <a:lnTo>
                  <a:pt x="207771" y="196958"/>
                </a:lnTo>
                <a:lnTo>
                  <a:pt x="208139" y="196854"/>
                </a:lnTo>
                <a:lnTo>
                  <a:pt x="208493" y="196724"/>
                </a:lnTo>
                <a:lnTo>
                  <a:pt x="208833" y="196569"/>
                </a:lnTo>
                <a:lnTo>
                  <a:pt x="209158" y="196390"/>
                </a:lnTo>
                <a:lnTo>
                  <a:pt x="209467" y="196188"/>
                </a:lnTo>
                <a:lnTo>
                  <a:pt x="209758" y="195964"/>
                </a:lnTo>
                <a:lnTo>
                  <a:pt x="210032" y="195718"/>
                </a:lnTo>
                <a:lnTo>
                  <a:pt x="210287" y="195451"/>
                </a:lnTo>
                <a:lnTo>
                  <a:pt x="210522" y="195164"/>
                </a:lnTo>
                <a:lnTo>
                  <a:pt x="210736" y="194858"/>
                </a:lnTo>
                <a:lnTo>
                  <a:pt x="210928" y="194534"/>
                </a:lnTo>
                <a:lnTo>
                  <a:pt x="211098" y="194191"/>
                </a:lnTo>
                <a:lnTo>
                  <a:pt x="211245" y="193832"/>
                </a:lnTo>
                <a:lnTo>
                  <a:pt x="211366" y="193456"/>
                </a:lnTo>
                <a:lnTo>
                  <a:pt x="211463" y="193065"/>
                </a:lnTo>
                <a:lnTo>
                  <a:pt x="211533" y="192659"/>
                </a:lnTo>
                <a:lnTo>
                  <a:pt x="211575" y="192240"/>
                </a:lnTo>
                <a:lnTo>
                  <a:pt x="211590" y="191807"/>
                </a:lnTo>
                <a:lnTo>
                  <a:pt x="211590" y="169310"/>
                </a:lnTo>
                <a:lnTo>
                  <a:pt x="211575" y="168872"/>
                </a:lnTo>
                <a:lnTo>
                  <a:pt x="211533" y="168436"/>
                </a:lnTo>
                <a:lnTo>
                  <a:pt x="211463" y="168005"/>
                </a:lnTo>
                <a:lnTo>
                  <a:pt x="211366" y="167578"/>
                </a:lnTo>
                <a:lnTo>
                  <a:pt x="211245" y="167157"/>
                </a:lnTo>
                <a:lnTo>
                  <a:pt x="211098" y="166743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22965A-DE34-49BE-A30C-EDE9F19F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774" y="1837553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84EB99-42F2-492B-B8CF-9FAA3426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521" y="1830035"/>
            <a:ext cx="211590" cy="254409"/>
          </a:xfrm>
          <a:custGeom xmlns:a="http://schemas.openxmlformats.org/drawingml/2006/main">
            <a:pathLst>
              <a:path w="211590" h="254409">
                <a:moveTo>
                  <a:pt x="57" y="18481"/>
                </a:moveTo>
                <a:lnTo>
                  <a:pt x="127" y="18913"/>
                </a:lnTo>
                <a:lnTo>
                  <a:pt x="223" y="19340"/>
                </a:lnTo>
                <a:lnTo>
                  <a:pt x="345" y="19760"/>
                </a:lnTo>
                <a:lnTo>
                  <a:pt x="491" y="20174"/>
                </a:lnTo>
                <a:lnTo>
                  <a:pt x="661" y="20579"/>
                </a:lnTo>
                <a:lnTo>
                  <a:pt x="854" y="20976"/>
                </a:lnTo>
                <a:lnTo>
                  <a:pt x="1068" y="21361"/>
                </a:lnTo>
                <a:lnTo>
                  <a:pt x="1303" y="21735"/>
                </a:lnTo>
                <a:lnTo>
                  <a:pt x="1558" y="22096"/>
                </a:lnTo>
                <a:lnTo>
                  <a:pt x="1831" y="22444"/>
                </a:lnTo>
                <a:lnTo>
                  <a:pt x="2123" y="22776"/>
                </a:lnTo>
                <a:lnTo>
                  <a:pt x="2432" y="23093"/>
                </a:lnTo>
                <a:lnTo>
                  <a:pt x="2757" y="23392"/>
                </a:lnTo>
                <a:lnTo>
                  <a:pt x="3097" y="23673"/>
                </a:lnTo>
                <a:lnTo>
                  <a:pt x="3451" y="23934"/>
                </a:lnTo>
                <a:lnTo>
                  <a:pt x="3819" y="24175"/>
                </a:lnTo>
                <a:lnTo>
                  <a:pt x="4199" y="24394"/>
                </a:lnTo>
                <a:lnTo>
                  <a:pt x="4590" y="24590"/>
                </a:lnTo>
                <a:lnTo>
                  <a:pt x="4993" y="24763"/>
                </a:lnTo>
                <a:lnTo>
                  <a:pt x="5404" y="24910"/>
                </a:lnTo>
                <a:lnTo>
                  <a:pt x="5825" y="25032"/>
                </a:lnTo>
                <a:lnTo>
                  <a:pt x="6253" y="25126"/>
                </a:lnTo>
                <a:lnTo>
                  <a:pt x="6681" y="25190"/>
                </a:lnTo>
                <a:lnTo>
                  <a:pt x="7101" y="25225"/>
                </a:lnTo>
                <a:lnTo>
                  <a:pt x="7513" y="25230"/>
                </a:lnTo>
                <a:lnTo>
                  <a:pt x="7915" y="25207"/>
                </a:lnTo>
                <a:lnTo>
                  <a:pt x="8306" y="25155"/>
                </a:lnTo>
                <a:lnTo>
                  <a:pt x="8686" y="25077"/>
                </a:lnTo>
                <a:lnTo>
                  <a:pt x="9054" y="24972"/>
                </a:lnTo>
                <a:lnTo>
                  <a:pt x="9408" y="24842"/>
                </a:lnTo>
                <a:lnTo>
                  <a:pt x="9749" y="24688"/>
                </a:lnTo>
                <a:lnTo>
                  <a:pt x="10073" y="24509"/>
                </a:lnTo>
                <a:lnTo>
                  <a:pt x="10382" y="24307"/>
                </a:lnTo>
                <a:lnTo>
                  <a:pt x="10674" y="24083"/>
                </a:lnTo>
                <a:lnTo>
                  <a:pt x="10948" y="23837"/>
                </a:lnTo>
                <a:lnTo>
                  <a:pt x="11202" y="23570"/>
                </a:lnTo>
                <a:lnTo>
                  <a:pt x="11437" y="23283"/>
                </a:lnTo>
                <a:lnTo>
                  <a:pt x="11652" y="22977"/>
                </a:lnTo>
                <a:lnTo>
                  <a:pt x="11844" y="22652"/>
                </a:lnTo>
                <a:lnTo>
                  <a:pt x="12014" y="22310"/>
                </a:lnTo>
                <a:lnTo>
                  <a:pt x="12160" y="21950"/>
                </a:lnTo>
                <a:lnTo>
                  <a:pt x="12282" y="21575"/>
                </a:lnTo>
                <a:lnTo>
                  <a:pt x="12378" y="21183"/>
                </a:lnTo>
                <a:lnTo>
                  <a:pt x="12448" y="20778"/>
                </a:lnTo>
                <a:lnTo>
                  <a:pt x="12491" y="20358"/>
                </a:lnTo>
                <a:lnTo>
                  <a:pt x="12505" y="19925"/>
                </a:lnTo>
                <a:lnTo>
                  <a:pt x="12505" y="15036"/>
                </a:lnTo>
                <a:lnTo>
                  <a:pt x="17313" y="15927"/>
                </a:lnTo>
                <a:lnTo>
                  <a:pt x="17741" y="15992"/>
                </a:lnTo>
                <a:lnTo>
                  <a:pt x="18161" y="16026"/>
                </a:lnTo>
                <a:lnTo>
                  <a:pt x="18573" y="16031"/>
                </a:lnTo>
                <a:lnTo>
                  <a:pt x="18975" y="16008"/>
                </a:lnTo>
                <a:lnTo>
                  <a:pt x="19367" y="15957"/>
                </a:lnTo>
                <a:lnTo>
                  <a:pt x="19747" y="15878"/>
                </a:lnTo>
                <a:lnTo>
                  <a:pt x="20114" y="15774"/>
                </a:lnTo>
                <a:lnTo>
                  <a:pt x="20469" y="15644"/>
                </a:lnTo>
                <a:lnTo>
                  <a:pt x="20809" y="15489"/>
                </a:lnTo>
                <a:lnTo>
                  <a:pt x="21134" y="15310"/>
                </a:lnTo>
                <a:lnTo>
                  <a:pt x="21442" y="15108"/>
                </a:lnTo>
                <a:lnTo>
                  <a:pt x="21734" y="14884"/>
                </a:lnTo>
                <a:lnTo>
                  <a:pt x="22008" y="14638"/>
                </a:lnTo>
                <a:lnTo>
                  <a:pt x="22263" y="14371"/>
                </a:lnTo>
                <a:lnTo>
                  <a:pt x="22498" y="14084"/>
                </a:lnTo>
                <a:lnTo>
                  <a:pt x="22712" y="13778"/>
                </a:lnTo>
                <a:lnTo>
                  <a:pt x="22904" y="13453"/>
                </a:lnTo>
                <a:lnTo>
                  <a:pt x="23074" y="13111"/>
                </a:lnTo>
                <a:lnTo>
                  <a:pt x="23220" y="12751"/>
                </a:lnTo>
                <a:lnTo>
                  <a:pt x="23342" y="12376"/>
                </a:lnTo>
                <a:lnTo>
                  <a:pt x="23438" y="11985"/>
                </a:lnTo>
                <a:lnTo>
                  <a:pt x="23508" y="11579"/>
                </a:lnTo>
                <a:lnTo>
                  <a:pt x="23551" y="11159"/>
                </a:lnTo>
                <a:lnTo>
                  <a:pt x="23566" y="10727"/>
                </a:lnTo>
                <a:lnTo>
                  <a:pt x="23551" y="10289"/>
                </a:lnTo>
                <a:lnTo>
                  <a:pt x="23508" y="9853"/>
                </a:lnTo>
                <a:lnTo>
                  <a:pt x="23438" y="9422"/>
                </a:lnTo>
                <a:lnTo>
                  <a:pt x="23342" y="8995"/>
                </a:lnTo>
                <a:lnTo>
                  <a:pt x="23220" y="8574"/>
                </a:lnTo>
                <a:lnTo>
                  <a:pt x="23074" y="8160"/>
                </a:lnTo>
                <a:lnTo>
                  <a:pt x="22904" y="7755"/>
                </a:lnTo>
                <a:lnTo>
                  <a:pt x="22712" y="7359"/>
                </a:lnTo>
                <a:lnTo>
                  <a:pt x="22498" y="6973"/>
                </a:lnTo>
                <a:lnTo>
                  <a:pt x="22263" y="6599"/>
                </a:lnTo>
                <a:lnTo>
                  <a:pt x="22008" y="6238"/>
                </a:lnTo>
                <a:lnTo>
                  <a:pt x="21734" y="5891"/>
                </a:lnTo>
                <a:lnTo>
                  <a:pt x="21442" y="5558"/>
                </a:lnTo>
                <a:lnTo>
                  <a:pt x="21134" y="5242"/>
                </a:lnTo>
                <a:lnTo>
                  <a:pt x="20809" y="4943"/>
                </a:lnTo>
                <a:lnTo>
                  <a:pt x="20469" y="4662"/>
                </a:lnTo>
                <a:lnTo>
                  <a:pt x="20114" y="4400"/>
                </a:lnTo>
                <a:lnTo>
                  <a:pt x="19747" y="4160"/>
                </a:lnTo>
                <a:lnTo>
                  <a:pt x="19367" y="3940"/>
                </a:lnTo>
                <a:lnTo>
                  <a:pt x="18975" y="3744"/>
                </a:lnTo>
                <a:lnTo>
                  <a:pt x="18573" y="3572"/>
                </a:lnTo>
                <a:lnTo>
                  <a:pt x="18161" y="3424"/>
                </a:lnTo>
                <a:lnTo>
                  <a:pt x="17741" y="3303"/>
                </a:lnTo>
                <a:lnTo>
                  <a:pt x="17313" y="3209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lnTo>
                  <a:pt x="0" y="17608"/>
                </a:lnTo>
                <a:lnTo>
                  <a:pt x="14" y="18046"/>
                </a:lnTo>
                <a:lnTo>
                  <a:pt x="57" y="18481"/>
                </a:lnTo>
                <a:close/>
                <a:moveTo>
                  <a:pt x="12014" y="62354"/>
                </a:moveTo>
                <a:lnTo>
                  <a:pt x="11844" y="61948"/>
                </a:lnTo>
                <a:lnTo>
                  <a:pt x="11652" y="61552"/>
                </a:lnTo>
                <a:lnTo>
                  <a:pt x="11437" y="61166"/>
                </a:lnTo>
                <a:lnTo>
                  <a:pt x="11202" y="60793"/>
                </a:lnTo>
                <a:lnTo>
                  <a:pt x="10948" y="60431"/>
                </a:lnTo>
                <a:lnTo>
                  <a:pt x="10674" y="60084"/>
                </a:lnTo>
                <a:lnTo>
                  <a:pt x="10382" y="59751"/>
                </a:lnTo>
                <a:lnTo>
                  <a:pt x="10073" y="59435"/>
                </a:lnTo>
                <a:lnTo>
                  <a:pt x="9749" y="59136"/>
                </a:lnTo>
                <a:lnTo>
                  <a:pt x="9408" y="58855"/>
                </a:lnTo>
                <a:lnTo>
                  <a:pt x="9054" y="58594"/>
                </a:lnTo>
                <a:lnTo>
                  <a:pt x="8686" y="58353"/>
                </a:lnTo>
                <a:lnTo>
                  <a:pt x="8306" y="58134"/>
                </a:lnTo>
                <a:lnTo>
                  <a:pt x="7915" y="57937"/>
                </a:lnTo>
                <a:lnTo>
                  <a:pt x="7513" y="57765"/>
                </a:lnTo>
                <a:lnTo>
                  <a:pt x="7101" y="57617"/>
                </a:lnTo>
                <a:lnTo>
                  <a:pt x="6681" y="57496"/>
                </a:lnTo>
                <a:lnTo>
                  <a:pt x="6253" y="57402"/>
                </a:lnTo>
                <a:lnTo>
                  <a:pt x="5825" y="57337"/>
                </a:lnTo>
                <a:lnTo>
                  <a:pt x="5404" y="57303"/>
                </a:lnTo>
                <a:lnTo>
                  <a:pt x="4993" y="57298"/>
                </a:lnTo>
                <a:lnTo>
                  <a:pt x="4590" y="57321"/>
                </a:lnTo>
                <a:lnTo>
                  <a:pt x="4199" y="57372"/>
                </a:lnTo>
                <a:lnTo>
                  <a:pt x="3819" y="57451"/>
                </a:lnTo>
                <a:lnTo>
                  <a:pt x="3451" y="57555"/>
                </a:lnTo>
                <a:lnTo>
                  <a:pt x="3097" y="57685"/>
                </a:lnTo>
                <a:lnTo>
                  <a:pt x="2757" y="57840"/>
                </a:lnTo>
                <a:lnTo>
                  <a:pt x="2432" y="58019"/>
                </a:lnTo>
                <a:lnTo>
                  <a:pt x="2123" y="58221"/>
                </a:lnTo>
                <a:lnTo>
                  <a:pt x="1831" y="58445"/>
                </a:lnTo>
                <a:lnTo>
                  <a:pt x="1558" y="58691"/>
                </a:lnTo>
                <a:lnTo>
                  <a:pt x="1303" y="58958"/>
                </a:lnTo>
                <a:lnTo>
                  <a:pt x="1068" y="59245"/>
                </a:lnTo>
                <a:lnTo>
                  <a:pt x="854" y="59551"/>
                </a:lnTo>
                <a:lnTo>
                  <a:pt x="661" y="59875"/>
                </a:lnTo>
                <a:lnTo>
                  <a:pt x="491" y="60218"/>
                </a:lnTo>
                <a:lnTo>
                  <a:pt x="345" y="60577"/>
                </a:lnTo>
                <a:lnTo>
                  <a:pt x="223" y="60953"/>
                </a:lnTo>
                <a:lnTo>
                  <a:pt x="127" y="61344"/>
                </a:lnTo>
                <a:lnTo>
                  <a:pt x="57" y="61750"/>
                </a:lnTo>
                <a:lnTo>
                  <a:pt x="14" y="62169"/>
                </a:lnTo>
                <a:lnTo>
                  <a:pt x="0" y="62602"/>
                </a:lnTo>
                <a:lnTo>
                  <a:pt x="0" y="85099"/>
                </a:lnTo>
                <a:lnTo>
                  <a:pt x="14" y="85537"/>
                </a:lnTo>
                <a:lnTo>
                  <a:pt x="57" y="85973"/>
                </a:lnTo>
                <a:lnTo>
                  <a:pt x="127" y="86404"/>
                </a:lnTo>
                <a:lnTo>
                  <a:pt x="223" y="86831"/>
                </a:lnTo>
                <a:lnTo>
                  <a:pt x="345" y="87252"/>
                </a:lnTo>
                <a:lnTo>
                  <a:pt x="491" y="87666"/>
                </a:lnTo>
                <a:lnTo>
                  <a:pt x="661" y="88071"/>
                </a:lnTo>
                <a:lnTo>
                  <a:pt x="854" y="88467"/>
                </a:lnTo>
                <a:lnTo>
                  <a:pt x="1068" y="88853"/>
                </a:lnTo>
                <a:lnTo>
                  <a:pt x="1303" y="89227"/>
                </a:lnTo>
                <a:lnTo>
                  <a:pt x="1558" y="89588"/>
                </a:lnTo>
                <a:lnTo>
                  <a:pt x="1831" y="89935"/>
                </a:lnTo>
                <a:lnTo>
                  <a:pt x="2123" y="90268"/>
                </a:lnTo>
                <a:lnTo>
                  <a:pt x="2432" y="90584"/>
                </a:lnTo>
                <a:lnTo>
                  <a:pt x="2757" y="90883"/>
                </a:lnTo>
                <a:lnTo>
                  <a:pt x="3097" y="91164"/>
                </a:lnTo>
                <a:lnTo>
                  <a:pt x="3451" y="91426"/>
                </a:lnTo>
                <a:lnTo>
                  <a:pt x="3819" y="91667"/>
                </a:lnTo>
                <a:lnTo>
                  <a:pt x="4199" y="91886"/>
                </a:lnTo>
                <a:lnTo>
                  <a:pt x="4590" y="92082"/>
                </a:lnTo>
                <a:lnTo>
                  <a:pt x="4993" y="92255"/>
                </a:lnTo>
                <a:lnTo>
                  <a:pt x="5404" y="92402"/>
                </a:lnTo>
                <a:lnTo>
                  <a:pt x="5825" y="92523"/>
                </a:lnTo>
                <a:lnTo>
                  <a:pt x="6253" y="92617"/>
                </a:lnTo>
                <a:lnTo>
                  <a:pt x="6681" y="92682"/>
                </a:lnTo>
                <a:lnTo>
                  <a:pt x="7101" y="92717"/>
                </a:lnTo>
                <a:lnTo>
                  <a:pt x="7513" y="92722"/>
                </a:lnTo>
                <a:lnTo>
                  <a:pt x="7915" y="92698"/>
                </a:lnTo>
                <a:lnTo>
                  <a:pt x="8306" y="92647"/>
                </a:lnTo>
                <a:lnTo>
                  <a:pt x="8686" y="92569"/>
                </a:lnTo>
                <a:lnTo>
                  <a:pt x="9054" y="92464"/>
                </a:lnTo>
                <a:lnTo>
                  <a:pt x="9408" y="92334"/>
                </a:lnTo>
                <a:lnTo>
                  <a:pt x="9749" y="92179"/>
                </a:lnTo>
                <a:lnTo>
                  <a:pt x="10073" y="92000"/>
                </a:lnTo>
                <a:lnTo>
                  <a:pt x="10382" y="91799"/>
                </a:lnTo>
                <a:lnTo>
                  <a:pt x="10674" y="91574"/>
                </a:lnTo>
                <a:lnTo>
                  <a:pt x="10948" y="91328"/>
                </a:lnTo>
                <a:lnTo>
                  <a:pt x="11202" y="91061"/>
                </a:lnTo>
                <a:lnTo>
                  <a:pt x="11437" y="90775"/>
                </a:lnTo>
                <a:lnTo>
                  <a:pt x="11652" y="90468"/>
                </a:lnTo>
                <a:lnTo>
                  <a:pt x="11844" y="90144"/>
                </a:lnTo>
                <a:lnTo>
                  <a:pt x="12014" y="89801"/>
                </a:lnTo>
                <a:lnTo>
                  <a:pt x="12160" y="89442"/>
                </a:lnTo>
                <a:lnTo>
                  <a:pt x="12282" y="89066"/>
                </a:lnTo>
                <a:lnTo>
                  <a:pt x="12378" y="88675"/>
                </a:lnTo>
                <a:lnTo>
                  <a:pt x="12448" y="88269"/>
                </a:lnTo>
                <a:lnTo>
                  <a:pt x="12491" y="87850"/>
                </a:lnTo>
                <a:lnTo>
                  <a:pt x="12505" y="87417"/>
                </a:lnTo>
                <a:lnTo>
                  <a:pt x="12505" y="64920"/>
                </a:lnTo>
                <a:lnTo>
                  <a:pt x="12491" y="64482"/>
                </a:lnTo>
                <a:lnTo>
                  <a:pt x="12448" y="64046"/>
                </a:lnTo>
                <a:lnTo>
                  <a:pt x="12378" y="63615"/>
                </a:lnTo>
                <a:lnTo>
                  <a:pt x="12282" y="63188"/>
                </a:lnTo>
                <a:lnTo>
                  <a:pt x="12160" y="62767"/>
                </a:lnTo>
                <a:lnTo>
                  <a:pt x="12014" y="62354"/>
                </a:lnTo>
                <a:close/>
                <a:moveTo>
                  <a:pt x="12014" y="129845"/>
                </a:moveTo>
                <a:lnTo>
                  <a:pt x="11844" y="129440"/>
                </a:lnTo>
                <a:lnTo>
                  <a:pt x="11652" y="129044"/>
                </a:lnTo>
                <a:lnTo>
                  <a:pt x="11437" y="128658"/>
                </a:lnTo>
                <a:lnTo>
                  <a:pt x="11202" y="128284"/>
                </a:lnTo>
                <a:lnTo>
                  <a:pt x="10948" y="127923"/>
                </a:lnTo>
                <a:lnTo>
                  <a:pt x="10674" y="127575"/>
                </a:lnTo>
                <a:lnTo>
                  <a:pt x="10382" y="127243"/>
                </a:lnTo>
                <a:lnTo>
                  <a:pt x="10073" y="126927"/>
                </a:lnTo>
                <a:lnTo>
                  <a:pt x="9749" y="126627"/>
                </a:lnTo>
                <a:lnTo>
                  <a:pt x="9408" y="126347"/>
                </a:lnTo>
                <a:lnTo>
                  <a:pt x="9054" y="126085"/>
                </a:lnTo>
                <a:lnTo>
                  <a:pt x="8686" y="125844"/>
                </a:lnTo>
                <a:lnTo>
                  <a:pt x="8306" y="125625"/>
                </a:lnTo>
                <a:lnTo>
                  <a:pt x="7915" y="125429"/>
                </a:lnTo>
                <a:lnTo>
                  <a:pt x="7513" y="125256"/>
                </a:lnTo>
                <a:lnTo>
                  <a:pt x="7101" y="125109"/>
                </a:lnTo>
                <a:lnTo>
                  <a:pt x="6681" y="124987"/>
                </a:lnTo>
                <a:lnTo>
                  <a:pt x="6253" y="124893"/>
                </a:lnTo>
                <a:lnTo>
                  <a:pt x="5825" y="124829"/>
                </a:lnTo>
                <a:lnTo>
                  <a:pt x="5404" y="124794"/>
                </a:lnTo>
                <a:lnTo>
                  <a:pt x="4993" y="124789"/>
                </a:lnTo>
                <a:lnTo>
                  <a:pt x="4590" y="124813"/>
                </a:lnTo>
                <a:lnTo>
                  <a:pt x="4199" y="124864"/>
                </a:lnTo>
                <a:lnTo>
                  <a:pt x="3819" y="124942"/>
                </a:lnTo>
                <a:lnTo>
                  <a:pt x="3451" y="125047"/>
                </a:lnTo>
                <a:lnTo>
                  <a:pt x="3097" y="125177"/>
                </a:lnTo>
                <a:lnTo>
                  <a:pt x="2757" y="125332"/>
                </a:lnTo>
                <a:lnTo>
                  <a:pt x="2432" y="125510"/>
                </a:lnTo>
                <a:lnTo>
                  <a:pt x="2123" y="125712"/>
                </a:lnTo>
                <a:lnTo>
                  <a:pt x="1831" y="125937"/>
                </a:lnTo>
                <a:lnTo>
                  <a:pt x="1558" y="126183"/>
                </a:lnTo>
                <a:lnTo>
                  <a:pt x="1303" y="126449"/>
                </a:lnTo>
                <a:lnTo>
                  <a:pt x="1068" y="126736"/>
                </a:lnTo>
                <a:lnTo>
                  <a:pt x="854" y="127042"/>
                </a:lnTo>
                <a:lnTo>
                  <a:pt x="661" y="127367"/>
                </a:lnTo>
                <a:lnTo>
                  <a:pt x="491" y="127710"/>
                </a:lnTo>
                <a:lnTo>
                  <a:pt x="345" y="128069"/>
                </a:lnTo>
                <a:lnTo>
                  <a:pt x="223" y="128445"/>
                </a:lnTo>
                <a:lnTo>
                  <a:pt x="127" y="128836"/>
                </a:lnTo>
                <a:lnTo>
                  <a:pt x="57" y="129241"/>
                </a:lnTo>
                <a:lnTo>
                  <a:pt x="14" y="129661"/>
                </a:lnTo>
                <a:lnTo>
                  <a:pt x="0" y="130094"/>
                </a:lnTo>
                <a:lnTo>
                  <a:pt x="0" y="152591"/>
                </a:lnTo>
                <a:lnTo>
                  <a:pt x="14" y="153029"/>
                </a:lnTo>
                <a:lnTo>
                  <a:pt x="57" y="153464"/>
                </a:lnTo>
                <a:lnTo>
                  <a:pt x="127" y="153896"/>
                </a:lnTo>
                <a:lnTo>
                  <a:pt x="223" y="154323"/>
                </a:lnTo>
                <a:lnTo>
                  <a:pt x="345" y="154744"/>
                </a:lnTo>
                <a:lnTo>
                  <a:pt x="491" y="155157"/>
                </a:lnTo>
                <a:lnTo>
                  <a:pt x="661" y="155563"/>
                </a:lnTo>
                <a:lnTo>
                  <a:pt x="854" y="155959"/>
                </a:lnTo>
                <a:lnTo>
                  <a:pt x="1068" y="156344"/>
                </a:lnTo>
                <a:lnTo>
                  <a:pt x="1303" y="156718"/>
                </a:lnTo>
                <a:lnTo>
                  <a:pt x="1558" y="157080"/>
                </a:lnTo>
                <a:lnTo>
                  <a:pt x="1831" y="157427"/>
                </a:lnTo>
                <a:lnTo>
                  <a:pt x="2123" y="157759"/>
                </a:lnTo>
                <a:lnTo>
                  <a:pt x="2432" y="158076"/>
                </a:lnTo>
                <a:lnTo>
                  <a:pt x="2757" y="158375"/>
                </a:lnTo>
                <a:lnTo>
                  <a:pt x="3097" y="158656"/>
                </a:lnTo>
                <a:lnTo>
                  <a:pt x="3451" y="158917"/>
                </a:lnTo>
                <a:lnTo>
                  <a:pt x="3819" y="159158"/>
                </a:lnTo>
                <a:lnTo>
                  <a:pt x="4199" y="159377"/>
                </a:lnTo>
                <a:lnTo>
                  <a:pt x="4590" y="159574"/>
                </a:lnTo>
                <a:lnTo>
                  <a:pt x="4993" y="159746"/>
                </a:lnTo>
                <a:lnTo>
                  <a:pt x="5404" y="159894"/>
                </a:lnTo>
                <a:lnTo>
                  <a:pt x="5825" y="160015"/>
                </a:lnTo>
                <a:lnTo>
                  <a:pt x="6253" y="160109"/>
                </a:lnTo>
                <a:lnTo>
                  <a:pt x="6681" y="160174"/>
                </a:lnTo>
                <a:lnTo>
                  <a:pt x="7101" y="160208"/>
                </a:lnTo>
                <a:lnTo>
                  <a:pt x="7513" y="160213"/>
                </a:lnTo>
                <a:lnTo>
                  <a:pt x="7915" y="160190"/>
                </a:lnTo>
                <a:lnTo>
                  <a:pt x="8306" y="160139"/>
                </a:lnTo>
                <a:lnTo>
                  <a:pt x="8686" y="160060"/>
                </a:lnTo>
                <a:lnTo>
                  <a:pt x="9054" y="159956"/>
                </a:lnTo>
                <a:lnTo>
                  <a:pt x="9408" y="159826"/>
                </a:lnTo>
                <a:lnTo>
                  <a:pt x="9749" y="159671"/>
                </a:lnTo>
                <a:lnTo>
                  <a:pt x="10073" y="159492"/>
                </a:lnTo>
                <a:lnTo>
                  <a:pt x="10382" y="159290"/>
                </a:lnTo>
                <a:lnTo>
                  <a:pt x="10674" y="159066"/>
                </a:lnTo>
                <a:lnTo>
                  <a:pt x="10948" y="158820"/>
                </a:lnTo>
                <a:lnTo>
                  <a:pt x="11202" y="158553"/>
                </a:lnTo>
                <a:lnTo>
                  <a:pt x="11437" y="158266"/>
                </a:lnTo>
                <a:lnTo>
                  <a:pt x="11652" y="157960"/>
                </a:lnTo>
                <a:lnTo>
                  <a:pt x="11844" y="157635"/>
                </a:lnTo>
                <a:lnTo>
                  <a:pt x="12014" y="157293"/>
                </a:lnTo>
                <a:lnTo>
                  <a:pt x="12160" y="156933"/>
                </a:lnTo>
                <a:lnTo>
                  <a:pt x="12282" y="156558"/>
                </a:lnTo>
                <a:lnTo>
                  <a:pt x="12378" y="156167"/>
                </a:lnTo>
                <a:lnTo>
                  <a:pt x="12448" y="155761"/>
                </a:lnTo>
                <a:lnTo>
                  <a:pt x="12491" y="155341"/>
                </a:lnTo>
                <a:lnTo>
                  <a:pt x="12505" y="154909"/>
                </a:lnTo>
                <a:lnTo>
                  <a:pt x="12505" y="132411"/>
                </a:lnTo>
                <a:lnTo>
                  <a:pt x="12491" y="131973"/>
                </a:lnTo>
                <a:lnTo>
                  <a:pt x="12448" y="131538"/>
                </a:lnTo>
                <a:lnTo>
                  <a:pt x="12378" y="131106"/>
                </a:lnTo>
                <a:lnTo>
                  <a:pt x="12282" y="130680"/>
                </a:lnTo>
                <a:lnTo>
                  <a:pt x="12160" y="130259"/>
                </a:lnTo>
                <a:lnTo>
                  <a:pt x="12014" y="129845"/>
                </a:lnTo>
                <a:close/>
                <a:moveTo>
                  <a:pt x="12014" y="197337"/>
                </a:moveTo>
                <a:lnTo>
                  <a:pt x="11844" y="196931"/>
                </a:lnTo>
                <a:lnTo>
                  <a:pt x="11652" y="196535"/>
                </a:lnTo>
                <a:lnTo>
                  <a:pt x="11437" y="196150"/>
                </a:lnTo>
                <a:lnTo>
                  <a:pt x="11202" y="195776"/>
                </a:lnTo>
                <a:lnTo>
                  <a:pt x="10948" y="195414"/>
                </a:lnTo>
                <a:lnTo>
                  <a:pt x="10674" y="195067"/>
                </a:lnTo>
                <a:lnTo>
                  <a:pt x="10382" y="194735"/>
                </a:lnTo>
                <a:lnTo>
                  <a:pt x="10073" y="194418"/>
                </a:lnTo>
                <a:lnTo>
                  <a:pt x="9749" y="194119"/>
                </a:lnTo>
                <a:lnTo>
                  <a:pt x="9408" y="193838"/>
                </a:lnTo>
                <a:lnTo>
                  <a:pt x="9054" y="193577"/>
                </a:lnTo>
                <a:lnTo>
                  <a:pt x="8686" y="193336"/>
                </a:lnTo>
                <a:lnTo>
                  <a:pt x="8306" y="193117"/>
                </a:lnTo>
                <a:lnTo>
                  <a:pt x="7915" y="192920"/>
                </a:lnTo>
                <a:lnTo>
                  <a:pt x="7513" y="192748"/>
                </a:lnTo>
                <a:lnTo>
                  <a:pt x="7101" y="192600"/>
                </a:lnTo>
                <a:lnTo>
                  <a:pt x="6681" y="192479"/>
                </a:lnTo>
                <a:lnTo>
                  <a:pt x="6253" y="192385"/>
                </a:lnTo>
                <a:lnTo>
                  <a:pt x="5825" y="192320"/>
                </a:lnTo>
                <a:lnTo>
                  <a:pt x="5404" y="192286"/>
                </a:lnTo>
                <a:lnTo>
                  <a:pt x="4993" y="192281"/>
                </a:lnTo>
                <a:lnTo>
                  <a:pt x="4590" y="192304"/>
                </a:lnTo>
                <a:lnTo>
                  <a:pt x="4199" y="192355"/>
                </a:lnTo>
                <a:lnTo>
                  <a:pt x="3819" y="192434"/>
                </a:lnTo>
                <a:lnTo>
                  <a:pt x="3451" y="192538"/>
                </a:lnTo>
                <a:lnTo>
                  <a:pt x="3097" y="192668"/>
                </a:lnTo>
                <a:lnTo>
                  <a:pt x="2757" y="192823"/>
                </a:lnTo>
                <a:lnTo>
                  <a:pt x="2432" y="193002"/>
                </a:lnTo>
                <a:lnTo>
                  <a:pt x="2123" y="193204"/>
                </a:lnTo>
                <a:lnTo>
                  <a:pt x="1831" y="193428"/>
                </a:lnTo>
                <a:lnTo>
                  <a:pt x="1558" y="193674"/>
                </a:lnTo>
                <a:lnTo>
                  <a:pt x="1303" y="193941"/>
                </a:lnTo>
                <a:lnTo>
                  <a:pt x="1068" y="194228"/>
                </a:lnTo>
                <a:lnTo>
                  <a:pt x="854" y="194534"/>
                </a:lnTo>
                <a:lnTo>
                  <a:pt x="661" y="194859"/>
                </a:lnTo>
                <a:lnTo>
                  <a:pt x="491" y="195201"/>
                </a:lnTo>
                <a:lnTo>
                  <a:pt x="345" y="195561"/>
                </a:lnTo>
                <a:lnTo>
                  <a:pt x="223" y="195936"/>
                </a:lnTo>
                <a:lnTo>
                  <a:pt x="127" y="196327"/>
                </a:lnTo>
                <a:lnTo>
                  <a:pt x="57" y="196733"/>
                </a:lnTo>
                <a:lnTo>
                  <a:pt x="14" y="197153"/>
                </a:lnTo>
                <a:lnTo>
                  <a:pt x="0" y="197585"/>
                </a:lnTo>
                <a:lnTo>
                  <a:pt x="0" y="208834"/>
                </a:lnTo>
                <a:lnTo>
                  <a:pt x="0" y="215193"/>
                </a:lnTo>
                <a:lnTo>
                  <a:pt x="6253" y="216352"/>
                </a:lnTo>
                <a:lnTo>
                  <a:pt x="17313" y="218402"/>
                </a:lnTo>
                <a:lnTo>
                  <a:pt x="17741" y="218467"/>
                </a:lnTo>
                <a:lnTo>
                  <a:pt x="18161" y="218501"/>
                </a:lnTo>
                <a:lnTo>
                  <a:pt x="18573" y="218506"/>
                </a:lnTo>
                <a:lnTo>
                  <a:pt x="18975" y="218483"/>
                </a:lnTo>
                <a:lnTo>
                  <a:pt x="19367" y="218432"/>
                </a:lnTo>
                <a:lnTo>
                  <a:pt x="19747" y="218353"/>
                </a:lnTo>
                <a:lnTo>
                  <a:pt x="20114" y="218249"/>
                </a:lnTo>
                <a:lnTo>
                  <a:pt x="20469" y="218119"/>
                </a:lnTo>
                <a:lnTo>
                  <a:pt x="20809" y="217964"/>
                </a:lnTo>
                <a:lnTo>
                  <a:pt x="21134" y="217785"/>
                </a:lnTo>
                <a:lnTo>
                  <a:pt x="21442" y="217583"/>
                </a:lnTo>
                <a:lnTo>
                  <a:pt x="21734" y="217359"/>
                </a:lnTo>
                <a:lnTo>
                  <a:pt x="22008" y="217113"/>
                </a:lnTo>
                <a:lnTo>
                  <a:pt x="22263" y="216846"/>
                </a:lnTo>
                <a:lnTo>
                  <a:pt x="22498" y="216559"/>
                </a:lnTo>
                <a:lnTo>
                  <a:pt x="22712" y="216253"/>
                </a:lnTo>
                <a:lnTo>
                  <a:pt x="22904" y="215928"/>
                </a:lnTo>
                <a:lnTo>
                  <a:pt x="23074" y="215586"/>
                </a:lnTo>
                <a:lnTo>
                  <a:pt x="23220" y="215226"/>
                </a:lnTo>
                <a:lnTo>
                  <a:pt x="23342" y="214851"/>
                </a:lnTo>
                <a:lnTo>
                  <a:pt x="23438" y="214460"/>
                </a:lnTo>
                <a:lnTo>
                  <a:pt x="23508" y="214054"/>
                </a:lnTo>
                <a:lnTo>
                  <a:pt x="23551" y="213634"/>
                </a:lnTo>
                <a:lnTo>
                  <a:pt x="23566" y="213202"/>
                </a:lnTo>
                <a:lnTo>
                  <a:pt x="23551" y="212764"/>
                </a:lnTo>
                <a:lnTo>
                  <a:pt x="23508" y="212328"/>
                </a:lnTo>
                <a:lnTo>
                  <a:pt x="23438" y="211896"/>
                </a:lnTo>
                <a:lnTo>
                  <a:pt x="23342" y="211470"/>
                </a:lnTo>
                <a:lnTo>
                  <a:pt x="23220" y="211049"/>
                </a:lnTo>
                <a:lnTo>
                  <a:pt x="23074" y="210635"/>
                </a:lnTo>
                <a:lnTo>
                  <a:pt x="22904" y="210230"/>
                </a:lnTo>
                <a:lnTo>
                  <a:pt x="22712" y="209834"/>
                </a:lnTo>
                <a:lnTo>
                  <a:pt x="22498" y="209448"/>
                </a:lnTo>
                <a:lnTo>
                  <a:pt x="22263" y="209074"/>
                </a:lnTo>
                <a:lnTo>
                  <a:pt x="22008" y="208713"/>
                </a:lnTo>
                <a:lnTo>
                  <a:pt x="21734" y="208366"/>
                </a:lnTo>
                <a:lnTo>
                  <a:pt x="21442" y="208033"/>
                </a:lnTo>
                <a:lnTo>
                  <a:pt x="21134" y="207717"/>
                </a:lnTo>
                <a:lnTo>
                  <a:pt x="20809" y="207418"/>
                </a:lnTo>
                <a:lnTo>
                  <a:pt x="20469" y="207137"/>
                </a:lnTo>
                <a:lnTo>
                  <a:pt x="20114" y="206875"/>
                </a:lnTo>
                <a:lnTo>
                  <a:pt x="19747" y="206634"/>
                </a:lnTo>
                <a:lnTo>
                  <a:pt x="19367" y="206415"/>
                </a:lnTo>
                <a:lnTo>
                  <a:pt x="18975" y="206219"/>
                </a:lnTo>
                <a:lnTo>
                  <a:pt x="18573" y="206046"/>
                </a:lnTo>
                <a:lnTo>
                  <a:pt x="18161" y="205899"/>
                </a:lnTo>
                <a:lnTo>
                  <a:pt x="17741" y="205778"/>
                </a:lnTo>
                <a:lnTo>
                  <a:pt x="17313" y="205684"/>
                </a:lnTo>
                <a:lnTo>
                  <a:pt x="12505" y="204793"/>
                </a:lnTo>
                <a:lnTo>
                  <a:pt x="12505" y="199903"/>
                </a:lnTo>
                <a:lnTo>
                  <a:pt x="12491" y="199465"/>
                </a:lnTo>
                <a:lnTo>
                  <a:pt x="12448" y="199030"/>
                </a:lnTo>
                <a:lnTo>
                  <a:pt x="12378" y="198598"/>
                </a:lnTo>
                <a:lnTo>
                  <a:pt x="12282" y="198171"/>
                </a:lnTo>
                <a:lnTo>
                  <a:pt x="12160" y="197750"/>
                </a:lnTo>
                <a:lnTo>
                  <a:pt x="12014" y="197337"/>
                </a:lnTo>
                <a:close/>
                <a:moveTo>
                  <a:pt x="59120" y="11457"/>
                </a:moveTo>
                <a:lnTo>
                  <a:pt x="58752" y="11562"/>
                </a:lnTo>
                <a:lnTo>
                  <a:pt x="58398" y="11692"/>
                </a:lnTo>
                <a:lnTo>
                  <a:pt x="58058" y="11846"/>
                </a:lnTo>
                <a:lnTo>
                  <a:pt x="57733" y="12025"/>
                </a:lnTo>
                <a:lnTo>
                  <a:pt x="57424" y="12227"/>
                </a:lnTo>
                <a:lnTo>
                  <a:pt x="57133" y="12451"/>
                </a:lnTo>
                <a:lnTo>
                  <a:pt x="56859" y="12697"/>
                </a:lnTo>
                <a:lnTo>
                  <a:pt x="56604" y="12964"/>
                </a:lnTo>
                <a:lnTo>
                  <a:pt x="56369" y="13251"/>
                </a:lnTo>
                <a:lnTo>
                  <a:pt x="56155" y="13557"/>
                </a:lnTo>
                <a:lnTo>
                  <a:pt x="55962" y="13882"/>
                </a:lnTo>
                <a:lnTo>
                  <a:pt x="55793" y="14224"/>
                </a:lnTo>
                <a:lnTo>
                  <a:pt x="55646" y="14584"/>
                </a:lnTo>
                <a:lnTo>
                  <a:pt x="55525" y="14960"/>
                </a:lnTo>
                <a:lnTo>
                  <a:pt x="55428" y="15351"/>
                </a:lnTo>
                <a:lnTo>
                  <a:pt x="55358" y="15756"/>
                </a:lnTo>
                <a:lnTo>
                  <a:pt x="55316" y="16176"/>
                </a:lnTo>
                <a:lnTo>
                  <a:pt x="55301" y="16609"/>
                </a:lnTo>
                <a:lnTo>
                  <a:pt x="55316" y="17047"/>
                </a:lnTo>
                <a:lnTo>
                  <a:pt x="55358" y="17482"/>
                </a:lnTo>
                <a:lnTo>
                  <a:pt x="55428" y="17914"/>
                </a:lnTo>
                <a:lnTo>
                  <a:pt x="55525" y="18341"/>
                </a:lnTo>
                <a:lnTo>
                  <a:pt x="55646" y="18761"/>
                </a:lnTo>
                <a:lnTo>
                  <a:pt x="55793" y="19175"/>
                </a:lnTo>
                <a:lnTo>
                  <a:pt x="55962" y="19580"/>
                </a:lnTo>
                <a:lnTo>
                  <a:pt x="56155" y="19976"/>
                </a:lnTo>
                <a:lnTo>
                  <a:pt x="56369" y="20362"/>
                </a:lnTo>
                <a:lnTo>
                  <a:pt x="56604" y="20736"/>
                </a:lnTo>
                <a:lnTo>
                  <a:pt x="56859" y="21097"/>
                </a:lnTo>
                <a:lnTo>
                  <a:pt x="57133" y="21445"/>
                </a:lnTo>
                <a:lnTo>
                  <a:pt x="57424" y="21777"/>
                </a:lnTo>
                <a:lnTo>
                  <a:pt x="57733" y="22093"/>
                </a:lnTo>
                <a:lnTo>
                  <a:pt x="58058" y="22393"/>
                </a:lnTo>
                <a:lnTo>
                  <a:pt x="58398" y="22673"/>
                </a:lnTo>
                <a:lnTo>
                  <a:pt x="58752" y="22935"/>
                </a:lnTo>
                <a:lnTo>
                  <a:pt x="59120" y="23176"/>
                </a:lnTo>
                <a:lnTo>
                  <a:pt x="59500" y="23395"/>
                </a:lnTo>
                <a:lnTo>
                  <a:pt x="59892" y="23591"/>
                </a:lnTo>
                <a:lnTo>
                  <a:pt x="60294" y="23764"/>
                </a:lnTo>
                <a:lnTo>
                  <a:pt x="60705" y="23911"/>
                </a:lnTo>
                <a:lnTo>
                  <a:pt x="61126" y="24033"/>
                </a:lnTo>
                <a:lnTo>
                  <a:pt x="61554" y="24127"/>
                </a:lnTo>
                <a:lnTo>
                  <a:pt x="83674" y="28226"/>
                </a:lnTo>
                <a:lnTo>
                  <a:pt x="84102" y="28291"/>
                </a:lnTo>
                <a:lnTo>
                  <a:pt x="84523" y="28326"/>
                </a:lnTo>
                <a:lnTo>
                  <a:pt x="84934" y="28331"/>
                </a:lnTo>
                <a:lnTo>
                  <a:pt x="85337" y="28307"/>
                </a:lnTo>
                <a:lnTo>
                  <a:pt x="85728" y="28256"/>
                </a:lnTo>
                <a:lnTo>
                  <a:pt x="86108" y="28178"/>
                </a:lnTo>
                <a:lnTo>
                  <a:pt x="86476" y="28073"/>
                </a:lnTo>
                <a:lnTo>
                  <a:pt x="86830" y="27943"/>
                </a:lnTo>
                <a:lnTo>
                  <a:pt x="87170" y="27788"/>
                </a:lnTo>
                <a:lnTo>
                  <a:pt x="87495" y="27610"/>
                </a:lnTo>
                <a:lnTo>
                  <a:pt x="87804" y="27408"/>
                </a:lnTo>
                <a:lnTo>
                  <a:pt x="88096" y="27183"/>
                </a:lnTo>
                <a:lnTo>
                  <a:pt x="88369" y="26937"/>
                </a:lnTo>
                <a:lnTo>
                  <a:pt x="88624" y="26671"/>
                </a:lnTo>
                <a:lnTo>
                  <a:pt x="88859" y="26384"/>
                </a:lnTo>
                <a:lnTo>
                  <a:pt x="89073" y="26077"/>
                </a:lnTo>
                <a:lnTo>
                  <a:pt x="89266" y="25753"/>
                </a:lnTo>
                <a:lnTo>
                  <a:pt x="89436" y="25410"/>
                </a:lnTo>
                <a:lnTo>
                  <a:pt x="89582" y="25051"/>
                </a:lnTo>
                <a:lnTo>
                  <a:pt x="89704" y="24675"/>
                </a:lnTo>
                <a:lnTo>
                  <a:pt x="89800" y="24284"/>
                </a:lnTo>
                <a:lnTo>
                  <a:pt x="89870" y="23878"/>
                </a:lnTo>
                <a:lnTo>
                  <a:pt x="89913" y="23459"/>
                </a:lnTo>
                <a:lnTo>
                  <a:pt x="89927" y="23026"/>
                </a:lnTo>
                <a:lnTo>
                  <a:pt x="89913" y="22588"/>
                </a:lnTo>
                <a:lnTo>
                  <a:pt x="89870" y="22153"/>
                </a:lnTo>
                <a:lnTo>
                  <a:pt x="89800" y="21721"/>
                </a:lnTo>
                <a:lnTo>
                  <a:pt x="89704" y="21294"/>
                </a:lnTo>
                <a:lnTo>
                  <a:pt x="89582" y="20873"/>
                </a:lnTo>
                <a:lnTo>
                  <a:pt x="89436" y="20460"/>
                </a:lnTo>
                <a:lnTo>
                  <a:pt x="89266" y="20054"/>
                </a:lnTo>
                <a:lnTo>
                  <a:pt x="89073" y="19658"/>
                </a:lnTo>
                <a:lnTo>
                  <a:pt x="88859" y="19273"/>
                </a:lnTo>
                <a:lnTo>
                  <a:pt x="88624" y="18899"/>
                </a:lnTo>
                <a:lnTo>
                  <a:pt x="88369" y="18538"/>
                </a:lnTo>
                <a:lnTo>
                  <a:pt x="88096" y="18190"/>
                </a:lnTo>
                <a:lnTo>
                  <a:pt x="87804" y="17858"/>
                </a:lnTo>
                <a:lnTo>
                  <a:pt x="87495" y="17541"/>
                </a:lnTo>
                <a:lnTo>
                  <a:pt x="87170" y="17242"/>
                </a:lnTo>
                <a:lnTo>
                  <a:pt x="86830" y="16961"/>
                </a:lnTo>
                <a:lnTo>
                  <a:pt x="86476" y="16700"/>
                </a:lnTo>
                <a:lnTo>
                  <a:pt x="86108" y="16459"/>
                </a:lnTo>
                <a:lnTo>
                  <a:pt x="85728" y="16240"/>
                </a:lnTo>
                <a:lnTo>
                  <a:pt x="85337" y="16043"/>
                </a:lnTo>
                <a:lnTo>
                  <a:pt x="84934" y="15871"/>
                </a:lnTo>
                <a:lnTo>
                  <a:pt x="84523" y="15723"/>
                </a:lnTo>
                <a:lnTo>
                  <a:pt x="84102" y="15602"/>
                </a:lnTo>
                <a:lnTo>
                  <a:pt x="83674" y="15508"/>
                </a:lnTo>
                <a:lnTo>
                  <a:pt x="61554" y="11408"/>
                </a:lnTo>
                <a:lnTo>
                  <a:pt x="61126" y="11344"/>
                </a:lnTo>
                <a:lnTo>
                  <a:pt x="60705" y="11309"/>
                </a:lnTo>
                <a:lnTo>
                  <a:pt x="60294" y="11304"/>
                </a:lnTo>
                <a:lnTo>
                  <a:pt x="59892" y="11327"/>
                </a:lnTo>
                <a:lnTo>
                  <a:pt x="59500" y="11379"/>
                </a:lnTo>
                <a:lnTo>
                  <a:pt x="59120" y="11457"/>
                </a:lnTo>
                <a:close/>
                <a:moveTo>
                  <a:pt x="125482" y="23756"/>
                </a:moveTo>
                <a:lnTo>
                  <a:pt x="125114" y="23861"/>
                </a:lnTo>
                <a:lnTo>
                  <a:pt x="124760" y="23991"/>
                </a:lnTo>
                <a:lnTo>
                  <a:pt x="124419" y="24146"/>
                </a:lnTo>
                <a:lnTo>
                  <a:pt x="124095" y="24325"/>
                </a:lnTo>
                <a:lnTo>
                  <a:pt x="123786" y="24527"/>
                </a:lnTo>
                <a:lnTo>
                  <a:pt x="123494" y="24751"/>
                </a:lnTo>
                <a:lnTo>
                  <a:pt x="123220" y="24997"/>
                </a:lnTo>
                <a:lnTo>
                  <a:pt x="122966" y="25264"/>
                </a:lnTo>
                <a:lnTo>
                  <a:pt x="122731" y="25550"/>
                </a:lnTo>
                <a:lnTo>
                  <a:pt x="122516" y="25857"/>
                </a:lnTo>
                <a:lnTo>
                  <a:pt x="122324" y="26181"/>
                </a:lnTo>
                <a:lnTo>
                  <a:pt x="122154" y="26524"/>
                </a:lnTo>
                <a:lnTo>
                  <a:pt x="122008" y="26883"/>
                </a:lnTo>
                <a:lnTo>
                  <a:pt x="121886" y="27259"/>
                </a:lnTo>
                <a:lnTo>
                  <a:pt x="121790" y="27650"/>
                </a:lnTo>
                <a:lnTo>
                  <a:pt x="121720" y="28056"/>
                </a:lnTo>
                <a:lnTo>
                  <a:pt x="121677" y="28475"/>
                </a:lnTo>
                <a:lnTo>
                  <a:pt x="121663" y="28908"/>
                </a:lnTo>
                <a:lnTo>
                  <a:pt x="121677" y="29346"/>
                </a:lnTo>
                <a:lnTo>
                  <a:pt x="121720" y="29781"/>
                </a:lnTo>
                <a:lnTo>
                  <a:pt x="121790" y="30213"/>
                </a:lnTo>
                <a:lnTo>
                  <a:pt x="121886" y="30640"/>
                </a:lnTo>
                <a:lnTo>
                  <a:pt x="122008" y="31061"/>
                </a:lnTo>
                <a:lnTo>
                  <a:pt x="122154" y="31474"/>
                </a:lnTo>
                <a:lnTo>
                  <a:pt x="122324" y="31880"/>
                </a:lnTo>
                <a:lnTo>
                  <a:pt x="122516" y="32276"/>
                </a:lnTo>
                <a:lnTo>
                  <a:pt x="122731" y="32661"/>
                </a:lnTo>
                <a:lnTo>
                  <a:pt x="122966" y="33035"/>
                </a:lnTo>
                <a:lnTo>
                  <a:pt x="123220" y="33397"/>
                </a:lnTo>
                <a:lnTo>
                  <a:pt x="123494" y="33744"/>
                </a:lnTo>
                <a:lnTo>
                  <a:pt x="123786" y="34076"/>
                </a:lnTo>
                <a:lnTo>
                  <a:pt x="124095" y="34393"/>
                </a:lnTo>
                <a:lnTo>
                  <a:pt x="124419" y="34692"/>
                </a:lnTo>
                <a:lnTo>
                  <a:pt x="124760" y="34973"/>
                </a:lnTo>
                <a:lnTo>
                  <a:pt x="125114" y="35234"/>
                </a:lnTo>
                <a:lnTo>
                  <a:pt x="125482" y="35475"/>
                </a:lnTo>
                <a:lnTo>
                  <a:pt x="125862" y="35694"/>
                </a:lnTo>
                <a:lnTo>
                  <a:pt x="126253" y="35891"/>
                </a:lnTo>
                <a:lnTo>
                  <a:pt x="126655" y="36063"/>
                </a:lnTo>
                <a:lnTo>
                  <a:pt x="127067" y="36211"/>
                </a:lnTo>
                <a:lnTo>
                  <a:pt x="127487" y="36332"/>
                </a:lnTo>
                <a:lnTo>
                  <a:pt x="127915" y="36426"/>
                </a:lnTo>
                <a:lnTo>
                  <a:pt x="150036" y="40526"/>
                </a:lnTo>
                <a:lnTo>
                  <a:pt x="150464" y="40590"/>
                </a:lnTo>
                <a:lnTo>
                  <a:pt x="150884" y="40625"/>
                </a:lnTo>
                <a:lnTo>
                  <a:pt x="151296" y="40630"/>
                </a:lnTo>
                <a:lnTo>
                  <a:pt x="151698" y="40607"/>
                </a:lnTo>
                <a:lnTo>
                  <a:pt x="152090" y="40555"/>
                </a:lnTo>
                <a:lnTo>
                  <a:pt x="152470" y="40477"/>
                </a:lnTo>
                <a:lnTo>
                  <a:pt x="152837" y="40373"/>
                </a:lnTo>
                <a:lnTo>
                  <a:pt x="153192" y="40242"/>
                </a:lnTo>
                <a:lnTo>
                  <a:pt x="153532" y="40088"/>
                </a:lnTo>
                <a:lnTo>
                  <a:pt x="153857" y="39909"/>
                </a:lnTo>
                <a:lnTo>
                  <a:pt x="154165" y="39707"/>
                </a:lnTo>
                <a:lnTo>
                  <a:pt x="154457" y="39483"/>
                </a:lnTo>
                <a:lnTo>
                  <a:pt x="154731" y="39237"/>
                </a:lnTo>
                <a:lnTo>
                  <a:pt x="154986" y="38970"/>
                </a:lnTo>
                <a:lnTo>
                  <a:pt x="155221" y="38683"/>
                </a:lnTo>
                <a:lnTo>
                  <a:pt x="155435" y="38377"/>
                </a:lnTo>
                <a:lnTo>
                  <a:pt x="155627" y="38052"/>
                </a:lnTo>
                <a:lnTo>
                  <a:pt x="155797" y="37710"/>
                </a:lnTo>
                <a:lnTo>
                  <a:pt x="155943" y="37350"/>
                </a:lnTo>
                <a:lnTo>
                  <a:pt x="156065" y="36975"/>
                </a:lnTo>
                <a:lnTo>
                  <a:pt x="156161" y="36584"/>
                </a:lnTo>
                <a:lnTo>
                  <a:pt x="156231" y="36178"/>
                </a:lnTo>
                <a:lnTo>
                  <a:pt x="156274" y="35758"/>
                </a:lnTo>
                <a:lnTo>
                  <a:pt x="156288" y="35326"/>
                </a:lnTo>
                <a:lnTo>
                  <a:pt x="156274" y="34887"/>
                </a:lnTo>
                <a:lnTo>
                  <a:pt x="156231" y="34452"/>
                </a:lnTo>
                <a:lnTo>
                  <a:pt x="156161" y="34020"/>
                </a:lnTo>
                <a:lnTo>
                  <a:pt x="156065" y="33594"/>
                </a:lnTo>
                <a:lnTo>
                  <a:pt x="155943" y="33173"/>
                </a:lnTo>
                <a:lnTo>
                  <a:pt x="155797" y="32759"/>
                </a:lnTo>
                <a:lnTo>
                  <a:pt x="155627" y="32354"/>
                </a:lnTo>
                <a:lnTo>
                  <a:pt x="155435" y="31958"/>
                </a:lnTo>
                <a:lnTo>
                  <a:pt x="155221" y="31572"/>
                </a:lnTo>
                <a:lnTo>
                  <a:pt x="154986" y="31198"/>
                </a:lnTo>
                <a:lnTo>
                  <a:pt x="154731" y="30837"/>
                </a:lnTo>
                <a:lnTo>
                  <a:pt x="154457" y="30490"/>
                </a:lnTo>
                <a:lnTo>
                  <a:pt x="154165" y="30157"/>
                </a:lnTo>
                <a:lnTo>
                  <a:pt x="153857" y="29841"/>
                </a:lnTo>
                <a:lnTo>
                  <a:pt x="153532" y="29542"/>
                </a:lnTo>
                <a:lnTo>
                  <a:pt x="153192" y="29261"/>
                </a:lnTo>
                <a:lnTo>
                  <a:pt x="152837" y="28999"/>
                </a:lnTo>
                <a:lnTo>
                  <a:pt x="152470" y="28758"/>
                </a:lnTo>
                <a:lnTo>
                  <a:pt x="152090" y="28539"/>
                </a:lnTo>
                <a:lnTo>
                  <a:pt x="151698" y="28343"/>
                </a:lnTo>
                <a:lnTo>
                  <a:pt x="151296" y="28170"/>
                </a:lnTo>
                <a:lnTo>
                  <a:pt x="150884" y="28023"/>
                </a:lnTo>
                <a:lnTo>
                  <a:pt x="150464" y="27902"/>
                </a:lnTo>
                <a:lnTo>
                  <a:pt x="150036" y="27808"/>
                </a:lnTo>
                <a:lnTo>
                  <a:pt x="127915" y="23708"/>
                </a:lnTo>
                <a:lnTo>
                  <a:pt x="127487" y="23643"/>
                </a:lnTo>
                <a:lnTo>
                  <a:pt x="127067" y="23609"/>
                </a:lnTo>
                <a:lnTo>
                  <a:pt x="126655" y="23603"/>
                </a:lnTo>
                <a:lnTo>
                  <a:pt x="126253" y="23627"/>
                </a:lnTo>
                <a:lnTo>
                  <a:pt x="125862" y="23678"/>
                </a:lnTo>
                <a:lnTo>
                  <a:pt x="125482" y="23756"/>
                </a:lnTo>
                <a:close/>
                <a:moveTo>
                  <a:pt x="191843" y="36056"/>
                </a:moveTo>
                <a:lnTo>
                  <a:pt x="191475" y="36160"/>
                </a:lnTo>
                <a:lnTo>
                  <a:pt x="191121" y="36290"/>
                </a:lnTo>
                <a:lnTo>
                  <a:pt x="190781" y="36445"/>
                </a:lnTo>
                <a:lnTo>
                  <a:pt x="190456" y="36624"/>
                </a:lnTo>
                <a:lnTo>
                  <a:pt x="190147" y="36826"/>
                </a:lnTo>
                <a:lnTo>
                  <a:pt x="189856" y="37050"/>
                </a:lnTo>
                <a:lnTo>
                  <a:pt x="189582" y="37296"/>
                </a:lnTo>
                <a:lnTo>
                  <a:pt x="189327" y="37563"/>
                </a:lnTo>
                <a:lnTo>
                  <a:pt x="189092" y="37850"/>
                </a:lnTo>
                <a:lnTo>
                  <a:pt x="188878" y="38156"/>
                </a:lnTo>
                <a:lnTo>
                  <a:pt x="188685" y="38481"/>
                </a:lnTo>
                <a:lnTo>
                  <a:pt x="188516" y="38823"/>
                </a:lnTo>
                <a:lnTo>
                  <a:pt x="188369" y="39183"/>
                </a:lnTo>
                <a:lnTo>
                  <a:pt x="188248" y="39558"/>
                </a:lnTo>
                <a:lnTo>
                  <a:pt x="188151" y="39949"/>
                </a:lnTo>
                <a:lnTo>
                  <a:pt x="188081" y="40355"/>
                </a:lnTo>
                <a:lnTo>
                  <a:pt x="188039" y="40775"/>
                </a:lnTo>
                <a:lnTo>
                  <a:pt x="188024" y="41207"/>
                </a:lnTo>
                <a:lnTo>
                  <a:pt x="188039" y="41645"/>
                </a:lnTo>
                <a:lnTo>
                  <a:pt x="188081" y="42081"/>
                </a:lnTo>
                <a:lnTo>
                  <a:pt x="188151" y="42513"/>
                </a:lnTo>
                <a:lnTo>
                  <a:pt x="188248" y="42939"/>
                </a:lnTo>
                <a:lnTo>
                  <a:pt x="188369" y="43360"/>
                </a:lnTo>
                <a:lnTo>
                  <a:pt x="188516" y="43774"/>
                </a:lnTo>
                <a:lnTo>
                  <a:pt x="188685" y="44179"/>
                </a:lnTo>
                <a:lnTo>
                  <a:pt x="188878" y="44575"/>
                </a:lnTo>
                <a:lnTo>
                  <a:pt x="189092" y="44961"/>
                </a:lnTo>
                <a:lnTo>
                  <a:pt x="189327" y="45335"/>
                </a:lnTo>
                <a:lnTo>
                  <a:pt x="189582" y="45696"/>
                </a:lnTo>
                <a:lnTo>
                  <a:pt x="189856" y="46043"/>
                </a:lnTo>
                <a:lnTo>
                  <a:pt x="190147" y="46376"/>
                </a:lnTo>
                <a:lnTo>
                  <a:pt x="190456" y="46692"/>
                </a:lnTo>
                <a:lnTo>
                  <a:pt x="190781" y="46991"/>
                </a:lnTo>
                <a:lnTo>
                  <a:pt x="191121" y="47272"/>
                </a:lnTo>
                <a:lnTo>
                  <a:pt x="191475" y="47534"/>
                </a:lnTo>
                <a:lnTo>
                  <a:pt x="191843" y="47775"/>
                </a:lnTo>
                <a:lnTo>
                  <a:pt x="192223" y="47994"/>
                </a:lnTo>
                <a:lnTo>
                  <a:pt x="192615" y="48190"/>
                </a:lnTo>
                <a:lnTo>
                  <a:pt x="193017" y="48363"/>
                </a:lnTo>
                <a:lnTo>
                  <a:pt x="193428" y="48510"/>
                </a:lnTo>
                <a:lnTo>
                  <a:pt x="193849" y="48631"/>
                </a:lnTo>
                <a:lnTo>
                  <a:pt x="194277" y="48725"/>
                </a:lnTo>
                <a:lnTo>
                  <a:pt x="199084" y="49616"/>
                </a:lnTo>
                <a:lnTo>
                  <a:pt x="199084" y="54506"/>
                </a:lnTo>
                <a:lnTo>
                  <a:pt x="199099" y="54944"/>
                </a:lnTo>
                <a:lnTo>
                  <a:pt x="199141" y="55379"/>
                </a:lnTo>
                <a:lnTo>
                  <a:pt x="199211" y="55811"/>
                </a:lnTo>
                <a:lnTo>
                  <a:pt x="199308" y="56238"/>
                </a:lnTo>
                <a:lnTo>
                  <a:pt x="199430" y="56659"/>
                </a:lnTo>
                <a:lnTo>
                  <a:pt x="199576" y="57072"/>
                </a:lnTo>
                <a:lnTo>
                  <a:pt x="199746" y="57478"/>
                </a:lnTo>
                <a:lnTo>
                  <a:pt x="199938" y="57874"/>
                </a:lnTo>
                <a:lnTo>
                  <a:pt x="200152" y="58259"/>
                </a:lnTo>
                <a:lnTo>
                  <a:pt x="200387" y="58633"/>
                </a:lnTo>
                <a:lnTo>
                  <a:pt x="200642" y="58995"/>
                </a:lnTo>
                <a:lnTo>
                  <a:pt x="200916" y="59342"/>
                </a:lnTo>
                <a:lnTo>
                  <a:pt x="201207" y="59674"/>
                </a:lnTo>
                <a:lnTo>
                  <a:pt x="201516" y="59991"/>
                </a:lnTo>
                <a:lnTo>
                  <a:pt x="201841" y="60290"/>
                </a:lnTo>
                <a:lnTo>
                  <a:pt x="202181" y="60571"/>
                </a:lnTo>
                <a:lnTo>
                  <a:pt x="202536" y="60832"/>
                </a:lnTo>
                <a:lnTo>
                  <a:pt x="202903" y="61073"/>
                </a:lnTo>
                <a:lnTo>
                  <a:pt x="203283" y="61292"/>
                </a:lnTo>
                <a:lnTo>
                  <a:pt x="203675" y="61489"/>
                </a:lnTo>
                <a:lnTo>
                  <a:pt x="204077" y="61661"/>
                </a:lnTo>
                <a:lnTo>
                  <a:pt x="204489" y="61809"/>
                </a:lnTo>
                <a:lnTo>
                  <a:pt x="204909" y="61930"/>
                </a:lnTo>
                <a:lnTo>
                  <a:pt x="205337" y="62024"/>
                </a:lnTo>
                <a:lnTo>
                  <a:pt x="205765" y="62089"/>
                </a:lnTo>
                <a:lnTo>
                  <a:pt x="206185" y="62123"/>
                </a:lnTo>
                <a:lnTo>
                  <a:pt x="206597" y="62128"/>
                </a:lnTo>
                <a:lnTo>
                  <a:pt x="206999" y="62105"/>
                </a:lnTo>
                <a:lnTo>
                  <a:pt x="207391" y="62054"/>
                </a:lnTo>
                <a:lnTo>
                  <a:pt x="207771" y="61975"/>
                </a:lnTo>
                <a:lnTo>
                  <a:pt x="208139" y="61871"/>
                </a:lnTo>
                <a:lnTo>
                  <a:pt x="208493" y="61741"/>
                </a:lnTo>
                <a:lnTo>
                  <a:pt x="208833" y="61586"/>
                </a:lnTo>
                <a:lnTo>
                  <a:pt x="209158" y="61407"/>
                </a:lnTo>
                <a:lnTo>
                  <a:pt x="209467" y="61205"/>
                </a:lnTo>
                <a:lnTo>
                  <a:pt x="209758" y="60981"/>
                </a:lnTo>
                <a:lnTo>
                  <a:pt x="210032" y="60735"/>
                </a:lnTo>
                <a:lnTo>
                  <a:pt x="210287" y="60468"/>
                </a:lnTo>
                <a:lnTo>
                  <a:pt x="210522" y="60181"/>
                </a:lnTo>
                <a:lnTo>
                  <a:pt x="210736" y="59875"/>
                </a:lnTo>
                <a:lnTo>
                  <a:pt x="210928" y="59550"/>
                </a:lnTo>
                <a:lnTo>
                  <a:pt x="211098" y="59208"/>
                </a:lnTo>
                <a:lnTo>
                  <a:pt x="211245" y="58848"/>
                </a:lnTo>
                <a:lnTo>
                  <a:pt x="211366" y="58473"/>
                </a:lnTo>
                <a:lnTo>
                  <a:pt x="211463" y="58082"/>
                </a:lnTo>
                <a:lnTo>
                  <a:pt x="211533" y="57676"/>
                </a:lnTo>
                <a:lnTo>
                  <a:pt x="211575" y="57256"/>
                </a:lnTo>
                <a:lnTo>
                  <a:pt x="211590" y="56824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194277" y="36007"/>
                </a:lnTo>
                <a:lnTo>
                  <a:pt x="193849" y="35942"/>
                </a:lnTo>
                <a:lnTo>
                  <a:pt x="193428" y="35908"/>
                </a:lnTo>
                <a:lnTo>
                  <a:pt x="193017" y="35903"/>
                </a:lnTo>
                <a:lnTo>
                  <a:pt x="192615" y="35926"/>
                </a:lnTo>
                <a:lnTo>
                  <a:pt x="192223" y="35978"/>
                </a:lnTo>
                <a:lnTo>
                  <a:pt x="191843" y="36056"/>
                </a:lnTo>
                <a:close/>
                <a:moveTo>
                  <a:pt x="59120" y="213932"/>
                </a:moveTo>
                <a:lnTo>
                  <a:pt x="58752" y="214036"/>
                </a:lnTo>
                <a:lnTo>
                  <a:pt x="58398" y="214167"/>
                </a:lnTo>
                <a:lnTo>
                  <a:pt x="58058" y="214321"/>
                </a:lnTo>
                <a:lnTo>
                  <a:pt x="57733" y="214500"/>
                </a:lnTo>
                <a:lnTo>
                  <a:pt x="57424" y="214702"/>
                </a:lnTo>
                <a:lnTo>
                  <a:pt x="57133" y="214926"/>
                </a:lnTo>
                <a:lnTo>
                  <a:pt x="56859" y="215172"/>
                </a:lnTo>
                <a:lnTo>
                  <a:pt x="56604" y="215439"/>
                </a:lnTo>
                <a:lnTo>
                  <a:pt x="56369" y="215726"/>
                </a:lnTo>
                <a:lnTo>
                  <a:pt x="56155" y="216032"/>
                </a:lnTo>
                <a:lnTo>
                  <a:pt x="55962" y="216357"/>
                </a:lnTo>
                <a:lnTo>
                  <a:pt x="55793" y="216699"/>
                </a:lnTo>
                <a:lnTo>
                  <a:pt x="55646" y="217059"/>
                </a:lnTo>
                <a:lnTo>
                  <a:pt x="55525" y="217434"/>
                </a:lnTo>
                <a:lnTo>
                  <a:pt x="55428" y="217825"/>
                </a:lnTo>
                <a:lnTo>
                  <a:pt x="55358" y="218231"/>
                </a:lnTo>
                <a:lnTo>
                  <a:pt x="55316" y="218651"/>
                </a:lnTo>
                <a:lnTo>
                  <a:pt x="55301" y="219083"/>
                </a:lnTo>
                <a:lnTo>
                  <a:pt x="55316" y="219522"/>
                </a:lnTo>
                <a:lnTo>
                  <a:pt x="55358" y="219957"/>
                </a:lnTo>
                <a:lnTo>
                  <a:pt x="55428" y="220389"/>
                </a:lnTo>
                <a:lnTo>
                  <a:pt x="55525" y="220815"/>
                </a:lnTo>
                <a:lnTo>
                  <a:pt x="55646" y="221236"/>
                </a:lnTo>
                <a:lnTo>
                  <a:pt x="55793" y="221650"/>
                </a:lnTo>
                <a:lnTo>
                  <a:pt x="55962" y="222055"/>
                </a:lnTo>
                <a:lnTo>
                  <a:pt x="56155" y="222451"/>
                </a:lnTo>
                <a:lnTo>
                  <a:pt x="56369" y="222837"/>
                </a:lnTo>
                <a:lnTo>
                  <a:pt x="56604" y="223211"/>
                </a:lnTo>
                <a:lnTo>
                  <a:pt x="56859" y="223572"/>
                </a:lnTo>
                <a:lnTo>
                  <a:pt x="57133" y="223919"/>
                </a:lnTo>
                <a:lnTo>
                  <a:pt x="57424" y="224252"/>
                </a:lnTo>
                <a:lnTo>
                  <a:pt x="57733" y="224568"/>
                </a:lnTo>
                <a:lnTo>
                  <a:pt x="58058" y="224867"/>
                </a:lnTo>
                <a:lnTo>
                  <a:pt x="58398" y="225148"/>
                </a:lnTo>
                <a:lnTo>
                  <a:pt x="58752" y="225410"/>
                </a:lnTo>
                <a:lnTo>
                  <a:pt x="59120" y="225651"/>
                </a:lnTo>
                <a:lnTo>
                  <a:pt x="59500" y="225870"/>
                </a:lnTo>
                <a:lnTo>
                  <a:pt x="59892" y="226066"/>
                </a:lnTo>
                <a:lnTo>
                  <a:pt x="60294" y="226239"/>
                </a:lnTo>
                <a:lnTo>
                  <a:pt x="60705" y="226386"/>
                </a:lnTo>
                <a:lnTo>
                  <a:pt x="61126" y="226507"/>
                </a:lnTo>
                <a:lnTo>
                  <a:pt x="61554" y="226601"/>
                </a:lnTo>
                <a:lnTo>
                  <a:pt x="83674" y="230701"/>
                </a:lnTo>
                <a:lnTo>
                  <a:pt x="84102" y="230766"/>
                </a:lnTo>
                <a:lnTo>
                  <a:pt x="84523" y="230800"/>
                </a:lnTo>
                <a:lnTo>
                  <a:pt x="84934" y="230806"/>
                </a:lnTo>
                <a:lnTo>
                  <a:pt x="85337" y="230782"/>
                </a:lnTo>
                <a:lnTo>
                  <a:pt x="85728" y="230731"/>
                </a:lnTo>
                <a:lnTo>
                  <a:pt x="86108" y="230653"/>
                </a:lnTo>
                <a:lnTo>
                  <a:pt x="86476" y="230548"/>
                </a:lnTo>
                <a:lnTo>
                  <a:pt x="86830" y="230418"/>
                </a:lnTo>
                <a:lnTo>
                  <a:pt x="87170" y="230263"/>
                </a:lnTo>
                <a:lnTo>
                  <a:pt x="87495" y="230084"/>
                </a:lnTo>
                <a:lnTo>
                  <a:pt x="87804" y="229882"/>
                </a:lnTo>
                <a:lnTo>
                  <a:pt x="88096" y="229658"/>
                </a:lnTo>
                <a:lnTo>
                  <a:pt x="88369" y="229412"/>
                </a:lnTo>
                <a:lnTo>
                  <a:pt x="88624" y="229145"/>
                </a:lnTo>
                <a:lnTo>
                  <a:pt x="88859" y="228859"/>
                </a:lnTo>
                <a:lnTo>
                  <a:pt x="89073" y="228552"/>
                </a:lnTo>
                <a:lnTo>
                  <a:pt x="89266" y="228228"/>
                </a:lnTo>
                <a:lnTo>
                  <a:pt x="89436" y="227885"/>
                </a:lnTo>
                <a:lnTo>
                  <a:pt x="89582" y="227526"/>
                </a:lnTo>
                <a:lnTo>
                  <a:pt x="89704" y="227150"/>
                </a:lnTo>
                <a:lnTo>
                  <a:pt x="89800" y="226759"/>
                </a:lnTo>
                <a:lnTo>
                  <a:pt x="89870" y="226353"/>
                </a:lnTo>
                <a:lnTo>
                  <a:pt x="89913" y="225934"/>
                </a:lnTo>
                <a:lnTo>
                  <a:pt x="89927" y="225501"/>
                </a:lnTo>
                <a:lnTo>
                  <a:pt x="89913" y="225063"/>
                </a:lnTo>
                <a:lnTo>
                  <a:pt x="89870" y="224628"/>
                </a:lnTo>
                <a:lnTo>
                  <a:pt x="89800" y="224196"/>
                </a:lnTo>
                <a:lnTo>
                  <a:pt x="89704" y="223769"/>
                </a:lnTo>
                <a:lnTo>
                  <a:pt x="89582" y="223348"/>
                </a:lnTo>
                <a:lnTo>
                  <a:pt x="89436" y="222935"/>
                </a:lnTo>
                <a:lnTo>
                  <a:pt x="89266" y="222529"/>
                </a:lnTo>
                <a:lnTo>
                  <a:pt x="89073" y="222133"/>
                </a:lnTo>
                <a:lnTo>
                  <a:pt x="88859" y="221748"/>
                </a:lnTo>
                <a:lnTo>
                  <a:pt x="88624" y="221374"/>
                </a:lnTo>
                <a:lnTo>
                  <a:pt x="88369" y="221012"/>
                </a:lnTo>
                <a:lnTo>
                  <a:pt x="88096" y="220665"/>
                </a:lnTo>
                <a:lnTo>
                  <a:pt x="87804" y="220333"/>
                </a:lnTo>
                <a:lnTo>
                  <a:pt x="87495" y="220016"/>
                </a:lnTo>
                <a:lnTo>
                  <a:pt x="87170" y="219717"/>
                </a:lnTo>
                <a:lnTo>
                  <a:pt x="86830" y="219436"/>
                </a:lnTo>
                <a:lnTo>
                  <a:pt x="86476" y="219175"/>
                </a:lnTo>
                <a:lnTo>
                  <a:pt x="86108" y="218934"/>
                </a:lnTo>
                <a:lnTo>
                  <a:pt x="85728" y="218715"/>
                </a:lnTo>
                <a:lnTo>
                  <a:pt x="85337" y="218518"/>
                </a:lnTo>
                <a:lnTo>
                  <a:pt x="84934" y="218346"/>
                </a:lnTo>
                <a:lnTo>
                  <a:pt x="84523" y="218198"/>
                </a:lnTo>
                <a:lnTo>
                  <a:pt x="84102" y="218077"/>
                </a:lnTo>
                <a:lnTo>
                  <a:pt x="83674" y="217983"/>
                </a:lnTo>
                <a:lnTo>
                  <a:pt x="61554" y="213883"/>
                </a:lnTo>
                <a:lnTo>
                  <a:pt x="61126" y="213819"/>
                </a:lnTo>
                <a:lnTo>
                  <a:pt x="60705" y="213784"/>
                </a:lnTo>
                <a:lnTo>
                  <a:pt x="60294" y="213779"/>
                </a:lnTo>
                <a:lnTo>
                  <a:pt x="59892" y="213802"/>
                </a:lnTo>
                <a:lnTo>
                  <a:pt x="59500" y="213854"/>
                </a:lnTo>
                <a:lnTo>
                  <a:pt x="59120" y="213932"/>
                </a:lnTo>
                <a:close/>
                <a:moveTo>
                  <a:pt x="125482" y="226231"/>
                </a:moveTo>
                <a:lnTo>
                  <a:pt x="125114" y="226336"/>
                </a:lnTo>
                <a:lnTo>
                  <a:pt x="124760" y="226466"/>
                </a:lnTo>
                <a:lnTo>
                  <a:pt x="124419" y="226621"/>
                </a:lnTo>
                <a:lnTo>
                  <a:pt x="124095" y="226799"/>
                </a:lnTo>
                <a:lnTo>
                  <a:pt x="123786" y="227001"/>
                </a:lnTo>
                <a:lnTo>
                  <a:pt x="123494" y="227226"/>
                </a:lnTo>
                <a:lnTo>
                  <a:pt x="123220" y="227472"/>
                </a:lnTo>
                <a:lnTo>
                  <a:pt x="122966" y="227738"/>
                </a:lnTo>
                <a:lnTo>
                  <a:pt x="122731" y="228025"/>
                </a:lnTo>
                <a:lnTo>
                  <a:pt x="122516" y="228332"/>
                </a:lnTo>
                <a:lnTo>
                  <a:pt x="122324" y="228656"/>
                </a:lnTo>
                <a:lnTo>
                  <a:pt x="122154" y="228999"/>
                </a:lnTo>
                <a:lnTo>
                  <a:pt x="122008" y="229358"/>
                </a:lnTo>
                <a:lnTo>
                  <a:pt x="121886" y="229734"/>
                </a:lnTo>
                <a:lnTo>
                  <a:pt x="121790" y="230125"/>
                </a:lnTo>
                <a:lnTo>
                  <a:pt x="121720" y="230531"/>
                </a:lnTo>
                <a:lnTo>
                  <a:pt x="121677" y="230950"/>
                </a:lnTo>
                <a:lnTo>
                  <a:pt x="121663" y="231383"/>
                </a:lnTo>
                <a:lnTo>
                  <a:pt x="121677" y="231821"/>
                </a:lnTo>
                <a:lnTo>
                  <a:pt x="121720" y="232256"/>
                </a:lnTo>
                <a:lnTo>
                  <a:pt x="121790" y="232688"/>
                </a:lnTo>
                <a:lnTo>
                  <a:pt x="121886" y="233115"/>
                </a:lnTo>
                <a:lnTo>
                  <a:pt x="122008" y="233536"/>
                </a:lnTo>
                <a:lnTo>
                  <a:pt x="122154" y="233949"/>
                </a:lnTo>
                <a:lnTo>
                  <a:pt x="122324" y="234355"/>
                </a:lnTo>
                <a:lnTo>
                  <a:pt x="122516" y="234751"/>
                </a:lnTo>
                <a:lnTo>
                  <a:pt x="122731" y="235136"/>
                </a:lnTo>
                <a:lnTo>
                  <a:pt x="122966" y="235510"/>
                </a:lnTo>
                <a:lnTo>
                  <a:pt x="123220" y="235871"/>
                </a:lnTo>
                <a:lnTo>
                  <a:pt x="123494" y="236219"/>
                </a:lnTo>
                <a:lnTo>
                  <a:pt x="123786" y="236551"/>
                </a:lnTo>
                <a:lnTo>
                  <a:pt x="124095" y="236868"/>
                </a:lnTo>
                <a:lnTo>
                  <a:pt x="124419" y="237167"/>
                </a:lnTo>
                <a:lnTo>
                  <a:pt x="124760" y="237448"/>
                </a:lnTo>
                <a:lnTo>
                  <a:pt x="125114" y="237709"/>
                </a:lnTo>
                <a:lnTo>
                  <a:pt x="125482" y="237950"/>
                </a:lnTo>
                <a:lnTo>
                  <a:pt x="125862" y="238169"/>
                </a:lnTo>
                <a:lnTo>
                  <a:pt x="126253" y="238366"/>
                </a:lnTo>
                <a:lnTo>
                  <a:pt x="126655" y="238538"/>
                </a:lnTo>
                <a:lnTo>
                  <a:pt x="127067" y="238686"/>
                </a:lnTo>
                <a:lnTo>
                  <a:pt x="127487" y="238807"/>
                </a:lnTo>
                <a:lnTo>
                  <a:pt x="127915" y="238901"/>
                </a:lnTo>
                <a:lnTo>
                  <a:pt x="150036" y="243001"/>
                </a:lnTo>
                <a:lnTo>
                  <a:pt x="150464" y="243065"/>
                </a:lnTo>
                <a:lnTo>
                  <a:pt x="150884" y="243100"/>
                </a:lnTo>
                <a:lnTo>
                  <a:pt x="151296" y="243105"/>
                </a:lnTo>
                <a:lnTo>
                  <a:pt x="151698" y="243082"/>
                </a:lnTo>
                <a:lnTo>
                  <a:pt x="152090" y="243030"/>
                </a:lnTo>
                <a:lnTo>
                  <a:pt x="152470" y="242952"/>
                </a:lnTo>
                <a:lnTo>
                  <a:pt x="152837" y="242847"/>
                </a:lnTo>
                <a:lnTo>
                  <a:pt x="153192" y="242717"/>
                </a:lnTo>
                <a:lnTo>
                  <a:pt x="153532" y="242563"/>
                </a:lnTo>
                <a:lnTo>
                  <a:pt x="153857" y="242384"/>
                </a:lnTo>
                <a:lnTo>
                  <a:pt x="154165" y="242182"/>
                </a:lnTo>
                <a:lnTo>
                  <a:pt x="154457" y="241958"/>
                </a:lnTo>
                <a:lnTo>
                  <a:pt x="154731" y="241712"/>
                </a:lnTo>
                <a:lnTo>
                  <a:pt x="154986" y="241445"/>
                </a:lnTo>
                <a:lnTo>
                  <a:pt x="155221" y="241158"/>
                </a:lnTo>
                <a:lnTo>
                  <a:pt x="155435" y="240852"/>
                </a:lnTo>
                <a:lnTo>
                  <a:pt x="155627" y="240527"/>
                </a:lnTo>
                <a:lnTo>
                  <a:pt x="155797" y="240185"/>
                </a:lnTo>
                <a:lnTo>
                  <a:pt x="155943" y="239825"/>
                </a:lnTo>
                <a:lnTo>
                  <a:pt x="156065" y="239449"/>
                </a:lnTo>
                <a:lnTo>
                  <a:pt x="156161" y="239058"/>
                </a:lnTo>
                <a:lnTo>
                  <a:pt x="156231" y="238653"/>
                </a:lnTo>
                <a:lnTo>
                  <a:pt x="156274" y="238233"/>
                </a:lnTo>
                <a:lnTo>
                  <a:pt x="156288" y="237800"/>
                </a:lnTo>
                <a:lnTo>
                  <a:pt x="156274" y="237362"/>
                </a:lnTo>
                <a:lnTo>
                  <a:pt x="156231" y="236927"/>
                </a:lnTo>
                <a:lnTo>
                  <a:pt x="156161" y="236495"/>
                </a:lnTo>
                <a:lnTo>
                  <a:pt x="156065" y="236068"/>
                </a:lnTo>
                <a:lnTo>
                  <a:pt x="155943" y="235648"/>
                </a:lnTo>
                <a:lnTo>
                  <a:pt x="155797" y="235234"/>
                </a:lnTo>
                <a:lnTo>
                  <a:pt x="155627" y="234829"/>
                </a:lnTo>
                <a:lnTo>
                  <a:pt x="155435" y="234433"/>
                </a:lnTo>
                <a:lnTo>
                  <a:pt x="155221" y="234047"/>
                </a:lnTo>
                <a:lnTo>
                  <a:pt x="154986" y="233673"/>
                </a:lnTo>
                <a:lnTo>
                  <a:pt x="154731" y="233312"/>
                </a:lnTo>
                <a:lnTo>
                  <a:pt x="154457" y="232964"/>
                </a:lnTo>
                <a:lnTo>
                  <a:pt x="154165" y="232632"/>
                </a:lnTo>
                <a:lnTo>
                  <a:pt x="153857" y="232316"/>
                </a:lnTo>
                <a:lnTo>
                  <a:pt x="153532" y="232016"/>
                </a:lnTo>
                <a:lnTo>
                  <a:pt x="153192" y="231736"/>
                </a:lnTo>
                <a:lnTo>
                  <a:pt x="152837" y="231474"/>
                </a:lnTo>
                <a:lnTo>
                  <a:pt x="152470" y="231233"/>
                </a:lnTo>
                <a:lnTo>
                  <a:pt x="152090" y="231014"/>
                </a:lnTo>
                <a:lnTo>
                  <a:pt x="151698" y="230818"/>
                </a:lnTo>
                <a:lnTo>
                  <a:pt x="151296" y="230645"/>
                </a:lnTo>
                <a:lnTo>
                  <a:pt x="150884" y="230498"/>
                </a:lnTo>
                <a:lnTo>
                  <a:pt x="150464" y="230376"/>
                </a:lnTo>
                <a:lnTo>
                  <a:pt x="150036" y="230282"/>
                </a:lnTo>
                <a:lnTo>
                  <a:pt x="127915" y="226183"/>
                </a:lnTo>
                <a:lnTo>
                  <a:pt x="127487" y="226118"/>
                </a:lnTo>
                <a:lnTo>
                  <a:pt x="127067" y="226083"/>
                </a:lnTo>
                <a:lnTo>
                  <a:pt x="126655" y="226078"/>
                </a:lnTo>
                <a:lnTo>
                  <a:pt x="126253" y="226102"/>
                </a:lnTo>
                <a:lnTo>
                  <a:pt x="125862" y="226153"/>
                </a:lnTo>
                <a:lnTo>
                  <a:pt x="125482" y="226231"/>
                </a:lnTo>
                <a:close/>
                <a:moveTo>
                  <a:pt x="191843" y="238531"/>
                </a:moveTo>
                <a:lnTo>
                  <a:pt x="191475" y="238635"/>
                </a:lnTo>
                <a:lnTo>
                  <a:pt x="191121" y="238765"/>
                </a:lnTo>
                <a:lnTo>
                  <a:pt x="190781" y="238920"/>
                </a:lnTo>
                <a:lnTo>
                  <a:pt x="190456" y="239099"/>
                </a:lnTo>
                <a:lnTo>
                  <a:pt x="190147" y="239301"/>
                </a:lnTo>
                <a:lnTo>
                  <a:pt x="189856" y="239525"/>
                </a:lnTo>
                <a:lnTo>
                  <a:pt x="189582" y="239771"/>
                </a:lnTo>
                <a:lnTo>
                  <a:pt x="189327" y="240038"/>
                </a:lnTo>
                <a:lnTo>
                  <a:pt x="189092" y="240325"/>
                </a:lnTo>
                <a:lnTo>
                  <a:pt x="188878" y="240631"/>
                </a:lnTo>
                <a:lnTo>
                  <a:pt x="188685" y="240956"/>
                </a:lnTo>
                <a:lnTo>
                  <a:pt x="188516" y="241298"/>
                </a:lnTo>
                <a:lnTo>
                  <a:pt x="188369" y="241658"/>
                </a:lnTo>
                <a:lnTo>
                  <a:pt x="188248" y="242033"/>
                </a:lnTo>
                <a:lnTo>
                  <a:pt x="188151" y="242424"/>
                </a:lnTo>
                <a:lnTo>
                  <a:pt x="188081" y="242830"/>
                </a:lnTo>
                <a:lnTo>
                  <a:pt x="188039" y="243250"/>
                </a:lnTo>
                <a:lnTo>
                  <a:pt x="188024" y="243682"/>
                </a:lnTo>
                <a:lnTo>
                  <a:pt x="188039" y="244120"/>
                </a:lnTo>
                <a:lnTo>
                  <a:pt x="188081" y="244556"/>
                </a:lnTo>
                <a:lnTo>
                  <a:pt x="188151" y="244987"/>
                </a:lnTo>
                <a:lnTo>
                  <a:pt x="188248" y="245414"/>
                </a:lnTo>
                <a:lnTo>
                  <a:pt x="188369" y="245835"/>
                </a:lnTo>
                <a:lnTo>
                  <a:pt x="188516" y="246249"/>
                </a:lnTo>
                <a:lnTo>
                  <a:pt x="188685" y="246654"/>
                </a:lnTo>
                <a:lnTo>
                  <a:pt x="188878" y="247050"/>
                </a:lnTo>
                <a:lnTo>
                  <a:pt x="189092" y="247436"/>
                </a:lnTo>
                <a:lnTo>
                  <a:pt x="189327" y="247810"/>
                </a:lnTo>
                <a:lnTo>
                  <a:pt x="189582" y="248171"/>
                </a:lnTo>
                <a:lnTo>
                  <a:pt x="189856" y="248518"/>
                </a:lnTo>
                <a:lnTo>
                  <a:pt x="190147" y="248851"/>
                </a:lnTo>
                <a:lnTo>
                  <a:pt x="190456" y="249167"/>
                </a:lnTo>
                <a:lnTo>
                  <a:pt x="190781" y="249466"/>
                </a:lnTo>
                <a:lnTo>
                  <a:pt x="191121" y="249747"/>
                </a:lnTo>
                <a:lnTo>
                  <a:pt x="191475" y="250009"/>
                </a:lnTo>
                <a:lnTo>
                  <a:pt x="191843" y="250249"/>
                </a:lnTo>
                <a:lnTo>
                  <a:pt x="192223" y="250469"/>
                </a:lnTo>
                <a:lnTo>
                  <a:pt x="192615" y="250665"/>
                </a:lnTo>
                <a:lnTo>
                  <a:pt x="193017" y="250838"/>
                </a:lnTo>
                <a:lnTo>
                  <a:pt x="193428" y="250985"/>
                </a:lnTo>
                <a:lnTo>
                  <a:pt x="193849" y="251106"/>
                </a:lnTo>
                <a:lnTo>
                  <a:pt x="194277" y="251200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236801"/>
                </a:lnTo>
                <a:lnTo>
                  <a:pt x="211575" y="236363"/>
                </a:lnTo>
                <a:lnTo>
                  <a:pt x="211533" y="235928"/>
                </a:lnTo>
                <a:lnTo>
                  <a:pt x="211463" y="235496"/>
                </a:lnTo>
                <a:lnTo>
                  <a:pt x="211366" y="235069"/>
                </a:lnTo>
                <a:lnTo>
                  <a:pt x="211245" y="234649"/>
                </a:lnTo>
                <a:lnTo>
                  <a:pt x="211098" y="234235"/>
                </a:lnTo>
                <a:lnTo>
                  <a:pt x="210928" y="233830"/>
                </a:lnTo>
                <a:lnTo>
                  <a:pt x="210736" y="233434"/>
                </a:lnTo>
                <a:lnTo>
                  <a:pt x="210522" y="233048"/>
                </a:lnTo>
                <a:lnTo>
                  <a:pt x="210287" y="232674"/>
                </a:lnTo>
                <a:lnTo>
                  <a:pt x="210032" y="232313"/>
                </a:lnTo>
                <a:lnTo>
                  <a:pt x="209758" y="231965"/>
                </a:lnTo>
                <a:lnTo>
                  <a:pt x="209467" y="231633"/>
                </a:lnTo>
                <a:lnTo>
                  <a:pt x="209158" y="231316"/>
                </a:lnTo>
                <a:lnTo>
                  <a:pt x="208833" y="231017"/>
                </a:lnTo>
                <a:lnTo>
                  <a:pt x="208493" y="230736"/>
                </a:lnTo>
                <a:lnTo>
                  <a:pt x="208139" y="230475"/>
                </a:lnTo>
                <a:lnTo>
                  <a:pt x="207771" y="230234"/>
                </a:lnTo>
                <a:lnTo>
                  <a:pt x="207391" y="230015"/>
                </a:lnTo>
                <a:lnTo>
                  <a:pt x="206999" y="229819"/>
                </a:lnTo>
                <a:lnTo>
                  <a:pt x="206597" y="229646"/>
                </a:lnTo>
                <a:lnTo>
                  <a:pt x="206185" y="229499"/>
                </a:lnTo>
                <a:lnTo>
                  <a:pt x="205765" y="229377"/>
                </a:lnTo>
                <a:lnTo>
                  <a:pt x="205337" y="229283"/>
                </a:lnTo>
                <a:lnTo>
                  <a:pt x="204909" y="229219"/>
                </a:lnTo>
                <a:lnTo>
                  <a:pt x="204489" y="229184"/>
                </a:lnTo>
                <a:lnTo>
                  <a:pt x="204077" y="229179"/>
                </a:lnTo>
                <a:lnTo>
                  <a:pt x="203675" y="229202"/>
                </a:lnTo>
                <a:lnTo>
                  <a:pt x="203283" y="229254"/>
                </a:lnTo>
                <a:lnTo>
                  <a:pt x="202903" y="229332"/>
                </a:lnTo>
                <a:lnTo>
                  <a:pt x="202536" y="229437"/>
                </a:lnTo>
                <a:lnTo>
                  <a:pt x="202181" y="229567"/>
                </a:lnTo>
                <a:lnTo>
                  <a:pt x="201841" y="229721"/>
                </a:lnTo>
                <a:lnTo>
                  <a:pt x="201516" y="229900"/>
                </a:lnTo>
                <a:lnTo>
                  <a:pt x="201207" y="230102"/>
                </a:lnTo>
                <a:lnTo>
                  <a:pt x="200916" y="230326"/>
                </a:lnTo>
                <a:lnTo>
                  <a:pt x="200642" y="230572"/>
                </a:lnTo>
                <a:lnTo>
                  <a:pt x="200387" y="230839"/>
                </a:lnTo>
                <a:lnTo>
                  <a:pt x="200152" y="231126"/>
                </a:lnTo>
                <a:lnTo>
                  <a:pt x="199938" y="231432"/>
                </a:lnTo>
                <a:lnTo>
                  <a:pt x="199746" y="231757"/>
                </a:lnTo>
                <a:lnTo>
                  <a:pt x="199576" y="232099"/>
                </a:lnTo>
                <a:lnTo>
                  <a:pt x="199430" y="232459"/>
                </a:lnTo>
                <a:lnTo>
                  <a:pt x="199308" y="232834"/>
                </a:lnTo>
                <a:lnTo>
                  <a:pt x="199211" y="233226"/>
                </a:lnTo>
                <a:lnTo>
                  <a:pt x="199141" y="233631"/>
                </a:lnTo>
                <a:lnTo>
                  <a:pt x="199099" y="234051"/>
                </a:lnTo>
                <a:lnTo>
                  <a:pt x="199084" y="234484"/>
                </a:lnTo>
                <a:lnTo>
                  <a:pt x="199084" y="239373"/>
                </a:lnTo>
                <a:lnTo>
                  <a:pt x="194277" y="238482"/>
                </a:lnTo>
                <a:lnTo>
                  <a:pt x="193849" y="238417"/>
                </a:lnTo>
                <a:lnTo>
                  <a:pt x="193428" y="238383"/>
                </a:lnTo>
                <a:lnTo>
                  <a:pt x="193017" y="238378"/>
                </a:lnTo>
                <a:lnTo>
                  <a:pt x="192615" y="238401"/>
                </a:lnTo>
                <a:lnTo>
                  <a:pt x="192223" y="238452"/>
                </a:lnTo>
                <a:lnTo>
                  <a:pt x="191843" y="238531"/>
                </a:lnTo>
                <a:close/>
                <a:moveTo>
                  <a:pt x="211098" y="99252"/>
                </a:moveTo>
                <a:lnTo>
                  <a:pt x="210928" y="98846"/>
                </a:lnTo>
                <a:lnTo>
                  <a:pt x="210736" y="98450"/>
                </a:lnTo>
                <a:lnTo>
                  <a:pt x="210522" y="98065"/>
                </a:lnTo>
                <a:lnTo>
                  <a:pt x="210287" y="97691"/>
                </a:lnTo>
                <a:lnTo>
                  <a:pt x="210032" y="97329"/>
                </a:lnTo>
                <a:lnTo>
                  <a:pt x="209758" y="96982"/>
                </a:lnTo>
                <a:lnTo>
                  <a:pt x="209467" y="96650"/>
                </a:lnTo>
                <a:lnTo>
                  <a:pt x="209158" y="96333"/>
                </a:lnTo>
                <a:lnTo>
                  <a:pt x="208833" y="96034"/>
                </a:lnTo>
                <a:lnTo>
                  <a:pt x="208493" y="95753"/>
                </a:lnTo>
                <a:lnTo>
                  <a:pt x="208139" y="95492"/>
                </a:lnTo>
                <a:lnTo>
                  <a:pt x="207771" y="95251"/>
                </a:lnTo>
                <a:lnTo>
                  <a:pt x="207391" y="95032"/>
                </a:lnTo>
                <a:lnTo>
                  <a:pt x="206999" y="94835"/>
                </a:lnTo>
                <a:lnTo>
                  <a:pt x="206597" y="94663"/>
                </a:lnTo>
                <a:lnTo>
                  <a:pt x="206185" y="94515"/>
                </a:lnTo>
                <a:lnTo>
                  <a:pt x="205765" y="94394"/>
                </a:lnTo>
                <a:lnTo>
                  <a:pt x="205337" y="94300"/>
                </a:lnTo>
                <a:lnTo>
                  <a:pt x="204909" y="94235"/>
                </a:lnTo>
                <a:lnTo>
                  <a:pt x="204489" y="94201"/>
                </a:lnTo>
                <a:lnTo>
                  <a:pt x="204077" y="94196"/>
                </a:lnTo>
                <a:lnTo>
                  <a:pt x="203675" y="94219"/>
                </a:lnTo>
                <a:lnTo>
                  <a:pt x="203283" y="94270"/>
                </a:lnTo>
                <a:lnTo>
                  <a:pt x="202903" y="94349"/>
                </a:lnTo>
                <a:lnTo>
                  <a:pt x="202536" y="94453"/>
                </a:lnTo>
                <a:lnTo>
                  <a:pt x="202181" y="94583"/>
                </a:lnTo>
                <a:lnTo>
                  <a:pt x="201841" y="94738"/>
                </a:lnTo>
                <a:lnTo>
                  <a:pt x="201516" y="94917"/>
                </a:lnTo>
                <a:lnTo>
                  <a:pt x="201207" y="95119"/>
                </a:lnTo>
                <a:lnTo>
                  <a:pt x="200916" y="95343"/>
                </a:lnTo>
                <a:lnTo>
                  <a:pt x="200642" y="95589"/>
                </a:lnTo>
                <a:lnTo>
                  <a:pt x="200387" y="95856"/>
                </a:lnTo>
                <a:lnTo>
                  <a:pt x="200152" y="96143"/>
                </a:lnTo>
                <a:lnTo>
                  <a:pt x="199938" y="96449"/>
                </a:lnTo>
                <a:lnTo>
                  <a:pt x="199746" y="96774"/>
                </a:lnTo>
                <a:lnTo>
                  <a:pt x="199576" y="97116"/>
                </a:lnTo>
                <a:lnTo>
                  <a:pt x="199430" y="97476"/>
                </a:lnTo>
                <a:lnTo>
                  <a:pt x="199308" y="97851"/>
                </a:lnTo>
                <a:lnTo>
                  <a:pt x="199211" y="98242"/>
                </a:lnTo>
                <a:lnTo>
                  <a:pt x="199141" y="98648"/>
                </a:lnTo>
                <a:lnTo>
                  <a:pt x="199099" y="99068"/>
                </a:lnTo>
                <a:lnTo>
                  <a:pt x="199084" y="99500"/>
                </a:lnTo>
                <a:lnTo>
                  <a:pt x="199084" y="121998"/>
                </a:lnTo>
                <a:lnTo>
                  <a:pt x="199099" y="122436"/>
                </a:lnTo>
                <a:lnTo>
                  <a:pt x="199141" y="122871"/>
                </a:lnTo>
                <a:lnTo>
                  <a:pt x="199211" y="123303"/>
                </a:lnTo>
                <a:lnTo>
                  <a:pt x="199308" y="123729"/>
                </a:lnTo>
                <a:lnTo>
                  <a:pt x="199430" y="124150"/>
                </a:lnTo>
                <a:lnTo>
                  <a:pt x="199576" y="124564"/>
                </a:lnTo>
                <a:lnTo>
                  <a:pt x="199746" y="124969"/>
                </a:lnTo>
                <a:lnTo>
                  <a:pt x="199938" y="125365"/>
                </a:lnTo>
                <a:lnTo>
                  <a:pt x="200152" y="125751"/>
                </a:lnTo>
                <a:lnTo>
                  <a:pt x="200387" y="126125"/>
                </a:lnTo>
                <a:lnTo>
                  <a:pt x="200642" y="126486"/>
                </a:lnTo>
                <a:lnTo>
                  <a:pt x="200916" y="126834"/>
                </a:lnTo>
                <a:lnTo>
                  <a:pt x="201207" y="127166"/>
                </a:lnTo>
                <a:lnTo>
                  <a:pt x="201516" y="127482"/>
                </a:lnTo>
                <a:lnTo>
                  <a:pt x="201841" y="127782"/>
                </a:lnTo>
                <a:lnTo>
                  <a:pt x="202181" y="128062"/>
                </a:lnTo>
                <a:lnTo>
                  <a:pt x="202536" y="128324"/>
                </a:lnTo>
                <a:lnTo>
                  <a:pt x="202903" y="128565"/>
                </a:lnTo>
                <a:lnTo>
                  <a:pt x="203283" y="128784"/>
                </a:lnTo>
                <a:lnTo>
                  <a:pt x="203675" y="128980"/>
                </a:lnTo>
                <a:lnTo>
                  <a:pt x="204077" y="129153"/>
                </a:lnTo>
                <a:lnTo>
                  <a:pt x="204489" y="129300"/>
                </a:lnTo>
                <a:lnTo>
                  <a:pt x="204909" y="129422"/>
                </a:lnTo>
                <a:lnTo>
                  <a:pt x="205337" y="129516"/>
                </a:lnTo>
                <a:lnTo>
                  <a:pt x="205765" y="129580"/>
                </a:lnTo>
                <a:lnTo>
                  <a:pt x="206185" y="129615"/>
                </a:lnTo>
                <a:lnTo>
                  <a:pt x="206597" y="129620"/>
                </a:lnTo>
                <a:lnTo>
                  <a:pt x="206999" y="129596"/>
                </a:lnTo>
                <a:lnTo>
                  <a:pt x="207391" y="129545"/>
                </a:lnTo>
                <a:lnTo>
                  <a:pt x="207771" y="129467"/>
                </a:lnTo>
                <a:lnTo>
                  <a:pt x="208139" y="129362"/>
                </a:lnTo>
                <a:lnTo>
                  <a:pt x="208493" y="129232"/>
                </a:lnTo>
                <a:lnTo>
                  <a:pt x="208833" y="129077"/>
                </a:lnTo>
                <a:lnTo>
                  <a:pt x="209158" y="128899"/>
                </a:lnTo>
                <a:lnTo>
                  <a:pt x="209467" y="128697"/>
                </a:lnTo>
                <a:lnTo>
                  <a:pt x="209758" y="128472"/>
                </a:lnTo>
                <a:lnTo>
                  <a:pt x="210032" y="128226"/>
                </a:lnTo>
                <a:lnTo>
                  <a:pt x="210287" y="127960"/>
                </a:lnTo>
                <a:lnTo>
                  <a:pt x="210522" y="127673"/>
                </a:lnTo>
                <a:lnTo>
                  <a:pt x="210736" y="127367"/>
                </a:lnTo>
                <a:lnTo>
                  <a:pt x="210928" y="127042"/>
                </a:lnTo>
                <a:lnTo>
                  <a:pt x="211098" y="126699"/>
                </a:lnTo>
                <a:lnTo>
                  <a:pt x="211245" y="126340"/>
                </a:lnTo>
                <a:lnTo>
                  <a:pt x="211366" y="125964"/>
                </a:lnTo>
                <a:lnTo>
                  <a:pt x="211463" y="125573"/>
                </a:lnTo>
                <a:lnTo>
                  <a:pt x="211533" y="125168"/>
                </a:lnTo>
                <a:lnTo>
                  <a:pt x="211575" y="124748"/>
                </a:lnTo>
                <a:lnTo>
                  <a:pt x="211590" y="124315"/>
                </a:lnTo>
                <a:lnTo>
                  <a:pt x="211590" y="101818"/>
                </a:lnTo>
                <a:lnTo>
                  <a:pt x="211575" y="101380"/>
                </a:lnTo>
                <a:lnTo>
                  <a:pt x="211533" y="100945"/>
                </a:lnTo>
                <a:lnTo>
                  <a:pt x="211463" y="100513"/>
                </a:lnTo>
                <a:lnTo>
                  <a:pt x="211366" y="100086"/>
                </a:lnTo>
                <a:lnTo>
                  <a:pt x="211245" y="99665"/>
                </a:lnTo>
                <a:lnTo>
                  <a:pt x="211098" y="99252"/>
                </a:lnTo>
                <a:close/>
                <a:moveTo>
                  <a:pt x="211098" y="166743"/>
                </a:moveTo>
                <a:lnTo>
                  <a:pt x="210928" y="166338"/>
                </a:lnTo>
                <a:lnTo>
                  <a:pt x="210736" y="165942"/>
                </a:lnTo>
                <a:lnTo>
                  <a:pt x="210522" y="165556"/>
                </a:lnTo>
                <a:lnTo>
                  <a:pt x="210287" y="165182"/>
                </a:lnTo>
                <a:lnTo>
                  <a:pt x="210032" y="164821"/>
                </a:lnTo>
                <a:lnTo>
                  <a:pt x="209758" y="164474"/>
                </a:lnTo>
                <a:lnTo>
                  <a:pt x="209467" y="164141"/>
                </a:lnTo>
                <a:lnTo>
                  <a:pt x="209158" y="163825"/>
                </a:lnTo>
                <a:lnTo>
                  <a:pt x="208833" y="163526"/>
                </a:lnTo>
                <a:lnTo>
                  <a:pt x="208493" y="163245"/>
                </a:lnTo>
                <a:lnTo>
                  <a:pt x="208139" y="162983"/>
                </a:lnTo>
                <a:lnTo>
                  <a:pt x="207771" y="162743"/>
                </a:lnTo>
                <a:lnTo>
                  <a:pt x="207391" y="162523"/>
                </a:lnTo>
                <a:lnTo>
                  <a:pt x="206999" y="162327"/>
                </a:lnTo>
                <a:lnTo>
                  <a:pt x="206597" y="162154"/>
                </a:lnTo>
                <a:lnTo>
                  <a:pt x="206185" y="162007"/>
                </a:lnTo>
                <a:lnTo>
                  <a:pt x="205765" y="161886"/>
                </a:lnTo>
                <a:lnTo>
                  <a:pt x="205337" y="161792"/>
                </a:lnTo>
                <a:lnTo>
                  <a:pt x="204909" y="161727"/>
                </a:lnTo>
                <a:lnTo>
                  <a:pt x="204489" y="161692"/>
                </a:lnTo>
                <a:lnTo>
                  <a:pt x="204077" y="161687"/>
                </a:lnTo>
                <a:lnTo>
                  <a:pt x="203675" y="161711"/>
                </a:lnTo>
                <a:lnTo>
                  <a:pt x="203283" y="161762"/>
                </a:lnTo>
                <a:lnTo>
                  <a:pt x="202903" y="161840"/>
                </a:lnTo>
                <a:lnTo>
                  <a:pt x="202536" y="161945"/>
                </a:lnTo>
                <a:lnTo>
                  <a:pt x="202181" y="162075"/>
                </a:lnTo>
                <a:lnTo>
                  <a:pt x="201841" y="162230"/>
                </a:lnTo>
                <a:lnTo>
                  <a:pt x="201516" y="162409"/>
                </a:lnTo>
                <a:lnTo>
                  <a:pt x="201207" y="162610"/>
                </a:lnTo>
                <a:lnTo>
                  <a:pt x="200916" y="162835"/>
                </a:lnTo>
                <a:lnTo>
                  <a:pt x="200642" y="163081"/>
                </a:lnTo>
                <a:lnTo>
                  <a:pt x="200387" y="163348"/>
                </a:lnTo>
                <a:lnTo>
                  <a:pt x="200152" y="163634"/>
                </a:lnTo>
                <a:lnTo>
                  <a:pt x="199938" y="163941"/>
                </a:lnTo>
                <a:lnTo>
                  <a:pt x="199746" y="164265"/>
                </a:lnTo>
                <a:lnTo>
                  <a:pt x="199576" y="164608"/>
                </a:lnTo>
                <a:lnTo>
                  <a:pt x="199430" y="164967"/>
                </a:lnTo>
                <a:lnTo>
                  <a:pt x="199308" y="165343"/>
                </a:lnTo>
                <a:lnTo>
                  <a:pt x="199211" y="165734"/>
                </a:lnTo>
                <a:lnTo>
                  <a:pt x="199141" y="166140"/>
                </a:lnTo>
                <a:lnTo>
                  <a:pt x="199099" y="166559"/>
                </a:lnTo>
                <a:lnTo>
                  <a:pt x="199084" y="166992"/>
                </a:lnTo>
                <a:lnTo>
                  <a:pt x="199084" y="189489"/>
                </a:lnTo>
                <a:lnTo>
                  <a:pt x="199099" y="189927"/>
                </a:lnTo>
                <a:lnTo>
                  <a:pt x="199141" y="190363"/>
                </a:lnTo>
                <a:lnTo>
                  <a:pt x="199211" y="190794"/>
                </a:lnTo>
                <a:lnTo>
                  <a:pt x="199308" y="191221"/>
                </a:lnTo>
                <a:lnTo>
                  <a:pt x="199430" y="191642"/>
                </a:lnTo>
                <a:lnTo>
                  <a:pt x="199576" y="192055"/>
                </a:lnTo>
                <a:lnTo>
                  <a:pt x="199746" y="192461"/>
                </a:lnTo>
                <a:lnTo>
                  <a:pt x="199938" y="192857"/>
                </a:lnTo>
                <a:lnTo>
                  <a:pt x="200152" y="193243"/>
                </a:lnTo>
                <a:lnTo>
                  <a:pt x="200387" y="193616"/>
                </a:lnTo>
                <a:lnTo>
                  <a:pt x="200642" y="193978"/>
                </a:lnTo>
                <a:lnTo>
                  <a:pt x="200916" y="194325"/>
                </a:lnTo>
                <a:lnTo>
                  <a:pt x="201207" y="194658"/>
                </a:lnTo>
                <a:lnTo>
                  <a:pt x="201516" y="194974"/>
                </a:lnTo>
                <a:lnTo>
                  <a:pt x="201841" y="195273"/>
                </a:lnTo>
                <a:lnTo>
                  <a:pt x="202181" y="195554"/>
                </a:lnTo>
                <a:lnTo>
                  <a:pt x="202536" y="195815"/>
                </a:lnTo>
                <a:lnTo>
                  <a:pt x="202903" y="196056"/>
                </a:lnTo>
                <a:lnTo>
                  <a:pt x="203283" y="196276"/>
                </a:lnTo>
                <a:lnTo>
                  <a:pt x="203675" y="196472"/>
                </a:lnTo>
                <a:lnTo>
                  <a:pt x="204077" y="196644"/>
                </a:lnTo>
                <a:lnTo>
                  <a:pt x="204489" y="196792"/>
                </a:lnTo>
                <a:lnTo>
                  <a:pt x="204909" y="196913"/>
                </a:lnTo>
                <a:lnTo>
                  <a:pt x="205337" y="197007"/>
                </a:lnTo>
                <a:lnTo>
                  <a:pt x="205765" y="197072"/>
                </a:lnTo>
                <a:lnTo>
                  <a:pt x="206185" y="197106"/>
                </a:lnTo>
                <a:lnTo>
                  <a:pt x="206597" y="197111"/>
                </a:lnTo>
                <a:lnTo>
                  <a:pt x="206999" y="197088"/>
                </a:lnTo>
                <a:lnTo>
                  <a:pt x="207391" y="197037"/>
                </a:lnTo>
                <a:lnTo>
                  <a:pt x="207771" y="196958"/>
                </a:lnTo>
                <a:lnTo>
                  <a:pt x="208139" y="196854"/>
                </a:lnTo>
                <a:lnTo>
                  <a:pt x="208493" y="196724"/>
                </a:lnTo>
                <a:lnTo>
                  <a:pt x="208833" y="196569"/>
                </a:lnTo>
                <a:lnTo>
                  <a:pt x="209158" y="196390"/>
                </a:lnTo>
                <a:lnTo>
                  <a:pt x="209467" y="196188"/>
                </a:lnTo>
                <a:lnTo>
                  <a:pt x="209758" y="195964"/>
                </a:lnTo>
                <a:lnTo>
                  <a:pt x="210032" y="195718"/>
                </a:lnTo>
                <a:lnTo>
                  <a:pt x="210287" y="195451"/>
                </a:lnTo>
                <a:lnTo>
                  <a:pt x="210522" y="195164"/>
                </a:lnTo>
                <a:lnTo>
                  <a:pt x="210736" y="194858"/>
                </a:lnTo>
                <a:lnTo>
                  <a:pt x="210928" y="194534"/>
                </a:lnTo>
                <a:lnTo>
                  <a:pt x="211098" y="194191"/>
                </a:lnTo>
                <a:lnTo>
                  <a:pt x="211245" y="193832"/>
                </a:lnTo>
                <a:lnTo>
                  <a:pt x="211366" y="193456"/>
                </a:lnTo>
                <a:lnTo>
                  <a:pt x="211463" y="193065"/>
                </a:lnTo>
                <a:lnTo>
                  <a:pt x="211533" y="192659"/>
                </a:lnTo>
                <a:lnTo>
                  <a:pt x="211575" y="192240"/>
                </a:lnTo>
                <a:lnTo>
                  <a:pt x="211590" y="191807"/>
                </a:lnTo>
                <a:lnTo>
                  <a:pt x="211590" y="169310"/>
                </a:lnTo>
                <a:lnTo>
                  <a:pt x="211575" y="168872"/>
                </a:lnTo>
                <a:lnTo>
                  <a:pt x="211533" y="168436"/>
                </a:lnTo>
                <a:lnTo>
                  <a:pt x="211463" y="168005"/>
                </a:lnTo>
                <a:lnTo>
                  <a:pt x="211366" y="167578"/>
                </a:lnTo>
                <a:lnTo>
                  <a:pt x="211245" y="167157"/>
                </a:lnTo>
                <a:lnTo>
                  <a:pt x="211098" y="166743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C443A3-E600-4D4B-A8DF-293083B9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275" y="1665320"/>
            <a:ext cx="1591558" cy="497453"/>
          </a:xfrm>
          <a:custGeom xmlns:a="http://schemas.openxmlformats.org/drawingml/2006/main">
            <a:pathLst>
              <a:path w="1591558" h="497453">
                <a:moveTo>
                  <a:pt x="0" y="0"/>
                </a:moveTo>
                <a:lnTo>
                  <a:pt x="1591558" y="294978"/>
                </a:lnTo>
                <a:lnTo>
                  <a:pt x="1591558" y="49745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B301A0-663E-4901-9E00-8C2FD12D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275" y="1665320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CCC3FE-0865-429D-865E-76E93A77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022" y="1657802"/>
            <a:ext cx="211590" cy="254409"/>
          </a:xfrm>
          <a:custGeom xmlns:a="http://schemas.openxmlformats.org/drawingml/2006/main">
            <a:pathLst>
              <a:path w="211590" h="254409">
                <a:moveTo>
                  <a:pt x="0" y="6359"/>
                </a:moveTo>
                <a:lnTo>
                  <a:pt x="0" y="208834"/>
                </a:lnTo>
                <a:lnTo>
                  <a:pt x="0" y="215193"/>
                </a:lnTo>
                <a:lnTo>
                  <a:pt x="6253" y="216352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close/>
                <a:moveTo>
                  <a:pt x="12505" y="15036"/>
                </a:moveTo>
                <a:lnTo>
                  <a:pt x="199084" y="49616"/>
                </a:lnTo>
                <a:lnTo>
                  <a:pt x="199084" y="239373"/>
                </a:lnTo>
                <a:lnTo>
                  <a:pt x="12505" y="204793"/>
                </a:lnTo>
                <a:lnTo>
                  <a:pt x="12505" y="150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996F11-68EF-4C24-9A45-75DD0EE0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358" y="1702219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A2D2D-CCE2-4E6E-91E3-B25EFC84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106" y="1694701"/>
            <a:ext cx="211590" cy="254409"/>
          </a:xfrm>
          <a:custGeom xmlns:a="http://schemas.openxmlformats.org/drawingml/2006/main">
            <a:pathLst>
              <a:path w="211590" h="254409">
                <a:moveTo>
                  <a:pt x="0" y="6359"/>
                </a:moveTo>
                <a:lnTo>
                  <a:pt x="0" y="208834"/>
                </a:lnTo>
                <a:lnTo>
                  <a:pt x="0" y="215193"/>
                </a:lnTo>
                <a:lnTo>
                  <a:pt x="6253" y="216352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close/>
                <a:moveTo>
                  <a:pt x="12505" y="15036"/>
                </a:moveTo>
                <a:lnTo>
                  <a:pt x="199084" y="49616"/>
                </a:lnTo>
                <a:lnTo>
                  <a:pt x="199084" y="239373"/>
                </a:lnTo>
                <a:lnTo>
                  <a:pt x="12505" y="204793"/>
                </a:lnTo>
                <a:lnTo>
                  <a:pt x="12505" y="150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A3B131-78A4-4B60-8580-48A4CAAB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442" y="1739116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A5C3F1-262E-49D4-A603-D36F08CB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190" y="1731598"/>
            <a:ext cx="211590" cy="254409"/>
          </a:xfrm>
          <a:custGeom xmlns:a="http://schemas.openxmlformats.org/drawingml/2006/main">
            <a:pathLst>
              <a:path w="211590" h="254409">
                <a:moveTo>
                  <a:pt x="0" y="208834"/>
                </a:moveTo>
                <a:lnTo>
                  <a:pt x="0" y="215193"/>
                </a:lnTo>
                <a:lnTo>
                  <a:pt x="6253" y="216352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lnTo>
                  <a:pt x="0" y="208834"/>
                </a:lnTo>
                <a:close/>
                <a:moveTo>
                  <a:pt x="12505" y="15036"/>
                </a:moveTo>
                <a:lnTo>
                  <a:pt x="199084" y="49616"/>
                </a:lnTo>
                <a:lnTo>
                  <a:pt x="199084" y="239373"/>
                </a:lnTo>
                <a:lnTo>
                  <a:pt x="12505" y="204793"/>
                </a:lnTo>
                <a:lnTo>
                  <a:pt x="12505" y="150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51C88B-E39F-49C8-AADD-C5E601F2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528" y="1776014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5AB9DD-60C9-4EE6-B398-797B7B81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276" y="1768497"/>
            <a:ext cx="211590" cy="254409"/>
          </a:xfrm>
          <a:custGeom xmlns:a="http://schemas.openxmlformats.org/drawingml/2006/main">
            <a:pathLst>
              <a:path w="211590" h="254409">
                <a:moveTo>
                  <a:pt x="0" y="6359"/>
                </a:moveTo>
                <a:lnTo>
                  <a:pt x="0" y="208834"/>
                </a:lnTo>
                <a:lnTo>
                  <a:pt x="0" y="215193"/>
                </a:lnTo>
                <a:lnTo>
                  <a:pt x="6253" y="216352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close/>
                <a:moveTo>
                  <a:pt x="12505" y="15036"/>
                </a:moveTo>
                <a:lnTo>
                  <a:pt x="199084" y="49616"/>
                </a:lnTo>
                <a:lnTo>
                  <a:pt x="199084" y="239373"/>
                </a:lnTo>
                <a:lnTo>
                  <a:pt x="12505" y="204793"/>
                </a:lnTo>
                <a:lnTo>
                  <a:pt x="12505" y="150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74FB2-2AC2-4DA0-B06E-FE7A57BA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613" y="1812912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5C7E54-8DDF-4F96-AA66-2260D2BE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360" y="1805394"/>
            <a:ext cx="211590" cy="254409"/>
          </a:xfrm>
          <a:custGeom xmlns:a="http://schemas.openxmlformats.org/drawingml/2006/main">
            <a:pathLst>
              <a:path w="211590" h="254409">
                <a:moveTo>
                  <a:pt x="0" y="208834"/>
                </a:moveTo>
                <a:lnTo>
                  <a:pt x="0" y="215193"/>
                </a:lnTo>
                <a:lnTo>
                  <a:pt x="6253" y="216352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lnTo>
                  <a:pt x="0" y="208834"/>
                </a:lnTo>
                <a:close/>
                <a:moveTo>
                  <a:pt x="12505" y="15036"/>
                </a:moveTo>
                <a:lnTo>
                  <a:pt x="199084" y="49616"/>
                </a:lnTo>
                <a:lnTo>
                  <a:pt x="199084" y="239373"/>
                </a:lnTo>
                <a:lnTo>
                  <a:pt x="12505" y="204793"/>
                </a:lnTo>
                <a:lnTo>
                  <a:pt x="12505" y="150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A6A924-19DD-4772-B619-669A1412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696" y="1849810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D539DE-1038-478E-ADBB-046B2ABB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1444" y="1842292"/>
            <a:ext cx="211590" cy="254409"/>
          </a:xfrm>
          <a:custGeom xmlns:a="http://schemas.openxmlformats.org/drawingml/2006/main">
            <a:pathLst>
              <a:path w="211590" h="254409">
                <a:moveTo>
                  <a:pt x="0" y="208834"/>
                </a:moveTo>
                <a:lnTo>
                  <a:pt x="0" y="215193"/>
                </a:lnTo>
                <a:lnTo>
                  <a:pt x="6253" y="216352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lnTo>
                  <a:pt x="0" y="208834"/>
                </a:lnTo>
                <a:close/>
                <a:moveTo>
                  <a:pt x="12505" y="15036"/>
                </a:moveTo>
                <a:lnTo>
                  <a:pt x="199084" y="49616"/>
                </a:lnTo>
                <a:lnTo>
                  <a:pt x="199084" y="239373"/>
                </a:lnTo>
                <a:lnTo>
                  <a:pt x="12505" y="204793"/>
                </a:lnTo>
                <a:lnTo>
                  <a:pt x="12505" y="150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67EAA5-2FF9-4BE5-BB38-EE371B13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780" y="1886709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8972D8-1912-4441-B8DA-4F13FF5E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527" y="1879191"/>
            <a:ext cx="211590" cy="254409"/>
          </a:xfrm>
          <a:custGeom xmlns:a="http://schemas.openxmlformats.org/drawingml/2006/main">
            <a:pathLst>
              <a:path w="211590" h="254409">
                <a:moveTo>
                  <a:pt x="0" y="208834"/>
                </a:moveTo>
                <a:lnTo>
                  <a:pt x="0" y="215193"/>
                </a:lnTo>
                <a:lnTo>
                  <a:pt x="6253" y="216352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lnTo>
                  <a:pt x="0" y="208834"/>
                </a:lnTo>
                <a:close/>
                <a:moveTo>
                  <a:pt x="12505" y="15036"/>
                </a:moveTo>
                <a:lnTo>
                  <a:pt x="199084" y="49616"/>
                </a:lnTo>
                <a:lnTo>
                  <a:pt x="199084" y="239373"/>
                </a:lnTo>
                <a:lnTo>
                  <a:pt x="12505" y="204793"/>
                </a:lnTo>
                <a:lnTo>
                  <a:pt x="12505" y="150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3AE4F8-EDB3-40B5-A351-50E606D7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866" y="1923606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A8587-BF00-4624-B97F-253F2E78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13" y="1916088"/>
            <a:ext cx="211590" cy="254409"/>
          </a:xfrm>
          <a:custGeom xmlns:a="http://schemas.openxmlformats.org/drawingml/2006/main">
            <a:pathLst>
              <a:path w="211590" h="254409">
                <a:moveTo>
                  <a:pt x="0" y="208834"/>
                </a:moveTo>
                <a:lnTo>
                  <a:pt x="0" y="215193"/>
                </a:lnTo>
                <a:lnTo>
                  <a:pt x="6253" y="216352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lnTo>
                  <a:pt x="0" y="208834"/>
                </a:lnTo>
                <a:close/>
                <a:moveTo>
                  <a:pt x="12505" y="15036"/>
                </a:moveTo>
                <a:lnTo>
                  <a:pt x="199084" y="49616"/>
                </a:lnTo>
                <a:lnTo>
                  <a:pt x="199084" y="239373"/>
                </a:lnTo>
                <a:lnTo>
                  <a:pt x="12505" y="204793"/>
                </a:lnTo>
                <a:lnTo>
                  <a:pt x="12505" y="150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5679F0-D772-4D0B-8CAC-37BDAF8F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367" y="1751371"/>
            <a:ext cx="1594178" cy="497939"/>
          </a:xfrm>
          <a:custGeom xmlns:a="http://schemas.openxmlformats.org/drawingml/2006/main">
            <a:pathLst>
              <a:path w="1594178" h="497939">
                <a:moveTo>
                  <a:pt x="0" y="0"/>
                </a:moveTo>
                <a:lnTo>
                  <a:pt x="1594178" y="295464"/>
                </a:lnTo>
                <a:lnTo>
                  <a:pt x="1594178" y="497939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5EFE46-F5E7-4D55-9EEA-13576105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367" y="1751371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049E77-738F-494E-B887-6F89D796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114" y="1743854"/>
            <a:ext cx="211590" cy="254409"/>
          </a:xfrm>
          <a:custGeom xmlns:a="http://schemas.openxmlformats.org/drawingml/2006/main">
            <a:pathLst>
              <a:path w="211590" h="254409">
                <a:moveTo>
                  <a:pt x="57" y="18481"/>
                </a:moveTo>
                <a:lnTo>
                  <a:pt x="127" y="18913"/>
                </a:lnTo>
                <a:lnTo>
                  <a:pt x="223" y="19340"/>
                </a:lnTo>
                <a:lnTo>
                  <a:pt x="345" y="19760"/>
                </a:lnTo>
                <a:lnTo>
                  <a:pt x="491" y="20174"/>
                </a:lnTo>
                <a:lnTo>
                  <a:pt x="661" y="20579"/>
                </a:lnTo>
                <a:lnTo>
                  <a:pt x="854" y="20976"/>
                </a:lnTo>
                <a:lnTo>
                  <a:pt x="1068" y="21361"/>
                </a:lnTo>
                <a:lnTo>
                  <a:pt x="1303" y="21735"/>
                </a:lnTo>
                <a:lnTo>
                  <a:pt x="1558" y="22096"/>
                </a:lnTo>
                <a:lnTo>
                  <a:pt x="1831" y="22444"/>
                </a:lnTo>
                <a:lnTo>
                  <a:pt x="2123" y="22776"/>
                </a:lnTo>
                <a:lnTo>
                  <a:pt x="2432" y="23093"/>
                </a:lnTo>
                <a:lnTo>
                  <a:pt x="2757" y="23392"/>
                </a:lnTo>
                <a:lnTo>
                  <a:pt x="3097" y="23673"/>
                </a:lnTo>
                <a:lnTo>
                  <a:pt x="3451" y="23934"/>
                </a:lnTo>
                <a:lnTo>
                  <a:pt x="3819" y="24175"/>
                </a:lnTo>
                <a:lnTo>
                  <a:pt x="4199" y="24394"/>
                </a:lnTo>
                <a:lnTo>
                  <a:pt x="4590" y="24590"/>
                </a:lnTo>
                <a:lnTo>
                  <a:pt x="4993" y="24763"/>
                </a:lnTo>
                <a:lnTo>
                  <a:pt x="5404" y="24910"/>
                </a:lnTo>
                <a:lnTo>
                  <a:pt x="5825" y="25032"/>
                </a:lnTo>
                <a:lnTo>
                  <a:pt x="6253" y="25126"/>
                </a:lnTo>
                <a:lnTo>
                  <a:pt x="6681" y="25190"/>
                </a:lnTo>
                <a:lnTo>
                  <a:pt x="7101" y="25225"/>
                </a:lnTo>
                <a:lnTo>
                  <a:pt x="7513" y="25230"/>
                </a:lnTo>
                <a:lnTo>
                  <a:pt x="7915" y="25207"/>
                </a:lnTo>
                <a:lnTo>
                  <a:pt x="8306" y="25155"/>
                </a:lnTo>
                <a:lnTo>
                  <a:pt x="8686" y="25077"/>
                </a:lnTo>
                <a:lnTo>
                  <a:pt x="9054" y="24972"/>
                </a:lnTo>
                <a:lnTo>
                  <a:pt x="9408" y="24842"/>
                </a:lnTo>
                <a:lnTo>
                  <a:pt x="9749" y="24688"/>
                </a:lnTo>
                <a:lnTo>
                  <a:pt x="10073" y="24509"/>
                </a:lnTo>
                <a:lnTo>
                  <a:pt x="10382" y="24307"/>
                </a:lnTo>
                <a:lnTo>
                  <a:pt x="10674" y="24083"/>
                </a:lnTo>
                <a:lnTo>
                  <a:pt x="10948" y="23837"/>
                </a:lnTo>
                <a:lnTo>
                  <a:pt x="11202" y="23570"/>
                </a:lnTo>
                <a:lnTo>
                  <a:pt x="11437" y="23283"/>
                </a:lnTo>
                <a:lnTo>
                  <a:pt x="11652" y="22977"/>
                </a:lnTo>
                <a:lnTo>
                  <a:pt x="11844" y="22652"/>
                </a:lnTo>
                <a:lnTo>
                  <a:pt x="12014" y="22310"/>
                </a:lnTo>
                <a:lnTo>
                  <a:pt x="12160" y="21950"/>
                </a:lnTo>
                <a:lnTo>
                  <a:pt x="12282" y="21575"/>
                </a:lnTo>
                <a:lnTo>
                  <a:pt x="12378" y="21183"/>
                </a:lnTo>
                <a:lnTo>
                  <a:pt x="12448" y="20778"/>
                </a:lnTo>
                <a:lnTo>
                  <a:pt x="12491" y="20358"/>
                </a:lnTo>
                <a:lnTo>
                  <a:pt x="12505" y="19925"/>
                </a:lnTo>
                <a:lnTo>
                  <a:pt x="12505" y="15036"/>
                </a:lnTo>
                <a:lnTo>
                  <a:pt x="17313" y="15927"/>
                </a:lnTo>
                <a:lnTo>
                  <a:pt x="17741" y="15992"/>
                </a:lnTo>
                <a:lnTo>
                  <a:pt x="18161" y="16026"/>
                </a:lnTo>
                <a:lnTo>
                  <a:pt x="18573" y="16031"/>
                </a:lnTo>
                <a:lnTo>
                  <a:pt x="18975" y="16008"/>
                </a:lnTo>
                <a:lnTo>
                  <a:pt x="19367" y="15957"/>
                </a:lnTo>
                <a:lnTo>
                  <a:pt x="19747" y="15878"/>
                </a:lnTo>
                <a:lnTo>
                  <a:pt x="20114" y="15774"/>
                </a:lnTo>
                <a:lnTo>
                  <a:pt x="20469" y="15644"/>
                </a:lnTo>
                <a:lnTo>
                  <a:pt x="20809" y="15489"/>
                </a:lnTo>
                <a:lnTo>
                  <a:pt x="21134" y="15310"/>
                </a:lnTo>
                <a:lnTo>
                  <a:pt x="21442" y="15108"/>
                </a:lnTo>
                <a:lnTo>
                  <a:pt x="21734" y="14884"/>
                </a:lnTo>
                <a:lnTo>
                  <a:pt x="22008" y="14638"/>
                </a:lnTo>
                <a:lnTo>
                  <a:pt x="22263" y="14371"/>
                </a:lnTo>
                <a:lnTo>
                  <a:pt x="22498" y="14084"/>
                </a:lnTo>
                <a:lnTo>
                  <a:pt x="22712" y="13778"/>
                </a:lnTo>
                <a:lnTo>
                  <a:pt x="22904" y="13453"/>
                </a:lnTo>
                <a:lnTo>
                  <a:pt x="23074" y="13111"/>
                </a:lnTo>
                <a:lnTo>
                  <a:pt x="23220" y="12751"/>
                </a:lnTo>
                <a:lnTo>
                  <a:pt x="23342" y="12376"/>
                </a:lnTo>
                <a:lnTo>
                  <a:pt x="23438" y="11985"/>
                </a:lnTo>
                <a:lnTo>
                  <a:pt x="23508" y="11579"/>
                </a:lnTo>
                <a:lnTo>
                  <a:pt x="23551" y="11159"/>
                </a:lnTo>
                <a:lnTo>
                  <a:pt x="23566" y="10727"/>
                </a:lnTo>
                <a:lnTo>
                  <a:pt x="23551" y="10289"/>
                </a:lnTo>
                <a:lnTo>
                  <a:pt x="23508" y="9853"/>
                </a:lnTo>
                <a:lnTo>
                  <a:pt x="23438" y="9422"/>
                </a:lnTo>
                <a:lnTo>
                  <a:pt x="23342" y="8995"/>
                </a:lnTo>
                <a:lnTo>
                  <a:pt x="23220" y="8574"/>
                </a:lnTo>
                <a:lnTo>
                  <a:pt x="23074" y="8160"/>
                </a:lnTo>
                <a:lnTo>
                  <a:pt x="22904" y="7755"/>
                </a:lnTo>
                <a:lnTo>
                  <a:pt x="22712" y="7359"/>
                </a:lnTo>
                <a:lnTo>
                  <a:pt x="22498" y="6973"/>
                </a:lnTo>
                <a:lnTo>
                  <a:pt x="22263" y="6599"/>
                </a:lnTo>
                <a:lnTo>
                  <a:pt x="22008" y="6238"/>
                </a:lnTo>
                <a:lnTo>
                  <a:pt x="21734" y="5891"/>
                </a:lnTo>
                <a:lnTo>
                  <a:pt x="21442" y="5558"/>
                </a:lnTo>
                <a:lnTo>
                  <a:pt x="21134" y="5242"/>
                </a:lnTo>
                <a:lnTo>
                  <a:pt x="20809" y="4943"/>
                </a:lnTo>
                <a:lnTo>
                  <a:pt x="20469" y="4662"/>
                </a:lnTo>
                <a:lnTo>
                  <a:pt x="20114" y="4400"/>
                </a:lnTo>
                <a:lnTo>
                  <a:pt x="19747" y="4160"/>
                </a:lnTo>
                <a:lnTo>
                  <a:pt x="19367" y="3940"/>
                </a:lnTo>
                <a:lnTo>
                  <a:pt x="18975" y="3744"/>
                </a:lnTo>
                <a:lnTo>
                  <a:pt x="18573" y="3572"/>
                </a:lnTo>
                <a:lnTo>
                  <a:pt x="18161" y="3424"/>
                </a:lnTo>
                <a:lnTo>
                  <a:pt x="17741" y="3303"/>
                </a:lnTo>
                <a:lnTo>
                  <a:pt x="17313" y="3209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lnTo>
                  <a:pt x="0" y="17608"/>
                </a:lnTo>
                <a:lnTo>
                  <a:pt x="14" y="18046"/>
                </a:lnTo>
                <a:lnTo>
                  <a:pt x="57" y="18481"/>
                </a:lnTo>
                <a:close/>
                <a:moveTo>
                  <a:pt x="12014" y="62354"/>
                </a:moveTo>
                <a:lnTo>
                  <a:pt x="11844" y="61948"/>
                </a:lnTo>
                <a:lnTo>
                  <a:pt x="11652" y="61552"/>
                </a:lnTo>
                <a:lnTo>
                  <a:pt x="11437" y="61166"/>
                </a:lnTo>
                <a:lnTo>
                  <a:pt x="11202" y="60793"/>
                </a:lnTo>
                <a:lnTo>
                  <a:pt x="10948" y="60431"/>
                </a:lnTo>
                <a:lnTo>
                  <a:pt x="10674" y="60084"/>
                </a:lnTo>
                <a:lnTo>
                  <a:pt x="10382" y="59751"/>
                </a:lnTo>
                <a:lnTo>
                  <a:pt x="10073" y="59435"/>
                </a:lnTo>
                <a:lnTo>
                  <a:pt x="9749" y="59136"/>
                </a:lnTo>
                <a:lnTo>
                  <a:pt x="9408" y="58855"/>
                </a:lnTo>
                <a:lnTo>
                  <a:pt x="9054" y="58594"/>
                </a:lnTo>
                <a:lnTo>
                  <a:pt x="8686" y="58353"/>
                </a:lnTo>
                <a:lnTo>
                  <a:pt x="8306" y="58134"/>
                </a:lnTo>
                <a:lnTo>
                  <a:pt x="7915" y="57937"/>
                </a:lnTo>
                <a:lnTo>
                  <a:pt x="7513" y="57765"/>
                </a:lnTo>
                <a:lnTo>
                  <a:pt x="7101" y="57617"/>
                </a:lnTo>
                <a:lnTo>
                  <a:pt x="6681" y="57496"/>
                </a:lnTo>
                <a:lnTo>
                  <a:pt x="6253" y="57402"/>
                </a:lnTo>
                <a:lnTo>
                  <a:pt x="5825" y="57337"/>
                </a:lnTo>
                <a:lnTo>
                  <a:pt x="5404" y="57303"/>
                </a:lnTo>
                <a:lnTo>
                  <a:pt x="4993" y="57298"/>
                </a:lnTo>
                <a:lnTo>
                  <a:pt x="4590" y="57321"/>
                </a:lnTo>
                <a:lnTo>
                  <a:pt x="4199" y="57372"/>
                </a:lnTo>
                <a:lnTo>
                  <a:pt x="3819" y="57451"/>
                </a:lnTo>
                <a:lnTo>
                  <a:pt x="3451" y="57555"/>
                </a:lnTo>
                <a:lnTo>
                  <a:pt x="3097" y="57685"/>
                </a:lnTo>
                <a:lnTo>
                  <a:pt x="2757" y="57840"/>
                </a:lnTo>
                <a:lnTo>
                  <a:pt x="2432" y="58019"/>
                </a:lnTo>
                <a:lnTo>
                  <a:pt x="2123" y="58221"/>
                </a:lnTo>
                <a:lnTo>
                  <a:pt x="1831" y="58445"/>
                </a:lnTo>
                <a:lnTo>
                  <a:pt x="1558" y="58691"/>
                </a:lnTo>
                <a:lnTo>
                  <a:pt x="1303" y="58958"/>
                </a:lnTo>
                <a:lnTo>
                  <a:pt x="1068" y="59245"/>
                </a:lnTo>
                <a:lnTo>
                  <a:pt x="854" y="59551"/>
                </a:lnTo>
                <a:lnTo>
                  <a:pt x="661" y="59875"/>
                </a:lnTo>
                <a:lnTo>
                  <a:pt x="491" y="60218"/>
                </a:lnTo>
                <a:lnTo>
                  <a:pt x="345" y="60577"/>
                </a:lnTo>
                <a:lnTo>
                  <a:pt x="223" y="60953"/>
                </a:lnTo>
                <a:lnTo>
                  <a:pt x="127" y="61344"/>
                </a:lnTo>
                <a:lnTo>
                  <a:pt x="57" y="61750"/>
                </a:lnTo>
                <a:lnTo>
                  <a:pt x="14" y="62169"/>
                </a:lnTo>
                <a:lnTo>
                  <a:pt x="0" y="62602"/>
                </a:lnTo>
                <a:lnTo>
                  <a:pt x="0" y="85099"/>
                </a:lnTo>
                <a:lnTo>
                  <a:pt x="14" y="85537"/>
                </a:lnTo>
                <a:lnTo>
                  <a:pt x="57" y="85973"/>
                </a:lnTo>
                <a:lnTo>
                  <a:pt x="127" y="86404"/>
                </a:lnTo>
                <a:lnTo>
                  <a:pt x="223" y="86831"/>
                </a:lnTo>
                <a:lnTo>
                  <a:pt x="345" y="87252"/>
                </a:lnTo>
                <a:lnTo>
                  <a:pt x="491" y="87666"/>
                </a:lnTo>
                <a:lnTo>
                  <a:pt x="661" y="88071"/>
                </a:lnTo>
                <a:lnTo>
                  <a:pt x="854" y="88467"/>
                </a:lnTo>
                <a:lnTo>
                  <a:pt x="1068" y="88853"/>
                </a:lnTo>
                <a:lnTo>
                  <a:pt x="1303" y="89227"/>
                </a:lnTo>
                <a:lnTo>
                  <a:pt x="1558" y="89588"/>
                </a:lnTo>
                <a:lnTo>
                  <a:pt x="1831" y="89935"/>
                </a:lnTo>
                <a:lnTo>
                  <a:pt x="2123" y="90268"/>
                </a:lnTo>
                <a:lnTo>
                  <a:pt x="2432" y="90584"/>
                </a:lnTo>
                <a:lnTo>
                  <a:pt x="2757" y="90883"/>
                </a:lnTo>
                <a:lnTo>
                  <a:pt x="3097" y="91164"/>
                </a:lnTo>
                <a:lnTo>
                  <a:pt x="3451" y="91426"/>
                </a:lnTo>
                <a:lnTo>
                  <a:pt x="3819" y="91667"/>
                </a:lnTo>
                <a:lnTo>
                  <a:pt x="4199" y="91886"/>
                </a:lnTo>
                <a:lnTo>
                  <a:pt x="4590" y="92082"/>
                </a:lnTo>
                <a:lnTo>
                  <a:pt x="4993" y="92255"/>
                </a:lnTo>
                <a:lnTo>
                  <a:pt x="5404" y="92402"/>
                </a:lnTo>
                <a:lnTo>
                  <a:pt x="5825" y="92523"/>
                </a:lnTo>
                <a:lnTo>
                  <a:pt x="6253" y="92617"/>
                </a:lnTo>
                <a:lnTo>
                  <a:pt x="6681" y="92682"/>
                </a:lnTo>
                <a:lnTo>
                  <a:pt x="7101" y="92717"/>
                </a:lnTo>
                <a:lnTo>
                  <a:pt x="7513" y="92722"/>
                </a:lnTo>
                <a:lnTo>
                  <a:pt x="7915" y="92698"/>
                </a:lnTo>
                <a:lnTo>
                  <a:pt x="8306" y="92647"/>
                </a:lnTo>
                <a:lnTo>
                  <a:pt x="8686" y="92569"/>
                </a:lnTo>
                <a:lnTo>
                  <a:pt x="9054" y="92464"/>
                </a:lnTo>
                <a:lnTo>
                  <a:pt x="9408" y="92334"/>
                </a:lnTo>
                <a:lnTo>
                  <a:pt x="9749" y="92179"/>
                </a:lnTo>
                <a:lnTo>
                  <a:pt x="10073" y="92000"/>
                </a:lnTo>
                <a:lnTo>
                  <a:pt x="10382" y="91799"/>
                </a:lnTo>
                <a:lnTo>
                  <a:pt x="10674" y="91574"/>
                </a:lnTo>
                <a:lnTo>
                  <a:pt x="10948" y="91328"/>
                </a:lnTo>
                <a:lnTo>
                  <a:pt x="11202" y="91061"/>
                </a:lnTo>
                <a:lnTo>
                  <a:pt x="11437" y="90775"/>
                </a:lnTo>
                <a:lnTo>
                  <a:pt x="11652" y="90468"/>
                </a:lnTo>
                <a:lnTo>
                  <a:pt x="11844" y="90144"/>
                </a:lnTo>
                <a:lnTo>
                  <a:pt x="12014" y="89801"/>
                </a:lnTo>
                <a:lnTo>
                  <a:pt x="12160" y="89442"/>
                </a:lnTo>
                <a:lnTo>
                  <a:pt x="12282" y="89066"/>
                </a:lnTo>
                <a:lnTo>
                  <a:pt x="12378" y="88675"/>
                </a:lnTo>
                <a:lnTo>
                  <a:pt x="12448" y="88269"/>
                </a:lnTo>
                <a:lnTo>
                  <a:pt x="12491" y="87850"/>
                </a:lnTo>
                <a:lnTo>
                  <a:pt x="12505" y="87417"/>
                </a:lnTo>
                <a:lnTo>
                  <a:pt x="12505" y="64920"/>
                </a:lnTo>
                <a:lnTo>
                  <a:pt x="12491" y="64482"/>
                </a:lnTo>
                <a:lnTo>
                  <a:pt x="12448" y="64046"/>
                </a:lnTo>
                <a:lnTo>
                  <a:pt x="12378" y="63615"/>
                </a:lnTo>
                <a:lnTo>
                  <a:pt x="12282" y="63188"/>
                </a:lnTo>
                <a:lnTo>
                  <a:pt x="12160" y="62767"/>
                </a:lnTo>
                <a:lnTo>
                  <a:pt x="12014" y="62354"/>
                </a:lnTo>
                <a:close/>
                <a:moveTo>
                  <a:pt x="12014" y="129845"/>
                </a:moveTo>
                <a:lnTo>
                  <a:pt x="11844" y="129440"/>
                </a:lnTo>
                <a:lnTo>
                  <a:pt x="11652" y="129044"/>
                </a:lnTo>
                <a:lnTo>
                  <a:pt x="11437" y="128658"/>
                </a:lnTo>
                <a:lnTo>
                  <a:pt x="11202" y="128284"/>
                </a:lnTo>
                <a:lnTo>
                  <a:pt x="10948" y="127923"/>
                </a:lnTo>
                <a:lnTo>
                  <a:pt x="10674" y="127575"/>
                </a:lnTo>
                <a:lnTo>
                  <a:pt x="10382" y="127243"/>
                </a:lnTo>
                <a:lnTo>
                  <a:pt x="10073" y="126927"/>
                </a:lnTo>
                <a:lnTo>
                  <a:pt x="9749" y="126627"/>
                </a:lnTo>
                <a:lnTo>
                  <a:pt x="9408" y="126347"/>
                </a:lnTo>
                <a:lnTo>
                  <a:pt x="9054" y="126085"/>
                </a:lnTo>
                <a:lnTo>
                  <a:pt x="8686" y="125844"/>
                </a:lnTo>
                <a:lnTo>
                  <a:pt x="8306" y="125625"/>
                </a:lnTo>
                <a:lnTo>
                  <a:pt x="7915" y="125429"/>
                </a:lnTo>
                <a:lnTo>
                  <a:pt x="7513" y="125256"/>
                </a:lnTo>
                <a:lnTo>
                  <a:pt x="7101" y="125109"/>
                </a:lnTo>
                <a:lnTo>
                  <a:pt x="6681" y="124987"/>
                </a:lnTo>
                <a:lnTo>
                  <a:pt x="6253" y="124893"/>
                </a:lnTo>
                <a:lnTo>
                  <a:pt x="5825" y="124829"/>
                </a:lnTo>
                <a:lnTo>
                  <a:pt x="5404" y="124794"/>
                </a:lnTo>
                <a:lnTo>
                  <a:pt x="4993" y="124789"/>
                </a:lnTo>
                <a:lnTo>
                  <a:pt x="4590" y="124813"/>
                </a:lnTo>
                <a:lnTo>
                  <a:pt x="4199" y="124864"/>
                </a:lnTo>
                <a:lnTo>
                  <a:pt x="3819" y="124942"/>
                </a:lnTo>
                <a:lnTo>
                  <a:pt x="3451" y="125047"/>
                </a:lnTo>
                <a:lnTo>
                  <a:pt x="3097" y="125177"/>
                </a:lnTo>
                <a:lnTo>
                  <a:pt x="2757" y="125332"/>
                </a:lnTo>
                <a:lnTo>
                  <a:pt x="2432" y="125510"/>
                </a:lnTo>
                <a:lnTo>
                  <a:pt x="2123" y="125712"/>
                </a:lnTo>
                <a:lnTo>
                  <a:pt x="1831" y="125937"/>
                </a:lnTo>
                <a:lnTo>
                  <a:pt x="1558" y="126183"/>
                </a:lnTo>
                <a:lnTo>
                  <a:pt x="1303" y="126449"/>
                </a:lnTo>
                <a:lnTo>
                  <a:pt x="1068" y="126736"/>
                </a:lnTo>
                <a:lnTo>
                  <a:pt x="854" y="127042"/>
                </a:lnTo>
                <a:lnTo>
                  <a:pt x="661" y="127367"/>
                </a:lnTo>
                <a:lnTo>
                  <a:pt x="491" y="127710"/>
                </a:lnTo>
                <a:lnTo>
                  <a:pt x="345" y="128069"/>
                </a:lnTo>
                <a:lnTo>
                  <a:pt x="223" y="128445"/>
                </a:lnTo>
                <a:lnTo>
                  <a:pt x="127" y="128836"/>
                </a:lnTo>
                <a:lnTo>
                  <a:pt x="57" y="129241"/>
                </a:lnTo>
                <a:lnTo>
                  <a:pt x="14" y="129661"/>
                </a:lnTo>
                <a:lnTo>
                  <a:pt x="0" y="130094"/>
                </a:lnTo>
                <a:lnTo>
                  <a:pt x="0" y="152591"/>
                </a:lnTo>
                <a:lnTo>
                  <a:pt x="14" y="153029"/>
                </a:lnTo>
                <a:lnTo>
                  <a:pt x="57" y="153464"/>
                </a:lnTo>
                <a:lnTo>
                  <a:pt x="127" y="153896"/>
                </a:lnTo>
                <a:lnTo>
                  <a:pt x="223" y="154323"/>
                </a:lnTo>
                <a:lnTo>
                  <a:pt x="345" y="154744"/>
                </a:lnTo>
                <a:lnTo>
                  <a:pt x="491" y="155157"/>
                </a:lnTo>
                <a:lnTo>
                  <a:pt x="661" y="155563"/>
                </a:lnTo>
                <a:lnTo>
                  <a:pt x="854" y="155959"/>
                </a:lnTo>
                <a:lnTo>
                  <a:pt x="1068" y="156344"/>
                </a:lnTo>
                <a:lnTo>
                  <a:pt x="1303" y="156718"/>
                </a:lnTo>
                <a:lnTo>
                  <a:pt x="1558" y="157080"/>
                </a:lnTo>
                <a:lnTo>
                  <a:pt x="1831" y="157427"/>
                </a:lnTo>
                <a:lnTo>
                  <a:pt x="2123" y="157759"/>
                </a:lnTo>
                <a:lnTo>
                  <a:pt x="2432" y="158076"/>
                </a:lnTo>
                <a:lnTo>
                  <a:pt x="2757" y="158375"/>
                </a:lnTo>
                <a:lnTo>
                  <a:pt x="3097" y="158656"/>
                </a:lnTo>
                <a:lnTo>
                  <a:pt x="3451" y="158917"/>
                </a:lnTo>
                <a:lnTo>
                  <a:pt x="3819" y="159158"/>
                </a:lnTo>
                <a:lnTo>
                  <a:pt x="4199" y="159377"/>
                </a:lnTo>
                <a:lnTo>
                  <a:pt x="4590" y="159574"/>
                </a:lnTo>
                <a:lnTo>
                  <a:pt x="4993" y="159746"/>
                </a:lnTo>
                <a:lnTo>
                  <a:pt x="5404" y="159894"/>
                </a:lnTo>
                <a:lnTo>
                  <a:pt x="5825" y="160015"/>
                </a:lnTo>
                <a:lnTo>
                  <a:pt x="6253" y="160109"/>
                </a:lnTo>
                <a:lnTo>
                  <a:pt x="6681" y="160174"/>
                </a:lnTo>
                <a:lnTo>
                  <a:pt x="7101" y="160208"/>
                </a:lnTo>
                <a:lnTo>
                  <a:pt x="7513" y="160213"/>
                </a:lnTo>
                <a:lnTo>
                  <a:pt x="7915" y="160190"/>
                </a:lnTo>
                <a:lnTo>
                  <a:pt x="8306" y="160139"/>
                </a:lnTo>
                <a:lnTo>
                  <a:pt x="8686" y="160060"/>
                </a:lnTo>
                <a:lnTo>
                  <a:pt x="9054" y="159956"/>
                </a:lnTo>
                <a:lnTo>
                  <a:pt x="9408" y="159826"/>
                </a:lnTo>
                <a:lnTo>
                  <a:pt x="9749" y="159671"/>
                </a:lnTo>
                <a:lnTo>
                  <a:pt x="10073" y="159492"/>
                </a:lnTo>
                <a:lnTo>
                  <a:pt x="10382" y="159290"/>
                </a:lnTo>
                <a:lnTo>
                  <a:pt x="10674" y="159066"/>
                </a:lnTo>
                <a:lnTo>
                  <a:pt x="10948" y="158820"/>
                </a:lnTo>
                <a:lnTo>
                  <a:pt x="11202" y="158553"/>
                </a:lnTo>
                <a:lnTo>
                  <a:pt x="11437" y="158266"/>
                </a:lnTo>
                <a:lnTo>
                  <a:pt x="11652" y="157960"/>
                </a:lnTo>
                <a:lnTo>
                  <a:pt x="11844" y="157635"/>
                </a:lnTo>
                <a:lnTo>
                  <a:pt x="12014" y="157293"/>
                </a:lnTo>
                <a:lnTo>
                  <a:pt x="12160" y="156933"/>
                </a:lnTo>
                <a:lnTo>
                  <a:pt x="12282" y="156558"/>
                </a:lnTo>
                <a:lnTo>
                  <a:pt x="12378" y="156167"/>
                </a:lnTo>
                <a:lnTo>
                  <a:pt x="12448" y="155761"/>
                </a:lnTo>
                <a:lnTo>
                  <a:pt x="12491" y="155341"/>
                </a:lnTo>
                <a:lnTo>
                  <a:pt x="12505" y="154909"/>
                </a:lnTo>
                <a:lnTo>
                  <a:pt x="12505" y="132411"/>
                </a:lnTo>
                <a:lnTo>
                  <a:pt x="12491" y="131973"/>
                </a:lnTo>
                <a:lnTo>
                  <a:pt x="12448" y="131538"/>
                </a:lnTo>
                <a:lnTo>
                  <a:pt x="12378" y="131106"/>
                </a:lnTo>
                <a:lnTo>
                  <a:pt x="12282" y="130680"/>
                </a:lnTo>
                <a:lnTo>
                  <a:pt x="12160" y="130259"/>
                </a:lnTo>
                <a:lnTo>
                  <a:pt x="12014" y="129845"/>
                </a:lnTo>
                <a:close/>
                <a:moveTo>
                  <a:pt x="12014" y="197337"/>
                </a:moveTo>
                <a:lnTo>
                  <a:pt x="11844" y="196931"/>
                </a:lnTo>
                <a:lnTo>
                  <a:pt x="11652" y="196535"/>
                </a:lnTo>
                <a:lnTo>
                  <a:pt x="11437" y="196150"/>
                </a:lnTo>
                <a:lnTo>
                  <a:pt x="11202" y="195776"/>
                </a:lnTo>
                <a:lnTo>
                  <a:pt x="10948" y="195414"/>
                </a:lnTo>
                <a:lnTo>
                  <a:pt x="10674" y="195067"/>
                </a:lnTo>
                <a:lnTo>
                  <a:pt x="10382" y="194735"/>
                </a:lnTo>
                <a:lnTo>
                  <a:pt x="10073" y="194418"/>
                </a:lnTo>
                <a:lnTo>
                  <a:pt x="9749" y="194119"/>
                </a:lnTo>
                <a:lnTo>
                  <a:pt x="9408" y="193838"/>
                </a:lnTo>
                <a:lnTo>
                  <a:pt x="9054" y="193577"/>
                </a:lnTo>
                <a:lnTo>
                  <a:pt x="8686" y="193336"/>
                </a:lnTo>
                <a:lnTo>
                  <a:pt x="8306" y="193117"/>
                </a:lnTo>
                <a:lnTo>
                  <a:pt x="7915" y="192920"/>
                </a:lnTo>
                <a:lnTo>
                  <a:pt x="7513" y="192748"/>
                </a:lnTo>
                <a:lnTo>
                  <a:pt x="7101" y="192600"/>
                </a:lnTo>
                <a:lnTo>
                  <a:pt x="6681" y="192479"/>
                </a:lnTo>
                <a:lnTo>
                  <a:pt x="6253" y="192385"/>
                </a:lnTo>
                <a:lnTo>
                  <a:pt x="5825" y="192320"/>
                </a:lnTo>
                <a:lnTo>
                  <a:pt x="5404" y="192286"/>
                </a:lnTo>
                <a:lnTo>
                  <a:pt x="4993" y="192281"/>
                </a:lnTo>
                <a:lnTo>
                  <a:pt x="4590" y="192304"/>
                </a:lnTo>
                <a:lnTo>
                  <a:pt x="4199" y="192355"/>
                </a:lnTo>
                <a:lnTo>
                  <a:pt x="3819" y="192434"/>
                </a:lnTo>
                <a:lnTo>
                  <a:pt x="3451" y="192538"/>
                </a:lnTo>
                <a:lnTo>
                  <a:pt x="3097" y="192668"/>
                </a:lnTo>
                <a:lnTo>
                  <a:pt x="2757" y="192823"/>
                </a:lnTo>
                <a:lnTo>
                  <a:pt x="2432" y="193002"/>
                </a:lnTo>
                <a:lnTo>
                  <a:pt x="2123" y="193204"/>
                </a:lnTo>
                <a:lnTo>
                  <a:pt x="1831" y="193428"/>
                </a:lnTo>
                <a:lnTo>
                  <a:pt x="1558" y="193674"/>
                </a:lnTo>
                <a:lnTo>
                  <a:pt x="1303" y="193941"/>
                </a:lnTo>
                <a:lnTo>
                  <a:pt x="1068" y="194228"/>
                </a:lnTo>
                <a:lnTo>
                  <a:pt x="854" y="194534"/>
                </a:lnTo>
                <a:lnTo>
                  <a:pt x="661" y="194859"/>
                </a:lnTo>
                <a:lnTo>
                  <a:pt x="491" y="195201"/>
                </a:lnTo>
                <a:lnTo>
                  <a:pt x="345" y="195561"/>
                </a:lnTo>
                <a:lnTo>
                  <a:pt x="223" y="195936"/>
                </a:lnTo>
                <a:lnTo>
                  <a:pt x="127" y="196327"/>
                </a:lnTo>
                <a:lnTo>
                  <a:pt x="57" y="196733"/>
                </a:lnTo>
                <a:lnTo>
                  <a:pt x="14" y="197153"/>
                </a:lnTo>
                <a:lnTo>
                  <a:pt x="0" y="197585"/>
                </a:lnTo>
                <a:lnTo>
                  <a:pt x="0" y="208834"/>
                </a:lnTo>
                <a:lnTo>
                  <a:pt x="0" y="215193"/>
                </a:lnTo>
                <a:lnTo>
                  <a:pt x="6253" y="216352"/>
                </a:lnTo>
                <a:lnTo>
                  <a:pt x="17313" y="218402"/>
                </a:lnTo>
                <a:lnTo>
                  <a:pt x="17741" y="218467"/>
                </a:lnTo>
                <a:lnTo>
                  <a:pt x="18161" y="218501"/>
                </a:lnTo>
                <a:lnTo>
                  <a:pt x="18573" y="218506"/>
                </a:lnTo>
                <a:lnTo>
                  <a:pt x="18975" y="218483"/>
                </a:lnTo>
                <a:lnTo>
                  <a:pt x="19367" y="218432"/>
                </a:lnTo>
                <a:lnTo>
                  <a:pt x="19747" y="218353"/>
                </a:lnTo>
                <a:lnTo>
                  <a:pt x="20114" y="218249"/>
                </a:lnTo>
                <a:lnTo>
                  <a:pt x="20469" y="218119"/>
                </a:lnTo>
                <a:lnTo>
                  <a:pt x="20809" y="217964"/>
                </a:lnTo>
                <a:lnTo>
                  <a:pt x="21134" y="217785"/>
                </a:lnTo>
                <a:lnTo>
                  <a:pt x="21442" y="217583"/>
                </a:lnTo>
                <a:lnTo>
                  <a:pt x="21734" y="217359"/>
                </a:lnTo>
                <a:lnTo>
                  <a:pt x="22008" y="217113"/>
                </a:lnTo>
                <a:lnTo>
                  <a:pt x="22263" y="216846"/>
                </a:lnTo>
                <a:lnTo>
                  <a:pt x="22498" y="216559"/>
                </a:lnTo>
                <a:lnTo>
                  <a:pt x="22712" y="216253"/>
                </a:lnTo>
                <a:lnTo>
                  <a:pt x="22904" y="215928"/>
                </a:lnTo>
                <a:lnTo>
                  <a:pt x="23074" y="215586"/>
                </a:lnTo>
                <a:lnTo>
                  <a:pt x="23220" y="215226"/>
                </a:lnTo>
                <a:lnTo>
                  <a:pt x="23342" y="214851"/>
                </a:lnTo>
                <a:lnTo>
                  <a:pt x="23438" y="214460"/>
                </a:lnTo>
                <a:lnTo>
                  <a:pt x="23508" y="214054"/>
                </a:lnTo>
                <a:lnTo>
                  <a:pt x="23551" y="213634"/>
                </a:lnTo>
                <a:lnTo>
                  <a:pt x="23566" y="213202"/>
                </a:lnTo>
                <a:lnTo>
                  <a:pt x="23551" y="212764"/>
                </a:lnTo>
                <a:lnTo>
                  <a:pt x="23508" y="212328"/>
                </a:lnTo>
                <a:lnTo>
                  <a:pt x="23438" y="211896"/>
                </a:lnTo>
                <a:lnTo>
                  <a:pt x="23342" y="211470"/>
                </a:lnTo>
                <a:lnTo>
                  <a:pt x="23220" y="211049"/>
                </a:lnTo>
                <a:lnTo>
                  <a:pt x="23074" y="210635"/>
                </a:lnTo>
                <a:lnTo>
                  <a:pt x="22904" y="210230"/>
                </a:lnTo>
                <a:lnTo>
                  <a:pt x="22712" y="209834"/>
                </a:lnTo>
                <a:lnTo>
                  <a:pt x="22498" y="209448"/>
                </a:lnTo>
                <a:lnTo>
                  <a:pt x="22263" y="209074"/>
                </a:lnTo>
                <a:lnTo>
                  <a:pt x="22008" y="208713"/>
                </a:lnTo>
                <a:lnTo>
                  <a:pt x="21734" y="208366"/>
                </a:lnTo>
                <a:lnTo>
                  <a:pt x="21442" y="208033"/>
                </a:lnTo>
                <a:lnTo>
                  <a:pt x="21134" y="207717"/>
                </a:lnTo>
                <a:lnTo>
                  <a:pt x="20809" y="207418"/>
                </a:lnTo>
                <a:lnTo>
                  <a:pt x="20469" y="207137"/>
                </a:lnTo>
                <a:lnTo>
                  <a:pt x="20114" y="206875"/>
                </a:lnTo>
                <a:lnTo>
                  <a:pt x="19747" y="206634"/>
                </a:lnTo>
                <a:lnTo>
                  <a:pt x="19367" y="206415"/>
                </a:lnTo>
                <a:lnTo>
                  <a:pt x="18975" y="206219"/>
                </a:lnTo>
                <a:lnTo>
                  <a:pt x="18573" y="206046"/>
                </a:lnTo>
                <a:lnTo>
                  <a:pt x="18161" y="205899"/>
                </a:lnTo>
                <a:lnTo>
                  <a:pt x="17741" y="205778"/>
                </a:lnTo>
                <a:lnTo>
                  <a:pt x="17313" y="205684"/>
                </a:lnTo>
                <a:lnTo>
                  <a:pt x="12505" y="204793"/>
                </a:lnTo>
                <a:lnTo>
                  <a:pt x="12505" y="199903"/>
                </a:lnTo>
                <a:lnTo>
                  <a:pt x="12491" y="199465"/>
                </a:lnTo>
                <a:lnTo>
                  <a:pt x="12448" y="199030"/>
                </a:lnTo>
                <a:lnTo>
                  <a:pt x="12378" y="198598"/>
                </a:lnTo>
                <a:lnTo>
                  <a:pt x="12282" y="198171"/>
                </a:lnTo>
                <a:lnTo>
                  <a:pt x="12160" y="197750"/>
                </a:lnTo>
                <a:lnTo>
                  <a:pt x="12014" y="197337"/>
                </a:lnTo>
                <a:close/>
                <a:moveTo>
                  <a:pt x="59120" y="11457"/>
                </a:moveTo>
                <a:lnTo>
                  <a:pt x="58752" y="11562"/>
                </a:lnTo>
                <a:lnTo>
                  <a:pt x="58398" y="11692"/>
                </a:lnTo>
                <a:lnTo>
                  <a:pt x="58058" y="11846"/>
                </a:lnTo>
                <a:lnTo>
                  <a:pt x="57733" y="12025"/>
                </a:lnTo>
                <a:lnTo>
                  <a:pt x="57424" y="12227"/>
                </a:lnTo>
                <a:lnTo>
                  <a:pt x="57133" y="12451"/>
                </a:lnTo>
                <a:lnTo>
                  <a:pt x="56859" y="12697"/>
                </a:lnTo>
                <a:lnTo>
                  <a:pt x="56604" y="12964"/>
                </a:lnTo>
                <a:lnTo>
                  <a:pt x="56369" y="13251"/>
                </a:lnTo>
                <a:lnTo>
                  <a:pt x="56155" y="13557"/>
                </a:lnTo>
                <a:lnTo>
                  <a:pt x="55962" y="13882"/>
                </a:lnTo>
                <a:lnTo>
                  <a:pt x="55793" y="14224"/>
                </a:lnTo>
                <a:lnTo>
                  <a:pt x="55646" y="14584"/>
                </a:lnTo>
                <a:lnTo>
                  <a:pt x="55525" y="14960"/>
                </a:lnTo>
                <a:lnTo>
                  <a:pt x="55428" y="15351"/>
                </a:lnTo>
                <a:lnTo>
                  <a:pt x="55358" y="15756"/>
                </a:lnTo>
                <a:lnTo>
                  <a:pt x="55316" y="16176"/>
                </a:lnTo>
                <a:lnTo>
                  <a:pt x="55301" y="16609"/>
                </a:lnTo>
                <a:lnTo>
                  <a:pt x="55316" y="17047"/>
                </a:lnTo>
                <a:lnTo>
                  <a:pt x="55358" y="17482"/>
                </a:lnTo>
                <a:lnTo>
                  <a:pt x="55428" y="17914"/>
                </a:lnTo>
                <a:lnTo>
                  <a:pt x="55525" y="18341"/>
                </a:lnTo>
                <a:lnTo>
                  <a:pt x="55646" y="18761"/>
                </a:lnTo>
                <a:lnTo>
                  <a:pt x="55793" y="19175"/>
                </a:lnTo>
                <a:lnTo>
                  <a:pt x="55962" y="19580"/>
                </a:lnTo>
                <a:lnTo>
                  <a:pt x="56155" y="19976"/>
                </a:lnTo>
                <a:lnTo>
                  <a:pt x="56369" y="20362"/>
                </a:lnTo>
                <a:lnTo>
                  <a:pt x="56604" y="20736"/>
                </a:lnTo>
                <a:lnTo>
                  <a:pt x="56859" y="21097"/>
                </a:lnTo>
                <a:lnTo>
                  <a:pt x="57133" y="21445"/>
                </a:lnTo>
                <a:lnTo>
                  <a:pt x="57424" y="21777"/>
                </a:lnTo>
                <a:lnTo>
                  <a:pt x="57733" y="22093"/>
                </a:lnTo>
                <a:lnTo>
                  <a:pt x="58058" y="22393"/>
                </a:lnTo>
                <a:lnTo>
                  <a:pt x="58398" y="22673"/>
                </a:lnTo>
                <a:lnTo>
                  <a:pt x="58752" y="22935"/>
                </a:lnTo>
                <a:lnTo>
                  <a:pt x="59120" y="23176"/>
                </a:lnTo>
                <a:lnTo>
                  <a:pt x="59500" y="23395"/>
                </a:lnTo>
                <a:lnTo>
                  <a:pt x="59892" y="23591"/>
                </a:lnTo>
                <a:lnTo>
                  <a:pt x="60294" y="23764"/>
                </a:lnTo>
                <a:lnTo>
                  <a:pt x="60705" y="23911"/>
                </a:lnTo>
                <a:lnTo>
                  <a:pt x="61126" y="24033"/>
                </a:lnTo>
                <a:lnTo>
                  <a:pt x="61554" y="24127"/>
                </a:lnTo>
                <a:lnTo>
                  <a:pt x="83674" y="28226"/>
                </a:lnTo>
                <a:lnTo>
                  <a:pt x="84102" y="28291"/>
                </a:lnTo>
                <a:lnTo>
                  <a:pt x="84523" y="28326"/>
                </a:lnTo>
                <a:lnTo>
                  <a:pt x="84934" y="28331"/>
                </a:lnTo>
                <a:lnTo>
                  <a:pt x="85337" y="28307"/>
                </a:lnTo>
                <a:lnTo>
                  <a:pt x="85728" y="28256"/>
                </a:lnTo>
                <a:lnTo>
                  <a:pt x="86108" y="28178"/>
                </a:lnTo>
                <a:lnTo>
                  <a:pt x="86476" y="28073"/>
                </a:lnTo>
                <a:lnTo>
                  <a:pt x="86830" y="27943"/>
                </a:lnTo>
                <a:lnTo>
                  <a:pt x="87170" y="27788"/>
                </a:lnTo>
                <a:lnTo>
                  <a:pt x="87495" y="27610"/>
                </a:lnTo>
                <a:lnTo>
                  <a:pt x="87804" y="27408"/>
                </a:lnTo>
                <a:lnTo>
                  <a:pt x="88096" y="27183"/>
                </a:lnTo>
                <a:lnTo>
                  <a:pt x="88369" y="26937"/>
                </a:lnTo>
                <a:lnTo>
                  <a:pt x="88624" y="26671"/>
                </a:lnTo>
                <a:lnTo>
                  <a:pt x="88859" y="26384"/>
                </a:lnTo>
                <a:lnTo>
                  <a:pt x="89073" y="26077"/>
                </a:lnTo>
                <a:lnTo>
                  <a:pt x="89266" y="25753"/>
                </a:lnTo>
                <a:lnTo>
                  <a:pt x="89436" y="25410"/>
                </a:lnTo>
                <a:lnTo>
                  <a:pt x="89582" y="25051"/>
                </a:lnTo>
                <a:lnTo>
                  <a:pt x="89704" y="24675"/>
                </a:lnTo>
                <a:lnTo>
                  <a:pt x="89800" y="24284"/>
                </a:lnTo>
                <a:lnTo>
                  <a:pt x="89870" y="23878"/>
                </a:lnTo>
                <a:lnTo>
                  <a:pt x="89913" y="23459"/>
                </a:lnTo>
                <a:lnTo>
                  <a:pt x="89927" y="23026"/>
                </a:lnTo>
                <a:lnTo>
                  <a:pt x="89913" y="22588"/>
                </a:lnTo>
                <a:lnTo>
                  <a:pt x="89870" y="22153"/>
                </a:lnTo>
                <a:lnTo>
                  <a:pt x="89800" y="21721"/>
                </a:lnTo>
                <a:lnTo>
                  <a:pt x="89704" y="21294"/>
                </a:lnTo>
                <a:lnTo>
                  <a:pt x="89582" y="20873"/>
                </a:lnTo>
                <a:lnTo>
                  <a:pt x="89436" y="20460"/>
                </a:lnTo>
                <a:lnTo>
                  <a:pt x="89266" y="20054"/>
                </a:lnTo>
                <a:lnTo>
                  <a:pt x="89073" y="19658"/>
                </a:lnTo>
                <a:lnTo>
                  <a:pt x="88859" y="19273"/>
                </a:lnTo>
                <a:lnTo>
                  <a:pt x="88624" y="18899"/>
                </a:lnTo>
                <a:lnTo>
                  <a:pt x="88369" y="18538"/>
                </a:lnTo>
                <a:lnTo>
                  <a:pt x="88096" y="18190"/>
                </a:lnTo>
                <a:lnTo>
                  <a:pt x="87804" y="17858"/>
                </a:lnTo>
                <a:lnTo>
                  <a:pt x="87495" y="17541"/>
                </a:lnTo>
                <a:lnTo>
                  <a:pt x="87170" y="17242"/>
                </a:lnTo>
                <a:lnTo>
                  <a:pt x="86830" y="16961"/>
                </a:lnTo>
                <a:lnTo>
                  <a:pt x="86476" y="16700"/>
                </a:lnTo>
                <a:lnTo>
                  <a:pt x="86108" y="16459"/>
                </a:lnTo>
                <a:lnTo>
                  <a:pt x="85728" y="16240"/>
                </a:lnTo>
                <a:lnTo>
                  <a:pt x="85337" y="16043"/>
                </a:lnTo>
                <a:lnTo>
                  <a:pt x="84934" y="15871"/>
                </a:lnTo>
                <a:lnTo>
                  <a:pt x="84523" y="15723"/>
                </a:lnTo>
                <a:lnTo>
                  <a:pt x="84102" y="15602"/>
                </a:lnTo>
                <a:lnTo>
                  <a:pt x="83674" y="15508"/>
                </a:lnTo>
                <a:lnTo>
                  <a:pt x="61554" y="11408"/>
                </a:lnTo>
                <a:lnTo>
                  <a:pt x="61126" y="11344"/>
                </a:lnTo>
                <a:lnTo>
                  <a:pt x="60705" y="11309"/>
                </a:lnTo>
                <a:lnTo>
                  <a:pt x="60294" y="11304"/>
                </a:lnTo>
                <a:lnTo>
                  <a:pt x="59892" y="11327"/>
                </a:lnTo>
                <a:lnTo>
                  <a:pt x="59500" y="11379"/>
                </a:lnTo>
                <a:lnTo>
                  <a:pt x="59120" y="11457"/>
                </a:lnTo>
                <a:close/>
                <a:moveTo>
                  <a:pt x="125482" y="23756"/>
                </a:moveTo>
                <a:lnTo>
                  <a:pt x="125114" y="23861"/>
                </a:lnTo>
                <a:lnTo>
                  <a:pt x="124760" y="23991"/>
                </a:lnTo>
                <a:lnTo>
                  <a:pt x="124419" y="24146"/>
                </a:lnTo>
                <a:lnTo>
                  <a:pt x="124095" y="24325"/>
                </a:lnTo>
                <a:lnTo>
                  <a:pt x="123786" y="24527"/>
                </a:lnTo>
                <a:lnTo>
                  <a:pt x="123494" y="24751"/>
                </a:lnTo>
                <a:lnTo>
                  <a:pt x="123220" y="24997"/>
                </a:lnTo>
                <a:lnTo>
                  <a:pt x="122966" y="25264"/>
                </a:lnTo>
                <a:lnTo>
                  <a:pt x="122731" y="25550"/>
                </a:lnTo>
                <a:lnTo>
                  <a:pt x="122516" y="25857"/>
                </a:lnTo>
                <a:lnTo>
                  <a:pt x="122324" y="26181"/>
                </a:lnTo>
                <a:lnTo>
                  <a:pt x="122154" y="26524"/>
                </a:lnTo>
                <a:lnTo>
                  <a:pt x="122008" y="26883"/>
                </a:lnTo>
                <a:lnTo>
                  <a:pt x="121886" y="27259"/>
                </a:lnTo>
                <a:lnTo>
                  <a:pt x="121790" y="27650"/>
                </a:lnTo>
                <a:lnTo>
                  <a:pt x="121720" y="28056"/>
                </a:lnTo>
                <a:lnTo>
                  <a:pt x="121677" y="28475"/>
                </a:lnTo>
                <a:lnTo>
                  <a:pt x="121663" y="28908"/>
                </a:lnTo>
                <a:lnTo>
                  <a:pt x="121677" y="29346"/>
                </a:lnTo>
                <a:lnTo>
                  <a:pt x="121720" y="29781"/>
                </a:lnTo>
                <a:lnTo>
                  <a:pt x="121790" y="30213"/>
                </a:lnTo>
                <a:lnTo>
                  <a:pt x="121886" y="30640"/>
                </a:lnTo>
                <a:lnTo>
                  <a:pt x="122008" y="31061"/>
                </a:lnTo>
                <a:lnTo>
                  <a:pt x="122154" y="31474"/>
                </a:lnTo>
                <a:lnTo>
                  <a:pt x="122324" y="31880"/>
                </a:lnTo>
                <a:lnTo>
                  <a:pt x="122516" y="32276"/>
                </a:lnTo>
                <a:lnTo>
                  <a:pt x="122731" y="32661"/>
                </a:lnTo>
                <a:lnTo>
                  <a:pt x="122966" y="33035"/>
                </a:lnTo>
                <a:lnTo>
                  <a:pt x="123220" y="33397"/>
                </a:lnTo>
                <a:lnTo>
                  <a:pt x="123494" y="33744"/>
                </a:lnTo>
                <a:lnTo>
                  <a:pt x="123786" y="34076"/>
                </a:lnTo>
                <a:lnTo>
                  <a:pt x="124095" y="34393"/>
                </a:lnTo>
                <a:lnTo>
                  <a:pt x="124419" y="34692"/>
                </a:lnTo>
                <a:lnTo>
                  <a:pt x="124760" y="34973"/>
                </a:lnTo>
                <a:lnTo>
                  <a:pt x="125114" y="35234"/>
                </a:lnTo>
                <a:lnTo>
                  <a:pt x="125482" y="35475"/>
                </a:lnTo>
                <a:lnTo>
                  <a:pt x="125862" y="35694"/>
                </a:lnTo>
                <a:lnTo>
                  <a:pt x="126253" y="35891"/>
                </a:lnTo>
                <a:lnTo>
                  <a:pt x="126655" y="36063"/>
                </a:lnTo>
                <a:lnTo>
                  <a:pt x="127067" y="36211"/>
                </a:lnTo>
                <a:lnTo>
                  <a:pt x="127487" y="36332"/>
                </a:lnTo>
                <a:lnTo>
                  <a:pt x="127915" y="36426"/>
                </a:lnTo>
                <a:lnTo>
                  <a:pt x="150036" y="40526"/>
                </a:lnTo>
                <a:lnTo>
                  <a:pt x="150464" y="40590"/>
                </a:lnTo>
                <a:lnTo>
                  <a:pt x="150884" y="40625"/>
                </a:lnTo>
                <a:lnTo>
                  <a:pt x="151296" y="40630"/>
                </a:lnTo>
                <a:lnTo>
                  <a:pt x="151698" y="40607"/>
                </a:lnTo>
                <a:lnTo>
                  <a:pt x="152090" y="40555"/>
                </a:lnTo>
                <a:lnTo>
                  <a:pt x="152470" y="40477"/>
                </a:lnTo>
                <a:lnTo>
                  <a:pt x="152837" y="40373"/>
                </a:lnTo>
                <a:lnTo>
                  <a:pt x="153192" y="40242"/>
                </a:lnTo>
                <a:lnTo>
                  <a:pt x="153532" y="40088"/>
                </a:lnTo>
                <a:lnTo>
                  <a:pt x="153857" y="39909"/>
                </a:lnTo>
                <a:lnTo>
                  <a:pt x="154165" y="39707"/>
                </a:lnTo>
                <a:lnTo>
                  <a:pt x="154457" y="39483"/>
                </a:lnTo>
                <a:lnTo>
                  <a:pt x="154731" y="39237"/>
                </a:lnTo>
                <a:lnTo>
                  <a:pt x="154986" y="38970"/>
                </a:lnTo>
                <a:lnTo>
                  <a:pt x="155221" y="38683"/>
                </a:lnTo>
                <a:lnTo>
                  <a:pt x="155435" y="38377"/>
                </a:lnTo>
                <a:lnTo>
                  <a:pt x="155627" y="38052"/>
                </a:lnTo>
                <a:lnTo>
                  <a:pt x="155797" y="37710"/>
                </a:lnTo>
                <a:lnTo>
                  <a:pt x="155943" y="37350"/>
                </a:lnTo>
                <a:lnTo>
                  <a:pt x="156065" y="36975"/>
                </a:lnTo>
                <a:lnTo>
                  <a:pt x="156161" y="36584"/>
                </a:lnTo>
                <a:lnTo>
                  <a:pt x="156231" y="36178"/>
                </a:lnTo>
                <a:lnTo>
                  <a:pt x="156274" y="35758"/>
                </a:lnTo>
                <a:lnTo>
                  <a:pt x="156288" y="35326"/>
                </a:lnTo>
                <a:lnTo>
                  <a:pt x="156274" y="34887"/>
                </a:lnTo>
                <a:lnTo>
                  <a:pt x="156231" y="34452"/>
                </a:lnTo>
                <a:lnTo>
                  <a:pt x="156161" y="34020"/>
                </a:lnTo>
                <a:lnTo>
                  <a:pt x="156065" y="33594"/>
                </a:lnTo>
                <a:lnTo>
                  <a:pt x="155943" y="33173"/>
                </a:lnTo>
                <a:lnTo>
                  <a:pt x="155797" y="32759"/>
                </a:lnTo>
                <a:lnTo>
                  <a:pt x="155627" y="32354"/>
                </a:lnTo>
                <a:lnTo>
                  <a:pt x="155435" y="31958"/>
                </a:lnTo>
                <a:lnTo>
                  <a:pt x="155221" y="31572"/>
                </a:lnTo>
                <a:lnTo>
                  <a:pt x="154986" y="31198"/>
                </a:lnTo>
                <a:lnTo>
                  <a:pt x="154731" y="30837"/>
                </a:lnTo>
                <a:lnTo>
                  <a:pt x="154457" y="30490"/>
                </a:lnTo>
                <a:lnTo>
                  <a:pt x="154165" y="30157"/>
                </a:lnTo>
                <a:lnTo>
                  <a:pt x="153857" y="29841"/>
                </a:lnTo>
                <a:lnTo>
                  <a:pt x="153532" y="29542"/>
                </a:lnTo>
                <a:lnTo>
                  <a:pt x="153192" y="29261"/>
                </a:lnTo>
                <a:lnTo>
                  <a:pt x="152837" y="28999"/>
                </a:lnTo>
                <a:lnTo>
                  <a:pt x="152470" y="28758"/>
                </a:lnTo>
                <a:lnTo>
                  <a:pt x="152090" y="28539"/>
                </a:lnTo>
                <a:lnTo>
                  <a:pt x="151698" y="28343"/>
                </a:lnTo>
                <a:lnTo>
                  <a:pt x="151296" y="28170"/>
                </a:lnTo>
                <a:lnTo>
                  <a:pt x="150884" y="28023"/>
                </a:lnTo>
                <a:lnTo>
                  <a:pt x="150464" y="27902"/>
                </a:lnTo>
                <a:lnTo>
                  <a:pt x="150036" y="27808"/>
                </a:lnTo>
                <a:lnTo>
                  <a:pt x="127915" y="23708"/>
                </a:lnTo>
                <a:lnTo>
                  <a:pt x="127487" y="23643"/>
                </a:lnTo>
                <a:lnTo>
                  <a:pt x="127067" y="23609"/>
                </a:lnTo>
                <a:lnTo>
                  <a:pt x="126655" y="23603"/>
                </a:lnTo>
                <a:lnTo>
                  <a:pt x="126253" y="23627"/>
                </a:lnTo>
                <a:lnTo>
                  <a:pt x="125862" y="23678"/>
                </a:lnTo>
                <a:lnTo>
                  <a:pt x="125482" y="23756"/>
                </a:lnTo>
                <a:close/>
                <a:moveTo>
                  <a:pt x="191843" y="36056"/>
                </a:moveTo>
                <a:lnTo>
                  <a:pt x="191475" y="36160"/>
                </a:lnTo>
                <a:lnTo>
                  <a:pt x="191121" y="36290"/>
                </a:lnTo>
                <a:lnTo>
                  <a:pt x="190781" y="36445"/>
                </a:lnTo>
                <a:lnTo>
                  <a:pt x="190456" y="36624"/>
                </a:lnTo>
                <a:lnTo>
                  <a:pt x="190147" y="36826"/>
                </a:lnTo>
                <a:lnTo>
                  <a:pt x="189856" y="37050"/>
                </a:lnTo>
                <a:lnTo>
                  <a:pt x="189582" y="37296"/>
                </a:lnTo>
                <a:lnTo>
                  <a:pt x="189327" y="37563"/>
                </a:lnTo>
                <a:lnTo>
                  <a:pt x="189092" y="37850"/>
                </a:lnTo>
                <a:lnTo>
                  <a:pt x="188878" y="38156"/>
                </a:lnTo>
                <a:lnTo>
                  <a:pt x="188685" y="38481"/>
                </a:lnTo>
                <a:lnTo>
                  <a:pt x="188516" y="38823"/>
                </a:lnTo>
                <a:lnTo>
                  <a:pt x="188369" y="39183"/>
                </a:lnTo>
                <a:lnTo>
                  <a:pt x="188248" y="39558"/>
                </a:lnTo>
                <a:lnTo>
                  <a:pt x="188151" y="39949"/>
                </a:lnTo>
                <a:lnTo>
                  <a:pt x="188081" y="40355"/>
                </a:lnTo>
                <a:lnTo>
                  <a:pt x="188039" y="40775"/>
                </a:lnTo>
                <a:lnTo>
                  <a:pt x="188024" y="41207"/>
                </a:lnTo>
                <a:lnTo>
                  <a:pt x="188039" y="41645"/>
                </a:lnTo>
                <a:lnTo>
                  <a:pt x="188081" y="42081"/>
                </a:lnTo>
                <a:lnTo>
                  <a:pt x="188151" y="42513"/>
                </a:lnTo>
                <a:lnTo>
                  <a:pt x="188248" y="42939"/>
                </a:lnTo>
                <a:lnTo>
                  <a:pt x="188369" y="43360"/>
                </a:lnTo>
                <a:lnTo>
                  <a:pt x="188516" y="43774"/>
                </a:lnTo>
                <a:lnTo>
                  <a:pt x="188685" y="44179"/>
                </a:lnTo>
                <a:lnTo>
                  <a:pt x="188878" y="44575"/>
                </a:lnTo>
                <a:lnTo>
                  <a:pt x="189092" y="44961"/>
                </a:lnTo>
                <a:lnTo>
                  <a:pt x="189327" y="45335"/>
                </a:lnTo>
                <a:lnTo>
                  <a:pt x="189582" y="45696"/>
                </a:lnTo>
                <a:lnTo>
                  <a:pt x="189856" y="46043"/>
                </a:lnTo>
                <a:lnTo>
                  <a:pt x="190147" y="46376"/>
                </a:lnTo>
                <a:lnTo>
                  <a:pt x="190456" y="46692"/>
                </a:lnTo>
                <a:lnTo>
                  <a:pt x="190781" y="46991"/>
                </a:lnTo>
                <a:lnTo>
                  <a:pt x="191121" y="47272"/>
                </a:lnTo>
                <a:lnTo>
                  <a:pt x="191475" y="47534"/>
                </a:lnTo>
                <a:lnTo>
                  <a:pt x="191843" y="47775"/>
                </a:lnTo>
                <a:lnTo>
                  <a:pt x="192223" y="47994"/>
                </a:lnTo>
                <a:lnTo>
                  <a:pt x="192615" y="48190"/>
                </a:lnTo>
                <a:lnTo>
                  <a:pt x="193017" y="48363"/>
                </a:lnTo>
                <a:lnTo>
                  <a:pt x="193428" y="48510"/>
                </a:lnTo>
                <a:lnTo>
                  <a:pt x="193849" y="48631"/>
                </a:lnTo>
                <a:lnTo>
                  <a:pt x="194277" y="48725"/>
                </a:lnTo>
                <a:lnTo>
                  <a:pt x="199084" y="49616"/>
                </a:lnTo>
                <a:lnTo>
                  <a:pt x="199084" y="54506"/>
                </a:lnTo>
                <a:lnTo>
                  <a:pt x="199099" y="54944"/>
                </a:lnTo>
                <a:lnTo>
                  <a:pt x="199141" y="55379"/>
                </a:lnTo>
                <a:lnTo>
                  <a:pt x="199211" y="55811"/>
                </a:lnTo>
                <a:lnTo>
                  <a:pt x="199308" y="56238"/>
                </a:lnTo>
                <a:lnTo>
                  <a:pt x="199430" y="56659"/>
                </a:lnTo>
                <a:lnTo>
                  <a:pt x="199576" y="57072"/>
                </a:lnTo>
                <a:lnTo>
                  <a:pt x="199746" y="57478"/>
                </a:lnTo>
                <a:lnTo>
                  <a:pt x="199938" y="57874"/>
                </a:lnTo>
                <a:lnTo>
                  <a:pt x="200152" y="58259"/>
                </a:lnTo>
                <a:lnTo>
                  <a:pt x="200387" y="58633"/>
                </a:lnTo>
                <a:lnTo>
                  <a:pt x="200642" y="58995"/>
                </a:lnTo>
                <a:lnTo>
                  <a:pt x="200916" y="59342"/>
                </a:lnTo>
                <a:lnTo>
                  <a:pt x="201207" y="59674"/>
                </a:lnTo>
                <a:lnTo>
                  <a:pt x="201516" y="59991"/>
                </a:lnTo>
                <a:lnTo>
                  <a:pt x="201841" y="60290"/>
                </a:lnTo>
                <a:lnTo>
                  <a:pt x="202181" y="60571"/>
                </a:lnTo>
                <a:lnTo>
                  <a:pt x="202536" y="60832"/>
                </a:lnTo>
                <a:lnTo>
                  <a:pt x="202903" y="61073"/>
                </a:lnTo>
                <a:lnTo>
                  <a:pt x="203283" y="61292"/>
                </a:lnTo>
                <a:lnTo>
                  <a:pt x="203675" y="61489"/>
                </a:lnTo>
                <a:lnTo>
                  <a:pt x="204077" y="61661"/>
                </a:lnTo>
                <a:lnTo>
                  <a:pt x="204489" y="61809"/>
                </a:lnTo>
                <a:lnTo>
                  <a:pt x="204909" y="61930"/>
                </a:lnTo>
                <a:lnTo>
                  <a:pt x="205337" y="62024"/>
                </a:lnTo>
                <a:lnTo>
                  <a:pt x="205765" y="62089"/>
                </a:lnTo>
                <a:lnTo>
                  <a:pt x="206185" y="62123"/>
                </a:lnTo>
                <a:lnTo>
                  <a:pt x="206597" y="62128"/>
                </a:lnTo>
                <a:lnTo>
                  <a:pt x="206999" y="62105"/>
                </a:lnTo>
                <a:lnTo>
                  <a:pt x="207391" y="62054"/>
                </a:lnTo>
                <a:lnTo>
                  <a:pt x="207771" y="61975"/>
                </a:lnTo>
                <a:lnTo>
                  <a:pt x="208139" y="61871"/>
                </a:lnTo>
                <a:lnTo>
                  <a:pt x="208493" y="61741"/>
                </a:lnTo>
                <a:lnTo>
                  <a:pt x="208833" y="61586"/>
                </a:lnTo>
                <a:lnTo>
                  <a:pt x="209158" y="61407"/>
                </a:lnTo>
                <a:lnTo>
                  <a:pt x="209467" y="61205"/>
                </a:lnTo>
                <a:lnTo>
                  <a:pt x="209758" y="60981"/>
                </a:lnTo>
                <a:lnTo>
                  <a:pt x="210032" y="60735"/>
                </a:lnTo>
                <a:lnTo>
                  <a:pt x="210287" y="60468"/>
                </a:lnTo>
                <a:lnTo>
                  <a:pt x="210522" y="60181"/>
                </a:lnTo>
                <a:lnTo>
                  <a:pt x="210736" y="59875"/>
                </a:lnTo>
                <a:lnTo>
                  <a:pt x="210928" y="59550"/>
                </a:lnTo>
                <a:lnTo>
                  <a:pt x="211098" y="59208"/>
                </a:lnTo>
                <a:lnTo>
                  <a:pt x="211245" y="58848"/>
                </a:lnTo>
                <a:lnTo>
                  <a:pt x="211366" y="58473"/>
                </a:lnTo>
                <a:lnTo>
                  <a:pt x="211463" y="58082"/>
                </a:lnTo>
                <a:lnTo>
                  <a:pt x="211533" y="57676"/>
                </a:lnTo>
                <a:lnTo>
                  <a:pt x="211575" y="57256"/>
                </a:lnTo>
                <a:lnTo>
                  <a:pt x="211590" y="56824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194277" y="36007"/>
                </a:lnTo>
                <a:lnTo>
                  <a:pt x="193849" y="35942"/>
                </a:lnTo>
                <a:lnTo>
                  <a:pt x="193428" y="35908"/>
                </a:lnTo>
                <a:lnTo>
                  <a:pt x="193017" y="35903"/>
                </a:lnTo>
                <a:lnTo>
                  <a:pt x="192615" y="35926"/>
                </a:lnTo>
                <a:lnTo>
                  <a:pt x="192223" y="35978"/>
                </a:lnTo>
                <a:lnTo>
                  <a:pt x="191843" y="36056"/>
                </a:lnTo>
                <a:close/>
                <a:moveTo>
                  <a:pt x="59120" y="213932"/>
                </a:moveTo>
                <a:lnTo>
                  <a:pt x="58752" y="214036"/>
                </a:lnTo>
                <a:lnTo>
                  <a:pt x="58398" y="214167"/>
                </a:lnTo>
                <a:lnTo>
                  <a:pt x="58058" y="214321"/>
                </a:lnTo>
                <a:lnTo>
                  <a:pt x="57733" y="214500"/>
                </a:lnTo>
                <a:lnTo>
                  <a:pt x="57424" y="214702"/>
                </a:lnTo>
                <a:lnTo>
                  <a:pt x="57133" y="214926"/>
                </a:lnTo>
                <a:lnTo>
                  <a:pt x="56859" y="215172"/>
                </a:lnTo>
                <a:lnTo>
                  <a:pt x="56604" y="215439"/>
                </a:lnTo>
                <a:lnTo>
                  <a:pt x="56369" y="215726"/>
                </a:lnTo>
                <a:lnTo>
                  <a:pt x="56155" y="216032"/>
                </a:lnTo>
                <a:lnTo>
                  <a:pt x="55962" y="216357"/>
                </a:lnTo>
                <a:lnTo>
                  <a:pt x="55793" y="216699"/>
                </a:lnTo>
                <a:lnTo>
                  <a:pt x="55646" y="217059"/>
                </a:lnTo>
                <a:lnTo>
                  <a:pt x="55525" y="217434"/>
                </a:lnTo>
                <a:lnTo>
                  <a:pt x="55428" y="217825"/>
                </a:lnTo>
                <a:lnTo>
                  <a:pt x="55358" y="218231"/>
                </a:lnTo>
                <a:lnTo>
                  <a:pt x="55316" y="218651"/>
                </a:lnTo>
                <a:lnTo>
                  <a:pt x="55301" y="219083"/>
                </a:lnTo>
                <a:lnTo>
                  <a:pt x="55316" y="219522"/>
                </a:lnTo>
                <a:lnTo>
                  <a:pt x="55358" y="219957"/>
                </a:lnTo>
                <a:lnTo>
                  <a:pt x="55428" y="220389"/>
                </a:lnTo>
                <a:lnTo>
                  <a:pt x="55525" y="220815"/>
                </a:lnTo>
                <a:lnTo>
                  <a:pt x="55646" y="221236"/>
                </a:lnTo>
                <a:lnTo>
                  <a:pt x="55793" y="221650"/>
                </a:lnTo>
                <a:lnTo>
                  <a:pt x="55962" y="222055"/>
                </a:lnTo>
                <a:lnTo>
                  <a:pt x="56155" y="222451"/>
                </a:lnTo>
                <a:lnTo>
                  <a:pt x="56369" y="222837"/>
                </a:lnTo>
                <a:lnTo>
                  <a:pt x="56604" y="223211"/>
                </a:lnTo>
                <a:lnTo>
                  <a:pt x="56859" y="223572"/>
                </a:lnTo>
                <a:lnTo>
                  <a:pt x="57133" y="223919"/>
                </a:lnTo>
                <a:lnTo>
                  <a:pt x="57424" y="224252"/>
                </a:lnTo>
                <a:lnTo>
                  <a:pt x="57733" y="224568"/>
                </a:lnTo>
                <a:lnTo>
                  <a:pt x="58058" y="224867"/>
                </a:lnTo>
                <a:lnTo>
                  <a:pt x="58398" y="225148"/>
                </a:lnTo>
                <a:lnTo>
                  <a:pt x="58752" y="225410"/>
                </a:lnTo>
                <a:lnTo>
                  <a:pt x="59120" y="225651"/>
                </a:lnTo>
                <a:lnTo>
                  <a:pt x="59500" y="225870"/>
                </a:lnTo>
                <a:lnTo>
                  <a:pt x="59892" y="226066"/>
                </a:lnTo>
                <a:lnTo>
                  <a:pt x="60294" y="226239"/>
                </a:lnTo>
                <a:lnTo>
                  <a:pt x="60705" y="226386"/>
                </a:lnTo>
                <a:lnTo>
                  <a:pt x="61126" y="226507"/>
                </a:lnTo>
                <a:lnTo>
                  <a:pt x="61554" y="226601"/>
                </a:lnTo>
                <a:lnTo>
                  <a:pt x="83674" y="230701"/>
                </a:lnTo>
                <a:lnTo>
                  <a:pt x="84102" y="230766"/>
                </a:lnTo>
                <a:lnTo>
                  <a:pt x="84523" y="230800"/>
                </a:lnTo>
                <a:lnTo>
                  <a:pt x="84934" y="230806"/>
                </a:lnTo>
                <a:lnTo>
                  <a:pt x="85337" y="230782"/>
                </a:lnTo>
                <a:lnTo>
                  <a:pt x="85728" y="230731"/>
                </a:lnTo>
                <a:lnTo>
                  <a:pt x="86108" y="230653"/>
                </a:lnTo>
                <a:lnTo>
                  <a:pt x="86476" y="230548"/>
                </a:lnTo>
                <a:lnTo>
                  <a:pt x="86830" y="230418"/>
                </a:lnTo>
                <a:lnTo>
                  <a:pt x="87170" y="230263"/>
                </a:lnTo>
                <a:lnTo>
                  <a:pt x="87495" y="230084"/>
                </a:lnTo>
                <a:lnTo>
                  <a:pt x="87804" y="229882"/>
                </a:lnTo>
                <a:lnTo>
                  <a:pt x="88096" y="229658"/>
                </a:lnTo>
                <a:lnTo>
                  <a:pt x="88369" y="229412"/>
                </a:lnTo>
                <a:lnTo>
                  <a:pt x="88624" y="229145"/>
                </a:lnTo>
                <a:lnTo>
                  <a:pt x="88859" y="228859"/>
                </a:lnTo>
                <a:lnTo>
                  <a:pt x="89073" y="228552"/>
                </a:lnTo>
                <a:lnTo>
                  <a:pt x="89266" y="228228"/>
                </a:lnTo>
                <a:lnTo>
                  <a:pt x="89436" y="227885"/>
                </a:lnTo>
                <a:lnTo>
                  <a:pt x="89582" y="227526"/>
                </a:lnTo>
                <a:lnTo>
                  <a:pt x="89704" y="227150"/>
                </a:lnTo>
                <a:lnTo>
                  <a:pt x="89800" y="226759"/>
                </a:lnTo>
                <a:lnTo>
                  <a:pt x="89870" y="226353"/>
                </a:lnTo>
                <a:lnTo>
                  <a:pt x="89913" y="225934"/>
                </a:lnTo>
                <a:lnTo>
                  <a:pt x="89927" y="225501"/>
                </a:lnTo>
                <a:lnTo>
                  <a:pt x="89913" y="225063"/>
                </a:lnTo>
                <a:lnTo>
                  <a:pt x="89870" y="224628"/>
                </a:lnTo>
                <a:lnTo>
                  <a:pt x="89800" y="224196"/>
                </a:lnTo>
                <a:lnTo>
                  <a:pt x="89704" y="223769"/>
                </a:lnTo>
                <a:lnTo>
                  <a:pt x="89582" y="223348"/>
                </a:lnTo>
                <a:lnTo>
                  <a:pt x="89436" y="222935"/>
                </a:lnTo>
                <a:lnTo>
                  <a:pt x="89266" y="222529"/>
                </a:lnTo>
                <a:lnTo>
                  <a:pt x="89073" y="222133"/>
                </a:lnTo>
                <a:lnTo>
                  <a:pt x="88859" y="221748"/>
                </a:lnTo>
                <a:lnTo>
                  <a:pt x="88624" y="221374"/>
                </a:lnTo>
                <a:lnTo>
                  <a:pt x="88369" y="221012"/>
                </a:lnTo>
                <a:lnTo>
                  <a:pt x="88096" y="220665"/>
                </a:lnTo>
                <a:lnTo>
                  <a:pt x="87804" y="220333"/>
                </a:lnTo>
                <a:lnTo>
                  <a:pt x="87495" y="220016"/>
                </a:lnTo>
                <a:lnTo>
                  <a:pt x="87170" y="219717"/>
                </a:lnTo>
                <a:lnTo>
                  <a:pt x="86830" y="219436"/>
                </a:lnTo>
                <a:lnTo>
                  <a:pt x="86476" y="219175"/>
                </a:lnTo>
                <a:lnTo>
                  <a:pt x="86108" y="218934"/>
                </a:lnTo>
                <a:lnTo>
                  <a:pt x="85728" y="218715"/>
                </a:lnTo>
                <a:lnTo>
                  <a:pt x="85337" y="218518"/>
                </a:lnTo>
                <a:lnTo>
                  <a:pt x="84934" y="218346"/>
                </a:lnTo>
                <a:lnTo>
                  <a:pt x="84523" y="218198"/>
                </a:lnTo>
                <a:lnTo>
                  <a:pt x="84102" y="218077"/>
                </a:lnTo>
                <a:lnTo>
                  <a:pt x="83674" y="217983"/>
                </a:lnTo>
                <a:lnTo>
                  <a:pt x="61554" y="213883"/>
                </a:lnTo>
                <a:lnTo>
                  <a:pt x="61126" y="213819"/>
                </a:lnTo>
                <a:lnTo>
                  <a:pt x="60705" y="213784"/>
                </a:lnTo>
                <a:lnTo>
                  <a:pt x="60294" y="213779"/>
                </a:lnTo>
                <a:lnTo>
                  <a:pt x="59892" y="213802"/>
                </a:lnTo>
                <a:lnTo>
                  <a:pt x="59500" y="213854"/>
                </a:lnTo>
                <a:lnTo>
                  <a:pt x="59120" y="213932"/>
                </a:lnTo>
                <a:close/>
                <a:moveTo>
                  <a:pt x="125482" y="226231"/>
                </a:moveTo>
                <a:lnTo>
                  <a:pt x="125114" y="226336"/>
                </a:lnTo>
                <a:lnTo>
                  <a:pt x="124760" y="226466"/>
                </a:lnTo>
                <a:lnTo>
                  <a:pt x="124419" y="226621"/>
                </a:lnTo>
                <a:lnTo>
                  <a:pt x="124095" y="226799"/>
                </a:lnTo>
                <a:lnTo>
                  <a:pt x="123786" y="227001"/>
                </a:lnTo>
                <a:lnTo>
                  <a:pt x="123494" y="227226"/>
                </a:lnTo>
                <a:lnTo>
                  <a:pt x="123220" y="227472"/>
                </a:lnTo>
                <a:lnTo>
                  <a:pt x="122966" y="227738"/>
                </a:lnTo>
                <a:lnTo>
                  <a:pt x="122731" y="228025"/>
                </a:lnTo>
                <a:lnTo>
                  <a:pt x="122516" y="228332"/>
                </a:lnTo>
                <a:lnTo>
                  <a:pt x="122324" y="228656"/>
                </a:lnTo>
                <a:lnTo>
                  <a:pt x="122154" y="228999"/>
                </a:lnTo>
                <a:lnTo>
                  <a:pt x="122008" y="229358"/>
                </a:lnTo>
                <a:lnTo>
                  <a:pt x="121886" y="229734"/>
                </a:lnTo>
                <a:lnTo>
                  <a:pt x="121790" y="230125"/>
                </a:lnTo>
                <a:lnTo>
                  <a:pt x="121720" y="230531"/>
                </a:lnTo>
                <a:lnTo>
                  <a:pt x="121677" y="230950"/>
                </a:lnTo>
                <a:lnTo>
                  <a:pt x="121663" y="231383"/>
                </a:lnTo>
                <a:lnTo>
                  <a:pt x="121677" y="231821"/>
                </a:lnTo>
                <a:lnTo>
                  <a:pt x="121720" y="232256"/>
                </a:lnTo>
                <a:lnTo>
                  <a:pt x="121790" y="232688"/>
                </a:lnTo>
                <a:lnTo>
                  <a:pt x="121886" y="233115"/>
                </a:lnTo>
                <a:lnTo>
                  <a:pt x="122008" y="233536"/>
                </a:lnTo>
                <a:lnTo>
                  <a:pt x="122154" y="233949"/>
                </a:lnTo>
                <a:lnTo>
                  <a:pt x="122324" y="234355"/>
                </a:lnTo>
                <a:lnTo>
                  <a:pt x="122516" y="234751"/>
                </a:lnTo>
                <a:lnTo>
                  <a:pt x="122731" y="235136"/>
                </a:lnTo>
                <a:lnTo>
                  <a:pt x="122966" y="235510"/>
                </a:lnTo>
                <a:lnTo>
                  <a:pt x="123220" y="235871"/>
                </a:lnTo>
                <a:lnTo>
                  <a:pt x="123494" y="236219"/>
                </a:lnTo>
                <a:lnTo>
                  <a:pt x="123786" y="236551"/>
                </a:lnTo>
                <a:lnTo>
                  <a:pt x="124095" y="236868"/>
                </a:lnTo>
                <a:lnTo>
                  <a:pt x="124419" y="237167"/>
                </a:lnTo>
                <a:lnTo>
                  <a:pt x="124760" y="237448"/>
                </a:lnTo>
                <a:lnTo>
                  <a:pt x="125114" y="237709"/>
                </a:lnTo>
                <a:lnTo>
                  <a:pt x="125482" y="237950"/>
                </a:lnTo>
                <a:lnTo>
                  <a:pt x="125862" y="238169"/>
                </a:lnTo>
                <a:lnTo>
                  <a:pt x="126253" y="238366"/>
                </a:lnTo>
                <a:lnTo>
                  <a:pt x="126655" y="238538"/>
                </a:lnTo>
                <a:lnTo>
                  <a:pt x="127067" y="238686"/>
                </a:lnTo>
                <a:lnTo>
                  <a:pt x="127487" y="238807"/>
                </a:lnTo>
                <a:lnTo>
                  <a:pt x="127915" y="238901"/>
                </a:lnTo>
                <a:lnTo>
                  <a:pt x="150036" y="243001"/>
                </a:lnTo>
                <a:lnTo>
                  <a:pt x="150464" y="243065"/>
                </a:lnTo>
                <a:lnTo>
                  <a:pt x="150884" y="243100"/>
                </a:lnTo>
                <a:lnTo>
                  <a:pt x="151296" y="243105"/>
                </a:lnTo>
                <a:lnTo>
                  <a:pt x="151698" y="243082"/>
                </a:lnTo>
                <a:lnTo>
                  <a:pt x="152090" y="243030"/>
                </a:lnTo>
                <a:lnTo>
                  <a:pt x="152470" y="242952"/>
                </a:lnTo>
                <a:lnTo>
                  <a:pt x="152837" y="242847"/>
                </a:lnTo>
                <a:lnTo>
                  <a:pt x="153192" y="242717"/>
                </a:lnTo>
                <a:lnTo>
                  <a:pt x="153532" y="242563"/>
                </a:lnTo>
                <a:lnTo>
                  <a:pt x="153857" y="242384"/>
                </a:lnTo>
                <a:lnTo>
                  <a:pt x="154165" y="242182"/>
                </a:lnTo>
                <a:lnTo>
                  <a:pt x="154457" y="241958"/>
                </a:lnTo>
                <a:lnTo>
                  <a:pt x="154731" y="241712"/>
                </a:lnTo>
                <a:lnTo>
                  <a:pt x="154986" y="241445"/>
                </a:lnTo>
                <a:lnTo>
                  <a:pt x="155221" y="241158"/>
                </a:lnTo>
                <a:lnTo>
                  <a:pt x="155435" y="240852"/>
                </a:lnTo>
                <a:lnTo>
                  <a:pt x="155627" y="240527"/>
                </a:lnTo>
                <a:lnTo>
                  <a:pt x="155797" y="240185"/>
                </a:lnTo>
                <a:lnTo>
                  <a:pt x="155943" y="239825"/>
                </a:lnTo>
                <a:lnTo>
                  <a:pt x="156065" y="239449"/>
                </a:lnTo>
                <a:lnTo>
                  <a:pt x="156161" y="239058"/>
                </a:lnTo>
                <a:lnTo>
                  <a:pt x="156231" y="238653"/>
                </a:lnTo>
                <a:lnTo>
                  <a:pt x="156274" y="238233"/>
                </a:lnTo>
                <a:lnTo>
                  <a:pt x="156288" y="237800"/>
                </a:lnTo>
                <a:lnTo>
                  <a:pt x="156274" y="237362"/>
                </a:lnTo>
                <a:lnTo>
                  <a:pt x="156231" y="236927"/>
                </a:lnTo>
                <a:lnTo>
                  <a:pt x="156161" y="236495"/>
                </a:lnTo>
                <a:lnTo>
                  <a:pt x="156065" y="236068"/>
                </a:lnTo>
                <a:lnTo>
                  <a:pt x="155943" y="235648"/>
                </a:lnTo>
                <a:lnTo>
                  <a:pt x="155797" y="235234"/>
                </a:lnTo>
                <a:lnTo>
                  <a:pt x="155627" y="234829"/>
                </a:lnTo>
                <a:lnTo>
                  <a:pt x="155435" y="234433"/>
                </a:lnTo>
                <a:lnTo>
                  <a:pt x="155221" y="234047"/>
                </a:lnTo>
                <a:lnTo>
                  <a:pt x="154986" y="233673"/>
                </a:lnTo>
                <a:lnTo>
                  <a:pt x="154731" y="233312"/>
                </a:lnTo>
                <a:lnTo>
                  <a:pt x="154457" y="232964"/>
                </a:lnTo>
                <a:lnTo>
                  <a:pt x="154165" y="232632"/>
                </a:lnTo>
                <a:lnTo>
                  <a:pt x="153857" y="232316"/>
                </a:lnTo>
                <a:lnTo>
                  <a:pt x="153532" y="232016"/>
                </a:lnTo>
                <a:lnTo>
                  <a:pt x="153192" y="231736"/>
                </a:lnTo>
                <a:lnTo>
                  <a:pt x="152837" y="231474"/>
                </a:lnTo>
                <a:lnTo>
                  <a:pt x="152470" y="231233"/>
                </a:lnTo>
                <a:lnTo>
                  <a:pt x="152090" y="231014"/>
                </a:lnTo>
                <a:lnTo>
                  <a:pt x="151698" y="230818"/>
                </a:lnTo>
                <a:lnTo>
                  <a:pt x="151296" y="230645"/>
                </a:lnTo>
                <a:lnTo>
                  <a:pt x="150884" y="230498"/>
                </a:lnTo>
                <a:lnTo>
                  <a:pt x="150464" y="230376"/>
                </a:lnTo>
                <a:lnTo>
                  <a:pt x="150036" y="230282"/>
                </a:lnTo>
                <a:lnTo>
                  <a:pt x="127915" y="226183"/>
                </a:lnTo>
                <a:lnTo>
                  <a:pt x="127487" y="226118"/>
                </a:lnTo>
                <a:lnTo>
                  <a:pt x="127067" y="226083"/>
                </a:lnTo>
                <a:lnTo>
                  <a:pt x="126655" y="226078"/>
                </a:lnTo>
                <a:lnTo>
                  <a:pt x="126253" y="226102"/>
                </a:lnTo>
                <a:lnTo>
                  <a:pt x="125862" y="226153"/>
                </a:lnTo>
                <a:lnTo>
                  <a:pt x="125482" y="226231"/>
                </a:lnTo>
                <a:close/>
                <a:moveTo>
                  <a:pt x="191843" y="238531"/>
                </a:moveTo>
                <a:lnTo>
                  <a:pt x="191475" y="238635"/>
                </a:lnTo>
                <a:lnTo>
                  <a:pt x="191121" y="238765"/>
                </a:lnTo>
                <a:lnTo>
                  <a:pt x="190781" y="238920"/>
                </a:lnTo>
                <a:lnTo>
                  <a:pt x="190456" y="239099"/>
                </a:lnTo>
                <a:lnTo>
                  <a:pt x="190147" y="239301"/>
                </a:lnTo>
                <a:lnTo>
                  <a:pt x="189856" y="239525"/>
                </a:lnTo>
                <a:lnTo>
                  <a:pt x="189582" y="239771"/>
                </a:lnTo>
                <a:lnTo>
                  <a:pt x="189327" y="240038"/>
                </a:lnTo>
                <a:lnTo>
                  <a:pt x="189092" y="240325"/>
                </a:lnTo>
                <a:lnTo>
                  <a:pt x="188878" y="240631"/>
                </a:lnTo>
                <a:lnTo>
                  <a:pt x="188685" y="240956"/>
                </a:lnTo>
                <a:lnTo>
                  <a:pt x="188516" y="241298"/>
                </a:lnTo>
                <a:lnTo>
                  <a:pt x="188369" y="241658"/>
                </a:lnTo>
                <a:lnTo>
                  <a:pt x="188248" y="242033"/>
                </a:lnTo>
                <a:lnTo>
                  <a:pt x="188151" y="242424"/>
                </a:lnTo>
                <a:lnTo>
                  <a:pt x="188081" y="242830"/>
                </a:lnTo>
                <a:lnTo>
                  <a:pt x="188039" y="243250"/>
                </a:lnTo>
                <a:lnTo>
                  <a:pt x="188024" y="243682"/>
                </a:lnTo>
                <a:lnTo>
                  <a:pt x="188039" y="244120"/>
                </a:lnTo>
                <a:lnTo>
                  <a:pt x="188081" y="244556"/>
                </a:lnTo>
                <a:lnTo>
                  <a:pt x="188151" y="244987"/>
                </a:lnTo>
                <a:lnTo>
                  <a:pt x="188248" y="245414"/>
                </a:lnTo>
                <a:lnTo>
                  <a:pt x="188369" y="245835"/>
                </a:lnTo>
                <a:lnTo>
                  <a:pt x="188516" y="246249"/>
                </a:lnTo>
                <a:lnTo>
                  <a:pt x="188685" y="246654"/>
                </a:lnTo>
                <a:lnTo>
                  <a:pt x="188878" y="247050"/>
                </a:lnTo>
                <a:lnTo>
                  <a:pt x="189092" y="247436"/>
                </a:lnTo>
                <a:lnTo>
                  <a:pt x="189327" y="247810"/>
                </a:lnTo>
                <a:lnTo>
                  <a:pt x="189582" y="248171"/>
                </a:lnTo>
                <a:lnTo>
                  <a:pt x="189856" y="248518"/>
                </a:lnTo>
                <a:lnTo>
                  <a:pt x="190147" y="248851"/>
                </a:lnTo>
                <a:lnTo>
                  <a:pt x="190456" y="249167"/>
                </a:lnTo>
                <a:lnTo>
                  <a:pt x="190781" y="249466"/>
                </a:lnTo>
                <a:lnTo>
                  <a:pt x="191121" y="249747"/>
                </a:lnTo>
                <a:lnTo>
                  <a:pt x="191475" y="250009"/>
                </a:lnTo>
                <a:lnTo>
                  <a:pt x="191843" y="250249"/>
                </a:lnTo>
                <a:lnTo>
                  <a:pt x="192223" y="250469"/>
                </a:lnTo>
                <a:lnTo>
                  <a:pt x="192615" y="250665"/>
                </a:lnTo>
                <a:lnTo>
                  <a:pt x="193017" y="250838"/>
                </a:lnTo>
                <a:lnTo>
                  <a:pt x="193428" y="250985"/>
                </a:lnTo>
                <a:lnTo>
                  <a:pt x="193849" y="251106"/>
                </a:lnTo>
                <a:lnTo>
                  <a:pt x="194277" y="251200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236801"/>
                </a:lnTo>
                <a:lnTo>
                  <a:pt x="211575" y="236363"/>
                </a:lnTo>
                <a:lnTo>
                  <a:pt x="211533" y="235928"/>
                </a:lnTo>
                <a:lnTo>
                  <a:pt x="211463" y="235496"/>
                </a:lnTo>
                <a:lnTo>
                  <a:pt x="211366" y="235069"/>
                </a:lnTo>
                <a:lnTo>
                  <a:pt x="211245" y="234649"/>
                </a:lnTo>
                <a:lnTo>
                  <a:pt x="211098" y="234235"/>
                </a:lnTo>
                <a:lnTo>
                  <a:pt x="210928" y="233830"/>
                </a:lnTo>
                <a:lnTo>
                  <a:pt x="210736" y="233434"/>
                </a:lnTo>
                <a:lnTo>
                  <a:pt x="210522" y="233048"/>
                </a:lnTo>
                <a:lnTo>
                  <a:pt x="210287" y="232674"/>
                </a:lnTo>
                <a:lnTo>
                  <a:pt x="210032" y="232313"/>
                </a:lnTo>
                <a:lnTo>
                  <a:pt x="209758" y="231965"/>
                </a:lnTo>
                <a:lnTo>
                  <a:pt x="209467" y="231633"/>
                </a:lnTo>
                <a:lnTo>
                  <a:pt x="209158" y="231316"/>
                </a:lnTo>
                <a:lnTo>
                  <a:pt x="208833" y="231017"/>
                </a:lnTo>
                <a:lnTo>
                  <a:pt x="208493" y="230736"/>
                </a:lnTo>
                <a:lnTo>
                  <a:pt x="208139" y="230475"/>
                </a:lnTo>
                <a:lnTo>
                  <a:pt x="207771" y="230234"/>
                </a:lnTo>
                <a:lnTo>
                  <a:pt x="207391" y="230015"/>
                </a:lnTo>
                <a:lnTo>
                  <a:pt x="206999" y="229819"/>
                </a:lnTo>
                <a:lnTo>
                  <a:pt x="206597" y="229646"/>
                </a:lnTo>
                <a:lnTo>
                  <a:pt x="206185" y="229499"/>
                </a:lnTo>
                <a:lnTo>
                  <a:pt x="205765" y="229377"/>
                </a:lnTo>
                <a:lnTo>
                  <a:pt x="205337" y="229283"/>
                </a:lnTo>
                <a:lnTo>
                  <a:pt x="204909" y="229219"/>
                </a:lnTo>
                <a:lnTo>
                  <a:pt x="204489" y="229184"/>
                </a:lnTo>
                <a:lnTo>
                  <a:pt x="204077" y="229179"/>
                </a:lnTo>
                <a:lnTo>
                  <a:pt x="203675" y="229202"/>
                </a:lnTo>
                <a:lnTo>
                  <a:pt x="203283" y="229254"/>
                </a:lnTo>
                <a:lnTo>
                  <a:pt x="202903" y="229332"/>
                </a:lnTo>
                <a:lnTo>
                  <a:pt x="202536" y="229437"/>
                </a:lnTo>
                <a:lnTo>
                  <a:pt x="202181" y="229567"/>
                </a:lnTo>
                <a:lnTo>
                  <a:pt x="201841" y="229721"/>
                </a:lnTo>
                <a:lnTo>
                  <a:pt x="201516" y="229900"/>
                </a:lnTo>
                <a:lnTo>
                  <a:pt x="201207" y="230102"/>
                </a:lnTo>
                <a:lnTo>
                  <a:pt x="200916" y="230326"/>
                </a:lnTo>
                <a:lnTo>
                  <a:pt x="200642" y="230572"/>
                </a:lnTo>
                <a:lnTo>
                  <a:pt x="200387" y="230839"/>
                </a:lnTo>
                <a:lnTo>
                  <a:pt x="200152" y="231126"/>
                </a:lnTo>
                <a:lnTo>
                  <a:pt x="199938" y="231432"/>
                </a:lnTo>
                <a:lnTo>
                  <a:pt x="199746" y="231757"/>
                </a:lnTo>
                <a:lnTo>
                  <a:pt x="199576" y="232099"/>
                </a:lnTo>
                <a:lnTo>
                  <a:pt x="199430" y="232459"/>
                </a:lnTo>
                <a:lnTo>
                  <a:pt x="199308" y="232834"/>
                </a:lnTo>
                <a:lnTo>
                  <a:pt x="199211" y="233226"/>
                </a:lnTo>
                <a:lnTo>
                  <a:pt x="199141" y="233631"/>
                </a:lnTo>
                <a:lnTo>
                  <a:pt x="199099" y="234051"/>
                </a:lnTo>
                <a:lnTo>
                  <a:pt x="199084" y="234484"/>
                </a:lnTo>
                <a:lnTo>
                  <a:pt x="199084" y="239373"/>
                </a:lnTo>
                <a:lnTo>
                  <a:pt x="194277" y="238482"/>
                </a:lnTo>
                <a:lnTo>
                  <a:pt x="193849" y="238417"/>
                </a:lnTo>
                <a:lnTo>
                  <a:pt x="193428" y="238383"/>
                </a:lnTo>
                <a:lnTo>
                  <a:pt x="193017" y="238378"/>
                </a:lnTo>
                <a:lnTo>
                  <a:pt x="192615" y="238401"/>
                </a:lnTo>
                <a:lnTo>
                  <a:pt x="192223" y="238452"/>
                </a:lnTo>
                <a:lnTo>
                  <a:pt x="191843" y="238531"/>
                </a:lnTo>
                <a:close/>
                <a:moveTo>
                  <a:pt x="211098" y="99252"/>
                </a:moveTo>
                <a:lnTo>
                  <a:pt x="210928" y="98846"/>
                </a:lnTo>
                <a:lnTo>
                  <a:pt x="210736" y="98450"/>
                </a:lnTo>
                <a:lnTo>
                  <a:pt x="210522" y="98065"/>
                </a:lnTo>
                <a:lnTo>
                  <a:pt x="210287" y="97691"/>
                </a:lnTo>
                <a:lnTo>
                  <a:pt x="210032" y="97329"/>
                </a:lnTo>
                <a:lnTo>
                  <a:pt x="209758" y="96982"/>
                </a:lnTo>
                <a:lnTo>
                  <a:pt x="209467" y="96650"/>
                </a:lnTo>
                <a:lnTo>
                  <a:pt x="209158" y="96333"/>
                </a:lnTo>
                <a:lnTo>
                  <a:pt x="208833" y="96034"/>
                </a:lnTo>
                <a:lnTo>
                  <a:pt x="208493" y="95753"/>
                </a:lnTo>
                <a:lnTo>
                  <a:pt x="208139" y="95492"/>
                </a:lnTo>
                <a:lnTo>
                  <a:pt x="207771" y="95251"/>
                </a:lnTo>
                <a:lnTo>
                  <a:pt x="207391" y="95032"/>
                </a:lnTo>
                <a:lnTo>
                  <a:pt x="206999" y="94835"/>
                </a:lnTo>
                <a:lnTo>
                  <a:pt x="206597" y="94663"/>
                </a:lnTo>
                <a:lnTo>
                  <a:pt x="206185" y="94515"/>
                </a:lnTo>
                <a:lnTo>
                  <a:pt x="205765" y="94394"/>
                </a:lnTo>
                <a:lnTo>
                  <a:pt x="205337" y="94300"/>
                </a:lnTo>
                <a:lnTo>
                  <a:pt x="204909" y="94235"/>
                </a:lnTo>
                <a:lnTo>
                  <a:pt x="204489" y="94201"/>
                </a:lnTo>
                <a:lnTo>
                  <a:pt x="204077" y="94196"/>
                </a:lnTo>
                <a:lnTo>
                  <a:pt x="203675" y="94219"/>
                </a:lnTo>
                <a:lnTo>
                  <a:pt x="203283" y="94270"/>
                </a:lnTo>
                <a:lnTo>
                  <a:pt x="202903" y="94349"/>
                </a:lnTo>
                <a:lnTo>
                  <a:pt x="202536" y="94453"/>
                </a:lnTo>
                <a:lnTo>
                  <a:pt x="202181" y="94583"/>
                </a:lnTo>
                <a:lnTo>
                  <a:pt x="201841" y="94738"/>
                </a:lnTo>
                <a:lnTo>
                  <a:pt x="201516" y="94917"/>
                </a:lnTo>
                <a:lnTo>
                  <a:pt x="201207" y="95119"/>
                </a:lnTo>
                <a:lnTo>
                  <a:pt x="200916" y="95343"/>
                </a:lnTo>
                <a:lnTo>
                  <a:pt x="200642" y="95589"/>
                </a:lnTo>
                <a:lnTo>
                  <a:pt x="200387" y="95856"/>
                </a:lnTo>
                <a:lnTo>
                  <a:pt x="200152" y="96143"/>
                </a:lnTo>
                <a:lnTo>
                  <a:pt x="199938" y="96449"/>
                </a:lnTo>
                <a:lnTo>
                  <a:pt x="199746" y="96774"/>
                </a:lnTo>
                <a:lnTo>
                  <a:pt x="199576" y="97116"/>
                </a:lnTo>
                <a:lnTo>
                  <a:pt x="199430" y="97476"/>
                </a:lnTo>
                <a:lnTo>
                  <a:pt x="199308" y="97851"/>
                </a:lnTo>
                <a:lnTo>
                  <a:pt x="199211" y="98242"/>
                </a:lnTo>
                <a:lnTo>
                  <a:pt x="199141" y="98648"/>
                </a:lnTo>
                <a:lnTo>
                  <a:pt x="199099" y="99068"/>
                </a:lnTo>
                <a:lnTo>
                  <a:pt x="199084" y="99500"/>
                </a:lnTo>
                <a:lnTo>
                  <a:pt x="199084" y="121998"/>
                </a:lnTo>
                <a:lnTo>
                  <a:pt x="199099" y="122436"/>
                </a:lnTo>
                <a:lnTo>
                  <a:pt x="199141" y="122871"/>
                </a:lnTo>
                <a:lnTo>
                  <a:pt x="199211" y="123303"/>
                </a:lnTo>
                <a:lnTo>
                  <a:pt x="199308" y="123729"/>
                </a:lnTo>
                <a:lnTo>
                  <a:pt x="199430" y="124150"/>
                </a:lnTo>
                <a:lnTo>
                  <a:pt x="199576" y="124564"/>
                </a:lnTo>
                <a:lnTo>
                  <a:pt x="199746" y="124969"/>
                </a:lnTo>
                <a:lnTo>
                  <a:pt x="199938" y="125365"/>
                </a:lnTo>
                <a:lnTo>
                  <a:pt x="200152" y="125751"/>
                </a:lnTo>
                <a:lnTo>
                  <a:pt x="200387" y="126125"/>
                </a:lnTo>
                <a:lnTo>
                  <a:pt x="200642" y="126486"/>
                </a:lnTo>
                <a:lnTo>
                  <a:pt x="200916" y="126834"/>
                </a:lnTo>
                <a:lnTo>
                  <a:pt x="201207" y="127166"/>
                </a:lnTo>
                <a:lnTo>
                  <a:pt x="201516" y="127482"/>
                </a:lnTo>
                <a:lnTo>
                  <a:pt x="201841" y="127782"/>
                </a:lnTo>
                <a:lnTo>
                  <a:pt x="202181" y="128062"/>
                </a:lnTo>
                <a:lnTo>
                  <a:pt x="202536" y="128324"/>
                </a:lnTo>
                <a:lnTo>
                  <a:pt x="202903" y="128565"/>
                </a:lnTo>
                <a:lnTo>
                  <a:pt x="203283" y="128784"/>
                </a:lnTo>
                <a:lnTo>
                  <a:pt x="203675" y="128980"/>
                </a:lnTo>
                <a:lnTo>
                  <a:pt x="204077" y="129153"/>
                </a:lnTo>
                <a:lnTo>
                  <a:pt x="204489" y="129300"/>
                </a:lnTo>
                <a:lnTo>
                  <a:pt x="204909" y="129422"/>
                </a:lnTo>
                <a:lnTo>
                  <a:pt x="205337" y="129516"/>
                </a:lnTo>
                <a:lnTo>
                  <a:pt x="205765" y="129580"/>
                </a:lnTo>
                <a:lnTo>
                  <a:pt x="206185" y="129615"/>
                </a:lnTo>
                <a:lnTo>
                  <a:pt x="206597" y="129620"/>
                </a:lnTo>
                <a:lnTo>
                  <a:pt x="206999" y="129596"/>
                </a:lnTo>
                <a:lnTo>
                  <a:pt x="207391" y="129545"/>
                </a:lnTo>
                <a:lnTo>
                  <a:pt x="207771" y="129467"/>
                </a:lnTo>
                <a:lnTo>
                  <a:pt x="208139" y="129362"/>
                </a:lnTo>
                <a:lnTo>
                  <a:pt x="208493" y="129232"/>
                </a:lnTo>
                <a:lnTo>
                  <a:pt x="208833" y="129077"/>
                </a:lnTo>
                <a:lnTo>
                  <a:pt x="209158" y="128899"/>
                </a:lnTo>
                <a:lnTo>
                  <a:pt x="209467" y="128697"/>
                </a:lnTo>
                <a:lnTo>
                  <a:pt x="209758" y="128472"/>
                </a:lnTo>
                <a:lnTo>
                  <a:pt x="210032" y="128226"/>
                </a:lnTo>
                <a:lnTo>
                  <a:pt x="210287" y="127960"/>
                </a:lnTo>
                <a:lnTo>
                  <a:pt x="210522" y="127673"/>
                </a:lnTo>
                <a:lnTo>
                  <a:pt x="210736" y="127367"/>
                </a:lnTo>
                <a:lnTo>
                  <a:pt x="210928" y="127042"/>
                </a:lnTo>
                <a:lnTo>
                  <a:pt x="211098" y="126699"/>
                </a:lnTo>
                <a:lnTo>
                  <a:pt x="211245" y="126340"/>
                </a:lnTo>
                <a:lnTo>
                  <a:pt x="211366" y="125964"/>
                </a:lnTo>
                <a:lnTo>
                  <a:pt x="211463" y="125573"/>
                </a:lnTo>
                <a:lnTo>
                  <a:pt x="211533" y="125168"/>
                </a:lnTo>
                <a:lnTo>
                  <a:pt x="211575" y="124748"/>
                </a:lnTo>
                <a:lnTo>
                  <a:pt x="211590" y="124315"/>
                </a:lnTo>
                <a:lnTo>
                  <a:pt x="211590" y="101818"/>
                </a:lnTo>
                <a:lnTo>
                  <a:pt x="211575" y="101380"/>
                </a:lnTo>
                <a:lnTo>
                  <a:pt x="211533" y="100945"/>
                </a:lnTo>
                <a:lnTo>
                  <a:pt x="211463" y="100513"/>
                </a:lnTo>
                <a:lnTo>
                  <a:pt x="211366" y="100086"/>
                </a:lnTo>
                <a:lnTo>
                  <a:pt x="211245" y="99665"/>
                </a:lnTo>
                <a:lnTo>
                  <a:pt x="211098" y="99252"/>
                </a:lnTo>
                <a:close/>
                <a:moveTo>
                  <a:pt x="211098" y="166743"/>
                </a:moveTo>
                <a:lnTo>
                  <a:pt x="210928" y="166338"/>
                </a:lnTo>
                <a:lnTo>
                  <a:pt x="210736" y="165942"/>
                </a:lnTo>
                <a:lnTo>
                  <a:pt x="210522" y="165556"/>
                </a:lnTo>
                <a:lnTo>
                  <a:pt x="210287" y="165182"/>
                </a:lnTo>
                <a:lnTo>
                  <a:pt x="210032" y="164821"/>
                </a:lnTo>
                <a:lnTo>
                  <a:pt x="209758" y="164474"/>
                </a:lnTo>
                <a:lnTo>
                  <a:pt x="209467" y="164141"/>
                </a:lnTo>
                <a:lnTo>
                  <a:pt x="209158" y="163825"/>
                </a:lnTo>
                <a:lnTo>
                  <a:pt x="208833" y="163526"/>
                </a:lnTo>
                <a:lnTo>
                  <a:pt x="208493" y="163245"/>
                </a:lnTo>
                <a:lnTo>
                  <a:pt x="208139" y="162983"/>
                </a:lnTo>
                <a:lnTo>
                  <a:pt x="207771" y="162743"/>
                </a:lnTo>
                <a:lnTo>
                  <a:pt x="207391" y="162523"/>
                </a:lnTo>
                <a:lnTo>
                  <a:pt x="206999" y="162327"/>
                </a:lnTo>
                <a:lnTo>
                  <a:pt x="206597" y="162154"/>
                </a:lnTo>
                <a:lnTo>
                  <a:pt x="206185" y="162007"/>
                </a:lnTo>
                <a:lnTo>
                  <a:pt x="205765" y="161886"/>
                </a:lnTo>
                <a:lnTo>
                  <a:pt x="205337" y="161792"/>
                </a:lnTo>
                <a:lnTo>
                  <a:pt x="204909" y="161727"/>
                </a:lnTo>
                <a:lnTo>
                  <a:pt x="204489" y="161692"/>
                </a:lnTo>
                <a:lnTo>
                  <a:pt x="204077" y="161687"/>
                </a:lnTo>
                <a:lnTo>
                  <a:pt x="203675" y="161711"/>
                </a:lnTo>
                <a:lnTo>
                  <a:pt x="203283" y="161762"/>
                </a:lnTo>
                <a:lnTo>
                  <a:pt x="202903" y="161840"/>
                </a:lnTo>
                <a:lnTo>
                  <a:pt x="202536" y="161945"/>
                </a:lnTo>
                <a:lnTo>
                  <a:pt x="202181" y="162075"/>
                </a:lnTo>
                <a:lnTo>
                  <a:pt x="201841" y="162230"/>
                </a:lnTo>
                <a:lnTo>
                  <a:pt x="201516" y="162409"/>
                </a:lnTo>
                <a:lnTo>
                  <a:pt x="201207" y="162610"/>
                </a:lnTo>
                <a:lnTo>
                  <a:pt x="200916" y="162835"/>
                </a:lnTo>
                <a:lnTo>
                  <a:pt x="200642" y="163081"/>
                </a:lnTo>
                <a:lnTo>
                  <a:pt x="200387" y="163348"/>
                </a:lnTo>
                <a:lnTo>
                  <a:pt x="200152" y="163634"/>
                </a:lnTo>
                <a:lnTo>
                  <a:pt x="199938" y="163941"/>
                </a:lnTo>
                <a:lnTo>
                  <a:pt x="199746" y="164265"/>
                </a:lnTo>
                <a:lnTo>
                  <a:pt x="199576" y="164608"/>
                </a:lnTo>
                <a:lnTo>
                  <a:pt x="199430" y="164967"/>
                </a:lnTo>
                <a:lnTo>
                  <a:pt x="199308" y="165343"/>
                </a:lnTo>
                <a:lnTo>
                  <a:pt x="199211" y="165734"/>
                </a:lnTo>
                <a:lnTo>
                  <a:pt x="199141" y="166140"/>
                </a:lnTo>
                <a:lnTo>
                  <a:pt x="199099" y="166559"/>
                </a:lnTo>
                <a:lnTo>
                  <a:pt x="199084" y="166992"/>
                </a:lnTo>
                <a:lnTo>
                  <a:pt x="199084" y="189489"/>
                </a:lnTo>
                <a:lnTo>
                  <a:pt x="199099" y="189927"/>
                </a:lnTo>
                <a:lnTo>
                  <a:pt x="199141" y="190363"/>
                </a:lnTo>
                <a:lnTo>
                  <a:pt x="199211" y="190794"/>
                </a:lnTo>
                <a:lnTo>
                  <a:pt x="199308" y="191221"/>
                </a:lnTo>
                <a:lnTo>
                  <a:pt x="199430" y="191642"/>
                </a:lnTo>
                <a:lnTo>
                  <a:pt x="199576" y="192055"/>
                </a:lnTo>
                <a:lnTo>
                  <a:pt x="199746" y="192461"/>
                </a:lnTo>
                <a:lnTo>
                  <a:pt x="199938" y="192857"/>
                </a:lnTo>
                <a:lnTo>
                  <a:pt x="200152" y="193243"/>
                </a:lnTo>
                <a:lnTo>
                  <a:pt x="200387" y="193616"/>
                </a:lnTo>
                <a:lnTo>
                  <a:pt x="200642" y="193978"/>
                </a:lnTo>
                <a:lnTo>
                  <a:pt x="200916" y="194325"/>
                </a:lnTo>
                <a:lnTo>
                  <a:pt x="201207" y="194658"/>
                </a:lnTo>
                <a:lnTo>
                  <a:pt x="201516" y="194974"/>
                </a:lnTo>
                <a:lnTo>
                  <a:pt x="201841" y="195273"/>
                </a:lnTo>
                <a:lnTo>
                  <a:pt x="202181" y="195554"/>
                </a:lnTo>
                <a:lnTo>
                  <a:pt x="202536" y="195815"/>
                </a:lnTo>
                <a:lnTo>
                  <a:pt x="202903" y="196056"/>
                </a:lnTo>
                <a:lnTo>
                  <a:pt x="203283" y="196276"/>
                </a:lnTo>
                <a:lnTo>
                  <a:pt x="203675" y="196472"/>
                </a:lnTo>
                <a:lnTo>
                  <a:pt x="204077" y="196644"/>
                </a:lnTo>
                <a:lnTo>
                  <a:pt x="204489" y="196792"/>
                </a:lnTo>
                <a:lnTo>
                  <a:pt x="204909" y="196913"/>
                </a:lnTo>
                <a:lnTo>
                  <a:pt x="205337" y="197007"/>
                </a:lnTo>
                <a:lnTo>
                  <a:pt x="205765" y="197072"/>
                </a:lnTo>
                <a:lnTo>
                  <a:pt x="206185" y="197106"/>
                </a:lnTo>
                <a:lnTo>
                  <a:pt x="206597" y="197111"/>
                </a:lnTo>
                <a:lnTo>
                  <a:pt x="206999" y="197088"/>
                </a:lnTo>
                <a:lnTo>
                  <a:pt x="207391" y="197037"/>
                </a:lnTo>
                <a:lnTo>
                  <a:pt x="207771" y="196958"/>
                </a:lnTo>
                <a:lnTo>
                  <a:pt x="208139" y="196854"/>
                </a:lnTo>
                <a:lnTo>
                  <a:pt x="208493" y="196724"/>
                </a:lnTo>
                <a:lnTo>
                  <a:pt x="208833" y="196569"/>
                </a:lnTo>
                <a:lnTo>
                  <a:pt x="209158" y="196390"/>
                </a:lnTo>
                <a:lnTo>
                  <a:pt x="209467" y="196188"/>
                </a:lnTo>
                <a:lnTo>
                  <a:pt x="209758" y="195964"/>
                </a:lnTo>
                <a:lnTo>
                  <a:pt x="210032" y="195718"/>
                </a:lnTo>
                <a:lnTo>
                  <a:pt x="210287" y="195451"/>
                </a:lnTo>
                <a:lnTo>
                  <a:pt x="210522" y="195164"/>
                </a:lnTo>
                <a:lnTo>
                  <a:pt x="210736" y="194858"/>
                </a:lnTo>
                <a:lnTo>
                  <a:pt x="210928" y="194534"/>
                </a:lnTo>
                <a:lnTo>
                  <a:pt x="211098" y="194191"/>
                </a:lnTo>
                <a:lnTo>
                  <a:pt x="211245" y="193832"/>
                </a:lnTo>
                <a:lnTo>
                  <a:pt x="211366" y="193456"/>
                </a:lnTo>
                <a:lnTo>
                  <a:pt x="211463" y="193065"/>
                </a:lnTo>
                <a:lnTo>
                  <a:pt x="211533" y="192659"/>
                </a:lnTo>
                <a:lnTo>
                  <a:pt x="211575" y="192240"/>
                </a:lnTo>
                <a:lnTo>
                  <a:pt x="211590" y="191807"/>
                </a:lnTo>
                <a:lnTo>
                  <a:pt x="211590" y="169310"/>
                </a:lnTo>
                <a:lnTo>
                  <a:pt x="211575" y="168872"/>
                </a:lnTo>
                <a:lnTo>
                  <a:pt x="211533" y="168436"/>
                </a:lnTo>
                <a:lnTo>
                  <a:pt x="211463" y="168005"/>
                </a:lnTo>
                <a:lnTo>
                  <a:pt x="211366" y="167578"/>
                </a:lnTo>
                <a:lnTo>
                  <a:pt x="211245" y="167157"/>
                </a:lnTo>
                <a:lnTo>
                  <a:pt x="211098" y="166743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769009-196D-4268-A812-50B2FD1B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3450" y="1788270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5211C1-DC31-4E29-8F5B-5C2A2228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198" y="1780752"/>
            <a:ext cx="211590" cy="254409"/>
          </a:xfrm>
          <a:custGeom xmlns:a="http://schemas.openxmlformats.org/drawingml/2006/main">
            <a:pathLst>
              <a:path w="211590" h="254409">
                <a:moveTo>
                  <a:pt x="57" y="18481"/>
                </a:moveTo>
                <a:lnTo>
                  <a:pt x="127" y="18913"/>
                </a:lnTo>
                <a:lnTo>
                  <a:pt x="223" y="19340"/>
                </a:lnTo>
                <a:lnTo>
                  <a:pt x="345" y="19760"/>
                </a:lnTo>
                <a:lnTo>
                  <a:pt x="491" y="20174"/>
                </a:lnTo>
                <a:lnTo>
                  <a:pt x="661" y="20579"/>
                </a:lnTo>
                <a:lnTo>
                  <a:pt x="854" y="20976"/>
                </a:lnTo>
                <a:lnTo>
                  <a:pt x="1068" y="21361"/>
                </a:lnTo>
                <a:lnTo>
                  <a:pt x="1303" y="21735"/>
                </a:lnTo>
                <a:lnTo>
                  <a:pt x="1558" y="22096"/>
                </a:lnTo>
                <a:lnTo>
                  <a:pt x="1831" y="22444"/>
                </a:lnTo>
                <a:lnTo>
                  <a:pt x="2123" y="22776"/>
                </a:lnTo>
                <a:lnTo>
                  <a:pt x="2432" y="23093"/>
                </a:lnTo>
                <a:lnTo>
                  <a:pt x="2757" y="23392"/>
                </a:lnTo>
                <a:lnTo>
                  <a:pt x="3097" y="23673"/>
                </a:lnTo>
                <a:lnTo>
                  <a:pt x="3451" y="23934"/>
                </a:lnTo>
                <a:lnTo>
                  <a:pt x="3819" y="24175"/>
                </a:lnTo>
                <a:lnTo>
                  <a:pt x="4199" y="24394"/>
                </a:lnTo>
                <a:lnTo>
                  <a:pt x="4590" y="24590"/>
                </a:lnTo>
                <a:lnTo>
                  <a:pt x="4993" y="24763"/>
                </a:lnTo>
                <a:lnTo>
                  <a:pt x="5404" y="24910"/>
                </a:lnTo>
                <a:lnTo>
                  <a:pt x="5825" y="25032"/>
                </a:lnTo>
                <a:lnTo>
                  <a:pt x="6253" y="25126"/>
                </a:lnTo>
                <a:lnTo>
                  <a:pt x="6681" y="25190"/>
                </a:lnTo>
                <a:lnTo>
                  <a:pt x="7101" y="25225"/>
                </a:lnTo>
                <a:lnTo>
                  <a:pt x="7513" y="25230"/>
                </a:lnTo>
                <a:lnTo>
                  <a:pt x="7915" y="25207"/>
                </a:lnTo>
                <a:lnTo>
                  <a:pt x="8306" y="25155"/>
                </a:lnTo>
                <a:lnTo>
                  <a:pt x="8686" y="25077"/>
                </a:lnTo>
                <a:lnTo>
                  <a:pt x="9054" y="24972"/>
                </a:lnTo>
                <a:lnTo>
                  <a:pt x="9408" y="24842"/>
                </a:lnTo>
                <a:lnTo>
                  <a:pt x="9749" y="24688"/>
                </a:lnTo>
                <a:lnTo>
                  <a:pt x="10073" y="24509"/>
                </a:lnTo>
                <a:lnTo>
                  <a:pt x="10382" y="24307"/>
                </a:lnTo>
                <a:lnTo>
                  <a:pt x="10674" y="24083"/>
                </a:lnTo>
                <a:lnTo>
                  <a:pt x="10948" y="23837"/>
                </a:lnTo>
                <a:lnTo>
                  <a:pt x="11202" y="23570"/>
                </a:lnTo>
                <a:lnTo>
                  <a:pt x="11437" y="23283"/>
                </a:lnTo>
                <a:lnTo>
                  <a:pt x="11652" y="22977"/>
                </a:lnTo>
                <a:lnTo>
                  <a:pt x="11844" y="22652"/>
                </a:lnTo>
                <a:lnTo>
                  <a:pt x="12014" y="22310"/>
                </a:lnTo>
                <a:lnTo>
                  <a:pt x="12160" y="21950"/>
                </a:lnTo>
                <a:lnTo>
                  <a:pt x="12282" y="21575"/>
                </a:lnTo>
                <a:lnTo>
                  <a:pt x="12378" y="21183"/>
                </a:lnTo>
                <a:lnTo>
                  <a:pt x="12448" y="20778"/>
                </a:lnTo>
                <a:lnTo>
                  <a:pt x="12491" y="20358"/>
                </a:lnTo>
                <a:lnTo>
                  <a:pt x="12505" y="19925"/>
                </a:lnTo>
                <a:lnTo>
                  <a:pt x="12505" y="15036"/>
                </a:lnTo>
                <a:lnTo>
                  <a:pt x="17313" y="15927"/>
                </a:lnTo>
                <a:lnTo>
                  <a:pt x="17741" y="15992"/>
                </a:lnTo>
                <a:lnTo>
                  <a:pt x="18161" y="16026"/>
                </a:lnTo>
                <a:lnTo>
                  <a:pt x="18573" y="16031"/>
                </a:lnTo>
                <a:lnTo>
                  <a:pt x="18975" y="16008"/>
                </a:lnTo>
                <a:lnTo>
                  <a:pt x="19367" y="15957"/>
                </a:lnTo>
                <a:lnTo>
                  <a:pt x="19747" y="15878"/>
                </a:lnTo>
                <a:lnTo>
                  <a:pt x="20114" y="15774"/>
                </a:lnTo>
                <a:lnTo>
                  <a:pt x="20469" y="15644"/>
                </a:lnTo>
                <a:lnTo>
                  <a:pt x="20809" y="15489"/>
                </a:lnTo>
                <a:lnTo>
                  <a:pt x="21134" y="15310"/>
                </a:lnTo>
                <a:lnTo>
                  <a:pt x="21442" y="15108"/>
                </a:lnTo>
                <a:lnTo>
                  <a:pt x="21734" y="14884"/>
                </a:lnTo>
                <a:lnTo>
                  <a:pt x="22008" y="14638"/>
                </a:lnTo>
                <a:lnTo>
                  <a:pt x="22263" y="14371"/>
                </a:lnTo>
                <a:lnTo>
                  <a:pt x="22498" y="14084"/>
                </a:lnTo>
                <a:lnTo>
                  <a:pt x="22712" y="13778"/>
                </a:lnTo>
                <a:lnTo>
                  <a:pt x="22904" y="13453"/>
                </a:lnTo>
                <a:lnTo>
                  <a:pt x="23074" y="13111"/>
                </a:lnTo>
                <a:lnTo>
                  <a:pt x="23220" y="12751"/>
                </a:lnTo>
                <a:lnTo>
                  <a:pt x="23342" y="12376"/>
                </a:lnTo>
                <a:lnTo>
                  <a:pt x="23438" y="11985"/>
                </a:lnTo>
                <a:lnTo>
                  <a:pt x="23508" y="11579"/>
                </a:lnTo>
                <a:lnTo>
                  <a:pt x="23551" y="11159"/>
                </a:lnTo>
                <a:lnTo>
                  <a:pt x="23566" y="10727"/>
                </a:lnTo>
                <a:lnTo>
                  <a:pt x="23551" y="10289"/>
                </a:lnTo>
                <a:lnTo>
                  <a:pt x="23508" y="9853"/>
                </a:lnTo>
                <a:lnTo>
                  <a:pt x="23438" y="9422"/>
                </a:lnTo>
                <a:lnTo>
                  <a:pt x="23342" y="8995"/>
                </a:lnTo>
                <a:lnTo>
                  <a:pt x="23220" y="8574"/>
                </a:lnTo>
                <a:lnTo>
                  <a:pt x="23074" y="8160"/>
                </a:lnTo>
                <a:lnTo>
                  <a:pt x="22904" y="7755"/>
                </a:lnTo>
                <a:lnTo>
                  <a:pt x="22712" y="7359"/>
                </a:lnTo>
                <a:lnTo>
                  <a:pt x="22498" y="6973"/>
                </a:lnTo>
                <a:lnTo>
                  <a:pt x="22263" y="6599"/>
                </a:lnTo>
                <a:lnTo>
                  <a:pt x="22008" y="6238"/>
                </a:lnTo>
                <a:lnTo>
                  <a:pt x="21734" y="5891"/>
                </a:lnTo>
                <a:lnTo>
                  <a:pt x="21442" y="5558"/>
                </a:lnTo>
                <a:lnTo>
                  <a:pt x="21134" y="5242"/>
                </a:lnTo>
                <a:lnTo>
                  <a:pt x="20809" y="4943"/>
                </a:lnTo>
                <a:lnTo>
                  <a:pt x="20469" y="4662"/>
                </a:lnTo>
                <a:lnTo>
                  <a:pt x="20114" y="4400"/>
                </a:lnTo>
                <a:lnTo>
                  <a:pt x="19747" y="4160"/>
                </a:lnTo>
                <a:lnTo>
                  <a:pt x="19367" y="3940"/>
                </a:lnTo>
                <a:lnTo>
                  <a:pt x="18975" y="3744"/>
                </a:lnTo>
                <a:lnTo>
                  <a:pt x="18573" y="3572"/>
                </a:lnTo>
                <a:lnTo>
                  <a:pt x="18161" y="3424"/>
                </a:lnTo>
                <a:lnTo>
                  <a:pt x="17741" y="3303"/>
                </a:lnTo>
                <a:lnTo>
                  <a:pt x="17313" y="3209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lnTo>
                  <a:pt x="0" y="17608"/>
                </a:lnTo>
                <a:lnTo>
                  <a:pt x="14" y="18046"/>
                </a:lnTo>
                <a:lnTo>
                  <a:pt x="57" y="18481"/>
                </a:lnTo>
                <a:close/>
                <a:moveTo>
                  <a:pt x="12160" y="62767"/>
                </a:moveTo>
                <a:lnTo>
                  <a:pt x="12014" y="62354"/>
                </a:lnTo>
                <a:lnTo>
                  <a:pt x="11844" y="61948"/>
                </a:lnTo>
                <a:lnTo>
                  <a:pt x="11652" y="61552"/>
                </a:lnTo>
                <a:lnTo>
                  <a:pt x="11437" y="61166"/>
                </a:lnTo>
                <a:lnTo>
                  <a:pt x="11202" y="60793"/>
                </a:lnTo>
                <a:lnTo>
                  <a:pt x="10948" y="60431"/>
                </a:lnTo>
                <a:lnTo>
                  <a:pt x="10674" y="60084"/>
                </a:lnTo>
                <a:lnTo>
                  <a:pt x="10382" y="59751"/>
                </a:lnTo>
                <a:lnTo>
                  <a:pt x="10073" y="59435"/>
                </a:lnTo>
                <a:lnTo>
                  <a:pt x="9749" y="59136"/>
                </a:lnTo>
                <a:lnTo>
                  <a:pt x="9408" y="58855"/>
                </a:lnTo>
                <a:lnTo>
                  <a:pt x="9054" y="58594"/>
                </a:lnTo>
                <a:lnTo>
                  <a:pt x="8686" y="58353"/>
                </a:lnTo>
                <a:lnTo>
                  <a:pt x="8306" y="58134"/>
                </a:lnTo>
                <a:lnTo>
                  <a:pt x="7915" y="57937"/>
                </a:lnTo>
                <a:lnTo>
                  <a:pt x="7513" y="57765"/>
                </a:lnTo>
                <a:lnTo>
                  <a:pt x="7101" y="57617"/>
                </a:lnTo>
                <a:lnTo>
                  <a:pt x="6681" y="57496"/>
                </a:lnTo>
                <a:lnTo>
                  <a:pt x="6253" y="57402"/>
                </a:lnTo>
                <a:lnTo>
                  <a:pt x="5825" y="57337"/>
                </a:lnTo>
                <a:lnTo>
                  <a:pt x="5404" y="57303"/>
                </a:lnTo>
                <a:lnTo>
                  <a:pt x="4993" y="57298"/>
                </a:lnTo>
                <a:lnTo>
                  <a:pt x="4590" y="57321"/>
                </a:lnTo>
                <a:lnTo>
                  <a:pt x="4199" y="57372"/>
                </a:lnTo>
                <a:lnTo>
                  <a:pt x="3819" y="57451"/>
                </a:lnTo>
                <a:lnTo>
                  <a:pt x="3451" y="57555"/>
                </a:lnTo>
                <a:lnTo>
                  <a:pt x="3097" y="57685"/>
                </a:lnTo>
                <a:lnTo>
                  <a:pt x="2757" y="57840"/>
                </a:lnTo>
                <a:lnTo>
                  <a:pt x="2432" y="58019"/>
                </a:lnTo>
                <a:lnTo>
                  <a:pt x="2123" y="58221"/>
                </a:lnTo>
                <a:lnTo>
                  <a:pt x="1831" y="58445"/>
                </a:lnTo>
                <a:lnTo>
                  <a:pt x="1558" y="58691"/>
                </a:lnTo>
                <a:lnTo>
                  <a:pt x="1303" y="58958"/>
                </a:lnTo>
                <a:lnTo>
                  <a:pt x="1068" y="59245"/>
                </a:lnTo>
                <a:lnTo>
                  <a:pt x="854" y="59551"/>
                </a:lnTo>
                <a:lnTo>
                  <a:pt x="661" y="59875"/>
                </a:lnTo>
                <a:lnTo>
                  <a:pt x="491" y="60218"/>
                </a:lnTo>
                <a:lnTo>
                  <a:pt x="345" y="60577"/>
                </a:lnTo>
                <a:lnTo>
                  <a:pt x="223" y="60953"/>
                </a:lnTo>
                <a:lnTo>
                  <a:pt x="127" y="61344"/>
                </a:lnTo>
                <a:lnTo>
                  <a:pt x="57" y="61750"/>
                </a:lnTo>
                <a:lnTo>
                  <a:pt x="14" y="62169"/>
                </a:lnTo>
                <a:lnTo>
                  <a:pt x="0" y="62602"/>
                </a:lnTo>
                <a:lnTo>
                  <a:pt x="0" y="85099"/>
                </a:lnTo>
                <a:lnTo>
                  <a:pt x="14" y="85537"/>
                </a:lnTo>
                <a:lnTo>
                  <a:pt x="57" y="85973"/>
                </a:lnTo>
                <a:lnTo>
                  <a:pt x="127" y="86404"/>
                </a:lnTo>
                <a:lnTo>
                  <a:pt x="223" y="86831"/>
                </a:lnTo>
                <a:lnTo>
                  <a:pt x="345" y="87252"/>
                </a:lnTo>
                <a:lnTo>
                  <a:pt x="491" y="87666"/>
                </a:lnTo>
                <a:lnTo>
                  <a:pt x="661" y="88071"/>
                </a:lnTo>
                <a:lnTo>
                  <a:pt x="854" y="88467"/>
                </a:lnTo>
                <a:lnTo>
                  <a:pt x="1068" y="88853"/>
                </a:lnTo>
                <a:lnTo>
                  <a:pt x="1303" y="89227"/>
                </a:lnTo>
                <a:lnTo>
                  <a:pt x="1558" y="89588"/>
                </a:lnTo>
                <a:lnTo>
                  <a:pt x="1831" y="89935"/>
                </a:lnTo>
                <a:lnTo>
                  <a:pt x="2123" y="90268"/>
                </a:lnTo>
                <a:lnTo>
                  <a:pt x="2432" y="90584"/>
                </a:lnTo>
                <a:lnTo>
                  <a:pt x="2757" y="90883"/>
                </a:lnTo>
                <a:lnTo>
                  <a:pt x="3097" y="91164"/>
                </a:lnTo>
                <a:lnTo>
                  <a:pt x="3451" y="91426"/>
                </a:lnTo>
                <a:lnTo>
                  <a:pt x="3819" y="91667"/>
                </a:lnTo>
                <a:lnTo>
                  <a:pt x="4199" y="91886"/>
                </a:lnTo>
                <a:lnTo>
                  <a:pt x="4590" y="92082"/>
                </a:lnTo>
                <a:lnTo>
                  <a:pt x="4993" y="92255"/>
                </a:lnTo>
                <a:lnTo>
                  <a:pt x="5404" y="92402"/>
                </a:lnTo>
                <a:lnTo>
                  <a:pt x="5825" y="92523"/>
                </a:lnTo>
                <a:lnTo>
                  <a:pt x="6253" y="92617"/>
                </a:lnTo>
                <a:lnTo>
                  <a:pt x="6681" y="92682"/>
                </a:lnTo>
                <a:lnTo>
                  <a:pt x="7101" y="92717"/>
                </a:lnTo>
                <a:lnTo>
                  <a:pt x="7513" y="92722"/>
                </a:lnTo>
                <a:lnTo>
                  <a:pt x="7915" y="92698"/>
                </a:lnTo>
                <a:lnTo>
                  <a:pt x="8306" y="92647"/>
                </a:lnTo>
                <a:lnTo>
                  <a:pt x="8686" y="92569"/>
                </a:lnTo>
                <a:lnTo>
                  <a:pt x="9054" y="92464"/>
                </a:lnTo>
                <a:lnTo>
                  <a:pt x="9408" y="92334"/>
                </a:lnTo>
                <a:lnTo>
                  <a:pt x="9749" y="92179"/>
                </a:lnTo>
                <a:lnTo>
                  <a:pt x="10073" y="92000"/>
                </a:lnTo>
                <a:lnTo>
                  <a:pt x="10382" y="91799"/>
                </a:lnTo>
                <a:lnTo>
                  <a:pt x="10674" y="91574"/>
                </a:lnTo>
                <a:lnTo>
                  <a:pt x="10948" y="91328"/>
                </a:lnTo>
                <a:lnTo>
                  <a:pt x="11202" y="91061"/>
                </a:lnTo>
                <a:lnTo>
                  <a:pt x="11437" y="90775"/>
                </a:lnTo>
                <a:lnTo>
                  <a:pt x="11652" y="90468"/>
                </a:lnTo>
                <a:lnTo>
                  <a:pt x="11844" y="90144"/>
                </a:lnTo>
                <a:lnTo>
                  <a:pt x="12014" y="89801"/>
                </a:lnTo>
                <a:lnTo>
                  <a:pt x="12160" y="89442"/>
                </a:lnTo>
                <a:lnTo>
                  <a:pt x="12282" y="89066"/>
                </a:lnTo>
                <a:lnTo>
                  <a:pt x="12378" y="88675"/>
                </a:lnTo>
                <a:lnTo>
                  <a:pt x="12448" y="88269"/>
                </a:lnTo>
                <a:lnTo>
                  <a:pt x="12491" y="87850"/>
                </a:lnTo>
                <a:lnTo>
                  <a:pt x="12505" y="87417"/>
                </a:lnTo>
                <a:lnTo>
                  <a:pt x="12505" y="64920"/>
                </a:lnTo>
                <a:lnTo>
                  <a:pt x="12491" y="64482"/>
                </a:lnTo>
                <a:lnTo>
                  <a:pt x="12448" y="64046"/>
                </a:lnTo>
                <a:lnTo>
                  <a:pt x="12378" y="63615"/>
                </a:lnTo>
                <a:lnTo>
                  <a:pt x="12282" y="63188"/>
                </a:lnTo>
                <a:lnTo>
                  <a:pt x="12160" y="62767"/>
                </a:lnTo>
                <a:close/>
                <a:moveTo>
                  <a:pt x="12160" y="130259"/>
                </a:moveTo>
                <a:lnTo>
                  <a:pt x="12014" y="129845"/>
                </a:lnTo>
                <a:lnTo>
                  <a:pt x="11844" y="129440"/>
                </a:lnTo>
                <a:lnTo>
                  <a:pt x="11652" y="129044"/>
                </a:lnTo>
                <a:lnTo>
                  <a:pt x="11437" y="128658"/>
                </a:lnTo>
                <a:lnTo>
                  <a:pt x="11202" y="128284"/>
                </a:lnTo>
                <a:lnTo>
                  <a:pt x="10948" y="127923"/>
                </a:lnTo>
                <a:lnTo>
                  <a:pt x="10674" y="127575"/>
                </a:lnTo>
                <a:lnTo>
                  <a:pt x="10382" y="127243"/>
                </a:lnTo>
                <a:lnTo>
                  <a:pt x="10073" y="126927"/>
                </a:lnTo>
                <a:lnTo>
                  <a:pt x="9749" y="126627"/>
                </a:lnTo>
                <a:lnTo>
                  <a:pt x="9408" y="126347"/>
                </a:lnTo>
                <a:lnTo>
                  <a:pt x="9054" y="126085"/>
                </a:lnTo>
                <a:lnTo>
                  <a:pt x="8686" y="125844"/>
                </a:lnTo>
                <a:lnTo>
                  <a:pt x="8306" y="125625"/>
                </a:lnTo>
                <a:lnTo>
                  <a:pt x="7915" y="125429"/>
                </a:lnTo>
                <a:lnTo>
                  <a:pt x="7513" y="125256"/>
                </a:lnTo>
                <a:lnTo>
                  <a:pt x="7101" y="125109"/>
                </a:lnTo>
                <a:lnTo>
                  <a:pt x="6681" y="124987"/>
                </a:lnTo>
                <a:lnTo>
                  <a:pt x="6253" y="124893"/>
                </a:lnTo>
                <a:lnTo>
                  <a:pt x="5825" y="124829"/>
                </a:lnTo>
                <a:lnTo>
                  <a:pt x="5404" y="124794"/>
                </a:lnTo>
                <a:lnTo>
                  <a:pt x="4993" y="124789"/>
                </a:lnTo>
                <a:lnTo>
                  <a:pt x="4590" y="124813"/>
                </a:lnTo>
                <a:lnTo>
                  <a:pt x="4199" y="124864"/>
                </a:lnTo>
                <a:lnTo>
                  <a:pt x="3819" y="124942"/>
                </a:lnTo>
                <a:lnTo>
                  <a:pt x="3451" y="125047"/>
                </a:lnTo>
                <a:lnTo>
                  <a:pt x="3097" y="125177"/>
                </a:lnTo>
                <a:lnTo>
                  <a:pt x="2757" y="125332"/>
                </a:lnTo>
                <a:lnTo>
                  <a:pt x="2432" y="125510"/>
                </a:lnTo>
                <a:lnTo>
                  <a:pt x="2123" y="125712"/>
                </a:lnTo>
                <a:lnTo>
                  <a:pt x="1831" y="125937"/>
                </a:lnTo>
                <a:lnTo>
                  <a:pt x="1558" y="126183"/>
                </a:lnTo>
                <a:lnTo>
                  <a:pt x="1303" y="126449"/>
                </a:lnTo>
                <a:lnTo>
                  <a:pt x="1068" y="126736"/>
                </a:lnTo>
                <a:lnTo>
                  <a:pt x="854" y="127042"/>
                </a:lnTo>
                <a:lnTo>
                  <a:pt x="661" y="127367"/>
                </a:lnTo>
                <a:lnTo>
                  <a:pt x="491" y="127710"/>
                </a:lnTo>
                <a:lnTo>
                  <a:pt x="345" y="128069"/>
                </a:lnTo>
                <a:lnTo>
                  <a:pt x="223" y="128445"/>
                </a:lnTo>
                <a:lnTo>
                  <a:pt x="127" y="128836"/>
                </a:lnTo>
                <a:lnTo>
                  <a:pt x="57" y="129241"/>
                </a:lnTo>
                <a:lnTo>
                  <a:pt x="14" y="129661"/>
                </a:lnTo>
                <a:lnTo>
                  <a:pt x="0" y="130094"/>
                </a:lnTo>
                <a:lnTo>
                  <a:pt x="0" y="152591"/>
                </a:lnTo>
                <a:lnTo>
                  <a:pt x="14" y="153029"/>
                </a:lnTo>
                <a:lnTo>
                  <a:pt x="57" y="153464"/>
                </a:lnTo>
                <a:lnTo>
                  <a:pt x="127" y="153896"/>
                </a:lnTo>
                <a:lnTo>
                  <a:pt x="223" y="154323"/>
                </a:lnTo>
                <a:lnTo>
                  <a:pt x="345" y="154744"/>
                </a:lnTo>
                <a:lnTo>
                  <a:pt x="491" y="155157"/>
                </a:lnTo>
                <a:lnTo>
                  <a:pt x="661" y="155563"/>
                </a:lnTo>
                <a:lnTo>
                  <a:pt x="854" y="155959"/>
                </a:lnTo>
                <a:lnTo>
                  <a:pt x="1068" y="156344"/>
                </a:lnTo>
                <a:lnTo>
                  <a:pt x="1303" y="156718"/>
                </a:lnTo>
                <a:lnTo>
                  <a:pt x="1558" y="157080"/>
                </a:lnTo>
                <a:lnTo>
                  <a:pt x="1831" y="157427"/>
                </a:lnTo>
                <a:lnTo>
                  <a:pt x="2123" y="157759"/>
                </a:lnTo>
                <a:lnTo>
                  <a:pt x="2432" y="158076"/>
                </a:lnTo>
                <a:lnTo>
                  <a:pt x="2757" y="158375"/>
                </a:lnTo>
                <a:lnTo>
                  <a:pt x="3097" y="158656"/>
                </a:lnTo>
                <a:lnTo>
                  <a:pt x="3451" y="158917"/>
                </a:lnTo>
                <a:lnTo>
                  <a:pt x="3819" y="159158"/>
                </a:lnTo>
                <a:lnTo>
                  <a:pt x="4199" y="159377"/>
                </a:lnTo>
                <a:lnTo>
                  <a:pt x="4590" y="159574"/>
                </a:lnTo>
                <a:lnTo>
                  <a:pt x="4993" y="159746"/>
                </a:lnTo>
                <a:lnTo>
                  <a:pt x="5404" y="159894"/>
                </a:lnTo>
                <a:lnTo>
                  <a:pt x="5825" y="160015"/>
                </a:lnTo>
                <a:lnTo>
                  <a:pt x="6253" y="160109"/>
                </a:lnTo>
                <a:lnTo>
                  <a:pt x="6681" y="160174"/>
                </a:lnTo>
                <a:lnTo>
                  <a:pt x="7101" y="160208"/>
                </a:lnTo>
                <a:lnTo>
                  <a:pt x="7513" y="160213"/>
                </a:lnTo>
                <a:lnTo>
                  <a:pt x="7915" y="160190"/>
                </a:lnTo>
                <a:lnTo>
                  <a:pt x="8306" y="160139"/>
                </a:lnTo>
                <a:lnTo>
                  <a:pt x="8686" y="160060"/>
                </a:lnTo>
                <a:lnTo>
                  <a:pt x="9054" y="159956"/>
                </a:lnTo>
                <a:lnTo>
                  <a:pt x="9408" y="159826"/>
                </a:lnTo>
                <a:lnTo>
                  <a:pt x="9749" y="159671"/>
                </a:lnTo>
                <a:lnTo>
                  <a:pt x="10073" y="159492"/>
                </a:lnTo>
                <a:lnTo>
                  <a:pt x="10382" y="159290"/>
                </a:lnTo>
                <a:lnTo>
                  <a:pt x="10674" y="159066"/>
                </a:lnTo>
                <a:lnTo>
                  <a:pt x="10948" y="158820"/>
                </a:lnTo>
                <a:lnTo>
                  <a:pt x="11202" y="158553"/>
                </a:lnTo>
                <a:lnTo>
                  <a:pt x="11437" y="158266"/>
                </a:lnTo>
                <a:lnTo>
                  <a:pt x="11652" y="157960"/>
                </a:lnTo>
                <a:lnTo>
                  <a:pt x="11844" y="157635"/>
                </a:lnTo>
                <a:lnTo>
                  <a:pt x="12014" y="157293"/>
                </a:lnTo>
                <a:lnTo>
                  <a:pt x="12160" y="156933"/>
                </a:lnTo>
                <a:lnTo>
                  <a:pt x="12282" y="156558"/>
                </a:lnTo>
                <a:lnTo>
                  <a:pt x="12378" y="156167"/>
                </a:lnTo>
                <a:lnTo>
                  <a:pt x="12448" y="155761"/>
                </a:lnTo>
                <a:lnTo>
                  <a:pt x="12491" y="155341"/>
                </a:lnTo>
                <a:lnTo>
                  <a:pt x="12505" y="154909"/>
                </a:lnTo>
                <a:lnTo>
                  <a:pt x="12505" y="132411"/>
                </a:lnTo>
                <a:lnTo>
                  <a:pt x="12491" y="131973"/>
                </a:lnTo>
                <a:lnTo>
                  <a:pt x="12448" y="131538"/>
                </a:lnTo>
                <a:lnTo>
                  <a:pt x="12378" y="131106"/>
                </a:lnTo>
                <a:lnTo>
                  <a:pt x="12282" y="130680"/>
                </a:lnTo>
                <a:lnTo>
                  <a:pt x="12160" y="130259"/>
                </a:lnTo>
                <a:close/>
                <a:moveTo>
                  <a:pt x="12160" y="197750"/>
                </a:moveTo>
                <a:lnTo>
                  <a:pt x="12014" y="197337"/>
                </a:lnTo>
                <a:lnTo>
                  <a:pt x="11844" y="196931"/>
                </a:lnTo>
                <a:lnTo>
                  <a:pt x="11652" y="196535"/>
                </a:lnTo>
                <a:lnTo>
                  <a:pt x="11437" y="196150"/>
                </a:lnTo>
                <a:lnTo>
                  <a:pt x="11202" y="195776"/>
                </a:lnTo>
                <a:lnTo>
                  <a:pt x="10948" y="195414"/>
                </a:lnTo>
                <a:lnTo>
                  <a:pt x="10674" y="195067"/>
                </a:lnTo>
                <a:lnTo>
                  <a:pt x="10382" y="194735"/>
                </a:lnTo>
                <a:lnTo>
                  <a:pt x="10073" y="194418"/>
                </a:lnTo>
                <a:lnTo>
                  <a:pt x="9749" y="194119"/>
                </a:lnTo>
                <a:lnTo>
                  <a:pt x="9408" y="193838"/>
                </a:lnTo>
                <a:lnTo>
                  <a:pt x="9054" y="193577"/>
                </a:lnTo>
                <a:lnTo>
                  <a:pt x="8686" y="193336"/>
                </a:lnTo>
                <a:lnTo>
                  <a:pt x="8306" y="193117"/>
                </a:lnTo>
                <a:lnTo>
                  <a:pt x="7915" y="192920"/>
                </a:lnTo>
                <a:lnTo>
                  <a:pt x="7513" y="192748"/>
                </a:lnTo>
                <a:lnTo>
                  <a:pt x="7101" y="192600"/>
                </a:lnTo>
                <a:lnTo>
                  <a:pt x="6681" y="192479"/>
                </a:lnTo>
                <a:lnTo>
                  <a:pt x="6253" y="192385"/>
                </a:lnTo>
                <a:lnTo>
                  <a:pt x="5825" y="192320"/>
                </a:lnTo>
                <a:lnTo>
                  <a:pt x="5404" y="192286"/>
                </a:lnTo>
                <a:lnTo>
                  <a:pt x="4993" y="192281"/>
                </a:lnTo>
                <a:lnTo>
                  <a:pt x="4590" y="192304"/>
                </a:lnTo>
                <a:lnTo>
                  <a:pt x="4199" y="192355"/>
                </a:lnTo>
                <a:lnTo>
                  <a:pt x="3819" y="192434"/>
                </a:lnTo>
                <a:lnTo>
                  <a:pt x="3451" y="192538"/>
                </a:lnTo>
                <a:lnTo>
                  <a:pt x="3097" y="192668"/>
                </a:lnTo>
                <a:lnTo>
                  <a:pt x="2757" y="192823"/>
                </a:lnTo>
                <a:lnTo>
                  <a:pt x="2432" y="193002"/>
                </a:lnTo>
                <a:lnTo>
                  <a:pt x="2123" y="193204"/>
                </a:lnTo>
                <a:lnTo>
                  <a:pt x="1831" y="193428"/>
                </a:lnTo>
                <a:lnTo>
                  <a:pt x="1558" y="193674"/>
                </a:lnTo>
                <a:lnTo>
                  <a:pt x="1303" y="193941"/>
                </a:lnTo>
                <a:lnTo>
                  <a:pt x="1068" y="194228"/>
                </a:lnTo>
                <a:lnTo>
                  <a:pt x="854" y="194534"/>
                </a:lnTo>
                <a:lnTo>
                  <a:pt x="661" y="194859"/>
                </a:lnTo>
                <a:lnTo>
                  <a:pt x="491" y="195201"/>
                </a:lnTo>
                <a:lnTo>
                  <a:pt x="345" y="195561"/>
                </a:lnTo>
                <a:lnTo>
                  <a:pt x="223" y="195936"/>
                </a:lnTo>
                <a:lnTo>
                  <a:pt x="127" y="196327"/>
                </a:lnTo>
                <a:lnTo>
                  <a:pt x="57" y="196733"/>
                </a:lnTo>
                <a:lnTo>
                  <a:pt x="14" y="197153"/>
                </a:lnTo>
                <a:lnTo>
                  <a:pt x="0" y="197585"/>
                </a:lnTo>
                <a:lnTo>
                  <a:pt x="0" y="208834"/>
                </a:lnTo>
                <a:lnTo>
                  <a:pt x="0" y="215193"/>
                </a:lnTo>
                <a:lnTo>
                  <a:pt x="6253" y="216352"/>
                </a:lnTo>
                <a:lnTo>
                  <a:pt x="17313" y="218402"/>
                </a:lnTo>
                <a:lnTo>
                  <a:pt x="17741" y="218467"/>
                </a:lnTo>
                <a:lnTo>
                  <a:pt x="18161" y="218501"/>
                </a:lnTo>
                <a:lnTo>
                  <a:pt x="18573" y="218506"/>
                </a:lnTo>
                <a:lnTo>
                  <a:pt x="18975" y="218483"/>
                </a:lnTo>
                <a:lnTo>
                  <a:pt x="19367" y="218432"/>
                </a:lnTo>
                <a:lnTo>
                  <a:pt x="19747" y="218353"/>
                </a:lnTo>
                <a:lnTo>
                  <a:pt x="20114" y="218249"/>
                </a:lnTo>
                <a:lnTo>
                  <a:pt x="20469" y="218119"/>
                </a:lnTo>
                <a:lnTo>
                  <a:pt x="20809" y="217964"/>
                </a:lnTo>
                <a:lnTo>
                  <a:pt x="21134" y="217785"/>
                </a:lnTo>
                <a:lnTo>
                  <a:pt x="21442" y="217583"/>
                </a:lnTo>
                <a:lnTo>
                  <a:pt x="21734" y="217359"/>
                </a:lnTo>
                <a:lnTo>
                  <a:pt x="22008" y="217113"/>
                </a:lnTo>
                <a:lnTo>
                  <a:pt x="22263" y="216846"/>
                </a:lnTo>
                <a:lnTo>
                  <a:pt x="22498" y="216559"/>
                </a:lnTo>
                <a:lnTo>
                  <a:pt x="22712" y="216253"/>
                </a:lnTo>
                <a:lnTo>
                  <a:pt x="22904" y="215928"/>
                </a:lnTo>
                <a:lnTo>
                  <a:pt x="23074" y="215586"/>
                </a:lnTo>
                <a:lnTo>
                  <a:pt x="23220" y="215226"/>
                </a:lnTo>
                <a:lnTo>
                  <a:pt x="23342" y="214851"/>
                </a:lnTo>
                <a:lnTo>
                  <a:pt x="23438" y="214460"/>
                </a:lnTo>
                <a:lnTo>
                  <a:pt x="23508" y="214054"/>
                </a:lnTo>
                <a:lnTo>
                  <a:pt x="23551" y="213634"/>
                </a:lnTo>
                <a:lnTo>
                  <a:pt x="23566" y="213202"/>
                </a:lnTo>
                <a:lnTo>
                  <a:pt x="23551" y="212764"/>
                </a:lnTo>
                <a:lnTo>
                  <a:pt x="23508" y="212328"/>
                </a:lnTo>
                <a:lnTo>
                  <a:pt x="23438" y="211896"/>
                </a:lnTo>
                <a:lnTo>
                  <a:pt x="23342" y="211470"/>
                </a:lnTo>
                <a:lnTo>
                  <a:pt x="23220" y="211049"/>
                </a:lnTo>
                <a:lnTo>
                  <a:pt x="23074" y="210635"/>
                </a:lnTo>
                <a:lnTo>
                  <a:pt x="22904" y="210230"/>
                </a:lnTo>
                <a:lnTo>
                  <a:pt x="22712" y="209834"/>
                </a:lnTo>
                <a:lnTo>
                  <a:pt x="22498" y="209448"/>
                </a:lnTo>
                <a:lnTo>
                  <a:pt x="22263" y="209074"/>
                </a:lnTo>
                <a:lnTo>
                  <a:pt x="22008" y="208713"/>
                </a:lnTo>
                <a:lnTo>
                  <a:pt x="21734" y="208366"/>
                </a:lnTo>
                <a:lnTo>
                  <a:pt x="21442" y="208033"/>
                </a:lnTo>
                <a:lnTo>
                  <a:pt x="21134" y="207717"/>
                </a:lnTo>
                <a:lnTo>
                  <a:pt x="20809" y="207418"/>
                </a:lnTo>
                <a:lnTo>
                  <a:pt x="20469" y="207137"/>
                </a:lnTo>
                <a:lnTo>
                  <a:pt x="20114" y="206875"/>
                </a:lnTo>
                <a:lnTo>
                  <a:pt x="19747" y="206634"/>
                </a:lnTo>
                <a:lnTo>
                  <a:pt x="19367" y="206415"/>
                </a:lnTo>
                <a:lnTo>
                  <a:pt x="18975" y="206219"/>
                </a:lnTo>
                <a:lnTo>
                  <a:pt x="18573" y="206046"/>
                </a:lnTo>
                <a:lnTo>
                  <a:pt x="18161" y="205899"/>
                </a:lnTo>
                <a:lnTo>
                  <a:pt x="17741" y="205778"/>
                </a:lnTo>
                <a:lnTo>
                  <a:pt x="17313" y="205684"/>
                </a:lnTo>
                <a:lnTo>
                  <a:pt x="12505" y="204793"/>
                </a:lnTo>
                <a:lnTo>
                  <a:pt x="12505" y="199903"/>
                </a:lnTo>
                <a:lnTo>
                  <a:pt x="12491" y="199465"/>
                </a:lnTo>
                <a:lnTo>
                  <a:pt x="12448" y="199030"/>
                </a:lnTo>
                <a:lnTo>
                  <a:pt x="12378" y="198598"/>
                </a:lnTo>
                <a:lnTo>
                  <a:pt x="12282" y="198171"/>
                </a:lnTo>
                <a:lnTo>
                  <a:pt x="12160" y="197750"/>
                </a:lnTo>
                <a:close/>
                <a:moveTo>
                  <a:pt x="59500" y="11379"/>
                </a:moveTo>
                <a:lnTo>
                  <a:pt x="59120" y="11457"/>
                </a:lnTo>
                <a:lnTo>
                  <a:pt x="58752" y="11562"/>
                </a:lnTo>
                <a:lnTo>
                  <a:pt x="58398" y="11692"/>
                </a:lnTo>
                <a:lnTo>
                  <a:pt x="58058" y="11846"/>
                </a:lnTo>
                <a:lnTo>
                  <a:pt x="57733" y="12025"/>
                </a:lnTo>
                <a:lnTo>
                  <a:pt x="57424" y="12227"/>
                </a:lnTo>
                <a:lnTo>
                  <a:pt x="57133" y="12451"/>
                </a:lnTo>
                <a:lnTo>
                  <a:pt x="56859" y="12697"/>
                </a:lnTo>
                <a:lnTo>
                  <a:pt x="56604" y="12964"/>
                </a:lnTo>
                <a:lnTo>
                  <a:pt x="56369" y="13251"/>
                </a:lnTo>
                <a:lnTo>
                  <a:pt x="56155" y="13557"/>
                </a:lnTo>
                <a:lnTo>
                  <a:pt x="55962" y="13882"/>
                </a:lnTo>
                <a:lnTo>
                  <a:pt x="55793" y="14224"/>
                </a:lnTo>
                <a:lnTo>
                  <a:pt x="55646" y="14584"/>
                </a:lnTo>
                <a:lnTo>
                  <a:pt x="55525" y="14960"/>
                </a:lnTo>
                <a:lnTo>
                  <a:pt x="55428" y="15351"/>
                </a:lnTo>
                <a:lnTo>
                  <a:pt x="55358" y="15756"/>
                </a:lnTo>
                <a:lnTo>
                  <a:pt x="55316" y="16176"/>
                </a:lnTo>
                <a:lnTo>
                  <a:pt x="55301" y="16609"/>
                </a:lnTo>
                <a:lnTo>
                  <a:pt x="55316" y="17047"/>
                </a:lnTo>
                <a:lnTo>
                  <a:pt x="55358" y="17482"/>
                </a:lnTo>
                <a:lnTo>
                  <a:pt x="55428" y="17914"/>
                </a:lnTo>
                <a:lnTo>
                  <a:pt x="55525" y="18341"/>
                </a:lnTo>
                <a:lnTo>
                  <a:pt x="55646" y="18761"/>
                </a:lnTo>
                <a:lnTo>
                  <a:pt x="55793" y="19175"/>
                </a:lnTo>
                <a:lnTo>
                  <a:pt x="55962" y="19580"/>
                </a:lnTo>
                <a:lnTo>
                  <a:pt x="56155" y="19976"/>
                </a:lnTo>
                <a:lnTo>
                  <a:pt x="56369" y="20362"/>
                </a:lnTo>
                <a:lnTo>
                  <a:pt x="56604" y="20736"/>
                </a:lnTo>
                <a:lnTo>
                  <a:pt x="56859" y="21097"/>
                </a:lnTo>
                <a:lnTo>
                  <a:pt x="57133" y="21445"/>
                </a:lnTo>
                <a:lnTo>
                  <a:pt x="57424" y="21777"/>
                </a:lnTo>
                <a:lnTo>
                  <a:pt x="57733" y="22093"/>
                </a:lnTo>
                <a:lnTo>
                  <a:pt x="58058" y="22393"/>
                </a:lnTo>
                <a:lnTo>
                  <a:pt x="58398" y="22673"/>
                </a:lnTo>
                <a:lnTo>
                  <a:pt x="58752" y="22935"/>
                </a:lnTo>
                <a:lnTo>
                  <a:pt x="59120" y="23176"/>
                </a:lnTo>
                <a:lnTo>
                  <a:pt x="59500" y="23395"/>
                </a:lnTo>
                <a:lnTo>
                  <a:pt x="59892" y="23591"/>
                </a:lnTo>
                <a:lnTo>
                  <a:pt x="60294" y="23764"/>
                </a:lnTo>
                <a:lnTo>
                  <a:pt x="60705" y="23911"/>
                </a:lnTo>
                <a:lnTo>
                  <a:pt x="61126" y="24033"/>
                </a:lnTo>
                <a:lnTo>
                  <a:pt x="61554" y="24127"/>
                </a:lnTo>
                <a:lnTo>
                  <a:pt x="83674" y="28226"/>
                </a:lnTo>
                <a:lnTo>
                  <a:pt x="84102" y="28291"/>
                </a:lnTo>
                <a:lnTo>
                  <a:pt x="84523" y="28326"/>
                </a:lnTo>
                <a:lnTo>
                  <a:pt x="84934" y="28331"/>
                </a:lnTo>
                <a:lnTo>
                  <a:pt x="85337" y="28307"/>
                </a:lnTo>
                <a:lnTo>
                  <a:pt x="85728" y="28256"/>
                </a:lnTo>
                <a:lnTo>
                  <a:pt x="86108" y="28178"/>
                </a:lnTo>
                <a:lnTo>
                  <a:pt x="86476" y="28073"/>
                </a:lnTo>
                <a:lnTo>
                  <a:pt x="86830" y="27943"/>
                </a:lnTo>
                <a:lnTo>
                  <a:pt x="87170" y="27788"/>
                </a:lnTo>
                <a:lnTo>
                  <a:pt x="87495" y="27610"/>
                </a:lnTo>
                <a:lnTo>
                  <a:pt x="87804" y="27408"/>
                </a:lnTo>
                <a:lnTo>
                  <a:pt x="88096" y="27183"/>
                </a:lnTo>
                <a:lnTo>
                  <a:pt x="88369" y="26937"/>
                </a:lnTo>
                <a:lnTo>
                  <a:pt x="88624" y="26671"/>
                </a:lnTo>
                <a:lnTo>
                  <a:pt x="88859" y="26384"/>
                </a:lnTo>
                <a:lnTo>
                  <a:pt x="89073" y="26077"/>
                </a:lnTo>
                <a:lnTo>
                  <a:pt x="89266" y="25753"/>
                </a:lnTo>
                <a:lnTo>
                  <a:pt x="89436" y="25410"/>
                </a:lnTo>
                <a:lnTo>
                  <a:pt x="89582" y="25051"/>
                </a:lnTo>
                <a:lnTo>
                  <a:pt x="89704" y="24675"/>
                </a:lnTo>
                <a:lnTo>
                  <a:pt x="89800" y="24284"/>
                </a:lnTo>
                <a:lnTo>
                  <a:pt x="89870" y="23878"/>
                </a:lnTo>
                <a:lnTo>
                  <a:pt x="89913" y="23459"/>
                </a:lnTo>
                <a:lnTo>
                  <a:pt x="89927" y="23026"/>
                </a:lnTo>
                <a:lnTo>
                  <a:pt x="89913" y="22588"/>
                </a:lnTo>
                <a:lnTo>
                  <a:pt x="89870" y="22153"/>
                </a:lnTo>
                <a:lnTo>
                  <a:pt x="89800" y="21721"/>
                </a:lnTo>
                <a:lnTo>
                  <a:pt x="89704" y="21294"/>
                </a:lnTo>
                <a:lnTo>
                  <a:pt x="89582" y="20873"/>
                </a:lnTo>
                <a:lnTo>
                  <a:pt x="89436" y="20460"/>
                </a:lnTo>
                <a:lnTo>
                  <a:pt x="89266" y="20054"/>
                </a:lnTo>
                <a:lnTo>
                  <a:pt x="89073" y="19658"/>
                </a:lnTo>
                <a:lnTo>
                  <a:pt x="88859" y="19273"/>
                </a:lnTo>
                <a:lnTo>
                  <a:pt x="88624" y="18899"/>
                </a:lnTo>
                <a:lnTo>
                  <a:pt x="88369" y="18538"/>
                </a:lnTo>
                <a:lnTo>
                  <a:pt x="88096" y="18190"/>
                </a:lnTo>
                <a:lnTo>
                  <a:pt x="87804" y="17858"/>
                </a:lnTo>
                <a:lnTo>
                  <a:pt x="87495" y="17541"/>
                </a:lnTo>
                <a:lnTo>
                  <a:pt x="87170" y="17242"/>
                </a:lnTo>
                <a:lnTo>
                  <a:pt x="86830" y="16961"/>
                </a:lnTo>
                <a:lnTo>
                  <a:pt x="86476" y="16700"/>
                </a:lnTo>
                <a:lnTo>
                  <a:pt x="86108" y="16459"/>
                </a:lnTo>
                <a:lnTo>
                  <a:pt x="85728" y="16240"/>
                </a:lnTo>
                <a:lnTo>
                  <a:pt x="85337" y="16043"/>
                </a:lnTo>
                <a:lnTo>
                  <a:pt x="84934" y="15871"/>
                </a:lnTo>
                <a:lnTo>
                  <a:pt x="84523" y="15723"/>
                </a:lnTo>
                <a:lnTo>
                  <a:pt x="84102" y="15602"/>
                </a:lnTo>
                <a:lnTo>
                  <a:pt x="83674" y="15508"/>
                </a:lnTo>
                <a:lnTo>
                  <a:pt x="61554" y="11408"/>
                </a:lnTo>
                <a:lnTo>
                  <a:pt x="61126" y="11344"/>
                </a:lnTo>
                <a:lnTo>
                  <a:pt x="60705" y="11309"/>
                </a:lnTo>
                <a:lnTo>
                  <a:pt x="60294" y="11304"/>
                </a:lnTo>
                <a:lnTo>
                  <a:pt x="59892" y="11327"/>
                </a:lnTo>
                <a:lnTo>
                  <a:pt x="59500" y="11379"/>
                </a:lnTo>
                <a:close/>
                <a:moveTo>
                  <a:pt x="125862" y="23678"/>
                </a:moveTo>
                <a:lnTo>
                  <a:pt x="125482" y="23756"/>
                </a:lnTo>
                <a:lnTo>
                  <a:pt x="125114" y="23861"/>
                </a:lnTo>
                <a:lnTo>
                  <a:pt x="124760" y="23991"/>
                </a:lnTo>
                <a:lnTo>
                  <a:pt x="124419" y="24146"/>
                </a:lnTo>
                <a:lnTo>
                  <a:pt x="124095" y="24325"/>
                </a:lnTo>
                <a:lnTo>
                  <a:pt x="123786" y="24527"/>
                </a:lnTo>
                <a:lnTo>
                  <a:pt x="123494" y="24751"/>
                </a:lnTo>
                <a:lnTo>
                  <a:pt x="123220" y="24997"/>
                </a:lnTo>
                <a:lnTo>
                  <a:pt x="122966" y="25264"/>
                </a:lnTo>
                <a:lnTo>
                  <a:pt x="122731" y="25550"/>
                </a:lnTo>
                <a:lnTo>
                  <a:pt x="122516" y="25857"/>
                </a:lnTo>
                <a:lnTo>
                  <a:pt x="122324" y="26181"/>
                </a:lnTo>
                <a:lnTo>
                  <a:pt x="122154" y="26524"/>
                </a:lnTo>
                <a:lnTo>
                  <a:pt x="122008" y="26883"/>
                </a:lnTo>
                <a:lnTo>
                  <a:pt x="121886" y="27259"/>
                </a:lnTo>
                <a:lnTo>
                  <a:pt x="121790" y="27650"/>
                </a:lnTo>
                <a:lnTo>
                  <a:pt x="121720" y="28056"/>
                </a:lnTo>
                <a:lnTo>
                  <a:pt x="121677" y="28475"/>
                </a:lnTo>
                <a:lnTo>
                  <a:pt x="121663" y="28908"/>
                </a:lnTo>
                <a:lnTo>
                  <a:pt x="121677" y="29346"/>
                </a:lnTo>
                <a:lnTo>
                  <a:pt x="121720" y="29781"/>
                </a:lnTo>
                <a:lnTo>
                  <a:pt x="121790" y="30213"/>
                </a:lnTo>
                <a:lnTo>
                  <a:pt x="121886" y="30640"/>
                </a:lnTo>
                <a:lnTo>
                  <a:pt x="122008" y="31061"/>
                </a:lnTo>
                <a:lnTo>
                  <a:pt x="122154" y="31474"/>
                </a:lnTo>
                <a:lnTo>
                  <a:pt x="122324" y="31880"/>
                </a:lnTo>
                <a:lnTo>
                  <a:pt x="122516" y="32276"/>
                </a:lnTo>
                <a:lnTo>
                  <a:pt x="122731" y="32661"/>
                </a:lnTo>
                <a:lnTo>
                  <a:pt x="122966" y="33035"/>
                </a:lnTo>
                <a:lnTo>
                  <a:pt x="123220" y="33397"/>
                </a:lnTo>
                <a:lnTo>
                  <a:pt x="123494" y="33744"/>
                </a:lnTo>
                <a:lnTo>
                  <a:pt x="123786" y="34076"/>
                </a:lnTo>
                <a:lnTo>
                  <a:pt x="124095" y="34393"/>
                </a:lnTo>
                <a:lnTo>
                  <a:pt x="124419" y="34692"/>
                </a:lnTo>
                <a:lnTo>
                  <a:pt x="124760" y="34973"/>
                </a:lnTo>
                <a:lnTo>
                  <a:pt x="125114" y="35234"/>
                </a:lnTo>
                <a:lnTo>
                  <a:pt x="125482" y="35475"/>
                </a:lnTo>
                <a:lnTo>
                  <a:pt x="125862" y="35694"/>
                </a:lnTo>
                <a:lnTo>
                  <a:pt x="126253" y="35891"/>
                </a:lnTo>
                <a:lnTo>
                  <a:pt x="126655" y="36063"/>
                </a:lnTo>
                <a:lnTo>
                  <a:pt x="127067" y="36211"/>
                </a:lnTo>
                <a:lnTo>
                  <a:pt x="127487" y="36332"/>
                </a:lnTo>
                <a:lnTo>
                  <a:pt x="127915" y="36426"/>
                </a:lnTo>
                <a:lnTo>
                  <a:pt x="150036" y="40526"/>
                </a:lnTo>
                <a:lnTo>
                  <a:pt x="150464" y="40590"/>
                </a:lnTo>
                <a:lnTo>
                  <a:pt x="150884" y="40625"/>
                </a:lnTo>
                <a:lnTo>
                  <a:pt x="151296" y="40630"/>
                </a:lnTo>
                <a:lnTo>
                  <a:pt x="151698" y="40607"/>
                </a:lnTo>
                <a:lnTo>
                  <a:pt x="152090" y="40555"/>
                </a:lnTo>
                <a:lnTo>
                  <a:pt x="152470" y="40477"/>
                </a:lnTo>
                <a:lnTo>
                  <a:pt x="152837" y="40373"/>
                </a:lnTo>
                <a:lnTo>
                  <a:pt x="153192" y="40242"/>
                </a:lnTo>
                <a:lnTo>
                  <a:pt x="153532" y="40088"/>
                </a:lnTo>
                <a:lnTo>
                  <a:pt x="153857" y="39909"/>
                </a:lnTo>
                <a:lnTo>
                  <a:pt x="154165" y="39707"/>
                </a:lnTo>
                <a:lnTo>
                  <a:pt x="154457" y="39483"/>
                </a:lnTo>
                <a:lnTo>
                  <a:pt x="154731" y="39237"/>
                </a:lnTo>
                <a:lnTo>
                  <a:pt x="154986" y="38970"/>
                </a:lnTo>
                <a:lnTo>
                  <a:pt x="155221" y="38683"/>
                </a:lnTo>
                <a:lnTo>
                  <a:pt x="155435" y="38377"/>
                </a:lnTo>
                <a:lnTo>
                  <a:pt x="155627" y="38052"/>
                </a:lnTo>
                <a:lnTo>
                  <a:pt x="155797" y="37710"/>
                </a:lnTo>
                <a:lnTo>
                  <a:pt x="155943" y="37350"/>
                </a:lnTo>
                <a:lnTo>
                  <a:pt x="156065" y="36975"/>
                </a:lnTo>
                <a:lnTo>
                  <a:pt x="156161" y="36584"/>
                </a:lnTo>
                <a:lnTo>
                  <a:pt x="156231" y="36178"/>
                </a:lnTo>
                <a:lnTo>
                  <a:pt x="156274" y="35758"/>
                </a:lnTo>
                <a:lnTo>
                  <a:pt x="156288" y="35326"/>
                </a:lnTo>
                <a:lnTo>
                  <a:pt x="156274" y="34887"/>
                </a:lnTo>
                <a:lnTo>
                  <a:pt x="156231" y="34452"/>
                </a:lnTo>
                <a:lnTo>
                  <a:pt x="156161" y="34020"/>
                </a:lnTo>
                <a:lnTo>
                  <a:pt x="156065" y="33594"/>
                </a:lnTo>
                <a:lnTo>
                  <a:pt x="155943" y="33173"/>
                </a:lnTo>
                <a:lnTo>
                  <a:pt x="155797" y="32759"/>
                </a:lnTo>
                <a:lnTo>
                  <a:pt x="155627" y="32354"/>
                </a:lnTo>
                <a:lnTo>
                  <a:pt x="155435" y="31958"/>
                </a:lnTo>
                <a:lnTo>
                  <a:pt x="155221" y="31572"/>
                </a:lnTo>
                <a:lnTo>
                  <a:pt x="154986" y="31198"/>
                </a:lnTo>
                <a:lnTo>
                  <a:pt x="154731" y="30837"/>
                </a:lnTo>
                <a:lnTo>
                  <a:pt x="154457" y="30490"/>
                </a:lnTo>
                <a:lnTo>
                  <a:pt x="154165" y="30157"/>
                </a:lnTo>
                <a:lnTo>
                  <a:pt x="153857" y="29841"/>
                </a:lnTo>
                <a:lnTo>
                  <a:pt x="153532" y="29542"/>
                </a:lnTo>
                <a:lnTo>
                  <a:pt x="153192" y="29261"/>
                </a:lnTo>
                <a:lnTo>
                  <a:pt x="152837" y="28999"/>
                </a:lnTo>
                <a:lnTo>
                  <a:pt x="152470" y="28758"/>
                </a:lnTo>
                <a:lnTo>
                  <a:pt x="152090" y="28539"/>
                </a:lnTo>
                <a:lnTo>
                  <a:pt x="151698" y="28343"/>
                </a:lnTo>
                <a:lnTo>
                  <a:pt x="151296" y="28170"/>
                </a:lnTo>
                <a:lnTo>
                  <a:pt x="150884" y="28023"/>
                </a:lnTo>
                <a:lnTo>
                  <a:pt x="150464" y="27902"/>
                </a:lnTo>
                <a:lnTo>
                  <a:pt x="150036" y="27808"/>
                </a:lnTo>
                <a:lnTo>
                  <a:pt x="127915" y="23708"/>
                </a:lnTo>
                <a:lnTo>
                  <a:pt x="127487" y="23643"/>
                </a:lnTo>
                <a:lnTo>
                  <a:pt x="127067" y="23609"/>
                </a:lnTo>
                <a:lnTo>
                  <a:pt x="126655" y="23603"/>
                </a:lnTo>
                <a:lnTo>
                  <a:pt x="126253" y="23627"/>
                </a:lnTo>
                <a:lnTo>
                  <a:pt x="125862" y="23678"/>
                </a:lnTo>
                <a:close/>
                <a:moveTo>
                  <a:pt x="192223" y="35978"/>
                </a:moveTo>
                <a:lnTo>
                  <a:pt x="191843" y="36056"/>
                </a:lnTo>
                <a:lnTo>
                  <a:pt x="191475" y="36160"/>
                </a:lnTo>
                <a:lnTo>
                  <a:pt x="191121" y="36290"/>
                </a:lnTo>
                <a:lnTo>
                  <a:pt x="190781" y="36445"/>
                </a:lnTo>
                <a:lnTo>
                  <a:pt x="190456" y="36624"/>
                </a:lnTo>
                <a:lnTo>
                  <a:pt x="190147" y="36826"/>
                </a:lnTo>
                <a:lnTo>
                  <a:pt x="189856" y="37050"/>
                </a:lnTo>
                <a:lnTo>
                  <a:pt x="189582" y="37296"/>
                </a:lnTo>
                <a:lnTo>
                  <a:pt x="189327" y="37563"/>
                </a:lnTo>
                <a:lnTo>
                  <a:pt x="189092" y="37850"/>
                </a:lnTo>
                <a:lnTo>
                  <a:pt x="188878" y="38156"/>
                </a:lnTo>
                <a:lnTo>
                  <a:pt x="188685" y="38481"/>
                </a:lnTo>
                <a:lnTo>
                  <a:pt x="188516" y="38823"/>
                </a:lnTo>
                <a:lnTo>
                  <a:pt x="188369" y="39183"/>
                </a:lnTo>
                <a:lnTo>
                  <a:pt x="188248" y="39558"/>
                </a:lnTo>
                <a:lnTo>
                  <a:pt x="188151" y="39949"/>
                </a:lnTo>
                <a:lnTo>
                  <a:pt x="188081" y="40355"/>
                </a:lnTo>
                <a:lnTo>
                  <a:pt x="188039" y="40775"/>
                </a:lnTo>
                <a:lnTo>
                  <a:pt x="188024" y="41207"/>
                </a:lnTo>
                <a:lnTo>
                  <a:pt x="188039" y="41645"/>
                </a:lnTo>
                <a:lnTo>
                  <a:pt x="188081" y="42081"/>
                </a:lnTo>
                <a:lnTo>
                  <a:pt x="188151" y="42513"/>
                </a:lnTo>
                <a:lnTo>
                  <a:pt x="188248" y="42939"/>
                </a:lnTo>
                <a:lnTo>
                  <a:pt x="188369" y="43360"/>
                </a:lnTo>
                <a:lnTo>
                  <a:pt x="188516" y="43774"/>
                </a:lnTo>
                <a:lnTo>
                  <a:pt x="188685" y="44179"/>
                </a:lnTo>
                <a:lnTo>
                  <a:pt x="188878" y="44575"/>
                </a:lnTo>
                <a:lnTo>
                  <a:pt x="189092" y="44961"/>
                </a:lnTo>
                <a:lnTo>
                  <a:pt x="189327" y="45335"/>
                </a:lnTo>
                <a:lnTo>
                  <a:pt x="189582" y="45696"/>
                </a:lnTo>
                <a:lnTo>
                  <a:pt x="189856" y="46043"/>
                </a:lnTo>
                <a:lnTo>
                  <a:pt x="190147" y="46376"/>
                </a:lnTo>
                <a:lnTo>
                  <a:pt x="190456" y="46692"/>
                </a:lnTo>
                <a:lnTo>
                  <a:pt x="190781" y="46991"/>
                </a:lnTo>
                <a:lnTo>
                  <a:pt x="191121" y="47272"/>
                </a:lnTo>
                <a:lnTo>
                  <a:pt x="191475" y="47534"/>
                </a:lnTo>
                <a:lnTo>
                  <a:pt x="191843" y="47775"/>
                </a:lnTo>
                <a:lnTo>
                  <a:pt x="192223" y="47994"/>
                </a:lnTo>
                <a:lnTo>
                  <a:pt x="192615" y="48190"/>
                </a:lnTo>
                <a:lnTo>
                  <a:pt x="193017" y="48363"/>
                </a:lnTo>
                <a:lnTo>
                  <a:pt x="193428" y="48510"/>
                </a:lnTo>
                <a:lnTo>
                  <a:pt x="193849" y="48631"/>
                </a:lnTo>
                <a:lnTo>
                  <a:pt x="194277" y="48725"/>
                </a:lnTo>
                <a:lnTo>
                  <a:pt x="199084" y="49616"/>
                </a:lnTo>
                <a:lnTo>
                  <a:pt x="199084" y="54506"/>
                </a:lnTo>
                <a:lnTo>
                  <a:pt x="199099" y="54944"/>
                </a:lnTo>
                <a:lnTo>
                  <a:pt x="199141" y="55379"/>
                </a:lnTo>
                <a:lnTo>
                  <a:pt x="199211" y="55811"/>
                </a:lnTo>
                <a:lnTo>
                  <a:pt x="199308" y="56238"/>
                </a:lnTo>
                <a:lnTo>
                  <a:pt x="199430" y="56659"/>
                </a:lnTo>
                <a:lnTo>
                  <a:pt x="199576" y="57072"/>
                </a:lnTo>
                <a:lnTo>
                  <a:pt x="199746" y="57478"/>
                </a:lnTo>
                <a:lnTo>
                  <a:pt x="199938" y="57874"/>
                </a:lnTo>
                <a:lnTo>
                  <a:pt x="200152" y="58259"/>
                </a:lnTo>
                <a:lnTo>
                  <a:pt x="200387" y="58633"/>
                </a:lnTo>
                <a:lnTo>
                  <a:pt x="200642" y="58995"/>
                </a:lnTo>
                <a:lnTo>
                  <a:pt x="200916" y="59342"/>
                </a:lnTo>
                <a:lnTo>
                  <a:pt x="201207" y="59674"/>
                </a:lnTo>
                <a:lnTo>
                  <a:pt x="201516" y="59991"/>
                </a:lnTo>
                <a:lnTo>
                  <a:pt x="201841" y="60290"/>
                </a:lnTo>
                <a:lnTo>
                  <a:pt x="202181" y="60571"/>
                </a:lnTo>
                <a:lnTo>
                  <a:pt x="202536" y="60832"/>
                </a:lnTo>
                <a:lnTo>
                  <a:pt x="202903" y="61073"/>
                </a:lnTo>
                <a:lnTo>
                  <a:pt x="203283" y="61292"/>
                </a:lnTo>
                <a:lnTo>
                  <a:pt x="203675" y="61489"/>
                </a:lnTo>
                <a:lnTo>
                  <a:pt x="204077" y="61661"/>
                </a:lnTo>
                <a:lnTo>
                  <a:pt x="204489" y="61809"/>
                </a:lnTo>
                <a:lnTo>
                  <a:pt x="204909" y="61930"/>
                </a:lnTo>
                <a:lnTo>
                  <a:pt x="205337" y="62024"/>
                </a:lnTo>
                <a:lnTo>
                  <a:pt x="205765" y="62089"/>
                </a:lnTo>
                <a:lnTo>
                  <a:pt x="206185" y="62123"/>
                </a:lnTo>
                <a:lnTo>
                  <a:pt x="206597" y="62128"/>
                </a:lnTo>
                <a:lnTo>
                  <a:pt x="206999" y="62105"/>
                </a:lnTo>
                <a:lnTo>
                  <a:pt x="207391" y="62054"/>
                </a:lnTo>
                <a:lnTo>
                  <a:pt x="207771" y="61975"/>
                </a:lnTo>
                <a:lnTo>
                  <a:pt x="208139" y="61871"/>
                </a:lnTo>
                <a:lnTo>
                  <a:pt x="208493" y="61741"/>
                </a:lnTo>
                <a:lnTo>
                  <a:pt x="208833" y="61586"/>
                </a:lnTo>
                <a:lnTo>
                  <a:pt x="209158" y="61407"/>
                </a:lnTo>
                <a:lnTo>
                  <a:pt x="209467" y="61205"/>
                </a:lnTo>
                <a:lnTo>
                  <a:pt x="209758" y="60981"/>
                </a:lnTo>
                <a:lnTo>
                  <a:pt x="210032" y="60735"/>
                </a:lnTo>
                <a:lnTo>
                  <a:pt x="210287" y="60468"/>
                </a:lnTo>
                <a:lnTo>
                  <a:pt x="210522" y="60181"/>
                </a:lnTo>
                <a:lnTo>
                  <a:pt x="210736" y="59875"/>
                </a:lnTo>
                <a:lnTo>
                  <a:pt x="210928" y="59550"/>
                </a:lnTo>
                <a:lnTo>
                  <a:pt x="211098" y="59208"/>
                </a:lnTo>
                <a:lnTo>
                  <a:pt x="211245" y="58848"/>
                </a:lnTo>
                <a:lnTo>
                  <a:pt x="211366" y="58473"/>
                </a:lnTo>
                <a:lnTo>
                  <a:pt x="211463" y="58082"/>
                </a:lnTo>
                <a:lnTo>
                  <a:pt x="211533" y="57676"/>
                </a:lnTo>
                <a:lnTo>
                  <a:pt x="211575" y="57256"/>
                </a:lnTo>
                <a:lnTo>
                  <a:pt x="211590" y="56824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194277" y="36007"/>
                </a:lnTo>
                <a:lnTo>
                  <a:pt x="193849" y="35942"/>
                </a:lnTo>
                <a:lnTo>
                  <a:pt x="193428" y="35908"/>
                </a:lnTo>
                <a:lnTo>
                  <a:pt x="193017" y="35903"/>
                </a:lnTo>
                <a:lnTo>
                  <a:pt x="192615" y="35926"/>
                </a:lnTo>
                <a:lnTo>
                  <a:pt x="192223" y="35978"/>
                </a:lnTo>
                <a:close/>
                <a:moveTo>
                  <a:pt x="59120" y="213932"/>
                </a:moveTo>
                <a:lnTo>
                  <a:pt x="58752" y="214036"/>
                </a:lnTo>
                <a:lnTo>
                  <a:pt x="58398" y="214167"/>
                </a:lnTo>
                <a:lnTo>
                  <a:pt x="58058" y="214321"/>
                </a:lnTo>
                <a:lnTo>
                  <a:pt x="57733" y="214500"/>
                </a:lnTo>
                <a:lnTo>
                  <a:pt x="57424" y="214702"/>
                </a:lnTo>
                <a:lnTo>
                  <a:pt x="57133" y="214926"/>
                </a:lnTo>
                <a:lnTo>
                  <a:pt x="56859" y="215172"/>
                </a:lnTo>
                <a:lnTo>
                  <a:pt x="56604" y="215439"/>
                </a:lnTo>
                <a:lnTo>
                  <a:pt x="56369" y="215726"/>
                </a:lnTo>
                <a:lnTo>
                  <a:pt x="56155" y="216032"/>
                </a:lnTo>
                <a:lnTo>
                  <a:pt x="55962" y="216357"/>
                </a:lnTo>
                <a:lnTo>
                  <a:pt x="55793" y="216699"/>
                </a:lnTo>
                <a:lnTo>
                  <a:pt x="55646" y="217059"/>
                </a:lnTo>
                <a:lnTo>
                  <a:pt x="55525" y="217434"/>
                </a:lnTo>
                <a:lnTo>
                  <a:pt x="55428" y="217825"/>
                </a:lnTo>
                <a:lnTo>
                  <a:pt x="55358" y="218231"/>
                </a:lnTo>
                <a:lnTo>
                  <a:pt x="55316" y="218651"/>
                </a:lnTo>
                <a:lnTo>
                  <a:pt x="55301" y="219083"/>
                </a:lnTo>
                <a:lnTo>
                  <a:pt x="55316" y="219522"/>
                </a:lnTo>
                <a:lnTo>
                  <a:pt x="55358" y="219957"/>
                </a:lnTo>
                <a:lnTo>
                  <a:pt x="55428" y="220389"/>
                </a:lnTo>
                <a:lnTo>
                  <a:pt x="55525" y="220815"/>
                </a:lnTo>
                <a:lnTo>
                  <a:pt x="55646" y="221236"/>
                </a:lnTo>
                <a:lnTo>
                  <a:pt x="55793" y="221650"/>
                </a:lnTo>
                <a:lnTo>
                  <a:pt x="55962" y="222055"/>
                </a:lnTo>
                <a:lnTo>
                  <a:pt x="56155" y="222451"/>
                </a:lnTo>
                <a:lnTo>
                  <a:pt x="56369" y="222837"/>
                </a:lnTo>
                <a:lnTo>
                  <a:pt x="56604" y="223211"/>
                </a:lnTo>
                <a:lnTo>
                  <a:pt x="56859" y="223572"/>
                </a:lnTo>
                <a:lnTo>
                  <a:pt x="57133" y="223919"/>
                </a:lnTo>
                <a:lnTo>
                  <a:pt x="57424" y="224252"/>
                </a:lnTo>
                <a:lnTo>
                  <a:pt x="57733" y="224568"/>
                </a:lnTo>
                <a:lnTo>
                  <a:pt x="58058" y="224867"/>
                </a:lnTo>
                <a:lnTo>
                  <a:pt x="58398" y="225148"/>
                </a:lnTo>
                <a:lnTo>
                  <a:pt x="58752" y="225410"/>
                </a:lnTo>
                <a:lnTo>
                  <a:pt x="59120" y="225651"/>
                </a:lnTo>
                <a:lnTo>
                  <a:pt x="59500" y="225870"/>
                </a:lnTo>
                <a:lnTo>
                  <a:pt x="59892" y="226066"/>
                </a:lnTo>
                <a:lnTo>
                  <a:pt x="60294" y="226239"/>
                </a:lnTo>
                <a:lnTo>
                  <a:pt x="60705" y="226386"/>
                </a:lnTo>
                <a:lnTo>
                  <a:pt x="61126" y="226507"/>
                </a:lnTo>
                <a:lnTo>
                  <a:pt x="61554" y="226601"/>
                </a:lnTo>
                <a:lnTo>
                  <a:pt x="83674" y="230701"/>
                </a:lnTo>
                <a:lnTo>
                  <a:pt x="84102" y="230766"/>
                </a:lnTo>
                <a:lnTo>
                  <a:pt x="84523" y="230800"/>
                </a:lnTo>
                <a:lnTo>
                  <a:pt x="84934" y="230806"/>
                </a:lnTo>
                <a:lnTo>
                  <a:pt x="85337" y="230782"/>
                </a:lnTo>
                <a:lnTo>
                  <a:pt x="85728" y="230731"/>
                </a:lnTo>
                <a:lnTo>
                  <a:pt x="86108" y="230653"/>
                </a:lnTo>
                <a:lnTo>
                  <a:pt x="86476" y="230548"/>
                </a:lnTo>
                <a:lnTo>
                  <a:pt x="86830" y="230418"/>
                </a:lnTo>
                <a:lnTo>
                  <a:pt x="87170" y="230263"/>
                </a:lnTo>
                <a:lnTo>
                  <a:pt x="87495" y="230084"/>
                </a:lnTo>
                <a:lnTo>
                  <a:pt x="87804" y="229882"/>
                </a:lnTo>
                <a:lnTo>
                  <a:pt x="88096" y="229658"/>
                </a:lnTo>
                <a:lnTo>
                  <a:pt x="88369" y="229412"/>
                </a:lnTo>
                <a:lnTo>
                  <a:pt x="88624" y="229145"/>
                </a:lnTo>
                <a:lnTo>
                  <a:pt x="88859" y="228859"/>
                </a:lnTo>
                <a:lnTo>
                  <a:pt x="89073" y="228552"/>
                </a:lnTo>
                <a:lnTo>
                  <a:pt x="89266" y="228228"/>
                </a:lnTo>
                <a:lnTo>
                  <a:pt x="89436" y="227885"/>
                </a:lnTo>
                <a:lnTo>
                  <a:pt x="89582" y="227526"/>
                </a:lnTo>
                <a:lnTo>
                  <a:pt x="89704" y="227150"/>
                </a:lnTo>
                <a:lnTo>
                  <a:pt x="89800" y="226759"/>
                </a:lnTo>
                <a:lnTo>
                  <a:pt x="89870" y="226353"/>
                </a:lnTo>
                <a:lnTo>
                  <a:pt x="89913" y="225934"/>
                </a:lnTo>
                <a:lnTo>
                  <a:pt x="89927" y="225501"/>
                </a:lnTo>
                <a:lnTo>
                  <a:pt x="89913" y="225063"/>
                </a:lnTo>
                <a:lnTo>
                  <a:pt x="89870" y="224628"/>
                </a:lnTo>
                <a:lnTo>
                  <a:pt x="89800" y="224196"/>
                </a:lnTo>
                <a:lnTo>
                  <a:pt x="89704" y="223769"/>
                </a:lnTo>
                <a:lnTo>
                  <a:pt x="89582" y="223348"/>
                </a:lnTo>
                <a:lnTo>
                  <a:pt x="89436" y="222935"/>
                </a:lnTo>
                <a:lnTo>
                  <a:pt x="89266" y="222529"/>
                </a:lnTo>
                <a:lnTo>
                  <a:pt x="89073" y="222133"/>
                </a:lnTo>
                <a:lnTo>
                  <a:pt x="88859" y="221748"/>
                </a:lnTo>
                <a:lnTo>
                  <a:pt x="88624" y="221374"/>
                </a:lnTo>
                <a:lnTo>
                  <a:pt x="88369" y="221012"/>
                </a:lnTo>
                <a:lnTo>
                  <a:pt x="88096" y="220665"/>
                </a:lnTo>
                <a:lnTo>
                  <a:pt x="87804" y="220333"/>
                </a:lnTo>
                <a:lnTo>
                  <a:pt x="87495" y="220016"/>
                </a:lnTo>
                <a:lnTo>
                  <a:pt x="87170" y="219717"/>
                </a:lnTo>
                <a:lnTo>
                  <a:pt x="86830" y="219436"/>
                </a:lnTo>
                <a:lnTo>
                  <a:pt x="86476" y="219175"/>
                </a:lnTo>
                <a:lnTo>
                  <a:pt x="86108" y="218934"/>
                </a:lnTo>
                <a:lnTo>
                  <a:pt x="85728" y="218715"/>
                </a:lnTo>
                <a:lnTo>
                  <a:pt x="85337" y="218518"/>
                </a:lnTo>
                <a:lnTo>
                  <a:pt x="84934" y="218346"/>
                </a:lnTo>
                <a:lnTo>
                  <a:pt x="84523" y="218198"/>
                </a:lnTo>
                <a:lnTo>
                  <a:pt x="84102" y="218077"/>
                </a:lnTo>
                <a:lnTo>
                  <a:pt x="83674" y="217983"/>
                </a:lnTo>
                <a:lnTo>
                  <a:pt x="61554" y="213883"/>
                </a:lnTo>
                <a:lnTo>
                  <a:pt x="61126" y="213819"/>
                </a:lnTo>
                <a:lnTo>
                  <a:pt x="60705" y="213784"/>
                </a:lnTo>
                <a:lnTo>
                  <a:pt x="60294" y="213779"/>
                </a:lnTo>
                <a:lnTo>
                  <a:pt x="59892" y="213802"/>
                </a:lnTo>
                <a:lnTo>
                  <a:pt x="59500" y="213854"/>
                </a:lnTo>
                <a:lnTo>
                  <a:pt x="59120" y="213932"/>
                </a:lnTo>
                <a:close/>
                <a:moveTo>
                  <a:pt x="125482" y="226231"/>
                </a:moveTo>
                <a:lnTo>
                  <a:pt x="125114" y="226336"/>
                </a:lnTo>
                <a:lnTo>
                  <a:pt x="124760" y="226466"/>
                </a:lnTo>
                <a:lnTo>
                  <a:pt x="124419" y="226621"/>
                </a:lnTo>
                <a:lnTo>
                  <a:pt x="124095" y="226799"/>
                </a:lnTo>
                <a:lnTo>
                  <a:pt x="123786" y="227001"/>
                </a:lnTo>
                <a:lnTo>
                  <a:pt x="123494" y="227226"/>
                </a:lnTo>
                <a:lnTo>
                  <a:pt x="123220" y="227472"/>
                </a:lnTo>
                <a:lnTo>
                  <a:pt x="122966" y="227738"/>
                </a:lnTo>
                <a:lnTo>
                  <a:pt x="122731" y="228025"/>
                </a:lnTo>
                <a:lnTo>
                  <a:pt x="122516" y="228332"/>
                </a:lnTo>
                <a:lnTo>
                  <a:pt x="122324" y="228656"/>
                </a:lnTo>
                <a:lnTo>
                  <a:pt x="122154" y="228999"/>
                </a:lnTo>
                <a:lnTo>
                  <a:pt x="122008" y="229358"/>
                </a:lnTo>
                <a:lnTo>
                  <a:pt x="121886" y="229734"/>
                </a:lnTo>
                <a:lnTo>
                  <a:pt x="121790" y="230125"/>
                </a:lnTo>
                <a:lnTo>
                  <a:pt x="121720" y="230531"/>
                </a:lnTo>
                <a:lnTo>
                  <a:pt x="121677" y="230950"/>
                </a:lnTo>
                <a:lnTo>
                  <a:pt x="121663" y="231383"/>
                </a:lnTo>
                <a:lnTo>
                  <a:pt x="121677" y="231821"/>
                </a:lnTo>
                <a:lnTo>
                  <a:pt x="121720" y="232256"/>
                </a:lnTo>
                <a:lnTo>
                  <a:pt x="121790" y="232688"/>
                </a:lnTo>
                <a:lnTo>
                  <a:pt x="121886" y="233115"/>
                </a:lnTo>
                <a:lnTo>
                  <a:pt x="122008" y="233536"/>
                </a:lnTo>
                <a:lnTo>
                  <a:pt x="122154" y="233949"/>
                </a:lnTo>
                <a:lnTo>
                  <a:pt x="122324" y="234355"/>
                </a:lnTo>
                <a:lnTo>
                  <a:pt x="122516" y="234751"/>
                </a:lnTo>
                <a:lnTo>
                  <a:pt x="122731" y="235136"/>
                </a:lnTo>
                <a:lnTo>
                  <a:pt x="122966" y="235510"/>
                </a:lnTo>
                <a:lnTo>
                  <a:pt x="123220" y="235871"/>
                </a:lnTo>
                <a:lnTo>
                  <a:pt x="123494" y="236219"/>
                </a:lnTo>
                <a:lnTo>
                  <a:pt x="123786" y="236551"/>
                </a:lnTo>
                <a:lnTo>
                  <a:pt x="124095" y="236868"/>
                </a:lnTo>
                <a:lnTo>
                  <a:pt x="124419" y="237167"/>
                </a:lnTo>
                <a:lnTo>
                  <a:pt x="124760" y="237448"/>
                </a:lnTo>
                <a:lnTo>
                  <a:pt x="125114" y="237709"/>
                </a:lnTo>
                <a:lnTo>
                  <a:pt x="125482" y="237950"/>
                </a:lnTo>
                <a:lnTo>
                  <a:pt x="125862" y="238169"/>
                </a:lnTo>
                <a:lnTo>
                  <a:pt x="126253" y="238366"/>
                </a:lnTo>
                <a:lnTo>
                  <a:pt x="126655" y="238538"/>
                </a:lnTo>
                <a:lnTo>
                  <a:pt x="127067" y="238686"/>
                </a:lnTo>
                <a:lnTo>
                  <a:pt x="127487" y="238807"/>
                </a:lnTo>
                <a:lnTo>
                  <a:pt x="127915" y="238901"/>
                </a:lnTo>
                <a:lnTo>
                  <a:pt x="150036" y="243001"/>
                </a:lnTo>
                <a:lnTo>
                  <a:pt x="150464" y="243065"/>
                </a:lnTo>
                <a:lnTo>
                  <a:pt x="150884" y="243100"/>
                </a:lnTo>
                <a:lnTo>
                  <a:pt x="151296" y="243105"/>
                </a:lnTo>
                <a:lnTo>
                  <a:pt x="151698" y="243082"/>
                </a:lnTo>
                <a:lnTo>
                  <a:pt x="152090" y="243030"/>
                </a:lnTo>
                <a:lnTo>
                  <a:pt x="152470" y="242952"/>
                </a:lnTo>
                <a:lnTo>
                  <a:pt x="152837" y="242847"/>
                </a:lnTo>
                <a:lnTo>
                  <a:pt x="153192" y="242717"/>
                </a:lnTo>
                <a:lnTo>
                  <a:pt x="153532" y="242563"/>
                </a:lnTo>
                <a:lnTo>
                  <a:pt x="153857" y="242384"/>
                </a:lnTo>
                <a:lnTo>
                  <a:pt x="154165" y="242182"/>
                </a:lnTo>
                <a:lnTo>
                  <a:pt x="154457" y="241958"/>
                </a:lnTo>
                <a:lnTo>
                  <a:pt x="154731" y="241712"/>
                </a:lnTo>
                <a:lnTo>
                  <a:pt x="154986" y="241445"/>
                </a:lnTo>
                <a:lnTo>
                  <a:pt x="155221" y="241158"/>
                </a:lnTo>
                <a:lnTo>
                  <a:pt x="155435" y="240852"/>
                </a:lnTo>
                <a:lnTo>
                  <a:pt x="155627" y="240527"/>
                </a:lnTo>
                <a:lnTo>
                  <a:pt x="155797" y="240185"/>
                </a:lnTo>
                <a:lnTo>
                  <a:pt x="155943" y="239825"/>
                </a:lnTo>
                <a:lnTo>
                  <a:pt x="156065" y="239449"/>
                </a:lnTo>
                <a:lnTo>
                  <a:pt x="156161" y="239058"/>
                </a:lnTo>
                <a:lnTo>
                  <a:pt x="156231" y="238653"/>
                </a:lnTo>
                <a:lnTo>
                  <a:pt x="156274" y="238233"/>
                </a:lnTo>
                <a:lnTo>
                  <a:pt x="156288" y="237800"/>
                </a:lnTo>
                <a:lnTo>
                  <a:pt x="156274" y="237362"/>
                </a:lnTo>
                <a:lnTo>
                  <a:pt x="156231" y="236927"/>
                </a:lnTo>
                <a:lnTo>
                  <a:pt x="156161" y="236495"/>
                </a:lnTo>
                <a:lnTo>
                  <a:pt x="156065" y="236068"/>
                </a:lnTo>
                <a:lnTo>
                  <a:pt x="155943" y="235648"/>
                </a:lnTo>
                <a:lnTo>
                  <a:pt x="155797" y="235234"/>
                </a:lnTo>
                <a:lnTo>
                  <a:pt x="155627" y="234829"/>
                </a:lnTo>
                <a:lnTo>
                  <a:pt x="155435" y="234433"/>
                </a:lnTo>
                <a:lnTo>
                  <a:pt x="155221" y="234047"/>
                </a:lnTo>
                <a:lnTo>
                  <a:pt x="154986" y="233673"/>
                </a:lnTo>
                <a:lnTo>
                  <a:pt x="154731" y="233312"/>
                </a:lnTo>
                <a:lnTo>
                  <a:pt x="154457" y="232964"/>
                </a:lnTo>
                <a:lnTo>
                  <a:pt x="154165" y="232632"/>
                </a:lnTo>
                <a:lnTo>
                  <a:pt x="153857" y="232316"/>
                </a:lnTo>
                <a:lnTo>
                  <a:pt x="153532" y="232016"/>
                </a:lnTo>
                <a:lnTo>
                  <a:pt x="153192" y="231736"/>
                </a:lnTo>
                <a:lnTo>
                  <a:pt x="152837" y="231474"/>
                </a:lnTo>
                <a:lnTo>
                  <a:pt x="152470" y="231233"/>
                </a:lnTo>
                <a:lnTo>
                  <a:pt x="152090" y="231014"/>
                </a:lnTo>
                <a:lnTo>
                  <a:pt x="151698" y="230818"/>
                </a:lnTo>
                <a:lnTo>
                  <a:pt x="151296" y="230645"/>
                </a:lnTo>
                <a:lnTo>
                  <a:pt x="150884" y="230498"/>
                </a:lnTo>
                <a:lnTo>
                  <a:pt x="150464" y="230376"/>
                </a:lnTo>
                <a:lnTo>
                  <a:pt x="150036" y="230282"/>
                </a:lnTo>
                <a:lnTo>
                  <a:pt x="127915" y="226183"/>
                </a:lnTo>
                <a:lnTo>
                  <a:pt x="127487" y="226118"/>
                </a:lnTo>
                <a:lnTo>
                  <a:pt x="127067" y="226083"/>
                </a:lnTo>
                <a:lnTo>
                  <a:pt x="126655" y="226078"/>
                </a:lnTo>
                <a:lnTo>
                  <a:pt x="126253" y="226102"/>
                </a:lnTo>
                <a:lnTo>
                  <a:pt x="125862" y="226153"/>
                </a:lnTo>
                <a:lnTo>
                  <a:pt x="125482" y="226231"/>
                </a:lnTo>
                <a:close/>
                <a:moveTo>
                  <a:pt x="191843" y="238531"/>
                </a:moveTo>
                <a:lnTo>
                  <a:pt x="191475" y="238635"/>
                </a:lnTo>
                <a:lnTo>
                  <a:pt x="191121" y="238765"/>
                </a:lnTo>
                <a:lnTo>
                  <a:pt x="190781" y="238920"/>
                </a:lnTo>
                <a:lnTo>
                  <a:pt x="190456" y="239099"/>
                </a:lnTo>
                <a:lnTo>
                  <a:pt x="190147" y="239301"/>
                </a:lnTo>
                <a:lnTo>
                  <a:pt x="189856" y="239525"/>
                </a:lnTo>
                <a:lnTo>
                  <a:pt x="189582" y="239771"/>
                </a:lnTo>
                <a:lnTo>
                  <a:pt x="189327" y="240038"/>
                </a:lnTo>
                <a:lnTo>
                  <a:pt x="189092" y="240325"/>
                </a:lnTo>
                <a:lnTo>
                  <a:pt x="188878" y="240631"/>
                </a:lnTo>
                <a:lnTo>
                  <a:pt x="188685" y="240956"/>
                </a:lnTo>
                <a:lnTo>
                  <a:pt x="188516" y="241298"/>
                </a:lnTo>
                <a:lnTo>
                  <a:pt x="188369" y="241658"/>
                </a:lnTo>
                <a:lnTo>
                  <a:pt x="188248" y="242033"/>
                </a:lnTo>
                <a:lnTo>
                  <a:pt x="188151" y="242424"/>
                </a:lnTo>
                <a:lnTo>
                  <a:pt x="188081" y="242830"/>
                </a:lnTo>
                <a:lnTo>
                  <a:pt x="188039" y="243250"/>
                </a:lnTo>
                <a:lnTo>
                  <a:pt x="188024" y="243682"/>
                </a:lnTo>
                <a:lnTo>
                  <a:pt x="188039" y="244120"/>
                </a:lnTo>
                <a:lnTo>
                  <a:pt x="188081" y="244556"/>
                </a:lnTo>
                <a:lnTo>
                  <a:pt x="188151" y="244987"/>
                </a:lnTo>
                <a:lnTo>
                  <a:pt x="188248" y="245414"/>
                </a:lnTo>
                <a:lnTo>
                  <a:pt x="188369" y="245835"/>
                </a:lnTo>
                <a:lnTo>
                  <a:pt x="188516" y="246249"/>
                </a:lnTo>
                <a:lnTo>
                  <a:pt x="188685" y="246654"/>
                </a:lnTo>
                <a:lnTo>
                  <a:pt x="188878" y="247050"/>
                </a:lnTo>
                <a:lnTo>
                  <a:pt x="189092" y="247436"/>
                </a:lnTo>
                <a:lnTo>
                  <a:pt x="189327" y="247810"/>
                </a:lnTo>
                <a:lnTo>
                  <a:pt x="189582" y="248171"/>
                </a:lnTo>
                <a:lnTo>
                  <a:pt x="189856" y="248518"/>
                </a:lnTo>
                <a:lnTo>
                  <a:pt x="190147" y="248851"/>
                </a:lnTo>
                <a:lnTo>
                  <a:pt x="190456" y="249167"/>
                </a:lnTo>
                <a:lnTo>
                  <a:pt x="190781" y="249466"/>
                </a:lnTo>
                <a:lnTo>
                  <a:pt x="191121" y="249747"/>
                </a:lnTo>
                <a:lnTo>
                  <a:pt x="191475" y="250009"/>
                </a:lnTo>
                <a:lnTo>
                  <a:pt x="191843" y="250249"/>
                </a:lnTo>
                <a:lnTo>
                  <a:pt x="192223" y="250469"/>
                </a:lnTo>
                <a:lnTo>
                  <a:pt x="192615" y="250665"/>
                </a:lnTo>
                <a:lnTo>
                  <a:pt x="193017" y="250838"/>
                </a:lnTo>
                <a:lnTo>
                  <a:pt x="193428" y="250985"/>
                </a:lnTo>
                <a:lnTo>
                  <a:pt x="193849" y="251106"/>
                </a:lnTo>
                <a:lnTo>
                  <a:pt x="194277" y="251200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236801"/>
                </a:lnTo>
                <a:lnTo>
                  <a:pt x="211575" y="236363"/>
                </a:lnTo>
                <a:lnTo>
                  <a:pt x="211533" y="235928"/>
                </a:lnTo>
                <a:lnTo>
                  <a:pt x="211463" y="235496"/>
                </a:lnTo>
                <a:lnTo>
                  <a:pt x="211366" y="235069"/>
                </a:lnTo>
                <a:lnTo>
                  <a:pt x="211245" y="234649"/>
                </a:lnTo>
                <a:lnTo>
                  <a:pt x="211098" y="234235"/>
                </a:lnTo>
                <a:lnTo>
                  <a:pt x="210928" y="233830"/>
                </a:lnTo>
                <a:lnTo>
                  <a:pt x="210736" y="233434"/>
                </a:lnTo>
                <a:lnTo>
                  <a:pt x="210522" y="233048"/>
                </a:lnTo>
                <a:lnTo>
                  <a:pt x="210287" y="232674"/>
                </a:lnTo>
                <a:lnTo>
                  <a:pt x="210032" y="232313"/>
                </a:lnTo>
                <a:lnTo>
                  <a:pt x="209758" y="231965"/>
                </a:lnTo>
                <a:lnTo>
                  <a:pt x="209467" y="231633"/>
                </a:lnTo>
                <a:lnTo>
                  <a:pt x="209158" y="231316"/>
                </a:lnTo>
                <a:lnTo>
                  <a:pt x="208833" y="231017"/>
                </a:lnTo>
                <a:lnTo>
                  <a:pt x="208493" y="230736"/>
                </a:lnTo>
                <a:lnTo>
                  <a:pt x="208139" y="230475"/>
                </a:lnTo>
                <a:lnTo>
                  <a:pt x="207771" y="230234"/>
                </a:lnTo>
                <a:lnTo>
                  <a:pt x="207391" y="230015"/>
                </a:lnTo>
                <a:lnTo>
                  <a:pt x="206999" y="229819"/>
                </a:lnTo>
                <a:lnTo>
                  <a:pt x="206597" y="229646"/>
                </a:lnTo>
                <a:lnTo>
                  <a:pt x="206185" y="229499"/>
                </a:lnTo>
                <a:lnTo>
                  <a:pt x="205765" y="229377"/>
                </a:lnTo>
                <a:lnTo>
                  <a:pt x="205337" y="229283"/>
                </a:lnTo>
                <a:lnTo>
                  <a:pt x="204909" y="229219"/>
                </a:lnTo>
                <a:lnTo>
                  <a:pt x="204489" y="229184"/>
                </a:lnTo>
                <a:lnTo>
                  <a:pt x="204077" y="229179"/>
                </a:lnTo>
                <a:lnTo>
                  <a:pt x="203675" y="229202"/>
                </a:lnTo>
                <a:lnTo>
                  <a:pt x="203283" y="229254"/>
                </a:lnTo>
                <a:lnTo>
                  <a:pt x="202903" y="229332"/>
                </a:lnTo>
                <a:lnTo>
                  <a:pt x="202536" y="229437"/>
                </a:lnTo>
                <a:lnTo>
                  <a:pt x="202181" y="229567"/>
                </a:lnTo>
                <a:lnTo>
                  <a:pt x="201841" y="229721"/>
                </a:lnTo>
                <a:lnTo>
                  <a:pt x="201516" y="229900"/>
                </a:lnTo>
                <a:lnTo>
                  <a:pt x="201207" y="230102"/>
                </a:lnTo>
                <a:lnTo>
                  <a:pt x="200916" y="230326"/>
                </a:lnTo>
                <a:lnTo>
                  <a:pt x="200642" y="230572"/>
                </a:lnTo>
                <a:lnTo>
                  <a:pt x="200387" y="230839"/>
                </a:lnTo>
                <a:lnTo>
                  <a:pt x="200152" y="231126"/>
                </a:lnTo>
                <a:lnTo>
                  <a:pt x="199938" y="231432"/>
                </a:lnTo>
                <a:lnTo>
                  <a:pt x="199746" y="231757"/>
                </a:lnTo>
                <a:lnTo>
                  <a:pt x="199576" y="232099"/>
                </a:lnTo>
                <a:lnTo>
                  <a:pt x="199430" y="232459"/>
                </a:lnTo>
                <a:lnTo>
                  <a:pt x="199308" y="232834"/>
                </a:lnTo>
                <a:lnTo>
                  <a:pt x="199211" y="233226"/>
                </a:lnTo>
                <a:lnTo>
                  <a:pt x="199141" y="233631"/>
                </a:lnTo>
                <a:lnTo>
                  <a:pt x="199099" y="234051"/>
                </a:lnTo>
                <a:lnTo>
                  <a:pt x="199084" y="234484"/>
                </a:lnTo>
                <a:lnTo>
                  <a:pt x="199084" y="239373"/>
                </a:lnTo>
                <a:lnTo>
                  <a:pt x="194277" y="238482"/>
                </a:lnTo>
                <a:lnTo>
                  <a:pt x="193849" y="238417"/>
                </a:lnTo>
                <a:lnTo>
                  <a:pt x="193428" y="238383"/>
                </a:lnTo>
                <a:lnTo>
                  <a:pt x="193017" y="238378"/>
                </a:lnTo>
                <a:lnTo>
                  <a:pt x="192615" y="238401"/>
                </a:lnTo>
                <a:lnTo>
                  <a:pt x="192223" y="238452"/>
                </a:lnTo>
                <a:lnTo>
                  <a:pt x="191843" y="238531"/>
                </a:lnTo>
                <a:close/>
                <a:moveTo>
                  <a:pt x="211245" y="99665"/>
                </a:moveTo>
                <a:lnTo>
                  <a:pt x="211098" y="99252"/>
                </a:lnTo>
                <a:lnTo>
                  <a:pt x="210928" y="98846"/>
                </a:lnTo>
                <a:lnTo>
                  <a:pt x="210736" y="98450"/>
                </a:lnTo>
                <a:lnTo>
                  <a:pt x="210522" y="98065"/>
                </a:lnTo>
                <a:lnTo>
                  <a:pt x="210287" y="97691"/>
                </a:lnTo>
                <a:lnTo>
                  <a:pt x="210032" y="97329"/>
                </a:lnTo>
                <a:lnTo>
                  <a:pt x="209758" y="96982"/>
                </a:lnTo>
                <a:lnTo>
                  <a:pt x="209467" y="96650"/>
                </a:lnTo>
                <a:lnTo>
                  <a:pt x="209158" y="96333"/>
                </a:lnTo>
                <a:lnTo>
                  <a:pt x="208833" y="96034"/>
                </a:lnTo>
                <a:lnTo>
                  <a:pt x="208493" y="95753"/>
                </a:lnTo>
                <a:lnTo>
                  <a:pt x="208139" y="95492"/>
                </a:lnTo>
                <a:lnTo>
                  <a:pt x="207771" y="95251"/>
                </a:lnTo>
                <a:lnTo>
                  <a:pt x="207391" y="95032"/>
                </a:lnTo>
                <a:lnTo>
                  <a:pt x="206999" y="94835"/>
                </a:lnTo>
                <a:lnTo>
                  <a:pt x="206597" y="94663"/>
                </a:lnTo>
                <a:lnTo>
                  <a:pt x="206185" y="94515"/>
                </a:lnTo>
                <a:lnTo>
                  <a:pt x="205765" y="94394"/>
                </a:lnTo>
                <a:lnTo>
                  <a:pt x="205337" y="94300"/>
                </a:lnTo>
                <a:lnTo>
                  <a:pt x="204909" y="94235"/>
                </a:lnTo>
                <a:lnTo>
                  <a:pt x="204489" y="94201"/>
                </a:lnTo>
                <a:lnTo>
                  <a:pt x="204077" y="94196"/>
                </a:lnTo>
                <a:lnTo>
                  <a:pt x="203675" y="94219"/>
                </a:lnTo>
                <a:lnTo>
                  <a:pt x="203283" y="94270"/>
                </a:lnTo>
                <a:lnTo>
                  <a:pt x="202903" y="94349"/>
                </a:lnTo>
                <a:lnTo>
                  <a:pt x="202536" y="94453"/>
                </a:lnTo>
                <a:lnTo>
                  <a:pt x="202181" y="94583"/>
                </a:lnTo>
                <a:lnTo>
                  <a:pt x="201841" y="94738"/>
                </a:lnTo>
                <a:lnTo>
                  <a:pt x="201516" y="94917"/>
                </a:lnTo>
                <a:lnTo>
                  <a:pt x="201207" y="95119"/>
                </a:lnTo>
                <a:lnTo>
                  <a:pt x="200916" y="95343"/>
                </a:lnTo>
                <a:lnTo>
                  <a:pt x="200642" y="95589"/>
                </a:lnTo>
                <a:lnTo>
                  <a:pt x="200387" y="95856"/>
                </a:lnTo>
                <a:lnTo>
                  <a:pt x="200152" y="96143"/>
                </a:lnTo>
                <a:lnTo>
                  <a:pt x="199938" y="96449"/>
                </a:lnTo>
                <a:lnTo>
                  <a:pt x="199746" y="96774"/>
                </a:lnTo>
                <a:lnTo>
                  <a:pt x="199576" y="97116"/>
                </a:lnTo>
                <a:lnTo>
                  <a:pt x="199430" y="97476"/>
                </a:lnTo>
                <a:lnTo>
                  <a:pt x="199308" y="97851"/>
                </a:lnTo>
                <a:lnTo>
                  <a:pt x="199211" y="98242"/>
                </a:lnTo>
                <a:lnTo>
                  <a:pt x="199141" y="98648"/>
                </a:lnTo>
                <a:lnTo>
                  <a:pt x="199099" y="99068"/>
                </a:lnTo>
                <a:lnTo>
                  <a:pt x="199084" y="99500"/>
                </a:lnTo>
                <a:lnTo>
                  <a:pt x="199084" y="121998"/>
                </a:lnTo>
                <a:lnTo>
                  <a:pt x="199099" y="122436"/>
                </a:lnTo>
                <a:lnTo>
                  <a:pt x="199141" y="122871"/>
                </a:lnTo>
                <a:lnTo>
                  <a:pt x="199211" y="123303"/>
                </a:lnTo>
                <a:lnTo>
                  <a:pt x="199308" y="123729"/>
                </a:lnTo>
                <a:lnTo>
                  <a:pt x="199430" y="124150"/>
                </a:lnTo>
                <a:lnTo>
                  <a:pt x="199576" y="124564"/>
                </a:lnTo>
                <a:lnTo>
                  <a:pt x="199746" y="124969"/>
                </a:lnTo>
                <a:lnTo>
                  <a:pt x="199938" y="125365"/>
                </a:lnTo>
                <a:lnTo>
                  <a:pt x="200152" y="125751"/>
                </a:lnTo>
                <a:lnTo>
                  <a:pt x="200387" y="126125"/>
                </a:lnTo>
                <a:lnTo>
                  <a:pt x="200642" y="126486"/>
                </a:lnTo>
                <a:lnTo>
                  <a:pt x="200916" y="126834"/>
                </a:lnTo>
                <a:lnTo>
                  <a:pt x="201207" y="127166"/>
                </a:lnTo>
                <a:lnTo>
                  <a:pt x="201516" y="127482"/>
                </a:lnTo>
                <a:lnTo>
                  <a:pt x="201841" y="127782"/>
                </a:lnTo>
                <a:lnTo>
                  <a:pt x="202181" y="128062"/>
                </a:lnTo>
                <a:lnTo>
                  <a:pt x="202536" y="128324"/>
                </a:lnTo>
                <a:lnTo>
                  <a:pt x="202903" y="128565"/>
                </a:lnTo>
                <a:lnTo>
                  <a:pt x="203283" y="128784"/>
                </a:lnTo>
                <a:lnTo>
                  <a:pt x="203675" y="128980"/>
                </a:lnTo>
                <a:lnTo>
                  <a:pt x="204077" y="129153"/>
                </a:lnTo>
                <a:lnTo>
                  <a:pt x="204489" y="129300"/>
                </a:lnTo>
                <a:lnTo>
                  <a:pt x="204909" y="129422"/>
                </a:lnTo>
                <a:lnTo>
                  <a:pt x="205337" y="129516"/>
                </a:lnTo>
                <a:lnTo>
                  <a:pt x="205765" y="129580"/>
                </a:lnTo>
                <a:lnTo>
                  <a:pt x="206185" y="129615"/>
                </a:lnTo>
                <a:lnTo>
                  <a:pt x="206597" y="129620"/>
                </a:lnTo>
                <a:lnTo>
                  <a:pt x="206999" y="129596"/>
                </a:lnTo>
                <a:lnTo>
                  <a:pt x="207391" y="129545"/>
                </a:lnTo>
                <a:lnTo>
                  <a:pt x="207771" y="129467"/>
                </a:lnTo>
                <a:lnTo>
                  <a:pt x="208139" y="129362"/>
                </a:lnTo>
                <a:lnTo>
                  <a:pt x="208493" y="129232"/>
                </a:lnTo>
                <a:lnTo>
                  <a:pt x="208833" y="129077"/>
                </a:lnTo>
                <a:lnTo>
                  <a:pt x="209158" y="128899"/>
                </a:lnTo>
                <a:lnTo>
                  <a:pt x="209467" y="128697"/>
                </a:lnTo>
                <a:lnTo>
                  <a:pt x="209758" y="128472"/>
                </a:lnTo>
                <a:lnTo>
                  <a:pt x="210032" y="128226"/>
                </a:lnTo>
                <a:lnTo>
                  <a:pt x="210287" y="127960"/>
                </a:lnTo>
                <a:lnTo>
                  <a:pt x="210522" y="127673"/>
                </a:lnTo>
                <a:lnTo>
                  <a:pt x="210736" y="127367"/>
                </a:lnTo>
                <a:lnTo>
                  <a:pt x="210928" y="127042"/>
                </a:lnTo>
                <a:lnTo>
                  <a:pt x="211098" y="126699"/>
                </a:lnTo>
                <a:lnTo>
                  <a:pt x="211245" y="126340"/>
                </a:lnTo>
                <a:lnTo>
                  <a:pt x="211366" y="125964"/>
                </a:lnTo>
                <a:lnTo>
                  <a:pt x="211463" y="125573"/>
                </a:lnTo>
                <a:lnTo>
                  <a:pt x="211533" y="125168"/>
                </a:lnTo>
                <a:lnTo>
                  <a:pt x="211575" y="124748"/>
                </a:lnTo>
                <a:lnTo>
                  <a:pt x="211590" y="124315"/>
                </a:lnTo>
                <a:lnTo>
                  <a:pt x="211590" y="101818"/>
                </a:lnTo>
                <a:lnTo>
                  <a:pt x="211575" y="101380"/>
                </a:lnTo>
                <a:lnTo>
                  <a:pt x="211533" y="100945"/>
                </a:lnTo>
                <a:lnTo>
                  <a:pt x="211463" y="100513"/>
                </a:lnTo>
                <a:lnTo>
                  <a:pt x="211366" y="100086"/>
                </a:lnTo>
                <a:lnTo>
                  <a:pt x="211245" y="99665"/>
                </a:lnTo>
                <a:close/>
                <a:moveTo>
                  <a:pt x="211245" y="167157"/>
                </a:moveTo>
                <a:lnTo>
                  <a:pt x="211098" y="166743"/>
                </a:lnTo>
                <a:lnTo>
                  <a:pt x="210928" y="166338"/>
                </a:lnTo>
                <a:lnTo>
                  <a:pt x="210736" y="165942"/>
                </a:lnTo>
                <a:lnTo>
                  <a:pt x="210522" y="165556"/>
                </a:lnTo>
                <a:lnTo>
                  <a:pt x="210287" y="165182"/>
                </a:lnTo>
                <a:lnTo>
                  <a:pt x="210032" y="164821"/>
                </a:lnTo>
                <a:lnTo>
                  <a:pt x="209758" y="164474"/>
                </a:lnTo>
                <a:lnTo>
                  <a:pt x="209467" y="164141"/>
                </a:lnTo>
                <a:lnTo>
                  <a:pt x="209158" y="163825"/>
                </a:lnTo>
                <a:lnTo>
                  <a:pt x="208833" y="163526"/>
                </a:lnTo>
                <a:lnTo>
                  <a:pt x="208493" y="163245"/>
                </a:lnTo>
                <a:lnTo>
                  <a:pt x="208139" y="162983"/>
                </a:lnTo>
                <a:lnTo>
                  <a:pt x="207771" y="162743"/>
                </a:lnTo>
                <a:lnTo>
                  <a:pt x="207391" y="162523"/>
                </a:lnTo>
                <a:lnTo>
                  <a:pt x="206999" y="162327"/>
                </a:lnTo>
                <a:lnTo>
                  <a:pt x="206597" y="162154"/>
                </a:lnTo>
                <a:lnTo>
                  <a:pt x="206185" y="162007"/>
                </a:lnTo>
                <a:lnTo>
                  <a:pt x="205765" y="161886"/>
                </a:lnTo>
                <a:lnTo>
                  <a:pt x="205337" y="161792"/>
                </a:lnTo>
                <a:lnTo>
                  <a:pt x="204909" y="161727"/>
                </a:lnTo>
                <a:lnTo>
                  <a:pt x="204489" y="161692"/>
                </a:lnTo>
                <a:lnTo>
                  <a:pt x="204077" y="161687"/>
                </a:lnTo>
                <a:lnTo>
                  <a:pt x="203675" y="161711"/>
                </a:lnTo>
                <a:lnTo>
                  <a:pt x="203283" y="161762"/>
                </a:lnTo>
                <a:lnTo>
                  <a:pt x="202903" y="161840"/>
                </a:lnTo>
                <a:lnTo>
                  <a:pt x="202536" y="161945"/>
                </a:lnTo>
                <a:lnTo>
                  <a:pt x="202181" y="162075"/>
                </a:lnTo>
                <a:lnTo>
                  <a:pt x="201841" y="162230"/>
                </a:lnTo>
                <a:lnTo>
                  <a:pt x="201516" y="162409"/>
                </a:lnTo>
                <a:lnTo>
                  <a:pt x="201207" y="162610"/>
                </a:lnTo>
                <a:lnTo>
                  <a:pt x="200916" y="162835"/>
                </a:lnTo>
                <a:lnTo>
                  <a:pt x="200642" y="163081"/>
                </a:lnTo>
                <a:lnTo>
                  <a:pt x="200387" y="163348"/>
                </a:lnTo>
                <a:lnTo>
                  <a:pt x="200152" y="163634"/>
                </a:lnTo>
                <a:lnTo>
                  <a:pt x="199938" y="163941"/>
                </a:lnTo>
                <a:lnTo>
                  <a:pt x="199746" y="164265"/>
                </a:lnTo>
                <a:lnTo>
                  <a:pt x="199576" y="164608"/>
                </a:lnTo>
                <a:lnTo>
                  <a:pt x="199430" y="164967"/>
                </a:lnTo>
                <a:lnTo>
                  <a:pt x="199308" y="165343"/>
                </a:lnTo>
                <a:lnTo>
                  <a:pt x="199211" y="165734"/>
                </a:lnTo>
                <a:lnTo>
                  <a:pt x="199141" y="166140"/>
                </a:lnTo>
                <a:lnTo>
                  <a:pt x="199099" y="166559"/>
                </a:lnTo>
                <a:lnTo>
                  <a:pt x="199084" y="166992"/>
                </a:lnTo>
                <a:lnTo>
                  <a:pt x="199084" y="189489"/>
                </a:lnTo>
                <a:lnTo>
                  <a:pt x="199099" y="189927"/>
                </a:lnTo>
                <a:lnTo>
                  <a:pt x="199141" y="190363"/>
                </a:lnTo>
                <a:lnTo>
                  <a:pt x="199211" y="190794"/>
                </a:lnTo>
                <a:lnTo>
                  <a:pt x="199308" y="191221"/>
                </a:lnTo>
                <a:lnTo>
                  <a:pt x="199430" y="191642"/>
                </a:lnTo>
                <a:lnTo>
                  <a:pt x="199576" y="192055"/>
                </a:lnTo>
                <a:lnTo>
                  <a:pt x="199746" y="192461"/>
                </a:lnTo>
                <a:lnTo>
                  <a:pt x="199938" y="192857"/>
                </a:lnTo>
                <a:lnTo>
                  <a:pt x="200152" y="193243"/>
                </a:lnTo>
                <a:lnTo>
                  <a:pt x="200387" y="193616"/>
                </a:lnTo>
                <a:lnTo>
                  <a:pt x="200642" y="193978"/>
                </a:lnTo>
                <a:lnTo>
                  <a:pt x="200916" y="194325"/>
                </a:lnTo>
                <a:lnTo>
                  <a:pt x="201207" y="194658"/>
                </a:lnTo>
                <a:lnTo>
                  <a:pt x="201516" y="194974"/>
                </a:lnTo>
                <a:lnTo>
                  <a:pt x="201841" y="195273"/>
                </a:lnTo>
                <a:lnTo>
                  <a:pt x="202181" y="195554"/>
                </a:lnTo>
                <a:lnTo>
                  <a:pt x="202536" y="195815"/>
                </a:lnTo>
                <a:lnTo>
                  <a:pt x="202903" y="196056"/>
                </a:lnTo>
                <a:lnTo>
                  <a:pt x="203283" y="196276"/>
                </a:lnTo>
                <a:lnTo>
                  <a:pt x="203675" y="196472"/>
                </a:lnTo>
                <a:lnTo>
                  <a:pt x="204077" y="196644"/>
                </a:lnTo>
                <a:lnTo>
                  <a:pt x="204489" y="196792"/>
                </a:lnTo>
                <a:lnTo>
                  <a:pt x="204909" y="196913"/>
                </a:lnTo>
                <a:lnTo>
                  <a:pt x="205337" y="197007"/>
                </a:lnTo>
                <a:lnTo>
                  <a:pt x="205765" y="197072"/>
                </a:lnTo>
                <a:lnTo>
                  <a:pt x="206185" y="197106"/>
                </a:lnTo>
                <a:lnTo>
                  <a:pt x="206597" y="197111"/>
                </a:lnTo>
                <a:lnTo>
                  <a:pt x="206999" y="197088"/>
                </a:lnTo>
                <a:lnTo>
                  <a:pt x="207391" y="197037"/>
                </a:lnTo>
                <a:lnTo>
                  <a:pt x="207771" y="196958"/>
                </a:lnTo>
                <a:lnTo>
                  <a:pt x="208139" y="196854"/>
                </a:lnTo>
                <a:lnTo>
                  <a:pt x="208493" y="196724"/>
                </a:lnTo>
                <a:lnTo>
                  <a:pt x="208833" y="196569"/>
                </a:lnTo>
                <a:lnTo>
                  <a:pt x="209158" y="196390"/>
                </a:lnTo>
                <a:lnTo>
                  <a:pt x="209467" y="196188"/>
                </a:lnTo>
                <a:lnTo>
                  <a:pt x="209758" y="195964"/>
                </a:lnTo>
                <a:lnTo>
                  <a:pt x="210032" y="195718"/>
                </a:lnTo>
                <a:lnTo>
                  <a:pt x="210287" y="195451"/>
                </a:lnTo>
                <a:lnTo>
                  <a:pt x="210522" y="195164"/>
                </a:lnTo>
                <a:lnTo>
                  <a:pt x="210736" y="194858"/>
                </a:lnTo>
                <a:lnTo>
                  <a:pt x="210928" y="194534"/>
                </a:lnTo>
                <a:lnTo>
                  <a:pt x="211098" y="194191"/>
                </a:lnTo>
                <a:lnTo>
                  <a:pt x="211245" y="193832"/>
                </a:lnTo>
                <a:lnTo>
                  <a:pt x="211366" y="193456"/>
                </a:lnTo>
                <a:lnTo>
                  <a:pt x="211463" y="193065"/>
                </a:lnTo>
                <a:lnTo>
                  <a:pt x="211533" y="192659"/>
                </a:lnTo>
                <a:lnTo>
                  <a:pt x="211575" y="192240"/>
                </a:lnTo>
                <a:lnTo>
                  <a:pt x="211590" y="191807"/>
                </a:lnTo>
                <a:lnTo>
                  <a:pt x="211590" y="169310"/>
                </a:lnTo>
                <a:lnTo>
                  <a:pt x="211575" y="168872"/>
                </a:lnTo>
                <a:lnTo>
                  <a:pt x="211533" y="168436"/>
                </a:lnTo>
                <a:lnTo>
                  <a:pt x="211463" y="168005"/>
                </a:lnTo>
                <a:lnTo>
                  <a:pt x="211366" y="167578"/>
                </a:lnTo>
                <a:lnTo>
                  <a:pt x="211245" y="167157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1CE618-B6B7-49E0-8F2E-98CE8937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534" y="1825167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4CEB2A-D075-4B3B-B20C-487FDB8B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281" y="1817649"/>
            <a:ext cx="211590" cy="254409"/>
          </a:xfrm>
          <a:custGeom xmlns:a="http://schemas.openxmlformats.org/drawingml/2006/main">
            <a:pathLst>
              <a:path w="211590" h="254409">
                <a:moveTo>
                  <a:pt x="57" y="18481"/>
                </a:moveTo>
                <a:lnTo>
                  <a:pt x="127" y="18913"/>
                </a:lnTo>
                <a:lnTo>
                  <a:pt x="223" y="19340"/>
                </a:lnTo>
                <a:lnTo>
                  <a:pt x="345" y="19760"/>
                </a:lnTo>
                <a:lnTo>
                  <a:pt x="491" y="20174"/>
                </a:lnTo>
                <a:lnTo>
                  <a:pt x="661" y="20579"/>
                </a:lnTo>
                <a:lnTo>
                  <a:pt x="854" y="20976"/>
                </a:lnTo>
                <a:lnTo>
                  <a:pt x="1068" y="21361"/>
                </a:lnTo>
                <a:lnTo>
                  <a:pt x="1303" y="21735"/>
                </a:lnTo>
                <a:lnTo>
                  <a:pt x="1558" y="22096"/>
                </a:lnTo>
                <a:lnTo>
                  <a:pt x="1831" y="22444"/>
                </a:lnTo>
                <a:lnTo>
                  <a:pt x="2123" y="22776"/>
                </a:lnTo>
                <a:lnTo>
                  <a:pt x="2432" y="23093"/>
                </a:lnTo>
                <a:lnTo>
                  <a:pt x="2757" y="23392"/>
                </a:lnTo>
                <a:lnTo>
                  <a:pt x="3097" y="23673"/>
                </a:lnTo>
                <a:lnTo>
                  <a:pt x="3451" y="23934"/>
                </a:lnTo>
                <a:lnTo>
                  <a:pt x="3819" y="24175"/>
                </a:lnTo>
                <a:lnTo>
                  <a:pt x="4199" y="24394"/>
                </a:lnTo>
                <a:lnTo>
                  <a:pt x="4590" y="24590"/>
                </a:lnTo>
                <a:lnTo>
                  <a:pt x="4993" y="24763"/>
                </a:lnTo>
                <a:lnTo>
                  <a:pt x="5404" y="24910"/>
                </a:lnTo>
                <a:lnTo>
                  <a:pt x="5825" y="25032"/>
                </a:lnTo>
                <a:lnTo>
                  <a:pt x="6253" y="25126"/>
                </a:lnTo>
                <a:lnTo>
                  <a:pt x="6681" y="25190"/>
                </a:lnTo>
                <a:lnTo>
                  <a:pt x="7101" y="25225"/>
                </a:lnTo>
                <a:lnTo>
                  <a:pt x="7513" y="25230"/>
                </a:lnTo>
                <a:lnTo>
                  <a:pt x="7915" y="25207"/>
                </a:lnTo>
                <a:lnTo>
                  <a:pt x="8306" y="25155"/>
                </a:lnTo>
                <a:lnTo>
                  <a:pt x="8686" y="25077"/>
                </a:lnTo>
                <a:lnTo>
                  <a:pt x="9054" y="24972"/>
                </a:lnTo>
                <a:lnTo>
                  <a:pt x="9408" y="24842"/>
                </a:lnTo>
                <a:lnTo>
                  <a:pt x="9749" y="24688"/>
                </a:lnTo>
                <a:lnTo>
                  <a:pt x="10073" y="24509"/>
                </a:lnTo>
                <a:lnTo>
                  <a:pt x="10382" y="24307"/>
                </a:lnTo>
                <a:lnTo>
                  <a:pt x="10674" y="24083"/>
                </a:lnTo>
                <a:lnTo>
                  <a:pt x="10948" y="23837"/>
                </a:lnTo>
                <a:lnTo>
                  <a:pt x="11202" y="23570"/>
                </a:lnTo>
                <a:lnTo>
                  <a:pt x="11437" y="23283"/>
                </a:lnTo>
                <a:lnTo>
                  <a:pt x="11652" y="22977"/>
                </a:lnTo>
                <a:lnTo>
                  <a:pt x="11844" y="22652"/>
                </a:lnTo>
                <a:lnTo>
                  <a:pt x="12014" y="22310"/>
                </a:lnTo>
                <a:lnTo>
                  <a:pt x="12160" y="21950"/>
                </a:lnTo>
                <a:lnTo>
                  <a:pt x="12282" y="21575"/>
                </a:lnTo>
                <a:lnTo>
                  <a:pt x="12378" y="21183"/>
                </a:lnTo>
                <a:lnTo>
                  <a:pt x="12448" y="20778"/>
                </a:lnTo>
                <a:lnTo>
                  <a:pt x="12491" y="20358"/>
                </a:lnTo>
                <a:lnTo>
                  <a:pt x="12505" y="19925"/>
                </a:lnTo>
                <a:lnTo>
                  <a:pt x="12505" y="15036"/>
                </a:lnTo>
                <a:lnTo>
                  <a:pt x="17313" y="15927"/>
                </a:lnTo>
                <a:lnTo>
                  <a:pt x="17741" y="15992"/>
                </a:lnTo>
                <a:lnTo>
                  <a:pt x="18161" y="16026"/>
                </a:lnTo>
                <a:lnTo>
                  <a:pt x="18573" y="16031"/>
                </a:lnTo>
                <a:lnTo>
                  <a:pt x="18975" y="16008"/>
                </a:lnTo>
                <a:lnTo>
                  <a:pt x="19367" y="15957"/>
                </a:lnTo>
                <a:lnTo>
                  <a:pt x="19747" y="15878"/>
                </a:lnTo>
                <a:lnTo>
                  <a:pt x="20114" y="15774"/>
                </a:lnTo>
                <a:lnTo>
                  <a:pt x="20469" y="15644"/>
                </a:lnTo>
                <a:lnTo>
                  <a:pt x="20809" y="15489"/>
                </a:lnTo>
                <a:lnTo>
                  <a:pt x="21134" y="15310"/>
                </a:lnTo>
                <a:lnTo>
                  <a:pt x="21442" y="15108"/>
                </a:lnTo>
                <a:lnTo>
                  <a:pt x="21734" y="14884"/>
                </a:lnTo>
                <a:lnTo>
                  <a:pt x="22008" y="14638"/>
                </a:lnTo>
                <a:lnTo>
                  <a:pt x="22263" y="14371"/>
                </a:lnTo>
                <a:lnTo>
                  <a:pt x="22498" y="14084"/>
                </a:lnTo>
                <a:lnTo>
                  <a:pt x="22712" y="13778"/>
                </a:lnTo>
                <a:lnTo>
                  <a:pt x="22904" y="13453"/>
                </a:lnTo>
                <a:lnTo>
                  <a:pt x="23074" y="13111"/>
                </a:lnTo>
                <a:lnTo>
                  <a:pt x="23220" y="12751"/>
                </a:lnTo>
                <a:lnTo>
                  <a:pt x="23342" y="12376"/>
                </a:lnTo>
                <a:lnTo>
                  <a:pt x="23438" y="11985"/>
                </a:lnTo>
                <a:lnTo>
                  <a:pt x="23508" y="11579"/>
                </a:lnTo>
                <a:lnTo>
                  <a:pt x="23551" y="11159"/>
                </a:lnTo>
                <a:lnTo>
                  <a:pt x="23566" y="10727"/>
                </a:lnTo>
                <a:lnTo>
                  <a:pt x="23551" y="10289"/>
                </a:lnTo>
                <a:lnTo>
                  <a:pt x="23508" y="9853"/>
                </a:lnTo>
                <a:lnTo>
                  <a:pt x="23438" y="9422"/>
                </a:lnTo>
                <a:lnTo>
                  <a:pt x="23342" y="8995"/>
                </a:lnTo>
                <a:lnTo>
                  <a:pt x="23220" y="8574"/>
                </a:lnTo>
                <a:lnTo>
                  <a:pt x="23074" y="8160"/>
                </a:lnTo>
                <a:lnTo>
                  <a:pt x="22904" y="7755"/>
                </a:lnTo>
                <a:lnTo>
                  <a:pt x="22712" y="7359"/>
                </a:lnTo>
                <a:lnTo>
                  <a:pt x="22498" y="6973"/>
                </a:lnTo>
                <a:lnTo>
                  <a:pt x="22263" y="6599"/>
                </a:lnTo>
                <a:lnTo>
                  <a:pt x="22008" y="6238"/>
                </a:lnTo>
                <a:lnTo>
                  <a:pt x="21734" y="5891"/>
                </a:lnTo>
                <a:lnTo>
                  <a:pt x="21442" y="5558"/>
                </a:lnTo>
                <a:lnTo>
                  <a:pt x="21134" y="5242"/>
                </a:lnTo>
                <a:lnTo>
                  <a:pt x="20809" y="4943"/>
                </a:lnTo>
                <a:lnTo>
                  <a:pt x="20469" y="4662"/>
                </a:lnTo>
                <a:lnTo>
                  <a:pt x="20114" y="4400"/>
                </a:lnTo>
                <a:lnTo>
                  <a:pt x="19747" y="4160"/>
                </a:lnTo>
                <a:lnTo>
                  <a:pt x="19367" y="3940"/>
                </a:lnTo>
                <a:lnTo>
                  <a:pt x="18975" y="3744"/>
                </a:lnTo>
                <a:lnTo>
                  <a:pt x="18573" y="3572"/>
                </a:lnTo>
                <a:lnTo>
                  <a:pt x="18161" y="3424"/>
                </a:lnTo>
                <a:lnTo>
                  <a:pt x="17741" y="3303"/>
                </a:lnTo>
                <a:lnTo>
                  <a:pt x="17313" y="3209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lnTo>
                  <a:pt x="0" y="17608"/>
                </a:lnTo>
                <a:lnTo>
                  <a:pt x="14" y="18046"/>
                </a:lnTo>
                <a:lnTo>
                  <a:pt x="57" y="18481"/>
                </a:lnTo>
                <a:close/>
                <a:moveTo>
                  <a:pt x="12160" y="62767"/>
                </a:moveTo>
                <a:lnTo>
                  <a:pt x="12014" y="62354"/>
                </a:lnTo>
                <a:lnTo>
                  <a:pt x="11844" y="61948"/>
                </a:lnTo>
                <a:lnTo>
                  <a:pt x="11652" y="61552"/>
                </a:lnTo>
                <a:lnTo>
                  <a:pt x="11437" y="61166"/>
                </a:lnTo>
                <a:lnTo>
                  <a:pt x="11202" y="60793"/>
                </a:lnTo>
                <a:lnTo>
                  <a:pt x="10948" y="60431"/>
                </a:lnTo>
                <a:lnTo>
                  <a:pt x="10674" y="60084"/>
                </a:lnTo>
                <a:lnTo>
                  <a:pt x="10382" y="59751"/>
                </a:lnTo>
                <a:lnTo>
                  <a:pt x="10073" y="59435"/>
                </a:lnTo>
                <a:lnTo>
                  <a:pt x="9749" y="59136"/>
                </a:lnTo>
                <a:lnTo>
                  <a:pt x="9408" y="58855"/>
                </a:lnTo>
                <a:lnTo>
                  <a:pt x="9054" y="58594"/>
                </a:lnTo>
                <a:lnTo>
                  <a:pt x="8686" y="58353"/>
                </a:lnTo>
                <a:lnTo>
                  <a:pt x="8306" y="58134"/>
                </a:lnTo>
                <a:lnTo>
                  <a:pt x="7915" y="57937"/>
                </a:lnTo>
                <a:lnTo>
                  <a:pt x="7513" y="57765"/>
                </a:lnTo>
                <a:lnTo>
                  <a:pt x="7101" y="57617"/>
                </a:lnTo>
                <a:lnTo>
                  <a:pt x="6681" y="57496"/>
                </a:lnTo>
                <a:lnTo>
                  <a:pt x="6253" y="57402"/>
                </a:lnTo>
                <a:lnTo>
                  <a:pt x="5825" y="57337"/>
                </a:lnTo>
                <a:lnTo>
                  <a:pt x="5404" y="57303"/>
                </a:lnTo>
                <a:lnTo>
                  <a:pt x="4993" y="57298"/>
                </a:lnTo>
                <a:lnTo>
                  <a:pt x="4590" y="57321"/>
                </a:lnTo>
                <a:lnTo>
                  <a:pt x="4199" y="57372"/>
                </a:lnTo>
                <a:lnTo>
                  <a:pt x="3819" y="57451"/>
                </a:lnTo>
                <a:lnTo>
                  <a:pt x="3451" y="57555"/>
                </a:lnTo>
                <a:lnTo>
                  <a:pt x="3097" y="57685"/>
                </a:lnTo>
                <a:lnTo>
                  <a:pt x="2757" y="57840"/>
                </a:lnTo>
                <a:lnTo>
                  <a:pt x="2432" y="58019"/>
                </a:lnTo>
                <a:lnTo>
                  <a:pt x="2123" y="58221"/>
                </a:lnTo>
                <a:lnTo>
                  <a:pt x="1831" y="58445"/>
                </a:lnTo>
                <a:lnTo>
                  <a:pt x="1558" y="58691"/>
                </a:lnTo>
                <a:lnTo>
                  <a:pt x="1303" y="58958"/>
                </a:lnTo>
                <a:lnTo>
                  <a:pt x="1068" y="59245"/>
                </a:lnTo>
                <a:lnTo>
                  <a:pt x="854" y="59551"/>
                </a:lnTo>
                <a:lnTo>
                  <a:pt x="661" y="59875"/>
                </a:lnTo>
                <a:lnTo>
                  <a:pt x="491" y="60218"/>
                </a:lnTo>
                <a:lnTo>
                  <a:pt x="345" y="60577"/>
                </a:lnTo>
                <a:lnTo>
                  <a:pt x="223" y="60953"/>
                </a:lnTo>
                <a:lnTo>
                  <a:pt x="127" y="61344"/>
                </a:lnTo>
                <a:lnTo>
                  <a:pt x="57" y="61750"/>
                </a:lnTo>
                <a:lnTo>
                  <a:pt x="14" y="62169"/>
                </a:lnTo>
                <a:lnTo>
                  <a:pt x="0" y="62602"/>
                </a:lnTo>
                <a:lnTo>
                  <a:pt x="0" y="85099"/>
                </a:lnTo>
                <a:lnTo>
                  <a:pt x="14" y="85537"/>
                </a:lnTo>
                <a:lnTo>
                  <a:pt x="57" y="85973"/>
                </a:lnTo>
                <a:lnTo>
                  <a:pt x="127" y="86404"/>
                </a:lnTo>
                <a:lnTo>
                  <a:pt x="223" y="86831"/>
                </a:lnTo>
                <a:lnTo>
                  <a:pt x="345" y="87252"/>
                </a:lnTo>
                <a:lnTo>
                  <a:pt x="491" y="87666"/>
                </a:lnTo>
                <a:lnTo>
                  <a:pt x="661" y="88071"/>
                </a:lnTo>
                <a:lnTo>
                  <a:pt x="854" y="88467"/>
                </a:lnTo>
                <a:lnTo>
                  <a:pt x="1068" y="88853"/>
                </a:lnTo>
                <a:lnTo>
                  <a:pt x="1303" y="89227"/>
                </a:lnTo>
                <a:lnTo>
                  <a:pt x="1558" y="89588"/>
                </a:lnTo>
                <a:lnTo>
                  <a:pt x="1831" y="89935"/>
                </a:lnTo>
                <a:lnTo>
                  <a:pt x="2123" y="90268"/>
                </a:lnTo>
                <a:lnTo>
                  <a:pt x="2432" y="90584"/>
                </a:lnTo>
                <a:lnTo>
                  <a:pt x="2757" y="90883"/>
                </a:lnTo>
                <a:lnTo>
                  <a:pt x="3097" y="91164"/>
                </a:lnTo>
                <a:lnTo>
                  <a:pt x="3451" y="91426"/>
                </a:lnTo>
                <a:lnTo>
                  <a:pt x="3819" y="91667"/>
                </a:lnTo>
                <a:lnTo>
                  <a:pt x="4199" y="91886"/>
                </a:lnTo>
                <a:lnTo>
                  <a:pt x="4590" y="92082"/>
                </a:lnTo>
                <a:lnTo>
                  <a:pt x="4993" y="92255"/>
                </a:lnTo>
                <a:lnTo>
                  <a:pt x="5404" y="92402"/>
                </a:lnTo>
                <a:lnTo>
                  <a:pt x="5825" y="92523"/>
                </a:lnTo>
                <a:lnTo>
                  <a:pt x="6253" y="92617"/>
                </a:lnTo>
                <a:lnTo>
                  <a:pt x="6681" y="92682"/>
                </a:lnTo>
                <a:lnTo>
                  <a:pt x="7101" y="92717"/>
                </a:lnTo>
                <a:lnTo>
                  <a:pt x="7513" y="92722"/>
                </a:lnTo>
                <a:lnTo>
                  <a:pt x="7915" y="92698"/>
                </a:lnTo>
                <a:lnTo>
                  <a:pt x="8306" y="92647"/>
                </a:lnTo>
                <a:lnTo>
                  <a:pt x="8686" y="92569"/>
                </a:lnTo>
                <a:lnTo>
                  <a:pt x="9054" y="92464"/>
                </a:lnTo>
                <a:lnTo>
                  <a:pt x="9408" y="92334"/>
                </a:lnTo>
                <a:lnTo>
                  <a:pt x="9749" y="92179"/>
                </a:lnTo>
                <a:lnTo>
                  <a:pt x="10073" y="92000"/>
                </a:lnTo>
                <a:lnTo>
                  <a:pt x="10382" y="91799"/>
                </a:lnTo>
                <a:lnTo>
                  <a:pt x="10674" y="91574"/>
                </a:lnTo>
                <a:lnTo>
                  <a:pt x="10948" y="91328"/>
                </a:lnTo>
                <a:lnTo>
                  <a:pt x="11202" y="91061"/>
                </a:lnTo>
                <a:lnTo>
                  <a:pt x="11437" y="90775"/>
                </a:lnTo>
                <a:lnTo>
                  <a:pt x="11652" y="90468"/>
                </a:lnTo>
                <a:lnTo>
                  <a:pt x="11844" y="90144"/>
                </a:lnTo>
                <a:lnTo>
                  <a:pt x="12014" y="89801"/>
                </a:lnTo>
                <a:lnTo>
                  <a:pt x="12160" y="89442"/>
                </a:lnTo>
                <a:lnTo>
                  <a:pt x="12282" y="89066"/>
                </a:lnTo>
                <a:lnTo>
                  <a:pt x="12378" y="88675"/>
                </a:lnTo>
                <a:lnTo>
                  <a:pt x="12448" y="88269"/>
                </a:lnTo>
                <a:lnTo>
                  <a:pt x="12491" y="87850"/>
                </a:lnTo>
                <a:lnTo>
                  <a:pt x="12505" y="87417"/>
                </a:lnTo>
                <a:lnTo>
                  <a:pt x="12505" y="64920"/>
                </a:lnTo>
                <a:lnTo>
                  <a:pt x="12491" y="64482"/>
                </a:lnTo>
                <a:lnTo>
                  <a:pt x="12448" y="64046"/>
                </a:lnTo>
                <a:lnTo>
                  <a:pt x="12378" y="63615"/>
                </a:lnTo>
                <a:lnTo>
                  <a:pt x="12282" y="63188"/>
                </a:lnTo>
                <a:lnTo>
                  <a:pt x="12160" y="62767"/>
                </a:lnTo>
                <a:close/>
                <a:moveTo>
                  <a:pt x="12160" y="130259"/>
                </a:moveTo>
                <a:lnTo>
                  <a:pt x="12014" y="129845"/>
                </a:lnTo>
                <a:lnTo>
                  <a:pt x="11844" y="129440"/>
                </a:lnTo>
                <a:lnTo>
                  <a:pt x="11652" y="129044"/>
                </a:lnTo>
                <a:lnTo>
                  <a:pt x="11437" y="128658"/>
                </a:lnTo>
                <a:lnTo>
                  <a:pt x="11202" y="128284"/>
                </a:lnTo>
                <a:lnTo>
                  <a:pt x="10948" y="127923"/>
                </a:lnTo>
                <a:lnTo>
                  <a:pt x="10674" y="127575"/>
                </a:lnTo>
                <a:lnTo>
                  <a:pt x="10382" y="127243"/>
                </a:lnTo>
                <a:lnTo>
                  <a:pt x="10073" y="126927"/>
                </a:lnTo>
                <a:lnTo>
                  <a:pt x="9749" y="126627"/>
                </a:lnTo>
                <a:lnTo>
                  <a:pt x="9408" y="126347"/>
                </a:lnTo>
                <a:lnTo>
                  <a:pt x="9054" y="126085"/>
                </a:lnTo>
                <a:lnTo>
                  <a:pt x="8686" y="125844"/>
                </a:lnTo>
                <a:lnTo>
                  <a:pt x="8306" y="125625"/>
                </a:lnTo>
                <a:lnTo>
                  <a:pt x="7915" y="125429"/>
                </a:lnTo>
                <a:lnTo>
                  <a:pt x="7513" y="125256"/>
                </a:lnTo>
                <a:lnTo>
                  <a:pt x="7101" y="125109"/>
                </a:lnTo>
                <a:lnTo>
                  <a:pt x="6681" y="124987"/>
                </a:lnTo>
                <a:lnTo>
                  <a:pt x="6253" y="124893"/>
                </a:lnTo>
                <a:lnTo>
                  <a:pt x="5825" y="124829"/>
                </a:lnTo>
                <a:lnTo>
                  <a:pt x="5404" y="124794"/>
                </a:lnTo>
                <a:lnTo>
                  <a:pt x="4993" y="124789"/>
                </a:lnTo>
                <a:lnTo>
                  <a:pt x="4590" y="124813"/>
                </a:lnTo>
                <a:lnTo>
                  <a:pt x="4199" y="124864"/>
                </a:lnTo>
                <a:lnTo>
                  <a:pt x="3819" y="124942"/>
                </a:lnTo>
                <a:lnTo>
                  <a:pt x="3451" y="125047"/>
                </a:lnTo>
                <a:lnTo>
                  <a:pt x="3097" y="125177"/>
                </a:lnTo>
                <a:lnTo>
                  <a:pt x="2757" y="125332"/>
                </a:lnTo>
                <a:lnTo>
                  <a:pt x="2432" y="125510"/>
                </a:lnTo>
                <a:lnTo>
                  <a:pt x="2123" y="125712"/>
                </a:lnTo>
                <a:lnTo>
                  <a:pt x="1831" y="125937"/>
                </a:lnTo>
                <a:lnTo>
                  <a:pt x="1558" y="126183"/>
                </a:lnTo>
                <a:lnTo>
                  <a:pt x="1303" y="126449"/>
                </a:lnTo>
                <a:lnTo>
                  <a:pt x="1068" y="126736"/>
                </a:lnTo>
                <a:lnTo>
                  <a:pt x="854" y="127042"/>
                </a:lnTo>
                <a:lnTo>
                  <a:pt x="661" y="127367"/>
                </a:lnTo>
                <a:lnTo>
                  <a:pt x="491" y="127710"/>
                </a:lnTo>
                <a:lnTo>
                  <a:pt x="345" y="128069"/>
                </a:lnTo>
                <a:lnTo>
                  <a:pt x="223" y="128445"/>
                </a:lnTo>
                <a:lnTo>
                  <a:pt x="127" y="128836"/>
                </a:lnTo>
                <a:lnTo>
                  <a:pt x="57" y="129241"/>
                </a:lnTo>
                <a:lnTo>
                  <a:pt x="14" y="129661"/>
                </a:lnTo>
                <a:lnTo>
                  <a:pt x="0" y="130094"/>
                </a:lnTo>
                <a:lnTo>
                  <a:pt x="0" y="152591"/>
                </a:lnTo>
                <a:lnTo>
                  <a:pt x="14" y="153029"/>
                </a:lnTo>
                <a:lnTo>
                  <a:pt x="57" y="153464"/>
                </a:lnTo>
                <a:lnTo>
                  <a:pt x="127" y="153896"/>
                </a:lnTo>
                <a:lnTo>
                  <a:pt x="223" y="154323"/>
                </a:lnTo>
                <a:lnTo>
                  <a:pt x="345" y="154744"/>
                </a:lnTo>
                <a:lnTo>
                  <a:pt x="491" y="155157"/>
                </a:lnTo>
                <a:lnTo>
                  <a:pt x="661" y="155563"/>
                </a:lnTo>
                <a:lnTo>
                  <a:pt x="854" y="155959"/>
                </a:lnTo>
                <a:lnTo>
                  <a:pt x="1068" y="156344"/>
                </a:lnTo>
                <a:lnTo>
                  <a:pt x="1303" y="156718"/>
                </a:lnTo>
                <a:lnTo>
                  <a:pt x="1558" y="157080"/>
                </a:lnTo>
                <a:lnTo>
                  <a:pt x="1831" y="157427"/>
                </a:lnTo>
                <a:lnTo>
                  <a:pt x="2123" y="157759"/>
                </a:lnTo>
                <a:lnTo>
                  <a:pt x="2432" y="158076"/>
                </a:lnTo>
                <a:lnTo>
                  <a:pt x="2757" y="158375"/>
                </a:lnTo>
                <a:lnTo>
                  <a:pt x="3097" y="158656"/>
                </a:lnTo>
                <a:lnTo>
                  <a:pt x="3451" y="158917"/>
                </a:lnTo>
                <a:lnTo>
                  <a:pt x="3819" y="159158"/>
                </a:lnTo>
                <a:lnTo>
                  <a:pt x="4199" y="159377"/>
                </a:lnTo>
                <a:lnTo>
                  <a:pt x="4590" y="159574"/>
                </a:lnTo>
                <a:lnTo>
                  <a:pt x="4993" y="159746"/>
                </a:lnTo>
                <a:lnTo>
                  <a:pt x="5404" y="159894"/>
                </a:lnTo>
                <a:lnTo>
                  <a:pt x="5825" y="160015"/>
                </a:lnTo>
                <a:lnTo>
                  <a:pt x="6253" y="160109"/>
                </a:lnTo>
                <a:lnTo>
                  <a:pt x="6681" y="160174"/>
                </a:lnTo>
                <a:lnTo>
                  <a:pt x="7101" y="160208"/>
                </a:lnTo>
                <a:lnTo>
                  <a:pt x="7513" y="160213"/>
                </a:lnTo>
                <a:lnTo>
                  <a:pt x="7915" y="160190"/>
                </a:lnTo>
                <a:lnTo>
                  <a:pt x="8306" y="160139"/>
                </a:lnTo>
                <a:lnTo>
                  <a:pt x="8686" y="160060"/>
                </a:lnTo>
                <a:lnTo>
                  <a:pt x="9054" y="159956"/>
                </a:lnTo>
                <a:lnTo>
                  <a:pt x="9408" y="159826"/>
                </a:lnTo>
                <a:lnTo>
                  <a:pt x="9749" y="159671"/>
                </a:lnTo>
                <a:lnTo>
                  <a:pt x="10073" y="159492"/>
                </a:lnTo>
                <a:lnTo>
                  <a:pt x="10382" y="159290"/>
                </a:lnTo>
                <a:lnTo>
                  <a:pt x="10674" y="159066"/>
                </a:lnTo>
                <a:lnTo>
                  <a:pt x="10948" y="158820"/>
                </a:lnTo>
                <a:lnTo>
                  <a:pt x="11202" y="158553"/>
                </a:lnTo>
                <a:lnTo>
                  <a:pt x="11437" y="158266"/>
                </a:lnTo>
                <a:lnTo>
                  <a:pt x="11652" y="157960"/>
                </a:lnTo>
                <a:lnTo>
                  <a:pt x="11844" y="157635"/>
                </a:lnTo>
                <a:lnTo>
                  <a:pt x="12014" y="157293"/>
                </a:lnTo>
                <a:lnTo>
                  <a:pt x="12160" y="156933"/>
                </a:lnTo>
                <a:lnTo>
                  <a:pt x="12282" y="156558"/>
                </a:lnTo>
                <a:lnTo>
                  <a:pt x="12378" y="156167"/>
                </a:lnTo>
                <a:lnTo>
                  <a:pt x="12448" y="155761"/>
                </a:lnTo>
                <a:lnTo>
                  <a:pt x="12491" y="155341"/>
                </a:lnTo>
                <a:lnTo>
                  <a:pt x="12505" y="154909"/>
                </a:lnTo>
                <a:lnTo>
                  <a:pt x="12505" y="132411"/>
                </a:lnTo>
                <a:lnTo>
                  <a:pt x="12491" y="131973"/>
                </a:lnTo>
                <a:lnTo>
                  <a:pt x="12448" y="131538"/>
                </a:lnTo>
                <a:lnTo>
                  <a:pt x="12378" y="131106"/>
                </a:lnTo>
                <a:lnTo>
                  <a:pt x="12282" y="130680"/>
                </a:lnTo>
                <a:lnTo>
                  <a:pt x="12160" y="130259"/>
                </a:lnTo>
                <a:close/>
                <a:moveTo>
                  <a:pt x="12160" y="197750"/>
                </a:moveTo>
                <a:lnTo>
                  <a:pt x="12014" y="197337"/>
                </a:lnTo>
                <a:lnTo>
                  <a:pt x="11844" y="196931"/>
                </a:lnTo>
                <a:lnTo>
                  <a:pt x="11652" y="196535"/>
                </a:lnTo>
                <a:lnTo>
                  <a:pt x="11437" y="196150"/>
                </a:lnTo>
                <a:lnTo>
                  <a:pt x="11202" y="195776"/>
                </a:lnTo>
                <a:lnTo>
                  <a:pt x="10948" y="195414"/>
                </a:lnTo>
                <a:lnTo>
                  <a:pt x="10674" y="195067"/>
                </a:lnTo>
                <a:lnTo>
                  <a:pt x="10382" y="194735"/>
                </a:lnTo>
                <a:lnTo>
                  <a:pt x="10073" y="194418"/>
                </a:lnTo>
                <a:lnTo>
                  <a:pt x="9749" y="194119"/>
                </a:lnTo>
                <a:lnTo>
                  <a:pt x="9408" y="193838"/>
                </a:lnTo>
                <a:lnTo>
                  <a:pt x="9054" y="193577"/>
                </a:lnTo>
                <a:lnTo>
                  <a:pt x="8686" y="193336"/>
                </a:lnTo>
                <a:lnTo>
                  <a:pt x="8306" y="193117"/>
                </a:lnTo>
                <a:lnTo>
                  <a:pt x="7915" y="192920"/>
                </a:lnTo>
                <a:lnTo>
                  <a:pt x="7513" y="192748"/>
                </a:lnTo>
                <a:lnTo>
                  <a:pt x="7101" y="192600"/>
                </a:lnTo>
                <a:lnTo>
                  <a:pt x="6681" y="192479"/>
                </a:lnTo>
                <a:lnTo>
                  <a:pt x="6253" y="192385"/>
                </a:lnTo>
                <a:lnTo>
                  <a:pt x="5825" y="192320"/>
                </a:lnTo>
                <a:lnTo>
                  <a:pt x="5404" y="192286"/>
                </a:lnTo>
                <a:lnTo>
                  <a:pt x="4993" y="192281"/>
                </a:lnTo>
                <a:lnTo>
                  <a:pt x="4590" y="192304"/>
                </a:lnTo>
                <a:lnTo>
                  <a:pt x="4199" y="192355"/>
                </a:lnTo>
                <a:lnTo>
                  <a:pt x="3819" y="192434"/>
                </a:lnTo>
                <a:lnTo>
                  <a:pt x="3451" y="192538"/>
                </a:lnTo>
                <a:lnTo>
                  <a:pt x="3097" y="192668"/>
                </a:lnTo>
                <a:lnTo>
                  <a:pt x="2757" y="192823"/>
                </a:lnTo>
                <a:lnTo>
                  <a:pt x="2432" y="193002"/>
                </a:lnTo>
                <a:lnTo>
                  <a:pt x="2123" y="193204"/>
                </a:lnTo>
                <a:lnTo>
                  <a:pt x="1831" y="193428"/>
                </a:lnTo>
                <a:lnTo>
                  <a:pt x="1558" y="193674"/>
                </a:lnTo>
                <a:lnTo>
                  <a:pt x="1303" y="193941"/>
                </a:lnTo>
                <a:lnTo>
                  <a:pt x="1068" y="194228"/>
                </a:lnTo>
                <a:lnTo>
                  <a:pt x="854" y="194534"/>
                </a:lnTo>
                <a:lnTo>
                  <a:pt x="661" y="194859"/>
                </a:lnTo>
                <a:lnTo>
                  <a:pt x="491" y="195201"/>
                </a:lnTo>
                <a:lnTo>
                  <a:pt x="345" y="195561"/>
                </a:lnTo>
                <a:lnTo>
                  <a:pt x="223" y="195936"/>
                </a:lnTo>
                <a:lnTo>
                  <a:pt x="127" y="196327"/>
                </a:lnTo>
                <a:lnTo>
                  <a:pt x="57" y="196733"/>
                </a:lnTo>
                <a:lnTo>
                  <a:pt x="14" y="197153"/>
                </a:lnTo>
                <a:lnTo>
                  <a:pt x="0" y="197585"/>
                </a:lnTo>
                <a:lnTo>
                  <a:pt x="0" y="208834"/>
                </a:lnTo>
                <a:lnTo>
                  <a:pt x="0" y="215193"/>
                </a:lnTo>
                <a:lnTo>
                  <a:pt x="6253" y="216352"/>
                </a:lnTo>
                <a:lnTo>
                  <a:pt x="17313" y="218402"/>
                </a:lnTo>
                <a:lnTo>
                  <a:pt x="17741" y="218467"/>
                </a:lnTo>
                <a:lnTo>
                  <a:pt x="18161" y="218501"/>
                </a:lnTo>
                <a:lnTo>
                  <a:pt x="18573" y="218506"/>
                </a:lnTo>
                <a:lnTo>
                  <a:pt x="18975" y="218483"/>
                </a:lnTo>
                <a:lnTo>
                  <a:pt x="19367" y="218432"/>
                </a:lnTo>
                <a:lnTo>
                  <a:pt x="19747" y="218353"/>
                </a:lnTo>
                <a:lnTo>
                  <a:pt x="20114" y="218249"/>
                </a:lnTo>
                <a:lnTo>
                  <a:pt x="20469" y="218119"/>
                </a:lnTo>
                <a:lnTo>
                  <a:pt x="20809" y="217964"/>
                </a:lnTo>
                <a:lnTo>
                  <a:pt x="21134" y="217785"/>
                </a:lnTo>
                <a:lnTo>
                  <a:pt x="21442" y="217583"/>
                </a:lnTo>
                <a:lnTo>
                  <a:pt x="21734" y="217359"/>
                </a:lnTo>
                <a:lnTo>
                  <a:pt x="22008" y="217113"/>
                </a:lnTo>
                <a:lnTo>
                  <a:pt x="22263" y="216846"/>
                </a:lnTo>
                <a:lnTo>
                  <a:pt x="22498" y="216559"/>
                </a:lnTo>
                <a:lnTo>
                  <a:pt x="22712" y="216253"/>
                </a:lnTo>
                <a:lnTo>
                  <a:pt x="22904" y="215928"/>
                </a:lnTo>
                <a:lnTo>
                  <a:pt x="23074" y="215586"/>
                </a:lnTo>
                <a:lnTo>
                  <a:pt x="23220" y="215226"/>
                </a:lnTo>
                <a:lnTo>
                  <a:pt x="23342" y="214851"/>
                </a:lnTo>
                <a:lnTo>
                  <a:pt x="23438" y="214460"/>
                </a:lnTo>
                <a:lnTo>
                  <a:pt x="23508" y="214054"/>
                </a:lnTo>
                <a:lnTo>
                  <a:pt x="23551" y="213634"/>
                </a:lnTo>
                <a:lnTo>
                  <a:pt x="23566" y="213202"/>
                </a:lnTo>
                <a:lnTo>
                  <a:pt x="23551" y="212764"/>
                </a:lnTo>
                <a:lnTo>
                  <a:pt x="23508" y="212328"/>
                </a:lnTo>
                <a:lnTo>
                  <a:pt x="23438" y="211896"/>
                </a:lnTo>
                <a:lnTo>
                  <a:pt x="23342" y="211470"/>
                </a:lnTo>
                <a:lnTo>
                  <a:pt x="23220" y="211049"/>
                </a:lnTo>
                <a:lnTo>
                  <a:pt x="23074" y="210635"/>
                </a:lnTo>
                <a:lnTo>
                  <a:pt x="22904" y="210230"/>
                </a:lnTo>
                <a:lnTo>
                  <a:pt x="22712" y="209834"/>
                </a:lnTo>
                <a:lnTo>
                  <a:pt x="22498" y="209448"/>
                </a:lnTo>
                <a:lnTo>
                  <a:pt x="22263" y="209074"/>
                </a:lnTo>
                <a:lnTo>
                  <a:pt x="22008" y="208713"/>
                </a:lnTo>
                <a:lnTo>
                  <a:pt x="21734" y="208366"/>
                </a:lnTo>
                <a:lnTo>
                  <a:pt x="21442" y="208033"/>
                </a:lnTo>
                <a:lnTo>
                  <a:pt x="21134" y="207717"/>
                </a:lnTo>
                <a:lnTo>
                  <a:pt x="20809" y="207418"/>
                </a:lnTo>
                <a:lnTo>
                  <a:pt x="20469" y="207137"/>
                </a:lnTo>
                <a:lnTo>
                  <a:pt x="20114" y="206875"/>
                </a:lnTo>
                <a:lnTo>
                  <a:pt x="19747" y="206634"/>
                </a:lnTo>
                <a:lnTo>
                  <a:pt x="19367" y="206415"/>
                </a:lnTo>
                <a:lnTo>
                  <a:pt x="18975" y="206219"/>
                </a:lnTo>
                <a:lnTo>
                  <a:pt x="18573" y="206046"/>
                </a:lnTo>
                <a:lnTo>
                  <a:pt x="18161" y="205899"/>
                </a:lnTo>
                <a:lnTo>
                  <a:pt x="17741" y="205778"/>
                </a:lnTo>
                <a:lnTo>
                  <a:pt x="17313" y="205684"/>
                </a:lnTo>
                <a:lnTo>
                  <a:pt x="12505" y="204793"/>
                </a:lnTo>
                <a:lnTo>
                  <a:pt x="12505" y="199903"/>
                </a:lnTo>
                <a:lnTo>
                  <a:pt x="12491" y="199465"/>
                </a:lnTo>
                <a:lnTo>
                  <a:pt x="12448" y="199030"/>
                </a:lnTo>
                <a:lnTo>
                  <a:pt x="12378" y="198598"/>
                </a:lnTo>
                <a:lnTo>
                  <a:pt x="12282" y="198171"/>
                </a:lnTo>
                <a:lnTo>
                  <a:pt x="12160" y="197750"/>
                </a:lnTo>
                <a:close/>
                <a:moveTo>
                  <a:pt x="59500" y="11379"/>
                </a:moveTo>
                <a:lnTo>
                  <a:pt x="59120" y="11457"/>
                </a:lnTo>
                <a:lnTo>
                  <a:pt x="58752" y="11562"/>
                </a:lnTo>
                <a:lnTo>
                  <a:pt x="58398" y="11692"/>
                </a:lnTo>
                <a:lnTo>
                  <a:pt x="58058" y="11846"/>
                </a:lnTo>
                <a:lnTo>
                  <a:pt x="57733" y="12025"/>
                </a:lnTo>
                <a:lnTo>
                  <a:pt x="57424" y="12227"/>
                </a:lnTo>
                <a:lnTo>
                  <a:pt x="57133" y="12451"/>
                </a:lnTo>
                <a:lnTo>
                  <a:pt x="56859" y="12697"/>
                </a:lnTo>
                <a:lnTo>
                  <a:pt x="56604" y="12964"/>
                </a:lnTo>
                <a:lnTo>
                  <a:pt x="56369" y="13251"/>
                </a:lnTo>
                <a:lnTo>
                  <a:pt x="56155" y="13557"/>
                </a:lnTo>
                <a:lnTo>
                  <a:pt x="55962" y="13882"/>
                </a:lnTo>
                <a:lnTo>
                  <a:pt x="55793" y="14224"/>
                </a:lnTo>
                <a:lnTo>
                  <a:pt x="55646" y="14584"/>
                </a:lnTo>
                <a:lnTo>
                  <a:pt x="55525" y="14960"/>
                </a:lnTo>
                <a:lnTo>
                  <a:pt x="55428" y="15351"/>
                </a:lnTo>
                <a:lnTo>
                  <a:pt x="55358" y="15756"/>
                </a:lnTo>
                <a:lnTo>
                  <a:pt x="55316" y="16176"/>
                </a:lnTo>
                <a:lnTo>
                  <a:pt x="55301" y="16609"/>
                </a:lnTo>
                <a:lnTo>
                  <a:pt x="55316" y="17047"/>
                </a:lnTo>
                <a:lnTo>
                  <a:pt x="55358" y="17482"/>
                </a:lnTo>
                <a:lnTo>
                  <a:pt x="55428" y="17914"/>
                </a:lnTo>
                <a:lnTo>
                  <a:pt x="55525" y="18341"/>
                </a:lnTo>
                <a:lnTo>
                  <a:pt x="55646" y="18761"/>
                </a:lnTo>
                <a:lnTo>
                  <a:pt x="55793" y="19175"/>
                </a:lnTo>
                <a:lnTo>
                  <a:pt x="55962" y="19580"/>
                </a:lnTo>
                <a:lnTo>
                  <a:pt x="56155" y="19976"/>
                </a:lnTo>
                <a:lnTo>
                  <a:pt x="56369" y="20362"/>
                </a:lnTo>
                <a:lnTo>
                  <a:pt x="56604" y="20736"/>
                </a:lnTo>
                <a:lnTo>
                  <a:pt x="56859" y="21097"/>
                </a:lnTo>
                <a:lnTo>
                  <a:pt x="57133" y="21445"/>
                </a:lnTo>
                <a:lnTo>
                  <a:pt x="57424" y="21777"/>
                </a:lnTo>
                <a:lnTo>
                  <a:pt x="57733" y="22093"/>
                </a:lnTo>
                <a:lnTo>
                  <a:pt x="58058" y="22393"/>
                </a:lnTo>
                <a:lnTo>
                  <a:pt x="58398" y="22673"/>
                </a:lnTo>
                <a:lnTo>
                  <a:pt x="58752" y="22935"/>
                </a:lnTo>
                <a:lnTo>
                  <a:pt x="59120" y="23176"/>
                </a:lnTo>
                <a:lnTo>
                  <a:pt x="59500" y="23395"/>
                </a:lnTo>
                <a:lnTo>
                  <a:pt x="59892" y="23591"/>
                </a:lnTo>
                <a:lnTo>
                  <a:pt x="60294" y="23764"/>
                </a:lnTo>
                <a:lnTo>
                  <a:pt x="60705" y="23911"/>
                </a:lnTo>
                <a:lnTo>
                  <a:pt x="61126" y="24033"/>
                </a:lnTo>
                <a:lnTo>
                  <a:pt x="61554" y="24127"/>
                </a:lnTo>
                <a:lnTo>
                  <a:pt x="83674" y="28226"/>
                </a:lnTo>
                <a:lnTo>
                  <a:pt x="84102" y="28291"/>
                </a:lnTo>
                <a:lnTo>
                  <a:pt x="84523" y="28326"/>
                </a:lnTo>
                <a:lnTo>
                  <a:pt x="84934" y="28331"/>
                </a:lnTo>
                <a:lnTo>
                  <a:pt x="85337" y="28307"/>
                </a:lnTo>
                <a:lnTo>
                  <a:pt x="85728" y="28256"/>
                </a:lnTo>
                <a:lnTo>
                  <a:pt x="86108" y="28178"/>
                </a:lnTo>
                <a:lnTo>
                  <a:pt x="86476" y="28073"/>
                </a:lnTo>
                <a:lnTo>
                  <a:pt x="86830" y="27943"/>
                </a:lnTo>
                <a:lnTo>
                  <a:pt x="87170" y="27788"/>
                </a:lnTo>
                <a:lnTo>
                  <a:pt x="87495" y="27610"/>
                </a:lnTo>
                <a:lnTo>
                  <a:pt x="87804" y="27408"/>
                </a:lnTo>
                <a:lnTo>
                  <a:pt x="88096" y="27183"/>
                </a:lnTo>
                <a:lnTo>
                  <a:pt x="88369" y="26937"/>
                </a:lnTo>
                <a:lnTo>
                  <a:pt x="88624" y="26671"/>
                </a:lnTo>
                <a:lnTo>
                  <a:pt x="88859" y="26384"/>
                </a:lnTo>
                <a:lnTo>
                  <a:pt x="89073" y="26077"/>
                </a:lnTo>
                <a:lnTo>
                  <a:pt x="89266" y="25753"/>
                </a:lnTo>
                <a:lnTo>
                  <a:pt x="89436" y="25410"/>
                </a:lnTo>
                <a:lnTo>
                  <a:pt x="89582" y="25051"/>
                </a:lnTo>
                <a:lnTo>
                  <a:pt x="89704" y="24675"/>
                </a:lnTo>
                <a:lnTo>
                  <a:pt x="89800" y="24284"/>
                </a:lnTo>
                <a:lnTo>
                  <a:pt x="89870" y="23878"/>
                </a:lnTo>
                <a:lnTo>
                  <a:pt x="89913" y="23459"/>
                </a:lnTo>
                <a:lnTo>
                  <a:pt x="89927" y="23026"/>
                </a:lnTo>
                <a:lnTo>
                  <a:pt x="89913" y="22588"/>
                </a:lnTo>
                <a:lnTo>
                  <a:pt x="89870" y="22153"/>
                </a:lnTo>
                <a:lnTo>
                  <a:pt x="89800" y="21721"/>
                </a:lnTo>
                <a:lnTo>
                  <a:pt x="89704" y="21294"/>
                </a:lnTo>
                <a:lnTo>
                  <a:pt x="89582" y="20873"/>
                </a:lnTo>
                <a:lnTo>
                  <a:pt x="89436" y="20460"/>
                </a:lnTo>
                <a:lnTo>
                  <a:pt x="89266" y="20054"/>
                </a:lnTo>
                <a:lnTo>
                  <a:pt x="89073" y="19658"/>
                </a:lnTo>
                <a:lnTo>
                  <a:pt x="88859" y="19273"/>
                </a:lnTo>
                <a:lnTo>
                  <a:pt x="88624" y="18899"/>
                </a:lnTo>
                <a:lnTo>
                  <a:pt x="88369" y="18538"/>
                </a:lnTo>
                <a:lnTo>
                  <a:pt x="88096" y="18190"/>
                </a:lnTo>
                <a:lnTo>
                  <a:pt x="87804" y="17858"/>
                </a:lnTo>
                <a:lnTo>
                  <a:pt x="87495" y="17541"/>
                </a:lnTo>
                <a:lnTo>
                  <a:pt x="87170" y="17242"/>
                </a:lnTo>
                <a:lnTo>
                  <a:pt x="86830" y="16961"/>
                </a:lnTo>
                <a:lnTo>
                  <a:pt x="86476" y="16700"/>
                </a:lnTo>
                <a:lnTo>
                  <a:pt x="86108" y="16459"/>
                </a:lnTo>
                <a:lnTo>
                  <a:pt x="85728" y="16240"/>
                </a:lnTo>
                <a:lnTo>
                  <a:pt x="85337" y="16043"/>
                </a:lnTo>
                <a:lnTo>
                  <a:pt x="84934" y="15871"/>
                </a:lnTo>
                <a:lnTo>
                  <a:pt x="84523" y="15723"/>
                </a:lnTo>
                <a:lnTo>
                  <a:pt x="84102" y="15602"/>
                </a:lnTo>
                <a:lnTo>
                  <a:pt x="83674" y="15508"/>
                </a:lnTo>
                <a:lnTo>
                  <a:pt x="61554" y="11408"/>
                </a:lnTo>
                <a:lnTo>
                  <a:pt x="61126" y="11344"/>
                </a:lnTo>
                <a:lnTo>
                  <a:pt x="60705" y="11309"/>
                </a:lnTo>
                <a:lnTo>
                  <a:pt x="60294" y="11304"/>
                </a:lnTo>
                <a:lnTo>
                  <a:pt x="59892" y="11327"/>
                </a:lnTo>
                <a:lnTo>
                  <a:pt x="59500" y="11379"/>
                </a:lnTo>
                <a:close/>
                <a:moveTo>
                  <a:pt x="125862" y="23678"/>
                </a:moveTo>
                <a:lnTo>
                  <a:pt x="125482" y="23756"/>
                </a:lnTo>
                <a:lnTo>
                  <a:pt x="125114" y="23861"/>
                </a:lnTo>
                <a:lnTo>
                  <a:pt x="124760" y="23991"/>
                </a:lnTo>
                <a:lnTo>
                  <a:pt x="124419" y="24146"/>
                </a:lnTo>
                <a:lnTo>
                  <a:pt x="124095" y="24325"/>
                </a:lnTo>
                <a:lnTo>
                  <a:pt x="123786" y="24527"/>
                </a:lnTo>
                <a:lnTo>
                  <a:pt x="123494" y="24751"/>
                </a:lnTo>
                <a:lnTo>
                  <a:pt x="123220" y="24997"/>
                </a:lnTo>
                <a:lnTo>
                  <a:pt x="122966" y="25264"/>
                </a:lnTo>
                <a:lnTo>
                  <a:pt x="122731" y="25550"/>
                </a:lnTo>
                <a:lnTo>
                  <a:pt x="122516" y="25857"/>
                </a:lnTo>
                <a:lnTo>
                  <a:pt x="122324" y="26181"/>
                </a:lnTo>
                <a:lnTo>
                  <a:pt x="122154" y="26524"/>
                </a:lnTo>
                <a:lnTo>
                  <a:pt x="122008" y="26883"/>
                </a:lnTo>
                <a:lnTo>
                  <a:pt x="121886" y="27259"/>
                </a:lnTo>
                <a:lnTo>
                  <a:pt x="121790" y="27650"/>
                </a:lnTo>
                <a:lnTo>
                  <a:pt x="121720" y="28056"/>
                </a:lnTo>
                <a:lnTo>
                  <a:pt x="121677" y="28475"/>
                </a:lnTo>
                <a:lnTo>
                  <a:pt x="121663" y="28908"/>
                </a:lnTo>
                <a:lnTo>
                  <a:pt x="121677" y="29346"/>
                </a:lnTo>
                <a:lnTo>
                  <a:pt x="121720" y="29781"/>
                </a:lnTo>
                <a:lnTo>
                  <a:pt x="121790" y="30213"/>
                </a:lnTo>
                <a:lnTo>
                  <a:pt x="121886" y="30640"/>
                </a:lnTo>
                <a:lnTo>
                  <a:pt x="122008" y="31061"/>
                </a:lnTo>
                <a:lnTo>
                  <a:pt x="122154" y="31474"/>
                </a:lnTo>
                <a:lnTo>
                  <a:pt x="122324" y="31880"/>
                </a:lnTo>
                <a:lnTo>
                  <a:pt x="122516" y="32276"/>
                </a:lnTo>
                <a:lnTo>
                  <a:pt x="122731" y="32661"/>
                </a:lnTo>
                <a:lnTo>
                  <a:pt x="122966" y="33035"/>
                </a:lnTo>
                <a:lnTo>
                  <a:pt x="123220" y="33397"/>
                </a:lnTo>
                <a:lnTo>
                  <a:pt x="123494" y="33744"/>
                </a:lnTo>
                <a:lnTo>
                  <a:pt x="123786" y="34076"/>
                </a:lnTo>
                <a:lnTo>
                  <a:pt x="124095" y="34393"/>
                </a:lnTo>
                <a:lnTo>
                  <a:pt x="124419" y="34692"/>
                </a:lnTo>
                <a:lnTo>
                  <a:pt x="124760" y="34973"/>
                </a:lnTo>
                <a:lnTo>
                  <a:pt x="125114" y="35234"/>
                </a:lnTo>
                <a:lnTo>
                  <a:pt x="125482" y="35475"/>
                </a:lnTo>
                <a:lnTo>
                  <a:pt x="125862" y="35694"/>
                </a:lnTo>
                <a:lnTo>
                  <a:pt x="126253" y="35891"/>
                </a:lnTo>
                <a:lnTo>
                  <a:pt x="126655" y="36063"/>
                </a:lnTo>
                <a:lnTo>
                  <a:pt x="127067" y="36211"/>
                </a:lnTo>
                <a:lnTo>
                  <a:pt x="127487" y="36332"/>
                </a:lnTo>
                <a:lnTo>
                  <a:pt x="127915" y="36426"/>
                </a:lnTo>
                <a:lnTo>
                  <a:pt x="150036" y="40526"/>
                </a:lnTo>
                <a:lnTo>
                  <a:pt x="150464" y="40590"/>
                </a:lnTo>
                <a:lnTo>
                  <a:pt x="150884" y="40625"/>
                </a:lnTo>
                <a:lnTo>
                  <a:pt x="151296" y="40630"/>
                </a:lnTo>
                <a:lnTo>
                  <a:pt x="151698" y="40607"/>
                </a:lnTo>
                <a:lnTo>
                  <a:pt x="152090" y="40555"/>
                </a:lnTo>
                <a:lnTo>
                  <a:pt x="152470" y="40477"/>
                </a:lnTo>
                <a:lnTo>
                  <a:pt x="152837" y="40373"/>
                </a:lnTo>
                <a:lnTo>
                  <a:pt x="153192" y="40242"/>
                </a:lnTo>
                <a:lnTo>
                  <a:pt x="153532" y="40088"/>
                </a:lnTo>
                <a:lnTo>
                  <a:pt x="153857" y="39909"/>
                </a:lnTo>
                <a:lnTo>
                  <a:pt x="154165" y="39707"/>
                </a:lnTo>
                <a:lnTo>
                  <a:pt x="154457" y="39483"/>
                </a:lnTo>
                <a:lnTo>
                  <a:pt x="154731" y="39237"/>
                </a:lnTo>
                <a:lnTo>
                  <a:pt x="154986" y="38970"/>
                </a:lnTo>
                <a:lnTo>
                  <a:pt x="155221" y="38683"/>
                </a:lnTo>
                <a:lnTo>
                  <a:pt x="155435" y="38377"/>
                </a:lnTo>
                <a:lnTo>
                  <a:pt x="155627" y="38052"/>
                </a:lnTo>
                <a:lnTo>
                  <a:pt x="155797" y="37710"/>
                </a:lnTo>
                <a:lnTo>
                  <a:pt x="155943" y="37350"/>
                </a:lnTo>
                <a:lnTo>
                  <a:pt x="156065" y="36975"/>
                </a:lnTo>
                <a:lnTo>
                  <a:pt x="156161" y="36584"/>
                </a:lnTo>
                <a:lnTo>
                  <a:pt x="156231" y="36178"/>
                </a:lnTo>
                <a:lnTo>
                  <a:pt x="156274" y="35758"/>
                </a:lnTo>
                <a:lnTo>
                  <a:pt x="156288" y="35326"/>
                </a:lnTo>
                <a:lnTo>
                  <a:pt x="156274" y="34887"/>
                </a:lnTo>
                <a:lnTo>
                  <a:pt x="156231" y="34452"/>
                </a:lnTo>
                <a:lnTo>
                  <a:pt x="156161" y="34020"/>
                </a:lnTo>
                <a:lnTo>
                  <a:pt x="156065" y="33594"/>
                </a:lnTo>
                <a:lnTo>
                  <a:pt x="155943" y="33173"/>
                </a:lnTo>
                <a:lnTo>
                  <a:pt x="155797" y="32759"/>
                </a:lnTo>
                <a:lnTo>
                  <a:pt x="155627" y="32354"/>
                </a:lnTo>
                <a:lnTo>
                  <a:pt x="155435" y="31958"/>
                </a:lnTo>
                <a:lnTo>
                  <a:pt x="155221" y="31572"/>
                </a:lnTo>
                <a:lnTo>
                  <a:pt x="154986" y="31198"/>
                </a:lnTo>
                <a:lnTo>
                  <a:pt x="154731" y="30837"/>
                </a:lnTo>
                <a:lnTo>
                  <a:pt x="154457" y="30490"/>
                </a:lnTo>
                <a:lnTo>
                  <a:pt x="154165" y="30157"/>
                </a:lnTo>
                <a:lnTo>
                  <a:pt x="153857" y="29841"/>
                </a:lnTo>
                <a:lnTo>
                  <a:pt x="153532" y="29542"/>
                </a:lnTo>
                <a:lnTo>
                  <a:pt x="153192" y="29261"/>
                </a:lnTo>
                <a:lnTo>
                  <a:pt x="152837" y="28999"/>
                </a:lnTo>
                <a:lnTo>
                  <a:pt x="152470" y="28758"/>
                </a:lnTo>
                <a:lnTo>
                  <a:pt x="152090" y="28539"/>
                </a:lnTo>
                <a:lnTo>
                  <a:pt x="151698" y="28343"/>
                </a:lnTo>
                <a:lnTo>
                  <a:pt x="151296" y="28170"/>
                </a:lnTo>
                <a:lnTo>
                  <a:pt x="150884" y="28023"/>
                </a:lnTo>
                <a:lnTo>
                  <a:pt x="150464" y="27902"/>
                </a:lnTo>
                <a:lnTo>
                  <a:pt x="150036" y="27808"/>
                </a:lnTo>
                <a:lnTo>
                  <a:pt x="127915" y="23708"/>
                </a:lnTo>
                <a:lnTo>
                  <a:pt x="127487" y="23643"/>
                </a:lnTo>
                <a:lnTo>
                  <a:pt x="127067" y="23609"/>
                </a:lnTo>
                <a:lnTo>
                  <a:pt x="126655" y="23603"/>
                </a:lnTo>
                <a:lnTo>
                  <a:pt x="126253" y="23627"/>
                </a:lnTo>
                <a:lnTo>
                  <a:pt x="125862" y="23678"/>
                </a:lnTo>
                <a:close/>
                <a:moveTo>
                  <a:pt x="192223" y="35978"/>
                </a:moveTo>
                <a:lnTo>
                  <a:pt x="191843" y="36056"/>
                </a:lnTo>
                <a:lnTo>
                  <a:pt x="191475" y="36160"/>
                </a:lnTo>
                <a:lnTo>
                  <a:pt x="191121" y="36290"/>
                </a:lnTo>
                <a:lnTo>
                  <a:pt x="190781" y="36445"/>
                </a:lnTo>
                <a:lnTo>
                  <a:pt x="190456" y="36624"/>
                </a:lnTo>
                <a:lnTo>
                  <a:pt x="190147" y="36826"/>
                </a:lnTo>
                <a:lnTo>
                  <a:pt x="189856" y="37050"/>
                </a:lnTo>
                <a:lnTo>
                  <a:pt x="189582" y="37296"/>
                </a:lnTo>
                <a:lnTo>
                  <a:pt x="189327" y="37563"/>
                </a:lnTo>
                <a:lnTo>
                  <a:pt x="189092" y="37850"/>
                </a:lnTo>
                <a:lnTo>
                  <a:pt x="188878" y="38156"/>
                </a:lnTo>
                <a:lnTo>
                  <a:pt x="188685" y="38481"/>
                </a:lnTo>
                <a:lnTo>
                  <a:pt x="188516" y="38823"/>
                </a:lnTo>
                <a:lnTo>
                  <a:pt x="188369" y="39183"/>
                </a:lnTo>
                <a:lnTo>
                  <a:pt x="188248" y="39558"/>
                </a:lnTo>
                <a:lnTo>
                  <a:pt x="188151" y="39949"/>
                </a:lnTo>
                <a:lnTo>
                  <a:pt x="188081" y="40355"/>
                </a:lnTo>
                <a:lnTo>
                  <a:pt x="188039" y="40775"/>
                </a:lnTo>
                <a:lnTo>
                  <a:pt x="188024" y="41207"/>
                </a:lnTo>
                <a:lnTo>
                  <a:pt x="188039" y="41645"/>
                </a:lnTo>
                <a:lnTo>
                  <a:pt x="188081" y="42081"/>
                </a:lnTo>
                <a:lnTo>
                  <a:pt x="188151" y="42513"/>
                </a:lnTo>
                <a:lnTo>
                  <a:pt x="188248" y="42939"/>
                </a:lnTo>
                <a:lnTo>
                  <a:pt x="188369" y="43360"/>
                </a:lnTo>
                <a:lnTo>
                  <a:pt x="188516" y="43774"/>
                </a:lnTo>
                <a:lnTo>
                  <a:pt x="188685" y="44179"/>
                </a:lnTo>
                <a:lnTo>
                  <a:pt x="188878" y="44575"/>
                </a:lnTo>
                <a:lnTo>
                  <a:pt x="189092" y="44961"/>
                </a:lnTo>
                <a:lnTo>
                  <a:pt x="189327" y="45335"/>
                </a:lnTo>
                <a:lnTo>
                  <a:pt x="189582" y="45696"/>
                </a:lnTo>
                <a:lnTo>
                  <a:pt x="189856" y="46043"/>
                </a:lnTo>
                <a:lnTo>
                  <a:pt x="190147" y="46376"/>
                </a:lnTo>
                <a:lnTo>
                  <a:pt x="190456" y="46692"/>
                </a:lnTo>
                <a:lnTo>
                  <a:pt x="190781" y="46991"/>
                </a:lnTo>
                <a:lnTo>
                  <a:pt x="191121" y="47272"/>
                </a:lnTo>
                <a:lnTo>
                  <a:pt x="191475" y="47534"/>
                </a:lnTo>
                <a:lnTo>
                  <a:pt x="191843" y="47775"/>
                </a:lnTo>
                <a:lnTo>
                  <a:pt x="192223" y="47994"/>
                </a:lnTo>
                <a:lnTo>
                  <a:pt x="192615" y="48190"/>
                </a:lnTo>
                <a:lnTo>
                  <a:pt x="193017" y="48363"/>
                </a:lnTo>
                <a:lnTo>
                  <a:pt x="193428" y="48510"/>
                </a:lnTo>
                <a:lnTo>
                  <a:pt x="193849" y="48631"/>
                </a:lnTo>
                <a:lnTo>
                  <a:pt x="194277" y="48725"/>
                </a:lnTo>
                <a:lnTo>
                  <a:pt x="199084" y="49616"/>
                </a:lnTo>
                <a:lnTo>
                  <a:pt x="199084" y="54506"/>
                </a:lnTo>
                <a:lnTo>
                  <a:pt x="199099" y="54944"/>
                </a:lnTo>
                <a:lnTo>
                  <a:pt x="199141" y="55379"/>
                </a:lnTo>
                <a:lnTo>
                  <a:pt x="199211" y="55811"/>
                </a:lnTo>
                <a:lnTo>
                  <a:pt x="199308" y="56238"/>
                </a:lnTo>
                <a:lnTo>
                  <a:pt x="199430" y="56659"/>
                </a:lnTo>
                <a:lnTo>
                  <a:pt x="199576" y="57072"/>
                </a:lnTo>
                <a:lnTo>
                  <a:pt x="199746" y="57478"/>
                </a:lnTo>
                <a:lnTo>
                  <a:pt x="199938" y="57874"/>
                </a:lnTo>
                <a:lnTo>
                  <a:pt x="200152" y="58259"/>
                </a:lnTo>
                <a:lnTo>
                  <a:pt x="200387" y="58633"/>
                </a:lnTo>
                <a:lnTo>
                  <a:pt x="200642" y="58995"/>
                </a:lnTo>
                <a:lnTo>
                  <a:pt x="200916" y="59342"/>
                </a:lnTo>
                <a:lnTo>
                  <a:pt x="201207" y="59674"/>
                </a:lnTo>
                <a:lnTo>
                  <a:pt x="201516" y="59991"/>
                </a:lnTo>
                <a:lnTo>
                  <a:pt x="201841" y="60290"/>
                </a:lnTo>
                <a:lnTo>
                  <a:pt x="202181" y="60571"/>
                </a:lnTo>
                <a:lnTo>
                  <a:pt x="202536" y="60832"/>
                </a:lnTo>
                <a:lnTo>
                  <a:pt x="202903" y="61073"/>
                </a:lnTo>
                <a:lnTo>
                  <a:pt x="203283" y="61292"/>
                </a:lnTo>
                <a:lnTo>
                  <a:pt x="203675" y="61489"/>
                </a:lnTo>
                <a:lnTo>
                  <a:pt x="204077" y="61661"/>
                </a:lnTo>
                <a:lnTo>
                  <a:pt x="204489" y="61809"/>
                </a:lnTo>
                <a:lnTo>
                  <a:pt x="204909" y="61930"/>
                </a:lnTo>
                <a:lnTo>
                  <a:pt x="205337" y="62024"/>
                </a:lnTo>
                <a:lnTo>
                  <a:pt x="205765" y="62089"/>
                </a:lnTo>
                <a:lnTo>
                  <a:pt x="206185" y="62123"/>
                </a:lnTo>
                <a:lnTo>
                  <a:pt x="206597" y="62128"/>
                </a:lnTo>
                <a:lnTo>
                  <a:pt x="206999" y="62105"/>
                </a:lnTo>
                <a:lnTo>
                  <a:pt x="207391" y="62054"/>
                </a:lnTo>
                <a:lnTo>
                  <a:pt x="207771" y="61975"/>
                </a:lnTo>
                <a:lnTo>
                  <a:pt x="208139" y="61871"/>
                </a:lnTo>
                <a:lnTo>
                  <a:pt x="208493" y="61741"/>
                </a:lnTo>
                <a:lnTo>
                  <a:pt x="208833" y="61586"/>
                </a:lnTo>
                <a:lnTo>
                  <a:pt x="209158" y="61407"/>
                </a:lnTo>
                <a:lnTo>
                  <a:pt x="209467" y="61205"/>
                </a:lnTo>
                <a:lnTo>
                  <a:pt x="209758" y="60981"/>
                </a:lnTo>
                <a:lnTo>
                  <a:pt x="210032" y="60735"/>
                </a:lnTo>
                <a:lnTo>
                  <a:pt x="210287" y="60468"/>
                </a:lnTo>
                <a:lnTo>
                  <a:pt x="210522" y="60181"/>
                </a:lnTo>
                <a:lnTo>
                  <a:pt x="210736" y="59875"/>
                </a:lnTo>
                <a:lnTo>
                  <a:pt x="210928" y="59550"/>
                </a:lnTo>
                <a:lnTo>
                  <a:pt x="211098" y="59208"/>
                </a:lnTo>
                <a:lnTo>
                  <a:pt x="211245" y="58848"/>
                </a:lnTo>
                <a:lnTo>
                  <a:pt x="211366" y="58473"/>
                </a:lnTo>
                <a:lnTo>
                  <a:pt x="211463" y="58082"/>
                </a:lnTo>
                <a:lnTo>
                  <a:pt x="211533" y="57676"/>
                </a:lnTo>
                <a:lnTo>
                  <a:pt x="211575" y="57256"/>
                </a:lnTo>
                <a:lnTo>
                  <a:pt x="211590" y="56824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194277" y="36007"/>
                </a:lnTo>
                <a:lnTo>
                  <a:pt x="193849" y="35942"/>
                </a:lnTo>
                <a:lnTo>
                  <a:pt x="193428" y="35908"/>
                </a:lnTo>
                <a:lnTo>
                  <a:pt x="193017" y="35903"/>
                </a:lnTo>
                <a:lnTo>
                  <a:pt x="192615" y="35926"/>
                </a:lnTo>
                <a:lnTo>
                  <a:pt x="192223" y="35978"/>
                </a:lnTo>
                <a:close/>
                <a:moveTo>
                  <a:pt x="59120" y="213932"/>
                </a:moveTo>
                <a:lnTo>
                  <a:pt x="58752" y="214036"/>
                </a:lnTo>
                <a:lnTo>
                  <a:pt x="58398" y="214167"/>
                </a:lnTo>
                <a:lnTo>
                  <a:pt x="58058" y="214321"/>
                </a:lnTo>
                <a:lnTo>
                  <a:pt x="57733" y="214500"/>
                </a:lnTo>
                <a:lnTo>
                  <a:pt x="57424" y="214702"/>
                </a:lnTo>
                <a:lnTo>
                  <a:pt x="57133" y="214926"/>
                </a:lnTo>
                <a:lnTo>
                  <a:pt x="56859" y="215172"/>
                </a:lnTo>
                <a:lnTo>
                  <a:pt x="56604" y="215439"/>
                </a:lnTo>
                <a:lnTo>
                  <a:pt x="56369" y="215726"/>
                </a:lnTo>
                <a:lnTo>
                  <a:pt x="56155" y="216032"/>
                </a:lnTo>
                <a:lnTo>
                  <a:pt x="55962" y="216357"/>
                </a:lnTo>
                <a:lnTo>
                  <a:pt x="55793" y="216699"/>
                </a:lnTo>
                <a:lnTo>
                  <a:pt x="55646" y="217059"/>
                </a:lnTo>
                <a:lnTo>
                  <a:pt x="55525" y="217434"/>
                </a:lnTo>
                <a:lnTo>
                  <a:pt x="55428" y="217825"/>
                </a:lnTo>
                <a:lnTo>
                  <a:pt x="55358" y="218231"/>
                </a:lnTo>
                <a:lnTo>
                  <a:pt x="55316" y="218651"/>
                </a:lnTo>
                <a:lnTo>
                  <a:pt x="55301" y="219083"/>
                </a:lnTo>
                <a:lnTo>
                  <a:pt x="55316" y="219522"/>
                </a:lnTo>
                <a:lnTo>
                  <a:pt x="55358" y="219957"/>
                </a:lnTo>
                <a:lnTo>
                  <a:pt x="55428" y="220389"/>
                </a:lnTo>
                <a:lnTo>
                  <a:pt x="55525" y="220815"/>
                </a:lnTo>
                <a:lnTo>
                  <a:pt x="55646" y="221236"/>
                </a:lnTo>
                <a:lnTo>
                  <a:pt x="55793" y="221650"/>
                </a:lnTo>
                <a:lnTo>
                  <a:pt x="55962" y="222055"/>
                </a:lnTo>
                <a:lnTo>
                  <a:pt x="56155" y="222451"/>
                </a:lnTo>
                <a:lnTo>
                  <a:pt x="56369" y="222837"/>
                </a:lnTo>
                <a:lnTo>
                  <a:pt x="56604" y="223211"/>
                </a:lnTo>
                <a:lnTo>
                  <a:pt x="56859" y="223572"/>
                </a:lnTo>
                <a:lnTo>
                  <a:pt x="57133" y="223919"/>
                </a:lnTo>
                <a:lnTo>
                  <a:pt x="57424" y="224252"/>
                </a:lnTo>
                <a:lnTo>
                  <a:pt x="57733" y="224568"/>
                </a:lnTo>
                <a:lnTo>
                  <a:pt x="58058" y="224867"/>
                </a:lnTo>
                <a:lnTo>
                  <a:pt x="58398" y="225148"/>
                </a:lnTo>
                <a:lnTo>
                  <a:pt x="58752" y="225410"/>
                </a:lnTo>
                <a:lnTo>
                  <a:pt x="59120" y="225651"/>
                </a:lnTo>
                <a:lnTo>
                  <a:pt x="59500" y="225870"/>
                </a:lnTo>
                <a:lnTo>
                  <a:pt x="59892" y="226066"/>
                </a:lnTo>
                <a:lnTo>
                  <a:pt x="60294" y="226239"/>
                </a:lnTo>
                <a:lnTo>
                  <a:pt x="60705" y="226386"/>
                </a:lnTo>
                <a:lnTo>
                  <a:pt x="61126" y="226507"/>
                </a:lnTo>
                <a:lnTo>
                  <a:pt x="61554" y="226601"/>
                </a:lnTo>
                <a:lnTo>
                  <a:pt x="83674" y="230701"/>
                </a:lnTo>
                <a:lnTo>
                  <a:pt x="84102" y="230766"/>
                </a:lnTo>
                <a:lnTo>
                  <a:pt x="84523" y="230800"/>
                </a:lnTo>
                <a:lnTo>
                  <a:pt x="84934" y="230806"/>
                </a:lnTo>
                <a:lnTo>
                  <a:pt x="85337" y="230782"/>
                </a:lnTo>
                <a:lnTo>
                  <a:pt x="85728" y="230731"/>
                </a:lnTo>
                <a:lnTo>
                  <a:pt x="86108" y="230653"/>
                </a:lnTo>
                <a:lnTo>
                  <a:pt x="86476" y="230548"/>
                </a:lnTo>
                <a:lnTo>
                  <a:pt x="86830" y="230418"/>
                </a:lnTo>
                <a:lnTo>
                  <a:pt x="87170" y="230263"/>
                </a:lnTo>
                <a:lnTo>
                  <a:pt x="87495" y="230084"/>
                </a:lnTo>
                <a:lnTo>
                  <a:pt x="87804" y="229882"/>
                </a:lnTo>
                <a:lnTo>
                  <a:pt x="88096" y="229658"/>
                </a:lnTo>
                <a:lnTo>
                  <a:pt x="88369" y="229412"/>
                </a:lnTo>
                <a:lnTo>
                  <a:pt x="88624" y="229145"/>
                </a:lnTo>
                <a:lnTo>
                  <a:pt x="88859" y="228859"/>
                </a:lnTo>
                <a:lnTo>
                  <a:pt x="89073" y="228552"/>
                </a:lnTo>
                <a:lnTo>
                  <a:pt x="89266" y="228228"/>
                </a:lnTo>
                <a:lnTo>
                  <a:pt x="89436" y="227885"/>
                </a:lnTo>
                <a:lnTo>
                  <a:pt x="89582" y="227526"/>
                </a:lnTo>
                <a:lnTo>
                  <a:pt x="89704" y="227150"/>
                </a:lnTo>
                <a:lnTo>
                  <a:pt x="89800" y="226759"/>
                </a:lnTo>
                <a:lnTo>
                  <a:pt x="89870" y="226353"/>
                </a:lnTo>
                <a:lnTo>
                  <a:pt x="89913" y="225934"/>
                </a:lnTo>
                <a:lnTo>
                  <a:pt x="89927" y="225501"/>
                </a:lnTo>
                <a:lnTo>
                  <a:pt x="89913" y="225063"/>
                </a:lnTo>
                <a:lnTo>
                  <a:pt x="89870" y="224628"/>
                </a:lnTo>
                <a:lnTo>
                  <a:pt x="89800" y="224196"/>
                </a:lnTo>
                <a:lnTo>
                  <a:pt x="89704" y="223769"/>
                </a:lnTo>
                <a:lnTo>
                  <a:pt x="89582" y="223348"/>
                </a:lnTo>
                <a:lnTo>
                  <a:pt x="89436" y="222935"/>
                </a:lnTo>
                <a:lnTo>
                  <a:pt x="89266" y="222529"/>
                </a:lnTo>
                <a:lnTo>
                  <a:pt x="89073" y="222133"/>
                </a:lnTo>
                <a:lnTo>
                  <a:pt x="88859" y="221748"/>
                </a:lnTo>
                <a:lnTo>
                  <a:pt x="88624" y="221374"/>
                </a:lnTo>
                <a:lnTo>
                  <a:pt x="88369" y="221012"/>
                </a:lnTo>
                <a:lnTo>
                  <a:pt x="88096" y="220665"/>
                </a:lnTo>
                <a:lnTo>
                  <a:pt x="87804" y="220333"/>
                </a:lnTo>
                <a:lnTo>
                  <a:pt x="87495" y="220016"/>
                </a:lnTo>
                <a:lnTo>
                  <a:pt x="87170" y="219717"/>
                </a:lnTo>
                <a:lnTo>
                  <a:pt x="86830" y="219436"/>
                </a:lnTo>
                <a:lnTo>
                  <a:pt x="86476" y="219175"/>
                </a:lnTo>
                <a:lnTo>
                  <a:pt x="86108" y="218934"/>
                </a:lnTo>
                <a:lnTo>
                  <a:pt x="85728" y="218715"/>
                </a:lnTo>
                <a:lnTo>
                  <a:pt x="85337" y="218518"/>
                </a:lnTo>
                <a:lnTo>
                  <a:pt x="84934" y="218346"/>
                </a:lnTo>
                <a:lnTo>
                  <a:pt x="84523" y="218198"/>
                </a:lnTo>
                <a:lnTo>
                  <a:pt x="84102" y="218077"/>
                </a:lnTo>
                <a:lnTo>
                  <a:pt x="83674" y="217983"/>
                </a:lnTo>
                <a:lnTo>
                  <a:pt x="61554" y="213883"/>
                </a:lnTo>
                <a:lnTo>
                  <a:pt x="61126" y="213819"/>
                </a:lnTo>
                <a:lnTo>
                  <a:pt x="60705" y="213784"/>
                </a:lnTo>
                <a:lnTo>
                  <a:pt x="60294" y="213779"/>
                </a:lnTo>
                <a:lnTo>
                  <a:pt x="59892" y="213802"/>
                </a:lnTo>
                <a:lnTo>
                  <a:pt x="59500" y="213854"/>
                </a:lnTo>
                <a:lnTo>
                  <a:pt x="59120" y="213932"/>
                </a:lnTo>
                <a:close/>
                <a:moveTo>
                  <a:pt x="125482" y="226231"/>
                </a:moveTo>
                <a:lnTo>
                  <a:pt x="125114" y="226336"/>
                </a:lnTo>
                <a:lnTo>
                  <a:pt x="124760" y="226466"/>
                </a:lnTo>
                <a:lnTo>
                  <a:pt x="124419" y="226621"/>
                </a:lnTo>
                <a:lnTo>
                  <a:pt x="124095" y="226799"/>
                </a:lnTo>
                <a:lnTo>
                  <a:pt x="123786" y="227001"/>
                </a:lnTo>
                <a:lnTo>
                  <a:pt x="123494" y="227226"/>
                </a:lnTo>
                <a:lnTo>
                  <a:pt x="123220" y="227472"/>
                </a:lnTo>
                <a:lnTo>
                  <a:pt x="122966" y="227738"/>
                </a:lnTo>
                <a:lnTo>
                  <a:pt x="122731" y="228025"/>
                </a:lnTo>
                <a:lnTo>
                  <a:pt x="122516" y="228332"/>
                </a:lnTo>
                <a:lnTo>
                  <a:pt x="122324" y="228656"/>
                </a:lnTo>
                <a:lnTo>
                  <a:pt x="122154" y="228999"/>
                </a:lnTo>
                <a:lnTo>
                  <a:pt x="122008" y="229358"/>
                </a:lnTo>
                <a:lnTo>
                  <a:pt x="121886" y="229734"/>
                </a:lnTo>
                <a:lnTo>
                  <a:pt x="121790" y="230125"/>
                </a:lnTo>
                <a:lnTo>
                  <a:pt x="121720" y="230531"/>
                </a:lnTo>
                <a:lnTo>
                  <a:pt x="121677" y="230950"/>
                </a:lnTo>
                <a:lnTo>
                  <a:pt x="121663" y="231383"/>
                </a:lnTo>
                <a:lnTo>
                  <a:pt x="121677" y="231821"/>
                </a:lnTo>
                <a:lnTo>
                  <a:pt x="121720" y="232256"/>
                </a:lnTo>
                <a:lnTo>
                  <a:pt x="121790" y="232688"/>
                </a:lnTo>
                <a:lnTo>
                  <a:pt x="121886" y="233115"/>
                </a:lnTo>
                <a:lnTo>
                  <a:pt x="122008" y="233536"/>
                </a:lnTo>
                <a:lnTo>
                  <a:pt x="122154" y="233949"/>
                </a:lnTo>
                <a:lnTo>
                  <a:pt x="122324" y="234355"/>
                </a:lnTo>
                <a:lnTo>
                  <a:pt x="122516" y="234751"/>
                </a:lnTo>
                <a:lnTo>
                  <a:pt x="122731" y="235136"/>
                </a:lnTo>
                <a:lnTo>
                  <a:pt x="122966" y="235510"/>
                </a:lnTo>
                <a:lnTo>
                  <a:pt x="123220" y="235871"/>
                </a:lnTo>
                <a:lnTo>
                  <a:pt x="123494" y="236219"/>
                </a:lnTo>
                <a:lnTo>
                  <a:pt x="123786" y="236551"/>
                </a:lnTo>
                <a:lnTo>
                  <a:pt x="124095" y="236868"/>
                </a:lnTo>
                <a:lnTo>
                  <a:pt x="124419" y="237167"/>
                </a:lnTo>
                <a:lnTo>
                  <a:pt x="124760" y="237448"/>
                </a:lnTo>
                <a:lnTo>
                  <a:pt x="125114" y="237709"/>
                </a:lnTo>
                <a:lnTo>
                  <a:pt x="125482" y="237950"/>
                </a:lnTo>
                <a:lnTo>
                  <a:pt x="125862" y="238169"/>
                </a:lnTo>
                <a:lnTo>
                  <a:pt x="126253" y="238366"/>
                </a:lnTo>
                <a:lnTo>
                  <a:pt x="126655" y="238538"/>
                </a:lnTo>
                <a:lnTo>
                  <a:pt x="127067" y="238686"/>
                </a:lnTo>
                <a:lnTo>
                  <a:pt x="127487" y="238807"/>
                </a:lnTo>
                <a:lnTo>
                  <a:pt x="127915" y="238901"/>
                </a:lnTo>
                <a:lnTo>
                  <a:pt x="150036" y="243001"/>
                </a:lnTo>
                <a:lnTo>
                  <a:pt x="150464" y="243065"/>
                </a:lnTo>
                <a:lnTo>
                  <a:pt x="150884" y="243100"/>
                </a:lnTo>
                <a:lnTo>
                  <a:pt x="151296" y="243105"/>
                </a:lnTo>
                <a:lnTo>
                  <a:pt x="151698" y="243082"/>
                </a:lnTo>
                <a:lnTo>
                  <a:pt x="152090" y="243030"/>
                </a:lnTo>
                <a:lnTo>
                  <a:pt x="152470" y="242952"/>
                </a:lnTo>
                <a:lnTo>
                  <a:pt x="152837" y="242847"/>
                </a:lnTo>
                <a:lnTo>
                  <a:pt x="153192" y="242717"/>
                </a:lnTo>
                <a:lnTo>
                  <a:pt x="153532" y="242563"/>
                </a:lnTo>
                <a:lnTo>
                  <a:pt x="153857" y="242384"/>
                </a:lnTo>
                <a:lnTo>
                  <a:pt x="154165" y="242182"/>
                </a:lnTo>
                <a:lnTo>
                  <a:pt x="154457" y="241958"/>
                </a:lnTo>
                <a:lnTo>
                  <a:pt x="154731" y="241712"/>
                </a:lnTo>
                <a:lnTo>
                  <a:pt x="154986" y="241445"/>
                </a:lnTo>
                <a:lnTo>
                  <a:pt x="155221" y="241158"/>
                </a:lnTo>
                <a:lnTo>
                  <a:pt x="155435" y="240852"/>
                </a:lnTo>
                <a:lnTo>
                  <a:pt x="155627" y="240527"/>
                </a:lnTo>
                <a:lnTo>
                  <a:pt x="155797" y="240185"/>
                </a:lnTo>
                <a:lnTo>
                  <a:pt x="155943" y="239825"/>
                </a:lnTo>
                <a:lnTo>
                  <a:pt x="156065" y="239449"/>
                </a:lnTo>
                <a:lnTo>
                  <a:pt x="156161" y="239058"/>
                </a:lnTo>
                <a:lnTo>
                  <a:pt x="156231" y="238653"/>
                </a:lnTo>
                <a:lnTo>
                  <a:pt x="156274" y="238233"/>
                </a:lnTo>
                <a:lnTo>
                  <a:pt x="156288" y="237800"/>
                </a:lnTo>
                <a:lnTo>
                  <a:pt x="156274" y="237362"/>
                </a:lnTo>
                <a:lnTo>
                  <a:pt x="156231" y="236927"/>
                </a:lnTo>
                <a:lnTo>
                  <a:pt x="156161" y="236495"/>
                </a:lnTo>
                <a:lnTo>
                  <a:pt x="156065" y="236068"/>
                </a:lnTo>
                <a:lnTo>
                  <a:pt x="155943" y="235648"/>
                </a:lnTo>
                <a:lnTo>
                  <a:pt x="155797" y="235234"/>
                </a:lnTo>
                <a:lnTo>
                  <a:pt x="155627" y="234829"/>
                </a:lnTo>
                <a:lnTo>
                  <a:pt x="155435" y="234433"/>
                </a:lnTo>
                <a:lnTo>
                  <a:pt x="155221" y="234047"/>
                </a:lnTo>
                <a:lnTo>
                  <a:pt x="154986" y="233673"/>
                </a:lnTo>
                <a:lnTo>
                  <a:pt x="154731" y="233312"/>
                </a:lnTo>
                <a:lnTo>
                  <a:pt x="154457" y="232964"/>
                </a:lnTo>
                <a:lnTo>
                  <a:pt x="154165" y="232632"/>
                </a:lnTo>
                <a:lnTo>
                  <a:pt x="153857" y="232316"/>
                </a:lnTo>
                <a:lnTo>
                  <a:pt x="153532" y="232016"/>
                </a:lnTo>
                <a:lnTo>
                  <a:pt x="153192" y="231736"/>
                </a:lnTo>
                <a:lnTo>
                  <a:pt x="152837" y="231474"/>
                </a:lnTo>
                <a:lnTo>
                  <a:pt x="152470" y="231233"/>
                </a:lnTo>
                <a:lnTo>
                  <a:pt x="152090" y="231014"/>
                </a:lnTo>
                <a:lnTo>
                  <a:pt x="151698" y="230818"/>
                </a:lnTo>
                <a:lnTo>
                  <a:pt x="151296" y="230645"/>
                </a:lnTo>
                <a:lnTo>
                  <a:pt x="150884" y="230498"/>
                </a:lnTo>
                <a:lnTo>
                  <a:pt x="150464" y="230376"/>
                </a:lnTo>
                <a:lnTo>
                  <a:pt x="150036" y="230282"/>
                </a:lnTo>
                <a:lnTo>
                  <a:pt x="127915" y="226183"/>
                </a:lnTo>
                <a:lnTo>
                  <a:pt x="127487" y="226118"/>
                </a:lnTo>
                <a:lnTo>
                  <a:pt x="127067" y="226083"/>
                </a:lnTo>
                <a:lnTo>
                  <a:pt x="126655" y="226078"/>
                </a:lnTo>
                <a:lnTo>
                  <a:pt x="126253" y="226102"/>
                </a:lnTo>
                <a:lnTo>
                  <a:pt x="125862" y="226153"/>
                </a:lnTo>
                <a:lnTo>
                  <a:pt x="125482" y="226231"/>
                </a:lnTo>
                <a:close/>
                <a:moveTo>
                  <a:pt x="191843" y="238531"/>
                </a:moveTo>
                <a:lnTo>
                  <a:pt x="191475" y="238635"/>
                </a:lnTo>
                <a:lnTo>
                  <a:pt x="191121" y="238765"/>
                </a:lnTo>
                <a:lnTo>
                  <a:pt x="190781" y="238920"/>
                </a:lnTo>
                <a:lnTo>
                  <a:pt x="190456" y="239099"/>
                </a:lnTo>
                <a:lnTo>
                  <a:pt x="190147" y="239301"/>
                </a:lnTo>
                <a:lnTo>
                  <a:pt x="189856" y="239525"/>
                </a:lnTo>
                <a:lnTo>
                  <a:pt x="189582" y="239771"/>
                </a:lnTo>
                <a:lnTo>
                  <a:pt x="189327" y="240038"/>
                </a:lnTo>
                <a:lnTo>
                  <a:pt x="189092" y="240325"/>
                </a:lnTo>
                <a:lnTo>
                  <a:pt x="188878" y="240631"/>
                </a:lnTo>
                <a:lnTo>
                  <a:pt x="188685" y="240956"/>
                </a:lnTo>
                <a:lnTo>
                  <a:pt x="188516" y="241298"/>
                </a:lnTo>
                <a:lnTo>
                  <a:pt x="188369" y="241658"/>
                </a:lnTo>
                <a:lnTo>
                  <a:pt x="188248" y="242033"/>
                </a:lnTo>
                <a:lnTo>
                  <a:pt x="188151" y="242424"/>
                </a:lnTo>
                <a:lnTo>
                  <a:pt x="188081" y="242830"/>
                </a:lnTo>
                <a:lnTo>
                  <a:pt x="188039" y="243250"/>
                </a:lnTo>
                <a:lnTo>
                  <a:pt x="188024" y="243682"/>
                </a:lnTo>
                <a:lnTo>
                  <a:pt x="188039" y="244120"/>
                </a:lnTo>
                <a:lnTo>
                  <a:pt x="188081" y="244556"/>
                </a:lnTo>
                <a:lnTo>
                  <a:pt x="188151" y="244987"/>
                </a:lnTo>
                <a:lnTo>
                  <a:pt x="188248" y="245414"/>
                </a:lnTo>
                <a:lnTo>
                  <a:pt x="188369" y="245835"/>
                </a:lnTo>
                <a:lnTo>
                  <a:pt x="188516" y="246249"/>
                </a:lnTo>
                <a:lnTo>
                  <a:pt x="188685" y="246654"/>
                </a:lnTo>
                <a:lnTo>
                  <a:pt x="188878" y="247050"/>
                </a:lnTo>
                <a:lnTo>
                  <a:pt x="189092" y="247436"/>
                </a:lnTo>
                <a:lnTo>
                  <a:pt x="189327" y="247810"/>
                </a:lnTo>
                <a:lnTo>
                  <a:pt x="189582" y="248171"/>
                </a:lnTo>
                <a:lnTo>
                  <a:pt x="189856" y="248518"/>
                </a:lnTo>
                <a:lnTo>
                  <a:pt x="190147" y="248851"/>
                </a:lnTo>
                <a:lnTo>
                  <a:pt x="190456" y="249167"/>
                </a:lnTo>
                <a:lnTo>
                  <a:pt x="190781" y="249466"/>
                </a:lnTo>
                <a:lnTo>
                  <a:pt x="191121" y="249747"/>
                </a:lnTo>
                <a:lnTo>
                  <a:pt x="191475" y="250009"/>
                </a:lnTo>
                <a:lnTo>
                  <a:pt x="191843" y="250249"/>
                </a:lnTo>
                <a:lnTo>
                  <a:pt x="192223" y="250469"/>
                </a:lnTo>
                <a:lnTo>
                  <a:pt x="192615" y="250665"/>
                </a:lnTo>
                <a:lnTo>
                  <a:pt x="193017" y="250838"/>
                </a:lnTo>
                <a:lnTo>
                  <a:pt x="193428" y="250985"/>
                </a:lnTo>
                <a:lnTo>
                  <a:pt x="193849" y="251106"/>
                </a:lnTo>
                <a:lnTo>
                  <a:pt x="194277" y="251200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236801"/>
                </a:lnTo>
                <a:lnTo>
                  <a:pt x="211575" y="236363"/>
                </a:lnTo>
                <a:lnTo>
                  <a:pt x="211533" y="235928"/>
                </a:lnTo>
                <a:lnTo>
                  <a:pt x="211463" y="235496"/>
                </a:lnTo>
                <a:lnTo>
                  <a:pt x="211366" y="235069"/>
                </a:lnTo>
                <a:lnTo>
                  <a:pt x="211245" y="234649"/>
                </a:lnTo>
                <a:lnTo>
                  <a:pt x="211098" y="234235"/>
                </a:lnTo>
                <a:lnTo>
                  <a:pt x="210928" y="233830"/>
                </a:lnTo>
                <a:lnTo>
                  <a:pt x="210736" y="233434"/>
                </a:lnTo>
                <a:lnTo>
                  <a:pt x="210522" y="233048"/>
                </a:lnTo>
                <a:lnTo>
                  <a:pt x="210287" y="232674"/>
                </a:lnTo>
                <a:lnTo>
                  <a:pt x="210032" y="232313"/>
                </a:lnTo>
                <a:lnTo>
                  <a:pt x="209758" y="231965"/>
                </a:lnTo>
                <a:lnTo>
                  <a:pt x="209467" y="231633"/>
                </a:lnTo>
                <a:lnTo>
                  <a:pt x="209158" y="231316"/>
                </a:lnTo>
                <a:lnTo>
                  <a:pt x="208833" y="231017"/>
                </a:lnTo>
                <a:lnTo>
                  <a:pt x="208493" y="230736"/>
                </a:lnTo>
                <a:lnTo>
                  <a:pt x="208139" y="230475"/>
                </a:lnTo>
                <a:lnTo>
                  <a:pt x="207771" y="230234"/>
                </a:lnTo>
                <a:lnTo>
                  <a:pt x="207391" y="230015"/>
                </a:lnTo>
                <a:lnTo>
                  <a:pt x="206999" y="229819"/>
                </a:lnTo>
                <a:lnTo>
                  <a:pt x="206597" y="229646"/>
                </a:lnTo>
                <a:lnTo>
                  <a:pt x="206185" y="229499"/>
                </a:lnTo>
                <a:lnTo>
                  <a:pt x="205765" y="229377"/>
                </a:lnTo>
                <a:lnTo>
                  <a:pt x="205337" y="229283"/>
                </a:lnTo>
                <a:lnTo>
                  <a:pt x="204909" y="229219"/>
                </a:lnTo>
                <a:lnTo>
                  <a:pt x="204489" y="229184"/>
                </a:lnTo>
                <a:lnTo>
                  <a:pt x="204077" y="229179"/>
                </a:lnTo>
                <a:lnTo>
                  <a:pt x="203675" y="229202"/>
                </a:lnTo>
                <a:lnTo>
                  <a:pt x="203283" y="229254"/>
                </a:lnTo>
                <a:lnTo>
                  <a:pt x="202903" y="229332"/>
                </a:lnTo>
                <a:lnTo>
                  <a:pt x="202536" y="229437"/>
                </a:lnTo>
                <a:lnTo>
                  <a:pt x="202181" y="229567"/>
                </a:lnTo>
                <a:lnTo>
                  <a:pt x="201841" y="229721"/>
                </a:lnTo>
                <a:lnTo>
                  <a:pt x="201516" y="229900"/>
                </a:lnTo>
                <a:lnTo>
                  <a:pt x="201207" y="230102"/>
                </a:lnTo>
                <a:lnTo>
                  <a:pt x="200916" y="230326"/>
                </a:lnTo>
                <a:lnTo>
                  <a:pt x="200642" y="230572"/>
                </a:lnTo>
                <a:lnTo>
                  <a:pt x="200387" y="230839"/>
                </a:lnTo>
                <a:lnTo>
                  <a:pt x="200152" y="231126"/>
                </a:lnTo>
                <a:lnTo>
                  <a:pt x="199938" y="231432"/>
                </a:lnTo>
                <a:lnTo>
                  <a:pt x="199746" y="231757"/>
                </a:lnTo>
                <a:lnTo>
                  <a:pt x="199576" y="232099"/>
                </a:lnTo>
                <a:lnTo>
                  <a:pt x="199430" y="232459"/>
                </a:lnTo>
                <a:lnTo>
                  <a:pt x="199308" y="232834"/>
                </a:lnTo>
                <a:lnTo>
                  <a:pt x="199211" y="233226"/>
                </a:lnTo>
                <a:lnTo>
                  <a:pt x="199141" y="233631"/>
                </a:lnTo>
                <a:lnTo>
                  <a:pt x="199099" y="234051"/>
                </a:lnTo>
                <a:lnTo>
                  <a:pt x="199084" y="234484"/>
                </a:lnTo>
                <a:lnTo>
                  <a:pt x="199084" y="239373"/>
                </a:lnTo>
                <a:lnTo>
                  <a:pt x="194277" y="238482"/>
                </a:lnTo>
                <a:lnTo>
                  <a:pt x="193849" y="238417"/>
                </a:lnTo>
                <a:lnTo>
                  <a:pt x="193428" y="238383"/>
                </a:lnTo>
                <a:lnTo>
                  <a:pt x="193017" y="238378"/>
                </a:lnTo>
                <a:lnTo>
                  <a:pt x="192615" y="238401"/>
                </a:lnTo>
                <a:lnTo>
                  <a:pt x="192223" y="238452"/>
                </a:lnTo>
                <a:lnTo>
                  <a:pt x="191843" y="238531"/>
                </a:lnTo>
                <a:close/>
                <a:moveTo>
                  <a:pt x="211245" y="99665"/>
                </a:moveTo>
                <a:lnTo>
                  <a:pt x="211098" y="99252"/>
                </a:lnTo>
                <a:lnTo>
                  <a:pt x="210928" y="98846"/>
                </a:lnTo>
                <a:lnTo>
                  <a:pt x="210736" y="98450"/>
                </a:lnTo>
                <a:lnTo>
                  <a:pt x="210522" y="98065"/>
                </a:lnTo>
                <a:lnTo>
                  <a:pt x="210287" y="97691"/>
                </a:lnTo>
                <a:lnTo>
                  <a:pt x="210032" y="97329"/>
                </a:lnTo>
                <a:lnTo>
                  <a:pt x="209758" y="96982"/>
                </a:lnTo>
                <a:lnTo>
                  <a:pt x="209467" y="96650"/>
                </a:lnTo>
                <a:lnTo>
                  <a:pt x="209158" y="96333"/>
                </a:lnTo>
                <a:lnTo>
                  <a:pt x="208833" y="96034"/>
                </a:lnTo>
                <a:lnTo>
                  <a:pt x="208493" y="95753"/>
                </a:lnTo>
                <a:lnTo>
                  <a:pt x="208139" y="95492"/>
                </a:lnTo>
                <a:lnTo>
                  <a:pt x="207771" y="95251"/>
                </a:lnTo>
                <a:lnTo>
                  <a:pt x="207391" y="95032"/>
                </a:lnTo>
                <a:lnTo>
                  <a:pt x="206999" y="94835"/>
                </a:lnTo>
                <a:lnTo>
                  <a:pt x="206597" y="94663"/>
                </a:lnTo>
                <a:lnTo>
                  <a:pt x="206185" y="94515"/>
                </a:lnTo>
                <a:lnTo>
                  <a:pt x="205765" y="94394"/>
                </a:lnTo>
                <a:lnTo>
                  <a:pt x="205337" y="94300"/>
                </a:lnTo>
                <a:lnTo>
                  <a:pt x="204909" y="94235"/>
                </a:lnTo>
                <a:lnTo>
                  <a:pt x="204489" y="94201"/>
                </a:lnTo>
                <a:lnTo>
                  <a:pt x="204077" y="94196"/>
                </a:lnTo>
                <a:lnTo>
                  <a:pt x="203675" y="94219"/>
                </a:lnTo>
                <a:lnTo>
                  <a:pt x="203283" y="94270"/>
                </a:lnTo>
                <a:lnTo>
                  <a:pt x="202903" y="94349"/>
                </a:lnTo>
                <a:lnTo>
                  <a:pt x="202536" y="94453"/>
                </a:lnTo>
                <a:lnTo>
                  <a:pt x="202181" y="94583"/>
                </a:lnTo>
                <a:lnTo>
                  <a:pt x="201841" y="94738"/>
                </a:lnTo>
                <a:lnTo>
                  <a:pt x="201516" y="94917"/>
                </a:lnTo>
                <a:lnTo>
                  <a:pt x="201207" y="95119"/>
                </a:lnTo>
                <a:lnTo>
                  <a:pt x="200916" y="95343"/>
                </a:lnTo>
                <a:lnTo>
                  <a:pt x="200642" y="95589"/>
                </a:lnTo>
                <a:lnTo>
                  <a:pt x="200387" y="95856"/>
                </a:lnTo>
                <a:lnTo>
                  <a:pt x="200152" y="96143"/>
                </a:lnTo>
                <a:lnTo>
                  <a:pt x="199938" y="96449"/>
                </a:lnTo>
                <a:lnTo>
                  <a:pt x="199746" y="96774"/>
                </a:lnTo>
                <a:lnTo>
                  <a:pt x="199576" y="97116"/>
                </a:lnTo>
                <a:lnTo>
                  <a:pt x="199430" y="97476"/>
                </a:lnTo>
                <a:lnTo>
                  <a:pt x="199308" y="97851"/>
                </a:lnTo>
                <a:lnTo>
                  <a:pt x="199211" y="98242"/>
                </a:lnTo>
                <a:lnTo>
                  <a:pt x="199141" y="98648"/>
                </a:lnTo>
                <a:lnTo>
                  <a:pt x="199099" y="99068"/>
                </a:lnTo>
                <a:lnTo>
                  <a:pt x="199084" y="99500"/>
                </a:lnTo>
                <a:lnTo>
                  <a:pt x="199084" y="121998"/>
                </a:lnTo>
                <a:lnTo>
                  <a:pt x="199099" y="122436"/>
                </a:lnTo>
                <a:lnTo>
                  <a:pt x="199141" y="122871"/>
                </a:lnTo>
                <a:lnTo>
                  <a:pt x="199211" y="123303"/>
                </a:lnTo>
                <a:lnTo>
                  <a:pt x="199308" y="123729"/>
                </a:lnTo>
                <a:lnTo>
                  <a:pt x="199430" y="124150"/>
                </a:lnTo>
                <a:lnTo>
                  <a:pt x="199576" y="124564"/>
                </a:lnTo>
                <a:lnTo>
                  <a:pt x="199746" y="124969"/>
                </a:lnTo>
                <a:lnTo>
                  <a:pt x="199938" y="125365"/>
                </a:lnTo>
                <a:lnTo>
                  <a:pt x="200152" y="125751"/>
                </a:lnTo>
                <a:lnTo>
                  <a:pt x="200387" y="126125"/>
                </a:lnTo>
                <a:lnTo>
                  <a:pt x="200642" y="126486"/>
                </a:lnTo>
                <a:lnTo>
                  <a:pt x="200916" y="126834"/>
                </a:lnTo>
                <a:lnTo>
                  <a:pt x="201207" y="127166"/>
                </a:lnTo>
                <a:lnTo>
                  <a:pt x="201516" y="127482"/>
                </a:lnTo>
                <a:lnTo>
                  <a:pt x="201841" y="127782"/>
                </a:lnTo>
                <a:lnTo>
                  <a:pt x="202181" y="128062"/>
                </a:lnTo>
                <a:lnTo>
                  <a:pt x="202536" y="128324"/>
                </a:lnTo>
                <a:lnTo>
                  <a:pt x="202903" y="128565"/>
                </a:lnTo>
                <a:lnTo>
                  <a:pt x="203283" y="128784"/>
                </a:lnTo>
                <a:lnTo>
                  <a:pt x="203675" y="128980"/>
                </a:lnTo>
                <a:lnTo>
                  <a:pt x="204077" y="129153"/>
                </a:lnTo>
                <a:lnTo>
                  <a:pt x="204489" y="129300"/>
                </a:lnTo>
                <a:lnTo>
                  <a:pt x="204909" y="129422"/>
                </a:lnTo>
                <a:lnTo>
                  <a:pt x="205337" y="129516"/>
                </a:lnTo>
                <a:lnTo>
                  <a:pt x="205765" y="129580"/>
                </a:lnTo>
                <a:lnTo>
                  <a:pt x="206185" y="129615"/>
                </a:lnTo>
                <a:lnTo>
                  <a:pt x="206597" y="129620"/>
                </a:lnTo>
                <a:lnTo>
                  <a:pt x="206999" y="129596"/>
                </a:lnTo>
                <a:lnTo>
                  <a:pt x="207391" y="129545"/>
                </a:lnTo>
                <a:lnTo>
                  <a:pt x="207771" y="129467"/>
                </a:lnTo>
                <a:lnTo>
                  <a:pt x="208139" y="129362"/>
                </a:lnTo>
                <a:lnTo>
                  <a:pt x="208493" y="129232"/>
                </a:lnTo>
                <a:lnTo>
                  <a:pt x="208833" y="129077"/>
                </a:lnTo>
                <a:lnTo>
                  <a:pt x="209158" y="128899"/>
                </a:lnTo>
                <a:lnTo>
                  <a:pt x="209467" y="128697"/>
                </a:lnTo>
                <a:lnTo>
                  <a:pt x="209758" y="128472"/>
                </a:lnTo>
                <a:lnTo>
                  <a:pt x="210032" y="128226"/>
                </a:lnTo>
                <a:lnTo>
                  <a:pt x="210287" y="127960"/>
                </a:lnTo>
                <a:lnTo>
                  <a:pt x="210522" y="127673"/>
                </a:lnTo>
                <a:lnTo>
                  <a:pt x="210736" y="127367"/>
                </a:lnTo>
                <a:lnTo>
                  <a:pt x="210928" y="127042"/>
                </a:lnTo>
                <a:lnTo>
                  <a:pt x="211098" y="126699"/>
                </a:lnTo>
                <a:lnTo>
                  <a:pt x="211245" y="126340"/>
                </a:lnTo>
                <a:lnTo>
                  <a:pt x="211366" y="125964"/>
                </a:lnTo>
                <a:lnTo>
                  <a:pt x="211463" y="125573"/>
                </a:lnTo>
                <a:lnTo>
                  <a:pt x="211533" y="125168"/>
                </a:lnTo>
                <a:lnTo>
                  <a:pt x="211575" y="124748"/>
                </a:lnTo>
                <a:lnTo>
                  <a:pt x="211590" y="124315"/>
                </a:lnTo>
                <a:lnTo>
                  <a:pt x="211590" y="101818"/>
                </a:lnTo>
                <a:lnTo>
                  <a:pt x="211575" y="101380"/>
                </a:lnTo>
                <a:lnTo>
                  <a:pt x="211533" y="100945"/>
                </a:lnTo>
                <a:lnTo>
                  <a:pt x="211463" y="100513"/>
                </a:lnTo>
                <a:lnTo>
                  <a:pt x="211366" y="100086"/>
                </a:lnTo>
                <a:lnTo>
                  <a:pt x="211245" y="99665"/>
                </a:lnTo>
                <a:close/>
                <a:moveTo>
                  <a:pt x="211245" y="167157"/>
                </a:moveTo>
                <a:lnTo>
                  <a:pt x="211098" y="166743"/>
                </a:lnTo>
                <a:lnTo>
                  <a:pt x="210928" y="166338"/>
                </a:lnTo>
                <a:lnTo>
                  <a:pt x="210736" y="165942"/>
                </a:lnTo>
                <a:lnTo>
                  <a:pt x="210522" y="165556"/>
                </a:lnTo>
                <a:lnTo>
                  <a:pt x="210287" y="165182"/>
                </a:lnTo>
                <a:lnTo>
                  <a:pt x="210032" y="164821"/>
                </a:lnTo>
                <a:lnTo>
                  <a:pt x="209758" y="164474"/>
                </a:lnTo>
                <a:lnTo>
                  <a:pt x="209467" y="164141"/>
                </a:lnTo>
                <a:lnTo>
                  <a:pt x="209158" y="163825"/>
                </a:lnTo>
                <a:lnTo>
                  <a:pt x="208833" y="163526"/>
                </a:lnTo>
                <a:lnTo>
                  <a:pt x="208493" y="163245"/>
                </a:lnTo>
                <a:lnTo>
                  <a:pt x="208139" y="162983"/>
                </a:lnTo>
                <a:lnTo>
                  <a:pt x="207771" y="162743"/>
                </a:lnTo>
                <a:lnTo>
                  <a:pt x="207391" y="162523"/>
                </a:lnTo>
                <a:lnTo>
                  <a:pt x="206999" y="162327"/>
                </a:lnTo>
                <a:lnTo>
                  <a:pt x="206597" y="162154"/>
                </a:lnTo>
                <a:lnTo>
                  <a:pt x="206185" y="162007"/>
                </a:lnTo>
                <a:lnTo>
                  <a:pt x="205765" y="161886"/>
                </a:lnTo>
                <a:lnTo>
                  <a:pt x="205337" y="161792"/>
                </a:lnTo>
                <a:lnTo>
                  <a:pt x="204909" y="161727"/>
                </a:lnTo>
                <a:lnTo>
                  <a:pt x="204489" y="161692"/>
                </a:lnTo>
                <a:lnTo>
                  <a:pt x="204077" y="161687"/>
                </a:lnTo>
                <a:lnTo>
                  <a:pt x="203675" y="161711"/>
                </a:lnTo>
                <a:lnTo>
                  <a:pt x="203283" y="161762"/>
                </a:lnTo>
                <a:lnTo>
                  <a:pt x="202903" y="161840"/>
                </a:lnTo>
                <a:lnTo>
                  <a:pt x="202536" y="161945"/>
                </a:lnTo>
                <a:lnTo>
                  <a:pt x="202181" y="162075"/>
                </a:lnTo>
                <a:lnTo>
                  <a:pt x="201841" y="162230"/>
                </a:lnTo>
                <a:lnTo>
                  <a:pt x="201516" y="162409"/>
                </a:lnTo>
                <a:lnTo>
                  <a:pt x="201207" y="162610"/>
                </a:lnTo>
                <a:lnTo>
                  <a:pt x="200916" y="162835"/>
                </a:lnTo>
                <a:lnTo>
                  <a:pt x="200642" y="163081"/>
                </a:lnTo>
                <a:lnTo>
                  <a:pt x="200387" y="163348"/>
                </a:lnTo>
                <a:lnTo>
                  <a:pt x="200152" y="163634"/>
                </a:lnTo>
                <a:lnTo>
                  <a:pt x="199938" y="163941"/>
                </a:lnTo>
                <a:lnTo>
                  <a:pt x="199746" y="164265"/>
                </a:lnTo>
                <a:lnTo>
                  <a:pt x="199576" y="164608"/>
                </a:lnTo>
                <a:lnTo>
                  <a:pt x="199430" y="164967"/>
                </a:lnTo>
                <a:lnTo>
                  <a:pt x="199308" y="165343"/>
                </a:lnTo>
                <a:lnTo>
                  <a:pt x="199211" y="165734"/>
                </a:lnTo>
                <a:lnTo>
                  <a:pt x="199141" y="166140"/>
                </a:lnTo>
                <a:lnTo>
                  <a:pt x="199099" y="166559"/>
                </a:lnTo>
                <a:lnTo>
                  <a:pt x="199084" y="166992"/>
                </a:lnTo>
                <a:lnTo>
                  <a:pt x="199084" y="189489"/>
                </a:lnTo>
                <a:lnTo>
                  <a:pt x="199099" y="189927"/>
                </a:lnTo>
                <a:lnTo>
                  <a:pt x="199141" y="190363"/>
                </a:lnTo>
                <a:lnTo>
                  <a:pt x="199211" y="190794"/>
                </a:lnTo>
                <a:lnTo>
                  <a:pt x="199308" y="191221"/>
                </a:lnTo>
                <a:lnTo>
                  <a:pt x="199430" y="191642"/>
                </a:lnTo>
                <a:lnTo>
                  <a:pt x="199576" y="192055"/>
                </a:lnTo>
                <a:lnTo>
                  <a:pt x="199746" y="192461"/>
                </a:lnTo>
                <a:lnTo>
                  <a:pt x="199938" y="192857"/>
                </a:lnTo>
                <a:lnTo>
                  <a:pt x="200152" y="193243"/>
                </a:lnTo>
                <a:lnTo>
                  <a:pt x="200387" y="193616"/>
                </a:lnTo>
                <a:lnTo>
                  <a:pt x="200642" y="193978"/>
                </a:lnTo>
                <a:lnTo>
                  <a:pt x="200916" y="194325"/>
                </a:lnTo>
                <a:lnTo>
                  <a:pt x="201207" y="194658"/>
                </a:lnTo>
                <a:lnTo>
                  <a:pt x="201516" y="194974"/>
                </a:lnTo>
                <a:lnTo>
                  <a:pt x="201841" y="195273"/>
                </a:lnTo>
                <a:lnTo>
                  <a:pt x="202181" y="195554"/>
                </a:lnTo>
                <a:lnTo>
                  <a:pt x="202536" y="195815"/>
                </a:lnTo>
                <a:lnTo>
                  <a:pt x="202903" y="196056"/>
                </a:lnTo>
                <a:lnTo>
                  <a:pt x="203283" y="196276"/>
                </a:lnTo>
                <a:lnTo>
                  <a:pt x="203675" y="196472"/>
                </a:lnTo>
                <a:lnTo>
                  <a:pt x="204077" y="196644"/>
                </a:lnTo>
                <a:lnTo>
                  <a:pt x="204489" y="196792"/>
                </a:lnTo>
                <a:lnTo>
                  <a:pt x="204909" y="196913"/>
                </a:lnTo>
                <a:lnTo>
                  <a:pt x="205337" y="197007"/>
                </a:lnTo>
                <a:lnTo>
                  <a:pt x="205765" y="197072"/>
                </a:lnTo>
                <a:lnTo>
                  <a:pt x="206185" y="197106"/>
                </a:lnTo>
                <a:lnTo>
                  <a:pt x="206597" y="197111"/>
                </a:lnTo>
                <a:lnTo>
                  <a:pt x="206999" y="197088"/>
                </a:lnTo>
                <a:lnTo>
                  <a:pt x="207391" y="197037"/>
                </a:lnTo>
                <a:lnTo>
                  <a:pt x="207771" y="196958"/>
                </a:lnTo>
                <a:lnTo>
                  <a:pt x="208139" y="196854"/>
                </a:lnTo>
                <a:lnTo>
                  <a:pt x="208493" y="196724"/>
                </a:lnTo>
                <a:lnTo>
                  <a:pt x="208833" y="196569"/>
                </a:lnTo>
                <a:lnTo>
                  <a:pt x="209158" y="196390"/>
                </a:lnTo>
                <a:lnTo>
                  <a:pt x="209467" y="196188"/>
                </a:lnTo>
                <a:lnTo>
                  <a:pt x="209758" y="195964"/>
                </a:lnTo>
                <a:lnTo>
                  <a:pt x="210032" y="195718"/>
                </a:lnTo>
                <a:lnTo>
                  <a:pt x="210287" y="195451"/>
                </a:lnTo>
                <a:lnTo>
                  <a:pt x="210522" y="195164"/>
                </a:lnTo>
                <a:lnTo>
                  <a:pt x="210736" y="194858"/>
                </a:lnTo>
                <a:lnTo>
                  <a:pt x="210928" y="194534"/>
                </a:lnTo>
                <a:lnTo>
                  <a:pt x="211098" y="194191"/>
                </a:lnTo>
                <a:lnTo>
                  <a:pt x="211245" y="193832"/>
                </a:lnTo>
                <a:lnTo>
                  <a:pt x="211366" y="193456"/>
                </a:lnTo>
                <a:lnTo>
                  <a:pt x="211463" y="193065"/>
                </a:lnTo>
                <a:lnTo>
                  <a:pt x="211533" y="192659"/>
                </a:lnTo>
                <a:lnTo>
                  <a:pt x="211575" y="192240"/>
                </a:lnTo>
                <a:lnTo>
                  <a:pt x="211590" y="191807"/>
                </a:lnTo>
                <a:lnTo>
                  <a:pt x="211590" y="169310"/>
                </a:lnTo>
                <a:lnTo>
                  <a:pt x="211575" y="168872"/>
                </a:lnTo>
                <a:lnTo>
                  <a:pt x="211533" y="168436"/>
                </a:lnTo>
                <a:lnTo>
                  <a:pt x="211463" y="168005"/>
                </a:lnTo>
                <a:lnTo>
                  <a:pt x="211366" y="167578"/>
                </a:lnTo>
                <a:lnTo>
                  <a:pt x="211245" y="167157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618FA0-88F3-44B0-A6A3-0F35D4BF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20" y="1862066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A7809B-FBD1-42DE-8370-793F34BD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367" y="1854548"/>
            <a:ext cx="211590" cy="254409"/>
          </a:xfrm>
          <a:custGeom xmlns:a="http://schemas.openxmlformats.org/drawingml/2006/main">
            <a:pathLst>
              <a:path w="211590" h="254409">
                <a:moveTo>
                  <a:pt x="57" y="18481"/>
                </a:moveTo>
                <a:lnTo>
                  <a:pt x="127" y="18913"/>
                </a:lnTo>
                <a:lnTo>
                  <a:pt x="223" y="19340"/>
                </a:lnTo>
                <a:lnTo>
                  <a:pt x="345" y="19760"/>
                </a:lnTo>
                <a:lnTo>
                  <a:pt x="491" y="20174"/>
                </a:lnTo>
                <a:lnTo>
                  <a:pt x="661" y="20579"/>
                </a:lnTo>
                <a:lnTo>
                  <a:pt x="854" y="20976"/>
                </a:lnTo>
                <a:lnTo>
                  <a:pt x="1068" y="21361"/>
                </a:lnTo>
                <a:lnTo>
                  <a:pt x="1303" y="21735"/>
                </a:lnTo>
                <a:lnTo>
                  <a:pt x="1558" y="22096"/>
                </a:lnTo>
                <a:lnTo>
                  <a:pt x="1831" y="22444"/>
                </a:lnTo>
                <a:lnTo>
                  <a:pt x="2123" y="22776"/>
                </a:lnTo>
                <a:lnTo>
                  <a:pt x="2432" y="23093"/>
                </a:lnTo>
                <a:lnTo>
                  <a:pt x="2757" y="23392"/>
                </a:lnTo>
                <a:lnTo>
                  <a:pt x="3097" y="23673"/>
                </a:lnTo>
                <a:lnTo>
                  <a:pt x="3451" y="23934"/>
                </a:lnTo>
                <a:lnTo>
                  <a:pt x="3819" y="24175"/>
                </a:lnTo>
                <a:lnTo>
                  <a:pt x="4199" y="24394"/>
                </a:lnTo>
                <a:lnTo>
                  <a:pt x="4590" y="24590"/>
                </a:lnTo>
                <a:lnTo>
                  <a:pt x="4993" y="24763"/>
                </a:lnTo>
                <a:lnTo>
                  <a:pt x="5404" y="24910"/>
                </a:lnTo>
                <a:lnTo>
                  <a:pt x="5825" y="25032"/>
                </a:lnTo>
                <a:lnTo>
                  <a:pt x="6253" y="25126"/>
                </a:lnTo>
                <a:lnTo>
                  <a:pt x="6681" y="25190"/>
                </a:lnTo>
                <a:lnTo>
                  <a:pt x="7101" y="25225"/>
                </a:lnTo>
                <a:lnTo>
                  <a:pt x="7513" y="25230"/>
                </a:lnTo>
                <a:lnTo>
                  <a:pt x="7915" y="25207"/>
                </a:lnTo>
                <a:lnTo>
                  <a:pt x="8306" y="25155"/>
                </a:lnTo>
                <a:lnTo>
                  <a:pt x="8686" y="25077"/>
                </a:lnTo>
                <a:lnTo>
                  <a:pt x="9054" y="24972"/>
                </a:lnTo>
                <a:lnTo>
                  <a:pt x="9408" y="24842"/>
                </a:lnTo>
                <a:lnTo>
                  <a:pt x="9749" y="24688"/>
                </a:lnTo>
                <a:lnTo>
                  <a:pt x="10073" y="24509"/>
                </a:lnTo>
                <a:lnTo>
                  <a:pt x="10382" y="24307"/>
                </a:lnTo>
                <a:lnTo>
                  <a:pt x="10674" y="24083"/>
                </a:lnTo>
                <a:lnTo>
                  <a:pt x="10948" y="23837"/>
                </a:lnTo>
                <a:lnTo>
                  <a:pt x="11202" y="23570"/>
                </a:lnTo>
                <a:lnTo>
                  <a:pt x="11437" y="23283"/>
                </a:lnTo>
                <a:lnTo>
                  <a:pt x="11652" y="22977"/>
                </a:lnTo>
                <a:lnTo>
                  <a:pt x="11844" y="22652"/>
                </a:lnTo>
                <a:lnTo>
                  <a:pt x="12014" y="22310"/>
                </a:lnTo>
                <a:lnTo>
                  <a:pt x="12160" y="21950"/>
                </a:lnTo>
                <a:lnTo>
                  <a:pt x="12282" y="21575"/>
                </a:lnTo>
                <a:lnTo>
                  <a:pt x="12378" y="21183"/>
                </a:lnTo>
                <a:lnTo>
                  <a:pt x="12448" y="20778"/>
                </a:lnTo>
                <a:lnTo>
                  <a:pt x="12491" y="20358"/>
                </a:lnTo>
                <a:lnTo>
                  <a:pt x="12505" y="19925"/>
                </a:lnTo>
                <a:lnTo>
                  <a:pt x="12505" y="15036"/>
                </a:lnTo>
                <a:lnTo>
                  <a:pt x="17313" y="15927"/>
                </a:lnTo>
                <a:lnTo>
                  <a:pt x="17741" y="15992"/>
                </a:lnTo>
                <a:lnTo>
                  <a:pt x="18161" y="16026"/>
                </a:lnTo>
                <a:lnTo>
                  <a:pt x="18573" y="16031"/>
                </a:lnTo>
                <a:lnTo>
                  <a:pt x="18975" y="16008"/>
                </a:lnTo>
                <a:lnTo>
                  <a:pt x="19367" y="15957"/>
                </a:lnTo>
                <a:lnTo>
                  <a:pt x="19747" y="15878"/>
                </a:lnTo>
                <a:lnTo>
                  <a:pt x="20114" y="15774"/>
                </a:lnTo>
                <a:lnTo>
                  <a:pt x="20469" y="15644"/>
                </a:lnTo>
                <a:lnTo>
                  <a:pt x="20809" y="15489"/>
                </a:lnTo>
                <a:lnTo>
                  <a:pt x="21134" y="15310"/>
                </a:lnTo>
                <a:lnTo>
                  <a:pt x="21442" y="15108"/>
                </a:lnTo>
                <a:lnTo>
                  <a:pt x="21734" y="14884"/>
                </a:lnTo>
                <a:lnTo>
                  <a:pt x="22008" y="14638"/>
                </a:lnTo>
                <a:lnTo>
                  <a:pt x="22263" y="14371"/>
                </a:lnTo>
                <a:lnTo>
                  <a:pt x="22498" y="14084"/>
                </a:lnTo>
                <a:lnTo>
                  <a:pt x="22712" y="13778"/>
                </a:lnTo>
                <a:lnTo>
                  <a:pt x="22904" y="13453"/>
                </a:lnTo>
                <a:lnTo>
                  <a:pt x="23074" y="13111"/>
                </a:lnTo>
                <a:lnTo>
                  <a:pt x="23220" y="12751"/>
                </a:lnTo>
                <a:lnTo>
                  <a:pt x="23342" y="12376"/>
                </a:lnTo>
                <a:lnTo>
                  <a:pt x="23438" y="11985"/>
                </a:lnTo>
                <a:lnTo>
                  <a:pt x="23508" y="11579"/>
                </a:lnTo>
                <a:lnTo>
                  <a:pt x="23551" y="11159"/>
                </a:lnTo>
                <a:lnTo>
                  <a:pt x="23566" y="10727"/>
                </a:lnTo>
                <a:lnTo>
                  <a:pt x="23551" y="10289"/>
                </a:lnTo>
                <a:lnTo>
                  <a:pt x="23508" y="9853"/>
                </a:lnTo>
                <a:lnTo>
                  <a:pt x="23438" y="9422"/>
                </a:lnTo>
                <a:lnTo>
                  <a:pt x="23342" y="8995"/>
                </a:lnTo>
                <a:lnTo>
                  <a:pt x="23220" y="8574"/>
                </a:lnTo>
                <a:lnTo>
                  <a:pt x="23074" y="8160"/>
                </a:lnTo>
                <a:lnTo>
                  <a:pt x="22904" y="7755"/>
                </a:lnTo>
                <a:lnTo>
                  <a:pt x="22712" y="7359"/>
                </a:lnTo>
                <a:lnTo>
                  <a:pt x="22498" y="6973"/>
                </a:lnTo>
                <a:lnTo>
                  <a:pt x="22263" y="6599"/>
                </a:lnTo>
                <a:lnTo>
                  <a:pt x="22008" y="6238"/>
                </a:lnTo>
                <a:lnTo>
                  <a:pt x="21734" y="5891"/>
                </a:lnTo>
                <a:lnTo>
                  <a:pt x="21442" y="5558"/>
                </a:lnTo>
                <a:lnTo>
                  <a:pt x="21134" y="5242"/>
                </a:lnTo>
                <a:lnTo>
                  <a:pt x="20809" y="4943"/>
                </a:lnTo>
                <a:lnTo>
                  <a:pt x="20469" y="4662"/>
                </a:lnTo>
                <a:lnTo>
                  <a:pt x="20114" y="4400"/>
                </a:lnTo>
                <a:lnTo>
                  <a:pt x="19747" y="4160"/>
                </a:lnTo>
                <a:lnTo>
                  <a:pt x="19367" y="3940"/>
                </a:lnTo>
                <a:lnTo>
                  <a:pt x="18975" y="3744"/>
                </a:lnTo>
                <a:lnTo>
                  <a:pt x="18573" y="3572"/>
                </a:lnTo>
                <a:lnTo>
                  <a:pt x="18161" y="3424"/>
                </a:lnTo>
                <a:lnTo>
                  <a:pt x="17741" y="3303"/>
                </a:lnTo>
                <a:lnTo>
                  <a:pt x="17313" y="3209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lnTo>
                  <a:pt x="0" y="17608"/>
                </a:lnTo>
                <a:lnTo>
                  <a:pt x="14" y="18046"/>
                </a:lnTo>
                <a:lnTo>
                  <a:pt x="57" y="18481"/>
                </a:lnTo>
                <a:close/>
                <a:moveTo>
                  <a:pt x="12014" y="62354"/>
                </a:moveTo>
                <a:lnTo>
                  <a:pt x="11844" y="61948"/>
                </a:lnTo>
                <a:lnTo>
                  <a:pt x="11652" y="61552"/>
                </a:lnTo>
                <a:lnTo>
                  <a:pt x="11437" y="61166"/>
                </a:lnTo>
                <a:lnTo>
                  <a:pt x="11202" y="60793"/>
                </a:lnTo>
                <a:lnTo>
                  <a:pt x="10948" y="60431"/>
                </a:lnTo>
                <a:lnTo>
                  <a:pt x="10674" y="60084"/>
                </a:lnTo>
                <a:lnTo>
                  <a:pt x="10382" y="59751"/>
                </a:lnTo>
                <a:lnTo>
                  <a:pt x="10073" y="59435"/>
                </a:lnTo>
                <a:lnTo>
                  <a:pt x="9749" y="59136"/>
                </a:lnTo>
                <a:lnTo>
                  <a:pt x="9408" y="58855"/>
                </a:lnTo>
                <a:lnTo>
                  <a:pt x="9054" y="58594"/>
                </a:lnTo>
                <a:lnTo>
                  <a:pt x="8686" y="58353"/>
                </a:lnTo>
                <a:lnTo>
                  <a:pt x="8306" y="58134"/>
                </a:lnTo>
                <a:lnTo>
                  <a:pt x="7915" y="57937"/>
                </a:lnTo>
                <a:lnTo>
                  <a:pt x="7513" y="57765"/>
                </a:lnTo>
                <a:lnTo>
                  <a:pt x="7101" y="57617"/>
                </a:lnTo>
                <a:lnTo>
                  <a:pt x="6681" y="57496"/>
                </a:lnTo>
                <a:lnTo>
                  <a:pt x="6253" y="57402"/>
                </a:lnTo>
                <a:lnTo>
                  <a:pt x="5825" y="57337"/>
                </a:lnTo>
                <a:lnTo>
                  <a:pt x="5404" y="57303"/>
                </a:lnTo>
                <a:lnTo>
                  <a:pt x="4993" y="57298"/>
                </a:lnTo>
                <a:lnTo>
                  <a:pt x="4590" y="57321"/>
                </a:lnTo>
                <a:lnTo>
                  <a:pt x="4199" y="57372"/>
                </a:lnTo>
                <a:lnTo>
                  <a:pt x="3819" y="57451"/>
                </a:lnTo>
                <a:lnTo>
                  <a:pt x="3451" y="57555"/>
                </a:lnTo>
                <a:lnTo>
                  <a:pt x="3097" y="57685"/>
                </a:lnTo>
                <a:lnTo>
                  <a:pt x="2757" y="57840"/>
                </a:lnTo>
                <a:lnTo>
                  <a:pt x="2432" y="58019"/>
                </a:lnTo>
                <a:lnTo>
                  <a:pt x="2123" y="58221"/>
                </a:lnTo>
                <a:lnTo>
                  <a:pt x="1831" y="58445"/>
                </a:lnTo>
                <a:lnTo>
                  <a:pt x="1558" y="58691"/>
                </a:lnTo>
                <a:lnTo>
                  <a:pt x="1303" y="58958"/>
                </a:lnTo>
                <a:lnTo>
                  <a:pt x="1068" y="59245"/>
                </a:lnTo>
                <a:lnTo>
                  <a:pt x="854" y="59551"/>
                </a:lnTo>
                <a:lnTo>
                  <a:pt x="661" y="59875"/>
                </a:lnTo>
                <a:lnTo>
                  <a:pt x="491" y="60218"/>
                </a:lnTo>
                <a:lnTo>
                  <a:pt x="345" y="60577"/>
                </a:lnTo>
                <a:lnTo>
                  <a:pt x="223" y="60953"/>
                </a:lnTo>
                <a:lnTo>
                  <a:pt x="127" y="61344"/>
                </a:lnTo>
                <a:lnTo>
                  <a:pt x="57" y="61750"/>
                </a:lnTo>
                <a:lnTo>
                  <a:pt x="14" y="62169"/>
                </a:lnTo>
                <a:lnTo>
                  <a:pt x="0" y="62602"/>
                </a:lnTo>
                <a:lnTo>
                  <a:pt x="0" y="85099"/>
                </a:lnTo>
                <a:lnTo>
                  <a:pt x="14" y="85537"/>
                </a:lnTo>
                <a:lnTo>
                  <a:pt x="57" y="85973"/>
                </a:lnTo>
                <a:lnTo>
                  <a:pt x="127" y="86404"/>
                </a:lnTo>
                <a:lnTo>
                  <a:pt x="223" y="86831"/>
                </a:lnTo>
                <a:lnTo>
                  <a:pt x="345" y="87252"/>
                </a:lnTo>
                <a:lnTo>
                  <a:pt x="491" y="87666"/>
                </a:lnTo>
                <a:lnTo>
                  <a:pt x="661" y="88071"/>
                </a:lnTo>
                <a:lnTo>
                  <a:pt x="854" y="88467"/>
                </a:lnTo>
                <a:lnTo>
                  <a:pt x="1068" y="88853"/>
                </a:lnTo>
                <a:lnTo>
                  <a:pt x="1303" y="89227"/>
                </a:lnTo>
                <a:lnTo>
                  <a:pt x="1558" y="89588"/>
                </a:lnTo>
                <a:lnTo>
                  <a:pt x="1831" y="89935"/>
                </a:lnTo>
                <a:lnTo>
                  <a:pt x="2123" y="90268"/>
                </a:lnTo>
                <a:lnTo>
                  <a:pt x="2432" y="90584"/>
                </a:lnTo>
                <a:lnTo>
                  <a:pt x="2757" y="90883"/>
                </a:lnTo>
                <a:lnTo>
                  <a:pt x="3097" y="91164"/>
                </a:lnTo>
                <a:lnTo>
                  <a:pt x="3451" y="91426"/>
                </a:lnTo>
                <a:lnTo>
                  <a:pt x="3819" y="91667"/>
                </a:lnTo>
                <a:lnTo>
                  <a:pt x="4199" y="91886"/>
                </a:lnTo>
                <a:lnTo>
                  <a:pt x="4590" y="92082"/>
                </a:lnTo>
                <a:lnTo>
                  <a:pt x="4993" y="92255"/>
                </a:lnTo>
                <a:lnTo>
                  <a:pt x="5404" y="92402"/>
                </a:lnTo>
                <a:lnTo>
                  <a:pt x="5825" y="92523"/>
                </a:lnTo>
                <a:lnTo>
                  <a:pt x="6253" y="92617"/>
                </a:lnTo>
                <a:lnTo>
                  <a:pt x="6681" y="92682"/>
                </a:lnTo>
                <a:lnTo>
                  <a:pt x="7101" y="92717"/>
                </a:lnTo>
                <a:lnTo>
                  <a:pt x="7513" y="92722"/>
                </a:lnTo>
                <a:lnTo>
                  <a:pt x="7915" y="92698"/>
                </a:lnTo>
                <a:lnTo>
                  <a:pt x="8306" y="92647"/>
                </a:lnTo>
                <a:lnTo>
                  <a:pt x="8686" y="92569"/>
                </a:lnTo>
                <a:lnTo>
                  <a:pt x="9054" y="92464"/>
                </a:lnTo>
                <a:lnTo>
                  <a:pt x="9408" y="92334"/>
                </a:lnTo>
                <a:lnTo>
                  <a:pt x="9749" y="92179"/>
                </a:lnTo>
                <a:lnTo>
                  <a:pt x="10073" y="92000"/>
                </a:lnTo>
                <a:lnTo>
                  <a:pt x="10382" y="91799"/>
                </a:lnTo>
                <a:lnTo>
                  <a:pt x="10674" y="91574"/>
                </a:lnTo>
                <a:lnTo>
                  <a:pt x="10948" y="91328"/>
                </a:lnTo>
                <a:lnTo>
                  <a:pt x="11202" y="91061"/>
                </a:lnTo>
                <a:lnTo>
                  <a:pt x="11437" y="90775"/>
                </a:lnTo>
                <a:lnTo>
                  <a:pt x="11652" y="90468"/>
                </a:lnTo>
                <a:lnTo>
                  <a:pt x="11844" y="90144"/>
                </a:lnTo>
                <a:lnTo>
                  <a:pt x="12014" y="89801"/>
                </a:lnTo>
                <a:lnTo>
                  <a:pt x="12160" y="89442"/>
                </a:lnTo>
                <a:lnTo>
                  <a:pt x="12282" y="89066"/>
                </a:lnTo>
                <a:lnTo>
                  <a:pt x="12378" y="88675"/>
                </a:lnTo>
                <a:lnTo>
                  <a:pt x="12448" y="88269"/>
                </a:lnTo>
                <a:lnTo>
                  <a:pt x="12491" y="87850"/>
                </a:lnTo>
                <a:lnTo>
                  <a:pt x="12505" y="87417"/>
                </a:lnTo>
                <a:lnTo>
                  <a:pt x="12505" y="64920"/>
                </a:lnTo>
                <a:lnTo>
                  <a:pt x="12491" y="64482"/>
                </a:lnTo>
                <a:lnTo>
                  <a:pt x="12448" y="64046"/>
                </a:lnTo>
                <a:lnTo>
                  <a:pt x="12378" y="63615"/>
                </a:lnTo>
                <a:lnTo>
                  <a:pt x="12282" y="63188"/>
                </a:lnTo>
                <a:lnTo>
                  <a:pt x="12160" y="62767"/>
                </a:lnTo>
                <a:lnTo>
                  <a:pt x="12014" y="62354"/>
                </a:lnTo>
                <a:close/>
                <a:moveTo>
                  <a:pt x="12014" y="129845"/>
                </a:moveTo>
                <a:lnTo>
                  <a:pt x="11844" y="129440"/>
                </a:lnTo>
                <a:lnTo>
                  <a:pt x="11652" y="129044"/>
                </a:lnTo>
                <a:lnTo>
                  <a:pt x="11437" y="128658"/>
                </a:lnTo>
                <a:lnTo>
                  <a:pt x="11202" y="128284"/>
                </a:lnTo>
                <a:lnTo>
                  <a:pt x="10948" y="127923"/>
                </a:lnTo>
                <a:lnTo>
                  <a:pt x="10674" y="127575"/>
                </a:lnTo>
                <a:lnTo>
                  <a:pt x="10382" y="127243"/>
                </a:lnTo>
                <a:lnTo>
                  <a:pt x="10073" y="126927"/>
                </a:lnTo>
                <a:lnTo>
                  <a:pt x="9749" y="126627"/>
                </a:lnTo>
                <a:lnTo>
                  <a:pt x="9408" y="126347"/>
                </a:lnTo>
                <a:lnTo>
                  <a:pt x="9054" y="126085"/>
                </a:lnTo>
                <a:lnTo>
                  <a:pt x="8686" y="125844"/>
                </a:lnTo>
                <a:lnTo>
                  <a:pt x="8306" y="125625"/>
                </a:lnTo>
                <a:lnTo>
                  <a:pt x="7915" y="125429"/>
                </a:lnTo>
                <a:lnTo>
                  <a:pt x="7513" y="125256"/>
                </a:lnTo>
                <a:lnTo>
                  <a:pt x="7101" y="125109"/>
                </a:lnTo>
                <a:lnTo>
                  <a:pt x="6681" y="124987"/>
                </a:lnTo>
                <a:lnTo>
                  <a:pt x="6253" y="124893"/>
                </a:lnTo>
                <a:lnTo>
                  <a:pt x="5825" y="124829"/>
                </a:lnTo>
                <a:lnTo>
                  <a:pt x="5404" y="124794"/>
                </a:lnTo>
                <a:lnTo>
                  <a:pt x="4993" y="124789"/>
                </a:lnTo>
                <a:lnTo>
                  <a:pt x="4590" y="124813"/>
                </a:lnTo>
                <a:lnTo>
                  <a:pt x="4199" y="124864"/>
                </a:lnTo>
                <a:lnTo>
                  <a:pt x="3819" y="124942"/>
                </a:lnTo>
                <a:lnTo>
                  <a:pt x="3451" y="125047"/>
                </a:lnTo>
                <a:lnTo>
                  <a:pt x="3097" y="125177"/>
                </a:lnTo>
                <a:lnTo>
                  <a:pt x="2757" y="125332"/>
                </a:lnTo>
                <a:lnTo>
                  <a:pt x="2432" y="125510"/>
                </a:lnTo>
                <a:lnTo>
                  <a:pt x="2123" y="125712"/>
                </a:lnTo>
                <a:lnTo>
                  <a:pt x="1831" y="125937"/>
                </a:lnTo>
                <a:lnTo>
                  <a:pt x="1558" y="126183"/>
                </a:lnTo>
                <a:lnTo>
                  <a:pt x="1303" y="126449"/>
                </a:lnTo>
                <a:lnTo>
                  <a:pt x="1068" y="126736"/>
                </a:lnTo>
                <a:lnTo>
                  <a:pt x="854" y="127042"/>
                </a:lnTo>
                <a:lnTo>
                  <a:pt x="661" y="127367"/>
                </a:lnTo>
                <a:lnTo>
                  <a:pt x="491" y="127710"/>
                </a:lnTo>
                <a:lnTo>
                  <a:pt x="345" y="128069"/>
                </a:lnTo>
                <a:lnTo>
                  <a:pt x="223" y="128445"/>
                </a:lnTo>
                <a:lnTo>
                  <a:pt x="127" y="128836"/>
                </a:lnTo>
                <a:lnTo>
                  <a:pt x="57" y="129241"/>
                </a:lnTo>
                <a:lnTo>
                  <a:pt x="14" y="129661"/>
                </a:lnTo>
                <a:lnTo>
                  <a:pt x="0" y="130094"/>
                </a:lnTo>
                <a:lnTo>
                  <a:pt x="0" y="152591"/>
                </a:lnTo>
                <a:lnTo>
                  <a:pt x="14" y="153029"/>
                </a:lnTo>
                <a:lnTo>
                  <a:pt x="57" y="153464"/>
                </a:lnTo>
                <a:lnTo>
                  <a:pt x="127" y="153896"/>
                </a:lnTo>
                <a:lnTo>
                  <a:pt x="223" y="154323"/>
                </a:lnTo>
                <a:lnTo>
                  <a:pt x="345" y="154744"/>
                </a:lnTo>
                <a:lnTo>
                  <a:pt x="491" y="155157"/>
                </a:lnTo>
                <a:lnTo>
                  <a:pt x="661" y="155563"/>
                </a:lnTo>
                <a:lnTo>
                  <a:pt x="854" y="155959"/>
                </a:lnTo>
                <a:lnTo>
                  <a:pt x="1068" y="156344"/>
                </a:lnTo>
                <a:lnTo>
                  <a:pt x="1303" y="156718"/>
                </a:lnTo>
                <a:lnTo>
                  <a:pt x="1558" y="157080"/>
                </a:lnTo>
                <a:lnTo>
                  <a:pt x="1831" y="157427"/>
                </a:lnTo>
                <a:lnTo>
                  <a:pt x="2123" y="157759"/>
                </a:lnTo>
                <a:lnTo>
                  <a:pt x="2432" y="158076"/>
                </a:lnTo>
                <a:lnTo>
                  <a:pt x="2757" y="158375"/>
                </a:lnTo>
                <a:lnTo>
                  <a:pt x="3097" y="158656"/>
                </a:lnTo>
                <a:lnTo>
                  <a:pt x="3451" y="158917"/>
                </a:lnTo>
                <a:lnTo>
                  <a:pt x="3819" y="159158"/>
                </a:lnTo>
                <a:lnTo>
                  <a:pt x="4199" y="159377"/>
                </a:lnTo>
                <a:lnTo>
                  <a:pt x="4590" y="159574"/>
                </a:lnTo>
                <a:lnTo>
                  <a:pt x="4993" y="159746"/>
                </a:lnTo>
                <a:lnTo>
                  <a:pt x="5404" y="159894"/>
                </a:lnTo>
                <a:lnTo>
                  <a:pt x="5825" y="160015"/>
                </a:lnTo>
                <a:lnTo>
                  <a:pt x="6253" y="160109"/>
                </a:lnTo>
                <a:lnTo>
                  <a:pt x="6681" y="160174"/>
                </a:lnTo>
                <a:lnTo>
                  <a:pt x="7101" y="160208"/>
                </a:lnTo>
                <a:lnTo>
                  <a:pt x="7513" y="160213"/>
                </a:lnTo>
                <a:lnTo>
                  <a:pt x="7915" y="160190"/>
                </a:lnTo>
                <a:lnTo>
                  <a:pt x="8306" y="160139"/>
                </a:lnTo>
                <a:lnTo>
                  <a:pt x="8686" y="160060"/>
                </a:lnTo>
                <a:lnTo>
                  <a:pt x="9054" y="159956"/>
                </a:lnTo>
                <a:lnTo>
                  <a:pt x="9408" y="159826"/>
                </a:lnTo>
                <a:lnTo>
                  <a:pt x="9749" y="159671"/>
                </a:lnTo>
                <a:lnTo>
                  <a:pt x="10073" y="159492"/>
                </a:lnTo>
                <a:lnTo>
                  <a:pt x="10382" y="159290"/>
                </a:lnTo>
                <a:lnTo>
                  <a:pt x="10674" y="159066"/>
                </a:lnTo>
                <a:lnTo>
                  <a:pt x="10948" y="158820"/>
                </a:lnTo>
                <a:lnTo>
                  <a:pt x="11202" y="158553"/>
                </a:lnTo>
                <a:lnTo>
                  <a:pt x="11437" y="158266"/>
                </a:lnTo>
                <a:lnTo>
                  <a:pt x="11652" y="157960"/>
                </a:lnTo>
                <a:lnTo>
                  <a:pt x="11844" y="157635"/>
                </a:lnTo>
                <a:lnTo>
                  <a:pt x="12014" y="157293"/>
                </a:lnTo>
                <a:lnTo>
                  <a:pt x="12160" y="156933"/>
                </a:lnTo>
                <a:lnTo>
                  <a:pt x="12282" y="156558"/>
                </a:lnTo>
                <a:lnTo>
                  <a:pt x="12378" y="156167"/>
                </a:lnTo>
                <a:lnTo>
                  <a:pt x="12448" y="155761"/>
                </a:lnTo>
                <a:lnTo>
                  <a:pt x="12491" y="155341"/>
                </a:lnTo>
                <a:lnTo>
                  <a:pt x="12505" y="154909"/>
                </a:lnTo>
                <a:lnTo>
                  <a:pt x="12505" y="132411"/>
                </a:lnTo>
                <a:lnTo>
                  <a:pt x="12491" y="131973"/>
                </a:lnTo>
                <a:lnTo>
                  <a:pt x="12448" y="131538"/>
                </a:lnTo>
                <a:lnTo>
                  <a:pt x="12378" y="131106"/>
                </a:lnTo>
                <a:lnTo>
                  <a:pt x="12282" y="130680"/>
                </a:lnTo>
                <a:lnTo>
                  <a:pt x="12160" y="130259"/>
                </a:lnTo>
                <a:lnTo>
                  <a:pt x="12014" y="129845"/>
                </a:lnTo>
                <a:close/>
                <a:moveTo>
                  <a:pt x="12014" y="197337"/>
                </a:moveTo>
                <a:lnTo>
                  <a:pt x="11844" y="196931"/>
                </a:lnTo>
                <a:lnTo>
                  <a:pt x="11652" y="196535"/>
                </a:lnTo>
                <a:lnTo>
                  <a:pt x="11437" y="196150"/>
                </a:lnTo>
                <a:lnTo>
                  <a:pt x="11202" y="195776"/>
                </a:lnTo>
                <a:lnTo>
                  <a:pt x="10948" y="195414"/>
                </a:lnTo>
                <a:lnTo>
                  <a:pt x="10674" y="195067"/>
                </a:lnTo>
                <a:lnTo>
                  <a:pt x="10382" y="194735"/>
                </a:lnTo>
                <a:lnTo>
                  <a:pt x="10073" y="194418"/>
                </a:lnTo>
                <a:lnTo>
                  <a:pt x="9749" y="194119"/>
                </a:lnTo>
                <a:lnTo>
                  <a:pt x="9408" y="193838"/>
                </a:lnTo>
                <a:lnTo>
                  <a:pt x="9054" y="193577"/>
                </a:lnTo>
                <a:lnTo>
                  <a:pt x="8686" y="193336"/>
                </a:lnTo>
                <a:lnTo>
                  <a:pt x="8306" y="193117"/>
                </a:lnTo>
                <a:lnTo>
                  <a:pt x="7915" y="192920"/>
                </a:lnTo>
                <a:lnTo>
                  <a:pt x="7513" y="192748"/>
                </a:lnTo>
                <a:lnTo>
                  <a:pt x="7101" y="192600"/>
                </a:lnTo>
                <a:lnTo>
                  <a:pt x="6681" y="192479"/>
                </a:lnTo>
                <a:lnTo>
                  <a:pt x="6253" y="192385"/>
                </a:lnTo>
                <a:lnTo>
                  <a:pt x="5825" y="192320"/>
                </a:lnTo>
                <a:lnTo>
                  <a:pt x="5404" y="192286"/>
                </a:lnTo>
                <a:lnTo>
                  <a:pt x="4993" y="192281"/>
                </a:lnTo>
                <a:lnTo>
                  <a:pt x="4590" y="192304"/>
                </a:lnTo>
                <a:lnTo>
                  <a:pt x="4199" y="192355"/>
                </a:lnTo>
                <a:lnTo>
                  <a:pt x="3819" y="192434"/>
                </a:lnTo>
                <a:lnTo>
                  <a:pt x="3451" y="192538"/>
                </a:lnTo>
                <a:lnTo>
                  <a:pt x="3097" y="192668"/>
                </a:lnTo>
                <a:lnTo>
                  <a:pt x="2757" y="192823"/>
                </a:lnTo>
                <a:lnTo>
                  <a:pt x="2432" y="193002"/>
                </a:lnTo>
                <a:lnTo>
                  <a:pt x="2123" y="193204"/>
                </a:lnTo>
                <a:lnTo>
                  <a:pt x="1831" y="193428"/>
                </a:lnTo>
                <a:lnTo>
                  <a:pt x="1558" y="193674"/>
                </a:lnTo>
                <a:lnTo>
                  <a:pt x="1303" y="193941"/>
                </a:lnTo>
                <a:lnTo>
                  <a:pt x="1068" y="194228"/>
                </a:lnTo>
                <a:lnTo>
                  <a:pt x="854" y="194534"/>
                </a:lnTo>
                <a:lnTo>
                  <a:pt x="661" y="194859"/>
                </a:lnTo>
                <a:lnTo>
                  <a:pt x="491" y="195201"/>
                </a:lnTo>
                <a:lnTo>
                  <a:pt x="345" y="195561"/>
                </a:lnTo>
                <a:lnTo>
                  <a:pt x="223" y="195936"/>
                </a:lnTo>
                <a:lnTo>
                  <a:pt x="127" y="196327"/>
                </a:lnTo>
                <a:lnTo>
                  <a:pt x="57" y="196733"/>
                </a:lnTo>
                <a:lnTo>
                  <a:pt x="14" y="197153"/>
                </a:lnTo>
                <a:lnTo>
                  <a:pt x="0" y="197585"/>
                </a:lnTo>
                <a:lnTo>
                  <a:pt x="0" y="208834"/>
                </a:lnTo>
                <a:lnTo>
                  <a:pt x="0" y="215193"/>
                </a:lnTo>
                <a:lnTo>
                  <a:pt x="6253" y="216352"/>
                </a:lnTo>
                <a:lnTo>
                  <a:pt x="17313" y="218402"/>
                </a:lnTo>
                <a:lnTo>
                  <a:pt x="17741" y="218467"/>
                </a:lnTo>
                <a:lnTo>
                  <a:pt x="18161" y="218501"/>
                </a:lnTo>
                <a:lnTo>
                  <a:pt x="18573" y="218506"/>
                </a:lnTo>
                <a:lnTo>
                  <a:pt x="18975" y="218483"/>
                </a:lnTo>
                <a:lnTo>
                  <a:pt x="19367" y="218432"/>
                </a:lnTo>
                <a:lnTo>
                  <a:pt x="19747" y="218353"/>
                </a:lnTo>
                <a:lnTo>
                  <a:pt x="20114" y="218249"/>
                </a:lnTo>
                <a:lnTo>
                  <a:pt x="20469" y="218119"/>
                </a:lnTo>
                <a:lnTo>
                  <a:pt x="20809" y="217964"/>
                </a:lnTo>
                <a:lnTo>
                  <a:pt x="21134" y="217785"/>
                </a:lnTo>
                <a:lnTo>
                  <a:pt x="21442" y="217583"/>
                </a:lnTo>
                <a:lnTo>
                  <a:pt x="21734" y="217359"/>
                </a:lnTo>
                <a:lnTo>
                  <a:pt x="22008" y="217113"/>
                </a:lnTo>
                <a:lnTo>
                  <a:pt x="22263" y="216846"/>
                </a:lnTo>
                <a:lnTo>
                  <a:pt x="22498" y="216559"/>
                </a:lnTo>
                <a:lnTo>
                  <a:pt x="22712" y="216253"/>
                </a:lnTo>
                <a:lnTo>
                  <a:pt x="22904" y="215928"/>
                </a:lnTo>
                <a:lnTo>
                  <a:pt x="23074" y="215586"/>
                </a:lnTo>
                <a:lnTo>
                  <a:pt x="23220" y="215226"/>
                </a:lnTo>
                <a:lnTo>
                  <a:pt x="23342" y="214851"/>
                </a:lnTo>
                <a:lnTo>
                  <a:pt x="23438" y="214460"/>
                </a:lnTo>
                <a:lnTo>
                  <a:pt x="23508" y="214054"/>
                </a:lnTo>
                <a:lnTo>
                  <a:pt x="23551" y="213634"/>
                </a:lnTo>
                <a:lnTo>
                  <a:pt x="23566" y="213202"/>
                </a:lnTo>
                <a:lnTo>
                  <a:pt x="23551" y="212764"/>
                </a:lnTo>
                <a:lnTo>
                  <a:pt x="23508" y="212328"/>
                </a:lnTo>
                <a:lnTo>
                  <a:pt x="23438" y="211896"/>
                </a:lnTo>
                <a:lnTo>
                  <a:pt x="23342" y="211470"/>
                </a:lnTo>
                <a:lnTo>
                  <a:pt x="23220" y="211049"/>
                </a:lnTo>
                <a:lnTo>
                  <a:pt x="23074" y="210635"/>
                </a:lnTo>
                <a:lnTo>
                  <a:pt x="22904" y="210230"/>
                </a:lnTo>
                <a:lnTo>
                  <a:pt x="22712" y="209834"/>
                </a:lnTo>
                <a:lnTo>
                  <a:pt x="22498" y="209448"/>
                </a:lnTo>
                <a:lnTo>
                  <a:pt x="22263" y="209074"/>
                </a:lnTo>
                <a:lnTo>
                  <a:pt x="22008" y="208713"/>
                </a:lnTo>
                <a:lnTo>
                  <a:pt x="21734" y="208366"/>
                </a:lnTo>
                <a:lnTo>
                  <a:pt x="21442" y="208033"/>
                </a:lnTo>
                <a:lnTo>
                  <a:pt x="21134" y="207717"/>
                </a:lnTo>
                <a:lnTo>
                  <a:pt x="20809" y="207418"/>
                </a:lnTo>
                <a:lnTo>
                  <a:pt x="20469" y="207137"/>
                </a:lnTo>
                <a:lnTo>
                  <a:pt x="20114" y="206875"/>
                </a:lnTo>
                <a:lnTo>
                  <a:pt x="19747" y="206634"/>
                </a:lnTo>
                <a:lnTo>
                  <a:pt x="19367" y="206415"/>
                </a:lnTo>
                <a:lnTo>
                  <a:pt x="18975" y="206219"/>
                </a:lnTo>
                <a:lnTo>
                  <a:pt x="18573" y="206046"/>
                </a:lnTo>
                <a:lnTo>
                  <a:pt x="18161" y="205899"/>
                </a:lnTo>
                <a:lnTo>
                  <a:pt x="17741" y="205778"/>
                </a:lnTo>
                <a:lnTo>
                  <a:pt x="17313" y="205684"/>
                </a:lnTo>
                <a:lnTo>
                  <a:pt x="12505" y="204793"/>
                </a:lnTo>
                <a:lnTo>
                  <a:pt x="12505" y="199903"/>
                </a:lnTo>
                <a:lnTo>
                  <a:pt x="12491" y="199465"/>
                </a:lnTo>
                <a:lnTo>
                  <a:pt x="12448" y="199030"/>
                </a:lnTo>
                <a:lnTo>
                  <a:pt x="12378" y="198598"/>
                </a:lnTo>
                <a:lnTo>
                  <a:pt x="12282" y="198171"/>
                </a:lnTo>
                <a:lnTo>
                  <a:pt x="12160" y="197750"/>
                </a:lnTo>
                <a:lnTo>
                  <a:pt x="12014" y="197337"/>
                </a:lnTo>
                <a:close/>
                <a:moveTo>
                  <a:pt x="59500" y="11379"/>
                </a:moveTo>
                <a:lnTo>
                  <a:pt x="59120" y="11457"/>
                </a:lnTo>
                <a:lnTo>
                  <a:pt x="58752" y="11562"/>
                </a:lnTo>
                <a:lnTo>
                  <a:pt x="58398" y="11692"/>
                </a:lnTo>
                <a:lnTo>
                  <a:pt x="58058" y="11846"/>
                </a:lnTo>
                <a:lnTo>
                  <a:pt x="57733" y="12025"/>
                </a:lnTo>
                <a:lnTo>
                  <a:pt x="57424" y="12227"/>
                </a:lnTo>
                <a:lnTo>
                  <a:pt x="57133" y="12451"/>
                </a:lnTo>
                <a:lnTo>
                  <a:pt x="56859" y="12697"/>
                </a:lnTo>
                <a:lnTo>
                  <a:pt x="56604" y="12964"/>
                </a:lnTo>
                <a:lnTo>
                  <a:pt x="56369" y="13251"/>
                </a:lnTo>
                <a:lnTo>
                  <a:pt x="56155" y="13557"/>
                </a:lnTo>
                <a:lnTo>
                  <a:pt x="55962" y="13882"/>
                </a:lnTo>
                <a:lnTo>
                  <a:pt x="55793" y="14224"/>
                </a:lnTo>
                <a:lnTo>
                  <a:pt x="55646" y="14584"/>
                </a:lnTo>
                <a:lnTo>
                  <a:pt x="55525" y="14960"/>
                </a:lnTo>
                <a:lnTo>
                  <a:pt x="55428" y="15351"/>
                </a:lnTo>
                <a:lnTo>
                  <a:pt x="55358" y="15756"/>
                </a:lnTo>
                <a:lnTo>
                  <a:pt x="55316" y="16176"/>
                </a:lnTo>
                <a:lnTo>
                  <a:pt x="55301" y="16609"/>
                </a:lnTo>
                <a:lnTo>
                  <a:pt x="55316" y="17047"/>
                </a:lnTo>
                <a:lnTo>
                  <a:pt x="55358" y="17482"/>
                </a:lnTo>
                <a:lnTo>
                  <a:pt x="55428" y="17914"/>
                </a:lnTo>
                <a:lnTo>
                  <a:pt x="55525" y="18341"/>
                </a:lnTo>
                <a:lnTo>
                  <a:pt x="55646" y="18761"/>
                </a:lnTo>
                <a:lnTo>
                  <a:pt x="55793" y="19175"/>
                </a:lnTo>
                <a:lnTo>
                  <a:pt x="55962" y="19580"/>
                </a:lnTo>
                <a:lnTo>
                  <a:pt x="56155" y="19976"/>
                </a:lnTo>
                <a:lnTo>
                  <a:pt x="56369" y="20362"/>
                </a:lnTo>
                <a:lnTo>
                  <a:pt x="56604" y="20736"/>
                </a:lnTo>
                <a:lnTo>
                  <a:pt x="56859" y="21097"/>
                </a:lnTo>
                <a:lnTo>
                  <a:pt x="57133" y="21445"/>
                </a:lnTo>
                <a:lnTo>
                  <a:pt x="57424" y="21777"/>
                </a:lnTo>
                <a:lnTo>
                  <a:pt x="57733" y="22093"/>
                </a:lnTo>
                <a:lnTo>
                  <a:pt x="58058" y="22393"/>
                </a:lnTo>
                <a:lnTo>
                  <a:pt x="58398" y="22673"/>
                </a:lnTo>
                <a:lnTo>
                  <a:pt x="58752" y="22935"/>
                </a:lnTo>
                <a:lnTo>
                  <a:pt x="59120" y="23176"/>
                </a:lnTo>
                <a:lnTo>
                  <a:pt x="59500" y="23395"/>
                </a:lnTo>
                <a:lnTo>
                  <a:pt x="59892" y="23591"/>
                </a:lnTo>
                <a:lnTo>
                  <a:pt x="60294" y="23764"/>
                </a:lnTo>
                <a:lnTo>
                  <a:pt x="60705" y="23911"/>
                </a:lnTo>
                <a:lnTo>
                  <a:pt x="61126" y="24033"/>
                </a:lnTo>
                <a:lnTo>
                  <a:pt x="61554" y="24127"/>
                </a:lnTo>
                <a:lnTo>
                  <a:pt x="83674" y="28226"/>
                </a:lnTo>
                <a:lnTo>
                  <a:pt x="84102" y="28291"/>
                </a:lnTo>
                <a:lnTo>
                  <a:pt x="84523" y="28326"/>
                </a:lnTo>
                <a:lnTo>
                  <a:pt x="84934" y="28331"/>
                </a:lnTo>
                <a:lnTo>
                  <a:pt x="85337" y="28307"/>
                </a:lnTo>
                <a:lnTo>
                  <a:pt x="85728" y="28256"/>
                </a:lnTo>
                <a:lnTo>
                  <a:pt x="86108" y="28178"/>
                </a:lnTo>
                <a:lnTo>
                  <a:pt x="86476" y="28073"/>
                </a:lnTo>
                <a:lnTo>
                  <a:pt x="86830" y="27943"/>
                </a:lnTo>
                <a:lnTo>
                  <a:pt x="87170" y="27788"/>
                </a:lnTo>
                <a:lnTo>
                  <a:pt x="87495" y="27610"/>
                </a:lnTo>
                <a:lnTo>
                  <a:pt x="87804" y="27408"/>
                </a:lnTo>
                <a:lnTo>
                  <a:pt x="88096" y="27183"/>
                </a:lnTo>
                <a:lnTo>
                  <a:pt x="88369" y="26937"/>
                </a:lnTo>
                <a:lnTo>
                  <a:pt x="88624" y="26671"/>
                </a:lnTo>
                <a:lnTo>
                  <a:pt x="88859" y="26384"/>
                </a:lnTo>
                <a:lnTo>
                  <a:pt x="89073" y="26077"/>
                </a:lnTo>
                <a:lnTo>
                  <a:pt x="89266" y="25753"/>
                </a:lnTo>
                <a:lnTo>
                  <a:pt x="89436" y="25410"/>
                </a:lnTo>
                <a:lnTo>
                  <a:pt x="89582" y="25051"/>
                </a:lnTo>
                <a:lnTo>
                  <a:pt x="89704" y="24675"/>
                </a:lnTo>
                <a:lnTo>
                  <a:pt x="89800" y="24284"/>
                </a:lnTo>
                <a:lnTo>
                  <a:pt x="89870" y="23878"/>
                </a:lnTo>
                <a:lnTo>
                  <a:pt x="89913" y="23459"/>
                </a:lnTo>
                <a:lnTo>
                  <a:pt x="89927" y="23026"/>
                </a:lnTo>
                <a:lnTo>
                  <a:pt x="89913" y="22588"/>
                </a:lnTo>
                <a:lnTo>
                  <a:pt x="89870" y="22153"/>
                </a:lnTo>
                <a:lnTo>
                  <a:pt x="89800" y="21721"/>
                </a:lnTo>
                <a:lnTo>
                  <a:pt x="89704" y="21294"/>
                </a:lnTo>
                <a:lnTo>
                  <a:pt x="89582" y="20873"/>
                </a:lnTo>
                <a:lnTo>
                  <a:pt x="89436" y="20460"/>
                </a:lnTo>
                <a:lnTo>
                  <a:pt x="89266" y="20054"/>
                </a:lnTo>
                <a:lnTo>
                  <a:pt x="89073" y="19658"/>
                </a:lnTo>
                <a:lnTo>
                  <a:pt x="88859" y="19273"/>
                </a:lnTo>
                <a:lnTo>
                  <a:pt x="88624" y="18899"/>
                </a:lnTo>
                <a:lnTo>
                  <a:pt x="88369" y="18538"/>
                </a:lnTo>
                <a:lnTo>
                  <a:pt x="88096" y="18190"/>
                </a:lnTo>
                <a:lnTo>
                  <a:pt x="87804" y="17858"/>
                </a:lnTo>
                <a:lnTo>
                  <a:pt x="87495" y="17541"/>
                </a:lnTo>
                <a:lnTo>
                  <a:pt x="87170" y="17242"/>
                </a:lnTo>
                <a:lnTo>
                  <a:pt x="86830" y="16961"/>
                </a:lnTo>
                <a:lnTo>
                  <a:pt x="86476" y="16700"/>
                </a:lnTo>
                <a:lnTo>
                  <a:pt x="86108" y="16459"/>
                </a:lnTo>
                <a:lnTo>
                  <a:pt x="85728" y="16240"/>
                </a:lnTo>
                <a:lnTo>
                  <a:pt x="85337" y="16043"/>
                </a:lnTo>
                <a:lnTo>
                  <a:pt x="84934" y="15871"/>
                </a:lnTo>
                <a:lnTo>
                  <a:pt x="84523" y="15723"/>
                </a:lnTo>
                <a:lnTo>
                  <a:pt x="84102" y="15602"/>
                </a:lnTo>
                <a:lnTo>
                  <a:pt x="83674" y="15508"/>
                </a:lnTo>
                <a:lnTo>
                  <a:pt x="61554" y="11408"/>
                </a:lnTo>
                <a:lnTo>
                  <a:pt x="61126" y="11344"/>
                </a:lnTo>
                <a:lnTo>
                  <a:pt x="60705" y="11309"/>
                </a:lnTo>
                <a:lnTo>
                  <a:pt x="60294" y="11304"/>
                </a:lnTo>
                <a:lnTo>
                  <a:pt x="59892" y="11327"/>
                </a:lnTo>
                <a:lnTo>
                  <a:pt x="59500" y="11379"/>
                </a:lnTo>
                <a:close/>
                <a:moveTo>
                  <a:pt x="125862" y="23678"/>
                </a:moveTo>
                <a:lnTo>
                  <a:pt x="125482" y="23756"/>
                </a:lnTo>
                <a:lnTo>
                  <a:pt x="125114" y="23861"/>
                </a:lnTo>
                <a:lnTo>
                  <a:pt x="124760" y="23991"/>
                </a:lnTo>
                <a:lnTo>
                  <a:pt x="124419" y="24146"/>
                </a:lnTo>
                <a:lnTo>
                  <a:pt x="124095" y="24325"/>
                </a:lnTo>
                <a:lnTo>
                  <a:pt x="123786" y="24527"/>
                </a:lnTo>
                <a:lnTo>
                  <a:pt x="123494" y="24751"/>
                </a:lnTo>
                <a:lnTo>
                  <a:pt x="123220" y="24997"/>
                </a:lnTo>
                <a:lnTo>
                  <a:pt x="122966" y="25264"/>
                </a:lnTo>
                <a:lnTo>
                  <a:pt x="122731" y="25550"/>
                </a:lnTo>
                <a:lnTo>
                  <a:pt x="122516" y="25857"/>
                </a:lnTo>
                <a:lnTo>
                  <a:pt x="122324" y="26181"/>
                </a:lnTo>
                <a:lnTo>
                  <a:pt x="122154" y="26524"/>
                </a:lnTo>
                <a:lnTo>
                  <a:pt x="122008" y="26883"/>
                </a:lnTo>
                <a:lnTo>
                  <a:pt x="121886" y="27259"/>
                </a:lnTo>
                <a:lnTo>
                  <a:pt x="121790" y="27650"/>
                </a:lnTo>
                <a:lnTo>
                  <a:pt x="121720" y="28056"/>
                </a:lnTo>
                <a:lnTo>
                  <a:pt x="121677" y="28475"/>
                </a:lnTo>
                <a:lnTo>
                  <a:pt x="121663" y="28908"/>
                </a:lnTo>
                <a:lnTo>
                  <a:pt x="121677" y="29346"/>
                </a:lnTo>
                <a:lnTo>
                  <a:pt x="121720" y="29781"/>
                </a:lnTo>
                <a:lnTo>
                  <a:pt x="121790" y="30213"/>
                </a:lnTo>
                <a:lnTo>
                  <a:pt x="121886" y="30640"/>
                </a:lnTo>
                <a:lnTo>
                  <a:pt x="122008" y="31061"/>
                </a:lnTo>
                <a:lnTo>
                  <a:pt x="122154" y="31474"/>
                </a:lnTo>
                <a:lnTo>
                  <a:pt x="122324" y="31880"/>
                </a:lnTo>
                <a:lnTo>
                  <a:pt x="122516" y="32276"/>
                </a:lnTo>
                <a:lnTo>
                  <a:pt x="122731" y="32661"/>
                </a:lnTo>
                <a:lnTo>
                  <a:pt x="122966" y="33035"/>
                </a:lnTo>
                <a:lnTo>
                  <a:pt x="123220" y="33397"/>
                </a:lnTo>
                <a:lnTo>
                  <a:pt x="123494" y="33744"/>
                </a:lnTo>
                <a:lnTo>
                  <a:pt x="123786" y="34076"/>
                </a:lnTo>
                <a:lnTo>
                  <a:pt x="124095" y="34393"/>
                </a:lnTo>
                <a:lnTo>
                  <a:pt x="124419" y="34692"/>
                </a:lnTo>
                <a:lnTo>
                  <a:pt x="124760" y="34973"/>
                </a:lnTo>
                <a:lnTo>
                  <a:pt x="125114" y="35234"/>
                </a:lnTo>
                <a:lnTo>
                  <a:pt x="125482" y="35475"/>
                </a:lnTo>
                <a:lnTo>
                  <a:pt x="125862" y="35694"/>
                </a:lnTo>
                <a:lnTo>
                  <a:pt x="126253" y="35891"/>
                </a:lnTo>
                <a:lnTo>
                  <a:pt x="126655" y="36063"/>
                </a:lnTo>
                <a:lnTo>
                  <a:pt x="127067" y="36211"/>
                </a:lnTo>
                <a:lnTo>
                  <a:pt x="127487" y="36332"/>
                </a:lnTo>
                <a:lnTo>
                  <a:pt x="127915" y="36426"/>
                </a:lnTo>
                <a:lnTo>
                  <a:pt x="150036" y="40526"/>
                </a:lnTo>
                <a:lnTo>
                  <a:pt x="150464" y="40590"/>
                </a:lnTo>
                <a:lnTo>
                  <a:pt x="150884" y="40625"/>
                </a:lnTo>
                <a:lnTo>
                  <a:pt x="151296" y="40630"/>
                </a:lnTo>
                <a:lnTo>
                  <a:pt x="151698" y="40607"/>
                </a:lnTo>
                <a:lnTo>
                  <a:pt x="152090" y="40555"/>
                </a:lnTo>
                <a:lnTo>
                  <a:pt x="152470" y="40477"/>
                </a:lnTo>
                <a:lnTo>
                  <a:pt x="152837" y="40373"/>
                </a:lnTo>
                <a:lnTo>
                  <a:pt x="153192" y="40242"/>
                </a:lnTo>
                <a:lnTo>
                  <a:pt x="153532" y="40088"/>
                </a:lnTo>
                <a:lnTo>
                  <a:pt x="153857" y="39909"/>
                </a:lnTo>
                <a:lnTo>
                  <a:pt x="154165" y="39707"/>
                </a:lnTo>
                <a:lnTo>
                  <a:pt x="154457" y="39483"/>
                </a:lnTo>
                <a:lnTo>
                  <a:pt x="154731" y="39237"/>
                </a:lnTo>
                <a:lnTo>
                  <a:pt x="154986" y="38970"/>
                </a:lnTo>
                <a:lnTo>
                  <a:pt x="155221" y="38683"/>
                </a:lnTo>
                <a:lnTo>
                  <a:pt x="155435" y="38377"/>
                </a:lnTo>
                <a:lnTo>
                  <a:pt x="155627" y="38052"/>
                </a:lnTo>
                <a:lnTo>
                  <a:pt x="155797" y="37710"/>
                </a:lnTo>
                <a:lnTo>
                  <a:pt x="155943" y="37350"/>
                </a:lnTo>
                <a:lnTo>
                  <a:pt x="156065" y="36975"/>
                </a:lnTo>
                <a:lnTo>
                  <a:pt x="156161" y="36584"/>
                </a:lnTo>
                <a:lnTo>
                  <a:pt x="156231" y="36178"/>
                </a:lnTo>
                <a:lnTo>
                  <a:pt x="156274" y="35758"/>
                </a:lnTo>
                <a:lnTo>
                  <a:pt x="156288" y="35326"/>
                </a:lnTo>
                <a:lnTo>
                  <a:pt x="156274" y="34887"/>
                </a:lnTo>
                <a:lnTo>
                  <a:pt x="156231" y="34452"/>
                </a:lnTo>
                <a:lnTo>
                  <a:pt x="156161" y="34020"/>
                </a:lnTo>
                <a:lnTo>
                  <a:pt x="156065" y="33594"/>
                </a:lnTo>
                <a:lnTo>
                  <a:pt x="155943" y="33173"/>
                </a:lnTo>
                <a:lnTo>
                  <a:pt x="155797" y="32759"/>
                </a:lnTo>
                <a:lnTo>
                  <a:pt x="155627" y="32354"/>
                </a:lnTo>
                <a:lnTo>
                  <a:pt x="155435" y="31958"/>
                </a:lnTo>
                <a:lnTo>
                  <a:pt x="155221" y="31572"/>
                </a:lnTo>
                <a:lnTo>
                  <a:pt x="154986" y="31198"/>
                </a:lnTo>
                <a:lnTo>
                  <a:pt x="154731" y="30837"/>
                </a:lnTo>
                <a:lnTo>
                  <a:pt x="154457" y="30490"/>
                </a:lnTo>
                <a:lnTo>
                  <a:pt x="154165" y="30157"/>
                </a:lnTo>
                <a:lnTo>
                  <a:pt x="153857" y="29841"/>
                </a:lnTo>
                <a:lnTo>
                  <a:pt x="153532" y="29542"/>
                </a:lnTo>
                <a:lnTo>
                  <a:pt x="153192" y="29261"/>
                </a:lnTo>
                <a:lnTo>
                  <a:pt x="152837" y="28999"/>
                </a:lnTo>
                <a:lnTo>
                  <a:pt x="152470" y="28758"/>
                </a:lnTo>
                <a:lnTo>
                  <a:pt x="152090" y="28539"/>
                </a:lnTo>
                <a:lnTo>
                  <a:pt x="151698" y="28343"/>
                </a:lnTo>
                <a:lnTo>
                  <a:pt x="151296" y="28170"/>
                </a:lnTo>
                <a:lnTo>
                  <a:pt x="150884" y="28023"/>
                </a:lnTo>
                <a:lnTo>
                  <a:pt x="150464" y="27902"/>
                </a:lnTo>
                <a:lnTo>
                  <a:pt x="150036" y="27808"/>
                </a:lnTo>
                <a:lnTo>
                  <a:pt x="127915" y="23708"/>
                </a:lnTo>
                <a:lnTo>
                  <a:pt x="127487" y="23643"/>
                </a:lnTo>
                <a:lnTo>
                  <a:pt x="127067" y="23609"/>
                </a:lnTo>
                <a:lnTo>
                  <a:pt x="126655" y="23603"/>
                </a:lnTo>
                <a:lnTo>
                  <a:pt x="126253" y="23627"/>
                </a:lnTo>
                <a:lnTo>
                  <a:pt x="125862" y="23678"/>
                </a:lnTo>
                <a:close/>
                <a:moveTo>
                  <a:pt x="192223" y="35978"/>
                </a:moveTo>
                <a:lnTo>
                  <a:pt x="191843" y="36056"/>
                </a:lnTo>
                <a:lnTo>
                  <a:pt x="191475" y="36160"/>
                </a:lnTo>
                <a:lnTo>
                  <a:pt x="191121" y="36290"/>
                </a:lnTo>
                <a:lnTo>
                  <a:pt x="190781" y="36445"/>
                </a:lnTo>
                <a:lnTo>
                  <a:pt x="190456" y="36624"/>
                </a:lnTo>
                <a:lnTo>
                  <a:pt x="190147" y="36826"/>
                </a:lnTo>
                <a:lnTo>
                  <a:pt x="189856" y="37050"/>
                </a:lnTo>
                <a:lnTo>
                  <a:pt x="189582" y="37296"/>
                </a:lnTo>
                <a:lnTo>
                  <a:pt x="189327" y="37563"/>
                </a:lnTo>
                <a:lnTo>
                  <a:pt x="189092" y="37850"/>
                </a:lnTo>
                <a:lnTo>
                  <a:pt x="188878" y="38156"/>
                </a:lnTo>
                <a:lnTo>
                  <a:pt x="188685" y="38481"/>
                </a:lnTo>
                <a:lnTo>
                  <a:pt x="188516" y="38823"/>
                </a:lnTo>
                <a:lnTo>
                  <a:pt x="188369" y="39183"/>
                </a:lnTo>
                <a:lnTo>
                  <a:pt x="188248" y="39558"/>
                </a:lnTo>
                <a:lnTo>
                  <a:pt x="188151" y="39949"/>
                </a:lnTo>
                <a:lnTo>
                  <a:pt x="188081" y="40355"/>
                </a:lnTo>
                <a:lnTo>
                  <a:pt x="188039" y="40775"/>
                </a:lnTo>
                <a:lnTo>
                  <a:pt x="188024" y="41207"/>
                </a:lnTo>
                <a:lnTo>
                  <a:pt x="188039" y="41645"/>
                </a:lnTo>
                <a:lnTo>
                  <a:pt x="188081" y="42081"/>
                </a:lnTo>
                <a:lnTo>
                  <a:pt x="188151" y="42513"/>
                </a:lnTo>
                <a:lnTo>
                  <a:pt x="188248" y="42939"/>
                </a:lnTo>
                <a:lnTo>
                  <a:pt x="188369" y="43360"/>
                </a:lnTo>
                <a:lnTo>
                  <a:pt x="188516" y="43774"/>
                </a:lnTo>
                <a:lnTo>
                  <a:pt x="188685" y="44179"/>
                </a:lnTo>
                <a:lnTo>
                  <a:pt x="188878" y="44575"/>
                </a:lnTo>
                <a:lnTo>
                  <a:pt x="189092" y="44961"/>
                </a:lnTo>
                <a:lnTo>
                  <a:pt x="189327" y="45335"/>
                </a:lnTo>
                <a:lnTo>
                  <a:pt x="189582" y="45696"/>
                </a:lnTo>
                <a:lnTo>
                  <a:pt x="189856" y="46043"/>
                </a:lnTo>
                <a:lnTo>
                  <a:pt x="190147" y="46376"/>
                </a:lnTo>
                <a:lnTo>
                  <a:pt x="190456" y="46692"/>
                </a:lnTo>
                <a:lnTo>
                  <a:pt x="190781" y="46991"/>
                </a:lnTo>
                <a:lnTo>
                  <a:pt x="191121" y="47272"/>
                </a:lnTo>
                <a:lnTo>
                  <a:pt x="191475" y="47534"/>
                </a:lnTo>
                <a:lnTo>
                  <a:pt x="191843" y="47775"/>
                </a:lnTo>
                <a:lnTo>
                  <a:pt x="192223" y="47994"/>
                </a:lnTo>
                <a:lnTo>
                  <a:pt x="192615" y="48190"/>
                </a:lnTo>
                <a:lnTo>
                  <a:pt x="193017" y="48363"/>
                </a:lnTo>
                <a:lnTo>
                  <a:pt x="193428" y="48510"/>
                </a:lnTo>
                <a:lnTo>
                  <a:pt x="193849" y="48631"/>
                </a:lnTo>
                <a:lnTo>
                  <a:pt x="194277" y="48725"/>
                </a:lnTo>
                <a:lnTo>
                  <a:pt x="199084" y="49616"/>
                </a:lnTo>
                <a:lnTo>
                  <a:pt x="199084" y="54506"/>
                </a:lnTo>
                <a:lnTo>
                  <a:pt x="199099" y="54944"/>
                </a:lnTo>
                <a:lnTo>
                  <a:pt x="199141" y="55379"/>
                </a:lnTo>
                <a:lnTo>
                  <a:pt x="199211" y="55811"/>
                </a:lnTo>
                <a:lnTo>
                  <a:pt x="199308" y="56238"/>
                </a:lnTo>
                <a:lnTo>
                  <a:pt x="199430" y="56659"/>
                </a:lnTo>
                <a:lnTo>
                  <a:pt x="199576" y="57072"/>
                </a:lnTo>
                <a:lnTo>
                  <a:pt x="199746" y="57478"/>
                </a:lnTo>
                <a:lnTo>
                  <a:pt x="199938" y="57874"/>
                </a:lnTo>
                <a:lnTo>
                  <a:pt x="200152" y="58259"/>
                </a:lnTo>
                <a:lnTo>
                  <a:pt x="200387" y="58633"/>
                </a:lnTo>
                <a:lnTo>
                  <a:pt x="200642" y="58995"/>
                </a:lnTo>
                <a:lnTo>
                  <a:pt x="200916" y="59342"/>
                </a:lnTo>
                <a:lnTo>
                  <a:pt x="201207" y="59674"/>
                </a:lnTo>
                <a:lnTo>
                  <a:pt x="201516" y="59991"/>
                </a:lnTo>
                <a:lnTo>
                  <a:pt x="201841" y="60290"/>
                </a:lnTo>
                <a:lnTo>
                  <a:pt x="202181" y="60571"/>
                </a:lnTo>
                <a:lnTo>
                  <a:pt x="202536" y="60832"/>
                </a:lnTo>
                <a:lnTo>
                  <a:pt x="202903" y="61073"/>
                </a:lnTo>
                <a:lnTo>
                  <a:pt x="203283" y="61292"/>
                </a:lnTo>
                <a:lnTo>
                  <a:pt x="203675" y="61489"/>
                </a:lnTo>
                <a:lnTo>
                  <a:pt x="204077" y="61661"/>
                </a:lnTo>
                <a:lnTo>
                  <a:pt x="204489" y="61809"/>
                </a:lnTo>
                <a:lnTo>
                  <a:pt x="204909" y="61930"/>
                </a:lnTo>
                <a:lnTo>
                  <a:pt x="205337" y="62024"/>
                </a:lnTo>
                <a:lnTo>
                  <a:pt x="205765" y="62089"/>
                </a:lnTo>
                <a:lnTo>
                  <a:pt x="206185" y="62123"/>
                </a:lnTo>
                <a:lnTo>
                  <a:pt x="206597" y="62128"/>
                </a:lnTo>
                <a:lnTo>
                  <a:pt x="206999" y="62105"/>
                </a:lnTo>
                <a:lnTo>
                  <a:pt x="207391" y="62054"/>
                </a:lnTo>
                <a:lnTo>
                  <a:pt x="207771" y="61975"/>
                </a:lnTo>
                <a:lnTo>
                  <a:pt x="208139" y="61871"/>
                </a:lnTo>
                <a:lnTo>
                  <a:pt x="208493" y="61741"/>
                </a:lnTo>
                <a:lnTo>
                  <a:pt x="208833" y="61586"/>
                </a:lnTo>
                <a:lnTo>
                  <a:pt x="209158" y="61407"/>
                </a:lnTo>
                <a:lnTo>
                  <a:pt x="209467" y="61205"/>
                </a:lnTo>
                <a:lnTo>
                  <a:pt x="209758" y="60981"/>
                </a:lnTo>
                <a:lnTo>
                  <a:pt x="210032" y="60735"/>
                </a:lnTo>
                <a:lnTo>
                  <a:pt x="210287" y="60468"/>
                </a:lnTo>
                <a:lnTo>
                  <a:pt x="210522" y="60181"/>
                </a:lnTo>
                <a:lnTo>
                  <a:pt x="210736" y="59875"/>
                </a:lnTo>
                <a:lnTo>
                  <a:pt x="210928" y="59550"/>
                </a:lnTo>
                <a:lnTo>
                  <a:pt x="211098" y="59208"/>
                </a:lnTo>
                <a:lnTo>
                  <a:pt x="211245" y="58848"/>
                </a:lnTo>
                <a:lnTo>
                  <a:pt x="211366" y="58473"/>
                </a:lnTo>
                <a:lnTo>
                  <a:pt x="211463" y="58082"/>
                </a:lnTo>
                <a:lnTo>
                  <a:pt x="211533" y="57676"/>
                </a:lnTo>
                <a:lnTo>
                  <a:pt x="211575" y="57256"/>
                </a:lnTo>
                <a:lnTo>
                  <a:pt x="211590" y="56824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194277" y="36007"/>
                </a:lnTo>
                <a:lnTo>
                  <a:pt x="193849" y="35942"/>
                </a:lnTo>
                <a:lnTo>
                  <a:pt x="193428" y="35908"/>
                </a:lnTo>
                <a:lnTo>
                  <a:pt x="193017" y="35903"/>
                </a:lnTo>
                <a:lnTo>
                  <a:pt x="192615" y="35926"/>
                </a:lnTo>
                <a:lnTo>
                  <a:pt x="192223" y="35978"/>
                </a:lnTo>
                <a:close/>
                <a:moveTo>
                  <a:pt x="59120" y="213932"/>
                </a:moveTo>
                <a:lnTo>
                  <a:pt x="58752" y="214036"/>
                </a:lnTo>
                <a:lnTo>
                  <a:pt x="58398" y="214167"/>
                </a:lnTo>
                <a:lnTo>
                  <a:pt x="58058" y="214321"/>
                </a:lnTo>
                <a:lnTo>
                  <a:pt x="57733" y="214500"/>
                </a:lnTo>
                <a:lnTo>
                  <a:pt x="57424" y="214702"/>
                </a:lnTo>
                <a:lnTo>
                  <a:pt x="57133" y="214926"/>
                </a:lnTo>
                <a:lnTo>
                  <a:pt x="56859" y="215172"/>
                </a:lnTo>
                <a:lnTo>
                  <a:pt x="56604" y="215439"/>
                </a:lnTo>
                <a:lnTo>
                  <a:pt x="56369" y="215726"/>
                </a:lnTo>
                <a:lnTo>
                  <a:pt x="56155" y="216032"/>
                </a:lnTo>
                <a:lnTo>
                  <a:pt x="55962" y="216357"/>
                </a:lnTo>
                <a:lnTo>
                  <a:pt x="55793" y="216699"/>
                </a:lnTo>
                <a:lnTo>
                  <a:pt x="55646" y="217059"/>
                </a:lnTo>
                <a:lnTo>
                  <a:pt x="55525" y="217434"/>
                </a:lnTo>
                <a:lnTo>
                  <a:pt x="55428" y="217825"/>
                </a:lnTo>
                <a:lnTo>
                  <a:pt x="55358" y="218231"/>
                </a:lnTo>
                <a:lnTo>
                  <a:pt x="55316" y="218651"/>
                </a:lnTo>
                <a:lnTo>
                  <a:pt x="55301" y="219083"/>
                </a:lnTo>
                <a:lnTo>
                  <a:pt x="55316" y="219522"/>
                </a:lnTo>
                <a:lnTo>
                  <a:pt x="55358" y="219957"/>
                </a:lnTo>
                <a:lnTo>
                  <a:pt x="55428" y="220389"/>
                </a:lnTo>
                <a:lnTo>
                  <a:pt x="55525" y="220815"/>
                </a:lnTo>
                <a:lnTo>
                  <a:pt x="55646" y="221236"/>
                </a:lnTo>
                <a:lnTo>
                  <a:pt x="55793" y="221650"/>
                </a:lnTo>
                <a:lnTo>
                  <a:pt x="55962" y="222055"/>
                </a:lnTo>
                <a:lnTo>
                  <a:pt x="56155" y="222451"/>
                </a:lnTo>
                <a:lnTo>
                  <a:pt x="56369" y="222837"/>
                </a:lnTo>
                <a:lnTo>
                  <a:pt x="56604" y="223211"/>
                </a:lnTo>
                <a:lnTo>
                  <a:pt x="56859" y="223572"/>
                </a:lnTo>
                <a:lnTo>
                  <a:pt x="57133" y="223919"/>
                </a:lnTo>
                <a:lnTo>
                  <a:pt x="57424" y="224252"/>
                </a:lnTo>
                <a:lnTo>
                  <a:pt x="57733" y="224568"/>
                </a:lnTo>
                <a:lnTo>
                  <a:pt x="58058" y="224867"/>
                </a:lnTo>
                <a:lnTo>
                  <a:pt x="58398" y="225148"/>
                </a:lnTo>
                <a:lnTo>
                  <a:pt x="58752" y="225410"/>
                </a:lnTo>
                <a:lnTo>
                  <a:pt x="59120" y="225651"/>
                </a:lnTo>
                <a:lnTo>
                  <a:pt x="59500" y="225870"/>
                </a:lnTo>
                <a:lnTo>
                  <a:pt x="59892" y="226066"/>
                </a:lnTo>
                <a:lnTo>
                  <a:pt x="60294" y="226239"/>
                </a:lnTo>
                <a:lnTo>
                  <a:pt x="60705" y="226386"/>
                </a:lnTo>
                <a:lnTo>
                  <a:pt x="61126" y="226507"/>
                </a:lnTo>
                <a:lnTo>
                  <a:pt x="61554" y="226601"/>
                </a:lnTo>
                <a:lnTo>
                  <a:pt x="83674" y="230701"/>
                </a:lnTo>
                <a:lnTo>
                  <a:pt x="84102" y="230766"/>
                </a:lnTo>
                <a:lnTo>
                  <a:pt x="84523" y="230800"/>
                </a:lnTo>
                <a:lnTo>
                  <a:pt x="84934" y="230806"/>
                </a:lnTo>
                <a:lnTo>
                  <a:pt x="85337" y="230782"/>
                </a:lnTo>
                <a:lnTo>
                  <a:pt x="85728" y="230731"/>
                </a:lnTo>
                <a:lnTo>
                  <a:pt x="86108" y="230653"/>
                </a:lnTo>
                <a:lnTo>
                  <a:pt x="86476" y="230548"/>
                </a:lnTo>
                <a:lnTo>
                  <a:pt x="86830" y="230418"/>
                </a:lnTo>
                <a:lnTo>
                  <a:pt x="87170" y="230263"/>
                </a:lnTo>
                <a:lnTo>
                  <a:pt x="87495" y="230084"/>
                </a:lnTo>
                <a:lnTo>
                  <a:pt x="87804" y="229882"/>
                </a:lnTo>
                <a:lnTo>
                  <a:pt x="88096" y="229658"/>
                </a:lnTo>
                <a:lnTo>
                  <a:pt x="88369" y="229412"/>
                </a:lnTo>
                <a:lnTo>
                  <a:pt x="88624" y="229145"/>
                </a:lnTo>
                <a:lnTo>
                  <a:pt x="88859" y="228859"/>
                </a:lnTo>
                <a:lnTo>
                  <a:pt x="89073" y="228552"/>
                </a:lnTo>
                <a:lnTo>
                  <a:pt x="89266" y="228228"/>
                </a:lnTo>
                <a:lnTo>
                  <a:pt x="89436" y="227885"/>
                </a:lnTo>
                <a:lnTo>
                  <a:pt x="89582" y="227526"/>
                </a:lnTo>
                <a:lnTo>
                  <a:pt x="89704" y="227150"/>
                </a:lnTo>
                <a:lnTo>
                  <a:pt x="89800" y="226759"/>
                </a:lnTo>
                <a:lnTo>
                  <a:pt x="89870" y="226353"/>
                </a:lnTo>
                <a:lnTo>
                  <a:pt x="89913" y="225934"/>
                </a:lnTo>
                <a:lnTo>
                  <a:pt x="89927" y="225501"/>
                </a:lnTo>
                <a:lnTo>
                  <a:pt x="89913" y="225063"/>
                </a:lnTo>
                <a:lnTo>
                  <a:pt x="89870" y="224628"/>
                </a:lnTo>
                <a:lnTo>
                  <a:pt x="89800" y="224196"/>
                </a:lnTo>
                <a:lnTo>
                  <a:pt x="89704" y="223769"/>
                </a:lnTo>
                <a:lnTo>
                  <a:pt x="89582" y="223348"/>
                </a:lnTo>
                <a:lnTo>
                  <a:pt x="89436" y="222935"/>
                </a:lnTo>
                <a:lnTo>
                  <a:pt x="89266" y="222529"/>
                </a:lnTo>
                <a:lnTo>
                  <a:pt x="89073" y="222133"/>
                </a:lnTo>
                <a:lnTo>
                  <a:pt x="88859" y="221748"/>
                </a:lnTo>
                <a:lnTo>
                  <a:pt x="88624" y="221374"/>
                </a:lnTo>
                <a:lnTo>
                  <a:pt x="88369" y="221012"/>
                </a:lnTo>
                <a:lnTo>
                  <a:pt x="88096" y="220665"/>
                </a:lnTo>
                <a:lnTo>
                  <a:pt x="87804" y="220333"/>
                </a:lnTo>
                <a:lnTo>
                  <a:pt x="87495" y="220016"/>
                </a:lnTo>
                <a:lnTo>
                  <a:pt x="87170" y="219717"/>
                </a:lnTo>
                <a:lnTo>
                  <a:pt x="86830" y="219436"/>
                </a:lnTo>
                <a:lnTo>
                  <a:pt x="86476" y="219175"/>
                </a:lnTo>
                <a:lnTo>
                  <a:pt x="86108" y="218934"/>
                </a:lnTo>
                <a:lnTo>
                  <a:pt x="85728" y="218715"/>
                </a:lnTo>
                <a:lnTo>
                  <a:pt x="85337" y="218518"/>
                </a:lnTo>
                <a:lnTo>
                  <a:pt x="84934" y="218346"/>
                </a:lnTo>
                <a:lnTo>
                  <a:pt x="84523" y="218198"/>
                </a:lnTo>
                <a:lnTo>
                  <a:pt x="84102" y="218077"/>
                </a:lnTo>
                <a:lnTo>
                  <a:pt x="83674" y="217983"/>
                </a:lnTo>
                <a:lnTo>
                  <a:pt x="61554" y="213883"/>
                </a:lnTo>
                <a:lnTo>
                  <a:pt x="61126" y="213819"/>
                </a:lnTo>
                <a:lnTo>
                  <a:pt x="60705" y="213784"/>
                </a:lnTo>
                <a:lnTo>
                  <a:pt x="60294" y="213779"/>
                </a:lnTo>
                <a:lnTo>
                  <a:pt x="59892" y="213802"/>
                </a:lnTo>
                <a:lnTo>
                  <a:pt x="59500" y="213854"/>
                </a:lnTo>
                <a:lnTo>
                  <a:pt x="59120" y="213932"/>
                </a:lnTo>
                <a:close/>
                <a:moveTo>
                  <a:pt x="125482" y="226231"/>
                </a:moveTo>
                <a:lnTo>
                  <a:pt x="125114" y="226336"/>
                </a:lnTo>
                <a:lnTo>
                  <a:pt x="124760" y="226466"/>
                </a:lnTo>
                <a:lnTo>
                  <a:pt x="124419" y="226621"/>
                </a:lnTo>
                <a:lnTo>
                  <a:pt x="124095" y="226799"/>
                </a:lnTo>
                <a:lnTo>
                  <a:pt x="123786" y="227001"/>
                </a:lnTo>
                <a:lnTo>
                  <a:pt x="123494" y="227226"/>
                </a:lnTo>
                <a:lnTo>
                  <a:pt x="123220" y="227472"/>
                </a:lnTo>
                <a:lnTo>
                  <a:pt x="122966" y="227738"/>
                </a:lnTo>
                <a:lnTo>
                  <a:pt x="122731" y="228025"/>
                </a:lnTo>
                <a:lnTo>
                  <a:pt x="122516" y="228332"/>
                </a:lnTo>
                <a:lnTo>
                  <a:pt x="122324" y="228656"/>
                </a:lnTo>
                <a:lnTo>
                  <a:pt x="122154" y="228999"/>
                </a:lnTo>
                <a:lnTo>
                  <a:pt x="122008" y="229358"/>
                </a:lnTo>
                <a:lnTo>
                  <a:pt x="121886" y="229734"/>
                </a:lnTo>
                <a:lnTo>
                  <a:pt x="121790" y="230125"/>
                </a:lnTo>
                <a:lnTo>
                  <a:pt x="121720" y="230531"/>
                </a:lnTo>
                <a:lnTo>
                  <a:pt x="121677" y="230950"/>
                </a:lnTo>
                <a:lnTo>
                  <a:pt x="121663" y="231383"/>
                </a:lnTo>
                <a:lnTo>
                  <a:pt x="121677" y="231821"/>
                </a:lnTo>
                <a:lnTo>
                  <a:pt x="121720" y="232256"/>
                </a:lnTo>
                <a:lnTo>
                  <a:pt x="121790" y="232688"/>
                </a:lnTo>
                <a:lnTo>
                  <a:pt x="121886" y="233115"/>
                </a:lnTo>
                <a:lnTo>
                  <a:pt x="122008" y="233536"/>
                </a:lnTo>
                <a:lnTo>
                  <a:pt x="122154" y="233949"/>
                </a:lnTo>
                <a:lnTo>
                  <a:pt x="122324" y="234355"/>
                </a:lnTo>
                <a:lnTo>
                  <a:pt x="122516" y="234751"/>
                </a:lnTo>
                <a:lnTo>
                  <a:pt x="122731" y="235136"/>
                </a:lnTo>
                <a:lnTo>
                  <a:pt x="122966" y="235510"/>
                </a:lnTo>
                <a:lnTo>
                  <a:pt x="123220" y="235871"/>
                </a:lnTo>
                <a:lnTo>
                  <a:pt x="123494" y="236219"/>
                </a:lnTo>
                <a:lnTo>
                  <a:pt x="123786" y="236551"/>
                </a:lnTo>
                <a:lnTo>
                  <a:pt x="124095" y="236868"/>
                </a:lnTo>
                <a:lnTo>
                  <a:pt x="124419" y="237167"/>
                </a:lnTo>
                <a:lnTo>
                  <a:pt x="124760" y="237448"/>
                </a:lnTo>
                <a:lnTo>
                  <a:pt x="125114" y="237709"/>
                </a:lnTo>
                <a:lnTo>
                  <a:pt x="125482" y="237950"/>
                </a:lnTo>
                <a:lnTo>
                  <a:pt x="125862" y="238169"/>
                </a:lnTo>
                <a:lnTo>
                  <a:pt x="126253" y="238366"/>
                </a:lnTo>
                <a:lnTo>
                  <a:pt x="126655" y="238538"/>
                </a:lnTo>
                <a:lnTo>
                  <a:pt x="127067" y="238686"/>
                </a:lnTo>
                <a:lnTo>
                  <a:pt x="127487" y="238807"/>
                </a:lnTo>
                <a:lnTo>
                  <a:pt x="127915" y="238901"/>
                </a:lnTo>
                <a:lnTo>
                  <a:pt x="150036" y="243001"/>
                </a:lnTo>
                <a:lnTo>
                  <a:pt x="150464" y="243065"/>
                </a:lnTo>
                <a:lnTo>
                  <a:pt x="150884" y="243100"/>
                </a:lnTo>
                <a:lnTo>
                  <a:pt x="151296" y="243105"/>
                </a:lnTo>
                <a:lnTo>
                  <a:pt x="151698" y="243082"/>
                </a:lnTo>
                <a:lnTo>
                  <a:pt x="152090" y="243030"/>
                </a:lnTo>
                <a:lnTo>
                  <a:pt x="152470" y="242952"/>
                </a:lnTo>
                <a:lnTo>
                  <a:pt x="152837" y="242847"/>
                </a:lnTo>
                <a:lnTo>
                  <a:pt x="153192" y="242717"/>
                </a:lnTo>
                <a:lnTo>
                  <a:pt x="153532" y="242563"/>
                </a:lnTo>
                <a:lnTo>
                  <a:pt x="153857" y="242384"/>
                </a:lnTo>
                <a:lnTo>
                  <a:pt x="154165" y="242182"/>
                </a:lnTo>
                <a:lnTo>
                  <a:pt x="154457" y="241958"/>
                </a:lnTo>
                <a:lnTo>
                  <a:pt x="154731" y="241712"/>
                </a:lnTo>
                <a:lnTo>
                  <a:pt x="154986" y="241445"/>
                </a:lnTo>
                <a:lnTo>
                  <a:pt x="155221" y="241158"/>
                </a:lnTo>
                <a:lnTo>
                  <a:pt x="155435" y="240852"/>
                </a:lnTo>
                <a:lnTo>
                  <a:pt x="155627" y="240527"/>
                </a:lnTo>
                <a:lnTo>
                  <a:pt x="155797" y="240185"/>
                </a:lnTo>
                <a:lnTo>
                  <a:pt x="155943" y="239825"/>
                </a:lnTo>
                <a:lnTo>
                  <a:pt x="156065" y="239449"/>
                </a:lnTo>
                <a:lnTo>
                  <a:pt x="156161" y="239058"/>
                </a:lnTo>
                <a:lnTo>
                  <a:pt x="156231" y="238653"/>
                </a:lnTo>
                <a:lnTo>
                  <a:pt x="156274" y="238233"/>
                </a:lnTo>
                <a:lnTo>
                  <a:pt x="156288" y="237800"/>
                </a:lnTo>
                <a:lnTo>
                  <a:pt x="156274" y="237362"/>
                </a:lnTo>
                <a:lnTo>
                  <a:pt x="156231" y="236927"/>
                </a:lnTo>
                <a:lnTo>
                  <a:pt x="156161" y="236495"/>
                </a:lnTo>
                <a:lnTo>
                  <a:pt x="156065" y="236068"/>
                </a:lnTo>
                <a:lnTo>
                  <a:pt x="155943" y="235648"/>
                </a:lnTo>
                <a:lnTo>
                  <a:pt x="155797" y="235234"/>
                </a:lnTo>
                <a:lnTo>
                  <a:pt x="155627" y="234829"/>
                </a:lnTo>
                <a:lnTo>
                  <a:pt x="155435" y="234433"/>
                </a:lnTo>
                <a:lnTo>
                  <a:pt x="155221" y="234047"/>
                </a:lnTo>
                <a:lnTo>
                  <a:pt x="154986" y="233673"/>
                </a:lnTo>
                <a:lnTo>
                  <a:pt x="154731" y="233312"/>
                </a:lnTo>
                <a:lnTo>
                  <a:pt x="154457" y="232964"/>
                </a:lnTo>
                <a:lnTo>
                  <a:pt x="154165" y="232632"/>
                </a:lnTo>
                <a:lnTo>
                  <a:pt x="153857" y="232316"/>
                </a:lnTo>
                <a:lnTo>
                  <a:pt x="153532" y="232016"/>
                </a:lnTo>
                <a:lnTo>
                  <a:pt x="153192" y="231736"/>
                </a:lnTo>
                <a:lnTo>
                  <a:pt x="152837" y="231474"/>
                </a:lnTo>
                <a:lnTo>
                  <a:pt x="152470" y="231233"/>
                </a:lnTo>
                <a:lnTo>
                  <a:pt x="152090" y="231014"/>
                </a:lnTo>
                <a:lnTo>
                  <a:pt x="151698" y="230818"/>
                </a:lnTo>
                <a:lnTo>
                  <a:pt x="151296" y="230645"/>
                </a:lnTo>
                <a:lnTo>
                  <a:pt x="150884" y="230498"/>
                </a:lnTo>
                <a:lnTo>
                  <a:pt x="150464" y="230376"/>
                </a:lnTo>
                <a:lnTo>
                  <a:pt x="150036" y="230282"/>
                </a:lnTo>
                <a:lnTo>
                  <a:pt x="127915" y="226183"/>
                </a:lnTo>
                <a:lnTo>
                  <a:pt x="127487" y="226118"/>
                </a:lnTo>
                <a:lnTo>
                  <a:pt x="127067" y="226083"/>
                </a:lnTo>
                <a:lnTo>
                  <a:pt x="126655" y="226078"/>
                </a:lnTo>
                <a:lnTo>
                  <a:pt x="126253" y="226102"/>
                </a:lnTo>
                <a:lnTo>
                  <a:pt x="125862" y="226153"/>
                </a:lnTo>
                <a:lnTo>
                  <a:pt x="125482" y="226231"/>
                </a:lnTo>
                <a:close/>
                <a:moveTo>
                  <a:pt x="191843" y="238531"/>
                </a:moveTo>
                <a:lnTo>
                  <a:pt x="191475" y="238635"/>
                </a:lnTo>
                <a:lnTo>
                  <a:pt x="191121" y="238765"/>
                </a:lnTo>
                <a:lnTo>
                  <a:pt x="190781" y="238920"/>
                </a:lnTo>
                <a:lnTo>
                  <a:pt x="190456" y="239099"/>
                </a:lnTo>
                <a:lnTo>
                  <a:pt x="190147" y="239301"/>
                </a:lnTo>
                <a:lnTo>
                  <a:pt x="189856" y="239525"/>
                </a:lnTo>
                <a:lnTo>
                  <a:pt x="189582" y="239771"/>
                </a:lnTo>
                <a:lnTo>
                  <a:pt x="189327" y="240038"/>
                </a:lnTo>
                <a:lnTo>
                  <a:pt x="189092" y="240325"/>
                </a:lnTo>
                <a:lnTo>
                  <a:pt x="188878" y="240631"/>
                </a:lnTo>
                <a:lnTo>
                  <a:pt x="188685" y="240956"/>
                </a:lnTo>
                <a:lnTo>
                  <a:pt x="188516" y="241298"/>
                </a:lnTo>
                <a:lnTo>
                  <a:pt x="188369" y="241658"/>
                </a:lnTo>
                <a:lnTo>
                  <a:pt x="188248" y="242033"/>
                </a:lnTo>
                <a:lnTo>
                  <a:pt x="188151" y="242424"/>
                </a:lnTo>
                <a:lnTo>
                  <a:pt x="188081" y="242830"/>
                </a:lnTo>
                <a:lnTo>
                  <a:pt x="188039" y="243250"/>
                </a:lnTo>
                <a:lnTo>
                  <a:pt x="188024" y="243682"/>
                </a:lnTo>
                <a:lnTo>
                  <a:pt x="188039" y="244120"/>
                </a:lnTo>
                <a:lnTo>
                  <a:pt x="188081" y="244556"/>
                </a:lnTo>
                <a:lnTo>
                  <a:pt x="188151" y="244987"/>
                </a:lnTo>
                <a:lnTo>
                  <a:pt x="188248" y="245414"/>
                </a:lnTo>
                <a:lnTo>
                  <a:pt x="188369" y="245835"/>
                </a:lnTo>
                <a:lnTo>
                  <a:pt x="188516" y="246249"/>
                </a:lnTo>
                <a:lnTo>
                  <a:pt x="188685" y="246654"/>
                </a:lnTo>
                <a:lnTo>
                  <a:pt x="188878" y="247050"/>
                </a:lnTo>
                <a:lnTo>
                  <a:pt x="189092" y="247436"/>
                </a:lnTo>
                <a:lnTo>
                  <a:pt x="189327" y="247810"/>
                </a:lnTo>
                <a:lnTo>
                  <a:pt x="189582" y="248171"/>
                </a:lnTo>
                <a:lnTo>
                  <a:pt x="189856" y="248518"/>
                </a:lnTo>
                <a:lnTo>
                  <a:pt x="190147" y="248851"/>
                </a:lnTo>
                <a:lnTo>
                  <a:pt x="190456" y="249167"/>
                </a:lnTo>
                <a:lnTo>
                  <a:pt x="190781" y="249466"/>
                </a:lnTo>
                <a:lnTo>
                  <a:pt x="191121" y="249747"/>
                </a:lnTo>
                <a:lnTo>
                  <a:pt x="191475" y="250009"/>
                </a:lnTo>
                <a:lnTo>
                  <a:pt x="191843" y="250249"/>
                </a:lnTo>
                <a:lnTo>
                  <a:pt x="192223" y="250469"/>
                </a:lnTo>
                <a:lnTo>
                  <a:pt x="192615" y="250665"/>
                </a:lnTo>
                <a:lnTo>
                  <a:pt x="193017" y="250838"/>
                </a:lnTo>
                <a:lnTo>
                  <a:pt x="193428" y="250985"/>
                </a:lnTo>
                <a:lnTo>
                  <a:pt x="193849" y="251106"/>
                </a:lnTo>
                <a:lnTo>
                  <a:pt x="194277" y="251200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236801"/>
                </a:lnTo>
                <a:lnTo>
                  <a:pt x="211575" y="236363"/>
                </a:lnTo>
                <a:lnTo>
                  <a:pt x="211533" y="235928"/>
                </a:lnTo>
                <a:lnTo>
                  <a:pt x="211463" y="235496"/>
                </a:lnTo>
                <a:lnTo>
                  <a:pt x="211366" y="235069"/>
                </a:lnTo>
                <a:lnTo>
                  <a:pt x="211245" y="234649"/>
                </a:lnTo>
                <a:lnTo>
                  <a:pt x="211098" y="234235"/>
                </a:lnTo>
                <a:lnTo>
                  <a:pt x="210928" y="233830"/>
                </a:lnTo>
                <a:lnTo>
                  <a:pt x="210736" y="233434"/>
                </a:lnTo>
                <a:lnTo>
                  <a:pt x="210522" y="233048"/>
                </a:lnTo>
                <a:lnTo>
                  <a:pt x="210287" y="232674"/>
                </a:lnTo>
                <a:lnTo>
                  <a:pt x="210032" y="232313"/>
                </a:lnTo>
                <a:lnTo>
                  <a:pt x="209758" y="231965"/>
                </a:lnTo>
                <a:lnTo>
                  <a:pt x="209467" y="231633"/>
                </a:lnTo>
                <a:lnTo>
                  <a:pt x="209158" y="231316"/>
                </a:lnTo>
                <a:lnTo>
                  <a:pt x="208833" y="231017"/>
                </a:lnTo>
                <a:lnTo>
                  <a:pt x="208493" y="230736"/>
                </a:lnTo>
                <a:lnTo>
                  <a:pt x="208139" y="230475"/>
                </a:lnTo>
                <a:lnTo>
                  <a:pt x="207771" y="230234"/>
                </a:lnTo>
                <a:lnTo>
                  <a:pt x="207391" y="230015"/>
                </a:lnTo>
                <a:lnTo>
                  <a:pt x="206999" y="229819"/>
                </a:lnTo>
                <a:lnTo>
                  <a:pt x="206597" y="229646"/>
                </a:lnTo>
                <a:lnTo>
                  <a:pt x="206185" y="229499"/>
                </a:lnTo>
                <a:lnTo>
                  <a:pt x="205765" y="229377"/>
                </a:lnTo>
                <a:lnTo>
                  <a:pt x="205337" y="229283"/>
                </a:lnTo>
                <a:lnTo>
                  <a:pt x="204909" y="229219"/>
                </a:lnTo>
                <a:lnTo>
                  <a:pt x="204489" y="229184"/>
                </a:lnTo>
                <a:lnTo>
                  <a:pt x="204077" y="229179"/>
                </a:lnTo>
                <a:lnTo>
                  <a:pt x="203675" y="229202"/>
                </a:lnTo>
                <a:lnTo>
                  <a:pt x="203283" y="229254"/>
                </a:lnTo>
                <a:lnTo>
                  <a:pt x="202903" y="229332"/>
                </a:lnTo>
                <a:lnTo>
                  <a:pt x="202536" y="229437"/>
                </a:lnTo>
                <a:lnTo>
                  <a:pt x="202181" y="229567"/>
                </a:lnTo>
                <a:lnTo>
                  <a:pt x="201841" y="229721"/>
                </a:lnTo>
                <a:lnTo>
                  <a:pt x="201516" y="229900"/>
                </a:lnTo>
                <a:lnTo>
                  <a:pt x="201207" y="230102"/>
                </a:lnTo>
                <a:lnTo>
                  <a:pt x="200916" y="230326"/>
                </a:lnTo>
                <a:lnTo>
                  <a:pt x="200642" y="230572"/>
                </a:lnTo>
                <a:lnTo>
                  <a:pt x="200387" y="230839"/>
                </a:lnTo>
                <a:lnTo>
                  <a:pt x="200152" y="231126"/>
                </a:lnTo>
                <a:lnTo>
                  <a:pt x="199938" y="231432"/>
                </a:lnTo>
                <a:lnTo>
                  <a:pt x="199746" y="231757"/>
                </a:lnTo>
                <a:lnTo>
                  <a:pt x="199576" y="232099"/>
                </a:lnTo>
                <a:lnTo>
                  <a:pt x="199430" y="232459"/>
                </a:lnTo>
                <a:lnTo>
                  <a:pt x="199308" y="232834"/>
                </a:lnTo>
                <a:lnTo>
                  <a:pt x="199211" y="233226"/>
                </a:lnTo>
                <a:lnTo>
                  <a:pt x="199141" y="233631"/>
                </a:lnTo>
                <a:lnTo>
                  <a:pt x="199099" y="234051"/>
                </a:lnTo>
                <a:lnTo>
                  <a:pt x="199084" y="234484"/>
                </a:lnTo>
                <a:lnTo>
                  <a:pt x="199084" y="239373"/>
                </a:lnTo>
                <a:lnTo>
                  <a:pt x="194277" y="238482"/>
                </a:lnTo>
                <a:lnTo>
                  <a:pt x="193849" y="238417"/>
                </a:lnTo>
                <a:lnTo>
                  <a:pt x="193428" y="238383"/>
                </a:lnTo>
                <a:lnTo>
                  <a:pt x="193017" y="238378"/>
                </a:lnTo>
                <a:lnTo>
                  <a:pt x="192615" y="238401"/>
                </a:lnTo>
                <a:lnTo>
                  <a:pt x="192223" y="238452"/>
                </a:lnTo>
                <a:lnTo>
                  <a:pt x="191843" y="238531"/>
                </a:lnTo>
                <a:close/>
                <a:moveTo>
                  <a:pt x="211245" y="99665"/>
                </a:moveTo>
                <a:lnTo>
                  <a:pt x="211098" y="99252"/>
                </a:lnTo>
                <a:lnTo>
                  <a:pt x="210928" y="98846"/>
                </a:lnTo>
                <a:lnTo>
                  <a:pt x="210736" y="98450"/>
                </a:lnTo>
                <a:lnTo>
                  <a:pt x="210522" y="98065"/>
                </a:lnTo>
                <a:lnTo>
                  <a:pt x="210287" y="97691"/>
                </a:lnTo>
                <a:lnTo>
                  <a:pt x="210032" y="97329"/>
                </a:lnTo>
                <a:lnTo>
                  <a:pt x="209758" y="96982"/>
                </a:lnTo>
                <a:lnTo>
                  <a:pt x="209467" y="96650"/>
                </a:lnTo>
                <a:lnTo>
                  <a:pt x="209158" y="96333"/>
                </a:lnTo>
                <a:lnTo>
                  <a:pt x="208833" y="96034"/>
                </a:lnTo>
                <a:lnTo>
                  <a:pt x="208493" y="95753"/>
                </a:lnTo>
                <a:lnTo>
                  <a:pt x="208139" y="95492"/>
                </a:lnTo>
                <a:lnTo>
                  <a:pt x="207771" y="95251"/>
                </a:lnTo>
                <a:lnTo>
                  <a:pt x="207391" y="95032"/>
                </a:lnTo>
                <a:lnTo>
                  <a:pt x="206999" y="94835"/>
                </a:lnTo>
                <a:lnTo>
                  <a:pt x="206597" y="94663"/>
                </a:lnTo>
                <a:lnTo>
                  <a:pt x="206185" y="94515"/>
                </a:lnTo>
                <a:lnTo>
                  <a:pt x="205765" y="94394"/>
                </a:lnTo>
                <a:lnTo>
                  <a:pt x="205337" y="94300"/>
                </a:lnTo>
                <a:lnTo>
                  <a:pt x="204909" y="94235"/>
                </a:lnTo>
                <a:lnTo>
                  <a:pt x="204489" y="94201"/>
                </a:lnTo>
                <a:lnTo>
                  <a:pt x="204077" y="94196"/>
                </a:lnTo>
                <a:lnTo>
                  <a:pt x="203675" y="94219"/>
                </a:lnTo>
                <a:lnTo>
                  <a:pt x="203283" y="94270"/>
                </a:lnTo>
                <a:lnTo>
                  <a:pt x="202903" y="94349"/>
                </a:lnTo>
                <a:lnTo>
                  <a:pt x="202536" y="94453"/>
                </a:lnTo>
                <a:lnTo>
                  <a:pt x="202181" y="94583"/>
                </a:lnTo>
                <a:lnTo>
                  <a:pt x="201841" y="94738"/>
                </a:lnTo>
                <a:lnTo>
                  <a:pt x="201516" y="94917"/>
                </a:lnTo>
                <a:lnTo>
                  <a:pt x="201207" y="95119"/>
                </a:lnTo>
                <a:lnTo>
                  <a:pt x="200916" y="95343"/>
                </a:lnTo>
                <a:lnTo>
                  <a:pt x="200642" y="95589"/>
                </a:lnTo>
                <a:lnTo>
                  <a:pt x="200387" y="95856"/>
                </a:lnTo>
                <a:lnTo>
                  <a:pt x="200152" y="96143"/>
                </a:lnTo>
                <a:lnTo>
                  <a:pt x="199938" y="96449"/>
                </a:lnTo>
                <a:lnTo>
                  <a:pt x="199746" y="96774"/>
                </a:lnTo>
                <a:lnTo>
                  <a:pt x="199576" y="97116"/>
                </a:lnTo>
                <a:lnTo>
                  <a:pt x="199430" y="97476"/>
                </a:lnTo>
                <a:lnTo>
                  <a:pt x="199308" y="97851"/>
                </a:lnTo>
                <a:lnTo>
                  <a:pt x="199211" y="98242"/>
                </a:lnTo>
                <a:lnTo>
                  <a:pt x="199141" y="98648"/>
                </a:lnTo>
                <a:lnTo>
                  <a:pt x="199099" y="99068"/>
                </a:lnTo>
                <a:lnTo>
                  <a:pt x="199084" y="99500"/>
                </a:lnTo>
                <a:lnTo>
                  <a:pt x="199084" y="121998"/>
                </a:lnTo>
                <a:lnTo>
                  <a:pt x="199099" y="122436"/>
                </a:lnTo>
                <a:lnTo>
                  <a:pt x="199141" y="122871"/>
                </a:lnTo>
                <a:lnTo>
                  <a:pt x="199211" y="123303"/>
                </a:lnTo>
                <a:lnTo>
                  <a:pt x="199308" y="123729"/>
                </a:lnTo>
                <a:lnTo>
                  <a:pt x="199430" y="124150"/>
                </a:lnTo>
                <a:lnTo>
                  <a:pt x="199576" y="124564"/>
                </a:lnTo>
                <a:lnTo>
                  <a:pt x="199746" y="124969"/>
                </a:lnTo>
                <a:lnTo>
                  <a:pt x="199938" y="125365"/>
                </a:lnTo>
                <a:lnTo>
                  <a:pt x="200152" y="125751"/>
                </a:lnTo>
                <a:lnTo>
                  <a:pt x="200387" y="126125"/>
                </a:lnTo>
                <a:lnTo>
                  <a:pt x="200642" y="126486"/>
                </a:lnTo>
                <a:lnTo>
                  <a:pt x="200916" y="126834"/>
                </a:lnTo>
                <a:lnTo>
                  <a:pt x="201207" y="127166"/>
                </a:lnTo>
                <a:lnTo>
                  <a:pt x="201516" y="127482"/>
                </a:lnTo>
                <a:lnTo>
                  <a:pt x="201841" y="127782"/>
                </a:lnTo>
                <a:lnTo>
                  <a:pt x="202181" y="128062"/>
                </a:lnTo>
                <a:lnTo>
                  <a:pt x="202536" y="128324"/>
                </a:lnTo>
                <a:lnTo>
                  <a:pt x="202903" y="128565"/>
                </a:lnTo>
                <a:lnTo>
                  <a:pt x="203283" y="128784"/>
                </a:lnTo>
                <a:lnTo>
                  <a:pt x="203675" y="128980"/>
                </a:lnTo>
                <a:lnTo>
                  <a:pt x="204077" y="129153"/>
                </a:lnTo>
                <a:lnTo>
                  <a:pt x="204489" y="129300"/>
                </a:lnTo>
                <a:lnTo>
                  <a:pt x="204909" y="129422"/>
                </a:lnTo>
                <a:lnTo>
                  <a:pt x="205337" y="129516"/>
                </a:lnTo>
                <a:lnTo>
                  <a:pt x="205765" y="129580"/>
                </a:lnTo>
                <a:lnTo>
                  <a:pt x="206185" y="129615"/>
                </a:lnTo>
                <a:lnTo>
                  <a:pt x="206597" y="129620"/>
                </a:lnTo>
                <a:lnTo>
                  <a:pt x="206999" y="129596"/>
                </a:lnTo>
                <a:lnTo>
                  <a:pt x="207391" y="129545"/>
                </a:lnTo>
                <a:lnTo>
                  <a:pt x="207771" y="129467"/>
                </a:lnTo>
                <a:lnTo>
                  <a:pt x="208139" y="129362"/>
                </a:lnTo>
                <a:lnTo>
                  <a:pt x="208493" y="129232"/>
                </a:lnTo>
                <a:lnTo>
                  <a:pt x="208833" y="129077"/>
                </a:lnTo>
                <a:lnTo>
                  <a:pt x="209158" y="128899"/>
                </a:lnTo>
                <a:lnTo>
                  <a:pt x="209467" y="128697"/>
                </a:lnTo>
                <a:lnTo>
                  <a:pt x="209758" y="128472"/>
                </a:lnTo>
                <a:lnTo>
                  <a:pt x="210032" y="128226"/>
                </a:lnTo>
                <a:lnTo>
                  <a:pt x="210287" y="127960"/>
                </a:lnTo>
                <a:lnTo>
                  <a:pt x="210522" y="127673"/>
                </a:lnTo>
                <a:lnTo>
                  <a:pt x="210736" y="127367"/>
                </a:lnTo>
                <a:lnTo>
                  <a:pt x="210928" y="127042"/>
                </a:lnTo>
                <a:lnTo>
                  <a:pt x="211098" y="126699"/>
                </a:lnTo>
                <a:lnTo>
                  <a:pt x="211245" y="126340"/>
                </a:lnTo>
                <a:lnTo>
                  <a:pt x="211366" y="125964"/>
                </a:lnTo>
                <a:lnTo>
                  <a:pt x="211463" y="125573"/>
                </a:lnTo>
                <a:lnTo>
                  <a:pt x="211533" y="125168"/>
                </a:lnTo>
                <a:lnTo>
                  <a:pt x="211575" y="124748"/>
                </a:lnTo>
                <a:lnTo>
                  <a:pt x="211590" y="124315"/>
                </a:lnTo>
                <a:lnTo>
                  <a:pt x="211590" y="101818"/>
                </a:lnTo>
                <a:lnTo>
                  <a:pt x="211575" y="101380"/>
                </a:lnTo>
                <a:lnTo>
                  <a:pt x="211533" y="100945"/>
                </a:lnTo>
                <a:lnTo>
                  <a:pt x="211463" y="100513"/>
                </a:lnTo>
                <a:lnTo>
                  <a:pt x="211366" y="100086"/>
                </a:lnTo>
                <a:lnTo>
                  <a:pt x="211245" y="99665"/>
                </a:lnTo>
                <a:close/>
                <a:moveTo>
                  <a:pt x="211245" y="167157"/>
                </a:moveTo>
                <a:lnTo>
                  <a:pt x="211098" y="166743"/>
                </a:lnTo>
                <a:lnTo>
                  <a:pt x="210928" y="166338"/>
                </a:lnTo>
                <a:lnTo>
                  <a:pt x="210736" y="165942"/>
                </a:lnTo>
                <a:lnTo>
                  <a:pt x="210522" y="165556"/>
                </a:lnTo>
                <a:lnTo>
                  <a:pt x="210287" y="165182"/>
                </a:lnTo>
                <a:lnTo>
                  <a:pt x="210032" y="164821"/>
                </a:lnTo>
                <a:lnTo>
                  <a:pt x="209758" y="164474"/>
                </a:lnTo>
                <a:lnTo>
                  <a:pt x="209467" y="164141"/>
                </a:lnTo>
                <a:lnTo>
                  <a:pt x="209158" y="163825"/>
                </a:lnTo>
                <a:lnTo>
                  <a:pt x="208833" y="163526"/>
                </a:lnTo>
                <a:lnTo>
                  <a:pt x="208493" y="163245"/>
                </a:lnTo>
                <a:lnTo>
                  <a:pt x="208139" y="162983"/>
                </a:lnTo>
                <a:lnTo>
                  <a:pt x="207771" y="162743"/>
                </a:lnTo>
                <a:lnTo>
                  <a:pt x="207391" y="162523"/>
                </a:lnTo>
                <a:lnTo>
                  <a:pt x="206999" y="162327"/>
                </a:lnTo>
                <a:lnTo>
                  <a:pt x="206597" y="162154"/>
                </a:lnTo>
                <a:lnTo>
                  <a:pt x="206185" y="162007"/>
                </a:lnTo>
                <a:lnTo>
                  <a:pt x="205765" y="161886"/>
                </a:lnTo>
                <a:lnTo>
                  <a:pt x="205337" y="161792"/>
                </a:lnTo>
                <a:lnTo>
                  <a:pt x="204909" y="161727"/>
                </a:lnTo>
                <a:lnTo>
                  <a:pt x="204489" y="161692"/>
                </a:lnTo>
                <a:lnTo>
                  <a:pt x="204077" y="161687"/>
                </a:lnTo>
                <a:lnTo>
                  <a:pt x="203675" y="161711"/>
                </a:lnTo>
                <a:lnTo>
                  <a:pt x="203283" y="161762"/>
                </a:lnTo>
                <a:lnTo>
                  <a:pt x="202903" y="161840"/>
                </a:lnTo>
                <a:lnTo>
                  <a:pt x="202536" y="161945"/>
                </a:lnTo>
                <a:lnTo>
                  <a:pt x="202181" y="162075"/>
                </a:lnTo>
                <a:lnTo>
                  <a:pt x="201841" y="162230"/>
                </a:lnTo>
                <a:lnTo>
                  <a:pt x="201516" y="162409"/>
                </a:lnTo>
                <a:lnTo>
                  <a:pt x="201207" y="162610"/>
                </a:lnTo>
                <a:lnTo>
                  <a:pt x="200916" y="162835"/>
                </a:lnTo>
                <a:lnTo>
                  <a:pt x="200642" y="163081"/>
                </a:lnTo>
                <a:lnTo>
                  <a:pt x="200387" y="163348"/>
                </a:lnTo>
                <a:lnTo>
                  <a:pt x="200152" y="163634"/>
                </a:lnTo>
                <a:lnTo>
                  <a:pt x="199938" y="163941"/>
                </a:lnTo>
                <a:lnTo>
                  <a:pt x="199746" y="164265"/>
                </a:lnTo>
                <a:lnTo>
                  <a:pt x="199576" y="164608"/>
                </a:lnTo>
                <a:lnTo>
                  <a:pt x="199430" y="164967"/>
                </a:lnTo>
                <a:lnTo>
                  <a:pt x="199308" y="165343"/>
                </a:lnTo>
                <a:lnTo>
                  <a:pt x="199211" y="165734"/>
                </a:lnTo>
                <a:lnTo>
                  <a:pt x="199141" y="166140"/>
                </a:lnTo>
                <a:lnTo>
                  <a:pt x="199099" y="166559"/>
                </a:lnTo>
                <a:lnTo>
                  <a:pt x="199084" y="166992"/>
                </a:lnTo>
                <a:lnTo>
                  <a:pt x="199084" y="189489"/>
                </a:lnTo>
                <a:lnTo>
                  <a:pt x="199099" y="189927"/>
                </a:lnTo>
                <a:lnTo>
                  <a:pt x="199141" y="190363"/>
                </a:lnTo>
                <a:lnTo>
                  <a:pt x="199211" y="190794"/>
                </a:lnTo>
                <a:lnTo>
                  <a:pt x="199308" y="191221"/>
                </a:lnTo>
                <a:lnTo>
                  <a:pt x="199430" y="191642"/>
                </a:lnTo>
                <a:lnTo>
                  <a:pt x="199576" y="192055"/>
                </a:lnTo>
                <a:lnTo>
                  <a:pt x="199746" y="192461"/>
                </a:lnTo>
                <a:lnTo>
                  <a:pt x="199938" y="192857"/>
                </a:lnTo>
                <a:lnTo>
                  <a:pt x="200152" y="193243"/>
                </a:lnTo>
                <a:lnTo>
                  <a:pt x="200387" y="193616"/>
                </a:lnTo>
                <a:lnTo>
                  <a:pt x="200642" y="193978"/>
                </a:lnTo>
                <a:lnTo>
                  <a:pt x="200916" y="194325"/>
                </a:lnTo>
                <a:lnTo>
                  <a:pt x="201207" y="194658"/>
                </a:lnTo>
                <a:lnTo>
                  <a:pt x="201516" y="194974"/>
                </a:lnTo>
                <a:lnTo>
                  <a:pt x="201841" y="195273"/>
                </a:lnTo>
                <a:lnTo>
                  <a:pt x="202181" y="195554"/>
                </a:lnTo>
                <a:lnTo>
                  <a:pt x="202536" y="195815"/>
                </a:lnTo>
                <a:lnTo>
                  <a:pt x="202903" y="196056"/>
                </a:lnTo>
                <a:lnTo>
                  <a:pt x="203283" y="196276"/>
                </a:lnTo>
                <a:lnTo>
                  <a:pt x="203675" y="196472"/>
                </a:lnTo>
                <a:lnTo>
                  <a:pt x="204077" y="196644"/>
                </a:lnTo>
                <a:lnTo>
                  <a:pt x="204489" y="196792"/>
                </a:lnTo>
                <a:lnTo>
                  <a:pt x="204909" y="196913"/>
                </a:lnTo>
                <a:lnTo>
                  <a:pt x="205337" y="197007"/>
                </a:lnTo>
                <a:lnTo>
                  <a:pt x="205765" y="197072"/>
                </a:lnTo>
                <a:lnTo>
                  <a:pt x="206185" y="197106"/>
                </a:lnTo>
                <a:lnTo>
                  <a:pt x="206597" y="197111"/>
                </a:lnTo>
                <a:lnTo>
                  <a:pt x="206999" y="197088"/>
                </a:lnTo>
                <a:lnTo>
                  <a:pt x="207391" y="197037"/>
                </a:lnTo>
                <a:lnTo>
                  <a:pt x="207771" y="196958"/>
                </a:lnTo>
                <a:lnTo>
                  <a:pt x="208139" y="196854"/>
                </a:lnTo>
                <a:lnTo>
                  <a:pt x="208493" y="196724"/>
                </a:lnTo>
                <a:lnTo>
                  <a:pt x="208833" y="196569"/>
                </a:lnTo>
                <a:lnTo>
                  <a:pt x="209158" y="196390"/>
                </a:lnTo>
                <a:lnTo>
                  <a:pt x="209467" y="196188"/>
                </a:lnTo>
                <a:lnTo>
                  <a:pt x="209758" y="195964"/>
                </a:lnTo>
                <a:lnTo>
                  <a:pt x="210032" y="195718"/>
                </a:lnTo>
                <a:lnTo>
                  <a:pt x="210287" y="195451"/>
                </a:lnTo>
                <a:lnTo>
                  <a:pt x="210522" y="195164"/>
                </a:lnTo>
                <a:lnTo>
                  <a:pt x="210736" y="194858"/>
                </a:lnTo>
                <a:lnTo>
                  <a:pt x="210928" y="194534"/>
                </a:lnTo>
                <a:lnTo>
                  <a:pt x="211098" y="194191"/>
                </a:lnTo>
                <a:lnTo>
                  <a:pt x="211245" y="193832"/>
                </a:lnTo>
                <a:lnTo>
                  <a:pt x="211366" y="193456"/>
                </a:lnTo>
                <a:lnTo>
                  <a:pt x="211463" y="193065"/>
                </a:lnTo>
                <a:lnTo>
                  <a:pt x="211533" y="192659"/>
                </a:lnTo>
                <a:lnTo>
                  <a:pt x="211575" y="192240"/>
                </a:lnTo>
                <a:lnTo>
                  <a:pt x="211590" y="191807"/>
                </a:lnTo>
                <a:lnTo>
                  <a:pt x="211590" y="169310"/>
                </a:lnTo>
                <a:lnTo>
                  <a:pt x="211575" y="168872"/>
                </a:lnTo>
                <a:lnTo>
                  <a:pt x="211533" y="168436"/>
                </a:lnTo>
                <a:lnTo>
                  <a:pt x="211463" y="168005"/>
                </a:lnTo>
                <a:lnTo>
                  <a:pt x="211366" y="167578"/>
                </a:lnTo>
                <a:lnTo>
                  <a:pt x="211245" y="167157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FB0EB6-1D7A-4B69-AD93-16A71161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704" y="1898964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59D949-00FD-4A0A-8F7A-9FED6D65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451" y="1891447"/>
            <a:ext cx="211590" cy="254409"/>
          </a:xfrm>
          <a:custGeom xmlns:a="http://schemas.openxmlformats.org/drawingml/2006/main">
            <a:pathLst>
              <a:path w="211590" h="254409">
                <a:moveTo>
                  <a:pt x="57" y="18481"/>
                </a:moveTo>
                <a:lnTo>
                  <a:pt x="127" y="18913"/>
                </a:lnTo>
                <a:lnTo>
                  <a:pt x="223" y="19340"/>
                </a:lnTo>
                <a:lnTo>
                  <a:pt x="345" y="19760"/>
                </a:lnTo>
                <a:lnTo>
                  <a:pt x="491" y="20174"/>
                </a:lnTo>
                <a:lnTo>
                  <a:pt x="661" y="20579"/>
                </a:lnTo>
                <a:lnTo>
                  <a:pt x="854" y="20976"/>
                </a:lnTo>
                <a:lnTo>
                  <a:pt x="1068" y="21361"/>
                </a:lnTo>
                <a:lnTo>
                  <a:pt x="1303" y="21735"/>
                </a:lnTo>
                <a:lnTo>
                  <a:pt x="1558" y="22096"/>
                </a:lnTo>
                <a:lnTo>
                  <a:pt x="1831" y="22444"/>
                </a:lnTo>
                <a:lnTo>
                  <a:pt x="2123" y="22776"/>
                </a:lnTo>
                <a:lnTo>
                  <a:pt x="2432" y="23093"/>
                </a:lnTo>
                <a:lnTo>
                  <a:pt x="2757" y="23392"/>
                </a:lnTo>
                <a:lnTo>
                  <a:pt x="3097" y="23673"/>
                </a:lnTo>
                <a:lnTo>
                  <a:pt x="3451" y="23934"/>
                </a:lnTo>
                <a:lnTo>
                  <a:pt x="3819" y="24175"/>
                </a:lnTo>
                <a:lnTo>
                  <a:pt x="4199" y="24394"/>
                </a:lnTo>
                <a:lnTo>
                  <a:pt x="4590" y="24590"/>
                </a:lnTo>
                <a:lnTo>
                  <a:pt x="4993" y="24763"/>
                </a:lnTo>
                <a:lnTo>
                  <a:pt x="5404" y="24910"/>
                </a:lnTo>
                <a:lnTo>
                  <a:pt x="5825" y="25032"/>
                </a:lnTo>
                <a:lnTo>
                  <a:pt x="6253" y="25126"/>
                </a:lnTo>
                <a:lnTo>
                  <a:pt x="6681" y="25190"/>
                </a:lnTo>
                <a:lnTo>
                  <a:pt x="7101" y="25225"/>
                </a:lnTo>
                <a:lnTo>
                  <a:pt x="7513" y="25230"/>
                </a:lnTo>
                <a:lnTo>
                  <a:pt x="7915" y="25207"/>
                </a:lnTo>
                <a:lnTo>
                  <a:pt x="8306" y="25155"/>
                </a:lnTo>
                <a:lnTo>
                  <a:pt x="8686" y="25077"/>
                </a:lnTo>
                <a:lnTo>
                  <a:pt x="9054" y="24972"/>
                </a:lnTo>
                <a:lnTo>
                  <a:pt x="9408" y="24842"/>
                </a:lnTo>
                <a:lnTo>
                  <a:pt x="9749" y="24688"/>
                </a:lnTo>
                <a:lnTo>
                  <a:pt x="10073" y="24509"/>
                </a:lnTo>
                <a:lnTo>
                  <a:pt x="10382" y="24307"/>
                </a:lnTo>
                <a:lnTo>
                  <a:pt x="10674" y="24083"/>
                </a:lnTo>
                <a:lnTo>
                  <a:pt x="10948" y="23837"/>
                </a:lnTo>
                <a:lnTo>
                  <a:pt x="11202" y="23570"/>
                </a:lnTo>
                <a:lnTo>
                  <a:pt x="11437" y="23283"/>
                </a:lnTo>
                <a:lnTo>
                  <a:pt x="11652" y="22977"/>
                </a:lnTo>
                <a:lnTo>
                  <a:pt x="11844" y="22652"/>
                </a:lnTo>
                <a:lnTo>
                  <a:pt x="12014" y="22310"/>
                </a:lnTo>
                <a:lnTo>
                  <a:pt x="12160" y="21950"/>
                </a:lnTo>
                <a:lnTo>
                  <a:pt x="12282" y="21575"/>
                </a:lnTo>
                <a:lnTo>
                  <a:pt x="12378" y="21183"/>
                </a:lnTo>
                <a:lnTo>
                  <a:pt x="12448" y="20778"/>
                </a:lnTo>
                <a:lnTo>
                  <a:pt x="12491" y="20358"/>
                </a:lnTo>
                <a:lnTo>
                  <a:pt x="12505" y="19925"/>
                </a:lnTo>
                <a:lnTo>
                  <a:pt x="12505" y="15036"/>
                </a:lnTo>
                <a:lnTo>
                  <a:pt x="17313" y="15927"/>
                </a:lnTo>
                <a:lnTo>
                  <a:pt x="17741" y="15992"/>
                </a:lnTo>
                <a:lnTo>
                  <a:pt x="18161" y="16026"/>
                </a:lnTo>
                <a:lnTo>
                  <a:pt x="18573" y="16031"/>
                </a:lnTo>
                <a:lnTo>
                  <a:pt x="18975" y="16008"/>
                </a:lnTo>
                <a:lnTo>
                  <a:pt x="19367" y="15957"/>
                </a:lnTo>
                <a:lnTo>
                  <a:pt x="19747" y="15878"/>
                </a:lnTo>
                <a:lnTo>
                  <a:pt x="20114" y="15774"/>
                </a:lnTo>
                <a:lnTo>
                  <a:pt x="20469" y="15644"/>
                </a:lnTo>
                <a:lnTo>
                  <a:pt x="20809" y="15489"/>
                </a:lnTo>
                <a:lnTo>
                  <a:pt x="21134" y="15310"/>
                </a:lnTo>
                <a:lnTo>
                  <a:pt x="21442" y="15108"/>
                </a:lnTo>
                <a:lnTo>
                  <a:pt x="21734" y="14884"/>
                </a:lnTo>
                <a:lnTo>
                  <a:pt x="22008" y="14638"/>
                </a:lnTo>
                <a:lnTo>
                  <a:pt x="22263" y="14371"/>
                </a:lnTo>
                <a:lnTo>
                  <a:pt x="22498" y="14084"/>
                </a:lnTo>
                <a:lnTo>
                  <a:pt x="22712" y="13778"/>
                </a:lnTo>
                <a:lnTo>
                  <a:pt x="22904" y="13453"/>
                </a:lnTo>
                <a:lnTo>
                  <a:pt x="23074" y="13111"/>
                </a:lnTo>
                <a:lnTo>
                  <a:pt x="23220" y="12751"/>
                </a:lnTo>
                <a:lnTo>
                  <a:pt x="23342" y="12376"/>
                </a:lnTo>
                <a:lnTo>
                  <a:pt x="23438" y="11985"/>
                </a:lnTo>
                <a:lnTo>
                  <a:pt x="23508" y="11579"/>
                </a:lnTo>
                <a:lnTo>
                  <a:pt x="23551" y="11159"/>
                </a:lnTo>
                <a:lnTo>
                  <a:pt x="23566" y="10727"/>
                </a:lnTo>
                <a:lnTo>
                  <a:pt x="23551" y="10289"/>
                </a:lnTo>
                <a:lnTo>
                  <a:pt x="23508" y="9853"/>
                </a:lnTo>
                <a:lnTo>
                  <a:pt x="23438" y="9422"/>
                </a:lnTo>
                <a:lnTo>
                  <a:pt x="23342" y="8995"/>
                </a:lnTo>
                <a:lnTo>
                  <a:pt x="23220" y="8574"/>
                </a:lnTo>
                <a:lnTo>
                  <a:pt x="23074" y="8160"/>
                </a:lnTo>
                <a:lnTo>
                  <a:pt x="22904" y="7755"/>
                </a:lnTo>
                <a:lnTo>
                  <a:pt x="22712" y="7359"/>
                </a:lnTo>
                <a:lnTo>
                  <a:pt x="22498" y="6973"/>
                </a:lnTo>
                <a:lnTo>
                  <a:pt x="22263" y="6599"/>
                </a:lnTo>
                <a:lnTo>
                  <a:pt x="22008" y="6238"/>
                </a:lnTo>
                <a:lnTo>
                  <a:pt x="21734" y="5891"/>
                </a:lnTo>
                <a:lnTo>
                  <a:pt x="21442" y="5558"/>
                </a:lnTo>
                <a:lnTo>
                  <a:pt x="21134" y="5242"/>
                </a:lnTo>
                <a:lnTo>
                  <a:pt x="20809" y="4943"/>
                </a:lnTo>
                <a:lnTo>
                  <a:pt x="20469" y="4662"/>
                </a:lnTo>
                <a:lnTo>
                  <a:pt x="20114" y="4400"/>
                </a:lnTo>
                <a:lnTo>
                  <a:pt x="19747" y="4160"/>
                </a:lnTo>
                <a:lnTo>
                  <a:pt x="19367" y="3940"/>
                </a:lnTo>
                <a:lnTo>
                  <a:pt x="18975" y="3744"/>
                </a:lnTo>
                <a:lnTo>
                  <a:pt x="18573" y="3572"/>
                </a:lnTo>
                <a:lnTo>
                  <a:pt x="18161" y="3424"/>
                </a:lnTo>
                <a:lnTo>
                  <a:pt x="17741" y="3303"/>
                </a:lnTo>
                <a:lnTo>
                  <a:pt x="17313" y="3209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lnTo>
                  <a:pt x="0" y="17608"/>
                </a:lnTo>
                <a:lnTo>
                  <a:pt x="14" y="18046"/>
                </a:lnTo>
                <a:lnTo>
                  <a:pt x="57" y="18481"/>
                </a:lnTo>
                <a:close/>
                <a:moveTo>
                  <a:pt x="12014" y="62354"/>
                </a:moveTo>
                <a:lnTo>
                  <a:pt x="11844" y="61948"/>
                </a:lnTo>
                <a:lnTo>
                  <a:pt x="11652" y="61552"/>
                </a:lnTo>
                <a:lnTo>
                  <a:pt x="11437" y="61166"/>
                </a:lnTo>
                <a:lnTo>
                  <a:pt x="11202" y="60793"/>
                </a:lnTo>
                <a:lnTo>
                  <a:pt x="10948" y="60431"/>
                </a:lnTo>
                <a:lnTo>
                  <a:pt x="10674" y="60084"/>
                </a:lnTo>
                <a:lnTo>
                  <a:pt x="10382" y="59751"/>
                </a:lnTo>
                <a:lnTo>
                  <a:pt x="10073" y="59435"/>
                </a:lnTo>
                <a:lnTo>
                  <a:pt x="9749" y="59136"/>
                </a:lnTo>
                <a:lnTo>
                  <a:pt x="9408" y="58855"/>
                </a:lnTo>
                <a:lnTo>
                  <a:pt x="9054" y="58594"/>
                </a:lnTo>
                <a:lnTo>
                  <a:pt x="8686" y="58353"/>
                </a:lnTo>
                <a:lnTo>
                  <a:pt x="8306" y="58134"/>
                </a:lnTo>
                <a:lnTo>
                  <a:pt x="7915" y="57937"/>
                </a:lnTo>
                <a:lnTo>
                  <a:pt x="7513" y="57765"/>
                </a:lnTo>
                <a:lnTo>
                  <a:pt x="7101" y="57617"/>
                </a:lnTo>
                <a:lnTo>
                  <a:pt x="6681" y="57496"/>
                </a:lnTo>
                <a:lnTo>
                  <a:pt x="6253" y="57402"/>
                </a:lnTo>
                <a:lnTo>
                  <a:pt x="5825" y="57337"/>
                </a:lnTo>
                <a:lnTo>
                  <a:pt x="5404" y="57303"/>
                </a:lnTo>
                <a:lnTo>
                  <a:pt x="4993" y="57298"/>
                </a:lnTo>
                <a:lnTo>
                  <a:pt x="4590" y="57321"/>
                </a:lnTo>
                <a:lnTo>
                  <a:pt x="4199" y="57372"/>
                </a:lnTo>
                <a:lnTo>
                  <a:pt x="3819" y="57451"/>
                </a:lnTo>
                <a:lnTo>
                  <a:pt x="3451" y="57555"/>
                </a:lnTo>
                <a:lnTo>
                  <a:pt x="3097" y="57685"/>
                </a:lnTo>
                <a:lnTo>
                  <a:pt x="2757" y="57840"/>
                </a:lnTo>
                <a:lnTo>
                  <a:pt x="2432" y="58019"/>
                </a:lnTo>
                <a:lnTo>
                  <a:pt x="2123" y="58221"/>
                </a:lnTo>
                <a:lnTo>
                  <a:pt x="1831" y="58445"/>
                </a:lnTo>
                <a:lnTo>
                  <a:pt x="1558" y="58691"/>
                </a:lnTo>
                <a:lnTo>
                  <a:pt x="1303" y="58958"/>
                </a:lnTo>
                <a:lnTo>
                  <a:pt x="1068" y="59245"/>
                </a:lnTo>
                <a:lnTo>
                  <a:pt x="854" y="59551"/>
                </a:lnTo>
                <a:lnTo>
                  <a:pt x="661" y="59875"/>
                </a:lnTo>
                <a:lnTo>
                  <a:pt x="491" y="60218"/>
                </a:lnTo>
                <a:lnTo>
                  <a:pt x="345" y="60577"/>
                </a:lnTo>
                <a:lnTo>
                  <a:pt x="223" y="60953"/>
                </a:lnTo>
                <a:lnTo>
                  <a:pt x="127" y="61344"/>
                </a:lnTo>
                <a:lnTo>
                  <a:pt x="57" y="61750"/>
                </a:lnTo>
                <a:lnTo>
                  <a:pt x="14" y="62169"/>
                </a:lnTo>
                <a:lnTo>
                  <a:pt x="0" y="62602"/>
                </a:lnTo>
                <a:lnTo>
                  <a:pt x="0" y="85099"/>
                </a:lnTo>
                <a:lnTo>
                  <a:pt x="14" y="85537"/>
                </a:lnTo>
                <a:lnTo>
                  <a:pt x="57" y="85973"/>
                </a:lnTo>
                <a:lnTo>
                  <a:pt x="127" y="86404"/>
                </a:lnTo>
                <a:lnTo>
                  <a:pt x="223" y="86831"/>
                </a:lnTo>
                <a:lnTo>
                  <a:pt x="345" y="87252"/>
                </a:lnTo>
                <a:lnTo>
                  <a:pt x="491" y="87666"/>
                </a:lnTo>
                <a:lnTo>
                  <a:pt x="661" y="88071"/>
                </a:lnTo>
                <a:lnTo>
                  <a:pt x="854" y="88467"/>
                </a:lnTo>
                <a:lnTo>
                  <a:pt x="1068" y="88853"/>
                </a:lnTo>
                <a:lnTo>
                  <a:pt x="1303" y="89227"/>
                </a:lnTo>
                <a:lnTo>
                  <a:pt x="1558" y="89588"/>
                </a:lnTo>
                <a:lnTo>
                  <a:pt x="1831" y="89935"/>
                </a:lnTo>
                <a:lnTo>
                  <a:pt x="2123" y="90268"/>
                </a:lnTo>
                <a:lnTo>
                  <a:pt x="2432" y="90584"/>
                </a:lnTo>
                <a:lnTo>
                  <a:pt x="2757" y="90883"/>
                </a:lnTo>
                <a:lnTo>
                  <a:pt x="3097" y="91164"/>
                </a:lnTo>
                <a:lnTo>
                  <a:pt x="3451" y="91426"/>
                </a:lnTo>
                <a:lnTo>
                  <a:pt x="3819" y="91667"/>
                </a:lnTo>
                <a:lnTo>
                  <a:pt x="4199" y="91886"/>
                </a:lnTo>
                <a:lnTo>
                  <a:pt x="4590" y="92082"/>
                </a:lnTo>
                <a:lnTo>
                  <a:pt x="4993" y="92255"/>
                </a:lnTo>
                <a:lnTo>
                  <a:pt x="5404" y="92402"/>
                </a:lnTo>
                <a:lnTo>
                  <a:pt x="5825" y="92523"/>
                </a:lnTo>
                <a:lnTo>
                  <a:pt x="6253" y="92617"/>
                </a:lnTo>
                <a:lnTo>
                  <a:pt x="6681" y="92682"/>
                </a:lnTo>
                <a:lnTo>
                  <a:pt x="7101" y="92717"/>
                </a:lnTo>
                <a:lnTo>
                  <a:pt x="7513" y="92722"/>
                </a:lnTo>
                <a:lnTo>
                  <a:pt x="7915" y="92698"/>
                </a:lnTo>
                <a:lnTo>
                  <a:pt x="8306" y="92647"/>
                </a:lnTo>
                <a:lnTo>
                  <a:pt x="8686" y="92569"/>
                </a:lnTo>
                <a:lnTo>
                  <a:pt x="9054" y="92464"/>
                </a:lnTo>
                <a:lnTo>
                  <a:pt x="9408" y="92334"/>
                </a:lnTo>
                <a:lnTo>
                  <a:pt x="9749" y="92179"/>
                </a:lnTo>
                <a:lnTo>
                  <a:pt x="10073" y="92000"/>
                </a:lnTo>
                <a:lnTo>
                  <a:pt x="10382" y="91799"/>
                </a:lnTo>
                <a:lnTo>
                  <a:pt x="10674" y="91574"/>
                </a:lnTo>
                <a:lnTo>
                  <a:pt x="10948" y="91328"/>
                </a:lnTo>
                <a:lnTo>
                  <a:pt x="11202" y="91061"/>
                </a:lnTo>
                <a:lnTo>
                  <a:pt x="11437" y="90775"/>
                </a:lnTo>
                <a:lnTo>
                  <a:pt x="11652" y="90468"/>
                </a:lnTo>
                <a:lnTo>
                  <a:pt x="11844" y="90144"/>
                </a:lnTo>
                <a:lnTo>
                  <a:pt x="12014" y="89801"/>
                </a:lnTo>
                <a:lnTo>
                  <a:pt x="12160" y="89442"/>
                </a:lnTo>
                <a:lnTo>
                  <a:pt x="12282" y="89066"/>
                </a:lnTo>
                <a:lnTo>
                  <a:pt x="12378" y="88675"/>
                </a:lnTo>
                <a:lnTo>
                  <a:pt x="12448" y="88269"/>
                </a:lnTo>
                <a:lnTo>
                  <a:pt x="12491" y="87850"/>
                </a:lnTo>
                <a:lnTo>
                  <a:pt x="12505" y="87417"/>
                </a:lnTo>
                <a:lnTo>
                  <a:pt x="12505" y="64920"/>
                </a:lnTo>
                <a:lnTo>
                  <a:pt x="12491" y="64482"/>
                </a:lnTo>
                <a:lnTo>
                  <a:pt x="12448" y="64046"/>
                </a:lnTo>
                <a:lnTo>
                  <a:pt x="12378" y="63615"/>
                </a:lnTo>
                <a:lnTo>
                  <a:pt x="12282" y="63188"/>
                </a:lnTo>
                <a:lnTo>
                  <a:pt x="12160" y="62767"/>
                </a:lnTo>
                <a:lnTo>
                  <a:pt x="12014" y="62354"/>
                </a:lnTo>
                <a:close/>
                <a:moveTo>
                  <a:pt x="12014" y="129845"/>
                </a:moveTo>
                <a:lnTo>
                  <a:pt x="11844" y="129440"/>
                </a:lnTo>
                <a:lnTo>
                  <a:pt x="11652" y="129044"/>
                </a:lnTo>
                <a:lnTo>
                  <a:pt x="11437" y="128658"/>
                </a:lnTo>
                <a:lnTo>
                  <a:pt x="11202" y="128284"/>
                </a:lnTo>
                <a:lnTo>
                  <a:pt x="10948" y="127923"/>
                </a:lnTo>
                <a:lnTo>
                  <a:pt x="10674" y="127575"/>
                </a:lnTo>
                <a:lnTo>
                  <a:pt x="10382" y="127243"/>
                </a:lnTo>
                <a:lnTo>
                  <a:pt x="10073" y="126927"/>
                </a:lnTo>
                <a:lnTo>
                  <a:pt x="9749" y="126627"/>
                </a:lnTo>
                <a:lnTo>
                  <a:pt x="9408" y="126347"/>
                </a:lnTo>
                <a:lnTo>
                  <a:pt x="9054" y="126085"/>
                </a:lnTo>
                <a:lnTo>
                  <a:pt x="8686" y="125844"/>
                </a:lnTo>
                <a:lnTo>
                  <a:pt x="8306" y="125625"/>
                </a:lnTo>
                <a:lnTo>
                  <a:pt x="7915" y="125429"/>
                </a:lnTo>
                <a:lnTo>
                  <a:pt x="7513" y="125256"/>
                </a:lnTo>
                <a:lnTo>
                  <a:pt x="7101" y="125109"/>
                </a:lnTo>
                <a:lnTo>
                  <a:pt x="6681" y="124987"/>
                </a:lnTo>
                <a:lnTo>
                  <a:pt x="6253" y="124893"/>
                </a:lnTo>
                <a:lnTo>
                  <a:pt x="5825" y="124829"/>
                </a:lnTo>
                <a:lnTo>
                  <a:pt x="5404" y="124794"/>
                </a:lnTo>
                <a:lnTo>
                  <a:pt x="4993" y="124789"/>
                </a:lnTo>
                <a:lnTo>
                  <a:pt x="4590" y="124813"/>
                </a:lnTo>
                <a:lnTo>
                  <a:pt x="4199" y="124864"/>
                </a:lnTo>
                <a:lnTo>
                  <a:pt x="3819" y="124942"/>
                </a:lnTo>
                <a:lnTo>
                  <a:pt x="3451" y="125047"/>
                </a:lnTo>
                <a:lnTo>
                  <a:pt x="3097" y="125177"/>
                </a:lnTo>
                <a:lnTo>
                  <a:pt x="2757" y="125332"/>
                </a:lnTo>
                <a:lnTo>
                  <a:pt x="2432" y="125510"/>
                </a:lnTo>
                <a:lnTo>
                  <a:pt x="2123" y="125712"/>
                </a:lnTo>
                <a:lnTo>
                  <a:pt x="1831" y="125937"/>
                </a:lnTo>
                <a:lnTo>
                  <a:pt x="1558" y="126183"/>
                </a:lnTo>
                <a:lnTo>
                  <a:pt x="1303" y="126449"/>
                </a:lnTo>
                <a:lnTo>
                  <a:pt x="1068" y="126736"/>
                </a:lnTo>
                <a:lnTo>
                  <a:pt x="854" y="127042"/>
                </a:lnTo>
                <a:lnTo>
                  <a:pt x="661" y="127367"/>
                </a:lnTo>
                <a:lnTo>
                  <a:pt x="491" y="127710"/>
                </a:lnTo>
                <a:lnTo>
                  <a:pt x="345" y="128069"/>
                </a:lnTo>
                <a:lnTo>
                  <a:pt x="223" y="128445"/>
                </a:lnTo>
                <a:lnTo>
                  <a:pt x="127" y="128836"/>
                </a:lnTo>
                <a:lnTo>
                  <a:pt x="57" y="129241"/>
                </a:lnTo>
                <a:lnTo>
                  <a:pt x="14" y="129661"/>
                </a:lnTo>
                <a:lnTo>
                  <a:pt x="0" y="130094"/>
                </a:lnTo>
                <a:lnTo>
                  <a:pt x="0" y="152591"/>
                </a:lnTo>
                <a:lnTo>
                  <a:pt x="14" y="153029"/>
                </a:lnTo>
                <a:lnTo>
                  <a:pt x="57" y="153464"/>
                </a:lnTo>
                <a:lnTo>
                  <a:pt x="127" y="153896"/>
                </a:lnTo>
                <a:lnTo>
                  <a:pt x="223" y="154323"/>
                </a:lnTo>
                <a:lnTo>
                  <a:pt x="345" y="154744"/>
                </a:lnTo>
                <a:lnTo>
                  <a:pt x="491" y="155157"/>
                </a:lnTo>
                <a:lnTo>
                  <a:pt x="661" y="155563"/>
                </a:lnTo>
                <a:lnTo>
                  <a:pt x="854" y="155959"/>
                </a:lnTo>
                <a:lnTo>
                  <a:pt x="1068" y="156344"/>
                </a:lnTo>
                <a:lnTo>
                  <a:pt x="1303" y="156718"/>
                </a:lnTo>
                <a:lnTo>
                  <a:pt x="1558" y="157080"/>
                </a:lnTo>
                <a:lnTo>
                  <a:pt x="1831" y="157427"/>
                </a:lnTo>
                <a:lnTo>
                  <a:pt x="2123" y="157759"/>
                </a:lnTo>
                <a:lnTo>
                  <a:pt x="2432" y="158076"/>
                </a:lnTo>
                <a:lnTo>
                  <a:pt x="2757" y="158375"/>
                </a:lnTo>
                <a:lnTo>
                  <a:pt x="3097" y="158656"/>
                </a:lnTo>
                <a:lnTo>
                  <a:pt x="3451" y="158917"/>
                </a:lnTo>
                <a:lnTo>
                  <a:pt x="3819" y="159158"/>
                </a:lnTo>
                <a:lnTo>
                  <a:pt x="4199" y="159377"/>
                </a:lnTo>
                <a:lnTo>
                  <a:pt x="4590" y="159574"/>
                </a:lnTo>
                <a:lnTo>
                  <a:pt x="4993" y="159746"/>
                </a:lnTo>
                <a:lnTo>
                  <a:pt x="5404" y="159894"/>
                </a:lnTo>
                <a:lnTo>
                  <a:pt x="5825" y="160015"/>
                </a:lnTo>
                <a:lnTo>
                  <a:pt x="6253" y="160109"/>
                </a:lnTo>
                <a:lnTo>
                  <a:pt x="6681" y="160174"/>
                </a:lnTo>
                <a:lnTo>
                  <a:pt x="7101" y="160208"/>
                </a:lnTo>
                <a:lnTo>
                  <a:pt x="7513" y="160213"/>
                </a:lnTo>
                <a:lnTo>
                  <a:pt x="7915" y="160190"/>
                </a:lnTo>
                <a:lnTo>
                  <a:pt x="8306" y="160139"/>
                </a:lnTo>
                <a:lnTo>
                  <a:pt x="8686" y="160060"/>
                </a:lnTo>
                <a:lnTo>
                  <a:pt x="9054" y="159956"/>
                </a:lnTo>
                <a:lnTo>
                  <a:pt x="9408" y="159826"/>
                </a:lnTo>
                <a:lnTo>
                  <a:pt x="9749" y="159671"/>
                </a:lnTo>
                <a:lnTo>
                  <a:pt x="10073" y="159492"/>
                </a:lnTo>
                <a:lnTo>
                  <a:pt x="10382" y="159290"/>
                </a:lnTo>
                <a:lnTo>
                  <a:pt x="10674" y="159066"/>
                </a:lnTo>
                <a:lnTo>
                  <a:pt x="10948" y="158820"/>
                </a:lnTo>
                <a:lnTo>
                  <a:pt x="11202" y="158553"/>
                </a:lnTo>
                <a:lnTo>
                  <a:pt x="11437" y="158266"/>
                </a:lnTo>
                <a:lnTo>
                  <a:pt x="11652" y="157960"/>
                </a:lnTo>
                <a:lnTo>
                  <a:pt x="11844" y="157635"/>
                </a:lnTo>
                <a:lnTo>
                  <a:pt x="12014" y="157293"/>
                </a:lnTo>
                <a:lnTo>
                  <a:pt x="12160" y="156933"/>
                </a:lnTo>
                <a:lnTo>
                  <a:pt x="12282" y="156558"/>
                </a:lnTo>
                <a:lnTo>
                  <a:pt x="12378" y="156167"/>
                </a:lnTo>
                <a:lnTo>
                  <a:pt x="12448" y="155761"/>
                </a:lnTo>
                <a:lnTo>
                  <a:pt x="12491" y="155341"/>
                </a:lnTo>
                <a:lnTo>
                  <a:pt x="12505" y="154909"/>
                </a:lnTo>
                <a:lnTo>
                  <a:pt x="12505" y="132411"/>
                </a:lnTo>
                <a:lnTo>
                  <a:pt x="12491" y="131973"/>
                </a:lnTo>
                <a:lnTo>
                  <a:pt x="12448" y="131538"/>
                </a:lnTo>
                <a:lnTo>
                  <a:pt x="12378" y="131106"/>
                </a:lnTo>
                <a:lnTo>
                  <a:pt x="12282" y="130680"/>
                </a:lnTo>
                <a:lnTo>
                  <a:pt x="12160" y="130259"/>
                </a:lnTo>
                <a:lnTo>
                  <a:pt x="12014" y="129845"/>
                </a:lnTo>
                <a:close/>
                <a:moveTo>
                  <a:pt x="12014" y="197337"/>
                </a:moveTo>
                <a:lnTo>
                  <a:pt x="11844" y="196931"/>
                </a:lnTo>
                <a:lnTo>
                  <a:pt x="11652" y="196535"/>
                </a:lnTo>
                <a:lnTo>
                  <a:pt x="11437" y="196150"/>
                </a:lnTo>
                <a:lnTo>
                  <a:pt x="11202" y="195776"/>
                </a:lnTo>
                <a:lnTo>
                  <a:pt x="10948" y="195414"/>
                </a:lnTo>
                <a:lnTo>
                  <a:pt x="10674" y="195067"/>
                </a:lnTo>
                <a:lnTo>
                  <a:pt x="10382" y="194735"/>
                </a:lnTo>
                <a:lnTo>
                  <a:pt x="10073" y="194418"/>
                </a:lnTo>
                <a:lnTo>
                  <a:pt x="9749" y="194119"/>
                </a:lnTo>
                <a:lnTo>
                  <a:pt x="9408" y="193838"/>
                </a:lnTo>
                <a:lnTo>
                  <a:pt x="9054" y="193577"/>
                </a:lnTo>
                <a:lnTo>
                  <a:pt x="8686" y="193336"/>
                </a:lnTo>
                <a:lnTo>
                  <a:pt x="8306" y="193117"/>
                </a:lnTo>
                <a:lnTo>
                  <a:pt x="7915" y="192920"/>
                </a:lnTo>
                <a:lnTo>
                  <a:pt x="7513" y="192748"/>
                </a:lnTo>
                <a:lnTo>
                  <a:pt x="7101" y="192600"/>
                </a:lnTo>
                <a:lnTo>
                  <a:pt x="6681" y="192479"/>
                </a:lnTo>
                <a:lnTo>
                  <a:pt x="6253" y="192385"/>
                </a:lnTo>
                <a:lnTo>
                  <a:pt x="5825" y="192320"/>
                </a:lnTo>
                <a:lnTo>
                  <a:pt x="5404" y="192286"/>
                </a:lnTo>
                <a:lnTo>
                  <a:pt x="4993" y="192281"/>
                </a:lnTo>
                <a:lnTo>
                  <a:pt x="4590" y="192304"/>
                </a:lnTo>
                <a:lnTo>
                  <a:pt x="4199" y="192355"/>
                </a:lnTo>
                <a:lnTo>
                  <a:pt x="3819" y="192434"/>
                </a:lnTo>
                <a:lnTo>
                  <a:pt x="3451" y="192538"/>
                </a:lnTo>
                <a:lnTo>
                  <a:pt x="3097" y="192668"/>
                </a:lnTo>
                <a:lnTo>
                  <a:pt x="2757" y="192823"/>
                </a:lnTo>
                <a:lnTo>
                  <a:pt x="2432" y="193002"/>
                </a:lnTo>
                <a:lnTo>
                  <a:pt x="2123" y="193204"/>
                </a:lnTo>
                <a:lnTo>
                  <a:pt x="1831" y="193428"/>
                </a:lnTo>
                <a:lnTo>
                  <a:pt x="1558" y="193674"/>
                </a:lnTo>
                <a:lnTo>
                  <a:pt x="1303" y="193941"/>
                </a:lnTo>
                <a:lnTo>
                  <a:pt x="1068" y="194228"/>
                </a:lnTo>
                <a:lnTo>
                  <a:pt x="854" y="194534"/>
                </a:lnTo>
                <a:lnTo>
                  <a:pt x="661" y="194859"/>
                </a:lnTo>
                <a:lnTo>
                  <a:pt x="491" y="195201"/>
                </a:lnTo>
                <a:lnTo>
                  <a:pt x="345" y="195561"/>
                </a:lnTo>
                <a:lnTo>
                  <a:pt x="223" y="195936"/>
                </a:lnTo>
                <a:lnTo>
                  <a:pt x="127" y="196327"/>
                </a:lnTo>
                <a:lnTo>
                  <a:pt x="57" y="196733"/>
                </a:lnTo>
                <a:lnTo>
                  <a:pt x="14" y="197153"/>
                </a:lnTo>
                <a:lnTo>
                  <a:pt x="0" y="197585"/>
                </a:lnTo>
                <a:lnTo>
                  <a:pt x="0" y="208834"/>
                </a:lnTo>
                <a:lnTo>
                  <a:pt x="0" y="215193"/>
                </a:lnTo>
                <a:lnTo>
                  <a:pt x="6253" y="216352"/>
                </a:lnTo>
                <a:lnTo>
                  <a:pt x="17313" y="218402"/>
                </a:lnTo>
                <a:lnTo>
                  <a:pt x="17741" y="218467"/>
                </a:lnTo>
                <a:lnTo>
                  <a:pt x="18161" y="218501"/>
                </a:lnTo>
                <a:lnTo>
                  <a:pt x="18573" y="218506"/>
                </a:lnTo>
                <a:lnTo>
                  <a:pt x="18975" y="218483"/>
                </a:lnTo>
                <a:lnTo>
                  <a:pt x="19367" y="218432"/>
                </a:lnTo>
                <a:lnTo>
                  <a:pt x="19747" y="218353"/>
                </a:lnTo>
                <a:lnTo>
                  <a:pt x="20114" y="218249"/>
                </a:lnTo>
                <a:lnTo>
                  <a:pt x="20469" y="218119"/>
                </a:lnTo>
                <a:lnTo>
                  <a:pt x="20809" y="217964"/>
                </a:lnTo>
                <a:lnTo>
                  <a:pt x="21134" y="217785"/>
                </a:lnTo>
                <a:lnTo>
                  <a:pt x="21442" y="217583"/>
                </a:lnTo>
                <a:lnTo>
                  <a:pt x="21734" y="217359"/>
                </a:lnTo>
                <a:lnTo>
                  <a:pt x="22008" y="217113"/>
                </a:lnTo>
                <a:lnTo>
                  <a:pt x="22263" y="216846"/>
                </a:lnTo>
                <a:lnTo>
                  <a:pt x="22498" y="216559"/>
                </a:lnTo>
                <a:lnTo>
                  <a:pt x="22712" y="216253"/>
                </a:lnTo>
                <a:lnTo>
                  <a:pt x="22904" y="215928"/>
                </a:lnTo>
                <a:lnTo>
                  <a:pt x="23074" y="215586"/>
                </a:lnTo>
                <a:lnTo>
                  <a:pt x="23220" y="215226"/>
                </a:lnTo>
                <a:lnTo>
                  <a:pt x="23342" y="214851"/>
                </a:lnTo>
                <a:lnTo>
                  <a:pt x="23438" y="214460"/>
                </a:lnTo>
                <a:lnTo>
                  <a:pt x="23508" y="214054"/>
                </a:lnTo>
                <a:lnTo>
                  <a:pt x="23551" y="213634"/>
                </a:lnTo>
                <a:lnTo>
                  <a:pt x="23566" y="213202"/>
                </a:lnTo>
                <a:lnTo>
                  <a:pt x="23551" y="212764"/>
                </a:lnTo>
                <a:lnTo>
                  <a:pt x="23508" y="212328"/>
                </a:lnTo>
                <a:lnTo>
                  <a:pt x="23438" y="211896"/>
                </a:lnTo>
                <a:lnTo>
                  <a:pt x="23342" y="211470"/>
                </a:lnTo>
                <a:lnTo>
                  <a:pt x="23220" y="211049"/>
                </a:lnTo>
                <a:lnTo>
                  <a:pt x="23074" y="210635"/>
                </a:lnTo>
                <a:lnTo>
                  <a:pt x="22904" y="210230"/>
                </a:lnTo>
                <a:lnTo>
                  <a:pt x="22712" y="209834"/>
                </a:lnTo>
                <a:lnTo>
                  <a:pt x="22498" y="209448"/>
                </a:lnTo>
                <a:lnTo>
                  <a:pt x="22263" y="209074"/>
                </a:lnTo>
                <a:lnTo>
                  <a:pt x="22008" y="208713"/>
                </a:lnTo>
                <a:lnTo>
                  <a:pt x="21734" y="208366"/>
                </a:lnTo>
                <a:lnTo>
                  <a:pt x="21442" y="208033"/>
                </a:lnTo>
                <a:lnTo>
                  <a:pt x="21134" y="207717"/>
                </a:lnTo>
                <a:lnTo>
                  <a:pt x="20809" y="207418"/>
                </a:lnTo>
                <a:lnTo>
                  <a:pt x="20469" y="207137"/>
                </a:lnTo>
                <a:lnTo>
                  <a:pt x="20114" y="206875"/>
                </a:lnTo>
                <a:lnTo>
                  <a:pt x="19747" y="206634"/>
                </a:lnTo>
                <a:lnTo>
                  <a:pt x="19367" y="206415"/>
                </a:lnTo>
                <a:lnTo>
                  <a:pt x="18975" y="206219"/>
                </a:lnTo>
                <a:lnTo>
                  <a:pt x="18573" y="206046"/>
                </a:lnTo>
                <a:lnTo>
                  <a:pt x="18161" y="205899"/>
                </a:lnTo>
                <a:lnTo>
                  <a:pt x="17741" y="205778"/>
                </a:lnTo>
                <a:lnTo>
                  <a:pt x="17313" y="205684"/>
                </a:lnTo>
                <a:lnTo>
                  <a:pt x="12505" y="204793"/>
                </a:lnTo>
                <a:lnTo>
                  <a:pt x="12505" y="199903"/>
                </a:lnTo>
                <a:lnTo>
                  <a:pt x="12491" y="199465"/>
                </a:lnTo>
                <a:lnTo>
                  <a:pt x="12448" y="199030"/>
                </a:lnTo>
                <a:lnTo>
                  <a:pt x="12378" y="198598"/>
                </a:lnTo>
                <a:lnTo>
                  <a:pt x="12282" y="198171"/>
                </a:lnTo>
                <a:lnTo>
                  <a:pt x="12160" y="197750"/>
                </a:lnTo>
                <a:lnTo>
                  <a:pt x="12014" y="197337"/>
                </a:lnTo>
                <a:close/>
                <a:moveTo>
                  <a:pt x="59500" y="11379"/>
                </a:moveTo>
                <a:lnTo>
                  <a:pt x="59120" y="11457"/>
                </a:lnTo>
                <a:lnTo>
                  <a:pt x="58752" y="11562"/>
                </a:lnTo>
                <a:lnTo>
                  <a:pt x="58398" y="11692"/>
                </a:lnTo>
                <a:lnTo>
                  <a:pt x="58058" y="11846"/>
                </a:lnTo>
                <a:lnTo>
                  <a:pt x="57733" y="12025"/>
                </a:lnTo>
                <a:lnTo>
                  <a:pt x="57424" y="12227"/>
                </a:lnTo>
                <a:lnTo>
                  <a:pt x="57133" y="12451"/>
                </a:lnTo>
                <a:lnTo>
                  <a:pt x="56859" y="12697"/>
                </a:lnTo>
                <a:lnTo>
                  <a:pt x="56604" y="12964"/>
                </a:lnTo>
                <a:lnTo>
                  <a:pt x="56369" y="13251"/>
                </a:lnTo>
                <a:lnTo>
                  <a:pt x="56155" y="13557"/>
                </a:lnTo>
                <a:lnTo>
                  <a:pt x="55962" y="13882"/>
                </a:lnTo>
                <a:lnTo>
                  <a:pt x="55793" y="14224"/>
                </a:lnTo>
                <a:lnTo>
                  <a:pt x="55646" y="14584"/>
                </a:lnTo>
                <a:lnTo>
                  <a:pt x="55525" y="14960"/>
                </a:lnTo>
                <a:lnTo>
                  <a:pt x="55428" y="15351"/>
                </a:lnTo>
                <a:lnTo>
                  <a:pt x="55358" y="15756"/>
                </a:lnTo>
                <a:lnTo>
                  <a:pt x="55316" y="16176"/>
                </a:lnTo>
                <a:lnTo>
                  <a:pt x="55301" y="16609"/>
                </a:lnTo>
                <a:lnTo>
                  <a:pt x="55316" y="17047"/>
                </a:lnTo>
                <a:lnTo>
                  <a:pt x="55358" y="17482"/>
                </a:lnTo>
                <a:lnTo>
                  <a:pt x="55428" y="17914"/>
                </a:lnTo>
                <a:lnTo>
                  <a:pt x="55525" y="18341"/>
                </a:lnTo>
                <a:lnTo>
                  <a:pt x="55646" y="18761"/>
                </a:lnTo>
                <a:lnTo>
                  <a:pt x="55793" y="19175"/>
                </a:lnTo>
                <a:lnTo>
                  <a:pt x="55962" y="19580"/>
                </a:lnTo>
                <a:lnTo>
                  <a:pt x="56155" y="19976"/>
                </a:lnTo>
                <a:lnTo>
                  <a:pt x="56369" y="20362"/>
                </a:lnTo>
                <a:lnTo>
                  <a:pt x="56604" y="20736"/>
                </a:lnTo>
                <a:lnTo>
                  <a:pt x="56859" y="21097"/>
                </a:lnTo>
                <a:lnTo>
                  <a:pt x="57133" y="21445"/>
                </a:lnTo>
                <a:lnTo>
                  <a:pt x="57424" y="21777"/>
                </a:lnTo>
                <a:lnTo>
                  <a:pt x="57733" y="22093"/>
                </a:lnTo>
                <a:lnTo>
                  <a:pt x="58058" y="22393"/>
                </a:lnTo>
                <a:lnTo>
                  <a:pt x="58398" y="22673"/>
                </a:lnTo>
                <a:lnTo>
                  <a:pt x="58752" y="22935"/>
                </a:lnTo>
                <a:lnTo>
                  <a:pt x="59120" y="23176"/>
                </a:lnTo>
                <a:lnTo>
                  <a:pt x="59500" y="23395"/>
                </a:lnTo>
                <a:lnTo>
                  <a:pt x="59892" y="23591"/>
                </a:lnTo>
                <a:lnTo>
                  <a:pt x="60294" y="23764"/>
                </a:lnTo>
                <a:lnTo>
                  <a:pt x="60705" y="23911"/>
                </a:lnTo>
                <a:lnTo>
                  <a:pt x="61126" y="24033"/>
                </a:lnTo>
                <a:lnTo>
                  <a:pt x="61554" y="24127"/>
                </a:lnTo>
                <a:lnTo>
                  <a:pt x="83674" y="28226"/>
                </a:lnTo>
                <a:lnTo>
                  <a:pt x="84102" y="28291"/>
                </a:lnTo>
                <a:lnTo>
                  <a:pt x="84523" y="28326"/>
                </a:lnTo>
                <a:lnTo>
                  <a:pt x="84934" y="28331"/>
                </a:lnTo>
                <a:lnTo>
                  <a:pt x="85337" y="28307"/>
                </a:lnTo>
                <a:lnTo>
                  <a:pt x="85728" y="28256"/>
                </a:lnTo>
                <a:lnTo>
                  <a:pt x="86108" y="28178"/>
                </a:lnTo>
                <a:lnTo>
                  <a:pt x="86476" y="28073"/>
                </a:lnTo>
                <a:lnTo>
                  <a:pt x="86830" y="27943"/>
                </a:lnTo>
                <a:lnTo>
                  <a:pt x="87170" y="27788"/>
                </a:lnTo>
                <a:lnTo>
                  <a:pt x="87495" y="27610"/>
                </a:lnTo>
                <a:lnTo>
                  <a:pt x="87804" y="27408"/>
                </a:lnTo>
                <a:lnTo>
                  <a:pt x="88096" y="27183"/>
                </a:lnTo>
                <a:lnTo>
                  <a:pt x="88369" y="26937"/>
                </a:lnTo>
                <a:lnTo>
                  <a:pt x="88624" y="26671"/>
                </a:lnTo>
                <a:lnTo>
                  <a:pt x="88859" y="26384"/>
                </a:lnTo>
                <a:lnTo>
                  <a:pt x="89073" y="26077"/>
                </a:lnTo>
                <a:lnTo>
                  <a:pt x="89266" y="25753"/>
                </a:lnTo>
                <a:lnTo>
                  <a:pt x="89436" y="25410"/>
                </a:lnTo>
                <a:lnTo>
                  <a:pt x="89582" y="25051"/>
                </a:lnTo>
                <a:lnTo>
                  <a:pt x="89704" y="24675"/>
                </a:lnTo>
                <a:lnTo>
                  <a:pt x="89800" y="24284"/>
                </a:lnTo>
                <a:lnTo>
                  <a:pt x="89870" y="23878"/>
                </a:lnTo>
                <a:lnTo>
                  <a:pt x="89913" y="23459"/>
                </a:lnTo>
                <a:lnTo>
                  <a:pt x="89927" y="23026"/>
                </a:lnTo>
                <a:lnTo>
                  <a:pt x="89913" y="22588"/>
                </a:lnTo>
                <a:lnTo>
                  <a:pt x="89870" y="22153"/>
                </a:lnTo>
                <a:lnTo>
                  <a:pt x="89800" y="21721"/>
                </a:lnTo>
                <a:lnTo>
                  <a:pt x="89704" y="21294"/>
                </a:lnTo>
                <a:lnTo>
                  <a:pt x="89582" y="20873"/>
                </a:lnTo>
                <a:lnTo>
                  <a:pt x="89436" y="20460"/>
                </a:lnTo>
                <a:lnTo>
                  <a:pt x="89266" y="20054"/>
                </a:lnTo>
                <a:lnTo>
                  <a:pt x="89073" y="19658"/>
                </a:lnTo>
                <a:lnTo>
                  <a:pt x="88859" y="19273"/>
                </a:lnTo>
                <a:lnTo>
                  <a:pt x="88624" y="18899"/>
                </a:lnTo>
                <a:lnTo>
                  <a:pt x="88369" y="18538"/>
                </a:lnTo>
                <a:lnTo>
                  <a:pt x="88096" y="18190"/>
                </a:lnTo>
                <a:lnTo>
                  <a:pt x="87804" y="17858"/>
                </a:lnTo>
                <a:lnTo>
                  <a:pt x="87495" y="17541"/>
                </a:lnTo>
                <a:lnTo>
                  <a:pt x="87170" y="17242"/>
                </a:lnTo>
                <a:lnTo>
                  <a:pt x="86830" y="16961"/>
                </a:lnTo>
                <a:lnTo>
                  <a:pt x="86476" y="16700"/>
                </a:lnTo>
                <a:lnTo>
                  <a:pt x="86108" y="16459"/>
                </a:lnTo>
                <a:lnTo>
                  <a:pt x="85728" y="16240"/>
                </a:lnTo>
                <a:lnTo>
                  <a:pt x="85337" y="16043"/>
                </a:lnTo>
                <a:lnTo>
                  <a:pt x="84934" y="15871"/>
                </a:lnTo>
                <a:lnTo>
                  <a:pt x="84523" y="15723"/>
                </a:lnTo>
                <a:lnTo>
                  <a:pt x="84102" y="15602"/>
                </a:lnTo>
                <a:lnTo>
                  <a:pt x="83674" y="15508"/>
                </a:lnTo>
                <a:lnTo>
                  <a:pt x="61554" y="11408"/>
                </a:lnTo>
                <a:lnTo>
                  <a:pt x="61126" y="11344"/>
                </a:lnTo>
                <a:lnTo>
                  <a:pt x="60705" y="11309"/>
                </a:lnTo>
                <a:lnTo>
                  <a:pt x="60294" y="11304"/>
                </a:lnTo>
                <a:lnTo>
                  <a:pt x="59892" y="11327"/>
                </a:lnTo>
                <a:lnTo>
                  <a:pt x="59500" y="11379"/>
                </a:lnTo>
                <a:close/>
                <a:moveTo>
                  <a:pt x="125862" y="23678"/>
                </a:moveTo>
                <a:lnTo>
                  <a:pt x="125482" y="23756"/>
                </a:lnTo>
                <a:lnTo>
                  <a:pt x="125114" y="23861"/>
                </a:lnTo>
                <a:lnTo>
                  <a:pt x="124760" y="23991"/>
                </a:lnTo>
                <a:lnTo>
                  <a:pt x="124419" y="24146"/>
                </a:lnTo>
                <a:lnTo>
                  <a:pt x="124095" y="24325"/>
                </a:lnTo>
                <a:lnTo>
                  <a:pt x="123786" y="24527"/>
                </a:lnTo>
                <a:lnTo>
                  <a:pt x="123494" y="24751"/>
                </a:lnTo>
                <a:lnTo>
                  <a:pt x="123220" y="24997"/>
                </a:lnTo>
                <a:lnTo>
                  <a:pt x="122966" y="25264"/>
                </a:lnTo>
                <a:lnTo>
                  <a:pt x="122731" y="25550"/>
                </a:lnTo>
                <a:lnTo>
                  <a:pt x="122516" y="25857"/>
                </a:lnTo>
                <a:lnTo>
                  <a:pt x="122324" y="26181"/>
                </a:lnTo>
                <a:lnTo>
                  <a:pt x="122154" y="26524"/>
                </a:lnTo>
                <a:lnTo>
                  <a:pt x="122008" y="26883"/>
                </a:lnTo>
                <a:lnTo>
                  <a:pt x="121886" y="27259"/>
                </a:lnTo>
                <a:lnTo>
                  <a:pt x="121790" y="27650"/>
                </a:lnTo>
                <a:lnTo>
                  <a:pt x="121720" y="28056"/>
                </a:lnTo>
                <a:lnTo>
                  <a:pt x="121677" y="28475"/>
                </a:lnTo>
                <a:lnTo>
                  <a:pt x="121663" y="28908"/>
                </a:lnTo>
                <a:lnTo>
                  <a:pt x="121677" y="29346"/>
                </a:lnTo>
                <a:lnTo>
                  <a:pt x="121720" y="29781"/>
                </a:lnTo>
                <a:lnTo>
                  <a:pt x="121790" y="30213"/>
                </a:lnTo>
                <a:lnTo>
                  <a:pt x="121886" y="30640"/>
                </a:lnTo>
                <a:lnTo>
                  <a:pt x="122008" y="31061"/>
                </a:lnTo>
                <a:lnTo>
                  <a:pt x="122154" y="31474"/>
                </a:lnTo>
                <a:lnTo>
                  <a:pt x="122324" y="31880"/>
                </a:lnTo>
                <a:lnTo>
                  <a:pt x="122516" y="32276"/>
                </a:lnTo>
                <a:lnTo>
                  <a:pt x="122731" y="32661"/>
                </a:lnTo>
                <a:lnTo>
                  <a:pt x="122966" y="33035"/>
                </a:lnTo>
                <a:lnTo>
                  <a:pt x="123220" y="33397"/>
                </a:lnTo>
                <a:lnTo>
                  <a:pt x="123494" y="33744"/>
                </a:lnTo>
                <a:lnTo>
                  <a:pt x="123786" y="34076"/>
                </a:lnTo>
                <a:lnTo>
                  <a:pt x="124095" y="34393"/>
                </a:lnTo>
                <a:lnTo>
                  <a:pt x="124419" y="34692"/>
                </a:lnTo>
                <a:lnTo>
                  <a:pt x="124760" y="34973"/>
                </a:lnTo>
                <a:lnTo>
                  <a:pt x="125114" y="35234"/>
                </a:lnTo>
                <a:lnTo>
                  <a:pt x="125482" y="35475"/>
                </a:lnTo>
                <a:lnTo>
                  <a:pt x="125862" y="35694"/>
                </a:lnTo>
                <a:lnTo>
                  <a:pt x="126253" y="35891"/>
                </a:lnTo>
                <a:lnTo>
                  <a:pt x="126655" y="36063"/>
                </a:lnTo>
                <a:lnTo>
                  <a:pt x="127067" y="36211"/>
                </a:lnTo>
                <a:lnTo>
                  <a:pt x="127487" y="36332"/>
                </a:lnTo>
                <a:lnTo>
                  <a:pt x="127915" y="36426"/>
                </a:lnTo>
                <a:lnTo>
                  <a:pt x="150036" y="40526"/>
                </a:lnTo>
                <a:lnTo>
                  <a:pt x="150464" y="40590"/>
                </a:lnTo>
                <a:lnTo>
                  <a:pt x="150884" y="40625"/>
                </a:lnTo>
                <a:lnTo>
                  <a:pt x="151296" y="40630"/>
                </a:lnTo>
                <a:lnTo>
                  <a:pt x="151698" y="40607"/>
                </a:lnTo>
                <a:lnTo>
                  <a:pt x="152090" y="40555"/>
                </a:lnTo>
                <a:lnTo>
                  <a:pt x="152470" y="40477"/>
                </a:lnTo>
                <a:lnTo>
                  <a:pt x="152837" y="40373"/>
                </a:lnTo>
                <a:lnTo>
                  <a:pt x="153192" y="40242"/>
                </a:lnTo>
                <a:lnTo>
                  <a:pt x="153532" y="40088"/>
                </a:lnTo>
                <a:lnTo>
                  <a:pt x="153857" y="39909"/>
                </a:lnTo>
                <a:lnTo>
                  <a:pt x="154165" y="39707"/>
                </a:lnTo>
                <a:lnTo>
                  <a:pt x="154457" y="39483"/>
                </a:lnTo>
                <a:lnTo>
                  <a:pt x="154731" y="39237"/>
                </a:lnTo>
                <a:lnTo>
                  <a:pt x="154986" y="38970"/>
                </a:lnTo>
                <a:lnTo>
                  <a:pt x="155221" y="38683"/>
                </a:lnTo>
                <a:lnTo>
                  <a:pt x="155435" y="38377"/>
                </a:lnTo>
                <a:lnTo>
                  <a:pt x="155627" y="38052"/>
                </a:lnTo>
                <a:lnTo>
                  <a:pt x="155797" y="37710"/>
                </a:lnTo>
                <a:lnTo>
                  <a:pt x="155943" y="37350"/>
                </a:lnTo>
                <a:lnTo>
                  <a:pt x="156065" y="36975"/>
                </a:lnTo>
                <a:lnTo>
                  <a:pt x="156161" y="36584"/>
                </a:lnTo>
                <a:lnTo>
                  <a:pt x="156231" y="36178"/>
                </a:lnTo>
                <a:lnTo>
                  <a:pt x="156274" y="35758"/>
                </a:lnTo>
                <a:lnTo>
                  <a:pt x="156288" y="35326"/>
                </a:lnTo>
                <a:lnTo>
                  <a:pt x="156274" y="34887"/>
                </a:lnTo>
                <a:lnTo>
                  <a:pt x="156231" y="34452"/>
                </a:lnTo>
                <a:lnTo>
                  <a:pt x="156161" y="34020"/>
                </a:lnTo>
                <a:lnTo>
                  <a:pt x="156065" y="33594"/>
                </a:lnTo>
                <a:lnTo>
                  <a:pt x="155943" y="33173"/>
                </a:lnTo>
                <a:lnTo>
                  <a:pt x="155797" y="32759"/>
                </a:lnTo>
                <a:lnTo>
                  <a:pt x="155627" y="32354"/>
                </a:lnTo>
                <a:lnTo>
                  <a:pt x="155435" y="31958"/>
                </a:lnTo>
                <a:lnTo>
                  <a:pt x="155221" y="31572"/>
                </a:lnTo>
                <a:lnTo>
                  <a:pt x="154986" y="31198"/>
                </a:lnTo>
                <a:lnTo>
                  <a:pt x="154731" y="30837"/>
                </a:lnTo>
                <a:lnTo>
                  <a:pt x="154457" y="30490"/>
                </a:lnTo>
                <a:lnTo>
                  <a:pt x="154165" y="30157"/>
                </a:lnTo>
                <a:lnTo>
                  <a:pt x="153857" y="29841"/>
                </a:lnTo>
                <a:lnTo>
                  <a:pt x="153532" y="29542"/>
                </a:lnTo>
                <a:lnTo>
                  <a:pt x="153192" y="29261"/>
                </a:lnTo>
                <a:lnTo>
                  <a:pt x="152837" y="28999"/>
                </a:lnTo>
                <a:lnTo>
                  <a:pt x="152470" y="28758"/>
                </a:lnTo>
                <a:lnTo>
                  <a:pt x="152090" y="28539"/>
                </a:lnTo>
                <a:lnTo>
                  <a:pt x="151698" y="28343"/>
                </a:lnTo>
                <a:lnTo>
                  <a:pt x="151296" y="28170"/>
                </a:lnTo>
                <a:lnTo>
                  <a:pt x="150884" y="28023"/>
                </a:lnTo>
                <a:lnTo>
                  <a:pt x="150464" y="27902"/>
                </a:lnTo>
                <a:lnTo>
                  <a:pt x="150036" y="27808"/>
                </a:lnTo>
                <a:lnTo>
                  <a:pt x="127915" y="23708"/>
                </a:lnTo>
                <a:lnTo>
                  <a:pt x="127487" y="23643"/>
                </a:lnTo>
                <a:lnTo>
                  <a:pt x="127067" y="23609"/>
                </a:lnTo>
                <a:lnTo>
                  <a:pt x="126655" y="23603"/>
                </a:lnTo>
                <a:lnTo>
                  <a:pt x="126253" y="23627"/>
                </a:lnTo>
                <a:lnTo>
                  <a:pt x="125862" y="23678"/>
                </a:lnTo>
                <a:close/>
                <a:moveTo>
                  <a:pt x="192223" y="35978"/>
                </a:moveTo>
                <a:lnTo>
                  <a:pt x="191843" y="36056"/>
                </a:lnTo>
                <a:lnTo>
                  <a:pt x="191475" y="36160"/>
                </a:lnTo>
                <a:lnTo>
                  <a:pt x="191121" y="36290"/>
                </a:lnTo>
                <a:lnTo>
                  <a:pt x="190781" y="36445"/>
                </a:lnTo>
                <a:lnTo>
                  <a:pt x="190456" y="36624"/>
                </a:lnTo>
                <a:lnTo>
                  <a:pt x="190147" y="36826"/>
                </a:lnTo>
                <a:lnTo>
                  <a:pt x="189856" y="37050"/>
                </a:lnTo>
                <a:lnTo>
                  <a:pt x="189582" y="37296"/>
                </a:lnTo>
                <a:lnTo>
                  <a:pt x="189327" y="37563"/>
                </a:lnTo>
                <a:lnTo>
                  <a:pt x="189092" y="37850"/>
                </a:lnTo>
                <a:lnTo>
                  <a:pt x="188878" y="38156"/>
                </a:lnTo>
                <a:lnTo>
                  <a:pt x="188685" y="38481"/>
                </a:lnTo>
                <a:lnTo>
                  <a:pt x="188516" y="38823"/>
                </a:lnTo>
                <a:lnTo>
                  <a:pt x="188369" y="39183"/>
                </a:lnTo>
                <a:lnTo>
                  <a:pt x="188248" y="39558"/>
                </a:lnTo>
                <a:lnTo>
                  <a:pt x="188151" y="39949"/>
                </a:lnTo>
                <a:lnTo>
                  <a:pt x="188081" y="40355"/>
                </a:lnTo>
                <a:lnTo>
                  <a:pt x="188039" y="40775"/>
                </a:lnTo>
                <a:lnTo>
                  <a:pt x="188024" y="41207"/>
                </a:lnTo>
                <a:lnTo>
                  <a:pt x="188039" y="41645"/>
                </a:lnTo>
                <a:lnTo>
                  <a:pt x="188081" y="42081"/>
                </a:lnTo>
                <a:lnTo>
                  <a:pt x="188151" y="42513"/>
                </a:lnTo>
                <a:lnTo>
                  <a:pt x="188248" y="42939"/>
                </a:lnTo>
                <a:lnTo>
                  <a:pt x="188369" y="43360"/>
                </a:lnTo>
                <a:lnTo>
                  <a:pt x="188516" y="43774"/>
                </a:lnTo>
                <a:lnTo>
                  <a:pt x="188685" y="44179"/>
                </a:lnTo>
                <a:lnTo>
                  <a:pt x="188878" y="44575"/>
                </a:lnTo>
                <a:lnTo>
                  <a:pt x="189092" y="44961"/>
                </a:lnTo>
                <a:lnTo>
                  <a:pt x="189327" y="45335"/>
                </a:lnTo>
                <a:lnTo>
                  <a:pt x="189582" y="45696"/>
                </a:lnTo>
                <a:lnTo>
                  <a:pt x="189856" y="46043"/>
                </a:lnTo>
                <a:lnTo>
                  <a:pt x="190147" y="46376"/>
                </a:lnTo>
                <a:lnTo>
                  <a:pt x="190456" y="46692"/>
                </a:lnTo>
                <a:lnTo>
                  <a:pt x="190781" y="46991"/>
                </a:lnTo>
                <a:lnTo>
                  <a:pt x="191121" y="47272"/>
                </a:lnTo>
                <a:lnTo>
                  <a:pt x="191475" y="47534"/>
                </a:lnTo>
                <a:lnTo>
                  <a:pt x="191843" y="47775"/>
                </a:lnTo>
                <a:lnTo>
                  <a:pt x="192223" y="47994"/>
                </a:lnTo>
                <a:lnTo>
                  <a:pt x="192615" y="48190"/>
                </a:lnTo>
                <a:lnTo>
                  <a:pt x="193017" y="48363"/>
                </a:lnTo>
                <a:lnTo>
                  <a:pt x="193428" y="48510"/>
                </a:lnTo>
                <a:lnTo>
                  <a:pt x="193849" y="48631"/>
                </a:lnTo>
                <a:lnTo>
                  <a:pt x="194277" y="48725"/>
                </a:lnTo>
                <a:lnTo>
                  <a:pt x="199084" y="49616"/>
                </a:lnTo>
                <a:lnTo>
                  <a:pt x="199084" y="54506"/>
                </a:lnTo>
                <a:lnTo>
                  <a:pt x="199099" y="54944"/>
                </a:lnTo>
                <a:lnTo>
                  <a:pt x="199141" y="55379"/>
                </a:lnTo>
                <a:lnTo>
                  <a:pt x="199211" y="55811"/>
                </a:lnTo>
                <a:lnTo>
                  <a:pt x="199308" y="56238"/>
                </a:lnTo>
                <a:lnTo>
                  <a:pt x="199430" y="56659"/>
                </a:lnTo>
                <a:lnTo>
                  <a:pt x="199576" y="57072"/>
                </a:lnTo>
                <a:lnTo>
                  <a:pt x="199746" y="57478"/>
                </a:lnTo>
                <a:lnTo>
                  <a:pt x="199938" y="57874"/>
                </a:lnTo>
                <a:lnTo>
                  <a:pt x="200152" y="58259"/>
                </a:lnTo>
                <a:lnTo>
                  <a:pt x="200387" y="58633"/>
                </a:lnTo>
                <a:lnTo>
                  <a:pt x="200642" y="58995"/>
                </a:lnTo>
                <a:lnTo>
                  <a:pt x="200916" y="59342"/>
                </a:lnTo>
                <a:lnTo>
                  <a:pt x="201207" y="59674"/>
                </a:lnTo>
                <a:lnTo>
                  <a:pt x="201516" y="59991"/>
                </a:lnTo>
                <a:lnTo>
                  <a:pt x="201841" y="60290"/>
                </a:lnTo>
                <a:lnTo>
                  <a:pt x="202181" y="60571"/>
                </a:lnTo>
                <a:lnTo>
                  <a:pt x="202536" y="60832"/>
                </a:lnTo>
                <a:lnTo>
                  <a:pt x="202903" y="61073"/>
                </a:lnTo>
                <a:lnTo>
                  <a:pt x="203283" y="61292"/>
                </a:lnTo>
                <a:lnTo>
                  <a:pt x="203675" y="61489"/>
                </a:lnTo>
                <a:lnTo>
                  <a:pt x="204077" y="61661"/>
                </a:lnTo>
                <a:lnTo>
                  <a:pt x="204489" y="61809"/>
                </a:lnTo>
                <a:lnTo>
                  <a:pt x="204909" y="61930"/>
                </a:lnTo>
                <a:lnTo>
                  <a:pt x="205337" y="62024"/>
                </a:lnTo>
                <a:lnTo>
                  <a:pt x="205765" y="62089"/>
                </a:lnTo>
                <a:lnTo>
                  <a:pt x="206185" y="62123"/>
                </a:lnTo>
                <a:lnTo>
                  <a:pt x="206597" y="62128"/>
                </a:lnTo>
                <a:lnTo>
                  <a:pt x="206999" y="62105"/>
                </a:lnTo>
                <a:lnTo>
                  <a:pt x="207391" y="62054"/>
                </a:lnTo>
                <a:lnTo>
                  <a:pt x="207771" y="61975"/>
                </a:lnTo>
                <a:lnTo>
                  <a:pt x="208139" y="61871"/>
                </a:lnTo>
                <a:lnTo>
                  <a:pt x="208493" y="61741"/>
                </a:lnTo>
                <a:lnTo>
                  <a:pt x="208833" y="61586"/>
                </a:lnTo>
                <a:lnTo>
                  <a:pt x="209158" y="61407"/>
                </a:lnTo>
                <a:lnTo>
                  <a:pt x="209467" y="61205"/>
                </a:lnTo>
                <a:lnTo>
                  <a:pt x="209758" y="60981"/>
                </a:lnTo>
                <a:lnTo>
                  <a:pt x="210032" y="60735"/>
                </a:lnTo>
                <a:lnTo>
                  <a:pt x="210287" y="60468"/>
                </a:lnTo>
                <a:lnTo>
                  <a:pt x="210522" y="60181"/>
                </a:lnTo>
                <a:lnTo>
                  <a:pt x="210736" y="59875"/>
                </a:lnTo>
                <a:lnTo>
                  <a:pt x="210928" y="59550"/>
                </a:lnTo>
                <a:lnTo>
                  <a:pt x="211098" y="59208"/>
                </a:lnTo>
                <a:lnTo>
                  <a:pt x="211245" y="58848"/>
                </a:lnTo>
                <a:lnTo>
                  <a:pt x="211366" y="58473"/>
                </a:lnTo>
                <a:lnTo>
                  <a:pt x="211463" y="58082"/>
                </a:lnTo>
                <a:lnTo>
                  <a:pt x="211533" y="57676"/>
                </a:lnTo>
                <a:lnTo>
                  <a:pt x="211575" y="57256"/>
                </a:lnTo>
                <a:lnTo>
                  <a:pt x="211590" y="56824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194277" y="36007"/>
                </a:lnTo>
                <a:lnTo>
                  <a:pt x="193849" y="35942"/>
                </a:lnTo>
                <a:lnTo>
                  <a:pt x="193428" y="35908"/>
                </a:lnTo>
                <a:lnTo>
                  <a:pt x="193017" y="35903"/>
                </a:lnTo>
                <a:lnTo>
                  <a:pt x="192615" y="35926"/>
                </a:lnTo>
                <a:lnTo>
                  <a:pt x="192223" y="35978"/>
                </a:lnTo>
                <a:close/>
                <a:moveTo>
                  <a:pt x="59120" y="213932"/>
                </a:moveTo>
                <a:lnTo>
                  <a:pt x="58752" y="214036"/>
                </a:lnTo>
                <a:lnTo>
                  <a:pt x="58398" y="214167"/>
                </a:lnTo>
                <a:lnTo>
                  <a:pt x="58058" y="214321"/>
                </a:lnTo>
                <a:lnTo>
                  <a:pt x="57733" y="214500"/>
                </a:lnTo>
                <a:lnTo>
                  <a:pt x="57424" y="214702"/>
                </a:lnTo>
                <a:lnTo>
                  <a:pt x="57133" y="214926"/>
                </a:lnTo>
                <a:lnTo>
                  <a:pt x="56859" y="215172"/>
                </a:lnTo>
                <a:lnTo>
                  <a:pt x="56604" y="215439"/>
                </a:lnTo>
                <a:lnTo>
                  <a:pt x="56369" y="215726"/>
                </a:lnTo>
                <a:lnTo>
                  <a:pt x="56155" y="216032"/>
                </a:lnTo>
                <a:lnTo>
                  <a:pt x="55962" y="216357"/>
                </a:lnTo>
                <a:lnTo>
                  <a:pt x="55793" y="216699"/>
                </a:lnTo>
                <a:lnTo>
                  <a:pt x="55646" y="217059"/>
                </a:lnTo>
                <a:lnTo>
                  <a:pt x="55525" y="217434"/>
                </a:lnTo>
                <a:lnTo>
                  <a:pt x="55428" y="217825"/>
                </a:lnTo>
                <a:lnTo>
                  <a:pt x="55358" y="218231"/>
                </a:lnTo>
                <a:lnTo>
                  <a:pt x="55316" y="218651"/>
                </a:lnTo>
                <a:lnTo>
                  <a:pt x="55301" y="219083"/>
                </a:lnTo>
                <a:lnTo>
                  <a:pt x="55316" y="219522"/>
                </a:lnTo>
                <a:lnTo>
                  <a:pt x="55358" y="219957"/>
                </a:lnTo>
                <a:lnTo>
                  <a:pt x="55428" y="220389"/>
                </a:lnTo>
                <a:lnTo>
                  <a:pt x="55525" y="220815"/>
                </a:lnTo>
                <a:lnTo>
                  <a:pt x="55646" y="221236"/>
                </a:lnTo>
                <a:lnTo>
                  <a:pt x="55793" y="221650"/>
                </a:lnTo>
                <a:lnTo>
                  <a:pt x="55962" y="222055"/>
                </a:lnTo>
                <a:lnTo>
                  <a:pt x="56155" y="222451"/>
                </a:lnTo>
                <a:lnTo>
                  <a:pt x="56369" y="222837"/>
                </a:lnTo>
                <a:lnTo>
                  <a:pt x="56604" y="223211"/>
                </a:lnTo>
                <a:lnTo>
                  <a:pt x="56859" y="223572"/>
                </a:lnTo>
                <a:lnTo>
                  <a:pt x="57133" y="223919"/>
                </a:lnTo>
                <a:lnTo>
                  <a:pt x="57424" y="224252"/>
                </a:lnTo>
                <a:lnTo>
                  <a:pt x="57733" y="224568"/>
                </a:lnTo>
                <a:lnTo>
                  <a:pt x="58058" y="224867"/>
                </a:lnTo>
                <a:lnTo>
                  <a:pt x="58398" y="225148"/>
                </a:lnTo>
                <a:lnTo>
                  <a:pt x="58752" y="225410"/>
                </a:lnTo>
                <a:lnTo>
                  <a:pt x="59120" y="225651"/>
                </a:lnTo>
                <a:lnTo>
                  <a:pt x="59500" y="225870"/>
                </a:lnTo>
                <a:lnTo>
                  <a:pt x="59892" y="226066"/>
                </a:lnTo>
                <a:lnTo>
                  <a:pt x="60294" y="226239"/>
                </a:lnTo>
                <a:lnTo>
                  <a:pt x="60705" y="226386"/>
                </a:lnTo>
                <a:lnTo>
                  <a:pt x="61126" y="226507"/>
                </a:lnTo>
                <a:lnTo>
                  <a:pt x="61554" y="226601"/>
                </a:lnTo>
                <a:lnTo>
                  <a:pt x="83674" y="230701"/>
                </a:lnTo>
                <a:lnTo>
                  <a:pt x="84102" y="230766"/>
                </a:lnTo>
                <a:lnTo>
                  <a:pt x="84523" y="230800"/>
                </a:lnTo>
                <a:lnTo>
                  <a:pt x="84934" y="230806"/>
                </a:lnTo>
                <a:lnTo>
                  <a:pt x="85337" y="230782"/>
                </a:lnTo>
                <a:lnTo>
                  <a:pt x="85728" y="230731"/>
                </a:lnTo>
                <a:lnTo>
                  <a:pt x="86108" y="230653"/>
                </a:lnTo>
                <a:lnTo>
                  <a:pt x="86476" y="230548"/>
                </a:lnTo>
                <a:lnTo>
                  <a:pt x="86830" y="230418"/>
                </a:lnTo>
                <a:lnTo>
                  <a:pt x="87170" y="230263"/>
                </a:lnTo>
                <a:lnTo>
                  <a:pt x="87495" y="230084"/>
                </a:lnTo>
                <a:lnTo>
                  <a:pt x="87804" y="229882"/>
                </a:lnTo>
                <a:lnTo>
                  <a:pt x="88096" y="229658"/>
                </a:lnTo>
                <a:lnTo>
                  <a:pt x="88369" y="229412"/>
                </a:lnTo>
                <a:lnTo>
                  <a:pt x="88624" y="229145"/>
                </a:lnTo>
                <a:lnTo>
                  <a:pt x="88859" y="228859"/>
                </a:lnTo>
                <a:lnTo>
                  <a:pt x="89073" y="228552"/>
                </a:lnTo>
                <a:lnTo>
                  <a:pt x="89266" y="228228"/>
                </a:lnTo>
                <a:lnTo>
                  <a:pt x="89436" y="227885"/>
                </a:lnTo>
                <a:lnTo>
                  <a:pt x="89582" y="227526"/>
                </a:lnTo>
                <a:lnTo>
                  <a:pt x="89704" y="227150"/>
                </a:lnTo>
                <a:lnTo>
                  <a:pt x="89800" y="226759"/>
                </a:lnTo>
                <a:lnTo>
                  <a:pt x="89870" y="226353"/>
                </a:lnTo>
                <a:lnTo>
                  <a:pt x="89913" y="225934"/>
                </a:lnTo>
                <a:lnTo>
                  <a:pt x="89927" y="225501"/>
                </a:lnTo>
                <a:lnTo>
                  <a:pt x="89913" y="225063"/>
                </a:lnTo>
                <a:lnTo>
                  <a:pt x="89870" y="224628"/>
                </a:lnTo>
                <a:lnTo>
                  <a:pt x="89800" y="224196"/>
                </a:lnTo>
                <a:lnTo>
                  <a:pt x="89704" y="223769"/>
                </a:lnTo>
                <a:lnTo>
                  <a:pt x="89582" y="223348"/>
                </a:lnTo>
                <a:lnTo>
                  <a:pt x="89436" y="222935"/>
                </a:lnTo>
                <a:lnTo>
                  <a:pt x="89266" y="222529"/>
                </a:lnTo>
                <a:lnTo>
                  <a:pt x="89073" y="222133"/>
                </a:lnTo>
                <a:lnTo>
                  <a:pt x="88859" y="221748"/>
                </a:lnTo>
                <a:lnTo>
                  <a:pt x="88624" y="221374"/>
                </a:lnTo>
                <a:lnTo>
                  <a:pt x="88369" y="221012"/>
                </a:lnTo>
                <a:lnTo>
                  <a:pt x="88096" y="220665"/>
                </a:lnTo>
                <a:lnTo>
                  <a:pt x="87804" y="220333"/>
                </a:lnTo>
                <a:lnTo>
                  <a:pt x="87495" y="220016"/>
                </a:lnTo>
                <a:lnTo>
                  <a:pt x="87170" y="219717"/>
                </a:lnTo>
                <a:lnTo>
                  <a:pt x="86830" y="219436"/>
                </a:lnTo>
                <a:lnTo>
                  <a:pt x="86476" y="219175"/>
                </a:lnTo>
                <a:lnTo>
                  <a:pt x="86108" y="218934"/>
                </a:lnTo>
                <a:lnTo>
                  <a:pt x="85728" y="218715"/>
                </a:lnTo>
                <a:lnTo>
                  <a:pt x="85337" y="218518"/>
                </a:lnTo>
                <a:lnTo>
                  <a:pt x="84934" y="218346"/>
                </a:lnTo>
                <a:lnTo>
                  <a:pt x="84523" y="218198"/>
                </a:lnTo>
                <a:lnTo>
                  <a:pt x="84102" y="218077"/>
                </a:lnTo>
                <a:lnTo>
                  <a:pt x="83674" y="217983"/>
                </a:lnTo>
                <a:lnTo>
                  <a:pt x="61554" y="213883"/>
                </a:lnTo>
                <a:lnTo>
                  <a:pt x="61126" y="213819"/>
                </a:lnTo>
                <a:lnTo>
                  <a:pt x="60705" y="213784"/>
                </a:lnTo>
                <a:lnTo>
                  <a:pt x="60294" y="213779"/>
                </a:lnTo>
                <a:lnTo>
                  <a:pt x="59892" y="213802"/>
                </a:lnTo>
                <a:lnTo>
                  <a:pt x="59500" y="213854"/>
                </a:lnTo>
                <a:lnTo>
                  <a:pt x="59120" y="213932"/>
                </a:lnTo>
                <a:close/>
                <a:moveTo>
                  <a:pt x="125482" y="226231"/>
                </a:moveTo>
                <a:lnTo>
                  <a:pt x="125114" y="226336"/>
                </a:lnTo>
                <a:lnTo>
                  <a:pt x="124760" y="226466"/>
                </a:lnTo>
                <a:lnTo>
                  <a:pt x="124419" y="226621"/>
                </a:lnTo>
                <a:lnTo>
                  <a:pt x="124095" y="226799"/>
                </a:lnTo>
                <a:lnTo>
                  <a:pt x="123786" y="227001"/>
                </a:lnTo>
                <a:lnTo>
                  <a:pt x="123494" y="227226"/>
                </a:lnTo>
                <a:lnTo>
                  <a:pt x="123220" y="227472"/>
                </a:lnTo>
                <a:lnTo>
                  <a:pt x="122966" y="227738"/>
                </a:lnTo>
                <a:lnTo>
                  <a:pt x="122731" y="228025"/>
                </a:lnTo>
                <a:lnTo>
                  <a:pt x="122516" y="228332"/>
                </a:lnTo>
                <a:lnTo>
                  <a:pt x="122324" y="228656"/>
                </a:lnTo>
                <a:lnTo>
                  <a:pt x="122154" y="228999"/>
                </a:lnTo>
                <a:lnTo>
                  <a:pt x="122008" y="229358"/>
                </a:lnTo>
                <a:lnTo>
                  <a:pt x="121886" y="229734"/>
                </a:lnTo>
                <a:lnTo>
                  <a:pt x="121790" y="230125"/>
                </a:lnTo>
                <a:lnTo>
                  <a:pt x="121720" y="230531"/>
                </a:lnTo>
                <a:lnTo>
                  <a:pt x="121677" y="230950"/>
                </a:lnTo>
                <a:lnTo>
                  <a:pt x="121663" y="231383"/>
                </a:lnTo>
                <a:lnTo>
                  <a:pt x="121677" y="231821"/>
                </a:lnTo>
                <a:lnTo>
                  <a:pt x="121720" y="232256"/>
                </a:lnTo>
                <a:lnTo>
                  <a:pt x="121790" y="232688"/>
                </a:lnTo>
                <a:lnTo>
                  <a:pt x="121886" y="233115"/>
                </a:lnTo>
                <a:lnTo>
                  <a:pt x="122008" y="233536"/>
                </a:lnTo>
                <a:lnTo>
                  <a:pt x="122154" y="233949"/>
                </a:lnTo>
                <a:lnTo>
                  <a:pt x="122324" y="234355"/>
                </a:lnTo>
                <a:lnTo>
                  <a:pt x="122516" y="234751"/>
                </a:lnTo>
                <a:lnTo>
                  <a:pt x="122731" y="235136"/>
                </a:lnTo>
                <a:lnTo>
                  <a:pt x="122966" y="235510"/>
                </a:lnTo>
                <a:lnTo>
                  <a:pt x="123220" y="235871"/>
                </a:lnTo>
                <a:lnTo>
                  <a:pt x="123494" y="236219"/>
                </a:lnTo>
                <a:lnTo>
                  <a:pt x="123786" y="236551"/>
                </a:lnTo>
                <a:lnTo>
                  <a:pt x="124095" y="236868"/>
                </a:lnTo>
                <a:lnTo>
                  <a:pt x="124419" y="237167"/>
                </a:lnTo>
                <a:lnTo>
                  <a:pt x="124760" y="237448"/>
                </a:lnTo>
                <a:lnTo>
                  <a:pt x="125114" y="237709"/>
                </a:lnTo>
                <a:lnTo>
                  <a:pt x="125482" y="237950"/>
                </a:lnTo>
                <a:lnTo>
                  <a:pt x="125862" y="238169"/>
                </a:lnTo>
                <a:lnTo>
                  <a:pt x="126253" y="238366"/>
                </a:lnTo>
                <a:lnTo>
                  <a:pt x="126655" y="238538"/>
                </a:lnTo>
                <a:lnTo>
                  <a:pt x="127067" y="238686"/>
                </a:lnTo>
                <a:lnTo>
                  <a:pt x="127487" y="238807"/>
                </a:lnTo>
                <a:lnTo>
                  <a:pt x="127915" y="238901"/>
                </a:lnTo>
                <a:lnTo>
                  <a:pt x="150036" y="243001"/>
                </a:lnTo>
                <a:lnTo>
                  <a:pt x="150464" y="243065"/>
                </a:lnTo>
                <a:lnTo>
                  <a:pt x="150884" y="243100"/>
                </a:lnTo>
                <a:lnTo>
                  <a:pt x="151296" y="243105"/>
                </a:lnTo>
                <a:lnTo>
                  <a:pt x="151698" y="243082"/>
                </a:lnTo>
                <a:lnTo>
                  <a:pt x="152090" y="243030"/>
                </a:lnTo>
                <a:lnTo>
                  <a:pt x="152470" y="242952"/>
                </a:lnTo>
                <a:lnTo>
                  <a:pt x="152837" y="242847"/>
                </a:lnTo>
                <a:lnTo>
                  <a:pt x="153192" y="242717"/>
                </a:lnTo>
                <a:lnTo>
                  <a:pt x="153532" y="242563"/>
                </a:lnTo>
                <a:lnTo>
                  <a:pt x="153857" y="242384"/>
                </a:lnTo>
                <a:lnTo>
                  <a:pt x="154165" y="242182"/>
                </a:lnTo>
                <a:lnTo>
                  <a:pt x="154457" y="241958"/>
                </a:lnTo>
                <a:lnTo>
                  <a:pt x="154731" y="241712"/>
                </a:lnTo>
                <a:lnTo>
                  <a:pt x="154986" y="241445"/>
                </a:lnTo>
                <a:lnTo>
                  <a:pt x="155221" y="241158"/>
                </a:lnTo>
                <a:lnTo>
                  <a:pt x="155435" y="240852"/>
                </a:lnTo>
                <a:lnTo>
                  <a:pt x="155627" y="240527"/>
                </a:lnTo>
                <a:lnTo>
                  <a:pt x="155797" y="240185"/>
                </a:lnTo>
                <a:lnTo>
                  <a:pt x="155943" y="239825"/>
                </a:lnTo>
                <a:lnTo>
                  <a:pt x="156065" y="239449"/>
                </a:lnTo>
                <a:lnTo>
                  <a:pt x="156161" y="239058"/>
                </a:lnTo>
                <a:lnTo>
                  <a:pt x="156231" y="238653"/>
                </a:lnTo>
                <a:lnTo>
                  <a:pt x="156274" y="238233"/>
                </a:lnTo>
                <a:lnTo>
                  <a:pt x="156288" y="237800"/>
                </a:lnTo>
                <a:lnTo>
                  <a:pt x="156274" y="237362"/>
                </a:lnTo>
                <a:lnTo>
                  <a:pt x="156231" y="236927"/>
                </a:lnTo>
                <a:lnTo>
                  <a:pt x="156161" y="236495"/>
                </a:lnTo>
                <a:lnTo>
                  <a:pt x="156065" y="236068"/>
                </a:lnTo>
                <a:lnTo>
                  <a:pt x="155943" y="235648"/>
                </a:lnTo>
                <a:lnTo>
                  <a:pt x="155797" y="235234"/>
                </a:lnTo>
                <a:lnTo>
                  <a:pt x="155627" y="234829"/>
                </a:lnTo>
                <a:lnTo>
                  <a:pt x="155435" y="234433"/>
                </a:lnTo>
                <a:lnTo>
                  <a:pt x="155221" y="234047"/>
                </a:lnTo>
                <a:lnTo>
                  <a:pt x="154986" y="233673"/>
                </a:lnTo>
                <a:lnTo>
                  <a:pt x="154731" y="233312"/>
                </a:lnTo>
                <a:lnTo>
                  <a:pt x="154457" y="232964"/>
                </a:lnTo>
                <a:lnTo>
                  <a:pt x="154165" y="232632"/>
                </a:lnTo>
                <a:lnTo>
                  <a:pt x="153857" y="232316"/>
                </a:lnTo>
                <a:lnTo>
                  <a:pt x="153532" y="232016"/>
                </a:lnTo>
                <a:lnTo>
                  <a:pt x="153192" y="231736"/>
                </a:lnTo>
                <a:lnTo>
                  <a:pt x="152837" y="231474"/>
                </a:lnTo>
                <a:lnTo>
                  <a:pt x="152470" y="231233"/>
                </a:lnTo>
                <a:lnTo>
                  <a:pt x="152090" y="231014"/>
                </a:lnTo>
                <a:lnTo>
                  <a:pt x="151698" y="230818"/>
                </a:lnTo>
                <a:lnTo>
                  <a:pt x="151296" y="230645"/>
                </a:lnTo>
                <a:lnTo>
                  <a:pt x="150884" y="230498"/>
                </a:lnTo>
                <a:lnTo>
                  <a:pt x="150464" y="230376"/>
                </a:lnTo>
                <a:lnTo>
                  <a:pt x="150036" y="230282"/>
                </a:lnTo>
                <a:lnTo>
                  <a:pt x="127915" y="226183"/>
                </a:lnTo>
                <a:lnTo>
                  <a:pt x="127487" y="226118"/>
                </a:lnTo>
                <a:lnTo>
                  <a:pt x="127067" y="226083"/>
                </a:lnTo>
                <a:lnTo>
                  <a:pt x="126655" y="226078"/>
                </a:lnTo>
                <a:lnTo>
                  <a:pt x="126253" y="226102"/>
                </a:lnTo>
                <a:lnTo>
                  <a:pt x="125862" y="226153"/>
                </a:lnTo>
                <a:lnTo>
                  <a:pt x="125482" y="226231"/>
                </a:lnTo>
                <a:close/>
                <a:moveTo>
                  <a:pt x="191843" y="238531"/>
                </a:moveTo>
                <a:lnTo>
                  <a:pt x="191475" y="238635"/>
                </a:lnTo>
                <a:lnTo>
                  <a:pt x="191121" y="238765"/>
                </a:lnTo>
                <a:lnTo>
                  <a:pt x="190781" y="238920"/>
                </a:lnTo>
                <a:lnTo>
                  <a:pt x="190456" y="239099"/>
                </a:lnTo>
                <a:lnTo>
                  <a:pt x="190147" y="239301"/>
                </a:lnTo>
                <a:lnTo>
                  <a:pt x="189856" y="239525"/>
                </a:lnTo>
                <a:lnTo>
                  <a:pt x="189582" y="239771"/>
                </a:lnTo>
                <a:lnTo>
                  <a:pt x="189327" y="240038"/>
                </a:lnTo>
                <a:lnTo>
                  <a:pt x="189092" y="240325"/>
                </a:lnTo>
                <a:lnTo>
                  <a:pt x="188878" y="240631"/>
                </a:lnTo>
                <a:lnTo>
                  <a:pt x="188685" y="240956"/>
                </a:lnTo>
                <a:lnTo>
                  <a:pt x="188516" y="241298"/>
                </a:lnTo>
                <a:lnTo>
                  <a:pt x="188369" y="241658"/>
                </a:lnTo>
                <a:lnTo>
                  <a:pt x="188248" y="242033"/>
                </a:lnTo>
                <a:lnTo>
                  <a:pt x="188151" y="242424"/>
                </a:lnTo>
                <a:lnTo>
                  <a:pt x="188081" y="242830"/>
                </a:lnTo>
                <a:lnTo>
                  <a:pt x="188039" y="243250"/>
                </a:lnTo>
                <a:lnTo>
                  <a:pt x="188024" y="243682"/>
                </a:lnTo>
                <a:lnTo>
                  <a:pt x="188039" y="244120"/>
                </a:lnTo>
                <a:lnTo>
                  <a:pt x="188081" y="244556"/>
                </a:lnTo>
                <a:lnTo>
                  <a:pt x="188151" y="244987"/>
                </a:lnTo>
                <a:lnTo>
                  <a:pt x="188248" y="245414"/>
                </a:lnTo>
                <a:lnTo>
                  <a:pt x="188369" y="245835"/>
                </a:lnTo>
                <a:lnTo>
                  <a:pt x="188516" y="246249"/>
                </a:lnTo>
                <a:lnTo>
                  <a:pt x="188685" y="246654"/>
                </a:lnTo>
                <a:lnTo>
                  <a:pt x="188878" y="247050"/>
                </a:lnTo>
                <a:lnTo>
                  <a:pt x="189092" y="247436"/>
                </a:lnTo>
                <a:lnTo>
                  <a:pt x="189327" y="247810"/>
                </a:lnTo>
                <a:lnTo>
                  <a:pt x="189582" y="248171"/>
                </a:lnTo>
                <a:lnTo>
                  <a:pt x="189856" y="248518"/>
                </a:lnTo>
                <a:lnTo>
                  <a:pt x="190147" y="248851"/>
                </a:lnTo>
                <a:lnTo>
                  <a:pt x="190456" y="249167"/>
                </a:lnTo>
                <a:lnTo>
                  <a:pt x="190781" y="249466"/>
                </a:lnTo>
                <a:lnTo>
                  <a:pt x="191121" y="249747"/>
                </a:lnTo>
                <a:lnTo>
                  <a:pt x="191475" y="250009"/>
                </a:lnTo>
                <a:lnTo>
                  <a:pt x="191843" y="250249"/>
                </a:lnTo>
                <a:lnTo>
                  <a:pt x="192223" y="250469"/>
                </a:lnTo>
                <a:lnTo>
                  <a:pt x="192615" y="250665"/>
                </a:lnTo>
                <a:lnTo>
                  <a:pt x="193017" y="250838"/>
                </a:lnTo>
                <a:lnTo>
                  <a:pt x="193428" y="250985"/>
                </a:lnTo>
                <a:lnTo>
                  <a:pt x="193849" y="251106"/>
                </a:lnTo>
                <a:lnTo>
                  <a:pt x="194277" y="251200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236801"/>
                </a:lnTo>
                <a:lnTo>
                  <a:pt x="211575" y="236363"/>
                </a:lnTo>
                <a:lnTo>
                  <a:pt x="211533" y="235928"/>
                </a:lnTo>
                <a:lnTo>
                  <a:pt x="211463" y="235496"/>
                </a:lnTo>
                <a:lnTo>
                  <a:pt x="211366" y="235069"/>
                </a:lnTo>
                <a:lnTo>
                  <a:pt x="211245" y="234649"/>
                </a:lnTo>
                <a:lnTo>
                  <a:pt x="211098" y="234235"/>
                </a:lnTo>
                <a:lnTo>
                  <a:pt x="210928" y="233830"/>
                </a:lnTo>
                <a:lnTo>
                  <a:pt x="210736" y="233434"/>
                </a:lnTo>
                <a:lnTo>
                  <a:pt x="210522" y="233048"/>
                </a:lnTo>
                <a:lnTo>
                  <a:pt x="210287" y="232674"/>
                </a:lnTo>
                <a:lnTo>
                  <a:pt x="210032" y="232313"/>
                </a:lnTo>
                <a:lnTo>
                  <a:pt x="209758" y="231965"/>
                </a:lnTo>
                <a:lnTo>
                  <a:pt x="209467" y="231633"/>
                </a:lnTo>
                <a:lnTo>
                  <a:pt x="209158" y="231316"/>
                </a:lnTo>
                <a:lnTo>
                  <a:pt x="208833" y="231017"/>
                </a:lnTo>
                <a:lnTo>
                  <a:pt x="208493" y="230736"/>
                </a:lnTo>
                <a:lnTo>
                  <a:pt x="208139" y="230475"/>
                </a:lnTo>
                <a:lnTo>
                  <a:pt x="207771" y="230234"/>
                </a:lnTo>
                <a:lnTo>
                  <a:pt x="207391" y="230015"/>
                </a:lnTo>
                <a:lnTo>
                  <a:pt x="206999" y="229819"/>
                </a:lnTo>
                <a:lnTo>
                  <a:pt x="206597" y="229646"/>
                </a:lnTo>
                <a:lnTo>
                  <a:pt x="206185" y="229499"/>
                </a:lnTo>
                <a:lnTo>
                  <a:pt x="205765" y="229377"/>
                </a:lnTo>
                <a:lnTo>
                  <a:pt x="205337" y="229283"/>
                </a:lnTo>
                <a:lnTo>
                  <a:pt x="204909" y="229219"/>
                </a:lnTo>
                <a:lnTo>
                  <a:pt x="204489" y="229184"/>
                </a:lnTo>
                <a:lnTo>
                  <a:pt x="204077" y="229179"/>
                </a:lnTo>
                <a:lnTo>
                  <a:pt x="203675" y="229202"/>
                </a:lnTo>
                <a:lnTo>
                  <a:pt x="203283" y="229254"/>
                </a:lnTo>
                <a:lnTo>
                  <a:pt x="202903" y="229332"/>
                </a:lnTo>
                <a:lnTo>
                  <a:pt x="202536" y="229437"/>
                </a:lnTo>
                <a:lnTo>
                  <a:pt x="202181" y="229567"/>
                </a:lnTo>
                <a:lnTo>
                  <a:pt x="201841" y="229721"/>
                </a:lnTo>
                <a:lnTo>
                  <a:pt x="201516" y="229900"/>
                </a:lnTo>
                <a:lnTo>
                  <a:pt x="201207" y="230102"/>
                </a:lnTo>
                <a:lnTo>
                  <a:pt x="200916" y="230326"/>
                </a:lnTo>
                <a:lnTo>
                  <a:pt x="200642" y="230572"/>
                </a:lnTo>
                <a:lnTo>
                  <a:pt x="200387" y="230839"/>
                </a:lnTo>
                <a:lnTo>
                  <a:pt x="200152" y="231126"/>
                </a:lnTo>
                <a:lnTo>
                  <a:pt x="199938" y="231432"/>
                </a:lnTo>
                <a:lnTo>
                  <a:pt x="199746" y="231757"/>
                </a:lnTo>
                <a:lnTo>
                  <a:pt x="199576" y="232099"/>
                </a:lnTo>
                <a:lnTo>
                  <a:pt x="199430" y="232459"/>
                </a:lnTo>
                <a:lnTo>
                  <a:pt x="199308" y="232834"/>
                </a:lnTo>
                <a:lnTo>
                  <a:pt x="199211" y="233226"/>
                </a:lnTo>
                <a:lnTo>
                  <a:pt x="199141" y="233631"/>
                </a:lnTo>
                <a:lnTo>
                  <a:pt x="199099" y="234051"/>
                </a:lnTo>
                <a:lnTo>
                  <a:pt x="199084" y="234484"/>
                </a:lnTo>
                <a:lnTo>
                  <a:pt x="199084" y="239373"/>
                </a:lnTo>
                <a:lnTo>
                  <a:pt x="194277" y="238482"/>
                </a:lnTo>
                <a:lnTo>
                  <a:pt x="193849" y="238417"/>
                </a:lnTo>
                <a:lnTo>
                  <a:pt x="193428" y="238383"/>
                </a:lnTo>
                <a:lnTo>
                  <a:pt x="193017" y="238378"/>
                </a:lnTo>
                <a:lnTo>
                  <a:pt x="192615" y="238401"/>
                </a:lnTo>
                <a:lnTo>
                  <a:pt x="192223" y="238452"/>
                </a:lnTo>
                <a:lnTo>
                  <a:pt x="191843" y="238531"/>
                </a:lnTo>
                <a:close/>
                <a:moveTo>
                  <a:pt x="211245" y="99665"/>
                </a:moveTo>
                <a:lnTo>
                  <a:pt x="211098" y="99252"/>
                </a:lnTo>
                <a:lnTo>
                  <a:pt x="210928" y="98846"/>
                </a:lnTo>
                <a:lnTo>
                  <a:pt x="210736" y="98450"/>
                </a:lnTo>
                <a:lnTo>
                  <a:pt x="210522" y="98065"/>
                </a:lnTo>
                <a:lnTo>
                  <a:pt x="210287" y="97691"/>
                </a:lnTo>
                <a:lnTo>
                  <a:pt x="210032" y="97329"/>
                </a:lnTo>
                <a:lnTo>
                  <a:pt x="209758" y="96982"/>
                </a:lnTo>
                <a:lnTo>
                  <a:pt x="209467" y="96650"/>
                </a:lnTo>
                <a:lnTo>
                  <a:pt x="209158" y="96333"/>
                </a:lnTo>
                <a:lnTo>
                  <a:pt x="208833" y="96034"/>
                </a:lnTo>
                <a:lnTo>
                  <a:pt x="208493" y="95753"/>
                </a:lnTo>
                <a:lnTo>
                  <a:pt x="208139" y="95492"/>
                </a:lnTo>
                <a:lnTo>
                  <a:pt x="207771" y="95251"/>
                </a:lnTo>
                <a:lnTo>
                  <a:pt x="207391" y="95032"/>
                </a:lnTo>
                <a:lnTo>
                  <a:pt x="206999" y="94835"/>
                </a:lnTo>
                <a:lnTo>
                  <a:pt x="206597" y="94663"/>
                </a:lnTo>
                <a:lnTo>
                  <a:pt x="206185" y="94515"/>
                </a:lnTo>
                <a:lnTo>
                  <a:pt x="205765" y="94394"/>
                </a:lnTo>
                <a:lnTo>
                  <a:pt x="205337" y="94300"/>
                </a:lnTo>
                <a:lnTo>
                  <a:pt x="204909" y="94235"/>
                </a:lnTo>
                <a:lnTo>
                  <a:pt x="204489" y="94201"/>
                </a:lnTo>
                <a:lnTo>
                  <a:pt x="204077" y="94196"/>
                </a:lnTo>
                <a:lnTo>
                  <a:pt x="203675" y="94219"/>
                </a:lnTo>
                <a:lnTo>
                  <a:pt x="203283" y="94270"/>
                </a:lnTo>
                <a:lnTo>
                  <a:pt x="202903" y="94349"/>
                </a:lnTo>
                <a:lnTo>
                  <a:pt x="202536" y="94453"/>
                </a:lnTo>
                <a:lnTo>
                  <a:pt x="202181" y="94583"/>
                </a:lnTo>
                <a:lnTo>
                  <a:pt x="201841" y="94738"/>
                </a:lnTo>
                <a:lnTo>
                  <a:pt x="201516" y="94917"/>
                </a:lnTo>
                <a:lnTo>
                  <a:pt x="201207" y="95119"/>
                </a:lnTo>
                <a:lnTo>
                  <a:pt x="200916" y="95343"/>
                </a:lnTo>
                <a:lnTo>
                  <a:pt x="200642" y="95589"/>
                </a:lnTo>
                <a:lnTo>
                  <a:pt x="200387" y="95856"/>
                </a:lnTo>
                <a:lnTo>
                  <a:pt x="200152" y="96143"/>
                </a:lnTo>
                <a:lnTo>
                  <a:pt x="199938" y="96449"/>
                </a:lnTo>
                <a:lnTo>
                  <a:pt x="199746" y="96774"/>
                </a:lnTo>
                <a:lnTo>
                  <a:pt x="199576" y="97116"/>
                </a:lnTo>
                <a:lnTo>
                  <a:pt x="199430" y="97476"/>
                </a:lnTo>
                <a:lnTo>
                  <a:pt x="199308" y="97851"/>
                </a:lnTo>
                <a:lnTo>
                  <a:pt x="199211" y="98242"/>
                </a:lnTo>
                <a:lnTo>
                  <a:pt x="199141" y="98648"/>
                </a:lnTo>
                <a:lnTo>
                  <a:pt x="199099" y="99068"/>
                </a:lnTo>
                <a:lnTo>
                  <a:pt x="199084" y="99500"/>
                </a:lnTo>
                <a:lnTo>
                  <a:pt x="199084" y="121998"/>
                </a:lnTo>
                <a:lnTo>
                  <a:pt x="199099" y="122436"/>
                </a:lnTo>
                <a:lnTo>
                  <a:pt x="199141" y="122871"/>
                </a:lnTo>
                <a:lnTo>
                  <a:pt x="199211" y="123303"/>
                </a:lnTo>
                <a:lnTo>
                  <a:pt x="199308" y="123729"/>
                </a:lnTo>
                <a:lnTo>
                  <a:pt x="199430" y="124150"/>
                </a:lnTo>
                <a:lnTo>
                  <a:pt x="199576" y="124564"/>
                </a:lnTo>
                <a:lnTo>
                  <a:pt x="199746" y="124969"/>
                </a:lnTo>
                <a:lnTo>
                  <a:pt x="199938" y="125365"/>
                </a:lnTo>
                <a:lnTo>
                  <a:pt x="200152" y="125751"/>
                </a:lnTo>
                <a:lnTo>
                  <a:pt x="200387" y="126125"/>
                </a:lnTo>
                <a:lnTo>
                  <a:pt x="200642" y="126486"/>
                </a:lnTo>
                <a:lnTo>
                  <a:pt x="200916" y="126834"/>
                </a:lnTo>
                <a:lnTo>
                  <a:pt x="201207" y="127166"/>
                </a:lnTo>
                <a:lnTo>
                  <a:pt x="201516" y="127482"/>
                </a:lnTo>
                <a:lnTo>
                  <a:pt x="201841" y="127782"/>
                </a:lnTo>
                <a:lnTo>
                  <a:pt x="202181" y="128062"/>
                </a:lnTo>
                <a:lnTo>
                  <a:pt x="202536" y="128324"/>
                </a:lnTo>
                <a:lnTo>
                  <a:pt x="202903" y="128565"/>
                </a:lnTo>
                <a:lnTo>
                  <a:pt x="203283" y="128784"/>
                </a:lnTo>
                <a:lnTo>
                  <a:pt x="203675" y="128980"/>
                </a:lnTo>
                <a:lnTo>
                  <a:pt x="204077" y="129153"/>
                </a:lnTo>
                <a:lnTo>
                  <a:pt x="204489" y="129300"/>
                </a:lnTo>
                <a:lnTo>
                  <a:pt x="204909" y="129422"/>
                </a:lnTo>
                <a:lnTo>
                  <a:pt x="205337" y="129516"/>
                </a:lnTo>
                <a:lnTo>
                  <a:pt x="205765" y="129580"/>
                </a:lnTo>
                <a:lnTo>
                  <a:pt x="206185" y="129615"/>
                </a:lnTo>
                <a:lnTo>
                  <a:pt x="206597" y="129620"/>
                </a:lnTo>
                <a:lnTo>
                  <a:pt x="206999" y="129596"/>
                </a:lnTo>
                <a:lnTo>
                  <a:pt x="207391" y="129545"/>
                </a:lnTo>
                <a:lnTo>
                  <a:pt x="207771" y="129467"/>
                </a:lnTo>
                <a:lnTo>
                  <a:pt x="208139" y="129362"/>
                </a:lnTo>
                <a:lnTo>
                  <a:pt x="208493" y="129232"/>
                </a:lnTo>
                <a:lnTo>
                  <a:pt x="208833" y="129077"/>
                </a:lnTo>
                <a:lnTo>
                  <a:pt x="209158" y="128899"/>
                </a:lnTo>
                <a:lnTo>
                  <a:pt x="209467" y="128697"/>
                </a:lnTo>
                <a:lnTo>
                  <a:pt x="209758" y="128472"/>
                </a:lnTo>
                <a:lnTo>
                  <a:pt x="210032" y="128226"/>
                </a:lnTo>
                <a:lnTo>
                  <a:pt x="210287" y="127960"/>
                </a:lnTo>
                <a:lnTo>
                  <a:pt x="210522" y="127673"/>
                </a:lnTo>
                <a:lnTo>
                  <a:pt x="210736" y="127367"/>
                </a:lnTo>
                <a:lnTo>
                  <a:pt x="210928" y="127042"/>
                </a:lnTo>
                <a:lnTo>
                  <a:pt x="211098" y="126699"/>
                </a:lnTo>
                <a:lnTo>
                  <a:pt x="211245" y="126340"/>
                </a:lnTo>
                <a:lnTo>
                  <a:pt x="211366" y="125964"/>
                </a:lnTo>
                <a:lnTo>
                  <a:pt x="211463" y="125573"/>
                </a:lnTo>
                <a:lnTo>
                  <a:pt x="211533" y="125168"/>
                </a:lnTo>
                <a:lnTo>
                  <a:pt x="211575" y="124748"/>
                </a:lnTo>
                <a:lnTo>
                  <a:pt x="211590" y="124315"/>
                </a:lnTo>
                <a:lnTo>
                  <a:pt x="211590" y="101818"/>
                </a:lnTo>
                <a:lnTo>
                  <a:pt x="211575" y="101380"/>
                </a:lnTo>
                <a:lnTo>
                  <a:pt x="211533" y="100945"/>
                </a:lnTo>
                <a:lnTo>
                  <a:pt x="211463" y="100513"/>
                </a:lnTo>
                <a:lnTo>
                  <a:pt x="211366" y="100086"/>
                </a:lnTo>
                <a:lnTo>
                  <a:pt x="211245" y="99665"/>
                </a:lnTo>
                <a:close/>
                <a:moveTo>
                  <a:pt x="211245" y="167157"/>
                </a:moveTo>
                <a:lnTo>
                  <a:pt x="211098" y="166743"/>
                </a:lnTo>
                <a:lnTo>
                  <a:pt x="210928" y="166338"/>
                </a:lnTo>
                <a:lnTo>
                  <a:pt x="210736" y="165942"/>
                </a:lnTo>
                <a:lnTo>
                  <a:pt x="210522" y="165556"/>
                </a:lnTo>
                <a:lnTo>
                  <a:pt x="210287" y="165182"/>
                </a:lnTo>
                <a:lnTo>
                  <a:pt x="210032" y="164821"/>
                </a:lnTo>
                <a:lnTo>
                  <a:pt x="209758" y="164474"/>
                </a:lnTo>
                <a:lnTo>
                  <a:pt x="209467" y="164141"/>
                </a:lnTo>
                <a:lnTo>
                  <a:pt x="209158" y="163825"/>
                </a:lnTo>
                <a:lnTo>
                  <a:pt x="208833" y="163526"/>
                </a:lnTo>
                <a:lnTo>
                  <a:pt x="208493" y="163245"/>
                </a:lnTo>
                <a:lnTo>
                  <a:pt x="208139" y="162983"/>
                </a:lnTo>
                <a:lnTo>
                  <a:pt x="207771" y="162743"/>
                </a:lnTo>
                <a:lnTo>
                  <a:pt x="207391" y="162523"/>
                </a:lnTo>
                <a:lnTo>
                  <a:pt x="206999" y="162327"/>
                </a:lnTo>
                <a:lnTo>
                  <a:pt x="206597" y="162154"/>
                </a:lnTo>
                <a:lnTo>
                  <a:pt x="206185" y="162007"/>
                </a:lnTo>
                <a:lnTo>
                  <a:pt x="205765" y="161886"/>
                </a:lnTo>
                <a:lnTo>
                  <a:pt x="205337" y="161792"/>
                </a:lnTo>
                <a:lnTo>
                  <a:pt x="204909" y="161727"/>
                </a:lnTo>
                <a:lnTo>
                  <a:pt x="204489" y="161692"/>
                </a:lnTo>
                <a:lnTo>
                  <a:pt x="204077" y="161687"/>
                </a:lnTo>
                <a:lnTo>
                  <a:pt x="203675" y="161711"/>
                </a:lnTo>
                <a:lnTo>
                  <a:pt x="203283" y="161762"/>
                </a:lnTo>
                <a:lnTo>
                  <a:pt x="202903" y="161840"/>
                </a:lnTo>
                <a:lnTo>
                  <a:pt x="202536" y="161945"/>
                </a:lnTo>
                <a:lnTo>
                  <a:pt x="202181" y="162075"/>
                </a:lnTo>
                <a:lnTo>
                  <a:pt x="201841" y="162230"/>
                </a:lnTo>
                <a:lnTo>
                  <a:pt x="201516" y="162409"/>
                </a:lnTo>
                <a:lnTo>
                  <a:pt x="201207" y="162610"/>
                </a:lnTo>
                <a:lnTo>
                  <a:pt x="200916" y="162835"/>
                </a:lnTo>
                <a:lnTo>
                  <a:pt x="200642" y="163081"/>
                </a:lnTo>
                <a:lnTo>
                  <a:pt x="200387" y="163348"/>
                </a:lnTo>
                <a:lnTo>
                  <a:pt x="200152" y="163634"/>
                </a:lnTo>
                <a:lnTo>
                  <a:pt x="199938" y="163941"/>
                </a:lnTo>
                <a:lnTo>
                  <a:pt x="199746" y="164265"/>
                </a:lnTo>
                <a:lnTo>
                  <a:pt x="199576" y="164608"/>
                </a:lnTo>
                <a:lnTo>
                  <a:pt x="199430" y="164967"/>
                </a:lnTo>
                <a:lnTo>
                  <a:pt x="199308" y="165343"/>
                </a:lnTo>
                <a:lnTo>
                  <a:pt x="199211" y="165734"/>
                </a:lnTo>
                <a:lnTo>
                  <a:pt x="199141" y="166140"/>
                </a:lnTo>
                <a:lnTo>
                  <a:pt x="199099" y="166559"/>
                </a:lnTo>
                <a:lnTo>
                  <a:pt x="199084" y="166992"/>
                </a:lnTo>
                <a:lnTo>
                  <a:pt x="199084" y="189489"/>
                </a:lnTo>
                <a:lnTo>
                  <a:pt x="199099" y="189927"/>
                </a:lnTo>
                <a:lnTo>
                  <a:pt x="199141" y="190363"/>
                </a:lnTo>
                <a:lnTo>
                  <a:pt x="199211" y="190794"/>
                </a:lnTo>
                <a:lnTo>
                  <a:pt x="199308" y="191221"/>
                </a:lnTo>
                <a:lnTo>
                  <a:pt x="199430" y="191642"/>
                </a:lnTo>
                <a:lnTo>
                  <a:pt x="199576" y="192055"/>
                </a:lnTo>
                <a:lnTo>
                  <a:pt x="199746" y="192461"/>
                </a:lnTo>
                <a:lnTo>
                  <a:pt x="199938" y="192857"/>
                </a:lnTo>
                <a:lnTo>
                  <a:pt x="200152" y="193243"/>
                </a:lnTo>
                <a:lnTo>
                  <a:pt x="200387" y="193616"/>
                </a:lnTo>
                <a:lnTo>
                  <a:pt x="200642" y="193978"/>
                </a:lnTo>
                <a:lnTo>
                  <a:pt x="200916" y="194325"/>
                </a:lnTo>
                <a:lnTo>
                  <a:pt x="201207" y="194658"/>
                </a:lnTo>
                <a:lnTo>
                  <a:pt x="201516" y="194974"/>
                </a:lnTo>
                <a:lnTo>
                  <a:pt x="201841" y="195273"/>
                </a:lnTo>
                <a:lnTo>
                  <a:pt x="202181" y="195554"/>
                </a:lnTo>
                <a:lnTo>
                  <a:pt x="202536" y="195815"/>
                </a:lnTo>
                <a:lnTo>
                  <a:pt x="202903" y="196056"/>
                </a:lnTo>
                <a:lnTo>
                  <a:pt x="203283" y="196276"/>
                </a:lnTo>
                <a:lnTo>
                  <a:pt x="203675" y="196472"/>
                </a:lnTo>
                <a:lnTo>
                  <a:pt x="204077" y="196644"/>
                </a:lnTo>
                <a:lnTo>
                  <a:pt x="204489" y="196792"/>
                </a:lnTo>
                <a:lnTo>
                  <a:pt x="204909" y="196913"/>
                </a:lnTo>
                <a:lnTo>
                  <a:pt x="205337" y="197007"/>
                </a:lnTo>
                <a:lnTo>
                  <a:pt x="205765" y="197072"/>
                </a:lnTo>
                <a:lnTo>
                  <a:pt x="206185" y="197106"/>
                </a:lnTo>
                <a:lnTo>
                  <a:pt x="206597" y="197111"/>
                </a:lnTo>
                <a:lnTo>
                  <a:pt x="206999" y="197088"/>
                </a:lnTo>
                <a:lnTo>
                  <a:pt x="207391" y="197037"/>
                </a:lnTo>
                <a:lnTo>
                  <a:pt x="207771" y="196958"/>
                </a:lnTo>
                <a:lnTo>
                  <a:pt x="208139" y="196854"/>
                </a:lnTo>
                <a:lnTo>
                  <a:pt x="208493" y="196724"/>
                </a:lnTo>
                <a:lnTo>
                  <a:pt x="208833" y="196569"/>
                </a:lnTo>
                <a:lnTo>
                  <a:pt x="209158" y="196390"/>
                </a:lnTo>
                <a:lnTo>
                  <a:pt x="209467" y="196188"/>
                </a:lnTo>
                <a:lnTo>
                  <a:pt x="209758" y="195964"/>
                </a:lnTo>
                <a:lnTo>
                  <a:pt x="210032" y="195718"/>
                </a:lnTo>
                <a:lnTo>
                  <a:pt x="210287" y="195451"/>
                </a:lnTo>
                <a:lnTo>
                  <a:pt x="210522" y="195164"/>
                </a:lnTo>
                <a:lnTo>
                  <a:pt x="210736" y="194858"/>
                </a:lnTo>
                <a:lnTo>
                  <a:pt x="210928" y="194534"/>
                </a:lnTo>
                <a:lnTo>
                  <a:pt x="211098" y="194191"/>
                </a:lnTo>
                <a:lnTo>
                  <a:pt x="211245" y="193832"/>
                </a:lnTo>
                <a:lnTo>
                  <a:pt x="211366" y="193456"/>
                </a:lnTo>
                <a:lnTo>
                  <a:pt x="211463" y="193065"/>
                </a:lnTo>
                <a:lnTo>
                  <a:pt x="211533" y="192659"/>
                </a:lnTo>
                <a:lnTo>
                  <a:pt x="211575" y="192240"/>
                </a:lnTo>
                <a:lnTo>
                  <a:pt x="211590" y="191807"/>
                </a:lnTo>
                <a:lnTo>
                  <a:pt x="211590" y="169310"/>
                </a:lnTo>
                <a:lnTo>
                  <a:pt x="211575" y="168872"/>
                </a:lnTo>
                <a:lnTo>
                  <a:pt x="211533" y="168436"/>
                </a:lnTo>
                <a:lnTo>
                  <a:pt x="211463" y="168005"/>
                </a:lnTo>
                <a:lnTo>
                  <a:pt x="211366" y="167578"/>
                </a:lnTo>
                <a:lnTo>
                  <a:pt x="211245" y="167157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27B5B0-4056-41C8-AD1E-C8BC97FE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9788" y="1935862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FB49DE-6420-4C24-A344-40603E52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535" y="1928344"/>
            <a:ext cx="211590" cy="254409"/>
          </a:xfrm>
          <a:custGeom xmlns:a="http://schemas.openxmlformats.org/drawingml/2006/main">
            <a:pathLst>
              <a:path w="211590" h="254409">
                <a:moveTo>
                  <a:pt x="57" y="18481"/>
                </a:moveTo>
                <a:lnTo>
                  <a:pt x="127" y="18913"/>
                </a:lnTo>
                <a:lnTo>
                  <a:pt x="223" y="19340"/>
                </a:lnTo>
                <a:lnTo>
                  <a:pt x="345" y="19760"/>
                </a:lnTo>
                <a:lnTo>
                  <a:pt x="491" y="20174"/>
                </a:lnTo>
                <a:lnTo>
                  <a:pt x="661" y="20579"/>
                </a:lnTo>
                <a:lnTo>
                  <a:pt x="854" y="20976"/>
                </a:lnTo>
                <a:lnTo>
                  <a:pt x="1068" y="21361"/>
                </a:lnTo>
                <a:lnTo>
                  <a:pt x="1303" y="21735"/>
                </a:lnTo>
                <a:lnTo>
                  <a:pt x="1558" y="22096"/>
                </a:lnTo>
                <a:lnTo>
                  <a:pt x="1831" y="22444"/>
                </a:lnTo>
                <a:lnTo>
                  <a:pt x="2123" y="22776"/>
                </a:lnTo>
                <a:lnTo>
                  <a:pt x="2432" y="23093"/>
                </a:lnTo>
                <a:lnTo>
                  <a:pt x="2757" y="23392"/>
                </a:lnTo>
                <a:lnTo>
                  <a:pt x="3097" y="23673"/>
                </a:lnTo>
                <a:lnTo>
                  <a:pt x="3451" y="23934"/>
                </a:lnTo>
                <a:lnTo>
                  <a:pt x="3819" y="24175"/>
                </a:lnTo>
                <a:lnTo>
                  <a:pt x="4199" y="24394"/>
                </a:lnTo>
                <a:lnTo>
                  <a:pt x="4590" y="24590"/>
                </a:lnTo>
                <a:lnTo>
                  <a:pt x="4993" y="24763"/>
                </a:lnTo>
                <a:lnTo>
                  <a:pt x="5404" y="24910"/>
                </a:lnTo>
                <a:lnTo>
                  <a:pt x="5825" y="25032"/>
                </a:lnTo>
                <a:lnTo>
                  <a:pt x="6253" y="25126"/>
                </a:lnTo>
                <a:lnTo>
                  <a:pt x="6681" y="25190"/>
                </a:lnTo>
                <a:lnTo>
                  <a:pt x="7101" y="25225"/>
                </a:lnTo>
                <a:lnTo>
                  <a:pt x="7513" y="25230"/>
                </a:lnTo>
                <a:lnTo>
                  <a:pt x="7915" y="25207"/>
                </a:lnTo>
                <a:lnTo>
                  <a:pt x="8306" y="25155"/>
                </a:lnTo>
                <a:lnTo>
                  <a:pt x="8686" y="25077"/>
                </a:lnTo>
                <a:lnTo>
                  <a:pt x="9054" y="24972"/>
                </a:lnTo>
                <a:lnTo>
                  <a:pt x="9408" y="24842"/>
                </a:lnTo>
                <a:lnTo>
                  <a:pt x="9749" y="24688"/>
                </a:lnTo>
                <a:lnTo>
                  <a:pt x="10073" y="24509"/>
                </a:lnTo>
                <a:lnTo>
                  <a:pt x="10382" y="24307"/>
                </a:lnTo>
                <a:lnTo>
                  <a:pt x="10674" y="24083"/>
                </a:lnTo>
                <a:lnTo>
                  <a:pt x="10948" y="23837"/>
                </a:lnTo>
                <a:lnTo>
                  <a:pt x="11202" y="23570"/>
                </a:lnTo>
                <a:lnTo>
                  <a:pt x="11437" y="23283"/>
                </a:lnTo>
                <a:lnTo>
                  <a:pt x="11652" y="22977"/>
                </a:lnTo>
                <a:lnTo>
                  <a:pt x="11844" y="22652"/>
                </a:lnTo>
                <a:lnTo>
                  <a:pt x="12014" y="22310"/>
                </a:lnTo>
                <a:lnTo>
                  <a:pt x="12160" y="21950"/>
                </a:lnTo>
                <a:lnTo>
                  <a:pt x="12282" y="21575"/>
                </a:lnTo>
                <a:lnTo>
                  <a:pt x="12378" y="21183"/>
                </a:lnTo>
                <a:lnTo>
                  <a:pt x="12448" y="20778"/>
                </a:lnTo>
                <a:lnTo>
                  <a:pt x="12491" y="20358"/>
                </a:lnTo>
                <a:lnTo>
                  <a:pt x="12505" y="19925"/>
                </a:lnTo>
                <a:lnTo>
                  <a:pt x="12505" y="15036"/>
                </a:lnTo>
                <a:lnTo>
                  <a:pt x="17313" y="15927"/>
                </a:lnTo>
                <a:lnTo>
                  <a:pt x="17741" y="15992"/>
                </a:lnTo>
                <a:lnTo>
                  <a:pt x="18161" y="16026"/>
                </a:lnTo>
                <a:lnTo>
                  <a:pt x="18573" y="16031"/>
                </a:lnTo>
                <a:lnTo>
                  <a:pt x="18975" y="16008"/>
                </a:lnTo>
                <a:lnTo>
                  <a:pt x="19367" y="15957"/>
                </a:lnTo>
                <a:lnTo>
                  <a:pt x="19747" y="15878"/>
                </a:lnTo>
                <a:lnTo>
                  <a:pt x="20114" y="15774"/>
                </a:lnTo>
                <a:lnTo>
                  <a:pt x="20469" y="15644"/>
                </a:lnTo>
                <a:lnTo>
                  <a:pt x="20809" y="15489"/>
                </a:lnTo>
                <a:lnTo>
                  <a:pt x="21134" y="15310"/>
                </a:lnTo>
                <a:lnTo>
                  <a:pt x="21442" y="15108"/>
                </a:lnTo>
                <a:lnTo>
                  <a:pt x="21734" y="14884"/>
                </a:lnTo>
                <a:lnTo>
                  <a:pt x="22008" y="14638"/>
                </a:lnTo>
                <a:lnTo>
                  <a:pt x="22263" y="14371"/>
                </a:lnTo>
                <a:lnTo>
                  <a:pt x="22498" y="14084"/>
                </a:lnTo>
                <a:lnTo>
                  <a:pt x="22712" y="13778"/>
                </a:lnTo>
                <a:lnTo>
                  <a:pt x="22904" y="13453"/>
                </a:lnTo>
                <a:lnTo>
                  <a:pt x="23074" y="13111"/>
                </a:lnTo>
                <a:lnTo>
                  <a:pt x="23220" y="12751"/>
                </a:lnTo>
                <a:lnTo>
                  <a:pt x="23342" y="12376"/>
                </a:lnTo>
                <a:lnTo>
                  <a:pt x="23438" y="11985"/>
                </a:lnTo>
                <a:lnTo>
                  <a:pt x="23508" y="11579"/>
                </a:lnTo>
                <a:lnTo>
                  <a:pt x="23551" y="11159"/>
                </a:lnTo>
                <a:lnTo>
                  <a:pt x="23566" y="10727"/>
                </a:lnTo>
                <a:lnTo>
                  <a:pt x="23551" y="10289"/>
                </a:lnTo>
                <a:lnTo>
                  <a:pt x="23508" y="9853"/>
                </a:lnTo>
                <a:lnTo>
                  <a:pt x="23438" y="9422"/>
                </a:lnTo>
                <a:lnTo>
                  <a:pt x="23342" y="8995"/>
                </a:lnTo>
                <a:lnTo>
                  <a:pt x="23220" y="8574"/>
                </a:lnTo>
                <a:lnTo>
                  <a:pt x="23074" y="8160"/>
                </a:lnTo>
                <a:lnTo>
                  <a:pt x="22904" y="7755"/>
                </a:lnTo>
                <a:lnTo>
                  <a:pt x="22712" y="7359"/>
                </a:lnTo>
                <a:lnTo>
                  <a:pt x="22498" y="6973"/>
                </a:lnTo>
                <a:lnTo>
                  <a:pt x="22263" y="6599"/>
                </a:lnTo>
                <a:lnTo>
                  <a:pt x="22008" y="6238"/>
                </a:lnTo>
                <a:lnTo>
                  <a:pt x="21734" y="5891"/>
                </a:lnTo>
                <a:lnTo>
                  <a:pt x="21442" y="5558"/>
                </a:lnTo>
                <a:lnTo>
                  <a:pt x="21134" y="5242"/>
                </a:lnTo>
                <a:lnTo>
                  <a:pt x="20809" y="4943"/>
                </a:lnTo>
                <a:lnTo>
                  <a:pt x="20469" y="4662"/>
                </a:lnTo>
                <a:lnTo>
                  <a:pt x="20114" y="4400"/>
                </a:lnTo>
                <a:lnTo>
                  <a:pt x="19747" y="4160"/>
                </a:lnTo>
                <a:lnTo>
                  <a:pt x="19367" y="3940"/>
                </a:lnTo>
                <a:lnTo>
                  <a:pt x="18975" y="3744"/>
                </a:lnTo>
                <a:lnTo>
                  <a:pt x="18573" y="3572"/>
                </a:lnTo>
                <a:lnTo>
                  <a:pt x="18161" y="3424"/>
                </a:lnTo>
                <a:lnTo>
                  <a:pt x="17741" y="3303"/>
                </a:lnTo>
                <a:lnTo>
                  <a:pt x="17313" y="3209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lnTo>
                  <a:pt x="0" y="17608"/>
                </a:lnTo>
                <a:lnTo>
                  <a:pt x="14" y="18046"/>
                </a:lnTo>
                <a:lnTo>
                  <a:pt x="57" y="18481"/>
                </a:lnTo>
                <a:close/>
                <a:moveTo>
                  <a:pt x="12014" y="62354"/>
                </a:moveTo>
                <a:lnTo>
                  <a:pt x="11844" y="61948"/>
                </a:lnTo>
                <a:lnTo>
                  <a:pt x="11652" y="61552"/>
                </a:lnTo>
                <a:lnTo>
                  <a:pt x="11437" y="61166"/>
                </a:lnTo>
                <a:lnTo>
                  <a:pt x="11202" y="60793"/>
                </a:lnTo>
                <a:lnTo>
                  <a:pt x="10948" y="60431"/>
                </a:lnTo>
                <a:lnTo>
                  <a:pt x="10674" y="60084"/>
                </a:lnTo>
                <a:lnTo>
                  <a:pt x="10382" y="59751"/>
                </a:lnTo>
                <a:lnTo>
                  <a:pt x="10073" y="59435"/>
                </a:lnTo>
                <a:lnTo>
                  <a:pt x="9749" y="59136"/>
                </a:lnTo>
                <a:lnTo>
                  <a:pt x="9408" y="58855"/>
                </a:lnTo>
                <a:lnTo>
                  <a:pt x="9054" y="58594"/>
                </a:lnTo>
                <a:lnTo>
                  <a:pt x="8686" y="58353"/>
                </a:lnTo>
                <a:lnTo>
                  <a:pt x="8306" y="58134"/>
                </a:lnTo>
                <a:lnTo>
                  <a:pt x="7915" y="57937"/>
                </a:lnTo>
                <a:lnTo>
                  <a:pt x="7513" y="57765"/>
                </a:lnTo>
                <a:lnTo>
                  <a:pt x="7101" y="57617"/>
                </a:lnTo>
                <a:lnTo>
                  <a:pt x="6681" y="57496"/>
                </a:lnTo>
                <a:lnTo>
                  <a:pt x="6253" y="57402"/>
                </a:lnTo>
                <a:lnTo>
                  <a:pt x="5825" y="57337"/>
                </a:lnTo>
                <a:lnTo>
                  <a:pt x="5404" y="57303"/>
                </a:lnTo>
                <a:lnTo>
                  <a:pt x="4993" y="57298"/>
                </a:lnTo>
                <a:lnTo>
                  <a:pt x="4590" y="57321"/>
                </a:lnTo>
                <a:lnTo>
                  <a:pt x="4199" y="57372"/>
                </a:lnTo>
                <a:lnTo>
                  <a:pt x="3819" y="57451"/>
                </a:lnTo>
                <a:lnTo>
                  <a:pt x="3451" y="57555"/>
                </a:lnTo>
                <a:lnTo>
                  <a:pt x="3097" y="57685"/>
                </a:lnTo>
                <a:lnTo>
                  <a:pt x="2757" y="57840"/>
                </a:lnTo>
                <a:lnTo>
                  <a:pt x="2432" y="58019"/>
                </a:lnTo>
                <a:lnTo>
                  <a:pt x="2123" y="58221"/>
                </a:lnTo>
                <a:lnTo>
                  <a:pt x="1831" y="58445"/>
                </a:lnTo>
                <a:lnTo>
                  <a:pt x="1558" y="58691"/>
                </a:lnTo>
                <a:lnTo>
                  <a:pt x="1303" y="58958"/>
                </a:lnTo>
                <a:lnTo>
                  <a:pt x="1068" y="59245"/>
                </a:lnTo>
                <a:lnTo>
                  <a:pt x="854" y="59551"/>
                </a:lnTo>
                <a:lnTo>
                  <a:pt x="661" y="59875"/>
                </a:lnTo>
                <a:lnTo>
                  <a:pt x="491" y="60218"/>
                </a:lnTo>
                <a:lnTo>
                  <a:pt x="345" y="60577"/>
                </a:lnTo>
                <a:lnTo>
                  <a:pt x="223" y="60953"/>
                </a:lnTo>
                <a:lnTo>
                  <a:pt x="127" y="61344"/>
                </a:lnTo>
                <a:lnTo>
                  <a:pt x="57" y="61750"/>
                </a:lnTo>
                <a:lnTo>
                  <a:pt x="14" y="62169"/>
                </a:lnTo>
                <a:lnTo>
                  <a:pt x="0" y="62602"/>
                </a:lnTo>
                <a:lnTo>
                  <a:pt x="0" y="85099"/>
                </a:lnTo>
                <a:lnTo>
                  <a:pt x="14" y="85537"/>
                </a:lnTo>
                <a:lnTo>
                  <a:pt x="57" y="85973"/>
                </a:lnTo>
                <a:lnTo>
                  <a:pt x="127" y="86404"/>
                </a:lnTo>
                <a:lnTo>
                  <a:pt x="223" y="86831"/>
                </a:lnTo>
                <a:lnTo>
                  <a:pt x="345" y="87252"/>
                </a:lnTo>
                <a:lnTo>
                  <a:pt x="491" y="87666"/>
                </a:lnTo>
                <a:lnTo>
                  <a:pt x="661" y="88071"/>
                </a:lnTo>
                <a:lnTo>
                  <a:pt x="854" y="88467"/>
                </a:lnTo>
                <a:lnTo>
                  <a:pt x="1068" y="88853"/>
                </a:lnTo>
                <a:lnTo>
                  <a:pt x="1303" y="89227"/>
                </a:lnTo>
                <a:lnTo>
                  <a:pt x="1558" y="89588"/>
                </a:lnTo>
                <a:lnTo>
                  <a:pt x="1831" y="89935"/>
                </a:lnTo>
                <a:lnTo>
                  <a:pt x="2123" y="90268"/>
                </a:lnTo>
                <a:lnTo>
                  <a:pt x="2432" y="90584"/>
                </a:lnTo>
                <a:lnTo>
                  <a:pt x="2757" y="90883"/>
                </a:lnTo>
                <a:lnTo>
                  <a:pt x="3097" y="91164"/>
                </a:lnTo>
                <a:lnTo>
                  <a:pt x="3451" y="91426"/>
                </a:lnTo>
                <a:lnTo>
                  <a:pt x="3819" y="91667"/>
                </a:lnTo>
                <a:lnTo>
                  <a:pt x="4199" y="91886"/>
                </a:lnTo>
                <a:lnTo>
                  <a:pt x="4590" y="92082"/>
                </a:lnTo>
                <a:lnTo>
                  <a:pt x="4993" y="92255"/>
                </a:lnTo>
                <a:lnTo>
                  <a:pt x="5404" y="92402"/>
                </a:lnTo>
                <a:lnTo>
                  <a:pt x="5825" y="92523"/>
                </a:lnTo>
                <a:lnTo>
                  <a:pt x="6253" y="92617"/>
                </a:lnTo>
                <a:lnTo>
                  <a:pt x="6681" y="92682"/>
                </a:lnTo>
                <a:lnTo>
                  <a:pt x="7101" y="92717"/>
                </a:lnTo>
                <a:lnTo>
                  <a:pt x="7513" y="92722"/>
                </a:lnTo>
                <a:lnTo>
                  <a:pt x="7915" y="92698"/>
                </a:lnTo>
                <a:lnTo>
                  <a:pt x="8306" y="92647"/>
                </a:lnTo>
                <a:lnTo>
                  <a:pt x="8686" y="92569"/>
                </a:lnTo>
                <a:lnTo>
                  <a:pt x="9054" y="92464"/>
                </a:lnTo>
                <a:lnTo>
                  <a:pt x="9408" y="92334"/>
                </a:lnTo>
                <a:lnTo>
                  <a:pt x="9749" y="92179"/>
                </a:lnTo>
                <a:lnTo>
                  <a:pt x="10073" y="92000"/>
                </a:lnTo>
                <a:lnTo>
                  <a:pt x="10382" y="91799"/>
                </a:lnTo>
                <a:lnTo>
                  <a:pt x="10674" y="91574"/>
                </a:lnTo>
                <a:lnTo>
                  <a:pt x="10948" y="91328"/>
                </a:lnTo>
                <a:lnTo>
                  <a:pt x="11202" y="91061"/>
                </a:lnTo>
                <a:lnTo>
                  <a:pt x="11437" y="90775"/>
                </a:lnTo>
                <a:lnTo>
                  <a:pt x="11652" y="90468"/>
                </a:lnTo>
                <a:lnTo>
                  <a:pt x="11844" y="90144"/>
                </a:lnTo>
                <a:lnTo>
                  <a:pt x="12014" y="89801"/>
                </a:lnTo>
                <a:lnTo>
                  <a:pt x="12160" y="89442"/>
                </a:lnTo>
                <a:lnTo>
                  <a:pt x="12282" y="89066"/>
                </a:lnTo>
                <a:lnTo>
                  <a:pt x="12378" y="88675"/>
                </a:lnTo>
                <a:lnTo>
                  <a:pt x="12448" y="88269"/>
                </a:lnTo>
                <a:lnTo>
                  <a:pt x="12491" y="87850"/>
                </a:lnTo>
                <a:lnTo>
                  <a:pt x="12505" y="87417"/>
                </a:lnTo>
                <a:lnTo>
                  <a:pt x="12505" y="64920"/>
                </a:lnTo>
                <a:lnTo>
                  <a:pt x="12491" y="64482"/>
                </a:lnTo>
                <a:lnTo>
                  <a:pt x="12448" y="64046"/>
                </a:lnTo>
                <a:lnTo>
                  <a:pt x="12378" y="63615"/>
                </a:lnTo>
                <a:lnTo>
                  <a:pt x="12282" y="63188"/>
                </a:lnTo>
                <a:lnTo>
                  <a:pt x="12160" y="62767"/>
                </a:lnTo>
                <a:lnTo>
                  <a:pt x="12014" y="62354"/>
                </a:lnTo>
                <a:close/>
                <a:moveTo>
                  <a:pt x="12014" y="129845"/>
                </a:moveTo>
                <a:lnTo>
                  <a:pt x="11844" y="129440"/>
                </a:lnTo>
                <a:lnTo>
                  <a:pt x="11652" y="129044"/>
                </a:lnTo>
                <a:lnTo>
                  <a:pt x="11437" y="128658"/>
                </a:lnTo>
                <a:lnTo>
                  <a:pt x="11202" y="128284"/>
                </a:lnTo>
                <a:lnTo>
                  <a:pt x="10948" y="127923"/>
                </a:lnTo>
                <a:lnTo>
                  <a:pt x="10674" y="127575"/>
                </a:lnTo>
                <a:lnTo>
                  <a:pt x="10382" y="127243"/>
                </a:lnTo>
                <a:lnTo>
                  <a:pt x="10073" y="126927"/>
                </a:lnTo>
                <a:lnTo>
                  <a:pt x="9749" y="126627"/>
                </a:lnTo>
                <a:lnTo>
                  <a:pt x="9408" y="126347"/>
                </a:lnTo>
                <a:lnTo>
                  <a:pt x="9054" y="126085"/>
                </a:lnTo>
                <a:lnTo>
                  <a:pt x="8686" y="125844"/>
                </a:lnTo>
                <a:lnTo>
                  <a:pt x="8306" y="125625"/>
                </a:lnTo>
                <a:lnTo>
                  <a:pt x="7915" y="125429"/>
                </a:lnTo>
                <a:lnTo>
                  <a:pt x="7513" y="125256"/>
                </a:lnTo>
                <a:lnTo>
                  <a:pt x="7101" y="125109"/>
                </a:lnTo>
                <a:lnTo>
                  <a:pt x="6681" y="124987"/>
                </a:lnTo>
                <a:lnTo>
                  <a:pt x="6253" y="124893"/>
                </a:lnTo>
                <a:lnTo>
                  <a:pt x="5825" y="124829"/>
                </a:lnTo>
                <a:lnTo>
                  <a:pt x="5404" y="124794"/>
                </a:lnTo>
                <a:lnTo>
                  <a:pt x="4993" y="124789"/>
                </a:lnTo>
                <a:lnTo>
                  <a:pt x="4590" y="124813"/>
                </a:lnTo>
                <a:lnTo>
                  <a:pt x="4199" y="124864"/>
                </a:lnTo>
                <a:lnTo>
                  <a:pt x="3819" y="124942"/>
                </a:lnTo>
                <a:lnTo>
                  <a:pt x="3451" y="125047"/>
                </a:lnTo>
                <a:lnTo>
                  <a:pt x="3097" y="125177"/>
                </a:lnTo>
                <a:lnTo>
                  <a:pt x="2757" y="125332"/>
                </a:lnTo>
                <a:lnTo>
                  <a:pt x="2432" y="125510"/>
                </a:lnTo>
                <a:lnTo>
                  <a:pt x="2123" y="125712"/>
                </a:lnTo>
                <a:lnTo>
                  <a:pt x="1831" y="125937"/>
                </a:lnTo>
                <a:lnTo>
                  <a:pt x="1558" y="126183"/>
                </a:lnTo>
                <a:lnTo>
                  <a:pt x="1303" y="126449"/>
                </a:lnTo>
                <a:lnTo>
                  <a:pt x="1068" y="126736"/>
                </a:lnTo>
                <a:lnTo>
                  <a:pt x="854" y="127042"/>
                </a:lnTo>
                <a:lnTo>
                  <a:pt x="661" y="127367"/>
                </a:lnTo>
                <a:lnTo>
                  <a:pt x="491" y="127710"/>
                </a:lnTo>
                <a:lnTo>
                  <a:pt x="345" y="128069"/>
                </a:lnTo>
                <a:lnTo>
                  <a:pt x="223" y="128445"/>
                </a:lnTo>
                <a:lnTo>
                  <a:pt x="127" y="128836"/>
                </a:lnTo>
                <a:lnTo>
                  <a:pt x="57" y="129241"/>
                </a:lnTo>
                <a:lnTo>
                  <a:pt x="14" y="129661"/>
                </a:lnTo>
                <a:lnTo>
                  <a:pt x="0" y="130094"/>
                </a:lnTo>
                <a:lnTo>
                  <a:pt x="0" y="152591"/>
                </a:lnTo>
                <a:lnTo>
                  <a:pt x="14" y="153029"/>
                </a:lnTo>
                <a:lnTo>
                  <a:pt x="57" y="153464"/>
                </a:lnTo>
                <a:lnTo>
                  <a:pt x="127" y="153896"/>
                </a:lnTo>
                <a:lnTo>
                  <a:pt x="223" y="154323"/>
                </a:lnTo>
                <a:lnTo>
                  <a:pt x="345" y="154744"/>
                </a:lnTo>
                <a:lnTo>
                  <a:pt x="491" y="155157"/>
                </a:lnTo>
                <a:lnTo>
                  <a:pt x="661" y="155563"/>
                </a:lnTo>
                <a:lnTo>
                  <a:pt x="854" y="155959"/>
                </a:lnTo>
                <a:lnTo>
                  <a:pt x="1068" y="156344"/>
                </a:lnTo>
                <a:lnTo>
                  <a:pt x="1303" y="156718"/>
                </a:lnTo>
                <a:lnTo>
                  <a:pt x="1558" y="157080"/>
                </a:lnTo>
                <a:lnTo>
                  <a:pt x="1831" y="157427"/>
                </a:lnTo>
                <a:lnTo>
                  <a:pt x="2123" y="157759"/>
                </a:lnTo>
                <a:lnTo>
                  <a:pt x="2432" y="158076"/>
                </a:lnTo>
                <a:lnTo>
                  <a:pt x="2757" y="158375"/>
                </a:lnTo>
                <a:lnTo>
                  <a:pt x="3097" y="158656"/>
                </a:lnTo>
                <a:lnTo>
                  <a:pt x="3451" y="158917"/>
                </a:lnTo>
                <a:lnTo>
                  <a:pt x="3819" y="159158"/>
                </a:lnTo>
                <a:lnTo>
                  <a:pt x="4199" y="159377"/>
                </a:lnTo>
                <a:lnTo>
                  <a:pt x="4590" y="159574"/>
                </a:lnTo>
                <a:lnTo>
                  <a:pt x="4993" y="159746"/>
                </a:lnTo>
                <a:lnTo>
                  <a:pt x="5404" y="159894"/>
                </a:lnTo>
                <a:lnTo>
                  <a:pt x="5825" y="160015"/>
                </a:lnTo>
                <a:lnTo>
                  <a:pt x="6253" y="160109"/>
                </a:lnTo>
                <a:lnTo>
                  <a:pt x="6681" y="160174"/>
                </a:lnTo>
                <a:lnTo>
                  <a:pt x="7101" y="160208"/>
                </a:lnTo>
                <a:lnTo>
                  <a:pt x="7513" y="160213"/>
                </a:lnTo>
                <a:lnTo>
                  <a:pt x="7915" y="160190"/>
                </a:lnTo>
                <a:lnTo>
                  <a:pt x="8306" y="160139"/>
                </a:lnTo>
                <a:lnTo>
                  <a:pt x="8686" y="160060"/>
                </a:lnTo>
                <a:lnTo>
                  <a:pt x="9054" y="159956"/>
                </a:lnTo>
                <a:lnTo>
                  <a:pt x="9408" y="159826"/>
                </a:lnTo>
                <a:lnTo>
                  <a:pt x="9749" y="159671"/>
                </a:lnTo>
                <a:lnTo>
                  <a:pt x="10073" y="159492"/>
                </a:lnTo>
                <a:lnTo>
                  <a:pt x="10382" y="159290"/>
                </a:lnTo>
                <a:lnTo>
                  <a:pt x="10674" y="159066"/>
                </a:lnTo>
                <a:lnTo>
                  <a:pt x="10948" y="158820"/>
                </a:lnTo>
                <a:lnTo>
                  <a:pt x="11202" y="158553"/>
                </a:lnTo>
                <a:lnTo>
                  <a:pt x="11437" y="158266"/>
                </a:lnTo>
                <a:lnTo>
                  <a:pt x="11652" y="157960"/>
                </a:lnTo>
                <a:lnTo>
                  <a:pt x="11844" y="157635"/>
                </a:lnTo>
                <a:lnTo>
                  <a:pt x="12014" y="157293"/>
                </a:lnTo>
                <a:lnTo>
                  <a:pt x="12160" y="156933"/>
                </a:lnTo>
                <a:lnTo>
                  <a:pt x="12282" y="156558"/>
                </a:lnTo>
                <a:lnTo>
                  <a:pt x="12378" y="156167"/>
                </a:lnTo>
                <a:lnTo>
                  <a:pt x="12448" y="155761"/>
                </a:lnTo>
                <a:lnTo>
                  <a:pt x="12491" y="155341"/>
                </a:lnTo>
                <a:lnTo>
                  <a:pt x="12505" y="154909"/>
                </a:lnTo>
                <a:lnTo>
                  <a:pt x="12505" y="132411"/>
                </a:lnTo>
                <a:lnTo>
                  <a:pt x="12491" y="131973"/>
                </a:lnTo>
                <a:lnTo>
                  <a:pt x="12448" y="131538"/>
                </a:lnTo>
                <a:lnTo>
                  <a:pt x="12378" y="131106"/>
                </a:lnTo>
                <a:lnTo>
                  <a:pt x="12282" y="130680"/>
                </a:lnTo>
                <a:lnTo>
                  <a:pt x="12160" y="130259"/>
                </a:lnTo>
                <a:lnTo>
                  <a:pt x="12014" y="129845"/>
                </a:lnTo>
                <a:close/>
                <a:moveTo>
                  <a:pt x="12014" y="197337"/>
                </a:moveTo>
                <a:lnTo>
                  <a:pt x="11844" y="196931"/>
                </a:lnTo>
                <a:lnTo>
                  <a:pt x="11652" y="196535"/>
                </a:lnTo>
                <a:lnTo>
                  <a:pt x="11437" y="196150"/>
                </a:lnTo>
                <a:lnTo>
                  <a:pt x="11202" y="195776"/>
                </a:lnTo>
                <a:lnTo>
                  <a:pt x="10948" y="195414"/>
                </a:lnTo>
                <a:lnTo>
                  <a:pt x="10674" y="195067"/>
                </a:lnTo>
                <a:lnTo>
                  <a:pt x="10382" y="194735"/>
                </a:lnTo>
                <a:lnTo>
                  <a:pt x="10073" y="194418"/>
                </a:lnTo>
                <a:lnTo>
                  <a:pt x="9749" y="194119"/>
                </a:lnTo>
                <a:lnTo>
                  <a:pt x="9408" y="193838"/>
                </a:lnTo>
                <a:lnTo>
                  <a:pt x="9054" y="193577"/>
                </a:lnTo>
                <a:lnTo>
                  <a:pt x="8686" y="193336"/>
                </a:lnTo>
                <a:lnTo>
                  <a:pt x="8306" y="193117"/>
                </a:lnTo>
                <a:lnTo>
                  <a:pt x="7915" y="192920"/>
                </a:lnTo>
                <a:lnTo>
                  <a:pt x="7513" y="192748"/>
                </a:lnTo>
                <a:lnTo>
                  <a:pt x="7101" y="192600"/>
                </a:lnTo>
                <a:lnTo>
                  <a:pt x="6681" y="192479"/>
                </a:lnTo>
                <a:lnTo>
                  <a:pt x="6253" y="192385"/>
                </a:lnTo>
                <a:lnTo>
                  <a:pt x="5825" y="192320"/>
                </a:lnTo>
                <a:lnTo>
                  <a:pt x="5404" y="192286"/>
                </a:lnTo>
                <a:lnTo>
                  <a:pt x="4993" y="192281"/>
                </a:lnTo>
                <a:lnTo>
                  <a:pt x="4590" y="192304"/>
                </a:lnTo>
                <a:lnTo>
                  <a:pt x="4199" y="192355"/>
                </a:lnTo>
                <a:lnTo>
                  <a:pt x="3819" y="192434"/>
                </a:lnTo>
                <a:lnTo>
                  <a:pt x="3451" y="192538"/>
                </a:lnTo>
                <a:lnTo>
                  <a:pt x="3097" y="192668"/>
                </a:lnTo>
                <a:lnTo>
                  <a:pt x="2757" y="192823"/>
                </a:lnTo>
                <a:lnTo>
                  <a:pt x="2432" y="193002"/>
                </a:lnTo>
                <a:lnTo>
                  <a:pt x="2123" y="193204"/>
                </a:lnTo>
                <a:lnTo>
                  <a:pt x="1831" y="193428"/>
                </a:lnTo>
                <a:lnTo>
                  <a:pt x="1558" y="193674"/>
                </a:lnTo>
                <a:lnTo>
                  <a:pt x="1303" y="193941"/>
                </a:lnTo>
                <a:lnTo>
                  <a:pt x="1068" y="194228"/>
                </a:lnTo>
                <a:lnTo>
                  <a:pt x="854" y="194534"/>
                </a:lnTo>
                <a:lnTo>
                  <a:pt x="661" y="194859"/>
                </a:lnTo>
                <a:lnTo>
                  <a:pt x="491" y="195201"/>
                </a:lnTo>
                <a:lnTo>
                  <a:pt x="345" y="195561"/>
                </a:lnTo>
                <a:lnTo>
                  <a:pt x="223" y="195936"/>
                </a:lnTo>
                <a:lnTo>
                  <a:pt x="127" y="196327"/>
                </a:lnTo>
                <a:lnTo>
                  <a:pt x="57" y="196733"/>
                </a:lnTo>
                <a:lnTo>
                  <a:pt x="14" y="197153"/>
                </a:lnTo>
                <a:lnTo>
                  <a:pt x="0" y="197585"/>
                </a:lnTo>
                <a:lnTo>
                  <a:pt x="0" y="208834"/>
                </a:lnTo>
                <a:lnTo>
                  <a:pt x="0" y="215193"/>
                </a:lnTo>
                <a:lnTo>
                  <a:pt x="6253" y="216352"/>
                </a:lnTo>
                <a:lnTo>
                  <a:pt x="17313" y="218402"/>
                </a:lnTo>
                <a:lnTo>
                  <a:pt x="17741" y="218467"/>
                </a:lnTo>
                <a:lnTo>
                  <a:pt x="18161" y="218501"/>
                </a:lnTo>
                <a:lnTo>
                  <a:pt x="18573" y="218506"/>
                </a:lnTo>
                <a:lnTo>
                  <a:pt x="18975" y="218483"/>
                </a:lnTo>
                <a:lnTo>
                  <a:pt x="19367" y="218432"/>
                </a:lnTo>
                <a:lnTo>
                  <a:pt x="19747" y="218353"/>
                </a:lnTo>
                <a:lnTo>
                  <a:pt x="20114" y="218249"/>
                </a:lnTo>
                <a:lnTo>
                  <a:pt x="20469" y="218119"/>
                </a:lnTo>
                <a:lnTo>
                  <a:pt x="20809" y="217964"/>
                </a:lnTo>
                <a:lnTo>
                  <a:pt x="21134" y="217785"/>
                </a:lnTo>
                <a:lnTo>
                  <a:pt x="21442" y="217583"/>
                </a:lnTo>
                <a:lnTo>
                  <a:pt x="21734" y="217359"/>
                </a:lnTo>
                <a:lnTo>
                  <a:pt x="22008" y="217113"/>
                </a:lnTo>
                <a:lnTo>
                  <a:pt x="22263" y="216846"/>
                </a:lnTo>
                <a:lnTo>
                  <a:pt x="22498" y="216559"/>
                </a:lnTo>
                <a:lnTo>
                  <a:pt x="22712" y="216253"/>
                </a:lnTo>
                <a:lnTo>
                  <a:pt x="22904" y="215928"/>
                </a:lnTo>
                <a:lnTo>
                  <a:pt x="23074" y="215586"/>
                </a:lnTo>
                <a:lnTo>
                  <a:pt x="23220" y="215226"/>
                </a:lnTo>
                <a:lnTo>
                  <a:pt x="23342" y="214851"/>
                </a:lnTo>
                <a:lnTo>
                  <a:pt x="23438" y="214460"/>
                </a:lnTo>
                <a:lnTo>
                  <a:pt x="23508" y="214054"/>
                </a:lnTo>
                <a:lnTo>
                  <a:pt x="23551" y="213634"/>
                </a:lnTo>
                <a:lnTo>
                  <a:pt x="23566" y="213202"/>
                </a:lnTo>
                <a:lnTo>
                  <a:pt x="23551" y="212764"/>
                </a:lnTo>
                <a:lnTo>
                  <a:pt x="23508" y="212328"/>
                </a:lnTo>
                <a:lnTo>
                  <a:pt x="23438" y="211896"/>
                </a:lnTo>
                <a:lnTo>
                  <a:pt x="23342" y="211470"/>
                </a:lnTo>
                <a:lnTo>
                  <a:pt x="23220" y="211049"/>
                </a:lnTo>
                <a:lnTo>
                  <a:pt x="23074" y="210635"/>
                </a:lnTo>
                <a:lnTo>
                  <a:pt x="22904" y="210230"/>
                </a:lnTo>
                <a:lnTo>
                  <a:pt x="22712" y="209834"/>
                </a:lnTo>
                <a:lnTo>
                  <a:pt x="22498" y="209448"/>
                </a:lnTo>
                <a:lnTo>
                  <a:pt x="22263" y="209074"/>
                </a:lnTo>
                <a:lnTo>
                  <a:pt x="22008" y="208713"/>
                </a:lnTo>
                <a:lnTo>
                  <a:pt x="21734" y="208366"/>
                </a:lnTo>
                <a:lnTo>
                  <a:pt x="21442" y="208033"/>
                </a:lnTo>
                <a:lnTo>
                  <a:pt x="21134" y="207717"/>
                </a:lnTo>
                <a:lnTo>
                  <a:pt x="20809" y="207418"/>
                </a:lnTo>
                <a:lnTo>
                  <a:pt x="20469" y="207137"/>
                </a:lnTo>
                <a:lnTo>
                  <a:pt x="20114" y="206875"/>
                </a:lnTo>
                <a:lnTo>
                  <a:pt x="19747" y="206634"/>
                </a:lnTo>
                <a:lnTo>
                  <a:pt x="19367" y="206415"/>
                </a:lnTo>
                <a:lnTo>
                  <a:pt x="18975" y="206219"/>
                </a:lnTo>
                <a:lnTo>
                  <a:pt x="18573" y="206046"/>
                </a:lnTo>
                <a:lnTo>
                  <a:pt x="18161" y="205899"/>
                </a:lnTo>
                <a:lnTo>
                  <a:pt x="17741" y="205778"/>
                </a:lnTo>
                <a:lnTo>
                  <a:pt x="17313" y="205684"/>
                </a:lnTo>
                <a:lnTo>
                  <a:pt x="12505" y="204793"/>
                </a:lnTo>
                <a:lnTo>
                  <a:pt x="12505" y="199903"/>
                </a:lnTo>
                <a:lnTo>
                  <a:pt x="12491" y="199465"/>
                </a:lnTo>
                <a:lnTo>
                  <a:pt x="12448" y="199030"/>
                </a:lnTo>
                <a:lnTo>
                  <a:pt x="12378" y="198598"/>
                </a:lnTo>
                <a:lnTo>
                  <a:pt x="12282" y="198171"/>
                </a:lnTo>
                <a:lnTo>
                  <a:pt x="12160" y="197750"/>
                </a:lnTo>
                <a:lnTo>
                  <a:pt x="12014" y="197337"/>
                </a:lnTo>
                <a:close/>
                <a:moveTo>
                  <a:pt x="59120" y="11457"/>
                </a:moveTo>
                <a:lnTo>
                  <a:pt x="58752" y="11562"/>
                </a:lnTo>
                <a:lnTo>
                  <a:pt x="58398" y="11692"/>
                </a:lnTo>
                <a:lnTo>
                  <a:pt x="58058" y="11846"/>
                </a:lnTo>
                <a:lnTo>
                  <a:pt x="57733" y="12025"/>
                </a:lnTo>
                <a:lnTo>
                  <a:pt x="57424" y="12227"/>
                </a:lnTo>
                <a:lnTo>
                  <a:pt x="57133" y="12451"/>
                </a:lnTo>
                <a:lnTo>
                  <a:pt x="56859" y="12697"/>
                </a:lnTo>
                <a:lnTo>
                  <a:pt x="56604" y="12964"/>
                </a:lnTo>
                <a:lnTo>
                  <a:pt x="56369" y="13251"/>
                </a:lnTo>
                <a:lnTo>
                  <a:pt x="56155" y="13557"/>
                </a:lnTo>
                <a:lnTo>
                  <a:pt x="55962" y="13882"/>
                </a:lnTo>
                <a:lnTo>
                  <a:pt x="55793" y="14224"/>
                </a:lnTo>
                <a:lnTo>
                  <a:pt x="55646" y="14584"/>
                </a:lnTo>
                <a:lnTo>
                  <a:pt x="55525" y="14960"/>
                </a:lnTo>
                <a:lnTo>
                  <a:pt x="55428" y="15351"/>
                </a:lnTo>
                <a:lnTo>
                  <a:pt x="55358" y="15756"/>
                </a:lnTo>
                <a:lnTo>
                  <a:pt x="55316" y="16176"/>
                </a:lnTo>
                <a:lnTo>
                  <a:pt x="55301" y="16609"/>
                </a:lnTo>
                <a:lnTo>
                  <a:pt x="55316" y="17047"/>
                </a:lnTo>
                <a:lnTo>
                  <a:pt x="55358" y="17482"/>
                </a:lnTo>
                <a:lnTo>
                  <a:pt x="55428" y="17914"/>
                </a:lnTo>
                <a:lnTo>
                  <a:pt x="55525" y="18341"/>
                </a:lnTo>
                <a:lnTo>
                  <a:pt x="55646" y="18761"/>
                </a:lnTo>
                <a:lnTo>
                  <a:pt x="55793" y="19175"/>
                </a:lnTo>
                <a:lnTo>
                  <a:pt x="55962" y="19580"/>
                </a:lnTo>
                <a:lnTo>
                  <a:pt x="56155" y="19976"/>
                </a:lnTo>
                <a:lnTo>
                  <a:pt x="56369" y="20362"/>
                </a:lnTo>
                <a:lnTo>
                  <a:pt x="56604" y="20736"/>
                </a:lnTo>
                <a:lnTo>
                  <a:pt x="56859" y="21097"/>
                </a:lnTo>
                <a:lnTo>
                  <a:pt x="57133" y="21445"/>
                </a:lnTo>
                <a:lnTo>
                  <a:pt x="57424" y="21777"/>
                </a:lnTo>
                <a:lnTo>
                  <a:pt x="57733" y="22093"/>
                </a:lnTo>
                <a:lnTo>
                  <a:pt x="58058" y="22393"/>
                </a:lnTo>
                <a:lnTo>
                  <a:pt x="58398" y="22673"/>
                </a:lnTo>
                <a:lnTo>
                  <a:pt x="58752" y="22935"/>
                </a:lnTo>
                <a:lnTo>
                  <a:pt x="59120" y="23176"/>
                </a:lnTo>
                <a:lnTo>
                  <a:pt x="59500" y="23395"/>
                </a:lnTo>
                <a:lnTo>
                  <a:pt x="59892" y="23591"/>
                </a:lnTo>
                <a:lnTo>
                  <a:pt x="60294" y="23764"/>
                </a:lnTo>
                <a:lnTo>
                  <a:pt x="60705" y="23911"/>
                </a:lnTo>
                <a:lnTo>
                  <a:pt x="61126" y="24033"/>
                </a:lnTo>
                <a:lnTo>
                  <a:pt x="61554" y="24127"/>
                </a:lnTo>
                <a:lnTo>
                  <a:pt x="83674" y="28226"/>
                </a:lnTo>
                <a:lnTo>
                  <a:pt x="84102" y="28291"/>
                </a:lnTo>
                <a:lnTo>
                  <a:pt x="84523" y="28326"/>
                </a:lnTo>
                <a:lnTo>
                  <a:pt x="84934" y="28331"/>
                </a:lnTo>
                <a:lnTo>
                  <a:pt x="85337" y="28307"/>
                </a:lnTo>
                <a:lnTo>
                  <a:pt x="85728" y="28256"/>
                </a:lnTo>
                <a:lnTo>
                  <a:pt x="86108" y="28178"/>
                </a:lnTo>
                <a:lnTo>
                  <a:pt x="86476" y="28073"/>
                </a:lnTo>
                <a:lnTo>
                  <a:pt x="86830" y="27943"/>
                </a:lnTo>
                <a:lnTo>
                  <a:pt x="87170" y="27788"/>
                </a:lnTo>
                <a:lnTo>
                  <a:pt x="87495" y="27610"/>
                </a:lnTo>
                <a:lnTo>
                  <a:pt x="87804" y="27408"/>
                </a:lnTo>
                <a:lnTo>
                  <a:pt x="88096" y="27183"/>
                </a:lnTo>
                <a:lnTo>
                  <a:pt x="88369" y="26937"/>
                </a:lnTo>
                <a:lnTo>
                  <a:pt x="88624" y="26671"/>
                </a:lnTo>
                <a:lnTo>
                  <a:pt x="88859" y="26384"/>
                </a:lnTo>
                <a:lnTo>
                  <a:pt x="89073" y="26077"/>
                </a:lnTo>
                <a:lnTo>
                  <a:pt x="89266" y="25753"/>
                </a:lnTo>
                <a:lnTo>
                  <a:pt x="89436" y="25410"/>
                </a:lnTo>
                <a:lnTo>
                  <a:pt x="89582" y="25051"/>
                </a:lnTo>
                <a:lnTo>
                  <a:pt x="89704" y="24675"/>
                </a:lnTo>
                <a:lnTo>
                  <a:pt x="89800" y="24284"/>
                </a:lnTo>
                <a:lnTo>
                  <a:pt x="89870" y="23878"/>
                </a:lnTo>
                <a:lnTo>
                  <a:pt x="89913" y="23459"/>
                </a:lnTo>
                <a:lnTo>
                  <a:pt x="89927" y="23026"/>
                </a:lnTo>
                <a:lnTo>
                  <a:pt x="89913" y="22588"/>
                </a:lnTo>
                <a:lnTo>
                  <a:pt x="89870" y="22153"/>
                </a:lnTo>
                <a:lnTo>
                  <a:pt x="89800" y="21721"/>
                </a:lnTo>
                <a:lnTo>
                  <a:pt x="89704" y="21294"/>
                </a:lnTo>
                <a:lnTo>
                  <a:pt x="89582" y="20873"/>
                </a:lnTo>
                <a:lnTo>
                  <a:pt x="89436" y="20460"/>
                </a:lnTo>
                <a:lnTo>
                  <a:pt x="89266" y="20054"/>
                </a:lnTo>
                <a:lnTo>
                  <a:pt x="89073" y="19658"/>
                </a:lnTo>
                <a:lnTo>
                  <a:pt x="88859" y="19273"/>
                </a:lnTo>
                <a:lnTo>
                  <a:pt x="88624" y="18899"/>
                </a:lnTo>
                <a:lnTo>
                  <a:pt x="88369" y="18538"/>
                </a:lnTo>
                <a:lnTo>
                  <a:pt x="88096" y="18190"/>
                </a:lnTo>
                <a:lnTo>
                  <a:pt x="87804" y="17858"/>
                </a:lnTo>
                <a:lnTo>
                  <a:pt x="87495" y="17541"/>
                </a:lnTo>
                <a:lnTo>
                  <a:pt x="87170" y="17242"/>
                </a:lnTo>
                <a:lnTo>
                  <a:pt x="86830" y="16961"/>
                </a:lnTo>
                <a:lnTo>
                  <a:pt x="86476" y="16700"/>
                </a:lnTo>
                <a:lnTo>
                  <a:pt x="86108" y="16459"/>
                </a:lnTo>
                <a:lnTo>
                  <a:pt x="85728" y="16240"/>
                </a:lnTo>
                <a:lnTo>
                  <a:pt x="85337" y="16043"/>
                </a:lnTo>
                <a:lnTo>
                  <a:pt x="84934" y="15871"/>
                </a:lnTo>
                <a:lnTo>
                  <a:pt x="84523" y="15723"/>
                </a:lnTo>
                <a:lnTo>
                  <a:pt x="84102" y="15602"/>
                </a:lnTo>
                <a:lnTo>
                  <a:pt x="83674" y="15508"/>
                </a:lnTo>
                <a:lnTo>
                  <a:pt x="61554" y="11408"/>
                </a:lnTo>
                <a:lnTo>
                  <a:pt x="61126" y="11344"/>
                </a:lnTo>
                <a:lnTo>
                  <a:pt x="60705" y="11309"/>
                </a:lnTo>
                <a:lnTo>
                  <a:pt x="60294" y="11304"/>
                </a:lnTo>
                <a:lnTo>
                  <a:pt x="59892" y="11327"/>
                </a:lnTo>
                <a:lnTo>
                  <a:pt x="59500" y="11379"/>
                </a:lnTo>
                <a:lnTo>
                  <a:pt x="59120" y="11457"/>
                </a:lnTo>
                <a:close/>
                <a:moveTo>
                  <a:pt x="125482" y="23756"/>
                </a:moveTo>
                <a:lnTo>
                  <a:pt x="125114" y="23861"/>
                </a:lnTo>
                <a:lnTo>
                  <a:pt x="124760" y="23991"/>
                </a:lnTo>
                <a:lnTo>
                  <a:pt x="124419" y="24146"/>
                </a:lnTo>
                <a:lnTo>
                  <a:pt x="124095" y="24325"/>
                </a:lnTo>
                <a:lnTo>
                  <a:pt x="123786" y="24527"/>
                </a:lnTo>
                <a:lnTo>
                  <a:pt x="123494" y="24751"/>
                </a:lnTo>
                <a:lnTo>
                  <a:pt x="123220" y="24997"/>
                </a:lnTo>
                <a:lnTo>
                  <a:pt x="122966" y="25264"/>
                </a:lnTo>
                <a:lnTo>
                  <a:pt x="122731" y="25550"/>
                </a:lnTo>
                <a:lnTo>
                  <a:pt x="122516" y="25857"/>
                </a:lnTo>
                <a:lnTo>
                  <a:pt x="122324" y="26181"/>
                </a:lnTo>
                <a:lnTo>
                  <a:pt x="122154" y="26524"/>
                </a:lnTo>
                <a:lnTo>
                  <a:pt x="122008" y="26883"/>
                </a:lnTo>
                <a:lnTo>
                  <a:pt x="121886" y="27259"/>
                </a:lnTo>
                <a:lnTo>
                  <a:pt x="121790" y="27650"/>
                </a:lnTo>
                <a:lnTo>
                  <a:pt x="121720" y="28056"/>
                </a:lnTo>
                <a:lnTo>
                  <a:pt x="121677" y="28475"/>
                </a:lnTo>
                <a:lnTo>
                  <a:pt x="121663" y="28908"/>
                </a:lnTo>
                <a:lnTo>
                  <a:pt x="121677" y="29346"/>
                </a:lnTo>
                <a:lnTo>
                  <a:pt x="121720" y="29781"/>
                </a:lnTo>
                <a:lnTo>
                  <a:pt x="121790" y="30213"/>
                </a:lnTo>
                <a:lnTo>
                  <a:pt x="121886" y="30640"/>
                </a:lnTo>
                <a:lnTo>
                  <a:pt x="122008" y="31061"/>
                </a:lnTo>
                <a:lnTo>
                  <a:pt x="122154" y="31474"/>
                </a:lnTo>
                <a:lnTo>
                  <a:pt x="122324" y="31880"/>
                </a:lnTo>
                <a:lnTo>
                  <a:pt x="122516" y="32276"/>
                </a:lnTo>
                <a:lnTo>
                  <a:pt x="122731" y="32661"/>
                </a:lnTo>
                <a:lnTo>
                  <a:pt x="122966" y="33035"/>
                </a:lnTo>
                <a:lnTo>
                  <a:pt x="123220" y="33397"/>
                </a:lnTo>
                <a:lnTo>
                  <a:pt x="123494" y="33744"/>
                </a:lnTo>
                <a:lnTo>
                  <a:pt x="123786" y="34076"/>
                </a:lnTo>
                <a:lnTo>
                  <a:pt x="124095" y="34393"/>
                </a:lnTo>
                <a:lnTo>
                  <a:pt x="124419" y="34692"/>
                </a:lnTo>
                <a:lnTo>
                  <a:pt x="124760" y="34973"/>
                </a:lnTo>
                <a:lnTo>
                  <a:pt x="125114" y="35234"/>
                </a:lnTo>
                <a:lnTo>
                  <a:pt x="125482" y="35475"/>
                </a:lnTo>
                <a:lnTo>
                  <a:pt x="125862" y="35694"/>
                </a:lnTo>
                <a:lnTo>
                  <a:pt x="126253" y="35891"/>
                </a:lnTo>
                <a:lnTo>
                  <a:pt x="126655" y="36063"/>
                </a:lnTo>
                <a:lnTo>
                  <a:pt x="127067" y="36211"/>
                </a:lnTo>
                <a:lnTo>
                  <a:pt x="127487" y="36332"/>
                </a:lnTo>
                <a:lnTo>
                  <a:pt x="127915" y="36426"/>
                </a:lnTo>
                <a:lnTo>
                  <a:pt x="150036" y="40526"/>
                </a:lnTo>
                <a:lnTo>
                  <a:pt x="150464" y="40590"/>
                </a:lnTo>
                <a:lnTo>
                  <a:pt x="150884" y="40625"/>
                </a:lnTo>
                <a:lnTo>
                  <a:pt x="151296" y="40630"/>
                </a:lnTo>
                <a:lnTo>
                  <a:pt x="151698" y="40607"/>
                </a:lnTo>
                <a:lnTo>
                  <a:pt x="152090" y="40555"/>
                </a:lnTo>
                <a:lnTo>
                  <a:pt x="152470" y="40477"/>
                </a:lnTo>
                <a:lnTo>
                  <a:pt x="152837" y="40373"/>
                </a:lnTo>
                <a:lnTo>
                  <a:pt x="153192" y="40242"/>
                </a:lnTo>
                <a:lnTo>
                  <a:pt x="153532" y="40088"/>
                </a:lnTo>
                <a:lnTo>
                  <a:pt x="153857" y="39909"/>
                </a:lnTo>
                <a:lnTo>
                  <a:pt x="154165" y="39707"/>
                </a:lnTo>
                <a:lnTo>
                  <a:pt x="154457" y="39483"/>
                </a:lnTo>
                <a:lnTo>
                  <a:pt x="154731" y="39237"/>
                </a:lnTo>
                <a:lnTo>
                  <a:pt x="154986" y="38970"/>
                </a:lnTo>
                <a:lnTo>
                  <a:pt x="155221" y="38683"/>
                </a:lnTo>
                <a:lnTo>
                  <a:pt x="155435" y="38377"/>
                </a:lnTo>
                <a:lnTo>
                  <a:pt x="155627" y="38052"/>
                </a:lnTo>
                <a:lnTo>
                  <a:pt x="155797" y="37710"/>
                </a:lnTo>
                <a:lnTo>
                  <a:pt x="155943" y="37350"/>
                </a:lnTo>
                <a:lnTo>
                  <a:pt x="156065" y="36975"/>
                </a:lnTo>
                <a:lnTo>
                  <a:pt x="156161" y="36584"/>
                </a:lnTo>
                <a:lnTo>
                  <a:pt x="156231" y="36178"/>
                </a:lnTo>
                <a:lnTo>
                  <a:pt x="156274" y="35758"/>
                </a:lnTo>
                <a:lnTo>
                  <a:pt x="156288" y="35326"/>
                </a:lnTo>
                <a:lnTo>
                  <a:pt x="156274" y="34887"/>
                </a:lnTo>
                <a:lnTo>
                  <a:pt x="156231" y="34452"/>
                </a:lnTo>
                <a:lnTo>
                  <a:pt x="156161" y="34020"/>
                </a:lnTo>
                <a:lnTo>
                  <a:pt x="156065" y="33594"/>
                </a:lnTo>
                <a:lnTo>
                  <a:pt x="155943" y="33173"/>
                </a:lnTo>
                <a:lnTo>
                  <a:pt x="155797" y="32759"/>
                </a:lnTo>
                <a:lnTo>
                  <a:pt x="155627" y="32354"/>
                </a:lnTo>
                <a:lnTo>
                  <a:pt x="155435" y="31958"/>
                </a:lnTo>
                <a:lnTo>
                  <a:pt x="155221" y="31572"/>
                </a:lnTo>
                <a:lnTo>
                  <a:pt x="154986" y="31198"/>
                </a:lnTo>
                <a:lnTo>
                  <a:pt x="154731" y="30837"/>
                </a:lnTo>
                <a:lnTo>
                  <a:pt x="154457" y="30490"/>
                </a:lnTo>
                <a:lnTo>
                  <a:pt x="154165" y="30157"/>
                </a:lnTo>
                <a:lnTo>
                  <a:pt x="153857" y="29841"/>
                </a:lnTo>
                <a:lnTo>
                  <a:pt x="153532" y="29542"/>
                </a:lnTo>
                <a:lnTo>
                  <a:pt x="153192" y="29261"/>
                </a:lnTo>
                <a:lnTo>
                  <a:pt x="152837" y="28999"/>
                </a:lnTo>
                <a:lnTo>
                  <a:pt x="152470" y="28758"/>
                </a:lnTo>
                <a:lnTo>
                  <a:pt x="152090" y="28539"/>
                </a:lnTo>
                <a:lnTo>
                  <a:pt x="151698" y="28343"/>
                </a:lnTo>
                <a:lnTo>
                  <a:pt x="151296" y="28170"/>
                </a:lnTo>
                <a:lnTo>
                  <a:pt x="150884" y="28023"/>
                </a:lnTo>
                <a:lnTo>
                  <a:pt x="150464" y="27902"/>
                </a:lnTo>
                <a:lnTo>
                  <a:pt x="150036" y="27808"/>
                </a:lnTo>
                <a:lnTo>
                  <a:pt x="127915" y="23708"/>
                </a:lnTo>
                <a:lnTo>
                  <a:pt x="127487" y="23643"/>
                </a:lnTo>
                <a:lnTo>
                  <a:pt x="127067" y="23609"/>
                </a:lnTo>
                <a:lnTo>
                  <a:pt x="126655" y="23603"/>
                </a:lnTo>
                <a:lnTo>
                  <a:pt x="126253" y="23627"/>
                </a:lnTo>
                <a:lnTo>
                  <a:pt x="125862" y="23678"/>
                </a:lnTo>
                <a:lnTo>
                  <a:pt x="125482" y="23756"/>
                </a:lnTo>
                <a:close/>
                <a:moveTo>
                  <a:pt x="191843" y="36056"/>
                </a:moveTo>
                <a:lnTo>
                  <a:pt x="191475" y="36160"/>
                </a:lnTo>
                <a:lnTo>
                  <a:pt x="191121" y="36290"/>
                </a:lnTo>
                <a:lnTo>
                  <a:pt x="190781" y="36445"/>
                </a:lnTo>
                <a:lnTo>
                  <a:pt x="190456" y="36624"/>
                </a:lnTo>
                <a:lnTo>
                  <a:pt x="190147" y="36826"/>
                </a:lnTo>
                <a:lnTo>
                  <a:pt x="189856" y="37050"/>
                </a:lnTo>
                <a:lnTo>
                  <a:pt x="189582" y="37296"/>
                </a:lnTo>
                <a:lnTo>
                  <a:pt x="189327" y="37563"/>
                </a:lnTo>
                <a:lnTo>
                  <a:pt x="189092" y="37850"/>
                </a:lnTo>
                <a:lnTo>
                  <a:pt x="188878" y="38156"/>
                </a:lnTo>
                <a:lnTo>
                  <a:pt x="188685" y="38481"/>
                </a:lnTo>
                <a:lnTo>
                  <a:pt x="188516" y="38823"/>
                </a:lnTo>
                <a:lnTo>
                  <a:pt x="188369" y="39183"/>
                </a:lnTo>
                <a:lnTo>
                  <a:pt x="188248" y="39558"/>
                </a:lnTo>
                <a:lnTo>
                  <a:pt x="188151" y="39949"/>
                </a:lnTo>
                <a:lnTo>
                  <a:pt x="188081" y="40355"/>
                </a:lnTo>
                <a:lnTo>
                  <a:pt x="188039" y="40775"/>
                </a:lnTo>
                <a:lnTo>
                  <a:pt x="188024" y="41207"/>
                </a:lnTo>
                <a:lnTo>
                  <a:pt x="188039" y="41645"/>
                </a:lnTo>
                <a:lnTo>
                  <a:pt x="188081" y="42081"/>
                </a:lnTo>
                <a:lnTo>
                  <a:pt x="188151" y="42513"/>
                </a:lnTo>
                <a:lnTo>
                  <a:pt x="188248" y="42939"/>
                </a:lnTo>
                <a:lnTo>
                  <a:pt x="188369" y="43360"/>
                </a:lnTo>
                <a:lnTo>
                  <a:pt x="188516" y="43774"/>
                </a:lnTo>
                <a:lnTo>
                  <a:pt x="188685" y="44179"/>
                </a:lnTo>
                <a:lnTo>
                  <a:pt x="188878" y="44575"/>
                </a:lnTo>
                <a:lnTo>
                  <a:pt x="189092" y="44961"/>
                </a:lnTo>
                <a:lnTo>
                  <a:pt x="189327" y="45335"/>
                </a:lnTo>
                <a:lnTo>
                  <a:pt x="189582" y="45696"/>
                </a:lnTo>
                <a:lnTo>
                  <a:pt x="189856" y="46043"/>
                </a:lnTo>
                <a:lnTo>
                  <a:pt x="190147" y="46376"/>
                </a:lnTo>
                <a:lnTo>
                  <a:pt x="190456" y="46692"/>
                </a:lnTo>
                <a:lnTo>
                  <a:pt x="190781" y="46991"/>
                </a:lnTo>
                <a:lnTo>
                  <a:pt x="191121" y="47272"/>
                </a:lnTo>
                <a:lnTo>
                  <a:pt x="191475" y="47534"/>
                </a:lnTo>
                <a:lnTo>
                  <a:pt x="191843" y="47775"/>
                </a:lnTo>
                <a:lnTo>
                  <a:pt x="192223" y="47994"/>
                </a:lnTo>
                <a:lnTo>
                  <a:pt x="192615" y="48190"/>
                </a:lnTo>
                <a:lnTo>
                  <a:pt x="193017" y="48363"/>
                </a:lnTo>
                <a:lnTo>
                  <a:pt x="193428" y="48510"/>
                </a:lnTo>
                <a:lnTo>
                  <a:pt x="193849" y="48631"/>
                </a:lnTo>
                <a:lnTo>
                  <a:pt x="194277" y="48725"/>
                </a:lnTo>
                <a:lnTo>
                  <a:pt x="199084" y="49616"/>
                </a:lnTo>
                <a:lnTo>
                  <a:pt x="199084" y="54506"/>
                </a:lnTo>
                <a:lnTo>
                  <a:pt x="199099" y="54944"/>
                </a:lnTo>
                <a:lnTo>
                  <a:pt x="199141" y="55379"/>
                </a:lnTo>
                <a:lnTo>
                  <a:pt x="199211" y="55811"/>
                </a:lnTo>
                <a:lnTo>
                  <a:pt x="199308" y="56238"/>
                </a:lnTo>
                <a:lnTo>
                  <a:pt x="199430" y="56659"/>
                </a:lnTo>
                <a:lnTo>
                  <a:pt x="199576" y="57072"/>
                </a:lnTo>
                <a:lnTo>
                  <a:pt x="199746" y="57478"/>
                </a:lnTo>
                <a:lnTo>
                  <a:pt x="199938" y="57874"/>
                </a:lnTo>
                <a:lnTo>
                  <a:pt x="200152" y="58259"/>
                </a:lnTo>
                <a:lnTo>
                  <a:pt x="200387" y="58633"/>
                </a:lnTo>
                <a:lnTo>
                  <a:pt x="200642" y="58995"/>
                </a:lnTo>
                <a:lnTo>
                  <a:pt x="200916" y="59342"/>
                </a:lnTo>
                <a:lnTo>
                  <a:pt x="201207" y="59674"/>
                </a:lnTo>
                <a:lnTo>
                  <a:pt x="201516" y="59991"/>
                </a:lnTo>
                <a:lnTo>
                  <a:pt x="201841" y="60290"/>
                </a:lnTo>
                <a:lnTo>
                  <a:pt x="202181" y="60571"/>
                </a:lnTo>
                <a:lnTo>
                  <a:pt x="202536" y="60832"/>
                </a:lnTo>
                <a:lnTo>
                  <a:pt x="202903" y="61073"/>
                </a:lnTo>
                <a:lnTo>
                  <a:pt x="203283" y="61292"/>
                </a:lnTo>
                <a:lnTo>
                  <a:pt x="203675" y="61489"/>
                </a:lnTo>
                <a:lnTo>
                  <a:pt x="204077" y="61661"/>
                </a:lnTo>
                <a:lnTo>
                  <a:pt x="204489" y="61809"/>
                </a:lnTo>
                <a:lnTo>
                  <a:pt x="204909" y="61930"/>
                </a:lnTo>
                <a:lnTo>
                  <a:pt x="205337" y="62024"/>
                </a:lnTo>
                <a:lnTo>
                  <a:pt x="205765" y="62089"/>
                </a:lnTo>
                <a:lnTo>
                  <a:pt x="206185" y="62123"/>
                </a:lnTo>
                <a:lnTo>
                  <a:pt x="206597" y="62128"/>
                </a:lnTo>
                <a:lnTo>
                  <a:pt x="206999" y="62105"/>
                </a:lnTo>
                <a:lnTo>
                  <a:pt x="207391" y="62054"/>
                </a:lnTo>
                <a:lnTo>
                  <a:pt x="207771" y="61975"/>
                </a:lnTo>
                <a:lnTo>
                  <a:pt x="208139" y="61871"/>
                </a:lnTo>
                <a:lnTo>
                  <a:pt x="208493" y="61741"/>
                </a:lnTo>
                <a:lnTo>
                  <a:pt x="208833" y="61586"/>
                </a:lnTo>
                <a:lnTo>
                  <a:pt x="209158" y="61407"/>
                </a:lnTo>
                <a:lnTo>
                  <a:pt x="209467" y="61205"/>
                </a:lnTo>
                <a:lnTo>
                  <a:pt x="209758" y="60981"/>
                </a:lnTo>
                <a:lnTo>
                  <a:pt x="210032" y="60735"/>
                </a:lnTo>
                <a:lnTo>
                  <a:pt x="210287" y="60468"/>
                </a:lnTo>
                <a:lnTo>
                  <a:pt x="210522" y="60181"/>
                </a:lnTo>
                <a:lnTo>
                  <a:pt x="210736" y="59875"/>
                </a:lnTo>
                <a:lnTo>
                  <a:pt x="210928" y="59550"/>
                </a:lnTo>
                <a:lnTo>
                  <a:pt x="211098" y="59208"/>
                </a:lnTo>
                <a:lnTo>
                  <a:pt x="211245" y="58848"/>
                </a:lnTo>
                <a:lnTo>
                  <a:pt x="211366" y="58473"/>
                </a:lnTo>
                <a:lnTo>
                  <a:pt x="211463" y="58082"/>
                </a:lnTo>
                <a:lnTo>
                  <a:pt x="211533" y="57676"/>
                </a:lnTo>
                <a:lnTo>
                  <a:pt x="211575" y="57256"/>
                </a:lnTo>
                <a:lnTo>
                  <a:pt x="211590" y="56824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194277" y="36007"/>
                </a:lnTo>
                <a:lnTo>
                  <a:pt x="193849" y="35942"/>
                </a:lnTo>
                <a:lnTo>
                  <a:pt x="193428" y="35908"/>
                </a:lnTo>
                <a:lnTo>
                  <a:pt x="193017" y="35903"/>
                </a:lnTo>
                <a:lnTo>
                  <a:pt x="192615" y="35926"/>
                </a:lnTo>
                <a:lnTo>
                  <a:pt x="192223" y="35978"/>
                </a:lnTo>
                <a:lnTo>
                  <a:pt x="191843" y="36056"/>
                </a:lnTo>
                <a:close/>
                <a:moveTo>
                  <a:pt x="59120" y="213932"/>
                </a:moveTo>
                <a:lnTo>
                  <a:pt x="58752" y="214036"/>
                </a:lnTo>
                <a:lnTo>
                  <a:pt x="58398" y="214167"/>
                </a:lnTo>
                <a:lnTo>
                  <a:pt x="58058" y="214321"/>
                </a:lnTo>
                <a:lnTo>
                  <a:pt x="57733" y="214500"/>
                </a:lnTo>
                <a:lnTo>
                  <a:pt x="57424" y="214702"/>
                </a:lnTo>
                <a:lnTo>
                  <a:pt x="57133" y="214926"/>
                </a:lnTo>
                <a:lnTo>
                  <a:pt x="56859" y="215172"/>
                </a:lnTo>
                <a:lnTo>
                  <a:pt x="56604" y="215439"/>
                </a:lnTo>
                <a:lnTo>
                  <a:pt x="56369" y="215726"/>
                </a:lnTo>
                <a:lnTo>
                  <a:pt x="56155" y="216032"/>
                </a:lnTo>
                <a:lnTo>
                  <a:pt x="55962" y="216357"/>
                </a:lnTo>
                <a:lnTo>
                  <a:pt x="55793" y="216699"/>
                </a:lnTo>
                <a:lnTo>
                  <a:pt x="55646" y="217059"/>
                </a:lnTo>
                <a:lnTo>
                  <a:pt x="55525" y="217434"/>
                </a:lnTo>
                <a:lnTo>
                  <a:pt x="55428" y="217825"/>
                </a:lnTo>
                <a:lnTo>
                  <a:pt x="55358" y="218231"/>
                </a:lnTo>
                <a:lnTo>
                  <a:pt x="55316" y="218651"/>
                </a:lnTo>
                <a:lnTo>
                  <a:pt x="55301" y="219083"/>
                </a:lnTo>
                <a:lnTo>
                  <a:pt x="55316" y="219522"/>
                </a:lnTo>
                <a:lnTo>
                  <a:pt x="55358" y="219957"/>
                </a:lnTo>
                <a:lnTo>
                  <a:pt x="55428" y="220389"/>
                </a:lnTo>
                <a:lnTo>
                  <a:pt x="55525" y="220815"/>
                </a:lnTo>
                <a:lnTo>
                  <a:pt x="55646" y="221236"/>
                </a:lnTo>
                <a:lnTo>
                  <a:pt x="55793" y="221650"/>
                </a:lnTo>
                <a:lnTo>
                  <a:pt x="55962" y="222055"/>
                </a:lnTo>
                <a:lnTo>
                  <a:pt x="56155" y="222451"/>
                </a:lnTo>
                <a:lnTo>
                  <a:pt x="56369" y="222837"/>
                </a:lnTo>
                <a:lnTo>
                  <a:pt x="56604" y="223211"/>
                </a:lnTo>
                <a:lnTo>
                  <a:pt x="56859" y="223572"/>
                </a:lnTo>
                <a:lnTo>
                  <a:pt x="57133" y="223919"/>
                </a:lnTo>
                <a:lnTo>
                  <a:pt x="57424" y="224252"/>
                </a:lnTo>
                <a:lnTo>
                  <a:pt x="57733" y="224568"/>
                </a:lnTo>
                <a:lnTo>
                  <a:pt x="58058" y="224867"/>
                </a:lnTo>
                <a:lnTo>
                  <a:pt x="58398" y="225148"/>
                </a:lnTo>
                <a:lnTo>
                  <a:pt x="58752" y="225410"/>
                </a:lnTo>
                <a:lnTo>
                  <a:pt x="59120" y="225651"/>
                </a:lnTo>
                <a:lnTo>
                  <a:pt x="59500" y="225870"/>
                </a:lnTo>
                <a:lnTo>
                  <a:pt x="59892" y="226066"/>
                </a:lnTo>
                <a:lnTo>
                  <a:pt x="60294" y="226239"/>
                </a:lnTo>
                <a:lnTo>
                  <a:pt x="60705" y="226386"/>
                </a:lnTo>
                <a:lnTo>
                  <a:pt x="61126" y="226507"/>
                </a:lnTo>
                <a:lnTo>
                  <a:pt x="61554" y="226601"/>
                </a:lnTo>
                <a:lnTo>
                  <a:pt x="83674" y="230701"/>
                </a:lnTo>
                <a:lnTo>
                  <a:pt x="84102" y="230766"/>
                </a:lnTo>
                <a:lnTo>
                  <a:pt x="84523" y="230800"/>
                </a:lnTo>
                <a:lnTo>
                  <a:pt x="84934" y="230806"/>
                </a:lnTo>
                <a:lnTo>
                  <a:pt x="85337" y="230782"/>
                </a:lnTo>
                <a:lnTo>
                  <a:pt x="85728" y="230731"/>
                </a:lnTo>
                <a:lnTo>
                  <a:pt x="86108" y="230653"/>
                </a:lnTo>
                <a:lnTo>
                  <a:pt x="86476" y="230548"/>
                </a:lnTo>
                <a:lnTo>
                  <a:pt x="86830" y="230418"/>
                </a:lnTo>
                <a:lnTo>
                  <a:pt x="87170" y="230263"/>
                </a:lnTo>
                <a:lnTo>
                  <a:pt x="87495" y="230084"/>
                </a:lnTo>
                <a:lnTo>
                  <a:pt x="87804" y="229882"/>
                </a:lnTo>
                <a:lnTo>
                  <a:pt x="88096" y="229658"/>
                </a:lnTo>
                <a:lnTo>
                  <a:pt x="88369" y="229412"/>
                </a:lnTo>
                <a:lnTo>
                  <a:pt x="88624" y="229145"/>
                </a:lnTo>
                <a:lnTo>
                  <a:pt x="88859" y="228859"/>
                </a:lnTo>
                <a:lnTo>
                  <a:pt x="89073" y="228552"/>
                </a:lnTo>
                <a:lnTo>
                  <a:pt x="89266" y="228228"/>
                </a:lnTo>
                <a:lnTo>
                  <a:pt x="89436" y="227885"/>
                </a:lnTo>
                <a:lnTo>
                  <a:pt x="89582" y="227526"/>
                </a:lnTo>
                <a:lnTo>
                  <a:pt x="89704" y="227150"/>
                </a:lnTo>
                <a:lnTo>
                  <a:pt x="89800" y="226759"/>
                </a:lnTo>
                <a:lnTo>
                  <a:pt x="89870" y="226353"/>
                </a:lnTo>
                <a:lnTo>
                  <a:pt x="89913" y="225934"/>
                </a:lnTo>
                <a:lnTo>
                  <a:pt x="89927" y="225501"/>
                </a:lnTo>
                <a:lnTo>
                  <a:pt x="89913" y="225063"/>
                </a:lnTo>
                <a:lnTo>
                  <a:pt x="89870" y="224628"/>
                </a:lnTo>
                <a:lnTo>
                  <a:pt x="89800" y="224196"/>
                </a:lnTo>
                <a:lnTo>
                  <a:pt x="89704" y="223769"/>
                </a:lnTo>
                <a:lnTo>
                  <a:pt x="89582" y="223348"/>
                </a:lnTo>
                <a:lnTo>
                  <a:pt x="89436" y="222935"/>
                </a:lnTo>
                <a:lnTo>
                  <a:pt x="89266" y="222529"/>
                </a:lnTo>
                <a:lnTo>
                  <a:pt x="89073" y="222133"/>
                </a:lnTo>
                <a:lnTo>
                  <a:pt x="88859" y="221748"/>
                </a:lnTo>
                <a:lnTo>
                  <a:pt x="88624" y="221374"/>
                </a:lnTo>
                <a:lnTo>
                  <a:pt x="88369" y="221012"/>
                </a:lnTo>
                <a:lnTo>
                  <a:pt x="88096" y="220665"/>
                </a:lnTo>
                <a:lnTo>
                  <a:pt x="87804" y="220333"/>
                </a:lnTo>
                <a:lnTo>
                  <a:pt x="87495" y="220016"/>
                </a:lnTo>
                <a:lnTo>
                  <a:pt x="87170" y="219717"/>
                </a:lnTo>
                <a:lnTo>
                  <a:pt x="86830" y="219436"/>
                </a:lnTo>
                <a:lnTo>
                  <a:pt x="86476" y="219175"/>
                </a:lnTo>
                <a:lnTo>
                  <a:pt x="86108" y="218934"/>
                </a:lnTo>
                <a:lnTo>
                  <a:pt x="85728" y="218715"/>
                </a:lnTo>
                <a:lnTo>
                  <a:pt x="85337" y="218518"/>
                </a:lnTo>
                <a:lnTo>
                  <a:pt x="84934" y="218346"/>
                </a:lnTo>
                <a:lnTo>
                  <a:pt x="84523" y="218198"/>
                </a:lnTo>
                <a:lnTo>
                  <a:pt x="84102" y="218077"/>
                </a:lnTo>
                <a:lnTo>
                  <a:pt x="83674" y="217983"/>
                </a:lnTo>
                <a:lnTo>
                  <a:pt x="61554" y="213883"/>
                </a:lnTo>
                <a:lnTo>
                  <a:pt x="61126" y="213819"/>
                </a:lnTo>
                <a:lnTo>
                  <a:pt x="60705" y="213784"/>
                </a:lnTo>
                <a:lnTo>
                  <a:pt x="60294" y="213779"/>
                </a:lnTo>
                <a:lnTo>
                  <a:pt x="59892" y="213802"/>
                </a:lnTo>
                <a:lnTo>
                  <a:pt x="59500" y="213854"/>
                </a:lnTo>
                <a:lnTo>
                  <a:pt x="59120" y="213932"/>
                </a:lnTo>
                <a:close/>
                <a:moveTo>
                  <a:pt x="125482" y="226231"/>
                </a:moveTo>
                <a:lnTo>
                  <a:pt x="125114" y="226336"/>
                </a:lnTo>
                <a:lnTo>
                  <a:pt x="124760" y="226466"/>
                </a:lnTo>
                <a:lnTo>
                  <a:pt x="124419" y="226621"/>
                </a:lnTo>
                <a:lnTo>
                  <a:pt x="124095" y="226799"/>
                </a:lnTo>
                <a:lnTo>
                  <a:pt x="123786" y="227001"/>
                </a:lnTo>
                <a:lnTo>
                  <a:pt x="123494" y="227226"/>
                </a:lnTo>
                <a:lnTo>
                  <a:pt x="123220" y="227472"/>
                </a:lnTo>
                <a:lnTo>
                  <a:pt x="122966" y="227738"/>
                </a:lnTo>
                <a:lnTo>
                  <a:pt x="122731" y="228025"/>
                </a:lnTo>
                <a:lnTo>
                  <a:pt x="122516" y="228332"/>
                </a:lnTo>
                <a:lnTo>
                  <a:pt x="122324" y="228656"/>
                </a:lnTo>
                <a:lnTo>
                  <a:pt x="122154" y="228999"/>
                </a:lnTo>
                <a:lnTo>
                  <a:pt x="122008" y="229358"/>
                </a:lnTo>
                <a:lnTo>
                  <a:pt x="121886" y="229734"/>
                </a:lnTo>
                <a:lnTo>
                  <a:pt x="121790" y="230125"/>
                </a:lnTo>
                <a:lnTo>
                  <a:pt x="121720" y="230531"/>
                </a:lnTo>
                <a:lnTo>
                  <a:pt x="121677" y="230950"/>
                </a:lnTo>
                <a:lnTo>
                  <a:pt x="121663" y="231383"/>
                </a:lnTo>
                <a:lnTo>
                  <a:pt x="121677" y="231821"/>
                </a:lnTo>
                <a:lnTo>
                  <a:pt x="121720" y="232256"/>
                </a:lnTo>
                <a:lnTo>
                  <a:pt x="121790" y="232688"/>
                </a:lnTo>
                <a:lnTo>
                  <a:pt x="121886" y="233115"/>
                </a:lnTo>
                <a:lnTo>
                  <a:pt x="122008" y="233536"/>
                </a:lnTo>
                <a:lnTo>
                  <a:pt x="122154" y="233949"/>
                </a:lnTo>
                <a:lnTo>
                  <a:pt x="122324" y="234355"/>
                </a:lnTo>
                <a:lnTo>
                  <a:pt x="122516" y="234751"/>
                </a:lnTo>
                <a:lnTo>
                  <a:pt x="122731" y="235136"/>
                </a:lnTo>
                <a:lnTo>
                  <a:pt x="122966" y="235510"/>
                </a:lnTo>
                <a:lnTo>
                  <a:pt x="123220" y="235871"/>
                </a:lnTo>
                <a:lnTo>
                  <a:pt x="123494" y="236219"/>
                </a:lnTo>
                <a:lnTo>
                  <a:pt x="123786" y="236551"/>
                </a:lnTo>
                <a:lnTo>
                  <a:pt x="124095" y="236868"/>
                </a:lnTo>
                <a:lnTo>
                  <a:pt x="124419" y="237167"/>
                </a:lnTo>
                <a:lnTo>
                  <a:pt x="124760" y="237448"/>
                </a:lnTo>
                <a:lnTo>
                  <a:pt x="125114" y="237709"/>
                </a:lnTo>
                <a:lnTo>
                  <a:pt x="125482" y="237950"/>
                </a:lnTo>
                <a:lnTo>
                  <a:pt x="125862" y="238169"/>
                </a:lnTo>
                <a:lnTo>
                  <a:pt x="126253" y="238366"/>
                </a:lnTo>
                <a:lnTo>
                  <a:pt x="126655" y="238538"/>
                </a:lnTo>
                <a:lnTo>
                  <a:pt x="127067" y="238686"/>
                </a:lnTo>
                <a:lnTo>
                  <a:pt x="127487" y="238807"/>
                </a:lnTo>
                <a:lnTo>
                  <a:pt x="127915" y="238901"/>
                </a:lnTo>
                <a:lnTo>
                  <a:pt x="150036" y="243001"/>
                </a:lnTo>
                <a:lnTo>
                  <a:pt x="150464" y="243065"/>
                </a:lnTo>
                <a:lnTo>
                  <a:pt x="150884" y="243100"/>
                </a:lnTo>
                <a:lnTo>
                  <a:pt x="151296" y="243105"/>
                </a:lnTo>
                <a:lnTo>
                  <a:pt x="151698" y="243082"/>
                </a:lnTo>
                <a:lnTo>
                  <a:pt x="152090" y="243030"/>
                </a:lnTo>
                <a:lnTo>
                  <a:pt x="152470" y="242952"/>
                </a:lnTo>
                <a:lnTo>
                  <a:pt x="152837" y="242847"/>
                </a:lnTo>
                <a:lnTo>
                  <a:pt x="153192" y="242717"/>
                </a:lnTo>
                <a:lnTo>
                  <a:pt x="153532" y="242563"/>
                </a:lnTo>
                <a:lnTo>
                  <a:pt x="153857" y="242384"/>
                </a:lnTo>
                <a:lnTo>
                  <a:pt x="154165" y="242182"/>
                </a:lnTo>
                <a:lnTo>
                  <a:pt x="154457" y="241958"/>
                </a:lnTo>
                <a:lnTo>
                  <a:pt x="154731" y="241712"/>
                </a:lnTo>
                <a:lnTo>
                  <a:pt x="154986" y="241445"/>
                </a:lnTo>
                <a:lnTo>
                  <a:pt x="155221" y="241158"/>
                </a:lnTo>
                <a:lnTo>
                  <a:pt x="155435" y="240852"/>
                </a:lnTo>
                <a:lnTo>
                  <a:pt x="155627" y="240527"/>
                </a:lnTo>
                <a:lnTo>
                  <a:pt x="155797" y="240185"/>
                </a:lnTo>
                <a:lnTo>
                  <a:pt x="155943" y="239825"/>
                </a:lnTo>
                <a:lnTo>
                  <a:pt x="156065" y="239449"/>
                </a:lnTo>
                <a:lnTo>
                  <a:pt x="156161" y="239058"/>
                </a:lnTo>
                <a:lnTo>
                  <a:pt x="156231" y="238653"/>
                </a:lnTo>
                <a:lnTo>
                  <a:pt x="156274" y="238233"/>
                </a:lnTo>
                <a:lnTo>
                  <a:pt x="156288" y="237800"/>
                </a:lnTo>
                <a:lnTo>
                  <a:pt x="156274" y="237362"/>
                </a:lnTo>
                <a:lnTo>
                  <a:pt x="156231" y="236927"/>
                </a:lnTo>
                <a:lnTo>
                  <a:pt x="156161" y="236495"/>
                </a:lnTo>
                <a:lnTo>
                  <a:pt x="156065" y="236068"/>
                </a:lnTo>
                <a:lnTo>
                  <a:pt x="155943" y="235648"/>
                </a:lnTo>
                <a:lnTo>
                  <a:pt x="155797" y="235234"/>
                </a:lnTo>
                <a:lnTo>
                  <a:pt x="155627" y="234829"/>
                </a:lnTo>
                <a:lnTo>
                  <a:pt x="155435" y="234433"/>
                </a:lnTo>
                <a:lnTo>
                  <a:pt x="155221" y="234047"/>
                </a:lnTo>
                <a:lnTo>
                  <a:pt x="154986" y="233673"/>
                </a:lnTo>
                <a:lnTo>
                  <a:pt x="154731" y="233312"/>
                </a:lnTo>
                <a:lnTo>
                  <a:pt x="154457" y="232964"/>
                </a:lnTo>
                <a:lnTo>
                  <a:pt x="154165" y="232632"/>
                </a:lnTo>
                <a:lnTo>
                  <a:pt x="153857" y="232316"/>
                </a:lnTo>
                <a:lnTo>
                  <a:pt x="153532" y="232016"/>
                </a:lnTo>
                <a:lnTo>
                  <a:pt x="153192" y="231736"/>
                </a:lnTo>
                <a:lnTo>
                  <a:pt x="152837" y="231474"/>
                </a:lnTo>
                <a:lnTo>
                  <a:pt x="152470" y="231233"/>
                </a:lnTo>
                <a:lnTo>
                  <a:pt x="152090" y="231014"/>
                </a:lnTo>
                <a:lnTo>
                  <a:pt x="151698" y="230818"/>
                </a:lnTo>
                <a:lnTo>
                  <a:pt x="151296" y="230645"/>
                </a:lnTo>
                <a:lnTo>
                  <a:pt x="150884" y="230498"/>
                </a:lnTo>
                <a:lnTo>
                  <a:pt x="150464" y="230376"/>
                </a:lnTo>
                <a:lnTo>
                  <a:pt x="150036" y="230282"/>
                </a:lnTo>
                <a:lnTo>
                  <a:pt x="127915" y="226183"/>
                </a:lnTo>
                <a:lnTo>
                  <a:pt x="127487" y="226118"/>
                </a:lnTo>
                <a:lnTo>
                  <a:pt x="127067" y="226083"/>
                </a:lnTo>
                <a:lnTo>
                  <a:pt x="126655" y="226078"/>
                </a:lnTo>
                <a:lnTo>
                  <a:pt x="126253" y="226102"/>
                </a:lnTo>
                <a:lnTo>
                  <a:pt x="125862" y="226153"/>
                </a:lnTo>
                <a:lnTo>
                  <a:pt x="125482" y="226231"/>
                </a:lnTo>
                <a:close/>
                <a:moveTo>
                  <a:pt x="191843" y="238531"/>
                </a:moveTo>
                <a:lnTo>
                  <a:pt x="191475" y="238635"/>
                </a:lnTo>
                <a:lnTo>
                  <a:pt x="191121" y="238765"/>
                </a:lnTo>
                <a:lnTo>
                  <a:pt x="190781" y="238920"/>
                </a:lnTo>
                <a:lnTo>
                  <a:pt x="190456" y="239099"/>
                </a:lnTo>
                <a:lnTo>
                  <a:pt x="190147" y="239301"/>
                </a:lnTo>
                <a:lnTo>
                  <a:pt x="189856" y="239525"/>
                </a:lnTo>
                <a:lnTo>
                  <a:pt x="189582" y="239771"/>
                </a:lnTo>
                <a:lnTo>
                  <a:pt x="189327" y="240038"/>
                </a:lnTo>
                <a:lnTo>
                  <a:pt x="189092" y="240325"/>
                </a:lnTo>
                <a:lnTo>
                  <a:pt x="188878" y="240631"/>
                </a:lnTo>
                <a:lnTo>
                  <a:pt x="188685" y="240956"/>
                </a:lnTo>
                <a:lnTo>
                  <a:pt x="188516" y="241298"/>
                </a:lnTo>
                <a:lnTo>
                  <a:pt x="188369" y="241658"/>
                </a:lnTo>
                <a:lnTo>
                  <a:pt x="188248" y="242033"/>
                </a:lnTo>
                <a:lnTo>
                  <a:pt x="188151" y="242424"/>
                </a:lnTo>
                <a:lnTo>
                  <a:pt x="188081" y="242830"/>
                </a:lnTo>
                <a:lnTo>
                  <a:pt x="188039" y="243250"/>
                </a:lnTo>
                <a:lnTo>
                  <a:pt x="188024" y="243682"/>
                </a:lnTo>
                <a:lnTo>
                  <a:pt x="188039" y="244120"/>
                </a:lnTo>
                <a:lnTo>
                  <a:pt x="188081" y="244556"/>
                </a:lnTo>
                <a:lnTo>
                  <a:pt x="188151" y="244987"/>
                </a:lnTo>
                <a:lnTo>
                  <a:pt x="188248" y="245414"/>
                </a:lnTo>
                <a:lnTo>
                  <a:pt x="188369" y="245835"/>
                </a:lnTo>
                <a:lnTo>
                  <a:pt x="188516" y="246249"/>
                </a:lnTo>
                <a:lnTo>
                  <a:pt x="188685" y="246654"/>
                </a:lnTo>
                <a:lnTo>
                  <a:pt x="188878" y="247050"/>
                </a:lnTo>
                <a:lnTo>
                  <a:pt x="189092" y="247436"/>
                </a:lnTo>
                <a:lnTo>
                  <a:pt x="189327" y="247810"/>
                </a:lnTo>
                <a:lnTo>
                  <a:pt x="189582" y="248171"/>
                </a:lnTo>
                <a:lnTo>
                  <a:pt x="189856" y="248518"/>
                </a:lnTo>
                <a:lnTo>
                  <a:pt x="190147" y="248851"/>
                </a:lnTo>
                <a:lnTo>
                  <a:pt x="190456" y="249167"/>
                </a:lnTo>
                <a:lnTo>
                  <a:pt x="190781" y="249466"/>
                </a:lnTo>
                <a:lnTo>
                  <a:pt x="191121" y="249747"/>
                </a:lnTo>
                <a:lnTo>
                  <a:pt x="191475" y="250009"/>
                </a:lnTo>
                <a:lnTo>
                  <a:pt x="191843" y="250249"/>
                </a:lnTo>
                <a:lnTo>
                  <a:pt x="192223" y="250469"/>
                </a:lnTo>
                <a:lnTo>
                  <a:pt x="192615" y="250665"/>
                </a:lnTo>
                <a:lnTo>
                  <a:pt x="193017" y="250838"/>
                </a:lnTo>
                <a:lnTo>
                  <a:pt x="193428" y="250985"/>
                </a:lnTo>
                <a:lnTo>
                  <a:pt x="193849" y="251106"/>
                </a:lnTo>
                <a:lnTo>
                  <a:pt x="194277" y="251200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236801"/>
                </a:lnTo>
                <a:lnTo>
                  <a:pt x="211575" y="236363"/>
                </a:lnTo>
                <a:lnTo>
                  <a:pt x="211533" y="235928"/>
                </a:lnTo>
                <a:lnTo>
                  <a:pt x="211463" y="235496"/>
                </a:lnTo>
                <a:lnTo>
                  <a:pt x="211366" y="235069"/>
                </a:lnTo>
                <a:lnTo>
                  <a:pt x="211245" y="234649"/>
                </a:lnTo>
                <a:lnTo>
                  <a:pt x="211098" y="234235"/>
                </a:lnTo>
                <a:lnTo>
                  <a:pt x="210928" y="233830"/>
                </a:lnTo>
                <a:lnTo>
                  <a:pt x="210736" y="233434"/>
                </a:lnTo>
                <a:lnTo>
                  <a:pt x="210522" y="233048"/>
                </a:lnTo>
                <a:lnTo>
                  <a:pt x="210287" y="232674"/>
                </a:lnTo>
                <a:lnTo>
                  <a:pt x="210032" y="232313"/>
                </a:lnTo>
                <a:lnTo>
                  <a:pt x="209758" y="231965"/>
                </a:lnTo>
                <a:lnTo>
                  <a:pt x="209467" y="231633"/>
                </a:lnTo>
                <a:lnTo>
                  <a:pt x="209158" y="231316"/>
                </a:lnTo>
                <a:lnTo>
                  <a:pt x="208833" y="231017"/>
                </a:lnTo>
                <a:lnTo>
                  <a:pt x="208493" y="230736"/>
                </a:lnTo>
                <a:lnTo>
                  <a:pt x="208139" y="230475"/>
                </a:lnTo>
                <a:lnTo>
                  <a:pt x="207771" y="230234"/>
                </a:lnTo>
                <a:lnTo>
                  <a:pt x="207391" y="230015"/>
                </a:lnTo>
                <a:lnTo>
                  <a:pt x="206999" y="229819"/>
                </a:lnTo>
                <a:lnTo>
                  <a:pt x="206597" y="229646"/>
                </a:lnTo>
                <a:lnTo>
                  <a:pt x="206185" y="229499"/>
                </a:lnTo>
                <a:lnTo>
                  <a:pt x="205765" y="229377"/>
                </a:lnTo>
                <a:lnTo>
                  <a:pt x="205337" y="229283"/>
                </a:lnTo>
                <a:lnTo>
                  <a:pt x="204909" y="229219"/>
                </a:lnTo>
                <a:lnTo>
                  <a:pt x="204489" y="229184"/>
                </a:lnTo>
                <a:lnTo>
                  <a:pt x="204077" y="229179"/>
                </a:lnTo>
                <a:lnTo>
                  <a:pt x="203675" y="229202"/>
                </a:lnTo>
                <a:lnTo>
                  <a:pt x="203283" y="229254"/>
                </a:lnTo>
                <a:lnTo>
                  <a:pt x="202903" y="229332"/>
                </a:lnTo>
                <a:lnTo>
                  <a:pt x="202536" y="229437"/>
                </a:lnTo>
                <a:lnTo>
                  <a:pt x="202181" y="229567"/>
                </a:lnTo>
                <a:lnTo>
                  <a:pt x="201841" y="229721"/>
                </a:lnTo>
                <a:lnTo>
                  <a:pt x="201516" y="229900"/>
                </a:lnTo>
                <a:lnTo>
                  <a:pt x="201207" y="230102"/>
                </a:lnTo>
                <a:lnTo>
                  <a:pt x="200916" y="230326"/>
                </a:lnTo>
                <a:lnTo>
                  <a:pt x="200642" y="230572"/>
                </a:lnTo>
                <a:lnTo>
                  <a:pt x="200387" y="230839"/>
                </a:lnTo>
                <a:lnTo>
                  <a:pt x="200152" y="231126"/>
                </a:lnTo>
                <a:lnTo>
                  <a:pt x="199938" y="231432"/>
                </a:lnTo>
                <a:lnTo>
                  <a:pt x="199746" y="231757"/>
                </a:lnTo>
                <a:lnTo>
                  <a:pt x="199576" y="232099"/>
                </a:lnTo>
                <a:lnTo>
                  <a:pt x="199430" y="232459"/>
                </a:lnTo>
                <a:lnTo>
                  <a:pt x="199308" y="232834"/>
                </a:lnTo>
                <a:lnTo>
                  <a:pt x="199211" y="233226"/>
                </a:lnTo>
                <a:lnTo>
                  <a:pt x="199141" y="233631"/>
                </a:lnTo>
                <a:lnTo>
                  <a:pt x="199099" y="234051"/>
                </a:lnTo>
                <a:lnTo>
                  <a:pt x="199084" y="234484"/>
                </a:lnTo>
                <a:lnTo>
                  <a:pt x="199084" y="239373"/>
                </a:lnTo>
                <a:lnTo>
                  <a:pt x="194277" y="238482"/>
                </a:lnTo>
                <a:lnTo>
                  <a:pt x="193849" y="238417"/>
                </a:lnTo>
                <a:lnTo>
                  <a:pt x="193428" y="238383"/>
                </a:lnTo>
                <a:lnTo>
                  <a:pt x="193017" y="238378"/>
                </a:lnTo>
                <a:lnTo>
                  <a:pt x="192615" y="238401"/>
                </a:lnTo>
                <a:lnTo>
                  <a:pt x="192223" y="238452"/>
                </a:lnTo>
                <a:lnTo>
                  <a:pt x="191843" y="238531"/>
                </a:lnTo>
                <a:close/>
                <a:moveTo>
                  <a:pt x="211098" y="99252"/>
                </a:moveTo>
                <a:lnTo>
                  <a:pt x="210928" y="98846"/>
                </a:lnTo>
                <a:lnTo>
                  <a:pt x="210736" y="98450"/>
                </a:lnTo>
                <a:lnTo>
                  <a:pt x="210522" y="98065"/>
                </a:lnTo>
                <a:lnTo>
                  <a:pt x="210287" y="97691"/>
                </a:lnTo>
                <a:lnTo>
                  <a:pt x="210032" y="97329"/>
                </a:lnTo>
                <a:lnTo>
                  <a:pt x="209758" y="96982"/>
                </a:lnTo>
                <a:lnTo>
                  <a:pt x="209467" y="96650"/>
                </a:lnTo>
                <a:lnTo>
                  <a:pt x="209158" y="96333"/>
                </a:lnTo>
                <a:lnTo>
                  <a:pt x="208833" y="96034"/>
                </a:lnTo>
                <a:lnTo>
                  <a:pt x="208493" y="95753"/>
                </a:lnTo>
                <a:lnTo>
                  <a:pt x="208139" y="95492"/>
                </a:lnTo>
                <a:lnTo>
                  <a:pt x="207771" y="95251"/>
                </a:lnTo>
                <a:lnTo>
                  <a:pt x="207391" y="95032"/>
                </a:lnTo>
                <a:lnTo>
                  <a:pt x="206999" y="94835"/>
                </a:lnTo>
                <a:lnTo>
                  <a:pt x="206597" y="94663"/>
                </a:lnTo>
                <a:lnTo>
                  <a:pt x="206185" y="94515"/>
                </a:lnTo>
                <a:lnTo>
                  <a:pt x="205765" y="94394"/>
                </a:lnTo>
                <a:lnTo>
                  <a:pt x="205337" y="94300"/>
                </a:lnTo>
                <a:lnTo>
                  <a:pt x="204909" y="94235"/>
                </a:lnTo>
                <a:lnTo>
                  <a:pt x="204489" y="94201"/>
                </a:lnTo>
                <a:lnTo>
                  <a:pt x="204077" y="94196"/>
                </a:lnTo>
                <a:lnTo>
                  <a:pt x="203675" y="94219"/>
                </a:lnTo>
                <a:lnTo>
                  <a:pt x="203283" y="94270"/>
                </a:lnTo>
                <a:lnTo>
                  <a:pt x="202903" y="94349"/>
                </a:lnTo>
                <a:lnTo>
                  <a:pt x="202536" y="94453"/>
                </a:lnTo>
                <a:lnTo>
                  <a:pt x="202181" y="94583"/>
                </a:lnTo>
                <a:lnTo>
                  <a:pt x="201841" y="94738"/>
                </a:lnTo>
                <a:lnTo>
                  <a:pt x="201516" y="94917"/>
                </a:lnTo>
                <a:lnTo>
                  <a:pt x="201207" y="95119"/>
                </a:lnTo>
                <a:lnTo>
                  <a:pt x="200916" y="95343"/>
                </a:lnTo>
                <a:lnTo>
                  <a:pt x="200642" y="95589"/>
                </a:lnTo>
                <a:lnTo>
                  <a:pt x="200387" y="95856"/>
                </a:lnTo>
                <a:lnTo>
                  <a:pt x="200152" y="96143"/>
                </a:lnTo>
                <a:lnTo>
                  <a:pt x="199938" y="96449"/>
                </a:lnTo>
                <a:lnTo>
                  <a:pt x="199746" y="96774"/>
                </a:lnTo>
                <a:lnTo>
                  <a:pt x="199576" y="97116"/>
                </a:lnTo>
                <a:lnTo>
                  <a:pt x="199430" y="97476"/>
                </a:lnTo>
                <a:lnTo>
                  <a:pt x="199308" y="97851"/>
                </a:lnTo>
                <a:lnTo>
                  <a:pt x="199211" y="98242"/>
                </a:lnTo>
                <a:lnTo>
                  <a:pt x="199141" y="98648"/>
                </a:lnTo>
                <a:lnTo>
                  <a:pt x="199099" y="99068"/>
                </a:lnTo>
                <a:lnTo>
                  <a:pt x="199084" y="99500"/>
                </a:lnTo>
                <a:lnTo>
                  <a:pt x="199084" y="121998"/>
                </a:lnTo>
                <a:lnTo>
                  <a:pt x="199099" y="122436"/>
                </a:lnTo>
                <a:lnTo>
                  <a:pt x="199141" y="122871"/>
                </a:lnTo>
                <a:lnTo>
                  <a:pt x="199211" y="123303"/>
                </a:lnTo>
                <a:lnTo>
                  <a:pt x="199308" y="123729"/>
                </a:lnTo>
                <a:lnTo>
                  <a:pt x="199430" y="124150"/>
                </a:lnTo>
                <a:lnTo>
                  <a:pt x="199576" y="124564"/>
                </a:lnTo>
                <a:lnTo>
                  <a:pt x="199746" y="124969"/>
                </a:lnTo>
                <a:lnTo>
                  <a:pt x="199938" y="125365"/>
                </a:lnTo>
                <a:lnTo>
                  <a:pt x="200152" y="125751"/>
                </a:lnTo>
                <a:lnTo>
                  <a:pt x="200387" y="126125"/>
                </a:lnTo>
                <a:lnTo>
                  <a:pt x="200642" y="126486"/>
                </a:lnTo>
                <a:lnTo>
                  <a:pt x="200916" y="126834"/>
                </a:lnTo>
                <a:lnTo>
                  <a:pt x="201207" y="127166"/>
                </a:lnTo>
                <a:lnTo>
                  <a:pt x="201516" y="127482"/>
                </a:lnTo>
                <a:lnTo>
                  <a:pt x="201841" y="127782"/>
                </a:lnTo>
                <a:lnTo>
                  <a:pt x="202181" y="128062"/>
                </a:lnTo>
                <a:lnTo>
                  <a:pt x="202536" y="128324"/>
                </a:lnTo>
                <a:lnTo>
                  <a:pt x="202903" y="128565"/>
                </a:lnTo>
                <a:lnTo>
                  <a:pt x="203283" y="128784"/>
                </a:lnTo>
                <a:lnTo>
                  <a:pt x="203675" y="128980"/>
                </a:lnTo>
                <a:lnTo>
                  <a:pt x="204077" y="129153"/>
                </a:lnTo>
                <a:lnTo>
                  <a:pt x="204489" y="129300"/>
                </a:lnTo>
                <a:lnTo>
                  <a:pt x="204909" y="129422"/>
                </a:lnTo>
                <a:lnTo>
                  <a:pt x="205337" y="129516"/>
                </a:lnTo>
                <a:lnTo>
                  <a:pt x="205765" y="129580"/>
                </a:lnTo>
                <a:lnTo>
                  <a:pt x="206185" y="129615"/>
                </a:lnTo>
                <a:lnTo>
                  <a:pt x="206597" y="129620"/>
                </a:lnTo>
                <a:lnTo>
                  <a:pt x="206999" y="129596"/>
                </a:lnTo>
                <a:lnTo>
                  <a:pt x="207391" y="129545"/>
                </a:lnTo>
                <a:lnTo>
                  <a:pt x="207771" y="129467"/>
                </a:lnTo>
                <a:lnTo>
                  <a:pt x="208139" y="129362"/>
                </a:lnTo>
                <a:lnTo>
                  <a:pt x="208493" y="129232"/>
                </a:lnTo>
                <a:lnTo>
                  <a:pt x="208833" y="129077"/>
                </a:lnTo>
                <a:lnTo>
                  <a:pt x="209158" y="128899"/>
                </a:lnTo>
                <a:lnTo>
                  <a:pt x="209467" y="128697"/>
                </a:lnTo>
                <a:lnTo>
                  <a:pt x="209758" y="128472"/>
                </a:lnTo>
                <a:lnTo>
                  <a:pt x="210032" y="128226"/>
                </a:lnTo>
                <a:lnTo>
                  <a:pt x="210287" y="127960"/>
                </a:lnTo>
                <a:lnTo>
                  <a:pt x="210522" y="127673"/>
                </a:lnTo>
                <a:lnTo>
                  <a:pt x="210736" y="127367"/>
                </a:lnTo>
                <a:lnTo>
                  <a:pt x="210928" y="127042"/>
                </a:lnTo>
                <a:lnTo>
                  <a:pt x="211098" y="126699"/>
                </a:lnTo>
                <a:lnTo>
                  <a:pt x="211245" y="126340"/>
                </a:lnTo>
                <a:lnTo>
                  <a:pt x="211366" y="125964"/>
                </a:lnTo>
                <a:lnTo>
                  <a:pt x="211463" y="125573"/>
                </a:lnTo>
                <a:lnTo>
                  <a:pt x="211533" y="125168"/>
                </a:lnTo>
                <a:lnTo>
                  <a:pt x="211575" y="124748"/>
                </a:lnTo>
                <a:lnTo>
                  <a:pt x="211590" y="124315"/>
                </a:lnTo>
                <a:lnTo>
                  <a:pt x="211590" y="101818"/>
                </a:lnTo>
                <a:lnTo>
                  <a:pt x="211575" y="101380"/>
                </a:lnTo>
                <a:lnTo>
                  <a:pt x="211533" y="100945"/>
                </a:lnTo>
                <a:lnTo>
                  <a:pt x="211463" y="100513"/>
                </a:lnTo>
                <a:lnTo>
                  <a:pt x="211366" y="100086"/>
                </a:lnTo>
                <a:lnTo>
                  <a:pt x="211245" y="99665"/>
                </a:lnTo>
                <a:lnTo>
                  <a:pt x="211098" y="99252"/>
                </a:lnTo>
                <a:close/>
                <a:moveTo>
                  <a:pt x="211098" y="166743"/>
                </a:moveTo>
                <a:lnTo>
                  <a:pt x="210928" y="166338"/>
                </a:lnTo>
                <a:lnTo>
                  <a:pt x="210736" y="165942"/>
                </a:lnTo>
                <a:lnTo>
                  <a:pt x="210522" y="165556"/>
                </a:lnTo>
                <a:lnTo>
                  <a:pt x="210287" y="165182"/>
                </a:lnTo>
                <a:lnTo>
                  <a:pt x="210032" y="164821"/>
                </a:lnTo>
                <a:lnTo>
                  <a:pt x="209758" y="164474"/>
                </a:lnTo>
                <a:lnTo>
                  <a:pt x="209467" y="164141"/>
                </a:lnTo>
                <a:lnTo>
                  <a:pt x="209158" y="163825"/>
                </a:lnTo>
                <a:lnTo>
                  <a:pt x="208833" y="163526"/>
                </a:lnTo>
                <a:lnTo>
                  <a:pt x="208493" y="163245"/>
                </a:lnTo>
                <a:lnTo>
                  <a:pt x="208139" y="162983"/>
                </a:lnTo>
                <a:lnTo>
                  <a:pt x="207771" y="162743"/>
                </a:lnTo>
                <a:lnTo>
                  <a:pt x="207391" y="162523"/>
                </a:lnTo>
                <a:lnTo>
                  <a:pt x="206999" y="162327"/>
                </a:lnTo>
                <a:lnTo>
                  <a:pt x="206597" y="162154"/>
                </a:lnTo>
                <a:lnTo>
                  <a:pt x="206185" y="162007"/>
                </a:lnTo>
                <a:lnTo>
                  <a:pt x="205765" y="161886"/>
                </a:lnTo>
                <a:lnTo>
                  <a:pt x="205337" y="161792"/>
                </a:lnTo>
                <a:lnTo>
                  <a:pt x="204909" y="161727"/>
                </a:lnTo>
                <a:lnTo>
                  <a:pt x="204489" y="161692"/>
                </a:lnTo>
                <a:lnTo>
                  <a:pt x="204077" y="161687"/>
                </a:lnTo>
                <a:lnTo>
                  <a:pt x="203675" y="161711"/>
                </a:lnTo>
                <a:lnTo>
                  <a:pt x="203283" y="161762"/>
                </a:lnTo>
                <a:lnTo>
                  <a:pt x="202903" y="161840"/>
                </a:lnTo>
                <a:lnTo>
                  <a:pt x="202536" y="161945"/>
                </a:lnTo>
                <a:lnTo>
                  <a:pt x="202181" y="162075"/>
                </a:lnTo>
                <a:lnTo>
                  <a:pt x="201841" y="162230"/>
                </a:lnTo>
                <a:lnTo>
                  <a:pt x="201516" y="162409"/>
                </a:lnTo>
                <a:lnTo>
                  <a:pt x="201207" y="162610"/>
                </a:lnTo>
                <a:lnTo>
                  <a:pt x="200916" y="162835"/>
                </a:lnTo>
                <a:lnTo>
                  <a:pt x="200642" y="163081"/>
                </a:lnTo>
                <a:lnTo>
                  <a:pt x="200387" y="163348"/>
                </a:lnTo>
                <a:lnTo>
                  <a:pt x="200152" y="163634"/>
                </a:lnTo>
                <a:lnTo>
                  <a:pt x="199938" y="163941"/>
                </a:lnTo>
                <a:lnTo>
                  <a:pt x="199746" y="164265"/>
                </a:lnTo>
                <a:lnTo>
                  <a:pt x="199576" y="164608"/>
                </a:lnTo>
                <a:lnTo>
                  <a:pt x="199430" y="164967"/>
                </a:lnTo>
                <a:lnTo>
                  <a:pt x="199308" y="165343"/>
                </a:lnTo>
                <a:lnTo>
                  <a:pt x="199211" y="165734"/>
                </a:lnTo>
                <a:lnTo>
                  <a:pt x="199141" y="166140"/>
                </a:lnTo>
                <a:lnTo>
                  <a:pt x="199099" y="166559"/>
                </a:lnTo>
                <a:lnTo>
                  <a:pt x="199084" y="166992"/>
                </a:lnTo>
                <a:lnTo>
                  <a:pt x="199084" y="189489"/>
                </a:lnTo>
                <a:lnTo>
                  <a:pt x="199099" y="189927"/>
                </a:lnTo>
                <a:lnTo>
                  <a:pt x="199141" y="190363"/>
                </a:lnTo>
                <a:lnTo>
                  <a:pt x="199211" y="190794"/>
                </a:lnTo>
                <a:lnTo>
                  <a:pt x="199308" y="191221"/>
                </a:lnTo>
                <a:lnTo>
                  <a:pt x="199430" y="191642"/>
                </a:lnTo>
                <a:lnTo>
                  <a:pt x="199576" y="192055"/>
                </a:lnTo>
                <a:lnTo>
                  <a:pt x="199746" y="192461"/>
                </a:lnTo>
                <a:lnTo>
                  <a:pt x="199938" y="192857"/>
                </a:lnTo>
                <a:lnTo>
                  <a:pt x="200152" y="193243"/>
                </a:lnTo>
                <a:lnTo>
                  <a:pt x="200387" y="193616"/>
                </a:lnTo>
                <a:lnTo>
                  <a:pt x="200642" y="193978"/>
                </a:lnTo>
                <a:lnTo>
                  <a:pt x="200916" y="194325"/>
                </a:lnTo>
                <a:lnTo>
                  <a:pt x="201207" y="194658"/>
                </a:lnTo>
                <a:lnTo>
                  <a:pt x="201516" y="194974"/>
                </a:lnTo>
                <a:lnTo>
                  <a:pt x="201841" y="195273"/>
                </a:lnTo>
                <a:lnTo>
                  <a:pt x="202181" y="195554"/>
                </a:lnTo>
                <a:lnTo>
                  <a:pt x="202536" y="195815"/>
                </a:lnTo>
                <a:lnTo>
                  <a:pt x="202903" y="196056"/>
                </a:lnTo>
                <a:lnTo>
                  <a:pt x="203283" y="196276"/>
                </a:lnTo>
                <a:lnTo>
                  <a:pt x="203675" y="196472"/>
                </a:lnTo>
                <a:lnTo>
                  <a:pt x="204077" y="196644"/>
                </a:lnTo>
                <a:lnTo>
                  <a:pt x="204489" y="196792"/>
                </a:lnTo>
                <a:lnTo>
                  <a:pt x="204909" y="196913"/>
                </a:lnTo>
                <a:lnTo>
                  <a:pt x="205337" y="197007"/>
                </a:lnTo>
                <a:lnTo>
                  <a:pt x="205765" y="197072"/>
                </a:lnTo>
                <a:lnTo>
                  <a:pt x="206185" y="197106"/>
                </a:lnTo>
                <a:lnTo>
                  <a:pt x="206597" y="197111"/>
                </a:lnTo>
                <a:lnTo>
                  <a:pt x="206999" y="197088"/>
                </a:lnTo>
                <a:lnTo>
                  <a:pt x="207391" y="197037"/>
                </a:lnTo>
                <a:lnTo>
                  <a:pt x="207771" y="196958"/>
                </a:lnTo>
                <a:lnTo>
                  <a:pt x="208139" y="196854"/>
                </a:lnTo>
                <a:lnTo>
                  <a:pt x="208493" y="196724"/>
                </a:lnTo>
                <a:lnTo>
                  <a:pt x="208833" y="196569"/>
                </a:lnTo>
                <a:lnTo>
                  <a:pt x="209158" y="196390"/>
                </a:lnTo>
                <a:lnTo>
                  <a:pt x="209467" y="196188"/>
                </a:lnTo>
                <a:lnTo>
                  <a:pt x="209758" y="195964"/>
                </a:lnTo>
                <a:lnTo>
                  <a:pt x="210032" y="195718"/>
                </a:lnTo>
                <a:lnTo>
                  <a:pt x="210287" y="195451"/>
                </a:lnTo>
                <a:lnTo>
                  <a:pt x="210522" y="195164"/>
                </a:lnTo>
                <a:lnTo>
                  <a:pt x="210736" y="194858"/>
                </a:lnTo>
                <a:lnTo>
                  <a:pt x="210928" y="194534"/>
                </a:lnTo>
                <a:lnTo>
                  <a:pt x="211098" y="194191"/>
                </a:lnTo>
                <a:lnTo>
                  <a:pt x="211245" y="193832"/>
                </a:lnTo>
                <a:lnTo>
                  <a:pt x="211366" y="193456"/>
                </a:lnTo>
                <a:lnTo>
                  <a:pt x="211463" y="193065"/>
                </a:lnTo>
                <a:lnTo>
                  <a:pt x="211533" y="192659"/>
                </a:lnTo>
                <a:lnTo>
                  <a:pt x="211575" y="192240"/>
                </a:lnTo>
                <a:lnTo>
                  <a:pt x="211590" y="191807"/>
                </a:lnTo>
                <a:lnTo>
                  <a:pt x="211590" y="169310"/>
                </a:lnTo>
                <a:lnTo>
                  <a:pt x="211575" y="168872"/>
                </a:lnTo>
                <a:lnTo>
                  <a:pt x="211533" y="168436"/>
                </a:lnTo>
                <a:lnTo>
                  <a:pt x="211463" y="168005"/>
                </a:lnTo>
                <a:lnTo>
                  <a:pt x="211366" y="167578"/>
                </a:lnTo>
                <a:lnTo>
                  <a:pt x="211245" y="167157"/>
                </a:lnTo>
                <a:lnTo>
                  <a:pt x="211098" y="166743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7CA8B4-C687-4418-95D2-E1DA98A6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872" y="1972760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E229D3-2433-460E-AAFF-9D80FC9E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619" y="1965242"/>
            <a:ext cx="211590" cy="254409"/>
          </a:xfrm>
          <a:custGeom xmlns:a="http://schemas.openxmlformats.org/drawingml/2006/main">
            <a:pathLst>
              <a:path w="211590" h="254409">
                <a:moveTo>
                  <a:pt x="57" y="18481"/>
                </a:moveTo>
                <a:lnTo>
                  <a:pt x="127" y="18913"/>
                </a:lnTo>
                <a:lnTo>
                  <a:pt x="223" y="19340"/>
                </a:lnTo>
                <a:lnTo>
                  <a:pt x="345" y="19760"/>
                </a:lnTo>
                <a:lnTo>
                  <a:pt x="491" y="20174"/>
                </a:lnTo>
                <a:lnTo>
                  <a:pt x="661" y="20579"/>
                </a:lnTo>
                <a:lnTo>
                  <a:pt x="854" y="20976"/>
                </a:lnTo>
                <a:lnTo>
                  <a:pt x="1068" y="21361"/>
                </a:lnTo>
                <a:lnTo>
                  <a:pt x="1303" y="21735"/>
                </a:lnTo>
                <a:lnTo>
                  <a:pt x="1558" y="22096"/>
                </a:lnTo>
                <a:lnTo>
                  <a:pt x="1831" y="22444"/>
                </a:lnTo>
                <a:lnTo>
                  <a:pt x="2123" y="22776"/>
                </a:lnTo>
                <a:lnTo>
                  <a:pt x="2432" y="23093"/>
                </a:lnTo>
                <a:lnTo>
                  <a:pt x="2757" y="23392"/>
                </a:lnTo>
                <a:lnTo>
                  <a:pt x="3097" y="23673"/>
                </a:lnTo>
                <a:lnTo>
                  <a:pt x="3451" y="23934"/>
                </a:lnTo>
                <a:lnTo>
                  <a:pt x="3819" y="24175"/>
                </a:lnTo>
                <a:lnTo>
                  <a:pt x="4199" y="24394"/>
                </a:lnTo>
                <a:lnTo>
                  <a:pt x="4590" y="24590"/>
                </a:lnTo>
                <a:lnTo>
                  <a:pt x="4993" y="24763"/>
                </a:lnTo>
                <a:lnTo>
                  <a:pt x="5404" y="24910"/>
                </a:lnTo>
                <a:lnTo>
                  <a:pt x="5825" y="25032"/>
                </a:lnTo>
                <a:lnTo>
                  <a:pt x="6253" y="25126"/>
                </a:lnTo>
                <a:lnTo>
                  <a:pt x="6681" y="25190"/>
                </a:lnTo>
                <a:lnTo>
                  <a:pt x="7101" y="25225"/>
                </a:lnTo>
                <a:lnTo>
                  <a:pt x="7513" y="25230"/>
                </a:lnTo>
                <a:lnTo>
                  <a:pt x="7915" y="25207"/>
                </a:lnTo>
                <a:lnTo>
                  <a:pt x="8306" y="25155"/>
                </a:lnTo>
                <a:lnTo>
                  <a:pt x="8686" y="25077"/>
                </a:lnTo>
                <a:lnTo>
                  <a:pt x="9054" y="24972"/>
                </a:lnTo>
                <a:lnTo>
                  <a:pt x="9408" y="24842"/>
                </a:lnTo>
                <a:lnTo>
                  <a:pt x="9749" y="24688"/>
                </a:lnTo>
                <a:lnTo>
                  <a:pt x="10073" y="24509"/>
                </a:lnTo>
                <a:lnTo>
                  <a:pt x="10382" y="24307"/>
                </a:lnTo>
                <a:lnTo>
                  <a:pt x="10674" y="24083"/>
                </a:lnTo>
                <a:lnTo>
                  <a:pt x="10948" y="23837"/>
                </a:lnTo>
                <a:lnTo>
                  <a:pt x="11202" y="23570"/>
                </a:lnTo>
                <a:lnTo>
                  <a:pt x="11437" y="23283"/>
                </a:lnTo>
                <a:lnTo>
                  <a:pt x="11652" y="22977"/>
                </a:lnTo>
                <a:lnTo>
                  <a:pt x="11844" y="22652"/>
                </a:lnTo>
                <a:lnTo>
                  <a:pt x="12014" y="22310"/>
                </a:lnTo>
                <a:lnTo>
                  <a:pt x="12160" y="21950"/>
                </a:lnTo>
                <a:lnTo>
                  <a:pt x="12282" y="21575"/>
                </a:lnTo>
                <a:lnTo>
                  <a:pt x="12378" y="21183"/>
                </a:lnTo>
                <a:lnTo>
                  <a:pt x="12448" y="20778"/>
                </a:lnTo>
                <a:lnTo>
                  <a:pt x="12491" y="20358"/>
                </a:lnTo>
                <a:lnTo>
                  <a:pt x="12505" y="19925"/>
                </a:lnTo>
                <a:lnTo>
                  <a:pt x="12505" y="15036"/>
                </a:lnTo>
                <a:lnTo>
                  <a:pt x="17313" y="15927"/>
                </a:lnTo>
                <a:lnTo>
                  <a:pt x="17741" y="15992"/>
                </a:lnTo>
                <a:lnTo>
                  <a:pt x="18161" y="16026"/>
                </a:lnTo>
                <a:lnTo>
                  <a:pt x="18573" y="16031"/>
                </a:lnTo>
                <a:lnTo>
                  <a:pt x="18975" y="16008"/>
                </a:lnTo>
                <a:lnTo>
                  <a:pt x="19367" y="15957"/>
                </a:lnTo>
                <a:lnTo>
                  <a:pt x="19747" y="15878"/>
                </a:lnTo>
                <a:lnTo>
                  <a:pt x="20114" y="15774"/>
                </a:lnTo>
                <a:lnTo>
                  <a:pt x="20469" y="15644"/>
                </a:lnTo>
                <a:lnTo>
                  <a:pt x="20809" y="15489"/>
                </a:lnTo>
                <a:lnTo>
                  <a:pt x="21134" y="15310"/>
                </a:lnTo>
                <a:lnTo>
                  <a:pt x="21442" y="15108"/>
                </a:lnTo>
                <a:lnTo>
                  <a:pt x="21734" y="14884"/>
                </a:lnTo>
                <a:lnTo>
                  <a:pt x="22008" y="14638"/>
                </a:lnTo>
                <a:lnTo>
                  <a:pt x="22263" y="14371"/>
                </a:lnTo>
                <a:lnTo>
                  <a:pt x="22498" y="14084"/>
                </a:lnTo>
                <a:lnTo>
                  <a:pt x="22712" y="13778"/>
                </a:lnTo>
                <a:lnTo>
                  <a:pt x="22904" y="13453"/>
                </a:lnTo>
                <a:lnTo>
                  <a:pt x="23074" y="13111"/>
                </a:lnTo>
                <a:lnTo>
                  <a:pt x="23220" y="12751"/>
                </a:lnTo>
                <a:lnTo>
                  <a:pt x="23342" y="12376"/>
                </a:lnTo>
                <a:lnTo>
                  <a:pt x="23438" y="11985"/>
                </a:lnTo>
                <a:lnTo>
                  <a:pt x="23508" y="11579"/>
                </a:lnTo>
                <a:lnTo>
                  <a:pt x="23551" y="11159"/>
                </a:lnTo>
                <a:lnTo>
                  <a:pt x="23566" y="10727"/>
                </a:lnTo>
                <a:lnTo>
                  <a:pt x="23551" y="10289"/>
                </a:lnTo>
                <a:lnTo>
                  <a:pt x="23508" y="9853"/>
                </a:lnTo>
                <a:lnTo>
                  <a:pt x="23438" y="9422"/>
                </a:lnTo>
                <a:lnTo>
                  <a:pt x="23342" y="8995"/>
                </a:lnTo>
                <a:lnTo>
                  <a:pt x="23220" y="8574"/>
                </a:lnTo>
                <a:lnTo>
                  <a:pt x="23074" y="8160"/>
                </a:lnTo>
                <a:lnTo>
                  <a:pt x="22904" y="7755"/>
                </a:lnTo>
                <a:lnTo>
                  <a:pt x="22712" y="7359"/>
                </a:lnTo>
                <a:lnTo>
                  <a:pt x="22498" y="6973"/>
                </a:lnTo>
                <a:lnTo>
                  <a:pt x="22263" y="6599"/>
                </a:lnTo>
                <a:lnTo>
                  <a:pt x="22008" y="6238"/>
                </a:lnTo>
                <a:lnTo>
                  <a:pt x="21734" y="5891"/>
                </a:lnTo>
                <a:lnTo>
                  <a:pt x="21442" y="5558"/>
                </a:lnTo>
                <a:lnTo>
                  <a:pt x="21134" y="5242"/>
                </a:lnTo>
                <a:lnTo>
                  <a:pt x="20809" y="4943"/>
                </a:lnTo>
                <a:lnTo>
                  <a:pt x="20469" y="4662"/>
                </a:lnTo>
                <a:lnTo>
                  <a:pt x="20114" y="4400"/>
                </a:lnTo>
                <a:lnTo>
                  <a:pt x="19747" y="4160"/>
                </a:lnTo>
                <a:lnTo>
                  <a:pt x="19367" y="3940"/>
                </a:lnTo>
                <a:lnTo>
                  <a:pt x="18975" y="3744"/>
                </a:lnTo>
                <a:lnTo>
                  <a:pt x="18573" y="3572"/>
                </a:lnTo>
                <a:lnTo>
                  <a:pt x="18161" y="3424"/>
                </a:lnTo>
                <a:lnTo>
                  <a:pt x="17741" y="3303"/>
                </a:lnTo>
                <a:lnTo>
                  <a:pt x="17313" y="3209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lnTo>
                  <a:pt x="0" y="17608"/>
                </a:lnTo>
                <a:lnTo>
                  <a:pt x="14" y="18046"/>
                </a:lnTo>
                <a:lnTo>
                  <a:pt x="57" y="18481"/>
                </a:lnTo>
                <a:close/>
                <a:moveTo>
                  <a:pt x="12014" y="62354"/>
                </a:moveTo>
                <a:lnTo>
                  <a:pt x="11844" y="61948"/>
                </a:lnTo>
                <a:lnTo>
                  <a:pt x="11652" y="61552"/>
                </a:lnTo>
                <a:lnTo>
                  <a:pt x="11437" y="61166"/>
                </a:lnTo>
                <a:lnTo>
                  <a:pt x="11202" y="60793"/>
                </a:lnTo>
                <a:lnTo>
                  <a:pt x="10948" y="60431"/>
                </a:lnTo>
                <a:lnTo>
                  <a:pt x="10674" y="60084"/>
                </a:lnTo>
                <a:lnTo>
                  <a:pt x="10382" y="59751"/>
                </a:lnTo>
                <a:lnTo>
                  <a:pt x="10073" y="59435"/>
                </a:lnTo>
                <a:lnTo>
                  <a:pt x="9749" y="59136"/>
                </a:lnTo>
                <a:lnTo>
                  <a:pt x="9408" y="58855"/>
                </a:lnTo>
                <a:lnTo>
                  <a:pt x="9054" y="58594"/>
                </a:lnTo>
                <a:lnTo>
                  <a:pt x="8686" y="58353"/>
                </a:lnTo>
                <a:lnTo>
                  <a:pt x="8306" y="58134"/>
                </a:lnTo>
                <a:lnTo>
                  <a:pt x="7915" y="57937"/>
                </a:lnTo>
                <a:lnTo>
                  <a:pt x="7513" y="57765"/>
                </a:lnTo>
                <a:lnTo>
                  <a:pt x="7101" y="57617"/>
                </a:lnTo>
                <a:lnTo>
                  <a:pt x="6681" y="57496"/>
                </a:lnTo>
                <a:lnTo>
                  <a:pt x="6253" y="57402"/>
                </a:lnTo>
                <a:lnTo>
                  <a:pt x="5825" y="57337"/>
                </a:lnTo>
                <a:lnTo>
                  <a:pt x="5404" y="57303"/>
                </a:lnTo>
                <a:lnTo>
                  <a:pt x="4993" y="57298"/>
                </a:lnTo>
                <a:lnTo>
                  <a:pt x="4590" y="57321"/>
                </a:lnTo>
                <a:lnTo>
                  <a:pt x="4199" y="57372"/>
                </a:lnTo>
                <a:lnTo>
                  <a:pt x="3819" y="57451"/>
                </a:lnTo>
                <a:lnTo>
                  <a:pt x="3451" y="57555"/>
                </a:lnTo>
                <a:lnTo>
                  <a:pt x="3097" y="57685"/>
                </a:lnTo>
                <a:lnTo>
                  <a:pt x="2757" y="57840"/>
                </a:lnTo>
                <a:lnTo>
                  <a:pt x="2432" y="58019"/>
                </a:lnTo>
                <a:lnTo>
                  <a:pt x="2123" y="58221"/>
                </a:lnTo>
                <a:lnTo>
                  <a:pt x="1831" y="58445"/>
                </a:lnTo>
                <a:lnTo>
                  <a:pt x="1558" y="58691"/>
                </a:lnTo>
                <a:lnTo>
                  <a:pt x="1303" y="58958"/>
                </a:lnTo>
                <a:lnTo>
                  <a:pt x="1068" y="59245"/>
                </a:lnTo>
                <a:lnTo>
                  <a:pt x="854" y="59551"/>
                </a:lnTo>
                <a:lnTo>
                  <a:pt x="661" y="59875"/>
                </a:lnTo>
                <a:lnTo>
                  <a:pt x="491" y="60218"/>
                </a:lnTo>
                <a:lnTo>
                  <a:pt x="345" y="60577"/>
                </a:lnTo>
                <a:lnTo>
                  <a:pt x="223" y="60953"/>
                </a:lnTo>
                <a:lnTo>
                  <a:pt x="127" y="61344"/>
                </a:lnTo>
                <a:lnTo>
                  <a:pt x="57" y="61750"/>
                </a:lnTo>
                <a:lnTo>
                  <a:pt x="14" y="62169"/>
                </a:lnTo>
                <a:lnTo>
                  <a:pt x="0" y="62602"/>
                </a:lnTo>
                <a:lnTo>
                  <a:pt x="0" y="85099"/>
                </a:lnTo>
                <a:lnTo>
                  <a:pt x="14" y="85537"/>
                </a:lnTo>
                <a:lnTo>
                  <a:pt x="57" y="85973"/>
                </a:lnTo>
                <a:lnTo>
                  <a:pt x="127" y="86404"/>
                </a:lnTo>
                <a:lnTo>
                  <a:pt x="223" y="86831"/>
                </a:lnTo>
                <a:lnTo>
                  <a:pt x="345" y="87252"/>
                </a:lnTo>
                <a:lnTo>
                  <a:pt x="491" y="87666"/>
                </a:lnTo>
                <a:lnTo>
                  <a:pt x="661" y="88071"/>
                </a:lnTo>
                <a:lnTo>
                  <a:pt x="854" y="88467"/>
                </a:lnTo>
                <a:lnTo>
                  <a:pt x="1068" y="88853"/>
                </a:lnTo>
                <a:lnTo>
                  <a:pt x="1303" y="89227"/>
                </a:lnTo>
                <a:lnTo>
                  <a:pt x="1558" y="89588"/>
                </a:lnTo>
                <a:lnTo>
                  <a:pt x="1831" y="89935"/>
                </a:lnTo>
                <a:lnTo>
                  <a:pt x="2123" y="90268"/>
                </a:lnTo>
                <a:lnTo>
                  <a:pt x="2432" y="90584"/>
                </a:lnTo>
                <a:lnTo>
                  <a:pt x="2757" y="90883"/>
                </a:lnTo>
                <a:lnTo>
                  <a:pt x="3097" y="91164"/>
                </a:lnTo>
                <a:lnTo>
                  <a:pt x="3451" y="91426"/>
                </a:lnTo>
                <a:lnTo>
                  <a:pt x="3819" y="91667"/>
                </a:lnTo>
                <a:lnTo>
                  <a:pt x="4199" y="91886"/>
                </a:lnTo>
                <a:lnTo>
                  <a:pt x="4590" y="92082"/>
                </a:lnTo>
                <a:lnTo>
                  <a:pt x="4993" y="92255"/>
                </a:lnTo>
                <a:lnTo>
                  <a:pt x="5404" y="92402"/>
                </a:lnTo>
                <a:lnTo>
                  <a:pt x="5825" y="92523"/>
                </a:lnTo>
                <a:lnTo>
                  <a:pt x="6253" y="92617"/>
                </a:lnTo>
                <a:lnTo>
                  <a:pt x="6681" y="92682"/>
                </a:lnTo>
                <a:lnTo>
                  <a:pt x="7101" y="92717"/>
                </a:lnTo>
                <a:lnTo>
                  <a:pt x="7513" y="92722"/>
                </a:lnTo>
                <a:lnTo>
                  <a:pt x="7915" y="92698"/>
                </a:lnTo>
                <a:lnTo>
                  <a:pt x="8306" y="92647"/>
                </a:lnTo>
                <a:lnTo>
                  <a:pt x="8686" y="92569"/>
                </a:lnTo>
                <a:lnTo>
                  <a:pt x="9054" y="92464"/>
                </a:lnTo>
                <a:lnTo>
                  <a:pt x="9408" y="92334"/>
                </a:lnTo>
                <a:lnTo>
                  <a:pt x="9749" y="92179"/>
                </a:lnTo>
                <a:lnTo>
                  <a:pt x="10073" y="92000"/>
                </a:lnTo>
                <a:lnTo>
                  <a:pt x="10382" y="91799"/>
                </a:lnTo>
                <a:lnTo>
                  <a:pt x="10674" y="91574"/>
                </a:lnTo>
                <a:lnTo>
                  <a:pt x="10948" y="91328"/>
                </a:lnTo>
                <a:lnTo>
                  <a:pt x="11202" y="91061"/>
                </a:lnTo>
                <a:lnTo>
                  <a:pt x="11437" y="90775"/>
                </a:lnTo>
                <a:lnTo>
                  <a:pt x="11652" y="90468"/>
                </a:lnTo>
                <a:lnTo>
                  <a:pt x="11844" y="90144"/>
                </a:lnTo>
                <a:lnTo>
                  <a:pt x="12014" y="89801"/>
                </a:lnTo>
                <a:lnTo>
                  <a:pt x="12160" y="89442"/>
                </a:lnTo>
                <a:lnTo>
                  <a:pt x="12282" y="89066"/>
                </a:lnTo>
                <a:lnTo>
                  <a:pt x="12378" y="88675"/>
                </a:lnTo>
                <a:lnTo>
                  <a:pt x="12448" y="88269"/>
                </a:lnTo>
                <a:lnTo>
                  <a:pt x="12491" y="87850"/>
                </a:lnTo>
                <a:lnTo>
                  <a:pt x="12505" y="87417"/>
                </a:lnTo>
                <a:lnTo>
                  <a:pt x="12505" y="64920"/>
                </a:lnTo>
                <a:lnTo>
                  <a:pt x="12491" y="64482"/>
                </a:lnTo>
                <a:lnTo>
                  <a:pt x="12448" y="64046"/>
                </a:lnTo>
                <a:lnTo>
                  <a:pt x="12378" y="63615"/>
                </a:lnTo>
                <a:lnTo>
                  <a:pt x="12282" y="63188"/>
                </a:lnTo>
                <a:lnTo>
                  <a:pt x="12160" y="62767"/>
                </a:lnTo>
                <a:lnTo>
                  <a:pt x="12014" y="62354"/>
                </a:lnTo>
                <a:close/>
                <a:moveTo>
                  <a:pt x="12014" y="129845"/>
                </a:moveTo>
                <a:lnTo>
                  <a:pt x="11844" y="129440"/>
                </a:lnTo>
                <a:lnTo>
                  <a:pt x="11652" y="129044"/>
                </a:lnTo>
                <a:lnTo>
                  <a:pt x="11437" y="128658"/>
                </a:lnTo>
                <a:lnTo>
                  <a:pt x="11202" y="128284"/>
                </a:lnTo>
                <a:lnTo>
                  <a:pt x="10948" y="127923"/>
                </a:lnTo>
                <a:lnTo>
                  <a:pt x="10674" y="127575"/>
                </a:lnTo>
                <a:lnTo>
                  <a:pt x="10382" y="127243"/>
                </a:lnTo>
                <a:lnTo>
                  <a:pt x="10073" y="126927"/>
                </a:lnTo>
                <a:lnTo>
                  <a:pt x="9749" y="126627"/>
                </a:lnTo>
                <a:lnTo>
                  <a:pt x="9408" y="126347"/>
                </a:lnTo>
                <a:lnTo>
                  <a:pt x="9054" y="126085"/>
                </a:lnTo>
                <a:lnTo>
                  <a:pt x="8686" y="125844"/>
                </a:lnTo>
                <a:lnTo>
                  <a:pt x="8306" y="125625"/>
                </a:lnTo>
                <a:lnTo>
                  <a:pt x="7915" y="125429"/>
                </a:lnTo>
                <a:lnTo>
                  <a:pt x="7513" y="125256"/>
                </a:lnTo>
                <a:lnTo>
                  <a:pt x="7101" y="125109"/>
                </a:lnTo>
                <a:lnTo>
                  <a:pt x="6681" y="124987"/>
                </a:lnTo>
                <a:lnTo>
                  <a:pt x="6253" y="124893"/>
                </a:lnTo>
                <a:lnTo>
                  <a:pt x="5825" y="124829"/>
                </a:lnTo>
                <a:lnTo>
                  <a:pt x="5404" y="124794"/>
                </a:lnTo>
                <a:lnTo>
                  <a:pt x="4993" y="124789"/>
                </a:lnTo>
                <a:lnTo>
                  <a:pt x="4590" y="124813"/>
                </a:lnTo>
                <a:lnTo>
                  <a:pt x="4199" y="124864"/>
                </a:lnTo>
                <a:lnTo>
                  <a:pt x="3819" y="124942"/>
                </a:lnTo>
                <a:lnTo>
                  <a:pt x="3451" y="125047"/>
                </a:lnTo>
                <a:lnTo>
                  <a:pt x="3097" y="125177"/>
                </a:lnTo>
                <a:lnTo>
                  <a:pt x="2757" y="125332"/>
                </a:lnTo>
                <a:lnTo>
                  <a:pt x="2432" y="125510"/>
                </a:lnTo>
                <a:lnTo>
                  <a:pt x="2123" y="125712"/>
                </a:lnTo>
                <a:lnTo>
                  <a:pt x="1831" y="125937"/>
                </a:lnTo>
                <a:lnTo>
                  <a:pt x="1558" y="126183"/>
                </a:lnTo>
                <a:lnTo>
                  <a:pt x="1303" y="126449"/>
                </a:lnTo>
                <a:lnTo>
                  <a:pt x="1068" y="126736"/>
                </a:lnTo>
                <a:lnTo>
                  <a:pt x="854" y="127042"/>
                </a:lnTo>
                <a:lnTo>
                  <a:pt x="661" y="127367"/>
                </a:lnTo>
                <a:lnTo>
                  <a:pt x="491" y="127710"/>
                </a:lnTo>
                <a:lnTo>
                  <a:pt x="345" y="128069"/>
                </a:lnTo>
                <a:lnTo>
                  <a:pt x="223" y="128445"/>
                </a:lnTo>
                <a:lnTo>
                  <a:pt x="127" y="128836"/>
                </a:lnTo>
                <a:lnTo>
                  <a:pt x="57" y="129241"/>
                </a:lnTo>
                <a:lnTo>
                  <a:pt x="14" y="129661"/>
                </a:lnTo>
                <a:lnTo>
                  <a:pt x="0" y="130094"/>
                </a:lnTo>
                <a:lnTo>
                  <a:pt x="0" y="152591"/>
                </a:lnTo>
                <a:lnTo>
                  <a:pt x="14" y="153029"/>
                </a:lnTo>
                <a:lnTo>
                  <a:pt x="57" y="153464"/>
                </a:lnTo>
                <a:lnTo>
                  <a:pt x="127" y="153896"/>
                </a:lnTo>
                <a:lnTo>
                  <a:pt x="223" y="154323"/>
                </a:lnTo>
                <a:lnTo>
                  <a:pt x="345" y="154744"/>
                </a:lnTo>
                <a:lnTo>
                  <a:pt x="491" y="155157"/>
                </a:lnTo>
                <a:lnTo>
                  <a:pt x="661" y="155563"/>
                </a:lnTo>
                <a:lnTo>
                  <a:pt x="854" y="155959"/>
                </a:lnTo>
                <a:lnTo>
                  <a:pt x="1068" y="156344"/>
                </a:lnTo>
                <a:lnTo>
                  <a:pt x="1303" y="156718"/>
                </a:lnTo>
                <a:lnTo>
                  <a:pt x="1558" y="157080"/>
                </a:lnTo>
                <a:lnTo>
                  <a:pt x="1831" y="157427"/>
                </a:lnTo>
                <a:lnTo>
                  <a:pt x="2123" y="157759"/>
                </a:lnTo>
                <a:lnTo>
                  <a:pt x="2432" y="158076"/>
                </a:lnTo>
                <a:lnTo>
                  <a:pt x="2757" y="158375"/>
                </a:lnTo>
                <a:lnTo>
                  <a:pt x="3097" y="158656"/>
                </a:lnTo>
                <a:lnTo>
                  <a:pt x="3451" y="158917"/>
                </a:lnTo>
                <a:lnTo>
                  <a:pt x="3819" y="159158"/>
                </a:lnTo>
                <a:lnTo>
                  <a:pt x="4199" y="159377"/>
                </a:lnTo>
                <a:lnTo>
                  <a:pt x="4590" y="159574"/>
                </a:lnTo>
                <a:lnTo>
                  <a:pt x="4993" y="159746"/>
                </a:lnTo>
                <a:lnTo>
                  <a:pt x="5404" y="159894"/>
                </a:lnTo>
                <a:lnTo>
                  <a:pt x="5825" y="160015"/>
                </a:lnTo>
                <a:lnTo>
                  <a:pt x="6253" y="160109"/>
                </a:lnTo>
                <a:lnTo>
                  <a:pt x="6681" y="160174"/>
                </a:lnTo>
                <a:lnTo>
                  <a:pt x="7101" y="160208"/>
                </a:lnTo>
                <a:lnTo>
                  <a:pt x="7513" y="160213"/>
                </a:lnTo>
                <a:lnTo>
                  <a:pt x="7915" y="160190"/>
                </a:lnTo>
                <a:lnTo>
                  <a:pt x="8306" y="160139"/>
                </a:lnTo>
                <a:lnTo>
                  <a:pt x="8686" y="160060"/>
                </a:lnTo>
                <a:lnTo>
                  <a:pt x="9054" y="159956"/>
                </a:lnTo>
                <a:lnTo>
                  <a:pt x="9408" y="159826"/>
                </a:lnTo>
                <a:lnTo>
                  <a:pt x="9749" y="159671"/>
                </a:lnTo>
                <a:lnTo>
                  <a:pt x="10073" y="159492"/>
                </a:lnTo>
                <a:lnTo>
                  <a:pt x="10382" y="159290"/>
                </a:lnTo>
                <a:lnTo>
                  <a:pt x="10674" y="159066"/>
                </a:lnTo>
                <a:lnTo>
                  <a:pt x="10948" y="158820"/>
                </a:lnTo>
                <a:lnTo>
                  <a:pt x="11202" y="158553"/>
                </a:lnTo>
                <a:lnTo>
                  <a:pt x="11437" y="158266"/>
                </a:lnTo>
                <a:lnTo>
                  <a:pt x="11652" y="157960"/>
                </a:lnTo>
                <a:lnTo>
                  <a:pt x="11844" y="157635"/>
                </a:lnTo>
                <a:lnTo>
                  <a:pt x="12014" y="157293"/>
                </a:lnTo>
                <a:lnTo>
                  <a:pt x="12160" y="156933"/>
                </a:lnTo>
                <a:lnTo>
                  <a:pt x="12282" y="156558"/>
                </a:lnTo>
                <a:lnTo>
                  <a:pt x="12378" y="156167"/>
                </a:lnTo>
                <a:lnTo>
                  <a:pt x="12448" y="155761"/>
                </a:lnTo>
                <a:lnTo>
                  <a:pt x="12491" y="155341"/>
                </a:lnTo>
                <a:lnTo>
                  <a:pt x="12505" y="154909"/>
                </a:lnTo>
                <a:lnTo>
                  <a:pt x="12505" y="132411"/>
                </a:lnTo>
                <a:lnTo>
                  <a:pt x="12491" y="131973"/>
                </a:lnTo>
                <a:lnTo>
                  <a:pt x="12448" y="131538"/>
                </a:lnTo>
                <a:lnTo>
                  <a:pt x="12378" y="131106"/>
                </a:lnTo>
                <a:lnTo>
                  <a:pt x="12282" y="130680"/>
                </a:lnTo>
                <a:lnTo>
                  <a:pt x="12160" y="130259"/>
                </a:lnTo>
                <a:lnTo>
                  <a:pt x="12014" y="129845"/>
                </a:lnTo>
                <a:close/>
                <a:moveTo>
                  <a:pt x="12014" y="197337"/>
                </a:moveTo>
                <a:lnTo>
                  <a:pt x="11844" y="196931"/>
                </a:lnTo>
                <a:lnTo>
                  <a:pt x="11652" y="196535"/>
                </a:lnTo>
                <a:lnTo>
                  <a:pt x="11437" y="196150"/>
                </a:lnTo>
                <a:lnTo>
                  <a:pt x="11202" y="195776"/>
                </a:lnTo>
                <a:lnTo>
                  <a:pt x="10948" y="195414"/>
                </a:lnTo>
                <a:lnTo>
                  <a:pt x="10674" y="195067"/>
                </a:lnTo>
                <a:lnTo>
                  <a:pt x="10382" y="194735"/>
                </a:lnTo>
                <a:lnTo>
                  <a:pt x="10073" y="194418"/>
                </a:lnTo>
                <a:lnTo>
                  <a:pt x="9749" y="194119"/>
                </a:lnTo>
                <a:lnTo>
                  <a:pt x="9408" y="193838"/>
                </a:lnTo>
                <a:lnTo>
                  <a:pt x="9054" y="193577"/>
                </a:lnTo>
                <a:lnTo>
                  <a:pt x="8686" y="193336"/>
                </a:lnTo>
                <a:lnTo>
                  <a:pt x="8306" y="193117"/>
                </a:lnTo>
                <a:lnTo>
                  <a:pt x="7915" y="192920"/>
                </a:lnTo>
                <a:lnTo>
                  <a:pt x="7513" y="192748"/>
                </a:lnTo>
                <a:lnTo>
                  <a:pt x="7101" y="192600"/>
                </a:lnTo>
                <a:lnTo>
                  <a:pt x="6681" y="192479"/>
                </a:lnTo>
                <a:lnTo>
                  <a:pt x="6253" y="192385"/>
                </a:lnTo>
                <a:lnTo>
                  <a:pt x="5825" y="192320"/>
                </a:lnTo>
                <a:lnTo>
                  <a:pt x="5404" y="192286"/>
                </a:lnTo>
                <a:lnTo>
                  <a:pt x="4993" y="192281"/>
                </a:lnTo>
                <a:lnTo>
                  <a:pt x="4590" y="192304"/>
                </a:lnTo>
                <a:lnTo>
                  <a:pt x="4199" y="192355"/>
                </a:lnTo>
                <a:lnTo>
                  <a:pt x="3819" y="192434"/>
                </a:lnTo>
                <a:lnTo>
                  <a:pt x="3451" y="192538"/>
                </a:lnTo>
                <a:lnTo>
                  <a:pt x="3097" y="192668"/>
                </a:lnTo>
                <a:lnTo>
                  <a:pt x="2757" y="192823"/>
                </a:lnTo>
                <a:lnTo>
                  <a:pt x="2432" y="193002"/>
                </a:lnTo>
                <a:lnTo>
                  <a:pt x="2123" y="193204"/>
                </a:lnTo>
                <a:lnTo>
                  <a:pt x="1831" y="193428"/>
                </a:lnTo>
                <a:lnTo>
                  <a:pt x="1558" y="193674"/>
                </a:lnTo>
                <a:lnTo>
                  <a:pt x="1303" y="193941"/>
                </a:lnTo>
                <a:lnTo>
                  <a:pt x="1068" y="194228"/>
                </a:lnTo>
                <a:lnTo>
                  <a:pt x="854" y="194534"/>
                </a:lnTo>
                <a:lnTo>
                  <a:pt x="661" y="194859"/>
                </a:lnTo>
                <a:lnTo>
                  <a:pt x="491" y="195201"/>
                </a:lnTo>
                <a:lnTo>
                  <a:pt x="345" y="195561"/>
                </a:lnTo>
                <a:lnTo>
                  <a:pt x="223" y="195936"/>
                </a:lnTo>
                <a:lnTo>
                  <a:pt x="127" y="196327"/>
                </a:lnTo>
                <a:lnTo>
                  <a:pt x="57" y="196733"/>
                </a:lnTo>
                <a:lnTo>
                  <a:pt x="14" y="197153"/>
                </a:lnTo>
                <a:lnTo>
                  <a:pt x="0" y="197585"/>
                </a:lnTo>
                <a:lnTo>
                  <a:pt x="0" y="208834"/>
                </a:lnTo>
                <a:lnTo>
                  <a:pt x="0" y="215193"/>
                </a:lnTo>
                <a:lnTo>
                  <a:pt x="6253" y="216352"/>
                </a:lnTo>
                <a:lnTo>
                  <a:pt x="17313" y="218402"/>
                </a:lnTo>
                <a:lnTo>
                  <a:pt x="17741" y="218467"/>
                </a:lnTo>
                <a:lnTo>
                  <a:pt x="18161" y="218501"/>
                </a:lnTo>
                <a:lnTo>
                  <a:pt x="18573" y="218506"/>
                </a:lnTo>
                <a:lnTo>
                  <a:pt x="18975" y="218483"/>
                </a:lnTo>
                <a:lnTo>
                  <a:pt x="19367" y="218432"/>
                </a:lnTo>
                <a:lnTo>
                  <a:pt x="19747" y="218353"/>
                </a:lnTo>
                <a:lnTo>
                  <a:pt x="20114" y="218249"/>
                </a:lnTo>
                <a:lnTo>
                  <a:pt x="20469" y="218119"/>
                </a:lnTo>
                <a:lnTo>
                  <a:pt x="20809" y="217964"/>
                </a:lnTo>
                <a:lnTo>
                  <a:pt x="21134" y="217785"/>
                </a:lnTo>
                <a:lnTo>
                  <a:pt x="21442" y="217583"/>
                </a:lnTo>
                <a:lnTo>
                  <a:pt x="21734" y="217359"/>
                </a:lnTo>
                <a:lnTo>
                  <a:pt x="22008" y="217113"/>
                </a:lnTo>
                <a:lnTo>
                  <a:pt x="22263" y="216846"/>
                </a:lnTo>
                <a:lnTo>
                  <a:pt x="22498" y="216559"/>
                </a:lnTo>
                <a:lnTo>
                  <a:pt x="22712" y="216253"/>
                </a:lnTo>
                <a:lnTo>
                  <a:pt x="22904" y="215928"/>
                </a:lnTo>
                <a:lnTo>
                  <a:pt x="23074" y="215586"/>
                </a:lnTo>
                <a:lnTo>
                  <a:pt x="23220" y="215226"/>
                </a:lnTo>
                <a:lnTo>
                  <a:pt x="23342" y="214851"/>
                </a:lnTo>
                <a:lnTo>
                  <a:pt x="23438" y="214460"/>
                </a:lnTo>
                <a:lnTo>
                  <a:pt x="23508" y="214054"/>
                </a:lnTo>
                <a:lnTo>
                  <a:pt x="23551" y="213634"/>
                </a:lnTo>
                <a:lnTo>
                  <a:pt x="23566" y="213202"/>
                </a:lnTo>
                <a:lnTo>
                  <a:pt x="23551" y="212764"/>
                </a:lnTo>
                <a:lnTo>
                  <a:pt x="23508" y="212328"/>
                </a:lnTo>
                <a:lnTo>
                  <a:pt x="23438" y="211896"/>
                </a:lnTo>
                <a:lnTo>
                  <a:pt x="23342" y="211470"/>
                </a:lnTo>
                <a:lnTo>
                  <a:pt x="23220" y="211049"/>
                </a:lnTo>
                <a:lnTo>
                  <a:pt x="23074" y="210635"/>
                </a:lnTo>
                <a:lnTo>
                  <a:pt x="22904" y="210230"/>
                </a:lnTo>
                <a:lnTo>
                  <a:pt x="22712" y="209834"/>
                </a:lnTo>
                <a:lnTo>
                  <a:pt x="22498" y="209448"/>
                </a:lnTo>
                <a:lnTo>
                  <a:pt x="22263" y="209074"/>
                </a:lnTo>
                <a:lnTo>
                  <a:pt x="22008" y="208713"/>
                </a:lnTo>
                <a:lnTo>
                  <a:pt x="21734" y="208366"/>
                </a:lnTo>
                <a:lnTo>
                  <a:pt x="21442" y="208033"/>
                </a:lnTo>
                <a:lnTo>
                  <a:pt x="21134" y="207717"/>
                </a:lnTo>
                <a:lnTo>
                  <a:pt x="20809" y="207418"/>
                </a:lnTo>
                <a:lnTo>
                  <a:pt x="20469" y="207137"/>
                </a:lnTo>
                <a:lnTo>
                  <a:pt x="20114" y="206875"/>
                </a:lnTo>
                <a:lnTo>
                  <a:pt x="19747" y="206634"/>
                </a:lnTo>
                <a:lnTo>
                  <a:pt x="19367" y="206415"/>
                </a:lnTo>
                <a:lnTo>
                  <a:pt x="18975" y="206219"/>
                </a:lnTo>
                <a:lnTo>
                  <a:pt x="18573" y="206046"/>
                </a:lnTo>
                <a:lnTo>
                  <a:pt x="18161" y="205899"/>
                </a:lnTo>
                <a:lnTo>
                  <a:pt x="17741" y="205778"/>
                </a:lnTo>
                <a:lnTo>
                  <a:pt x="17313" y="205684"/>
                </a:lnTo>
                <a:lnTo>
                  <a:pt x="12505" y="204793"/>
                </a:lnTo>
                <a:lnTo>
                  <a:pt x="12505" y="199903"/>
                </a:lnTo>
                <a:lnTo>
                  <a:pt x="12491" y="199465"/>
                </a:lnTo>
                <a:lnTo>
                  <a:pt x="12448" y="199030"/>
                </a:lnTo>
                <a:lnTo>
                  <a:pt x="12378" y="198598"/>
                </a:lnTo>
                <a:lnTo>
                  <a:pt x="12282" y="198171"/>
                </a:lnTo>
                <a:lnTo>
                  <a:pt x="12160" y="197750"/>
                </a:lnTo>
                <a:lnTo>
                  <a:pt x="12014" y="197337"/>
                </a:lnTo>
                <a:close/>
                <a:moveTo>
                  <a:pt x="59120" y="11457"/>
                </a:moveTo>
                <a:lnTo>
                  <a:pt x="58752" y="11562"/>
                </a:lnTo>
                <a:lnTo>
                  <a:pt x="58398" y="11692"/>
                </a:lnTo>
                <a:lnTo>
                  <a:pt x="58058" y="11846"/>
                </a:lnTo>
                <a:lnTo>
                  <a:pt x="57733" y="12025"/>
                </a:lnTo>
                <a:lnTo>
                  <a:pt x="57424" y="12227"/>
                </a:lnTo>
                <a:lnTo>
                  <a:pt x="57133" y="12451"/>
                </a:lnTo>
                <a:lnTo>
                  <a:pt x="56859" y="12697"/>
                </a:lnTo>
                <a:lnTo>
                  <a:pt x="56604" y="12964"/>
                </a:lnTo>
                <a:lnTo>
                  <a:pt x="56369" y="13251"/>
                </a:lnTo>
                <a:lnTo>
                  <a:pt x="56155" y="13557"/>
                </a:lnTo>
                <a:lnTo>
                  <a:pt x="55962" y="13882"/>
                </a:lnTo>
                <a:lnTo>
                  <a:pt x="55793" y="14224"/>
                </a:lnTo>
                <a:lnTo>
                  <a:pt x="55646" y="14584"/>
                </a:lnTo>
                <a:lnTo>
                  <a:pt x="55525" y="14960"/>
                </a:lnTo>
                <a:lnTo>
                  <a:pt x="55428" y="15351"/>
                </a:lnTo>
                <a:lnTo>
                  <a:pt x="55358" y="15756"/>
                </a:lnTo>
                <a:lnTo>
                  <a:pt x="55316" y="16176"/>
                </a:lnTo>
                <a:lnTo>
                  <a:pt x="55301" y="16609"/>
                </a:lnTo>
                <a:lnTo>
                  <a:pt x="55316" y="17047"/>
                </a:lnTo>
                <a:lnTo>
                  <a:pt x="55358" y="17482"/>
                </a:lnTo>
                <a:lnTo>
                  <a:pt x="55428" y="17914"/>
                </a:lnTo>
                <a:lnTo>
                  <a:pt x="55525" y="18341"/>
                </a:lnTo>
                <a:lnTo>
                  <a:pt x="55646" y="18761"/>
                </a:lnTo>
                <a:lnTo>
                  <a:pt x="55793" y="19175"/>
                </a:lnTo>
                <a:lnTo>
                  <a:pt x="55962" y="19580"/>
                </a:lnTo>
                <a:lnTo>
                  <a:pt x="56155" y="19976"/>
                </a:lnTo>
                <a:lnTo>
                  <a:pt x="56369" y="20362"/>
                </a:lnTo>
                <a:lnTo>
                  <a:pt x="56604" y="20736"/>
                </a:lnTo>
                <a:lnTo>
                  <a:pt x="56859" y="21097"/>
                </a:lnTo>
                <a:lnTo>
                  <a:pt x="57133" y="21445"/>
                </a:lnTo>
                <a:lnTo>
                  <a:pt x="57424" y="21777"/>
                </a:lnTo>
                <a:lnTo>
                  <a:pt x="57733" y="22093"/>
                </a:lnTo>
                <a:lnTo>
                  <a:pt x="58058" y="22393"/>
                </a:lnTo>
                <a:lnTo>
                  <a:pt x="58398" y="22673"/>
                </a:lnTo>
                <a:lnTo>
                  <a:pt x="58752" y="22935"/>
                </a:lnTo>
                <a:lnTo>
                  <a:pt x="59120" y="23176"/>
                </a:lnTo>
                <a:lnTo>
                  <a:pt x="59500" y="23395"/>
                </a:lnTo>
                <a:lnTo>
                  <a:pt x="59892" y="23591"/>
                </a:lnTo>
                <a:lnTo>
                  <a:pt x="60294" y="23764"/>
                </a:lnTo>
                <a:lnTo>
                  <a:pt x="60705" y="23911"/>
                </a:lnTo>
                <a:lnTo>
                  <a:pt x="61126" y="24033"/>
                </a:lnTo>
                <a:lnTo>
                  <a:pt x="61554" y="24127"/>
                </a:lnTo>
                <a:lnTo>
                  <a:pt x="83674" y="28226"/>
                </a:lnTo>
                <a:lnTo>
                  <a:pt x="84102" y="28291"/>
                </a:lnTo>
                <a:lnTo>
                  <a:pt x="84523" y="28326"/>
                </a:lnTo>
                <a:lnTo>
                  <a:pt x="84934" y="28331"/>
                </a:lnTo>
                <a:lnTo>
                  <a:pt x="85337" y="28307"/>
                </a:lnTo>
                <a:lnTo>
                  <a:pt x="85728" y="28256"/>
                </a:lnTo>
                <a:lnTo>
                  <a:pt x="86108" y="28178"/>
                </a:lnTo>
                <a:lnTo>
                  <a:pt x="86476" y="28073"/>
                </a:lnTo>
                <a:lnTo>
                  <a:pt x="86830" y="27943"/>
                </a:lnTo>
                <a:lnTo>
                  <a:pt x="87170" y="27788"/>
                </a:lnTo>
                <a:lnTo>
                  <a:pt x="87495" y="27610"/>
                </a:lnTo>
                <a:lnTo>
                  <a:pt x="87804" y="27408"/>
                </a:lnTo>
                <a:lnTo>
                  <a:pt x="88096" y="27183"/>
                </a:lnTo>
                <a:lnTo>
                  <a:pt x="88369" y="26937"/>
                </a:lnTo>
                <a:lnTo>
                  <a:pt x="88624" y="26671"/>
                </a:lnTo>
                <a:lnTo>
                  <a:pt x="88859" y="26384"/>
                </a:lnTo>
                <a:lnTo>
                  <a:pt x="89073" y="26077"/>
                </a:lnTo>
                <a:lnTo>
                  <a:pt x="89266" y="25753"/>
                </a:lnTo>
                <a:lnTo>
                  <a:pt x="89436" y="25410"/>
                </a:lnTo>
                <a:lnTo>
                  <a:pt x="89582" y="25051"/>
                </a:lnTo>
                <a:lnTo>
                  <a:pt x="89704" y="24675"/>
                </a:lnTo>
                <a:lnTo>
                  <a:pt x="89800" y="24284"/>
                </a:lnTo>
                <a:lnTo>
                  <a:pt x="89870" y="23878"/>
                </a:lnTo>
                <a:lnTo>
                  <a:pt x="89913" y="23459"/>
                </a:lnTo>
                <a:lnTo>
                  <a:pt x="89927" y="23026"/>
                </a:lnTo>
                <a:lnTo>
                  <a:pt x="89913" y="22588"/>
                </a:lnTo>
                <a:lnTo>
                  <a:pt x="89870" y="22153"/>
                </a:lnTo>
                <a:lnTo>
                  <a:pt x="89800" y="21721"/>
                </a:lnTo>
                <a:lnTo>
                  <a:pt x="89704" y="21294"/>
                </a:lnTo>
                <a:lnTo>
                  <a:pt x="89582" y="20873"/>
                </a:lnTo>
                <a:lnTo>
                  <a:pt x="89436" y="20460"/>
                </a:lnTo>
                <a:lnTo>
                  <a:pt x="89266" y="20054"/>
                </a:lnTo>
                <a:lnTo>
                  <a:pt x="89073" y="19658"/>
                </a:lnTo>
                <a:lnTo>
                  <a:pt x="88859" y="19273"/>
                </a:lnTo>
                <a:lnTo>
                  <a:pt x="88624" y="18899"/>
                </a:lnTo>
                <a:lnTo>
                  <a:pt x="88369" y="18538"/>
                </a:lnTo>
                <a:lnTo>
                  <a:pt x="88096" y="18190"/>
                </a:lnTo>
                <a:lnTo>
                  <a:pt x="87804" y="17858"/>
                </a:lnTo>
                <a:lnTo>
                  <a:pt x="87495" y="17541"/>
                </a:lnTo>
                <a:lnTo>
                  <a:pt x="87170" y="17242"/>
                </a:lnTo>
                <a:lnTo>
                  <a:pt x="86830" y="16961"/>
                </a:lnTo>
                <a:lnTo>
                  <a:pt x="86476" y="16700"/>
                </a:lnTo>
                <a:lnTo>
                  <a:pt x="86108" y="16459"/>
                </a:lnTo>
                <a:lnTo>
                  <a:pt x="85728" y="16240"/>
                </a:lnTo>
                <a:lnTo>
                  <a:pt x="85337" y="16043"/>
                </a:lnTo>
                <a:lnTo>
                  <a:pt x="84934" y="15871"/>
                </a:lnTo>
                <a:lnTo>
                  <a:pt x="84523" y="15723"/>
                </a:lnTo>
                <a:lnTo>
                  <a:pt x="84102" y="15602"/>
                </a:lnTo>
                <a:lnTo>
                  <a:pt x="83674" y="15508"/>
                </a:lnTo>
                <a:lnTo>
                  <a:pt x="61554" y="11408"/>
                </a:lnTo>
                <a:lnTo>
                  <a:pt x="61126" y="11344"/>
                </a:lnTo>
                <a:lnTo>
                  <a:pt x="60705" y="11309"/>
                </a:lnTo>
                <a:lnTo>
                  <a:pt x="60294" y="11304"/>
                </a:lnTo>
                <a:lnTo>
                  <a:pt x="59892" y="11327"/>
                </a:lnTo>
                <a:lnTo>
                  <a:pt x="59500" y="11379"/>
                </a:lnTo>
                <a:lnTo>
                  <a:pt x="59120" y="11457"/>
                </a:lnTo>
                <a:close/>
                <a:moveTo>
                  <a:pt x="125482" y="23756"/>
                </a:moveTo>
                <a:lnTo>
                  <a:pt x="125114" y="23861"/>
                </a:lnTo>
                <a:lnTo>
                  <a:pt x="124760" y="23991"/>
                </a:lnTo>
                <a:lnTo>
                  <a:pt x="124419" y="24146"/>
                </a:lnTo>
                <a:lnTo>
                  <a:pt x="124095" y="24325"/>
                </a:lnTo>
                <a:lnTo>
                  <a:pt x="123786" y="24527"/>
                </a:lnTo>
                <a:lnTo>
                  <a:pt x="123494" y="24751"/>
                </a:lnTo>
                <a:lnTo>
                  <a:pt x="123220" y="24997"/>
                </a:lnTo>
                <a:lnTo>
                  <a:pt x="122966" y="25264"/>
                </a:lnTo>
                <a:lnTo>
                  <a:pt x="122731" y="25550"/>
                </a:lnTo>
                <a:lnTo>
                  <a:pt x="122516" y="25857"/>
                </a:lnTo>
                <a:lnTo>
                  <a:pt x="122324" y="26181"/>
                </a:lnTo>
                <a:lnTo>
                  <a:pt x="122154" y="26524"/>
                </a:lnTo>
                <a:lnTo>
                  <a:pt x="122008" y="26883"/>
                </a:lnTo>
                <a:lnTo>
                  <a:pt x="121886" y="27259"/>
                </a:lnTo>
                <a:lnTo>
                  <a:pt x="121790" y="27650"/>
                </a:lnTo>
                <a:lnTo>
                  <a:pt x="121720" y="28056"/>
                </a:lnTo>
                <a:lnTo>
                  <a:pt x="121677" y="28475"/>
                </a:lnTo>
                <a:lnTo>
                  <a:pt x="121663" y="28908"/>
                </a:lnTo>
                <a:lnTo>
                  <a:pt x="121677" y="29346"/>
                </a:lnTo>
                <a:lnTo>
                  <a:pt x="121720" y="29781"/>
                </a:lnTo>
                <a:lnTo>
                  <a:pt x="121790" y="30213"/>
                </a:lnTo>
                <a:lnTo>
                  <a:pt x="121886" y="30640"/>
                </a:lnTo>
                <a:lnTo>
                  <a:pt x="122008" y="31061"/>
                </a:lnTo>
                <a:lnTo>
                  <a:pt x="122154" y="31474"/>
                </a:lnTo>
                <a:lnTo>
                  <a:pt x="122324" y="31880"/>
                </a:lnTo>
                <a:lnTo>
                  <a:pt x="122516" y="32276"/>
                </a:lnTo>
                <a:lnTo>
                  <a:pt x="122731" y="32661"/>
                </a:lnTo>
                <a:lnTo>
                  <a:pt x="122966" y="33035"/>
                </a:lnTo>
                <a:lnTo>
                  <a:pt x="123220" y="33397"/>
                </a:lnTo>
                <a:lnTo>
                  <a:pt x="123494" y="33744"/>
                </a:lnTo>
                <a:lnTo>
                  <a:pt x="123786" y="34076"/>
                </a:lnTo>
                <a:lnTo>
                  <a:pt x="124095" y="34393"/>
                </a:lnTo>
                <a:lnTo>
                  <a:pt x="124419" y="34692"/>
                </a:lnTo>
                <a:lnTo>
                  <a:pt x="124760" y="34973"/>
                </a:lnTo>
                <a:lnTo>
                  <a:pt x="125114" y="35234"/>
                </a:lnTo>
                <a:lnTo>
                  <a:pt x="125482" y="35475"/>
                </a:lnTo>
                <a:lnTo>
                  <a:pt x="125862" y="35694"/>
                </a:lnTo>
                <a:lnTo>
                  <a:pt x="126253" y="35891"/>
                </a:lnTo>
                <a:lnTo>
                  <a:pt x="126655" y="36063"/>
                </a:lnTo>
                <a:lnTo>
                  <a:pt x="127067" y="36211"/>
                </a:lnTo>
                <a:lnTo>
                  <a:pt x="127487" y="36332"/>
                </a:lnTo>
                <a:lnTo>
                  <a:pt x="127915" y="36426"/>
                </a:lnTo>
                <a:lnTo>
                  <a:pt x="150036" y="40526"/>
                </a:lnTo>
                <a:lnTo>
                  <a:pt x="150464" y="40590"/>
                </a:lnTo>
                <a:lnTo>
                  <a:pt x="150884" y="40625"/>
                </a:lnTo>
                <a:lnTo>
                  <a:pt x="151296" y="40630"/>
                </a:lnTo>
                <a:lnTo>
                  <a:pt x="151698" y="40607"/>
                </a:lnTo>
                <a:lnTo>
                  <a:pt x="152090" y="40555"/>
                </a:lnTo>
                <a:lnTo>
                  <a:pt x="152470" y="40477"/>
                </a:lnTo>
                <a:lnTo>
                  <a:pt x="152837" y="40373"/>
                </a:lnTo>
                <a:lnTo>
                  <a:pt x="153192" y="40242"/>
                </a:lnTo>
                <a:lnTo>
                  <a:pt x="153532" y="40088"/>
                </a:lnTo>
                <a:lnTo>
                  <a:pt x="153857" y="39909"/>
                </a:lnTo>
                <a:lnTo>
                  <a:pt x="154165" y="39707"/>
                </a:lnTo>
                <a:lnTo>
                  <a:pt x="154457" y="39483"/>
                </a:lnTo>
                <a:lnTo>
                  <a:pt x="154731" y="39237"/>
                </a:lnTo>
                <a:lnTo>
                  <a:pt x="154986" y="38970"/>
                </a:lnTo>
                <a:lnTo>
                  <a:pt x="155221" y="38683"/>
                </a:lnTo>
                <a:lnTo>
                  <a:pt x="155435" y="38377"/>
                </a:lnTo>
                <a:lnTo>
                  <a:pt x="155627" y="38052"/>
                </a:lnTo>
                <a:lnTo>
                  <a:pt x="155797" y="37710"/>
                </a:lnTo>
                <a:lnTo>
                  <a:pt x="155943" y="37350"/>
                </a:lnTo>
                <a:lnTo>
                  <a:pt x="156065" y="36975"/>
                </a:lnTo>
                <a:lnTo>
                  <a:pt x="156161" y="36584"/>
                </a:lnTo>
                <a:lnTo>
                  <a:pt x="156231" y="36178"/>
                </a:lnTo>
                <a:lnTo>
                  <a:pt x="156274" y="35758"/>
                </a:lnTo>
                <a:lnTo>
                  <a:pt x="156288" y="35326"/>
                </a:lnTo>
                <a:lnTo>
                  <a:pt x="156274" y="34887"/>
                </a:lnTo>
                <a:lnTo>
                  <a:pt x="156231" y="34452"/>
                </a:lnTo>
                <a:lnTo>
                  <a:pt x="156161" y="34020"/>
                </a:lnTo>
                <a:lnTo>
                  <a:pt x="156065" y="33594"/>
                </a:lnTo>
                <a:lnTo>
                  <a:pt x="155943" y="33173"/>
                </a:lnTo>
                <a:lnTo>
                  <a:pt x="155797" y="32759"/>
                </a:lnTo>
                <a:lnTo>
                  <a:pt x="155627" y="32354"/>
                </a:lnTo>
                <a:lnTo>
                  <a:pt x="155435" y="31958"/>
                </a:lnTo>
                <a:lnTo>
                  <a:pt x="155221" y="31572"/>
                </a:lnTo>
                <a:lnTo>
                  <a:pt x="154986" y="31198"/>
                </a:lnTo>
                <a:lnTo>
                  <a:pt x="154731" y="30837"/>
                </a:lnTo>
                <a:lnTo>
                  <a:pt x="154457" y="30490"/>
                </a:lnTo>
                <a:lnTo>
                  <a:pt x="154165" y="30157"/>
                </a:lnTo>
                <a:lnTo>
                  <a:pt x="153857" y="29841"/>
                </a:lnTo>
                <a:lnTo>
                  <a:pt x="153532" y="29542"/>
                </a:lnTo>
                <a:lnTo>
                  <a:pt x="153192" y="29261"/>
                </a:lnTo>
                <a:lnTo>
                  <a:pt x="152837" y="28999"/>
                </a:lnTo>
                <a:lnTo>
                  <a:pt x="152470" y="28758"/>
                </a:lnTo>
                <a:lnTo>
                  <a:pt x="152090" y="28539"/>
                </a:lnTo>
                <a:lnTo>
                  <a:pt x="151698" y="28343"/>
                </a:lnTo>
                <a:lnTo>
                  <a:pt x="151296" y="28170"/>
                </a:lnTo>
                <a:lnTo>
                  <a:pt x="150884" y="28023"/>
                </a:lnTo>
                <a:lnTo>
                  <a:pt x="150464" y="27902"/>
                </a:lnTo>
                <a:lnTo>
                  <a:pt x="150036" y="27808"/>
                </a:lnTo>
                <a:lnTo>
                  <a:pt x="127915" y="23708"/>
                </a:lnTo>
                <a:lnTo>
                  <a:pt x="127487" y="23643"/>
                </a:lnTo>
                <a:lnTo>
                  <a:pt x="127067" y="23609"/>
                </a:lnTo>
                <a:lnTo>
                  <a:pt x="126655" y="23603"/>
                </a:lnTo>
                <a:lnTo>
                  <a:pt x="126253" y="23627"/>
                </a:lnTo>
                <a:lnTo>
                  <a:pt x="125862" y="23678"/>
                </a:lnTo>
                <a:lnTo>
                  <a:pt x="125482" y="23756"/>
                </a:lnTo>
                <a:close/>
                <a:moveTo>
                  <a:pt x="191843" y="36056"/>
                </a:moveTo>
                <a:lnTo>
                  <a:pt x="191475" y="36160"/>
                </a:lnTo>
                <a:lnTo>
                  <a:pt x="191121" y="36290"/>
                </a:lnTo>
                <a:lnTo>
                  <a:pt x="190781" y="36445"/>
                </a:lnTo>
                <a:lnTo>
                  <a:pt x="190456" y="36624"/>
                </a:lnTo>
                <a:lnTo>
                  <a:pt x="190147" y="36826"/>
                </a:lnTo>
                <a:lnTo>
                  <a:pt x="189856" y="37050"/>
                </a:lnTo>
                <a:lnTo>
                  <a:pt x="189582" y="37296"/>
                </a:lnTo>
                <a:lnTo>
                  <a:pt x="189327" y="37563"/>
                </a:lnTo>
                <a:lnTo>
                  <a:pt x="189092" y="37850"/>
                </a:lnTo>
                <a:lnTo>
                  <a:pt x="188878" y="38156"/>
                </a:lnTo>
                <a:lnTo>
                  <a:pt x="188685" y="38481"/>
                </a:lnTo>
                <a:lnTo>
                  <a:pt x="188516" y="38823"/>
                </a:lnTo>
                <a:lnTo>
                  <a:pt x="188369" y="39183"/>
                </a:lnTo>
                <a:lnTo>
                  <a:pt x="188248" y="39558"/>
                </a:lnTo>
                <a:lnTo>
                  <a:pt x="188151" y="39949"/>
                </a:lnTo>
                <a:lnTo>
                  <a:pt x="188081" y="40355"/>
                </a:lnTo>
                <a:lnTo>
                  <a:pt x="188039" y="40775"/>
                </a:lnTo>
                <a:lnTo>
                  <a:pt x="188024" y="41207"/>
                </a:lnTo>
                <a:lnTo>
                  <a:pt x="188039" y="41645"/>
                </a:lnTo>
                <a:lnTo>
                  <a:pt x="188081" y="42081"/>
                </a:lnTo>
                <a:lnTo>
                  <a:pt x="188151" y="42513"/>
                </a:lnTo>
                <a:lnTo>
                  <a:pt x="188248" y="42939"/>
                </a:lnTo>
                <a:lnTo>
                  <a:pt x="188369" y="43360"/>
                </a:lnTo>
                <a:lnTo>
                  <a:pt x="188516" y="43774"/>
                </a:lnTo>
                <a:lnTo>
                  <a:pt x="188685" y="44179"/>
                </a:lnTo>
                <a:lnTo>
                  <a:pt x="188878" y="44575"/>
                </a:lnTo>
                <a:lnTo>
                  <a:pt x="189092" y="44961"/>
                </a:lnTo>
                <a:lnTo>
                  <a:pt x="189327" y="45335"/>
                </a:lnTo>
                <a:lnTo>
                  <a:pt x="189582" y="45696"/>
                </a:lnTo>
                <a:lnTo>
                  <a:pt x="189856" y="46043"/>
                </a:lnTo>
                <a:lnTo>
                  <a:pt x="190147" y="46376"/>
                </a:lnTo>
                <a:lnTo>
                  <a:pt x="190456" y="46692"/>
                </a:lnTo>
                <a:lnTo>
                  <a:pt x="190781" y="46991"/>
                </a:lnTo>
                <a:lnTo>
                  <a:pt x="191121" y="47272"/>
                </a:lnTo>
                <a:lnTo>
                  <a:pt x="191475" y="47534"/>
                </a:lnTo>
                <a:lnTo>
                  <a:pt x="191843" y="47775"/>
                </a:lnTo>
                <a:lnTo>
                  <a:pt x="192223" y="47994"/>
                </a:lnTo>
                <a:lnTo>
                  <a:pt x="192615" y="48190"/>
                </a:lnTo>
                <a:lnTo>
                  <a:pt x="193017" y="48363"/>
                </a:lnTo>
                <a:lnTo>
                  <a:pt x="193428" y="48510"/>
                </a:lnTo>
                <a:lnTo>
                  <a:pt x="193849" y="48631"/>
                </a:lnTo>
                <a:lnTo>
                  <a:pt x="194277" y="48725"/>
                </a:lnTo>
                <a:lnTo>
                  <a:pt x="199084" y="49616"/>
                </a:lnTo>
                <a:lnTo>
                  <a:pt x="199084" y="54506"/>
                </a:lnTo>
                <a:lnTo>
                  <a:pt x="199099" y="54944"/>
                </a:lnTo>
                <a:lnTo>
                  <a:pt x="199141" y="55379"/>
                </a:lnTo>
                <a:lnTo>
                  <a:pt x="199211" y="55811"/>
                </a:lnTo>
                <a:lnTo>
                  <a:pt x="199308" y="56238"/>
                </a:lnTo>
                <a:lnTo>
                  <a:pt x="199430" y="56659"/>
                </a:lnTo>
                <a:lnTo>
                  <a:pt x="199576" y="57072"/>
                </a:lnTo>
                <a:lnTo>
                  <a:pt x="199746" y="57478"/>
                </a:lnTo>
                <a:lnTo>
                  <a:pt x="199938" y="57874"/>
                </a:lnTo>
                <a:lnTo>
                  <a:pt x="200152" y="58259"/>
                </a:lnTo>
                <a:lnTo>
                  <a:pt x="200387" y="58633"/>
                </a:lnTo>
                <a:lnTo>
                  <a:pt x="200642" y="58995"/>
                </a:lnTo>
                <a:lnTo>
                  <a:pt x="200916" y="59342"/>
                </a:lnTo>
                <a:lnTo>
                  <a:pt x="201207" y="59674"/>
                </a:lnTo>
                <a:lnTo>
                  <a:pt x="201516" y="59991"/>
                </a:lnTo>
                <a:lnTo>
                  <a:pt x="201841" y="60290"/>
                </a:lnTo>
                <a:lnTo>
                  <a:pt x="202181" y="60571"/>
                </a:lnTo>
                <a:lnTo>
                  <a:pt x="202536" y="60832"/>
                </a:lnTo>
                <a:lnTo>
                  <a:pt x="202903" y="61073"/>
                </a:lnTo>
                <a:lnTo>
                  <a:pt x="203283" y="61292"/>
                </a:lnTo>
                <a:lnTo>
                  <a:pt x="203675" y="61489"/>
                </a:lnTo>
                <a:lnTo>
                  <a:pt x="204077" y="61661"/>
                </a:lnTo>
                <a:lnTo>
                  <a:pt x="204489" y="61809"/>
                </a:lnTo>
                <a:lnTo>
                  <a:pt x="204909" y="61930"/>
                </a:lnTo>
                <a:lnTo>
                  <a:pt x="205337" y="62024"/>
                </a:lnTo>
                <a:lnTo>
                  <a:pt x="205765" y="62089"/>
                </a:lnTo>
                <a:lnTo>
                  <a:pt x="206185" y="62123"/>
                </a:lnTo>
                <a:lnTo>
                  <a:pt x="206597" y="62128"/>
                </a:lnTo>
                <a:lnTo>
                  <a:pt x="206999" y="62105"/>
                </a:lnTo>
                <a:lnTo>
                  <a:pt x="207391" y="62054"/>
                </a:lnTo>
                <a:lnTo>
                  <a:pt x="207771" y="61975"/>
                </a:lnTo>
                <a:lnTo>
                  <a:pt x="208139" y="61871"/>
                </a:lnTo>
                <a:lnTo>
                  <a:pt x="208493" y="61741"/>
                </a:lnTo>
                <a:lnTo>
                  <a:pt x="208833" y="61586"/>
                </a:lnTo>
                <a:lnTo>
                  <a:pt x="209158" y="61407"/>
                </a:lnTo>
                <a:lnTo>
                  <a:pt x="209467" y="61205"/>
                </a:lnTo>
                <a:lnTo>
                  <a:pt x="209758" y="60981"/>
                </a:lnTo>
                <a:lnTo>
                  <a:pt x="210032" y="60735"/>
                </a:lnTo>
                <a:lnTo>
                  <a:pt x="210287" y="60468"/>
                </a:lnTo>
                <a:lnTo>
                  <a:pt x="210522" y="60181"/>
                </a:lnTo>
                <a:lnTo>
                  <a:pt x="210736" y="59875"/>
                </a:lnTo>
                <a:lnTo>
                  <a:pt x="210928" y="59550"/>
                </a:lnTo>
                <a:lnTo>
                  <a:pt x="211098" y="59208"/>
                </a:lnTo>
                <a:lnTo>
                  <a:pt x="211245" y="58848"/>
                </a:lnTo>
                <a:lnTo>
                  <a:pt x="211366" y="58473"/>
                </a:lnTo>
                <a:lnTo>
                  <a:pt x="211463" y="58082"/>
                </a:lnTo>
                <a:lnTo>
                  <a:pt x="211533" y="57676"/>
                </a:lnTo>
                <a:lnTo>
                  <a:pt x="211575" y="57256"/>
                </a:lnTo>
                <a:lnTo>
                  <a:pt x="211590" y="56824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194277" y="36007"/>
                </a:lnTo>
                <a:lnTo>
                  <a:pt x="193849" y="35942"/>
                </a:lnTo>
                <a:lnTo>
                  <a:pt x="193428" y="35908"/>
                </a:lnTo>
                <a:lnTo>
                  <a:pt x="193017" y="35903"/>
                </a:lnTo>
                <a:lnTo>
                  <a:pt x="192615" y="35926"/>
                </a:lnTo>
                <a:lnTo>
                  <a:pt x="192223" y="35978"/>
                </a:lnTo>
                <a:lnTo>
                  <a:pt x="191843" y="36056"/>
                </a:lnTo>
                <a:close/>
                <a:moveTo>
                  <a:pt x="59120" y="213932"/>
                </a:moveTo>
                <a:lnTo>
                  <a:pt x="58752" y="214036"/>
                </a:lnTo>
                <a:lnTo>
                  <a:pt x="58398" y="214167"/>
                </a:lnTo>
                <a:lnTo>
                  <a:pt x="58058" y="214321"/>
                </a:lnTo>
                <a:lnTo>
                  <a:pt x="57733" y="214500"/>
                </a:lnTo>
                <a:lnTo>
                  <a:pt x="57424" y="214702"/>
                </a:lnTo>
                <a:lnTo>
                  <a:pt x="57133" y="214926"/>
                </a:lnTo>
                <a:lnTo>
                  <a:pt x="56859" y="215172"/>
                </a:lnTo>
                <a:lnTo>
                  <a:pt x="56604" y="215439"/>
                </a:lnTo>
                <a:lnTo>
                  <a:pt x="56369" y="215726"/>
                </a:lnTo>
                <a:lnTo>
                  <a:pt x="56155" y="216032"/>
                </a:lnTo>
                <a:lnTo>
                  <a:pt x="55962" y="216357"/>
                </a:lnTo>
                <a:lnTo>
                  <a:pt x="55793" y="216699"/>
                </a:lnTo>
                <a:lnTo>
                  <a:pt x="55646" y="217059"/>
                </a:lnTo>
                <a:lnTo>
                  <a:pt x="55525" y="217434"/>
                </a:lnTo>
                <a:lnTo>
                  <a:pt x="55428" y="217825"/>
                </a:lnTo>
                <a:lnTo>
                  <a:pt x="55358" y="218231"/>
                </a:lnTo>
                <a:lnTo>
                  <a:pt x="55316" y="218651"/>
                </a:lnTo>
                <a:lnTo>
                  <a:pt x="55301" y="219083"/>
                </a:lnTo>
                <a:lnTo>
                  <a:pt x="55316" y="219522"/>
                </a:lnTo>
                <a:lnTo>
                  <a:pt x="55358" y="219957"/>
                </a:lnTo>
                <a:lnTo>
                  <a:pt x="55428" y="220389"/>
                </a:lnTo>
                <a:lnTo>
                  <a:pt x="55525" y="220815"/>
                </a:lnTo>
                <a:lnTo>
                  <a:pt x="55646" y="221236"/>
                </a:lnTo>
                <a:lnTo>
                  <a:pt x="55793" y="221650"/>
                </a:lnTo>
                <a:lnTo>
                  <a:pt x="55962" y="222055"/>
                </a:lnTo>
                <a:lnTo>
                  <a:pt x="56155" y="222451"/>
                </a:lnTo>
                <a:lnTo>
                  <a:pt x="56369" y="222837"/>
                </a:lnTo>
                <a:lnTo>
                  <a:pt x="56604" y="223211"/>
                </a:lnTo>
                <a:lnTo>
                  <a:pt x="56859" y="223572"/>
                </a:lnTo>
                <a:lnTo>
                  <a:pt x="57133" y="223919"/>
                </a:lnTo>
                <a:lnTo>
                  <a:pt x="57424" y="224252"/>
                </a:lnTo>
                <a:lnTo>
                  <a:pt x="57733" y="224568"/>
                </a:lnTo>
                <a:lnTo>
                  <a:pt x="58058" y="224867"/>
                </a:lnTo>
                <a:lnTo>
                  <a:pt x="58398" y="225148"/>
                </a:lnTo>
                <a:lnTo>
                  <a:pt x="58752" y="225410"/>
                </a:lnTo>
                <a:lnTo>
                  <a:pt x="59120" y="225651"/>
                </a:lnTo>
                <a:lnTo>
                  <a:pt x="59500" y="225870"/>
                </a:lnTo>
                <a:lnTo>
                  <a:pt x="59892" y="226066"/>
                </a:lnTo>
                <a:lnTo>
                  <a:pt x="60294" y="226239"/>
                </a:lnTo>
                <a:lnTo>
                  <a:pt x="60705" y="226386"/>
                </a:lnTo>
                <a:lnTo>
                  <a:pt x="61126" y="226507"/>
                </a:lnTo>
                <a:lnTo>
                  <a:pt x="61554" y="226601"/>
                </a:lnTo>
                <a:lnTo>
                  <a:pt x="83674" y="230701"/>
                </a:lnTo>
                <a:lnTo>
                  <a:pt x="84102" y="230766"/>
                </a:lnTo>
                <a:lnTo>
                  <a:pt x="84523" y="230800"/>
                </a:lnTo>
                <a:lnTo>
                  <a:pt x="84934" y="230806"/>
                </a:lnTo>
                <a:lnTo>
                  <a:pt x="85337" y="230782"/>
                </a:lnTo>
                <a:lnTo>
                  <a:pt x="85728" y="230731"/>
                </a:lnTo>
                <a:lnTo>
                  <a:pt x="86108" y="230653"/>
                </a:lnTo>
                <a:lnTo>
                  <a:pt x="86476" y="230548"/>
                </a:lnTo>
                <a:lnTo>
                  <a:pt x="86830" y="230418"/>
                </a:lnTo>
                <a:lnTo>
                  <a:pt x="87170" y="230263"/>
                </a:lnTo>
                <a:lnTo>
                  <a:pt x="87495" y="230084"/>
                </a:lnTo>
                <a:lnTo>
                  <a:pt x="87804" y="229882"/>
                </a:lnTo>
                <a:lnTo>
                  <a:pt x="88096" y="229658"/>
                </a:lnTo>
                <a:lnTo>
                  <a:pt x="88369" y="229412"/>
                </a:lnTo>
                <a:lnTo>
                  <a:pt x="88624" y="229145"/>
                </a:lnTo>
                <a:lnTo>
                  <a:pt x="88859" y="228859"/>
                </a:lnTo>
                <a:lnTo>
                  <a:pt x="89073" y="228552"/>
                </a:lnTo>
                <a:lnTo>
                  <a:pt x="89266" y="228228"/>
                </a:lnTo>
                <a:lnTo>
                  <a:pt x="89436" y="227885"/>
                </a:lnTo>
                <a:lnTo>
                  <a:pt x="89582" y="227526"/>
                </a:lnTo>
                <a:lnTo>
                  <a:pt x="89704" y="227150"/>
                </a:lnTo>
                <a:lnTo>
                  <a:pt x="89800" y="226759"/>
                </a:lnTo>
                <a:lnTo>
                  <a:pt x="89870" y="226353"/>
                </a:lnTo>
                <a:lnTo>
                  <a:pt x="89913" y="225934"/>
                </a:lnTo>
                <a:lnTo>
                  <a:pt x="89927" y="225501"/>
                </a:lnTo>
                <a:lnTo>
                  <a:pt x="89913" y="225063"/>
                </a:lnTo>
                <a:lnTo>
                  <a:pt x="89870" y="224628"/>
                </a:lnTo>
                <a:lnTo>
                  <a:pt x="89800" y="224196"/>
                </a:lnTo>
                <a:lnTo>
                  <a:pt x="89704" y="223769"/>
                </a:lnTo>
                <a:lnTo>
                  <a:pt x="89582" y="223348"/>
                </a:lnTo>
                <a:lnTo>
                  <a:pt x="89436" y="222935"/>
                </a:lnTo>
                <a:lnTo>
                  <a:pt x="89266" y="222529"/>
                </a:lnTo>
                <a:lnTo>
                  <a:pt x="89073" y="222133"/>
                </a:lnTo>
                <a:lnTo>
                  <a:pt x="88859" y="221748"/>
                </a:lnTo>
                <a:lnTo>
                  <a:pt x="88624" y="221374"/>
                </a:lnTo>
                <a:lnTo>
                  <a:pt x="88369" y="221012"/>
                </a:lnTo>
                <a:lnTo>
                  <a:pt x="88096" y="220665"/>
                </a:lnTo>
                <a:lnTo>
                  <a:pt x="87804" y="220333"/>
                </a:lnTo>
                <a:lnTo>
                  <a:pt x="87495" y="220016"/>
                </a:lnTo>
                <a:lnTo>
                  <a:pt x="87170" y="219717"/>
                </a:lnTo>
                <a:lnTo>
                  <a:pt x="86830" y="219436"/>
                </a:lnTo>
                <a:lnTo>
                  <a:pt x="86476" y="219175"/>
                </a:lnTo>
                <a:lnTo>
                  <a:pt x="86108" y="218934"/>
                </a:lnTo>
                <a:lnTo>
                  <a:pt x="85728" y="218715"/>
                </a:lnTo>
                <a:lnTo>
                  <a:pt x="85337" y="218518"/>
                </a:lnTo>
                <a:lnTo>
                  <a:pt x="84934" y="218346"/>
                </a:lnTo>
                <a:lnTo>
                  <a:pt x="84523" y="218198"/>
                </a:lnTo>
                <a:lnTo>
                  <a:pt x="84102" y="218077"/>
                </a:lnTo>
                <a:lnTo>
                  <a:pt x="83674" y="217983"/>
                </a:lnTo>
                <a:lnTo>
                  <a:pt x="61554" y="213883"/>
                </a:lnTo>
                <a:lnTo>
                  <a:pt x="61126" y="213819"/>
                </a:lnTo>
                <a:lnTo>
                  <a:pt x="60705" y="213784"/>
                </a:lnTo>
                <a:lnTo>
                  <a:pt x="60294" y="213779"/>
                </a:lnTo>
                <a:lnTo>
                  <a:pt x="59892" y="213802"/>
                </a:lnTo>
                <a:lnTo>
                  <a:pt x="59500" y="213854"/>
                </a:lnTo>
                <a:lnTo>
                  <a:pt x="59120" y="213932"/>
                </a:lnTo>
                <a:close/>
                <a:moveTo>
                  <a:pt x="125482" y="226231"/>
                </a:moveTo>
                <a:lnTo>
                  <a:pt x="125114" y="226336"/>
                </a:lnTo>
                <a:lnTo>
                  <a:pt x="124760" y="226466"/>
                </a:lnTo>
                <a:lnTo>
                  <a:pt x="124419" y="226621"/>
                </a:lnTo>
                <a:lnTo>
                  <a:pt x="124095" y="226799"/>
                </a:lnTo>
                <a:lnTo>
                  <a:pt x="123786" y="227001"/>
                </a:lnTo>
                <a:lnTo>
                  <a:pt x="123494" y="227226"/>
                </a:lnTo>
                <a:lnTo>
                  <a:pt x="123220" y="227472"/>
                </a:lnTo>
                <a:lnTo>
                  <a:pt x="122966" y="227738"/>
                </a:lnTo>
                <a:lnTo>
                  <a:pt x="122731" y="228025"/>
                </a:lnTo>
                <a:lnTo>
                  <a:pt x="122516" y="228332"/>
                </a:lnTo>
                <a:lnTo>
                  <a:pt x="122324" y="228656"/>
                </a:lnTo>
                <a:lnTo>
                  <a:pt x="122154" y="228999"/>
                </a:lnTo>
                <a:lnTo>
                  <a:pt x="122008" y="229358"/>
                </a:lnTo>
                <a:lnTo>
                  <a:pt x="121886" y="229734"/>
                </a:lnTo>
                <a:lnTo>
                  <a:pt x="121790" y="230125"/>
                </a:lnTo>
                <a:lnTo>
                  <a:pt x="121720" y="230531"/>
                </a:lnTo>
                <a:lnTo>
                  <a:pt x="121677" y="230950"/>
                </a:lnTo>
                <a:lnTo>
                  <a:pt x="121663" y="231383"/>
                </a:lnTo>
                <a:lnTo>
                  <a:pt x="121677" y="231821"/>
                </a:lnTo>
                <a:lnTo>
                  <a:pt x="121720" y="232256"/>
                </a:lnTo>
                <a:lnTo>
                  <a:pt x="121790" y="232688"/>
                </a:lnTo>
                <a:lnTo>
                  <a:pt x="121886" y="233115"/>
                </a:lnTo>
                <a:lnTo>
                  <a:pt x="122008" y="233536"/>
                </a:lnTo>
                <a:lnTo>
                  <a:pt x="122154" y="233949"/>
                </a:lnTo>
                <a:lnTo>
                  <a:pt x="122324" y="234355"/>
                </a:lnTo>
                <a:lnTo>
                  <a:pt x="122516" y="234751"/>
                </a:lnTo>
                <a:lnTo>
                  <a:pt x="122731" y="235136"/>
                </a:lnTo>
                <a:lnTo>
                  <a:pt x="122966" y="235510"/>
                </a:lnTo>
                <a:lnTo>
                  <a:pt x="123220" y="235871"/>
                </a:lnTo>
                <a:lnTo>
                  <a:pt x="123494" y="236219"/>
                </a:lnTo>
                <a:lnTo>
                  <a:pt x="123786" y="236551"/>
                </a:lnTo>
                <a:lnTo>
                  <a:pt x="124095" y="236868"/>
                </a:lnTo>
                <a:lnTo>
                  <a:pt x="124419" y="237167"/>
                </a:lnTo>
                <a:lnTo>
                  <a:pt x="124760" y="237448"/>
                </a:lnTo>
                <a:lnTo>
                  <a:pt x="125114" y="237709"/>
                </a:lnTo>
                <a:lnTo>
                  <a:pt x="125482" y="237950"/>
                </a:lnTo>
                <a:lnTo>
                  <a:pt x="125862" y="238169"/>
                </a:lnTo>
                <a:lnTo>
                  <a:pt x="126253" y="238366"/>
                </a:lnTo>
                <a:lnTo>
                  <a:pt x="126655" y="238538"/>
                </a:lnTo>
                <a:lnTo>
                  <a:pt x="127067" y="238686"/>
                </a:lnTo>
                <a:lnTo>
                  <a:pt x="127487" y="238807"/>
                </a:lnTo>
                <a:lnTo>
                  <a:pt x="127915" y="238901"/>
                </a:lnTo>
                <a:lnTo>
                  <a:pt x="150036" y="243001"/>
                </a:lnTo>
                <a:lnTo>
                  <a:pt x="150464" y="243065"/>
                </a:lnTo>
                <a:lnTo>
                  <a:pt x="150884" y="243100"/>
                </a:lnTo>
                <a:lnTo>
                  <a:pt x="151296" y="243105"/>
                </a:lnTo>
                <a:lnTo>
                  <a:pt x="151698" y="243082"/>
                </a:lnTo>
                <a:lnTo>
                  <a:pt x="152090" y="243030"/>
                </a:lnTo>
                <a:lnTo>
                  <a:pt x="152470" y="242952"/>
                </a:lnTo>
                <a:lnTo>
                  <a:pt x="152837" y="242847"/>
                </a:lnTo>
                <a:lnTo>
                  <a:pt x="153192" y="242717"/>
                </a:lnTo>
                <a:lnTo>
                  <a:pt x="153532" y="242563"/>
                </a:lnTo>
                <a:lnTo>
                  <a:pt x="153857" y="242384"/>
                </a:lnTo>
                <a:lnTo>
                  <a:pt x="154165" y="242182"/>
                </a:lnTo>
                <a:lnTo>
                  <a:pt x="154457" y="241958"/>
                </a:lnTo>
                <a:lnTo>
                  <a:pt x="154731" y="241712"/>
                </a:lnTo>
                <a:lnTo>
                  <a:pt x="154986" y="241445"/>
                </a:lnTo>
                <a:lnTo>
                  <a:pt x="155221" y="241158"/>
                </a:lnTo>
                <a:lnTo>
                  <a:pt x="155435" y="240852"/>
                </a:lnTo>
                <a:lnTo>
                  <a:pt x="155627" y="240527"/>
                </a:lnTo>
                <a:lnTo>
                  <a:pt x="155797" y="240185"/>
                </a:lnTo>
                <a:lnTo>
                  <a:pt x="155943" y="239825"/>
                </a:lnTo>
                <a:lnTo>
                  <a:pt x="156065" y="239449"/>
                </a:lnTo>
                <a:lnTo>
                  <a:pt x="156161" y="239058"/>
                </a:lnTo>
                <a:lnTo>
                  <a:pt x="156231" y="238653"/>
                </a:lnTo>
                <a:lnTo>
                  <a:pt x="156274" y="238233"/>
                </a:lnTo>
                <a:lnTo>
                  <a:pt x="156288" y="237800"/>
                </a:lnTo>
                <a:lnTo>
                  <a:pt x="156274" y="237362"/>
                </a:lnTo>
                <a:lnTo>
                  <a:pt x="156231" y="236927"/>
                </a:lnTo>
                <a:lnTo>
                  <a:pt x="156161" y="236495"/>
                </a:lnTo>
                <a:lnTo>
                  <a:pt x="156065" y="236068"/>
                </a:lnTo>
                <a:lnTo>
                  <a:pt x="155943" y="235648"/>
                </a:lnTo>
                <a:lnTo>
                  <a:pt x="155797" y="235234"/>
                </a:lnTo>
                <a:lnTo>
                  <a:pt x="155627" y="234829"/>
                </a:lnTo>
                <a:lnTo>
                  <a:pt x="155435" y="234433"/>
                </a:lnTo>
                <a:lnTo>
                  <a:pt x="155221" y="234047"/>
                </a:lnTo>
                <a:lnTo>
                  <a:pt x="154986" y="233673"/>
                </a:lnTo>
                <a:lnTo>
                  <a:pt x="154731" y="233312"/>
                </a:lnTo>
                <a:lnTo>
                  <a:pt x="154457" y="232964"/>
                </a:lnTo>
                <a:lnTo>
                  <a:pt x="154165" y="232632"/>
                </a:lnTo>
                <a:lnTo>
                  <a:pt x="153857" y="232316"/>
                </a:lnTo>
                <a:lnTo>
                  <a:pt x="153532" y="232016"/>
                </a:lnTo>
                <a:lnTo>
                  <a:pt x="153192" y="231736"/>
                </a:lnTo>
                <a:lnTo>
                  <a:pt x="152837" y="231474"/>
                </a:lnTo>
                <a:lnTo>
                  <a:pt x="152470" y="231233"/>
                </a:lnTo>
                <a:lnTo>
                  <a:pt x="152090" y="231014"/>
                </a:lnTo>
                <a:lnTo>
                  <a:pt x="151698" y="230818"/>
                </a:lnTo>
                <a:lnTo>
                  <a:pt x="151296" y="230645"/>
                </a:lnTo>
                <a:lnTo>
                  <a:pt x="150884" y="230498"/>
                </a:lnTo>
                <a:lnTo>
                  <a:pt x="150464" y="230376"/>
                </a:lnTo>
                <a:lnTo>
                  <a:pt x="150036" y="230282"/>
                </a:lnTo>
                <a:lnTo>
                  <a:pt x="127915" y="226183"/>
                </a:lnTo>
                <a:lnTo>
                  <a:pt x="127487" y="226118"/>
                </a:lnTo>
                <a:lnTo>
                  <a:pt x="127067" y="226083"/>
                </a:lnTo>
                <a:lnTo>
                  <a:pt x="126655" y="226078"/>
                </a:lnTo>
                <a:lnTo>
                  <a:pt x="126253" y="226102"/>
                </a:lnTo>
                <a:lnTo>
                  <a:pt x="125862" y="226153"/>
                </a:lnTo>
                <a:lnTo>
                  <a:pt x="125482" y="226231"/>
                </a:lnTo>
                <a:close/>
                <a:moveTo>
                  <a:pt x="191843" y="238531"/>
                </a:moveTo>
                <a:lnTo>
                  <a:pt x="191475" y="238635"/>
                </a:lnTo>
                <a:lnTo>
                  <a:pt x="191121" y="238765"/>
                </a:lnTo>
                <a:lnTo>
                  <a:pt x="190781" y="238920"/>
                </a:lnTo>
                <a:lnTo>
                  <a:pt x="190456" y="239099"/>
                </a:lnTo>
                <a:lnTo>
                  <a:pt x="190147" y="239301"/>
                </a:lnTo>
                <a:lnTo>
                  <a:pt x="189856" y="239525"/>
                </a:lnTo>
                <a:lnTo>
                  <a:pt x="189582" y="239771"/>
                </a:lnTo>
                <a:lnTo>
                  <a:pt x="189327" y="240038"/>
                </a:lnTo>
                <a:lnTo>
                  <a:pt x="189092" y="240325"/>
                </a:lnTo>
                <a:lnTo>
                  <a:pt x="188878" y="240631"/>
                </a:lnTo>
                <a:lnTo>
                  <a:pt x="188685" y="240956"/>
                </a:lnTo>
                <a:lnTo>
                  <a:pt x="188516" y="241298"/>
                </a:lnTo>
                <a:lnTo>
                  <a:pt x="188369" y="241658"/>
                </a:lnTo>
                <a:lnTo>
                  <a:pt x="188248" y="242033"/>
                </a:lnTo>
                <a:lnTo>
                  <a:pt x="188151" y="242424"/>
                </a:lnTo>
                <a:lnTo>
                  <a:pt x="188081" y="242830"/>
                </a:lnTo>
                <a:lnTo>
                  <a:pt x="188039" y="243250"/>
                </a:lnTo>
                <a:lnTo>
                  <a:pt x="188024" y="243682"/>
                </a:lnTo>
                <a:lnTo>
                  <a:pt x="188039" y="244120"/>
                </a:lnTo>
                <a:lnTo>
                  <a:pt x="188081" y="244556"/>
                </a:lnTo>
                <a:lnTo>
                  <a:pt x="188151" y="244987"/>
                </a:lnTo>
                <a:lnTo>
                  <a:pt x="188248" y="245414"/>
                </a:lnTo>
                <a:lnTo>
                  <a:pt x="188369" y="245835"/>
                </a:lnTo>
                <a:lnTo>
                  <a:pt x="188516" y="246249"/>
                </a:lnTo>
                <a:lnTo>
                  <a:pt x="188685" y="246654"/>
                </a:lnTo>
                <a:lnTo>
                  <a:pt x="188878" y="247050"/>
                </a:lnTo>
                <a:lnTo>
                  <a:pt x="189092" y="247436"/>
                </a:lnTo>
                <a:lnTo>
                  <a:pt x="189327" y="247810"/>
                </a:lnTo>
                <a:lnTo>
                  <a:pt x="189582" y="248171"/>
                </a:lnTo>
                <a:lnTo>
                  <a:pt x="189856" y="248518"/>
                </a:lnTo>
                <a:lnTo>
                  <a:pt x="190147" y="248851"/>
                </a:lnTo>
                <a:lnTo>
                  <a:pt x="190456" y="249167"/>
                </a:lnTo>
                <a:lnTo>
                  <a:pt x="190781" y="249466"/>
                </a:lnTo>
                <a:lnTo>
                  <a:pt x="191121" y="249747"/>
                </a:lnTo>
                <a:lnTo>
                  <a:pt x="191475" y="250009"/>
                </a:lnTo>
                <a:lnTo>
                  <a:pt x="191843" y="250249"/>
                </a:lnTo>
                <a:lnTo>
                  <a:pt x="192223" y="250469"/>
                </a:lnTo>
                <a:lnTo>
                  <a:pt x="192615" y="250665"/>
                </a:lnTo>
                <a:lnTo>
                  <a:pt x="193017" y="250838"/>
                </a:lnTo>
                <a:lnTo>
                  <a:pt x="193428" y="250985"/>
                </a:lnTo>
                <a:lnTo>
                  <a:pt x="193849" y="251106"/>
                </a:lnTo>
                <a:lnTo>
                  <a:pt x="194277" y="251200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236801"/>
                </a:lnTo>
                <a:lnTo>
                  <a:pt x="211575" y="236363"/>
                </a:lnTo>
                <a:lnTo>
                  <a:pt x="211533" y="235928"/>
                </a:lnTo>
                <a:lnTo>
                  <a:pt x="211463" y="235496"/>
                </a:lnTo>
                <a:lnTo>
                  <a:pt x="211366" y="235069"/>
                </a:lnTo>
                <a:lnTo>
                  <a:pt x="211245" y="234649"/>
                </a:lnTo>
                <a:lnTo>
                  <a:pt x="211098" y="234235"/>
                </a:lnTo>
                <a:lnTo>
                  <a:pt x="210928" y="233830"/>
                </a:lnTo>
                <a:lnTo>
                  <a:pt x="210736" y="233434"/>
                </a:lnTo>
                <a:lnTo>
                  <a:pt x="210522" y="233048"/>
                </a:lnTo>
                <a:lnTo>
                  <a:pt x="210287" y="232674"/>
                </a:lnTo>
                <a:lnTo>
                  <a:pt x="210032" y="232313"/>
                </a:lnTo>
                <a:lnTo>
                  <a:pt x="209758" y="231965"/>
                </a:lnTo>
                <a:lnTo>
                  <a:pt x="209467" y="231633"/>
                </a:lnTo>
                <a:lnTo>
                  <a:pt x="209158" y="231316"/>
                </a:lnTo>
                <a:lnTo>
                  <a:pt x="208833" y="231017"/>
                </a:lnTo>
                <a:lnTo>
                  <a:pt x="208493" y="230736"/>
                </a:lnTo>
                <a:lnTo>
                  <a:pt x="208139" y="230475"/>
                </a:lnTo>
                <a:lnTo>
                  <a:pt x="207771" y="230234"/>
                </a:lnTo>
                <a:lnTo>
                  <a:pt x="207391" y="230015"/>
                </a:lnTo>
                <a:lnTo>
                  <a:pt x="206999" y="229819"/>
                </a:lnTo>
                <a:lnTo>
                  <a:pt x="206597" y="229646"/>
                </a:lnTo>
                <a:lnTo>
                  <a:pt x="206185" y="229499"/>
                </a:lnTo>
                <a:lnTo>
                  <a:pt x="205765" y="229377"/>
                </a:lnTo>
                <a:lnTo>
                  <a:pt x="205337" y="229283"/>
                </a:lnTo>
                <a:lnTo>
                  <a:pt x="204909" y="229219"/>
                </a:lnTo>
                <a:lnTo>
                  <a:pt x="204489" y="229184"/>
                </a:lnTo>
                <a:lnTo>
                  <a:pt x="204077" y="229179"/>
                </a:lnTo>
                <a:lnTo>
                  <a:pt x="203675" y="229202"/>
                </a:lnTo>
                <a:lnTo>
                  <a:pt x="203283" y="229254"/>
                </a:lnTo>
                <a:lnTo>
                  <a:pt x="202903" y="229332"/>
                </a:lnTo>
                <a:lnTo>
                  <a:pt x="202536" y="229437"/>
                </a:lnTo>
                <a:lnTo>
                  <a:pt x="202181" y="229567"/>
                </a:lnTo>
                <a:lnTo>
                  <a:pt x="201841" y="229721"/>
                </a:lnTo>
                <a:lnTo>
                  <a:pt x="201516" y="229900"/>
                </a:lnTo>
                <a:lnTo>
                  <a:pt x="201207" y="230102"/>
                </a:lnTo>
                <a:lnTo>
                  <a:pt x="200916" y="230326"/>
                </a:lnTo>
                <a:lnTo>
                  <a:pt x="200642" y="230572"/>
                </a:lnTo>
                <a:lnTo>
                  <a:pt x="200387" y="230839"/>
                </a:lnTo>
                <a:lnTo>
                  <a:pt x="200152" y="231126"/>
                </a:lnTo>
                <a:lnTo>
                  <a:pt x="199938" y="231432"/>
                </a:lnTo>
                <a:lnTo>
                  <a:pt x="199746" y="231757"/>
                </a:lnTo>
                <a:lnTo>
                  <a:pt x="199576" y="232099"/>
                </a:lnTo>
                <a:lnTo>
                  <a:pt x="199430" y="232459"/>
                </a:lnTo>
                <a:lnTo>
                  <a:pt x="199308" y="232834"/>
                </a:lnTo>
                <a:lnTo>
                  <a:pt x="199211" y="233226"/>
                </a:lnTo>
                <a:lnTo>
                  <a:pt x="199141" y="233631"/>
                </a:lnTo>
                <a:lnTo>
                  <a:pt x="199099" y="234051"/>
                </a:lnTo>
                <a:lnTo>
                  <a:pt x="199084" y="234484"/>
                </a:lnTo>
                <a:lnTo>
                  <a:pt x="199084" y="239373"/>
                </a:lnTo>
                <a:lnTo>
                  <a:pt x="194277" y="238482"/>
                </a:lnTo>
                <a:lnTo>
                  <a:pt x="193849" y="238417"/>
                </a:lnTo>
                <a:lnTo>
                  <a:pt x="193428" y="238383"/>
                </a:lnTo>
                <a:lnTo>
                  <a:pt x="193017" y="238378"/>
                </a:lnTo>
                <a:lnTo>
                  <a:pt x="192615" y="238401"/>
                </a:lnTo>
                <a:lnTo>
                  <a:pt x="192223" y="238452"/>
                </a:lnTo>
                <a:lnTo>
                  <a:pt x="191843" y="238531"/>
                </a:lnTo>
                <a:close/>
                <a:moveTo>
                  <a:pt x="211098" y="99252"/>
                </a:moveTo>
                <a:lnTo>
                  <a:pt x="210928" y="98846"/>
                </a:lnTo>
                <a:lnTo>
                  <a:pt x="210736" y="98450"/>
                </a:lnTo>
                <a:lnTo>
                  <a:pt x="210522" y="98065"/>
                </a:lnTo>
                <a:lnTo>
                  <a:pt x="210287" y="97691"/>
                </a:lnTo>
                <a:lnTo>
                  <a:pt x="210032" y="97329"/>
                </a:lnTo>
                <a:lnTo>
                  <a:pt x="209758" y="96982"/>
                </a:lnTo>
                <a:lnTo>
                  <a:pt x="209467" y="96650"/>
                </a:lnTo>
                <a:lnTo>
                  <a:pt x="209158" y="96333"/>
                </a:lnTo>
                <a:lnTo>
                  <a:pt x="208833" y="96034"/>
                </a:lnTo>
                <a:lnTo>
                  <a:pt x="208493" y="95753"/>
                </a:lnTo>
                <a:lnTo>
                  <a:pt x="208139" y="95492"/>
                </a:lnTo>
                <a:lnTo>
                  <a:pt x="207771" y="95251"/>
                </a:lnTo>
                <a:lnTo>
                  <a:pt x="207391" y="95032"/>
                </a:lnTo>
                <a:lnTo>
                  <a:pt x="206999" y="94835"/>
                </a:lnTo>
                <a:lnTo>
                  <a:pt x="206597" y="94663"/>
                </a:lnTo>
                <a:lnTo>
                  <a:pt x="206185" y="94515"/>
                </a:lnTo>
                <a:lnTo>
                  <a:pt x="205765" y="94394"/>
                </a:lnTo>
                <a:lnTo>
                  <a:pt x="205337" y="94300"/>
                </a:lnTo>
                <a:lnTo>
                  <a:pt x="204909" y="94235"/>
                </a:lnTo>
                <a:lnTo>
                  <a:pt x="204489" y="94201"/>
                </a:lnTo>
                <a:lnTo>
                  <a:pt x="204077" y="94196"/>
                </a:lnTo>
                <a:lnTo>
                  <a:pt x="203675" y="94219"/>
                </a:lnTo>
                <a:lnTo>
                  <a:pt x="203283" y="94270"/>
                </a:lnTo>
                <a:lnTo>
                  <a:pt x="202903" y="94349"/>
                </a:lnTo>
                <a:lnTo>
                  <a:pt x="202536" y="94453"/>
                </a:lnTo>
                <a:lnTo>
                  <a:pt x="202181" y="94583"/>
                </a:lnTo>
                <a:lnTo>
                  <a:pt x="201841" y="94738"/>
                </a:lnTo>
                <a:lnTo>
                  <a:pt x="201516" y="94917"/>
                </a:lnTo>
                <a:lnTo>
                  <a:pt x="201207" y="95119"/>
                </a:lnTo>
                <a:lnTo>
                  <a:pt x="200916" y="95343"/>
                </a:lnTo>
                <a:lnTo>
                  <a:pt x="200642" y="95589"/>
                </a:lnTo>
                <a:lnTo>
                  <a:pt x="200387" y="95856"/>
                </a:lnTo>
                <a:lnTo>
                  <a:pt x="200152" y="96143"/>
                </a:lnTo>
                <a:lnTo>
                  <a:pt x="199938" y="96449"/>
                </a:lnTo>
                <a:lnTo>
                  <a:pt x="199746" y="96774"/>
                </a:lnTo>
                <a:lnTo>
                  <a:pt x="199576" y="97116"/>
                </a:lnTo>
                <a:lnTo>
                  <a:pt x="199430" y="97476"/>
                </a:lnTo>
                <a:lnTo>
                  <a:pt x="199308" y="97851"/>
                </a:lnTo>
                <a:lnTo>
                  <a:pt x="199211" y="98242"/>
                </a:lnTo>
                <a:lnTo>
                  <a:pt x="199141" y="98648"/>
                </a:lnTo>
                <a:lnTo>
                  <a:pt x="199099" y="99068"/>
                </a:lnTo>
                <a:lnTo>
                  <a:pt x="199084" y="99500"/>
                </a:lnTo>
                <a:lnTo>
                  <a:pt x="199084" y="121998"/>
                </a:lnTo>
                <a:lnTo>
                  <a:pt x="199099" y="122436"/>
                </a:lnTo>
                <a:lnTo>
                  <a:pt x="199141" y="122871"/>
                </a:lnTo>
                <a:lnTo>
                  <a:pt x="199211" y="123303"/>
                </a:lnTo>
                <a:lnTo>
                  <a:pt x="199308" y="123729"/>
                </a:lnTo>
                <a:lnTo>
                  <a:pt x="199430" y="124150"/>
                </a:lnTo>
                <a:lnTo>
                  <a:pt x="199576" y="124564"/>
                </a:lnTo>
                <a:lnTo>
                  <a:pt x="199746" y="124969"/>
                </a:lnTo>
                <a:lnTo>
                  <a:pt x="199938" y="125365"/>
                </a:lnTo>
                <a:lnTo>
                  <a:pt x="200152" y="125751"/>
                </a:lnTo>
                <a:lnTo>
                  <a:pt x="200387" y="126125"/>
                </a:lnTo>
                <a:lnTo>
                  <a:pt x="200642" y="126486"/>
                </a:lnTo>
                <a:lnTo>
                  <a:pt x="200916" y="126834"/>
                </a:lnTo>
                <a:lnTo>
                  <a:pt x="201207" y="127166"/>
                </a:lnTo>
                <a:lnTo>
                  <a:pt x="201516" y="127482"/>
                </a:lnTo>
                <a:lnTo>
                  <a:pt x="201841" y="127782"/>
                </a:lnTo>
                <a:lnTo>
                  <a:pt x="202181" y="128062"/>
                </a:lnTo>
                <a:lnTo>
                  <a:pt x="202536" y="128324"/>
                </a:lnTo>
                <a:lnTo>
                  <a:pt x="202903" y="128565"/>
                </a:lnTo>
                <a:lnTo>
                  <a:pt x="203283" y="128784"/>
                </a:lnTo>
                <a:lnTo>
                  <a:pt x="203675" y="128980"/>
                </a:lnTo>
                <a:lnTo>
                  <a:pt x="204077" y="129153"/>
                </a:lnTo>
                <a:lnTo>
                  <a:pt x="204489" y="129300"/>
                </a:lnTo>
                <a:lnTo>
                  <a:pt x="204909" y="129422"/>
                </a:lnTo>
                <a:lnTo>
                  <a:pt x="205337" y="129516"/>
                </a:lnTo>
                <a:lnTo>
                  <a:pt x="205765" y="129580"/>
                </a:lnTo>
                <a:lnTo>
                  <a:pt x="206185" y="129615"/>
                </a:lnTo>
                <a:lnTo>
                  <a:pt x="206597" y="129620"/>
                </a:lnTo>
                <a:lnTo>
                  <a:pt x="206999" y="129596"/>
                </a:lnTo>
                <a:lnTo>
                  <a:pt x="207391" y="129545"/>
                </a:lnTo>
                <a:lnTo>
                  <a:pt x="207771" y="129467"/>
                </a:lnTo>
                <a:lnTo>
                  <a:pt x="208139" y="129362"/>
                </a:lnTo>
                <a:lnTo>
                  <a:pt x="208493" y="129232"/>
                </a:lnTo>
                <a:lnTo>
                  <a:pt x="208833" y="129077"/>
                </a:lnTo>
                <a:lnTo>
                  <a:pt x="209158" y="128899"/>
                </a:lnTo>
                <a:lnTo>
                  <a:pt x="209467" y="128697"/>
                </a:lnTo>
                <a:lnTo>
                  <a:pt x="209758" y="128472"/>
                </a:lnTo>
                <a:lnTo>
                  <a:pt x="210032" y="128226"/>
                </a:lnTo>
                <a:lnTo>
                  <a:pt x="210287" y="127960"/>
                </a:lnTo>
                <a:lnTo>
                  <a:pt x="210522" y="127673"/>
                </a:lnTo>
                <a:lnTo>
                  <a:pt x="210736" y="127367"/>
                </a:lnTo>
                <a:lnTo>
                  <a:pt x="210928" y="127042"/>
                </a:lnTo>
                <a:lnTo>
                  <a:pt x="211098" y="126699"/>
                </a:lnTo>
                <a:lnTo>
                  <a:pt x="211245" y="126340"/>
                </a:lnTo>
                <a:lnTo>
                  <a:pt x="211366" y="125964"/>
                </a:lnTo>
                <a:lnTo>
                  <a:pt x="211463" y="125573"/>
                </a:lnTo>
                <a:lnTo>
                  <a:pt x="211533" y="125168"/>
                </a:lnTo>
                <a:lnTo>
                  <a:pt x="211575" y="124748"/>
                </a:lnTo>
                <a:lnTo>
                  <a:pt x="211590" y="124315"/>
                </a:lnTo>
                <a:lnTo>
                  <a:pt x="211590" y="101818"/>
                </a:lnTo>
                <a:lnTo>
                  <a:pt x="211575" y="101380"/>
                </a:lnTo>
                <a:lnTo>
                  <a:pt x="211533" y="100945"/>
                </a:lnTo>
                <a:lnTo>
                  <a:pt x="211463" y="100513"/>
                </a:lnTo>
                <a:lnTo>
                  <a:pt x="211366" y="100086"/>
                </a:lnTo>
                <a:lnTo>
                  <a:pt x="211245" y="99665"/>
                </a:lnTo>
                <a:lnTo>
                  <a:pt x="211098" y="99252"/>
                </a:lnTo>
                <a:close/>
                <a:moveTo>
                  <a:pt x="211098" y="166743"/>
                </a:moveTo>
                <a:lnTo>
                  <a:pt x="210928" y="166338"/>
                </a:lnTo>
                <a:lnTo>
                  <a:pt x="210736" y="165942"/>
                </a:lnTo>
                <a:lnTo>
                  <a:pt x="210522" y="165556"/>
                </a:lnTo>
                <a:lnTo>
                  <a:pt x="210287" y="165182"/>
                </a:lnTo>
                <a:lnTo>
                  <a:pt x="210032" y="164821"/>
                </a:lnTo>
                <a:lnTo>
                  <a:pt x="209758" y="164474"/>
                </a:lnTo>
                <a:lnTo>
                  <a:pt x="209467" y="164141"/>
                </a:lnTo>
                <a:lnTo>
                  <a:pt x="209158" y="163825"/>
                </a:lnTo>
                <a:lnTo>
                  <a:pt x="208833" y="163526"/>
                </a:lnTo>
                <a:lnTo>
                  <a:pt x="208493" y="163245"/>
                </a:lnTo>
                <a:lnTo>
                  <a:pt x="208139" y="162983"/>
                </a:lnTo>
                <a:lnTo>
                  <a:pt x="207771" y="162743"/>
                </a:lnTo>
                <a:lnTo>
                  <a:pt x="207391" y="162523"/>
                </a:lnTo>
                <a:lnTo>
                  <a:pt x="206999" y="162327"/>
                </a:lnTo>
                <a:lnTo>
                  <a:pt x="206597" y="162154"/>
                </a:lnTo>
                <a:lnTo>
                  <a:pt x="206185" y="162007"/>
                </a:lnTo>
                <a:lnTo>
                  <a:pt x="205765" y="161886"/>
                </a:lnTo>
                <a:lnTo>
                  <a:pt x="205337" y="161792"/>
                </a:lnTo>
                <a:lnTo>
                  <a:pt x="204909" y="161727"/>
                </a:lnTo>
                <a:lnTo>
                  <a:pt x="204489" y="161692"/>
                </a:lnTo>
                <a:lnTo>
                  <a:pt x="204077" y="161687"/>
                </a:lnTo>
                <a:lnTo>
                  <a:pt x="203675" y="161711"/>
                </a:lnTo>
                <a:lnTo>
                  <a:pt x="203283" y="161762"/>
                </a:lnTo>
                <a:lnTo>
                  <a:pt x="202903" y="161840"/>
                </a:lnTo>
                <a:lnTo>
                  <a:pt x="202536" y="161945"/>
                </a:lnTo>
                <a:lnTo>
                  <a:pt x="202181" y="162075"/>
                </a:lnTo>
                <a:lnTo>
                  <a:pt x="201841" y="162230"/>
                </a:lnTo>
                <a:lnTo>
                  <a:pt x="201516" y="162409"/>
                </a:lnTo>
                <a:lnTo>
                  <a:pt x="201207" y="162610"/>
                </a:lnTo>
                <a:lnTo>
                  <a:pt x="200916" y="162835"/>
                </a:lnTo>
                <a:lnTo>
                  <a:pt x="200642" y="163081"/>
                </a:lnTo>
                <a:lnTo>
                  <a:pt x="200387" y="163348"/>
                </a:lnTo>
                <a:lnTo>
                  <a:pt x="200152" y="163634"/>
                </a:lnTo>
                <a:lnTo>
                  <a:pt x="199938" y="163941"/>
                </a:lnTo>
                <a:lnTo>
                  <a:pt x="199746" y="164265"/>
                </a:lnTo>
                <a:lnTo>
                  <a:pt x="199576" y="164608"/>
                </a:lnTo>
                <a:lnTo>
                  <a:pt x="199430" y="164967"/>
                </a:lnTo>
                <a:lnTo>
                  <a:pt x="199308" y="165343"/>
                </a:lnTo>
                <a:lnTo>
                  <a:pt x="199211" y="165734"/>
                </a:lnTo>
                <a:lnTo>
                  <a:pt x="199141" y="166140"/>
                </a:lnTo>
                <a:lnTo>
                  <a:pt x="199099" y="166559"/>
                </a:lnTo>
                <a:lnTo>
                  <a:pt x="199084" y="166992"/>
                </a:lnTo>
                <a:lnTo>
                  <a:pt x="199084" y="189489"/>
                </a:lnTo>
                <a:lnTo>
                  <a:pt x="199099" y="189927"/>
                </a:lnTo>
                <a:lnTo>
                  <a:pt x="199141" y="190363"/>
                </a:lnTo>
                <a:lnTo>
                  <a:pt x="199211" y="190794"/>
                </a:lnTo>
                <a:lnTo>
                  <a:pt x="199308" y="191221"/>
                </a:lnTo>
                <a:lnTo>
                  <a:pt x="199430" y="191642"/>
                </a:lnTo>
                <a:lnTo>
                  <a:pt x="199576" y="192055"/>
                </a:lnTo>
                <a:lnTo>
                  <a:pt x="199746" y="192461"/>
                </a:lnTo>
                <a:lnTo>
                  <a:pt x="199938" y="192857"/>
                </a:lnTo>
                <a:lnTo>
                  <a:pt x="200152" y="193243"/>
                </a:lnTo>
                <a:lnTo>
                  <a:pt x="200387" y="193616"/>
                </a:lnTo>
                <a:lnTo>
                  <a:pt x="200642" y="193978"/>
                </a:lnTo>
                <a:lnTo>
                  <a:pt x="200916" y="194325"/>
                </a:lnTo>
                <a:lnTo>
                  <a:pt x="201207" y="194658"/>
                </a:lnTo>
                <a:lnTo>
                  <a:pt x="201516" y="194974"/>
                </a:lnTo>
                <a:lnTo>
                  <a:pt x="201841" y="195273"/>
                </a:lnTo>
                <a:lnTo>
                  <a:pt x="202181" y="195554"/>
                </a:lnTo>
                <a:lnTo>
                  <a:pt x="202536" y="195815"/>
                </a:lnTo>
                <a:lnTo>
                  <a:pt x="202903" y="196056"/>
                </a:lnTo>
                <a:lnTo>
                  <a:pt x="203283" y="196276"/>
                </a:lnTo>
                <a:lnTo>
                  <a:pt x="203675" y="196472"/>
                </a:lnTo>
                <a:lnTo>
                  <a:pt x="204077" y="196644"/>
                </a:lnTo>
                <a:lnTo>
                  <a:pt x="204489" y="196792"/>
                </a:lnTo>
                <a:lnTo>
                  <a:pt x="204909" y="196913"/>
                </a:lnTo>
                <a:lnTo>
                  <a:pt x="205337" y="197007"/>
                </a:lnTo>
                <a:lnTo>
                  <a:pt x="205765" y="197072"/>
                </a:lnTo>
                <a:lnTo>
                  <a:pt x="206185" y="197106"/>
                </a:lnTo>
                <a:lnTo>
                  <a:pt x="206597" y="197111"/>
                </a:lnTo>
                <a:lnTo>
                  <a:pt x="206999" y="197088"/>
                </a:lnTo>
                <a:lnTo>
                  <a:pt x="207391" y="197037"/>
                </a:lnTo>
                <a:lnTo>
                  <a:pt x="207771" y="196958"/>
                </a:lnTo>
                <a:lnTo>
                  <a:pt x="208139" y="196854"/>
                </a:lnTo>
                <a:lnTo>
                  <a:pt x="208493" y="196724"/>
                </a:lnTo>
                <a:lnTo>
                  <a:pt x="208833" y="196569"/>
                </a:lnTo>
                <a:lnTo>
                  <a:pt x="209158" y="196390"/>
                </a:lnTo>
                <a:lnTo>
                  <a:pt x="209467" y="196188"/>
                </a:lnTo>
                <a:lnTo>
                  <a:pt x="209758" y="195964"/>
                </a:lnTo>
                <a:lnTo>
                  <a:pt x="210032" y="195718"/>
                </a:lnTo>
                <a:lnTo>
                  <a:pt x="210287" y="195451"/>
                </a:lnTo>
                <a:lnTo>
                  <a:pt x="210522" y="195164"/>
                </a:lnTo>
                <a:lnTo>
                  <a:pt x="210736" y="194858"/>
                </a:lnTo>
                <a:lnTo>
                  <a:pt x="210928" y="194534"/>
                </a:lnTo>
                <a:lnTo>
                  <a:pt x="211098" y="194191"/>
                </a:lnTo>
                <a:lnTo>
                  <a:pt x="211245" y="193832"/>
                </a:lnTo>
                <a:lnTo>
                  <a:pt x="211366" y="193456"/>
                </a:lnTo>
                <a:lnTo>
                  <a:pt x="211463" y="193065"/>
                </a:lnTo>
                <a:lnTo>
                  <a:pt x="211533" y="192659"/>
                </a:lnTo>
                <a:lnTo>
                  <a:pt x="211575" y="192240"/>
                </a:lnTo>
                <a:lnTo>
                  <a:pt x="211590" y="191807"/>
                </a:lnTo>
                <a:lnTo>
                  <a:pt x="211590" y="169310"/>
                </a:lnTo>
                <a:lnTo>
                  <a:pt x="211575" y="168872"/>
                </a:lnTo>
                <a:lnTo>
                  <a:pt x="211533" y="168436"/>
                </a:lnTo>
                <a:lnTo>
                  <a:pt x="211463" y="168005"/>
                </a:lnTo>
                <a:lnTo>
                  <a:pt x="211366" y="167578"/>
                </a:lnTo>
                <a:lnTo>
                  <a:pt x="211245" y="167157"/>
                </a:lnTo>
                <a:lnTo>
                  <a:pt x="211098" y="166743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EBD0C7-A078-4A16-BDF8-C46FAE29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958" y="2009658"/>
            <a:ext cx="199084" cy="239373"/>
          </a:xfrm>
          <a:custGeom xmlns:a="http://schemas.openxmlformats.org/drawingml/2006/main">
            <a:pathLst>
              <a:path w="199084" h="239373">
                <a:moveTo>
                  <a:pt x="0" y="0"/>
                </a:moveTo>
                <a:lnTo>
                  <a:pt x="199084" y="36898"/>
                </a:lnTo>
                <a:lnTo>
                  <a:pt x="199084" y="239373"/>
                </a:lnTo>
                <a:lnTo>
                  <a:pt x="0" y="202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1B7822-0652-49E7-A88E-0E790A4F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706" y="2002140"/>
            <a:ext cx="211590" cy="254409"/>
          </a:xfrm>
          <a:custGeom xmlns:a="http://schemas.openxmlformats.org/drawingml/2006/main">
            <a:pathLst>
              <a:path w="211590" h="254409">
                <a:moveTo>
                  <a:pt x="57" y="18481"/>
                </a:moveTo>
                <a:lnTo>
                  <a:pt x="127" y="18913"/>
                </a:lnTo>
                <a:lnTo>
                  <a:pt x="223" y="19340"/>
                </a:lnTo>
                <a:lnTo>
                  <a:pt x="345" y="19760"/>
                </a:lnTo>
                <a:lnTo>
                  <a:pt x="491" y="20174"/>
                </a:lnTo>
                <a:lnTo>
                  <a:pt x="661" y="20579"/>
                </a:lnTo>
                <a:lnTo>
                  <a:pt x="854" y="20976"/>
                </a:lnTo>
                <a:lnTo>
                  <a:pt x="1068" y="21361"/>
                </a:lnTo>
                <a:lnTo>
                  <a:pt x="1303" y="21735"/>
                </a:lnTo>
                <a:lnTo>
                  <a:pt x="1558" y="22096"/>
                </a:lnTo>
                <a:lnTo>
                  <a:pt x="1831" y="22444"/>
                </a:lnTo>
                <a:lnTo>
                  <a:pt x="2123" y="22776"/>
                </a:lnTo>
                <a:lnTo>
                  <a:pt x="2432" y="23093"/>
                </a:lnTo>
                <a:lnTo>
                  <a:pt x="2757" y="23392"/>
                </a:lnTo>
                <a:lnTo>
                  <a:pt x="3097" y="23673"/>
                </a:lnTo>
                <a:lnTo>
                  <a:pt x="3451" y="23934"/>
                </a:lnTo>
                <a:lnTo>
                  <a:pt x="3819" y="24175"/>
                </a:lnTo>
                <a:lnTo>
                  <a:pt x="4199" y="24394"/>
                </a:lnTo>
                <a:lnTo>
                  <a:pt x="4590" y="24590"/>
                </a:lnTo>
                <a:lnTo>
                  <a:pt x="4993" y="24763"/>
                </a:lnTo>
                <a:lnTo>
                  <a:pt x="5404" y="24910"/>
                </a:lnTo>
                <a:lnTo>
                  <a:pt x="5825" y="25032"/>
                </a:lnTo>
                <a:lnTo>
                  <a:pt x="6253" y="25126"/>
                </a:lnTo>
                <a:lnTo>
                  <a:pt x="6681" y="25190"/>
                </a:lnTo>
                <a:lnTo>
                  <a:pt x="7101" y="25225"/>
                </a:lnTo>
                <a:lnTo>
                  <a:pt x="7513" y="25230"/>
                </a:lnTo>
                <a:lnTo>
                  <a:pt x="7915" y="25207"/>
                </a:lnTo>
                <a:lnTo>
                  <a:pt x="8306" y="25155"/>
                </a:lnTo>
                <a:lnTo>
                  <a:pt x="8686" y="25077"/>
                </a:lnTo>
                <a:lnTo>
                  <a:pt x="9054" y="24972"/>
                </a:lnTo>
                <a:lnTo>
                  <a:pt x="9408" y="24842"/>
                </a:lnTo>
                <a:lnTo>
                  <a:pt x="9749" y="24688"/>
                </a:lnTo>
                <a:lnTo>
                  <a:pt x="10073" y="24509"/>
                </a:lnTo>
                <a:lnTo>
                  <a:pt x="10382" y="24307"/>
                </a:lnTo>
                <a:lnTo>
                  <a:pt x="10674" y="24083"/>
                </a:lnTo>
                <a:lnTo>
                  <a:pt x="10948" y="23837"/>
                </a:lnTo>
                <a:lnTo>
                  <a:pt x="11202" y="23570"/>
                </a:lnTo>
                <a:lnTo>
                  <a:pt x="11437" y="23283"/>
                </a:lnTo>
                <a:lnTo>
                  <a:pt x="11652" y="22977"/>
                </a:lnTo>
                <a:lnTo>
                  <a:pt x="11844" y="22652"/>
                </a:lnTo>
                <a:lnTo>
                  <a:pt x="12014" y="22310"/>
                </a:lnTo>
                <a:lnTo>
                  <a:pt x="12160" y="21950"/>
                </a:lnTo>
                <a:lnTo>
                  <a:pt x="12282" y="21575"/>
                </a:lnTo>
                <a:lnTo>
                  <a:pt x="12378" y="21183"/>
                </a:lnTo>
                <a:lnTo>
                  <a:pt x="12448" y="20778"/>
                </a:lnTo>
                <a:lnTo>
                  <a:pt x="12491" y="20358"/>
                </a:lnTo>
                <a:lnTo>
                  <a:pt x="12505" y="19925"/>
                </a:lnTo>
                <a:lnTo>
                  <a:pt x="12505" y="15036"/>
                </a:lnTo>
                <a:lnTo>
                  <a:pt x="17313" y="15927"/>
                </a:lnTo>
                <a:lnTo>
                  <a:pt x="17741" y="15992"/>
                </a:lnTo>
                <a:lnTo>
                  <a:pt x="18161" y="16026"/>
                </a:lnTo>
                <a:lnTo>
                  <a:pt x="18573" y="16031"/>
                </a:lnTo>
                <a:lnTo>
                  <a:pt x="18975" y="16008"/>
                </a:lnTo>
                <a:lnTo>
                  <a:pt x="19367" y="15957"/>
                </a:lnTo>
                <a:lnTo>
                  <a:pt x="19747" y="15878"/>
                </a:lnTo>
                <a:lnTo>
                  <a:pt x="20114" y="15774"/>
                </a:lnTo>
                <a:lnTo>
                  <a:pt x="20469" y="15644"/>
                </a:lnTo>
                <a:lnTo>
                  <a:pt x="20809" y="15489"/>
                </a:lnTo>
                <a:lnTo>
                  <a:pt x="21134" y="15310"/>
                </a:lnTo>
                <a:lnTo>
                  <a:pt x="21442" y="15108"/>
                </a:lnTo>
                <a:lnTo>
                  <a:pt x="21734" y="14884"/>
                </a:lnTo>
                <a:lnTo>
                  <a:pt x="22008" y="14638"/>
                </a:lnTo>
                <a:lnTo>
                  <a:pt x="22263" y="14371"/>
                </a:lnTo>
                <a:lnTo>
                  <a:pt x="22498" y="14084"/>
                </a:lnTo>
                <a:lnTo>
                  <a:pt x="22712" y="13778"/>
                </a:lnTo>
                <a:lnTo>
                  <a:pt x="22904" y="13453"/>
                </a:lnTo>
                <a:lnTo>
                  <a:pt x="23074" y="13111"/>
                </a:lnTo>
                <a:lnTo>
                  <a:pt x="23220" y="12751"/>
                </a:lnTo>
                <a:lnTo>
                  <a:pt x="23342" y="12376"/>
                </a:lnTo>
                <a:lnTo>
                  <a:pt x="23438" y="11985"/>
                </a:lnTo>
                <a:lnTo>
                  <a:pt x="23508" y="11579"/>
                </a:lnTo>
                <a:lnTo>
                  <a:pt x="23551" y="11159"/>
                </a:lnTo>
                <a:lnTo>
                  <a:pt x="23566" y="10727"/>
                </a:lnTo>
                <a:lnTo>
                  <a:pt x="23551" y="10289"/>
                </a:lnTo>
                <a:lnTo>
                  <a:pt x="23508" y="9853"/>
                </a:lnTo>
                <a:lnTo>
                  <a:pt x="23438" y="9422"/>
                </a:lnTo>
                <a:lnTo>
                  <a:pt x="23342" y="8995"/>
                </a:lnTo>
                <a:lnTo>
                  <a:pt x="23220" y="8574"/>
                </a:lnTo>
                <a:lnTo>
                  <a:pt x="23074" y="8160"/>
                </a:lnTo>
                <a:lnTo>
                  <a:pt x="22904" y="7755"/>
                </a:lnTo>
                <a:lnTo>
                  <a:pt x="22712" y="7359"/>
                </a:lnTo>
                <a:lnTo>
                  <a:pt x="22498" y="6973"/>
                </a:lnTo>
                <a:lnTo>
                  <a:pt x="22263" y="6599"/>
                </a:lnTo>
                <a:lnTo>
                  <a:pt x="22008" y="6238"/>
                </a:lnTo>
                <a:lnTo>
                  <a:pt x="21734" y="5891"/>
                </a:lnTo>
                <a:lnTo>
                  <a:pt x="21442" y="5558"/>
                </a:lnTo>
                <a:lnTo>
                  <a:pt x="21134" y="5242"/>
                </a:lnTo>
                <a:lnTo>
                  <a:pt x="20809" y="4943"/>
                </a:lnTo>
                <a:lnTo>
                  <a:pt x="20469" y="4662"/>
                </a:lnTo>
                <a:lnTo>
                  <a:pt x="20114" y="4400"/>
                </a:lnTo>
                <a:lnTo>
                  <a:pt x="19747" y="4160"/>
                </a:lnTo>
                <a:lnTo>
                  <a:pt x="19367" y="3940"/>
                </a:lnTo>
                <a:lnTo>
                  <a:pt x="18975" y="3744"/>
                </a:lnTo>
                <a:lnTo>
                  <a:pt x="18573" y="3572"/>
                </a:lnTo>
                <a:lnTo>
                  <a:pt x="18161" y="3424"/>
                </a:lnTo>
                <a:lnTo>
                  <a:pt x="17741" y="3303"/>
                </a:lnTo>
                <a:lnTo>
                  <a:pt x="17313" y="3209"/>
                </a:lnTo>
                <a:lnTo>
                  <a:pt x="6253" y="1159"/>
                </a:lnTo>
                <a:lnTo>
                  <a:pt x="0" y="0"/>
                </a:lnTo>
                <a:lnTo>
                  <a:pt x="0" y="6359"/>
                </a:lnTo>
                <a:lnTo>
                  <a:pt x="0" y="17608"/>
                </a:lnTo>
                <a:lnTo>
                  <a:pt x="14" y="18046"/>
                </a:lnTo>
                <a:lnTo>
                  <a:pt x="57" y="18481"/>
                </a:lnTo>
                <a:close/>
                <a:moveTo>
                  <a:pt x="12014" y="62354"/>
                </a:moveTo>
                <a:lnTo>
                  <a:pt x="11844" y="61948"/>
                </a:lnTo>
                <a:lnTo>
                  <a:pt x="11652" y="61552"/>
                </a:lnTo>
                <a:lnTo>
                  <a:pt x="11437" y="61166"/>
                </a:lnTo>
                <a:lnTo>
                  <a:pt x="11202" y="60793"/>
                </a:lnTo>
                <a:lnTo>
                  <a:pt x="10948" y="60431"/>
                </a:lnTo>
                <a:lnTo>
                  <a:pt x="10674" y="60084"/>
                </a:lnTo>
                <a:lnTo>
                  <a:pt x="10382" y="59751"/>
                </a:lnTo>
                <a:lnTo>
                  <a:pt x="10073" y="59435"/>
                </a:lnTo>
                <a:lnTo>
                  <a:pt x="9749" y="59136"/>
                </a:lnTo>
                <a:lnTo>
                  <a:pt x="9408" y="58855"/>
                </a:lnTo>
                <a:lnTo>
                  <a:pt x="9054" y="58594"/>
                </a:lnTo>
                <a:lnTo>
                  <a:pt x="8686" y="58353"/>
                </a:lnTo>
                <a:lnTo>
                  <a:pt x="8306" y="58134"/>
                </a:lnTo>
                <a:lnTo>
                  <a:pt x="7915" y="57937"/>
                </a:lnTo>
                <a:lnTo>
                  <a:pt x="7513" y="57765"/>
                </a:lnTo>
                <a:lnTo>
                  <a:pt x="7101" y="57617"/>
                </a:lnTo>
                <a:lnTo>
                  <a:pt x="6681" y="57496"/>
                </a:lnTo>
                <a:lnTo>
                  <a:pt x="6253" y="57402"/>
                </a:lnTo>
                <a:lnTo>
                  <a:pt x="5825" y="57337"/>
                </a:lnTo>
                <a:lnTo>
                  <a:pt x="5404" y="57303"/>
                </a:lnTo>
                <a:lnTo>
                  <a:pt x="4993" y="57298"/>
                </a:lnTo>
                <a:lnTo>
                  <a:pt x="4590" y="57321"/>
                </a:lnTo>
                <a:lnTo>
                  <a:pt x="4199" y="57372"/>
                </a:lnTo>
                <a:lnTo>
                  <a:pt x="3819" y="57451"/>
                </a:lnTo>
                <a:lnTo>
                  <a:pt x="3451" y="57555"/>
                </a:lnTo>
                <a:lnTo>
                  <a:pt x="3097" y="57685"/>
                </a:lnTo>
                <a:lnTo>
                  <a:pt x="2757" y="57840"/>
                </a:lnTo>
                <a:lnTo>
                  <a:pt x="2432" y="58019"/>
                </a:lnTo>
                <a:lnTo>
                  <a:pt x="2123" y="58221"/>
                </a:lnTo>
                <a:lnTo>
                  <a:pt x="1831" y="58445"/>
                </a:lnTo>
                <a:lnTo>
                  <a:pt x="1558" y="58691"/>
                </a:lnTo>
                <a:lnTo>
                  <a:pt x="1303" y="58958"/>
                </a:lnTo>
                <a:lnTo>
                  <a:pt x="1068" y="59245"/>
                </a:lnTo>
                <a:lnTo>
                  <a:pt x="854" y="59551"/>
                </a:lnTo>
                <a:lnTo>
                  <a:pt x="661" y="59875"/>
                </a:lnTo>
                <a:lnTo>
                  <a:pt x="491" y="60218"/>
                </a:lnTo>
                <a:lnTo>
                  <a:pt x="345" y="60577"/>
                </a:lnTo>
                <a:lnTo>
                  <a:pt x="223" y="60953"/>
                </a:lnTo>
                <a:lnTo>
                  <a:pt x="127" y="61344"/>
                </a:lnTo>
                <a:lnTo>
                  <a:pt x="57" y="61750"/>
                </a:lnTo>
                <a:lnTo>
                  <a:pt x="14" y="62169"/>
                </a:lnTo>
                <a:lnTo>
                  <a:pt x="0" y="62602"/>
                </a:lnTo>
                <a:lnTo>
                  <a:pt x="0" y="85099"/>
                </a:lnTo>
                <a:lnTo>
                  <a:pt x="14" y="85537"/>
                </a:lnTo>
                <a:lnTo>
                  <a:pt x="57" y="85973"/>
                </a:lnTo>
                <a:lnTo>
                  <a:pt x="127" y="86404"/>
                </a:lnTo>
                <a:lnTo>
                  <a:pt x="223" y="86831"/>
                </a:lnTo>
                <a:lnTo>
                  <a:pt x="345" y="87252"/>
                </a:lnTo>
                <a:lnTo>
                  <a:pt x="491" y="87666"/>
                </a:lnTo>
                <a:lnTo>
                  <a:pt x="661" y="88071"/>
                </a:lnTo>
                <a:lnTo>
                  <a:pt x="854" y="88467"/>
                </a:lnTo>
                <a:lnTo>
                  <a:pt x="1068" y="88853"/>
                </a:lnTo>
                <a:lnTo>
                  <a:pt x="1303" y="89227"/>
                </a:lnTo>
                <a:lnTo>
                  <a:pt x="1558" y="89588"/>
                </a:lnTo>
                <a:lnTo>
                  <a:pt x="1831" y="89935"/>
                </a:lnTo>
                <a:lnTo>
                  <a:pt x="2123" y="90268"/>
                </a:lnTo>
                <a:lnTo>
                  <a:pt x="2432" y="90584"/>
                </a:lnTo>
                <a:lnTo>
                  <a:pt x="2757" y="90883"/>
                </a:lnTo>
                <a:lnTo>
                  <a:pt x="3097" y="91164"/>
                </a:lnTo>
                <a:lnTo>
                  <a:pt x="3451" y="91426"/>
                </a:lnTo>
                <a:lnTo>
                  <a:pt x="3819" y="91667"/>
                </a:lnTo>
                <a:lnTo>
                  <a:pt x="4199" y="91886"/>
                </a:lnTo>
                <a:lnTo>
                  <a:pt x="4590" y="92082"/>
                </a:lnTo>
                <a:lnTo>
                  <a:pt x="4993" y="92255"/>
                </a:lnTo>
                <a:lnTo>
                  <a:pt x="5404" y="92402"/>
                </a:lnTo>
                <a:lnTo>
                  <a:pt x="5825" y="92523"/>
                </a:lnTo>
                <a:lnTo>
                  <a:pt x="6253" y="92617"/>
                </a:lnTo>
                <a:lnTo>
                  <a:pt x="6681" y="92682"/>
                </a:lnTo>
                <a:lnTo>
                  <a:pt x="7101" y="92717"/>
                </a:lnTo>
                <a:lnTo>
                  <a:pt x="7513" y="92722"/>
                </a:lnTo>
                <a:lnTo>
                  <a:pt x="7915" y="92698"/>
                </a:lnTo>
                <a:lnTo>
                  <a:pt x="8306" y="92647"/>
                </a:lnTo>
                <a:lnTo>
                  <a:pt x="8686" y="92569"/>
                </a:lnTo>
                <a:lnTo>
                  <a:pt x="9054" y="92464"/>
                </a:lnTo>
                <a:lnTo>
                  <a:pt x="9408" y="92334"/>
                </a:lnTo>
                <a:lnTo>
                  <a:pt x="9749" y="92179"/>
                </a:lnTo>
                <a:lnTo>
                  <a:pt x="10073" y="92000"/>
                </a:lnTo>
                <a:lnTo>
                  <a:pt x="10382" y="91799"/>
                </a:lnTo>
                <a:lnTo>
                  <a:pt x="10674" y="91574"/>
                </a:lnTo>
                <a:lnTo>
                  <a:pt x="10948" y="91328"/>
                </a:lnTo>
                <a:lnTo>
                  <a:pt x="11202" y="91061"/>
                </a:lnTo>
                <a:lnTo>
                  <a:pt x="11437" y="90775"/>
                </a:lnTo>
                <a:lnTo>
                  <a:pt x="11652" y="90468"/>
                </a:lnTo>
                <a:lnTo>
                  <a:pt x="11844" y="90144"/>
                </a:lnTo>
                <a:lnTo>
                  <a:pt x="12014" y="89801"/>
                </a:lnTo>
                <a:lnTo>
                  <a:pt x="12160" y="89442"/>
                </a:lnTo>
                <a:lnTo>
                  <a:pt x="12282" y="89066"/>
                </a:lnTo>
                <a:lnTo>
                  <a:pt x="12378" y="88675"/>
                </a:lnTo>
                <a:lnTo>
                  <a:pt x="12448" y="88269"/>
                </a:lnTo>
                <a:lnTo>
                  <a:pt x="12491" y="87850"/>
                </a:lnTo>
                <a:lnTo>
                  <a:pt x="12505" y="87417"/>
                </a:lnTo>
                <a:lnTo>
                  <a:pt x="12505" y="64920"/>
                </a:lnTo>
                <a:lnTo>
                  <a:pt x="12491" y="64482"/>
                </a:lnTo>
                <a:lnTo>
                  <a:pt x="12448" y="64046"/>
                </a:lnTo>
                <a:lnTo>
                  <a:pt x="12378" y="63615"/>
                </a:lnTo>
                <a:lnTo>
                  <a:pt x="12282" y="63188"/>
                </a:lnTo>
                <a:lnTo>
                  <a:pt x="12160" y="62767"/>
                </a:lnTo>
                <a:lnTo>
                  <a:pt x="12014" y="62354"/>
                </a:lnTo>
                <a:close/>
                <a:moveTo>
                  <a:pt x="12014" y="129845"/>
                </a:moveTo>
                <a:lnTo>
                  <a:pt x="11844" y="129440"/>
                </a:lnTo>
                <a:lnTo>
                  <a:pt x="11652" y="129044"/>
                </a:lnTo>
                <a:lnTo>
                  <a:pt x="11437" y="128658"/>
                </a:lnTo>
                <a:lnTo>
                  <a:pt x="11202" y="128284"/>
                </a:lnTo>
                <a:lnTo>
                  <a:pt x="10948" y="127923"/>
                </a:lnTo>
                <a:lnTo>
                  <a:pt x="10674" y="127575"/>
                </a:lnTo>
                <a:lnTo>
                  <a:pt x="10382" y="127243"/>
                </a:lnTo>
                <a:lnTo>
                  <a:pt x="10073" y="126927"/>
                </a:lnTo>
                <a:lnTo>
                  <a:pt x="9749" y="126627"/>
                </a:lnTo>
                <a:lnTo>
                  <a:pt x="9408" y="126347"/>
                </a:lnTo>
                <a:lnTo>
                  <a:pt x="9054" y="126085"/>
                </a:lnTo>
                <a:lnTo>
                  <a:pt x="8686" y="125844"/>
                </a:lnTo>
                <a:lnTo>
                  <a:pt x="8306" y="125625"/>
                </a:lnTo>
                <a:lnTo>
                  <a:pt x="7915" y="125429"/>
                </a:lnTo>
                <a:lnTo>
                  <a:pt x="7513" y="125256"/>
                </a:lnTo>
                <a:lnTo>
                  <a:pt x="7101" y="125109"/>
                </a:lnTo>
                <a:lnTo>
                  <a:pt x="6681" y="124987"/>
                </a:lnTo>
                <a:lnTo>
                  <a:pt x="6253" y="124893"/>
                </a:lnTo>
                <a:lnTo>
                  <a:pt x="5825" y="124829"/>
                </a:lnTo>
                <a:lnTo>
                  <a:pt x="5404" y="124794"/>
                </a:lnTo>
                <a:lnTo>
                  <a:pt x="4993" y="124789"/>
                </a:lnTo>
                <a:lnTo>
                  <a:pt x="4590" y="124813"/>
                </a:lnTo>
                <a:lnTo>
                  <a:pt x="4199" y="124864"/>
                </a:lnTo>
                <a:lnTo>
                  <a:pt x="3819" y="124942"/>
                </a:lnTo>
                <a:lnTo>
                  <a:pt x="3451" y="125047"/>
                </a:lnTo>
                <a:lnTo>
                  <a:pt x="3097" y="125177"/>
                </a:lnTo>
                <a:lnTo>
                  <a:pt x="2757" y="125332"/>
                </a:lnTo>
                <a:lnTo>
                  <a:pt x="2432" y="125510"/>
                </a:lnTo>
                <a:lnTo>
                  <a:pt x="2123" y="125712"/>
                </a:lnTo>
                <a:lnTo>
                  <a:pt x="1831" y="125937"/>
                </a:lnTo>
                <a:lnTo>
                  <a:pt x="1558" y="126183"/>
                </a:lnTo>
                <a:lnTo>
                  <a:pt x="1303" y="126449"/>
                </a:lnTo>
                <a:lnTo>
                  <a:pt x="1068" y="126736"/>
                </a:lnTo>
                <a:lnTo>
                  <a:pt x="854" y="127042"/>
                </a:lnTo>
                <a:lnTo>
                  <a:pt x="661" y="127367"/>
                </a:lnTo>
                <a:lnTo>
                  <a:pt x="491" y="127710"/>
                </a:lnTo>
                <a:lnTo>
                  <a:pt x="345" y="128069"/>
                </a:lnTo>
                <a:lnTo>
                  <a:pt x="223" y="128445"/>
                </a:lnTo>
                <a:lnTo>
                  <a:pt x="127" y="128836"/>
                </a:lnTo>
                <a:lnTo>
                  <a:pt x="57" y="129241"/>
                </a:lnTo>
                <a:lnTo>
                  <a:pt x="14" y="129661"/>
                </a:lnTo>
                <a:lnTo>
                  <a:pt x="0" y="130094"/>
                </a:lnTo>
                <a:lnTo>
                  <a:pt x="0" y="152591"/>
                </a:lnTo>
                <a:lnTo>
                  <a:pt x="14" y="153029"/>
                </a:lnTo>
                <a:lnTo>
                  <a:pt x="57" y="153464"/>
                </a:lnTo>
                <a:lnTo>
                  <a:pt x="127" y="153896"/>
                </a:lnTo>
                <a:lnTo>
                  <a:pt x="223" y="154323"/>
                </a:lnTo>
                <a:lnTo>
                  <a:pt x="345" y="154744"/>
                </a:lnTo>
                <a:lnTo>
                  <a:pt x="491" y="155157"/>
                </a:lnTo>
                <a:lnTo>
                  <a:pt x="661" y="155563"/>
                </a:lnTo>
                <a:lnTo>
                  <a:pt x="854" y="155959"/>
                </a:lnTo>
                <a:lnTo>
                  <a:pt x="1068" y="156344"/>
                </a:lnTo>
                <a:lnTo>
                  <a:pt x="1303" y="156718"/>
                </a:lnTo>
                <a:lnTo>
                  <a:pt x="1558" y="157080"/>
                </a:lnTo>
                <a:lnTo>
                  <a:pt x="1831" y="157427"/>
                </a:lnTo>
                <a:lnTo>
                  <a:pt x="2123" y="157759"/>
                </a:lnTo>
                <a:lnTo>
                  <a:pt x="2432" y="158076"/>
                </a:lnTo>
                <a:lnTo>
                  <a:pt x="2757" y="158375"/>
                </a:lnTo>
                <a:lnTo>
                  <a:pt x="3097" y="158656"/>
                </a:lnTo>
                <a:lnTo>
                  <a:pt x="3451" y="158917"/>
                </a:lnTo>
                <a:lnTo>
                  <a:pt x="3819" y="159158"/>
                </a:lnTo>
                <a:lnTo>
                  <a:pt x="4199" y="159377"/>
                </a:lnTo>
                <a:lnTo>
                  <a:pt x="4590" y="159574"/>
                </a:lnTo>
                <a:lnTo>
                  <a:pt x="4993" y="159746"/>
                </a:lnTo>
                <a:lnTo>
                  <a:pt x="5404" y="159894"/>
                </a:lnTo>
                <a:lnTo>
                  <a:pt x="5825" y="160015"/>
                </a:lnTo>
                <a:lnTo>
                  <a:pt x="6253" y="160109"/>
                </a:lnTo>
                <a:lnTo>
                  <a:pt x="6681" y="160174"/>
                </a:lnTo>
                <a:lnTo>
                  <a:pt x="7101" y="160208"/>
                </a:lnTo>
                <a:lnTo>
                  <a:pt x="7513" y="160213"/>
                </a:lnTo>
                <a:lnTo>
                  <a:pt x="7915" y="160190"/>
                </a:lnTo>
                <a:lnTo>
                  <a:pt x="8306" y="160139"/>
                </a:lnTo>
                <a:lnTo>
                  <a:pt x="8686" y="160060"/>
                </a:lnTo>
                <a:lnTo>
                  <a:pt x="9054" y="159956"/>
                </a:lnTo>
                <a:lnTo>
                  <a:pt x="9408" y="159826"/>
                </a:lnTo>
                <a:lnTo>
                  <a:pt x="9749" y="159671"/>
                </a:lnTo>
                <a:lnTo>
                  <a:pt x="10073" y="159492"/>
                </a:lnTo>
                <a:lnTo>
                  <a:pt x="10382" y="159290"/>
                </a:lnTo>
                <a:lnTo>
                  <a:pt x="10674" y="159066"/>
                </a:lnTo>
                <a:lnTo>
                  <a:pt x="10948" y="158820"/>
                </a:lnTo>
                <a:lnTo>
                  <a:pt x="11202" y="158553"/>
                </a:lnTo>
                <a:lnTo>
                  <a:pt x="11437" y="158266"/>
                </a:lnTo>
                <a:lnTo>
                  <a:pt x="11652" y="157960"/>
                </a:lnTo>
                <a:lnTo>
                  <a:pt x="11844" y="157635"/>
                </a:lnTo>
                <a:lnTo>
                  <a:pt x="12014" y="157293"/>
                </a:lnTo>
                <a:lnTo>
                  <a:pt x="12160" y="156933"/>
                </a:lnTo>
                <a:lnTo>
                  <a:pt x="12282" y="156558"/>
                </a:lnTo>
                <a:lnTo>
                  <a:pt x="12378" y="156167"/>
                </a:lnTo>
                <a:lnTo>
                  <a:pt x="12448" y="155761"/>
                </a:lnTo>
                <a:lnTo>
                  <a:pt x="12491" y="155341"/>
                </a:lnTo>
                <a:lnTo>
                  <a:pt x="12505" y="154909"/>
                </a:lnTo>
                <a:lnTo>
                  <a:pt x="12505" y="132411"/>
                </a:lnTo>
                <a:lnTo>
                  <a:pt x="12491" y="131973"/>
                </a:lnTo>
                <a:lnTo>
                  <a:pt x="12448" y="131538"/>
                </a:lnTo>
                <a:lnTo>
                  <a:pt x="12378" y="131106"/>
                </a:lnTo>
                <a:lnTo>
                  <a:pt x="12282" y="130680"/>
                </a:lnTo>
                <a:lnTo>
                  <a:pt x="12160" y="130259"/>
                </a:lnTo>
                <a:lnTo>
                  <a:pt x="12014" y="129845"/>
                </a:lnTo>
                <a:close/>
                <a:moveTo>
                  <a:pt x="12014" y="197337"/>
                </a:moveTo>
                <a:lnTo>
                  <a:pt x="11844" y="196931"/>
                </a:lnTo>
                <a:lnTo>
                  <a:pt x="11652" y="196535"/>
                </a:lnTo>
                <a:lnTo>
                  <a:pt x="11437" y="196150"/>
                </a:lnTo>
                <a:lnTo>
                  <a:pt x="11202" y="195776"/>
                </a:lnTo>
                <a:lnTo>
                  <a:pt x="10948" y="195414"/>
                </a:lnTo>
                <a:lnTo>
                  <a:pt x="10674" y="195067"/>
                </a:lnTo>
                <a:lnTo>
                  <a:pt x="10382" y="194735"/>
                </a:lnTo>
                <a:lnTo>
                  <a:pt x="10073" y="194418"/>
                </a:lnTo>
                <a:lnTo>
                  <a:pt x="9749" y="194119"/>
                </a:lnTo>
                <a:lnTo>
                  <a:pt x="9408" y="193838"/>
                </a:lnTo>
                <a:lnTo>
                  <a:pt x="9054" y="193577"/>
                </a:lnTo>
                <a:lnTo>
                  <a:pt x="8686" y="193336"/>
                </a:lnTo>
                <a:lnTo>
                  <a:pt x="8306" y="193117"/>
                </a:lnTo>
                <a:lnTo>
                  <a:pt x="7915" y="192920"/>
                </a:lnTo>
                <a:lnTo>
                  <a:pt x="7513" y="192748"/>
                </a:lnTo>
                <a:lnTo>
                  <a:pt x="7101" y="192600"/>
                </a:lnTo>
                <a:lnTo>
                  <a:pt x="6681" y="192479"/>
                </a:lnTo>
                <a:lnTo>
                  <a:pt x="6253" y="192385"/>
                </a:lnTo>
                <a:lnTo>
                  <a:pt x="5825" y="192320"/>
                </a:lnTo>
                <a:lnTo>
                  <a:pt x="5404" y="192286"/>
                </a:lnTo>
                <a:lnTo>
                  <a:pt x="4993" y="192281"/>
                </a:lnTo>
                <a:lnTo>
                  <a:pt x="4590" y="192304"/>
                </a:lnTo>
                <a:lnTo>
                  <a:pt x="4199" y="192355"/>
                </a:lnTo>
                <a:lnTo>
                  <a:pt x="3819" y="192434"/>
                </a:lnTo>
                <a:lnTo>
                  <a:pt x="3451" y="192538"/>
                </a:lnTo>
                <a:lnTo>
                  <a:pt x="3097" y="192668"/>
                </a:lnTo>
                <a:lnTo>
                  <a:pt x="2757" y="192823"/>
                </a:lnTo>
                <a:lnTo>
                  <a:pt x="2432" y="193002"/>
                </a:lnTo>
                <a:lnTo>
                  <a:pt x="2123" y="193204"/>
                </a:lnTo>
                <a:lnTo>
                  <a:pt x="1831" y="193428"/>
                </a:lnTo>
                <a:lnTo>
                  <a:pt x="1558" y="193674"/>
                </a:lnTo>
                <a:lnTo>
                  <a:pt x="1303" y="193941"/>
                </a:lnTo>
                <a:lnTo>
                  <a:pt x="1068" y="194228"/>
                </a:lnTo>
                <a:lnTo>
                  <a:pt x="854" y="194534"/>
                </a:lnTo>
                <a:lnTo>
                  <a:pt x="661" y="194859"/>
                </a:lnTo>
                <a:lnTo>
                  <a:pt x="491" y="195201"/>
                </a:lnTo>
                <a:lnTo>
                  <a:pt x="345" y="195561"/>
                </a:lnTo>
                <a:lnTo>
                  <a:pt x="223" y="195936"/>
                </a:lnTo>
                <a:lnTo>
                  <a:pt x="127" y="196327"/>
                </a:lnTo>
                <a:lnTo>
                  <a:pt x="57" y="196733"/>
                </a:lnTo>
                <a:lnTo>
                  <a:pt x="14" y="197153"/>
                </a:lnTo>
                <a:lnTo>
                  <a:pt x="0" y="197585"/>
                </a:lnTo>
                <a:lnTo>
                  <a:pt x="0" y="208834"/>
                </a:lnTo>
                <a:lnTo>
                  <a:pt x="0" y="215193"/>
                </a:lnTo>
                <a:lnTo>
                  <a:pt x="6253" y="216352"/>
                </a:lnTo>
                <a:lnTo>
                  <a:pt x="17313" y="218402"/>
                </a:lnTo>
                <a:lnTo>
                  <a:pt x="17741" y="218467"/>
                </a:lnTo>
                <a:lnTo>
                  <a:pt x="18161" y="218501"/>
                </a:lnTo>
                <a:lnTo>
                  <a:pt x="18573" y="218506"/>
                </a:lnTo>
                <a:lnTo>
                  <a:pt x="18975" y="218483"/>
                </a:lnTo>
                <a:lnTo>
                  <a:pt x="19367" y="218432"/>
                </a:lnTo>
                <a:lnTo>
                  <a:pt x="19747" y="218353"/>
                </a:lnTo>
                <a:lnTo>
                  <a:pt x="20114" y="218249"/>
                </a:lnTo>
                <a:lnTo>
                  <a:pt x="20469" y="218119"/>
                </a:lnTo>
                <a:lnTo>
                  <a:pt x="20809" y="217964"/>
                </a:lnTo>
                <a:lnTo>
                  <a:pt x="21134" y="217785"/>
                </a:lnTo>
                <a:lnTo>
                  <a:pt x="21442" y="217583"/>
                </a:lnTo>
                <a:lnTo>
                  <a:pt x="21734" y="217359"/>
                </a:lnTo>
                <a:lnTo>
                  <a:pt x="22008" y="217113"/>
                </a:lnTo>
                <a:lnTo>
                  <a:pt x="22263" y="216846"/>
                </a:lnTo>
                <a:lnTo>
                  <a:pt x="22498" y="216559"/>
                </a:lnTo>
                <a:lnTo>
                  <a:pt x="22712" y="216253"/>
                </a:lnTo>
                <a:lnTo>
                  <a:pt x="22904" y="215928"/>
                </a:lnTo>
                <a:lnTo>
                  <a:pt x="23074" y="215586"/>
                </a:lnTo>
                <a:lnTo>
                  <a:pt x="23220" y="215226"/>
                </a:lnTo>
                <a:lnTo>
                  <a:pt x="23342" y="214851"/>
                </a:lnTo>
                <a:lnTo>
                  <a:pt x="23438" y="214460"/>
                </a:lnTo>
                <a:lnTo>
                  <a:pt x="23508" y="214054"/>
                </a:lnTo>
                <a:lnTo>
                  <a:pt x="23551" y="213634"/>
                </a:lnTo>
                <a:lnTo>
                  <a:pt x="23566" y="213202"/>
                </a:lnTo>
                <a:lnTo>
                  <a:pt x="23551" y="212764"/>
                </a:lnTo>
                <a:lnTo>
                  <a:pt x="23508" y="212328"/>
                </a:lnTo>
                <a:lnTo>
                  <a:pt x="23438" y="211896"/>
                </a:lnTo>
                <a:lnTo>
                  <a:pt x="23342" y="211470"/>
                </a:lnTo>
                <a:lnTo>
                  <a:pt x="23220" y="211049"/>
                </a:lnTo>
                <a:lnTo>
                  <a:pt x="23074" y="210635"/>
                </a:lnTo>
                <a:lnTo>
                  <a:pt x="22904" y="210230"/>
                </a:lnTo>
                <a:lnTo>
                  <a:pt x="22712" y="209834"/>
                </a:lnTo>
                <a:lnTo>
                  <a:pt x="22498" y="209448"/>
                </a:lnTo>
                <a:lnTo>
                  <a:pt x="22263" y="209074"/>
                </a:lnTo>
                <a:lnTo>
                  <a:pt x="22008" y="208713"/>
                </a:lnTo>
                <a:lnTo>
                  <a:pt x="21734" y="208366"/>
                </a:lnTo>
                <a:lnTo>
                  <a:pt x="21442" y="208033"/>
                </a:lnTo>
                <a:lnTo>
                  <a:pt x="21134" y="207717"/>
                </a:lnTo>
                <a:lnTo>
                  <a:pt x="20809" y="207418"/>
                </a:lnTo>
                <a:lnTo>
                  <a:pt x="20469" y="207137"/>
                </a:lnTo>
                <a:lnTo>
                  <a:pt x="20114" y="206875"/>
                </a:lnTo>
                <a:lnTo>
                  <a:pt x="19747" y="206634"/>
                </a:lnTo>
                <a:lnTo>
                  <a:pt x="19367" y="206415"/>
                </a:lnTo>
                <a:lnTo>
                  <a:pt x="18975" y="206219"/>
                </a:lnTo>
                <a:lnTo>
                  <a:pt x="18573" y="206046"/>
                </a:lnTo>
                <a:lnTo>
                  <a:pt x="18161" y="205899"/>
                </a:lnTo>
                <a:lnTo>
                  <a:pt x="17741" y="205778"/>
                </a:lnTo>
                <a:lnTo>
                  <a:pt x="17313" y="205684"/>
                </a:lnTo>
                <a:lnTo>
                  <a:pt x="12505" y="204793"/>
                </a:lnTo>
                <a:lnTo>
                  <a:pt x="12505" y="199903"/>
                </a:lnTo>
                <a:lnTo>
                  <a:pt x="12491" y="199465"/>
                </a:lnTo>
                <a:lnTo>
                  <a:pt x="12448" y="199030"/>
                </a:lnTo>
                <a:lnTo>
                  <a:pt x="12378" y="198598"/>
                </a:lnTo>
                <a:lnTo>
                  <a:pt x="12282" y="198171"/>
                </a:lnTo>
                <a:lnTo>
                  <a:pt x="12160" y="197750"/>
                </a:lnTo>
                <a:lnTo>
                  <a:pt x="12014" y="197337"/>
                </a:lnTo>
                <a:close/>
                <a:moveTo>
                  <a:pt x="59120" y="11457"/>
                </a:moveTo>
                <a:lnTo>
                  <a:pt x="58752" y="11562"/>
                </a:lnTo>
                <a:lnTo>
                  <a:pt x="58398" y="11692"/>
                </a:lnTo>
                <a:lnTo>
                  <a:pt x="58058" y="11846"/>
                </a:lnTo>
                <a:lnTo>
                  <a:pt x="57733" y="12025"/>
                </a:lnTo>
                <a:lnTo>
                  <a:pt x="57424" y="12227"/>
                </a:lnTo>
                <a:lnTo>
                  <a:pt x="57133" y="12451"/>
                </a:lnTo>
                <a:lnTo>
                  <a:pt x="56859" y="12697"/>
                </a:lnTo>
                <a:lnTo>
                  <a:pt x="56604" y="12964"/>
                </a:lnTo>
                <a:lnTo>
                  <a:pt x="56369" y="13251"/>
                </a:lnTo>
                <a:lnTo>
                  <a:pt x="56155" y="13557"/>
                </a:lnTo>
                <a:lnTo>
                  <a:pt x="55962" y="13882"/>
                </a:lnTo>
                <a:lnTo>
                  <a:pt x="55793" y="14224"/>
                </a:lnTo>
                <a:lnTo>
                  <a:pt x="55646" y="14584"/>
                </a:lnTo>
                <a:lnTo>
                  <a:pt x="55525" y="14960"/>
                </a:lnTo>
                <a:lnTo>
                  <a:pt x="55428" y="15351"/>
                </a:lnTo>
                <a:lnTo>
                  <a:pt x="55358" y="15756"/>
                </a:lnTo>
                <a:lnTo>
                  <a:pt x="55316" y="16176"/>
                </a:lnTo>
                <a:lnTo>
                  <a:pt x="55301" y="16609"/>
                </a:lnTo>
                <a:lnTo>
                  <a:pt x="55316" y="17047"/>
                </a:lnTo>
                <a:lnTo>
                  <a:pt x="55358" y="17482"/>
                </a:lnTo>
                <a:lnTo>
                  <a:pt x="55428" y="17914"/>
                </a:lnTo>
                <a:lnTo>
                  <a:pt x="55525" y="18341"/>
                </a:lnTo>
                <a:lnTo>
                  <a:pt x="55646" y="18761"/>
                </a:lnTo>
                <a:lnTo>
                  <a:pt x="55793" y="19175"/>
                </a:lnTo>
                <a:lnTo>
                  <a:pt x="55962" y="19580"/>
                </a:lnTo>
                <a:lnTo>
                  <a:pt x="56155" y="19976"/>
                </a:lnTo>
                <a:lnTo>
                  <a:pt x="56369" y="20362"/>
                </a:lnTo>
                <a:lnTo>
                  <a:pt x="56604" y="20736"/>
                </a:lnTo>
                <a:lnTo>
                  <a:pt x="56859" y="21097"/>
                </a:lnTo>
                <a:lnTo>
                  <a:pt x="57133" y="21445"/>
                </a:lnTo>
                <a:lnTo>
                  <a:pt x="57424" y="21777"/>
                </a:lnTo>
                <a:lnTo>
                  <a:pt x="57733" y="22093"/>
                </a:lnTo>
                <a:lnTo>
                  <a:pt x="58058" y="22393"/>
                </a:lnTo>
                <a:lnTo>
                  <a:pt x="58398" y="22673"/>
                </a:lnTo>
                <a:lnTo>
                  <a:pt x="58752" y="22935"/>
                </a:lnTo>
                <a:lnTo>
                  <a:pt x="59120" y="23176"/>
                </a:lnTo>
                <a:lnTo>
                  <a:pt x="59500" y="23395"/>
                </a:lnTo>
                <a:lnTo>
                  <a:pt x="59892" y="23591"/>
                </a:lnTo>
                <a:lnTo>
                  <a:pt x="60294" y="23764"/>
                </a:lnTo>
                <a:lnTo>
                  <a:pt x="60705" y="23911"/>
                </a:lnTo>
                <a:lnTo>
                  <a:pt x="61126" y="24033"/>
                </a:lnTo>
                <a:lnTo>
                  <a:pt x="61554" y="24127"/>
                </a:lnTo>
                <a:lnTo>
                  <a:pt x="83674" y="28226"/>
                </a:lnTo>
                <a:lnTo>
                  <a:pt x="84102" y="28291"/>
                </a:lnTo>
                <a:lnTo>
                  <a:pt x="84523" y="28326"/>
                </a:lnTo>
                <a:lnTo>
                  <a:pt x="84934" y="28331"/>
                </a:lnTo>
                <a:lnTo>
                  <a:pt x="85337" y="28307"/>
                </a:lnTo>
                <a:lnTo>
                  <a:pt x="85728" y="28256"/>
                </a:lnTo>
                <a:lnTo>
                  <a:pt x="86108" y="28178"/>
                </a:lnTo>
                <a:lnTo>
                  <a:pt x="86476" y="28073"/>
                </a:lnTo>
                <a:lnTo>
                  <a:pt x="86830" y="27943"/>
                </a:lnTo>
                <a:lnTo>
                  <a:pt x="87170" y="27788"/>
                </a:lnTo>
                <a:lnTo>
                  <a:pt x="87495" y="27610"/>
                </a:lnTo>
                <a:lnTo>
                  <a:pt x="87804" y="27408"/>
                </a:lnTo>
                <a:lnTo>
                  <a:pt x="88096" y="27183"/>
                </a:lnTo>
                <a:lnTo>
                  <a:pt x="88369" y="26937"/>
                </a:lnTo>
                <a:lnTo>
                  <a:pt x="88624" y="26671"/>
                </a:lnTo>
                <a:lnTo>
                  <a:pt x="88859" y="26384"/>
                </a:lnTo>
                <a:lnTo>
                  <a:pt x="89073" y="26077"/>
                </a:lnTo>
                <a:lnTo>
                  <a:pt x="89266" y="25753"/>
                </a:lnTo>
                <a:lnTo>
                  <a:pt x="89436" y="25410"/>
                </a:lnTo>
                <a:lnTo>
                  <a:pt x="89582" y="25051"/>
                </a:lnTo>
                <a:lnTo>
                  <a:pt x="89704" y="24675"/>
                </a:lnTo>
                <a:lnTo>
                  <a:pt x="89800" y="24284"/>
                </a:lnTo>
                <a:lnTo>
                  <a:pt x="89870" y="23878"/>
                </a:lnTo>
                <a:lnTo>
                  <a:pt x="89913" y="23459"/>
                </a:lnTo>
                <a:lnTo>
                  <a:pt x="89927" y="23026"/>
                </a:lnTo>
                <a:lnTo>
                  <a:pt x="89913" y="22588"/>
                </a:lnTo>
                <a:lnTo>
                  <a:pt x="89870" y="22153"/>
                </a:lnTo>
                <a:lnTo>
                  <a:pt x="89800" y="21721"/>
                </a:lnTo>
                <a:lnTo>
                  <a:pt x="89704" y="21294"/>
                </a:lnTo>
                <a:lnTo>
                  <a:pt x="89582" y="20873"/>
                </a:lnTo>
                <a:lnTo>
                  <a:pt x="89436" y="20460"/>
                </a:lnTo>
                <a:lnTo>
                  <a:pt x="89266" y="20054"/>
                </a:lnTo>
                <a:lnTo>
                  <a:pt x="89073" y="19658"/>
                </a:lnTo>
                <a:lnTo>
                  <a:pt x="88859" y="19273"/>
                </a:lnTo>
                <a:lnTo>
                  <a:pt x="88624" y="18899"/>
                </a:lnTo>
                <a:lnTo>
                  <a:pt x="88369" y="18538"/>
                </a:lnTo>
                <a:lnTo>
                  <a:pt x="88096" y="18190"/>
                </a:lnTo>
                <a:lnTo>
                  <a:pt x="87804" y="17858"/>
                </a:lnTo>
                <a:lnTo>
                  <a:pt x="87495" y="17541"/>
                </a:lnTo>
                <a:lnTo>
                  <a:pt x="87170" y="17242"/>
                </a:lnTo>
                <a:lnTo>
                  <a:pt x="86830" y="16961"/>
                </a:lnTo>
                <a:lnTo>
                  <a:pt x="86476" y="16700"/>
                </a:lnTo>
                <a:lnTo>
                  <a:pt x="86108" y="16459"/>
                </a:lnTo>
                <a:lnTo>
                  <a:pt x="85728" y="16240"/>
                </a:lnTo>
                <a:lnTo>
                  <a:pt x="85337" y="16043"/>
                </a:lnTo>
                <a:lnTo>
                  <a:pt x="84934" y="15871"/>
                </a:lnTo>
                <a:lnTo>
                  <a:pt x="84523" y="15723"/>
                </a:lnTo>
                <a:lnTo>
                  <a:pt x="84102" y="15602"/>
                </a:lnTo>
                <a:lnTo>
                  <a:pt x="83674" y="15508"/>
                </a:lnTo>
                <a:lnTo>
                  <a:pt x="61554" y="11408"/>
                </a:lnTo>
                <a:lnTo>
                  <a:pt x="61126" y="11344"/>
                </a:lnTo>
                <a:lnTo>
                  <a:pt x="60705" y="11309"/>
                </a:lnTo>
                <a:lnTo>
                  <a:pt x="60294" y="11304"/>
                </a:lnTo>
                <a:lnTo>
                  <a:pt x="59892" y="11327"/>
                </a:lnTo>
                <a:lnTo>
                  <a:pt x="59500" y="11379"/>
                </a:lnTo>
                <a:lnTo>
                  <a:pt x="59120" y="11457"/>
                </a:lnTo>
                <a:close/>
                <a:moveTo>
                  <a:pt x="125482" y="23756"/>
                </a:moveTo>
                <a:lnTo>
                  <a:pt x="125114" y="23861"/>
                </a:lnTo>
                <a:lnTo>
                  <a:pt x="124760" y="23991"/>
                </a:lnTo>
                <a:lnTo>
                  <a:pt x="124419" y="24146"/>
                </a:lnTo>
                <a:lnTo>
                  <a:pt x="124095" y="24325"/>
                </a:lnTo>
                <a:lnTo>
                  <a:pt x="123786" y="24527"/>
                </a:lnTo>
                <a:lnTo>
                  <a:pt x="123494" y="24751"/>
                </a:lnTo>
                <a:lnTo>
                  <a:pt x="123220" y="24997"/>
                </a:lnTo>
                <a:lnTo>
                  <a:pt x="122966" y="25264"/>
                </a:lnTo>
                <a:lnTo>
                  <a:pt x="122731" y="25550"/>
                </a:lnTo>
                <a:lnTo>
                  <a:pt x="122516" y="25857"/>
                </a:lnTo>
                <a:lnTo>
                  <a:pt x="122324" y="26181"/>
                </a:lnTo>
                <a:lnTo>
                  <a:pt x="122154" y="26524"/>
                </a:lnTo>
                <a:lnTo>
                  <a:pt x="122008" y="26883"/>
                </a:lnTo>
                <a:lnTo>
                  <a:pt x="121886" y="27259"/>
                </a:lnTo>
                <a:lnTo>
                  <a:pt x="121790" y="27650"/>
                </a:lnTo>
                <a:lnTo>
                  <a:pt x="121720" y="28056"/>
                </a:lnTo>
                <a:lnTo>
                  <a:pt x="121677" y="28475"/>
                </a:lnTo>
                <a:lnTo>
                  <a:pt x="121663" y="28908"/>
                </a:lnTo>
                <a:lnTo>
                  <a:pt x="121677" y="29346"/>
                </a:lnTo>
                <a:lnTo>
                  <a:pt x="121720" y="29781"/>
                </a:lnTo>
                <a:lnTo>
                  <a:pt x="121790" y="30213"/>
                </a:lnTo>
                <a:lnTo>
                  <a:pt x="121886" y="30640"/>
                </a:lnTo>
                <a:lnTo>
                  <a:pt x="122008" y="31061"/>
                </a:lnTo>
                <a:lnTo>
                  <a:pt x="122154" y="31474"/>
                </a:lnTo>
                <a:lnTo>
                  <a:pt x="122324" y="31880"/>
                </a:lnTo>
                <a:lnTo>
                  <a:pt x="122516" y="32276"/>
                </a:lnTo>
                <a:lnTo>
                  <a:pt x="122731" y="32661"/>
                </a:lnTo>
                <a:lnTo>
                  <a:pt x="122966" y="33035"/>
                </a:lnTo>
                <a:lnTo>
                  <a:pt x="123220" y="33397"/>
                </a:lnTo>
                <a:lnTo>
                  <a:pt x="123494" y="33744"/>
                </a:lnTo>
                <a:lnTo>
                  <a:pt x="123786" y="34076"/>
                </a:lnTo>
                <a:lnTo>
                  <a:pt x="124095" y="34393"/>
                </a:lnTo>
                <a:lnTo>
                  <a:pt x="124419" y="34692"/>
                </a:lnTo>
                <a:lnTo>
                  <a:pt x="124760" y="34973"/>
                </a:lnTo>
                <a:lnTo>
                  <a:pt x="125114" y="35234"/>
                </a:lnTo>
                <a:lnTo>
                  <a:pt x="125482" y="35475"/>
                </a:lnTo>
                <a:lnTo>
                  <a:pt x="125862" y="35694"/>
                </a:lnTo>
                <a:lnTo>
                  <a:pt x="126253" y="35891"/>
                </a:lnTo>
                <a:lnTo>
                  <a:pt x="126655" y="36063"/>
                </a:lnTo>
                <a:lnTo>
                  <a:pt x="127067" y="36211"/>
                </a:lnTo>
                <a:lnTo>
                  <a:pt x="127487" y="36332"/>
                </a:lnTo>
                <a:lnTo>
                  <a:pt x="127915" y="36426"/>
                </a:lnTo>
                <a:lnTo>
                  <a:pt x="150036" y="40526"/>
                </a:lnTo>
                <a:lnTo>
                  <a:pt x="150464" y="40590"/>
                </a:lnTo>
                <a:lnTo>
                  <a:pt x="150884" y="40625"/>
                </a:lnTo>
                <a:lnTo>
                  <a:pt x="151296" y="40630"/>
                </a:lnTo>
                <a:lnTo>
                  <a:pt x="151698" y="40607"/>
                </a:lnTo>
                <a:lnTo>
                  <a:pt x="152090" y="40555"/>
                </a:lnTo>
                <a:lnTo>
                  <a:pt x="152470" y="40477"/>
                </a:lnTo>
                <a:lnTo>
                  <a:pt x="152837" y="40373"/>
                </a:lnTo>
                <a:lnTo>
                  <a:pt x="153192" y="40242"/>
                </a:lnTo>
                <a:lnTo>
                  <a:pt x="153532" y="40088"/>
                </a:lnTo>
                <a:lnTo>
                  <a:pt x="153857" y="39909"/>
                </a:lnTo>
                <a:lnTo>
                  <a:pt x="154165" y="39707"/>
                </a:lnTo>
                <a:lnTo>
                  <a:pt x="154457" y="39483"/>
                </a:lnTo>
                <a:lnTo>
                  <a:pt x="154731" y="39237"/>
                </a:lnTo>
                <a:lnTo>
                  <a:pt x="154986" y="38970"/>
                </a:lnTo>
                <a:lnTo>
                  <a:pt x="155221" y="38683"/>
                </a:lnTo>
                <a:lnTo>
                  <a:pt x="155435" y="38377"/>
                </a:lnTo>
                <a:lnTo>
                  <a:pt x="155627" y="38052"/>
                </a:lnTo>
                <a:lnTo>
                  <a:pt x="155797" y="37710"/>
                </a:lnTo>
                <a:lnTo>
                  <a:pt x="155943" y="37350"/>
                </a:lnTo>
                <a:lnTo>
                  <a:pt x="156065" y="36975"/>
                </a:lnTo>
                <a:lnTo>
                  <a:pt x="156161" y="36584"/>
                </a:lnTo>
                <a:lnTo>
                  <a:pt x="156231" y="36178"/>
                </a:lnTo>
                <a:lnTo>
                  <a:pt x="156274" y="35758"/>
                </a:lnTo>
                <a:lnTo>
                  <a:pt x="156288" y="35326"/>
                </a:lnTo>
                <a:lnTo>
                  <a:pt x="156274" y="34887"/>
                </a:lnTo>
                <a:lnTo>
                  <a:pt x="156231" y="34452"/>
                </a:lnTo>
                <a:lnTo>
                  <a:pt x="156161" y="34020"/>
                </a:lnTo>
                <a:lnTo>
                  <a:pt x="156065" y="33594"/>
                </a:lnTo>
                <a:lnTo>
                  <a:pt x="155943" y="33173"/>
                </a:lnTo>
                <a:lnTo>
                  <a:pt x="155797" y="32759"/>
                </a:lnTo>
                <a:lnTo>
                  <a:pt x="155627" y="32354"/>
                </a:lnTo>
                <a:lnTo>
                  <a:pt x="155435" y="31958"/>
                </a:lnTo>
                <a:lnTo>
                  <a:pt x="155221" y="31572"/>
                </a:lnTo>
                <a:lnTo>
                  <a:pt x="154986" y="31198"/>
                </a:lnTo>
                <a:lnTo>
                  <a:pt x="154731" y="30837"/>
                </a:lnTo>
                <a:lnTo>
                  <a:pt x="154457" y="30490"/>
                </a:lnTo>
                <a:lnTo>
                  <a:pt x="154165" y="30157"/>
                </a:lnTo>
                <a:lnTo>
                  <a:pt x="153857" y="29841"/>
                </a:lnTo>
                <a:lnTo>
                  <a:pt x="153532" y="29542"/>
                </a:lnTo>
                <a:lnTo>
                  <a:pt x="153192" y="29261"/>
                </a:lnTo>
                <a:lnTo>
                  <a:pt x="152837" y="28999"/>
                </a:lnTo>
                <a:lnTo>
                  <a:pt x="152470" y="28758"/>
                </a:lnTo>
                <a:lnTo>
                  <a:pt x="152090" y="28539"/>
                </a:lnTo>
                <a:lnTo>
                  <a:pt x="151698" y="28343"/>
                </a:lnTo>
                <a:lnTo>
                  <a:pt x="151296" y="28170"/>
                </a:lnTo>
                <a:lnTo>
                  <a:pt x="150884" y="28023"/>
                </a:lnTo>
                <a:lnTo>
                  <a:pt x="150464" y="27902"/>
                </a:lnTo>
                <a:lnTo>
                  <a:pt x="150036" y="27808"/>
                </a:lnTo>
                <a:lnTo>
                  <a:pt x="127915" y="23708"/>
                </a:lnTo>
                <a:lnTo>
                  <a:pt x="127487" y="23643"/>
                </a:lnTo>
                <a:lnTo>
                  <a:pt x="127067" y="23609"/>
                </a:lnTo>
                <a:lnTo>
                  <a:pt x="126655" y="23603"/>
                </a:lnTo>
                <a:lnTo>
                  <a:pt x="126253" y="23627"/>
                </a:lnTo>
                <a:lnTo>
                  <a:pt x="125862" y="23678"/>
                </a:lnTo>
                <a:lnTo>
                  <a:pt x="125482" y="23756"/>
                </a:lnTo>
                <a:close/>
                <a:moveTo>
                  <a:pt x="191843" y="36056"/>
                </a:moveTo>
                <a:lnTo>
                  <a:pt x="191475" y="36160"/>
                </a:lnTo>
                <a:lnTo>
                  <a:pt x="191121" y="36290"/>
                </a:lnTo>
                <a:lnTo>
                  <a:pt x="190781" y="36445"/>
                </a:lnTo>
                <a:lnTo>
                  <a:pt x="190456" y="36624"/>
                </a:lnTo>
                <a:lnTo>
                  <a:pt x="190147" y="36826"/>
                </a:lnTo>
                <a:lnTo>
                  <a:pt x="189856" y="37050"/>
                </a:lnTo>
                <a:lnTo>
                  <a:pt x="189582" y="37296"/>
                </a:lnTo>
                <a:lnTo>
                  <a:pt x="189327" y="37563"/>
                </a:lnTo>
                <a:lnTo>
                  <a:pt x="189092" y="37850"/>
                </a:lnTo>
                <a:lnTo>
                  <a:pt x="188878" y="38156"/>
                </a:lnTo>
                <a:lnTo>
                  <a:pt x="188685" y="38481"/>
                </a:lnTo>
                <a:lnTo>
                  <a:pt x="188516" y="38823"/>
                </a:lnTo>
                <a:lnTo>
                  <a:pt x="188369" y="39183"/>
                </a:lnTo>
                <a:lnTo>
                  <a:pt x="188248" y="39558"/>
                </a:lnTo>
                <a:lnTo>
                  <a:pt x="188151" y="39949"/>
                </a:lnTo>
                <a:lnTo>
                  <a:pt x="188081" y="40355"/>
                </a:lnTo>
                <a:lnTo>
                  <a:pt x="188039" y="40775"/>
                </a:lnTo>
                <a:lnTo>
                  <a:pt x="188024" y="41207"/>
                </a:lnTo>
                <a:lnTo>
                  <a:pt x="188039" y="41645"/>
                </a:lnTo>
                <a:lnTo>
                  <a:pt x="188081" y="42081"/>
                </a:lnTo>
                <a:lnTo>
                  <a:pt x="188151" y="42513"/>
                </a:lnTo>
                <a:lnTo>
                  <a:pt x="188248" y="42939"/>
                </a:lnTo>
                <a:lnTo>
                  <a:pt x="188369" y="43360"/>
                </a:lnTo>
                <a:lnTo>
                  <a:pt x="188516" y="43774"/>
                </a:lnTo>
                <a:lnTo>
                  <a:pt x="188685" y="44179"/>
                </a:lnTo>
                <a:lnTo>
                  <a:pt x="188878" y="44575"/>
                </a:lnTo>
                <a:lnTo>
                  <a:pt x="189092" y="44961"/>
                </a:lnTo>
                <a:lnTo>
                  <a:pt x="189327" y="45335"/>
                </a:lnTo>
                <a:lnTo>
                  <a:pt x="189582" y="45696"/>
                </a:lnTo>
                <a:lnTo>
                  <a:pt x="189856" y="46043"/>
                </a:lnTo>
                <a:lnTo>
                  <a:pt x="190147" y="46376"/>
                </a:lnTo>
                <a:lnTo>
                  <a:pt x="190456" y="46692"/>
                </a:lnTo>
                <a:lnTo>
                  <a:pt x="190781" y="46991"/>
                </a:lnTo>
                <a:lnTo>
                  <a:pt x="191121" y="47272"/>
                </a:lnTo>
                <a:lnTo>
                  <a:pt x="191475" y="47534"/>
                </a:lnTo>
                <a:lnTo>
                  <a:pt x="191843" y="47775"/>
                </a:lnTo>
                <a:lnTo>
                  <a:pt x="192223" y="47994"/>
                </a:lnTo>
                <a:lnTo>
                  <a:pt x="192615" y="48190"/>
                </a:lnTo>
                <a:lnTo>
                  <a:pt x="193017" y="48363"/>
                </a:lnTo>
                <a:lnTo>
                  <a:pt x="193428" y="48510"/>
                </a:lnTo>
                <a:lnTo>
                  <a:pt x="193849" y="48631"/>
                </a:lnTo>
                <a:lnTo>
                  <a:pt x="194277" y="48725"/>
                </a:lnTo>
                <a:lnTo>
                  <a:pt x="199084" y="49616"/>
                </a:lnTo>
                <a:lnTo>
                  <a:pt x="199084" y="54506"/>
                </a:lnTo>
                <a:lnTo>
                  <a:pt x="199099" y="54944"/>
                </a:lnTo>
                <a:lnTo>
                  <a:pt x="199141" y="55379"/>
                </a:lnTo>
                <a:lnTo>
                  <a:pt x="199211" y="55811"/>
                </a:lnTo>
                <a:lnTo>
                  <a:pt x="199308" y="56238"/>
                </a:lnTo>
                <a:lnTo>
                  <a:pt x="199430" y="56659"/>
                </a:lnTo>
                <a:lnTo>
                  <a:pt x="199576" y="57072"/>
                </a:lnTo>
                <a:lnTo>
                  <a:pt x="199746" y="57478"/>
                </a:lnTo>
                <a:lnTo>
                  <a:pt x="199938" y="57874"/>
                </a:lnTo>
                <a:lnTo>
                  <a:pt x="200152" y="58259"/>
                </a:lnTo>
                <a:lnTo>
                  <a:pt x="200387" y="58633"/>
                </a:lnTo>
                <a:lnTo>
                  <a:pt x="200642" y="58995"/>
                </a:lnTo>
                <a:lnTo>
                  <a:pt x="200916" y="59342"/>
                </a:lnTo>
                <a:lnTo>
                  <a:pt x="201207" y="59674"/>
                </a:lnTo>
                <a:lnTo>
                  <a:pt x="201516" y="59991"/>
                </a:lnTo>
                <a:lnTo>
                  <a:pt x="201841" y="60290"/>
                </a:lnTo>
                <a:lnTo>
                  <a:pt x="202181" y="60571"/>
                </a:lnTo>
                <a:lnTo>
                  <a:pt x="202536" y="60832"/>
                </a:lnTo>
                <a:lnTo>
                  <a:pt x="202903" y="61073"/>
                </a:lnTo>
                <a:lnTo>
                  <a:pt x="203283" y="61292"/>
                </a:lnTo>
                <a:lnTo>
                  <a:pt x="203675" y="61489"/>
                </a:lnTo>
                <a:lnTo>
                  <a:pt x="204077" y="61661"/>
                </a:lnTo>
                <a:lnTo>
                  <a:pt x="204489" y="61809"/>
                </a:lnTo>
                <a:lnTo>
                  <a:pt x="204909" y="61930"/>
                </a:lnTo>
                <a:lnTo>
                  <a:pt x="205337" y="62024"/>
                </a:lnTo>
                <a:lnTo>
                  <a:pt x="205765" y="62089"/>
                </a:lnTo>
                <a:lnTo>
                  <a:pt x="206185" y="62123"/>
                </a:lnTo>
                <a:lnTo>
                  <a:pt x="206597" y="62128"/>
                </a:lnTo>
                <a:lnTo>
                  <a:pt x="206999" y="62105"/>
                </a:lnTo>
                <a:lnTo>
                  <a:pt x="207391" y="62054"/>
                </a:lnTo>
                <a:lnTo>
                  <a:pt x="207771" y="61975"/>
                </a:lnTo>
                <a:lnTo>
                  <a:pt x="208139" y="61871"/>
                </a:lnTo>
                <a:lnTo>
                  <a:pt x="208493" y="61741"/>
                </a:lnTo>
                <a:lnTo>
                  <a:pt x="208833" y="61586"/>
                </a:lnTo>
                <a:lnTo>
                  <a:pt x="209158" y="61407"/>
                </a:lnTo>
                <a:lnTo>
                  <a:pt x="209467" y="61205"/>
                </a:lnTo>
                <a:lnTo>
                  <a:pt x="209758" y="60981"/>
                </a:lnTo>
                <a:lnTo>
                  <a:pt x="210032" y="60735"/>
                </a:lnTo>
                <a:lnTo>
                  <a:pt x="210287" y="60468"/>
                </a:lnTo>
                <a:lnTo>
                  <a:pt x="210522" y="60181"/>
                </a:lnTo>
                <a:lnTo>
                  <a:pt x="210736" y="59875"/>
                </a:lnTo>
                <a:lnTo>
                  <a:pt x="210928" y="59550"/>
                </a:lnTo>
                <a:lnTo>
                  <a:pt x="211098" y="59208"/>
                </a:lnTo>
                <a:lnTo>
                  <a:pt x="211245" y="58848"/>
                </a:lnTo>
                <a:lnTo>
                  <a:pt x="211366" y="58473"/>
                </a:lnTo>
                <a:lnTo>
                  <a:pt x="211463" y="58082"/>
                </a:lnTo>
                <a:lnTo>
                  <a:pt x="211533" y="57676"/>
                </a:lnTo>
                <a:lnTo>
                  <a:pt x="211575" y="57256"/>
                </a:lnTo>
                <a:lnTo>
                  <a:pt x="211590" y="56824"/>
                </a:lnTo>
                <a:lnTo>
                  <a:pt x="211590" y="45575"/>
                </a:lnTo>
                <a:lnTo>
                  <a:pt x="211590" y="39216"/>
                </a:lnTo>
                <a:lnTo>
                  <a:pt x="205337" y="38057"/>
                </a:lnTo>
                <a:lnTo>
                  <a:pt x="194277" y="36007"/>
                </a:lnTo>
                <a:lnTo>
                  <a:pt x="193849" y="35942"/>
                </a:lnTo>
                <a:lnTo>
                  <a:pt x="193428" y="35908"/>
                </a:lnTo>
                <a:lnTo>
                  <a:pt x="193017" y="35903"/>
                </a:lnTo>
                <a:lnTo>
                  <a:pt x="192615" y="35926"/>
                </a:lnTo>
                <a:lnTo>
                  <a:pt x="192223" y="35978"/>
                </a:lnTo>
                <a:lnTo>
                  <a:pt x="191843" y="36056"/>
                </a:lnTo>
                <a:close/>
                <a:moveTo>
                  <a:pt x="59120" y="213932"/>
                </a:moveTo>
                <a:lnTo>
                  <a:pt x="58752" y="214036"/>
                </a:lnTo>
                <a:lnTo>
                  <a:pt x="58398" y="214167"/>
                </a:lnTo>
                <a:lnTo>
                  <a:pt x="58058" y="214321"/>
                </a:lnTo>
                <a:lnTo>
                  <a:pt x="57733" y="214500"/>
                </a:lnTo>
                <a:lnTo>
                  <a:pt x="57424" y="214702"/>
                </a:lnTo>
                <a:lnTo>
                  <a:pt x="57133" y="214926"/>
                </a:lnTo>
                <a:lnTo>
                  <a:pt x="56859" y="215172"/>
                </a:lnTo>
                <a:lnTo>
                  <a:pt x="56604" y="215439"/>
                </a:lnTo>
                <a:lnTo>
                  <a:pt x="56369" y="215726"/>
                </a:lnTo>
                <a:lnTo>
                  <a:pt x="56155" y="216032"/>
                </a:lnTo>
                <a:lnTo>
                  <a:pt x="55962" y="216357"/>
                </a:lnTo>
                <a:lnTo>
                  <a:pt x="55793" y="216699"/>
                </a:lnTo>
                <a:lnTo>
                  <a:pt x="55646" y="217059"/>
                </a:lnTo>
                <a:lnTo>
                  <a:pt x="55525" y="217434"/>
                </a:lnTo>
                <a:lnTo>
                  <a:pt x="55428" y="217825"/>
                </a:lnTo>
                <a:lnTo>
                  <a:pt x="55358" y="218231"/>
                </a:lnTo>
                <a:lnTo>
                  <a:pt x="55316" y="218651"/>
                </a:lnTo>
                <a:lnTo>
                  <a:pt x="55301" y="219083"/>
                </a:lnTo>
                <a:lnTo>
                  <a:pt x="55316" y="219522"/>
                </a:lnTo>
                <a:lnTo>
                  <a:pt x="55358" y="219957"/>
                </a:lnTo>
                <a:lnTo>
                  <a:pt x="55428" y="220389"/>
                </a:lnTo>
                <a:lnTo>
                  <a:pt x="55525" y="220815"/>
                </a:lnTo>
                <a:lnTo>
                  <a:pt x="55646" y="221236"/>
                </a:lnTo>
                <a:lnTo>
                  <a:pt x="55793" y="221650"/>
                </a:lnTo>
                <a:lnTo>
                  <a:pt x="55962" y="222055"/>
                </a:lnTo>
                <a:lnTo>
                  <a:pt x="56155" y="222451"/>
                </a:lnTo>
                <a:lnTo>
                  <a:pt x="56369" y="222837"/>
                </a:lnTo>
                <a:lnTo>
                  <a:pt x="56604" y="223211"/>
                </a:lnTo>
                <a:lnTo>
                  <a:pt x="56859" y="223572"/>
                </a:lnTo>
                <a:lnTo>
                  <a:pt x="57133" y="223919"/>
                </a:lnTo>
                <a:lnTo>
                  <a:pt x="57424" y="224252"/>
                </a:lnTo>
                <a:lnTo>
                  <a:pt x="57733" y="224568"/>
                </a:lnTo>
                <a:lnTo>
                  <a:pt x="58058" y="224867"/>
                </a:lnTo>
                <a:lnTo>
                  <a:pt x="58398" y="225148"/>
                </a:lnTo>
                <a:lnTo>
                  <a:pt x="58752" y="225410"/>
                </a:lnTo>
                <a:lnTo>
                  <a:pt x="59120" y="225651"/>
                </a:lnTo>
                <a:lnTo>
                  <a:pt x="59500" y="225870"/>
                </a:lnTo>
                <a:lnTo>
                  <a:pt x="59892" y="226066"/>
                </a:lnTo>
                <a:lnTo>
                  <a:pt x="60294" y="226239"/>
                </a:lnTo>
                <a:lnTo>
                  <a:pt x="60705" y="226386"/>
                </a:lnTo>
                <a:lnTo>
                  <a:pt x="61126" y="226507"/>
                </a:lnTo>
                <a:lnTo>
                  <a:pt x="61554" y="226601"/>
                </a:lnTo>
                <a:lnTo>
                  <a:pt x="83674" y="230701"/>
                </a:lnTo>
                <a:lnTo>
                  <a:pt x="84102" y="230766"/>
                </a:lnTo>
                <a:lnTo>
                  <a:pt x="84523" y="230800"/>
                </a:lnTo>
                <a:lnTo>
                  <a:pt x="84934" y="230806"/>
                </a:lnTo>
                <a:lnTo>
                  <a:pt x="85337" y="230782"/>
                </a:lnTo>
                <a:lnTo>
                  <a:pt x="85728" y="230731"/>
                </a:lnTo>
                <a:lnTo>
                  <a:pt x="86108" y="230653"/>
                </a:lnTo>
                <a:lnTo>
                  <a:pt x="86476" y="230548"/>
                </a:lnTo>
                <a:lnTo>
                  <a:pt x="86830" y="230418"/>
                </a:lnTo>
                <a:lnTo>
                  <a:pt x="87170" y="230263"/>
                </a:lnTo>
                <a:lnTo>
                  <a:pt x="87495" y="230084"/>
                </a:lnTo>
                <a:lnTo>
                  <a:pt x="87804" y="229882"/>
                </a:lnTo>
                <a:lnTo>
                  <a:pt x="88096" y="229658"/>
                </a:lnTo>
                <a:lnTo>
                  <a:pt x="88369" y="229412"/>
                </a:lnTo>
                <a:lnTo>
                  <a:pt x="88624" y="229145"/>
                </a:lnTo>
                <a:lnTo>
                  <a:pt x="88859" y="228859"/>
                </a:lnTo>
                <a:lnTo>
                  <a:pt x="89073" y="228552"/>
                </a:lnTo>
                <a:lnTo>
                  <a:pt x="89266" y="228228"/>
                </a:lnTo>
                <a:lnTo>
                  <a:pt x="89436" y="227885"/>
                </a:lnTo>
                <a:lnTo>
                  <a:pt x="89582" y="227526"/>
                </a:lnTo>
                <a:lnTo>
                  <a:pt x="89704" y="227150"/>
                </a:lnTo>
                <a:lnTo>
                  <a:pt x="89800" y="226759"/>
                </a:lnTo>
                <a:lnTo>
                  <a:pt x="89870" y="226353"/>
                </a:lnTo>
                <a:lnTo>
                  <a:pt x="89913" y="225934"/>
                </a:lnTo>
                <a:lnTo>
                  <a:pt x="89927" y="225501"/>
                </a:lnTo>
                <a:lnTo>
                  <a:pt x="89913" y="225063"/>
                </a:lnTo>
                <a:lnTo>
                  <a:pt x="89870" y="224628"/>
                </a:lnTo>
                <a:lnTo>
                  <a:pt x="89800" y="224196"/>
                </a:lnTo>
                <a:lnTo>
                  <a:pt x="89704" y="223769"/>
                </a:lnTo>
                <a:lnTo>
                  <a:pt x="89582" y="223348"/>
                </a:lnTo>
                <a:lnTo>
                  <a:pt x="89436" y="222935"/>
                </a:lnTo>
                <a:lnTo>
                  <a:pt x="89266" y="222529"/>
                </a:lnTo>
                <a:lnTo>
                  <a:pt x="89073" y="222133"/>
                </a:lnTo>
                <a:lnTo>
                  <a:pt x="88859" y="221748"/>
                </a:lnTo>
                <a:lnTo>
                  <a:pt x="88624" y="221374"/>
                </a:lnTo>
                <a:lnTo>
                  <a:pt x="88369" y="221012"/>
                </a:lnTo>
                <a:lnTo>
                  <a:pt x="88096" y="220665"/>
                </a:lnTo>
                <a:lnTo>
                  <a:pt x="87804" y="220333"/>
                </a:lnTo>
                <a:lnTo>
                  <a:pt x="87495" y="220016"/>
                </a:lnTo>
                <a:lnTo>
                  <a:pt x="87170" y="219717"/>
                </a:lnTo>
                <a:lnTo>
                  <a:pt x="86830" y="219436"/>
                </a:lnTo>
                <a:lnTo>
                  <a:pt x="86476" y="219175"/>
                </a:lnTo>
                <a:lnTo>
                  <a:pt x="86108" y="218934"/>
                </a:lnTo>
                <a:lnTo>
                  <a:pt x="85728" y="218715"/>
                </a:lnTo>
                <a:lnTo>
                  <a:pt x="85337" y="218518"/>
                </a:lnTo>
                <a:lnTo>
                  <a:pt x="84934" y="218346"/>
                </a:lnTo>
                <a:lnTo>
                  <a:pt x="84523" y="218198"/>
                </a:lnTo>
                <a:lnTo>
                  <a:pt x="84102" y="218077"/>
                </a:lnTo>
                <a:lnTo>
                  <a:pt x="83674" y="217983"/>
                </a:lnTo>
                <a:lnTo>
                  <a:pt x="61554" y="213883"/>
                </a:lnTo>
                <a:lnTo>
                  <a:pt x="61126" y="213819"/>
                </a:lnTo>
                <a:lnTo>
                  <a:pt x="60705" y="213784"/>
                </a:lnTo>
                <a:lnTo>
                  <a:pt x="60294" y="213779"/>
                </a:lnTo>
                <a:lnTo>
                  <a:pt x="59892" y="213802"/>
                </a:lnTo>
                <a:lnTo>
                  <a:pt x="59500" y="213854"/>
                </a:lnTo>
                <a:lnTo>
                  <a:pt x="59120" y="213932"/>
                </a:lnTo>
                <a:close/>
                <a:moveTo>
                  <a:pt x="125482" y="226231"/>
                </a:moveTo>
                <a:lnTo>
                  <a:pt x="125114" y="226336"/>
                </a:lnTo>
                <a:lnTo>
                  <a:pt x="124760" y="226466"/>
                </a:lnTo>
                <a:lnTo>
                  <a:pt x="124419" y="226621"/>
                </a:lnTo>
                <a:lnTo>
                  <a:pt x="124095" y="226799"/>
                </a:lnTo>
                <a:lnTo>
                  <a:pt x="123786" y="227001"/>
                </a:lnTo>
                <a:lnTo>
                  <a:pt x="123494" y="227226"/>
                </a:lnTo>
                <a:lnTo>
                  <a:pt x="123220" y="227472"/>
                </a:lnTo>
                <a:lnTo>
                  <a:pt x="122966" y="227738"/>
                </a:lnTo>
                <a:lnTo>
                  <a:pt x="122731" y="228025"/>
                </a:lnTo>
                <a:lnTo>
                  <a:pt x="122516" y="228332"/>
                </a:lnTo>
                <a:lnTo>
                  <a:pt x="122324" y="228656"/>
                </a:lnTo>
                <a:lnTo>
                  <a:pt x="122154" y="228999"/>
                </a:lnTo>
                <a:lnTo>
                  <a:pt x="122008" y="229358"/>
                </a:lnTo>
                <a:lnTo>
                  <a:pt x="121886" y="229734"/>
                </a:lnTo>
                <a:lnTo>
                  <a:pt x="121790" y="230125"/>
                </a:lnTo>
                <a:lnTo>
                  <a:pt x="121720" y="230531"/>
                </a:lnTo>
                <a:lnTo>
                  <a:pt x="121677" y="230950"/>
                </a:lnTo>
                <a:lnTo>
                  <a:pt x="121663" y="231383"/>
                </a:lnTo>
                <a:lnTo>
                  <a:pt x="121677" y="231821"/>
                </a:lnTo>
                <a:lnTo>
                  <a:pt x="121720" y="232256"/>
                </a:lnTo>
                <a:lnTo>
                  <a:pt x="121790" y="232688"/>
                </a:lnTo>
                <a:lnTo>
                  <a:pt x="121886" y="233115"/>
                </a:lnTo>
                <a:lnTo>
                  <a:pt x="122008" y="233536"/>
                </a:lnTo>
                <a:lnTo>
                  <a:pt x="122154" y="233949"/>
                </a:lnTo>
                <a:lnTo>
                  <a:pt x="122324" y="234355"/>
                </a:lnTo>
                <a:lnTo>
                  <a:pt x="122516" y="234751"/>
                </a:lnTo>
                <a:lnTo>
                  <a:pt x="122731" y="235136"/>
                </a:lnTo>
                <a:lnTo>
                  <a:pt x="122966" y="235510"/>
                </a:lnTo>
                <a:lnTo>
                  <a:pt x="123220" y="235871"/>
                </a:lnTo>
                <a:lnTo>
                  <a:pt x="123494" y="236219"/>
                </a:lnTo>
                <a:lnTo>
                  <a:pt x="123786" y="236551"/>
                </a:lnTo>
                <a:lnTo>
                  <a:pt x="124095" y="236868"/>
                </a:lnTo>
                <a:lnTo>
                  <a:pt x="124419" y="237167"/>
                </a:lnTo>
                <a:lnTo>
                  <a:pt x="124760" y="237448"/>
                </a:lnTo>
                <a:lnTo>
                  <a:pt x="125114" y="237709"/>
                </a:lnTo>
                <a:lnTo>
                  <a:pt x="125482" y="237950"/>
                </a:lnTo>
                <a:lnTo>
                  <a:pt x="125862" y="238169"/>
                </a:lnTo>
                <a:lnTo>
                  <a:pt x="126253" y="238366"/>
                </a:lnTo>
                <a:lnTo>
                  <a:pt x="126655" y="238538"/>
                </a:lnTo>
                <a:lnTo>
                  <a:pt x="127067" y="238686"/>
                </a:lnTo>
                <a:lnTo>
                  <a:pt x="127487" y="238807"/>
                </a:lnTo>
                <a:lnTo>
                  <a:pt x="127915" y="238901"/>
                </a:lnTo>
                <a:lnTo>
                  <a:pt x="150036" y="243001"/>
                </a:lnTo>
                <a:lnTo>
                  <a:pt x="150464" y="243065"/>
                </a:lnTo>
                <a:lnTo>
                  <a:pt x="150884" y="243100"/>
                </a:lnTo>
                <a:lnTo>
                  <a:pt x="151296" y="243105"/>
                </a:lnTo>
                <a:lnTo>
                  <a:pt x="151698" y="243082"/>
                </a:lnTo>
                <a:lnTo>
                  <a:pt x="152090" y="243030"/>
                </a:lnTo>
                <a:lnTo>
                  <a:pt x="152470" y="242952"/>
                </a:lnTo>
                <a:lnTo>
                  <a:pt x="152837" y="242847"/>
                </a:lnTo>
                <a:lnTo>
                  <a:pt x="153192" y="242717"/>
                </a:lnTo>
                <a:lnTo>
                  <a:pt x="153532" y="242563"/>
                </a:lnTo>
                <a:lnTo>
                  <a:pt x="153857" y="242384"/>
                </a:lnTo>
                <a:lnTo>
                  <a:pt x="154165" y="242182"/>
                </a:lnTo>
                <a:lnTo>
                  <a:pt x="154457" y="241958"/>
                </a:lnTo>
                <a:lnTo>
                  <a:pt x="154731" y="241712"/>
                </a:lnTo>
                <a:lnTo>
                  <a:pt x="154986" y="241445"/>
                </a:lnTo>
                <a:lnTo>
                  <a:pt x="155221" y="241158"/>
                </a:lnTo>
                <a:lnTo>
                  <a:pt x="155435" y="240852"/>
                </a:lnTo>
                <a:lnTo>
                  <a:pt x="155627" y="240527"/>
                </a:lnTo>
                <a:lnTo>
                  <a:pt x="155797" y="240185"/>
                </a:lnTo>
                <a:lnTo>
                  <a:pt x="155943" y="239825"/>
                </a:lnTo>
                <a:lnTo>
                  <a:pt x="156065" y="239449"/>
                </a:lnTo>
                <a:lnTo>
                  <a:pt x="156161" y="239058"/>
                </a:lnTo>
                <a:lnTo>
                  <a:pt x="156231" y="238653"/>
                </a:lnTo>
                <a:lnTo>
                  <a:pt x="156274" y="238233"/>
                </a:lnTo>
                <a:lnTo>
                  <a:pt x="156288" y="237800"/>
                </a:lnTo>
                <a:lnTo>
                  <a:pt x="156274" y="237362"/>
                </a:lnTo>
                <a:lnTo>
                  <a:pt x="156231" y="236927"/>
                </a:lnTo>
                <a:lnTo>
                  <a:pt x="156161" y="236495"/>
                </a:lnTo>
                <a:lnTo>
                  <a:pt x="156065" y="236068"/>
                </a:lnTo>
                <a:lnTo>
                  <a:pt x="155943" y="235648"/>
                </a:lnTo>
                <a:lnTo>
                  <a:pt x="155797" y="235234"/>
                </a:lnTo>
                <a:lnTo>
                  <a:pt x="155627" y="234829"/>
                </a:lnTo>
                <a:lnTo>
                  <a:pt x="155435" y="234433"/>
                </a:lnTo>
                <a:lnTo>
                  <a:pt x="155221" y="234047"/>
                </a:lnTo>
                <a:lnTo>
                  <a:pt x="154986" y="233673"/>
                </a:lnTo>
                <a:lnTo>
                  <a:pt x="154731" y="233312"/>
                </a:lnTo>
                <a:lnTo>
                  <a:pt x="154457" y="232964"/>
                </a:lnTo>
                <a:lnTo>
                  <a:pt x="154165" y="232632"/>
                </a:lnTo>
                <a:lnTo>
                  <a:pt x="153857" y="232316"/>
                </a:lnTo>
                <a:lnTo>
                  <a:pt x="153532" y="232016"/>
                </a:lnTo>
                <a:lnTo>
                  <a:pt x="153192" y="231736"/>
                </a:lnTo>
                <a:lnTo>
                  <a:pt x="152837" y="231474"/>
                </a:lnTo>
                <a:lnTo>
                  <a:pt x="152470" y="231233"/>
                </a:lnTo>
                <a:lnTo>
                  <a:pt x="152090" y="231014"/>
                </a:lnTo>
                <a:lnTo>
                  <a:pt x="151698" y="230818"/>
                </a:lnTo>
                <a:lnTo>
                  <a:pt x="151296" y="230645"/>
                </a:lnTo>
                <a:lnTo>
                  <a:pt x="150884" y="230498"/>
                </a:lnTo>
                <a:lnTo>
                  <a:pt x="150464" y="230376"/>
                </a:lnTo>
                <a:lnTo>
                  <a:pt x="150036" y="230282"/>
                </a:lnTo>
                <a:lnTo>
                  <a:pt x="127915" y="226183"/>
                </a:lnTo>
                <a:lnTo>
                  <a:pt x="127487" y="226118"/>
                </a:lnTo>
                <a:lnTo>
                  <a:pt x="127067" y="226083"/>
                </a:lnTo>
                <a:lnTo>
                  <a:pt x="126655" y="226078"/>
                </a:lnTo>
                <a:lnTo>
                  <a:pt x="126253" y="226102"/>
                </a:lnTo>
                <a:lnTo>
                  <a:pt x="125862" y="226153"/>
                </a:lnTo>
                <a:lnTo>
                  <a:pt x="125482" y="226231"/>
                </a:lnTo>
                <a:close/>
                <a:moveTo>
                  <a:pt x="191843" y="238531"/>
                </a:moveTo>
                <a:lnTo>
                  <a:pt x="191475" y="238635"/>
                </a:lnTo>
                <a:lnTo>
                  <a:pt x="191121" y="238765"/>
                </a:lnTo>
                <a:lnTo>
                  <a:pt x="190781" y="238920"/>
                </a:lnTo>
                <a:lnTo>
                  <a:pt x="190456" y="239099"/>
                </a:lnTo>
                <a:lnTo>
                  <a:pt x="190147" y="239301"/>
                </a:lnTo>
                <a:lnTo>
                  <a:pt x="189856" y="239525"/>
                </a:lnTo>
                <a:lnTo>
                  <a:pt x="189582" y="239771"/>
                </a:lnTo>
                <a:lnTo>
                  <a:pt x="189327" y="240038"/>
                </a:lnTo>
                <a:lnTo>
                  <a:pt x="189092" y="240325"/>
                </a:lnTo>
                <a:lnTo>
                  <a:pt x="188878" y="240631"/>
                </a:lnTo>
                <a:lnTo>
                  <a:pt x="188685" y="240956"/>
                </a:lnTo>
                <a:lnTo>
                  <a:pt x="188516" y="241298"/>
                </a:lnTo>
                <a:lnTo>
                  <a:pt x="188369" y="241658"/>
                </a:lnTo>
                <a:lnTo>
                  <a:pt x="188248" y="242033"/>
                </a:lnTo>
                <a:lnTo>
                  <a:pt x="188151" y="242424"/>
                </a:lnTo>
                <a:lnTo>
                  <a:pt x="188081" y="242830"/>
                </a:lnTo>
                <a:lnTo>
                  <a:pt x="188039" y="243250"/>
                </a:lnTo>
                <a:lnTo>
                  <a:pt x="188024" y="243682"/>
                </a:lnTo>
                <a:lnTo>
                  <a:pt x="188039" y="244120"/>
                </a:lnTo>
                <a:lnTo>
                  <a:pt x="188081" y="244556"/>
                </a:lnTo>
                <a:lnTo>
                  <a:pt x="188151" y="244987"/>
                </a:lnTo>
                <a:lnTo>
                  <a:pt x="188248" y="245414"/>
                </a:lnTo>
                <a:lnTo>
                  <a:pt x="188369" y="245835"/>
                </a:lnTo>
                <a:lnTo>
                  <a:pt x="188516" y="246249"/>
                </a:lnTo>
                <a:lnTo>
                  <a:pt x="188685" y="246654"/>
                </a:lnTo>
                <a:lnTo>
                  <a:pt x="188878" y="247050"/>
                </a:lnTo>
                <a:lnTo>
                  <a:pt x="189092" y="247436"/>
                </a:lnTo>
                <a:lnTo>
                  <a:pt x="189327" y="247810"/>
                </a:lnTo>
                <a:lnTo>
                  <a:pt x="189582" y="248171"/>
                </a:lnTo>
                <a:lnTo>
                  <a:pt x="189856" y="248518"/>
                </a:lnTo>
                <a:lnTo>
                  <a:pt x="190147" y="248851"/>
                </a:lnTo>
                <a:lnTo>
                  <a:pt x="190456" y="249167"/>
                </a:lnTo>
                <a:lnTo>
                  <a:pt x="190781" y="249466"/>
                </a:lnTo>
                <a:lnTo>
                  <a:pt x="191121" y="249747"/>
                </a:lnTo>
                <a:lnTo>
                  <a:pt x="191475" y="250009"/>
                </a:lnTo>
                <a:lnTo>
                  <a:pt x="191843" y="250249"/>
                </a:lnTo>
                <a:lnTo>
                  <a:pt x="192223" y="250469"/>
                </a:lnTo>
                <a:lnTo>
                  <a:pt x="192615" y="250665"/>
                </a:lnTo>
                <a:lnTo>
                  <a:pt x="193017" y="250838"/>
                </a:lnTo>
                <a:lnTo>
                  <a:pt x="193428" y="250985"/>
                </a:lnTo>
                <a:lnTo>
                  <a:pt x="193849" y="251106"/>
                </a:lnTo>
                <a:lnTo>
                  <a:pt x="194277" y="251200"/>
                </a:lnTo>
                <a:lnTo>
                  <a:pt x="205337" y="253250"/>
                </a:lnTo>
                <a:lnTo>
                  <a:pt x="211590" y="254409"/>
                </a:lnTo>
                <a:lnTo>
                  <a:pt x="211590" y="248050"/>
                </a:lnTo>
                <a:lnTo>
                  <a:pt x="211590" y="236801"/>
                </a:lnTo>
                <a:lnTo>
                  <a:pt x="211575" y="236363"/>
                </a:lnTo>
                <a:lnTo>
                  <a:pt x="211533" y="235928"/>
                </a:lnTo>
                <a:lnTo>
                  <a:pt x="211463" y="235496"/>
                </a:lnTo>
                <a:lnTo>
                  <a:pt x="211366" y="235069"/>
                </a:lnTo>
                <a:lnTo>
                  <a:pt x="211245" y="234649"/>
                </a:lnTo>
                <a:lnTo>
                  <a:pt x="211098" y="234235"/>
                </a:lnTo>
                <a:lnTo>
                  <a:pt x="210928" y="233830"/>
                </a:lnTo>
                <a:lnTo>
                  <a:pt x="210736" y="233434"/>
                </a:lnTo>
                <a:lnTo>
                  <a:pt x="210522" y="233048"/>
                </a:lnTo>
                <a:lnTo>
                  <a:pt x="210287" y="232674"/>
                </a:lnTo>
                <a:lnTo>
                  <a:pt x="210032" y="232313"/>
                </a:lnTo>
                <a:lnTo>
                  <a:pt x="209758" y="231965"/>
                </a:lnTo>
                <a:lnTo>
                  <a:pt x="209467" y="231633"/>
                </a:lnTo>
                <a:lnTo>
                  <a:pt x="209158" y="231316"/>
                </a:lnTo>
                <a:lnTo>
                  <a:pt x="208833" y="231017"/>
                </a:lnTo>
                <a:lnTo>
                  <a:pt x="208493" y="230736"/>
                </a:lnTo>
                <a:lnTo>
                  <a:pt x="208139" y="230475"/>
                </a:lnTo>
                <a:lnTo>
                  <a:pt x="207771" y="230234"/>
                </a:lnTo>
                <a:lnTo>
                  <a:pt x="207391" y="230015"/>
                </a:lnTo>
                <a:lnTo>
                  <a:pt x="206999" y="229819"/>
                </a:lnTo>
                <a:lnTo>
                  <a:pt x="206597" y="229646"/>
                </a:lnTo>
                <a:lnTo>
                  <a:pt x="206185" y="229499"/>
                </a:lnTo>
                <a:lnTo>
                  <a:pt x="205765" y="229377"/>
                </a:lnTo>
                <a:lnTo>
                  <a:pt x="205337" y="229283"/>
                </a:lnTo>
                <a:lnTo>
                  <a:pt x="204909" y="229219"/>
                </a:lnTo>
                <a:lnTo>
                  <a:pt x="204489" y="229184"/>
                </a:lnTo>
                <a:lnTo>
                  <a:pt x="204077" y="229179"/>
                </a:lnTo>
                <a:lnTo>
                  <a:pt x="203675" y="229202"/>
                </a:lnTo>
                <a:lnTo>
                  <a:pt x="203283" y="229254"/>
                </a:lnTo>
                <a:lnTo>
                  <a:pt x="202903" y="229332"/>
                </a:lnTo>
                <a:lnTo>
                  <a:pt x="202536" y="229437"/>
                </a:lnTo>
                <a:lnTo>
                  <a:pt x="202181" y="229567"/>
                </a:lnTo>
                <a:lnTo>
                  <a:pt x="201841" y="229721"/>
                </a:lnTo>
                <a:lnTo>
                  <a:pt x="201516" y="229900"/>
                </a:lnTo>
                <a:lnTo>
                  <a:pt x="201207" y="230102"/>
                </a:lnTo>
                <a:lnTo>
                  <a:pt x="200916" y="230326"/>
                </a:lnTo>
                <a:lnTo>
                  <a:pt x="200642" y="230572"/>
                </a:lnTo>
                <a:lnTo>
                  <a:pt x="200387" y="230839"/>
                </a:lnTo>
                <a:lnTo>
                  <a:pt x="200152" y="231126"/>
                </a:lnTo>
                <a:lnTo>
                  <a:pt x="199938" y="231432"/>
                </a:lnTo>
                <a:lnTo>
                  <a:pt x="199746" y="231757"/>
                </a:lnTo>
                <a:lnTo>
                  <a:pt x="199576" y="232099"/>
                </a:lnTo>
                <a:lnTo>
                  <a:pt x="199430" y="232459"/>
                </a:lnTo>
                <a:lnTo>
                  <a:pt x="199308" y="232834"/>
                </a:lnTo>
                <a:lnTo>
                  <a:pt x="199211" y="233226"/>
                </a:lnTo>
                <a:lnTo>
                  <a:pt x="199141" y="233631"/>
                </a:lnTo>
                <a:lnTo>
                  <a:pt x="199099" y="234051"/>
                </a:lnTo>
                <a:lnTo>
                  <a:pt x="199084" y="234484"/>
                </a:lnTo>
                <a:lnTo>
                  <a:pt x="199084" y="239373"/>
                </a:lnTo>
                <a:lnTo>
                  <a:pt x="194277" y="238482"/>
                </a:lnTo>
                <a:lnTo>
                  <a:pt x="193849" y="238417"/>
                </a:lnTo>
                <a:lnTo>
                  <a:pt x="193428" y="238383"/>
                </a:lnTo>
                <a:lnTo>
                  <a:pt x="193017" y="238378"/>
                </a:lnTo>
                <a:lnTo>
                  <a:pt x="192615" y="238401"/>
                </a:lnTo>
                <a:lnTo>
                  <a:pt x="192223" y="238452"/>
                </a:lnTo>
                <a:lnTo>
                  <a:pt x="191843" y="238531"/>
                </a:lnTo>
                <a:close/>
                <a:moveTo>
                  <a:pt x="211098" y="99252"/>
                </a:moveTo>
                <a:lnTo>
                  <a:pt x="210928" y="98846"/>
                </a:lnTo>
                <a:lnTo>
                  <a:pt x="210736" y="98450"/>
                </a:lnTo>
                <a:lnTo>
                  <a:pt x="210522" y="98065"/>
                </a:lnTo>
                <a:lnTo>
                  <a:pt x="210287" y="97691"/>
                </a:lnTo>
                <a:lnTo>
                  <a:pt x="210032" y="97329"/>
                </a:lnTo>
                <a:lnTo>
                  <a:pt x="209758" y="96982"/>
                </a:lnTo>
                <a:lnTo>
                  <a:pt x="209467" y="96650"/>
                </a:lnTo>
                <a:lnTo>
                  <a:pt x="209158" y="96333"/>
                </a:lnTo>
                <a:lnTo>
                  <a:pt x="208833" y="96034"/>
                </a:lnTo>
                <a:lnTo>
                  <a:pt x="208493" y="95753"/>
                </a:lnTo>
                <a:lnTo>
                  <a:pt x="208139" y="95492"/>
                </a:lnTo>
                <a:lnTo>
                  <a:pt x="207771" y="95251"/>
                </a:lnTo>
                <a:lnTo>
                  <a:pt x="207391" y="95032"/>
                </a:lnTo>
                <a:lnTo>
                  <a:pt x="206999" y="94835"/>
                </a:lnTo>
                <a:lnTo>
                  <a:pt x="206597" y="94663"/>
                </a:lnTo>
                <a:lnTo>
                  <a:pt x="206185" y="94515"/>
                </a:lnTo>
                <a:lnTo>
                  <a:pt x="205765" y="94394"/>
                </a:lnTo>
                <a:lnTo>
                  <a:pt x="205337" y="94300"/>
                </a:lnTo>
                <a:lnTo>
                  <a:pt x="204909" y="94235"/>
                </a:lnTo>
                <a:lnTo>
                  <a:pt x="204489" y="94201"/>
                </a:lnTo>
                <a:lnTo>
                  <a:pt x="204077" y="94196"/>
                </a:lnTo>
                <a:lnTo>
                  <a:pt x="203675" y="94219"/>
                </a:lnTo>
                <a:lnTo>
                  <a:pt x="203283" y="94270"/>
                </a:lnTo>
                <a:lnTo>
                  <a:pt x="202903" y="94349"/>
                </a:lnTo>
                <a:lnTo>
                  <a:pt x="202536" y="94453"/>
                </a:lnTo>
                <a:lnTo>
                  <a:pt x="202181" y="94583"/>
                </a:lnTo>
                <a:lnTo>
                  <a:pt x="201841" y="94738"/>
                </a:lnTo>
                <a:lnTo>
                  <a:pt x="201516" y="94917"/>
                </a:lnTo>
                <a:lnTo>
                  <a:pt x="201207" y="95119"/>
                </a:lnTo>
                <a:lnTo>
                  <a:pt x="200916" y="95343"/>
                </a:lnTo>
                <a:lnTo>
                  <a:pt x="200642" y="95589"/>
                </a:lnTo>
                <a:lnTo>
                  <a:pt x="200387" y="95856"/>
                </a:lnTo>
                <a:lnTo>
                  <a:pt x="200152" y="96143"/>
                </a:lnTo>
                <a:lnTo>
                  <a:pt x="199938" y="96449"/>
                </a:lnTo>
                <a:lnTo>
                  <a:pt x="199746" y="96774"/>
                </a:lnTo>
                <a:lnTo>
                  <a:pt x="199576" y="97116"/>
                </a:lnTo>
                <a:lnTo>
                  <a:pt x="199430" y="97476"/>
                </a:lnTo>
                <a:lnTo>
                  <a:pt x="199308" y="97851"/>
                </a:lnTo>
                <a:lnTo>
                  <a:pt x="199211" y="98242"/>
                </a:lnTo>
                <a:lnTo>
                  <a:pt x="199141" y="98648"/>
                </a:lnTo>
                <a:lnTo>
                  <a:pt x="199099" y="99068"/>
                </a:lnTo>
                <a:lnTo>
                  <a:pt x="199084" y="99500"/>
                </a:lnTo>
                <a:lnTo>
                  <a:pt x="199084" y="121998"/>
                </a:lnTo>
                <a:lnTo>
                  <a:pt x="199099" y="122436"/>
                </a:lnTo>
                <a:lnTo>
                  <a:pt x="199141" y="122871"/>
                </a:lnTo>
                <a:lnTo>
                  <a:pt x="199211" y="123303"/>
                </a:lnTo>
                <a:lnTo>
                  <a:pt x="199308" y="123729"/>
                </a:lnTo>
                <a:lnTo>
                  <a:pt x="199430" y="124150"/>
                </a:lnTo>
                <a:lnTo>
                  <a:pt x="199576" y="124564"/>
                </a:lnTo>
                <a:lnTo>
                  <a:pt x="199746" y="124969"/>
                </a:lnTo>
                <a:lnTo>
                  <a:pt x="199938" y="125365"/>
                </a:lnTo>
                <a:lnTo>
                  <a:pt x="200152" y="125751"/>
                </a:lnTo>
                <a:lnTo>
                  <a:pt x="200387" y="126125"/>
                </a:lnTo>
                <a:lnTo>
                  <a:pt x="200642" y="126486"/>
                </a:lnTo>
                <a:lnTo>
                  <a:pt x="200916" y="126834"/>
                </a:lnTo>
                <a:lnTo>
                  <a:pt x="201207" y="127166"/>
                </a:lnTo>
                <a:lnTo>
                  <a:pt x="201516" y="127482"/>
                </a:lnTo>
                <a:lnTo>
                  <a:pt x="201841" y="127782"/>
                </a:lnTo>
                <a:lnTo>
                  <a:pt x="202181" y="128062"/>
                </a:lnTo>
                <a:lnTo>
                  <a:pt x="202536" y="128324"/>
                </a:lnTo>
                <a:lnTo>
                  <a:pt x="202903" y="128565"/>
                </a:lnTo>
                <a:lnTo>
                  <a:pt x="203283" y="128784"/>
                </a:lnTo>
                <a:lnTo>
                  <a:pt x="203675" y="128980"/>
                </a:lnTo>
                <a:lnTo>
                  <a:pt x="204077" y="129153"/>
                </a:lnTo>
                <a:lnTo>
                  <a:pt x="204489" y="129300"/>
                </a:lnTo>
                <a:lnTo>
                  <a:pt x="204909" y="129422"/>
                </a:lnTo>
                <a:lnTo>
                  <a:pt x="205337" y="129516"/>
                </a:lnTo>
                <a:lnTo>
                  <a:pt x="205765" y="129580"/>
                </a:lnTo>
                <a:lnTo>
                  <a:pt x="206185" y="129615"/>
                </a:lnTo>
                <a:lnTo>
                  <a:pt x="206597" y="129620"/>
                </a:lnTo>
                <a:lnTo>
                  <a:pt x="206999" y="129596"/>
                </a:lnTo>
                <a:lnTo>
                  <a:pt x="207391" y="129545"/>
                </a:lnTo>
                <a:lnTo>
                  <a:pt x="207771" y="129467"/>
                </a:lnTo>
                <a:lnTo>
                  <a:pt x="208139" y="129362"/>
                </a:lnTo>
                <a:lnTo>
                  <a:pt x="208493" y="129232"/>
                </a:lnTo>
                <a:lnTo>
                  <a:pt x="208833" y="129077"/>
                </a:lnTo>
                <a:lnTo>
                  <a:pt x="209158" y="128899"/>
                </a:lnTo>
                <a:lnTo>
                  <a:pt x="209467" y="128697"/>
                </a:lnTo>
                <a:lnTo>
                  <a:pt x="209758" y="128472"/>
                </a:lnTo>
                <a:lnTo>
                  <a:pt x="210032" y="128226"/>
                </a:lnTo>
                <a:lnTo>
                  <a:pt x="210287" y="127960"/>
                </a:lnTo>
                <a:lnTo>
                  <a:pt x="210522" y="127673"/>
                </a:lnTo>
                <a:lnTo>
                  <a:pt x="210736" y="127367"/>
                </a:lnTo>
                <a:lnTo>
                  <a:pt x="210928" y="127042"/>
                </a:lnTo>
                <a:lnTo>
                  <a:pt x="211098" y="126699"/>
                </a:lnTo>
                <a:lnTo>
                  <a:pt x="211245" y="126340"/>
                </a:lnTo>
                <a:lnTo>
                  <a:pt x="211366" y="125964"/>
                </a:lnTo>
                <a:lnTo>
                  <a:pt x="211463" y="125573"/>
                </a:lnTo>
                <a:lnTo>
                  <a:pt x="211533" y="125168"/>
                </a:lnTo>
                <a:lnTo>
                  <a:pt x="211575" y="124748"/>
                </a:lnTo>
                <a:lnTo>
                  <a:pt x="211590" y="124315"/>
                </a:lnTo>
                <a:lnTo>
                  <a:pt x="211590" y="101818"/>
                </a:lnTo>
                <a:lnTo>
                  <a:pt x="211575" y="101380"/>
                </a:lnTo>
                <a:lnTo>
                  <a:pt x="211533" y="100945"/>
                </a:lnTo>
                <a:lnTo>
                  <a:pt x="211463" y="100513"/>
                </a:lnTo>
                <a:lnTo>
                  <a:pt x="211366" y="100086"/>
                </a:lnTo>
                <a:lnTo>
                  <a:pt x="211245" y="99665"/>
                </a:lnTo>
                <a:lnTo>
                  <a:pt x="211098" y="99252"/>
                </a:lnTo>
                <a:close/>
                <a:moveTo>
                  <a:pt x="211098" y="166743"/>
                </a:moveTo>
                <a:lnTo>
                  <a:pt x="210928" y="166338"/>
                </a:lnTo>
                <a:lnTo>
                  <a:pt x="210736" y="165942"/>
                </a:lnTo>
                <a:lnTo>
                  <a:pt x="210522" y="165556"/>
                </a:lnTo>
                <a:lnTo>
                  <a:pt x="210287" y="165182"/>
                </a:lnTo>
                <a:lnTo>
                  <a:pt x="210032" y="164821"/>
                </a:lnTo>
                <a:lnTo>
                  <a:pt x="209758" y="164474"/>
                </a:lnTo>
                <a:lnTo>
                  <a:pt x="209467" y="164141"/>
                </a:lnTo>
                <a:lnTo>
                  <a:pt x="209158" y="163825"/>
                </a:lnTo>
                <a:lnTo>
                  <a:pt x="208833" y="163526"/>
                </a:lnTo>
                <a:lnTo>
                  <a:pt x="208493" y="163245"/>
                </a:lnTo>
                <a:lnTo>
                  <a:pt x="208139" y="162983"/>
                </a:lnTo>
                <a:lnTo>
                  <a:pt x="207771" y="162743"/>
                </a:lnTo>
                <a:lnTo>
                  <a:pt x="207391" y="162523"/>
                </a:lnTo>
                <a:lnTo>
                  <a:pt x="206999" y="162327"/>
                </a:lnTo>
                <a:lnTo>
                  <a:pt x="206597" y="162154"/>
                </a:lnTo>
                <a:lnTo>
                  <a:pt x="206185" y="162007"/>
                </a:lnTo>
                <a:lnTo>
                  <a:pt x="205765" y="161886"/>
                </a:lnTo>
                <a:lnTo>
                  <a:pt x="205337" y="161792"/>
                </a:lnTo>
                <a:lnTo>
                  <a:pt x="204909" y="161727"/>
                </a:lnTo>
                <a:lnTo>
                  <a:pt x="204489" y="161692"/>
                </a:lnTo>
                <a:lnTo>
                  <a:pt x="204077" y="161687"/>
                </a:lnTo>
                <a:lnTo>
                  <a:pt x="203675" y="161711"/>
                </a:lnTo>
                <a:lnTo>
                  <a:pt x="203283" y="161762"/>
                </a:lnTo>
                <a:lnTo>
                  <a:pt x="202903" y="161840"/>
                </a:lnTo>
                <a:lnTo>
                  <a:pt x="202536" y="161945"/>
                </a:lnTo>
                <a:lnTo>
                  <a:pt x="202181" y="162075"/>
                </a:lnTo>
                <a:lnTo>
                  <a:pt x="201841" y="162230"/>
                </a:lnTo>
                <a:lnTo>
                  <a:pt x="201516" y="162409"/>
                </a:lnTo>
                <a:lnTo>
                  <a:pt x="201207" y="162610"/>
                </a:lnTo>
                <a:lnTo>
                  <a:pt x="200916" y="162835"/>
                </a:lnTo>
                <a:lnTo>
                  <a:pt x="200642" y="163081"/>
                </a:lnTo>
                <a:lnTo>
                  <a:pt x="200387" y="163348"/>
                </a:lnTo>
                <a:lnTo>
                  <a:pt x="200152" y="163634"/>
                </a:lnTo>
                <a:lnTo>
                  <a:pt x="199938" y="163941"/>
                </a:lnTo>
                <a:lnTo>
                  <a:pt x="199746" y="164265"/>
                </a:lnTo>
                <a:lnTo>
                  <a:pt x="199576" y="164608"/>
                </a:lnTo>
                <a:lnTo>
                  <a:pt x="199430" y="164967"/>
                </a:lnTo>
                <a:lnTo>
                  <a:pt x="199308" y="165343"/>
                </a:lnTo>
                <a:lnTo>
                  <a:pt x="199211" y="165734"/>
                </a:lnTo>
                <a:lnTo>
                  <a:pt x="199141" y="166140"/>
                </a:lnTo>
                <a:lnTo>
                  <a:pt x="199099" y="166559"/>
                </a:lnTo>
                <a:lnTo>
                  <a:pt x="199084" y="166992"/>
                </a:lnTo>
                <a:lnTo>
                  <a:pt x="199084" y="189489"/>
                </a:lnTo>
                <a:lnTo>
                  <a:pt x="199099" y="189927"/>
                </a:lnTo>
                <a:lnTo>
                  <a:pt x="199141" y="190363"/>
                </a:lnTo>
                <a:lnTo>
                  <a:pt x="199211" y="190794"/>
                </a:lnTo>
                <a:lnTo>
                  <a:pt x="199308" y="191221"/>
                </a:lnTo>
                <a:lnTo>
                  <a:pt x="199430" y="191642"/>
                </a:lnTo>
                <a:lnTo>
                  <a:pt x="199576" y="192055"/>
                </a:lnTo>
                <a:lnTo>
                  <a:pt x="199746" y="192461"/>
                </a:lnTo>
                <a:lnTo>
                  <a:pt x="199938" y="192857"/>
                </a:lnTo>
                <a:lnTo>
                  <a:pt x="200152" y="193243"/>
                </a:lnTo>
                <a:lnTo>
                  <a:pt x="200387" y="193616"/>
                </a:lnTo>
                <a:lnTo>
                  <a:pt x="200642" y="193978"/>
                </a:lnTo>
                <a:lnTo>
                  <a:pt x="200916" y="194325"/>
                </a:lnTo>
                <a:lnTo>
                  <a:pt x="201207" y="194658"/>
                </a:lnTo>
                <a:lnTo>
                  <a:pt x="201516" y="194974"/>
                </a:lnTo>
                <a:lnTo>
                  <a:pt x="201841" y="195273"/>
                </a:lnTo>
                <a:lnTo>
                  <a:pt x="202181" y="195554"/>
                </a:lnTo>
                <a:lnTo>
                  <a:pt x="202536" y="195815"/>
                </a:lnTo>
                <a:lnTo>
                  <a:pt x="202903" y="196056"/>
                </a:lnTo>
                <a:lnTo>
                  <a:pt x="203283" y="196276"/>
                </a:lnTo>
                <a:lnTo>
                  <a:pt x="203675" y="196472"/>
                </a:lnTo>
                <a:lnTo>
                  <a:pt x="204077" y="196644"/>
                </a:lnTo>
                <a:lnTo>
                  <a:pt x="204489" y="196792"/>
                </a:lnTo>
                <a:lnTo>
                  <a:pt x="204909" y="196913"/>
                </a:lnTo>
                <a:lnTo>
                  <a:pt x="205337" y="197007"/>
                </a:lnTo>
                <a:lnTo>
                  <a:pt x="205765" y="197072"/>
                </a:lnTo>
                <a:lnTo>
                  <a:pt x="206185" y="197106"/>
                </a:lnTo>
                <a:lnTo>
                  <a:pt x="206597" y="197111"/>
                </a:lnTo>
                <a:lnTo>
                  <a:pt x="206999" y="197088"/>
                </a:lnTo>
                <a:lnTo>
                  <a:pt x="207391" y="197037"/>
                </a:lnTo>
                <a:lnTo>
                  <a:pt x="207771" y="196958"/>
                </a:lnTo>
                <a:lnTo>
                  <a:pt x="208139" y="196854"/>
                </a:lnTo>
                <a:lnTo>
                  <a:pt x="208493" y="196724"/>
                </a:lnTo>
                <a:lnTo>
                  <a:pt x="208833" y="196569"/>
                </a:lnTo>
                <a:lnTo>
                  <a:pt x="209158" y="196390"/>
                </a:lnTo>
                <a:lnTo>
                  <a:pt x="209467" y="196188"/>
                </a:lnTo>
                <a:lnTo>
                  <a:pt x="209758" y="195964"/>
                </a:lnTo>
                <a:lnTo>
                  <a:pt x="210032" y="195718"/>
                </a:lnTo>
                <a:lnTo>
                  <a:pt x="210287" y="195451"/>
                </a:lnTo>
                <a:lnTo>
                  <a:pt x="210522" y="195164"/>
                </a:lnTo>
                <a:lnTo>
                  <a:pt x="210736" y="194858"/>
                </a:lnTo>
                <a:lnTo>
                  <a:pt x="210928" y="194534"/>
                </a:lnTo>
                <a:lnTo>
                  <a:pt x="211098" y="194191"/>
                </a:lnTo>
                <a:lnTo>
                  <a:pt x="211245" y="193832"/>
                </a:lnTo>
                <a:lnTo>
                  <a:pt x="211366" y="193456"/>
                </a:lnTo>
                <a:lnTo>
                  <a:pt x="211463" y="193065"/>
                </a:lnTo>
                <a:lnTo>
                  <a:pt x="211533" y="192659"/>
                </a:lnTo>
                <a:lnTo>
                  <a:pt x="211575" y="192240"/>
                </a:lnTo>
                <a:lnTo>
                  <a:pt x="211590" y="191807"/>
                </a:lnTo>
                <a:lnTo>
                  <a:pt x="211590" y="169310"/>
                </a:lnTo>
                <a:lnTo>
                  <a:pt x="211575" y="168872"/>
                </a:lnTo>
                <a:lnTo>
                  <a:pt x="211533" y="168436"/>
                </a:lnTo>
                <a:lnTo>
                  <a:pt x="211463" y="168005"/>
                </a:lnTo>
                <a:lnTo>
                  <a:pt x="211366" y="167578"/>
                </a:lnTo>
                <a:lnTo>
                  <a:pt x="211245" y="167157"/>
                </a:lnTo>
                <a:lnTo>
                  <a:pt x="211098" y="166743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DBF7DF-B1CF-4347-AAD0-2F045E33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06" y="2561506"/>
            <a:ext cx="1704242" cy="451497"/>
          </a:xfrm>
          <a:custGeom xmlns:a="http://schemas.openxmlformats.org/drawingml/2006/main">
            <a:pathLst>
              <a:path w="1704242" h="451497">
                <a:moveTo>
                  <a:pt x="0" y="31796"/>
                </a:moveTo>
                <a:cubicBezTo>
                  <a:pt x="0" y="14235"/>
                  <a:pt x="14235" y="0"/>
                  <a:pt x="31796" y="0"/>
                </a:cubicBezTo>
                <a:lnTo>
                  <a:pt x="1672447" y="0"/>
                </a:lnTo>
                <a:cubicBezTo>
                  <a:pt x="1690007" y="0"/>
                  <a:pt x="1704242" y="14235"/>
                  <a:pt x="1704242" y="31796"/>
                </a:cubicBezTo>
                <a:lnTo>
                  <a:pt x="1704242" y="419701"/>
                </a:lnTo>
                <a:cubicBezTo>
                  <a:pt x="1704242" y="437262"/>
                  <a:pt x="1690007" y="451497"/>
                  <a:pt x="1672447" y="451497"/>
                </a:cubicBezTo>
                <a:lnTo>
                  <a:pt x="31796" y="451497"/>
                </a:lnTo>
                <a:cubicBezTo>
                  <a:pt x="14235" y="451497"/>
                  <a:pt x="0" y="437262"/>
                  <a:pt x="0" y="419701"/>
                </a:cubicBezTo>
                <a:lnTo>
                  <a:pt x="0" y="3179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28F368-C17C-41F8-BF35-0A0AC6B7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06" y="2561506"/>
            <a:ext cx="1704242" cy="451497"/>
          </a:xfrm>
          <a:custGeom xmlns:a="http://schemas.openxmlformats.org/drawingml/2006/main">
            <a:pathLst>
              <a:path w="1704242" h="451497">
                <a:moveTo>
                  <a:pt x="646" y="426109"/>
                </a:moveTo>
                <a:lnTo>
                  <a:pt x="1136" y="428154"/>
                </a:lnTo>
                <a:lnTo>
                  <a:pt x="1755" y="430145"/>
                </a:lnTo>
                <a:lnTo>
                  <a:pt x="2499" y="432078"/>
                </a:lnTo>
                <a:lnTo>
                  <a:pt x="3362" y="433947"/>
                </a:lnTo>
                <a:lnTo>
                  <a:pt x="4341" y="435749"/>
                </a:lnTo>
                <a:lnTo>
                  <a:pt x="5430" y="437479"/>
                </a:lnTo>
                <a:lnTo>
                  <a:pt x="6625" y="439131"/>
                </a:lnTo>
                <a:lnTo>
                  <a:pt x="7921" y="440701"/>
                </a:lnTo>
                <a:lnTo>
                  <a:pt x="9313" y="442184"/>
                </a:lnTo>
                <a:lnTo>
                  <a:pt x="10796" y="443576"/>
                </a:lnTo>
                <a:lnTo>
                  <a:pt x="12366" y="444872"/>
                </a:lnTo>
                <a:lnTo>
                  <a:pt x="14018" y="446067"/>
                </a:lnTo>
                <a:lnTo>
                  <a:pt x="15748" y="447156"/>
                </a:lnTo>
                <a:lnTo>
                  <a:pt x="17550" y="448135"/>
                </a:lnTo>
                <a:lnTo>
                  <a:pt x="19419" y="448998"/>
                </a:lnTo>
                <a:lnTo>
                  <a:pt x="21352" y="449742"/>
                </a:lnTo>
                <a:lnTo>
                  <a:pt x="23343" y="450361"/>
                </a:lnTo>
                <a:lnTo>
                  <a:pt x="25388" y="450851"/>
                </a:lnTo>
                <a:lnTo>
                  <a:pt x="27481" y="451207"/>
                </a:lnTo>
                <a:lnTo>
                  <a:pt x="29619" y="451424"/>
                </a:lnTo>
                <a:lnTo>
                  <a:pt x="31796" y="451497"/>
                </a:lnTo>
                <a:lnTo>
                  <a:pt x="1672447" y="451497"/>
                </a:lnTo>
                <a:lnTo>
                  <a:pt x="1674624" y="451424"/>
                </a:lnTo>
                <a:lnTo>
                  <a:pt x="1676761" y="451207"/>
                </a:lnTo>
                <a:lnTo>
                  <a:pt x="1678855" y="450851"/>
                </a:lnTo>
                <a:lnTo>
                  <a:pt x="1680899" y="450361"/>
                </a:lnTo>
                <a:lnTo>
                  <a:pt x="1682890" y="449742"/>
                </a:lnTo>
                <a:lnTo>
                  <a:pt x="1684823" y="448998"/>
                </a:lnTo>
                <a:lnTo>
                  <a:pt x="1686693" y="448135"/>
                </a:lnTo>
                <a:lnTo>
                  <a:pt x="1688494" y="447156"/>
                </a:lnTo>
                <a:lnTo>
                  <a:pt x="1690224" y="446067"/>
                </a:lnTo>
                <a:lnTo>
                  <a:pt x="1691876" y="444872"/>
                </a:lnTo>
                <a:lnTo>
                  <a:pt x="1693446" y="443576"/>
                </a:lnTo>
                <a:lnTo>
                  <a:pt x="1694929" y="442184"/>
                </a:lnTo>
                <a:lnTo>
                  <a:pt x="1696321" y="440701"/>
                </a:lnTo>
                <a:lnTo>
                  <a:pt x="1697617" y="439131"/>
                </a:lnTo>
                <a:lnTo>
                  <a:pt x="1698812" y="437479"/>
                </a:lnTo>
                <a:lnTo>
                  <a:pt x="1699901" y="435749"/>
                </a:lnTo>
                <a:lnTo>
                  <a:pt x="1700880" y="433947"/>
                </a:lnTo>
                <a:lnTo>
                  <a:pt x="1701744" y="432078"/>
                </a:lnTo>
                <a:lnTo>
                  <a:pt x="1702487" y="430145"/>
                </a:lnTo>
                <a:lnTo>
                  <a:pt x="1703106" y="428154"/>
                </a:lnTo>
                <a:lnTo>
                  <a:pt x="1703596" y="426109"/>
                </a:lnTo>
                <a:lnTo>
                  <a:pt x="1703952" y="424016"/>
                </a:lnTo>
                <a:lnTo>
                  <a:pt x="1704169" y="421878"/>
                </a:lnTo>
                <a:lnTo>
                  <a:pt x="1704242" y="419701"/>
                </a:lnTo>
                <a:lnTo>
                  <a:pt x="1704242" y="31796"/>
                </a:lnTo>
                <a:lnTo>
                  <a:pt x="1704169" y="29619"/>
                </a:lnTo>
                <a:lnTo>
                  <a:pt x="1703952" y="27481"/>
                </a:lnTo>
                <a:lnTo>
                  <a:pt x="1703596" y="25388"/>
                </a:lnTo>
                <a:lnTo>
                  <a:pt x="1703106" y="23343"/>
                </a:lnTo>
                <a:lnTo>
                  <a:pt x="1702487" y="21352"/>
                </a:lnTo>
                <a:lnTo>
                  <a:pt x="1701744" y="19419"/>
                </a:lnTo>
                <a:lnTo>
                  <a:pt x="1700880" y="17550"/>
                </a:lnTo>
                <a:lnTo>
                  <a:pt x="1699901" y="15748"/>
                </a:lnTo>
                <a:lnTo>
                  <a:pt x="1698812" y="14018"/>
                </a:lnTo>
                <a:lnTo>
                  <a:pt x="1697617" y="12366"/>
                </a:lnTo>
                <a:lnTo>
                  <a:pt x="1696321" y="10796"/>
                </a:lnTo>
                <a:lnTo>
                  <a:pt x="1694929" y="9313"/>
                </a:lnTo>
                <a:lnTo>
                  <a:pt x="1693446" y="7921"/>
                </a:lnTo>
                <a:lnTo>
                  <a:pt x="1691876" y="6625"/>
                </a:lnTo>
                <a:lnTo>
                  <a:pt x="1690224" y="5430"/>
                </a:lnTo>
                <a:lnTo>
                  <a:pt x="1688494" y="4341"/>
                </a:lnTo>
                <a:lnTo>
                  <a:pt x="1686693" y="3362"/>
                </a:lnTo>
                <a:lnTo>
                  <a:pt x="1684823" y="2499"/>
                </a:lnTo>
                <a:lnTo>
                  <a:pt x="1682890" y="1755"/>
                </a:lnTo>
                <a:lnTo>
                  <a:pt x="1680899" y="1136"/>
                </a:lnTo>
                <a:lnTo>
                  <a:pt x="1678855" y="646"/>
                </a:lnTo>
                <a:lnTo>
                  <a:pt x="1676761" y="290"/>
                </a:lnTo>
                <a:lnTo>
                  <a:pt x="1674624" y="73"/>
                </a:lnTo>
                <a:lnTo>
                  <a:pt x="1672447" y="0"/>
                </a:lnTo>
                <a:lnTo>
                  <a:pt x="31796" y="0"/>
                </a:lnTo>
                <a:lnTo>
                  <a:pt x="29619" y="73"/>
                </a:lnTo>
                <a:lnTo>
                  <a:pt x="27481" y="290"/>
                </a:lnTo>
                <a:lnTo>
                  <a:pt x="25388" y="646"/>
                </a:lnTo>
                <a:lnTo>
                  <a:pt x="23343" y="1136"/>
                </a:lnTo>
                <a:lnTo>
                  <a:pt x="21352" y="1755"/>
                </a:lnTo>
                <a:lnTo>
                  <a:pt x="19419" y="2499"/>
                </a:lnTo>
                <a:lnTo>
                  <a:pt x="17550" y="3362"/>
                </a:lnTo>
                <a:lnTo>
                  <a:pt x="15748" y="4341"/>
                </a:lnTo>
                <a:lnTo>
                  <a:pt x="14018" y="5430"/>
                </a:lnTo>
                <a:lnTo>
                  <a:pt x="12366" y="6625"/>
                </a:lnTo>
                <a:lnTo>
                  <a:pt x="10796" y="7921"/>
                </a:lnTo>
                <a:lnTo>
                  <a:pt x="9313" y="9313"/>
                </a:lnTo>
                <a:lnTo>
                  <a:pt x="7921" y="10796"/>
                </a:lnTo>
                <a:lnTo>
                  <a:pt x="6625" y="12366"/>
                </a:lnTo>
                <a:lnTo>
                  <a:pt x="5430" y="14018"/>
                </a:lnTo>
                <a:lnTo>
                  <a:pt x="4341" y="15748"/>
                </a:lnTo>
                <a:lnTo>
                  <a:pt x="3362" y="17550"/>
                </a:lnTo>
                <a:lnTo>
                  <a:pt x="2499" y="19419"/>
                </a:lnTo>
                <a:lnTo>
                  <a:pt x="1755" y="21352"/>
                </a:lnTo>
                <a:lnTo>
                  <a:pt x="1136" y="23343"/>
                </a:lnTo>
                <a:lnTo>
                  <a:pt x="646" y="25388"/>
                </a:lnTo>
                <a:lnTo>
                  <a:pt x="290" y="27481"/>
                </a:lnTo>
                <a:lnTo>
                  <a:pt x="73" y="29619"/>
                </a:lnTo>
                <a:lnTo>
                  <a:pt x="0" y="31796"/>
                </a:lnTo>
                <a:lnTo>
                  <a:pt x="0" y="419701"/>
                </a:lnTo>
                <a:lnTo>
                  <a:pt x="73" y="421878"/>
                </a:lnTo>
                <a:lnTo>
                  <a:pt x="290" y="424016"/>
                </a:lnTo>
                <a:lnTo>
                  <a:pt x="646" y="426109"/>
                </a:lnTo>
                <a:close/>
                <a:moveTo>
                  <a:pt x="1673753" y="12762"/>
                </a:moveTo>
                <a:lnTo>
                  <a:pt x="1675035" y="12892"/>
                </a:lnTo>
                <a:lnTo>
                  <a:pt x="1676291" y="13106"/>
                </a:lnTo>
                <a:lnTo>
                  <a:pt x="1677518" y="13399"/>
                </a:lnTo>
                <a:lnTo>
                  <a:pt x="1678713" y="13771"/>
                </a:lnTo>
                <a:lnTo>
                  <a:pt x="1679872" y="14217"/>
                </a:lnTo>
                <a:lnTo>
                  <a:pt x="1680994" y="14735"/>
                </a:lnTo>
                <a:lnTo>
                  <a:pt x="1682075" y="15323"/>
                </a:lnTo>
                <a:lnTo>
                  <a:pt x="1683113" y="15976"/>
                </a:lnTo>
                <a:lnTo>
                  <a:pt x="1684104" y="16693"/>
                </a:lnTo>
                <a:lnTo>
                  <a:pt x="1685046" y="17470"/>
                </a:lnTo>
                <a:lnTo>
                  <a:pt x="1685936" y="18306"/>
                </a:lnTo>
                <a:lnTo>
                  <a:pt x="1686772" y="19196"/>
                </a:lnTo>
                <a:lnTo>
                  <a:pt x="1687549" y="20138"/>
                </a:lnTo>
                <a:lnTo>
                  <a:pt x="1688266" y="21129"/>
                </a:lnTo>
                <a:lnTo>
                  <a:pt x="1688919" y="22167"/>
                </a:lnTo>
                <a:lnTo>
                  <a:pt x="1689507" y="23248"/>
                </a:lnTo>
                <a:lnTo>
                  <a:pt x="1690025" y="24370"/>
                </a:lnTo>
                <a:lnTo>
                  <a:pt x="1690471" y="25529"/>
                </a:lnTo>
                <a:lnTo>
                  <a:pt x="1690842" y="26724"/>
                </a:lnTo>
                <a:lnTo>
                  <a:pt x="1691136" y="27951"/>
                </a:lnTo>
                <a:lnTo>
                  <a:pt x="1691350" y="29207"/>
                </a:lnTo>
                <a:lnTo>
                  <a:pt x="1691480" y="30489"/>
                </a:lnTo>
                <a:lnTo>
                  <a:pt x="1691524" y="31795"/>
                </a:lnTo>
                <a:lnTo>
                  <a:pt x="1691524" y="419701"/>
                </a:lnTo>
                <a:lnTo>
                  <a:pt x="1691480" y="421007"/>
                </a:lnTo>
                <a:lnTo>
                  <a:pt x="1691350" y="422290"/>
                </a:lnTo>
                <a:lnTo>
                  <a:pt x="1691136" y="423546"/>
                </a:lnTo>
                <a:lnTo>
                  <a:pt x="1690842" y="424773"/>
                </a:lnTo>
                <a:lnTo>
                  <a:pt x="1690471" y="425967"/>
                </a:lnTo>
                <a:lnTo>
                  <a:pt x="1690025" y="427127"/>
                </a:lnTo>
                <a:lnTo>
                  <a:pt x="1689507" y="428249"/>
                </a:lnTo>
                <a:lnTo>
                  <a:pt x="1688919" y="429330"/>
                </a:lnTo>
                <a:lnTo>
                  <a:pt x="1688266" y="430368"/>
                </a:lnTo>
                <a:lnTo>
                  <a:pt x="1687549" y="431359"/>
                </a:lnTo>
                <a:lnTo>
                  <a:pt x="1686772" y="432301"/>
                </a:lnTo>
                <a:lnTo>
                  <a:pt x="1685936" y="433191"/>
                </a:lnTo>
                <a:lnTo>
                  <a:pt x="1685046" y="434026"/>
                </a:lnTo>
                <a:lnTo>
                  <a:pt x="1684104" y="434804"/>
                </a:lnTo>
                <a:lnTo>
                  <a:pt x="1683113" y="435520"/>
                </a:lnTo>
                <a:lnTo>
                  <a:pt x="1682075" y="436174"/>
                </a:lnTo>
                <a:lnTo>
                  <a:pt x="1680994" y="436761"/>
                </a:lnTo>
                <a:lnTo>
                  <a:pt x="1679872" y="437279"/>
                </a:lnTo>
                <a:lnTo>
                  <a:pt x="1678713" y="437726"/>
                </a:lnTo>
                <a:lnTo>
                  <a:pt x="1677518" y="438097"/>
                </a:lnTo>
                <a:lnTo>
                  <a:pt x="1676291" y="438391"/>
                </a:lnTo>
                <a:lnTo>
                  <a:pt x="1675035" y="438604"/>
                </a:lnTo>
                <a:lnTo>
                  <a:pt x="1673753" y="438735"/>
                </a:lnTo>
                <a:lnTo>
                  <a:pt x="1672447" y="438779"/>
                </a:lnTo>
                <a:lnTo>
                  <a:pt x="31796" y="438779"/>
                </a:lnTo>
                <a:lnTo>
                  <a:pt x="30489" y="438735"/>
                </a:lnTo>
                <a:lnTo>
                  <a:pt x="29207" y="438604"/>
                </a:lnTo>
                <a:lnTo>
                  <a:pt x="27951" y="438391"/>
                </a:lnTo>
                <a:lnTo>
                  <a:pt x="26724" y="438097"/>
                </a:lnTo>
                <a:lnTo>
                  <a:pt x="25529" y="437726"/>
                </a:lnTo>
                <a:lnTo>
                  <a:pt x="24370" y="437279"/>
                </a:lnTo>
                <a:lnTo>
                  <a:pt x="23248" y="436761"/>
                </a:lnTo>
                <a:lnTo>
                  <a:pt x="22167" y="436174"/>
                </a:lnTo>
                <a:lnTo>
                  <a:pt x="21129" y="435520"/>
                </a:lnTo>
                <a:lnTo>
                  <a:pt x="20138" y="434804"/>
                </a:lnTo>
                <a:lnTo>
                  <a:pt x="19196" y="434026"/>
                </a:lnTo>
                <a:lnTo>
                  <a:pt x="18306" y="433191"/>
                </a:lnTo>
                <a:lnTo>
                  <a:pt x="17471" y="432301"/>
                </a:lnTo>
                <a:lnTo>
                  <a:pt x="16693" y="431359"/>
                </a:lnTo>
                <a:lnTo>
                  <a:pt x="15976" y="430368"/>
                </a:lnTo>
                <a:lnTo>
                  <a:pt x="15323" y="429330"/>
                </a:lnTo>
                <a:lnTo>
                  <a:pt x="14736" y="428249"/>
                </a:lnTo>
                <a:lnTo>
                  <a:pt x="14217" y="427127"/>
                </a:lnTo>
                <a:lnTo>
                  <a:pt x="13771" y="425967"/>
                </a:lnTo>
                <a:lnTo>
                  <a:pt x="13400" y="424773"/>
                </a:lnTo>
                <a:lnTo>
                  <a:pt x="13106" y="423546"/>
                </a:lnTo>
                <a:lnTo>
                  <a:pt x="12892" y="422290"/>
                </a:lnTo>
                <a:lnTo>
                  <a:pt x="12762" y="421007"/>
                </a:lnTo>
                <a:lnTo>
                  <a:pt x="12718" y="419701"/>
                </a:lnTo>
                <a:lnTo>
                  <a:pt x="12718" y="31795"/>
                </a:lnTo>
                <a:lnTo>
                  <a:pt x="12762" y="30489"/>
                </a:lnTo>
                <a:lnTo>
                  <a:pt x="12892" y="29207"/>
                </a:lnTo>
                <a:lnTo>
                  <a:pt x="13106" y="27951"/>
                </a:lnTo>
                <a:lnTo>
                  <a:pt x="13400" y="26724"/>
                </a:lnTo>
                <a:lnTo>
                  <a:pt x="13771" y="25529"/>
                </a:lnTo>
                <a:lnTo>
                  <a:pt x="14217" y="24370"/>
                </a:lnTo>
                <a:lnTo>
                  <a:pt x="14736" y="23248"/>
                </a:lnTo>
                <a:lnTo>
                  <a:pt x="15323" y="22167"/>
                </a:lnTo>
                <a:lnTo>
                  <a:pt x="15976" y="21129"/>
                </a:lnTo>
                <a:lnTo>
                  <a:pt x="16693" y="20138"/>
                </a:lnTo>
                <a:lnTo>
                  <a:pt x="17471" y="19196"/>
                </a:lnTo>
                <a:lnTo>
                  <a:pt x="18306" y="18306"/>
                </a:lnTo>
                <a:lnTo>
                  <a:pt x="19196" y="17470"/>
                </a:lnTo>
                <a:lnTo>
                  <a:pt x="20138" y="16693"/>
                </a:lnTo>
                <a:lnTo>
                  <a:pt x="21129" y="15976"/>
                </a:lnTo>
                <a:lnTo>
                  <a:pt x="22167" y="15323"/>
                </a:lnTo>
                <a:lnTo>
                  <a:pt x="23248" y="14735"/>
                </a:lnTo>
                <a:lnTo>
                  <a:pt x="24370" y="14217"/>
                </a:lnTo>
                <a:lnTo>
                  <a:pt x="25529" y="13771"/>
                </a:lnTo>
                <a:lnTo>
                  <a:pt x="26724" y="13399"/>
                </a:lnTo>
                <a:lnTo>
                  <a:pt x="27951" y="13106"/>
                </a:lnTo>
                <a:lnTo>
                  <a:pt x="29207" y="12892"/>
                </a:lnTo>
                <a:lnTo>
                  <a:pt x="30489" y="12762"/>
                </a:lnTo>
                <a:lnTo>
                  <a:pt x="31796" y="12718"/>
                </a:lnTo>
                <a:lnTo>
                  <a:pt x="1672447" y="12718"/>
                </a:lnTo>
                <a:lnTo>
                  <a:pt x="1673753" y="127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55519F-A72B-4321-994F-4D0BE756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576" y="2611386"/>
            <a:ext cx="1133810" cy="101746"/>
          </a:xfrm>
          <a:custGeom xmlns:a="http://schemas.openxmlformats.org/drawingml/2006/main">
            <a:pathLst>
              <a:path w="1133810" h="101746">
                <a:moveTo>
                  <a:pt x="0" y="77303"/>
                </a:moveTo>
                <a:close/>
                <a:moveTo>
                  <a:pt x="39993" y="16444"/>
                </a:moveTo>
                <a:cubicBezTo>
                  <a:pt x="37045" y="16444"/>
                  <a:pt x="34429" y="17024"/>
                  <a:pt x="32143" y="18183"/>
                </a:cubicBezTo>
                <a:cubicBezTo>
                  <a:pt x="29891" y="19309"/>
                  <a:pt x="27987" y="20949"/>
                  <a:pt x="26430" y="23101"/>
                </a:cubicBezTo>
                <a:cubicBezTo>
                  <a:pt x="24907" y="25254"/>
                  <a:pt x="23747" y="27854"/>
                  <a:pt x="22952" y="30901"/>
                </a:cubicBezTo>
                <a:cubicBezTo>
                  <a:pt x="22158" y="33948"/>
                  <a:pt x="21760" y="37376"/>
                  <a:pt x="21760" y="41185"/>
                </a:cubicBezTo>
                <a:cubicBezTo>
                  <a:pt x="21760" y="46319"/>
                  <a:pt x="22389" y="50707"/>
                  <a:pt x="23648" y="54351"/>
                </a:cubicBezTo>
                <a:cubicBezTo>
                  <a:pt x="24940" y="57961"/>
                  <a:pt x="26927" y="60726"/>
                  <a:pt x="29610" y="62647"/>
                </a:cubicBezTo>
                <a:cubicBezTo>
                  <a:pt x="32292" y="64535"/>
                  <a:pt x="35753" y="65479"/>
                  <a:pt x="39993" y="65479"/>
                </a:cubicBezTo>
                <a:cubicBezTo>
                  <a:pt x="42941" y="65479"/>
                  <a:pt x="45888" y="65148"/>
                  <a:pt x="48836" y="64485"/>
                </a:cubicBezTo>
                <a:cubicBezTo>
                  <a:pt x="51817" y="63823"/>
                  <a:pt x="55046" y="62879"/>
                  <a:pt x="58524" y="61654"/>
                </a:cubicBezTo>
                <a:lnTo>
                  <a:pt x="58524" y="74571"/>
                </a:lnTo>
                <a:cubicBezTo>
                  <a:pt x="55311" y="75895"/>
                  <a:pt x="52148" y="76839"/>
                  <a:pt x="49035" y="77402"/>
                </a:cubicBezTo>
                <a:cubicBezTo>
                  <a:pt x="45921" y="77998"/>
                  <a:pt x="42427" y="78297"/>
                  <a:pt x="38552" y="78297"/>
                </a:cubicBezTo>
                <a:cubicBezTo>
                  <a:pt x="31067" y="78297"/>
                  <a:pt x="24907" y="76756"/>
                  <a:pt x="20071" y="73676"/>
                </a:cubicBezTo>
                <a:cubicBezTo>
                  <a:pt x="15268" y="70563"/>
                  <a:pt x="11708" y="66224"/>
                  <a:pt x="9390" y="60660"/>
                </a:cubicBezTo>
                <a:cubicBezTo>
                  <a:pt x="7071" y="55063"/>
                  <a:pt x="5912" y="48538"/>
                  <a:pt x="5912" y="41086"/>
                </a:cubicBezTo>
                <a:cubicBezTo>
                  <a:pt x="5912" y="35588"/>
                  <a:pt x="6657" y="30554"/>
                  <a:pt x="8148" y="25983"/>
                </a:cubicBezTo>
                <a:cubicBezTo>
                  <a:pt x="9638" y="21412"/>
                  <a:pt x="11824" y="17454"/>
                  <a:pt x="14705" y="14109"/>
                </a:cubicBezTo>
                <a:cubicBezTo>
                  <a:pt x="17587" y="10764"/>
                  <a:pt x="21147" y="8181"/>
                  <a:pt x="25387" y="6359"/>
                </a:cubicBezTo>
                <a:cubicBezTo>
                  <a:pt x="29626" y="4537"/>
                  <a:pt x="34495" y="3627"/>
                  <a:pt x="39993" y="3627"/>
                </a:cubicBezTo>
                <a:cubicBezTo>
                  <a:pt x="43603" y="3627"/>
                  <a:pt x="47213" y="4090"/>
                  <a:pt x="50823" y="5018"/>
                </a:cubicBezTo>
                <a:cubicBezTo>
                  <a:pt x="54466" y="5912"/>
                  <a:pt x="57944" y="7154"/>
                  <a:pt x="61256" y="8744"/>
                </a:cubicBezTo>
                <a:lnTo>
                  <a:pt x="56288" y="21263"/>
                </a:lnTo>
                <a:cubicBezTo>
                  <a:pt x="53572" y="19972"/>
                  <a:pt x="50840" y="18845"/>
                  <a:pt x="48091" y="17885"/>
                </a:cubicBezTo>
                <a:cubicBezTo>
                  <a:pt x="45342" y="16925"/>
                  <a:pt x="42642" y="16444"/>
                  <a:pt x="39993" y="16444"/>
                </a:cubicBezTo>
                <a:close/>
                <a:moveTo>
                  <a:pt x="64883" y="77303"/>
                </a:moveTo>
                <a:close/>
                <a:moveTo>
                  <a:pt x="123307" y="49432"/>
                </a:moveTo>
                <a:cubicBezTo>
                  <a:pt x="123307" y="54069"/>
                  <a:pt x="122678" y="58176"/>
                  <a:pt x="121419" y="61753"/>
                </a:cubicBezTo>
                <a:cubicBezTo>
                  <a:pt x="120194" y="65330"/>
                  <a:pt x="118389" y="68360"/>
                  <a:pt x="116004" y="70844"/>
                </a:cubicBezTo>
                <a:cubicBezTo>
                  <a:pt x="113653" y="73295"/>
                  <a:pt x="110804" y="75150"/>
                  <a:pt x="107459" y="76409"/>
                </a:cubicBezTo>
                <a:cubicBezTo>
                  <a:pt x="104147" y="77667"/>
                  <a:pt x="100404" y="78297"/>
                  <a:pt x="96231" y="78297"/>
                </a:cubicBezTo>
                <a:cubicBezTo>
                  <a:pt x="92323" y="78297"/>
                  <a:pt x="88729" y="77667"/>
                  <a:pt x="85451" y="76409"/>
                </a:cubicBezTo>
                <a:cubicBezTo>
                  <a:pt x="82205" y="75150"/>
                  <a:pt x="79373" y="73295"/>
                  <a:pt x="76955" y="70844"/>
                </a:cubicBezTo>
                <a:cubicBezTo>
                  <a:pt x="74571" y="68360"/>
                  <a:pt x="72716" y="65330"/>
                  <a:pt x="71391" y="61753"/>
                </a:cubicBezTo>
                <a:cubicBezTo>
                  <a:pt x="70099" y="58176"/>
                  <a:pt x="69453" y="54069"/>
                  <a:pt x="69453" y="49432"/>
                </a:cubicBezTo>
                <a:cubicBezTo>
                  <a:pt x="69453" y="43272"/>
                  <a:pt x="70546" y="38055"/>
                  <a:pt x="72732" y="33783"/>
                </a:cubicBezTo>
                <a:cubicBezTo>
                  <a:pt x="74918" y="29510"/>
                  <a:pt x="78032" y="26264"/>
                  <a:pt x="82072" y="24045"/>
                </a:cubicBezTo>
                <a:cubicBezTo>
                  <a:pt x="86113" y="21826"/>
                  <a:pt x="90932" y="20717"/>
                  <a:pt x="96529" y="20717"/>
                </a:cubicBezTo>
                <a:cubicBezTo>
                  <a:pt x="101729" y="20717"/>
                  <a:pt x="106333" y="21826"/>
                  <a:pt x="110341" y="24045"/>
                </a:cubicBezTo>
                <a:cubicBezTo>
                  <a:pt x="114381" y="26264"/>
                  <a:pt x="117544" y="29510"/>
                  <a:pt x="119830" y="33783"/>
                </a:cubicBezTo>
                <a:cubicBezTo>
                  <a:pt x="122148" y="38055"/>
                  <a:pt x="123307" y="43272"/>
                  <a:pt x="123307" y="49432"/>
                </a:cubicBezTo>
                <a:close/>
                <a:moveTo>
                  <a:pt x="84904" y="49432"/>
                </a:moveTo>
                <a:cubicBezTo>
                  <a:pt x="84904" y="53075"/>
                  <a:pt x="85302" y="56139"/>
                  <a:pt x="86096" y="58623"/>
                </a:cubicBezTo>
                <a:cubicBezTo>
                  <a:pt x="86891" y="61107"/>
                  <a:pt x="88133" y="62978"/>
                  <a:pt x="89822" y="64237"/>
                </a:cubicBezTo>
                <a:cubicBezTo>
                  <a:pt x="91512" y="65496"/>
                  <a:pt x="93714" y="66125"/>
                  <a:pt x="96430" y="66125"/>
                </a:cubicBezTo>
                <a:cubicBezTo>
                  <a:pt x="99113" y="66125"/>
                  <a:pt x="101282" y="65496"/>
                  <a:pt x="102938" y="64237"/>
                </a:cubicBezTo>
                <a:cubicBezTo>
                  <a:pt x="104627" y="62978"/>
                  <a:pt x="105853" y="61107"/>
                  <a:pt x="106615" y="58623"/>
                </a:cubicBezTo>
                <a:cubicBezTo>
                  <a:pt x="107409" y="56139"/>
                  <a:pt x="107807" y="53075"/>
                  <a:pt x="107807" y="49432"/>
                </a:cubicBezTo>
                <a:cubicBezTo>
                  <a:pt x="107807" y="45756"/>
                  <a:pt x="107409" y="42709"/>
                  <a:pt x="106615" y="40291"/>
                </a:cubicBezTo>
                <a:cubicBezTo>
                  <a:pt x="105853" y="37840"/>
                  <a:pt x="104627" y="36002"/>
                  <a:pt x="102938" y="34776"/>
                </a:cubicBezTo>
                <a:cubicBezTo>
                  <a:pt x="101249" y="33551"/>
                  <a:pt x="99047" y="32938"/>
                  <a:pt x="96331" y="32938"/>
                </a:cubicBezTo>
                <a:cubicBezTo>
                  <a:pt x="92323" y="32938"/>
                  <a:pt x="89408" y="34313"/>
                  <a:pt x="87587" y="37062"/>
                </a:cubicBezTo>
                <a:cubicBezTo>
                  <a:pt x="85798" y="39811"/>
                  <a:pt x="84904" y="43934"/>
                  <a:pt x="84904" y="49432"/>
                </a:cubicBezTo>
                <a:close/>
                <a:moveTo>
                  <a:pt x="127878" y="77303"/>
                </a:moveTo>
                <a:close/>
                <a:moveTo>
                  <a:pt x="201057" y="20717"/>
                </a:moveTo>
                <a:cubicBezTo>
                  <a:pt x="207350" y="20717"/>
                  <a:pt x="212103" y="22340"/>
                  <a:pt x="215316" y="25585"/>
                </a:cubicBezTo>
                <a:cubicBezTo>
                  <a:pt x="218561" y="28798"/>
                  <a:pt x="220184" y="33965"/>
                  <a:pt x="220184" y="41086"/>
                </a:cubicBezTo>
                <a:lnTo>
                  <a:pt x="220184" y="77303"/>
                </a:lnTo>
                <a:lnTo>
                  <a:pt x="204982" y="77303"/>
                </a:lnTo>
                <a:lnTo>
                  <a:pt x="204982" y="44862"/>
                </a:lnTo>
                <a:cubicBezTo>
                  <a:pt x="204982" y="40887"/>
                  <a:pt x="204303" y="37890"/>
                  <a:pt x="202945" y="35869"/>
                </a:cubicBezTo>
                <a:cubicBezTo>
                  <a:pt x="201587" y="33849"/>
                  <a:pt x="199484" y="32839"/>
                  <a:pt x="196636" y="32839"/>
                </a:cubicBezTo>
                <a:cubicBezTo>
                  <a:pt x="192628" y="32839"/>
                  <a:pt x="189780" y="34280"/>
                  <a:pt x="188091" y="37161"/>
                </a:cubicBezTo>
                <a:cubicBezTo>
                  <a:pt x="186401" y="40009"/>
                  <a:pt x="185557" y="44100"/>
                  <a:pt x="185557" y="49432"/>
                </a:cubicBezTo>
                <a:lnTo>
                  <a:pt x="185557" y="77303"/>
                </a:lnTo>
                <a:lnTo>
                  <a:pt x="170404" y="77303"/>
                </a:lnTo>
                <a:lnTo>
                  <a:pt x="170404" y="44862"/>
                </a:lnTo>
                <a:cubicBezTo>
                  <a:pt x="170404" y="42212"/>
                  <a:pt x="170106" y="39993"/>
                  <a:pt x="169510" y="38204"/>
                </a:cubicBezTo>
                <a:cubicBezTo>
                  <a:pt x="168914" y="36416"/>
                  <a:pt x="168003" y="35074"/>
                  <a:pt x="166778" y="34180"/>
                </a:cubicBezTo>
                <a:cubicBezTo>
                  <a:pt x="165552" y="33286"/>
                  <a:pt x="163979" y="32839"/>
                  <a:pt x="162058" y="32839"/>
                </a:cubicBezTo>
                <a:cubicBezTo>
                  <a:pt x="159243" y="32839"/>
                  <a:pt x="157024" y="33551"/>
                  <a:pt x="155401" y="34975"/>
                </a:cubicBezTo>
                <a:cubicBezTo>
                  <a:pt x="153811" y="36366"/>
                  <a:pt x="152668" y="38436"/>
                  <a:pt x="151973" y="41185"/>
                </a:cubicBezTo>
                <a:cubicBezTo>
                  <a:pt x="151310" y="43901"/>
                  <a:pt x="150979" y="47230"/>
                  <a:pt x="150979" y="51171"/>
                </a:cubicBezTo>
                <a:lnTo>
                  <a:pt x="150979" y="77303"/>
                </a:lnTo>
                <a:lnTo>
                  <a:pt x="135827" y="77303"/>
                </a:lnTo>
                <a:lnTo>
                  <a:pt x="135827" y="21760"/>
                </a:lnTo>
                <a:lnTo>
                  <a:pt x="147402" y="21760"/>
                </a:lnTo>
                <a:lnTo>
                  <a:pt x="149439" y="28864"/>
                </a:lnTo>
                <a:lnTo>
                  <a:pt x="150284" y="28864"/>
                </a:lnTo>
                <a:cubicBezTo>
                  <a:pt x="151410" y="26943"/>
                  <a:pt x="152817" y="25387"/>
                  <a:pt x="154507" y="24194"/>
                </a:cubicBezTo>
                <a:cubicBezTo>
                  <a:pt x="156229" y="23002"/>
                  <a:pt x="158117" y="22124"/>
                  <a:pt x="160170" y="21561"/>
                </a:cubicBezTo>
                <a:cubicBezTo>
                  <a:pt x="162224" y="20998"/>
                  <a:pt x="164310" y="20717"/>
                  <a:pt x="166430" y="20717"/>
                </a:cubicBezTo>
                <a:cubicBezTo>
                  <a:pt x="170504" y="20717"/>
                  <a:pt x="173948" y="21379"/>
                  <a:pt x="176763" y="22704"/>
                </a:cubicBezTo>
                <a:cubicBezTo>
                  <a:pt x="179612" y="24029"/>
                  <a:pt x="181798" y="26082"/>
                  <a:pt x="183321" y="28864"/>
                </a:cubicBezTo>
                <a:lnTo>
                  <a:pt x="184663" y="28864"/>
                </a:lnTo>
                <a:cubicBezTo>
                  <a:pt x="186319" y="26016"/>
                  <a:pt x="188654" y="23946"/>
                  <a:pt x="191668" y="22654"/>
                </a:cubicBezTo>
                <a:cubicBezTo>
                  <a:pt x="194715" y="21363"/>
                  <a:pt x="197845" y="20717"/>
                  <a:pt x="201057" y="20717"/>
                </a:cubicBezTo>
                <a:close/>
                <a:moveTo>
                  <a:pt x="227835" y="77303"/>
                </a:moveTo>
                <a:close/>
                <a:moveTo>
                  <a:pt x="266685" y="20717"/>
                </a:moveTo>
                <a:cubicBezTo>
                  <a:pt x="272945" y="20717"/>
                  <a:pt x="277996" y="23151"/>
                  <a:pt x="281838" y="28020"/>
                </a:cubicBezTo>
                <a:cubicBezTo>
                  <a:pt x="285713" y="32889"/>
                  <a:pt x="287650" y="40026"/>
                  <a:pt x="287650" y="49432"/>
                </a:cubicBezTo>
                <a:cubicBezTo>
                  <a:pt x="287650" y="55725"/>
                  <a:pt x="286740" y="61024"/>
                  <a:pt x="284918" y="65330"/>
                </a:cubicBezTo>
                <a:cubicBezTo>
                  <a:pt x="283096" y="69602"/>
                  <a:pt x="280579" y="72832"/>
                  <a:pt x="277367" y="75018"/>
                </a:cubicBezTo>
                <a:cubicBezTo>
                  <a:pt x="274154" y="77204"/>
                  <a:pt x="270461" y="78297"/>
                  <a:pt x="266288" y="78297"/>
                </a:cubicBezTo>
                <a:cubicBezTo>
                  <a:pt x="263605" y="78297"/>
                  <a:pt x="261303" y="77965"/>
                  <a:pt x="259382" y="77303"/>
                </a:cubicBezTo>
                <a:cubicBezTo>
                  <a:pt x="257461" y="76607"/>
                  <a:pt x="255822" y="75730"/>
                  <a:pt x="254464" y="74670"/>
                </a:cubicBezTo>
                <a:cubicBezTo>
                  <a:pt x="253106" y="73577"/>
                  <a:pt x="251930" y="72418"/>
                  <a:pt x="250937" y="71192"/>
                </a:cubicBezTo>
                <a:lnTo>
                  <a:pt x="250142" y="71192"/>
                </a:lnTo>
                <a:cubicBezTo>
                  <a:pt x="250407" y="72517"/>
                  <a:pt x="250605" y="73875"/>
                  <a:pt x="250738" y="75266"/>
                </a:cubicBezTo>
                <a:cubicBezTo>
                  <a:pt x="250870" y="76657"/>
                  <a:pt x="250937" y="78015"/>
                  <a:pt x="250937" y="79340"/>
                </a:cubicBezTo>
                <a:lnTo>
                  <a:pt x="250937" y="101746"/>
                </a:lnTo>
                <a:lnTo>
                  <a:pt x="235784" y="101746"/>
                </a:lnTo>
                <a:lnTo>
                  <a:pt x="235784" y="21760"/>
                </a:lnTo>
                <a:lnTo>
                  <a:pt x="248105" y="21760"/>
                </a:lnTo>
                <a:lnTo>
                  <a:pt x="250241" y="28964"/>
                </a:lnTo>
                <a:lnTo>
                  <a:pt x="250937" y="28964"/>
                </a:lnTo>
                <a:cubicBezTo>
                  <a:pt x="251930" y="27473"/>
                  <a:pt x="253139" y="26099"/>
                  <a:pt x="254563" y="24840"/>
                </a:cubicBezTo>
                <a:cubicBezTo>
                  <a:pt x="255987" y="23582"/>
                  <a:pt x="257693" y="22588"/>
                  <a:pt x="259680" y="21859"/>
                </a:cubicBezTo>
                <a:cubicBezTo>
                  <a:pt x="261701" y="21098"/>
                  <a:pt x="264036" y="20717"/>
                  <a:pt x="266685" y="20717"/>
                </a:cubicBezTo>
                <a:close/>
                <a:moveTo>
                  <a:pt x="261817" y="32839"/>
                </a:moveTo>
                <a:cubicBezTo>
                  <a:pt x="259167" y="32839"/>
                  <a:pt x="257064" y="33385"/>
                  <a:pt x="255507" y="34478"/>
                </a:cubicBezTo>
                <a:cubicBezTo>
                  <a:pt x="253951" y="35571"/>
                  <a:pt x="252808" y="37211"/>
                  <a:pt x="252079" y="39397"/>
                </a:cubicBezTo>
                <a:cubicBezTo>
                  <a:pt x="251384" y="41583"/>
                  <a:pt x="251003" y="44348"/>
                  <a:pt x="250937" y="47693"/>
                </a:cubicBezTo>
                <a:lnTo>
                  <a:pt x="250937" y="49333"/>
                </a:lnTo>
                <a:cubicBezTo>
                  <a:pt x="250937" y="52910"/>
                  <a:pt x="251268" y="55940"/>
                  <a:pt x="251930" y="58424"/>
                </a:cubicBezTo>
                <a:cubicBezTo>
                  <a:pt x="252626" y="60908"/>
                  <a:pt x="253768" y="62796"/>
                  <a:pt x="255358" y="64088"/>
                </a:cubicBezTo>
                <a:cubicBezTo>
                  <a:pt x="256981" y="65380"/>
                  <a:pt x="259200" y="66025"/>
                  <a:pt x="262015" y="66025"/>
                </a:cubicBezTo>
                <a:cubicBezTo>
                  <a:pt x="264334" y="66025"/>
                  <a:pt x="266238" y="65380"/>
                  <a:pt x="267729" y="64088"/>
                </a:cubicBezTo>
                <a:cubicBezTo>
                  <a:pt x="269219" y="62796"/>
                  <a:pt x="270329" y="60908"/>
                  <a:pt x="271057" y="58424"/>
                </a:cubicBezTo>
                <a:cubicBezTo>
                  <a:pt x="271819" y="55907"/>
                  <a:pt x="272200" y="52844"/>
                  <a:pt x="272200" y="49233"/>
                </a:cubicBezTo>
                <a:cubicBezTo>
                  <a:pt x="272200" y="43802"/>
                  <a:pt x="271355" y="39711"/>
                  <a:pt x="269666" y="36962"/>
                </a:cubicBezTo>
                <a:cubicBezTo>
                  <a:pt x="267977" y="34213"/>
                  <a:pt x="265360" y="32839"/>
                  <a:pt x="261817" y="32839"/>
                </a:cubicBezTo>
                <a:close/>
                <a:moveTo>
                  <a:pt x="292221" y="77303"/>
                </a:moveTo>
                <a:close/>
                <a:moveTo>
                  <a:pt x="331171" y="20717"/>
                </a:moveTo>
                <a:cubicBezTo>
                  <a:pt x="331932" y="20717"/>
                  <a:pt x="332810" y="20766"/>
                  <a:pt x="333804" y="20866"/>
                </a:cubicBezTo>
                <a:cubicBezTo>
                  <a:pt x="334830" y="20932"/>
                  <a:pt x="335658" y="21031"/>
                  <a:pt x="336288" y="21164"/>
                </a:cubicBezTo>
                <a:lnTo>
                  <a:pt x="335145" y="35373"/>
                </a:lnTo>
                <a:cubicBezTo>
                  <a:pt x="334648" y="35207"/>
                  <a:pt x="333936" y="35091"/>
                  <a:pt x="333009" y="35025"/>
                </a:cubicBezTo>
                <a:cubicBezTo>
                  <a:pt x="332115" y="34925"/>
                  <a:pt x="331336" y="34876"/>
                  <a:pt x="330674" y="34876"/>
                </a:cubicBezTo>
                <a:cubicBezTo>
                  <a:pt x="328720" y="34876"/>
                  <a:pt x="326815" y="35124"/>
                  <a:pt x="324961" y="35621"/>
                </a:cubicBezTo>
                <a:cubicBezTo>
                  <a:pt x="323139" y="36118"/>
                  <a:pt x="321500" y="36929"/>
                  <a:pt x="320042" y="38055"/>
                </a:cubicBezTo>
                <a:cubicBezTo>
                  <a:pt x="318585" y="39148"/>
                  <a:pt x="317426" y="40606"/>
                  <a:pt x="316565" y="42427"/>
                </a:cubicBezTo>
                <a:cubicBezTo>
                  <a:pt x="315737" y="44216"/>
                  <a:pt x="315323" y="46418"/>
                  <a:pt x="315323" y="49035"/>
                </a:cubicBezTo>
                <a:lnTo>
                  <a:pt x="315323" y="77303"/>
                </a:lnTo>
                <a:lnTo>
                  <a:pt x="300170" y="77303"/>
                </a:lnTo>
                <a:lnTo>
                  <a:pt x="300170" y="21760"/>
                </a:lnTo>
                <a:lnTo>
                  <a:pt x="311646" y="21760"/>
                </a:lnTo>
                <a:lnTo>
                  <a:pt x="313882" y="31100"/>
                </a:lnTo>
                <a:lnTo>
                  <a:pt x="314627" y="31100"/>
                </a:lnTo>
                <a:cubicBezTo>
                  <a:pt x="315720" y="29212"/>
                  <a:pt x="317078" y="27490"/>
                  <a:pt x="318701" y="25933"/>
                </a:cubicBezTo>
                <a:cubicBezTo>
                  <a:pt x="320357" y="24343"/>
                  <a:pt x="322228" y="23085"/>
                  <a:pt x="324315" y="22158"/>
                </a:cubicBezTo>
                <a:cubicBezTo>
                  <a:pt x="326434" y="21197"/>
                  <a:pt x="328720" y="20717"/>
                  <a:pt x="331171" y="20717"/>
                </a:cubicBezTo>
                <a:close/>
                <a:moveTo>
                  <a:pt x="338424" y="77303"/>
                </a:moveTo>
                <a:close/>
                <a:moveTo>
                  <a:pt x="369276" y="20717"/>
                </a:moveTo>
                <a:cubicBezTo>
                  <a:pt x="374409" y="20717"/>
                  <a:pt x="378831" y="21710"/>
                  <a:pt x="382540" y="23698"/>
                </a:cubicBezTo>
                <a:cubicBezTo>
                  <a:pt x="386250" y="25652"/>
                  <a:pt x="389115" y="28500"/>
                  <a:pt x="391135" y="32243"/>
                </a:cubicBezTo>
                <a:cubicBezTo>
                  <a:pt x="393155" y="35985"/>
                  <a:pt x="394166" y="40556"/>
                  <a:pt x="394166" y="45955"/>
                </a:cubicBezTo>
                <a:lnTo>
                  <a:pt x="394166" y="53307"/>
                </a:lnTo>
                <a:lnTo>
                  <a:pt x="358346" y="53307"/>
                </a:lnTo>
                <a:cubicBezTo>
                  <a:pt x="358512" y="57580"/>
                  <a:pt x="359787" y="60941"/>
                  <a:pt x="362171" y="63392"/>
                </a:cubicBezTo>
                <a:cubicBezTo>
                  <a:pt x="364589" y="65810"/>
                  <a:pt x="367934" y="67019"/>
                  <a:pt x="372207" y="67019"/>
                </a:cubicBezTo>
                <a:cubicBezTo>
                  <a:pt x="375751" y="67019"/>
                  <a:pt x="378997" y="66655"/>
                  <a:pt x="381944" y="65926"/>
                </a:cubicBezTo>
                <a:cubicBezTo>
                  <a:pt x="384892" y="65197"/>
                  <a:pt x="387922" y="64104"/>
                  <a:pt x="391036" y="62647"/>
                </a:cubicBezTo>
                <a:lnTo>
                  <a:pt x="391036" y="74372"/>
                </a:lnTo>
                <a:cubicBezTo>
                  <a:pt x="388287" y="75730"/>
                  <a:pt x="385405" y="76723"/>
                  <a:pt x="382391" y="77353"/>
                </a:cubicBezTo>
                <a:cubicBezTo>
                  <a:pt x="379410" y="77982"/>
                  <a:pt x="375784" y="78297"/>
                  <a:pt x="371511" y="78297"/>
                </a:cubicBezTo>
                <a:cubicBezTo>
                  <a:pt x="365947" y="78297"/>
                  <a:pt x="361012" y="77270"/>
                  <a:pt x="356706" y="75216"/>
                </a:cubicBezTo>
                <a:cubicBezTo>
                  <a:pt x="352434" y="73163"/>
                  <a:pt x="349072" y="70033"/>
                  <a:pt x="346621" y="65827"/>
                </a:cubicBezTo>
                <a:cubicBezTo>
                  <a:pt x="344204" y="61620"/>
                  <a:pt x="342995" y="56321"/>
                  <a:pt x="342995" y="49929"/>
                </a:cubicBezTo>
                <a:cubicBezTo>
                  <a:pt x="342995" y="43437"/>
                  <a:pt x="344088" y="38039"/>
                  <a:pt x="346274" y="33733"/>
                </a:cubicBezTo>
                <a:cubicBezTo>
                  <a:pt x="348493" y="29394"/>
                  <a:pt x="351573" y="26149"/>
                  <a:pt x="355514" y="23996"/>
                </a:cubicBezTo>
                <a:cubicBezTo>
                  <a:pt x="359455" y="21810"/>
                  <a:pt x="364043" y="20717"/>
                  <a:pt x="369276" y="20717"/>
                </a:cubicBezTo>
                <a:close/>
                <a:moveTo>
                  <a:pt x="369375" y="31497"/>
                </a:moveTo>
                <a:cubicBezTo>
                  <a:pt x="366427" y="31497"/>
                  <a:pt x="363976" y="32441"/>
                  <a:pt x="362022" y="34329"/>
                </a:cubicBezTo>
                <a:cubicBezTo>
                  <a:pt x="360101" y="36217"/>
                  <a:pt x="358992" y="39181"/>
                  <a:pt x="358694" y="43222"/>
                </a:cubicBezTo>
                <a:lnTo>
                  <a:pt x="379957" y="43222"/>
                </a:lnTo>
                <a:cubicBezTo>
                  <a:pt x="379924" y="40970"/>
                  <a:pt x="379510" y="38966"/>
                  <a:pt x="378715" y="37211"/>
                </a:cubicBezTo>
                <a:cubicBezTo>
                  <a:pt x="377953" y="35455"/>
                  <a:pt x="376794" y="34064"/>
                  <a:pt x="375237" y="33038"/>
                </a:cubicBezTo>
                <a:cubicBezTo>
                  <a:pt x="373714" y="32011"/>
                  <a:pt x="371760" y="31497"/>
                  <a:pt x="369375" y="31497"/>
                </a:cubicBezTo>
                <a:close/>
                <a:moveTo>
                  <a:pt x="398538" y="77303"/>
                </a:moveTo>
                <a:close/>
                <a:moveTo>
                  <a:pt x="445237" y="60809"/>
                </a:moveTo>
                <a:cubicBezTo>
                  <a:pt x="445237" y="64585"/>
                  <a:pt x="444343" y="67781"/>
                  <a:pt x="442555" y="70397"/>
                </a:cubicBezTo>
                <a:cubicBezTo>
                  <a:pt x="440799" y="72981"/>
                  <a:pt x="438166" y="74951"/>
                  <a:pt x="434655" y="76309"/>
                </a:cubicBezTo>
                <a:cubicBezTo>
                  <a:pt x="431145" y="77634"/>
                  <a:pt x="426773" y="78297"/>
                  <a:pt x="421540" y="78297"/>
                </a:cubicBezTo>
                <a:cubicBezTo>
                  <a:pt x="417665" y="78297"/>
                  <a:pt x="414336" y="78048"/>
                  <a:pt x="411554" y="77551"/>
                </a:cubicBezTo>
                <a:cubicBezTo>
                  <a:pt x="408805" y="77055"/>
                  <a:pt x="406023" y="76227"/>
                  <a:pt x="403207" y="75067"/>
                </a:cubicBezTo>
                <a:lnTo>
                  <a:pt x="403207" y="62548"/>
                </a:lnTo>
                <a:cubicBezTo>
                  <a:pt x="406221" y="63906"/>
                  <a:pt x="409451" y="65032"/>
                  <a:pt x="412895" y="65926"/>
                </a:cubicBezTo>
                <a:cubicBezTo>
                  <a:pt x="416373" y="66787"/>
                  <a:pt x="419420" y="67218"/>
                  <a:pt x="422036" y="67218"/>
                </a:cubicBezTo>
                <a:cubicBezTo>
                  <a:pt x="424984" y="67218"/>
                  <a:pt x="427087" y="66787"/>
                  <a:pt x="428346" y="65926"/>
                </a:cubicBezTo>
                <a:cubicBezTo>
                  <a:pt x="429638" y="65032"/>
                  <a:pt x="430283" y="63873"/>
                  <a:pt x="430283" y="62448"/>
                </a:cubicBezTo>
                <a:cubicBezTo>
                  <a:pt x="430283" y="61521"/>
                  <a:pt x="430018" y="60693"/>
                  <a:pt x="429489" y="59964"/>
                </a:cubicBezTo>
                <a:cubicBezTo>
                  <a:pt x="428992" y="59203"/>
                  <a:pt x="427899" y="58358"/>
                  <a:pt x="426210" y="57431"/>
                </a:cubicBezTo>
                <a:cubicBezTo>
                  <a:pt x="424520" y="56470"/>
                  <a:pt x="421871" y="55228"/>
                  <a:pt x="418261" y="53705"/>
                </a:cubicBezTo>
                <a:cubicBezTo>
                  <a:pt x="414783" y="52247"/>
                  <a:pt x="411918" y="50774"/>
                  <a:pt x="409666" y="49283"/>
                </a:cubicBezTo>
                <a:cubicBezTo>
                  <a:pt x="407447" y="47793"/>
                  <a:pt x="405791" y="46037"/>
                  <a:pt x="404698" y="44017"/>
                </a:cubicBezTo>
                <a:cubicBezTo>
                  <a:pt x="403638" y="41964"/>
                  <a:pt x="403108" y="39364"/>
                  <a:pt x="403108" y="36217"/>
                </a:cubicBezTo>
                <a:cubicBezTo>
                  <a:pt x="403108" y="31083"/>
                  <a:pt x="405095" y="27225"/>
                  <a:pt x="409070" y="24642"/>
                </a:cubicBezTo>
                <a:cubicBezTo>
                  <a:pt x="413077" y="22025"/>
                  <a:pt x="418426" y="20717"/>
                  <a:pt x="425117" y="20717"/>
                </a:cubicBezTo>
                <a:cubicBezTo>
                  <a:pt x="428561" y="20717"/>
                  <a:pt x="431840" y="21065"/>
                  <a:pt x="434953" y="21760"/>
                </a:cubicBezTo>
                <a:cubicBezTo>
                  <a:pt x="438100" y="22456"/>
                  <a:pt x="441329" y="23565"/>
                  <a:pt x="444641" y="25089"/>
                </a:cubicBezTo>
                <a:lnTo>
                  <a:pt x="440070" y="36018"/>
                </a:lnTo>
                <a:cubicBezTo>
                  <a:pt x="437322" y="34826"/>
                  <a:pt x="434722" y="33849"/>
                  <a:pt x="432271" y="33087"/>
                </a:cubicBezTo>
                <a:cubicBezTo>
                  <a:pt x="429853" y="32325"/>
                  <a:pt x="427385" y="31945"/>
                  <a:pt x="424868" y="31945"/>
                </a:cubicBezTo>
                <a:cubicBezTo>
                  <a:pt x="422649" y="31945"/>
                  <a:pt x="420977" y="32243"/>
                  <a:pt x="419851" y="32839"/>
                </a:cubicBezTo>
                <a:cubicBezTo>
                  <a:pt x="418724" y="33435"/>
                  <a:pt x="418161" y="34346"/>
                  <a:pt x="418161" y="35571"/>
                </a:cubicBezTo>
                <a:cubicBezTo>
                  <a:pt x="418161" y="36466"/>
                  <a:pt x="418443" y="37260"/>
                  <a:pt x="419006" y="37956"/>
                </a:cubicBezTo>
                <a:cubicBezTo>
                  <a:pt x="419602" y="38651"/>
                  <a:pt x="420728" y="39430"/>
                  <a:pt x="422384" y="40291"/>
                </a:cubicBezTo>
                <a:cubicBezTo>
                  <a:pt x="424073" y="41119"/>
                  <a:pt x="426541" y="42195"/>
                  <a:pt x="429787" y="43520"/>
                </a:cubicBezTo>
                <a:cubicBezTo>
                  <a:pt x="432933" y="44812"/>
                  <a:pt x="435665" y="46170"/>
                  <a:pt x="437984" y="47594"/>
                </a:cubicBezTo>
                <a:cubicBezTo>
                  <a:pt x="440302" y="48985"/>
                  <a:pt x="442091" y="50724"/>
                  <a:pt x="443349" y="52810"/>
                </a:cubicBezTo>
                <a:cubicBezTo>
                  <a:pt x="444608" y="54864"/>
                  <a:pt x="445237" y="57530"/>
                  <a:pt x="445237" y="60809"/>
                </a:cubicBezTo>
                <a:close/>
                <a:moveTo>
                  <a:pt x="449112" y="77303"/>
                </a:moveTo>
                <a:close/>
                <a:moveTo>
                  <a:pt x="495812" y="60809"/>
                </a:moveTo>
                <a:cubicBezTo>
                  <a:pt x="495812" y="64585"/>
                  <a:pt x="494918" y="67781"/>
                  <a:pt x="493129" y="70397"/>
                </a:cubicBezTo>
                <a:cubicBezTo>
                  <a:pt x="491374" y="72981"/>
                  <a:pt x="488741" y="74951"/>
                  <a:pt x="485230" y="76309"/>
                </a:cubicBezTo>
                <a:cubicBezTo>
                  <a:pt x="481719" y="77634"/>
                  <a:pt x="477347" y="78297"/>
                  <a:pt x="472114" y="78297"/>
                </a:cubicBezTo>
                <a:cubicBezTo>
                  <a:pt x="468239" y="78297"/>
                  <a:pt x="464911" y="78048"/>
                  <a:pt x="462129" y="77551"/>
                </a:cubicBezTo>
                <a:cubicBezTo>
                  <a:pt x="459380" y="77055"/>
                  <a:pt x="456598" y="76227"/>
                  <a:pt x="453782" y="75067"/>
                </a:cubicBezTo>
                <a:lnTo>
                  <a:pt x="453782" y="62548"/>
                </a:lnTo>
                <a:cubicBezTo>
                  <a:pt x="456796" y="63906"/>
                  <a:pt x="460026" y="65032"/>
                  <a:pt x="463470" y="65926"/>
                </a:cubicBezTo>
                <a:cubicBezTo>
                  <a:pt x="466948" y="66787"/>
                  <a:pt x="469995" y="67218"/>
                  <a:pt x="472611" y="67218"/>
                </a:cubicBezTo>
                <a:cubicBezTo>
                  <a:pt x="475559" y="67218"/>
                  <a:pt x="477662" y="66787"/>
                  <a:pt x="478921" y="65926"/>
                </a:cubicBezTo>
                <a:cubicBezTo>
                  <a:pt x="480212" y="65032"/>
                  <a:pt x="480858" y="63873"/>
                  <a:pt x="480858" y="62448"/>
                </a:cubicBezTo>
                <a:cubicBezTo>
                  <a:pt x="480858" y="61521"/>
                  <a:pt x="480593" y="60693"/>
                  <a:pt x="480063" y="59964"/>
                </a:cubicBezTo>
                <a:cubicBezTo>
                  <a:pt x="479567" y="59203"/>
                  <a:pt x="478474" y="58358"/>
                  <a:pt x="476784" y="57431"/>
                </a:cubicBezTo>
                <a:cubicBezTo>
                  <a:pt x="475095" y="56470"/>
                  <a:pt x="472446" y="55228"/>
                  <a:pt x="468836" y="53705"/>
                </a:cubicBezTo>
                <a:cubicBezTo>
                  <a:pt x="465358" y="52247"/>
                  <a:pt x="462493" y="50774"/>
                  <a:pt x="460241" y="49283"/>
                </a:cubicBezTo>
                <a:cubicBezTo>
                  <a:pt x="458022" y="47793"/>
                  <a:pt x="456366" y="46037"/>
                  <a:pt x="455273" y="44017"/>
                </a:cubicBezTo>
                <a:cubicBezTo>
                  <a:pt x="454213" y="41964"/>
                  <a:pt x="453683" y="39364"/>
                  <a:pt x="453683" y="36217"/>
                </a:cubicBezTo>
                <a:cubicBezTo>
                  <a:pt x="453683" y="31083"/>
                  <a:pt x="455670" y="27225"/>
                  <a:pt x="459645" y="24642"/>
                </a:cubicBezTo>
                <a:cubicBezTo>
                  <a:pt x="463652" y="22025"/>
                  <a:pt x="469001" y="20717"/>
                  <a:pt x="475691" y="20717"/>
                </a:cubicBezTo>
                <a:cubicBezTo>
                  <a:pt x="479136" y="20717"/>
                  <a:pt x="482415" y="21065"/>
                  <a:pt x="485528" y="21760"/>
                </a:cubicBezTo>
                <a:cubicBezTo>
                  <a:pt x="488675" y="22456"/>
                  <a:pt x="491904" y="23565"/>
                  <a:pt x="495216" y="25089"/>
                </a:cubicBezTo>
                <a:lnTo>
                  <a:pt x="490645" y="36018"/>
                </a:lnTo>
                <a:cubicBezTo>
                  <a:pt x="487896" y="34826"/>
                  <a:pt x="485296" y="33849"/>
                  <a:pt x="482845" y="33087"/>
                </a:cubicBezTo>
                <a:cubicBezTo>
                  <a:pt x="480428" y="32325"/>
                  <a:pt x="477960" y="31945"/>
                  <a:pt x="475443" y="31945"/>
                </a:cubicBezTo>
                <a:cubicBezTo>
                  <a:pt x="473224" y="31945"/>
                  <a:pt x="471551" y="32243"/>
                  <a:pt x="470425" y="32839"/>
                </a:cubicBezTo>
                <a:cubicBezTo>
                  <a:pt x="469299" y="33435"/>
                  <a:pt x="468736" y="34346"/>
                  <a:pt x="468736" y="35571"/>
                </a:cubicBezTo>
                <a:cubicBezTo>
                  <a:pt x="468736" y="36466"/>
                  <a:pt x="469018" y="37260"/>
                  <a:pt x="469581" y="37956"/>
                </a:cubicBezTo>
                <a:cubicBezTo>
                  <a:pt x="470177" y="38651"/>
                  <a:pt x="471303" y="39430"/>
                  <a:pt x="472959" y="40291"/>
                </a:cubicBezTo>
                <a:cubicBezTo>
                  <a:pt x="474648" y="41119"/>
                  <a:pt x="477116" y="42195"/>
                  <a:pt x="480361" y="43520"/>
                </a:cubicBezTo>
                <a:cubicBezTo>
                  <a:pt x="483508" y="44812"/>
                  <a:pt x="486240" y="46170"/>
                  <a:pt x="488559" y="47594"/>
                </a:cubicBezTo>
                <a:cubicBezTo>
                  <a:pt x="490877" y="48985"/>
                  <a:pt x="492666" y="50724"/>
                  <a:pt x="493924" y="52810"/>
                </a:cubicBezTo>
                <a:cubicBezTo>
                  <a:pt x="495183" y="54864"/>
                  <a:pt x="495812" y="57530"/>
                  <a:pt x="495812" y="60809"/>
                </a:cubicBezTo>
                <a:close/>
                <a:moveTo>
                  <a:pt x="499687" y="77303"/>
                </a:moveTo>
                <a:close/>
                <a:moveTo>
                  <a:pt x="530539" y="20717"/>
                </a:moveTo>
                <a:cubicBezTo>
                  <a:pt x="535672" y="20717"/>
                  <a:pt x="540094" y="21710"/>
                  <a:pt x="543804" y="23698"/>
                </a:cubicBezTo>
                <a:cubicBezTo>
                  <a:pt x="547513" y="25652"/>
                  <a:pt x="550378" y="28500"/>
                  <a:pt x="552398" y="32243"/>
                </a:cubicBezTo>
                <a:cubicBezTo>
                  <a:pt x="554419" y="35985"/>
                  <a:pt x="555429" y="40556"/>
                  <a:pt x="555429" y="45955"/>
                </a:cubicBezTo>
                <a:lnTo>
                  <a:pt x="555429" y="53307"/>
                </a:lnTo>
                <a:lnTo>
                  <a:pt x="519609" y="53307"/>
                </a:lnTo>
                <a:cubicBezTo>
                  <a:pt x="519775" y="57580"/>
                  <a:pt x="521050" y="60941"/>
                  <a:pt x="523434" y="63392"/>
                </a:cubicBezTo>
                <a:cubicBezTo>
                  <a:pt x="525852" y="65810"/>
                  <a:pt x="529197" y="67019"/>
                  <a:pt x="533470" y="67019"/>
                </a:cubicBezTo>
                <a:cubicBezTo>
                  <a:pt x="537014" y="67019"/>
                  <a:pt x="540260" y="66655"/>
                  <a:pt x="543207" y="65926"/>
                </a:cubicBezTo>
                <a:cubicBezTo>
                  <a:pt x="546155" y="65197"/>
                  <a:pt x="549186" y="64104"/>
                  <a:pt x="552299" y="62647"/>
                </a:cubicBezTo>
                <a:lnTo>
                  <a:pt x="552299" y="74372"/>
                </a:lnTo>
                <a:cubicBezTo>
                  <a:pt x="549550" y="75730"/>
                  <a:pt x="546668" y="76723"/>
                  <a:pt x="543654" y="77353"/>
                </a:cubicBezTo>
                <a:cubicBezTo>
                  <a:pt x="540674" y="77982"/>
                  <a:pt x="537047" y="78297"/>
                  <a:pt x="532774" y="78297"/>
                </a:cubicBezTo>
                <a:cubicBezTo>
                  <a:pt x="527210" y="78297"/>
                  <a:pt x="522275" y="77270"/>
                  <a:pt x="517970" y="75216"/>
                </a:cubicBezTo>
                <a:cubicBezTo>
                  <a:pt x="513697" y="73163"/>
                  <a:pt x="510335" y="70033"/>
                  <a:pt x="507884" y="65827"/>
                </a:cubicBezTo>
                <a:cubicBezTo>
                  <a:pt x="505467" y="61620"/>
                  <a:pt x="504258" y="56321"/>
                  <a:pt x="504258" y="49929"/>
                </a:cubicBezTo>
                <a:cubicBezTo>
                  <a:pt x="504258" y="43437"/>
                  <a:pt x="505351" y="38039"/>
                  <a:pt x="507537" y="33733"/>
                </a:cubicBezTo>
                <a:cubicBezTo>
                  <a:pt x="509756" y="29394"/>
                  <a:pt x="512836" y="26149"/>
                  <a:pt x="516777" y="23996"/>
                </a:cubicBezTo>
                <a:cubicBezTo>
                  <a:pt x="520719" y="21810"/>
                  <a:pt x="525306" y="20717"/>
                  <a:pt x="530539" y="20717"/>
                </a:cubicBezTo>
                <a:close/>
                <a:moveTo>
                  <a:pt x="530638" y="31497"/>
                </a:moveTo>
                <a:cubicBezTo>
                  <a:pt x="527690" y="31497"/>
                  <a:pt x="525240" y="32441"/>
                  <a:pt x="523285" y="34329"/>
                </a:cubicBezTo>
                <a:cubicBezTo>
                  <a:pt x="521364" y="36217"/>
                  <a:pt x="520255" y="39181"/>
                  <a:pt x="519957" y="43222"/>
                </a:cubicBezTo>
                <a:lnTo>
                  <a:pt x="541220" y="43222"/>
                </a:lnTo>
                <a:cubicBezTo>
                  <a:pt x="541187" y="40970"/>
                  <a:pt x="540773" y="38966"/>
                  <a:pt x="539978" y="37211"/>
                </a:cubicBezTo>
                <a:cubicBezTo>
                  <a:pt x="539216" y="35455"/>
                  <a:pt x="538057" y="34064"/>
                  <a:pt x="536500" y="33038"/>
                </a:cubicBezTo>
                <a:cubicBezTo>
                  <a:pt x="534977" y="32011"/>
                  <a:pt x="533023" y="31497"/>
                  <a:pt x="530638" y="31497"/>
                </a:cubicBezTo>
                <a:close/>
                <a:moveTo>
                  <a:pt x="559801" y="77303"/>
                </a:moveTo>
                <a:close/>
                <a:moveTo>
                  <a:pt x="585336" y="78297"/>
                </a:moveTo>
                <a:cubicBezTo>
                  <a:pt x="579143" y="78297"/>
                  <a:pt x="574092" y="75879"/>
                  <a:pt x="570184" y="71043"/>
                </a:cubicBezTo>
                <a:cubicBezTo>
                  <a:pt x="566309" y="66175"/>
                  <a:pt x="564371" y="59037"/>
                  <a:pt x="564371" y="49631"/>
                </a:cubicBezTo>
                <a:cubicBezTo>
                  <a:pt x="564371" y="40125"/>
                  <a:pt x="566342" y="32938"/>
                  <a:pt x="570283" y="28070"/>
                </a:cubicBezTo>
                <a:cubicBezTo>
                  <a:pt x="574225" y="23168"/>
                  <a:pt x="579375" y="20717"/>
                  <a:pt x="585734" y="20717"/>
                </a:cubicBezTo>
                <a:cubicBezTo>
                  <a:pt x="588384" y="20717"/>
                  <a:pt x="590719" y="21081"/>
                  <a:pt x="592739" y="21810"/>
                </a:cubicBezTo>
                <a:cubicBezTo>
                  <a:pt x="594759" y="22538"/>
                  <a:pt x="596498" y="23515"/>
                  <a:pt x="597955" y="24741"/>
                </a:cubicBezTo>
                <a:cubicBezTo>
                  <a:pt x="599446" y="25966"/>
                  <a:pt x="600704" y="27341"/>
                  <a:pt x="601731" y="28864"/>
                </a:cubicBezTo>
                <a:lnTo>
                  <a:pt x="602228" y="28864"/>
                </a:lnTo>
                <a:cubicBezTo>
                  <a:pt x="602029" y="27805"/>
                  <a:pt x="601781" y="26248"/>
                  <a:pt x="601483" y="24194"/>
                </a:cubicBezTo>
                <a:cubicBezTo>
                  <a:pt x="601218" y="22108"/>
                  <a:pt x="601085" y="19972"/>
                  <a:pt x="601085" y="17786"/>
                </a:cubicBezTo>
                <a:lnTo>
                  <a:pt x="601085" y="0"/>
                </a:lnTo>
                <a:lnTo>
                  <a:pt x="616287" y="0"/>
                </a:lnTo>
                <a:lnTo>
                  <a:pt x="616287" y="77303"/>
                </a:lnTo>
                <a:lnTo>
                  <a:pt x="604662" y="77303"/>
                </a:lnTo>
                <a:lnTo>
                  <a:pt x="601731" y="70099"/>
                </a:lnTo>
                <a:lnTo>
                  <a:pt x="601085" y="70099"/>
                </a:lnTo>
                <a:cubicBezTo>
                  <a:pt x="600125" y="71623"/>
                  <a:pt x="598916" y="73014"/>
                  <a:pt x="597459" y="74272"/>
                </a:cubicBezTo>
                <a:cubicBezTo>
                  <a:pt x="596034" y="75498"/>
                  <a:pt x="594329" y="76475"/>
                  <a:pt x="592341" y="77204"/>
                </a:cubicBezTo>
                <a:cubicBezTo>
                  <a:pt x="590354" y="77932"/>
                  <a:pt x="588019" y="78297"/>
                  <a:pt x="585336" y="78297"/>
                </a:cubicBezTo>
                <a:close/>
                <a:moveTo>
                  <a:pt x="590652" y="66224"/>
                </a:moveTo>
                <a:cubicBezTo>
                  <a:pt x="594792" y="66224"/>
                  <a:pt x="597707" y="64999"/>
                  <a:pt x="599396" y="62548"/>
                </a:cubicBezTo>
                <a:cubicBezTo>
                  <a:pt x="601118" y="60064"/>
                  <a:pt x="602029" y="56338"/>
                  <a:pt x="602128" y="51370"/>
                </a:cubicBezTo>
                <a:lnTo>
                  <a:pt x="602128" y="49730"/>
                </a:lnTo>
                <a:cubicBezTo>
                  <a:pt x="602128" y="44332"/>
                  <a:pt x="601300" y="40208"/>
                  <a:pt x="599644" y="37360"/>
                </a:cubicBezTo>
                <a:cubicBezTo>
                  <a:pt x="597988" y="34478"/>
                  <a:pt x="594908" y="33038"/>
                  <a:pt x="590404" y="33038"/>
                </a:cubicBezTo>
                <a:cubicBezTo>
                  <a:pt x="587059" y="33038"/>
                  <a:pt x="584442" y="34478"/>
                  <a:pt x="582554" y="37360"/>
                </a:cubicBezTo>
                <a:cubicBezTo>
                  <a:pt x="580666" y="40241"/>
                  <a:pt x="579723" y="44398"/>
                  <a:pt x="579723" y="49830"/>
                </a:cubicBezTo>
                <a:cubicBezTo>
                  <a:pt x="579723" y="55261"/>
                  <a:pt x="580666" y="59352"/>
                  <a:pt x="582554" y="62101"/>
                </a:cubicBezTo>
                <a:cubicBezTo>
                  <a:pt x="584475" y="64850"/>
                  <a:pt x="587175" y="66224"/>
                  <a:pt x="590652" y="66224"/>
                </a:cubicBezTo>
                <a:close/>
                <a:moveTo>
                  <a:pt x="650617" y="77303"/>
                </a:moveTo>
                <a:close/>
                <a:moveTo>
                  <a:pt x="704222" y="77303"/>
                </a:moveTo>
                <a:lnTo>
                  <a:pt x="698956" y="60014"/>
                </a:lnTo>
                <a:lnTo>
                  <a:pt x="672476" y="60014"/>
                </a:lnTo>
                <a:lnTo>
                  <a:pt x="667210" y="77303"/>
                </a:lnTo>
                <a:lnTo>
                  <a:pt x="650617" y="77303"/>
                </a:lnTo>
                <a:lnTo>
                  <a:pt x="676252" y="4372"/>
                </a:lnTo>
                <a:lnTo>
                  <a:pt x="695081" y="4372"/>
                </a:lnTo>
                <a:lnTo>
                  <a:pt x="720815" y="77303"/>
                </a:lnTo>
                <a:lnTo>
                  <a:pt x="704222" y="77303"/>
                </a:lnTo>
                <a:close/>
                <a:moveTo>
                  <a:pt x="695280" y="47097"/>
                </a:moveTo>
                <a:lnTo>
                  <a:pt x="690013" y="30206"/>
                </a:lnTo>
                <a:cubicBezTo>
                  <a:pt x="689682" y="29080"/>
                  <a:pt x="689235" y="27639"/>
                  <a:pt x="688672" y="25884"/>
                </a:cubicBezTo>
                <a:cubicBezTo>
                  <a:pt x="688142" y="24095"/>
                  <a:pt x="687596" y="22290"/>
                  <a:pt x="687033" y="20468"/>
                </a:cubicBezTo>
                <a:cubicBezTo>
                  <a:pt x="686503" y="18614"/>
                  <a:pt x="686072" y="17007"/>
                  <a:pt x="685741" y="15649"/>
                </a:cubicBezTo>
                <a:cubicBezTo>
                  <a:pt x="685410" y="17007"/>
                  <a:pt x="684946" y="18696"/>
                  <a:pt x="684350" y="20717"/>
                </a:cubicBezTo>
                <a:cubicBezTo>
                  <a:pt x="683787" y="22704"/>
                  <a:pt x="683240" y="24592"/>
                  <a:pt x="682710" y="26380"/>
                </a:cubicBezTo>
                <a:cubicBezTo>
                  <a:pt x="682180" y="28169"/>
                  <a:pt x="681800" y="29444"/>
                  <a:pt x="681568" y="30206"/>
                </a:cubicBezTo>
                <a:lnTo>
                  <a:pt x="676351" y="47097"/>
                </a:lnTo>
                <a:lnTo>
                  <a:pt x="695280" y="47097"/>
                </a:lnTo>
                <a:close/>
                <a:moveTo>
                  <a:pt x="720865" y="77303"/>
                </a:moveTo>
                <a:close/>
                <a:moveTo>
                  <a:pt x="752214" y="66224"/>
                </a:moveTo>
                <a:cubicBezTo>
                  <a:pt x="753870" y="66224"/>
                  <a:pt x="755476" y="66059"/>
                  <a:pt x="757033" y="65727"/>
                </a:cubicBezTo>
                <a:cubicBezTo>
                  <a:pt x="758622" y="65396"/>
                  <a:pt x="760195" y="64982"/>
                  <a:pt x="761752" y="64485"/>
                </a:cubicBezTo>
                <a:lnTo>
                  <a:pt x="761752" y="75763"/>
                </a:lnTo>
                <a:cubicBezTo>
                  <a:pt x="760129" y="76492"/>
                  <a:pt x="758109" y="77088"/>
                  <a:pt x="755691" y="77551"/>
                </a:cubicBezTo>
                <a:cubicBezTo>
                  <a:pt x="753306" y="78048"/>
                  <a:pt x="750690" y="78297"/>
                  <a:pt x="747842" y="78297"/>
                </a:cubicBezTo>
                <a:cubicBezTo>
                  <a:pt x="744530" y="78297"/>
                  <a:pt x="741549" y="77767"/>
                  <a:pt x="738899" y="76707"/>
                </a:cubicBezTo>
                <a:cubicBezTo>
                  <a:pt x="736283" y="75614"/>
                  <a:pt x="734213" y="73743"/>
                  <a:pt x="732689" y="71093"/>
                </a:cubicBezTo>
                <a:cubicBezTo>
                  <a:pt x="731199" y="68410"/>
                  <a:pt x="730453" y="64684"/>
                  <a:pt x="730453" y="59915"/>
                </a:cubicBezTo>
                <a:lnTo>
                  <a:pt x="730453" y="33137"/>
                </a:lnTo>
                <a:lnTo>
                  <a:pt x="723200" y="33137"/>
                </a:lnTo>
                <a:lnTo>
                  <a:pt x="723200" y="26728"/>
                </a:lnTo>
                <a:lnTo>
                  <a:pt x="731546" y="21661"/>
                </a:lnTo>
                <a:lnTo>
                  <a:pt x="735918" y="9936"/>
                </a:lnTo>
                <a:lnTo>
                  <a:pt x="745606" y="9936"/>
                </a:lnTo>
                <a:lnTo>
                  <a:pt x="745606" y="21760"/>
                </a:lnTo>
                <a:lnTo>
                  <a:pt x="761156" y="21760"/>
                </a:lnTo>
                <a:lnTo>
                  <a:pt x="761156" y="33137"/>
                </a:lnTo>
                <a:lnTo>
                  <a:pt x="745606" y="33137"/>
                </a:lnTo>
                <a:lnTo>
                  <a:pt x="745606" y="59915"/>
                </a:lnTo>
                <a:cubicBezTo>
                  <a:pt x="745606" y="62034"/>
                  <a:pt x="746202" y="63624"/>
                  <a:pt x="747394" y="64684"/>
                </a:cubicBezTo>
                <a:cubicBezTo>
                  <a:pt x="748620" y="65711"/>
                  <a:pt x="750226" y="66224"/>
                  <a:pt x="752214" y="66224"/>
                </a:cubicBezTo>
                <a:close/>
                <a:moveTo>
                  <a:pt x="765081" y="77303"/>
                </a:moveTo>
                <a:close/>
                <a:moveTo>
                  <a:pt x="796429" y="66224"/>
                </a:moveTo>
                <a:cubicBezTo>
                  <a:pt x="798085" y="66224"/>
                  <a:pt x="799692" y="66059"/>
                  <a:pt x="801248" y="65727"/>
                </a:cubicBezTo>
                <a:cubicBezTo>
                  <a:pt x="802838" y="65396"/>
                  <a:pt x="804411" y="64982"/>
                  <a:pt x="805968" y="64485"/>
                </a:cubicBezTo>
                <a:lnTo>
                  <a:pt x="805968" y="75763"/>
                </a:lnTo>
                <a:cubicBezTo>
                  <a:pt x="804345" y="76492"/>
                  <a:pt x="802325" y="77088"/>
                  <a:pt x="799907" y="77551"/>
                </a:cubicBezTo>
                <a:cubicBezTo>
                  <a:pt x="797522" y="78048"/>
                  <a:pt x="794906" y="78297"/>
                  <a:pt x="792057" y="78297"/>
                </a:cubicBezTo>
                <a:cubicBezTo>
                  <a:pt x="788745" y="78297"/>
                  <a:pt x="785764" y="77767"/>
                  <a:pt x="783115" y="76707"/>
                </a:cubicBezTo>
                <a:cubicBezTo>
                  <a:pt x="780498" y="75614"/>
                  <a:pt x="778428" y="73743"/>
                  <a:pt x="776905" y="71093"/>
                </a:cubicBezTo>
                <a:cubicBezTo>
                  <a:pt x="775414" y="68410"/>
                  <a:pt x="774669" y="64684"/>
                  <a:pt x="774669" y="59915"/>
                </a:cubicBezTo>
                <a:lnTo>
                  <a:pt x="774669" y="33137"/>
                </a:lnTo>
                <a:lnTo>
                  <a:pt x="767416" y="33137"/>
                </a:lnTo>
                <a:lnTo>
                  <a:pt x="767416" y="26728"/>
                </a:lnTo>
                <a:lnTo>
                  <a:pt x="775762" y="21661"/>
                </a:lnTo>
                <a:lnTo>
                  <a:pt x="780134" y="9936"/>
                </a:lnTo>
                <a:lnTo>
                  <a:pt x="789822" y="9936"/>
                </a:lnTo>
                <a:lnTo>
                  <a:pt x="789822" y="21760"/>
                </a:lnTo>
                <a:lnTo>
                  <a:pt x="805372" y="21760"/>
                </a:lnTo>
                <a:lnTo>
                  <a:pt x="805372" y="33137"/>
                </a:lnTo>
                <a:lnTo>
                  <a:pt x="789822" y="33137"/>
                </a:lnTo>
                <a:lnTo>
                  <a:pt x="789822" y="59915"/>
                </a:lnTo>
                <a:cubicBezTo>
                  <a:pt x="789822" y="62034"/>
                  <a:pt x="790418" y="63624"/>
                  <a:pt x="791610" y="64684"/>
                </a:cubicBezTo>
                <a:cubicBezTo>
                  <a:pt x="792836" y="65711"/>
                  <a:pt x="794442" y="66224"/>
                  <a:pt x="796429" y="66224"/>
                </a:cubicBezTo>
                <a:close/>
                <a:moveTo>
                  <a:pt x="809296" y="77303"/>
                </a:moveTo>
                <a:close/>
                <a:moveTo>
                  <a:pt x="840148" y="20717"/>
                </a:moveTo>
                <a:cubicBezTo>
                  <a:pt x="845282" y="20717"/>
                  <a:pt x="849703" y="21710"/>
                  <a:pt x="853413" y="23698"/>
                </a:cubicBezTo>
                <a:cubicBezTo>
                  <a:pt x="857122" y="25652"/>
                  <a:pt x="859987" y="28500"/>
                  <a:pt x="862008" y="32243"/>
                </a:cubicBezTo>
                <a:cubicBezTo>
                  <a:pt x="864028" y="35985"/>
                  <a:pt x="865038" y="40556"/>
                  <a:pt x="865038" y="45955"/>
                </a:cubicBezTo>
                <a:lnTo>
                  <a:pt x="865038" y="53307"/>
                </a:lnTo>
                <a:lnTo>
                  <a:pt x="829218" y="53307"/>
                </a:lnTo>
                <a:cubicBezTo>
                  <a:pt x="829384" y="57580"/>
                  <a:pt x="830659" y="60941"/>
                  <a:pt x="833044" y="63392"/>
                </a:cubicBezTo>
                <a:cubicBezTo>
                  <a:pt x="835462" y="65810"/>
                  <a:pt x="838807" y="67019"/>
                  <a:pt x="843079" y="67019"/>
                </a:cubicBezTo>
                <a:cubicBezTo>
                  <a:pt x="846623" y="67019"/>
                  <a:pt x="849869" y="66655"/>
                  <a:pt x="852817" y="65926"/>
                </a:cubicBezTo>
                <a:cubicBezTo>
                  <a:pt x="855764" y="65197"/>
                  <a:pt x="858795" y="64104"/>
                  <a:pt x="861908" y="62647"/>
                </a:cubicBezTo>
                <a:lnTo>
                  <a:pt x="861908" y="74372"/>
                </a:lnTo>
                <a:cubicBezTo>
                  <a:pt x="859159" y="75730"/>
                  <a:pt x="856278" y="76723"/>
                  <a:pt x="853264" y="77353"/>
                </a:cubicBezTo>
                <a:cubicBezTo>
                  <a:pt x="850283" y="77982"/>
                  <a:pt x="846656" y="78297"/>
                  <a:pt x="842384" y="78297"/>
                </a:cubicBezTo>
                <a:cubicBezTo>
                  <a:pt x="836819" y="78297"/>
                  <a:pt x="831885" y="77270"/>
                  <a:pt x="827579" y="75216"/>
                </a:cubicBezTo>
                <a:cubicBezTo>
                  <a:pt x="823306" y="73163"/>
                  <a:pt x="819945" y="70033"/>
                  <a:pt x="817494" y="65827"/>
                </a:cubicBezTo>
                <a:cubicBezTo>
                  <a:pt x="815076" y="61620"/>
                  <a:pt x="813867" y="56321"/>
                  <a:pt x="813867" y="49929"/>
                </a:cubicBezTo>
                <a:cubicBezTo>
                  <a:pt x="813867" y="43437"/>
                  <a:pt x="814960" y="38039"/>
                  <a:pt x="817146" y="33733"/>
                </a:cubicBezTo>
                <a:cubicBezTo>
                  <a:pt x="819365" y="29394"/>
                  <a:pt x="822445" y="26149"/>
                  <a:pt x="826387" y="23996"/>
                </a:cubicBezTo>
                <a:cubicBezTo>
                  <a:pt x="830328" y="21810"/>
                  <a:pt x="834915" y="20717"/>
                  <a:pt x="840148" y="20717"/>
                </a:cubicBezTo>
                <a:close/>
                <a:moveTo>
                  <a:pt x="840248" y="31497"/>
                </a:moveTo>
                <a:cubicBezTo>
                  <a:pt x="837300" y="31497"/>
                  <a:pt x="834849" y="32441"/>
                  <a:pt x="832895" y="34329"/>
                </a:cubicBezTo>
                <a:cubicBezTo>
                  <a:pt x="830974" y="36217"/>
                  <a:pt x="829864" y="39181"/>
                  <a:pt x="829566" y="43222"/>
                </a:cubicBezTo>
                <a:lnTo>
                  <a:pt x="850829" y="43222"/>
                </a:lnTo>
                <a:cubicBezTo>
                  <a:pt x="850796" y="40970"/>
                  <a:pt x="850382" y="38966"/>
                  <a:pt x="849587" y="37211"/>
                </a:cubicBezTo>
                <a:cubicBezTo>
                  <a:pt x="848826" y="35455"/>
                  <a:pt x="847666" y="34064"/>
                  <a:pt x="846110" y="33038"/>
                </a:cubicBezTo>
                <a:cubicBezTo>
                  <a:pt x="844586" y="32011"/>
                  <a:pt x="842632" y="31497"/>
                  <a:pt x="840248" y="31497"/>
                </a:cubicBezTo>
                <a:close/>
                <a:moveTo>
                  <a:pt x="869410" y="77303"/>
                </a:moveTo>
                <a:close/>
                <a:moveTo>
                  <a:pt x="908906" y="20717"/>
                </a:moveTo>
                <a:cubicBezTo>
                  <a:pt x="914835" y="20717"/>
                  <a:pt x="919604" y="22340"/>
                  <a:pt x="923214" y="25585"/>
                </a:cubicBezTo>
                <a:cubicBezTo>
                  <a:pt x="926824" y="28798"/>
                  <a:pt x="928629" y="33965"/>
                  <a:pt x="928629" y="41086"/>
                </a:cubicBezTo>
                <a:lnTo>
                  <a:pt x="928629" y="77303"/>
                </a:lnTo>
                <a:lnTo>
                  <a:pt x="913477" y="77303"/>
                </a:lnTo>
                <a:lnTo>
                  <a:pt x="913477" y="44862"/>
                </a:lnTo>
                <a:cubicBezTo>
                  <a:pt x="913477" y="40887"/>
                  <a:pt x="912748" y="37890"/>
                  <a:pt x="911291" y="35869"/>
                </a:cubicBezTo>
                <a:cubicBezTo>
                  <a:pt x="909867" y="33849"/>
                  <a:pt x="907614" y="32839"/>
                  <a:pt x="904534" y="32839"/>
                </a:cubicBezTo>
                <a:cubicBezTo>
                  <a:pt x="899897" y="32839"/>
                  <a:pt x="896734" y="34412"/>
                  <a:pt x="895045" y="37559"/>
                </a:cubicBezTo>
                <a:cubicBezTo>
                  <a:pt x="893356" y="40705"/>
                  <a:pt x="892511" y="45242"/>
                  <a:pt x="892511" y="51171"/>
                </a:cubicBezTo>
                <a:lnTo>
                  <a:pt x="892511" y="77303"/>
                </a:lnTo>
                <a:lnTo>
                  <a:pt x="877359" y="77303"/>
                </a:lnTo>
                <a:lnTo>
                  <a:pt x="877359" y="21760"/>
                </a:lnTo>
                <a:lnTo>
                  <a:pt x="888934" y="21760"/>
                </a:lnTo>
                <a:lnTo>
                  <a:pt x="890971" y="28864"/>
                </a:lnTo>
                <a:lnTo>
                  <a:pt x="891816" y="28864"/>
                </a:lnTo>
                <a:cubicBezTo>
                  <a:pt x="893008" y="26943"/>
                  <a:pt x="894482" y="25387"/>
                  <a:pt x="896237" y="24194"/>
                </a:cubicBezTo>
                <a:cubicBezTo>
                  <a:pt x="898026" y="23002"/>
                  <a:pt x="899997" y="22124"/>
                  <a:pt x="902149" y="21561"/>
                </a:cubicBezTo>
                <a:cubicBezTo>
                  <a:pt x="904335" y="20998"/>
                  <a:pt x="906588" y="20717"/>
                  <a:pt x="908906" y="20717"/>
                </a:cubicBezTo>
                <a:close/>
                <a:moveTo>
                  <a:pt x="936280" y="77303"/>
                </a:moveTo>
                <a:close/>
                <a:moveTo>
                  <a:pt x="967628" y="66224"/>
                </a:moveTo>
                <a:cubicBezTo>
                  <a:pt x="969285" y="66224"/>
                  <a:pt x="970891" y="66059"/>
                  <a:pt x="972447" y="65727"/>
                </a:cubicBezTo>
                <a:cubicBezTo>
                  <a:pt x="974037" y="65396"/>
                  <a:pt x="975610" y="64982"/>
                  <a:pt x="977167" y="64485"/>
                </a:cubicBezTo>
                <a:lnTo>
                  <a:pt x="977167" y="75763"/>
                </a:lnTo>
                <a:cubicBezTo>
                  <a:pt x="975544" y="76492"/>
                  <a:pt x="973524" y="77088"/>
                  <a:pt x="971106" y="77551"/>
                </a:cubicBezTo>
                <a:cubicBezTo>
                  <a:pt x="968721" y="78048"/>
                  <a:pt x="966105" y="78297"/>
                  <a:pt x="963257" y="78297"/>
                </a:cubicBezTo>
                <a:cubicBezTo>
                  <a:pt x="959945" y="78297"/>
                  <a:pt x="956964" y="77767"/>
                  <a:pt x="954314" y="76707"/>
                </a:cubicBezTo>
                <a:cubicBezTo>
                  <a:pt x="951698" y="75614"/>
                  <a:pt x="949627" y="73743"/>
                  <a:pt x="948104" y="71093"/>
                </a:cubicBezTo>
                <a:cubicBezTo>
                  <a:pt x="946614" y="68410"/>
                  <a:pt x="945868" y="64684"/>
                  <a:pt x="945868" y="59915"/>
                </a:cubicBezTo>
                <a:lnTo>
                  <a:pt x="945868" y="33137"/>
                </a:lnTo>
                <a:lnTo>
                  <a:pt x="938615" y="33137"/>
                </a:lnTo>
                <a:lnTo>
                  <a:pt x="938615" y="26728"/>
                </a:lnTo>
                <a:lnTo>
                  <a:pt x="946961" y="21661"/>
                </a:lnTo>
                <a:lnTo>
                  <a:pt x="951333" y="9936"/>
                </a:lnTo>
                <a:lnTo>
                  <a:pt x="961021" y="9936"/>
                </a:lnTo>
                <a:lnTo>
                  <a:pt x="961021" y="21760"/>
                </a:lnTo>
                <a:lnTo>
                  <a:pt x="976571" y="21760"/>
                </a:lnTo>
                <a:lnTo>
                  <a:pt x="976571" y="33137"/>
                </a:lnTo>
                <a:lnTo>
                  <a:pt x="961021" y="33137"/>
                </a:lnTo>
                <a:lnTo>
                  <a:pt x="961021" y="59915"/>
                </a:lnTo>
                <a:cubicBezTo>
                  <a:pt x="961021" y="62034"/>
                  <a:pt x="961617" y="63624"/>
                  <a:pt x="962809" y="64684"/>
                </a:cubicBezTo>
                <a:cubicBezTo>
                  <a:pt x="964035" y="65711"/>
                  <a:pt x="965641" y="66224"/>
                  <a:pt x="967628" y="66224"/>
                </a:cubicBezTo>
                <a:close/>
                <a:moveTo>
                  <a:pt x="980496" y="77303"/>
                </a:moveTo>
                <a:close/>
                <a:moveTo>
                  <a:pt x="1003597" y="21760"/>
                </a:moveTo>
                <a:lnTo>
                  <a:pt x="1003597" y="77303"/>
                </a:lnTo>
                <a:lnTo>
                  <a:pt x="988445" y="77303"/>
                </a:lnTo>
                <a:lnTo>
                  <a:pt x="988445" y="21760"/>
                </a:lnTo>
                <a:lnTo>
                  <a:pt x="1003597" y="21760"/>
                </a:lnTo>
                <a:close/>
                <a:moveTo>
                  <a:pt x="996046" y="0"/>
                </a:moveTo>
                <a:cubicBezTo>
                  <a:pt x="998298" y="0"/>
                  <a:pt x="1000235" y="530"/>
                  <a:pt x="1001858" y="1590"/>
                </a:cubicBezTo>
                <a:cubicBezTo>
                  <a:pt x="1003481" y="2617"/>
                  <a:pt x="1004293" y="4554"/>
                  <a:pt x="1004293" y="7402"/>
                </a:cubicBezTo>
                <a:cubicBezTo>
                  <a:pt x="1004293" y="10218"/>
                  <a:pt x="1003481" y="12172"/>
                  <a:pt x="1001858" y="13265"/>
                </a:cubicBezTo>
                <a:cubicBezTo>
                  <a:pt x="1000235" y="14325"/>
                  <a:pt x="998298" y="14854"/>
                  <a:pt x="996046" y="14854"/>
                </a:cubicBezTo>
                <a:cubicBezTo>
                  <a:pt x="993760" y="14854"/>
                  <a:pt x="991806" y="14325"/>
                  <a:pt x="990183" y="13265"/>
                </a:cubicBezTo>
                <a:cubicBezTo>
                  <a:pt x="988594" y="12172"/>
                  <a:pt x="987799" y="10218"/>
                  <a:pt x="987799" y="7402"/>
                </a:cubicBezTo>
                <a:cubicBezTo>
                  <a:pt x="987799" y="4554"/>
                  <a:pt x="988594" y="2617"/>
                  <a:pt x="990183" y="1590"/>
                </a:cubicBezTo>
                <a:cubicBezTo>
                  <a:pt x="991806" y="530"/>
                  <a:pt x="993760" y="0"/>
                  <a:pt x="996046" y="0"/>
                </a:cubicBezTo>
                <a:close/>
                <a:moveTo>
                  <a:pt x="1011596" y="77303"/>
                </a:moveTo>
                <a:close/>
                <a:moveTo>
                  <a:pt x="1070020" y="49432"/>
                </a:moveTo>
                <a:cubicBezTo>
                  <a:pt x="1070020" y="54069"/>
                  <a:pt x="1069391" y="58176"/>
                  <a:pt x="1068132" y="61753"/>
                </a:cubicBezTo>
                <a:cubicBezTo>
                  <a:pt x="1066907" y="65330"/>
                  <a:pt x="1065102" y="68360"/>
                  <a:pt x="1062717" y="70844"/>
                </a:cubicBezTo>
                <a:cubicBezTo>
                  <a:pt x="1060365" y="73295"/>
                  <a:pt x="1057517" y="75150"/>
                  <a:pt x="1054172" y="76409"/>
                </a:cubicBezTo>
                <a:cubicBezTo>
                  <a:pt x="1050860" y="77667"/>
                  <a:pt x="1047117" y="78297"/>
                  <a:pt x="1042944" y="78297"/>
                </a:cubicBezTo>
                <a:cubicBezTo>
                  <a:pt x="1039036" y="78297"/>
                  <a:pt x="1035442" y="77667"/>
                  <a:pt x="1032163" y="76409"/>
                </a:cubicBezTo>
                <a:cubicBezTo>
                  <a:pt x="1028918" y="75150"/>
                  <a:pt x="1026086" y="73295"/>
                  <a:pt x="1023668" y="70844"/>
                </a:cubicBezTo>
                <a:cubicBezTo>
                  <a:pt x="1021283" y="68360"/>
                  <a:pt x="1019429" y="65330"/>
                  <a:pt x="1018104" y="61753"/>
                </a:cubicBezTo>
                <a:cubicBezTo>
                  <a:pt x="1016812" y="58176"/>
                  <a:pt x="1016166" y="54069"/>
                  <a:pt x="1016166" y="49432"/>
                </a:cubicBezTo>
                <a:cubicBezTo>
                  <a:pt x="1016166" y="43272"/>
                  <a:pt x="1017259" y="38055"/>
                  <a:pt x="1019445" y="33783"/>
                </a:cubicBezTo>
                <a:cubicBezTo>
                  <a:pt x="1021631" y="29510"/>
                  <a:pt x="1024745" y="26264"/>
                  <a:pt x="1028785" y="24045"/>
                </a:cubicBezTo>
                <a:cubicBezTo>
                  <a:pt x="1032826" y="21826"/>
                  <a:pt x="1037645" y="20717"/>
                  <a:pt x="1043242" y="20717"/>
                </a:cubicBezTo>
                <a:cubicBezTo>
                  <a:pt x="1048442" y="20717"/>
                  <a:pt x="1053046" y="21826"/>
                  <a:pt x="1057054" y="24045"/>
                </a:cubicBezTo>
                <a:cubicBezTo>
                  <a:pt x="1061094" y="26264"/>
                  <a:pt x="1064257" y="29510"/>
                  <a:pt x="1066542" y="33783"/>
                </a:cubicBezTo>
                <a:cubicBezTo>
                  <a:pt x="1068861" y="38055"/>
                  <a:pt x="1070020" y="43272"/>
                  <a:pt x="1070020" y="49432"/>
                </a:cubicBezTo>
                <a:close/>
                <a:moveTo>
                  <a:pt x="1031617" y="49432"/>
                </a:moveTo>
                <a:cubicBezTo>
                  <a:pt x="1031617" y="53075"/>
                  <a:pt x="1032015" y="56139"/>
                  <a:pt x="1032809" y="58623"/>
                </a:cubicBezTo>
                <a:cubicBezTo>
                  <a:pt x="1033604" y="61107"/>
                  <a:pt x="1034846" y="62978"/>
                  <a:pt x="1036535" y="64237"/>
                </a:cubicBezTo>
                <a:cubicBezTo>
                  <a:pt x="1038225" y="65496"/>
                  <a:pt x="1040427" y="66125"/>
                  <a:pt x="1043143" y="66125"/>
                </a:cubicBezTo>
                <a:cubicBezTo>
                  <a:pt x="1045826" y="66125"/>
                  <a:pt x="1047995" y="65496"/>
                  <a:pt x="1049651" y="64237"/>
                </a:cubicBezTo>
                <a:cubicBezTo>
                  <a:pt x="1051340" y="62978"/>
                  <a:pt x="1052566" y="61107"/>
                  <a:pt x="1053327" y="58623"/>
                </a:cubicBezTo>
                <a:cubicBezTo>
                  <a:pt x="1054122" y="56139"/>
                  <a:pt x="1054520" y="53075"/>
                  <a:pt x="1054520" y="49432"/>
                </a:cubicBezTo>
                <a:cubicBezTo>
                  <a:pt x="1054520" y="45756"/>
                  <a:pt x="1054122" y="42709"/>
                  <a:pt x="1053327" y="40291"/>
                </a:cubicBezTo>
                <a:cubicBezTo>
                  <a:pt x="1052566" y="37840"/>
                  <a:pt x="1051340" y="36002"/>
                  <a:pt x="1049651" y="34776"/>
                </a:cubicBezTo>
                <a:cubicBezTo>
                  <a:pt x="1047962" y="33551"/>
                  <a:pt x="1045759" y="32938"/>
                  <a:pt x="1043044" y="32938"/>
                </a:cubicBezTo>
                <a:cubicBezTo>
                  <a:pt x="1039036" y="32938"/>
                  <a:pt x="1036121" y="34313"/>
                  <a:pt x="1034300" y="37062"/>
                </a:cubicBezTo>
                <a:cubicBezTo>
                  <a:pt x="1032511" y="39811"/>
                  <a:pt x="1031617" y="43934"/>
                  <a:pt x="1031617" y="49432"/>
                </a:cubicBezTo>
                <a:close/>
                <a:moveTo>
                  <a:pt x="1074591" y="77303"/>
                </a:moveTo>
                <a:close/>
                <a:moveTo>
                  <a:pt x="1114087" y="20717"/>
                </a:moveTo>
                <a:cubicBezTo>
                  <a:pt x="1120015" y="20717"/>
                  <a:pt x="1124785" y="22340"/>
                  <a:pt x="1128395" y="25585"/>
                </a:cubicBezTo>
                <a:cubicBezTo>
                  <a:pt x="1132005" y="28798"/>
                  <a:pt x="1133810" y="33965"/>
                  <a:pt x="1133810" y="41086"/>
                </a:cubicBezTo>
                <a:lnTo>
                  <a:pt x="1133810" y="77303"/>
                </a:lnTo>
                <a:lnTo>
                  <a:pt x="1118657" y="77303"/>
                </a:lnTo>
                <a:lnTo>
                  <a:pt x="1118657" y="44862"/>
                </a:lnTo>
                <a:cubicBezTo>
                  <a:pt x="1118657" y="40887"/>
                  <a:pt x="1117929" y="37890"/>
                  <a:pt x="1116471" y="35869"/>
                </a:cubicBezTo>
                <a:cubicBezTo>
                  <a:pt x="1115047" y="33849"/>
                  <a:pt x="1112795" y="32839"/>
                  <a:pt x="1109715" y="32839"/>
                </a:cubicBezTo>
                <a:cubicBezTo>
                  <a:pt x="1105078" y="32839"/>
                  <a:pt x="1101915" y="34412"/>
                  <a:pt x="1100226" y="37559"/>
                </a:cubicBezTo>
                <a:cubicBezTo>
                  <a:pt x="1098537" y="40705"/>
                  <a:pt x="1097692" y="45242"/>
                  <a:pt x="1097692" y="51171"/>
                </a:cubicBezTo>
                <a:lnTo>
                  <a:pt x="1097692" y="77303"/>
                </a:lnTo>
                <a:lnTo>
                  <a:pt x="1082540" y="77303"/>
                </a:lnTo>
                <a:lnTo>
                  <a:pt x="1082540" y="21760"/>
                </a:lnTo>
                <a:lnTo>
                  <a:pt x="1094115" y="21760"/>
                </a:lnTo>
                <a:lnTo>
                  <a:pt x="1096152" y="28864"/>
                </a:lnTo>
                <a:lnTo>
                  <a:pt x="1096997" y="28864"/>
                </a:lnTo>
                <a:cubicBezTo>
                  <a:pt x="1098189" y="26943"/>
                  <a:pt x="1099663" y="25387"/>
                  <a:pt x="1101418" y="24194"/>
                </a:cubicBezTo>
                <a:cubicBezTo>
                  <a:pt x="1103207" y="23002"/>
                  <a:pt x="1105177" y="22124"/>
                  <a:pt x="1107330" y="21561"/>
                </a:cubicBezTo>
                <a:cubicBezTo>
                  <a:pt x="1109516" y="20998"/>
                  <a:pt x="1111768" y="20717"/>
                  <a:pt x="1114087" y="207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1D37FA-1B44-4C29-87FF-27D17695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650" y="2561506"/>
            <a:ext cx="1602496" cy="451497"/>
          </a:xfrm>
          <a:custGeom xmlns:a="http://schemas.openxmlformats.org/drawingml/2006/main">
            <a:pathLst>
              <a:path w="1602496" h="451497">
                <a:moveTo>
                  <a:pt x="0" y="31796"/>
                </a:moveTo>
                <a:cubicBezTo>
                  <a:pt x="0" y="14235"/>
                  <a:pt x="14235" y="0"/>
                  <a:pt x="31796" y="0"/>
                </a:cubicBezTo>
                <a:lnTo>
                  <a:pt x="1570701" y="0"/>
                </a:lnTo>
                <a:cubicBezTo>
                  <a:pt x="1588261" y="0"/>
                  <a:pt x="1602496" y="14235"/>
                  <a:pt x="1602496" y="31796"/>
                </a:cubicBezTo>
                <a:lnTo>
                  <a:pt x="1602496" y="419701"/>
                </a:lnTo>
                <a:cubicBezTo>
                  <a:pt x="1602496" y="437262"/>
                  <a:pt x="1588261" y="451497"/>
                  <a:pt x="1570701" y="451497"/>
                </a:cubicBezTo>
                <a:lnTo>
                  <a:pt x="31796" y="451497"/>
                </a:lnTo>
                <a:cubicBezTo>
                  <a:pt x="14235" y="451497"/>
                  <a:pt x="0" y="437262"/>
                  <a:pt x="0" y="419701"/>
                </a:cubicBezTo>
                <a:lnTo>
                  <a:pt x="0" y="3179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2E439-A2A1-488A-84FC-59ADC065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650" y="2561506"/>
            <a:ext cx="1602496" cy="451497"/>
          </a:xfrm>
          <a:custGeom xmlns:a="http://schemas.openxmlformats.org/drawingml/2006/main">
            <a:pathLst>
              <a:path w="1602496" h="451497">
                <a:moveTo>
                  <a:pt x="646" y="426109"/>
                </a:moveTo>
                <a:lnTo>
                  <a:pt x="1136" y="428154"/>
                </a:lnTo>
                <a:lnTo>
                  <a:pt x="1755" y="430145"/>
                </a:lnTo>
                <a:lnTo>
                  <a:pt x="2499" y="432078"/>
                </a:lnTo>
                <a:lnTo>
                  <a:pt x="3362" y="433947"/>
                </a:lnTo>
                <a:lnTo>
                  <a:pt x="4341" y="435749"/>
                </a:lnTo>
                <a:lnTo>
                  <a:pt x="5430" y="437479"/>
                </a:lnTo>
                <a:lnTo>
                  <a:pt x="6625" y="439131"/>
                </a:lnTo>
                <a:lnTo>
                  <a:pt x="7921" y="440701"/>
                </a:lnTo>
                <a:lnTo>
                  <a:pt x="9313" y="442184"/>
                </a:lnTo>
                <a:lnTo>
                  <a:pt x="10796" y="443576"/>
                </a:lnTo>
                <a:lnTo>
                  <a:pt x="12366" y="444872"/>
                </a:lnTo>
                <a:lnTo>
                  <a:pt x="14018" y="446067"/>
                </a:lnTo>
                <a:lnTo>
                  <a:pt x="15748" y="447156"/>
                </a:lnTo>
                <a:lnTo>
                  <a:pt x="17550" y="448135"/>
                </a:lnTo>
                <a:lnTo>
                  <a:pt x="19419" y="448998"/>
                </a:lnTo>
                <a:lnTo>
                  <a:pt x="21352" y="449742"/>
                </a:lnTo>
                <a:lnTo>
                  <a:pt x="23343" y="450361"/>
                </a:lnTo>
                <a:lnTo>
                  <a:pt x="25388" y="450851"/>
                </a:lnTo>
                <a:lnTo>
                  <a:pt x="27481" y="451207"/>
                </a:lnTo>
                <a:lnTo>
                  <a:pt x="29619" y="451424"/>
                </a:lnTo>
                <a:lnTo>
                  <a:pt x="31796" y="451497"/>
                </a:lnTo>
                <a:lnTo>
                  <a:pt x="1570701" y="451497"/>
                </a:lnTo>
                <a:lnTo>
                  <a:pt x="1572878" y="451424"/>
                </a:lnTo>
                <a:lnTo>
                  <a:pt x="1575015" y="451207"/>
                </a:lnTo>
                <a:lnTo>
                  <a:pt x="1577109" y="450851"/>
                </a:lnTo>
                <a:lnTo>
                  <a:pt x="1579154" y="450361"/>
                </a:lnTo>
                <a:lnTo>
                  <a:pt x="1581145" y="449742"/>
                </a:lnTo>
                <a:lnTo>
                  <a:pt x="1583077" y="448998"/>
                </a:lnTo>
                <a:lnTo>
                  <a:pt x="1584947" y="448135"/>
                </a:lnTo>
                <a:lnTo>
                  <a:pt x="1586749" y="447156"/>
                </a:lnTo>
                <a:lnTo>
                  <a:pt x="1588478" y="446067"/>
                </a:lnTo>
                <a:lnTo>
                  <a:pt x="1590130" y="444872"/>
                </a:lnTo>
                <a:lnTo>
                  <a:pt x="1591701" y="443576"/>
                </a:lnTo>
                <a:lnTo>
                  <a:pt x="1593184" y="442184"/>
                </a:lnTo>
                <a:lnTo>
                  <a:pt x="1594576" y="440701"/>
                </a:lnTo>
                <a:lnTo>
                  <a:pt x="1595872" y="439131"/>
                </a:lnTo>
                <a:lnTo>
                  <a:pt x="1597066" y="437479"/>
                </a:lnTo>
                <a:lnTo>
                  <a:pt x="1598156" y="435749"/>
                </a:lnTo>
                <a:lnTo>
                  <a:pt x="1599134" y="433947"/>
                </a:lnTo>
                <a:lnTo>
                  <a:pt x="1599998" y="432078"/>
                </a:lnTo>
                <a:lnTo>
                  <a:pt x="1600742" y="430145"/>
                </a:lnTo>
                <a:lnTo>
                  <a:pt x="1601361" y="428154"/>
                </a:lnTo>
                <a:lnTo>
                  <a:pt x="1601850" y="426109"/>
                </a:lnTo>
                <a:lnTo>
                  <a:pt x="1602206" y="424016"/>
                </a:lnTo>
                <a:lnTo>
                  <a:pt x="1602423" y="421878"/>
                </a:lnTo>
                <a:lnTo>
                  <a:pt x="1602496" y="419701"/>
                </a:lnTo>
                <a:lnTo>
                  <a:pt x="1602496" y="31796"/>
                </a:lnTo>
                <a:lnTo>
                  <a:pt x="1602423" y="29619"/>
                </a:lnTo>
                <a:lnTo>
                  <a:pt x="1602206" y="27481"/>
                </a:lnTo>
                <a:lnTo>
                  <a:pt x="1601850" y="25388"/>
                </a:lnTo>
                <a:lnTo>
                  <a:pt x="1601361" y="23343"/>
                </a:lnTo>
                <a:lnTo>
                  <a:pt x="1600742" y="21352"/>
                </a:lnTo>
                <a:lnTo>
                  <a:pt x="1599998" y="19419"/>
                </a:lnTo>
                <a:lnTo>
                  <a:pt x="1599134" y="17550"/>
                </a:lnTo>
                <a:lnTo>
                  <a:pt x="1598156" y="15748"/>
                </a:lnTo>
                <a:lnTo>
                  <a:pt x="1597066" y="14018"/>
                </a:lnTo>
                <a:lnTo>
                  <a:pt x="1595872" y="12366"/>
                </a:lnTo>
                <a:lnTo>
                  <a:pt x="1594576" y="10796"/>
                </a:lnTo>
                <a:lnTo>
                  <a:pt x="1593184" y="9313"/>
                </a:lnTo>
                <a:lnTo>
                  <a:pt x="1591701" y="7921"/>
                </a:lnTo>
                <a:lnTo>
                  <a:pt x="1590130" y="6625"/>
                </a:lnTo>
                <a:lnTo>
                  <a:pt x="1588478" y="5430"/>
                </a:lnTo>
                <a:lnTo>
                  <a:pt x="1586749" y="4341"/>
                </a:lnTo>
                <a:lnTo>
                  <a:pt x="1584947" y="3362"/>
                </a:lnTo>
                <a:lnTo>
                  <a:pt x="1583077" y="2499"/>
                </a:lnTo>
                <a:lnTo>
                  <a:pt x="1581145" y="1755"/>
                </a:lnTo>
                <a:lnTo>
                  <a:pt x="1579154" y="1136"/>
                </a:lnTo>
                <a:lnTo>
                  <a:pt x="1577109" y="646"/>
                </a:lnTo>
                <a:lnTo>
                  <a:pt x="1575015" y="290"/>
                </a:lnTo>
                <a:lnTo>
                  <a:pt x="1572878" y="73"/>
                </a:lnTo>
                <a:lnTo>
                  <a:pt x="1570701" y="0"/>
                </a:lnTo>
                <a:lnTo>
                  <a:pt x="31796" y="0"/>
                </a:lnTo>
                <a:lnTo>
                  <a:pt x="29619" y="73"/>
                </a:lnTo>
                <a:lnTo>
                  <a:pt x="27481" y="290"/>
                </a:lnTo>
                <a:lnTo>
                  <a:pt x="25388" y="646"/>
                </a:lnTo>
                <a:lnTo>
                  <a:pt x="23343" y="1136"/>
                </a:lnTo>
                <a:lnTo>
                  <a:pt x="21352" y="1755"/>
                </a:lnTo>
                <a:lnTo>
                  <a:pt x="19419" y="2499"/>
                </a:lnTo>
                <a:lnTo>
                  <a:pt x="17550" y="3362"/>
                </a:lnTo>
                <a:lnTo>
                  <a:pt x="15748" y="4341"/>
                </a:lnTo>
                <a:lnTo>
                  <a:pt x="14018" y="5430"/>
                </a:lnTo>
                <a:lnTo>
                  <a:pt x="12366" y="6625"/>
                </a:lnTo>
                <a:lnTo>
                  <a:pt x="10796" y="7921"/>
                </a:lnTo>
                <a:lnTo>
                  <a:pt x="9313" y="9313"/>
                </a:lnTo>
                <a:lnTo>
                  <a:pt x="7921" y="10796"/>
                </a:lnTo>
                <a:lnTo>
                  <a:pt x="6625" y="12366"/>
                </a:lnTo>
                <a:lnTo>
                  <a:pt x="5430" y="14018"/>
                </a:lnTo>
                <a:lnTo>
                  <a:pt x="4341" y="15748"/>
                </a:lnTo>
                <a:lnTo>
                  <a:pt x="3362" y="17550"/>
                </a:lnTo>
                <a:lnTo>
                  <a:pt x="2499" y="19419"/>
                </a:lnTo>
                <a:lnTo>
                  <a:pt x="1755" y="21352"/>
                </a:lnTo>
                <a:lnTo>
                  <a:pt x="1136" y="23343"/>
                </a:lnTo>
                <a:lnTo>
                  <a:pt x="646" y="25388"/>
                </a:lnTo>
                <a:lnTo>
                  <a:pt x="290" y="27481"/>
                </a:lnTo>
                <a:lnTo>
                  <a:pt x="73" y="29619"/>
                </a:lnTo>
                <a:lnTo>
                  <a:pt x="0" y="31796"/>
                </a:lnTo>
                <a:lnTo>
                  <a:pt x="0" y="419701"/>
                </a:lnTo>
                <a:lnTo>
                  <a:pt x="73" y="421878"/>
                </a:lnTo>
                <a:lnTo>
                  <a:pt x="290" y="424016"/>
                </a:lnTo>
                <a:lnTo>
                  <a:pt x="646" y="426109"/>
                </a:lnTo>
                <a:close/>
                <a:moveTo>
                  <a:pt x="1572007" y="12762"/>
                </a:moveTo>
                <a:lnTo>
                  <a:pt x="1573290" y="12892"/>
                </a:lnTo>
                <a:lnTo>
                  <a:pt x="1574546" y="13106"/>
                </a:lnTo>
                <a:lnTo>
                  <a:pt x="1575772" y="13399"/>
                </a:lnTo>
                <a:lnTo>
                  <a:pt x="1576967" y="13771"/>
                </a:lnTo>
                <a:lnTo>
                  <a:pt x="1578127" y="14217"/>
                </a:lnTo>
                <a:lnTo>
                  <a:pt x="1579248" y="14735"/>
                </a:lnTo>
                <a:lnTo>
                  <a:pt x="1580330" y="15323"/>
                </a:lnTo>
                <a:lnTo>
                  <a:pt x="1581367" y="15976"/>
                </a:lnTo>
                <a:lnTo>
                  <a:pt x="1582358" y="16693"/>
                </a:lnTo>
                <a:lnTo>
                  <a:pt x="1583301" y="17470"/>
                </a:lnTo>
                <a:lnTo>
                  <a:pt x="1584191" y="18306"/>
                </a:lnTo>
                <a:lnTo>
                  <a:pt x="1585026" y="19196"/>
                </a:lnTo>
                <a:lnTo>
                  <a:pt x="1585803" y="20138"/>
                </a:lnTo>
                <a:lnTo>
                  <a:pt x="1586520" y="21129"/>
                </a:lnTo>
                <a:lnTo>
                  <a:pt x="1587174" y="22167"/>
                </a:lnTo>
                <a:lnTo>
                  <a:pt x="1587761" y="23248"/>
                </a:lnTo>
                <a:lnTo>
                  <a:pt x="1588279" y="24370"/>
                </a:lnTo>
                <a:lnTo>
                  <a:pt x="1588725" y="25529"/>
                </a:lnTo>
                <a:lnTo>
                  <a:pt x="1589097" y="26724"/>
                </a:lnTo>
                <a:lnTo>
                  <a:pt x="1589391" y="27951"/>
                </a:lnTo>
                <a:lnTo>
                  <a:pt x="1589604" y="29207"/>
                </a:lnTo>
                <a:lnTo>
                  <a:pt x="1589734" y="30489"/>
                </a:lnTo>
                <a:lnTo>
                  <a:pt x="1589778" y="31795"/>
                </a:lnTo>
                <a:lnTo>
                  <a:pt x="1589778" y="419701"/>
                </a:lnTo>
                <a:lnTo>
                  <a:pt x="1589734" y="421007"/>
                </a:lnTo>
                <a:lnTo>
                  <a:pt x="1589604" y="422290"/>
                </a:lnTo>
                <a:lnTo>
                  <a:pt x="1589391" y="423546"/>
                </a:lnTo>
                <a:lnTo>
                  <a:pt x="1589097" y="424773"/>
                </a:lnTo>
                <a:lnTo>
                  <a:pt x="1588725" y="425967"/>
                </a:lnTo>
                <a:lnTo>
                  <a:pt x="1588279" y="427127"/>
                </a:lnTo>
                <a:lnTo>
                  <a:pt x="1587761" y="428249"/>
                </a:lnTo>
                <a:lnTo>
                  <a:pt x="1587174" y="429330"/>
                </a:lnTo>
                <a:lnTo>
                  <a:pt x="1586520" y="430368"/>
                </a:lnTo>
                <a:lnTo>
                  <a:pt x="1585803" y="431359"/>
                </a:lnTo>
                <a:lnTo>
                  <a:pt x="1585026" y="432301"/>
                </a:lnTo>
                <a:lnTo>
                  <a:pt x="1584191" y="433191"/>
                </a:lnTo>
                <a:lnTo>
                  <a:pt x="1583301" y="434026"/>
                </a:lnTo>
                <a:lnTo>
                  <a:pt x="1582358" y="434804"/>
                </a:lnTo>
                <a:lnTo>
                  <a:pt x="1581367" y="435520"/>
                </a:lnTo>
                <a:lnTo>
                  <a:pt x="1580330" y="436174"/>
                </a:lnTo>
                <a:lnTo>
                  <a:pt x="1579248" y="436761"/>
                </a:lnTo>
                <a:lnTo>
                  <a:pt x="1578127" y="437279"/>
                </a:lnTo>
                <a:lnTo>
                  <a:pt x="1576967" y="437726"/>
                </a:lnTo>
                <a:lnTo>
                  <a:pt x="1575772" y="438097"/>
                </a:lnTo>
                <a:lnTo>
                  <a:pt x="1574546" y="438391"/>
                </a:lnTo>
                <a:lnTo>
                  <a:pt x="1573290" y="438604"/>
                </a:lnTo>
                <a:lnTo>
                  <a:pt x="1572007" y="438735"/>
                </a:lnTo>
                <a:lnTo>
                  <a:pt x="1570701" y="438779"/>
                </a:lnTo>
                <a:lnTo>
                  <a:pt x="31796" y="438779"/>
                </a:lnTo>
                <a:lnTo>
                  <a:pt x="30489" y="438735"/>
                </a:lnTo>
                <a:lnTo>
                  <a:pt x="29207" y="438604"/>
                </a:lnTo>
                <a:lnTo>
                  <a:pt x="27951" y="438391"/>
                </a:lnTo>
                <a:lnTo>
                  <a:pt x="26724" y="438097"/>
                </a:lnTo>
                <a:lnTo>
                  <a:pt x="25529" y="437726"/>
                </a:lnTo>
                <a:lnTo>
                  <a:pt x="24370" y="437279"/>
                </a:lnTo>
                <a:lnTo>
                  <a:pt x="23248" y="436761"/>
                </a:lnTo>
                <a:lnTo>
                  <a:pt x="22167" y="436174"/>
                </a:lnTo>
                <a:lnTo>
                  <a:pt x="21129" y="435520"/>
                </a:lnTo>
                <a:lnTo>
                  <a:pt x="20138" y="434804"/>
                </a:lnTo>
                <a:lnTo>
                  <a:pt x="19196" y="434026"/>
                </a:lnTo>
                <a:lnTo>
                  <a:pt x="18306" y="433191"/>
                </a:lnTo>
                <a:lnTo>
                  <a:pt x="17471" y="432301"/>
                </a:lnTo>
                <a:lnTo>
                  <a:pt x="16693" y="431359"/>
                </a:lnTo>
                <a:lnTo>
                  <a:pt x="15976" y="430368"/>
                </a:lnTo>
                <a:lnTo>
                  <a:pt x="15323" y="429330"/>
                </a:lnTo>
                <a:lnTo>
                  <a:pt x="14736" y="428249"/>
                </a:lnTo>
                <a:lnTo>
                  <a:pt x="14217" y="427127"/>
                </a:lnTo>
                <a:lnTo>
                  <a:pt x="13771" y="425967"/>
                </a:lnTo>
                <a:lnTo>
                  <a:pt x="13400" y="424773"/>
                </a:lnTo>
                <a:lnTo>
                  <a:pt x="13106" y="423546"/>
                </a:lnTo>
                <a:lnTo>
                  <a:pt x="12892" y="422290"/>
                </a:lnTo>
                <a:lnTo>
                  <a:pt x="12762" y="421007"/>
                </a:lnTo>
                <a:lnTo>
                  <a:pt x="12718" y="419701"/>
                </a:lnTo>
                <a:lnTo>
                  <a:pt x="12718" y="31795"/>
                </a:lnTo>
                <a:lnTo>
                  <a:pt x="12762" y="30489"/>
                </a:lnTo>
                <a:lnTo>
                  <a:pt x="12892" y="29207"/>
                </a:lnTo>
                <a:lnTo>
                  <a:pt x="13106" y="27951"/>
                </a:lnTo>
                <a:lnTo>
                  <a:pt x="13400" y="26724"/>
                </a:lnTo>
                <a:lnTo>
                  <a:pt x="13771" y="25529"/>
                </a:lnTo>
                <a:lnTo>
                  <a:pt x="14217" y="24370"/>
                </a:lnTo>
                <a:lnTo>
                  <a:pt x="14736" y="23248"/>
                </a:lnTo>
                <a:lnTo>
                  <a:pt x="15323" y="22167"/>
                </a:lnTo>
                <a:lnTo>
                  <a:pt x="15976" y="21129"/>
                </a:lnTo>
                <a:lnTo>
                  <a:pt x="16693" y="20138"/>
                </a:lnTo>
                <a:lnTo>
                  <a:pt x="17471" y="19196"/>
                </a:lnTo>
                <a:lnTo>
                  <a:pt x="18306" y="18306"/>
                </a:lnTo>
                <a:lnTo>
                  <a:pt x="19196" y="17470"/>
                </a:lnTo>
                <a:lnTo>
                  <a:pt x="20138" y="16693"/>
                </a:lnTo>
                <a:lnTo>
                  <a:pt x="21129" y="15976"/>
                </a:lnTo>
                <a:lnTo>
                  <a:pt x="22167" y="15323"/>
                </a:lnTo>
                <a:lnTo>
                  <a:pt x="23248" y="14735"/>
                </a:lnTo>
                <a:lnTo>
                  <a:pt x="24370" y="14217"/>
                </a:lnTo>
                <a:lnTo>
                  <a:pt x="25529" y="13771"/>
                </a:lnTo>
                <a:lnTo>
                  <a:pt x="26724" y="13399"/>
                </a:lnTo>
                <a:lnTo>
                  <a:pt x="27951" y="13106"/>
                </a:lnTo>
                <a:lnTo>
                  <a:pt x="29207" y="12892"/>
                </a:lnTo>
                <a:lnTo>
                  <a:pt x="30489" y="12762"/>
                </a:lnTo>
                <a:lnTo>
                  <a:pt x="31796" y="12718"/>
                </a:lnTo>
                <a:lnTo>
                  <a:pt x="1570701" y="12718"/>
                </a:lnTo>
                <a:lnTo>
                  <a:pt x="1572007" y="127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F41540-EEAB-4EF0-A148-C0FF8CE2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4377" y="2611386"/>
            <a:ext cx="847749" cy="101746"/>
          </a:xfrm>
          <a:custGeom xmlns:a="http://schemas.openxmlformats.org/drawingml/2006/main">
            <a:pathLst>
              <a:path w="847749" h="101746">
                <a:moveTo>
                  <a:pt x="0" y="77303"/>
                </a:moveTo>
                <a:close/>
                <a:moveTo>
                  <a:pt x="52016" y="57133"/>
                </a:moveTo>
                <a:cubicBezTo>
                  <a:pt x="52016" y="61438"/>
                  <a:pt x="50972" y="65181"/>
                  <a:pt x="48886" y="68360"/>
                </a:cubicBezTo>
                <a:cubicBezTo>
                  <a:pt x="46799" y="71540"/>
                  <a:pt x="43752" y="73991"/>
                  <a:pt x="39744" y="75713"/>
                </a:cubicBezTo>
                <a:cubicBezTo>
                  <a:pt x="35770" y="77435"/>
                  <a:pt x="30934" y="78297"/>
                  <a:pt x="25238" y="78297"/>
                </a:cubicBezTo>
                <a:cubicBezTo>
                  <a:pt x="22721" y="78297"/>
                  <a:pt x="20253" y="78131"/>
                  <a:pt x="17835" y="77800"/>
                </a:cubicBezTo>
                <a:cubicBezTo>
                  <a:pt x="15451" y="77469"/>
                  <a:pt x="13149" y="76988"/>
                  <a:pt x="10930" y="76359"/>
                </a:cubicBezTo>
                <a:cubicBezTo>
                  <a:pt x="8744" y="75697"/>
                  <a:pt x="6657" y="74885"/>
                  <a:pt x="4670" y="73925"/>
                </a:cubicBezTo>
                <a:lnTo>
                  <a:pt x="4670" y="59617"/>
                </a:lnTo>
                <a:cubicBezTo>
                  <a:pt x="8114" y="61140"/>
                  <a:pt x="11691" y="62515"/>
                  <a:pt x="15401" y="63740"/>
                </a:cubicBezTo>
                <a:cubicBezTo>
                  <a:pt x="19110" y="64966"/>
                  <a:pt x="22787" y="65578"/>
                  <a:pt x="26430" y="65578"/>
                </a:cubicBezTo>
                <a:cubicBezTo>
                  <a:pt x="28947" y="65578"/>
                  <a:pt x="30968" y="65247"/>
                  <a:pt x="32491" y="64585"/>
                </a:cubicBezTo>
                <a:cubicBezTo>
                  <a:pt x="34048" y="63922"/>
                  <a:pt x="35174" y="63012"/>
                  <a:pt x="35869" y="61852"/>
                </a:cubicBezTo>
                <a:cubicBezTo>
                  <a:pt x="36565" y="60693"/>
                  <a:pt x="36913" y="59368"/>
                  <a:pt x="36913" y="57878"/>
                </a:cubicBezTo>
                <a:cubicBezTo>
                  <a:pt x="36913" y="56056"/>
                  <a:pt x="36300" y="54500"/>
                  <a:pt x="35074" y="53208"/>
                </a:cubicBezTo>
                <a:cubicBezTo>
                  <a:pt x="33849" y="51916"/>
                  <a:pt x="32160" y="50707"/>
                  <a:pt x="30007" y="49581"/>
                </a:cubicBezTo>
                <a:cubicBezTo>
                  <a:pt x="27887" y="48455"/>
                  <a:pt x="25486" y="47246"/>
                  <a:pt x="22803" y="45955"/>
                </a:cubicBezTo>
                <a:cubicBezTo>
                  <a:pt x="21114" y="45160"/>
                  <a:pt x="19276" y="44199"/>
                  <a:pt x="17289" y="43073"/>
                </a:cubicBezTo>
                <a:cubicBezTo>
                  <a:pt x="15302" y="41914"/>
                  <a:pt x="13414" y="40506"/>
                  <a:pt x="11625" y="38850"/>
                </a:cubicBezTo>
                <a:cubicBezTo>
                  <a:pt x="9837" y="37194"/>
                  <a:pt x="8363" y="35190"/>
                  <a:pt x="7204" y="32839"/>
                </a:cubicBezTo>
                <a:cubicBezTo>
                  <a:pt x="6078" y="30454"/>
                  <a:pt x="5515" y="27606"/>
                  <a:pt x="5515" y="24294"/>
                </a:cubicBezTo>
                <a:cubicBezTo>
                  <a:pt x="5515" y="19955"/>
                  <a:pt x="6508" y="16246"/>
                  <a:pt x="8495" y="13165"/>
                </a:cubicBezTo>
                <a:cubicBezTo>
                  <a:pt x="10483" y="10085"/>
                  <a:pt x="13314" y="7734"/>
                  <a:pt x="16991" y="6111"/>
                </a:cubicBezTo>
                <a:cubicBezTo>
                  <a:pt x="20700" y="4455"/>
                  <a:pt x="25072" y="3627"/>
                  <a:pt x="30106" y="3627"/>
                </a:cubicBezTo>
                <a:cubicBezTo>
                  <a:pt x="33882" y="3627"/>
                  <a:pt x="37476" y="4074"/>
                  <a:pt x="40887" y="4968"/>
                </a:cubicBezTo>
                <a:cubicBezTo>
                  <a:pt x="44332" y="5829"/>
                  <a:pt x="47925" y="7088"/>
                  <a:pt x="51668" y="8744"/>
                </a:cubicBezTo>
                <a:lnTo>
                  <a:pt x="46700" y="20717"/>
                </a:lnTo>
                <a:cubicBezTo>
                  <a:pt x="43355" y="19359"/>
                  <a:pt x="40357" y="18316"/>
                  <a:pt x="37708" y="17587"/>
                </a:cubicBezTo>
                <a:cubicBezTo>
                  <a:pt x="35058" y="16825"/>
                  <a:pt x="32359" y="16444"/>
                  <a:pt x="29610" y="16444"/>
                </a:cubicBezTo>
                <a:cubicBezTo>
                  <a:pt x="27689" y="16444"/>
                  <a:pt x="26049" y="16759"/>
                  <a:pt x="24691" y="17388"/>
                </a:cubicBezTo>
                <a:cubicBezTo>
                  <a:pt x="23333" y="17984"/>
                  <a:pt x="22307" y="18845"/>
                  <a:pt x="21611" y="19972"/>
                </a:cubicBezTo>
                <a:cubicBezTo>
                  <a:pt x="20916" y="21065"/>
                  <a:pt x="20568" y="22340"/>
                  <a:pt x="20568" y="23797"/>
                </a:cubicBezTo>
                <a:cubicBezTo>
                  <a:pt x="20568" y="25519"/>
                  <a:pt x="21065" y="26977"/>
                  <a:pt x="22058" y="28169"/>
                </a:cubicBezTo>
                <a:cubicBezTo>
                  <a:pt x="23085" y="29328"/>
                  <a:pt x="24608" y="30454"/>
                  <a:pt x="26629" y="31547"/>
                </a:cubicBezTo>
                <a:cubicBezTo>
                  <a:pt x="28682" y="32640"/>
                  <a:pt x="31233" y="33915"/>
                  <a:pt x="34280" y="35373"/>
                </a:cubicBezTo>
                <a:cubicBezTo>
                  <a:pt x="37989" y="37128"/>
                  <a:pt x="41152" y="38966"/>
                  <a:pt x="43769" y="40887"/>
                </a:cubicBezTo>
                <a:cubicBezTo>
                  <a:pt x="46418" y="42775"/>
                  <a:pt x="48455" y="45011"/>
                  <a:pt x="49879" y="47594"/>
                </a:cubicBezTo>
                <a:cubicBezTo>
                  <a:pt x="51303" y="50144"/>
                  <a:pt x="52016" y="53324"/>
                  <a:pt x="52016" y="57133"/>
                </a:cubicBezTo>
                <a:close/>
                <a:moveTo>
                  <a:pt x="56040" y="77303"/>
                </a:moveTo>
                <a:close/>
                <a:moveTo>
                  <a:pt x="79141" y="77303"/>
                </a:moveTo>
                <a:lnTo>
                  <a:pt x="63989" y="77303"/>
                </a:lnTo>
                <a:lnTo>
                  <a:pt x="63989" y="0"/>
                </a:lnTo>
                <a:lnTo>
                  <a:pt x="79141" y="0"/>
                </a:lnTo>
                <a:lnTo>
                  <a:pt x="79141" y="77303"/>
                </a:lnTo>
                <a:close/>
                <a:moveTo>
                  <a:pt x="87140" y="77303"/>
                </a:moveTo>
                <a:close/>
                <a:moveTo>
                  <a:pt x="110241" y="21760"/>
                </a:moveTo>
                <a:lnTo>
                  <a:pt x="110241" y="77303"/>
                </a:lnTo>
                <a:lnTo>
                  <a:pt x="95089" y="77303"/>
                </a:lnTo>
                <a:lnTo>
                  <a:pt x="95089" y="21760"/>
                </a:lnTo>
                <a:lnTo>
                  <a:pt x="110241" y="21760"/>
                </a:lnTo>
                <a:close/>
                <a:moveTo>
                  <a:pt x="102690" y="0"/>
                </a:moveTo>
                <a:cubicBezTo>
                  <a:pt x="104942" y="0"/>
                  <a:pt x="106879" y="530"/>
                  <a:pt x="108502" y="1590"/>
                </a:cubicBezTo>
                <a:cubicBezTo>
                  <a:pt x="110125" y="2617"/>
                  <a:pt x="110937" y="4554"/>
                  <a:pt x="110937" y="7402"/>
                </a:cubicBezTo>
                <a:cubicBezTo>
                  <a:pt x="110937" y="10218"/>
                  <a:pt x="110125" y="12172"/>
                  <a:pt x="108502" y="13265"/>
                </a:cubicBezTo>
                <a:cubicBezTo>
                  <a:pt x="106879" y="14325"/>
                  <a:pt x="104942" y="14854"/>
                  <a:pt x="102690" y="14854"/>
                </a:cubicBezTo>
                <a:cubicBezTo>
                  <a:pt x="100404" y="14854"/>
                  <a:pt x="98450" y="14325"/>
                  <a:pt x="96827" y="13265"/>
                </a:cubicBezTo>
                <a:cubicBezTo>
                  <a:pt x="95238" y="12172"/>
                  <a:pt x="94443" y="10218"/>
                  <a:pt x="94443" y="7402"/>
                </a:cubicBezTo>
                <a:cubicBezTo>
                  <a:pt x="94443" y="4554"/>
                  <a:pt x="95238" y="2617"/>
                  <a:pt x="96827" y="1590"/>
                </a:cubicBezTo>
                <a:cubicBezTo>
                  <a:pt x="98450" y="530"/>
                  <a:pt x="100404" y="0"/>
                  <a:pt x="102690" y="0"/>
                </a:cubicBezTo>
                <a:close/>
                <a:moveTo>
                  <a:pt x="118240" y="77303"/>
                </a:moveTo>
                <a:close/>
                <a:moveTo>
                  <a:pt x="143776" y="78297"/>
                </a:moveTo>
                <a:cubicBezTo>
                  <a:pt x="137582" y="78297"/>
                  <a:pt x="132531" y="75879"/>
                  <a:pt x="128623" y="71043"/>
                </a:cubicBezTo>
                <a:cubicBezTo>
                  <a:pt x="124748" y="66175"/>
                  <a:pt x="122810" y="59037"/>
                  <a:pt x="122810" y="49631"/>
                </a:cubicBezTo>
                <a:cubicBezTo>
                  <a:pt x="122810" y="40125"/>
                  <a:pt x="124781" y="32938"/>
                  <a:pt x="128722" y="28070"/>
                </a:cubicBezTo>
                <a:cubicBezTo>
                  <a:pt x="132664" y="23168"/>
                  <a:pt x="137814" y="20717"/>
                  <a:pt x="144173" y="20717"/>
                </a:cubicBezTo>
                <a:cubicBezTo>
                  <a:pt x="146823" y="20717"/>
                  <a:pt x="149158" y="21081"/>
                  <a:pt x="151178" y="21810"/>
                </a:cubicBezTo>
                <a:cubicBezTo>
                  <a:pt x="153198" y="22538"/>
                  <a:pt x="154937" y="23515"/>
                  <a:pt x="156394" y="24741"/>
                </a:cubicBezTo>
                <a:cubicBezTo>
                  <a:pt x="157885" y="25966"/>
                  <a:pt x="159143" y="27341"/>
                  <a:pt x="160170" y="28864"/>
                </a:cubicBezTo>
                <a:lnTo>
                  <a:pt x="160667" y="28864"/>
                </a:lnTo>
                <a:cubicBezTo>
                  <a:pt x="160468" y="27805"/>
                  <a:pt x="160220" y="26248"/>
                  <a:pt x="159922" y="24194"/>
                </a:cubicBezTo>
                <a:cubicBezTo>
                  <a:pt x="159657" y="22108"/>
                  <a:pt x="159524" y="19972"/>
                  <a:pt x="159524" y="17786"/>
                </a:cubicBezTo>
                <a:lnTo>
                  <a:pt x="159524" y="0"/>
                </a:lnTo>
                <a:lnTo>
                  <a:pt x="174727" y="0"/>
                </a:lnTo>
                <a:lnTo>
                  <a:pt x="174727" y="77303"/>
                </a:lnTo>
                <a:lnTo>
                  <a:pt x="163101" y="77303"/>
                </a:lnTo>
                <a:lnTo>
                  <a:pt x="160170" y="70099"/>
                </a:lnTo>
                <a:lnTo>
                  <a:pt x="159524" y="70099"/>
                </a:lnTo>
                <a:cubicBezTo>
                  <a:pt x="158564" y="71623"/>
                  <a:pt x="157355" y="73014"/>
                  <a:pt x="155898" y="74272"/>
                </a:cubicBezTo>
                <a:cubicBezTo>
                  <a:pt x="154473" y="75498"/>
                  <a:pt x="152768" y="76475"/>
                  <a:pt x="150781" y="77204"/>
                </a:cubicBezTo>
                <a:cubicBezTo>
                  <a:pt x="148793" y="77932"/>
                  <a:pt x="146458" y="78297"/>
                  <a:pt x="143776" y="78297"/>
                </a:cubicBezTo>
                <a:close/>
                <a:moveTo>
                  <a:pt x="149091" y="66224"/>
                </a:moveTo>
                <a:cubicBezTo>
                  <a:pt x="153231" y="66224"/>
                  <a:pt x="156146" y="64999"/>
                  <a:pt x="157835" y="62548"/>
                </a:cubicBezTo>
                <a:cubicBezTo>
                  <a:pt x="159557" y="60064"/>
                  <a:pt x="160468" y="56338"/>
                  <a:pt x="160568" y="51370"/>
                </a:cubicBezTo>
                <a:lnTo>
                  <a:pt x="160568" y="49730"/>
                </a:lnTo>
                <a:cubicBezTo>
                  <a:pt x="160568" y="44332"/>
                  <a:pt x="159740" y="40208"/>
                  <a:pt x="158084" y="37360"/>
                </a:cubicBezTo>
                <a:cubicBezTo>
                  <a:pt x="156428" y="34478"/>
                  <a:pt x="153347" y="33038"/>
                  <a:pt x="148843" y="33038"/>
                </a:cubicBezTo>
                <a:cubicBezTo>
                  <a:pt x="145498" y="33038"/>
                  <a:pt x="142881" y="34478"/>
                  <a:pt x="140993" y="37360"/>
                </a:cubicBezTo>
                <a:cubicBezTo>
                  <a:pt x="139106" y="40241"/>
                  <a:pt x="138162" y="44398"/>
                  <a:pt x="138162" y="49830"/>
                </a:cubicBezTo>
                <a:cubicBezTo>
                  <a:pt x="138162" y="55261"/>
                  <a:pt x="139106" y="59352"/>
                  <a:pt x="140993" y="62101"/>
                </a:cubicBezTo>
                <a:cubicBezTo>
                  <a:pt x="142914" y="64850"/>
                  <a:pt x="145614" y="66224"/>
                  <a:pt x="149091" y="66224"/>
                </a:cubicBezTo>
                <a:close/>
                <a:moveTo>
                  <a:pt x="182626" y="77303"/>
                </a:moveTo>
                <a:close/>
                <a:moveTo>
                  <a:pt x="205727" y="21760"/>
                </a:moveTo>
                <a:lnTo>
                  <a:pt x="205727" y="77303"/>
                </a:lnTo>
                <a:lnTo>
                  <a:pt x="190575" y="77303"/>
                </a:lnTo>
                <a:lnTo>
                  <a:pt x="190575" y="21760"/>
                </a:lnTo>
                <a:lnTo>
                  <a:pt x="205727" y="21760"/>
                </a:lnTo>
                <a:close/>
                <a:moveTo>
                  <a:pt x="198176" y="0"/>
                </a:moveTo>
                <a:cubicBezTo>
                  <a:pt x="200428" y="0"/>
                  <a:pt x="202366" y="530"/>
                  <a:pt x="203988" y="1590"/>
                </a:cubicBezTo>
                <a:cubicBezTo>
                  <a:pt x="205611" y="2617"/>
                  <a:pt x="206423" y="4554"/>
                  <a:pt x="206423" y="7402"/>
                </a:cubicBezTo>
                <a:cubicBezTo>
                  <a:pt x="206423" y="10218"/>
                  <a:pt x="205611" y="12172"/>
                  <a:pt x="203988" y="13265"/>
                </a:cubicBezTo>
                <a:cubicBezTo>
                  <a:pt x="202366" y="14325"/>
                  <a:pt x="200428" y="14854"/>
                  <a:pt x="198176" y="14854"/>
                </a:cubicBezTo>
                <a:cubicBezTo>
                  <a:pt x="195890" y="14854"/>
                  <a:pt x="193936" y="14325"/>
                  <a:pt x="192313" y="13265"/>
                </a:cubicBezTo>
                <a:cubicBezTo>
                  <a:pt x="190724" y="12172"/>
                  <a:pt x="189929" y="10218"/>
                  <a:pt x="189929" y="7402"/>
                </a:cubicBezTo>
                <a:cubicBezTo>
                  <a:pt x="189929" y="4554"/>
                  <a:pt x="190724" y="2617"/>
                  <a:pt x="192313" y="1590"/>
                </a:cubicBezTo>
                <a:cubicBezTo>
                  <a:pt x="193936" y="530"/>
                  <a:pt x="195890" y="0"/>
                  <a:pt x="198176" y="0"/>
                </a:cubicBezTo>
                <a:close/>
                <a:moveTo>
                  <a:pt x="213726" y="77303"/>
                </a:moveTo>
                <a:close/>
                <a:moveTo>
                  <a:pt x="253222" y="20717"/>
                </a:moveTo>
                <a:cubicBezTo>
                  <a:pt x="259150" y="20717"/>
                  <a:pt x="263920" y="22340"/>
                  <a:pt x="267530" y="25585"/>
                </a:cubicBezTo>
                <a:cubicBezTo>
                  <a:pt x="271140" y="28798"/>
                  <a:pt x="272945" y="33965"/>
                  <a:pt x="272945" y="41086"/>
                </a:cubicBezTo>
                <a:lnTo>
                  <a:pt x="272945" y="77303"/>
                </a:lnTo>
                <a:lnTo>
                  <a:pt x="257792" y="77303"/>
                </a:lnTo>
                <a:lnTo>
                  <a:pt x="257792" y="44862"/>
                </a:lnTo>
                <a:cubicBezTo>
                  <a:pt x="257792" y="40887"/>
                  <a:pt x="257064" y="37890"/>
                  <a:pt x="255607" y="35869"/>
                </a:cubicBezTo>
                <a:cubicBezTo>
                  <a:pt x="254182" y="33849"/>
                  <a:pt x="251930" y="32839"/>
                  <a:pt x="248850" y="32839"/>
                </a:cubicBezTo>
                <a:cubicBezTo>
                  <a:pt x="244213" y="32839"/>
                  <a:pt x="241050" y="34412"/>
                  <a:pt x="239361" y="37559"/>
                </a:cubicBezTo>
                <a:cubicBezTo>
                  <a:pt x="237672" y="40705"/>
                  <a:pt x="236827" y="45242"/>
                  <a:pt x="236827" y="51171"/>
                </a:cubicBezTo>
                <a:lnTo>
                  <a:pt x="236827" y="77303"/>
                </a:lnTo>
                <a:lnTo>
                  <a:pt x="221675" y="77303"/>
                </a:lnTo>
                <a:lnTo>
                  <a:pt x="221675" y="21760"/>
                </a:lnTo>
                <a:lnTo>
                  <a:pt x="233250" y="21760"/>
                </a:lnTo>
                <a:lnTo>
                  <a:pt x="235287" y="28864"/>
                </a:lnTo>
                <a:lnTo>
                  <a:pt x="236132" y="28864"/>
                </a:lnTo>
                <a:cubicBezTo>
                  <a:pt x="237324" y="26943"/>
                  <a:pt x="238798" y="25387"/>
                  <a:pt x="240553" y="24194"/>
                </a:cubicBezTo>
                <a:cubicBezTo>
                  <a:pt x="242342" y="23002"/>
                  <a:pt x="244312" y="22124"/>
                  <a:pt x="246465" y="21561"/>
                </a:cubicBezTo>
                <a:cubicBezTo>
                  <a:pt x="248651" y="20998"/>
                  <a:pt x="250903" y="20717"/>
                  <a:pt x="253222" y="20717"/>
                </a:cubicBezTo>
                <a:close/>
                <a:moveTo>
                  <a:pt x="280596" y="77303"/>
                </a:moveTo>
                <a:close/>
                <a:moveTo>
                  <a:pt x="304790" y="101746"/>
                </a:moveTo>
                <a:cubicBezTo>
                  <a:pt x="297040" y="101746"/>
                  <a:pt x="291112" y="100388"/>
                  <a:pt x="287005" y="97672"/>
                </a:cubicBezTo>
                <a:cubicBezTo>
                  <a:pt x="282931" y="94989"/>
                  <a:pt x="280894" y="91214"/>
                  <a:pt x="280894" y="86345"/>
                </a:cubicBezTo>
                <a:cubicBezTo>
                  <a:pt x="280894" y="83000"/>
                  <a:pt x="281937" y="80201"/>
                  <a:pt x="284024" y="77949"/>
                </a:cubicBezTo>
                <a:cubicBezTo>
                  <a:pt x="286110" y="75697"/>
                  <a:pt x="289174" y="74090"/>
                  <a:pt x="293215" y="73130"/>
                </a:cubicBezTo>
                <a:cubicBezTo>
                  <a:pt x="291658" y="72467"/>
                  <a:pt x="290300" y="71391"/>
                  <a:pt x="289141" y="69901"/>
                </a:cubicBezTo>
                <a:cubicBezTo>
                  <a:pt x="287982" y="68377"/>
                  <a:pt x="287402" y="66771"/>
                  <a:pt x="287402" y="65082"/>
                </a:cubicBezTo>
                <a:cubicBezTo>
                  <a:pt x="287402" y="62962"/>
                  <a:pt x="288015" y="61206"/>
                  <a:pt x="289240" y="59815"/>
                </a:cubicBezTo>
                <a:cubicBezTo>
                  <a:pt x="290466" y="58391"/>
                  <a:pt x="292238" y="57000"/>
                  <a:pt x="294556" y="55642"/>
                </a:cubicBezTo>
                <a:cubicBezTo>
                  <a:pt x="291642" y="54384"/>
                  <a:pt x="289323" y="52363"/>
                  <a:pt x="287601" y="49581"/>
                </a:cubicBezTo>
                <a:cubicBezTo>
                  <a:pt x="285912" y="46799"/>
                  <a:pt x="285067" y="43520"/>
                  <a:pt x="285067" y="39744"/>
                </a:cubicBezTo>
                <a:cubicBezTo>
                  <a:pt x="285067" y="35704"/>
                  <a:pt x="285945" y="32276"/>
                  <a:pt x="287700" y="29461"/>
                </a:cubicBezTo>
                <a:cubicBezTo>
                  <a:pt x="289489" y="26612"/>
                  <a:pt x="292072" y="24443"/>
                  <a:pt x="295450" y="22952"/>
                </a:cubicBezTo>
                <a:cubicBezTo>
                  <a:pt x="298862" y="21462"/>
                  <a:pt x="303002" y="20717"/>
                  <a:pt x="307870" y="20717"/>
                </a:cubicBezTo>
                <a:cubicBezTo>
                  <a:pt x="308897" y="20717"/>
                  <a:pt x="310090" y="20783"/>
                  <a:pt x="311447" y="20916"/>
                </a:cubicBezTo>
                <a:cubicBezTo>
                  <a:pt x="312805" y="21048"/>
                  <a:pt x="314047" y="21197"/>
                  <a:pt x="315174" y="21363"/>
                </a:cubicBezTo>
                <a:cubicBezTo>
                  <a:pt x="316333" y="21528"/>
                  <a:pt x="317111" y="21661"/>
                  <a:pt x="317509" y="21760"/>
                </a:cubicBezTo>
                <a:lnTo>
                  <a:pt x="336884" y="21760"/>
                </a:lnTo>
                <a:lnTo>
                  <a:pt x="336884" y="29461"/>
                </a:lnTo>
                <a:lnTo>
                  <a:pt x="328190" y="31696"/>
                </a:lnTo>
                <a:cubicBezTo>
                  <a:pt x="328985" y="32922"/>
                  <a:pt x="329581" y="34230"/>
                  <a:pt x="329978" y="35621"/>
                </a:cubicBezTo>
                <a:cubicBezTo>
                  <a:pt x="330376" y="37012"/>
                  <a:pt x="330575" y="38486"/>
                  <a:pt x="330575" y="40043"/>
                </a:cubicBezTo>
                <a:cubicBezTo>
                  <a:pt x="330575" y="46004"/>
                  <a:pt x="328488" y="50658"/>
                  <a:pt x="324315" y="54003"/>
                </a:cubicBezTo>
                <a:cubicBezTo>
                  <a:pt x="320175" y="57315"/>
                  <a:pt x="314412" y="58971"/>
                  <a:pt x="307026" y="58971"/>
                </a:cubicBezTo>
                <a:cubicBezTo>
                  <a:pt x="305271" y="58871"/>
                  <a:pt x="303615" y="58739"/>
                  <a:pt x="302058" y="58573"/>
                </a:cubicBezTo>
                <a:cubicBezTo>
                  <a:pt x="301296" y="59170"/>
                  <a:pt x="300716" y="59799"/>
                  <a:pt x="300319" y="60461"/>
                </a:cubicBezTo>
                <a:cubicBezTo>
                  <a:pt x="299922" y="61124"/>
                  <a:pt x="299723" y="61819"/>
                  <a:pt x="299723" y="62548"/>
                </a:cubicBezTo>
                <a:cubicBezTo>
                  <a:pt x="299723" y="63276"/>
                  <a:pt x="300021" y="63889"/>
                  <a:pt x="300617" y="64386"/>
                </a:cubicBezTo>
                <a:cubicBezTo>
                  <a:pt x="301246" y="64850"/>
                  <a:pt x="302174" y="65214"/>
                  <a:pt x="303399" y="65479"/>
                </a:cubicBezTo>
                <a:cubicBezTo>
                  <a:pt x="304658" y="65711"/>
                  <a:pt x="306214" y="65827"/>
                  <a:pt x="308069" y="65827"/>
                </a:cubicBezTo>
                <a:lnTo>
                  <a:pt x="317509" y="65827"/>
                </a:lnTo>
                <a:cubicBezTo>
                  <a:pt x="323603" y="65827"/>
                  <a:pt x="328240" y="67135"/>
                  <a:pt x="331419" y="69752"/>
                </a:cubicBezTo>
                <a:cubicBezTo>
                  <a:pt x="334632" y="72368"/>
                  <a:pt x="336238" y="76210"/>
                  <a:pt x="336238" y="81277"/>
                </a:cubicBezTo>
                <a:cubicBezTo>
                  <a:pt x="336238" y="87769"/>
                  <a:pt x="333522" y="92803"/>
                  <a:pt x="328090" y="96380"/>
                </a:cubicBezTo>
                <a:cubicBezTo>
                  <a:pt x="322692" y="99957"/>
                  <a:pt x="314925" y="101746"/>
                  <a:pt x="304790" y="101746"/>
                </a:cubicBezTo>
                <a:close/>
                <a:moveTo>
                  <a:pt x="305436" y="91859"/>
                </a:moveTo>
                <a:cubicBezTo>
                  <a:pt x="309046" y="91859"/>
                  <a:pt x="312143" y="91512"/>
                  <a:pt x="314726" y="90816"/>
                </a:cubicBezTo>
                <a:cubicBezTo>
                  <a:pt x="317343" y="90154"/>
                  <a:pt x="319347" y="89193"/>
                  <a:pt x="320738" y="87935"/>
                </a:cubicBezTo>
                <a:cubicBezTo>
                  <a:pt x="322129" y="86709"/>
                  <a:pt x="322824" y="85235"/>
                  <a:pt x="322824" y="83513"/>
                </a:cubicBezTo>
                <a:cubicBezTo>
                  <a:pt x="322824" y="82122"/>
                  <a:pt x="322410" y="81012"/>
                  <a:pt x="321582" y="80184"/>
                </a:cubicBezTo>
                <a:cubicBezTo>
                  <a:pt x="320787" y="79390"/>
                  <a:pt x="319562" y="78827"/>
                  <a:pt x="317906" y="78495"/>
                </a:cubicBezTo>
                <a:cubicBezTo>
                  <a:pt x="316283" y="78164"/>
                  <a:pt x="314196" y="77998"/>
                  <a:pt x="311646" y="77998"/>
                </a:cubicBezTo>
                <a:lnTo>
                  <a:pt x="303797" y="77998"/>
                </a:lnTo>
                <a:cubicBezTo>
                  <a:pt x="301942" y="77998"/>
                  <a:pt x="300269" y="78297"/>
                  <a:pt x="298779" y="78893"/>
                </a:cubicBezTo>
                <a:cubicBezTo>
                  <a:pt x="297322" y="79489"/>
                  <a:pt x="296162" y="80317"/>
                  <a:pt x="295301" y="81377"/>
                </a:cubicBezTo>
                <a:cubicBezTo>
                  <a:pt x="294440" y="82470"/>
                  <a:pt x="294010" y="83728"/>
                  <a:pt x="294010" y="85152"/>
                </a:cubicBezTo>
                <a:cubicBezTo>
                  <a:pt x="294010" y="87239"/>
                  <a:pt x="295003" y="88879"/>
                  <a:pt x="296990" y="90071"/>
                </a:cubicBezTo>
                <a:cubicBezTo>
                  <a:pt x="299011" y="91263"/>
                  <a:pt x="301826" y="91859"/>
                  <a:pt x="305436" y="91859"/>
                </a:cubicBezTo>
                <a:close/>
                <a:moveTo>
                  <a:pt x="307870" y="49730"/>
                </a:moveTo>
                <a:cubicBezTo>
                  <a:pt x="310719" y="49730"/>
                  <a:pt x="312805" y="48853"/>
                  <a:pt x="314130" y="47097"/>
                </a:cubicBezTo>
                <a:cubicBezTo>
                  <a:pt x="315455" y="45342"/>
                  <a:pt x="316117" y="42957"/>
                  <a:pt x="316117" y="39943"/>
                </a:cubicBezTo>
                <a:cubicBezTo>
                  <a:pt x="316117" y="36598"/>
                  <a:pt x="315422" y="34097"/>
                  <a:pt x="314031" y="32441"/>
                </a:cubicBezTo>
                <a:cubicBezTo>
                  <a:pt x="312673" y="30752"/>
                  <a:pt x="310619" y="29908"/>
                  <a:pt x="307870" y="29908"/>
                </a:cubicBezTo>
                <a:cubicBezTo>
                  <a:pt x="305088" y="29908"/>
                  <a:pt x="303002" y="30752"/>
                  <a:pt x="301611" y="32441"/>
                </a:cubicBezTo>
                <a:cubicBezTo>
                  <a:pt x="300220" y="34097"/>
                  <a:pt x="299524" y="36598"/>
                  <a:pt x="299524" y="39943"/>
                </a:cubicBezTo>
                <a:cubicBezTo>
                  <a:pt x="299524" y="42957"/>
                  <a:pt x="300203" y="45342"/>
                  <a:pt x="301561" y="47097"/>
                </a:cubicBezTo>
                <a:cubicBezTo>
                  <a:pt x="302952" y="48853"/>
                  <a:pt x="305055" y="49730"/>
                  <a:pt x="307870" y="49730"/>
                </a:cubicBezTo>
                <a:close/>
                <a:moveTo>
                  <a:pt x="364556" y="77303"/>
                </a:moveTo>
                <a:close/>
                <a:moveTo>
                  <a:pt x="418161" y="77303"/>
                </a:moveTo>
                <a:lnTo>
                  <a:pt x="412895" y="60014"/>
                </a:lnTo>
                <a:lnTo>
                  <a:pt x="386415" y="60014"/>
                </a:lnTo>
                <a:lnTo>
                  <a:pt x="381149" y="77303"/>
                </a:lnTo>
                <a:lnTo>
                  <a:pt x="364556" y="77303"/>
                </a:lnTo>
                <a:lnTo>
                  <a:pt x="390191" y="4372"/>
                </a:lnTo>
                <a:lnTo>
                  <a:pt x="409020" y="4372"/>
                </a:lnTo>
                <a:lnTo>
                  <a:pt x="434755" y="77303"/>
                </a:lnTo>
                <a:lnTo>
                  <a:pt x="418161" y="77303"/>
                </a:lnTo>
                <a:close/>
                <a:moveTo>
                  <a:pt x="409219" y="47097"/>
                </a:moveTo>
                <a:lnTo>
                  <a:pt x="403953" y="30206"/>
                </a:lnTo>
                <a:cubicBezTo>
                  <a:pt x="403622" y="29080"/>
                  <a:pt x="403174" y="27639"/>
                  <a:pt x="402611" y="25884"/>
                </a:cubicBezTo>
                <a:cubicBezTo>
                  <a:pt x="402081" y="24095"/>
                  <a:pt x="401535" y="22290"/>
                  <a:pt x="400972" y="20468"/>
                </a:cubicBezTo>
                <a:cubicBezTo>
                  <a:pt x="400442" y="18614"/>
                  <a:pt x="400011" y="17007"/>
                  <a:pt x="399680" y="15649"/>
                </a:cubicBezTo>
                <a:cubicBezTo>
                  <a:pt x="399349" y="17007"/>
                  <a:pt x="398885" y="18696"/>
                  <a:pt x="398289" y="20717"/>
                </a:cubicBezTo>
                <a:cubicBezTo>
                  <a:pt x="397726" y="22704"/>
                  <a:pt x="397180" y="24592"/>
                  <a:pt x="396650" y="26380"/>
                </a:cubicBezTo>
                <a:cubicBezTo>
                  <a:pt x="396120" y="28169"/>
                  <a:pt x="395739" y="29444"/>
                  <a:pt x="395507" y="30206"/>
                </a:cubicBezTo>
                <a:lnTo>
                  <a:pt x="390291" y="47097"/>
                </a:lnTo>
                <a:lnTo>
                  <a:pt x="409219" y="47097"/>
                </a:lnTo>
                <a:close/>
                <a:moveTo>
                  <a:pt x="434804" y="77303"/>
                </a:moveTo>
                <a:close/>
                <a:moveTo>
                  <a:pt x="466153" y="66224"/>
                </a:moveTo>
                <a:cubicBezTo>
                  <a:pt x="467809" y="66224"/>
                  <a:pt x="469415" y="66059"/>
                  <a:pt x="470972" y="65727"/>
                </a:cubicBezTo>
                <a:cubicBezTo>
                  <a:pt x="472562" y="65396"/>
                  <a:pt x="474135" y="64982"/>
                  <a:pt x="475691" y="64485"/>
                </a:cubicBezTo>
                <a:lnTo>
                  <a:pt x="475691" y="75763"/>
                </a:lnTo>
                <a:cubicBezTo>
                  <a:pt x="474069" y="76492"/>
                  <a:pt x="472048" y="77088"/>
                  <a:pt x="469630" y="77551"/>
                </a:cubicBezTo>
                <a:cubicBezTo>
                  <a:pt x="467246" y="78048"/>
                  <a:pt x="464629" y="78297"/>
                  <a:pt x="461781" y="78297"/>
                </a:cubicBezTo>
                <a:cubicBezTo>
                  <a:pt x="458469" y="78297"/>
                  <a:pt x="455488" y="77767"/>
                  <a:pt x="452838" y="76707"/>
                </a:cubicBezTo>
                <a:cubicBezTo>
                  <a:pt x="450222" y="75614"/>
                  <a:pt x="448152" y="73743"/>
                  <a:pt x="446628" y="71093"/>
                </a:cubicBezTo>
                <a:cubicBezTo>
                  <a:pt x="445138" y="68410"/>
                  <a:pt x="444393" y="64684"/>
                  <a:pt x="444393" y="59915"/>
                </a:cubicBezTo>
                <a:lnTo>
                  <a:pt x="444393" y="33137"/>
                </a:lnTo>
                <a:lnTo>
                  <a:pt x="437139" y="33137"/>
                </a:lnTo>
                <a:lnTo>
                  <a:pt x="437139" y="26728"/>
                </a:lnTo>
                <a:lnTo>
                  <a:pt x="445486" y="21661"/>
                </a:lnTo>
                <a:lnTo>
                  <a:pt x="449858" y="9936"/>
                </a:lnTo>
                <a:lnTo>
                  <a:pt x="459545" y="9936"/>
                </a:lnTo>
                <a:lnTo>
                  <a:pt x="459545" y="21760"/>
                </a:lnTo>
                <a:lnTo>
                  <a:pt x="475095" y="21760"/>
                </a:lnTo>
                <a:lnTo>
                  <a:pt x="475095" y="33137"/>
                </a:lnTo>
                <a:lnTo>
                  <a:pt x="459545" y="33137"/>
                </a:lnTo>
                <a:lnTo>
                  <a:pt x="459545" y="59915"/>
                </a:lnTo>
                <a:cubicBezTo>
                  <a:pt x="459545" y="62034"/>
                  <a:pt x="460141" y="63624"/>
                  <a:pt x="461334" y="64684"/>
                </a:cubicBezTo>
                <a:cubicBezTo>
                  <a:pt x="462559" y="65711"/>
                  <a:pt x="464166" y="66224"/>
                  <a:pt x="466153" y="66224"/>
                </a:cubicBezTo>
                <a:close/>
                <a:moveTo>
                  <a:pt x="479020" y="77303"/>
                </a:moveTo>
                <a:close/>
                <a:moveTo>
                  <a:pt x="510368" y="66224"/>
                </a:moveTo>
                <a:cubicBezTo>
                  <a:pt x="512024" y="66224"/>
                  <a:pt x="513631" y="66059"/>
                  <a:pt x="515187" y="65727"/>
                </a:cubicBezTo>
                <a:cubicBezTo>
                  <a:pt x="516777" y="65396"/>
                  <a:pt x="518351" y="64982"/>
                  <a:pt x="519907" y="64485"/>
                </a:cubicBezTo>
                <a:lnTo>
                  <a:pt x="519907" y="75763"/>
                </a:lnTo>
                <a:cubicBezTo>
                  <a:pt x="518284" y="76492"/>
                  <a:pt x="516264" y="77088"/>
                  <a:pt x="513846" y="77551"/>
                </a:cubicBezTo>
                <a:cubicBezTo>
                  <a:pt x="511461" y="78048"/>
                  <a:pt x="508845" y="78297"/>
                  <a:pt x="505997" y="78297"/>
                </a:cubicBezTo>
                <a:cubicBezTo>
                  <a:pt x="502685" y="78297"/>
                  <a:pt x="499704" y="77767"/>
                  <a:pt x="497054" y="76707"/>
                </a:cubicBezTo>
                <a:cubicBezTo>
                  <a:pt x="494438" y="75614"/>
                  <a:pt x="492368" y="73743"/>
                  <a:pt x="490844" y="71093"/>
                </a:cubicBezTo>
                <a:cubicBezTo>
                  <a:pt x="489354" y="68410"/>
                  <a:pt x="488608" y="64684"/>
                  <a:pt x="488608" y="59915"/>
                </a:cubicBezTo>
                <a:lnTo>
                  <a:pt x="488608" y="33137"/>
                </a:lnTo>
                <a:lnTo>
                  <a:pt x="481355" y="33137"/>
                </a:lnTo>
                <a:lnTo>
                  <a:pt x="481355" y="26728"/>
                </a:lnTo>
                <a:lnTo>
                  <a:pt x="489701" y="21661"/>
                </a:lnTo>
                <a:lnTo>
                  <a:pt x="494073" y="9936"/>
                </a:lnTo>
                <a:lnTo>
                  <a:pt x="503761" y="9936"/>
                </a:lnTo>
                <a:lnTo>
                  <a:pt x="503761" y="21760"/>
                </a:lnTo>
                <a:lnTo>
                  <a:pt x="519311" y="21760"/>
                </a:lnTo>
                <a:lnTo>
                  <a:pt x="519311" y="33137"/>
                </a:lnTo>
                <a:lnTo>
                  <a:pt x="503761" y="33137"/>
                </a:lnTo>
                <a:lnTo>
                  <a:pt x="503761" y="59915"/>
                </a:lnTo>
                <a:cubicBezTo>
                  <a:pt x="503761" y="62034"/>
                  <a:pt x="504357" y="63624"/>
                  <a:pt x="505549" y="64684"/>
                </a:cubicBezTo>
                <a:cubicBezTo>
                  <a:pt x="506775" y="65711"/>
                  <a:pt x="508381" y="66224"/>
                  <a:pt x="510368" y="66224"/>
                </a:cubicBezTo>
                <a:close/>
                <a:moveTo>
                  <a:pt x="523236" y="77303"/>
                </a:moveTo>
                <a:close/>
                <a:moveTo>
                  <a:pt x="554087" y="20717"/>
                </a:moveTo>
                <a:cubicBezTo>
                  <a:pt x="559221" y="20717"/>
                  <a:pt x="563643" y="21710"/>
                  <a:pt x="567352" y="23698"/>
                </a:cubicBezTo>
                <a:cubicBezTo>
                  <a:pt x="571062" y="25652"/>
                  <a:pt x="573926" y="28500"/>
                  <a:pt x="575947" y="32243"/>
                </a:cubicBezTo>
                <a:cubicBezTo>
                  <a:pt x="577967" y="35985"/>
                  <a:pt x="578977" y="40556"/>
                  <a:pt x="578977" y="45955"/>
                </a:cubicBezTo>
                <a:lnTo>
                  <a:pt x="578977" y="53307"/>
                </a:lnTo>
                <a:lnTo>
                  <a:pt x="543158" y="53307"/>
                </a:lnTo>
                <a:cubicBezTo>
                  <a:pt x="543323" y="57580"/>
                  <a:pt x="544598" y="60941"/>
                  <a:pt x="546983" y="63392"/>
                </a:cubicBezTo>
                <a:cubicBezTo>
                  <a:pt x="549401" y="65810"/>
                  <a:pt x="552746" y="67019"/>
                  <a:pt x="557019" y="67019"/>
                </a:cubicBezTo>
                <a:cubicBezTo>
                  <a:pt x="560562" y="67019"/>
                  <a:pt x="563808" y="66655"/>
                  <a:pt x="566756" y="65926"/>
                </a:cubicBezTo>
                <a:cubicBezTo>
                  <a:pt x="569704" y="65197"/>
                  <a:pt x="572734" y="64104"/>
                  <a:pt x="575847" y="62647"/>
                </a:cubicBezTo>
                <a:lnTo>
                  <a:pt x="575847" y="74372"/>
                </a:lnTo>
                <a:cubicBezTo>
                  <a:pt x="573099" y="75730"/>
                  <a:pt x="570217" y="76723"/>
                  <a:pt x="567203" y="77353"/>
                </a:cubicBezTo>
                <a:cubicBezTo>
                  <a:pt x="564222" y="77982"/>
                  <a:pt x="560596" y="78297"/>
                  <a:pt x="556323" y="78297"/>
                </a:cubicBezTo>
                <a:cubicBezTo>
                  <a:pt x="550759" y="78297"/>
                  <a:pt x="545824" y="77270"/>
                  <a:pt x="541518" y="75216"/>
                </a:cubicBezTo>
                <a:cubicBezTo>
                  <a:pt x="537246" y="73163"/>
                  <a:pt x="533884" y="70033"/>
                  <a:pt x="531433" y="65827"/>
                </a:cubicBezTo>
                <a:cubicBezTo>
                  <a:pt x="529015" y="61620"/>
                  <a:pt x="527806" y="56321"/>
                  <a:pt x="527806" y="49929"/>
                </a:cubicBezTo>
                <a:cubicBezTo>
                  <a:pt x="527806" y="43437"/>
                  <a:pt x="528899" y="38039"/>
                  <a:pt x="531085" y="33733"/>
                </a:cubicBezTo>
                <a:cubicBezTo>
                  <a:pt x="533304" y="29394"/>
                  <a:pt x="536385" y="26149"/>
                  <a:pt x="540326" y="23996"/>
                </a:cubicBezTo>
                <a:cubicBezTo>
                  <a:pt x="544267" y="21810"/>
                  <a:pt x="548854" y="20717"/>
                  <a:pt x="554087" y="20717"/>
                </a:cubicBezTo>
                <a:close/>
                <a:moveTo>
                  <a:pt x="554187" y="31497"/>
                </a:moveTo>
                <a:cubicBezTo>
                  <a:pt x="551239" y="31497"/>
                  <a:pt x="548788" y="32441"/>
                  <a:pt x="546834" y="34329"/>
                </a:cubicBezTo>
                <a:cubicBezTo>
                  <a:pt x="544913" y="36217"/>
                  <a:pt x="543803" y="39181"/>
                  <a:pt x="543505" y="43222"/>
                </a:cubicBezTo>
                <a:lnTo>
                  <a:pt x="564769" y="43222"/>
                </a:lnTo>
                <a:cubicBezTo>
                  <a:pt x="564736" y="40970"/>
                  <a:pt x="564322" y="38966"/>
                  <a:pt x="563527" y="37211"/>
                </a:cubicBezTo>
                <a:cubicBezTo>
                  <a:pt x="562765" y="35455"/>
                  <a:pt x="561606" y="34064"/>
                  <a:pt x="560049" y="33038"/>
                </a:cubicBezTo>
                <a:cubicBezTo>
                  <a:pt x="558526" y="32011"/>
                  <a:pt x="556571" y="31497"/>
                  <a:pt x="554187" y="31497"/>
                </a:cubicBezTo>
                <a:close/>
                <a:moveTo>
                  <a:pt x="583349" y="77303"/>
                </a:moveTo>
                <a:close/>
                <a:moveTo>
                  <a:pt x="622845" y="20717"/>
                </a:moveTo>
                <a:cubicBezTo>
                  <a:pt x="628774" y="20717"/>
                  <a:pt x="633543" y="22340"/>
                  <a:pt x="637153" y="25585"/>
                </a:cubicBezTo>
                <a:cubicBezTo>
                  <a:pt x="640763" y="28798"/>
                  <a:pt x="642568" y="33965"/>
                  <a:pt x="642568" y="41086"/>
                </a:cubicBezTo>
                <a:lnTo>
                  <a:pt x="642568" y="77303"/>
                </a:lnTo>
                <a:lnTo>
                  <a:pt x="627416" y="77303"/>
                </a:lnTo>
                <a:lnTo>
                  <a:pt x="627416" y="44862"/>
                </a:lnTo>
                <a:cubicBezTo>
                  <a:pt x="627416" y="40887"/>
                  <a:pt x="626687" y="37890"/>
                  <a:pt x="625230" y="35869"/>
                </a:cubicBezTo>
                <a:cubicBezTo>
                  <a:pt x="623806" y="33849"/>
                  <a:pt x="621554" y="32839"/>
                  <a:pt x="618473" y="32839"/>
                </a:cubicBezTo>
                <a:cubicBezTo>
                  <a:pt x="613837" y="32839"/>
                  <a:pt x="610674" y="34412"/>
                  <a:pt x="608984" y="37559"/>
                </a:cubicBezTo>
                <a:cubicBezTo>
                  <a:pt x="607295" y="40705"/>
                  <a:pt x="606451" y="45242"/>
                  <a:pt x="606451" y="51171"/>
                </a:cubicBezTo>
                <a:lnTo>
                  <a:pt x="606451" y="77303"/>
                </a:lnTo>
                <a:lnTo>
                  <a:pt x="591298" y="77303"/>
                </a:lnTo>
                <a:lnTo>
                  <a:pt x="591298" y="21760"/>
                </a:lnTo>
                <a:lnTo>
                  <a:pt x="602874" y="21760"/>
                </a:lnTo>
                <a:lnTo>
                  <a:pt x="604911" y="28864"/>
                </a:lnTo>
                <a:lnTo>
                  <a:pt x="605755" y="28864"/>
                </a:lnTo>
                <a:cubicBezTo>
                  <a:pt x="606948" y="26943"/>
                  <a:pt x="608421" y="25387"/>
                  <a:pt x="610177" y="24194"/>
                </a:cubicBezTo>
                <a:cubicBezTo>
                  <a:pt x="611965" y="23002"/>
                  <a:pt x="613936" y="22124"/>
                  <a:pt x="616089" y="21561"/>
                </a:cubicBezTo>
                <a:cubicBezTo>
                  <a:pt x="618275" y="20998"/>
                  <a:pt x="620527" y="20717"/>
                  <a:pt x="622845" y="20717"/>
                </a:cubicBezTo>
                <a:close/>
                <a:moveTo>
                  <a:pt x="650219" y="77303"/>
                </a:moveTo>
                <a:close/>
                <a:moveTo>
                  <a:pt x="681568" y="66224"/>
                </a:moveTo>
                <a:cubicBezTo>
                  <a:pt x="683224" y="66224"/>
                  <a:pt x="684830" y="66059"/>
                  <a:pt x="686387" y="65727"/>
                </a:cubicBezTo>
                <a:cubicBezTo>
                  <a:pt x="687977" y="65396"/>
                  <a:pt x="689550" y="64982"/>
                  <a:pt x="691106" y="64485"/>
                </a:cubicBezTo>
                <a:lnTo>
                  <a:pt x="691106" y="75763"/>
                </a:lnTo>
                <a:cubicBezTo>
                  <a:pt x="689483" y="76492"/>
                  <a:pt x="687463" y="77088"/>
                  <a:pt x="685045" y="77551"/>
                </a:cubicBezTo>
                <a:cubicBezTo>
                  <a:pt x="682661" y="78048"/>
                  <a:pt x="680044" y="78297"/>
                  <a:pt x="677196" y="78297"/>
                </a:cubicBezTo>
                <a:cubicBezTo>
                  <a:pt x="673884" y="78297"/>
                  <a:pt x="670903" y="77767"/>
                  <a:pt x="668253" y="76707"/>
                </a:cubicBezTo>
                <a:cubicBezTo>
                  <a:pt x="665637" y="75614"/>
                  <a:pt x="663567" y="73743"/>
                  <a:pt x="662043" y="71093"/>
                </a:cubicBezTo>
                <a:cubicBezTo>
                  <a:pt x="660553" y="68410"/>
                  <a:pt x="659808" y="64684"/>
                  <a:pt x="659808" y="59915"/>
                </a:cubicBezTo>
                <a:lnTo>
                  <a:pt x="659808" y="33137"/>
                </a:lnTo>
                <a:lnTo>
                  <a:pt x="652554" y="33137"/>
                </a:lnTo>
                <a:lnTo>
                  <a:pt x="652554" y="26728"/>
                </a:lnTo>
                <a:lnTo>
                  <a:pt x="660901" y="21661"/>
                </a:lnTo>
                <a:lnTo>
                  <a:pt x="665273" y="9936"/>
                </a:lnTo>
                <a:lnTo>
                  <a:pt x="674960" y="9936"/>
                </a:lnTo>
                <a:lnTo>
                  <a:pt x="674960" y="21760"/>
                </a:lnTo>
                <a:lnTo>
                  <a:pt x="690510" y="21760"/>
                </a:lnTo>
                <a:lnTo>
                  <a:pt x="690510" y="33137"/>
                </a:lnTo>
                <a:lnTo>
                  <a:pt x="674960" y="33137"/>
                </a:lnTo>
                <a:lnTo>
                  <a:pt x="674960" y="59915"/>
                </a:lnTo>
                <a:cubicBezTo>
                  <a:pt x="674960" y="62034"/>
                  <a:pt x="675556" y="63624"/>
                  <a:pt x="676749" y="64684"/>
                </a:cubicBezTo>
                <a:cubicBezTo>
                  <a:pt x="677974" y="65711"/>
                  <a:pt x="679581" y="66224"/>
                  <a:pt x="681568" y="66224"/>
                </a:cubicBezTo>
                <a:close/>
                <a:moveTo>
                  <a:pt x="694435" y="77303"/>
                </a:moveTo>
                <a:close/>
                <a:moveTo>
                  <a:pt x="717536" y="21760"/>
                </a:moveTo>
                <a:lnTo>
                  <a:pt x="717536" y="77303"/>
                </a:lnTo>
                <a:lnTo>
                  <a:pt x="702384" y="77303"/>
                </a:lnTo>
                <a:lnTo>
                  <a:pt x="702384" y="21760"/>
                </a:lnTo>
                <a:lnTo>
                  <a:pt x="717536" y="21760"/>
                </a:lnTo>
                <a:close/>
                <a:moveTo>
                  <a:pt x="709985" y="0"/>
                </a:moveTo>
                <a:cubicBezTo>
                  <a:pt x="712237" y="0"/>
                  <a:pt x="714175" y="530"/>
                  <a:pt x="715798" y="1590"/>
                </a:cubicBezTo>
                <a:cubicBezTo>
                  <a:pt x="717421" y="2617"/>
                  <a:pt x="718232" y="4554"/>
                  <a:pt x="718232" y="7402"/>
                </a:cubicBezTo>
                <a:cubicBezTo>
                  <a:pt x="718232" y="10218"/>
                  <a:pt x="717421" y="12172"/>
                  <a:pt x="715798" y="13265"/>
                </a:cubicBezTo>
                <a:cubicBezTo>
                  <a:pt x="714175" y="14325"/>
                  <a:pt x="712237" y="14854"/>
                  <a:pt x="709985" y="14854"/>
                </a:cubicBezTo>
                <a:cubicBezTo>
                  <a:pt x="707700" y="14854"/>
                  <a:pt x="705746" y="14325"/>
                  <a:pt x="704123" y="13265"/>
                </a:cubicBezTo>
                <a:cubicBezTo>
                  <a:pt x="702533" y="12172"/>
                  <a:pt x="701738" y="10218"/>
                  <a:pt x="701738" y="7402"/>
                </a:cubicBezTo>
                <a:cubicBezTo>
                  <a:pt x="701738" y="4554"/>
                  <a:pt x="702533" y="2617"/>
                  <a:pt x="704123" y="1590"/>
                </a:cubicBezTo>
                <a:cubicBezTo>
                  <a:pt x="705746" y="530"/>
                  <a:pt x="707700" y="0"/>
                  <a:pt x="709985" y="0"/>
                </a:cubicBezTo>
                <a:close/>
                <a:moveTo>
                  <a:pt x="725535" y="77303"/>
                </a:moveTo>
                <a:close/>
                <a:moveTo>
                  <a:pt x="783959" y="49432"/>
                </a:moveTo>
                <a:cubicBezTo>
                  <a:pt x="783959" y="54069"/>
                  <a:pt x="783330" y="58176"/>
                  <a:pt x="782071" y="61753"/>
                </a:cubicBezTo>
                <a:cubicBezTo>
                  <a:pt x="780846" y="65330"/>
                  <a:pt x="779041" y="68360"/>
                  <a:pt x="776656" y="70844"/>
                </a:cubicBezTo>
                <a:cubicBezTo>
                  <a:pt x="774305" y="73295"/>
                  <a:pt x="771456" y="75150"/>
                  <a:pt x="768111" y="76409"/>
                </a:cubicBezTo>
                <a:cubicBezTo>
                  <a:pt x="764799" y="77667"/>
                  <a:pt x="761057" y="78297"/>
                  <a:pt x="756883" y="78297"/>
                </a:cubicBezTo>
                <a:cubicBezTo>
                  <a:pt x="752975" y="78297"/>
                  <a:pt x="749382" y="77667"/>
                  <a:pt x="746103" y="76409"/>
                </a:cubicBezTo>
                <a:cubicBezTo>
                  <a:pt x="742857" y="75150"/>
                  <a:pt x="740025" y="73295"/>
                  <a:pt x="737607" y="70844"/>
                </a:cubicBezTo>
                <a:cubicBezTo>
                  <a:pt x="735223" y="68360"/>
                  <a:pt x="733368" y="65330"/>
                  <a:pt x="732043" y="61753"/>
                </a:cubicBezTo>
                <a:cubicBezTo>
                  <a:pt x="730751" y="58176"/>
                  <a:pt x="730106" y="54069"/>
                  <a:pt x="730106" y="49432"/>
                </a:cubicBezTo>
                <a:cubicBezTo>
                  <a:pt x="730106" y="43272"/>
                  <a:pt x="731199" y="38055"/>
                  <a:pt x="733385" y="33783"/>
                </a:cubicBezTo>
                <a:cubicBezTo>
                  <a:pt x="735570" y="29510"/>
                  <a:pt x="738684" y="26264"/>
                  <a:pt x="742724" y="24045"/>
                </a:cubicBezTo>
                <a:cubicBezTo>
                  <a:pt x="746765" y="21826"/>
                  <a:pt x="751584" y="20717"/>
                  <a:pt x="757182" y="20717"/>
                </a:cubicBezTo>
                <a:cubicBezTo>
                  <a:pt x="762381" y="20717"/>
                  <a:pt x="766985" y="21826"/>
                  <a:pt x="770993" y="24045"/>
                </a:cubicBezTo>
                <a:cubicBezTo>
                  <a:pt x="775033" y="26264"/>
                  <a:pt x="778196" y="29510"/>
                  <a:pt x="780482" y="33783"/>
                </a:cubicBezTo>
                <a:cubicBezTo>
                  <a:pt x="782800" y="38055"/>
                  <a:pt x="783959" y="43272"/>
                  <a:pt x="783959" y="49432"/>
                </a:cubicBezTo>
                <a:close/>
                <a:moveTo>
                  <a:pt x="745556" y="49432"/>
                </a:moveTo>
                <a:cubicBezTo>
                  <a:pt x="745556" y="53075"/>
                  <a:pt x="745954" y="56139"/>
                  <a:pt x="746749" y="58623"/>
                </a:cubicBezTo>
                <a:cubicBezTo>
                  <a:pt x="747544" y="61107"/>
                  <a:pt x="748786" y="62978"/>
                  <a:pt x="750475" y="64237"/>
                </a:cubicBezTo>
                <a:cubicBezTo>
                  <a:pt x="752164" y="65496"/>
                  <a:pt x="754366" y="66125"/>
                  <a:pt x="757082" y="66125"/>
                </a:cubicBezTo>
                <a:cubicBezTo>
                  <a:pt x="759765" y="66125"/>
                  <a:pt x="761934" y="65496"/>
                  <a:pt x="763590" y="64237"/>
                </a:cubicBezTo>
                <a:cubicBezTo>
                  <a:pt x="765279" y="62978"/>
                  <a:pt x="766505" y="61107"/>
                  <a:pt x="767267" y="58623"/>
                </a:cubicBezTo>
                <a:cubicBezTo>
                  <a:pt x="768062" y="56139"/>
                  <a:pt x="768459" y="53075"/>
                  <a:pt x="768459" y="49432"/>
                </a:cubicBezTo>
                <a:cubicBezTo>
                  <a:pt x="768459" y="45756"/>
                  <a:pt x="768062" y="42709"/>
                  <a:pt x="767267" y="40291"/>
                </a:cubicBezTo>
                <a:cubicBezTo>
                  <a:pt x="766505" y="37840"/>
                  <a:pt x="765279" y="36002"/>
                  <a:pt x="763590" y="34776"/>
                </a:cubicBezTo>
                <a:cubicBezTo>
                  <a:pt x="761901" y="33551"/>
                  <a:pt x="759699" y="32938"/>
                  <a:pt x="756983" y="32938"/>
                </a:cubicBezTo>
                <a:cubicBezTo>
                  <a:pt x="752975" y="32938"/>
                  <a:pt x="750061" y="34313"/>
                  <a:pt x="748239" y="37062"/>
                </a:cubicBezTo>
                <a:cubicBezTo>
                  <a:pt x="746451" y="39811"/>
                  <a:pt x="745556" y="43934"/>
                  <a:pt x="745556" y="49432"/>
                </a:cubicBezTo>
                <a:close/>
                <a:moveTo>
                  <a:pt x="788530" y="77303"/>
                </a:moveTo>
                <a:close/>
                <a:moveTo>
                  <a:pt x="828026" y="20717"/>
                </a:moveTo>
                <a:cubicBezTo>
                  <a:pt x="833955" y="20717"/>
                  <a:pt x="838724" y="22340"/>
                  <a:pt x="842334" y="25585"/>
                </a:cubicBezTo>
                <a:cubicBezTo>
                  <a:pt x="845944" y="28798"/>
                  <a:pt x="847749" y="33965"/>
                  <a:pt x="847749" y="41086"/>
                </a:cubicBezTo>
                <a:lnTo>
                  <a:pt x="847749" y="77303"/>
                </a:lnTo>
                <a:lnTo>
                  <a:pt x="832597" y="77303"/>
                </a:lnTo>
                <a:lnTo>
                  <a:pt x="832597" y="44862"/>
                </a:lnTo>
                <a:cubicBezTo>
                  <a:pt x="832597" y="40887"/>
                  <a:pt x="831868" y="37890"/>
                  <a:pt x="830411" y="35869"/>
                </a:cubicBezTo>
                <a:cubicBezTo>
                  <a:pt x="828987" y="33849"/>
                  <a:pt x="826734" y="32839"/>
                  <a:pt x="823654" y="32839"/>
                </a:cubicBezTo>
                <a:cubicBezTo>
                  <a:pt x="819017" y="32839"/>
                  <a:pt x="815854" y="34412"/>
                  <a:pt x="814165" y="37559"/>
                </a:cubicBezTo>
                <a:cubicBezTo>
                  <a:pt x="812476" y="40705"/>
                  <a:pt x="811631" y="45242"/>
                  <a:pt x="811631" y="51171"/>
                </a:cubicBezTo>
                <a:lnTo>
                  <a:pt x="811631" y="77303"/>
                </a:lnTo>
                <a:lnTo>
                  <a:pt x="796479" y="77303"/>
                </a:lnTo>
                <a:lnTo>
                  <a:pt x="796479" y="21760"/>
                </a:lnTo>
                <a:lnTo>
                  <a:pt x="808054" y="21760"/>
                </a:lnTo>
                <a:lnTo>
                  <a:pt x="810091" y="28864"/>
                </a:lnTo>
                <a:lnTo>
                  <a:pt x="810936" y="28864"/>
                </a:lnTo>
                <a:cubicBezTo>
                  <a:pt x="812128" y="26943"/>
                  <a:pt x="813602" y="25387"/>
                  <a:pt x="815358" y="24194"/>
                </a:cubicBezTo>
                <a:cubicBezTo>
                  <a:pt x="817146" y="23002"/>
                  <a:pt x="819117" y="22124"/>
                  <a:pt x="821270" y="21561"/>
                </a:cubicBezTo>
                <a:cubicBezTo>
                  <a:pt x="823455" y="20998"/>
                  <a:pt x="825708" y="20717"/>
                  <a:pt x="828026" y="207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5f8fb0e7434831"/>
          <a:stretch xmlns:a="http://schemas.openxmlformats.org/drawingml/2006/main"/>
        </p:blipFill>
        <p:spPr>
          <a:xfrm xmlns:a="http://schemas.openxmlformats.org/drawingml/2006/main">
            <a:off x="2688565" y="1664815"/>
            <a:ext cx="1009189" cy="1295709"/>
          </a:xfrm>
          <a:prstGeom xmlns:a="http://schemas.openxmlformats.org/drawingml/2006/main" prst="rect">
            <a:avLst/>
          </a:prstGeom>
        </p:spPr>
      </p:pic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151AFF-028F-4C52-B574-686EA802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407" y="1704833"/>
            <a:ext cx="387353" cy="1159824"/>
          </a:xfrm>
          <a:custGeom xmlns:a="http://schemas.openxmlformats.org/drawingml/2006/main">
            <a:pathLst>
              <a:path w="387353" h="1159824">
                <a:moveTo>
                  <a:pt x="180875" y="237156"/>
                </a:moveTo>
                <a:lnTo>
                  <a:pt x="181022" y="237769"/>
                </a:lnTo>
                <a:lnTo>
                  <a:pt x="181208" y="238367"/>
                </a:lnTo>
                <a:lnTo>
                  <a:pt x="181431" y="238946"/>
                </a:lnTo>
                <a:lnTo>
                  <a:pt x="181690" y="239507"/>
                </a:lnTo>
                <a:lnTo>
                  <a:pt x="181984" y="240048"/>
                </a:lnTo>
                <a:lnTo>
                  <a:pt x="182311" y="240567"/>
                </a:lnTo>
                <a:lnTo>
                  <a:pt x="182669" y="241062"/>
                </a:lnTo>
                <a:lnTo>
                  <a:pt x="183058" y="241533"/>
                </a:lnTo>
                <a:lnTo>
                  <a:pt x="183475" y="241978"/>
                </a:lnTo>
                <a:lnTo>
                  <a:pt x="183921" y="242396"/>
                </a:lnTo>
                <a:lnTo>
                  <a:pt x="184392" y="242785"/>
                </a:lnTo>
                <a:lnTo>
                  <a:pt x="184887" y="243143"/>
                </a:lnTo>
                <a:lnTo>
                  <a:pt x="185406" y="243470"/>
                </a:lnTo>
                <a:lnTo>
                  <a:pt x="185947" y="243764"/>
                </a:lnTo>
                <a:lnTo>
                  <a:pt x="186507" y="244023"/>
                </a:lnTo>
                <a:lnTo>
                  <a:pt x="187087" y="244246"/>
                </a:lnTo>
                <a:lnTo>
                  <a:pt x="187685" y="244432"/>
                </a:lnTo>
                <a:lnTo>
                  <a:pt x="188298" y="244578"/>
                </a:lnTo>
                <a:lnTo>
                  <a:pt x="188926" y="244685"/>
                </a:lnTo>
                <a:lnTo>
                  <a:pt x="189567" y="244750"/>
                </a:lnTo>
                <a:lnTo>
                  <a:pt x="190220" y="244772"/>
                </a:lnTo>
                <a:lnTo>
                  <a:pt x="190873" y="244750"/>
                </a:lnTo>
                <a:lnTo>
                  <a:pt x="191515" y="244685"/>
                </a:lnTo>
                <a:lnTo>
                  <a:pt x="192143" y="244578"/>
                </a:lnTo>
                <a:lnTo>
                  <a:pt x="192756" y="244432"/>
                </a:lnTo>
                <a:lnTo>
                  <a:pt x="193353" y="244246"/>
                </a:lnTo>
                <a:lnTo>
                  <a:pt x="193933" y="244023"/>
                </a:lnTo>
                <a:lnTo>
                  <a:pt x="194494" y="243764"/>
                </a:lnTo>
                <a:lnTo>
                  <a:pt x="195035" y="243470"/>
                </a:lnTo>
                <a:lnTo>
                  <a:pt x="195553" y="243143"/>
                </a:lnTo>
                <a:lnTo>
                  <a:pt x="196049" y="242785"/>
                </a:lnTo>
                <a:lnTo>
                  <a:pt x="196520" y="242396"/>
                </a:lnTo>
                <a:lnTo>
                  <a:pt x="196965" y="241978"/>
                </a:lnTo>
                <a:lnTo>
                  <a:pt x="197383" y="241533"/>
                </a:lnTo>
                <a:lnTo>
                  <a:pt x="197771" y="241062"/>
                </a:lnTo>
                <a:lnTo>
                  <a:pt x="198130" y="240567"/>
                </a:lnTo>
                <a:lnTo>
                  <a:pt x="198457" y="240048"/>
                </a:lnTo>
                <a:lnTo>
                  <a:pt x="198750" y="239507"/>
                </a:lnTo>
                <a:lnTo>
                  <a:pt x="199009" y="238946"/>
                </a:lnTo>
                <a:lnTo>
                  <a:pt x="199233" y="238367"/>
                </a:lnTo>
                <a:lnTo>
                  <a:pt x="199418" y="237769"/>
                </a:lnTo>
                <a:lnTo>
                  <a:pt x="199565" y="237156"/>
                </a:lnTo>
                <a:lnTo>
                  <a:pt x="199672" y="236528"/>
                </a:lnTo>
                <a:lnTo>
                  <a:pt x="199737" y="235887"/>
                </a:lnTo>
                <a:lnTo>
                  <a:pt x="199759" y="235234"/>
                </a:lnTo>
                <a:lnTo>
                  <a:pt x="199759" y="223056"/>
                </a:lnTo>
                <a:lnTo>
                  <a:pt x="199760" y="222578"/>
                </a:lnTo>
                <a:lnTo>
                  <a:pt x="199762" y="222100"/>
                </a:lnTo>
                <a:lnTo>
                  <a:pt x="199765" y="221623"/>
                </a:lnTo>
                <a:lnTo>
                  <a:pt x="199769" y="221145"/>
                </a:lnTo>
                <a:lnTo>
                  <a:pt x="199775" y="220668"/>
                </a:lnTo>
                <a:lnTo>
                  <a:pt x="199781" y="220192"/>
                </a:lnTo>
                <a:lnTo>
                  <a:pt x="199790" y="219715"/>
                </a:lnTo>
                <a:lnTo>
                  <a:pt x="199799" y="219239"/>
                </a:lnTo>
                <a:lnTo>
                  <a:pt x="199810" y="218762"/>
                </a:lnTo>
                <a:lnTo>
                  <a:pt x="199821" y="218286"/>
                </a:lnTo>
                <a:lnTo>
                  <a:pt x="199834" y="217811"/>
                </a:lnTo>
                <a:lnTo>
                  <a:pt x="199849" y="217335"/>
                </a:lnTo>
                <a:lnTo>
                  <a:pt x="199864" y="216860"/>
                </a:lnTo>
                <a:lnTo>
                  <a:pt x="199881" y="216385"/>
                </a:lnTo>
                <a:lnTo>
                  <a:pt x="199899" y="215910"/>
                </a:lnTo>
                <a:lnTo>
                  <a:pt x="199918" y="215435"/>
                </a:lnTo>
                <a:lnTo>
                  <a:pt x="199939" y="214961"/>
                </a:lnTo>
                <a:lnTo>
                  <a:pt x="199961" y="214487"/>
                </a:lnTo>
                <a:lnTo>
                  <a:pt x="199984" y="214013"/>
                </a:lnTo>
                <a:lnTo>
                  <a:pt x="200008" y="213539"/>
                </a:lnTo>
                <a:lnTo>
                  <a:pt x="200033" y="213066"/>
                </a:lnTo>
                <a:lnTo>
                  <a:pt x="200060" y="212593"/>
                </a:lnTo>
                <a:lnTo>
                  <a:pt x="200088" y="212120"/>
                </a:lnTo>
                <a:lnTo>
                  <a:pt x="200117" y="211647"/>
                </a:lnTo>
                <a:lnTo>
                  <a:pt x="200136" y="210994"/>
                </a:lnTo>
                <a:lnTo>
                  <a:pt x="200111" y="210350"/>
                </a:lnTo>
                <a:lnTo>
                  <a:pt x="200044" y="209716"/>
                </a:lnTo>
                <a:lnTo>
                  <a:pt x="199936" y="209095"/>
                </a:lnTo>
                <a:lnTo>
                  <a:pt x="199788" y="208487"/>
                </a:lnTo>
                <a:lnTo>
                  <a:pt x="199601" y="207894"/>
                </a:lnTo>
                <a:lnTo>
                  <a:pt x="199378" y="207318"/>
                </a:lnTo>
                <a:lnTo>
                  <a:pt x="199119" y="206760"/>
                </a:lnTo>
                <a:lnTo>
                  <a:pt x="198825" y="206222"/>
                </a:lnTo>
                <a:lnTo>
                  <a:pt x="198499" y="205705"/>
                </a:lnTo>
                <a:lnTo>
                  <a:pt x="198140" y="205211"/>
                </a:lnTo>
                <a:lnTo>
                  <a:pt x="197751" y="204740"/>
                </a:lnTo>
                <a:lnTo>
                  <a:pt x="197333" y="204296"/>
                </a:lnTo>
                <a:lnTo>
                  <a:pt x="196888" y="203878"/>
                </a:lnTo>
                <a:lnTo>
                  <a:pt x="196416" y="203489"/>
                </a:lnTo>
                <a:lnTo>
                  <a:pt x="195918" y="203131"/>
                </a:lnTo>
                <a:lnTo>
                  <a:pt x="195397" y="202804"/>
                </a:lnTo>
                <a:lnTo>
                  <a:pt x="194854" y="202510"/>
                </a:lnTo>
                <a:lnTo>
                  <a:pt x="194289" y="202251"/>
                </a:lnTo>
                <a:lnTo>
                  <a:pt x="193704" y="202028"/>
                </a:lnTo>
                <a:lnTo>
                  <a:pt x="193101" y="201843"/>
                </a:lnTo>
                <a:lnTo>
                  <a:pt x="192481" y="201697"/>
                </a:lnTo>
                <a:lnTo>
                  <a:pt x="191845" y="201592"/>
                </a:lnTo>
                <a:lnTo>
                  <a:pt x="191195" y="201529"/>
                </a:lnTo>
                <a:lnTo>
                  <a:pt x="190542" y="201510"/>
                </a:lnTo>
                <a:lnTo>
                  <a:pt x="189898" y="201535"/>
                </a:lnTo>
                <a:lnTo>
                  <a:pt x="189264" y="201602"/>
                </a:lnTo>
                <a:lnTo>
                  <a:pt x="188643" y="201710"/>
                </a:lnTo>
                <a:lnTo>
                  <a:pt x="188035" y="201858"/>
                </a:lnTo>
                <a:lnTo>
                  <a:pt x="187442" y="202044"/>
                </a:lnTo>
                <a:lnTo>
                  <a:pt x="186866" y="202268"/>
                </a:lnTo>
                <a:lnTo>
                  <a:pt x="186309" y="202527"/>
                </a:lnTo>
                <a:lnTo>
                  <a:pt x="185770" y="202820"/>
                </a:lnTo>
                <a:lnTo>
                  <a:pt x="185253" y="203147"/>
                </a:lnTo>
                <a:lnTo>
                  <a:pt x="184759" y="203506"/>
                </a:lnTo>
                <a:lnTo>
                  <a:pt x="184288" y="203894"/>
                </a:lnTo>
                <a:lnTo>
                  <a:pt x="183844" y="204312"/>
                </a:lnTo>
                <a:lnTo>
                  <a:pt x="183426" y="204758"/>
                </a:lnTo>
                <a:lnTo>
                  <a:pt x="183037" y="205230"/>
                </a:lnTo>
                <a:lnTo>
                  <a:pt x="182679" y="205728"/>
                </a:lnTo>
                <a:lnTo>
                  <a:pt x="182352" y="206249"/>
                </a:lnTo>
                <a:lnTo>
                  <a:pt x="182058" y="206792"/>
                </a:lnTo>
                <a:lnTo>
                  <a:pt x="181799" y="207357"/>
                </a:lnTo>
                <a:lnTo>
                  <a:pt x="181576" y="207941"/>
                </a:lnTo>
                <a:lnTo>
                  <a:pt x="181391" y="208544"/>
                </a:lnTo>
                <a:lnTo>
                  <a:pt x="181245" y="209164"/>
                </a:lnTo>
                <a:lnTo>
                  <a:pt x="181140" y="209800"/>
                </a:lnTo>
                <a:lnTo>
                  <a:pt x="181077" y="210451"/>
                </a:lnTo>
                <a:lnTo>
                  <a:pt x="181045" y="210973"/>
                </a:lnTo>
                <a:lnTo>
                  <a:pt x="181014" y="211496"/>
                </a:lnTo>
                <a:lnTo>
                  <a:pt x="180985" y="212019"/>
                </a:lnTo>
                <a:lnTo>
                  <a:pt x="180957" y="212542"/>
                </a:lnTo>
                <a:lnTo>
                  <a:pt x="180930" y="213065"/>
                </a:lnTo>
                <a:lnTo>
                  <a:pt x="180904" y="213589"/>
                </a:lnTo>
                <a:lnTo>
                  <a:pt x="180880" y="214113"/>
                </a:lnTo>
                <a:lnTo>
                  <a:pt x="180858" y="214637"/>
                </a:lnTo>
                <a:lnTo>
                  <a:pt x="180837" y="215161"/>
                </a:lnTo>
                <a:lnTo>
                  <a:pt x="180817" y="215686"/>
                </a:lnTo>
                <a:lnTo>
                  <a:pt x="180798" y="216211"/>
                </a:lnTo>
                <a:lnTo>
                  <a:pt x="180781" y="216736"/>
                </a:lnTo>
                <a:lnTo>
                  <a:pt x="180765" y="217261"/>
                </a:lnTo>
                <a:lnTo>
                  <a:pt x="180751" y="217787"/>
                </a:lnTo>
                <a:lnTo>
                  <a:pt x="180738" y="218313"/>
                </a:lnTo>
                <a:lnTo>
                  <a:pt x="180726" y="218839"/>
                </a:lnTo>
                <a:lnTo>
                  <a:pt x="180715" y="219365"/>
                </a:lnTo>
                <a:lnTo>
                  <a:pt x="180707" y="219892"/>
                </a:lnTo>
                <a:lnTo>
                  <a:pt x="180699" y="220419"/>
                </a:lnTo>
                <a:lnTo>
                  <a:pt x="180693" y="220946"/>
                </a:lnTo>
                <a:lnTo>
                  <a:pt x="180688" y="221473"/>
                </a:lnTo>
                <a:lnTo>
                  <a:pt x="180684" y="222000"/>
                </a:lnTo>
                <a:lnTo>
                  <a:pt x="180682" y="222528"/>
                </a:lnTo>
                <a:lnTo>
                  <a:pt x="180682" y="223056"/>
                </a:lnTo>
                <a:lnTo>
                  <a:pt x="180682" y="235234"/>
                </a:lnTo>
                <a:lnTo>
                  <a:pt x="180704" y="235887"/>
                </a:lnTo>
                <a:lnTo>
                  <a:pt x="180769" y="236528"/>
                </a:lnTo>
                <a:lnTo>
                  <a:pt x="180875" y="237156"/>
                </a:lnTo>
                <a:close/>
                <a:moveTo>
                  <a:pt x="199009" y="353303"/>
                </a:moveTo>
                <a:lnTo>
                  <a:pt x="198750" y="352742"/>
                </a:lnTo>
                <a:lnTo>
                  <a:pt x="198457" y="352201"/>
                </a:lnTo>
                <a:lnTo>
                  <a:pt x="198130" y="351683"/>
                </a:lnTo>
                <a:lnTo>
                  <a:pt x="197771" y="351187"/>
                </a:lnTo>
                <a:lnTo>
                  <a:pt x="197383" y="350716"/>
                </a:lnTo>
                <a:lnTo>
                  <a:pt x="196965" y="350271"/>
                </a:lnTo>
                <a:lnTo>
                  <a:pt x="196520" y="349853"/>
                </a:lnTo>
                <a:lnTo>
                  <a:pt x="196049" y="349465"/>
                </a:lnTo>
                <a:lnTo>
                  <a:pt x="195554" y="349106"/>
                </a:lnTo>
                <a:lnTo>
                  <a:pt x="195035" y="348779"/>
                </a:lnTo>
                <a:lnTo>
                  <a:pt x="194494" y="348486"/>
                </a:lnTo>
                <a:lnTo>
                  <a:pt x="193933" y="348227"/>
                </a:lnTo>
                <a:lnTo>
                  <a:pt x="193353" y="348004"/>
                </a:lnTo>
                <a:lnTo>
                  <a:pt x="192756" y="347818"/>
                </a:lnTo>
                <a:lnTo>
                  <a:pt x="192143" y="347671"/>
                </a:lnTo>
                <a:lnTo>
                  <a:pt x="191515" y="347564"/>
                </a:lnTo>
                <a:lnTo>
                  <a:pt x="190873" y="347499"/>
                </a:lnTo>
                <a:lnTo>
                  <a:pt x="190220" y="347477"/>
                </a:lnTo>
                <a:lnTo>
                  <a:pt x="189567" y="347499"/>
                </a:lnTo>
                <a:lnTo>
                  <a:pt x="188926" y="347564"/>
                </a:lnTo>
                <a:lnTo>
                  <a:pt x="188298" y="347671"/>
                </a:lnTo>
                <a:lnTo>
                  <a:pt x="187685" y="347818"/>
                </a:lnTo>
                <a:lnTo>
                  <a:pt x="187087" y="348004"/>
                </a:lnTo>
                <a:lnTo>
                  <a:pt x="186507" y="348227"/>
                </a:lnTo>
                <a:lnTo>
                  <a:pt x="185947" y="348486"/>
                </a:lnTo>
                <a:lnTo>
                  <a:pt x="185406" y="348779"/>
                </a:lnTo>
                <a:lnTo>
                  <a:pt x="184887" y="349106"/>
                </a:lnTo>
                <a:lnTo>
                  <a:pt x="184392" y="349465"/>
                </a:lnTo>
                <a:lnTo>
                  <a:pt x="183920" y="349853"/>
                </a:lnTo>
                <a:lnTo>
                  <a:pt x="183475" y="350271"/>
                </a:lnTo>
                <a:lnTo>
                  <a:pt x="183058" y="350716"/>
                </a:lnTo>
                <a:lnTo>
                  <a:pt x="182669" y="351187"/>
                </a:lnTo>
                <a:lnTo>
                  <a:pt x="182311" y="351683"/>
                </a:lnTo>
                <a:lnTo>
                  <a:pt x="181984" y="352201"/>
                </a:lnTo>
                <a:lnTo>
                  <a:pt x="181690" y="352742"/>
                </a:lnTo>
                <a:lnTo>
                  <a:pt x="181431" y="353303"/>
                </a:lnTo>
                <a:lnTo>
                  <a:pt x="181208" y="353883"/>
                </a:lnTo>
                <a:lnTo>
                  <a:pt x="181022" y="354480"/>
                </a:lnTo>
                <a:lnTo>
                  <a:pt x="180875" y="355093"/>
                </a:lnTo>
                <a:lnTo>
                  <a:pt x="180769" y="355721"/>
                </a:lnTo>
                <a:lnTo>
                  <a:pt x="180704" y="356363"/>
                </a:lnTo>
                <a:lnTo>
                  <a:pt x="180682" y="357016"/>
                </a:lnTo>
                <a:lnTo>
                  <a:pt x="180682" y="381372"/>
                </a:lnTo>
                <a:lnTo>
                  <a:pt x="180704" y="382025"/>
                </a:lnTo>
                <a:lnTo>
                  <a:pt x="180769" y="382666"/>
                </a:lnTo>
                <a:lnTo>
                  <a:pt x="180875" y="383295"/>
                </a:lnTo>
                <a:lnTo>
                  <a:pt x="181022" y="383908"/>
                </a:lnTo>
                <a:lnTo>
                  <a:pt x="181208" y="384505"/>
                </a:lnTo>
                <a:lnTo>
                  <a:pt x="181431" y="385085"/>
                </a:lnTo>
                <a:lnTo>
                  <a:pt x="181690" y="385646"/>
                </a:lnTo>
                <a:lnTo>
                  <a:pt x="181984" y="386187"/>
                </a:lnTo>
                <a:lnTo>
                  <a:pt x="182311" y="386705"/>
                </a:lnTo>
                <a:lnTo>
                  <a:pt x="182669" y="387201"/>
                </a:lnTo>
                <a:lnTo>
                  <a:pt x="183058" y="387672"/>
                </a:lnTo>
                <a:lnTo>
                  <a:pt x="183475" y="388117"/>
                </a:lnTo>
                <a:lnTo>
                  <a:pt x="183921" y="388535"/>
                </a:lnTo>
                <a:lnTo>
                  <a:pt x="184392" y="388923"/>
                </a:lnTo>
                <a:lnTo>
                  <a:pt x="184887" y="389282"/>
                </a:lnTo>
                <a:lnTo>
                  <a:pt x="185406" y="389609"/>
                </a:lnTo>
                <a:lnTo>
                  <a:pt x="185947" y="389902"/>
                </a:lnTo>
                <a:lnTo>
                  <a:pt x="186507" y="390161"/>
                </a:lnTo>
                <a:lnTo>
                  <a:pt x="187087" y="390384"/>
                </a:lnTo>
                <a:lnTo>
                  <a:pt x="187685" y="390570"/>
                </a:lnTo>
                <a:lnTo>
                  <a:pt x="188298" y="390717"/>
                </a:lnTo>
                <a:lnTo>
                  <a:pt x="188926" y="390824"/>
                </a:lnTo>
                <a:lnTo>
                  <a:pt x="189567" y="390889"/>
                </a:lnTo>
                <a:lnTo>
                  <a:pt x="190220" y="390911"/>
                </a:lnTo>
                <a:lnTo>
                  <a:pt x="190873" y="390889"/>
                </a:lnTo>
                <a:lnTo>
                  <a:pt x="191515" y="390824"/>
                </a:lnTo>
                <a:lnTo>
                  <a:pt x="192143" y="390717"/>
                </a:lnTo>
                <a:lnTo>
                  <a:pt x="192756" y="390570"/>
                </a:lnTo>
                <a:lnTo>
                  <a:pt x="193353" y="390384"/>
                </a:lnTo>
                <a:lnTo>
                  <a:pt x="193933" y="390161"/>
                </a:lnTo>
                <a:lnTo>
                  <a:pt x="194494" y="389902"/>
                </a:lnTo>
                <a:lnTo>
                  <a:pt x="195035" y="389608"/>
                </a:lnTo>
                <a:lnTo>
                  <a:pt x="195553" y="389282"/>
                </a:lnTo>
                <a:lnTo>
                  <a:pt x="196049" y="388923"/>
                </a:lnTo>
                <a:lnTo>
                  <a:pt x="196520" y="388535"/>
                </a:lnTo>
                <a:lnTo>
                  <a:pt x="196965" y="388117"/>
                </a:lnTo>
                <a:lnTo>
                  <a:pt x="197383" y="387672"/>
                </a:lnTo>
                <a:lnTo>
                  <a:pt x="197772" y="387201"/>
                </a:lnTo>
                <a:lnTo>
                  <a:pt x="198130" y="386705"/>
                </a:lnTo>
                <a:lnTo>
                  <a:pt x="198457" y="386186"/>
                </a:lnTo>
                <a:lnTo>
                  <a:pt x="198750" y="385646"/>
                </a:lnTo>
                <a:lnTo>
                  <a:pt x="199009" y="385085"/>
                </a:lnTo>
                <a:lnTo>
                  <a:pt x="199233" y="384505"/>
                </a:lnTo>
                <a:lnTo>
                  <a:pt x="199418" y="383908"/>
                </a:lnTo>
                <a:lnTo>
                  <a:pt x="199565" y="383295"/>
                </a:lnTo>
                <a:lnTo>
                  <a:pt x="199672" y="382666"/>
                </a:lnTo>
                <a:lnTo>
                  <a:pt x="199737" y="382025"/>
                </a:lnTo>
                <a:lnTo>
                  <a:pt x="199759" y="381372"/>
                </a:lnTo>
                <a:lnTo>
                  <a:pt x="199759" y="357016"/>
                </a:lnTo>
                <a:lnTo>
                  <a:pt x="199737" y="356363"/>
                </a:lnTo>
                <a:lnTo>
                  <a:pt x="199672" y="355721"/>
                </a:lnTo>
                <a:lnTo>
                  <a:pt x="199565" y="355093"/>
                </a:lnTo>
                <a:lnTo>
                  <a:pt x="199418" y="354480"/>
                </a:lnTo>
                <a:lnTo>
                  <a:pt x="199233" y="353883"/>
                </a:lnTo>
                <a:lnTo>
                  <a:pt x="199009" y="353303"/>
                </a:lnTo>
                <a:close/>
                <a:moveTo>
                  <a:pt x="199737" y="429432"/>
                </a:moveTo>
                <a:lnTo>
                  <a:pt x="199672" y="428791"/>
                </a:lnTo>
                <a:lnTo>
                  <a:pt x="199565" y="428163"/>
                </a:lnTo>
                <a:lnTo>
                  <a:pt x="199418" y="427549"/>
                </a:lnTo>
                <a:lnTo>
                  <a:pt x="199233" y="426952"/>
                </a:lnTo>
                <a:lnTo>
                  <a:pt x="199009" y="426372"/>
                </a:lnTo>
                <a:lnTo>
                  <a:pt x="198750" y="425811"/>
                </a:lnTo>
                <a:lnTo>
                  <a:pt x="198457" y="425271"/>
                </a:lnTo>
                <a:lnTo>
                  <a:pt x="198130" y="424752"/>
                </a:lnTo>
                <a:lnTo>
                  <a:pt x="197772" y="424256"/>
                </a:lnTo>
                <a:lnTo>
                  <a:pt x="197383" y="423785"/>
                </a:lnTo>
                <a:lnTo>
                  <a:pt x="196965" y="423340"/>
                </a:lnTo>
                <a:lnTo>
                  <a:pt x="196520" y="422923"/>
                </a:lnTo>
                <a:lnTo>
                  <a:pt x="196049" y="422534"/>
                </a:lnTo>
                <a:lnTo>
                  <a:pt x="195554" y="422175"/>
                </a:lnTo>
                <a:lnTo>
                  <a:pt x="195035" y="421849"/>
                </a:lnTo>
                <a:lnTo>
                  <a:pt x="194494" y="421555"/>
                </a:lnTo>
                <a:lnTo>
                  <a:pt x="193933" y="421296"/>
                </a:lnTo>
                <a:lnTo>
                  <a:pt x="193353" y="421073"/>
                </a:lnTo>
                <a:lnTo>
                  <a:pt x="192756" y="420887"/>
                </a:lnTo>
                <a:lnTo>
                  <a:pt x="192143" y="420740"/>
                </a:lnTo>
                <a:lnTo>
                  <a:pt x="191515" y="420633"/>
                </a:lnTo>
                <a:lnTo>
                  <a:pt x="190873" y="420568"/>
                </a:lnTo>
                <a:lnTo>
                  <a:pt x="190220" y="420546"/>
                </a:lnTo>
                <a:lnTo>
                  <a:pt x="189567" y="420568"/>
                </a:lnTo>
                <a:lnTo>
                  <a:pt x="188926" y="420633"/>
                </a:lnTo>
                <a:lnTo>
                  <a:pt x="188298" y="420740"/>
                </a:lnTo>
                <a:lnTo>
                  <a:pt x="187685" y="420887"/>
                </a:lnTo>
                <a:lnTo>
                  <a:pt x="187087" y="421073"/>
                </a:lnTo>
                <a:lnTo>
                  <a:pt x="186507" y="421296"/>
                </a:lnTo>
                <a:lnTo>
                  <a:pt x="185947" y="421555"/>
                </a:lnTo>
                <a:lnTo>
                  <a:pt x="185406" y="421849"/>
                </a:lnTo>
                <a:lnTo>
                  <a:pt x="184887" y="422175"/>
                </a:lnTo>
                <a:lnTo>
                  <a:pt x="184392" y="422534"/>
                </a:lnTo>
                <a:lnTo>
                  <a:pt x="183921" y="422923"/>
                </a:lnTo>
                <a:lnTo>
                  <a:pt x="183476" y="423340"/>
                </a:lnTo>
                <a:lnTo>
                  <a:pt x="183058" y="423785"/>
                </a:lnTo>
                <a:lnTo>
                  <a:pt x="182669" y="424256"/>
                </a:lnTo>
                <a:lnTo>
                  <a:pt x="182311" y="424752"/>
                </a:lnTo>
                <a:lnTo>
                  <a:pt x="181984" y="425271"/>
                </a:lnTo>
                <a:lnTo>
                  <a:pt x="181690" y="425811"/>
                </a:lnTo>
                <a:lnTo>
                  <a:pt x="181431" y="426372"/>
                </a:lnTo>
                <a:lnTo>
                  <a:pt x="181208" y="426952"/>
                </a:lnTo>
                <a:lnTo>
                  <a:pt x="181022" y="427549"/>
                </a:lnTo>
                <a:lnTo>
                  <a:pt x="180876" y="428163"/>
                </a:lnTo>
                <a:lnTo>
                  <a:pt x="180769" y="428791"/>
                </a:lnTo>
                <a:lnTo>
                  <a:pt x="180704" y="429432"/>
                </a:lnTo>
                <a:lnTo>
                  <a:pt x="180682" y="430085"/>
                </a:lnTo>
                <a:lnTo>
                  <a:pt x="180682" y="454441"/>
                </a:lnTo>
                <a:lnTo>
                  <a:pt x="180704" y="455094"/>
                </a:lnTo>
                <a:lnTo>
                  <a:pt x="180769" y="455736"/>
                </a:lnTo>
                <a:lnTo>
                  <a:pt x="180875" y="456364"/>
                </a:lnTo>
                <a:lnTo>
                  <a:pt x="181022" y="456977"/>
                </a:lnTo>
                <a:lnTo>
                  <a:pt x="181208" y="457574"/>
                </a:lnTo>
                <a:lnTo>
                  <a:pt x="181431" y="458154"/>
                </a:lnTo>
                <a:lnTo>
                  <a:pt x="181690" y="458715"/>
                </a:lnTo>
                <a:lnTo>
                  <a:pt x="181984" y="459256"/>
                </a:lnTo>
                <a:lnTo>
                  <a:pt x="182311" y="459775"/>
                </a:lnTo>
                <a:lnTo>
                  <a:pt x="182669" y="460270"/>
                </a:lnTo>
                <a:lnTo>
                  <a:pt x="183058" y="460741"/>
                </a:lnTo>
                <a:lnTo>
                  <a:pt x="183476" y="461186"/>
                </a:lnTo>
                <a:lnTo>
                  <a:pt x="183921" y="461604"/>
                </a:lnTo>
                <a:lnTo>
                  <a:pt x="184392" y="461993"/>
                </a:lnTo>
                <a:lnTo>
                  <a:pt x="184887" y="462351"/>
                </a:lnTo>
                <a:lnTo>
                  <a:pt x="185406" y="462678"/>
                </a:lnTo>
                <a:lnTo>
                  <a:pt x="185947" y="462971"/>
                </a:lnTo>
                <a:lnTo>
                  <a:pt x="186508" y="463231"/>
                </a:lnTo>
                <a:lnTo>
                  <a:pt x="187087" y="463454"/>
                </a:lnTo>
                <a:lnTo>
                  <a:pt x="187685" y="463639"/>
                </a:lnTo>
                <a:lnTo>
                  <a:pt x="188298" y="463786"/>
                </a:lnTo>
                <a:lnTo>
                  <a:pt x="188926" y="463893"/>
                </a:lnTo>
                <a:lnTo>
                  <a:pt x="189567" y="463958"/>
                </a:lnTo>
                <a:lnTo>
                  <a:pt x="190220" y="463980"/>
                </a:lnTo>
                <a:lnTo>
                  <a:pt x="190873" y="463958"/>
                </a:lnTo>
                <a:lnTo>
                  <a:pt x="191515" y="463893"/>
                </a:lnTo>
                <a:lnTo>
                  <a:pt x="192143" y="463786"/>
                </a:lnTo>
                <a:lnTo>
                  <a:pt x="192756" y="463639"/>
                </a:lnTo>
                <a:lnTo>
                  <a:pt x="193353" y="463454"/>
                </a:lnTo>
                <a:lnTo>
                  <a:pt x="193933" y="463230"/>
                </a:lnTo>
                <a:lnTo>
                  <a:pt x="194494" y="462971"/>
                </a:lnTo>
                <a:lnTo>
                  <a:pt x="195035" y="462678"/>
                </a:lnTo>
                <a:lnTo>
                  <a:pt x="195554" y="462351"/>
                </a:lnTo>
                <a:lnTo>
                  <a:pt x="196049" y="461993"/>
                </a:lnTo>
                <a:lnTo>
                  <a:pt x="196520" y="461604"/>
                </a:lnTo>
                <a:lnTo>
                  <a:pt x="196965" y="461186"/>
                </a:lnTo>
                <a:lnTo>
                  <a:pt x="197383" y="460741"/>
                </a:lnTo>
                <a:lnTo>
                  <a:pt x="197772" y="460270"/>
                </a:lnTo>
                <a:lnTo>
                  <a:pt x="198130" y="459775"/>
                </a:lnTo>
                <a:lnTo>
                  <a:pt x="198457" y="459256"/>
                </a:lnTo>
                <a:lnTo>
                  <a:pt x="198750" y="458715"/>
                </a:lnTo>
                <a:lnTo>
                  <a:pt x="199009" y="458154"/>
                </a:lnTo>
                <a:lnTo>
                  <a:pt x="199233" y="457575"/>
                </a:lnTo>
                <a:lnTo>
                  <a:pt x="199418" y="456977"/>
                </a:lnTo>
                <a:lnTo>
                  <a:pt x="199565" y="456364"/>
                </a:lnTo>
                <a:lnTo>
                  <a:pt x="199672" y="455736"/>
                </a:lnTo>
                <a:lnTo>
                  <a:pt x="199737" y="455095"/>
                </a:lnTo>
                <a:lnTo>
                  <a:pt x="199759" y="454441"/>
                </a:lnTo>
                <a:lnTo>
                  <a:pt x="199759" y="430085"/>
                </a:lnTo>
                <a:lnTo>
                  <a:pt x="199737" y="429432"/>
                </a:lnTo>
                <a:close/>
                <a:moveTo>
                  <a:pt x="199009" y="499441"/>
                </a:moveTo>
                <a:lnTo>
                  <a:pt x="198750" y="498880"/>
                </a:lnTo>
                <a:lnTo>
                  <a:pt x="198457" y="498340"/>
                </a:lnTo>
                <a:lnTo>
                  <a:pt x="198130" y="497821"/>
                </a:lnTo>
                <a:lnTo>
                  <a:pt x="197772" y="497325"/>
                </a:lnTo>
                <a:lnTo>
                  <a:pt x="197383" y="496854"/>
                </a:lnTo>
                <a:lnTo>
                  <a:pt x="196965" y="496409"/>
                </a:lnTo>
                <a:lnTo>
                  <a:pt x="196520" y="495992"/>
                </a:lnTo>
                <a:lnTo>
                  <a:pt x="196049" y="495603"/>
                </a:lnTo>
                <a:lnTo>
                  <a:pt x="195554" y="495245"/>
                </a:lnTo>
                <a:lnTo>
                  <a:pt x="195035" y="494918"/>
                </a:lnTo>
                <a:lnTo>
                  <a:pt x="194494" y="494624"/>
                </a:lnTo>
                <a:lnTo>
                  <a:pt x="193933" y="494365"/>
                </a:lnTo>
                <a:lnTo>
                  <a:pt x="193353" y="494142"/>
                </a:lnTo>
                <a:lnTo>
                  <a:pt x="192756" y="493956"/>
                </a:lnTo>
                <a:lnTo>
                  <a:pt x="192143" y="493809"/>
                </a:lnTo>
                <a:lnTo>
                  <a:pt x="191515" y="493703"/>
                </a:lnTo>
                <a:lnTo>
                  <a:pt x="190873" y="493638"/>
                </a:lnTo>
                <a:lnTo>
                  <a:pt x="190220" y="493616"/>
                </a:lnTo>
                <a:lnTo>
                  <a:pt x="189567" y="493638"/>
                </a:lnTo>
                <a:lnTo>
                  <a:pt x="188926" y="493703"/>
                </a:lnTo>
                <a:lnTo>
                  <a:pt x="188298" y="493809"/>
                </a:lnTo>
                <a:lnTo>
                  <a:pt x="187685" y="493956"/>
                </a:lnTo>
                <a:lnTo>
                  <a:pt x="187087" y="494142"/>
                </a:lnTo>
                <a:lnTo>
                  <a:pt x="186508" y="494365"/>
                </a:lnTo>
                <a:lnTo>
                  <a:pt x="185947" y="494624"/>
                </a:lnTo>
                <a:lnTo>
                  <a:pt x="185406" y="494918"/>
                </a:lnTo>
                <a:lnTo>
                  <a:pt x="184887" y="495245"/>
                </a:lnTo>
                <a:lnTo>
                  <a:pt x="184392" y="495603"/>
                </a:lnTo>
                <a:lnTo>
                  <a:pt x="183921" y="495992"/>
                </a:lnTo>
                <a:lnTo>
                  <a:pt x="183476" y="496409"/>
                </a:lnTo>
                <a:lnTo>
                  <a:pt x="183058" y="496854"/>
                </a:lnTo>
                <a:lnTo>
                  <a:pt x="182669" y="497325"/>
                </a:lnTo>
                <a:lnTo>
                  <a:pt x="182311" y="497821"/>
                </a:lnTo>
                <a:lnTo>
                  <a:pt x="181984" y="498340"/>
                </a:lnTo>
                <a:lnTo>
                  <a:pt x="181690" y="498880"/>
                </a:lnTo>
                <a:lnTo>
                  <a:pt x="181431" y="499441"/>
                </a:lnTo>
                <a:lnTo>
                  <a:pt x="181208" y="500021"/>
                </a:lnTo>
                <a:lnTo>
                  <a:pt x="181022" y="500618"/>
                </a:lnTo>
                <a:lnTo>
                  <a:pt x="180875" y="501232"/>
                </a:lnTo>
                <a:lnTo>
                  <a:pt x="180769" y="501860"/>
                </a:lnTo>
                <a:lnTo>
                  <a:pt x="180704" y="502501"/>
                </a:lnTo>
                <a:lnTo>
                  <a:pt x="180682" y="503154"/>
                </a:lnTo>
                <a:lnTo>
                  <a:pt x="180682" y="527511"/>
                </a:lnTo>
                <a:lnTo>
                  <a:pt x="180704" y="528164"/>
                </a:lnTo>
                <a:lnTo>
                  <a:pt x="180769" y="528805"/>
                </a:lnTo>
                <a:lnTo>
                  <a:pt x="180876" y="529433"/>
                </a:lnTo>
                <a:lnTo>
                  <a:pt x="181022" y="530046"/>
                </a:lnTo>
                <a:lnTo>
                  <a:pt x="181208" y="530644"/>
                </a:lnTo>
                <a:lnTo>
                  <a:pt x="181431" y="531224"/>
                </a:lnTo>
                <a:lnTo>
                  <a:pt x="181690" y="531784"/>
                </a:lnTo>
                <a:lnTo>
                  <a:pt x="181984" y="532325"/>
                </a:lnTo>
                <a:lnTo>
                  <a:pt x="182311" y="532844"/>
                </a:lnTo>
                <a:lnTo>
                  <a:pt x="182669" y="533339"/>
                </a:lnTo>
                <a:lnTo>
                  <a:pt x="183058" y="533811"/>
                </a:lnTo>
                <a:lnTo>
                  <a:pt x="183476" y="534256"/>
                </a:lnTo>
                <a:lnTo>
                  <a:pt x="183921" y="534673"/>
                </a:lnTo>
                <a:lnTo>
                  <a:pt x="184392" y="535062"/>
                </a:lnTo>
                <a:lnTo>
                  <a:pt x="184887" y="535420"/>
                </a:lnTo>
                <a:lnTo>
                  <a:pt x="185406" y="535747"/>
                </a:lnTo>
                <a:lnTo>
                  <a:pt x="185947" y="536041"/>
                </a:lnTo>
                <a:lnTo>
                  <a:pt x="186508" y="536300"/>
                </a:lnTo>
                <a:lnTo>
                  <a:pt x="187087" y="536523"/>
                </a:lnTo>
                <a:lnTo>
                  <a:pt x="187685" y="536709"/>
                </a:lnTo>
                <a:lnTo>
                  <a:pt x="188298" y="536856"/>
                </a:lnTo>
                <a:lnTo>
                  <a:pt x="188926" y="536962"/>
                </a:lnTo>
                <a:lnTo>
                  <a:pt x="189567" y="537027"/>
                </a:lnTo>
                <a:lnTo>
                  <a:pt x="190220" y="537049"/>
                </a:lnTo>
                <a:lnTo>
                  <a:pt x="190873" y="537027"/>
                </a:lnTo>
                <a:lnTo>
                  <a:pt x="191515" y="536962"/>
                </a:lnTo>
                <a:lnTo>
                  <a:pt x="192143" y="536856"/>
                </a:lnTo>
                <a:lnTo>
                  <a:pt x="192756" y="536709"/>
                </a:lnTo>
                <a:lnTo>
                  <a:pt x="193353" y="536523"/>
                </a:lnTo>
                <a:lnTo>
                  <a:pt x="193933" y="536300"/>
                </a:lnTo>
                <a:lnTo>
                  <a:pt x="194494" y="536041"/>
                </a:lnTo>
                <a:lnTo>
                  <a:pt x="195035" y="535747"/>
                </a:lnTo>
                <a:lnTo>
                  <a:pt x="195554" y="535420"/>
                </a:lnTo>
                <a:lnTo>
                  <a:pt x="196049" y="535062"/>
                </a:lnTo>
                <a:lnTo>
                  <a:pt x="196520" y="534673"/>
                </a:lnTo>
                <a:lnTo>
                  <a:pt x="196965" y="534256"/>
                </a:lnTo>
                <a:lnTo>
                  <a:pt x="197383" y="533811"/>
                </a:lnTo>
                <a:lnTo>
                  <a:pt x="197772" y="533340"/>
                </a:lnTo>
                <a:lnTo>
                  <a:pt x="198130" y="532844"/>
                </a:lnTo>
                <a:lnTo>
                  <a:pt x="198457" y="532325"/>
                </a:lnTo>
                <a:lnTo>
                  <a:pt x="198750" y="531784"/>
                </a:lnTo>
                <a:lnTo>
                  <a:pt x="199010" y="531224"/>
                </a:lnTo>
                <a:lnTo>
                  <a:pt x="199233" y="530644"/>
                </a:lnTo>
                <a:lnTo>
                  <a:pt x="199418" y="530046"/>
                </a:lnTo>
                <a:lnTo>
                  <a:pt x="199565" y="529433"/>
                </a:lnTo>
                <a:lnTo>
                  <a:pt x="199672" y="528805"/>
                </a:lnTo>
                <a:lnTo>
                  <a:pt x="199737" y="528164"/>
                </a:lnTo>
                <a:lnTo>
                  <a:pt x="199759" y="527511"/>
                </a:lnTo>
                <a:lnTo>
                  <a:pt x="199759" y="503154"/>
                </a:lnTo>
                <a:lnTo>
                  <a:pt x="199737" y="502501"/>
                </a:lnTo>
                <a:lnTo>
                  <a:pt x="199672" y="501860"/>
                </a:lnTo>
                <a:lnTo>
                  <a:pt x="199565" y="501232"/>
                </a:lnTo>
                <a:lnTo>
                  <a:pt x="199418" y="500618"/>
                </a:lnTo>
                <a:lnTo>
                  <a:pt x="199233" y="500021"/>
                </a:lnTo>
                <a:lnTo>
                  <a:pt x="199009" y="499441"/>
                </a:lnTo>
                <a:close/>
                <a:moveTo>
                  <a:pt x="199440" y="965098"/>
                </a:moveTo>
                <a:lnTo>
                  <a:pt x="199472" y="964504"/>
                </a:lnTo>
                <a:lnTo>
                  <a:pt x="199503" y="963910"/>
                </a:lnTo>
                <a:lnTo>
                  <a:pt x="199532" y="963315"/>
                </a:lnTo>
                <a:lnTo>
                  <a:pt x="199560" y="962719"/>
                </a:lnTo>
                <a:lnTo>
                  <a:pt x="199585" y="962124"/>
                </a:lnTo>
                <a:lnTo>
                  <a:pt x="199609" y="961527"/>
                </a:lnTo>
                <a:lnTo>
                  <a:pt x="199631" y="960931"/>
                </a:lnTo>
                <a:lnTo>
                  <a:pt x="199652" y="960334"/>
                </a:lnTo>
                <a:lnTo>
                  <a:pt x="199670" y="959737"/>
                </a:lnTo>
                <a:lnTo>
                  <a:pt x="199687" y="959140"/>
                </a:lnTo>
                <a:lnTo>
                  <a:pt x="199702" y="958542"/>
                </a:lnTo>
                <a:lnTo>
                  <a:pt x="199716" y="957944"/>
                </a:lnTo>
                <a:lnTo>
                  <a:pt x="199727" y="957346"/>
                </a:lnTo>
                <a:lnTo>
                  <a:pt x="199737" y="956747"/>
                </a:lnTo>
                <a:lnTo>
                  <a:pt x="199745" y="956148"/>
                </a:lnTo>
                <a:lnTo>
                  <a:pt x="199751" y="955548"/>
                </a:lnTo>
                <a:lnTo>
                  <a:pt x="199756" y="954948"/>
                </a:lnTo>
                <a:lnTo>
                  <a:pt x="199758" y="954348"/>
                </a:lnTo>
                <a:lnTo>
                  <a:pt x="199759" y="953748"/>
                </a:lnTo>
                <a:lnTo>
                  <a:pt x="199759" y="941570"/>
                </a:lnTo>
                <a:lnTo>
                  <a:pt x="199737" y="940917"/>
                </a:lnTo>
                <a:lnTo>
                  <a:pt x="199672" y="940275"/>
                </a:lnTo>
                <a:lnTo>
                  <a:pt x="199565" y="939647"/>
                </a:lnTo>
                <a:lnTo>
                  <a:pt x="199418" y="939034"/>
                </a:lnTo>
                <a:lnTo>
                  <a:pt x="199233" y="938437"/>
                </a:lnTo>
                <a:lnTo>
                  <a:pt x="199010" y="937857"/>
                </a:lnTo>
                <a:lnTo>
                  <a:pt x="198751" y="937296"/>
                </a:lnTo>
                <a:lnTo>
                  <a:pt x="198457" y="936755"/>
                </a:lnTo>
                <a:lnTo>
                  <a:pt x="198130" y="936237"/>
                </a:lnTo>
                <a:lnTo>
                  <a:pt x="197772" y="935741"/>
                </a:lnTo>
                <a:lnTo>
                  <a:pt x="197383" y="935270"/>
                </a:lnTo>
                <a:lnTo>
                  <a:pt x="196965" y="934825"/>
                </a:lnTo>
                <a:lnTo>
                  <a:pt x="196520" y="934407"/>
                </a:lnTo>
                <a:lnTo>
                  <a:pt x="196049" y="934019"/>
                </a:lnTo>
                <a:lnTo>
                  <a:pt x="195554" y="933660"/>
                </a:lnTo>
                <a:lnTo>
                  <a:pt x="195035" y="933333"/>
                </a:lnTo>
                <a:lnTo>
                  <a:pt x="194494" y="933040"/>
                </a:lnTo>
                <a:lnTo>
                  <a:pt x="193933" y="932781"/>
                </a:lnTo>
                <a:lnTo>
                  <a:pt x="193354" y="932558"/>
                </a:lnTo>
                <a:lnTo>
                  <a:pt x="192756" y="932372"/>
                </a:lnTo>
                <a:lnTo>
                  <a:pt x="192143" y="932225"/>
                </a:lnTo>
                <a:lnTo>
                  <a:pt x="191515" y="932118"/>
                </a:lnTo>
                <a:lnTo>
                  <a:pt x="190874" y="932053"/>
                </a:lnTo>
                <a:lnTo>
                  <a:pt x="190220" y="932031"/>
                </a:lnTo>
                <a:lnTo>
                  <a:pt x="189567" y="932053"/>
                </a:lnTo>
                <a:lnTo>
                  <a:pt x="188926" y="932118"/>
                </a:lnTo>
                <a:lnTo>
                  <a:pt x="188298" y="932225"/>
                </a:lnTo>
                <a:lnTo>
                  <a:pt x="187685" y="932372"/>
                </a:lnTo>
                <a:lnTo>
                  <a:pt x="187087" y="932558"/>
                </a:lnTo>
                <a:lnTo>
                  <a:pt x="186508" y="932781"/>
                </a:lnTo>
                <a:lnTo>
                  <a:pt x="185947" y="933040"/>
                </a:lnTo>
                <a:lnTo>
                  <a:pt x="185406" y="933333"/>
                </a:lnTo>
                <a:lnTo>
                  <a:pt x="184887" y="933660"/>
                </a:lnTo>
                <a:lnTo>
                  <a:pt x="184392" y="934019"/>
                </a:lnTo>
                <a:lnTo>
                  <a:pt x="183921" y="934407"/>
                </a:lnTo>
                <a:lnTo>
                  <a:pt x="183476" y="934825"/>
                </a:lnTo>
                <a:lnTo>
                  <a:pt x="183058" y="935270"/>
                </a:lnTo>
                <a:lnTo>
                  <a:pt x="182669" y="935741"/>
                </a:lnTo>
                <a:lnTo>
                  <a:pt x="182311" y="936237"/>
                </a:lnTo>
                <a:lnTo>
                  <a:pt x="181984" y="936755"/>
                </a:lnTo>
                <a:lnTo>
                  <a:pt x="181690" y="937296"/>
                </a:lnTo>
                <a:lnTo>
                  <a:pt x="181431" y="937857"/>
                </a:lnTo>
                <a:lnTo>
                  <a:pt x="181208" y="938437"/>
                </a:lnTo>
                <a:lnTo>
                  <a:pt x="181023" y="939034"/>
                </a:lnTo>
                <a:lnTo>
                  <a:pt x="180876" y="939647"/>
                </a:lnTo>
                <a:lnTo>
                  <a:pt x="180769" y="940275"/>
                </a:lnTo>
                <a:lnTo>
                  <a:pt x="180704" y="940917"/>
                </a:lnTo>
                <a:lnTo>
                  <a:pt x="180682" y="941570"/>
                </a:lnTo>
                <a:lnTo>
                  <a:pt x="180682" y="953748"/>
                </a:lnTo>
                <a:lnTo>
                  <a:pt x="180681" y="954292"/>
                </a:lnTo>
                <a:lnTo>
                  <a:pt x="180679" y="954835"/>
                </a:lnTo>
                <a:lnTo>
                  <a:pt x="180675" y="955378"/>
                </a:lnTo>
                <a:lnTo>
                  <a:pt x="180669" y="955921"/>
                </a:lnTo>
                <a:lnTo>
                  <a:pt x="180662" y="956464"/>
                </a:lnTo>
                <a:lnTo>
                  <a:pt x="180653" y="957006"/>
                </a:lnTo>
                <a:lnTo>
                  <a:pt x="180642" y="957548"/>
                </a:lnTo>
                <a:lnTo>
                  <a:pt x="180630" y="958089"/>
                </a:lnTo>
                <a:lnTo>
                  <a:pt x="180617" y="958630"/>
                </a:lnTo>
                <a:lnTo>
                  <a:pt x="180601" y="959171"/>
                </a:lnTo>
                <a:lnTo>
                  <a:pt x="180585" y="959712"/>
                </a:lnTo>
                <a:lnTo>
                  <a:pt x="180566" y="960252"/>
                </a:lnTo>
                <a:lnTo>
                  <a:pt x="180546" y="960792"/>
                </a:lnTo>
                <a:lnTo>
                  <a:pt x="180524" y="961332"/>
                </a:lnTo>
                <a:lnTo>
                  <a:pt x="180501" y="961871"/>
                </a:lnTo>
                <a:lnTo>
                  <a:pt x="180476" y="962410"/>
                </a:lnTo>
                <a:lnTo>
                  <a:pt x="180450" y="962948"/>
                </a:lnTo>
                <a:lnTo>
                  <a:pt x="180422" y="963486"/>
                </a:lnTo>
                <a:lnTo>
                  <a:pt x="180393" y="964024"/>
                </a:lnTo>
                <a:lnTo>
                  <a:pt x="180361" y="964562"/>
                </a:lnTo>
                <a:lnTo>
                  <a:pt x="180329" y="965099"/>
                </a:lnTo>
                <a:lnTo>
                  <a:pt x="180295" y="965636"/>
                </a:lnTo>
                <a:lnTo>
                  <a:pt x="180259" y="966172"/>
                </a:lnTo>
                <a:lnTo>
                  <a:pt x="180221" y="966708"/>
                </a:lnTo>
                <a:lnTo>
                  <a:pt x="180197" y="967361"/>
                </a:lnTo>
                <a:lnTo>
                  <a:pt x="180216" y="968005"/>
                </a:lnTo>
                <a:lnTo>
                  <a:pt x="180278" y="968639"/>
                </a:lnTo>
                <a:lnTo>
                  <a:pt x="180381" y="969262"/>
                </a:lnTo>
                <a:lnTo>
                  <a:pt x="180524" y="969871"/>
                </a:lnTo>
                <a:lnTo>
                  <a:pt x="180705" y="970465"/>
                </a:lnTo>
                <a:lnTo>
                  <a:pt x="180924" y="971043"/>
                </a:lnTo>
                <a:lnTo>
                  <a:pt x="181178" y="971603"/>
                </a:lnTo>
                <a:lnTo>
                  <a:pt x="181467" y="972144"/>
                </a:lnTo>
                <a:lnTo>
                  <a:pt x="181790" y="972663"/>
                </a:lnTo>
                <a:lnTo>
                  <a:pt x="182144" y="973161"/>
                </a:lnTo>
                <a:lnTo>
                  <a:pt x="182529" y="973635"/>
                </a:lnTo>
                <a:lnTo>
                  <a:pt x="182943" y="974083"/>
                </a:lnTo>
                <a:lnTo>
                  <a:pt x="183385" y="974504"/>
                </a:lnTo>
                <a:lnTo>
                  <a:pt x="183854" y="974897"/>
                </a:lnTo>
                <a:lnTo>
                  <a:pt x="184348" y="975259"/>
                </a:lnTo>
                <a:lnTo>
                  <a:pt x="184867" y="975591"/>
                </a:lnTo>
                <a:lnTo>
                  <a:pt x="185408" y="975889"/>
                </a:lnTo>
                <a:lnTo>
                  <a:pt x="185970" y="976153"/>
                </a:lnTo>
                <a:lnTo>
                  <a:pt x="186553" y="976380"/>
                </a:lnTo>
                <a:lnTo>
                  <a:pt x="187154" y="976571"/>
                </a:lnTo>
                <a:lnTo>
                  <a:pt x="187773" y="976722"/>
                </a:lnTo>
                <a:lnTo>
                  <a:pt x="188408" y="976832"/>
                </a:lnTo>
                <a:lnTo>
                  <a:pt x="189058" y="976901"/>
                </a:lnTo>
                <a:lnTo>
                  <a:pt x="189711" y="976925"/>
                </a:lnTo>
                <a:lnTo>
                  <a:pt x="190355" y="976906"/>
                </a:lnTo>
                <a:lnTo>
                  <a:pt x="190989" y="976844"/>
                </a:lnTo>
                <a:lnTo>
                  <a:pt x="191612" y="976741"/>
                </a:lnTo>
                <a:lnTo>
                  <a:pt x="192221" y="976598"/>
                </a:lnTo>
                <a:lnTo>
                  <a:pt x="192815" y="976417"/>
                </a:lnTo>
                <a:lnTo>
                  <a:pt x="193393" y="976198"/>
                </a:lnTo>
                <a:lnTo>
                  <a:pt x="193953" y="975944"/>
                </a:lnTo>
                <a:lnTo>
                  <a:pt x="194494" y="975655"/>
                </a:lnTo>
                <a:lnTo>
                  <a:pt x="195013" y="975332"/>
                </a:lnTo>
                <a:lnTo>
                  <a:pt x="195511" y="974978"/>
                </a:lnTo>
                <a:lnTo>
                  <a:pt x="195984" y="974593"/>
                </a:lnTo>
                <a:lnTo>
                  <a:pt x="196433" y="974179"/>
                </a:lnTo>
                <a:lnTo>
                  <a:pt x="196854" y="973737"/>
                </a:lnTo>
                <a:lnTo>
                  <a:pt x="197247" y="973268"/>
                </a:lnTo>
                <a:lnTo>
                  <a:pt x="197609" y="972773"/>
                </a:lnTo>
                <a:lnTo>
                  <a:pt x="197941" y="972255"/>
                </a:lnTo>
                <a:lnTo>
                  <a:pt x="198239" y="971714"/>
                </a:lnTo>
                <a:lnTo>
                  <a:pt x="198503" y="971152"/>
                </a:lnTo>
                <a:lnTo>
                  <a:pt x="198730" y="970569"/>
                </a:lnTo>
                <a:lnTo>
                  <a:pt x="198921" y="969968"/>
                </a:lnTo>
                <a:lnTo>
                  <a:pt x="199072" y="969349"/>
                </a:lnTo>
                <a:lnTo>
                  <a:pt x="199182" y="968714"/>
                </a:lnTo>
                <a:lnTo>
                  <a:pt x="199250" y="968064"/>
                </a:lnTo>
                <a:lnTo>
                  <a:pt x="199292" y="967471"/>
                </a:lnTo>
                <a:lnTo>
                  <a:pt x="199331" y="966879"/>
                </a:lnTo>
                <a:lnTo>
                  <a:pt x="199369" y="966286"/>
                </a:lnTo>
                <a:lnTo>
                  <a:pt x="199405" y="965692"/>
                </a:lnTo>
                <a:lnTo>
                  <a:pt x="199440" y="965098"/>
                </a:lnTo>
                <a:close/>
                <a:moveTo>
                  <a:pt x="187698" y="1020129"/>
                </a:moveTo>
                <a:lnTo>
                  <a:pt x="187651" y="1019513"/>
                </a:lnTo>
                <a:lnTo>
                  <a:pt x="187566" y="1018904"/>
                </a:lnTo>
                <a:lnTo>
                  <a:pt x="187441" y="1018304"/>
                </a:lnTo>
                <a:lnTo>
                  <a:pt x="187279" y="1017714"/>
                </a:lnTo>
                <a:lnTo>
                  <a:pt x="187080" y="1017137"/>
                </a:lnTo>
                <a:lnTo>
                  <a:pt x="186845" y="1016573"/>
                </a:lnTo>
                <a:lnTo>
                  <a:pt x="186574" y="1016026"/>
                </a:lnTo>
                <a:lnTo>
                  <a:pt x="186269" y="1015497"/>
                </a:lnTo>
                <a:lnTo>
                  <a:pt x="185931" y="1014988"/>
                </a:lnTo>
                <a:lnTo>
                  <a:pt x="185559" y="1014500"/>
                </a:lnTo>
                <a:lnTo>
                  <a:pt x="185156" y="1014036"/>
                </a:lnTo>
                <a:lnTo>
                  <a:pt x="184721" y="1013597"/>
                </a:lnTo>
                <a:lnTo>
                  <a:pt x="184256" y="1013185"/>
                </a:lnTo>
                <a:lnTo>
                  <a:pt x="183762" y="1012802"/>
                </a:lnTo>
                <a:lnTo>
                  <a:pt x="183239" y="1012449"/>
                </a:lnTo>
                <a:lnTo>
                  <a:pt x="182688" y="1012129"/>
                </a:lnTo>
                <a:lnTo>
                  <a:pt x="182110" y="1011844"/>
                </a:lnTo>
                <a:lnTo>
                  <a:pt x="181506" y="1011594"/>
                </a:lnTo>
                <a:lnTo>
                  <a:pt x="180886" y="1011386"/>
                </a:lnTo>
                <a:lnTo>
                  <a:pt x="180263" y="1011222"/>
                </a:lnTo>
                <a:lnTo>
                  <a:pt x="179637" y="1011102"/>
                </a:lnTo>
                <a:lnTo>
                  <a:pt x="179011" y="1011025"/>
                </a:lnTo>
                <a:lnTo>
                  <a:pt x="178387" y="1010990"/>
                </a:lnTo>
                <a:lnTo>
                  <a:pt x="177766" y="1010996"/>
                </a:lnTo>
                <a:lnTo>
                  <a:pt x="177150" y="1011042"/>
                </a:lnTo>
                <a:lnTo>
                  <a:pt x="176540" y="1011128"/>
                </a:lnTo>
                <a:lnTo>
                  <a:pt x="175940" y="1011252"/>
                </a:lnTo>
                <a:lnTo>
                  <a:pt x="175350" y="1011414"/>
                </a:lnTo>
                <a:lnTo>
                  <a:pt x="174773" y="1011613"/>
                </a:lnTo>
                <a:lnTo>
                  <a:pt x="174210" y="1011849"/>
                </a:lnTo>
                <a:lnTo>
                  <a:pt x="173663" y="1012119"/>
                </a:lnTo>
                <a:lnTo>
                  <a:pt x="173134" y="1012424"/>
                </a:lnTo>
                <a:lnTo>
                  <a:pt x="172624" y="1012763"/>
                </a:lnTo>
                <a:lnTo>
                  <a:pt x="172137" y="1013134"/>
                </a:lnTo>
                <a:lnTo>
                  <a:pt x="171672" y="1013538"/>
                </a:lnTo>
                <a:lnTo>
                  <a:pt x="171233" y="1013973"/>
                </a:lnTo>
                <a:lnTo>
                  <a:pt x="170821" y="1014437"/>
                </a:lnTo>
                <a:lnTo>
                  <a:pt x="170438" y="1014932"/>
                </a:lnTo>
                <a:lnTo>
                  <a:pt x="170085" y="1015455"/>
                </a:lnTo>
                <a:lnTo>
                  <a:pt x="169765" y="1016006"/>
                </a:lnTo>
                <a:lnTo>
                  <a:pt x="169480" y="1016584"/>
                </a:lnTo>
                <a:lnTo>
                  <a:pt x="169230" y="1017188"/>
                </a:lnTo>
                <a:lnTo>
                  <a:pt x="168848" y="1018202"/>
                </a:lnTo>
                <a:lnTo>
                  <a:pt x="168459" y="1019213"/>
                </a:lnTo>
                <a:lnTo>
                  <a:pt x="168065" y="1020222"/>
                </a:lnTo>
                <a:lnTo>
                  <a:pt x="167664" y="1021228"/>
                </a:lnTo>
                <a:lnTo>
                  <a:pt x="167258" y="1022231"/>
                </a:lnTo>
                <a:lnTo>
                  <a:pt x="166846" y="1023232"/>
                </a:lnTo>
                <a:lnTo>
                  <a:pt x="166428" y="1024229"/>
                </a:lnTo>
                <a:lnTo>
                  <a:pt x="166004" y="1025224"/>
                </a:lnTo>
                <a:lnTo>
                  <a:pt x="165574" y="1026216"/>
                </a:lnTo>
                <a:lnTo>
                  <a:pt x="165139" y="1027205"/>
                </a:lnTo>
                <a:lnTo>
                  <a:pt x="164698" y="1028191"/>
                </a:lnTo>
                <a:lnTo>
                  <a:pt x="164251" y="1029175"/>
                </a:lnTo>
                <a:lnTo>
                  <a:pt x="163798" y="1030155"/>
                </a:lnTo>
                <a:lnTo>
                  <a:pt x="163340" y="1031132"/>
                </a:lnTo>
                <a:lnTo>
                  <a:pt x="162876" y="1032107"/>
                </a:lnTo>
                <a:lnTo>
                  <a:pt x="162406" y="1033078"/>
                </a:lnTo>
                <a:lnTo>
                  <a:pt x="161931" y="1034046"/>
                </a:lnTo>
                <a:lnTo>
                  <a:pt x="161450" y="1035011"/>
                </a:lnTo>
                <a:lnTo>
                  <a:pt x="160963" y="1035973"/>
                </a:lnTo>
                <a:lnTo>
                  <a:pt x="160471" y="1036933"/>
                </a:lnTo>
                <a:lnTo>
                  <a:pt x="159973" y="1037888"/>
                </a:lnTo>
                <a:lnTo>
                  <a:pt x="159470" y="1038841"/>
                </a:lnTo>
                <a:lnTo>
                  <a:pt x="158961" y="1039791"/>
                </a:lnTo>
                <a:lnTo>
                  <a:pt x="158446" y="1040737"/>
                </a:lnTo>
                <a:lnTo>
                  <a:pt x="158152" y="1041320"/>
                </a:lnTo>
                <a:lnTo>
                  <a:pt x="157901" y="1041914"/>
                </a:lnTo>
                <a:lnTo>
                  <a:pt x="157693" y="1042516"/>
                </a:lnTo>
                <a:lnTo>
                  <a:pt x="157527" y="1043125"/>
                </a:lnTo>
                <a:lnTo>
                  <a:pt x="157403" y="1043738"/>
                </a:lnTo>
                <a:lnTo>
                  <a:pt x="157321" y="1044354"/>
                </a:lnTo>
                <a:lnTo>
                  <a:pt x="157278" y="1044970"/>
                </a:lnTo>
                <a:lnTo>
                  <a:pt x="157276" y="1045585"/>
                </a:lnTo>
                <a:lnTo>
                  <a:pt x="157314" y="1046197"/>
                </a:lnTo>
                <a:lnTo>
                  <a:pt x="157390" y="1046804"/>
                </a:lnTo>
                <a:lnTo>
                  <a:pt x="157505" y="1047404"/>
                </a:lnTo>
                <a:lnTo>
                  <a:pt x="157657" y="1047995"/>
                </a:lnTo>
                <a:lnTo>
                  <a:pt x="157847" y="1048575"/>
                </a:lnTo>
                <a:lnTo>
                  <a:pt x="158074" y="1049142"/>
                </a:lnTo>
                <a:lnTo>
                  <a:pt x="158336" y="1049694"/>
                </a:lnTo>
                <a:lnTo>
                  <a:pt x="158634" y="1050230"/>
                </a:lnTo>
                <a:lnTo>
                  <a:pt x="158968" y="1050747"/>
                </a:lnTo>
                <a:lnTo>
                  <a:pt x="159335" y="1051244"/>
                </a:lnTo>
                <a:lnTo>
                  <a:pt x="159736" y="1051718"/>
                </a:lnTo>
                <a:lnTo>
                  <a:pt x="160171" y="1052168"/>
                </a:lnTo>
                <a:lnTo>
                  <a:pt x="160639" y="1052591"/>
                </a:lnTo>
                <a:lnTo>
                  <a:pt x="161138" y="1052987"/>
                </a:lnTo>
                <a:lnTo>
                  <a:pt x="161669" y="1053352"/>
                </a:lnTo>
                <a:lnTo>
                  <a:pt x="162232" y="1053685"/>
                </a:lnTo>
                <a:lnTo>
                  <a:pt x="162815" y="1053979"/>
                </a:lnTo>
                <a:lnTo>
                  <a:pt x="163409" y="1054230"/>
                </a:lnTo>
                <a:lnTo>
                  <a:pt x="164011" y="1054438"/>
                </a:lnTo>
                <a:lnTo>
                  <a:pt x="164620" y="1054604"/>
                </a:lnTo>
                <a:lnTo>
                  <a:pt x="165233" y="1054728"/>
                </a:lnTo>
                <a:lnTo>
                  <a:pt x="165848" y="1054810"/>
                </a:lnTo>
                <a:lnTo>
                  <a:pt x="166465" y="1054852"/>
                </a:lnTo>
                <a:lnTo>
                  <a:pt x="167080" y="1054854"/>
                </a:lnTo>
                <a:lnTo>
                  <a:pt x="167692" y="1054817"/>
                </a:lnTo>
                <a:lnTo>
                  <a:pt x="168299" y="1054741"/>
                </a:lnTo>
                <a:lnTo>
                  <a:pt x="168899" y="1054626"/>
                </a:lnTo>
                <a:lnTo>
                  <a:pt x="169490" y="1054473"/>
                </a:lnTo>
                <a:lnTo>
                  <a:pt x="170070" y="1054284"/>
                </a:lnTo>
                <a:lnTo>
                  <a:pt x="170637" y="1054057"/>
                </a:lnTo>
                <a:lnTo>
                  <a:pt x="171189" y="1053795"/>
                </a:lnTo>
                <a:lnTo>
                  <a:pt x="171725" y="1053496"/>
                </a:lnTo>
                <a:lnTo>
                  <a:pt x="172242" y="1053163"/>
                </a:lnTo>
                <a:lnTo>
                  <a:pt x="172739" y="1052796"/>
                </a:lnTo>
                <a:lnTo>
                  <a:pt x="173213" y="1052394"/>
                </a:lnTo>
                <a:lnTo>
                  <a:pt x="173663" y="1051960"/>
                </a:lnTo>
                <a:lnTo>
                  <a:pt x="174086" y="1051492"/>
                </a:lnTo>
                <a:lnTo>
                  <a:pt x="174481" y="1050993"/>
                </a:lnTo>
                <a:lnTo>
                  <a:pt x="174846" y="1050461"/>
                </a:lnTo>
                <a:lnTo>
                  <a:pt x="175179" y="1049899"/>
                </a:lnTo>
                <a:lnTo>
                  <a:pt x="175748" y="1048853"/>
                </a:lnTo>
                <a:lnTo>
                  <a:pt x="176310" y="1047804"/>
                </a:lnTo>
                <a:lnTo>
                  <a:pt x="176867" y="1046751"/>
                </a:lnTo>
                <a:lnTo>
                  <a:pt x="177417" y="1045695"/>
                </a:lnTo>
                <a:lnTo>
                  <a:pt x="177961" y="1044635"/>
                </a:lnTo>
                <a:lnTo>
                  <a:pt x="178499" y="1043571"/>
                </a:lnTo>
                <a:lnTo>
                  <a:pt x="179031" y="1042504"/>
                </a:lnTo>
                <a:lnTo>
                  <a:pt x="179556" y="1041434"/>
                </a:lnTo>
                <a:lnTo>
                  <a:pt x="180075" y="1040361"/>
                </a:lnTo>
                <a:lnTo>
                  <a:pt x="180588" y="1039284"/>
                </a:lnTo>
                <a:lnTo>
                  <a:pt x="181095" y="1038204"/>
                </a:lnTo>
                <a:lnTo>
                  <a:pt x="181595" y="1037120"/>
                </a:lnTo>
                <a:lnTo>
                  <a:pt x="182089" y="1036033"/>
                </a:lnTo>
                <a:lnTo>
                  <a:pt x="182577" y="1034943"/>
                </a:lnTo>
                <a:lnTo>
                  <a:pt x="183058" y="1033850"/>
                </a:lnTo>
                <a:lnTo>
                  <a:pt x="183533" y="1032753"/>
                </a:lnTo>
                <a:lnTo>
                  <a:pt x="184001" y="1031654"/>
                </a:lnTo>
                <a:lnTo>
                  <a:pt x="184463" y="1030551"/>
                </a:lnTo>
                <a:lnTo>
                  <a:pt x="184919" y="1029445"/>
                </a:lnTo>
                <a:lnTo>
                  <a:pt x="185368" y="1028336"/>
                </a:lnTo>
                <a:lnTo>
                  <a:pt x="185811" y="1027224"/>
                </a:lnTo>
                <a:lnTo>
                  <a:pt x="186247" y="1026109"/>
                </a:lnTo>
                <a:lnTo>
                  <a:pt x="186676" y="1024991"/>
                </a:lnTo>
                <a:lnTo>
                  <a:pt x="187099" y="1023870"/>
                </a:lnTo>
                <a:lnTo>
                  <a:pt x="187307" y="1023250"/>
                </a:lnTo>
                <a:lnTo>
                  <a:pt x="187471" y="1022627"/>
                </a:lnTo>
                <a:lnTo>
                  <a:pt x="187591" y="1022001"/>
                </a:lnTo>
                <a:lnTo>
                  <a:pt x="187668" y="1021375"/>
                </a:lnTo>
                <a:lnTo>
                  <a:pt x="187704" y="1020751"/>
                </a:lnTo>
                <a:lnTo>
                  <a:pt x="187698" y="1020129"/>
                </a:lnTo>
                <a:close/>
                <a:moveTo>
                  <a:pt x="143008" y="1092423"/>
                </a:moveTo>
                <a:lnTo>
                  <a:pt x="143222" y="1091844"/>
                </a:lnTo>
                <a:lnTo>
                  <a:pt x="143397" y="1091254"/>
                </a:lnTo>
                <a:lnTo>
                  <a:pt x="143533" y="1090656"/>
                </a:lnTo>
                <a:lnTo>
                  <a:pt x="143631" y="1090052"/>
                </a:lnTo>
                <a:lnTo>
                  <a:pt x="143690" y="1089444"/>
                </a:lnTo>
                <a:lnTo>
                  <a:pt x="143710" y="1088835"/>
                </a:lnTo>
                <a:lnTo>
                  <a:pt x="143691" y="1088225"/>
                </a:lnTo>
                <a:lnTo>
                  <a:pt x="143633" y="1087617"/>
                </a:lnTo>
                <a:lnTo>
                  <a:pt x="143537" y="1087013"/>
                </a:lnTo>
                <a:lnTo>
                  <a:pt x="143402" y="1086414"/>
                </a:lnTo>
                <a:lnTo>
                  <a:pt x="143228" y="1085824"/>
                </a:lnTo>
                <a:lnTo>
                  <a:pt x="143015" y="1085244"/>
                </a:lnTo>
                <a:lnTo>
                  <a:pt x="142763" y="1084676"/>
                </a:lnTo>
                <a:lnTo>
                  <a:pt x="142473" y="1084122"/>
                </a:lnTo>
                <a:lnTo>
                  <a:pt x="142143" y="1083584"/>
                </a:lnTo>
                <a:lnTo>
                  <a:pt x="141775" y="1083065"/>
                </a:lnTo>
                <a:lnTo>
                  <a:pt x="141368" y="1082565"/>
                </a:lnTo>
                <a:lnTo>
                  <a:pt x="140922" y="1082087"/>
                </a:lnTo>
                <a:lnTo>
                  <a:pt x="140446" y="1081640"/>
                </a:lnTo>
                <a:lnTo>
                  <a:pt x="139946" y="1081232"/>
                </a:lnTo>
                <a:lnTo>
                  <a:pt x="139427" y="1080863"/>
                </a:lnTo>
                <a:lnTo>
                  <a:pt x="138890" y="1080533"/>
                </a:lnTo>
                <a:lnTo>
                  <a:pt x="138337" y="1080241"/>
                </a:lnTo>
                <a:lnTo>
                  <a:pt x="137769" y="1079988"/>
                </a:lnTo>
                <a:lnTo>
                  <a:pt x="137189" y="1079774"/>
                </a:lnTo>
                <a:lnTo>
                  <a:pt x="136600" y="1079599"/>
                </a:lnTo>
                <a:lnTo>
                  <a:pt x="136002" y="1079463"/>
                </a:lnTo>
                <a:lnTo>
                  <a:pt x="135398" y="1079365"/>
                </a:lnTo>
                <a:lnTo>
                  <a:pt x="134790" y="1079306"/>
                </a:lnTo>
                <a:lnTo>
                  <a:pt x="134180" y="1079286"/>
                </a:lnTo>
                <a:lnTo>
                  <a:pt x="133570" y="1079305"/>
                </a:lnTo>
                <a:lnTo>
                  <a:pt x="132962" y="1079363"/>
                </a:lnTo>
                <a:lnTo>
                  <a:pt x="132358" y="1079459"/>
                </a:lnTo>
                <a:lnTo>
                  <a:pt x="131760" y="1079594"/>
                </a:lnTo>
                <a:lnTo>
                  <a:pt x="131170" y="1079768"/>
                </a:lnTo>
                <a:lnTo>
                  <a:pt x="130590" y="1079981"/>
                </a:lnTo>
                <a:lnTo>
                  <a:pt x="130022" y="1080233"/>
                </a:lnTo>
                <a:lnTo>
                  <a:pt x="129468" y="1080523"/>
                </a:lnTo>
                <a:lnTo>
                  <a:pt x="128930" y="1080853"/>
                </a:lnTo>
                <a:lnTo>
                  <a:pt x="128410" y="1081221"/>
                </a:lnTo>
                <a:lnTo>
                  <a:pt x="127911" y="1081628"/>
                </a:lnTo>
                <a:lnTo>
                  <a:pt x="127433" y="1082073"/>
                </a:lnTo>
                <a:lnTo>
                  <a:pt x="126668" y="1082832"/>
                </a:lnTo>
                <a:lnTo>
                  <a:pt x="125899" y="1083586"/>
                </a:lnTo>
                <a:lnTo>
                  <a:pt x="125125" y="1084336"/>
                </a:lnTo>
                <a:lnTo>
                  <a:pt x="124346" y="1085081"/>
                </a:lnTo>
                <a:lnTo>
                  <a:pt x="123563" y="1085822"/>
                </a:lnTo>
                <a:lnTo>
                  <a:pt x="122776" y="1086559"/>
                </a:lnTo>
                <a:lnTo>
                  <a:pt x="121983" y="1087290"/>
                </a:lnTo>
                <a:lnTo>
                  <a:pt x="121187" y="1088018"/>
                </a:lnTo>
                <a:lnTo>
                  <a:pt x="120386" y="1088740"/>
                </a:lnTo>
                <a:lnTo>
                  <a:pt x="119580" y="1089458"/>
                </a:lnTo>
                <a:lnTo>
                  <a:pt x="118770" y="1090172"/>
                </a:lnTo>
                <a:lnTo>
                  <a:pt x="117955" y="1090880"/>
                </a:lnTo>
                <a:lnTo>
                  <a:pt x="117136" y="1091584"/>
                </a:lnTo>
                <a:lnTo>
                  <a:pt x="116313" y="1092284"/>
                </a:lnTo>
                <a:lnTo>
                  <a:pt x="115485" y="1092978"/>
                </a:lnTo>
                <a:lnTo>
                  <a:pt x="114653" y="1093668"/>
                </a:lnTo>
                <a:lnTo>
                  <a:pt x="113816" y="1094353"/>
                </a:lnTo>
                <a:lnTo>
                  <a:pt x="112975" y="1095034"/>
                </a:lnTo>
                <a:lnTo>
                  <a:pt x="112130" y="1095709"/>
                </a:lnTo>
                <a:lnTo>
                  <a:pt x="111280" y="1096380"/>
                </a:lnTo>
                <a:lnTo>
                  <a:pt x="110426" y="1097046"/>
                </a:lnTo>
                <a:lnTo>
                  <a:pt x="109568" y="1097707"/>
                </a:lnTo>
                <a:lnTo>
                  <a:pt x="108706" y="1098363"/>
                </a:lnTo>
                <a:lnTo>
                  <a:pt x="107839" y="1099014"/>
                </a:lnTo>
                <a:lnTo>
                  <a:pt x="107329" y="1099422"/>
                </a:lnTo>
                <a:lnTo>
                  <a:pt x="106854" y="1099858"/>
                </a:lnTo>
                <a:lnTo>
                  <a:pt x="106415" y="1100319"/>
                </a:lnTo>
                <a:lnTo>
                  <a:pt x="106011" y="1100804"/>
                </a:lnTo>
                <a:lnTo>
                  <a:pt x="105644" y="1101310"/>
                </a:lnTo>
                <a:lnTo>
                  <a:pt x="105313" y="1101835"/>
                </a:lnTo>
                <a:lnTo>
                  <a:pt x="105018" y="1102379"/>
                </a:lnTo>
                <a:lnTo>
                  <a:pt x="104761" y="1102937"/>
                </a:lnTo>
                <a:lnTo>
                  <a:pt x="104540" y="1103510"/>
                </a:lnTo>
                <a:lnTo>
                  <a:pt x="104358" y="1104093"/>
                </a:lnTo>
                <a:lnTo>
                  <a:pt x="104213" y="1104687"/>
                </a:lnTo>
                <a:lnTo>
                  <a:pt x="104106" y="1105287"/>
                </a:lnTo>
                <a:lnTo>
                  <a:pt x="104037" y="1105894"/>
                </a:lnTo>
                <a:lnTo>
                  <a:pt x="104008" y="1106504"/>
                </a:lnTo>
                <a:lnTo>
                  <a:pt x="104017" y="1107115"/>
                </a:lnTo>
                <a:lnTo>
                  <a:pt x="104066" y="1107727"/>
                </a:lnTo>
                <a:lnTo>
                  <a:pt x="104154" y="1108335"/>
                </a:lnTo>
                <a:lnTo>
                  <a:pt x="104282" y="1108940"/>
                </a:lnTo>
                <a:lnTo>
                  <a:pt x="104450" y="1109538"/>
                </a:lnTo>
                <a:lnTo>
                  <a:pt x="104658" y="1110128"/>
                </a:lnTo>
                <a:lnTo>
                  <a:pt x="104907" y="1110707"/>
                </a:lnTo>
                <a:lnTo>
                  <a:pt x="105198" y="1111274"/>
                </a:lnTo>
                <a:lnTo>
                  <a:pt x="105529" y="1111827"/>
                </a:lnTo>
                <a:lnTo>
                  <a:pt x="105902" y="1112363"/>
                </a:lnTo>
                <a:lnTo>
                  <a:pt x="106310" y="1112874"/>
                </a:lnTo>
                <a:lnTo>
                  <a:pt x="106746" y="1113349"/>
                </a:lnTo>
                <a:lnTo>
                  <a:pt x="107207" y="1113788"/>
                </a:lnTo>
                <a:lnTo>
                  <a:pt x="107692" y="1114192"/>
                </a:lnTo>
                <a:lnTo>
                  <a:pt x="108198" y="1114559"/>
                </a:lnTo>
                <a:lnTo>
                  <a:pt x="108724" y="1114890"/>
                </a:lnTo>
                <a:lnTo>
                  <a:pt x="109267" y="1115185"/>
                </a:lnTo>
                <a:lnTo>
                  <a:pt x="109826" y="1115442"/>
                </a:lnTo>
                <a:lnTo>
                  <a:pt x="110398" y="1115663"/>
                </a:lnTo>
                <a:lnTo>
                  <a:pt x="110982" y="1115845"/>
                </a:lnTo>
                <a:lnTo>
                  <a:pt x="111575" y="1115990"/>
                </a:lnTo>
                <a:lnTo>
                  <a:pt x="112176" y="1116097"/>
                </a:lnTo>
                <a:lnTo>
                  <a:pt x="112782" y="1116165"/>
                </a:lnTo>
                <a:lnTo>
                  <a:pt x="113392" y="1116195"/>
                </a:lnTo>
                <a:lnTo>
                  <a:pt x="114004" y="1116186"/>
                </a:lnTo>
                <a:lnTo>
                  <a:pt x="114615" y="1116137"/>
                </a:lnTo>
                <a:lnTo>
                  <a:pt x="115224" y="1116049"/>
                </a:lnTo>
                <a:lnTo>
                  <a:pt x="115828" y="1115921"/>
                </a:lnTo>
                <a:lnTo>
                  <a:pt x="116426" y="1115753"/>
                </a:lnTo>
                <a:lnTo>
                  <a:pt x="117016" y="1115545"/>
                </a:lnTo>
                <a:lnTo>
                  <a:pt x="117596" y="1115295"/>
                </a:lnTo>
                <a:lnTo>
                  <a:pt x="118163" y="1115005"/>
                </a:lnTo>
                <a:lnTo>
                  <a:pt x="118716" y="1114674"/>
                </a:lnTo>
                <a:lnTo>
                  <a:pt x="119252" y="1114301"/>
                </a:lnTo>
                <a:lnTo>
                  <a:pt x="120210" y="1113581"/>
                </a:lnTo>
                <a:lnTo>
                  <a:pt x="121163" y="1112856"/>
                </a:lnTo>
                <a:lnTo>
                  <a:pt x="122112" y="1112125"/>
                </a:lnTo>
                <a:lnTo>
                  <a:pt x="123056" y="1111389"/>
                </a:lnTo>
                <a:lnTo>
                  <a:pt x="123995" y="1110648"/>
                </a:lnTo>
                <a:lnTo>
                  <a:pt x="124929" y="1109901"/>
                </a:lnTo>
                <a:lnTo>
                  <a:pt x="125859" y="1109149"/>
                </a:lnTo>
                <a:lnTo>
                  <a:pt x="126784" y="1108392"/>
                </a:lnTo>
                <a:lnTo>
                  <a:pt x="127704" y="1107629"/>
                </a:lnTo>
                <a:lnTo>
                  <a:pt x="128619" y="1106861"/>
                </a:lnTo>
                <a:lnTo>
                  <a:pt x="129529" y="1106088"/>
                </a:lnTo>
                <a:lnTo>
                  <a:pt x="130434" y="1105310"/>
                </a:lnTo>
                <a:lnTo>
                  <a:pt x="131335" y="1104527"/>
                </a:lnTo>
                <a:lnTo>
                  <a:pt x="132230" y="1103738"/>
                </a:lnTo>
                <a:lnTo>
                  <a:pt x="133121" y="1102945"/>
                </a:lnTo>
                <a:lnTo>
                  <a:pt x="134006" y="1102146"/>
                </a:lnTo>
                <a:lnTo>
                  <a:pt x="134887" y="1101342"/>
                </a:lnTo>
                <a:lnTo>
                  <a:pt x="135762" y="1100533"/>
                </a:lnTo>
                <a:lnTo>
                  <a:pt x="136633" y="1099720"/>
                </a:lnTo>
                <a:lnTo>
                  <a:pt x="137498" y="1098901"/>
                </a:lnTo>
                <a:lnTo>
                  <a:pt x="138359" y="1098077"/>
                </a:lnTo>
                <a:lnTo>
                  <a:pt x="139214" y="1097249"/>
                </a:lnTo>
                <a:lnTo>
                  <a:pt x="140064" y="1096415"/>
                </a:lnTo>
                <a:lnTo>
                  <a:pt x="140909" y="1095577"/>
                </a:lnTo>
                <a:lnTo>
                  <a:pt x="141356" y="1095100"/>
                </a:lnTo>
                <a:lnTo>
                  <a:pt x="141764" y="1094601"/>
                </a:lnTo>
                <a:lnTo>
                  <a:pt x="142133" y="1094081"/>
                </a:lnTo>
                <a:lnTo>
                  <a:pt x="142463" y="1093544"/>
                </a:lnTo>
                <a:lnTo>
                  <a:pt x="142755" y="1092991"/>
                </a:lnTo>
                <a:lnTo>
                  <a:pt x="143008" y="1092423"/>
                </a:lnTo>
                <a:close/>
                <a:moveTo>
                  <a:pt x="72293" y="1139582"/>
                </a:moveTo>
                <a:lnTo>
                  <a:pt x="72729" y="1139145"/>
                </a:lnTo>
                <a:lnTo>
                  <a:pt x="73134" y="1138682"/>
                </a:lnTo>
                <a:lnTo>
                  <a:pt x="73507" y="1138195"/>
                </a:lnTo>
                <a:lnTo>
                  <a:pt x="73848" y="1137687"/>
                </a:lnTo>
                <a:lnTo>
                  <a:pt x="74154" y="1137159"/>
                </a:lnTo>
                <a:lnTo>
                  <a:pt x="74427" y="1136613"/>
                </a:lnTo>
                <a:lnTo>
                  <a:pt x="74664" y="1136050"/>
                </a:lnTo>
                <a:lnTo>
                  <a:pt x="74865" y="1135474"/>
                </a:lnTo>
                <a:lnTo>
                  <a:pt x="75029" y="1134884"/>
                </a:lnTo>
                <a:lnTo>
                  <a:pt x="75155" y="1134284"/>
                </a:lnTo>
                <a:lnTo>
                  <a:pt x="75243" y="1133675"/>
                </a:lnTo>
                <a:lnTo>
                  <a:pt x="75291" y="1133059"/>
                </a:lnTo>
                <a:lnTo>
                  <a:pt x="75299" y="1132438"/>
                </a:lnTo>
                <a:lnTo>
                  <a:pt x="75266" y="1131814"/>
                </a:lnTo>
                <a:lnTo>
                  <a:pt x="75191" y="1131187"/>
                </a:lnTo>
                <a:lnTo>
                  <a:pt x="75073" y="1130561"/>
                </a:lnTo>
                <a:lnTo>
                  <a:pt x="74911" y="1129937"/>
                </a:lnTo>
                <a:lnTo>
                  <a:pt x="74705" y="1129317"/>
                </a:lnTo>
                <a:lnTo>
                  <a:pt x="74458" y="1128712"/>
                </a:lnTo>
                <a:lnTo>
                  <a:pt x="74174" y="1128134"/>
                </a:lnTo>
                <a:lnTo>
                  <a:pt x="73856" y="1127582"/>
                </a:lnTo>
                <a:lnTo>
                  <a:pt x="73505" y="1127058"/>
                </a:lnTo>
                <a:lnTo>
                  <a:pt x="73124" y="1126562"/>
                </a:lnTo>
                <a:lnTo>
                  <a:pt x="72713" y="1126096"/>
                </a:lnTo>
                <a:lnTo>
                  <a:pt x="72275" y="1125660"/>
                </a:lnTo>
                <a:lnTo>
                  <a:pt x="71812" y="1125255"/>
                </a:lnTo>
                <a:lnTo>
                  <a:pt x="71326" y="1124881"/>
                </a:lnTo>
                <a:lnTo>
                  <a:pt x="70818" y="1124541"/>
                </a:lnTo>
                <a:lnTo>
                  <a:pt x="70289" y="1124234"/>
                </a:lnTo>
                <a:lnTo>
                  <a:pt x="69743" y="1123962"/>
                </a:lnTo>
                <a:lnTo>
                  <a:pt x="69181" y="1123725"/>
                </a:lnTo>
                <a:lnTo>
                  <a:pt x="68604" y="1123524"/>
                </a:lnTo>
                <a:lnTo>
                  <a:pt x="68015" y="1123360"/>
                </a:lnTo>
                <a:lnTo>
                  <a:pt x="67415" y="1123234"/>
                </a:lnTo>
                <a:lnTo>
                  <a:pt x="66806" y="1123146"/>
                </a:lnTo>
                <a:lnTo>
                  <a:pt x="66190" y="1123098"/>
                </a:lnTo>
                <a:lnTo>
                  <a:pt x="65569" y="1123090"/>
                </a:lnTo>
                <a:lnTo>
                  <a:pt x="64944" y="1123123"/>
                </a:lnTo>
                <a:lnTo>
                  <a:pt x="64318" y="1123198"/>
                </a:lnTo>
                <a:lnTo>
                  <a:pt x="63692" y="1123316"/>
                </a:lnTo>
                <a:lnTo>
                  <a:pt x="63068" y="1123478"/>
                </a:lnTo>
                <a:lnTo>
                  <a:pt x="62448" y="1123684"/>
                </a:lnTo>
                <a:lnTo>
                  <a:pt x="61944" y="1123870"/>
                </a:lnTo>
                <a:lnTo>
                  <a:pt x="61439" y="1124054"/>
                </a:lnTo>
                <a:lnTo>
                  <a:pt x="60933" y="1124237"/>
                </a:lnTo>
                <a:lnTo>
                  <a:pt x="60426" y="1124419"/>
                </a:lnTo>
                <a:lnTo>
                  <a:pt x="59919" y="1124599"/>
                </a:lnTo>
                <a:lnTo>
                  <a:pt x="59411" y="1124778"/>
                </a:lnTo>
                <a:lnTo>
                  <a:pt x="58902" y="1124955"/>
                </a:lnTo>
                <a:lnTo>
                  <a:pt x="58392" y="1125131"/>
                </a:lnTo>
                <a:lnTo>
                  <a:pt x="57882" y="1125305"/>
                </a:lnTo>
                <a:lnTo>
                  <a:pt x="57371" y="1125478"/>
                </a:lnTo>
                <a:lnTo>
                  <a:pt x="56859" y="1125650"/>
                </a:lnTo>
                <a:lnTo>
                  <a:pt x="56346" y="1125820"/>
                </a:lnTo>
                <a:lnTo>
                  <a:pt x="55832" y="1125989"/>
                </a:lnTo>
                <a:lnTo>
                  <a:pt x="55318" y="1126156"/>
                </a:lnTo>
                <a:lnTo>
                  <a:pt x="54803" y="1126322"/>
                </a:lnTo>
                <a:lnTo>
                  <a:pt x="54287" y="1126487"/>
                </a:lnTo>
                <a:lnTo>
                  <a:pt x="53771" y="1126650"/>
                </a:lnTo>
                <a:lnTo>
                  <a:pt x="53253" y="1126811"/>
                </a:lnTo>
                <a:lnTo>
                  <a:pt x="52735" y="1126972"/>
                </a:lnTo>
                <a:lnTo>
                  <a:pt x="52217" y="1127130"/>
                </a:lnTo>
                <a:lnTo>
                  <a:pt x="51697" y="1127288"/>
                </a:lnTo>
                <a:lnTo>
                  <a:pt x="51177" y="1127443"/>
                </a:lnTo>
                <a:lnTo>
                  <a:pt x="50656" y="1127598"/>
                </a:lnTo>
                <a:lnTo>
                  <a:pt x="50134" y="1127750"/>
                </a:lnTo>
                <a:lnTo>
                  <a:pt x="43105" y="1129798"/>
                </a:lnTo>
                <a:lnTo>
                  <a:pt x="42485" y="1130002"/>
                </a:lnTo>
                <a:lnTo>
                  <a:pt x="41887" y="1130243"/>
                </a:lnTo>
                <a:lnTo>
                  <a:pt x="41314" y="1130522"/>
                </a:lnTo>
                <a:lnTo>
                  <a:pt x="40766" y="1130834"/>
                </a:lnTo>
                <a:lnTo>
                  <a:pt x="40245" y="1131179"/>
                </a:lnTo>
                <a:lnTo>
                  <a:pt x="39750" y="1131556"/>
                </a:lnTo>
                <a:lnTo>
                  <a:pt x="39284" y="1131961"/>
                </a:lnTo>
                <a:lnTo>
                  <a:pt x="38847" y="1132395"/>
                </a:lnTo>
                <a:lnTo>
                  <a:pt x="38441" y="1132853"/>
                </a:lnTo>
                <a:lnTo>
                  <a:pt x="38065" y="1133336"/>
                </a:lnTo>
                <a:lnTo>
                  <a:pt x="37722" y="1133841"/>
                </a:lnTo>
                <a:lnTo>
                  <a:pt x="37411" y="1134366"/>
                </a:lnTo>
                <a:lnTo>
                  <a:pt x="37135" y="1134911"/>
                </a:lnTo>
                <a:lnTo>
                  <a:pt x="36893" y="1135471"/>
                </a:lnTo>
                <a:lnTo>
                  <a:pt x="36688" y="1136048"/>
                </a:lnTo>
                <a:lnTo>
                  <a:pt x="36519" y="1136637"/>
                </a:lnTo>
                <a:lnTo>
                  <a:pt x="36388" y="1137238"/>
                </a:lnTo>
                <a:lnTo>
                  <a:pt x="36296" y="1137849"/>
                </a:lnTo>
                <a:lnTo>
                  <a:pt x="36244" y="1138468"/>
                </a:lnTo>
                <a:lnTo>
                  <a:pt x="36233" y="1139094"/>
                </a:lnTo>
                <a:lnTo>
                  <a:pt x="36263" y="1139724"/>
                </a:lnTo>
                <a:lnTo>
                  <a:pt x="36337" y="1140356"/>
                </a:lnTo>
                <a:lnTo>
                  <a:pt x="36454" y="1140990"/>
                </a:lnTo>
                <a:lnTo>
                  <a:pt x="36615" y="1141623"/>
                </a:lnTo>
                <a:lnTo>
                  <a:pt x="36819" y="1142244"/>
                </a:lnTo>
                <a:lnTo>
                  <a:pt x="37061" y="1142842"/>
                </a:lnTo>
                <a:lnTo>
                  <a:pt x="37339" y="1143415"/>
                </a:lnTo>
                <a:lnTo>
                  <a:pt x="37651" y="1143963"/>
                </a:lnTo>
                <a:lnTo>
                  <a:pt x="37997" y="1144484"/>
                </a:lnTo>
                <a:lnTo>
                  <a:pt x="38373" y="1144979"/>
                </a:lnTo>
                <a:lnTo>
                  <a:pt x="38779" y="1145445"/>
                </a:lnTo>
                <a:lnTo>
                  <a:pt x="39212" y="1145882"/>
                </a:lnTo>
                <a:lnTo>
                  <a:pt x="39671" y="1146288"/>
                </a:lnTo>
                <a:lnTo>
                  <a:pt x="40153" y="1146664"/>
                </a:lnTo>
                <a:lnTo>
                  <a:pt x="40658" y="1147007"/>
                </a:lnTo>
                <a:lnTo>
                  <a:pt x="41184" y="1147318"/>
                </a:lnTo>
                <a:lnTo>
                  <a:pt x="41728" y="1147594"/>
                </a:lnTo>
                <a:lnTo>
                  <a:pt x="42289" y="1147836"/>
                </a:lnTo>
                <a:lnTo>
                  <a:pt x="42865" y="1148041"/>
                </a:lnTo>
                <a:lnTo>
                  <a:pt x="43454" y="1148210"/>
                </a:lnTo>
                <a:lnTo>
                  <a:pt x="44055" y="1148341"/>
                </a:lnTo>
                <a:lnTo>
                  <a:pt x="44666" y="1148433"/>
                </a:lnTo>
                <a:lnTo>
                  <a:pt x="45286" y="1148485"/>
                </a:lnTo>
                <a:lnTo>
                  <a:pt x="45911" y="1148496"/>
                </a:lnTo>
                <a:lnTo>
                  <a:pt x="46541" y="1148465"/>
                </a:lnTo>
                <a:lnTo>
                  <a:pt x="47174" y="1148392"/>
                </a:lnTo>
                <a:lnTo>
                  <a:pt x="47808" y="1148275"/>
                </a:lnTo>
                <a:lnTo>
                  <a:pt x="48441" y="1148114"/>
                </a:lnTo>
                <a:lnTo>
                  <a:pt x="55469" y="1146066"/>
                </a:lnTo>
                <a:lnTo>
                  <a:pt x="56045" y="1145898"/>
                </a:lnTo>
                <a:lnTo>
                  <a:pt x="56621" y="1145727"/>
                </a:lnTo>
                <a:lnTo>
                  <a:pt x="57195" y="1145555"/>
                </a:lnTo>
                <a:lnTo>
                  <a:pt x="57769" y="1145382"/>
                </a:lnTo>
                <a:lnTo>
                  <a:pt x="58342" y="1145206"/>
                </a:lnTo>
                <a:lnTo>
                  <a:pt x="58914" y="1145030"/>
                </a:lnTo>
                <a:lnTo>
                  <a:pt x="59486" y="1144851"/>
                </a:lnTo>
                <a:lnTo>
                  <a:pt x="60056" y="1144671"/>
                </a:lnTo>
                <a:lnTo>
                  <a:pt x="60626" y="1144489"/>
                </a:lnTo>
                <a:lnTo>
                  <a:pt x="61195" y="1144306"/>
                </a:lnTo>
                <a:lnTo>
                  <a:pt x="61763" y="1144121"/>
                </a:lnTo>
                <a:lnTo>
                  <a:pt x="62330" y="1143935"/>
                </a:lnTo>
                <a:lnTo>
                  <a:pt x="62896" y="1143747"/>
                </a:lnTo>
                <a:lnTo>
                  <a:pt x="63462" y="1143557"/>
                </a:lnTo>
                <a:lnTo>
                  <a:pt x="64027" y="1143366"/>
                </a:lnTo>
                <a:lnTo>
                  <a:pt x="64591" y="1143173"/>
                </a:lnTo>
                <a:lnTo>
                  <a:pt x="65154" y="1142979"/>
                </a:lnTo>
                <a:lnTo>
                  <a:pt x="65716" y="1142783"/>
                </a:lnTo>
                <a:lnTo>
                  <a:pt x="66277" y="1142585"/>
                </a:lnTo>
                <a:lnTo>
                  <a:pt x="66838" y="1142386"/>
                </a:lnTo>
                <a:lnTo>
                  <a:pt x="67398" y="1142186"/>
                </a:lnTo>
                <a:lnTo>
                  <a:pt x="67956" y="1141983"/>
                </a:lnTo>
                <a:lnTo>
                  <a:pt x="68514" y="1141780"/>
                </a:lnTo>
                <a:lnTo>
                  <a:pt x="69071" y="1141574"/>
                </a:lnTo>
                <a:lnTo>
                  <a:pt x="69676" y="1141327"/>
                </a:lnTo>
                <a:lnTo>
                  <a:pt x="70255" y="1141043"/>
                </a:lnTo>
                <a:lnTo>
                  <a:pt x="70807" y="1140725"/>
                </a:lnTo>
                <a:lnTo>
                  <a:pt x="71331" y="1140374"/>
                </a:lnTo>
                <a:lnTo>
                  <a:pt x="71827" y="1139993"/>
                </a:lnTo>
                <a:lnTo>
                  <a:pt x="72293" y="1139582"/>
                </a:lnTo>
                <a:close/>
                <a:moveTo>
                  <a:pt x="23683" y="1154545"/>
                </a:moveTo>
                <a:lnTo>
                  <a:pt x="24149" y="1154140"/>
                </a:lnTo>
                <a:lnTo>
                  <a:pt x="24585" y="1153706"/>
                </a:lnTo>
                <a:lnTo>
                  <a:pt x="24992" y="1153248"/>
                </a:lnTo>
                <a:lnTo>
                  <a:pt x="25368" y="1152765"/>
                </a:lnTo>
                <a:lnTo>
                  <a:pt x="25711" y="1152260"/>
                </a:lnTo>
                <a:lnTo>
                  <a:pt x="26022" y="1151735"/>
                </a:lnTo>
                <a:lnTo>
                  <a:pt x="26298" y="1151190"/>
                </a:lnTo>
                <a:lnTo>
                  <a:pt x="26540" y="1150630"/>
                </a:lnTo>
                <a:lnTo>
                  <a:pt x="26745" y="1150053"/>
                </a:lnTo>
                <a:lnTo>
                  <a:pt x="26914" y="1149464"/>
                </a:lnTo>
                <a:lnTo>
                  <a:pt x="27045" y="1148863"/>
                </a:lnTo>
                <a:lnTo>
                  <a:pt x="27136" y="1148252"/>
                </a:lnTo>
                <a:lnTo>
                  <a:pt x="27189" y="1147633"/>
                </a:lnTo>
                <a:lnTo>
                  <a:pt x="27200" y="1147007"/>
                </a:lnTo>
                <a:lnTo>
                  <a:pt x="27169" y="1146377"/>
                </a:lnTo>
                <a:lnTo>
                  <a:pt x="27096" y="1145745"/>
                </a:lnTo>
                <a:lnTo>
                  <a:pt x="26979" y="1145111"/>
                </a:lnTo>
                <a:lnTo>
                  <a:pt x="26818" y="1144477"/>
                </a:lnTo>
                <a:lnTo>
                  <a:pt x="26614" y="1143857"/>
                </a:lnTo>
                <a:lnTo>
                  <a:pt x="26372" y="1143259"/>
                </a:lnTo>
                <a:lnTo>
                  <a:pt x="26094" y="1142686"/>
                </a:lnTo>
                <a:lnTo>
                  <a:pt x="25781" y="1142138"/>
                </a:lnTo>
                <a:lnTo>
                  <a:pt x="25436" y="1141617"/>
                </a:lnTo>
                <a:lnTo>
                  <a:pt x="25060" y="1141122"/>
                </a:lnTo>
                <a:lnTo>
                  <a:pt x="24654" y="1140656"/>
                </a:lnTo>
                <a:lnTo>
                  <a:pt x="24221" y="1140219"/>
                </a:lnTo>
                <a:lnTo>
                  <a:pt x="23762" y="1139813"/>
                </a:lnTo>
                <a:lnTo>
                  <a:pt x="23279" y="1139437"/>
                </a:lnTo>
                <a:lnTo>
                  <a:pt x="22774" y="1139094"/>
                </a:lnTo>
                <a:lnTo>
                  <a:pt x="22249" y="1138783"/>
                </a:lnTo>
                <a:lnTo>
                  <a:pt x="21705" y="1138507"/>
                </a:lnTo>
                <a:lnTo>
                  <a:pt x="21144" y="1138265"/>
                </a:lnTo>
                <a:lnTo>
                  <a:pt x="20568" y="1138060"/>
                </a:lnTo>
                <a:lnTo>
                  <a:pt x="19978" y="1137891"/>
                </a:lnTo>
                <a:lnTo>
                  <a:pt x="19377" y="1137760"/>
                </a:lnTo>
                <a:lnTo>
                  <a:pt x="18766" y="1137668"/>
                </a:lnTo>
                <a:lnTo>
                  <a:pt x="18147" y="1137616"/>
                </a:lnTo>
                <a:lnTo>
                  <a:pt x="17522" y="1137605"/>
                </a:lnTo>
                <a:lnTo>
                  <a:pt x="16892" y="1137636"/>
                </a:lnTo>
                <a:lnTo>
                  <a:pt x="16259" y="1137709"/>
                </a:lnTo>
                <a:lnTo>
                  <a:pt x="15625" y="1137826"/>
                </a:lnTo>
                <a:lnTo>
                  <a:pt x="14992" y="1137987"/>
                </a:lnTo>
                <a:lnTo>
                  <a:pt x="7964" y="1140034"/>
                </a:lnTo>
                <a:lnTo>
                  <a:pt x="7343" y="1140238"/>
                </a:lnTo>
                <a:lnTo>
                  <a:pt x="6745" y="1140480"/>
                </a:lnTo>
                <a:lnTo>
                  <a:pt x="6172" y="1140758"/>
                </a:lnTo>
                <a:lnTo>
                  <a:pt x="5624" y="1141071"/>
                </a:lnTo>
                <a:lnTo>
                  <a:pt x="5103" y="1141416"/>
                </a:lnTo>
                <a:lnTo>
                  <a:pt x="4609" y="1141793"/>
                </a:lnTo>
                <a:lnTo>
                  <a:pt x="4143" y="1142198"/>
                </a:lnTo>
                <a:lnTo>
                  <a:pt x="3706" y="1142631"/>
                </a:lnTo>
                <a:lnTo>
                  <a:pt x="3299" y="1143090"/>
                </a:lnTo>
                <a:lnTo>
                  <a:pt x="2923" y="1143573"/>
                </a:lnTo>
                <a:lnTo>
                  <a:pt x="2580" y="1144078"/>
                </a:lnTo>
                <a:lnTo>
                  <a:pt x="2269" y="1144603"/>
                </a:lnTo>
                <a:lnTo>
                  <a:pt x="1993" y="1145147"/>
                </a:lnTo>
                <a:lnTo>
                  <a:pt x="1751" y="1145708"/>
                </a:lnTo>
                <a:lnTo>
                  <a:pt x="1546" y="1146284"/>
                </a:lnTo>
                <a:lnTo>
                  <a:pt x="1377" y="1146874"/>
                </a:lnTo>
                <a:lnTo>
                  <a:pt x="1246" y="1147475"/>
                </a:lnTo>
                <a:lnTo>
                  <a:pt x="1155" y="1148086"/>
                </a:lnTo>
                <a:lnTo>
                  <a:pt x="1103" y="1148705"/>
                </a:lnTo>
                <a:lnTo>
                  <a:pt x="1091" y="1149330"/>
                </a:lnTo>
                <a:lnTo>
                  <a:pt x="1122" y="1149960"/>
                </a:lnTo>
                <a:lnTo>
                  <a:pt x="1195" y="1150593"/>
                </a:lnTo>
                <a:lnTo>
                  <a:pt x="1312" y="1151227"/>
                </a:lnTo>
                <a:lnTo>
                  <a:pt x="1473" y="1151860"/>
                </a:lnTo>
                <a:lnTo>
                  <a:pt x="1677" y="1152481"/>
                </a:lnTo>
                <a:lnTo>
                  <a:pt x="1919" y="1153079"/>
                </a:lnTo>
                <a:lnTo>
                  <a:pt x="2197" y="1153652"/>
                </a:lnTo>
                <a:lnTo>
                  <a:pt x="2510" y="1154199"/>
                </a:lnTo>
                <a:lnTo>
                  <a:pt x="2855" y="1154721"/>
                </a:lnTo>
                <a:lnTo>
                  <a:pt x="3231" y="1155215"/>
                </a:lnTo>
                <a:lnTo>
                  <a:pt x="3637" y="1155681"/>
                </a:lnTo>
                <a:lnTo>
                  <a:pt x="4070" y="1156118"/>
                </a:lnTo>
                <a:lnTo>
                  <a:pt x="4529" y="1156525"/>
                </a:lnTo>
                <a:lnTo>
                  <a:pt x="5012" y="1156901"/>
                </a:lnTo>
                <a:lnTo>
                  <a:pt x="5517" y="1157244"/>
                </a:lnTo>
                <a:lnTo>
                  <a:pt x="6042" y="1157555"/>
                </a:lnTo>
                <a:lnTo>
                  <a:pt x="6586" y="1157831"/>
                </a:lnTo>
                <a:lnTo>
                  <a:pt x="7147" y="1158073"/>
                </a:lnTo>
                <a:lnTo>
                  <a:pt x="7723" y="1158278"/>
                </a:lnTo>
                <a:lnTo>
                  <a:pt x="8313" y="1158447"/>
                </a:lnTo>
                <a:lnTo>
                  <a:pt x="8914" y="1158577"/>
                </a:lnTo>
                <a:lnTo>
                  <a:pt x="9525" y="1158669"/>
                </a:lnTo>
                <a:lnTo>
                  <a:pt x="10144" y="1158721"/>
                </a:lnTo>
                <a:lnTo>
                  <a:pt x="10769" y="1158733"/>
                </a:lnTo>
                <a:lnTo>
                  <a:pt x="11399" y="1158702"/>
                </a:lnTo>
                <a:lnTo>
                  <a:pt x="12032" y="1158629"/>
                </a:lnTo>
                <a:lnTo>
                  <a:pt x="12666" y="1158512"/>
                </a:lnTo>
                <a:lnTo>
                  <a:pt x="13299" y="1158351"/>
                </a:lnTo>
                <a:lnTo>
                  <a:pt x="20327" y="1156303"/>
                </a:lnTo>
                <a:lnTo>
                  <a:pt x="20948" y="1156099"/>
                </a:lnTo>
                <a:lnTo>
                  <a:pt x="21546" y="1155858"/>
                </a:lnTo>
                <a:lnTo>
                  <a:pt x="22119" y="1155580"/>
                </a:lnTo>
                <a:lnTo>
                  <a:pt x="22667" y="1155267"/>
                </a:lnTo>
                <a:lnTo>
                  <a:pt x="23188" y="1154922"/>
                </a:lnTo>
                <a:lnTo>
                  <a:pt x="23683" y="1154545"/>
                </a:lnTo>
                <a:close/>
                <a:moveTo>
                  <a:pt x="199009" y="280234"/>
                </a:moveTo>
                <a:lnTo>
                  <a:pt x="198750" y="279673"/>
                </a:lnTo>
                <a:lnTo>
                  <a:pt x="198457" y="279132"/>
                </a:lnTo>
                <a:lnTo>
                  <a:pt x="198130" y="278613"/>
                </a:lnTo>
                <a:lnTo>
                  <a:pt x="197771" y="278118"/>
                </a:lnTo>
                <a:lnTo>
                  <a:pt x="197383" y="277647"/>
                </a:lnTo>
                <a:lnTo>
                  <a:pt x="196965" y="277202"/>
                </a:lnTo>
                <a:lnTo>
                  <a:pt x="196520" y="276784"/>
                </a:lnTo>
                <a:lnTo>
                  <a:pt x="196049" y="276395"/>
                </a:lnTo>
                <a:lnTo>
                  <a:pt x="195553" y="276037"/>
                </a:lnTo>
                <a:lnTo>
                  <a:pt x="195035" y="275710"/>
                </a:lnTo>
                <a:lnTo>
                  <a:pt x="194494" y="275417"/>
                </a:lnTo>
                <a:lnTo>
                  <a:pt x="193933" y="275157"/>
                </a:lnTo>
                <a:lnTo>
                  <a:pt x="193353" y="274934"/>
                </a:lnTo>
                <a:lnTo>
                  <a:pt x="192756" y="274749"/>
                </a:lnTo>
                <a:lnTo>
                  <a:pt x="192143" y="274602"/>
                </a:lnTo>
                <a:lnTo>
                  <a:pt x="191515" y="274495"/>
                </a:lnTo>
                <a:lnTo>
                  <a:pt x="190873" y="274430"/>
                </a:lnTo>
                <a:lnTo>
                  <a:pt x="190220" y="274408"/>
                </a:lnTo>
                <a:lnTo>
                  <a:pt x="189567" y="274430"/>
                </a:lnTo>
                <a:lnTo>
                  <a:pt x="188926" y="274495"/>
                </a:lnTo>
                <a:lnTo>
                  <a:pt x="188298" y="274602"/>
                </a:lnTo>
                <a:lnTo>
                  <a:pt x="187685" y="274749"/>
                </a:lnTo>
                <a:lnTo>
                  <a:pt x="187087" y="274934"/>
                </a:lnTo>
                <a:lnTo>
                  <a:pt x="186507" y="275157"/>
                </a:lnTo>
                <a:lnTo>
                  <a:pt x="185947" y="275417"/>
                </a:lnTo>
                <a:lnTo>
                  <a:pt x="185406" y="275710"/>
                </a:lnTo>
                <a:lnTo>
                  <a:pt x="184887" y="276037"/>
                </a:lnTo>
                <a:lnTo>
                  <a:pt x="184392" y="276395"/>
                </a:lnTo>
                <a:lnTo>
                  <a:pt x="183921" y="276784"/>
                </a:lnTo>
                <a:lnTo>
                  <a:pt x="183475" y="277202"/>
                </a:lnTo>
                <a:lnTo>
                  <a:pt x="183058" y="277647"/>
                </a:lnTo>
                <a:lnTo>
                  <a:pt x="182669" y="278118"/>
                </a:lnTo>
                <a:lnTo>
                  <a:pt x="182311" y="278613"/>
                </a:lnTo>
                <a:lnTo>
                  <a:pt x="181984" y="279132"/>
                </a:lnTo>
                <a:lnTo>
                  <a:pt x="181690" y="279673"/>
                </a:lnTo>
                <a:lnTo>
                  <a:pt x="181431" y="280234"/>
                </a:lnTo>
                <a:lnTo>
                  <a:pt x="181208" y="280813"/>
                </a:lnTo>
                <a:lnTo>
                  <a:pt x="181022" y="281411"/>
                </a:lnTo>
                <a:lnTo>
                  <a:pt x="180875" y="282024"/>
                </a:lnTo>
                <a:lnTo>
                  <a:pt x="180769" y="282652"/>
                </a:lnTo>
                <a:lnTo>
                  <a:pt x="180704" y="283293"/>
                </a:lnTo>
                <a:lnTo>
                  <a:pt x="180682" y="283947"/>
                </a:lnTo>
                <a:lnTo>
                  <a:pt x="180682" y="308303"/>
                </a:lnTo>
                <a:lnTo>
                  <a:pt x="180704" y="308956"/>
                </a:lnTo>
                <a:lnTo>
                  <a:pt x="180769" y="309597"/>
                </a:lnTo>
                <a:lnTo>
                  <a:pt x="180875" y="310225"/>
                </a:lnTo>
                <a:lnTo>
                  <a:pt x="181022" y="310839"/>
                </a:lnTo>
                <a:lnTo>
                  <a:pt x="181208" y="311436"/>
                </a:lnTo>
                <a:lnTo>
                  <a:pt x="181431" y="312016"/>
                </a:lnTo>
                <a:lnTo>
                  <a:pt x="181690" y="312577"/>
                </a:lnTo>
                <a:lnTo>
                  <a:pt x="181984" y="313117"/>
                </a:lnTo>
                <a:lnTo>
                  <a:pt x="182311" y="313636"/>
                </a:lnTo>
                <a:lnTo>
                  <a:pt x="182669" y="314132"/>
                </a:lnTo>
                <a:lnTo>
                  <a:pt x="183058" y="314603"/>
                </a:lnTo>
                <a:lnTo>
                  <a:pt x="183475" y="315048"/>
                </a:lnTo>
                <a:lnTo>
                  <a:pt x="183921" y="315465"/>
                </a:lnTo>
                <a:lnTo>
                  <a:pt x="184392" y="315854"/>
                </a:lnTo>
                <a:lnTo>
                  <a:pt x="184887" y="316213"/>
                </a:lnTo>
                <a:lnTo>
                  <a:pt x="185406" y="316539"/>
                </a:lnTo>
                <a:lnTo>
                  <a:pt x="185947" y="316833"/>
                </a:lnTo>
                <a:lnTo>
                  <a:pt x="186507" y="317092"/>
                </a:lnTo>
                <a:lnTo>
                  <a:pt x="187087" y="317315"/>
                </a:lnTo>
                <a:lnTo>
                  <a:pt x="187685" y="317501"/>
                </a:lnTo>
                <a:lnTo>
                  <a:pt x="188298" y="317648"/>
                </a:lnTo>
                <a:lnTo>
                  <a:pt x="188926" y="317755"/>
                </a:lnTo>
                <a:lnTo>
                  <a:pt x="189567" y="317820"/>
                </a:lnTo>
                <a:lnTo>
                  <a:pt x="190220" y="317842"/>
                </a:lnTo>
                <a:lnTo>
                  <a:pt x="190873" y="317820"/>
                </a:lnTo>
                <a:lnTo>
                  <a:pt x="191515" y="317755"/>
                </a:lnTo>
                <a:lnTo>
                  <a:pt x="192143" y="317648"/>
                </a:lnTo>
                <a:lnTo>
                  <a:pt x="192756" y="317501"/>
                </a:lnTo>
                <a:lnTo>
                  <a:pt x="193353" y="317315"/>
                </a:lnTo>
                <a:lnTo>
                  <a:pt x="193933" y="317092"/>
                </a:lnTo>
                <a:lnTo>
                  <a:pt x="194494" y="316833"/>
                </a:lnTo>
                <a:lnTo>
                  <a:pt x="195035" y="316539"/>
                </a:lnTo>
                <a:lnTo>
                  <a:pt x="195554" y="316213"/>
                </a:lnTo>
                <a:lnTo>
                  <a:pt x="196049" y="315854"/>
                </a:lnTo>
                <a:lnTo>
                  <a:pt x="196520" y="315465"/>
                </a:lnTo>
                <a:lnTo>
                  <a:pt x="196965" y="315048"/>
                </a:lnTo>
                <a:lnTo>
                  <a:pt x="197383" y="314603"/>
                </a:lnTo>
                <a:lnTo>
                  <a:pt x="197772" y="314132"/>
                </a:lnTo>
                <a:lnTo>
                  <a:pt x="198130" y="313636"/>
                </a:lnTo>
                <a:lnTo>
                  <a:pt x="198457" y="313117"/>
                </a:lnTo>
                <a:lnTo>
                  <a:pt x="198750" y="312577"/>
                </a:lnTo>
                <a:lnTo>
                  <a:pt x="199009" y="312016"/>
                </a:lnTo>
                <a:lnTo>
                  <a:pt x="199233" y="311436"/>
                </a:lnTo>
                <a:lnTo>
                  <a:pt x="199418" y="310839"/>
                </a:lnTo>
                <a:lnTo>
                  <a:pt x="199565" y="310225"/>
                </a:lnTo>
                <a:lnTo>
                  <a:pt x="199672" y="309597"/>
                </a:lnTo>
                <a:lnTo>
                  <a:pt x="199737" y="308956"/>
                </a:lnTo>
                <a:lnTo>
                  <a:pt x="199759" y="308303"/>
                </a:lnTo>
                <a:lnTo>
                  <a:pt x="199759" y="283947"/>
                </a:lnTo>
                <a:lnTo>
                  <a:pt x="199737" y="283293"/>
                </a:lnTo>
                <a:lnTo>
                  <a:pt x="199672" y="282652"/>
                </a:lnTo>
                <a:lnTo>
                  <a:pt x="199565" y="282024"/>
                </a:lnTo>
                <a:lnTo>
                  <a:pt x="199418" y="281411"/>
                </a:lnTo>
                <a:lnTo>
                  <a:pt x="199233" y="280813"/>
                </a:lnTo>
                <a:lnTo>
                  <a:pt x="199009" y="280234"/>
                </a:lnTo>
                <a:close/>
                <a:moveTo>
                  <a:pt x="199009" y="572511"/>
                </a:moveTo>
                <a:lnTo>
                  <a:pt x="198750" y="571950"/>
                </a:lnTo>
                <a:lnTo>
                  <a:pt x="198457" y="571409"/>
                </a:lnTo>
                <a:lnTo>
                  <a:pt x="198130" y="570890"/>
                </a:lnTo>
                <a:lnTo>
                  <a:pt x="197772" y="570395"/>
                </a:lnTo>
                <a:lnTo>
                  <a:pt x="197383" y="569924"/>
                </a:lnTo>
                <a:lnTo>
                  <a:pt x="196965" y="569479"/>
                </a:lnTo>
                <a:lnTo>
                  <a:pt x="196520" y="569061"/>
                </a:lnTo>
                <a:lnTo>
                  <a:pt x="196049" y="568672"/>
                </a:lnTo>
                <a:lnTo>
                  <a:pt x="195554" y="568314"/>
                </a:lnTo>
                <a:lnTo>
                  <a:pt x="195035" y="567987"/>
                </a:lnTo>
                <a:lnTo>
                  <a:pt x="194494" y="567694"/>
                </a:lnTo>
                <a:lnTo>
                  <a:pt x="193933" y="567434"/>
                </a:lnTo>
                <a:lnTo>
                  <a:pt x="193353" y="567211"/>
                </a:lnTo>
                <a:lnTo>
                  <a:pt x="192756" y="567026"/>
                </a:lnTo>
                <a:lnTo>
                  <a:pt x="192143" y="566879"/>
                </a:lnTo>
                <a:lnTo>
                  <a:pt x="191515" y="566772"/>
                </a:lnTo>
                <a:lnTo>
                  <a:pt x="190873" y="566707"/>
                </a:lnTo>
                <a:lnTo>
                  <a:pt x="190220" y="566685"/>
                </a:lnTo>
                <a:lnTo>
                  <a:pt x="189567" y="566707"/>
                </a:lnTo>
                <a:lnTo>
                  <a:pt x="188926" y="566772"/>
                </a:lnTo>
                <a:lnTo>
                  <a:pt x="188298" y="566879"/>
                </a:lnTo>
                <a:lnTo>
                  <a:pt x="187685" y="567026"/>
                </a:lnTo>
                <a:lnTo>
                  <a:pt x="187087" y="567211"/>
                </a:lnTo>
                <a:lnTo>
                  <a:pt x="186508" y="567434"/>
                </a:lnTo>
                <a:lnTo>
                  <a:pt x="185947" y="567694"/>
                </a:lnTo>
                <a:lnTo>
                  <a:pt x="185406" y="567987"/>
                </a:lnTo>
                <a:lnTo>
                  <a:pt x="184887" y="568314"/>
                </a:lnTo>
                <a:lnTo>
                  <a:pt x="184392" y="568672"/>
                </a:lnTo>
                <a:lnTo>
                  <a:pt x="183921" y="569061"/>
                </a:lnTo>
                <a:lnTo>
                  <a:pt x="183476" y="569479"/>
                </a:lnTo>
                <a:lnTo>
                  <a:pt x="183058" y="569924"/>
                </a:lnTo>
                <a:lnTo>
                  <a:pt x="182669" y="570395"/>
                </a:lnTo>
                <a:lnTo>
                  <a:pt x="182311" y="570890"/>
                </a:lnTo>
                <a:lnTo>
                  <a:pt x="181984" y="571409"/>
                </a:lnTo>
                <a:lnTo>
                  <a:pt x="181690" y="571950"/>
                </a:lnTo>
                <a:lnTo>
                  <a:pt x="181431" y="572511"/>
                </a:lnTo>
                <a:lnTo>
                  <a:pt x="181208" y="573090"/>
                </a:lnTo>
                <a:lnTo>
                  <a:pt x="181022" y="573688"/>
                </a:lnTo>
                <a:lnTo>
                  <a:pt x="180876" y="574301"/>
                </a:lnTo>
                <a:lnTo>
                  <a:pt x="180769" y="574929"/>
                </a:lnTo>
                <a:lnTo>
                  <a:pt x="180704" y="575570"/>
                </a:lnTo>
                <a:lnTo>
                  <a:pt x="180682" y="576224"/>
                </a:lnTo>
                <a:lnTo>
                  <a:pt x="180682" y="600580"/>
                </a:lnTo>
                <a:lnTo>
                  <a:pt x="180704" y="601233"/>
                </a:lnTo>
                <a:lnTo>
                  <a:pt x="180769" y="601874"/>
                </a:lnTo>
                <a:lnTo>
                  <a:pt x="180876" y="602502"/>
                </a:lnTo>
                <a:lnTo>
                  <a:pt x="181022" y="603116"/>
                </a:lnTo>
                <a:lnTo>
                  <a:pt x="181208" y="603713"/>
                </a:lnTo>
                <a:lnTo>
                  <a:pt x="181431" y="604293"/>
                </a:lnTo>
                <a:lnTo>
                  <a:pt x="181690" y="604854"/>
                </a:lnTo>
                <a:lnTo>
                  <a:pt x="181984" y="605394"/>
                </a:lnTo>
                <a:lnTo>
                  <a:pt x="182311" y="605913"/>
                </a:lnTo>
                <a:lnTo>
                  <a:pt x="182669" y="606409"/>
                </a:lnTo>
                <a:lnTo>
                  <a:pt x="183058" y="606880"/>
                </a:lnTo>
                <a:lnTo>
                  <a:pt x="183476" y="607325"/>
                </a:lnTo>
                <a:lnTo>
                  <a:pt x="183921" y="607742"/>
                </a:lnTo>
                <a:lnTo>
                  <a:pt x="184392" y="608131"/>
                </a:lnTo>
                <a:lnTo>
                  <a:pt x="184887" y="608490"/>
                </a:lnTo>
                <a:lnTo>
                  <a:pt x="185406" y="608816"/>
                </a:lnTo>
                <a:lnTo>
                  <a:pt x="185947" y="609110"/>
                </a:lnTo>
                <a:lnTo>
                  <a:pt x="186507" y="609369"/>
                </a:lnTo>
                <a:lnTo>
                  <a:pt x="187087" y="609592"/>
                </a:lnTo>
                <a:lnTo>
                  <a:pt x="187685" y="609778"/>
                </a:lnTo>
                <a:lnTo>
                  <a:pt x="188298" y="609925"/>
                </a:lnTo>
                <a:lnTo>
                  <a:pt x="188926" y="610031"/>
                </a:lnTo>
                <a:lnTo>
                  <a:pt x="189567" y="610097"/>
                </a:lnTo>
                <a:lnTo>
                  <a:pt x="190220" y="610119"/>
                </a:lnTo>
                <a:lnTo>
                  <a:pt x="190873" y="610097"/>
                </a:lnTo>
                <a:lnTo>
                  <a:pt x="191515" y="610031"/>
                </a:lnTo>
                <a:lnTo>
                  <a:pt x="192143" y="609925"/>
                </a:lnTo>
                <a:lnTo>
                  <a:pt x="192756" y="609778"/>
                </a:lnTo>
                <a:lnTo>
                  <a:pt x="193353" y="609592"/>
                </a:lnTo>
                <a:lnTo>
                  <a:pt x="193933" y="609369"/>
                </a:lnTo>
                <a:lnTo>
                  <a:pt x="194494" y="609110"/>
                </a:lnTo>
                <a:lnTo>
                  <a:pt x="195035" y="608816"/>
                </a:lnTo>
                <a:lnTo>
                  <a:pt x="195554" y="608490"/>
                </a:lnTo>
                <a:lnTo>
                  <a:pt x="196049" y="608131"/>
                </a:lnTo>
                <a:lnTo>
                  <a:pt x="196520" y="607742"/>
                </a:lnTo>
                <a:lnTo>
                  <a:pt x="196965" y="607325"/>
                </a:lnTo>
                <a:lnTo>
                  <a:pt x="197383" y="606880"/>
                </a:lnTo>
                <a:lnTo>
                  <a:pt x="197772" y="606409"/>
                </a:lnTo>
                <a:lnTo>
                  <a:pt x="198130" y="605913"/>
                </a:lnTo>
                <a:lnTo>
                  <a:pt x="198457" y="605394"/>
                </a:lnTo>
                <a:lnTo>
                  <a:pt x="198750" y="604854"/>
                </a:lnTo>
                <a:lnTo>
                  <a:pt x="199009" y="604293"/>
                </a:lnTo>
                <a:lnTo>
                  <a:pt x="199233" y="603713"/>
                </a:lnTo>
                <a:lnTo>
                  <a:pt x="199418" y="603116"/>
                </a:lnTo>
                <a:lnTo>
                  <a:pt x="199565" y="602502"/>
                </a:lnTo>
                <a:lnTo>
                  <a:pt x="199672" y="601874"/>
                </a:lnTo>
                <a:lnTo>
                  <a:pt x="199737" y="601233"/>
                </a:lnTo>
                <a:lnTo>
                  <a:pt x="199759" y="600580"/>
                </a:lnTo>
                <a:lnTo>
                  <a:pt x="199759" y="576224"/>
                </a:lnTo>
                <a:lnTo>
                  <a:pt x="199737" y="575570"/>
                </a:lnTo>
                <a:lnTo>
                  <a:pt x="199672" y="574929"/>
                </a:lnTo>
                <a:lnTo>
                  <a:pt x="199565" y="574301"/>
                </a:lnTo>
                <a:lnTo>
                  <a:pt x="199418" y="573688"/>
                </a:lnTo>
                <a:lnTo>
                  <a:pt x="199233" y="573090"/>
                </a:lnTo>
                <a:lnTo>
                  <a:pt x="199009" y="572511"/>
                </a:lnTo>
                <a:close/>
                <a:moveTo>
                  <a:pt x="199010" y="645580"/>
                </a:moveTo>
                <a:lnTo>
                  <a:pt x="198750" y="645019"/>
                </a:lnTo>
                <a:lnTo>
                  <a:pt x="198457" y="644478"/>
                </a:lnTo>
                <a:lnTo>
                  <a:pt x="198130" y="643960"/>
                </a:lnTo>
                <a:lnTo>
                  <a:pt x="197772" y="643464"/>
                </a:lnTo>
                <a:lnTo>
                  <a:pt x="197383" y="642993"/>
                </a:lnTo>
                <a:lnTo>
                  <a:pt x="196965" y="642548"/>
                </a:lnTo>
                <a:lnTo>
                  <a:pt x="196520" y="642130"/>
                </a:lnTo>
                <a:lnTo>
                  <a:pt x="196049" y="641742"/>
                </a:lnTo>
                <a:lnTo>
                  <a:pt x="195554" y="641383"/>
                </a:lnTo>
                <a:lnTo>
                  <a:pt x="195035" y="641056"/>
                </a:lnTo>
                <a:lnTo>
                  <a:pt x="194494" y="640763"/>
                </a:lnTo>
                <a:lnTo>
                  <a:pt x="193933" y="640504"/>
                </a:lnTo>
                <a:lnTo>
                  <a:pt x="193353" y="640281"/>
                </a:lnTo>
                <a:lnTo>
                  <a:pt x="192756" y="640095"/>
                </a:lnTo>
                <a:lnTo>
                  <a:pt x="192143" y="639948"/>
                </a:lnTo>
                <a:lnTo>
                  <a:pt x="191515" y="639841"/>
                </a:lnTo>
                <a:lnTo>
                  <a:pt x="190873" y="639776"/>
                </a:lnTo>
                <a:lnTo>
                  <a:pt x="190220" y="639754"/>
                </a:lnTo>
                <a:lnTo>
                  <a:pt x="189567" y="639776"/>
                </a:lnTo>
                <a:lnTo>
                  <a:pt x="188926" y="639841"/>
                </a:lnTo>
                <a:lnTo>
                  <a:pt x="188298" y="639948"/>
                </a:lnTo>
                <a:lnTo>
                  <a:pt x="187685" y="640095"/>
                </a:lnTo>
                <a:lnTo>
                  <a:pt x="187087" y="640281"/>
                </a:lnTo>
                <a:lnTo>
                  <a:pt x="186508" y="640504"/>
                </a:lnTo>
                <a:lnTo>
                  <a:pt x="185947" y="640763"/>
                </a:lnTo>
                <a:lnTo>
                  <a:pt x="185406" y="641056"/>
                </a:lnTo>
                <a:lnTo>
                  <a:pt x="184887" y="641383"/>
                </a:lnTo>
                <a:lnTo>
                  <a:pt x="184392" y="641742"/>
                </a:lnTo>
                <a:lnTo>
                  <a:pt x="183921" y="642130"/>
                </a:lnTo>
                <a:lnTo>
                  <a:pt x="183476" y="642548"/>
                </a:lnTo>
                <a:lnTo>
                  <a:pt x="183058" y="642993"/>
                </a:lnTo>
                <a:lnTo>
                  <a:pt x="182669" y="643464"/>
                </a:lnTo>
                <a:lnTo>
                  <a:pt x="182311" y="643960"/>
                </a:lnTo>
                <a:lnTo>
                  <a:pt x="181984" y="644478"/>
                </a:lnTo>
                <a:lnTo>
                  <a:pt x="181690" y="645019"/>
                </a:lnTo>
                <a:lnTo>
                  <a:pt x="181431" y="645580"/>
                </a:lnTo>
                <a:lnTo>
                  <a:pt x="181208" y="646160"/>
                </a:lnTo>
                <a:lnTo>
                  <a:pt x="181023" y="646757"/>
                </a:lnTo>
                <a:lnTo>
                  <a:pt x="180876" y="647370"/>
                </a:lnTo>
                <a:lnTo>
                  <a:pt x="180769" y="647998"/>
                </a:lnTo>
                <a:lnTo>
                  <a:pt x="180704" y="648640"/>
                </a:lnTo>
                <a:lnTo>
                  <a:pt x="180682" y="649293"/>
                </a:lnTo>
                <a:lnTo>
                  <a:pt x="180682" y="673649"/>
                </a:lnTo>
                <a:lnTo>
                  <a:pt x="180704" y="674302"/>
                </a:lnTo>
                <a:lnTo>
                  <a:pt x="180769" y="674944"/>
                </a:lnTo>
                <a:lnTo>
                  <a:pt x="180876" y="675572"/>
                </a:lnTo>
                <a:lnTo>
                  <a:pt x="181023" y="676185"/>
                </a:lnTo>
                <a:lnTo>
                  <a:pt x="181208" y="676782"/>
                </a:lnTo>
                <a:lnTo>
                  <a:pt x="181431" y="677362"/>
                </a:lnTo>
                <a:lnTo>
                  <a:pt x="181690" y="677923"/>
                </a:lnTo>
                <a:lnTo>
                  <a:pt x="181984" y="678464"/>
                </a:lnTo>
                <a:lnTo>
                  <a:pt x="182311" y="678982"/>
                </a:lnTo>
                <a:lnTo>
                  <a:pt x="182669" y="679478"/>
                </a:lnTo>
                <a:lnTo>
                  <a:pt x="183058" y="679949"/>
                </a:lnTo>
                <a:lnTo>
                  <a:pt x="183476" y="680394"/>
                </a:lnTo>
                <a:lnTo>
                  <a:pt x="183921" y="680812"/>
                </a:lnTo>
                <a:lnTo>
                  <a:pt x="184392" y="681200"/>
                </a:lnTo>
                <a:lnTo>
                  <a:pt x="184887" y="681559"/>
                </a:lnTo>
                <a:lnTo>
                  <a:pt x="185406" y="681886"/>
                </a:lnTo>
                <a:lnTo>
                  <a:pt x="185947" y="682179"/>
                </a:lnTo>
                <a:lnTo>
                  <a:pt x="186508" y="682438"/>
                </a:lnTo>
                <a:lnTo>
                  <a:pt x="187087" y="682661"/>
                </a:lnTo>
                <a:lnTo>
                  <a:pt x="187685" y="682847"/>
                </a:lnTo>
                <a:lnTo>
                  <a:pt x="188298" y="682994"/>
                </a:lnTo>
                <a:lnTo>
                  <a:pt x="188926" y="683101"/>
                </a:lnTo>
                <a:lnTo>
                  <a:pt x="189567" y="683166"/>
                </a:lnTo>
                <a:lnTo>
                  <a:pt x="190220" y="683188"/>
                </a:lnTo>
                <a:lnTo>
                  <a:pt x="190874" y="683166"/>
                </a:lnTo>
                <a:lnTo>
                  <a:pt x="191515" y="683101"/>
                </a:lnTo>
                <a:lnTo>
                  <a:pt x="192143" y="682994"/>
                </a:lnTo>
                <a:lnTo>
                  <a:pt x="192756" y="682847"/>
                </a:lnTo>
                <a:lnTo>
                  <a:pt x="193353" y="682661"/>
                </a:lnTo>
                <a:lnTo>
                  <a:pt x="193933" y="682438"/>
                </a:lnTo>
                <a:lnTo>
                  <a:pt x="194494" y="682179"/>
                </a:lnTo>
                <a:lnTo>
                  <a:pt x="195035" y="681886"/>
                </a:lnTo>
                <a:lnTo>
                  <a:pt x="195554" y="681559"/>
                </a:lnTo>
                <a:lnTo>
                  <a:pt x="196049" y="681200"/>
                </a:lnTo>
                <a:lnTo>
                  <a:pt x="196520" y="680812"/>
                </a:lnTo>
                <a:lnTo>
                  <a:pt x="196965" y="680394"/>
                </a:lnTo>
                <a:lnTo>
                  <a:pt x="197383" y="679949"/>
                </a:lnTo>
                <a:lnTo>
                  <a:pt x="197772" y="679478"/>
                </a:lnTo>
                <a:lnTo>
                  <a:pt x="198130" y="678982"/>
                </a:lnTo>
                <a:lnTo>
                  <a:pt x="198457" y="678464"/>
                </a:lnTo>
                <a:lnTo>
                  <a:pt x="198750" y="677923"/>
                </a:lnTo>
                <a:lnTo>
                  <a:pt x="199010" y="677362"/>
                </a:lnTo>
                <a:lnTo>
                  <a:pt x="199233" y="676782"/>
                </a:lnTo>
                <a:lnTo>
                  <a:pt x="199418" y="676185"/>
                </a:lnTo>
                <a:lnTo>
                  <a:pt x="199565" y="675572"/>
                </a:lnTo>
                <a:lnTo>
                  <a:pt x="199672" y="674943"/>
                </a:lnTo>
                <a:lnTo>
                  <a:pt x="199737" y="674302"/>
                </a:lnTo>
                <a:lnTo>
                  <a:pt x="199759" y="673649"/>
                </a:lnTo>
                <a:lnTo>
                  <a:pt x="199759" y="649293"/>
                </a:lnTo>
                <a:lnTo>
                  <a:pt x="199737" y="648640"/>
                </a:lnTo>
                <a:lnTo>
                  <a:pt x="199672" y="647998"/>
                </a:lnTo>
                <a:lnTo>
                  <a:pt x="199565" y="647370"/>
                </a:lnTo>
                <a:lnTo>
                  <a:pt x="199418" y="646757"/>
                </a:lnTo>
                <a:lnTo>
                  <a:pt x="199233" y="646160"/>
                </a:lnTo>
                <a:lnTo>
                  <a:pt x="199010" y="645580"/>
                </a:lnTo>
                <a:close/>
                <a:moveTo>
                  <a:pt x="199009" y="718649"/>
                </a:moveTo>
                <a:lnTo>
                  <a:pt x="198750" y="718088"/>
                </a:lnTo>
                <a:lnTo>
                  <a:pt x="198457" y="717548"/>
                </a:lnTo>
                <a:lnTo>
                  <a:pt x="198130" y="717029"/>
                </a:lnTo>
                <a:lnTo>
                  <a:pt x="197772" y="716533"/>
                </a:lnTo>
                <a:lnTo>
                  <a:pt x="197383" y="716062"/>
                </a:lnTo>
                <a:lnTo>
                  <a:pt x="196965" y="715617"/>
                </a:lnTo>
                <a:lnTo>
                  <a:pt x="196520" y="715200"/>
                </a:lnTo>
                <a:lnTo>
                  <a:pt x="196049" y="714811"/>
                </a:lnTo>
                <a:lnTo>
                  <a:pt x="195554" y="714452"/>
                </a:lnTo>
                <a:lnTo>
                  <a:pt x="195035" y="714126"/>
                </a:lnTo>
                <a:lnTo>
                  <a:pt x="194494" y="713832"/>
                </a:lnTo>
                <a:lnTo>
                  <a:pt x="193933" y="713573"/>
                </a:lnTo>
                <a:lnTo>
                  <a:pt x="193353" y="713350"/>
                </a:lnTo>
                <a:lnTo>
                  <a:pt x="192756" y="713164"/>
                </a:lnTo>
                <a:lnTo>
                  <a:pt x="192143" y="713017"/>
                </a:lnTo>
                <a:lnTo>
                  <a:pt x="191515" y="712910"/>
                </a:lnTo>
                <a:lnTo>
                  <a:pt x="190874" y="712845"/>
                </a:lnTo>
                <a:lnTo>
                  <a:pt x="190220" y="712823"/>
                </a:lnTo>
                <a:lnTo>
                  <a:pt x="189567" y="712845"/>
                </a:lnTo>
                <a:lnTo>
                  <a:pt x="188926" y="712910"/>
                </a:lnTo>
                <a:lnTo>
                  <a:pt x="188298" y="713017"/>
                </a:lnTo>
                <a:lnTo>
                  <a:pt x="187685" y="713164"/>
                </a:lnTo>
                <a:lnTo>
                  <a:pt x="187087" y="713350"/>
                </a:lnTo>
                <a:lnTo>
                  <a:pt x="186508" y="713573"/>
                </a:lnTo>
                <a:lnTo>
                  <a:pt x="185947" y="713832"/>
                </a:lnTo>
                <a:lnTo>
                  <a:pt x="185406" y="714126"/>
                </a:lnTo>
                <a:lnTo>
                  <a:pt x="184887" y="714452"/>
                </a:lnTo>
                <a:lnTo>
                  <a:pt x="184392" y="714811"/>
                </a:lnTo>
                <a:lnTo>
                  <a:pt x="183921" y="715200"/>
                </a:lnTo>
                <a:lnTo>
                  <a:pt x="183476" y="715617"/>
                </a:lnTo>
                <a:lnTo>
                  <a:pt x="183058" y="716062"/>
                </a:lnTo>
                <a:lnTo>
                  <a:pt x="182669" y="716533"/>
                </a:lnTo>
                <a:lnTo>
                  <a:pt x="182311" y="717029"/>
                </a:lnTo>
                <a:lnTo>
                  <a:pt x="181984" y="717548"/>
                </a:lnTo>
                <a:lnTo>
                  <a:pt x="181690" y="718088"/>
                </a:lnTo>
                <a:lnTo>
                  <a:pt x="181431" y="718649"/>
                </a:lnTo>
                <a:lnTo>
                  <a:pt x="181208" y="719229"/>
                </a:lnTo>
                <a:lnTo>
                  <a:pt x="181023" y="719826"/>
                </a:lnTo>
                <a:lnTo>
                  <a:pt x="180876" y="720440"/>
                </a:lnTo>
                <a:lnTo>
                  <a:pt x="180769" y="721068"/>
                </a:lnTo>
                <a:lnTo>
                  <a:pt x="180704" y="721709"/>
                </a:lnTo>
                <a:lnTo>
                  <a:pt x="180682" y="722362"/>
                </a:lnTo>
                <a:lnTo>
                  <a:pt x="180682" y="746718"/>
                </a:lnTo>
                <a:lnTo>
                  <a:pt x="180704" y="747371"/>
                </a:lnTo>
                <a:lnTo>
                  <a:pt x="180769" y="748013"/>
                </a:lnTo>
                <a:lnTo>
                  <a:pt x="180876" y="748641"/>
                </a:lnTo>
                <a:lnTo>
                  <a:pt x="181023" y="749254"/>
                </a:lnTo>
                <a:lnTo>
                  <a:pt x="181208" y="749851"/>
                </a:lnTo>
                <a:lnTo>
                  <a:pt x="181431" y="750431"/>
                </a:lnTo>
                <a:lnTo>
                  <a:pt x="181690" y="750992"/>
                </a:lnTo>
                <a:lnTo>
                  <a:pt x="181984" y="751533"/>
                </a:lnTo>
                <a:lnTo>
                  <a:pt x="182311" y="752052"/>
                </a:lnTo>
                <a:lnTo>
                  <a:pt x="182669" y="752547"/>
                </a:lnTo>
                <a:lnTo>
                  <a:pt x="183058" y="753018"/>
                </a:lnTo>
                <a:lnTo>
                  <a:pt x="183476" y="753463"/>
                </a:lnTo>
                <a:lnTo>
                  <a:pt x="183921" y="753881"/>
                </a:lnTo>
                <a:lnTo>
                  <a:pt x="184392" y="754270"/>
                </a:lnTo>
                <a:lnTo>
                  <a:pt x="184887" y="754628"/>
                </a:lnTo>
                <a:lnTo>
                  <a:pt x="185406" y="754955"/>
                </a:lnTo>
                <a:lnTo>
                  <a:pt x="185947" y="755248"/>
                </a:lnTo>
                <a:lnTo>
                  <a:pt x="186508" y="755508"/>
                </a:lnTo>
                <a:lnTo>
                  <a:pt x="187087" y="755731"/>
                </a:lnTo>
                <a:lnTo>
                  <a:pt x="187685" y="755916"/>
                </a:lnTo>
                <a:lnTo>
                  <a:pt x="188298" y="756063"/>
                </a:lnTo>
                <a:lnTo>
                  <a:pt x="188926" y="756170"/>
                </a:lnTo>
                <a:lnTo>
                  <a:pt x="189567" y="756235"/>
                </a:lnTo>
                <a:lnTo>
                  <a:pt x="190220" y="756257"/>
                </a:lnTo>
                <a:lnTo>
                  <a:pt x="190874" y="756235"/>
                </a:lnTo>
                <a:lnTo>
                  <a:pt x="191515" y="756170"/>
                </a:lnTo>
                <a:lnTo>
                  <a:pt x="192143" y="756063"/>
                </a:lnTo>
                <a:lnTo>
                  <a:pt x="192756" y="755916"/>
                </a:lnTo>
                <a:lnTo>
                  <a:pt x="193354" y="755731"/>
                </a:lnTo>
                <a:lnTo>
                  <a:pt x="193933" y="755507"/>
                </a:lnTo>
                <a:lnTo>
                  <a:pt x="194494" y="755248"/>
                </a:lnTo>
                <a:lnTo>
                  <a:pt x="195035" y="754955"/>
                </a:lnTo>
                <a:lnTo>
                  <a:pt x="195554" y="754628"/>
                </a:lnTo>
                <a:lnTo>
                  <a:pt x="196049" y="754270"/>
                </a:lnTo>
                <a:lnTo>
                  <a:pt x="196520" y="753881"/>
                </a:lnTo>
                <a:lnTo>
                  <a:pt x="196965" y="753463"/>
                </a:lnTo>
                <a:lnTo>
                  <a:pt x="197383" y="753018"/>
                </a:lnTo>
                <a:lnTo>
                  <a:pt x="197772" y="752547"/>
                </a:lnTo>
                <a:lnTo>
                  <a:pt x="198130" y="752052"/>
                </a:lnTo>
                <a:lnTo>
                  <a:pt x="198457" y="751533"/>
                </a:lnTo>
                <a:lnTo>
                  <a:pt x="198750" y="750992"/>
                </a:lnTo>
                <a:lnTo>
                  <a:pt x="199010" y="750431"/>
                </a:lnTo>
                <a:lnTo>
                  <a:pt x="199233" y="749851"/>
                </a:lnTo>
                <a:lnTo>
                  <a:pt x="199418" y="749254"/>
                </a:lnTo>
                <a:lnTo>
                  <a:pt x="199565" y="748641"/>
                </a:lnTo>
                <a:lnTo>
                  <a:pt x="199672" y="748013"/>
                </a:lnTo>
                <a:lnTo>
                  <a:pt x="199737" y="747371"/>
                </a:lnTo>
                <a:lnTo>
                  <a:pt x="199759" y="746718"/>
                </a:lnTo>
                <a:lnTo>
                  <a:pt x="199759" y="722362"/>
                </a:lnTo>
                <a:lnTo>
                  <a:pt x="199737" y="721709"/>
                </a:lnTo>
                <a:lnTo>
                  <a:pt x="199672" y="721068"/>
                </a:lnTo>
                <a:lnTo>
                  <a:pt x="199565" y="720440"/>
                </a:lnTo>
                <a:lnTo>
                  <a:pt x="199418" y="719826"/>
                </a:lnTo>
                <a:lnTo>
                  <a:pt x="199233" y="719229"/>
                </a:lnTo>
                <a:lnTo>
                  <a:pt x="199009" y="718649"/>
                </a:lnTo>
                <a:close/>
                <a:moveTo>
                  <a:pt x="199010" y="791718"/>
                </a:moveTo>
                <a:lnTo>
                  <a:pt x="198750" y="791157"/>
                </a:lnTo>
                <a:lnTo>
                  <a:pt x="198457" y="790617"/>
                </a:lnTo>
                <a:lnTo>
                  <a:pt x="198130" y="790098"/>
                </a:lnTo>
                <a:lnTo>
                  <a:pt x="197772" y="789602"/>
                </a:lnTo>
                <a:lnTo>
                  <a:pt x="197383" y="789131"/>
                </a:lnTo>
                <a:lnTo>
                  <a:pt x="196965" y="788686"/>
                </a:lnTo>
                <a:lnTo>
                  <a:pt x="196520" y="788269"/>
                </a:lnTo>
                <a:lnTo>
                  <a:pt x="196049" y="787880"/>
                </a:lnTo>
                <a:lnTo>
                  <a:pt x="195554" y="787522"/>
                </a:lnTo>
                <a:lnTo>
                  <a:pt x="195035" y="787195"/>
                </a:lnTo>
                <a:lnTo>
                  <a:pt x="194494" y="786901"/>
                </a:lnTo>
                <a:lnTo>
                  <a:pt x="193933" y="786642"/>
                </a:lnTo>
                <a:lnTo>
                  <a:pt x="193354" y="786419"/>
                </a:lnTo>
                <a:lnTo>
                  <a:pt x="192756" y="786233"/>
                </a:lnTo>
                <a:lnTo>
                  <a:pt x="192143" y="786086"/>
                </a:lnTo>
                <a:lnTo>
                  <a:pt x="191515" y="785980"/>
                </a:lnTo>
                <a:lnTo>
                  <a:pt x="190874" y="785915"/>
                </a:lnTo>
                <a:lnTo>
                  <a:pt x="190220" y="785893"/>
                </a:lnTo>
                <a:lnTo>
                  <a:pt x="189567" y="785915"/>
                </a:lnTo>
                <a:lnTo>
                  <a:pt x="188926" y="785980"/>
                </a:lnTo>
                <a:lnTo>
                  <a:pt x="188298" y="786086"/>
                </a:lnTo>
                <a:lnTo>
                  <a:pt x="187685" y="786233"/>
                </a:lnTo>
                <a:lnTo>
                  <a:pt x="187087" y="786419"/>
                </a:lnTo>
                <a:lnTo>
                  <a:pt x="186508" y="786642"/>
                </a:lnTo>
                <a:lnTo>
                  <a:pt x="185947" y="786901"/>
                </a:lnTo>
                <a:lnTo>
                  <a:pt x="185406" y="787195"/>
                </a:lnTo>
                <a:lnTo>
                  <a:pt x="184887" y="787522"/>
                </a:lnTo>
                <a:lnTo>
                  <a:pt x="184392" y="787880"/>
                </a:lnTo>
                <a:lnTo>
                  <a:pt x="183921" y="788269"/>
                </a:lnTo>
                <a:lnTo>
                  <a:pt x="183476" y="788686"/>
                </a:lnTo>
                <a:lnTo>
                  <a:pt x="183058" y="789131"/>
                </a:lnTo>
                <a:lnTo>
                  <a:pt x="182669" y="789602"/>
                </a:lnTo>
                <a:lnTo>
                  <a:pt x="182311" y="790098"/>
                </a:lnTo>
                <a:lnTo>
                  <a:pt x="181984" y="790617"/>
                </a:lnTo>
                <a:lnTo>
                  <a:pt x="181690" y="791157"/>
                </a:lnTo>
                <a:lnTo>
                  <a:pt x="181431" y="791718"/>
                </a:lnTo>
                <a:lnTo>
                  <a:pt x="181208" y="792298"/>
                </a:lnTo>
                <a:lnTo>
                  <a:pt x="181022" y="792895"/>
                </a:lnTo>
                <a:lnTo>
                  <a:pt x="180876" y="793509"/>
                </a:lnTo>
                <a:lnTo>
                  <a:pt x="180769" y="794137"/>
                </a:lnTo>
                <a:lnTo>
                  <a:pt x="180704" y="794778"/>
                </a:lnTo>
                <a:lnTo>
                  <a:pt x="180682" y="795431"/>
                </a:lnTo>
                <a:lnTo>
                  <a:pt x="180682" y="819788"/>
                </a:lnTo>
                <a:lnTo>
                  <a:pt x="180704" y="820441"/>
                </a:lnTo>
                <a:lnTo>
                  <a:pt x="180769" y="821082"/>
                </a:lnTo>
                <a:lnTo>
                  <a:pt x="180876" y="821710"/>
                </a:lnTo>
                <a:lnTo>
                  <a:pt x="181022" y="822323"/>
                </a:lnTo>
                <a:lnTo>
                  <a:pt x="181208" y="822921"/>
                </a:lnTo>
                <a:lnTo>
                  <a:pt x="181431" y="823501"/>
                </a:lnTo>
                <a:lnTo>
                  <a:pt x="181690" y="824061"/>
                </a:lnTo>
                <a:lnTo>
                  <a:pt x="181984" y="824602"/>
                </a:lnTo>
                <a:lnTo>
                  <a:pt x="182311" y="825121"/>
                </a:lnTo>
                <a:lnTo>
                  <a:pt x="182669" y="825616"/>
                </a:lnTo>
                <a:lnTo>
                  <a:pt x="183058" y="826087"/>
                </a:lnTo>
                <a:lnTo>
                  <a:pt x="183476" y="826533"/>
                </a:lnTo>
                <a:lnTo>
                  <a:pt x="183921" y="826950"/>
                </a:lnTo>
                <a:lnTo>
                  <a:pt x="184392" y="827339"/>
                </a:lnTo>
                <a:lnTo>
                  <a:pt x="184887" y="827697"/>
                </a:lnTo>
                <a:lnTo>
                  <a:pt x="185406" y="828024"/>
                </a:lnTo>
                <a:lnTo>
                  <a:pt x="185947" y="828318"/>
                </a:lnTo>
                <a:lnTo>
                  <a:pt x="186508" y="828577"/>
                </a:lnTo>
                <a:lnTo>
                  <a:pt x="187087" y="828800"/>
                </a:lnTo>
                <a:lnTo>
                  <a:pt x="187685" y="828986"/>
                </a:lnTo>
                <a:lnTo>
                  <a:pt x="188298" y="829133"/>
                </a:lnTo>
                <a:lnTo>
                  <a:pt x="188926" y="829239"/>
                </a:lnTo>
                <a:lnTo>
                  <a:pt x="189567" y="829304"/>
                </a:lnTo>
                <a:lnTo>
                  <a:pt x="190220" y="829326"/>
                </a:lnTo>
                <a:lnTo>
                  <a:pt x="190874" y="829304"/>
                </a:lnTo>
                <a:lnTo>
                  <a:pt x="191515" y="829239"/>
                </a:lnTo>
                <a:lnTo>
                  <a:pt x="192143" y="829133"/>
                </a:lnTo>
                <a:lnTo>
                  <a:pt x="192756" y="828986"/>
                </a:lnTo>
                <a:lnTo>
                  <a:pt x="193354" y="828800"/>
                </a:lnTo>
                <a:lnTo>
                  <a:pt x="193933" y="828577"/>
                </a:lnTo>
                <a:lnTo>
                  <a:pt x="194494" y="828318"/>
                </a:lnTo>
                <a:lnTo>
                  <a:pt x="195035" y="828024"/>
                </a:lnTo>
                <a:lnTo>
                  <a:pt x="195554" y="827697"/>
                </a:lnTo>
                <a:lnTo>
                  <a:pt x="196049" y="827339"/>
                </a:lnTo>
                <a:lnTo>
                  <a:pt x="196520" y="826950"/>
                </a:lnTo>
                <a:lnTo>
                  <a:pt x="196965" y="826532"/>
                </a:lnTo>
                <a:lnTo>
                  <a:pt x="197383" y="826087"/>
                </a:lnTo>
                <a:lnTo>
                  <a:pt x="197772" y="825616"/>
                </a:lnTo>
                <a:lnTo>
                  <a:pt x="198130" y="825121"/>
                </a:lnTo>
                <a:lnTo>
                  <a:pt x="198457" y="824602"/>
                </a:lnTo>
                <a:lnTo>
                  <a:pt x="198750" y="824061"/>
                </a:lnTo>
                <a:lnTo>
                  <a:pt x="199009" y="823500"/>
                </a:lnTo>
                <a:lnTo>
                  <a:pt x="199233" y="822921"/>
                </a:lnTo>
                <a:lnTo>
                  <a:pt x="199418" y="822323"/>
                </a:lnTo>
                <a:lnTo>
                  <a:pt x="199565" y="821710"/>
                </a:lnTo>
                <a:lnTo>
                  <a:pt x="199672" y="821082"/>
                </a:lnTo>
                <a:lnTo>
                  <a:pt x="199737" y="820441"/>
                </a:lnTo>
                <a:lnTo>
                  <a:pt x="199759" y="819788"/>
                </a:lnTo>
                <a:lnTo>
                  <a:pt x="199759" y="795431"/>
                </a:lnTo>
                <a:lnTo>
                  <a:pt x="199737" y="794778"/>
                </a:lnTo>
                <a:lnTo>
                  <a:pt x="199672" y="794137"/>
                </a:lnTo>
                <a:lnTo>
                  <a:pt x="199565" y="793509"/>
                </a:lnTo>
                <a:lnTo>
                  <a:pt x="199418" y="792895"/>
                </a:lnTo>
                <a:lnTo>
                  <a:pt x="199233" y="792298"/>
                </a:lnTo>
                <a:lnTo>
                  <a:pt x="199010" y="791718"/>
                </a:lnTo>
                <a:close/>
                <a:moveTo>
                  <a:pt x="199010" y="864788"/>
                </a:moveTo>
                <a:lnTo>
                  <a:pt x="198750" y="864227"/>
                </a:lnTo>
                <a:lnTo>
                  <a:pt x="198457" y="863686"/>
                </a:lnTo>
                <a:lnTo>
                  <a:pt x="198130" y="863167"/>
                </a:lnTo>
                <a:lnTo>
                  <a:pt x="197772" y="862672"/>
                </a:lnTo>
                <a:lnTo>
                  <a:pt x="197383" y="862201"/>
                </a:lnTo>
                <a:lnTo>
                  <a:pt x="196965" y="861756"/>
                </a:lnTo>
                <a:lnTo>
                  <a:pt x="196520" y="861338"/>
                </a:lnTo>
                <a:lnTo>
                  <a:pt x="196049" y="860949"/>
                </a:lnTo>
                <a:lnTo>
                  <a:pt x="195554" y="860591"/>
                </a:lnTo>
                <a:lnTo>
                  <a:pt x="195035" y="860264"/>
                </a:lnTo>
                <a:lnTo>
                  <a:pt x="194494" y="859970"/>
                </a:lnTo>
                <a:lnTo>
                  <a:pt x="193933" y="859711"/>
                </a:lnTo>
                <a:lnTo>
                  <a:pt x="193354" y="859488"/>
                </a:lnTo>
                <a:lnTo>
                  <a:pt x="192756" y="859303"/>
                </a:lnTo>
                <a:lnTo>
                  <a:pt x="192143" y="859156"/>
                </a:lnTo>
                <a:lnTo>
                  <a:pt x="191515" y="859049"/>
                </a:lnTo>
                <a:lnTo>
                  <a:pt x="190874" y="858984"/>
                </a:lnTo>
                <a:lnTo>
                  <a:pt x="190221" y="858962"/>
                </a:lnTo>
                <a:lnTo>
                  <a:pt x="189567" y="858984"/>
                </a:lnTo>
                <a:lnTo>
                  <a:pt x="188926" y="859049"/>
                </a:lnTo>
                <a:lnTo>
                  <a:pt x="188298" y="859156"/>
                </a:lnTo>
                <a:lnTo>
                  <a:pt x="187685" y="859303"/>
                </a:lnTo>
                <a:lnTo>
                  <a:pt x="187087" y="859488"/>
                </a:lnTo>
                <a:lnTo>
                  <a:pt x="186508" y="859711"/>
                </a:lnTo>
                <a:lnTo>
                  <a:pt x="185947" y="859970"/>
                </a:lnTo>
                <a:lnTo>
                  <a:pt x="185406" y="860264"/>
                </a:lnTo>
                <a:lnTo>
                  <a:pt x="184887" y="860591"/>
                </a:lnTo>
                <a:lnTo>
                  <a:pt x="184392" y="860949"/>
                </a:lnTo>
                <a:lnTo>
                  <a:pt x="183921" y="861338"/>
                </a:lnTo>
                <a:lnTo>
                  <a:pt x="183476" y="861756"/>
                </a:lnTo>
                <a:lnTo>
                  <a:pt x="183058" y="862201"/>
                </a:lnTo>
                <a:lnTo>
                  <a:pt x="182669" y="862672"/>
                </a:lnTo>
                <a:lnTo>
                  <a:pt x="182311" y="863167"/>
                </a:lnTo>
                <a:lnTo>
                  <a:pt x="181984" y="863686"/>
                </a:lnTo>
                <a:lnTo>
                  <a:pt x="181691" y="864227"/>
                </a:lnTo>
                <a:lnTo>
                  <a:pt x="181431" y="864788"/>
                </a:lnTo>
                <a:lnTo>
                  <a:pt x="181208" y="865367"/>
                </a:lnTo>
                <a:lnTo>
                  <a:pt x="181023" y="865965"/>
                </a:lnTo>
                <a:lnTo>
                  <a:pt x="180876" y="866578"/>
                </a:lnTo>
                <a:lnTo>
                  <a:pt x="180769" y="867206"/>
                </a:lnTo>
                <a:lnTo>
                  <a:pt x="180704" y="867847"/>
                </a:lnTo>
                <a:lnTo>
                  <a:pt x="180682" y="868500"/>
                </a:lnTo>
                <a:lnTo>
                  <a:pt x="180682" y="892857"/>
                </a:lnTo>
                <a:lnTo>
                  <a:pt x="180704" y="893510"/>
                </a:lnTo>
                <a:lnTo>
                  <a:pt x="180769" y="894151"/>
                </a:lnTo>
                <a:lnTo>
                  <a:pt x="180876" y="894779"/>
                </a:lnTo>
                <a:lnTo>
                  <a:pt x="181023" y="895393"/>
                </a:lnTo>
                <a:lnTo>
                  <a:pt x="181208" y="895990"/>
                </a:lnTo>
                <a:lnTo>
                  <a:pt x="181431" y="896570"/>
                </a:lnTo>
                <a:lnTo>
                  <a:pt x="181691" y="897131"/>
                </a:lnTo>
                <a:lnTo>
                  <a:pt x="181984" y="897671"/>
                </a:lnTo>
                <a:lnTo>
                  <a:pt x="182311" y="898190"/>
                </a:lnTo>
                <a:lnTo>
                  <a:pt x="182669" y="898686"/>
                </a:lnTo>
                <a:lnTo>
                  <a:pt x="183058" y="899157"/>
                </a:lnTo>
                <a:lnTo>
                  <a:pt x="183476" y="899602"/>
                </a:lnTo>
                <a:lnTo>
                  <a:pt x="183921" y="900019"/>
                </a:lnTo>
                <a:lnTo>
                  <a:pt x="184392" y="900408"/>
                </a:lnTo>
                <a:lnTo>
                  <a:pt x="184887" y="900766"/>
                </a:lnTo>
                <a:lnTo>
                  <a:pt x="185406" y="901093"/>
                </a:lnTo>
                <a:lnTo>
                  <a:pt x="185947" y="901387"/>
                </a:lnTo>
                <a:lnTo>
                  <a:pt x="186508" y="901646"/>
                </a:lnTo>
                <a:lnTo>
                  <a:pt x="187087" y="901869"/>
                </a:lnTo>
                <a:lnTo>
                  <a:pt x="187685" y="902055"/>
                </a:lnTo>
                <a:lnTo>
                  <a:pt x="188298" y="902202"/>
                </a:lnTo>
                <a:lnTo>
                  <a:pt x="188926" y="902308"/>
                </a:lnTo>
                <a:lnTo>
                  <a:pt x="189567" y="902374"/>
                </a:lnTo>
                <a:lnTo>
                  <a:pt x="190220" y="902396"/>
                </a:lnTo>
                <a:lnTo>
                  <a:pt x="190874" y="902374"/>
                </a:lnTo>
                <a:lnTo>
                  <a:pt x="191515" y="902308"/>
                </a:lnTo>
                <a:lnTo>
                  <a:pt x="192143" y="902202"/>
                </a:lnTo>
                <a:lnTo>
                  <a:pt x="192756" y="902055"/>
                </a:lnTo>
                <a:lnTo>
                  <a:pt x="193354" y="901869"/>
                </a:lnTo>
                <a:lnTo>
                  <a:pt x="193933" y="901646"/>
                </a:lnTo>
                <a:lnTo>
                  <a:pt x="194494" y="901387"/>
                </a:lnTo>
                <a:lnTo>
                  <a:pt x="195035" y="901093"/>
                </a:lnTo>
                <a:lnTo>
                  <a:pt x="195554" y="900767"/>
                </a:lnTo>
                <a:lnTo>
                  <a:pt x="196049" y="900408"/>
                </a:lnTo>
                <a:lnTo>
                  <a:pt x="196520" y="900019"/>
                </a:lnTo>
                <a:lnTo>
                  <a:pt x="196965" y="899602"/>
                </a:lnTo>
                <a:lnTo>
                  <a:pt x="197383" y="899157"/>
                </a:lnTo>
                <a:lnTo>
                  <a:pt x="197772" y="898686"/>
                </a:lnTo>
                <a:lnTo>
                  <a:pt x="198130" y="898190"/>
                </a:lnTo>
                <a:lnTo>
                  <a:pt x="198457" y="897671"/>
                </a:lnTo>
                <a:lnTo>
                  <a:pt x="198750" y="897131"/>
                </a:lnTo>
                <a:lnTo>
                  <a:pt x="199010" y="896570"/>
                </a:lnTo>
                <a:lnTo>
                  <a:pt x="199233" y="895990"/>
                </a:lnTo>
                <a:lnTo>
                  <a:pt x="199418" y="895393"/>
                </a:lnTo>
                <a:lnTo>
                  <a:pt x="199565" y="894779"/>
                </a:lnTo>
                <a:lnTo>
                  <a:pt x="199672" y="894151"/>
                </a:lnTo>
                <a:lnTo>
                  <a:pt x="199737" y="893510"/>
                </a:lnTo>
                <a:lnTo>
                  <a:pt x="199759" y="892857"/>
                </a:lnTo>
                <a:lnTo>
                  <a:pt x="199759" y="868500"/>
                </a:lnTo>
                <a:lnTo>
                  <a:pt x="199737" y="867847"/>
                </a:lnTo>
                <a:lnTo>
                  <a:pt x="199672" y="867206"/>
                </a:lnTo>
                <a:lnTo>
                  <a:pt x="199565" y="866578"/>
                </a:lnTo>
                <a:lnTo>
                  <a:pt x="199418" y="865965"/>
                </a:lnTo>
                <a:lnTo>
                  <a:pt x="199233" y="865367"/>
                </a:lnTo>
                <a:lnTo>
                  <a:pt x="199010" y="864788"/>
                </a:lnTo>
                <a:close/>
                <a:moveTo>
                  <a:pt x="376746" y="24656"/>
                </a:moveTo>
                <a:lnTo>
                  <a:pt x="387353" y="9470"/>
                </a:lnTo>
                <a:lnTo>
                  <a:pt x="368897" y="7877"/>
                </a:lnTo>
                <a:lnTo>
                  <a:pt x="368780" y="7627"/>
                </a:lnTo>
                <a:lnTo>
                  <a:pt x="368376" y="7832"/>
                </a:lnTo>
                <a:lnTo>
                  <a:pt x="277617" y="0"/>
                </a:lnTo>
                <a:lnTo>
                  <a:pt x="296909" y="41244"/>
                </a:lnTo>
                <a:lnTo>
                  <a:pt x="296123" y="41612"/>
                </a:lnTo>
                <a:lnTo>
                  <a:pt x="295645" y="41836"/>
                </a:lnTo>
                <a:lnTo>
                  <a:pt x="295168" y="42061"/>
                </a:lnTo>
                <a:lnTo>
                  <a:pt x="294692" y="42288"/>
                </a:lnTo>
                <a:lnTo>
                  <a:pt x="294217" y="42516"/>
                </a:lnTo>
                <a:lnTo>
                  <a:pt x="293742" y="42744"/>
                </a:lnTo>
                <a:lnTo>
                  <a:pt x="293268" y="42975"/>
                </a:lnTo>
                <a:lnTo>
                  <a:pt x="292795" y="43206"/>
                </a:lnTo>
                <a:lnTo>
                  <a:pt x="292323" y="43438"/>
                </a:lnTo>
                <a:lnTo>
                  <a:pt x="291851" y="43672"/>
                </a:lnTo>
                <a:lnTo>
                  <a:pt x="291380" y="43906"/>
                </a:lnTo>
                <a:lnTo>
                  <a:pt x="290910" y="44142"/>
                </a:lnTo>
                <a:lnTo>
                  <a:pt x="290441" y="44379"/>
                </a:lnTo>
                <a:lnTo>
                  <a:pt x="289973" y="44617"/>
                </a:lnTo>
                <a:lnTo>
                  <a:pt x="289505" y="44856"/>
                </a:lnTo>
                <a:lnTo>
                  <a:pt x="289038" y="45097"/>
                </a:lnTo>
                <a:lnTo>
                  <a:pt x="288572" y="45338"/>
                </a:lnTo>
                <a:lnTo>
                  <a:pt x="288107" y="45581"/>
                </a:lnTo>
                <a:lnTo>
                  <a:pt x="287643" y="45824"/>
                </a:lnTo>
                <a:lnTo>
                  <a:pt x="287179" y="46069"/>
                </a:lnTo>
                <a:lnTo>
                  <a:pt x="286716" y="46315"/>
                </a:lnTo>
                <a:lnTo>
                  <a:pt x="286254" y="46562"/>
                </a:lnTo>
                <a:lnTo>
                  <a:pt x="285793" y="46810"/>
                </a:lnTo>
                <a:lnTo>
                  <a:pt x="285333" y="47060"/>
                </a:lnTo>
                <a:lnTo>
                  <a:pt x="284873" y="47310"/>
                </a:lnTo>
                <a:lnTo>
                  <a:pt x="284311" y="47643"/>
                </a:lnTo>
                <a:lnTo>
                  <a:pt x="283779" y="48007"/>
                </a:lnTo>
                <a:lnTo>
                  <a:pt x="283279" y="48402"/>
                </a:lnTo>
                <a:lnTo>
                  <a:pt x="282812" y="48825"/>
                </a:lnTo>
                <a:lnTo>
                  <a:pt x="282377" y="49275"/>
                </a:lnTo>
                <a:lnTo>
                  <a:pt x="281975" y="49749"/>
                </a:lnTo>
                <a:lnTo>
                  <a:pt x="281607" y="50245"/>
                </a:lnTo>
                <a:lnTo>
                  <a:pt x="281274" y="50762"/>
                </a:lnTo>
                <a:lnTo>
                  <a:pt x="280975" y="51298"/>
                </a:lnTo>
                <a:lnTo>
                  <a:pt x="280712" y="51850"/>
                </a:lnTo>
                <a:lnTo>
                  <a:pt x="280485" y="52417"/>
                </a:lnTo>
                <a:lnTo>
                  <a:pt x="280295" y="52997"/>
                </a:lnTo>
                <a:lnTo>
                  <a:pt x="280142" y="53588"/>
                </a:lnTo>
                <a:lnTo>
                  <a:pt x="280027" y="54187"/>
                </a:lnTo>
                <a:lnTo>
                  <a:pt x="279950" y="54794"/>
                </a:lnTo>
                <a:lnTo>
                  <a:pt x="279912" y="55406"/>
                </a:lnTo>
                <a:lnTo>
                  <a:pt x="279914" y="56021"/>
                </a:lnTo>
                <a:lnTo>
                  <a:pt x="279956" y="56638"/>
                </a:lnTo>
                <a:lnTo>
                  <a:pt x="280038" y="57254"/>
                </a:lnTo>
                <a:lnTo>
                  <a:pt x="280161" y="57867"/>
                </a:lnTo>
                <a:lnTo>
                  <a:pt x="280327" y="58475"/>
                </a:lnTo>
                <a:lnTo>
                  <a:pt x="280534" y="59078"/>
                </a:lnTo>
                <a:lnTo>
                  <a:pt x="280785" y="59672"/>
                </a:lnTo>
                <a:lnTo>
                  <a:pt x="281079" y="60255"/>
                </a:lnTo>
                <a:lnTo>
                  <a:pt x="281411" y="60818"/>
                </a:lnTo>
                <a:lnTo>
                  <a:pt x="281776" y="61349"/>
                </a:lnTo>
                <a:lnTo>
                  <a:pt x="282171" y="61849"/>
                </a:lnTo>
                <a:lnTo>
                  <a:pt x="282594" y="62317"/>
                </a:lnTo>
                <a:lnTo>
                  <a:pt x="283044" y="62752"/>
                </a:lnTo>
                <a:lnTo>
                  <a:pt x="283517" y="63154"/>
                </a:lnTo>
                <a:lnTo>
                  <a:pt x="284014" y="63521"/>
                </a:lnTo>
                <a:lnTo>
                  <a:pt x="284531" y="63855"/>
                </a:lnTo>
                <a:lnTo>
                  <a:pt x="285066" y="64153"/>
                </a:lnTo>
                <a:lnTo>
                  <a:pt x="285619" y="64416"/>
                </a:lnTo>
                <a:lnTo>
                  <a:pt x="286186" y="64643"/>
                </a:lnTo>
                <a:lnTo>
                  <a:pt x="286765" y="64833"/>
                </a:lnTo>
                <a:lnTo>
                  <a:pt x="287356" y="64986"/>
                </a:lnTo>
                <a:lnTo>
                  <a:pt x="287956" y="65102"/>
                </a:lnTo>
                <a:lnTo>
                  <a:pt x="288563" y="65178"/>
                </a:lnTo>
                <a:lnTo>
                  <a:pt x="289175" y="65216"/>
                </a:lnTo>
                <a:lnTo>
                  <a:pt x="289790" y="65215"/>
                </a:lnTo>
                <a:lnTo>
                  <a:pt x="290406" y="65173"/>
                </a:lnTo>
                <a:lnTo>
                  <a:pt x="291022" y="65091"/>
                </a:lnTo>
                <a:lnTo>
                  <a:pt x="291635" y="64967"/>
                </a:lnTo>
                <a:lnTo>
                  <a:pt x="292244" y="64802"/>
                </a:lnTo>
                <a:lnTo>
                  <a:pt x="292846" y="64594"/>
                </a:lnTo>
                <a:lnTo>
                  <a:pt x="293440" y="64344"/>
                </a:lnTo>
                <a:lnTo>
                  <a:pt x="294024" y="64050"/>
                </a:lnTo>
                <a:lnTo>
                  <a:pt x="294440" y="63823"/>
                </a:lnTo>
                <a:lnTo>
                  <a:pt x="294856" y="63597"/>
                </a:lnTo>
                <a:lnTo>
                  <a:pt x="295274" y="63373"/>
                </a:lnTo>
                <a:lnTo>
                  <a:pt x="295692" y="63149"/>
                </a:lnTo>
                <a:lnTo>
                  <a:pt x="296111" y="62927"/>
                </a:lnTo>
                <a:lnTo>
                  <a:pt x="296530" y="62705"/>
                </a:lnTo>
                <a:lnTo>
                  <a:pt x="296950" y="62484"/>
                </a:lnTo>
                <a:lnTo>
                  <a:pt x="297371" y="62265"/>
                </a:lnTo>
                <a:lnTo>
                  <a:pt x="297793" y="62046"/>
                </a:lnTo>
                <a:lnTo>
                  <a:pt x="298216" y="61829"/>
                </a:lnTo>
                <a:lnTo>
                  <a:pt x="298639" y="61612"/>
                </a:lnTo>
                <a:lnTo>
                  <a:pt x="299063" y="61397"/>
                </a:lnTo>
                <a:lnTo>
                  <a:pt x="299487" y="61183"/>
                </a:lnTo>
                <a:lnTo>
                  <a:pt x="299913" y="60969"/>
                </a:lnTo>
                <a:lnTo>
                  <a:pt x="300339" y="60757"/>
                </a:lnTo>
                <a:lnTo>
                  <a:pt x="300766" y="60545"/>
                </a:lnTo>
                <a:lnTo>
                  <a:pt x="301193" y="60335"/>
                </a:lnTo>
                <a:lnTo>
                  <a:pt x="301622" y="60126"/>
                </a:lnTo>
                <a:lnTo>
                  <a:pt x="302051" y="59918"/>
                </a:lnTo>
                <a:lnTo>
                  <a:pt x="302480" y="59710"/>
                </a:lnTo>
                <a:lnTo>
                  <a:pt x="302911" y="59504"/>
                </a:lnTo>
                <a:lnTo>
                  <a:pt x="303342" y="59299"/>
                </a:lnTo>
                <a:lnTo>
                  <a:pt x="303774" y="59095"/>
                </a:lnTo>
                <a:lnTo>
                  <a:pt x="304206" y="58892"/>
                </a:lnTo>
                <a:lnTo>
                  <a:pt x="304992" y="58524"/>
                </a:lnTo>
                <a:lnTo>
                  <a:pt x="324284" y="99768"/>
                </a:lnTo>
                <a:lnTo>
                  <a:pt x="376446" y="25085"/>
                </a:lnTo>
                <a:lnTo>
                  <a:pt x="376863" y="24907"/>
                </a:lnTo>
                <a:lnTo>
                  <a:pt x="376746" y="24656"/>
                </a:lnTo>
                <a:close/>
                <a:moveTo>
                  <a:pt x="259344" y="87645"/>
                </a:moveTo>
                <a:lnTo>
                  <a:pt x="259577" y="87072"/>
                </a:lnTo>
                <a:lnTo>
                  <a:pt x="259771" y="86489"/>
                </a:lnTo>
                <a:lnTo>
                  <a:pt x="259926" y="85896"/>
                </a:lnTo>
                <a:lnTo>
                  <a:pt x="260043" y="85295"/>
                </a:lnTo>
                <a:lnTo>
                  <a:pt x="260121" y="84689"/>
                </a:lnTo>
                <a:lnTo>
                  <a:pt x="260161" y="84080"/>
                </a:lnTo>
                <a:lnTo>
                  <a:pt x="260161" y="83470"/>
                </a:lnTo>
                <a:lnTo>
                  <a:pt x="260123" y="82861"/>
                </a:lnTo>
                <a:lnTo>
                  <a:pt x="260046" y="82254"/>
                </a:lnTo>
                <a:lnTo>
                  <a:pt x="259930" y="81652"/>
                </a:lnTo>
                <a:lnTo>
                  <a:pt x="259775" y="81057"/>
                </a:lnTo>
                <a:lnTo>
                  <a:pt x="259581" y="80470"/>
                </a:lnTo>
                <a:lnTo>
                  <a:pt x="259348" y="79894"/>
                </a:lnTo>
                <a:lnTo>
                  <a:pt x="259075" y="79331"/>
                </a:lnTo>
                <a:lnTo>
                  <a:pt x="258763" y="78783"/>
                </a:lnTo>
                <a:lnTo>
                  <a:pt x="258412" y="78252"/>
                </a:lnTo>
                <a:lnTo>
                  <a:pt x="258021" y="77739"/>
                </a:lnTo>
                <a:lnTo>
                  <a:pt x="257591" y="77247"/>
                </a:lnTo>
                <a:lnTo>
                  <a:pt x="257128" y="76786"/>
                </a:lnTo>
                <a:lnTo>
                  <a:pt x="256642" y="76362"/>
                </a:lnTo>
                <a:lnTo>
                  <a:pt x="256135" y="75976"/>
                </a:lnTo>
                <a:lnTo>
                  <a:pt x="255609" y="75629"/>
                </a:lnTo>
                <a:lnTo>
                  <a:pt x="255065" y="75320"/>
                </a:lnTo>
                <a:lnTo>
                  <a:pt x="254506" y="75049"/>
                </a:lnTo>
                <a:lnTo>
                  <a:pt x="253933" y="74817"/>
                </a:lnTo>
                <a:lnTo>
                  <a:pt x="253350" y="74623"/>
                </a:lnTo>
                <a:lnTo>
                  <a:pt x="252757" y="74467"/>
                </a:lnTo>
                <a:lnTo>
                  <a:pt x="252156" y="74350"/>
                </a:lnTo>
                <a:lnTo>
                  <a:pt x="251550" y="74272"/>
                </a:lnTo>
                <a:lnTo>
                  <a:pt x="250941" y="74233"/>
                </a:lnTo>
                <a:lnTo>
                  <a:pt x="250331" y="74232"/>
                </a:lnTo>
                <a:lnTo>
                  <a:pt x="249722" y="74270"/>
                </a:lnTo>
                <a:lnTo>
                  <a:pt x="249115" y="74347"/>
                </a:lnTo>
                <a:lnTo>
                  <a:pt x="248513" y="74463"/>
                </a:lnTo>
                <a:lnTo>
                  <a:pt x="247918" y="74618"/>
                </a:lnTo>
                <a:lnTo>
                  <a:pt x="247331" y="74813"/>
                </a:lnTo>
                <a:lnTo>
                  <a:pt x="246755" y="75046"/>
                </a:lnTo>
                <a:lnTo>
                  <a:pt x="246192" y="75319"/>
                </a:lnTo>
                <a:lnTo>
                  <a:pt x="245644" y="75631"/>
                </a:lnTo>
                <a:lnTo>
                  <a:pt x="245113" y="75982"/>
                </a:lnTo>
                <a:lnTo>
                  <a:pt x="244600" y="76373"/>
                </a:lnTo>
                <a:lnTo>
                  <a:pt x="244108" y="76803"/>
                </a:lnTo>
                <a:lnTo>
                  <a:pt x="243341" y="77525"/>
                </a:lnTo>
                <a:lnTo>
                  <a:pt x="242577" y="78252"/>
                </a:lnTo>
                <a:lnTo>
                  <a:pt x="241818" y="78982"/>
                </a:lnTo>
                <a:lnTo>
                  <a:pt x="241062" y="79715"/>
                </a:lnTo>
                <a:lnTo>
                  <a:pt x="240311" y="80453"/>
                </a:lnTo>
                <a:lnTo>
                  <a:pt x="239564" y="81194"/>
                </a:lnTo>
                <a:lnTo>
                  <a:pt x="238821" y="81939"/>
                </a:lnTo>
                <a:lnTo>
                  <a:pt x="238082" y="82688"/>
                </a:lnTo>
                <a:lnTo>
                  <a:pt x="237347" y="83440"/>
                </a:lnTo>
                <a:lnTo>
                  <a:pt x="236616" y="84196"/>
                </a:lnTo>
                <a:lnTo>
                  <a:pt x="235890" y="84956"/>
                </a:lnTo>
                <a:lnTo>
                  <a:pt x="235167" y="85719"/>
                </a:lnTo>
                <a:lnTo>
                  <a:pt x="234449" y="86486"/>
                </a:lnTo>
                <a:lnTo>
                  <a:pt x="233735" y="87256"/>
                </a:lnTo>
                <a:lnTo>
                  <a:pt x="233025" y="88031"/>
                </a:lnTo>
                <a:lnTo>
                  <a:pt x="232319" y="88808"/>
                </a:lnTo>
                <a:lnTo>
                  <a:pt x="231618" y="89589"/>
                </a:lnTo>
                <a:lnTo>
                  <a:pt x="230921" y="90374"/>
                </a:lnTo>
                <a:lnTo>
                  <a:pt x="230228" y="91162"/>
                </a:lnTo>
                <a:lnTo>
                  <a:pt x="229539" y="91954"/>
                </a:lnTo>
                <a:lnTo>
                  <a:pt x="228855" y="92749"/>
                </a:lnTo>
                <a:lnTo>
                  <a:pt x="228175" y="93547"/>
                </a:lnTo>
                <a:lnTo>
                  <a:pt x="227499" y="94349"/>
                </a:lnTo>
                <a:lnTo>
                  <a:pt x="226828" y="95154"/>
                </a:lnTo>
                <a:lnTo>
                  <a:pt x="226428" y="95671"/>
                </a:lnTo>
                <a:lnTo>
                  <a:pt x="226068" y="96206"/>
                </a:lnTo>
                <a:lnTo>
                  <a:pt x="225750" y="96758"/>
                </a:lnTo>
                <a:lnTo>
                  <a:pt x="225471" y="97324"/>
                </a:lnTo>
                <a:lnTo>
                  <a:pt x="225233" y="97902"/>
                </a:lnTo>
                <a:lnTo>
                  <a:pt x="225035" y="98491"/>
                </a:lnTo>
                <a:lnTo>
                  <a:pt x="224876" y="99088"/>
                </a:lnTo>
                <a:lnTo>
                  <a:pt x="224757" y="99692"/>
                </a:lnTo>
                <a:lnTo>
                  <a:pt x="224677" y="100300"/>
                </a:lnTo>
                <a:lnTo>
                  <a:pt x="224637" y="100910"/>
                </a:lnTo>
                <a:lnTo>
                  <a:pt x="224635" y="101521"/>
                </a:lnTo>
                <a:lnTo>
                  <a:pt x="224672" y="102130"/>
                </a:lnTo>
                <a:lnTo>
                  <a:pt x="224748" y="102735"/>
                </a:lnTo>
                <a:lnTo>
                  <a:pt x="224863" y="103335"/>
                </a:lnTo>
                <a:lnTo>
                  <a:pt x="225015" y="103927"/>
                </a:lnTo>
                <a:lnTo>
                  <a:pt x="225206" y="104510"/>
                </a:lnTo>
                <a:lnTo>
                  <a:pt x="225435" y="105081"/>
                </a:lnTo>
                <a:lnTo>
                  <a:pt x="225701" y="105639"/>
                </a:lnTo>
                <a:lnTo>
                  <a:pt x="226005" y="106181"/>
                </a:lnTo>
                <a:lnTo>
                  <a:pt x="226346" y="106705"/>
                </a:lnTo>
                <a:lnTo>
                  <a:pt x="226725" y="107210"/>
                </a:lnTo>
                <a:lnTo>
                  <a:pt x="227140" y="107693"/>
                </a:lnTo>
                <a:lnTo>
                  <a:pt x="227592" y="108152"/>
                </a:lnTo>
                <a:lnTo>
                  <a:pt x="228081" y="108586"/>
                </a:lnTo>
                <a:lnTo>
                  <a:pt x="228597" y="108986"/>
                </a:lnTo>
                <a:lnTo>
                  <a:pt x="229132" y="109345"/>
                </a:lnTo>
                <a:lnTo>
                  <a:pt x="229684" y="109664"/>
                </a:lnTo>
                <a:lnTo>
                  <a:pt x="230250" y="109942"/>
                </a:lnTo>
                <a:lnTo>
                  <a:pt x="230828" y="110181"/>
                </a:lnTo>
                <a:lnTo>
                  <a:pt x="231417" y="110379"/>
                </a:lnTo>
                <a:lnTo>
                  <a:pt x="232014" y="110538"/>
                </a:lnTo>
                <a:lnTo>
                  <a:pt x="232618" y="110657"/>
                </a:lnTo>
                <a:lnTo>
                  <a:pt x="233226" y="110737"/>
                </a:lnTo>
                <a:lnTo>
                  <a:pt x="233836" y="110777"/>
                </a:lnTo>
                <a:lnTo>
                  <a:pt x="234447" y="110779"/>
                </a:lnTo>
                <a:lnTo>
                  <a:pt x="235056" y="110741"/>
                </a:lnTo>
                <a:lnTo>
                  <a:pt x="235661" y="110665"/>
                </a:lnTo>
                <a:lnTo>
                  <a:pt x="236261" y="110551"/>
                </a:lnTo>
                <a:lnTo>
                  <a:pt x="236853" y="110398"/>
                </a:lnTo>
                <a:lnTo>
                  <a:pt x="237436" y="110207"/>
                </a:lnTo>
                <a:lnTo>
                  <a:pt x="238007" y="109979"/>
                </a:lnTo>
                <a:lnTo>
                  <a:pt x="238565" y="109712"/>
                </a:lnTo>
                <a:lnTo>
                  <a:pt x="239107" y="109409"/>
                </a:lnTo>
                <a:lnTo>
                  <a:pt x="239631" y="109067"/>
                </a:lnTo>
                <a:lnTo>
                  <a:pt x="240136" y="108689"/>
                </a:lnTo>
                <a:lnTo>
                  <a:pt x="240619" y="108274"/>
                </a:lnTo>
                <a:lnTo>
                  <a:pt x="241078" y="107822"/>
                </a:lnTo>
                <a:lnTo>
                  <a:pt x="241512" y="107333"/>
                </a:lnTo>
                <a:lnTo>
                  <a:pt x="242120" y="106604"/>
                </a:lnTo>
                <a:lnTo>
                  <a:pt x="242731" y="105879"/>
                </a:lnTo>
                <a:lnTo>
                  <a:pt x="243346" y="105156"/>
                </a:lnTo>
                <a:lnTo>
                  <a:pt x="243966" y="104437"/>
                </a:lnTo>
                <a:lnTo>
                  <a:pt x="244589" y="103721"/>
                </a:lnTo>
                <a:lnTo>
                  <a:pt x="245216" y="103008"/>
                </a:lnTo>
                <a:lnTo>
                  <a:pt x="245846" y="102298"/>
                </a:lnTo>
                <a:lnTo>
                  <a:pt x="246481" y="101591"/>
                </a:lnTo>
                <a:lnTo>
                  <a:pt x="247119" y="100887"/>
                </a:lnTo>
                <a:lnTo>
                  <a:pt x="247762" y="100187"/>
                </a:lnTo>
                <a:lnTo>
                  <a:pt x="248408" y="99490"/>
                </a:lnTo>
                <a:lnTo>
                  <a:pt x="249057" y="98796"/>
                </a:lnTo>
                <a:lnTo>
                  <a:pt x="249711" y="98105"/>
                </a:lnTo>
                <a:lnTo>
                  <a:pt x="250368" y="97418"/>
                </a:lnTo>
                <a:lnTo>
                  <a:pt x="251029" y="96734"/>
                </a:lnTo>
                <a:lnTo>
                  <a:pt x="251694" y="96054"/>
                </a:lnTo>
                <a:lnTo>
                  <a:pt x="252363" y="95376"/>
                </a:lnTo>
                <a:lnTo>
                  <a:pt x="253035" y="94702"/>
                </a:lnTo>
                <a:lnTo>
                  <a:pt x="253711" y="94032"/>
                </a:lnTo>
                <a:lnTo>
                  <a:pt x="254391" y="93364"/>
                </a:lnTo>
                <a:lnTo>
                  <a:pt x="255074" y="92701"/>
                </a:lnTo>
                <a:lnTo>
                  <a:pt x="255761" y="92040"/>
                </a:lnTo>
                <a:lnTo>
                  <a:pt x="256452" y="91383"/>
                </a:lnTo>
                <a:lnTo>
                  <a:pt x="257146" y="90730"/>
                </a:lnTo>
                <a:lnTo>
                  <a:pt x="257608" y="90267"/>
                </a:lnTo>
                <a:lnTo>
                  <a:pt x="258032" y="89781"/>
                </a:lnTo>
                <a:lnTo>
                  <a:pt x="258417" y="89274"/>
                </a:lnTo>
                <a:lnTo>
                  <a:pt x="258765" y="88748"/>
                </a:lnTo>
                <a:lnTo>
                  <a:pt x="259074" y="88204"/>
                </a:lnTo>
                <a:lnTo>
                  <a:pt x="259344" y="87645"/>
                </a:lnTo>
                <a:close/>
                <a:moveTo>
                  <a:pt x="217981" y="142065"/>
                </a:moveTo>
                <a:lnTo>
                  <a:pt x="217986" y="141447"/>
                </a:lnTo>
                <a:lnTo>
                  <a:pt x="217951" y="140833"/>
                </a:lnTo>
                <a:lnTo>
                  <a:pt x="217877" y="140224"/>
                </a:lnTo>
                <a:lnTo>
                  <a:pt x="217764" y="139623"/>
                </a:lnTo>
                <a:lnTo>
                  <a:pt x="217614" y="139031"/>
                </a:lnTo>
                <a:lnTo>
                  <a:pt x="217426" y="138450"/>
                </a:lnTo>
                <a:lnTo>
                  <a:pt x="217202" y="137883"/>
                </a:lnTo>
                <a:lnTo>
                  <a:pt x="216942" y="137330"/>
                </a:lnTo>
                <a:lnTo>
                  <a:pt x="216646" y="136795"/>
                </a:lnTo>
                <a:lnTo>
                  <a:pt x="216317" y="136278"/>
                </a:lnTo>
                <a:lnTo>
                  <a:pt x="215953" y="135782"/>
                </a:lnTo>
                <a:lnTo>
                  <a:pt x="215556" y="135308"/>
                </a:lnTo>
                <a:lnTo>
                  <a:pt x="215127" y="134859"/>
                </a:lnTo>
                <a:lnTo>
                  <a:pt x="214666" y="134436"/>
                </a:lnTo>
                <a:lnTo>
                  <a:pt x="214174" y="134041"/>
                </a:lnTo>
                <a:lnTo>
                  <a:pt x="213652" y="133677"/>
                </a:lnTo>
                <a:lnTo>
                  <a:pt x="213100" y="133344"/>
                </a:lnTo>
                <a:lnTo>
                  <a:pt x="212518" y="133045"/>
                </a:lnTo>
                <a:lnTo>
                  <a:pt x="211918" y="132787"/>
                </a:lnTo>
                <a:lnTo>
                  <a:pt x="211311" y="132572"/>
                </a:lnTo>
                <a:lnTo>
                  <a:pt x="210697" y="132400"/>
                </a:lnTo>
                <a:lnTo>
                  <a:pt x="210080" y="132271"/>
                </a:lnTo>
                <a:lnTo>
                  <a:pt x="209460" y="132185"/>
                </a:lnTo>
                <a:lnTo>
                  <a:pt x="208841" y="132139"/>
                </a:lnTo>
                <a:lnTo>
                  <a:pt x="208223" y="132134"/>
                </a:lnTo>
                <a:lnTo>
                  <a:pt x="207609" y="132169"/>
                </a:lnTo>
                <a:lnTo>
                  <a:pt x="207000" y="132243"/>
                </a:lnTo>
                <a:lnTo>
                  <a:pt x="206399" y="132356"/>
                </a:lnTo>
                <a:lnTo>
                  <a:pt x="205807" y="132506"/>
                </a:lnTo>
                <a:lnTo>
                  <a:pt x="205226" y="132694"/>
                </a:lnTo>
                <a:lnTo>
                  <a:pt x="204659" y="132918"/>
                </a:lnTo>
                <a:lnTo>
                  <a:pt x="204106" y="133178"/>
                </a:lnTo>
                <a:lnTo>
                  <a:pt x="203571" y="133473"/>
                </a:lnTo>
                <a:lnTo>
                  <a:pt x="203054" y="133803"/>
                </a:lnTo>
                <a:lnTo>
                  <a:pt x="202557" y="134167"/>
                </a:lnTo>
                <a:lnTo>
                  <a:pt x="202084" y="134564"/>
                </a:lnTo>
                <a:lnTo>
                  <a:pt x="201635" y="134993"/>
                </a:lnTo>
                <a:lnTo>
                  <a:pt x="201212" y="135454"/>
                </a:lnTo>
                <a:lnTo>
                  <a:pt x="200817" y="135946"/>
                </a:lnTo>
                <a:lnTo>
                  <a:pt x="200453" y="136468"/>
                </a:lnTo>
                <a:lnTo>
                  <a:pt x="200120" y="137020"/>
                </a:lnTo>
                <a:lnTo>
                  <a:pt x="199821" y="137601"/>
                </a:lnTo>
                <a:lnTo>
                  <a:pt x="199376" y="138551"/>
                </a:lnTo>
                <a:lnTo>
                  <a:pt x="198936" y="139503"/>
                </a:lnTo>
                <a:lnTo>
                  <a:pt x="198501" y="140457"/>
                </a:lnTo>
                <a:lnTo>
                  <a:pt x="198071" y="141414"/>
                </a:lnTo>
                <a:lnTo>
                  <a:pt x="197646" y="142373"/>
                </a:lnTo>
                <a:lnTo>
                  <a:pt x="197225" y="143335"/>
                </a:lnTo>
                <a:lnTo>
                  <a:pt x="196810" y="144299"/>
                </a:lnTo>
                <a:lnTo>
                  <a:pt x="196400" y="145265"/>
                </a:lnTo>
                <a:lnTo>
                  <a:pt x="195994" y="146233"/>
                </a:lnTo>
                <a:lnTo>
                  <a:pt x="195594" y="147204"/>
                </a:lnTo>
                <a:lnTo>
                  <a:pt x="195198" y="148178"/>
                </a:lnTo>
                <a:lnTo>
                  <a:pt x="194808" y="149153"/>
                </a:lnTo>
                <a:lnTo>
                  <a:pt x="194423" y="150131"/>
                </a:lnTo>
                <a:lnTo>
                  <a:pt x="194042" y="151111"/>
                </a:lnTo>
                <a:lnTo>
                  <a:pt x="193667" y="152093"/>
                </a:lnTo>
                <a:lnTo>
                  <a:pt x="193297" y="153077"/>
                </a:lnTo>
                <a:lnTo>
                  <a:pt x="192932" y="154064"/>
                </a:lnTo>
                <a:lnTo>
                  <a:pt x="192572" y="155053"/>
                </a:lnTo>
                <a:lnTo>
                  <a:pt x="192217" y="156044"/>
                </a:lnTo>
                <a:lnTo>
                  <a:pt x="191867" y="157037"/>
                </a:lnTo>
                <a:lnTo>
                  <a:pt x="191523" y="158032"/>
                </a:lnTo>
                <a:lnTo>
                  <a:pt x="191183" y="159029"/>
                </a:lnTo>
                <a:lnTo>
                  <a:pt x="190849" y="160028"/>
                </a:lnTo>
                <a:lnTo>
                  <a:pt x="190520" y="161030"/>
                </a:lnTo>
                <a:lnTo>
                  <a:pt x="190339" y="161658"/>
                </a:lnTo>
                <a:lnTo>
                  <a:pt x="190202" y="162287"/>
                </a:lnTo>
                <a:lnTo>
                  <a:pt x="190109" y="162918"/>
                </a:lnTo>
                <a:lnTo>
                  <a:pt x="190058" y="163546"/>
                </a:lnTo>
                <a:lnTo>
                  <a:pt x="190050" y="164172"/>
                </a:lnTo>
                <a:lnTo>
                  <a:pt x="190083" y="164792"/>
                </a:lnTo>
                <a:lnTo>
                  <a:pt x="190155" y="165406"/>
                </a:lnTo>
                <a:lnTo>
                  <a:pt x="190267" y="166011"/>
                </a:lnTo>
                <a:lnTo>
                  <a:pt x="190417" y="166605"/>
                </a:lnTo>
                <a:lnTo>
                  <a:pt x="190604" y="167187"/>
                </a:lnTo>
                <a:lnTo>
                  <a:pt x="190828" y="167756"/>
                </a:lnTo>
                <a:lnTo>
                  <a:pt x="191087" y="168308"/>
                </a:lnTo>
                <a:lnTo>
                  <a:pt x="191381" y="168843"/>
                </a:lnTo>
                <a:lnTo>
                  <a:pt x="191708" y="169359"/>
                </a:lnTo>
                <a:lnTo>
                  <a:pt x="192069" y="169853"/>
                </a:lnTo>
                <a:lnTo>
                  <a:pt x="192461" y="170324"/>
                </a:lnTo>
                <a:lnTo>
                  <a:pt x="192884" y="170771"/>
                </a:lnTo>
                <a:lnTo>
                  <a:pt x="193337" y="171191"/>
                </a:lnTo>
                <a:lnTo>
                  <a:pt x="193819" y="171583"/>
                </a:lnTo>
                <a:lnTo>
                  <a:pt x="194329" y="171944"/>
                </a:lnTo>
                <a:lnTo>
                  <a:pt x="194867" y="172274"/>
                </a:lnTo>
                <a:lnTo>
                  <a:pt x="195431" y="172570"/>
                </a:lnTo>
                <a:lnTo>
                  <a:pt x="196021" y="172831"/>
                </a:lnTo>
                <a:lnTo>
                  <a:pt x="196635" y="173054"/>
                </a:lnTo>
                <a:lnTo>
                  <a:pt x="197263" y="173235"/>
                </a:lnTo>
                <a:lnTo>
                  <a:pt x="197892" y="173372"/>
                </a:lnTo>
                <a:lnTo>
                  <a:pt x="198523" y="173465"/>
                </a:lnTo>
                <a:lnTo>
                  <a:pt x="199151" y="173515"/>
                </a:lnTo>
                <a:lnTo>
                  <a:pt x="199777" y="173524"/>
                </a:lnTo>
                <a:lnTo>
                  <a:pt x="200397" y="173491"/>
                </a:lnTo>
                <a:lnTo>
                  <a:pt x="201011" y="173419"/>
                </a:lnTo>
                <a:lnTo>
                  <a:pt x="201616" y="173307"/>
                </a:lnTo>
                <a:lnTo>
                  <a:pt x="202210" y="173157"/>
                </a:lnTo>
                <a:lnTo>
                  <a:pt x="202793" y="172970"/>
                </a:lnTo>
                <a:lnTo>
                  <a:pt x="203361" y="172746"/>
                </a:lnTo>
                <a:lnTo>
                  <a:pt x="203913" y="172487"/>
                </a:lnTo>
                <a:lnTo>
                  <a:pt x="204448" y="172193"/>
                </a:lnTo>
                <a:lnTo>
                  <a:pt x="204964" y="171865"/>
                </a:lnTo>
                <a:lnTo>
                  <a:pt x="205458" y="171505"/>
                </a:lnTo>
                <a:lnTo>
                  <a:pt x="205929" y="171113"/>
                </a:lnTo>
                <a:lnTo>
                  <a:pt x="206376" y="170690"/>
                </a:lnTo>
                <a:lnTo>
                  <a:pt x="206796" y="170237"/>
                </a:lnTo>
                <a:lnTo>
                  <a:pt x="207188" y="169755"/>
                </a:lnTo>
                <a:lnTo>
                  <a:pt x="207550" y="169244"/>
                </a:lnTo>
                <a:lnTo>
                  <a:pt x="207879" y="168707"/>
                </a:lnTo>
                <a:lnTo>
                  <a:pt x="208175" y="168143"/>
                </a:lnTo>
                <a:lnTo>
                  <a:pt x="208436" y="167553"/>
                </a:lnTo>
                <a:lnTo>
                  <a:pt x="208659" y="166939"/>
                </a:lnTo>
                <a:lnTo>
                  <a:pt x="208957" y="166033"/>
                </a:lnTo>
                <a:lnTo>
                  <a:pt x="209259" y="165129"/>
                </a:lnTo>
                <a:lnTo>
                  <a:pt x="209566" y="164227"/>
                </a:lnTo>
                <a:lnTo>
                  <a:pt x="209878" y="163327"/>
                </a:lnTo>
                <a:lnTo>
                  <a:pt x="210194" y="162428"/>
                </a:lnTo>
                <a:lnTo>
                  <a:pt x="210515" y="161532"/>
                </a:lnTo>
                <a:lnTo>
                  <a:pt x="210841" y="160637"/>
                </a:lnTo>
                <a:lnTo>
                  <a:pt x="211171" y="159745"/>
                </a:lnTo>
                <a:lnTo>
                  <a:pt x="211506" y="158854"/>
                </a:lnTo>
                <a:lnTo>
                  <a:pt x="211846" y="157966"/>
                </a:lnTo>
                <a:lnTo>
                  <a:pt x="212190" y="157079"/>
                </a:lnTo>
                <a:lnTo>
                  <a:pt x="212538" y="156194"/>
                </a:lnTo>
                <a:lnTo>
                  <a:pt x="212892" y="155312"/>
                </a:lnTo>
                <a:lnTo>
                  <a:pt x="213249" y="154431"/>
                </a:lnTo>
                <a:lnTo>
                  <a:pt x="213612" y="153553"/>
                </a:lnTo>
                <a:lnTo>
                  <a:pt x="213978" y="152676"/>
                </a:lnTo>
                <a:lnTo>
                  <a:pt x="214350" y="151802"/>
                </a:lnTo>
                <a:lnTo>
                  <a:pt x="214725" y="150930"/>
                </a:lnTo>
                <a:lnTo>
                  <a:pt x="215106" y="150060"/>
                </a:lnTo>
                <a:lnTo>
                  <a:pt x="215491" y="149192"/>
                </a:lnTo>
                <a:lnTo>
                  <a:pt x="215880" y="148326"/>
                </a:lnTo>
                <a:lnTo>
                  <a:pt x="216274" y="147463"/>
                </a:lnTo>
                <a:lnTo>
                  <a:pt x="216672" y="146602"/>
                </a:lnTo>
                <a:lnTo>
                  <a:pt x="217074" y="145743"/>
                </a:lnTo>
                <a:lnTo>
                  <a:pt x="217333" y="145143"/>
                </a:lnTo>
                <a:lnTo>
                  <a:pt x="217548" y="144535"/>
                </a:lnTo>
                <a:lnTo>
                  <a:pt x="217720" y="143921"/>
                </a:lnTo>
                <a:lnTo>
                  <a:pt x="217848" y="143304"/>
                </a:lnTo>
                <a:lnTo>
                  <a:pt x="217935" y="142684"/>
                </a:lnTo>
                <a:lnTo>
                  <a:pt x="217981" y="1420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ACF701-7C53-440E-BB34-8D9A52BB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5614" y="2284885"/>
            <a:ext cx="19078" cy="416522"/>
          </a:xfrm>
          <a:custGeom xmlns:a="http://schemas.openxmlformats.org/drawingml/2006/main">
            <a:pathLst>
              <a:path w="19078" h="416522">
                <a:moveTo>
                  <a:pt x="19077" y="9539"/>
                </a:moveTo>
                <a:cubicBezTo>
                  <a:pt x="19077" y="4271"/>
                  <a:pt x="14807" y="0"/>
                  <a:pt x="9539" y="0"/>
                </a:cubicBezTo>
                <a:cubicBezTo>
                  <a:pt x="4271" y="0"/>
                  <a:pt x="0" y="4271"/>
                  <a:pt x="0" y="9539"/>
                </a:cubicBezTo>
                <a:lnTo>
                  <a:pt x="19077" y="9539"/>
                </a:lnTo>
                <a:close/>
                <a:moveTo>
                  <a:pt x="0" y="406983"/>
                </a:moveTo>
                <a:cubicBezTo>
                  <a:pt x="0" y="412251"/>
                  <a:pt x="4271" y="416522"/>
                  <a:pt x="9539" y="416522"/>
                </a:cubicBezTo>
                <a:cubicBezTo>
                  <a:pt x="14807" y="416522"/>
                  <a:pt x="19078" y="412251"/>
                  <a:pt x="19078" y="406983"/>
                </a:cubicBezTo>
                <a:lnTo>
                  <a:pt x="0" y="406983"/>
                </a:lnTo>
                <a:close/>
                <a:moveTo>
                  <a:pt x="0" y="9539"/>
                </a:moveTo>
                <a:lnTo>
                  <a:pt x="0" y="406983"/>
                </a:lnTo>
                <a:lnTo>
                  <a:pt x="19078" y="406983"/>
                </a:lnTo>
                <a:lnTo>
                  <a:pt x="19077" y="9539"/>
                </a:lnTo>
                <a:lnTo>
                  <a:pt x="0" y="95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246476-AEB0-4936-BB13-52BFEDCA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8489" y="2066713"/>
            <a:ext cx="481107" cy="161636"/>
          </a:xfrm>
          <a:custGeom xmlns:a="http://schemas.openxmlformats.org/drawingml/2006/main">
            <a:pathLst>
              <a:path w="481107" h="161636">
                <a:moveTo>
                  <a:pt x="0" y="119606"/>
                </a:moveTo>
                <a:close/>
                <a:moveTo>
                  <a:pt x="42551" y="124152"/>
                </a:moveTo>
                <a:cubicBezTo>
                  <a:pt x="29933" y="124152"/>
                  <a:pt x="19996" y="121345"/>
                  <a:pt x="12743" y="115731"/>
                </a:cubicBezTo>
                <a:cubicBezTo>
                  <a:pt x="6632" y="111061"/>
                  <a:pt x="3577" y="105671"/>
                  <a:pt x="3577" y="99560"/>
                </a:cubicBezTo>
                <a:cubicBezTo>
                  <a:pt x="3577" y="96430"/>
                  <a:pt x="4521" y="93847"/>
                  <a:pt x="6409" y="91810"/>
                </a:cubicBezTo>
                <a:cubicBezTo>
                  <a:pt x="8297" y="89723"/>
                  <a:pt x="10905" y="88680"/>
                  <a:pt x="14233" y="88680"/>
                </a:cubicBezTo>
                <a:cubicBezTo>
                  <a:pt x="18705" y="88680"/>
                  <a:pt x="21984" y="90965"/>
                  <a:pt x="24070" y="95536"/>
                </a:cubicBezTo>
                <a:cubicBezTo>
                  <a:pt x="26902" y="101646"/>
                  <a:pt x="33311" y="104702"/>
                  <a:pt x="43297" y="104702"/>
                </a:cubicBezTo>
                <a:cubicBezTo>
                  <a:pt x="51842" y="104702"/>
                  <a:pt x="60113" y="102839"/>
                  <a:pt x="68112" y="99113"/>
                </a:cubicBezTo>
                <a:cubicBezTo>
                  <a:pt x="76409" y="95287"/>
                  <a:pt x="80557" y="91089"/>
                  <a:pt x="80557" y="86519"/>
                </a:cubicBezTo>
                <a:cubicBezTo>
                  <a:pt x="80557" y="80259"/>
                  <a:pt x="77974" y="76135"/>
                  <a:pt x="72807" y="74148"/>
                </a:cubicBezTo>
                <a:cubicBezTo>
                  <a:pt x="69131" y="72708"/>
                  <a:pt x="61753" y="71863"/>
                  <a:pt x="50674" y="71615"/>
                </a:cubicBezTo>
                <a:cubicBezTo>
                  <a:pt x="42079" y="71416"/>
                  <a:pt x="34379" y="69801"/>
                  <a:pt x="27573" y="66771"/>
                </a:cubicBezTo>
                <a:cubicBezTo>
                  <a:pt x="18382" y="62647"/>
                  <a:pt x="13861" y="56735"/>
                  <a:pt x="14010" y="49035"/>
                </a:cubicBezTo>
                <a:cubicBezTo>
                  <a:pt x="14159" y="39347"/>
                  <a:pt x="19326" y="30479"/>
                  <a:pt x="29510" y="22431"/>
                </a:cubicBezTo>
                <a:cubicBezTo>
                  <a:pt x="39695" y="14333"/>
                  <a:pt x="50923" y="10284"/>
                  <a:pt x="63194" y="10284"/>
                </a:cubicBezTo>
                <a:cubicBezTo>
                  <a:pt x="68062" y="10284"/>
                  <a:pt x="74074" y="11402"/>
                  <a:pt x="81228" y="13637"/>
                </a:cubicBezTo>
                <a:cubicBezTo>
                  <a:pt x="90121" y="16419"/>
                  <a:pt x="94567" y="19624"/>
                  <a:pt x="94567" y="23251"/>
                </a:cubicBezTo>
                <a:cubicBezTo>
                  <a:pt x="94567" y="25834"/>
                  <a:pt x="93673" y="28119"/>
                  <a:pt x="91884" y="30106"/>
                </a:cubicBezTo>
                <a:cubicBezTo>
                  <a:pt x="89897" y="32342"/>
                  <a:pt x="87338" y="33460"/>
                  <a:pt x="84209" y="33460"/>
                </a:cubicBezTo>
                <a:cubicBezTo>
                  <a:pt x="81874" y="33460"/>
                  <a:pt x="78371" y="32963"/>
                  <a:pt x="73701" y="31969"/>
                </a:cubicBezTo>
                <a:cubicBezTo>
                  <a:pt x="69081" y="30976"/>
                  <a:pt x="65578" y="30479"/>
                  <a:pt x="63194" y="30479"/>
                </a:cubicBezTo>
                <a:cubicBezTo>
                  <a:pt x="56785" y="30529"/>
                  <a:pt x="50699" y="32069"/>
                  <a:pt x="44936" y="35099"/>
                </a:cubicBezTo>
                <a:cubicBezTo>
                  <a:pt x="38974" y="38180"/>
                  <a:pt x="35994" y="41533"/>
                  <a:pt x="35994" y="45160"/>
                </a:cubicBezTo>
                <a:cubicBezTo>
                  <a:pt x="35994" y="47048"/>
                  <a:pt x="36888" y="48612"/>
                  <a:pt x="38676" y="49854"/>
                </a:cubicBezTo>
                <a:cubicBezTo>
                  <a:pt x="40514" y="51047"/>
                  <a:pt x="43247" y="51891"/>
                  <a:pt x="46874" y="52388"/>
                </a:cubicBezTo>
                <a:cubicBezTo>
                  <a:pt x="53233" y="52736"/>
                  <a:pt x="59567" y="53084"/>
                  <a:pt x="65876" y="53431"/>
                </a:cubicBezTo>
                <a:cubicBezTo>
                  <a:pt x="76906" y="54276"/>
                  <a:pt x="85624" y="57381"/>
                  <a:pt x="92033" y="62747"/>
                </a:cubicBezTo>
                <a:cubicBezTo>
                  <a:pt x="99088" y="68708"/>
                  <a:pt x="102615" y="76955"/>
                  <a:pt x="102615" y="87487"/>
                </a:cubicBezTo>
                <a:cubicBezTo>
                  <a:pt x="102615" y="100305"/>
                  <a:pt x="95312" y="110018"/>
                  <a:pt x="80706" y="116625"/>
                </a:cubicBezTo>
                <a:cubicBezTo>
                  <a:pt x="69578" y="121643"/>
                  <a:pt x="56859" y="124152"/>
                  <a:pt x="42551" y="124152"/>
                </a:cubicBezTo>
                <a:close/>
                <a:moveTo>
                  <a:pt x="105820" y="119606"/>
                </a:moveTo>
                <a:close/>
                <a:moveTo>
                  <a:pt x="136373" y="108651"/>
                </a:moveTo>
                <a:cubicBezTo>
                  <a:pt x="136373" y="118091"/>
                  <a:pt x="132945" y="122810"/>
                  <a:pt x="126089" y="122810"/>
                </a:cubicBezTo>
                <a:cubicBezTo>
                  <a:pt x="123108" y="122810"/>
                  <a:pt x="120649" y="121866"/>
                  <a:pt x="118712" y="119979"/>
                </a:cubicBezTo>
                <a:cubicBezTo>
                  <a:pt x="116774" y="118091"/>
                  <a:pt x="115805" y="115656"/>
                  <a:pt x="115805" y="112676"/>
                </a:cubicBezTo>
                <a:lnTo>
                  <a:pt x="115805" y="9613"/>
                </a:lnTo>
                <a:cubicBezTo>
                  <a:pt x="115805" y="6732"/>
                  <a:pt x="116849" y="4372"/>
                  <a:pt x="118935" y="2534"/>
                </a:cubicBezTo>
                <a:cubicBezTo>
                  <a:pt x="120923" y="845"/>
                  <a:pt x="123382" y="0"/>
                  <a:pt x="126313" y="0"/>
                </a:cubicBezTo>
                <a:cubicBezTo>
                  <a:pt x="129244" y="0"/>
                  <a:pt x="131654" y="894"/>
                  <a:pt x="133541" y="2683"/>
                </a:cubicBezTo>
                <a:cubicBezTo>
                  <a:pt x="135429" y="4422"/>
                  <a:pt x="136373" y="6732"/>
                  <a:pt x="136373" y="9613"/>
                </a:cubicBezTo>
                <a:lnTo>
                  <a:pt x="136373" y="108651"/>
                </a:lnTo>
                <a:close/>
                <a:moveTo>
                  <a:pt x="147700" y="119606"/>
                </a:moveTo>
                <a:close/>
                <a:moveTo>
                  <a:pt x="172292" y="30032"/>
                </a:moveTo>
                <a:cubicBezTo>
                  <a:pt x="169113" y="30032"/>
                  <a:pt x="166355" y="28964"/>
                  <a:pt x="164020" y="26828"/>
                </a:cubicBezTo>
                <a:cubicBezTo>
                  <a:pt x="161685" y="24691"/>
                  <a:pt x="160518" y="22083"/>
                  <a:pt x="160518" y="19003"/>
                </a:cubicBezTo>
                <a:cubicBezTo>
                  <a:pt x="160518" y="15923"/>
                  <a:pt x="161685" y="13314"/>
                  <a:pt x="164020" y="11178"/>
                </a:cubicBezTo>
                <a:cubicBezTo>
                  <a:pt x="166355" y="9042"/>
                  <a:pt x="169113" y="7974"/>
                  <a:pt x="172292" y="7974"/>
                </a:cubicBezTo>
                <a:cubicBezTo>
                  <a:pt x="175472" y="7974"/>
                  <a:pt x="178204" y="9042"/>
                  <a:pt x="180490" y="11178"/>
                </a:cubicBezTo>
                <a:cubicBezTo>
                  <a:pt x="182824" y="13314"/>
                  <a:pt x="183992" y="15923"/>
                  <a:pt x="183992" y="19003"/>
                </a:cubicBezTo>
                <a:cubicBezTo>
                  <a:pt x="183992" y="22083"/>
                  <a:pt x="182824" y="24691"/>
                  <a:pt x="180490" y="26828"/>
                </a:cubicBezTo>
                <a:cubicBezTo>
                  <a:pt x="178204" y="28964"/>
                  <a:pt x="175472" y="30032"/>
                  <a:pt x="172292" y="30032"/>
                </a:cubicBezTo>
                <a:close/>
                <a:moveTo>
                  <a:pt x="178626" y="84656"/>
                </a:moveTo>
                <a:cubicBezTo>
                  <a:pt x="178626" y="87487"/>
                  <a:pt x="178701" y="92033"/>
                  <a:pt x="178850" y="98293"/>
                </a:cubicBezTo>
                <a:cubicBezTo>
                  <a:pt x="179049" y="104553"/>
                  <a:pt x="179148" y="109099"/>
                  <a:pt x="179148" y="111930"/>
                </a:cubicBezTo>
                <a:cubicBezTo>
                  <a:pt x="179148" y="114812"/>
                  <a:pt x="178179" y="117196"/>
                  <a:pt x="176242" y="119084"/>
                </a:cubicBezTo>
                <a:cubicBezTo>
                  <a:pt x="174304" y="120923"/>
                  <a:pt x="171845" y="121842"/>
                  <a:pt x="168864" y="121842"/>
                </a:cubicBezTo>
                <a:cubicBezTo>
                  <a:pt x="165883" y="121842"/>
                  <a:pt x="163424" y="120923"/>
                  <a:pt x="161487" y="119084"/>
                </a:cubicBezTo>
                <a:cubicBezTo>
                  <a:pt x="159549" y="117196"/>
                  <a:pt x="158580" y="114812"/>
                  <a:pt x="158580" y="111930"/>
                </a:cubicBezTo>
                <a:cubicBezTo>
                  <a:pt x="158580" y="109099"/>
                  <a:pt x="158481" y="104553"/>
                  <a:pt x="158282" y="98293"/>
                </a:cubicBezTo>
                <a:cubicBezTo>
                  <a:pt x="158133" y="92033"/>
                  <a:pt x="158059" y="87487"/>
                  <a:pt x="158059" y="84656"/>
                </a:cubicBezTo>
                <a:cubicBezTo>
                  <a:pt x="158059" y="80234"/>
                  <a:pt x="158307" y="74695"/>
                  <a:pt x="158804" y="68038"/>
                </a:cubicBezTo>
                <a:cubicBezTo>
                  <a:pt x="159301" y="61380"/>
                  <a:pt x="159549" y="55841"/>
                  <a:pt x="159549" y="51419"/>
                </a:cubicBezTo>
                <a:cubicBezTo>
                  <a:pt x="159549" y="48538"/>
                  <a:pt x="160518" y="46178"/>
                  <a:pt x="162455" y="44340"/>
                </a:cubicBezTo>
                <a:cubicBezTo>
                  <a:pt x="164393" y="42452"/>
                  <a:pt x="166852" y="41508"/>
                  <a:pt x="169833" y="41508"/>
                </a:cubicBezTo>
                <a:cubicBezTo>
                  <a:pt x="172814" y="41508"/>
                  <a:pt x="175273" y="42452"/>
                  <a:pt x="177211" y="44340"/>
                </a:cubicBezTo>
                <a:cubicBezTo>
                  <a:pt x="179148" y="46178"/>
                  <a:pt x="180117" y="48538"/>
                  <a:pt x="180117" y="51419"/>
                </a:cubicBezTo>
                <a:cubicBezTo>
                  <a:pt x="180117" y="55841"/>
                  <a:pt x="179868" y="61380"/>
                  <a:pt x="179372" y="68038"/>
                </a:cubicBezTo>
                <a:cubicBezTo>
                  <a:pt x="178875" y="74695"/>
                  <a:pt x="178626" y="80234"/>
                  <a:pt x="178626" y="84656"/>
                </a:cubicBezTo>
                <a:close/>
                <a:moveTo>
                  <a:pt x="190475" y="119606"/>
                </a:moveTo>
                <a:close/>
                <a:moveTo>
                  <a:pt x="252626" y="44713"/>
                </a:moveTo>
                <a:cubicBezTo>
                  <a:pt x="253272" y="27771"/>
                  <a:pt x="254042" y="16072"/>
                  <a:pt x="254936" y="9613"/>
                </a:cubicBezTo>
                <a:cubicBezTo>
                  <a:pt x="255780" y="3751"/>
                  <a:pt x="259010" y="820"/>
                  <a:pt x="264624" y="820"/>
                </a:cubicBezTo>
                <a:cubicBezTo>
                  <a:pt x="267555" y="820"/>
                  <a:pt x="269915" y="1764"/>
                  <a:pt x="271703" y="3652"/>
                </a:cubicBezTo>
                <a:cubicBezTo>
                  <a:pt x="273492" y="5539"/>
                  <a:pt x="274386" y="7850"/>
                  <a:pt x="274386" y="10582"/>
                </a:cubicBezTo>
                <a:cubicBezTo>
                  <a:pt x="274386" y="17786"/>
                  <a:pt x="273814" y="28517"/>
                  <a:pt x="272672" y="42775"/>
                </a:cubicBezTo>
                <a:cubicBezTo>
                  <a:pt x="271579" y="57033"/>
                  <a:pt x="271032" y="67764"/>
                  <a:pt x="271032" y="74968"/>
                </a:cubicBezTo>
                <a:cubicBezTo>
                  <a:pt x="271032" y="92555"/>
                  <a:pt x="271604" y="104329"/>
                  <a:pt x="272746" y="110291"/>
                </a:cubicBezTo>
                <a:cubicBezTo>
                  <a:pt x="272895" y="111086"/>
                  <a:pt x="272970" y="111806"/>
                  <a:pt x="272970" y="112452"/>
                </a:cubicBezTo>
                <a:cubicBezTo>
                  <a:pt x="272970" y="115184"/>
                  <a:pt x="271976" y="117445"/>
                  <a:pt x="269989" y="119233"/>
                </a:cubicBezTo>
                <a:cubicBezTo>
                  <a:pt x="268002" y="120972"/>
                  <a:pt x="265692" y="121842"/>
                  <a:pt x="263059" y="121842"/>
                </a:cubicBezTo>
                <a:cubicBezTo>
                  <a:pt x="259382" y="121842"/>
                  <a:pt x="256650" y="120202"/>
                  <a:pt x="254861" y="116923"/>
                </a:cubicBezTo>
                <a:cubicBezTo>
                  <a:pt x="251483" y="118960"/>
                  <a:pt x="247981" y="120475"/>
                  <a:pt x="244354" y="121469"/>
                </a:cubicBezTo>
                <a:cubicBezTo>
                  <a:pt x="240727" y="122512"/>
                  <a:pt x="236976" y="123034"/>
                  <a:pt x="233101" y="123034"/>
                </a:cubicBezTo>
                <a:cubicBezTo>
                  <a:pt x="221973" y="123034"/>
                  <a:pt x="212732" y="119482"/>
                  <a:pt x="205379" y="112377"/>
                </a:cubicBezTo>
                <a:cubicBezTo>
                  <a:pt x="197878" y="105124"/>
                  <a:pt x="194127" y="95883"/>
                  <a:pt x="194127" y="84656"/>
                </a:cubicBezTo>
                <a:cubicBezTo>
                  <a:pt x="194127" y="71292"/>
                  <a:pt x="197903" y="60511"/>
                  <a:pt x="205454" y="52314"/>
                </a:cubicBezTo>
                <a:cubicBezTo>
                  <a:pt x="213005" y="44067"/>
                  <a:pt x="222867" y="39943"/>
                  <a:pt x="235039" y="39943"/>
                </a:cubicBezTo>
                <a:cubicBezTo>
                  <a:pt x="238765" y="39943"/>
                  <a:pt x="242093" y="40341"/>
                  <a:pt x="245025" y="41136"/>
                </a:cubicBezTo>
                <a:cubicBezTo>
                  <a:pt x="247956" y="41930"/>
                  <a:pt x="250489" y="43123"/>
                  <a:pt x="252626" y="44713"/>
                </a:cubicBezTo>
                <a:close/>
                <a:moveTo>
                  <a:pt x="251135" y="68187"/>
                </a:moveTo>
                <a:cubicBezTo>
                  <a:pt x="249496" y="65057"/>
                  <a:pt x="247360" y="62722"/>
                  <a:pt x="244726" y="61182"/>
                </a:cubicBezTo>
                <a:cubicBezTo>
                  <a:pt x="242093" y="59642"/>
                  <a:pt x="238964" y="58871"/>
                  <a:pt x="235337" y="58871"/>
                </a:cubicBezTo>
                <a:cubicBezTo>
                  <a:pt x="227984" y="58871"/>
                  <a:pt x="222470" y="61008"/>
                  <a:pt x="218793" y="65280"/>
                </a:cubicBezTo>
                <a:cubicBezTo>
                  <a:pt x="215117" y="69503"/>
                  <a:pt x="213279" y="75862"/>
                  <a:pt x="213279" y="84358"/>
                </a:cubicBezTo>
                <a:cubicBezTo>
                  <a:pt x="213279" y="89723"/>
                  <a:pt x="215266" y="94319"/>
                  <a:pt x="219240" y="98144"/>
                </a:cubicBezTo>
                <a:cubicBezTo>
                  <a:pt x="223215" y="101969"/>
                  <a:pt x="227835" y="103882"/>
                  <a:pt x="233101" y="103882"/>
                </a:cubicBezTo>
                <a:cubicBezTo>
                  <a:pt x="236927" y="103882"/>
                  <a:pt x="239833" y="103435"/>
                  <a:pt x="241820" y="102541"/>
                </a:cubicBezTo>
                <a:cubicBezTo>
                  <a:pt x="243162" y="101945"/>
                  <a:pt x="245447" y="100355"/>
                  <a:pt x="248676" y="97771"/>
                </a:cubicBezTo>
                <a:cubicBezTo>
                  <a:pt x="249521" y="97076"/>
                  <a:pt x="250340" y="96306"/>
                  <a:pt x="251135" y="95461"/>
                </a:cubicBezTo>
                <a:cubicBezTo>
                  <a:pt x="251036" y="93077"/>
                  <a:pt x="251036" y="83985"/>
                  <a:pt x="251135" y="68187"/>
                </a:cubicBezTo>
                <a:close/>
                <a:moveTo>
                  <a:pt x="280198" y="119606"/>
                </a:moveTo>
                <a:close/>
                <a:moveTo>
                  <a:pt x="304790" y="30032"/>
                </a:moveTo>
                <a:cubicBezTo>
                  <a:pt x="301611" y="30032"/>
                  <a:pt x="298853" y="28964"/>
                  <a:pt x="296518" y="26828"/>
                </a:cubicBezTo>
                <a:cubicBezTo>
                  <a:pt x="294183" y="24691"/>
                  <a:pt x="293016" y="22083"/>
                  <a:pt x="293016" y="19003"/>
                </a:cubicBezTo>
                <a:cubicBezTo>
                  <a:pt x="293016" y="15923"/>
                  <a:pt x="294183" y="13314"/>
                  <a:pt x="296518" y="11178"/>
                </a:cubicBezTo>
                <a:cubicBezTo>
                  <a:pt x="298853" y="9042"/>
                  <a:pt x="301611" y="7974"/>
                  <a:pt x="304790" y="7974"/>
                </a:cubicBezTo>
                <a:cubicBezTo>
                  <a:pt x="307970" y="7974"/>
                  <a:pt x="310702" y="9042"/>
                  <a:pt x="312988" y="11178"/>
                </a:cubicBezTo>
                <a:cubicBezTo>
                  <a:pt x="315323" y="13314"/>
                  <a:pt x="316490" y="15923"/>
                  <a:pt x="316490" y="19003"/>
                </a:cubicBezTo>
                <a:cubicBezTo>
                  <a:pt x="316490" y="22083"/>
                  <a:pt x="315323" y="24691"/>
                  <a:pt x="312988" y="26828"/>
                </a:cubicBezTo>
                <a:cubicBezTo>
                  <a:pt x="310702" y="28964"/>
                  <a:pt x="307970" y="30032"/>
                  <a:pt x="304790" y="30032"/>
                </a:cubicBezTo>
                <a:close/>
                <a:moveTo>
                  <a:pt x="311125" y="84656"/>
                </a:moveTo>
                <a:cubicBezTo>
                  <a:pt x="311125" y="87487"/>
                  <a:pt x="311199" y="92033"/>
                  <a:pt x="311348" y="98293"/>
                </a:cubicBezTo>
                <a:cubicBezTo>
                  <a:pt x="311547" y="104553"/>
                  <a:pt x="311646" y="109099"/>
                  <a:pt x="311646" y="111930"/>
                </a:cubicBezTo>
                <a:cubicBezTo>
                  <a:pt x="311646" y="114812"/>
                  <a:pt x="310677" y="117196"/>
                  <a:pt x="308740" y="119084"/>
                </a:cubicBezTo>
                <a:cubicBezTo>
                  <a:pt x="306802" y="120923"/>
                  <a:pt x="304343" y="121842"/>
                  <a:pt x="301362" y="121842"/>
                </a:cubicBezTo>
                <a:cubicBezTo>
                  <a:pt x="298382" y="121842"/>
                  <a:pt x="295922" y="120923"/>
                  <a:pt x="293985" y="119084"/>
                </a:cubicBezTo>
                <a:cubicBezTo>
                  <a:pt x="292047" y="117196"/>
                  <a:pt x="291078" y="114812"/>
                  <a:pt x="291078" y="111930"/>
                </a:cubicBezTo>
                <a:cubicBezTo>
                  <a:pt x="291078" y="109099"/>
                  <a:pt x="290979" y="104553"/>
                  <a:pt x="290780" y="98293"/>
                </a:cubicBezTo>
                <a:cubicBezTo>
                  <a:pt x="290631" y="92033"/>
                  <a:pt x="290557" y="87487"/>
                  <a:pt x="290557" y="84656"/>
                </a:cubicBezTo>
                <a:cubicBezTo>
                  <a:pt x="290557" y="80234"/>
                  <a:pt x="290805" y="74695"/>
                  <a:pt x="291302" y="68038"/>
                </a:cubicBezTo>
                <a:cubicBezTo>
                  <a:pt x="291799" y="61380"/>
                  <a:pt x="292047" y="55841"/>
                  <a:pt x="292047" y="51419"/>
                </a:cubicBezTo>
                <a:cubicBezTo>
                  <a:pt x="292047" y="48538"/>
                  <a:pt x="293016" y="46178"/>
                  <a:pt x="294954" y="44340"/>
                </a:cubicBezTo>
                <a:cubicBezTo>
                  <a:pt x="296891" y="42452"/>
                  <a:pt x="299350" y="41508"/>
                  <a:pt x="302331" y="41508"/>
                </a:cubicBezTo>
                <a:cubicBezTo>
                  <a:pt x="305312" y="41508"/>
                  <a:pt x="307771" y="42452"/>
                  <a:pt x="309709" y="44340"/>
                </a:cubicBezTo>
                <a:cubicBezTo>
                  <a:pt x="311646" y="46178"/>
                  <a:pt x="312615" y="48538"/>
                  <a:pt x="312615" y="51419"/>
                </a:cubicBezTo>
                <a:cubicBezTo>
                  <a:pt x="312615" y="55841"/>
                  <a:pt x="312367" y="61380"/>
                  <a:pt x="311870" y="68038"/>
                </a:cubicBezTo>
                <a:cubicBezTo>
                  <a:pt x="311373" y="74695"/>
                  <a:pt x="311125" y="80234"/>
                  <a:pt x="311125" y="84656"/>
                </a:cubicBezTo>
                <a:close/>
                <a:moveTo>
                  <a:pt x="322973" y="119606"/>
                </a:moveTo>
                <a:close/>
                <a:moveTo>
                  <a:pt x="389297" y="124897"/>
                </a:moveTo>
                <a:cubicBezTo>
                  <a:pt x="383186" y="124897"/>
                  <a:pt x="379783" y="121891"/>
                  <a:pt x="379088" y="115880"/>
                </a:cubicBezTo>
                <a:cubicBezTo>
                  <a:pt x="378392" y="110763"/>
                  <a:pt x="377697" y="105621"/>
                  <a:pt x="377001" y="100454"/>
                </a:cubicBezTo>
                <a:cubicBezTo>
                  <a:pt x="376256" y="94989"/>
                  <a:pt x="375883" y="89847"/>
                  <a:pt x="375883" y="85028"/>
                </a:cubicBezTo>
                <a:cubicBezTo>
                  <a:pt x="375883" y="83737"/>
                  <a:pt x="375958" y="81526"/>
                  <a:pt x="376107" y="78396"/>
                </a:cubicBezTo>
                <a:cubicBezTo>
                  <a:pt x="376305" y="75266"/>
                  <a:pt x="376405" y="73055"/>
                  <a:pt x="376405" y="71764"/>
                </a:cubicBezTo>
                <a:cubicBezTo>
                  <a:pt x="376405" y="71416"/>
                  <a:pt x="376455" y="70546"/>
                  <a:pt x="376554" y="69155"/>
                </a:cubicBezTo>
                <a:cubicBezTo>
                  <a:pt x="376653" y="67715"/>
                  <a:pt x="376703" y="66547"/>
                  <a:pt x="376703" y="65653"/>
                </a:cubicBezTo>
                <a:cubicBezTo>
                  <a:pt x="376703" y="61529"/>
                  <a:pt x="375635" y="59468"/>
                  <a:pt x="373499" y="59468"/>
                </a:cubicBezTo>
                <a:cubicBezTo>
                  <a:pt x="368928" y="59468"/>
                  <a:pt x="364432" y="62150"/>
                  <a:pt x="360010" y="67516"/>
                </a:cubicBezTo>
                <a:cubicBezTo>
                  <a:pt x="355638" y="72832"/>
                  <a:pt x="352210" y="79588"/>
                  <a:pt x="349726" y="87786"/>
                </a:cubicBezTo>
                <a:cubicBezTo>
                  <a:pt x="349627" y="89425"/>
                  <a:pt x="349403" y="91611"/>
                  <a:pt x="349056" y="94343"/>
                </a:cubicBezTo>
                <a:cubicBezTo>
                  <a:pt x="348758" y="96579"/>
                  <a:pt x="348609" y="98765"/>
                  <a:pt x="348609" y="100901"/>
                </a:cubicBezTo>
                <a:cubicBezTo>
                  <a:pt x="348609" y="102292"/>
                  <a:pt x="348758" y="104404"/>
                  <a:pt x="349056" y="107236"/>
                </a:cubicBezTo>
                <a:cubicBezTo>
                  <a:pt x="349403" y="110018"/>
                  <a:pt x="349577" y="112104"/>
                  <a:pt x="349577" y="113495"/>
                </a:cubicBezTo>
                <a:cubicBezTo>
                  <a:pt x="349577" y="116327"/>
                  <a:pt x="348584" y="118662"/>
                  <a:pt x="346596" y="120500"/>
                </a:cubicBezTo>
                <a:cubicBezTo>
                  <a:pt x="344659" y="122388"/>
                  <a:pt x="342200" y="123332"/>
                  <a:pt x="339219" y="123332"/>
                </a:cubicBezTo>
                <a:cubicBezTo>
                  <a:pt x="336238" y="123332"/>
                  <a:pt x="333779" y="122388"/>
                  <a:pt x="331841" y="120500"/>
                </a:cubicBezTo>
                <a:cubicBezTo>
                  <a:pt x="329904" y="118662"/>
                  <a:pt x="328935" y="116327"/>
                  <a:pt x="328935" y="113495"/>
                </a:cubicBezTo>
                <a:cubicBezTo>
                  <a:pt x="328935" y="112104"/>
                  <a:pt x="328786" y="110018"/>
                  <a:pt x="328488" y="107236"/>
                </a:cubicBezTo>
                <a:cubicBezTo>
                  <a:pt x="328190" y="104404"/>
                  <a:pt x="328041" y="102292"/>
                  <a:pt x="328041" y="100901"/>
                </a:cubicBezTo>
                <a:cubicBezTo>
                  <a:pt x="328041" y="96132"/>
                  <a:pt x="328389" y="89500"/>
                  <a:pt x="329084" y="81004"/>
                </a:cubicBezTo>
                <a:cubicBezTo>
                  <a:pt x="329780" y="72509"/>
                  <a:pt x="330127" y="65876"/>
                  <a:pt x="330127" y="61107"/>
                </a:cubicBezTo>
                <a:cubicBezTo>
                  <a:pt x="330127" y="59617"/>
                  <a:pt x="330028" y="57406"/>
                  <a:pt x="329829" y="54475"/>
                </a:cubicBezTo>
                <a:cubicBezTo>
                  <a:pt x="329680" y="51494"/>
                  <a:pt x="329606" y="49283"/>
                  <a:pt x="329606" y="47842"/>
                </a:cubicBezTo>
                <a:cubicBezTo>
                  <a:pt x="329606" y="45060"/>
                  <a:pt x="330599" y="42775"/>
                  <a:pt x="332587" y="40986"/>
                </a:cubicBezTo>
                <a:cubicBezTo>
                  <a:pt x="334623" y="39148"/>
                  <a:pt x="337108" y="38229"/>
                  <a:pt x="340039" y="38229"/>
                </a:cubicBezTo>
                <a:cubicBezTo>
                  <a:pt x="346547" y="38229"/>
                  <a:pt x="350024" y="42129"/>
                  <a:pt x="350472" y="49929"/>
                </a:cubicBezTo>
                <a:lnTo>
                  <a:pt x="350546" y="50749"/>
                </a:lnTo>
                <a:cubicBezTo>
                  <a:pt x="357799" y="43446"/>
                  <a:pt x="365450" y="39794"/>
                  <a:pt x="373499" y="39794"/>
                </a:cubicBezTo>
                <a:cubicBezTo>
                  <a:pt x="382888" y="39794"/>
                  <a:pt x="389371" y="43719"/>
                  <a:pt x="392948" y="51568"/>
                </a:cubicBezTo>
                <a:cubicBezTo>
                  <a:pt x="395333" y="56835"/>
                  <a:pt x="396525" y="64709"/>
                  <a:pt x="396525" y="75192"/>
                </a:cubicBezTo>
                <a:lnTo>
                  <a:pt x="396525" y="80483"/>
                </a:lnTo>
                <a:cubicBezTo>
                  <a:pt x="396476" y="82768"/>
                  <a:pt x="396451" y="84382"/>
                  <a:pt x="396451" y="85326"/>
                </a:cubicBezTo>
                <a:cubicBezTo>
                  <a:pt x="396451" y="89201"/>
                  <a:pt x="396973" y="94194"/>
                  <a:pt x="398016" y="100305"/>
                </a:cubicBezTo>
                <a:cubicBezTo>
                  <a:pt x="399109" y="106416"/>
                  <a:pt x="399655" y="111384"/>
                  <a:pt x="399655" y="115209"/>
                </a:cubicBezTo>
                <a:cubicBezTo>
                  <a:pt x="399655" y="117991"/>
                  <a:pt x="398662" y="120301"/>
                  <a:pt x="396675" y="122140"/>
                </a:cubicBezTo>
                <a:cubicBezTo>
                  <a:pt x="394687" y="123978"/>
                  <a:pt x="392228" y="124897"/>
                  <a:pt x="389297" y="124897"/>
                </a:cubicBezTo>
                <a:close/>
                <a:moveTo>
                  <a:pt x="402860" y="119606"/>
                </a:moveTo>
                <a:close/>
                <a:moveTo>
                  <a:pt x="479542" y="75192"/>
                </a:moveTo>
                <a:cubicBezTo>
                  <a:pt x="477455" y="86866"/>
                  <a:pt x="476213" y="99187"/>
                  <a:pt x="475816" y="112154"/>
                </a:cubicBezTo>
                <a:cubicBezTo>
                  <a:pt x="475319" y="128201"/>
                  <a:pt x="472636" y="139851"/>
                  <a:pt x="467767" y="147104"/>
                </a:cubicBezTo>
                <a:cubicBezTo>
                  <a:pt x="461259" y="156792"/>
                  <a:pt x="449733" y="161636"/>
                  <a:pt x="433190" y="161636"/>
                </a:cubicBezTo>
                <a:cubicBezTo>
                  <a:pt x="413864" y="161636"/>
                  <a:pt x="404201" y="157810"/>
                  <a:pt x="404201" y="150160"/>
                </a:cubicBezTo>
                <a:cubicBezTo>
                  <a:pt x="404201" y="147427"/>
                  <a:pt x="405071" y="145216"/>
                  <a:pt x="406809" y="143527"/>
                </a:cubicBezTo>
                <a:cubicBezTo>
                  <a:pt x="408548" y="141838"/>
                  <a:pt x="410833" y="140993"/>
                  <a:pt x="413665" y="140993"/>
                </a:cubicBezTo>
                <a:cubicBezTo>
                  <a:pt x="415901" y="140993"/>
                  <a:pt x="419105" y="141416"/>
                  <a:pt x="423278" y="142260"/>
                </a:cubicBezTo>
                <a:cubicBezTo>
                  <a:pt x="427452" y="143105"/>
                  <a:pt x="431153" y="143527"/>
                  <a:pt x="434382" y="143527"/>
                </a:cubicBezTo>
                <a:cubicBezTo>
                  <a:pt x="441784" y="143527"/>
                  <a:pt x="447249" y="141267"/>
                  <a:pt x="450777" y="136746"/>
                </a:cubicBezTo>
                <a:cubicBezTo>
                  <a:pt x="454155" y="132324"/>
                  <a:pt x="456142" y="125294"/>
                  <a:pt x="456738" y="115656"/>
                </a:cubicBezTo>
                <a:cubicBezTo>
                  <a:pt x="454205" y="118240"/>
                  <a:pt x="451348" y="120177"/>
                  <a:pt x="448168" y="121469"/>
                </a:cubicBezTo>
                <a:cubicBezTo>
                  <a:pt x="444989" y="122761"/>
                  <a:pt x="441511" y="123407"/>
                  <a:pt x="437736" y="123407"/>
                </a:cubicBezTo>
                <a:cubicBezTo>
                  <a:pt x="427849" y="123407"/>
                  <a:pt x="419801" y="120202"/>
                  <a:pt x="413591" y="113793"/>
                </a:cubicBezTo>
                <a:cubicBezTo>
                  <a:pt x="407430" y="107335"/>
                  <a:pt x="404350" y="99088"/>
                  <a:pt x="404350" y="89052"/>
                </a:cubicBezTo>
                <a:cubicBezTo>
                  <a:pt x="404350" y="75539"/>
                  <a:pt x="408474" y="64610"/>
                  <a:pt x="416721" y="56263"/>
                </a:cubicBezTo>
                <a:cubicBezTo>
                  <a:pt x="425266" y="47619"/>
                  <a:pt x="436816" y="43297"/>
                  <a:pt x="451373" y="43297"/>
                </a:cubicBezTo>
                <a:cubicBezTo>
                  <a:pt x="456043" y="43297"/>
                  <a:pt x="460067" y="43868"/>
                  <a:pt x="463445" y="45011"/>
                </a:cubicBezTo>
                <a:cubicBezTo>
                  <a:pt x="466823" y="46153"/>
                  <a:pt x="469556" y="47892"/>
                  <a:pt x="471642" y="50227"/>
                </a:cubicBezTo>
                <a:cubicBezTo>
                  <a:pt x="477952" y="50972"/>
                  <a:pt x="481107" y="54698"/>
                  <a:pt x="481107" y="61405"/>
                </a:cubicBezTo>
                <a:cubicBezTo>
                  <a:pt x="481107" y="64734"/>
                  <a:pt x="480585" y="69329"/>
                  <a:pt x="479542" y="75192"/>
                </a:cubicBezTo>
                <a:close/>
                <a:moveTo>
                  <a:pt x="450628" y="60287"/>
                </a:moveTo>
                <a:cubicBezTo>
                  <a:pt x="442232" y="60287"/>
                  <a:pt x="435699" y="63045"/>
                  <a:pt x="431029" y="68559"/>
                </a:cubicBezTo>
                <a:cubicBezTo>
                  <a:pt x="426855" y="73577"/>
                  <a:pt x="424769" y="80085"/>
                  <a:pt x="424769" y="88084"/>
                </a:cubicBezTo>
                <a:cubicBezTo>
                  <a:pt x="424769" y="93996"/>
                  <a:pt x="425887" y="98442"/>
                  <a:pt x="428122" y="101423"/>
                </a:cubicBezTo>
                <a:cubicBezTo>
                  <a:pt x="430358" y="104404"/>
                  <a:pt x="433711" y="105894"/>
                  <a:pt x="438183" y="105894"/>
                </a:cubicBezTo>
                <a:cubicBezTo>
                  <a:pt x="442256" y="105894"/>
                  <a:pt x="446355" y="103534"/>
                  <a:pt x="450479" y="98815"/>
                </a:cubicBezTo>
                <a:cubicBezTo>
                  <a:pt x="454354" y="94343"/>
                  <a:pt x="456564" y="89922"/>
                  <a:pt x="457111" y="85550"/>
                </a:cubicBezTo>
                <a:cubicBezTo>
                  <a:pt x="458055" y="80781"/>
                  <a:pt x="459148" y="73353"/>
                  <a:pt x="460390" y="63268"/>
                </a:cubicBezTo>
                <a:cubicBezTo>
                  <a:pt x="458701" y="62275"/>
                  <a:pt x="457036" y="61529"/>
                  <a:pt x="455397" y="61033"/>
                </a:cubicBezTo>
                <a:cubicBezTo>
                  <a:pt x="453757" y="60536"/>
                  <a:pt x="452168" y="60287"/>
                  <a:pt x="450628" y="60287"/>
                </a:cubicBezTo>
                <a:close/>
              </a:path>
            </a:pathLst>
          </a:custGeom>
          <a:solidFill xmlns:a="http://schemas.openxmlformats.org/drawingml/2006/main">
            <a:srgbClr val="27A7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4DC7FF-3358-4AEC-9810-85D637E6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6567" y="2045358"/>
            <a:ext cx="167457" cy="167457"/>
          </a:xfrm>
          <a:custGeom xmlns:a="http://schemas.openxmlformats.org/drawingml/2006/main">
            <a:pathLst>
              <a:path w="167457" h="167457">
                <a:moveTo>
                  <a:pt x="83728" y="167457"/>
                </a:moveTo>
                <a:cubicBezTo>
                  <a:pt x="129971" y="167457"/>
                  <a:pt x="167457" y="129971"/>
                  <a:pt x="167457" y="83728"/>
                </a:cubicBezTo>
                <a:lnTo>
                  <a:pt x="148379" y="83728"/>
                </a:lnTo>
                <a:cubicBezTo>
                  <a:pt x="148379" y="119435"/>
                  <a:pt x="119435" y="148379"/>
                  <a:pt x="83728" y="148379"/>
                </a:cubicBezTo>
                <a:lnTo>
                  <a:pt x="83728" y="167457"/>
                </a:lnTo>
                <a:close/>
                <a:moveTo>
                  <a:pt x="167457" y="83728"/>
                </a:moveTo>
                <a:cubicBezTo>
                  <a:pt x="167457" y="37485"/>
                  <a:pt x="129971" y="0"/>
                  <a:pt x="83728" y="0"/>
                </a:cubicBezTo>
                <a:lnTo>
                  <a:pt x="83728" y="19077"/>
                </a:lnTo>
                <a:cubicBezTo>
                  <a:pt x="119435" y="19077"/>
                  <a:pt x="148379" y="48021"/>
                  <a:pt x="148379" y="83728"/>
                </a:cubicBezTo>
                <a:lnTo>
                  <a:pt x="167457" y="83728"/>
                </a:lnTo>
                <a:close/>
                <a:moveTo>
                  <a:pt x="83728" y="0"/>
                </a:moveTo>
                <a:cubicBezTo>
                  <a:pt x="37485" y="0"/>
                  <a:pt x="0" y="37485"/>
                  <a:pt x="0" y="83728"/>
                </a:cubicBezTo>
                <a:lnTo>
                  <a:pt x="19077" y="83728"/>
                </a:lnTo>
                <a:cubicBezTo>
                  <a:pt x="19077" y="48021"/>
                  <a:pt x="48021" y="19077"/>
                  <a:pt x="83728" y="19077"/>
                </a:cubicBezTo>
                <a:lnTo>
                  <a:pt x="83728" y="0"/>
                </a:lnTo>
                <a:close/>
                <a:moveTo>
                  <a:pt x="0" y="83728"/>
                </a:moveTo>
                <a:cubicBezTo>
                  <a:pt x="0" y="129971"/>
                  <a:pt x="37485" y="167457"/>
                  <a:pt x="83728" y="167457"/>
                </a:cubicBezTo>
                <a:lnTo>
                  <a:pt x="83728" y="148379"/>
                </a:lnTo>
                <a:cubicBezTo>
                  <a:pt x="48021" y="148379"/>
                  <a:pt x="19077" y="119435"/>
                  <a:pt x="19077" y="83728"/>
                </a:cubicBezTo>
                <a:lnTo>
                  <a:pt x="0" y="83728"/>
                </a:lnTo>
                <a:close/>
              </a:path>
            </a:pathLst>
          </a:custGeom>
          <a:solidFill xmlns:a="http://schemas.openxmlformats.org/drawingml/2006/main">
            <a:srgbClr val="27A7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00D67F-F35A-43B9-BE66-C746FE55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150" y="2103779"/>
            <a:ext cx="80292" cy="50616"/>
          </a:xfrm>
          <a:custGeom xmlns:a="http://schemas.openxmlformats.org/drawingml/2006/main">
            <a:pathLst>
              <a:path w="80292" h="50616">
                <a:moveTo>
                  <a:pt x="33275" y="15718"/>
                </a:moveTo>
                <a:lnTo>
                  <a:pt x="33605" y="15181"/>
                </a:lnTo>
                <a:lnTo>
                  <a:pt x="33896" y="14627"/>
                </a:lnTo>
                <a:lnTo>
                  <a:pt x="34148" y="14059"/>
                </a:lnTo>
                <a:lnTo>
                  <a:pt x="34362" y="13480"/>
                </a:lnTo>
                <a:lnTo>
                  <a:pt x="34536" y="12890"/>
                </a:lnTo>
                <a:lnTo>
                  <a:pt x="34672" y="12292"/>
                </a:lnTo>
                <a:lnTo>
                  <a:pt x="34769" y="11688"/>
                </a:lnTo>
                <a:lnTo>
                  <a:pt x="34827" y="11080"/>
                </a:lnTo>
                <a:lnTo>
                  <a:pt x="34847" y="10470"/>
                </a:lnTo>
                <a:lnTo>
                  <a:pt x="34827" y="9860"/>
                </a:lnTo>
                <a:lnTo>
                  <a:pt x="34769" y="9252"/>
                </a:lnTo>
                <a:lnTo>
                  <a:pt x="34672" y="8648"/>
                </a:lnTo>
                <a:lnTo>
                  <a:pt x="34536" y="8050"/>
                </a:lnTo>
                <a:lnTo>
                  <a:pt x="34362" y="7460"/>
                </a:lnTo>
                <a:lnTo>
                  <a:pt x="34148" y="6881"/>
                </a:lnTo>
                <a:lnTo>
                  <a:pt x="33896" y="6313"/>
                </a:lnTo>
                <a:lnTo>
                  <a:pt x="33605" y="5759"/>
                </a:lnTo>
                <a:lnTo>
                  <a:pt x="33275" y="5221"/>
                </a:lnTo>
                <a:lnTo>
                  <a:pt x="32906" y="4702"/>
                </a:lnTo>
                <a:lnTo>
                  <a:pt x="32499" y="4202"/>
                </a:lnTo>
                <a:lnTo>
                  <a:pt x="32053" y="3725"/>
                </a:lnTo>
                <a:lnTo>
                  <a:pt x="31575" y="3279"/>
                </a:lnTo>
                <a:lnTo>
                  <a:pt x="31076" y="2871"/>
                </a:lnTo>
                <a:lnTo>
                  <a:pt x="30556" y="2503"/>
                </a:lnTo>
                <a:lnTo>
                  <a:pt x="30019" y="2173"/>
                </a:lnTo>
                <a:lnTo>
                  <a:pt x="29465" y="1882"/>
                </a:lnTo>
                <a:lnTo>
                  <a:pt x="28897" y="1630"/>
                </a:lnTo>
                <a:lnTo>
                  <a:pt x="28317" y="1416"/>
                </a:lnTo>
                <a:lnTo>
                  <a:pt x="27728" y="1242"/>
                </a:lnTo>
                <a:lnTo>
                  <a:pt x="27130" y="1106"/>
                </a:lnTo>
                <a:lnTo>
                  <a:pt x="26526" y="1009"/>
                </a:lnTo>
                <a:lnTo>
                  <a:pt x="25918" y="951"/>
                </a:lnTo>
                <a:lnTo>
                  <a:pt x="25308" y="931"/>
                </a:lnTo>
                <a:lnTo>
                  <a:pt x="24698" y="951"/>
                </a:lnTo>
                <a:lnTo>
                  <a:pt x="24090" y="1009"/>
                </a:lnTo>
                <a:lnTo>
                  <a:pt x="23486" y="1106"/>
                </a:lnTo>
                <a:lnTo>
                  <a:pt x="22888" y="1242"/>
                </a:lnTo>
                <a:lnTo>
                  <a:pt x="22298" y="1416"/>
                </a:lnTo>
                <a:lnTo>
                  <a:pt x="21718" y="1630"/>
                </a:lnTo>
                <a:lnTo>
                  <a:pt x="21151" y="1882"/>
                </a:lnTo>
                <a:lnTo>
                  <a:pt x="20597" y="2173"/>
                </a:lnTo>
                <a:lnTo>
                  <a:pt x="20059" y="2503"/>
                </a:lnTo>
                <a:lnTo>
                  <a:pt x="19540" y="2871"/>
                </a:lnTo>
                <a:lnTo>
                  <a:pt x="19040" y="3279"/>
                </a:lnTo>
                <a:lnTo>
                  <a:pt x="18563" y="3725"/>
                </a:lnTo>
                <a:lnTo>
                  <a:pt x="3725" y="18563"/>
                </a:lnTo>
                <a:lnTo>
                  <a:pt x="3279" y="19040"/>
                </a:lnTo>
                <a:lnTo>
                  <a:pt x="2871" y="19540"/>
                </a:lnTo>
                <a:lnTo>
                  <a:pt x="2503" y="20059"/>
                </a:lnTo>
                <a:lnTo>
                  <a:pt x="2173" y="20597"/>
                </a:lnTo>
                <a:lnTo>
                  <a:pt x="1882" y="21151"/>
                </a:lnTo>
                <a:lnTo>
                  <a:pt x="1630" y="21718"/>
                </a:lnTo>
                <a:lnTo>
                  <a:pt x="1416" y="22298"/>
                </a:lnTo>
                <a:lnTo>
                  <a:pt x="1242" y="22888"/>
                </a:lnTo>
                <a:lnTo>
                  <a:pt x="1106" y="23486"/>
                </a:lnTo>
                <a:lnTo>
                  <a:pt x="1009" y="24090"/>
                </a:lnTo>
                <a:lnTo>
                  <a:pt x="951" y="24698"/>
                </a:lnTo>
                <a:lnTo>
                  <a:pt x="931" y="25308"/>
                </a:lnTo>
                <a:lnTo>
                  <a:pt x="951" y="25918"/>
                </a:lnTo>
                <a:lnTo>
                  <a:pt x="1009" y="26526"/>
                </a:lnTo>
                <a:lnTo>
                  <a:pt x="1106" y="27130"/>
                </a:lnTo>
                <a:lnTo>
                  <a:pt x="1242" y="27728"/>
                </a:lnTo>
                <a:lnTo>
                  <a:pt x="1416" y="28317"/>
                </a:lnTo>
                <a:lnTo>
                  <a:pt x="1630" y="28897"/>
                </a:lnTo>
                <a:lnTo>
                  <a:pt x="1882" y="29465"/>
                </a:lnTo>
                <a:lnTo>
                  <a:pt x="2173" y="30019"/>
                </a:lnTo>
                <a:lnTo>
                  <a:pt x="2503" y="30556"/>
                </a:lnTo>
                <a:lnTo>
                  <a:pt x="2871" y="31076"/>
                </a:lnTo>
                <a:lnTo>
                  <a:pt x="3279" y="31575"/>
                </a:lnTo>
                <a:lnTo>
                  <a:pt x="3725" y="32053"/>
                </a:lnTo>
                <a:lnTo>
                  <a:pt x="18563" y="46891"/>
                </a:lnTo>
                <a:lnTo>
                  <a:pt x="19040" y="47337"/>
                </a:lnTo>
                <a:lnTo>
                  <a:pt x="19540" y="47744"/>
                </a:lnTo>
                <a:lnTo>
                  <a:pt x="20059" y="48113"/>
                </a:lnTo>
                <a:lnTo>
                  <a:pt x="20597" y="48443"/>
                </a:lnTo>
                <a:lnTo>
                  <a:pt x="21151" y="48734"/>
                </a:lnTo>
                <a:lnTo>
                  <a:pt x="21718" y="48986"/>
                </a:lnTo>
                <a:lnTo>
                  <a:pt x="22298" y="49199"/>
                </a:lnTo>
                <a:lnTo>
                  <a:pt x="22888" y="49374"/>
                </a:lnTo>
                <a:lnTo>
                  <a:pt x="23486" y="49510"/>
                </a:lnTo>
                <a:lnTo>
                  <a:pt x="24090" y="49607"/>
                </a:lnTo>
                <a:lnTo>
                  <a:pt x="24698" y="49665"/>
                </a:lnTo>
                <a:lnTo>
                  <a:pt x="25308" y="49684"/>
                </a:lnTo>
                <a:lnTo>
                  <a:pt x="25918" y="49665"/>
                </a:lnTo>
                <a:lnTo>
                  <a:pt x="26526" y="49607"/>
                </a:lnTo>
                <a:lnTo>
                  <a:pt x="27130" y="49510"/>
                </a:lnTo>
                <a:lnTo>
                  <a:pt x="27728" y="49374"/>
                </a:lnTo>
                <a:lnTo>
                  <a:pt x="28317" y="49199"/>
                </a:lnTo>
                <a:lnTo>
                  <a:pt x="28897" y="48986"/>
                </a:lnTo>
                <a:lnTo>
                  <a:pt x="29465" y="48734"/>
                </a:lnTo>
                <a:lnTo>
                  <a:pt x="30019" y="48443"/>
                </a:lnTo>
                <a:lnTo>
                  <a:pt x="30556" y="48113"/>
                </a:lnTo>
                <a:lnTo>
                  <a:pt x="31076" y="47744"/>
                </a:lnTo>
                <a:lnTo>
                  <a:pt x="31575" y="47337"/>
                </a:lnTo>
                <a:lnTo>
                  <a:pt x="32053" y="46891"/>
                </a:lnTo>
                <a:lnTo>
                  <a:pt x="32499" y="46413"/>
                </a:lnTo>
                <a:lnTo>
                  <a:pt x="32906" y="45914"/>
                </a:lnTo>
                <a:lnTo>
                  <a:pt x="33275" y="45394"/>
                </a:lnTo>
                <a:lnTo>
                  <a:pt x="33605" y="44857"/>
                </a:lnTo>
                <a:lnTo>
                  <a:pt x="33896" y="44303"/>
                </a:lnTo>
                <a:lnTo>
                  <a:pt x="34148" y="43735"/>
                </a:lnTo>
                <a:lnTo>
                  <a:pt x="34362" y="43155"/>
                </a:lnTo>
                <a:lnTo>
                  <a:pt x="34536" y="42566"/>
                </a:lnTo>
                <a:lnTo>
                  <a:pt x="34672" y="41968"/>
                </a:lnTo>
                <a:lnTo>
                  <a:pt x="34769" y="41364"/>
                </a:lnTo>
                <a:lnTo>
                  <a:pt x="34827" y="40756"/>
                </a:lnTo>
                <a:lnTo>
                  <a:pt x="34847" y="40146"/>
                </a:lnTo>
                <a:lnTo>
                  <a:pt x="34827" y="39536"/>
                </a:lnTo>
                <a:lnTo>
                  <a:pt x="34769" y="38928"/>
                </a:lnTo>
                <a:lnTo>
                  <a:pt x="34672" y="38324"/>
                </a:lnTo>
                <a:lnTo>
                  <a:pt x="34536" y="37726"/>
                </a:lnTo>
                <a:lnTo>
                  <a:pt x="34362" y="37136"/>
                </a:lnTo>
                <a:lnTo>
                  <a:pt x="34148" y="36556"/>
                </a:lnTo>
                <a:lnTo>
                  <a:pt x="33896" y="35989"/>
                </a:lnTo>
                <a:lnTo>
                  <a:pt x="33605" y="35435"/>
                </a:lnTo>
                <a:lnTo>
                  <a:pt x="33275" y="34897"/>
                </a:lnTo>
                <a:lnTo>
                  <a:pt x="32906" y="34378"/>
                </a:lnTo>
                <a:lnTo>
                  <a:pt x="32499" y="33878"/>
                </a:lnTo>
                <a:lnTo>
                  <a:pt x="32053" y="33401"/>
                </a:lnTo>
                <a:lnTo>
                  <a:pt x="23960" y="25308"/>
                </a:lnTo>
                <a:lnTo>
                  <a:pt x="32053" y="17215"/>
                </a:lnTo>
                <a:lnTo>
                  <a:pt x="32499" y="16737"/>
                </a:lnTo>
                <a:lnTo>
                  <a:pt x="32906" y="16238"/>
                </a:lnTo>
                <a:lnTo>
                  <a:pt x="33275" y="15718"/>
                </a:lnTo>
                <a:close/>
                <a:moveTo>
                  <a:pt x="10470" y="25308"/>
                </a:moveTo>
                <a:lnTo>
                  <a:pt x="10470" y="25308"/>
                </a:lnTo>
                <a:lnTo>
                  <a:pt x="3725" y="32053"/>
                </a:lnTo>
                <a:lnTo>
                  <a:pt x="10470" y="25308"/>
                </a:lnTo>
                <a:close/>
                <a:moveTo>
                  <a:pt x="60232" y="2503"/>
                </a:moveTo>
                <a:lnTo>
                  <a:pt x="59695" y="2173"/>
                </a:lnTo>
                <a:lnTo>
                  <a:pt x="59141" y="1882"/>
                </a:lnTo>
                <a:lnTo>
                  <a:pt x="58573" y="1630"/>
                </a:lnTo>
                <a:lnTo>
                  <a:pt x="57993" y="1416"/>
                </a:lnTo>
                <a:lnTo>
                  <a:pt x="57403" y="1242"/>
                </a:lnTo>
                <a:lnTo>
                  <a:pt x="56806" y="1106"/>
                </a:lnTo>
                <a:lnTo>
                  <a:pt x="56202" y="1009"/>
                </a:lnTo>
                <a:lnTo>
                  <a:pt x="55594" y="951"/>
                </a:lnTo>
                <a:lnTo>
                  <a:pt x="54984" y="931"/>
                </a:lnTo>
                <a:lnTo>
                  <a:pt x="54374" y="951"/>
                </a:lnTo>
                <a:lnTo>
                  <a:pt x="53766" y="1009"/>
                </a:lnTo>
                <a:lnTo>
                  <a:pt x="53162" y="1106"/>
                </a:lnTo>
                <a:lnTo>
                  <a:pt x="52564" y="1242"/>
                </a:lnTo>
                <a:lnTo>
                  <a:pt x="51974" y="1416"/>
                </a:lnTo>
                <a:lnTo>
                  <a:pt x="51394" y="1630"/>
                </a:lnTo>
                <a:lnTo>
                  <a:pt x="50827" y="1882"/>
                </a:lnTo>
                <a:lnTo>
                  <a:pt x="50273" y="2173"/>
                </a:lnTo>
                <a:lnTo>
                  <a:pt x="49735" y="2503"/>
                </a:lnTo>
                <a:lnTo>
                  <a:pt x="49216" y="2871"/>
                </a:lnTo>
                <a:lnTo>
                  <a:pt x="48716" y="3279"/>
                </a:lnTo>
                <a:lnTo>
                  <a:pt x="48239" y="3725"/>
                </a:lnTo>
                <a:lnTo>
                  <a:pt x="47793" y="4202"/>
                </a:lnTo>
                <a:lnTo>
                  <a:pt x="47385" y="4702"/>
                </a:lnTo>
                <a:lnTo>
                  <a:pt x="47017" y="5221"/>
                </a:lnTo>
                <a:lnTo>
                  <a:pt x="46687" y="5759"/>
                </a:lnTo>
                <a:lnTo>
                  <a:pt x="46396" y="6313"/>
                </a:lnTo>
                <a:lnTo>
                  <a:pt x="46144" y="6881"/>
                </a:lnTo>
                <a:lnTo>
                  <a:pt x="45930" y="7460"/>
                </a:lnTo>
                <a:lnTo>
                  <a:pt x="45755" y="8050"/>
                </a:lnTo>
                <a:lnTo>
                  <a:pt x="45620" y="8648"/>
                </a:lnTo>
                <a:lnTo>
                  <a:pt x="45523" y="9252"/>
                </a:lnTo>
                <a:lnTo>
                  <a:pt x="45464" y="9860"/>
                </a:lnTo>
                <a:lnTo>
                  <a:pt x="45445" y="10470"/>
                </a:lnTo>
                <a:lnTo>
                  <a:pt x="45464" y="11080"/>
                </a:lnTo>
                <a:lnTo>
                  <a:pt x="45523" y="11688"/>
                </a:lnTo>
                <a:lnTo>
                  <a:pt x="45620" y="12292"/>
                </a:lnTo>
                <a:lnTo>
                  <a:pt x="45755" y="12890"/>
                </a:lnTo>
                <a:lnTo>
                  <a:pt x="45930" y="13480"/>
                </a:lnTo>
                <a:lnTo>
                  <a:pt x="46144" y="14059"/>
                </a:lnTo>
                <a:lnTo>
                  <a:pt x="46396" y="14627"/>
                </a:lnTo>
                <a:lnTo>
                  <a:pt x="46687" y="15181"/>
                </a:lnTo>
                <a:lnTo>
                  <a:pt x="47017" y="15718"/>
                </a:lnTo>
                <a:lnTo>
                  <a:pt x="47385" y="16238"/>
                </a:lnTo>
                <a:lnTo>
                  <a:pt x="47793" y="16737"/>
                </a:lnTo>
                <a:lnTo>
                  <a:pt x="48239" y="17215"/>
                </a:lnTo>
                <a:lnTo>
                  <a:pt x="56332" y="25308"/>
                </a:lnTo>
                <a:lnTo>
                  <a:pt x="48239" y="33401"/>
                </a:lnTo>
                <a:lnTo>
                  <a:pt x="47793" y="33878"/>
                </a:lnTo>
                <a:lnTo>
                  <a:pt x="47385" y="34378"/>
                </a:lnTo>
                <a:lnTo>
                  <a:pt x="47017" y="34897"/>
                </a:lnTo>
                <a:lnTo>
                  <a:pt x="46687" y="35435"/>
                </a:lnTo>
                <a:lnTo>
                  <a:pt x="46396" y="35989"/>
                </a:lnTo>
                <a:lnTo>
                  <a:pt x="46144" y="36556"/>
                </a:lnTo>
                <a:lnTo>
                  <a:pt x="45930" y="37136"/>
                </a:lnTo>
                <a:lnTo>
                  <a:pt x="45755" y="37726"/>
                </a:lnTo>
                <a:lnTo>
                  <a:pt x="45620" y="38324"/>
                </a:lnTo>
                <a:lnTo>
                  <a:pt x="45523" y="38928"/>
                </a:lnTo>
                <a:lnTo>
                  <a:pt x="45464" y="39536"/>
                </a:lnTo>
                <a:lnTo>
                  <a:pt x="45445" y="40146"/>
                </a:lnTo>
                <a:lnTo>
                  <a:pt x="45464" y="40756"/>
                </a:lnTo>
                <a:lnTo>
                  <a:pt x="45523" y="41364"/>
                </a:lnTo>
                <a:lnTo>
                  <a:pt x="45620" y="41968"/>
                </a:lnTo>
                <a:lnTo>
                  <a:pt x="45755" y="42566"/>
                </a:lnTo>
                <a:lnTo>
                  <a:pt x="45930" y="43155"/>
                </a:lnTo>
                <a:lnTo>
                  <a:pt x="46144" y="43735"/>
                </a:lnTo>
                <a:lnTo>
                  <a:pt x="46396" y="44303"/>
                </a:lnTo>
                <a:lnTo>
                  <a:pt x="46687" y="44857"/>
                </a:lnTo>
                <a:lnTo>
                  <a:pt x="47017" y="45394"/>
                </a:lnTo>
                <a:lnTo>
                  <a:pt x="47385" y="45914"/>
                </a:lnTo>
                <a:lnTo>
                  <a:pt x="47793" y="46413"/>
                </a:lnTo>
                <a:lnTo>
                  <a:pt x="48239" y="46891"/>
                </a:lnTo>
                <a:lnTo>
                  <a:pt x="48716" y="47337"/>
                </a:lnTo>
                <a:lnTo>
                  <a:pt x="49216" y="47744"/>
                </a:lnTo>
                <a:lnTo>
                  <a:pt x="49735" y="48113"/>
                </a:lnTo>
                <a:lnTo>
                  <a:pt x="50273" y="48443"/>
                </a:lnTo>
                <a:lnTo>
                  <a:pt x="50827" y="48734"/>
                </a:lnTo>
                <a:lnTo>
                  <a:pt x="51394" y="48986"/>
                </a:lnTo>
                <a:lnTo>
                  <a:pt x="51974" y="49199"/>
                </a:lnTo>
                <a:lnTo>
                  <a:pt x="52564" y="49374"/>
                </a:lnTo>
                <a:lnTo>
                  <a:pt x="53162" y="49510"/>
                </a:lnTo>
                <a:lnTo>
                  <a:pt x="53766" y="49607"/>
                </a:lnTo>
                <a:lnTo>
                  <a:pt x="54374" y="49665"/>
                </a:lnTo>
                <a:lnTo>
                  <a:pt x="54984" y="49684"/>
                </a:lnTo>
                <a:lnTo>
                  <a:pt x="55594" y="49665"/>
                </a:lnTo>
                <a:lnTo>
                  <a:pt x="56202" y="49607"/>
                </a:lnTo>
                <a:lnTo>
                  <a:pt x="56806" y="49510"/>
                </a:lnTo>
                <a:lnTo>
                  <a:pt x="57403" y="49374"/>
                </a:lnTo>
                <a:lnTo>
                  <a:pt x="57993" y="49199"/>
                </a:lnTo>
                <a:lnTo>
                  <a:pt x="58573" y="48986"/>
                </a:lnTo>
                <a:lnTo>
                  <a:pt x="59141" y="48734"/>
                </a:lnTo>
                <a:lnTo>
                  <a:pt x="59695" y="48443"/>
                </a:lnTo>
                <a:lnTo>
                  <a:pt x="60232" y="48113"/>
                </a:lnTo>
                <a:lnTo>
                  <a:pt x="60752" y="47744"/>
                </a:lnTo>
                <a:lnTo>
                  <a:pt x="61251" y="47337"/>
                </a:lnTo>
                <a:lnTo>
                  <a:pt x="61729" y="46891"/>
                </a:lnTo>
                <a:lnTo>
                  <a:pt x="76567" y="32053"/>
                </a:lnTo>
                <a:lnTo>
                  <a:pt x="77013" y="31575"/>
                </a:lnTo>
                <a:lnTo>
                  <a:pt x="77420" y="31076"/>
                </a:lnTo>
                <a:lnTo>
                  <a:pt x="77789" y="30556"/>
                </a:lnTo>
                <a:lnTo>
                  <a:pt x="78119" y="30019"/>
                </a:lnTo>
                <a:lnTo>
                  <a:pt x="78410" y="29465"/>
                </a:lnTo>
                <a:lnTo>
                  <a:pt x="78662" y="28897"/>
                </a:lnTo>
                <a:lnTo>
                  <a:pt x="78875" y="28317"/>
                </a:lnTo>
                <a:lnTo>
                  <a:pt x="79050" y="27728"/>
                </a:lnTo>
                <a:lnTo>
                  <a:pt x="79186" y="27130"/>
                </a:lnTo>
                <a:lnTo>
                  <a:pt x="79283" y="26526"/>
                </a:lnTo>
                <a:lnTo>
                  <a:pt x="79341" y="25918"/>
                </a:lnTo>
                <a:lnTo>
                  <a:pt x="79360" y="25308"/>
                </a:lnTo>
                <a:lnTo>
                  <a:pt x="79341" y="24698"/>
                </a:lnTo>
                <a:lnTo>
                  <a:pt x="79283" y="24090"/>
                </a:lnTo>
                <a:lnTo>
                  <a:pt x="79186" y="23486"/>
                </a:lnTo>
                <a:lnTo>
                  <a:pt x="79050" y="22888"/>
                </a:lnTo>
                <a:lnTo>
                  <a:pt x="78875" y="22298"/>
                </a:lnTo>
                <a:lnTo>
                  <a:pt x="78662" y="21718"/>
                </a:lnTo>
                <a:lnTo>
                  <a:pt x="78410" y="21151"/>
                </a:lnTo>
                <a:lnTo>
                  <a:pt x="78119" y="20597"/>
                </a:lnTo>
                <a:lnTo>
                  <a:pt x="77789" y="20059"/>
                </a:lnTo>
                <a:lnTo>
                  <a:pt x="77420" y="19540"/>
                </a:lnTo>
                <a:lnTo>
                  <a:pt x="77013" y="19040"/>
                </a:lnTo>
                <a:lnTo>
                  <a:pt x="76567" y="18563"/>
                </a:lnTo>
                <a:lnTo>
                  <a:pt x="61729" y="3725"/>
                </a:lnTo>
                <a:lnTo>
                  <a:pt x="61251" y="3279"/>
                </a:lnTo>
                <a:lnTo>
                  <a:pt x="60752" y="2871"/>
                </a:lnTo>
                <a:lnTo>
                  <a:pt x="60232" y="2503"/>
                </a:lnTo>
                <a:close/>
                <a:moveTo>
                  <a:pt x="69822" y="25308"/>
                </a:moveTo>
                <a:lnTo>
                  <a:pt x="69822" y="25308"/>
                </a:lnTo>
                <a:lnTo>
                  <a:pt x="76567" y="32053"/>
                </a:lnTo>
                <a:lnTo>
                  <a:pt x="69822" y="25308"/>
                </a:lnTo>
                <a:close/>
              </a:path>
            </a:pathLst>
          </a:custGeom>
          <a:solidFill xmlns:a="http://schemas.openxmlformats.org/drawingml/2006/main">
            <a:srgbClr val="27A7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87D628-B042-40E7-AF4F-8B7CA7F1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37" y="488435"/>
            <a:ext cx="106596" cy="165165"/>
          </a:xfrm>
          <a:custGeom xmlns:a="http://schemas.openxmlformats.org/drawingml/2006/main">
            <a:pathLst>
              <a:path w="106596" h="165165">
                <a:moveTo>
                  <a:pt x="17102" y="11011"/>
                </a:moveTo>
                <a:cubicBezTo>
                  <a:pt x="17102" y="9449"/>
                  <a:pt x="17415" y="7653"/>
                  <a:pt x="18039" y="5623"/>
                </a:cubicBezTo>
                <a:cubicBezTo>
                  <a:pt x="18664" y="3592"/>
                  <a:pt x="19601" y="2577"/>
                  <a:pt x="20851" y="2577"/>
                </a:cubicBezTo>
                <a:cubicBezTo>
                  <a:pt x="21007" y="2577"/>
                  <a:pt x="26629" y="2187"/>
                  <a:pt x="37719" y="1406"/>
                </a:cubicBezTo>
                <a:cubicBezTo>
                  <a:pt x="48808" y="625"/>
                  <a:pt x="54508" y="156"/>
                  <a:pt x="54821" y="0"/>
                </a:cubicBezTo>
                <a:cubicBezTo>
                  <a:pt x="56695" y="0"/>
                  <a:pt x="57632" y="625"/>
                  <a:pt x="57632" y="1874"/>
                </a:cubicBezTo>
                <a:cubicBezTo>
                  <a:pt x="57632" y="2967"/>
                  <a:pt x="53727" y="19289"/>
                  <a:pt x="45918" y="50838"/>
                </a:cubicBezTo>
                <a:cubicBezTo>
                  <a:pt x="38109" y="81762"/>
                  <a:pt x="34204" y="97771"/>
                  <a:pt x="34204" y="98865"/>
                </a:cubicBezTo>
                <a:cubicBezTo>
                  <a:pt x="37172" y="97303"/>
                  <a:pt x="39437" y="95819"/>
                  <a:pt x="40998" y="94413"/>
                </a:cubicBezTo>
                <a:cubicBezTo>
                  <a:pt x="44747" y="91602"/>
                  <a:pt x="50135" y="86682"/>
                  <a:pt x="57163" y="79654"/>
                </a:cubicBezTo>
                <a:cubicBezTo>
                  <a:pt x="64192" y="72626"/>
                  <a:pt x="69658" y="67862"/>
                  <a:pt x="73563" y="65363"/>
                </a:cubicBezTo>
                <a:cubicBezTo>
                  <a:pt x="79810" y="61146"/>
                  <a:pt x="85745" y="59038"/>
                  <a:pt x="91368" y="59038"/>
                </a:cubicBezTo>
                <a:cubicBezTo>
                  <a:pt x="96053" y="59038"/>
                  <a:pt x="99724" y="60521"/>
                  <a:pt x="102379" y="63489"/>
                </a:cubicBezTo>
                <a:cubicBezTo>
                  <a:pt x="105034" y="66456"/>
                  <a:pt x="106440" y="70673"/>
                  <a:pt x="106596" y="76140"/>
                </a:cubicBezTo>
                <a:cubicBezTo>
                  <a:pt x="106596" y="80044"/>
                  <a:pt x="106049" y="83324"/>
                  <a:pt x="104956" y="85979"/>
                </a:cubicBezTo>
                <a:cubicBezTo>
                  <a:pt x="103863" y="88635"/>
                  <a:pt x="102379" y="90587"/>
                  <a:pt x="100505" y="91836"/>
                </a:cubicBezTo>
                <a:cubicBezTo>
                  <a:pt x="98630" y="93086"/>
                  <a:pt x="96990" y="93945"/>
                  <a:pt x="95585" y="94413"/>
                </a:cubicBezTo>
                <a:cubicBezTo>
                  <a:pt x="94179" y="94882"/>
                  <a:pt x="92773" y="95116"/>
                  <a:pt x="91368" y="95116"/>
                </a:cubicBezTo>
                <a:cubicBezTo>
                  <a:pt x="88244" y="95116"/>
                  <a:pt x="85745" y="94257"/>
                  <a:pt x="83871" y="92539"/>
                </a:cubicBezTo>
                <a:cubicBezTo>
                  <a:pt x="81997" y="90821"/>
                  <a:pt x="81060" y="88557"/>
                  <a:pt x="81060" y="85745"/>
                </a:cubicBezTo>
                <a:cubicBezTo>
                  <a:pt x="81060" y="81841"/>
                  <a:pt x="82309" y="78639"/>
                  <a:pt x="84808" y="76140"/>
                </a:cubicBezTo>
                <a:cubicBezTo>
                  <a:pt x="87307" y="73641"/>
                  <a:pt x="89806" y="72001"/>
                  <a:pt x="92305" y="71220"/>
                </a:cubicBezTo>
                <a:lnTo>
                  <a:pt x="96053" y="70517"/>
                </a:lnTo>
                <a:cubicBezTo>
                  <a:pt x="94179" y="68643"/>
                  <a:pt x="92305" y="67706"/>
                  <a:pt x="90431" y="67706"/>
                </a:cubicBezTo>
                <a:lnTo>
                  <a:pt x="89494" y="67706"/>
                </a:lnTo>
                <a:cubicBezTo>
                  <a:pt x="84496" y="68174"/>
                  <a:pt x="79576" y="70127"/>
                  <a:pt x="74734" y="73563"/>
                </a:cubicBezTo>
                <a:cubicBezTo>
                  <a:pt x="69892" y="76999"/>
                  <a:pt x="64192" y="81997"/>
                  <a:pt x="57632" y="88557"/>
                </a:cubicBezTo>
                <a:cubicBezTo>
                  <a:pt x="51072" y="95116"/>
                  <a:pt x="45918" y="99880"/>
                  <a:pt x="42170" y="102847"/>
                </a:cubicBezTo>
                <a:cubicBezTo>
                  <a:pt x="42482" y="103004"/>
                  <a:pt x="43654" y="103238"/>
                  <a:pt x="45684" y="103550"/>
                </a:cubicBezTo>
                <a:cubicBezTo>
                  <a:pt x="47714" y="103863"/>
                  <a:pt x="49589" y="104331"/>
                  <a:pt x="51307" y="104956"/>
                </a:cubicBezTo>
                <a:cubicBezTo>
                  <a:pt x="53025" y="105581"/>
                  <a:pt x="55055" y="106205"/>
                  <a:pt x="57398" y="106830"/>
                </a:cubicBezTo>
                <a:cubicBezTo>
                  <a:pt x="59741" y="107455"/>
                  <a:pt x="61849" y="108548"/>
                  <a:pt x="63723" y="110110"/>
                </a:cubicBezTo>
                <a:cubicBezTo>
                  <a:pt x="65597" y="111672"/>
                  <a:pt x="67315" y="113077"/>
                  <a:pt x="68877" y="114327"/>
                </a:cubicBezTo>
                <a:cubicBezTo>
                  <a:pt x="70439" y="115576"/>
                  <a:pt x="71767" y="117607"/>
                  <a:pt x="72860" y="120418"/>
                </a:cubicBezTo>
                <a:cubicBezTo>
                  <a:pt x="73953" y="123229"/>
                  <a:pt x="74422" y="125806"/>
                  <a:pt x="74266" y="128149"/>
                </a:cubicBezTo>
                <a:cubicBezTo>
                  <a:pt x="74266" y="130804"/>
                  <a:pt x="73875" y="134006"/>
                  <a:pt x="73094" y="137755"/>
                </a:cubicBezTo>
                <a:cubicBezTo>
                  <a:pt x="72313" y="141503"/>
                  <a:pt x="71845" y="144627"/>
                  <a:pt x="71689" y="147126"/>
                </a:cubicBezTo>
                <a:cubicBezTo>
                  <a:pt x="71689" y="153373"/>
                  <a:pt x="73797" y="156497"/>
                  <a:pt x="78014" y="156497"/>
                </a:cubicBezTo>
                <a:cubicBezTo>
                  <a:pt x="85511" y="156497"/>
                  <a:pt x="91602" y="147204"/>
                  <a:pt x="96288" y="128618"/>
                </a:cubicBezTo>
                <a:cubicBezTo>
                  <a:pt x="96600" y="127368"/>
                  <a:pt x="98162" y="126744"/>
                  <a:pt x="100973" y="126744"/>
                </a:cubicBezTo>
                <a:lnTo>
                  <a:pt x="101910" y="126744"/>
                </a:lnTo>
                <a:cubicBezTo>
                  <a:pt x="104409" y="126744"/>
                  <a:pt x="105659" y="127446"/>
                  <a:pt x="105659" y="128852"/>
                </a:cubicBezTo>
                <a:cubicBezTo>
                  <a:pt x="105659" y="129633"/>
                  <a:pt x="105424" y="130726"/>
                  <a:pt x="104956" y="132132"/>
                </a:cubicBezTo>
                <a:cubicBezTo>
                  <a:pt x="98552" y="154154"/>
                  <a:pt x="89337" y="165165"/>
                  <a:pt x="77311" y="165165"/>
                </a:cubicBezTo>
                <a:cubicBezTo>
                  <a:pt x="70283" y="165165"/>
                  <a:pt x="64582" y="163135"/>
                  <a:pt x="60209" y="159074"/>
                </a:cubicBezTo>
                <a:cubicBezTo>
                  <a:pt x="55836" y="155013"/>
                  <a:pt x="53649" y="149156"/>
                  <a:pt x="53649" y="141503"/>
                </a:cubicBezTo>
                <a:cubicBezTo>
                  <a:pt x="53649" y="138692"/>
                  <a:pt x="53884" y="136271"/>
                  <a:pt x="54352" y="134240"/>
                </a:cubicBezTo>
                <a:cubicBezTo>
                  <a:pt x="54821" y="132210"/>
                  <a:pt x="55055" y="130336"/>
                  <a:pt x="55055" y="128618"/>
                </a:cubicBezTo>
                <a:cubicBezTo>
                  <a:pt x="55055" y="125182"/>
                  <a:pt x="53962" y="122214"/>
                  <a:pt x="51775" y="119715"/>
                </a:cubicBezTo>
                <a:cubicBezTo>
                  <a:pt x="49589" y="117216"/>
                  <a:pt x="46855" y="115420"/>
                  <a:pt x="43575" y="114327"/>
                </a:cubicBezTo>
                <a:cubicBezTo>
                  <a:pt x="40296" y="113234"/>
                  <a:pt x="37640" y="112375"/>
                  <a:pt x="35610" y="111750"/>
                </a:cubicBezTo>
                <a:cubicBezTo>
                  <a:pt x="33580" y="111125"/>
                  <a:pt x="32174" y="110891"/>
                  <a:pt x="31393" y="111047"/>
                </a:cubicBezTo>
                <a:lnTo>
                  <a:pt x="30924" y="111047"/>
                </a:lnTo>
                <a:cubicBezTo>
                  <a:pt x="29050" y="117607"/>
                  <a:pt x="27410" y="123932"/>
                  <a:pt x="26005" y="130023"/>
                </a:cubicBezTo>
                <a:cubicBezTo>
                  <a:pt x="24599" y="136115"/>
                  <a:pt x="23506" y="140644"/>
                  <a:pt x="22725" y="143611"/>
                </a:cubicBezTo>
                <a:cubicBezTo>
                  <a:pt x="21944" y="146579"/>
                  <a:pt x="21241" y="149468"/>
                  <a:pt x="20616" y="152280"/>
                </a:cubicBezTo>
                <a:cubicBezTo>
                  <a:pt x="19992" y="155091"/>
                  <a:pt x="19445" y="156965"/>
                  <a:pt x="18976" y="157902"/>
                </a:cubicBezTo>
                <a:cubicBezTo>
                  <a:pt x="18508" y="158839"/>
                  <a:pt x="17961" y="159855"/>
                  <a:pt x="17336" y="160948"/>
                </a:cubicBezTo>
                <a:cubicBezTo>
                  <a:pt x="16712" y="162041"/>
                  <a:pt x="15853" y="162744"/>
                  <a:pt x="14759" y="163056"/>
                </a:cubicBezTo>
                <a:cubicBezTo>
                  <a:pt x="12729" y="164462"/>
                  <a:pt x="10542" y="165165"/>
                  <a:pt x="8200" y="165165"/>
                </a:cubicBezTo>
                <a:cubicBezTo>
                  <a:pt x="5545" y="165165"/>
                  <a:pt x="3514" y="164384"/>
                  <a:pt x="2108" y="162822"/>
                </a:cubicBezTo>
                <a:cubicBezTo>
                  <a:pt x="703" y="161260"/>
                  <a:pt x="0" y="159933"/>
                  <a:pt x="0" y="158839"/>
                </a:cubicBezTo>
                <a:cubicBezTo>
                  <a:pt x="0" y="157278"/>
                  <a:pt x="2889" y="144783"/>
                  <a:pt x="8668" y="121355"/>
                </a:cubicBezTo>
                <a:cubicBezTo>
                  <a:pt x="14447" y="97928"/>
                  <a:pt x="20148" y="74890"/>
                  <a:pt x="25770" y="52244"/>
                </a:cubicBezTo>
                <a:lnTo>
                  <a:pt x="34439" y="18274"/>
                </a:lnTo>
                <a:cubicBezTo>
                  <a:pt x="34595" y="16243"/>
                  <a:pt x="34048" y="14994"/>
                  <a:pt x="32799" y="14525"/>
                </a:cubicBezTo>
                <a:cubicBezTo>
                  <a:pt x="31549" y="14057"/>
                  <a:pt x="28504" y="13666"/>
                  <a:pt x="23662" y="13354"/>
                </a:cubicBezTo>
                <a:lnTo>
                  <a:pt x="22491" y="13354"/>
                </a:lnTo>
                <a:cubicBezTo>
                  <a:pt x="20929" y="13354"/>
                  <a:pt x="19914" y="13354"/>
                  <a:pt x="19445" y="13354"/>
                </a:cubicBezTo>
                <a:cubicBezTo>
                  <a:pt x="18976" y="13354"/>
                  <a:pt x="18430" y="13119"/>
                  <a:pt x="17805" y="12651"/>
                </a:cubicBezTo>
                <a:cubicBezTo>
                  <a:pt x="17180" y="12182"/>
                  <a:pt x="16946" y="11636"/>
                  <a:pt x="17102" y="110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3EB90A-AA7B-4179-AB98-7FF0AC0D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8" y="485256"/>
            <a:ext cx="112955" cy="171524"/>
          </a:xfrm>
          <a:custGeom xmlns:a="http://schemas.openxmlformats.org/drawingml/2006/main">
            <a:pathLst>
              <a:path w="112955" h="171524">
                <a:moveTo>
                  <a:pt x="52184" y="54782"/>
                </a:moveTo>
                <a:lnTo>
                  <a:pt x="49529" y="54124"/>
                </a:lnTo>
                <a:lnTo>
                  <a:pt x="52184" y="54782"/>
                </a:lnTo>
                <a:lnTo>
                  <a:pt x="52667" y="52829"/>
                </a:lnTo>
                <a:lnTo>
                  <a:pt x="53140" y="50916"/>
                </a:lnTo>
                <a:lnTo>
                  <a:pt x="53603" y="49043"/>
                </a:lnTo>
                <a:lnTo>
                  <a:pt x="54056" y="47210"/>
                </a:lnTo>
                <a:lnTo>
                  <a:pt x="54498" y="45416"/>
                </a:lnTo>
                <a:lnTo>
                  <a:pt x="54930" y="43661"/>
                </a:lnTo>
                <a:lnTo>
                  <a:pt x="55352" y="41947"/>
                </a:lnTo>
                <a:lnTo>
                  <a:pt x="55764" y="40271"/>
                </a:lnTo>
                <a:lnTo>
                  <a:pt x="56166" y="38636"/>
                </a:lnTo>
                <a:lnTo>
                  <a:pt x="56558" y="37040"/>
                </a:lnTo>
                <a:lnTo>
                  <a:pt x="56940" y="35483"/>
                </a:lnTo>
                <a:lnTo>
                  <a:pt x="57311" y="33967"/>
                </a:lnTo>
                <a:lnTo>
                  <a:pt x="57672" y="32489"/>
                </a:lnTo>
                <a:lnTo>
                  <a:pt x="58023" y="31052"/>
                </a:lnTo>
                <a:lnTo>
                  <a:pt x="58364" y="29654"/>
                </a:lnTo>
                <a:lnTo>
                  <a:pt x="58695" y="28295"/>
                </a:lnTo>
                <a:lnTo>
                  <a:pt x="59016" y="26977"/>
                </a:lnTo>
                <a:lnTo>
                  <a:pt x="59326" y="25697"/>
                </a:lnTo>
                <a:lnTo>
                  <a:pt x="59626" y="24458"/>
                </a:lnTo>
                <a:lnTo>
                  <a:pt x="59916" y="23258"/>
                </a:lnTo>
                <a:lnTo>
                  <a:pt x="60196" y="22098"/>
                </a:lnTo>
                <a:lnTo>
                  <a:pt x="60466" y="20977"/>
                </a:lnTo>
                <a:lnTo>
                  <a:pt x="60726" y="19896"/>
                </a:lnTo>
                <a:lnTo>
                  <a:pt x="60975" y="18854"/>
                </a:lnTo>
                <a:lnTo>
                  <a:pt x="61096" y="18349"/>
                </a:lnTo>
                <a:lnTo>
                  <a:pt x="61215" y="17853"/>
                </a:lnTo>
                <a:lnTo>
                  <a:pt x="61331" y="17367"/>
                </a:lnTo>
                <a:lnTo>
                  <a:pt x="61444" y="16890"/>
                </a:lnTo>
                <a:lnTo>
                  <a:pt x="61555" y="16424"/>
                </a:lnTo>
                <a:lnTo>
                  <a:pt x="61663" y="15967"/>
                </a:lnTo>
                <a:lnTo>
                  <a:pt x="61769" y="15520"/>
                </a:lnTo>
                <a:lnTo>
                  <a:pt x="61872" y="15083"/>
                </a:lnTo>
                <a:lnTo>
                  <a:pt x="61973" y="14656"/>
                </a:lnTo>
                <a:lnTo>
                  <a:pt x="62071" y="14238"/>
                </a:lnTo>
                <a:lnTo>
                  <a:pt x="62167" y="13830"/>
                </a:lnTo>
                <a:lnTo>
                  <a:pt x="62260" y="13432"/>
                </a:lnTo>
                <a:lnTo>
                  <a:pt x="62351" y="13044"/>
                </a:lnTo>
                <a:lnTo>
                  <a:pt x="62439" y="12666"/>
                </a:lnTo>
                <a:lnTo>
                  <a:pt x="62525" y="12298"/>
                </a:lnTo>
                <a:lnTo>
                  <a:pt x="62608" y="11939"/>
                </a:lnTo>
                <a:lnTo>
                  <a:pt x="62689" y="11590"/>
                </a:lnTo>
                <a:lnTo>
                  <a:pt x="62767" y="11251"/>
                </a:lnTo>
                <a:lnTo>
                  <a:pt x="62842" y="10922"/>
                </a:lnTo>
                <a:lnTo>
                  <a:pt x="62915" y="10603"/>
                </a:lnTo>
                <a:lnTo>
                  <a:pt x="62986" y="10294"/>
                </a:lnTo>
                <a:lnTo>
                  <a:pt x="63054" y="9994"/>
                </a:lnTo>
                <a:lnTo>
                  <a:pt x="63119" y="9704"/>
                </a:lnTo>
                <a:lnTo>
                  <a:pt x="63182" y="9425"/>
                </a:lnTo>
                <a:lnTo>
                  <a:pt x="63212" y="9289"/>
                </a:lnTo>
                <a:lnTo>
                  <a:pt x="63242" y="9155"/>
                </a:lnTo>
                <a:lnTo>
                  <a:pt x="63272" y="9023"/>
                </a:lnTo>
                <a:lnTo>
                  <a:pt x="63300" y="8894"/>
                </a:lnTo>
                <a:lnTo>
                  <a:pt x="63328" y="8767"/>
                </a:lnTo>
                <a:lnTo>
                  <a:pt x="63356" y="8643"/>
                </a:lnTo>
                <a:lnTo>
                  <a:pt x="63383" y="8520"/>
                </a:lnTo>
                <a:lnTo>
                  <a:pt x="63409" y="8401"/>
                </a:lnTo>
                <a:lnTo>
                  <a:pt x="63435" y="8283"/>
                </a:lnTo>
                <a:lnTo>
                  <a:pt x="63460" y="8167"/>
                </a:lnTo>
                <a:lnTo>
                  <a:pt x="63484" y="8054"/>
                </a:lnTo>
                <a:lnTo>
                  <a:pt x="63508" y="7944"/>
                </a:lnTo>
                <a:lnTo>
                  <a:pt x="63531" y="7835"/>
                </a:lnTo>
                <a:lnTo>
                  <a:pt x="63554" y="7729"/>
                </a:lnTo>
                <a:lnTo>
                  <a:pt x="63576" y="7626"/>
                </a:lnTo>
                <a:lnTo>
                  <a:pt x="63598" y="7524"/>
                </a:lnTo>
                <a:lnTo>
                  <a:pt x="63618" y="7425"/>
                </a:lnTo>
                <a:lnTo>
                  <a:pt x="63639" y="7329"/>
                </a:lnTo>
                <a:lnTo>
                  <a:pt x="63658" y="7234"/>
                </a:lnTo>
                <a:lnTo>
                  <a:pt x="63677" y="7143"/>
                </a:lnTo>
                <a:lnTo>
                  <a:pt x="63696" y="7053"/>
                </a:lnTo>
                <a:lnTo>
                  <a:pt x="63713" y="6966"/>
                </a:lnTo>
                <a:lnTo>
                  <a:pt x="63730" y="6881"/>
                </a:lnTo>
                <a:lnTo>
                  <a:pt x="63747" y="6799"/>
                </a:lnTo>
                <a:lnTo>
                  <a:pt x="63755" y="6759"/>
                </a:lnTo>
                <a:lnTo>
                  <a:pt x="63763" y="6719"/>
                </a:lnTo>
                <a:lnTo>
                  <a:pt x="63770" y="6679"/>
                </a:lnTo>
                <a:lnTo>
                  <a:pt x="63778" y="6640"/>
                </a:lnTo>
                <a:lnTo>
                  <a:pt x="63786" y="6602"/>
                </a:lnTo>
                <a:lnTo>
                  <a:pt x="63793" y="6563"/>
                </a:lnTo>
                <a:lnTo>
                  <a:pt x="63800" y="6526"/>
                </a:lnTo>
                <a:lnTo>
                  <a:pt x="63807" y="6488"/>
                </a:lnTo>
                <a:lnTo>
                  <a:pt x="63815" y="6451"/>
                </a:lnTo>
                <a:lnTo>
                  <a:pt x="63821" y="6414"/>
                </a:lnTo>
                <a:lnTo>
                  <a:pt x="63828" y="6378"/>
                </a:lnTo>
                <a:lnTo>
                  <a:pt x="63835" y="6342"/>
                </a:lnTo>
                <a:lnTo>
                  <a:pt x="63841" y="6307"/>
                </a:lnTo>
                <a:lnTo>
                  <a:pt x="63848" y="6272"/>
                </a:lnTo>
                <a:lnTo>
                  <a:pt x="63854" y="6238"/>
                </a:lnTo>
                <a:lnTo>
                  <a:pt x="63860" y="6204"/>
                </a:lnTo>
                <a:lnTo>
                  <a:pt x="63866" y="6170"/>
                </a:lnTo>
                <a:lnTo>
                  <a:pt x="63872" y="6137"/>
                </a:lnTo>
                <a:lnTo>
                  <a:pt x="63878" y="6104"/>
                </a:lnTo>
                <a:lnTo>
                  <a:pt x="63883" y="6072"/>
                </a:lnTo>
                <a:lnTo>
                  <a:pt x="63889" y="6040"/>
                </a:lnTo>
                <a:lnTo>
                  <a:pt x="63894" y="6009"/>
                </a:lnTo>
                <a:lnTo>
                  <a:pt x="63899" y="5979"/>
                </a:lnTo>
                <a:lnTo>
                  <a:pt x="63904" y="5948"/>
                </a:lnTo>
                <a:lnTo>
                  <a:pt x="63907" y="5927"/>
                </a:lnTo>
                <a:lnTo>
                  <a:pt x="63911" y="5904"/>
                </a:lnTo>
                <a:lnTo>
                  <a:pt x="63915" y="5879"/>
                </a:lnTo>
                <a:lnTo>
                  <a:pt x="63919" y="5852"/>
                </a:lnTo>
                <a:lnTo>
                  <a:pt x="63924" y="5823"/>
                </a:lnTo>
                <a:lnTo>
                  <a:pt x="63929" y="5793"/>
                </a:lnTo>
                <a:lnTo>
                  <a:pt x="63933" y="5760"/>
                </a:lnTo>
                <a:lnTo>
                  <a:pt x="63938" y="5726"/>
                </a:lnTo>
                <a:lnTo>
                  <a:pt x="63943" y="5691"/>
                </a:lnTo>
                <a:lnTo>
                  <a:pt x="63948" y="5655"/>
                </a:lnTo>
                <a:lnTo>
                  <a:pt x="63953" y="5617"/>
                </a:lnTo>
                <a:lnTo>
                  <a:pt x="63957" y="5578"/>
                </a:lnTo>
                <a:lnTo>
                  <a:pt x="63962" y="5538"/>
                </a:lnTo>
                <a:lnTo>
                  <a:pt x="63966" y="5496"/>
                </a:lnTo>
                <a:lnTo>
                  <a:pt x="63970" y="5455"/>
                </a:lnTo>
                <a:lnTo>
                  <a:pt x="63974" y="5412"/>
                </a:lnTo>
                <a:lnTo>
                  <a:pt x="63978" y="5368"/>
                </a:lnTo>
                <a:lnTo>
                  <a:pt x="63981" y="5324"/>
                </a:lnTo>
                <a:lnTo>
                  <a:pt x="63984" y="5280"/>
                </a:lnTo>
                <a:lnTo>
                  <a:pt x="63986" y="5235"/>
                </a:lnTo>
                <a:lnTo>
                  <a:pt x="63988" y="5190"/>
                </a:lnTo>
                <a:lnTo>
                  <a:pt x="63990" y="5145"/>
                </a:lnTo>
                <a:lnTo>
                  <a:pt x="63991" y="5099"/>
                </a:lnTo>
                <a:lnTo>
                  <a:pt x="63991" y="5054"/>
                </a:lnTo>
                <a:lnTo>
                  <a:pt x="63988" y="4860"/>
                </a:lnTo>
                <a:lnTo>
                  <a:pt x="63977" y="4667"/>
                </a:lnTo>
                <a:lnTo>
                  <a:pt x="63960" y="4474"/>
                </a:lnTo>
                <a:lnTo>
                  <a:pt x="63936" y="4283"/>
                </a:lnTo>
                <a:lnTo>
                  <a:pt x="63904" y="4092"/>
                </a:lnTo>
                <a:lnTo>
                  <a:pt x="63866" y="3903"/>
                </a:lnTo>
                <a:lnTo>
                  <a:pt x="63820" y="3716"/>
                </a:lnTo>
                <a:lnTo>
                  <a:pt x="63767" y="3531"/>
                </a:lnTo>
                <a:lnTo>
                  <a:pt x="63706" y="3347"/>
                </a:lnTo>
                <a:lnTo>
                  <a:pt x="63638" y="3166"/>
                </a:lnTo>
                <a:lnTo>
                  <a:pt x="63563" y="2988"/>
                </a:lnTo>
                <a:lnTo>
                  <a:pt x="63480" y="2812"/>
                </a:lnTo>
                <a:lnTo>
                  <a:pt x="63389" y="2639"/>
                </a:lnTo>
                <a:lnTo>
                  <a:pt x="63291" y="2470"/>
                </a:lnTo>
                <a:lnTo>
                  <a:pt x="63185" y="2304"/>
                </a:lnTo>
                <a:lnTo>
                  <a:pt x="63071" y="2141"/>
                </a:lnTo>
                <a:lnTo>
                  <a:pt x="62950" y="1983"/>
                </a:lnTo>
                <a:lnTo>
                  <a:pt x="62820" y="1828"/>
                </a:lnTo>
                <a:lnTo>
                  <a:pt x="62682" y="1679"/>
                </a:lnTo>
                <a:lnTo>
                  <a:pt x="62537" y="1533"/>
                </a:lnTo>
                <a:lnTo>
                  <a:pt x="62383" y="1393"/>
                </a:lnTo>
                <a:lnTo>
                  <a:pt x="62221" y="1257"/>
                </a:lnTo>
                <a:lnTo>
                  <a:pt x="62051" y="1127"/>
                </a:lnTo>
                <a:lnTo>
                  <a:pt x="61872" y="1003"/>
                </a:lnTo>
                <a:lnTo>
                  <a:pt x="61717" y="903"/>
                </a:lnTo>
                <a:lnTo>
                  <a:pt x="61560" y="810"/>
                </a:lnTo>
                <a:lnTo>
                  <a:pt x="61401" y="723"/>
                </a:lnTo>
                <a:lnTo>
                  <a:pt x="61240" y="643"/>
                </a:lnTo>
                <a:lnTo>
                  <a:pt x="61078" y="568"/>
                </a:lnTo>
                <a:lnTo>
                  <a:pt x="60914" y="499"/>
                </a:lnTo>
                <a:lnTo>
                  <a:pt x="60750" y="435"/>
                </a:lnTo>
                <a:lnTo>
                  <a:pt x="60585" y="377"/>
                </a:lnTo>
                <a:lnTo>
                  <a:pt x="60419" y="324"/>
                </a:lnTo>
                <a:lnTo>
                  <a:pt x="60253" y="276"/>
                </a:lnTo>
                <a:lnTo>
                  <a:pt x="60086" y="232"/>
                </a:lnTo>
                <a:lnTo>
                  <a:pt x="59920" y="193"/>
                </a:lnTo>
                <a:lnTo>
                  <a:pt x="59754" y="158"/>
                </a:lnTo>
                <a:lnTo>
                  <a:pt x="59588" y="127"/>
                </a:lnTo>
                <a:lnTo>
                  <a:pt x="59423" y="100"/>
                </a:lnTo>
                <a:lnTo>
                  <a:pt x="59259" y="77"/>
                </a:lnTo>
                <a:lnTo>
                  <a:pt x="59096" y="57"/>
                </a:lnTo>
                <a:lnTo>
                  <a:pt x="58934" y="41"/>
                </a:lnTo>
                <a:lnTo>
                  <a:pt x="58773" y="28"/>
                </a:lnTo>
                <a:lnTo>
                  <a:pt x="58615" y="17"/>
                </a:lnTo>
                <a:lnTo>
                  <a:pt x="58458" y="9"/>
                </a:lnTo>
                <a:lnTo>
                  <a:pt x="58303" y="4"/>
                </a:lnTo>
                <a:lnTo>
                  <a:pt x="58150" y="1"/>
                </a:lnTo>
                <a:lnTo>
                  <a:pt x="58000" y="0"/>
                </a:lnTo>
                <a:lnTo>
                  <a:pt x="57250" y="0"/>
                </a:lnTo>
                <a:lnTo>
                  <a:pt x="56990" y="130"/>
                </a:lnTo>
                <a:lnTo>
                  <a:pt x="56976" y="132"/>
                </a:lnTo>
                <a:lnTo>
                  <a:pt x="56947" y="135"/>
                </a:lnTo>
                <a:lnTo>
                  <a:pt x="56917" y="139"/>
                </a:lnTo>
                <a:lnTo>
                  <a:pt x="56886" y="142"/>
                </a:lnTo>
                <a:lnTo>
                  <a:pt x="56854" y="146"/>
                </a:lnTo>
                <a:lnTo>
                  <a:pt x="56821" y="150"/>
                </a:lnTo>
                <a:lnTo>
                  <a:pt x="56787" y="154"/>
                </a:lnTo>
                <a:lnTo>
                  <a:pt x="56752" y="158"/>
                </a:lnTo>
                <a:lnTo>
                  <a:pt x="56715" y="162"/>
                </a:lnTo>
                <a:lnTo>
                  <a:pt x="56678" y="166"/>
                </a:lnTo>
                <a:lnTo>
                  <a:pt x="56639" y="170"/>
                </a:lnTo>
                <a:lnTo>
                  <a:pt x="56599" y="175"/>
                </a:lnTo>
                <a:lnTo>
                  <a:pt x="56558" y="179"/>
                </a:lnTo>
                <a:lnTo>
                  <a:pt x="56515" y="183"/>
                </a:lnTo>
                <a:lnTo>
                  <a:pt x="56472" y="188"/>
                </a:lnTo>
                <a:lnTo>
                  <a:pt x="56427" y="193"/>
                </a:lnTo>
                <a:lnTo>
                  <a:pt x="56336" y="202"/>
                </a:lnTo>
                <a:lnTo>
                  <a:pt x="56241" y="212"/>
                </a:lnTo>
                <a:lnTo>
                  <a:pt x="56142" y="222"/>
                </a:lnTo>
                <a:lnTo>
                  <a:pt x="56040" y="232"/>
                </a:lnTo>
                <a:lnTo>
                  <a:pt x="55934" y="242"/>
                </a:lnTo>
                <a:lnTo>
                  <a:pt x="55825" y="253"/>
                </a:lnTo>
                <a:lnTo>
                  <a:pt x="55711" y="263"/>
                </a:lnTo>
                <a:lnTo>
                  <a:pt x="55595" y="274"/>
                </a:lnTo>
                <a:lnTo>
                  <a:pt x="55474" y="285"/>
                </a:lnTo>
                <a:lnTo>
                  <a:pt x="55350" y="297"/>
                </a:lnTo>
                <a:lnTo>
                  <a:pt x="55223" y="308"/>
                </a:lnTo>
                <a:lnTo>
                  <a:pt x="55092" y="320"/>
                </a:lnTo>
                <a:lnTo>
                  <a:pt x="54957" y="332"/>
                </a:lnTo>
                <a:lnTo>
                  <a:pt x="54818" y="345"/>
                </a:lnTo>
                <a:lnTo>
                  <a:pt x="54676" y="357"/>
                </a:lnTo>
                <a:lnTo>
                  <a:pt x="54530" y="370"/>
                </a:lnTo>
                <a:lnTo>
                  <a:pt x="54380" y="383"/>
                </a:lnTo>
                <a:lnTo>
                  <a:pt x="54227" y="396"/>
                </a:lnTo>
                <a:lnTo>
                  <a:pt x="54070" y="409"/>
                </a:lnTo>
                <a:lnTo>
                  <a:pt x="53910" y="423"/>
                </a:lnTo>
                <a:lnTo>
                  <a:pt x="53745" y="437"/>
                </a:lnTo>
                <a:lnTo>
                  <a:pt x="53577" y="451"/>
                </a:lnTo>
                <a:lnTo>
                  <a:pt x="53405" y="465"/>
                </a:lnTo>
                <a:lnTo>
                  <a:pt x="53230" y="479"/>
                </a:lnTo>
                <a:lnTo>
                  <a:pt x="52869" y="509"/>
                </a:lnTo>
                <a:lnTo>
                  <a:pt x="52494" y="539"/>
                </a:lnTo>
                <a:lnTo>
                  <a:pt x="52105" y="570"/>
                </a:lnTo>
                <a:lnTo>
                  <a:pt x="51702" y="602"/>
                </a:lnTo>
                <a:lnTo>
                  <a:pt x="51284" y="635"/>
                </a:lnTo>
                <a:lnTo>
                  <a:pt x="50853" y="669"/>
                </a:lnTo>
                <a:lnTo>
                  <a:pt x="50408" y="703"/>
                </a:lnTo>
                <a:lnTo>
                  <a:pt x="49948" y="738"/>
                </a:lnTo>
                <a:lnTo>
                  <a:pt x="49474" y="774"/>
                </a:lnTo>
                <a:lnTo>
                  <a:pt x="48986" y="811"/>
                </a:lnTo>
                <a:lnTo>
                  <a:pt x="48485" y="849"/>
                </a:lnTo>
                <a:lnTo>
                  <a:pt x="47969" y="887"/>
                </a:lnTo>
                <a:lnTo>
                  <a:pt x="47438" y="927"/>
                </a:lnTo>
                <a:lnTo>
                  <a:pt x="46894" y="967"/>
                </a:lnTo>
                <a:lnTo>
                  <a:pt x="46336" y="1008"/>
                </a:lnTo>
                <a:lnTo>
                  <a:pt x="45763" y="1050"/>
                </a:lnTo>
                <a:lnTo>
                  <a:pt x="45177" y="1092"/>
                </a:lnTo>
                <a:lnTo>
                  <a:pt x="44576" y="1136"/>
                </a:lnTo>
                <a:lnTo>
                  <a:pt x="43961" y="1180"/>
                </a:lnTo>
                <a:lnTo>
                  <a:pt x="43332" y="1225"/>
                </a:lnTo>
                <a:lnTo>
                  <a:pt x="42689" y="1271"/>
                </a:lnTo>
                <a:lnTo>
                  <a:pt x="42032" y="1318"/>
                </a:lnTo>
                <a:lnTo>
                  <a:pt x="41360" y="1365"/>
                </a:lnTo>
                <a:lnTo>
                  <a:pt x="40675" y="1414"/>
                </a:lnTo>
                <a:lnTo>
                  <a:pt x="39989" y="1462"/>
                </a:lnTo>
                <a:lnTo>
                  <a:pt x="39317" y="1509"/>
                </a:lnTo>
                <a:lnTo>
                  <a:pt x="38660" y="1555"/>
                </a:lnTo>
                <a:lnTo>
                  <a:pt x="38017" y="1601"/>
                </a:lnTo>
                <a:lnTo>
                  <a:pt x="37388" y="1645"/>
                </a:lnTo>
                <a:lnTo>
                  <a:pt x="36773" y="1688"/>
                </a:lnTo>
                <a:lnTo>
                  <a:pt x="36172" y="1730"/>
                </a:lnTo>
                <a:lnTo>
                  <a:pt x="35586" y="1771"/>
                </a:lnTo>
                <a:lnTo>
                  <a:pt x="35014" y="1812"/>
                </a:lnTo>
                <a:lnTo>
                  <a:pt x="34457" y="1851"/>
                </a:lnTo>
                <a:lnTo>
                  <a:pt x="33913" y="1889"/>
                </a:lnTo>
                <a:lnTo>
                  <a:pt x="33384" y="1926"/>
                </a:lnTo>
                <a:lnTo>
                  <a:pt x="32869" y="1962"/>
                </a:lnTo>
                <a:lnTo>
                  <a:pt x="32368" y="1997"/>
                </a:lnTo>
                <a:lnTo>
                  <a:pt x="31882" y="2031"/>
                </a:lnTo>
                <a:lnTo>
                  <a:pt x="31409" y="2064"/>
                </a:lnTo>
                <a:lnTo>
                  <a:pt x="30951" y="2096"/>
                </a:lnTo>
                <a:lnTo>
                  <a:pt x="30508" y="2127"/>
                </a:lnTo>
                <a:lnTo>
                  <a:pt x="30078" y="2157"/>
                </a:lnTo>
                <a:lnTo>
                  <a:pt x="29663" y="2186"/>
                </a:lnTo>
                <a:lnTo>
                  <a:pt x="29262" y="2214"/>
                </a:lnTo>
                <a:lnTo>
                  <a:pt x="28875" y="2241"/>
                </a:lnTo>
                <a:lnTo>
                  <a:pt x="28502" y="2267"/>
                </a:lnTo>
                <a:lnTo>
                  <a:pt x="28144" y="2292"/>
                </a:lnTo>
                <a:lnTo>
                  <a:pt x="27785" y="2317"/>
                </a:lnTo>
                <a:lnTo>
                  <a:pt x="27444" y="2340"/>
                </a:lnTo>
                <a:lnTo>
                  <a:pt x="27120" y="2363"/>
                </a:lnTo>
                <a:lnTo>
                  <a:pt x="26813" y="2384"/>
                </a:lnTo>
                <a:lnTo>
                  <a:pt x="26523" y="2404"/>
                </a:lnTo>
                <a:lnTo>
                  <a:pt x="26250" y="2423"/>
                </a:lnTo>
                <a:lnTo>
                  <a:pt x="25994" y="2440"/>
                </a:lnTo>
                <a:lnTo>
                  <a:pt x="25754" y="2457"/>
                </a:lnTo>
                <a:lnTo>
                  <a:pt x="25531" y="2472"/>
                </a:lnTo>
                <a:lnTo>
                  <a:pt x="25324" y="2486"/>
                </a:lnTo>
                <a:lnTo>
                  <a:pt x="25133" y="2499"/>
                </a:lnTo>
                <a:lnTo>
                  <a:pt x="24958" y="2511"/>
                </a:lnTo>
                <a:lnTo>
                  <a:pt x="24798" y="2522"/>
                </a:lnTo>
                <a:lnTo>
                  <a:pt x="24654" y="2532"/>
                </a:lnTo>
                <a:lnTo>
                  <a:pt x="24526" y="2541"/>
                </a:lnTo>
                <a:lnTo>
                  <a:pt x="24412" y="2549"/>
                </a:lnTo>
                <a:lnTo>
                  <a:pt x="24314" y="2555"/>
                </a:lnTo>
                <a:lnTo>
                  <a:pt x="24230" y="2561"/>
                </a:lnTo>
                <a:lnTo>
                  <a:pt x="24161" y="2566"/>
                </a:lnTo>
                <a:lnTo>
                  <a:pt x="24107" y="2570"/>
                </a:lnTo>
                <a:lnTo>
                  <a:pt x="24067" y="2573"/>
                </a:lnTo>
                <a:lnTo>
                  <a:pt x="24040" y="2575"/>
                </a:lnTo>
                <a:lnTo>
                  <a:pt x="24028" y="2577"/>
                </a:lnTo>
                <a:lnTo>
                  <a:pt x="24030" y="2577"/>
                </a:lnTo>
                <a:lnTo>
                  <a:pt x="23601" y="2592"/>
                </a:lnTo>
                <a:lnTo>
                  <a:pt x="23191" y="2637"/>
                </a:lnTo>
                <a:lnTo>
                  <a:pt x="22800" y="2710"/>
                </a:lnTo>
                <a:lnTo>
                  <a:pt x="22427" y="2810"/>
                </a:lnTo>
                <a:lnTo>
                  <a:pt x="22072" y="2934"/>
                </a:lnTo>
                <a:lnTo>
                  <a:pt x="21735" y="3081"/>
                </a:lnTo>
                <a:lnTo>
                  <a:pt x="21414" y="3250"/>
                </a:lnTo>
                <a:lnTo>
                  <a:pt x="21111" y="3438"/>
                </a:lnTo>
                <a:lnTo>
                  <a:pt x="20823" y="3646"/>
                </a:lnTo>
                <a:lnTo>
                  <a:pt x="20551" y="3870"/>
                </a:lnTo>
                <a:lnTo>
                  <a:pt x="20295" y="4109"/>
                </a:lnTo>
                <a:lnTo>
                  <a:pt x="20054" y="4361"/>
                </a:lnTo>
                <a:lnTo>
                  <a:pt x="19827" y="4626"/>
                </a:lnTo>
                <a:lnTo>
                  <a:pt x="19615" y="4901"/>
                </a:lnTo>
                <a:lnTo>
                  <a:pt x="19416" y="5185"/>
                </a:lnTo>
                <a:lnTo>
                  <a:pt x="19231" y="5476"/>
                </a:lnTo>
                <a:lnTo>
                  <a:pt x="19058" y="5772"/>
                </a:lnTo>
                <a:lnTo>
                  <a:pt x="18898" y="6072"/>
                </a:lnTo>
                <a:lnTo>
                  <a:pt x="18751" y="6375"/>
                </a:lnTo>
                <a:lnTo>
                  <a:pt x="18615" y="6678"/>
                </a:lnTo>
                <a:lnTo>
                  <a:pt x="18490" y="6981"/>
                </a:lnTo>
                <a:lnTo>
                  <a:pt x="18376" y="7281"/>
                </a:lnTo>
                <a:lnTo>
                  <a:pt x="18273" y="7577"/>
                </a:lnTo>
                <a:lnTo>
                  <a:pt x="18180" y="7867"/>
                </a:lnTo>
                <a:lnTo>
                  <a:pt x="18096" y="8146"/>
                </a:lnTo>
                <a:lnTo>
                  <a:pt x="18014" y="8423"/>
                </a:lnTo>
                <a:lnTo>
                  <a:pt x="17936" y="8699"/>
                </a:lnTo>
                <a:lnTo>
                  <a:pt x="17862" y="8974"/>
                </a:lnTo>
                <a:lnTo>
                  <a:pt x="17790" y="9247"/>
                </a:lnTo>
                <a:lnTo>
                  <a:pt x="17722" y="9520"/>
                </a:lnTo>
                <a:lnTo>
                  <a:pt x="17657" y="9791"/>
                </a:lnTo>
                <a:lnTo>
                  <a:pt x="17595" y="10061"/>
                </a:lnTo>
                <a:lnTo>
                  <a:pt x="17537" y="10329"/>
                </a:lnTo>
                <a:lnTo>
                  <a:pt x="17482" y="10597"/>
                </a:lnTo>
                <a:lnTo>
                  <a:pt x="17431" y="10863"/>
                </a:lnTo>
                <a:lnTo>
                  <a:pt x="17383" y="11127"/>
                </a:lnTo>
                <a:lnTo>
                  <a:pt x="17339" y="11391"/>
                </a:lnTo>
                <a:lnTo>
                  <a:pt x="17299" y="11652"/>
                </a:lnTo>
                <a:lnTo>
                  <a:pt x="17262" y="11913"/>
                </a:lnTo>
                <a:lnTo>
                  <a:pt x="17229" y="12172"/>
                </a:lnTo>
                <a:lnTo>
                  <a:pt x="17200" y="12429"/>
                </a:lnTo>
                <a:lnTo>
                  <a:pt x="17174" y="12685"/>
                </a:lnTo>
                <a:lnTo>
                  <a:pt x="17152" y="12940"/>
                </a:lnTo>
                <a:lnTo>
                  <a:pt x="17134" y="13193"/>
                </a:lnTo>
                <a:lnTo>
                  <a:pt x="17120" y="13445"/>
                </a:lnTo>
                <a:lnTo>
                  <a:pt x="17110" y="13695"/>
                </a:lnTo>
                <a:lnTo>
                  <a:pt x="17106" y="13880"/>
                </a:lnTo>
                <a:lnTo>
                  <a:pt x="17104" y="13889"/>
                </a:lnTo>
                <a:lnTo>
                  <a:pt x="17088" y="14008"/>
                </a:lnTo>
                <a:lnTo>
                  <a:pt x="17076" y="14128"/>
                </a:lnTo>
                <a:lnTo>
                  <a:pt x="17066" y="14248"/>
                </a:lnTo>
                <a:lnTo>
                  <a:pt x="17059" y="14369"/>
                </a:lnTo>
                <a:lnTo>
                  <a:pt x="17056" y="14490"/>
                </a:lnTo>
                <a:lnTo>
                  <a:pt x="17056" y="14612"/>
                </a:lnTo>
                <a:lnTo>
                  <a:pt x="17059" y="14734"/>
                </a:lnTo>
                <a:lnTo>
                  <a:pt x="17065" y="14856"/>
                </a:lnTo>
                <a:lnTo>
                  <a:pt x="17075" y="14978"/>
                </a:lnTo>
                <a:lnTo>
                  <a:pt x="17088" y="15101"/>
                </a:lnTo>
                <a:lnTo>
                  <a:pt x="17105" y="15223"/>
                </a:lnTo>
                <a:lnTo>
                  <a:pt x="17125" y="15346"/>
                </a:lnTo>
                <a:lnTo>
                  <a:pt x="17149" y="15468"/>
                </a:lnTo>
                <a:lnTo>
                  <a:pt x="17176" y="15591"/>
                </a:lnTo>
                <a:lnTo>
                  <a:pt x="17207" y="15713"/>
                </a:lnTo>
                <a:lnTo>
                  <a:pt x="17242" y="15836"/>
                </a:lnTo>
                <a:lnTo>
                  <a:pt x="17280" y="15958"/>
                </a:lnTo>
                <a:lnTo>
                  <a:pt x="17322" y="16079"/>
                </a:lnTo>
                <a:lnTo>
                  <a:pt x="17368" y="16201"/>
                </a:lnTo>
                <a:lnTo>
                  <a:pt x="17418" y="16322"/>
                </a:lnTo>
                <a:lnTo>
                  <a:pt x="17468" y="16435"/>
                </a:lnTo>
                <a:lnTo>
                  <a:pt x="17522" y="16547"/>
                </a:lnTo>
                <a:lnTo>
                  <a:pt x="17577" y="16655"/>
                </a:lnTo>
                <a:lnTo>
                  <a:pt x="17635" y="16761"/>
                </a:lnTo>
                <a:lnTo>
                  <a:pt x="17694" y="16864"/>
                </a:lnTo>
                <a:lnTo>
                  <a:pt x="17756" y="16965"/>
                </a:lnTo>
                <a:lnTo>
                  <a:pt x="17820" y="17064"/>
                </a:lnTo>
                <a:lnTo>
                  <a:pt x="17885" y="17159"/>
                </a:lnTo>
                <a:lnTo>
                  <a:pt x="17952" y="17253"/>
                </a:lnTo>
                <a:lnTo>
                  <a:pt x="18021" y="17344"/>
                </a:lnTo>
                <a:lnTo>
                  <a:pt x="18091" y="17432"/>
                </a:lnTo>
                <a:lnTo>
                  <a:pt x="18162" y="17518"/>
                </a:lnTo>
                <a:lnTo>
                  <a:pt x="18234" y="17602"/>
                </a:lnTo>
                <a:lnTo>
                  <a:pt x="18308" y="17683"/>
                </a:lnTo>
                <a:lnTo>
                  <a:pt x="18383" y="17762"/>
                </a:lnTo>
                <a:lnTo>
                  <a:pt x="18458" y="17839"/>
                </a:lnTo>
                <a:lnTo>
                  <a:pt x="18534" y="17914"/>
                </a:lnTo>
                <a:lnTo>
                  <a:pt x="18611" y="17986"/>
                </a:lnTo>
                <a:lnTo>
                  <a:pt x="18688" y="18056"/>
                </a:lnTo>
                <a:lnTo>
                  <a:pt x="18765" y="18124"/>
                </a:lnTo>
                <a:lnTo>
                  <a:pt x="18843" y="18190"/>
                </a:lnTo>
                <a:lnTo>
                  <a:pt x="18921" y="18253"/>
                </a:lnTo>
                <a:lnTo>
                  <a:pt x="18999" y="18315"/>
                </a:lnTo>
                <a:lnTo>
                  <a:pt x="19077" y="18374"/>
                </a:lnTo>
                <a:lnTo>
                  <a:pt x="19184" y="18453"/>
                </a:lnTo>
                <a:lnTo>
                  <a:pt x="19295" y="18533"/>
                </a:lnTo>
                <a:lnTo>
                  <a:pt x="19410" y="18613"/>
                </a:lnTo>
                <a:lnTo>
                  <a:pt x="19529" y="18692"/>
                </a:lnTo>
                <a:lnTo>
                  <a:pt x="19651" y="18771"/>
                </a:lnTo>
                <a:lnTo>
                  <a:pt x="19778" y="18849"/>
                </a:lnTo>
                <a:lnTo>
                  <a:pt x="19908" y="18926"/>
                </a:lnTo>
                <a:lnTo>
                  <a:pt x="20041" y="19002"/>
                </a:lnTo>
                <a:lnTo>
                  <a:pt x="20178" y="19075"/>
                </a:lnTo>
                <a:lnTo>
                  <a:pt x="20319" y="19146"/>
                </a:lnTo>
                <a:lnTo>
                  <a:pt x="20463" y="19215"/>
                </a:lnTo>
                <a:lnTo>
                  <a:pt x="20611" y="19280"/>
                </a:lnTo>
                <a:lnTo>
                  <a:pt x="20761" y="19342"/>
                </a:lnTo>
                <a:lnTo>
                  <a:pt x="20916" y="19401"/>
                </a:lnTo>
                <a:lnTo>
                  <a:pt x="21073" y="19456"/>
                </a:lnTo>
                <a:lnTo>
                  <a:pt x="21233" y="19506"/>
                </a:lnTo>
                <a:lnTo>
                  <a:pt x="21397" y="19552"/>
                </a:lnTo>
                <a:lnTo>
                  <a:pt x="21564" y="19592"/>
                </a:lnTo>
                <a:lnTo>
                  <a:pt x="21733" y="19628"/>
                </a:lnTo>
                <a:lnTo>
                  <a:pt x="21906" y="19658"/>
                </a:lnTo>
                <a:lnTo>
                  <a:pt x="22081" y="19681"/>
                </a:lnTo>
                <a:lnTo>
                  <a:pt x="22260" y="19699"/>
                </a:lnTo>
                <a:lnTo>
                  <a:pt x="22441" y="19709"/>
                </a:lnTo>
                <a:lnTo>
                  <a:pt x="22625" y="19713"/>
                </a:lnTo>
                <a:lnTo>
                  <a:pt x="22625" y="19713"/>
                </a:lnTo>
                <a:lnTo>
                  <a:pt x="22625" y="19713"/>
                </a:lnTo>
                <a:lnTo>
                  <a:pt x="22625" y="19713"/>
                </a:lnTo>
                <a:lnTo>
                  <a:pt x="22625" y="19713"/>
                </a:lnTo>
                <a:lnTo>
                  <a:pt x="22625" y="19713"/>
                </a:lnTo>
                <a:lnTo>
                  <a:pt x="22625" y="19713"/>
                </a:lnTo>
                <a:lnTo>
                  <a:pt x="22625" y="19713"/>
                </a:lnTo>
                <a:lnTo>
                  <a:pt x="22625" y="19713"/>
                </a:lnTo>
                <a:lnTo>
                  <a:pt x="22626" y="19713"/>
                </a:lnTo>
                <a:lnTo>
                  <a:pt x="22626" y="19713"/>
                </a:lnTo>
                <a:lnTo>
                  <a:pt x="22626" y="19713"/>
                </a:lnTo>
                <a:lnTo>
                  <a:pt x="22626" y="19713"/>
                </a:lnTo>
                <a:lnTo>
                  <a:pt x="22626" y="19713"/>
                </a:lnTo>
                <a:lnTo>
                  <a:pt x="22626" y="19713"/>
                </a:lnTo>
                <a:lnTo>
                  <a:pt x="22626" y="19713"/>
                </a:lnTo>
                <a:lnTo>
                  <a:pt x="22626" y="19713"/>
                </a:lnTo>
                <a:lnTo>
                  <a:pt x="22626" y="19713"/>
                </a:lnTo>
                <a:lnTo>
                  <a:pt x="22627" y="19713"/>
                </a:lnTo>
                <a:lnTo>
                  <a:pt x="22627" y="19713"/>
                </a:lnTo>
                <a:lnTo>
                  <a:pt x="22627" y="19713"/>
                </a:lnTo>
                <a:lnTo>
                  <a:pt x="22627" y="19713"/>
                </a:lnTo>
                <a:lnTo>
                  <a:pt x="22627" y="19713"/>
                </a:lnTo>
                <a:lnTo>
                  <a:pt x="22627" y="19713"/>
                </a:lnTo>
                <a:lnTo>
                  <a:pt x="22627" y="19713"/>
                </a:lnTo>
                <a:lnTo>
                  <a:pt x="22627" y="19713"/>
                </a:lnTo>
                <a:lnTo>
                  <a:pt x="22627" y="19713"/>
                </a:lnTo>
                <a:lnTo>
                  <a:pt x="22628" y="19713"/>
                </a:lnTo>
                <a:lnTo>
                  <a:pt x="22628" y="19713"/>
                </a:lnTo>
                <a:lnTo>
                  <a:pt x="22628" y="19713"/>
                </a:lnTo>
                <a:lnTo>
                  <a:pt x="22628" y="19713"/>
                </a:lnTo>
                <a:lnTo>
                  <a:pt x="22628" y="19713"/>
                </a:lnTo>
                <a:lnTo>
                  <a:pt x="22628" y="19713"/>
                </a:lnTo>
                <a:lnTo>
                  <a:pt x="22628" y="19713"/>
                </a:lnTo>
                <a:lnTo>
                  <a:pt x="22628" y="19713"/>
                </a:lnTo>
                <a:lnTo>
                  <a:pt x="22629" y="19713"/>
                </a:lnTo>
                <a:lnTo>
                  <a:pt x="22629" y="19713"/>
                </a:lnTo>
                <a:lnTo>
                  <a:pt x="22629" y="19713"/>
                </a:lnTo>
                <a:lnTo>
                  <a:pt x="22629" y="19713"/>
                </a:lnTo>
                <a:lnTo>
                  <a:pt x="22629" y="19713"/>
                </a:lnTo>
                <a:lnTo>
                  <a:pt x="22629" y="19713"/>
                </a:lnTo>
                <a:lnTo>
                  <a:pt x="22629" y="19713"/>
                </a:lnTo>
                <a:lnTo>
                  <a:pt x="22629" y="19713"/>
                </a:lnTo>
                <a:lnTo>
                  <a:pt x="22629" y="19713"/>
                </a:lnTo>
                <a:lnTo>
                  <a:pt x="22630" y="19713"/>
                </a:lnTo>
                <a:lnTo>
                  <a:pt x="22630" y="19713"/>
                </a:lnTo>
                <a:lnTo>
                  <a:pt x="22630" y="19713"/>
                </a:lnTo>
                <a:lnTo>
                  <a:pt x="22630" y="19713"/>
                </a:lnTo>
                <a:lnTo>
                  <a:pt x="22630" y="19713"/>
                </a:lnTo>
                <a:lnTo>
                  <a:pt x="22630" y="19713"/>
                </a:lnTo>
                <a:lnTo>
                  <a:pt x="22630" y="19713"/>
                </a:lnTo>
                <a:lnTo>
                  <a:pt x="22630" y="19713"/>
                </a:lnTo>
                <a:lnTo>
                  <a:pt x="22630" y="19713"/>
                </a:lnTo>
                <a:lnTo>
                  <a:pt x="22631" y="19713"/>
                </a:lnTo>
                <a:lnTo>
                  <a:pt x="22631" y="19713"/>
                </a:lnTo>
                <a:lnTo>
                  <a:pt x="22631" y="19713"/>
                </a:lnTo>
                <a:lnTo>
                  <a:pt x="22631" y="19713"/>
                </a:lnTo>
                <a:lnTo>
                  <a:pt x="22631" y="19713"/>
                </a:lnTo>
                <a:lnTo>
                  <a:pt x="22631" y="19713"/>
                </a:lnTo>
                <a:lnTo>
                  <a:pt x="22631" y="19713"/>
                </a:lnTo>
                <a:lnTo>
                  <a:pt x="22631" y="19713"/>
                </a:lnTo>
                <a:lnTo>
                  <a:pt x="22632" y="19713"/>
                </a:lnTo>
                <a:lnTo>
                  <a:pt x="22632" y="19713"/>
                </a:lnTo>
                <a:lnTo>
                  <a:pt x="22632" y="19713"/>
                </a:lnTo>
                <a:lnTo>
                  <a:pt x="22632" y="19713"/>
                </a:lnTo>
                <a:lnTo>
                  <a:pt x="22632" y="19713"/>
                </a:lnTo>
                <a:lnTo>
                  <a:pt x="22632" y="19713"/>
                </a:lnTo>
                <a:lnTo>
                  <a:pt x="22632" y="19713"/>
                </a:lnTo>
                <a:lnTo>
                  <a:pt x="22632" y="19713"/>
                </a:lnTo>
                <a:lnTo>
                  <a:pt x="22632" y="19713"/>
                </a:lnTo>
                <a:lnTo>
                  <a:pt x="22633" y="19713"/>
                </a:lnTo>
                <a:lnTo>
                  <a:pt x="22633" y="19713"/>
                </a:lnTo>
                <a:lnTo>
                  <a:pt x="22633" y="19713"/>
                </a:lnTo>
                <a:lnTo>
                  <a:pt x="22633" y="19713"/>
                </a:lnTo>
                <a:lnTo>
                  <a:pt x="22633" y="19713"/>
                </a:lnTo>
                <a:lnTo>
                  <a:pt x="22633" y="19713"/>
                </a:lnTo>
                <a:lnTo>
                  <a:pt x="22633" y="19713"/>
                </a:lnTo>
                <a:lnTo>
                  <a:pt x="22633" y="19713"/>
                </a:lnTo>
                <a:lnTo>
                  <a:pt x="22633" y="19713"/>
                </a:lnTo>
                <a:lnTo>
                  <a:pt x="22634" y="19713"/>
                </a:lnTo>
                <a:lnTo>
                  <a:pt x="22634" y="19713"/>
                </a:lnTo>
                <a:lnTo>
                  <a:pt x="22634" y="19713"/>
                </a:lnTo>
                <a:lnTo>
                  <a:pt x="22634" y="19713"/>
                </a:lnTo>
                <a:lnTo>
                  <a:pt x="22634" y="19713"/>
                </a:lnTo>
                <a:lnTo>
                  <a:pt x="22634" y="19713"/>
                </a:lnTo>
                <a:lnTo>
                  <a:pt x="22634" y="19713"/>
                </a:lnTo>
                <a:lnTo>
                  <a:pt x="22634" y="19713"/>
                </a:lnTo>
                <a:lnTo>
                  <a:pt x="22635" y="19713"/>
                </a:lnTo>
                <a:lnTo>
                  <a:pt x="22635" y="19713"/>
                </a:lnTo>
                <a:lnTo>
                  <a:pt x="22635" y="19713"/>
                </a:lnTo>
                <a:lnTo>
                  <a:pt x="22635" y="19713"/>
                </a:lnTo>
                <a:lnTo>
                  <a:pt x="22635" y="19713"/>
                </a:lnTo>
                <a:lnTo>
                  <a:pt x="22635" y="19713"/>
                </a:lnTo>
                <a:lnTo>
                  <a:pt x="22635" y="19713"/>
                </a:lnTo>
                <a:lnTo>
                  <a:pt x="22635" y="19713"/>
                </a:lnTo>
                <a:lnTo>
                  <a:pt x="22635" y="19713"/>
                </a:lnTo>
                <a:lnTo>
                  <a:pt x="22636" y="19713"/>
                </a:lnTo>
                <a:lnTo>
                  <a:pt x="22636" y="19713"/>
                </a:lnTo>
                <a:lnTo>
                  <a:pt x="22636" y="19713"/>
                </a:lnTo>
                <a:lnTo>
                  <a:pt x="22636" y="19713"/>
                </a:lnTo>
                <a:lnTo>
                  <a:pt x="22636" y="19713"/>
                </a:lnTo>
                <a:lnTo>
                  <a:pt x="22636" y="19713"/>
                </a:lnTo>
                <a:lnTo>
                  <a:pt x="22636" y="19713"/>
                </a:lnTo>
                <a:lnTo>
                  <a:pt x="22636" y="19713"/>
                </a:lnTo>
                <a:lnTo>
                  <a:pt x="22637" y="19713"/>
                </a:lnTo>
                <a:lnTo>
                  <a:pt x="22637" y="19713"/>
                </a:lnTo>
                <a:lnTo>
                  <a:pt x="22637" y="19713"/>
                </a:lnTo>
                <a:lnTo>
                  <a:pt x="22637" y="19713"/>
                </a:lnTo>
                <a:lnTo>
                  <a:pt x="22637" y="19713"/>
                </a:lnTo>
                <a:lnTo>
                  <a:pt x="22637" y="19713"/>
                </a:lnTo>
                <a:lnTo>
                  <a:pt x="22637" y="19713"/>
                </a:lnTo>
                <a:lnTo>
                  <a:pt x="22637" y="19713"/>
                </a:lnTo>
                <a:lnTo>
                  <a:pt x="22637" y="19713"/>
                </a:lnTo>
                <a:lnTo>
                  <a:pt x="22638" y="19713"/>
                </a:lnTo>
                <a:lnTo>
                  <a:pt x="22638" y="19713"/>
                </a:lnTo>
                <a:lnTo>
                  <a:pt x="22638" y="19713"/>
                </a:lnTo>
                <a:lnTo>
                  <a:pt x="22638" y="19713"/>
                </a:lnTo>
                <a:lnTo>
                  <a:pt x="22638" y="19713"/>
                </a:lnTo>
                <a:lnTo>
                  <a:pt x="22638" y="19713"/>
                </a:lnTo>
                <a:lnTo>
                  <a:pt x="22638" y="19713"/>
                </a:lnTo>
                <a:lnTo>
                  <a:pt x="22638" y="19713"/>
                </a:lnTo>
                <a:lnTo>
                  <a:pt x="22639" y="19713"/>
                </a:lnTo>
                <a:lnTo>
                  <a:pt x="22639" y="19713"/>
                </a:lnTo>
                <a:lnTo>
                  <a:pt x="22639" y="19713"/>
                </a:lnTo>
                <a:lnTo>
                  <a:pt x="22639" y="19713"/>
                </a:lnTo>
                <a:lnTo>
                  <a:pt x="22639" y="19713"/>
                </a:lnTo>
                <a:lnTo>
                  <a:pt x="22639" y="19713"/>
                </a:lnTo>
                <a:lnTo>
                  <a:pt x="22639" y="19713"/>
                </a:lnTo>
                <a:lnTo>
                  <a:pt x="22639" y="19713"/>
                </a:lnTo>
                <a:lnTo>
                  <a:pt x="22639" y="19713"/>
                </a:lnTo>
                <a:lnTo>
                  <a:pt x="22640" y="19713"/>
                </a:lnTo>
                <a:lnTo>
                  <a:pt x="22640" y="19713"/>
                </a:lnTo>
                <a:lnTo>
                  <a:pt x="22640" y="19713"/>
                </a:lnTo>
                <a:lnTo>
                  <a:pt x="22640" y="19713"/>
                </a:lnTo>
                <a:lnTo>
                  <a:pt x="22640" y="19713"/>
                </a:lnTo>
                <a:lnTo>
                  <a:pt x="22640" y="19713"/>
                </a:lnTo>
                <a:lnTo>
                  <a:pt x="22640" y="19713"/>
                </a:lnTo>
                <a:lnTo>
                  <a:pt x="22640" y="19713"/>
                </a:lnTo>
                <a:lnTo>
                  <a:pt x="22641" y="19713"/>
                </a:lnTo>
                <a:lnTo>
                  <a:pt x="22641" y="19713"/>
                </a:lnTo>
                <a:lnTo>
                  <a:pt x="22641" y="19713"/>
                </a:lnTo>
                <a:lnTo>
                  <a:pt x="22641" y="19713"/>
                </a:lnTo>
                <a:lnTo>
                  <a:pt x="22641" y="19713"/>
                </a:lnTo>
                <a:lnTo>
                  <a:pt x="22641" y="19713"/>
                </a:lnTo>
                <a:lnTo>
                  <a:pt x="22641" y="19713"/>
                </a:lnTo>
                <a:lnTo>
                  <a:pt x="22641" y="19713"/>
                </a:lnTo>
                <a:lnTo>
                  <a:pt x="22641" y="19713"/>
                </a:lnTo>
                <a:lnTo>
                  <a:pt x="22642" y="19713"/>
                </a:lnTo>
                <a:lnTo>
                  <a:pt x="22642" y="19713"/>
                </a:lnTo>
                <a:lnTo>
                  <a:pt x="22642" y="19713"/>
                </a:lnTo>
                <a:lnTo>
                  <a:pt x="22642" y="19713"/>
                </a:lnTo>
                <a:lnTo>
                  <a:pt x="22642" y="19713"/>
                </a:lnTo>
                <a:lnTo>
                  <a:pt x="22642" y="19713"/>
                </a:lnTo>
                <a:lnTo>
                  <a:pt x="22642" y="19713"/>
                </a:lnTo>
                <a:lnTo>
                  <a:pt x="22642" y="19713"/>
                </a:lnTo>
                <a:lnTo>
                  <a:pt x="22642" y="19713"/>
                </a:lnTo>
                <a:lnTo>
                  <a:pt x="22643" y="19713"/>
                </a:lnTo>
                <a:lnTo>
                  <a:pt x="22643" y="19713"/>
                </a:lnTo>
                <a:lnTo>
                  <a:pt x="22643" y="19713"/>
                </a:lnTo>
                <a:lnTo>
                  <a:pt x="22643" y="19713"/>
                </a:lnTo>
                <a:lnTo>
                  <a:pt x="22643" y="19713"/>
                </a:lnTo>
                <a:lnTo>
                  <a:pt x="22643" y="19713"/>
                </a:lnTo>
                <a:lnTo>
                  <a:pt x="22643" y="19713"/>
                </a:lnTo>
                <a:lnTo>
                  <a:pt x="22643" y="19713"/>
                </a:lnTo>
                <a:lnTo>
                  <a:pt x="22644" y="19713"/>
                </a:lnTo>
                <a:lnTo>
                  <a:pt x="22644" y="19713"/>
                </a:lnTo>
                <a:lnTo>
                  <a:pt x="22644" y="19713"/>
                </a:lnTo>
                <a:lnTo>
                  <a:pt x="22644" y="19713"/>
                </a:lnTo>
                <a:lnTo>
                  <a:pt x="22644" y="19713"/>
                </a:lnTo>
                <a:lnTo>
                  <a:pt x="22644" y="19713"/>
                </a:lnTo>
                <a:lnTo>
                  <a:pt x="22644" y="19713"/>
                </a:lnTo>
                <a:lnTo>
                  <a:pt x="22644" y="19713"/>
                </a:lnTo>
                <a:lnTo>
                  <a:pt x="22645" y="19713"/>
                </a:lnTo>
                <a:lnTo>
                  <a:pt x="22645" y="19713"/>
                </a:lnTo>
                <a:lnTo>
                  <a:pt x="22645" y="19713"/>
                </a:lnTo>
                <a:lnTo>
                  <a:pt x="22645" y="19713"/>
                </a:lnTo>
                <a:lnTo>
                  <a:pt x="22645" y="19713"/>
                </a:lnTo>
                <a:lnTo>
                  <a:pt x="22645" y="19713"/>
                </a:lnTo>
                <a:lnTo>
                  <a:pt x="22645" y="19713"/>
                </a:lnTo>
                <a:lnTo>
                  <a:pt x="22645" y="19713"/>
                </a:lnTo>
                <a:lnTo>
                  <a:pt x="22645" y="19713"/>
                </a:lnTo>
                <a:lnTo>
                  <a:pt x="22646" y="19713"/>
                </a:lnTo>
                <a:lnTo>
                  <a:pt x="22646" y="19713"/>
                </a:lnTo>
                <a:lnTo>
                  <a:pt x="22646" y="19713"/>
                </a:lnTo>
                <a:lnTo>
                  <a:pt x="22646" y="19713"/>
                </a:lnTo>
                <a:lnTo>
                  <a:pt x="22646" y="19713"/>
                </a:lnTo>
                <a:lnTo>
                  <a:pt x="22646" y="19713"/>
                </a:lnTo>
                <a:lnTo>
                  <a:pt x="22646" y="19713"/>
                </a:lnTo>
                <a:lnTo>
                  <a:pt x="22646" y="19713"/>
                </a:lnTo>
                <a:lnTo>
                  <a:pt x="22647" y="19713"/>
                </a:lnTo>
                <a:lnTo>
                  <a:pt x="22647" y="19713"/>
                </a:lnTo>
                <a:lnTo>
                  <a:pt x="22647" y="19713"/>
                </a:lnTo>
                <a:lnTo>
                  <a:pt x="22647" y="19713"/>
                </a:lnTo>
                <a:lnTo>
                  <a:pt x="22647" y="19713"/>
                </a:lnTo>
                <a:lnTo>
                  <a:pt x="22647" y="19713"/>
                </a:lnTo>
                <a:lnTo>
                  <a:pt x="22647" y="19713"/>
                </a:lnTo>
                <a:lnTo>
                  <a:pt x="22647" y="19713"/>
                </a:lnTo>
                <a:lnTo>
                  <a:pt x="22647" y="19713"/>
                </a:lnTo>
                <a:lnTo>
                  <a:pt x="22648" y="19713"/>
                </a:lnTo>
                <a:lnTo>
                  <a:pt x="22648" y="19713"/>
                </a:lnTo>
                <a:lnTo>
                  <a:pt x="22648" y="19713"/>
                </a:lnTo>
                <a:lnTo>
                  <a:pt x="22648" y="19713"/>
                </a:lnTo>
                <a:lnTo>
                  <a:pt x="22648" y="19713"/>
                </a:lnTo>
                <a:lnTo>
                  <a:pt x="22648" y="19713"/>
                </a:lnTo>
                <a:lnTo>
                  <a:pt x="22648" y="19713"/>
                </a:lnTo>
                <a:lnTo>
                  <a:pt x="22648" y="19713"/>
                </a:lnTo>
                <a:lnTo>
                  <a:pt x="22649" y="19713"/>
                </a:lnTo>
                <a:lnTo>
                  <a:pt x="22649" y="19713"/>
                </a:lnTo>
                <a:lnTo>
                  <a:pt x="22649" y="19713"/>
                </a:lnTo>
                <a:lnTo>
                  <a:pt x="22649" y="19713"/>
                </a:lnTo>
                <a:lnTo>
                  <a:pt x="22649" y="19713"/>
                </a:lnTo>
                <a:lnTo>
                  <a:pt x="22649" y="19713"/>
                </a:lnTo>
                <a:lnTo>
                  <a:pt x="22649" y="19713"/>
                </a:lnTo>
                <a:lnTo>
                  <a:pt x="22649" y="19713"/>
                </a:lnTo>
                <a:lnTo>
                  <a:pt x="22649" y="19713"/>
                </a:lnTo>
                <a:lnTo>
                  <a:pt x="22650" y="19713"/>
                </a:lnTo>
                <a:lnTo>
                  <a:pt x="22650" y="19713"/>
                </a:lnTo>
                <a:lnTo>
                  <a:pt x="22650" y="19713"/>
                </a:lnTo>
                <a:lnTo>
                  <a:pt x="22650" y="19713"/>
                </a:lnTo>
                <a:lnTo>
                  <a:pt x="22650" y="19713"/>
                </a:lnTo>
                <a:lnTo>
                  <a:pt x="22650" y="19713"/>
                </a:lnTo>
                <a:lnTo>
                  <a:pt x="22650" y="19713"/>
                </a:lnTo>
                <a:lnTo>
                  <a:pt x="22650" y="19713"/>
                </a:lnTo>
                <a:lnTo>
                  <a:pt x="22651" y="19713"/>
                </a:lnTo>
                <a:lnTo>
                  <a:pt x="22651" y="19713"/>
                </a:lnTo>
                <a:lnTo>
                  <a:pt x="22651" y="19713"/>
                </a:lnTo>
                <a:lnTo>
                  <a:pt x="22651" y="19713"/>
                </a:lnTo>
                <a:lnTo>
                  <a:pt x="22651" y="19713"/>
                </a:lnTo>
                <a:lnTo>
                  <a:pt x="22651" y="19713"/>
                </a:lnTo>
                <a:lnTo>
                  <a:pt x="22651" y="19713"/>
                </a:lnTo>
                <a:lnTo>
                  <a:pt x="22651" y="19713"/>
                </a:lnTo>
                <a:lnTo>
                  <a:pt x="22652" y="19713"/>
                </a:lnTo>
                <a:lnTo>
                  <a:pt x="22652" y="19713"/>
                </a:lnTo>
                <a:lnTo>
                  <a:pt x="22652" y="19713"/>
                </a:lnTo>
                <a:lnTo>
                  <a:pt x="22652" y="19713"/>
                </a:lnTo>
                <a:lnTo>
                  <a:pt x="22652" y="19713"/>
                </a:lnTo>
                <a:lnTo>
                  <a:pt x="22652" y="19713"/>
                </a:lnTo>
                <a:lnTo>
                  <a:pt x="22652" y="19713"/>
                </a:lnTo>
                <a:lnTo>
                  <a:pt x="22652" y="19713"/>
                </a:lnTo>
                <a:lnTo>
                  <a:pt x="22652" y="19713"/>
                </a:lnTo>
                <a:lnTo>
                  <a:pt x="22653" y="19713"/>
                </a:lnTo>
                <a:lnTo>
                  <a:pt x="22653" y="19713"/>
                </a:lnTo>
                <a:lnTo>
                  <a:pt x="22653" y="19713"/>
                </a:lnTo>
                <a:lnTo>
                  <a:pt x="22653" y="19713"/>
                </a:lnTo>
                <a:lnTo>
                  <a:pt x="22653" y="19713"/>
                </a:lnTo>
                <a:lnTo>
                  <a:pt x="22653" y="19713"/>
                </a:lnTo>
                <a:lnTo>
                  <a:pt x="22653" y="19713"/>
                </a:lnTo>
                <a:lnTo>
                  <a:pt x="22653" y="19713"/>
                </a:lnTo>
                <a:lnTo>
                  <a:pt x="22654" y="19713"/>
                </a:lnTo>
                <a:lnTo>
                  <a:pt x="22654" y="19713"/>
                </a:lnTo>
                <a:lnTo>
                  <a:pt x="22654" y="19713"/>
                </a:lnTo>
                <a:lnTo>
                  <a:pt x="22654" y="19713"/>
                </a:lnTo>
                <a:lnTo>
                  <a:pt x="22654" y="19713"/>
                </a:lnTo>
                <a:lnTo>
                  <a:pt x="22654" y="19713"/>
                </a:lnTo>
                <a:lnTo>
                  <a:pt x="22654" y="19713"/>
                </a:lnTo>
                <a:lnTo>
                  <a:pt x="22654" y="19713"/>
                </a:lnTo>
                <a:lnTo>
                  <a:pt x="22655" y="19713"/>
                </a:lnTo>
                <a:lnTo>
                  <a:pt x="22655" y="19713"/>
                </a:lnTo>
                <a:lnTo>
                  <a:pt x="22655" y="19713"/>
                </a:lnTo>
                <a:lnTo>
                  <a:pt x="22655" y="19713"/>
                </a:lnTo>
                <a:lnTo>
                  <a:pt x="22655" y="19713"/>
                </a:lnTo>
                <a:lnTo>
                  <a:pt x="22655" y="19713"/>
                </a:lnTo>
                <a:lnTo>
                  <a:pt x="22655" y="19713"/>
                </a:lnTo>
                <a:lnTo>
                  <a:pt x="22655" y="19713"/>
                </a:lnTo>
                <a:lnTo>
                  <a:pt x="22655" y="19713"/>
                </a:lnTo>
                <a:lnTo>
                  <a:pt x="22656" y="19713"/>
                </a:lnTo>
                <a:lnTo>
                  <a:pt x="22656" y="19713"/>
                </a:lnTo>
                <a:lnTo>
                  <a:pt x="22656" y="19713"/>
                </a:lnTo>
                <a:lnTo>
                  <a:pt x="22656" y="19713"/>
                </a:lnTo>
                <a:lnTo>
                  <a:pt x="22656" y="19713"/>
                </a:lnTo>
                <a:lnTo>
                  <a:pt x="22656" y="19713"/>
                </a:lnTo>
                <a:lnTo>
                  <a:pt x="22656" y="19713"/>
                </a:lnTo>
                <a:lnTo>
                  <a:pt x="22656" y="19713"/>
                </a:lnTo>
                <a:lnTo>
                  <a:pt x="22657" y="19713"/>
                </a:lnTo>
                <a:lnTo>
                  <a:pt x="22657" y="19713"/>
                </a:lnTo>
                <a:lnTo>
                  <a:pt x="22657" y="19713"/>
                </a:lnTo>
                <a:lnTo>
                  <a:pt x="22657" y="19713"/>
                </a:lnTo>
                <a:lnTo>
                  <a:pt x="22657" y="19713"/>
                </a:lnTo>
                <a:lnTo>
                  <a:pt x="22657" y="19713"/>
                </a:lnTo>
                <a:lnTo>
                  <a:pt x="22657" y="19713"/>
                </a:lnTo>
                <a:lnTo>
                  <a:pt x="22657" y="19713"/>
                </a:lnTo>
                <a:lnTo>
                  <a:pt x="22658" y="19713"/>
                </a:lnTo>
                <a:lnTo>
                  <a:pt x="22658" y="19713"/>
                </a:lnTo>
                <a:lnTo>
                  <a:pt x="22658" y="19713"/>
                </a:lnTo>
                <a:lnTo>
                  <a:pt x="22658" y="19713"/>
                </a:lnTo>
                <a:lnTo>
                  <a:pt x="22658" y="19713"/>
                </a:lnTo>
                <a:lnTo>
                  <a:pt x="22658" y="19713"/>
                </a:lnTo>
                <a:lnTo>
                  <a:pt x="22658" y="19713"/>
                </a:lnTo>
                <a:lnTo>
                  <a:pt x="22658" y="19713"/>
                </a:lnTo>
                <a:lnTo>
                  <a:pt x="22658" y="19713"/>
                </a:lnTo>
                <a:lnTo>
                  <a:pt x="22659" y="19713"/>
                </a:lnTo>
                <a:lnTo>
                  <a:pt x="22659" y="19713"/>
                </a:lnTo>
                <a:lnTo>
                  <a:pt x="22659" y="19713"/>
                </a:lnTo>
                <a:lnTo>
                  <a:pt x="22659" y="19713"/>
                </a:lnTo>
                <a:lnTo>
                  <a:pt x="22659" y="19713"/>
                </a:lnTo>
                <a:lnTo>
                  <a:pt x="22659" y="19713"/>
                </a:lnTo>
                <a:lnTo>
                  <a:pt x="22659" y="19713"/>
                </a:lnTo>
                <a:lnTo>
                  <a:pt x="22659" y="19713"/>
                </a:lnTo>
                <a:lnTo>
                  <a:pt x="22660" y="19713"/>
                </a:lnTo>
                <a:lnTo>
                  <a:pt x="22660" y="19713"/>
                </a:lnTo>
                <a:lnTo>
                  <a:pt x="22660" y="19713"/>
                </a:lnTo>
                <a:lnTo>
                  <a:pt x="22660" y="19713"/>
                </a:lnTo>
                <a:lnTo>
                  <a:pt x="22660" y="19713"/>
                </a:lnTo>
                <a:lnTo>
                  <a:pt x="22660" y="19713"/>
                </a:lnTo>
                <a:lnTo>
                  <a:pt x="22660" y="19713"/>
                </a:lnTo>
                <a:lnTo>
                  <a:pt x="22660" y="19713"/>
                </a:lnTo>
                <a:lnTo>
                  <a:pt x="22661" y="19713"/>
                </a:lnTo>
                <a:lnTo>
                  <a:pt x="22661" y="19713"/>
                </a:lnTo>
                <a:lnTo>
                  <a:pt x="22661" y="19713"/>
                </a:lnTo>
                <a:lnTo>
                  <a:pt x="22661" y="19713"/>
                </a:lnTo>
                <a:lnTo>
                  <a:pt x="22661" y="19713"/>
                </a:lnTo>
                <a:lnTo>
                  <a:pt x="22661" y="19713"/>
                </a:lnTo>
                <a:lnTo>
                  <a:pt x="22661" y="19713"/>
                </a:lnTo>
                <a:lnTo>
                  <a:pt x="22661" y="19713"/>
                </a:lnTo>
                <a:lnTo>
                  <a:pt x="22661" y="19713"/>
                </a:lnTo>
                <a:lnTo>
                  <a:pt x="22662" y="19713"/>
                </a:lnTo>
                <a:lnTo>
                  <a:pt x="22662" y="19713"/>
                </a:lnTo>
                <a:lnTo>
                  <a:pt x="22662" y="19713"/>
                </a:lnTo>
                <a:lnTo>
                  <a:pt x="22662" y="19713"/>
                </a:lnTo>
                <a:lnTo>
                  <a:pt x="22662" y="19713"/>
                </a:lnTo>
                <a:lnTo>
                  <a:pt x="22662" y="19713"/>
                </a:lnTo>
                <a:lnTo>
                  <a:pt x="22662" y="19713"/>
                </a:lnTo>
                <a:lnTo>
                  <a:pt x="22662" y="19713"/>
                </a:lnTo>
                <a:lnTo>
                  <a:pt x="22663" y="19713"/>
                </a:lnTo>
                <a:lnTo>
                  <a:pt x="22663" y="19713"/>
                </a:lnTo>
                <a:lnTo>
                  <a:pt x="22663" y="19713"/>
                </a:lnTo>
                <a:lnTo>
                  <a:pt x="22663" y="19713"/>
                </a:lnTo>
                <a:lnTo>
                  <a:pt x="22663" y="19713"/>
                </a:lnTo>
                <a:lnTo>
                  <a:pt x="22663" y="19713"/>
                </a:lnTo>
                <a:lnTo>
                  <a:pt x="22663" y="19713"/>
                </a:lnTo>
                <a:lnTo>
                  <a:pt x="22663" y="19713"/>
                </a:lnTo>
                <a:lnTo>
                  <a:pt x="22664" y="19713"/>
                </a:lnTo>
                <a:lnTo>
                  <a:pt x="22664" y="19713"/>
                </a:lnTo>
                <a:lnTo>
                  <a:pt x="22664" y="19713"/>
                </a:lnTo>
                <a:lnTo>
                  <a:pt x="22664" y="19713"/>
                </a:lnTo>
                <a:lnTo>
                  <a:pt x="22664" y="19713"/>
                </a:lnTo>
                <a:lnTo>
                  <a:pt x="22664" y="19713"/>
                </a:lnTo>
                <a:lnTo>
                  <a:pt x="22664" y="19713"/>
                </a:lnTo>
                <a:lnTo>
                  <a:pt x="22664" y="19713"/>
                </a:lnTo>
                <a:lnTo>
                  <a:pt x="22665" y="19713"/>
                </a:lnTo>
                <a:lnTo>
                  <a:pt x="22665" y="19713"/>
                </a:lnTo>
                <a:lnTo>
                  <a:pt x="22665" y="19713"/>
                </a:lnTo>
                <a:lnTo>
                  <a:pt x="22665" y="19713"/>
                </a:lnTo>
                <a:lnTo>
                  <a:pt x="22665" y="19713"/>
                </a:lnTo>
                <a:lnTo>
                  <a:pt x="22665" y="19713"/>
                </a:lnTo>
                <a:lnTo>
                  <a:pt x="22665" y="19713"/>
                </a:lnTo>
                <a:lnTo>
                  <a:pt x="22665" y="19713"/>
                </a:lnTo>
                <a:lnTo>
                  <a:pt x="22666" y="19713"/>
                </a:lnTo>
                <a:lnTo>
                  <a:pt x="22666" y="19713"/>
                </a:lnTo>
                <a:lnTo>
                  <a:pt x="22666" y="19713"/>
                </a:lnTo>
                <a:lnTo>
                  <a:pt x="22666" y="19713"/>
                </a:lnTo>
                <a:lnTo>
                  <a:pt x="22666" y="19713"/>
                </a:lnTo>
                <a:lnTo>
                  <a:pt x="22666" y="19713"/>
                </a:lnTo>
                <a:lnTo>
                  <a:pt x="22666" y="19713"/>
                </a:lnTo>
                <a:lnTo>
                  <a:pt x="22666" y="19713"/>
                </a:lnTo>
                <a:lnTo>
                  <a:pt x="22666" y="19713"/>
                </a:lnTo>
                <a:lnTo>
                  <a:pt x="22667" y="19713"/>
                </a:lnTo>
                <a:lnTo>
                  <a:pt x="22667" y="19713"/>
                </a:lnTo>
                <a:lnTo>
                  <a:pt x="22667" y="19713"/>
                </a:lnTo>
                <a:lnTo>
                  <a:pt x="22667" y="19713"/>
                </a:lnTo>
                <a:lnTo>
                  <a:pt x="22667" y="19713"/>
                </a:lnTo>
                <a:lnTo>
                  <a:pt x="22667" y="19713"/>
                </a:lnTo>
                <a:lnTo>
                  <a:pt x="22667" y="19713"/>
                </a:lnTo>
                <a:lnTo>
                  <a:pt x="22667" y="19713"/>
                </a:lnTo>
                <a:lnTo>
                  <a:pt x="22668" y="19713"/>
                </a:lnTo>
                <a:lnTo>
                  <a:pt x="22668" y="19713"/>
                </a:lnTo>
                <a:lnTo>
                  <a:pt x="22668" y="19713"/>
                </a:lnTo>
                <a:lnTo>
                  <a:pt x="22668" y="19713"/>
                </a:lnTo>
                <a:lnTo>
                  <a:pt x="22668" y="19713"/>
                </a:lnTo>
                <a:lnTo>
                  <a:pt x="22668" y="19713"/>
                </a:lnTo>
                <a:lnTo>
                  <a:pt x="22668" y="19713"/>
                </a:lnTo>
                <a:lnTo>
                  <a:pt x="22668" y="19713"/>
                </a:lnTo>
                <a:lnTo>
                  <a:pt x="22669" y="19713"/>
                </a:lnTo>
                <a:lnTo>
                  <a:pt x="22669" y="19713"/>
                </a:lnTo>
                <a:lnTo>
                  <a:pt x="22669" y="19713"/>
                </a:lnTo>
                <a:lnTo>
                  <a:pt x="22669" y="19713"/>
                </a:lnTo>
                <a:lnTo>
                  <a:pt x="22669" y="19713"/>
                </a:lnTo>
                <a:lnTo>
                  <a:pt x="22669" y="19713"/>
                </a:lnTo>
                <a:lnTo>
                  <a:pt x="22669" y="19713"/>
                </a:lnTo>
                <a:lnTo>
                  <a:pt x="22669" y="19713"/>
                </a:lnTo>
                <a:lnTo>
                  <a:pt x="22670" y="19713"/>
                </a:lnTo>
                <a:lnTo>
                  <a:pt x="22670" y="19713"/>
                </a:lnTo>
                <a:lnTo>
                  <a:pt x="22670" y="19713"/>
                </a:lnTo>
                <a:lnTo>
                  <a:pt x="22670" y="19713"/>
                </a:lnTo>
                <a:lnTo>
                  <a:pt x="22670" y="19713"/>
                </a:lnTo>
                <a:lnTo>
                  <a:pt x="22670" y="19713"/>
                </a:lnTo>
                <a:lnTo>
                  <a:pt x="22670" y="19713"/>
                </a:lnTo>
                <a:lnTo>
                  <a:pt x="22670" y="19713"/>
                </a:lnTo>
                <a:lnTo>
                  <a:pt x="22671" y="19713"/>
                </a:lnTo>
                <a:lnTo>
                  <a:pt x="22671" y="19713"/>
                </a:lnTo>
                <a:lnTo>
                  <a:pt x="22671" y="19713"/>
                </a:lnTo>
                <a:lnTo>
                  <a:pt x="22671" y="19713"/>
                </a:lnTo>
                <a:lnTo>
                  <a:pt x="22671" y="19713"/>
                </a:lnTo>
                <a:lnTo>
                  <a:pt x="22671" y="19713"/>
                </a:lnTo>
                <a:lnTo>
                  <a:pt x="22671" y="19713"/>
                </a:lnTo>
                <a:lnTo>
                  <a:pt x="22671" y="19713"/>
                </a:lnTo>
                <a:lnTo>
                  <a:pt x="22672" y="19713"/>
                </a:lnTo>
                <a:lnTo>
                  <a:pt x="22672" y="19713"/>
                </a:lnTo>
                <a:lnTo>
                  <a:pt x="22672" y="19713"/>
                </a:lnTo>
                <a:lnTo>
                  <a:pt x="22672" y="19713"/>
                </a:lnTo>
                <a:lnTo>
                  <a:pt x="22672" y="19713"/>
                </a:lnTo>
                <a:lnTo>
                  <a:pt x="22672" y="19713"/>
                </a:lnTo>
                <a:lnTo>
                  <a:pt x="22672" y="19713"/>
                </a:lnTo>
                <a:lnTo>
                  <a:pt x="22672" y="19713"/>
                </a:lnTo>
                <a:lnTo>
                  <a:pt x="22672" y="19713"/>
                </a:lnTo>
                <a:lnTo>
                  <a:pt x="22673" y="19713"/>
                </a:lnTo>
                <a:lnTo>
                  <a:pt x="22673" y="19713"/>
                </a:lnTo>
                <a:lnTo>
                  <a:pt x="22673" y="19713"/>
                </a:lnTo>
                <a:lnTo>
                  <a:pt x="22673" y="19713"/>
                </a:lnTo>
                <a:lnTo>
                  <a:pt x="22673" y="19713"/>
                </a:lnTo>
                <a:lnTo>
                  <a:pt x="22673" y="19713"/>
                </a:lnTo>
                <a:lnTo>
                  <a:pt x="22673" y="19713"/>
                </a:lnTo>
                <a:lnTo>
                  <a:pt x="22673" y="19713"/>
                </a:lnTo>
                <a:lnTo>
                  <a:pt x="22674" y="19713"/>
                </a:lnTo>
                <a:lnTo>
                  <a:pt x="22674" y="19713"/>
                </a:lnTo>
                <a:lnTo>
                  <a:pt x="22674" y="19713"/>
                </a:lnTo>
                <a:lnTo>
                  <a:pt x="22674" y="19713"/>
                </a:lnTo>
                <a:lnTo>
                  <a:pt x="22674" y="19713"/>
                </a:lnTo>
                <a:lnTo>
                  <a:pt x="22674" y="19713"/>
                </a:lnTo>
                <a:lnTo>
                  <a:pt x="22674" y="19713"/>
                </a:lnTo>
                <a:lnTo>
                  <a:pt x="22674" y="19713"/>
                </a:lnTo>
                <a:lnTo>
                  <a:pt x="22675" y="19713"/>
                </a:lnTo>
                <a:lnTo>
                  <a:pt x="22675" y="19713"/>
                </a:lnTo>
                <a:lnTo>
                  <a:pt x="22675" y="19713"/>
                </a:lnTo>
                <a:lnTo>
                  <a:pt x="22675" y="19713"/>
                </a:lnTo>
                <a:lnTo>
                  <a:pt x="22675" y="19713"/>
                </a:lnTo>
                <a:lnTo>
                  <a:pt x="22675" y="19713"/>
                </a:lnTo>
                <a:lnTo>
                  <a:pt x="22675" y="19713"/>
                </a:lnTo>
                <a:lnTo>
                  <a:pt x="22675" y="19713"/>
                </a:lnTo>
                <a:lnTo>
                  <a:pt x="22676" y="19713"/>
                </a:lnTo>
                <a:lnTo>
                  <a:pt x="22676" y="19713"/>
                </a:lnTo>
                <a:lnTo>
                  <a:pt x="22676" y="19713"/>
                </a:lnTo>
                <a:lnTo>
                  <a:pt x="22676" y="19713"/>
                </a:lnTo>
                <a:lnTo>
                  <a:pt x="22676" y="19713"/>
                </a:lnTo>
                <a:lnTo>
                  <a:pt x="22676" y="19713"/>
                </a:lnTo>
                <a:lnTo>
                  <a:pt x="22676" y="19713"/>
                </a:lnTo>
                <a:lnTo>
                  <a:pt x="22676" y="19713"/>
                </a:lnTo>
                <a:lnTo>
                  <a:pt x="22677" y="19713"/>
                </a:lnTo>
                <a:lnTo>
                  <a:pt x="22677" y="19713"/>
                </a:lnTo>
                <a:lnTo>
                  <a:pt x="22677" y="19713"/>
                </a:lnTo>
                <a:lnTo>
                  <a:pt x="22677" y="19713"/>
                </a:lnTo>
                <a:lnTo>
                  <a:pt x="22677" y="19713"/>
                </a:lnTo>
                <a:lnTo>
                  <a:pt x="22677" y="19713"/>
                </a:lnTo>
                <a:lnTo>
                  <a:pt x="22677" y="19713"/>
                </a:lnTo>
                <a:lnTo>
                  <a:pt x="22677" y="19713"/>
                </a:lnTo>
                <a:lnTo>
                  <a:pt x="22678" y="19713"/>
                </a:lnTo>
                <a:lnTo>
                  <a:pt x="22678" y="19713"/>
                </a:lnTo>
                <a:lnTo>
                  <a:pt x="22678" y="19713"/>
                </a:lnTo>
                <a:lnTo>
                  <a:pt x="22678" y="19713"/>
                </a:lnTo>
                <a:lnTo>
                  <a:pt x="22678" y="19713"/>
                </a:lnTo>
                <a:lnTo>
                  <a:pt x="22678" y="19713"/>
                </a:lnTo>
                <a:lnTo>
                  <a:pt x="22678" y="19713"/>
                </a:lnTo>
                <a:lnTo>
                  <a:pt x="22678" y="19713"/>
                </a:lnTo>
                <a:lnTo>
                  <a:pt x="22679" y="19713"/>
                </a:lnTo>
                <a:lnTo>
                  <a:pt x="22679" y="19713"/>
                </a:lnTo>
                <a:lnTo>
                  <a:pt x="22679" y="19713"/>
                </a:lnTo>
                <a:lnTo>
                  <a:pt x="22679" y="19713"/>
                </a:lnTo>
                <a:lnTo>
                  <a:pt x="22679" y="19713"/>
                </a:lnTo>
                <a:lnTo>
                  <a:pt x="22679" y="19713"/>
                </a:lnTo>
                <a:lnTo>
                  <a:pt x="22679" y="19713"/>
                </a:lnTo>
                <a:lnTo>
                  <a:pt x="22679" y="19713"/>
                </a:lnTo>
                <a:lnTo>
                  <a:pt x="22680" y="19713"/>
                </a:lnTo>
                <a:lnTo>
                  <a:pt x="22680" y="19713"/>
                </a:lnTo>
                <a:lnTo>
                  <a:pt x="22680" y="19713"/>
                </a:lnTo>
                <a:lnTo>
                  <a:pt x="22680" y="19713"/>
                </a:lnTo>
                <a:lnTo>
                  <a:pt x="22680" y="19713"/>
                </a:lnTo>
                <a:lnTo>
                  <a:pt x="22680" y="19713"/>
                </a:lnTo>
                <a:lnTo>
                  <a:pt x="22680" y="19713"/>
                </a:lnTo>
                <a:lnTo>
                  <a:pt x="22680" y="19713"/>
                </a:lnTo>
                <a:lnTo>
                  <a:pt x="22681" y="19713"/>
                </a:lnTo>
                <a:lnTo>
                  <a:pt x="22681" y="19713"/>
                </a:lnTo>
                <a:lnTo>
                  <a:pt x="22681" y="19713"/>
                </a:lnTo>
                <a:lnTo>
                  <a:pt x="22681" y="19713"/>
                </a:lnTo>
                <a:lnTo>
                  <a:pt x="22681" y="19713"/>
                </a:lnTo>
                <a:lnTo>
                  <a:pt x="22681" y="19713"/>
                </a:lnTo>
                <a:lnTo>
                  <a:pt x="22681" y="19713"/>
                </a:lnTo>
                <a:lnTo>
                  <a:pt x="22681" y="19713"/>
                </a:lnTo>
                <a:lnTo>
                  <a:pt x="22682" y="19713"/>
                </a:lnTo>
                <a:lnTo>
                  <a:pt x="22682" y="19713"/>
                </a:lnTo>
                <a:lnTo>
                  <a:pt x="22682" y="19713"/>
                </a:lnTo>
                <a:lnTo>
                  <a:pt x="22682" y="19713"/>
                </a:lnTo>
                <a:lnTo>
                  <a:pt x="22682" y="19713"/>
                </a:lnTo>
                <a:lnTo>
                  <a:pt x="22682" y="19713"/>
                </a:lnTo>
                <a:lnTo>
                  <a:pt x="22682" y="19713"/>
                </a:lnTo>
                <a:lnTo>
                  <a:pt x="22682" y="19713"/>
                </a:lnTo>
                <a:lnTo>
                  <a:pt x="22683" y="19713"/>
                </a:lnTo>
                <a:lnTo>
                  <a:pt x="22683" y="19713"/>
                </a:lnTo>
                <a:lnTo>
                  <a:pt x="22683" y="19713"/>
                </a:lnTo>
                <a:lnTo>
                  <a:pt x="22683" y="19713"/>
                </a:lnTo>
                <a:lnTo>
                  <a:pt x="22683" y="19713"/>
                </a:lnTo>
                <a:lnTo>
                  <a:pt x="22683" y="19713"/>
                </a:lnTo>
                <a:lnTo>
                  <a:pt x="22683" y="19713"/>
                </a:lnTo>
                <a:lnTo>
                  <a:pt x="22683" y="19713"/>
                </a:lnTo>
                <a:lnTo>
                  <a:pt x="22684" y="19713"/>
                </a:lnTo>
                <a:lnTo>
                  <a:pt x="22684" y="19713"/>
                </a:lnTo>
                <a:lnTo>
                  <a:pt x="22684" y="19713"/>
                </a:lnTo>
                <a:lnTo>
                  <a:pt x="22684" y="19713"/>
                </a:lnTo>
                <a:lnTo>
                  <a:pt x="22684" y="19713"/>
                </a:lnTo>
                <a:lnTo>
                  <a:pt x="22684" y="19713"/>
                </a:lnTo>
                <a:lnTo>
                  <a:pt x="22684" y="19713"/>
                </a:lnTo>
                <a:lnTo>
                  <a:pt x="22684" y="19713"/>
                </a:lnTo>
                <a:lnTo>
                  <a:pt x="22685" y="19713"/>
                </a:lnTo>
                <a:lnTo>
                  <a:pt x="22685" y="19713"/>
                </a:lnTo>
                <a:lnTo>
                  <a:pt x="22685" y="19713"/>
                </a:lnTo>
                <a:lnTo>
                  <a:pt x="22685" y="19713"/>
                </a:lnTo>
                <a:lnTo>
                  <a:pt x="22685" y="19713"/>
                </a:lnTo>
                <a:lnTo>
                  <a:pt x="22685" y="19713"/>
                </a:lnTo>
                <a:lnTo>
                  <a:pt x="22685" y="19713"/>
                </a:lnTo>
                <a:lnTo>
                  <a:pt x="22685" y="19713"/>
                </a:lnTo>
                <a:lnTo>
                  <a:pt x="22686" y="19713"/>
                </a:lnTo>
                <a:lnTo>
                  <a:pt x="22686" y="19713"/>
                </a:lnTo>
                <a:lnTo>
                  <a:pt x="22686" y="19713"/>
                </a:lnTo>
                <a:lnTo>
                  <a:pt x="22686" y="19713"/>
                </a:lnTo>
                <a:lnTo>
                  <a:pt x="22686" y="19713"/>
                </a:lnTo>
                <a:lnTo>
                  <a:pt x="22686" y="19713"/>
                </a:lnTo>
                <a:lnTo>
                  <a:pt x="22686" y="19713"/>
                </a:lnTo>
                <a:lnTo>
                  <a:pt x="22686" y="19713"/>
                </a:lnTo>
                <a:lnTo>
                  <a:pt x="22687" y="19713"/>
                </a:lnTo>
                <a:lnTo>
                  <a:pt x="22687" y="19713"/>
                </a:lnTo>
                <a:lnTo>
                  <a:pt x="22687" y="19713"/>
                </a:lnTo>
                <a:lnTo>
                  <a:pt x="22687" y="19713"/>
                </a:lnTo>
                <a:lnTo>
                  <a:pt x="22687" y="19713"/>
                </a:lnTo>
                <a:lnTo>
                  <a:pt x="22687" y="19713"/>
                </a:lnTo>
                <a:lnTo>
                  <a:pt x="22687" y="19713"/>
                </a:lnTo>
                <a:lnTo>
                  <a:pt x="22687" y="19713"/>
                </a:lnTo>
                <a:lnTo>
                  <a:pt x="22688" y="19713"/>
                </a:lnTo>
                <a:lnTo>
                  <a:pt x="22688" y="19713"/>
                </a:lnTo>
                <a:lnTo>
                  <a:pt x="22688" y="19713"/>
                </a:lnTo>
                <a:lnTo>
                  <a:pt x="22688" y="19713"/>
                </a:lnTo>
                <a:lnTo>
                  <a:pt x="22688" y="19713"/>
                </a:lnTo>
                <a:lnTo>
                  <a:pt x="22688" y="19713"/>
                </a:lnTo>
                <a:lnTo>
                  <a:pt x="22688" y="19713"/>
                </a:lnTo>
                <a:lnTo>
                  <a:pt x="22688" y="19713"/>
                </a:lnTo>
                <a:lnTo>
                  <a:pt x="22689" y="19713"/>
                </a:lnTo>
                <a:lnTo>
                  <a:pt x="22689" y="19713"/>
                </a:lnTo>
                <a:lnTo>
                  <a:pt x="22689" y="19713"/>
                </a:lnTo>
                <a:lnTo>
                  <a:pt x="22689" y="19713"/>
                </a:lnTo>
                <a:lnTo>
                  <a:pt x="22689" y="19713"/>
                </a:lnTo>
                <a:lnTo>
                  <a:pt x="22689" y="19713"/>
                </a:lnTo>
                <a:lnTo>
                  <a:pt x="22689" y="19713"/>
                </a:lnTo>
                <a:lnTo>
                  <a:pt x="22689" y="19713"/>
                </a:lnTo>
                <a:lnTo>
                  <a:pt x="22690" y="19713"/>
                </a:lnTo>
                <a:lnTo>
                  <a:pt x="22690" y="19713"/>
                </a:lnTo>
                <a:lnTo>
                  <a:pt x="22690" y="19713"/>
                </a:lnTo>
                <a:lnTo>
                  <a:pt x="22690" y="19713"/>
                </a:lnTo>
                <a:lnTo>
                  <a:pt x="22690" y="19713"/>
                </a:lnTo>
                <a:lnTo>
                  <a:pt x="22690" y="19713"/>
                </a:lnTo>
                <a:lnTo>
                  <a:pt x="22690" y="19713"/>
                </a:lnTo>
                <a:lnTo>
                  <a:pt x="22690" y="19713"/>
                </a:lnTo>
                <a:lnTo>
                  <a:pt x="22691" y="19713"/>
                </a:lnTo>
                <a:lnTo>
                  <a:pt x="22691" y="19713"/>
                </a:lnTo>
                <a:lnTo>
                  <a:pt x="22691" y="19713"/>
                </a:lnTo>
                <a:lnTo>
                  <a:pt x="22691" y="19713"/>
                </a:lnTo>
                <a:lnTo>
                  <a:pt x="22691" y="19713"/>
                </a:lnTo>
                <a:lnTo>
                  <a:pt x="22691" y="19713"/>
                </a:lnTo>
                <a:lnTo>
                  <a:pt x="22691" y="19713"/>
                </a:lnTo>
                <a:lnTo>
                  <a:pt x="22691" y="19713"/>
                </a:lnTo>
                <a:lnTo>
                  <a:pt x="22692" y="19713"/>
                </a:lnTo>
                <a:lnTo>
                  <a:pt x="22692" y="19713"/>
                </a:lnTo>
                <a:lnTo>
                  <a:pt x="22692" y="19713"/>
                </a:lnTo>
                <a:lnTo>
                  <a:pt x="22692" y="19713"/>
                </a:lnTo>
                <a:lnTo>
                  <a:pt x="22692" y="19713"/>
                </a:lnTo>
                <a:lnTo>
                  <a:pt x="22692" y="19713"/>
                </a:lnTo>
                <a:lnTo>
                  <a:pt x="22692" y="19713"/>
                </a:lnTo>
                <a:lnTo>
                  <a:pt x="22692" y="19713"/>
                </a:lnTo>
                <a:lnTo>
                  <a:pt x="22693" y="19713"/>
                </a:lnTo>
                <a:lnTo>
                  <a:pt x="22693" y="19713"/>
                </a:lnTo>
                <a:lnTo>
                  <a:pt x="22693" y="19713"/>
                </a:lnTo>
                <a:lnTo>
                  <a:pt x="22693" y="19713"/>
                </a:lnTo>
                <a:lnTo>
                  <a:pt x="22693" y="19713"/>
                </a:lnTo>
                <a:lnTo>
                  <a:pt x="22693" y="19713"/>
                </a:lnTo>
                <a:lnTo>
                  <a:pt x="22693" y="19713"/>
                </a:lnTo>
                <a:lnTo>
                  <a:pt x="22693" y="19713"/>
                </a:lnTo>
                <a:lnTo>
                  <a:pt x="22694" y="19713"/>
                </a:lnTo>
                <a:lnTo>
                  <a:pt x="22694" y="19713"/>
                </a:lnTo>
                <a:lnTo>
                  <a:pt x="22694" y="19713"/>
                </a:lnTo>
                <a:lnTo>
                  <a:pt x="22694" y="19713"/>
                </a:lnTo>
                <a:lnTo>
                  <a:pt x="22694" y="19713"/>
                </a:lnTo>
                <a:lnTo>
                  <a:pt x="22694" y="19713"/>
                </a:lnTo>
                <a:lnTo>
                  <a:pt x="22694" y="19713"/>
                </a:lnTo>
                <a:lnTo>
                  <a:pt x="22695" y="19713"/>
                </a:lnTo>
                <a:lnTo>
                  <a:pt x="22695" y="19713"/>
                </a:lnTo>
                <a:lnTo>
                  <a:pt x="22695" y="19713"/>
                </a:lnTo>
                <a:lnTo>
                  <a:pt x="22695" y="19713"/>
                </a:lnTo>
                <a:lnTo>
                  <a:pt x="22695" y="19713"/>
                </a:lnTo>
                <a:lnTo>
                  <a:pt x="22695" y="19713"/>
                </a:lnTo>
                <a:lnTo>
                  <a:pt x="22695" y="19713"/>
                </a:lnTo>
                <a:lnTo>
                  <a:pt x="22695" y="19713"/>
                </a:lnTo>
                <a:lnTo>
                  <a:pt x="22696" y="19713"/>
                </a:lnTo>
                <a:lnTo>
                  <a:pt x="22696" y="19713"/>
                </a:lnTo>
                <a:lnTo>
                  <a:pt x="22696" y="19713"/>
                </a:lnTo>
                <a:lnTo>
                  <a:pt x="22696" y="19713"/>
                </a:lnTo>
                <a:lnTo>
                  <a:pt x="22696" y="19713"/>
                </a:lnTo>
                <a:lnTo>
                  <a:pt x="22696" y="19713"/>
                </a:lnTo>
                <a:lnTo>
                  <a:pt x="22696" y="19713"/>
                </a:lnTo>
                <a:lnTo>
                  <a:pt x="22696" y="19713"/>
                </a:lnTo>
                <a:lnTo>
                  <a:pt x="22697" y="19713"/>
                </a:lnTo>
                <a:lnTo>
                  <a:pt x="22697" y="19713"/>
                </a:lnTo>
                <a:lnTo>
                  <a:pt x="22697" y="19713"/>
                </a:lnTo>
                <a:lnTo>
                  <a:pt x="22697" y="19713"/>
                </a:lnTo>
                <a:lnTo>
                  <a:pt x="22697" y="19713"/>
                </a:lnTo>
                <a:lnTo>
                  <a:pt x="22697" y="19713"/>
                </a:lnTo>
                <a:lnTo>
                  <a:pt x="22697" y="19713"/>
                </a:lnTo>
                <a:lnTo>
                  <a:pt x="22697" y="19713"/>
                </a:lnTo>
                <a:lnTo>
                  <a:pt x="22698" y="19713"/>
                </a:lnTo>
                <a:lnTo>
                  <a:pt x="22698" y="19713"/>
                </a:lnTo>
                <a:lnTo>
                  <a:pt x="22698" y="19713"/>
                </a:lnTo>
                <a:lnTo>
                  <a:pt x="22698" y="19713"/>
                </a:lnTo>
                <a:lnTo>
                  <a:pt x="22698" y="19713"/>
                </a:lnTo>
                <a:lnTo>
                  <a:pt x="22698" y="19713"/>
                </a:lnTo>
                <a:lnTo>
                  <a:pt x="22698" y="19713"/>
                </a:lnTo>
                <a:lnTo>
                  <a:pt x="22698" y="19713"/>
                </a:lnTo>
                <a:lnTo>
                  <a:pt x="22699" y="19713"/>
                </a:lnTo>
                <a:lnTo>
                  <a:pt x="22699" y="19713"/>
                </a:lnTo>
                <a:lnTo>
                  <a:pt x="22699" y="19713"/>
                </a:lnTo>
                <a:lnTo>
                  <a:pt x="22699" y="19713"/>
                </a:lnTo>
                <a:lnTo>
                  <a:pt x="22699" y="19713"/>
                </a:lnTo>
                <a:lnTo>
                  <a:pt x="22699" y="19713"/>
                </a:lnTo>
                <a:lnTo>
                  <a:pt x="22699" y="19713"/>
                </a:lnTo>
                <a:lnTo>
                  <a:pt x="22699" y="19713"/>
                </a:lnTo>
                <a:lnTo>
                  <a:pt x="22700" y="19713"/>
                </a:lnTo>
                <a:lnTo>
                  <a:pt x="22700" y="19713"/>
                </a:lnTo>
                <a:lnTo>
                  <a:pt x="22700" y="19713"/>
                </a:lnTo>
                <a:lnTo>
                  <a:pt x="22700" y="19713"/>
                </a:lnTo>
                <a:lnTo>
                  <a:pt x="22700" y="19713"/>
                </a:lnTo>
                <a:lnTo>
                  <a:pt x="22700" y="19713"/>
                </a:lnTo>
                <a:lnTo>
                  <a:pt x="22700" y="19713"/>
                </a:lnTo>
                <a:lnTo>
                  <a:pt x="22701" y="19713"/>
                </a:lnTo>
                <a:lnTo>
                  <a:pt x="22701" y="19713"/>
                </a:lnTo>
                <a:lnTo>
                  <a:pt x="22701" y="19713"/>
                </a:lnTo>
                <a:lnTo>
                  <a:pt x="22701" y="19713"/>
                </a:lnTo>
                <a:lnTo>
                  <a:pt x="22701" y="19713"/>
                </a:lnTo>
                <a:lnTo>
                  <a:pt x="22701" y="19713"/>
                </a:lnTo>
                <a:lnTo>
                  <a:pt x="22701" y="19713"/>
                </a:lnTo>
                <a:lnTo>
                  <a:pt x="22701" y="19713"/>
                </a:lnTo>
                <a:lnTo>
                  <a:pt x="22702" y="19713"/>
                </a:lnTo>
                <a:lnTo>
                  <a:pt x="22702" y="19713"/>
                </a:lnTo>
                <a:lnTo>
                  <a:pt x="22702" y="19713"/>
                </a:lnTo>
                <a:lnTo>
                  <a:pt x="22702" y="19713"/>
                </a:lnTo>
                <a:lnTo>
                  <a:pt x="22702" y="19713"/>
                </a:lnTo>
                <a:lnTo>
                  <a:pt x="22702" y="19713"/>
                </a:lnTo>
                <a:lnTo>
                  <a:pt x="22702" y="19713"/>
                </a:lnTo>
                <a:lnTo>
                  <a:pt x="22702" y="19713"/>
                </a:lnTo>
                <a:lnTo>
                  <a:pt x="22703" y="19713"/>
                </a:lnTo>
                <a:lnTo>
                  <a:pt x="22703" y="19713"/>
                </a:lnTo>
                <a:lnTo>
                  <a:pt x="22703" y="19713"/>
                </a:lnTo>
                <a:lnTo>
                  <a:pt x="22703" y="19713"/>
                </a:lnTo>
                <a:lnTo>
                  <a:pt x="22703" y="19713"/>
                </a:lnTo>
                <a:lnTo>
                  <a:pt x="22703" y="19713"/>
                </a:lnTo>
                <a:lnTo>
                  <a:pt x="22703" y="19713"/>
                </a:lnTo>
                <a:lnTo>
                  <a:pt x="22703" y="19713"/>
                </a:lnTo>
                <a:lnTo>
                  <a:pt x="22704" y="19713"/>
                </a:lnTo>
                <a:lnTo>
                  <a:pt x="22704" y="19713"/>
                </a:lnTo>
                <a:lnTo>
                  <a:pt x="22704" y="19713"/>
                </a:lnTo>
                <a:lnTo>
                  <a:pt x="22704" y="19713"/>
                </a:lnTo>
                <a:lnTo>
                  <a:pt x="22704" y="19713"/>
                </a:lnTo>
                <a:lnTo>
                  <a:pt x="22704" y="19713"/>
                </a:lnTo>
                <a:lnTo>
                  <a:pt x="22704" y="19713"/>
                </a:lnTo>
                <a:lnTo>
                  <a:pt x="22704" y="19713"/>
                </a:lnTo>
                <a:lnTo>
                  <a:pt x="22705" y="19713"/>
                </a:lnTo>
                <a:lnTo>
                  <a:pt x="22705" y="19713"/>
                </a:lnTo>
                <a:lnTo>
                  <a:pt x="22705" y="19713"/>
                </a:lnTo>
                <a:lnTo>
                  <a:pt x="22705" y="19713"/>
                </a:lnTo>
                <a:lnTo>
                  <a:pt x="22705" y="19713"/>
                </a:lnTo>
                <a:lnTo>
                  <a:pt x="22705" y="19713"/>
                </a:lnTo>
                <a:lnTo>
                  <a:pt x="22705" y="19713"/>
                </a:lnTo>
                <a:lnTo>
                  <a:pt x="22706" y="19713"/>
                </a:lnTo>
                <a:lnTo>
                  <a:pt x="22706" y="19713"/>
                </a:lnTo>
                <a:lnTo>
                  <a:pt x="22706" y="19713"/>
                </a:lnTo>
                <a:lnTo>
                  <a:pt x="22706" y="19713"/>
                </a:lnTo>
                <a:lnTo>
                  <a:pt x="22706" y="19713"/>
                </a:lnTo>
                <a:lnTo>
                  <a:pt x="22706" y="19713"/>
                </a:lnTo>
                <a:lnTo>
                  <a:pt x="22706" y="19713"/>
                </a:lnTo>
                <a:lnTo>
                  <a:pt x="22706" y="19713"/>
                </a:lnTo>
                <a:lnTo>
                  <a:pt x="22707" y="19713"/>
                </a:lnTo>
                <a:lnTo>
                  <a:pt x="22707" y="19713"/>
                </a:lnTo>
                <a:lnTo>
                  <a:pt x="22707" y="19713"/>
                </a:lnTo>
                <a:lnTo>
                  <a:pt x="22707" y="19713"/>
                </a:lnTo>
                <a:lnTo>
                  <a:pt x="22707" y="19713"/>
                </a:lnTo>
                <a:lnTo>
                  <a:pt x="22707" y="19713"/>
                </a:lnTo>
                <a:lnTo>
                  <a:pt x="22707" y="19713"/>
                </a:lnTo>
                <a:lnTo>
                  <a:pt x="22707" y="19713"/>
                </a:lnTo>
                <a:lnTo>
                  <a:pt x="22708" y="19713"/>
                </a:lnTo>
                <a:lnTo>
                  <a:pt x="22708" y="19713"/>
                </a:lnTo>
                <a:lnTo>
                  <a:pt x="22708" y="19713"/>
                </a:lnTo>
                <a:lnTo>
                  <a:pt x="22708" y="19713"/>
                </a:lnTo>
                <a:lnTo>
                  <a:pt x="22708" y="19713"/>
                </a:lnTo>
                <a:lnTo>
                  <a:pt x="22708" y="19713"/>
                </a:lnTo>
                <a:lnTo>
                  <a:pt x="22708" y="19713"/>
                </a:lnTo>
                <a:lnTo>
                  <a:pt x="22708" y="19713"/>
                </a:lnTo>
                <a:lnTo>
                  <a:pt x="22709" y="19713"/>
                </a:lnTo>
                <a:lnTo>
                  <a:pt x="22709" y="19713"/>
                </a:lnTo>
                <a:lnTo>
                  <a:pt x="22709" y="19713"/>
                </a:lnTo>
                <a:lnTo>
                  <a:pt x="22709" y="19713"/>
                </a:lnTo>
                <a:lnTo>
                  <a:pt x="22709" y="19713"/>
                </a:lnTo>
                <a:lnTo>
                  <a:pt x="22709" y="19713"/>
                </a:lnTo>
                <a:lnTo>
                  <a:pt x="22709" y="19713"/>
                </a:lnTo>
                <a:lnTo>
                  <a:pt x="22710" y="19713"/>
                </a:lnTo>
                <a:lnTo>
                  <a:pt x="22710" y="19713"/>
                </a:lnTo>
                <a:lnTo>
                  <a:pt x="22710" y="19713"/>
                </a:lnTo>
                <a:lnTo>
                  <a:pt x="22710" y="19713"/>
                </a:lnTo>
                <a:lnTo>
                  <a:pt x="22710" y="19713"/>
                </a:lnTo>
                <a:lnTo>
                  <a:pt x="22710" y="19713"/>
                </a:lnTo>
                <a:lnTo>
                  <a:pt x="22710" y="19713"/>
                </a:lnTo>
                <a:lnTo>
                  <a:pt x="22710" y="19713"/>
                </a:lnTo>
                <a:lnTo>
                  <a:pt x="22711" y="19713"/>
                </a:lnTo>
                <a:lnTo>
                  <a:pt x="22711" y="19713"/>
                </a:lnTo>
                <a:lnTo>
                  <a:pt x="22711" y="19713"/>
                </a:lnTo>
                <a:lnTo>
                  <a:pt x="22711" y="19713"/>
                </a:lnTo>
                <a:lnTo>
                  <a:pt x="22711" y="19713"/>
                </a:lnTo>
                <a:lnTo>
                  <a:pt x="22711" y="19713"/>
                </a:lnTo>
                <a:lnTo>
                  <a:pt x="22711" y="19713"/>
                </a:lnTo>
                <a:lnTo>
                  <a:pt x="22711" y="19713"/>
                </a:lnTo>
                <a:lnTo>
                  <a:pt x="22712" y="19713"/>
                </a:lnTo>
                <a:lnTo>
                  <a:pt x="22712" y="19713"/>
                </a:lnTo>
                <a:lnTo>
                  <a:pt x="22712" y="19713"/>
                </a:lnTo>
                <a:lnTo>
                  <a:pt x="22712" y="19713"/>
                </a:lnTo>
                <a:lnTo>
                  <a:pt x="22712" y="19713"/>
                </a:lnTo>
                <a:lnTo>
                  <a:pt x="22712" y="19713"/>
                </a:lnTo>
                <a:lnTo>
                  <a:pt x="22712" y="19713"/>
                </a:lnTo>
                <a:lnTo>
                  <a:pt x="22712" y="19713"/>
                </a:lnTo>
                <a:lnTo>
                  <a:pt x="22713" y="19713"/>
                </a:lnTo>
                <a:lnTo>
                  <a:pt x="22713" y="19713"/>
                </a:lnTo>
                <a:lnTo>
                  <a:pt x="22713" y="19713"/>
                </a:lnTo>
                <a:lnTo>
                  <a:pt x="22713" y="19713"/>
                </a:lnTo>
                <a:lnTo>
                  <a:pt x="22713" y="19713"/>
                </a:lnTo>
                <a:lnTo>
                  <a:pt x="22713" y="19713"/>
                </a:lnTo>
                <a:lnTo>
                  <a:pt x="22713" y="19713"/>
                </a:lnTo>
                <a:lnTo>
                  <a:pt x="22714" y="19713"/>
                </a:lnTo>
                <a:lnTo>
                  <a:pt x="22714" y="19713"/>
                </a:lnTo>
                <a:lnTo>
                  <a:pt x="22714" y="19713"/>
                </a:lnTo>
                <a:lnTo>
                  <a:pt x="22714" y="19713"/>
                </a:lnTo>
                <a:lnTo>
                  <a:pt x="22714" y="19713"/>
                </a:lnTo>
                <a:lnTo>
                  <a:pt x="22714" y="19713"/>
                </a:lnTo>
                <a:lnTo>
                  <a:pt x="22714" y="19713"/>
                </a:lnTo>
                <a:lnTo>
                  <a:pt x="22714" y="19713"/>
                </a:lnTo>
                <a:lnTo>
                  <a:pt x="22715" y="19713"/>
                </a:lnTo>
                <a:lnTo>
                  <a:pt x="22715" y="19713"/>
                </a:lnTo>
                <a:lnTo>
                  <a:pt x="22715" y="19713"/>
                </a:lnTo>
                <a:lnTo>
                  <a:pt x="22715" y="19713"/>
                </a:lnTo>
                <a:lnTo>
                  <a:pt x="22715" y="19713"/>
                </a:lnTo>
                <a:lnTo>
                  <a:pt x="22715" y="19713"/>
                </a:lnTo>
                <a:lnTo>
                  <a:pt x="22715" y="19713"/>
                </a:lnTo>
                <a:lnTo>
                  <a:pt x="22715" y="19713"/>
                </a:lnTo>
                <a:lnTo>
                  <a:pt x="22716" y="19713"/>
                </a:lnTo>
                <a:lnTo>
                  <a:pt x="22716" y="19713"/>
                </a:lnTo>
                <a:lnTo>
                  <a:pt x="22716" y="19713"/>
                </a:lnTo>
                <a:lnTo>
                  <a:pt x="22716" y="19713"/>
                </a:lnTo>
                <a:lnTo>
                  <a:pt x="22716" y="19713"/>
                </a:lnTo>
                <a:lnTo>
                  <a:pt x="22716" y="19713"/>
                </a:lnTo>
                <a:lnTo>
                  <a:pt x="22716" y="19713"/>
                </a:lnTo>
                <a:lnTo>
                  <a:pt x="22717" y="19713"/>
                </a:lnTo>
                <a:lnTo>
                  <a:pt x="22717" y="19713"/>
                </a:lnTo>
                <a:lnTo>
                  <a:pt x="22717" y="19713"/>
                </a:lnTo>
                <a:lnTo>
                  <a:pt x="22717" y="19713"/>
                </a:lnTo>
                <a:lnTo>
                  <a:pt x="22717" y="19713"/>
                </a:lnTo>
                <a:lnTo>
                  <a:pt x="22717" y="19713"/>
                </a:lnTo>
                <a:lnTo>
                  <a:pt x="22717" y="19713"/>
                </a:lnTo>
                <a:lnTo>
                  <a:pt x="22717" y="19713"/>
                </a:lnTo>
                <a:lnTo>
                  <a:pt x="22718" y="19713"/>
                </a:lnTo>
                <a:lnTo>
                  <a:pt x="22718" y="19713"/>
                </a:lnTo>
                <a:lnTo>
                  <a:pt x="22718" y="19713"/>
                </a:lnTo>
                <a:lnTo>
                  <a:pt x="22718" y="19713"/>
                </a:lnTo>
                <a:lnTo>
                  <a:pt x="22718" y="19713"/>
                </a:lnTo>
                <a:lnTo>
                  <a:pt x="22718" y="19713"/>
                </a:lnTo>
                <a:lnTo>
                  <a:pt x="22718" y="19713"/>
                </a:lnTo>
                <a:lnTo>
                  <a:pt x="22719" y="19713"/>
                </a:lnTo>
                <a:lnTo>
                  <a:pt x="22719" y="19713"/>
                </a:lnTo>
                <a:lnTo>
                  <a:pt x="22719" y="19713"/>
                </a:lnTo>
                <a:lnTo>
                  <a:pt x="22719" y="19713"/>
                </a:lnTo>
                <a:lnTo>
                  <a:pt x="22719" y="19713"/>
                </a:lnTo>
                <a:lnTo>
                  <a:pt x="22719" y="19713"/>
                </a:lnTo>
                <a:lnTo>
                  <a:pt x="22719" y="19713"/>
                </a:lnTo>
                <a:lnTo>
                  <a:pt x="22719" y="19713"/>
                </a:lnTo>
                <a:lnTo>
                  <a:pt x="22720" y="19713"/>
                </a:lnTo>
                <a:lnTo>
                  <a:pt x="22720" y="19713"/>
                </a:lnTo>
                <a:lnTo>
                  <a:pt x="22720" y="19713"/>
                </a:lnTo>
                <a:lnTo>
                  <a:pt x="22720" y="19713"/>
                </a:lnTo>
                <a:lnTo>
                  <a:pt x="22720" y="19713"/>
                </a:lnTo>
                <a:lnTo>
                  <a:pt x="22720" y="19713"/>
                </a:lnTo>
                <a:lnTo>
                  <a:pt x="22720" y="19713"/>
                </a:lnTo>
                <a:lnTo>
                  <a:pt x="22720" y="19713"/>
                </a:lnTo>
                <a:lnTo>
                  <a:pt x="22721" y="19713"/>
                </a:lnTo>
                <a:lnTo>
                  <a:pt x="22721" y="19713"/>
                </a:lnTo>
                <a:lnTo>
                  <a:pt x="22721" y="19713"/>
                </a:lnTo>
                <a:lnTo>
                  <a:pt x="22721" y="19713"/>
                </a:lnTo>
                <a:lnTo>
                  <a:pt x="22721" y="19713"/>
                </a:lnTo>
                <a:lnTo>
                  <a:pt x="22721" y="19713"/>
                </a:lnTo>
                <a:lnTo>
                  <a:pt x="22721" y="19713"/>
                </a:lnTo>
                <a:lnTo>
                  <a:pt x="22722" y="19713"/>
                </a:lnTo>
                <a:lnTo>
                  <a:pt x="22722" y="19713"/>
                </a:lnTo>
                <a:lnTo>
                  <a:pt x="22722" y="19713"/>
                </a:lnTo>
                <a:lnTo>
                  <a:pt x="22722" y="19713"/>
                </a:lnTo>
                <a:lnTo>
                  <a:pt x="22722" y="19713"/>
                </a:lnTo>
                <a:lnTo>
                  <a:pt x="22722" y="19713"/>
                </a:lnTo>
                <a:lnTo>
                  <a:pt x="22722" y="19713"/>
                </a:lnTo>
                <a:lnTo>
                  <a:pt x="22722" y="19713"/>
                </a:lnTo>
                <a:lnTo>
                  <a:pt x="22723" y="19713"/>
                </a:lnTo>
                <a:lnTo>
                  <a:pt x="22723" y="19713"/>
                </a:lnTo>
                <a:lnTo>
                  <a:pt x="22723" y="19713"/>
                </a:lnTo>
                <a:lnTo>
                  <a:pt x="22723" y="19713"/>
                </a:lnTo>
                <a:lnTo>
                  <a:pt x="22723" y="19713"/>
                </a:lnTo>
                <a:lnTo>
                  <a:pt x="22723" y="19713"/>
                </a:lnTo>
                <a:lnTo>
                  <a:pt x="22723" y="19713"/>
                </a:lnTo>
                <a:lnTo>
                  <a:pt x="22724" y="19713"/>
                </a:lnTo>
                <a:lnTo>
                  <a:pt x="22724" y="19713"/>
                </a:lnTo>
                <a:lnTo>
                  <a:pt x="22724" y="19713"/>
                </a:lnTo>
                <a:lnTo>
                  <a:pt x="22724" y="19713"/>
                </a:lnTo>
                <a:lnTo>
                  <a:pt x="22724" y="19713"/>
                </a:lnTo>
                <a:lnTo>
                  <a:pt x="22724" y="19713"/>
                </a:lnTo>
                <a:lnTo>
                  <a:pt x="22724" y="19713"/>
                </a:lnTo>
                <a:lnTo>
                  <a:pt x="22724" y="19713"/>
                </a:lnTo>
                <a:lnTo>
                  <a:pt x="22725" y="19713"/>
                </a:lnTo>
                <a:lnTo>
                  <a:pt x="22725" y="19713"/>
                </a:lnTo>
                <a:lnTo>
                  <a:pt x="22725" y="19713"/>
                </a:lnTo>
                <a:lnTo>
                  <a:pt x="22725" y="19713"/>
                </a:lnTo>
                <a:lnTo>
                  <a:pt x="22725" y="19713"/>
                </a:lnTo>
                <a:lnTo>
                  <a:pt x="22725" y="19713"/>
                </a:lnTo>
                <a:lnTo>
                  <a:pt x="22725" y="19713"/>
                </a:lnTo>
                <a:lnTo>
                  <a:pt x="22725" y="19713"/>
                </a:lnTo>
                <a:lnTo>
                  <a:pt x="22726" y="19713"/>
                </a:lnTo>
                <a:lnTo>
                  <a:pt x="22726" y="19713"/>
                </a:lnTo>
                <a:lnTo>
                  <a:pt x="22726" y="19713"/>
                </a:lnTo>
                <a:lnTo>
                  <a:pt x="22726" y="19713"/>
                </a:lnTo>
                <a:lnTo>
                  <a:pt x="22726" y="19713"/>
                </a:lnTo>
                <a:lnTo>
                  <a:pt x="22726" y="19713"/>
                </a:lnTo>
                <a:lnTo>
                  <a:pt x="22726" y="19713"/>
                </a:lnTo>
                <a:lnTo>
                  <a:pt x="22727" y="19713"/>
                </a:lnTo>
                <a:lnTo>
                  <a:pt x="22727" y="19713"/>
                </a:lnTo>
                <a:lnTo>
                  <a:pt x="22727" y="19713"/>
                </a:lnTo>
                <a:lnTo>
                  <a:pt x="22727" y="19713"/>
                </a:lnTo>
                <a:lnTo>
                  <a:pt x="22727" y="19713"/>
                </a:lnTo>
                <a:lnTo>
                  <a:pt x="22727" y="19713"/>
                </a:lnTo>
                <a:lnTo>
                  <a:pt x="22727" y="19713"/>
                </a:lnTo>
                <a:lnTo>
                  <a:pt x="22727" y="19713"/>
                </a:lnTo>
                <a:lnTo>
                  <a:pt x="22728" y="19713"/>
                </a:lnTo>
                <a:lnTo>
                  <a:pt x="22728" y="19713"/>
                </a:lnTo>
                <a:lnTo>
                  <a:pt x="22728" y="19713"/>
                </a:lnTo>
                <a:lnTo>
                  <a:pt x="22728" y="19713"/>
                </a:lnTo>
                <a:lnTo>
                  <a:pt x="22728" y="19713"/>
                </a:lnTo>
                <a:lnTo>
                  <a:pt x="22728" y="19713"/>
                </a:lnTo>
                <a:lnTo>
                  <a:pt x="22728" y="19713"/>
                </a:lnTo>
                <a:lnTo>
                  <a:pt x="22729" y="19713"/>
                </a:lnTo>
                <a:lnTo>
                  <a:pt x="22729" y="19713"/>
                </a:lnTo>
                <a:lnTo>
                  <a:pt x="22729" y="19713"/>
                </a:lnTo>
                <a:lnTo>
                  <a:pt x="22729" y="19713"/>
                </a:lnTo>
                <a:lnTo>
                  <a:pt x="22729" y="19713"/>
                </a:lnTo>
                <a:lnTo>
                  <a:pt x="22729" y="19713"/>
                </a:lnTo>
                <a:lnTo>
                  <a:pt x="22729" y="19713"/>
                </a:lnTo>
                <a:lnTo>
                  <a:pt x="22729" y="19713"/>
                </a:lnTo>
                <a:lnTo>
                  <a:pt x="22730" y="19713"/>
                </a:lnTo>
                <a:lnTo>
                  <a:pt x="22730" y="19713"/>
                </a:lnTo>
                <a:lnTo>
                  <a:pt x="22730" y="19713"/>
                </a:lnTo>
                <a:lnTo>
                  <a:pt x="22730" y="19713"/>
                </a:lnTo>
                <a:lnTo>
                  <a:pt x="22730" y="19713"/>
                </a:lnTo>
                <a:lnTo>
                  <a:pt x="22730" y="19713"/>
                </a:lnTo>
                <a:lnTo>
                  <a:pt x="22730" y="19713"/>
                </a:lnTo>
                <a:lnTo>
                  <a:pt x="22731" y="19713"/>
                </a:lnTo>
                <a:lnTo>
                  <a:pt x="22731" y="19713"/>
                </a:lnTo>
                <a:lnTo>
                  <a:pt x="22731" y="19713"/>
                </a:lnTo>
                <a:lnTo>
                  <a:pt x="22731" y="19713"/>
                </a:lnTo>
                <a:lnTo>
                  <a:pt x="22731" y="19713"/>
                </a:lnTo>
                <a:lnTo>
                  <a:pt x="22731" y="19713"/>
                </a:lnTo>
                <a:lnTo>
                  <a:pt x="22731" y="19713"/>
                </a:lnTo>
                <a:lnTo>
                  <a:pt x="22731" y="19713"/>
                </a:lnTo>
                <a:lnTo>
                  <a:pt x="22732" y="19713"/>
                </a:lnTo>
                <a:lnTo>
                  <a:pt x="22732" y="19713"/>
                </a:lnTo>
                <a:lnTo>
                  <a:pt x="22732" y="19713"/>
                </a:lnTo>
                <a:lnTo>
                  <a:pt x="22732" y="19713"/>
                </a:lnTo>
                <a:lnTo>
                  <a:pt x="22732" y="19713"/>
                </a:lnTo>
                <a:lnTo>
                  <a:pt x="22732" y="19713"/>
                </a:lnTo>
                <a:lnTo>
                  <a:pt x="22732" y="19713"/>
                </a:lnTo>
                <a:lnTo>
                  <a:pt x="22733" y="19713"/>
                </a:lnTo>
                <a:lnTo>
                  <a:pt x="22733" y="19713"/>
                </a:lnTo>
                <a:lnTo>
                  <a:pt x="22733" y="19713"/>
                </a:lnTo>
                <a:lnTo>
                  <a:pt x="22733" y="19713"/>
                </a:lnTo>
                <a:lnTo>
                  <a:pt x="22733" y="19713"/>
                </a:lnTo>
                <a:lnTo>
                  <a:pt x="22733" y="19713"/>
                </a:lnTo>
                <a:lnTo>
                  <a:pt x="22733" y="19713"/>
                </a:lnTo>
                <a:lnTo>
                  <a:pt x="22733" y="19713"/>
                </a:lnTo>
                <a:lnTo>
                  <a:pt x="22734" y="19713"/>
                </a:lnTo>
                <a:lnTo>
                  <a:pt x="22734" y="19713"/>
                </a:lnTo>
                <a:lnTo>
                  <a:pt x="22734" y="19713"/>
                </a:lnTo>
                <a:lnTo>
                  <a:pt x="22734" y="19713"/>
                </a:lnTo>
                <a:lnTo>
                  <a:pt x="22734" y="19713"/>
                </a:lnTo>
                <a:lnTo>
                  <a:pt x="22734" y="19713"/>
                </a:lnTo>
                <a:lnTo>
                  <a:pt x="22734" y="19713"/>
                </a:lnTo>
                <a:lnTo>
                  <a:pt x="22735" y="19713"/>
                </a:lnTo>
                <a:lnTo>
                  <a:pt x="22735" y="19713"/>
                </a:lnTo>
                <a:lnTo>
                  <a:pt x="22735" y="19713"/>
                </a:lnTo>
                <a:lnTo>
                  <a:pt x="22735" y="19713"/>
                </a:lnTo>
                <a:lnTo>
                  <a:pt x="22735" y="19713"/>
                </a:lnTo>
                <a:lnTo>
                  <a:pt x="22735" y="19713"/>
                </a:lnTo>
                <a:lnTo>
                  <a:pt x="22735" y="19713"/>
                </a:lnTo>
                <a:lnTo>
                  <a:pt x="22735" y="19713"/>
                </a:lnTo>
                <a:lnTo>
                  <a:pt x="22736" y="19713"/>
                </a:lnTo>
                <a:lnTo>
                  <a:pt x="22736" y="19713"/>
                </a:lnTo>
                <a:lnTo>
                  <a:pt x="22736" y="19713"/>
                </a:lnTo>
                <a:lnTo>
                  <a:pt x="22736" y="19713"/>
                </a:lnTo>
                <a:lnTo>
                  <a:pt x="22736" y="19713"/>
                </a:lnTo>
                <a:lnTo>
                  <a:pt x="22736" y="19713"/>
                </a:lnTo>
                <a:lnTo>
                  <a:pt x="22736" y="19713"/>
                </a:lnTo>
                <a:lnTo>
                  <a:pt x="22737" y="19713"/>
                </a:lnTo>
                <a:lnTo>
                  <a:pt x="22737" y="19713"/>
                </a:lnTo>
                <a:lnTo>
                  <a:pt x="22737" y="19713"/>
                </a:lnTo>
                <a:lnTo>
                  <a:pt x="22737" y="19713"/>
                </a:lnTo>
                <a:lnTo>
                  <a:pt x="22737" y="19713"/>
                </a:lnTo>
                <a:lnTo>
                  <a:pt x="22737" y="19713"/>
                </a:lnTo>
                <a:lnTo>
                  <a:pt x="22737" y="19713"/>
                </a:lnTo>
                <a:lnTo>
                  <a:pt x="22737" y="19713"/>
                </a:lnTo>
                <a:lnTo>
                  <a:pt x="22738" y="19713"/>
                </a:lnTo>
                <a:lnTo>
                  <a:pt x="22738" y="19713"/>
                </a:lnTo>
                <a:lnTo>
                  <a:pt x="22738" y="19713"/>
                </a:lnTo>
                <a:lnTo>
                  <a:pt x="22738" y="19713"/>
                </a:lnTo>
                <a:lnTo>
                  <a:pt x="22738" y="19713"/>
                </a:lnTo>
                <a:lnTo>
                  <a:pt x="22738" y="19713"/>
                </a:lnTo>
                <a:lnTo>
                  <a:pt x="22738" y="19713"/>
                </a:lnTo>
                <a:lnTo>
                  <a:pt x="22739" y="19713"/>
                </a:lnTo>
                <a:lnTo>
                  <a:pt x="22739" y="19713"/>
                </a:lnTo>
                <a:lnTo>
                  <a:pt x="22739" y="19713"/>
                </a:lnTo>
                <a:lnTo>
                  <a:pt x="22739" y="19713"/>
                </a:lnTo>
                <a:lnTo>
                  <a:pt x="22739" y="19713"/>
                </a:lnTo>
                <a:lnTo>
                  <a:pt x="22739" y="19713"/>
                </a:lnTo>
                <a:lnTo>
                  <a:pt x="22739" y="19713"/>
                </a:lnTo>
                <a:lnTo>
                  <a:pt x="22739" y="19713"/>
                </a:lnTo>
                <a:lnTo>
                  <a:pt x="22740" y="19713"/>
                </a:lnTo>
                <a:lnTo>
                  <a:pt x="22740" y="19713"/>
                </a:lnTo>
                <a:lnTo>
                  <a:pt x="22740" y="19713"/>
                </a:lnTo>
                <a:lnTo>
                  <a:pt x="22740" y="19713"/>
                </a:lnTo>
                <a:lnTo>
                  <a:pt x="22740" y="19713"/>
                </a:lnTo>
                <a:lnTo>
                  <a:pt x="22740" y="19713"/>
                </a:lnTo>
                <a:lnTo>
                  <a:pt x="22740" y="19713"/>
                </a:lnTo>
                <a:lnTo>
                  <a:pt x="22741" y="19713"/>
                </a:lnTo>
                <a:lnTo>
                  <a:pt x="22741" y="19713"/>
                </a:lnTo>
                <a:lnTo>
                  <a:pt x="22741" y="19713"/>
                </a:lnTo>
                <a:lnTo>
                  <a:pt x="22741" y="19713"/>
                </a:lnTo>
                <a:lnTo>
                  <a:pt x="22741" y="19713"/>
                </a:lnTo>
                <a:lnTo>
                  <a:pt x="22741" y="19713"/>
                </a:lnTo>
                <a:lnTo>
                  <a:pt x="22741" y="19713"/>
                </a:lnTo>
                <a:lnTo>
                  <a:pt x="22741" y="19713"/>
                </a:lnTo>
                <a:lnTo>
                  <a:pt x="22742" y="19713"/>
                </a:lnTo>
                <a:lnTo>
                  <a:pt x="22742" y="19713"/>
                </a:lnTo>
                <a:lnTo>
                  <a:pt x="22742" y="19713"/>
                </a:lnTo>
                <a:lnTo>
                  <a:pt x="22742" y="19713"/>
                </a:lnTo>
                <a:lnTo>
                  <a:pt x="22742" y="19713"/>
                </a:lnTo>
                <a:lnTo>
                  <a:pt x="22742" y="19713"/>
                </a:lnTo>
                <a:lnTo>
                  <a:pt x="22742" y="19713"/>
                </a:lnTo>
                <a:lnTo>
                  <a:pt x="22743" y="19713"/>
                </a:lnTo>
                <a:lnTo>
                  <a:pt x="22743" y="19713"/>
                </a:lnTo>
                <a:lnTo>
                  <a:pt x="22743" y="19713"/>
                </a:lnTo>
                <a:lnTo>
                  <a:pt x="22743" y="19713"/>
                </a:lnTo>
                <a:lnTo>
                  <a:pt x="22743" y="19713"/>
                </a:lnTo>
                <a:lnTo>
                  <a:pt x="22743" y="19713"/>
                </a:lnTo>
                <a:lnTo>
                  <a:pt x="22743" y="19713"/>
                </a:lnTo>
                <a:lnTo>
                  <a:pt x="22744" y="19713"/>
                </a:lnTo>
                <a:lnTo>
                  <a:pt x="22744" y="19713"/>
                </a:lnTo>
                <a:lnTo>
                  <a:pt x="22744" y="19713"/>
                </a:lnTo>
                <a:lnTo>
                  <a:pt x="22744" y="19713"/>
                </a:lnTo>
                <a:lnTo>
                  <a:pt x="22744" y="19713"/>
                </a:lnTo>
                <a:lnTo>
                  <a:pt x="22744" y="19713"/>
                </a:lnTo>
                <a:lnTo>
                  <a:pt x="22744" y="19713"/>
                </a:lnTo>
                <a:lnTo>
                  <a:pt x="22744" y="19713"/>
                </a:lnTo>
                <a:lnTo>
                  <a:pt x="22745" y="19713"/>
                </a:lnTo>
                <a:lnTo>
                  <a:pt x="22745" y="19713"/>
                </a:lnTo>
                <a:lnTo>
                  <a:pt x="22745" y="19713"/>
                </a:lnTo>
                <a:lnTo>
                  <a:pt x="22745" y="19713"/>
                </a:lnTo>
                <a:lnTo>
                  <a:pt x="22745" y="19713"/>
                </a:lnTo>
                <a:lnTo>
                  <a:pt x="22745" y="19713"/>
                </a:lnTo>
                <a:lnTo>
                  <a:pt x="22745" y="19713"/>
                </a:lnTo>
                <a:lnTo>
                  <a:pt x="22746" y="19713"/>
                </a:lnTo>
                <a:lnTo>
                  <a:pt x="22746" y="19713"/>
                </a:lnTo>
                <a:lnTo>
                  <a:pt x="22746" y="19713"/>
                </a:lnTo>
                <a:lnTo>
                  <a:pt x="22746" y="19713"/>
                </a:lnTo>
                <a:lnTo>
                  <a:pt x="22746" y="19713"/>
                </a:lnTo>
                <a:lnTo>
                  <a:pt x="22746" y="19713"/>
                </a:lnTo>
                <a:lnTo>
                  <a:pt x="22746" y="19713"/>
                </a:lnTo>
                <a:lnTo>
                  <a:pt x="22747" y="19713"/>
                </a:lnTo>
                <a:lnTo>
                  <a:pt x="22747" y="19713"/>
                </a:lnTo>
                <a:lnTo>
                  <a:pt x="22747" y="19713"/>
                </a:lnTo>
                <a:lnTo>
                  <a:pt x="22747" y="19713"/>
                </a:lnTo>
                <a:lnTo>
                  <a:pt x="22747" y="19713"/>
                </a:lnTo>
                <a:lnTo>
                  <a:pt x="22747" y="19713"/>
                </a:lnTo>
                <a:lnTo>
                  <a:pt x="22747" y="19713"/>
                </a:lnTo>
                <a:lnTo>
                  <a:pt x="22747" y="19713"/>
                </a:lnTo>
                <a:lnTo>
                  <a:pt x="22748" y="19713"/>
                </a:lnTo>
                <a:lnTo>
                  <a:pt x="22748" y="19713"/>
                </a:lnTo>
                <a:lnTo>
                  <a:pt x="22748" y="19713"/>
                </a:lnTo>
                <a:lnTo>
                  <a:pt x="22748" y="19713"/>
                </a:lnTo>
                <a:lnTo>
                  <a:pt x="22748" y="19713"/>
                </a:lnTo>
                <a:lnTo>
                  <a:pt x="22748" y="19713"/>
                </a:lnTo>
                <a:lnTo>
                  <a:pt x="22748" y="19713"/>
                </a:lnTo>
                <a:lnTo>
                  <a:pt x="22749" y="19713"/>
                </a:lnTo>
                <a:lnTo>
                  <a:pt x="22749" y="19713"/>
                </a:lnTo>
                <a:lnTo>
                  <a:pt x="22749" y="19713"/>
                </a:lnTo>
                <a:lnTo>
                  <a:pt x="22749" y="19713"/>
                </a:lnTo>
                <a:lnTo>
                  <a:pt x="22749" y="19713"/>
                </a:lnTo>
                <a:lnTo>
                  <a:pt x="22749" y="19713"/>
                </a:lnTo>
                <a:lnTo>
                  <a:pt x="22749" y="19713"/>
                </a:lnTo>
                <a:lnTo>
                  <a:pt x="22749" y="19713"/>
                </a:lnTo>
                <a:lnTo>
                  <a:pt x="22750" y="19713"/>
                </a:lnTo>
                <a:lnTo>
                  <a:pt x="22750" y="19713"/>
                </a:lnTo>
                <a:lnTo>
                  <a:pt x="22750" y="19713"/>
                </a:lnTo>
                <a:lnTo>
                  <a:pt x="22750" y="19713"/>
                </a:lnTo>
                <a:lnTo>
                  <a:pt x="22750" y="19713"/>
                </a:lnTo>
                <a:lnTo>
                  <a:pt x="22750" y="19713"/>
                </a:lnTo>
                <a:lnTo>
                  <a:pt x="22750" y="19713"/>
                </a:lnTo>
                <a:lnTo>
                  <a:pt x="22751" y="19713"/>
                </a:lnTo>
                <a:lnTo>
                  <a:pt x="22751" y="19713"/>
                </a:lnTo>
                <a:lnTo>
                  <a:pt x="22751" y="19713"/>
                </a:lnTo>
                <a:lnTo>
                  <a:pt x="22751" y="19713"/>
                </a:lnTo>
                <a:lnTo>
                  <a:pt x="22751" y="19713"/>
                </a:lnTo>
                <a:lnTo>
                  <a:pt x="22751" y="19713"/>
                </a:lnTo>
                <a:lnTo>
                  <a:pt x="22751" y="19713"/>
                </a:lnTo>
                <a:lnTo>
                  <a:pt x="22752" y="19713"/>
                </a:lnTo>
                <a:lnTo>
                  <a:pt x="22752" y="19713"/>
                </a:lnTo>
                <a:lnTo>
                  <a:pt x="22752" y="19713"/>
                </a:lnTo>
                <a:lnTo>
                  <a:pt x="22752" y="19713"/>
                </a:lnTo>
                <a:lnTo>
                  <a:pt x="22752" y="19713"/>
                </a:lnTo>
                <a:lnTo>
                  <a:pt x="22752" y="19713"/>
                </a:lnTo>
                <a:lnTo>
                  <a:pt x="22752" y="19713"/>
                </a:lnTo>
                <a:lnTo>
                  <a:pt x="22752" y="19713"/>
                </a:lnTo>
                <a:lnTo>
                  <a:pt x="22753" y="19713"/>
                </a:lnTo>
                <a:lnTo>
                  <a:pt x="22753" y="19713"/>
                </a:lnTo>
                <a:lnTo>
                  <a:pt x="22753" y="19713"/>
                </a:lnTo>
                <a:lnTo>
                  <a:pt x="22753" y="19713"/>
                </a:lnTo>
                <a:lnTo>
                  <a:pt x="22753" y="19713"/>
                </a:lnTo>
                <a:lnTo>
                  <a:pt x="22753" y="19713"/>
                </a:lnTo>
                <a:lnTo>
                  <a:pt x="22753" y="19713"/>
                </a:lnTo>
                <a:lnTo>
                  <a:pt x="22754" y="19713"/>
                </a:lnTo>
                <a:lnTo>
                  <a:pt x="22754" y="19713"/>
                </a:lnTo>
                <a:lnTo>
                  <a:pt x="22754" y="19713"/>
                </a:lnTo>
                <a:lnTo>
                  <a:pt x="22754" y="19713"/>
                </a:lnTo>
                <a:lnTo>
                  <a:pt x="22754" y="19713"/>
                </a:lnTo>
                <a:lnTo>
                  <a:pt x="22754" y="19713"/>
                </a:lnTo>
                <a:lnTo>
                  <a:pt x="22754" y="19713"/>
                </a:lnTo>
                <a:lnTo>
                  <a:pt x="22755" y="19713"/>
                </a:lnTo>
                <a:lnTo>
                  <a:pt x="22755" y="19713"/>
                </a:lnTo>
                <a:lnTo>
                  <a:pt x="22755" y="19713"/>
                </a:lnTo>
                <a:lnTo>
                  <a:pt x="22755" y="19713"/>
                </a:lnTo>
                <a:lnTo>
                  <a:pt x="22755" y="19713"/>
                </a:lnTo>
                <a:lnTo>
                  <a:pt x="22755" y="19713"/>
                </a:lnTo>
                <a:lnTo>
                  <a:pt x="22755" y="19713"/>
                </a:lnTo>
                <a:lnTo>
                  <a:pt x="22755" y="19713"/>
                </a:lnTo>
                <a:lnTo>
                  <a:pt x="22756" y="19713"/>
                </a:lnTo>
                <a:lnTo>
                  <a:pt x="22756" y="19713"/>
                </a:lnTo>
                <a:lnTo>
                  <a:pt x="22756" y="19713"/>
                </a:lnTo>
                <a:lnTo>
                  <a:pt x="22756" y="19713"/>
                </a:lnTo>
                <a:lnTo>
                  <a:pt x="22756" y="19713"/>
                </a:lnTo>
                <a:lnTo>
                  <a:pt x="22756" y="19713"/>
                </a:lnTo>
                <a:lnTo>
                  <a:pt x="22756" y="19713"/>
                </a:lnTo>
                <a:lnTo>
                  <a:pt x="22757" y="19713"/>
                </a:lnTo>
                <a:lnTo>
                  <a:pt x="22757" y="19713"/>
                </a:lnTo>
                <a:lnTo>
                  <a:pt x="22757" y="19713"/>
                </a:lnTo>
                <a:lnTo>
                  <a:pt x="22757" y="19713"/>
                </a:lnTo>
                <a:lnTo>
                  <a:pt x="22757" y="19713"/>
                </a:lnTo>
                <a:lnTo>
                  <a:pt x="22757" y="19713"/>
                </a:lnTo>
                <a:lnTo>
                  <a:pt x="22757" y="19713"/>
                </a:lnTo>
                <a:lnTo>
                  <a:pt x="22758" y="19713"/>
                </a:lnTo>
                <a:lnTo>
                  <a:pt x="22758" y="19713"/>
                </a:lnTo>
                <a:lnTo>
                  <a:pt x="22758" y="19713"/>
                </a:lnTo>
                <a:lnTo>
                  <a:pt x="22758" y="19713"/>
                </a:lnTo>
                <a:lnTo>
                  <a:pt x="22758" y="19713"/>
                </a:lnTo>
                <a:lnTo>
                  <a:pt x="22758" y="19713"/>
                </a:lnTo>
                <a:lnTo>
                  <a:pt x="22758" y="19713"/>
                </a:lnTo>
                <a:lnTo>
                  <a:pt x="22759" y="19713"/>
                </a:lnTo>
                <a:lnTo>
                  <a:pt x="22759" y="19713"/>
                </a:lnTo>
                <a:lnTo>
                  <a:pt x="22759" y="19713"/>
                </a:lnTo>
                <a:lnTo>
                  <a:pt x="22759" y="19713"/>
                </a:lnTo>
                <a:lnTo>
                  <a:pt x="22759" y="19713"/>
                </a:lnTo>
                <a:lnTo>
                  <a:pt x="22759" y="19713"/>
                </a:lnTo>
                <a:lnTo>
                  <a:pt x="22759" y="19713"/>
                </a:lnTo>
                <a:lnTo>
                  <a:pt x="22759" y="19713"/>
                </a:lnTo>
                <a:lnTo>
                  <a:pt x="22760" y="19713"/>
                </a:lnTo>
                <a:lnTo>
                  <a:pt x="22760" y="19713"/>
                </a:lnTo>
                <a:lnTo>
                  <a:pt x="22760" y="19713"/>
                </a:lnTo>
                <a:lnTo>
                  <a:pt x="22760" y="19713"/>
                </a:lnTo>
                <a:lnTo>
                  <a:pt x="22760" y="19713"/>
                </a:lnTo>
                <a:lnTo>
                  <a:pt x="22760" y="19713"/>
                </a:lnTo>
                <a:lnTo>
                  <a:pt x="22760" y="19713"/>
                </a:lnTo>
                <a:lnTo>
                  <a:pt x="22761" y="19713"/>
                </a:lnTo>
                <a:lnTo>
                  <a:pt x="22761" y="19713"/>
                </a:lnTo>
                <a:lnTo>
                  <a:pt x="22761" y="19713"/>
                </a:lnTo>
                <a:lnTo>
                  <a:pt x="22761" y="19713"/>
                </a:lnTo>
                <a:lnTo>
                  <a:pt x="22761" y="19713"/>
                </a:lnTo>
                <a:lnTo>
                  <a:pt x="22761" y="19713"/>
                </a:lnTo>
                <a:lnTo>
                  <a:pt x="22761" y="19713"/>
                </a:lnTo>
                <a:lnTo>
                  <a:pt x="22762" y="19713"/>
                </a:lnTo>
                <a:lnTo>
                  <a:pt x="22762" y="19713"/>
                </a:lnTo>
                <a:lnTo>
                  <a:pt x="22762" y="19713"/>
                </a:lnTo>
                <a:lnTo>
                  <a:pt x="22762" y="19713"/>
                </a:lnTo>
                <a:lnTo>
                  <a:pt x="22762" y="19713"/>
                </a:lnTo>
                <a:lnTo>
                  <a:pt x="22762" y="19713"/>
                </a:lnTo>
                <a:lnTo>
                  <a:pt x="22762" y="19713"/>
                </a:lnTo>
                <a:lnTo>
                  <a:pt x="22763" y="19713"/>
                </a:lnTo>
                <a:lnTo>
                  <a:pt x="22763" y="19713"/>
                </a:lnTo>
                <a:lnTo>
                  <a:pt x="22763" y="19713"/>
                </a:lnTo>
                <a:lnTo>
                  <a:pt x="22763" y="19713"/>
                </a:lnTo>
                <a:lnTo>
                  <a:pt x="22763" y="19713"/>
                </a:lnTo>
                <a:lnTo>
                  <a:pt x="22763" y="19713"/>
                </a:lnTo>
                <a:lnTo>
                  <a:pt x="22763" y="19713"/>
                </a:lnTo>
                <a:lnTo>
                  <a:pt x="22763" y="19713"/>
                </a:lnTo>
                <a:lnTo>
                  <a:pt x="22764" y="19713"/>
                </a:lnTo>
                <a:lnTo>
                  <a:pt x="22764" y="19713"/>
                </a:lnTo>
                <a:lnTo>
                  <a:pt x="22764" y="19713"/>
                </a:lnTo>
                <a:lnTo>
                  <a:pt x="22764" y="19713"/>
                </a:lnTo>
                <a:lnTo>
                  <a:pt x="22764" y="19713"/>
                </a:lnTo>
                <a:lnTo>
                  <a:pt x="22764" y="19713"/>
                </a:lnTo>
                <a:lnTo>
                  <a:pt x="22764" y="19713"/>
                </a:lnTo>
                <a:lnTo>
                  <a:pt x="22765" y="19713"/>
                </a:lnTo>
                <a:lnTo>
                  <a:pt x="22765" y="19713"/>
                </a:lnTo>
                <a:lnTo>
                  <a:pt x="22765" y="19713"/>
                </a:lnTo>
                <a:lnTo>
                  <a:pt x="22765" y="19713"/>
                </a:lnTo>
                <a:lnTo>
                  <a:pt x="22765" y="19713"/>
                </a:lnTo>
                <a:lnTo>
                  <a:pt x="22765" y="19713"/>
                </a:lnTo>
                <a:lnTo>
                  <a:pt x="22765" y="19713"/>
                </a:lnTo>
                <a:lnTo>
                  <a:pt x="22766" y="19713"/>
                </a:lnTo>
                <a:lnTo>
                  <a:pt x="22766" y="19713"/>
                </a:lnTo>
                <a:lnTo>
                  <a:pt x="22766" y="19713"/>
                </a:lnTo>
                <a:lnTo>
                  <a:pt x="22766" y="19713"/>
                </a:lnTo>
                <a:lnTo>
                  <a:pt x="22766" y="19713"/>
                </a:lnTo>
                <a:lnTo>
                  <a:pt x="22766" y="19713"/>
                </a:lnTo>
                <a:lnTo>
                  <a:pt x="22766" y="19713"/>
                </a:lnTo>
                <a:lnTo>
                  <a:pt x="22767" y="19713"/>
                </a:lnTo>
                <a:lnTo>
                  <a:pt x="22767" y="19713"/>
                </a:lnTo>
                <a:lnTo>
                  <a:pt x="22767" y="19713"/>
                </a:lnTo>
                <a:lnTo>
                  <a:pt x="22767" y="19713"/>
                </a:lnTo>
                <a:lnTo>
                  <a:pt x="22767" y="19713"/>
                </a:lnTo>
                <a:lnTo>
                  <a:pt x="22767" y="19713"/>
                </a:lnTo>
                <a:lnTo>
                  <a:pt x="22767" y="19713"/>
                </a:lnTo>
                <a:lnTo>
                  <a:pt x="22767" y="19713"/>
                </a:lnTo>
                <a:lnTo>
                  <a:pt x="22768" y="19713"/>
                </a:lnTo>
                <a:lnTo>
                  <a:pt x="22768" y="19713"/>
                </a:lnTo>
                <a:lnTo>
                  <a:pt x="22768" y="19713"/>
                </a:lnTo>
                <a:lnTo>
                  <a:pt x="22768" y="19713"/>
                </a:lnTo>
                <a:lnTo>
                  <a:pt x="22768" y="19713"/>
                </a:lnTo>
                <a:lnTo>
                  <a:pt x="22768" y="19713"/>
                </a:lnTo>
                <a:lnTo>
                  <a:pt x="22768" y="19713"/>
                </a:lnTo>
                <a:lnTo>
                  <a:pt x="22769" y="19713"/>
                </a:lnTo>
                <a:lnTo>
                  <a:pt x="22769" y="19713"/>
                </a:lnTo>
                <a:lnTo>
                  <a:pt x="22769" y="19713"/>
                </a:lnTo>
                <a:lnTo>
                  <a:pt x="22769" y="19713"/>
                </a:lnTo>
                <a:lnTo>
                  <a:pt x="22769" y="19713"/>
                </a:lnTo>
                <a:lnTo>
                  <a:pt x="22769" y="19713"/>
                </a:lnTo>
                <a:lnTo>
                  <a:pt x="22769" y="19713"/>
                </a:lnTo>
                <a:lnTo>
                  <a:pt x="22770" y="19713"/>
                </a:lnTo>
                <a:lnTo>
                  <a:pt x="22770" y="19713"/>
                </a:lnTo>
                <a:lnTo>
                  <a:pt x="22770" y="19713"/>
                </a:lnTo>
                <a:lnTo>
                  <a:pt x="22770" y="19713"/>
                </a:lnTo>
                <a:lnTo>
                  <a:pt x="22770" y="19713"/>
                </a:lnTo>
                <a:lnTo>
                  <a:pt x="22770" y="19713"/>
                </a:lnTo>
                <a:lnTo>
                  <a:pt x="22770" y="19713"/>
                </a:lnTo>
                <a:lnTo>
                  <a:pt x="22771" y="19713"/>
                </a:lnTo>
                <a:lnTo>
                  <a:pt x="22771" y="19713"/>
                </a:lnTo>
                <a:lnTo>
                  <a:pt x="22771" y="19713"/>
                </a:lnTo>
                <a:lnTo>
                  <a:pt x="22771" y="19713"/>
                </a:lnTo>
                <a:lnTo>
                  <a:pt x="22771" y="19713"/>
                </a:lnTo>
                <a:lnTo>
                  <a:pt x="22771" y="19713"/>
                </a:lnTo>
                <a:lnTo>
                  <a:pt x="22771" y="19713"/>
                </a:lnTo>
                <a:lnTo>
                  <a:pt x="22772" y="19713"/>
                </a:lnTo>
                <a:lnTo>
                  <a:pt x="22772" y="19713"/>
                </a:lnTo>
                <a:lnTo>
                  <a:pt x="22772" y="19713"/>
                </a:lnTo>
                <a:lnTo>
                  <a:pt x="22772" y="19713"/>
                </a:lnTo>
                <a:lnTo>
                  <a:pt x="22772" y="19713"/>
                </a:lnTo>
                <a:lnTo>
                  <a:pt x="22772" y="19713"/>
                </a:lnTo>
                <a:lnTo>
                  <a:pt x="22772" y="19713"/>
                </a:lnTo>
                <a:lnTo>
                  <a:pt x="22773" y="19713"/>
                </a:lnTo>
                <a:lnTo>
                  <a:pt x="22773" y="19713"/>
                </a:lnTo>
                <a:lnTo>
                  <a:pt x="22773" y="19713"/>
                </a:lnTo>
                <a:lnTo>
                  <a:pt x="22773" y="19713"/>
                </a:lnTo>
                <a:lnTo>
                  <a:pt x="22773" y="19713"/>
                </a:lnTo>
                <a:lnTo>
                  <a:pt x="22773" y="19713"/>
                </a:lnTo>
                <a:lnTo>
                  <a:pt x="22773" y="19713"/>
                </a:lnTo>
                <a:lnTo>
                  <a:pt x="22773" y="19713"/>
                </a:lnTo>
                <a:lnTo>
                  <a:pt x="22774" y="19713"/>
                </a:lnTo>
                <a:lnTo>
                  <a:pt x="22774" y="19713"/>
                </a:lnTo>
                <a:lnTo>
                  <a:pt x="22774" y="19713"/>
                </a:lnTo>
                <a:lnTo>
                  <a:pt x="22774" y="19713"/>
                </a:lnTo>
                <a:lnTo>
                  <a:pt x="22774" y="19713"/>
                </a:lnTo>
                <a:lnTo>
                  <a:pt x="22774" y="19713"/>
                </a:lnTo>
                <a:lnTo>
                  <a:pt x="22774" y="19713"/>
                </a:lnTo>
                <a:lnTo>
                  <a:pt x="22775" y="19713"/>
                </a:lnTo>
                <a:lnTo>
                  <a:pt x="22775" y="19713"/>
                </a:lnTo>
                <a:lnTo>
                  <a:pt x="22775" y="19713"/>
                </a:lnTo>
                <a:lnTo>
                  <a:pt x="22775" y="19713"/>
                </a:lnTo>
                <a:lnTo>
                  <a:pt x="22775" y="19713"/>
                </a:lnTo>
                <a:lnTo>
                  <a:pt x="22775" y="19713"/>
                </a:lnTo>
                <a:lnTo>
                  <a:pt x="22775" y="19713"/>
                </a:lnTo>
                <a:lnTo>
                  <a:pt x="22776" y="19713"/>
                </a:lnTo>
                <a:lnTo>
                  <a:pt x="22776" y="19713"/>
                </a:lnTo>
                <a:lnTo>
                  <a:pt x="22776" y="19713"/>
                </a:lnTo>
                <a:lnTo>
                  <a:pt x="22776" y="19713"/>
                </a:lnTo>
                <a:lnTo>
                  <a:pt x="22776" y="19713"/>
                </a:lnTo>
                <a:lnTo>
                  <a:pt x="22776" y="19713"/>
                </a:lnTo>
                <a:lnTo>
                  <a:pt x="22776" y="19713"/>
                </a:lnTo>
                <a:lnTo>
                  <a:pt x="22777" y="19713"/>
                </a:lnTo>
                <a:lnTo>
                  <a:pt x="22777" y="19713"/>
                </a:lnTo>
                <a:lnTo>
                  <a:pt x="22777" y="19713"/>
                </a:lnTo>
                <a:lnTo>
                  <a:pt x="22777" y="19713"/>
                </a:lnTo>
                <a:lnTo>
                  <a:pt x="22777" y="19713"/>
                </a:lnTo>
                <a:lnTo>
                  <a:pt x="22777" y="19713"/>
                </a:lnTo>
                <a:lnTo>
                  <a:pt x="22777" y="19713"/>
                </a:lnTo>
                <a:lnTo>
                  <a:pt x="22778" y="19713"/>
                </a:lnTo>
                <a:lnTo>
                  <a:pt x="22778" y="19713"/>
                </a:lnTo>
                <a:lnTo>
                  <a:pt x="22778" y="19713"/>
                </a:lnTo>
                <a:lnTo>
                  <a:pt x="22778" y="19713"/>
                </a:lnTo>
                <a:lnTo>
                  <a:pt x="22778" y="19713"/>
                </a:lnTo>
                <a:lnTo>
                  <a:pt x="22778" y="19713"/>
                </a:lnTo>
                <a:lnTo>
                  <a:pt x="22778" y="19713"/>
                </a:lnTo>
                <a:lnTo>
                  <a:pt x="22779" y="19713"/>
                </a:lnTo>
                <a:lnTo>
                  <a:pt x="22779" y="19713"/>
                </a:lnTo>
                <a:lnTo>
                  <a:pt x="22779" y="19713"/>
                </a:lnTo>
                <a:lnTo>
                  <a:pt x="22779" y="19713"/>
                </a:lnTo>
                <a:lnTo>
                  <a:pt x="22779" y="19713"/>
                </a:lnTo>
                <a:lnTo>
                  <a:pt x="22779" y="19713"/>
                </a:lnTo>
                <a:lnTo>
                  <a:pt x="22779" y="19713"/>
                </a:lnTo>
                <a:lnTo>
                  <a:pt x="22780" y="19713"/>
                </a:lnTo>
                <a:lnTo>
                  <a:pt x="22780" y="19713"/>
                </a:lnTo>
                <a:lnTo>
                  <a:pt x="22780" y="19713"/>
                </a:lnTo>
                <a:lnTo>
                  <a:pt x="22780" y="19713"/>
                </a:lnTo>
                <a:lnTo>
                  <a:pt x="22780" y="19713"/>
                </a:lnTo>
                <a:lnTo>
                  <a:pt x="22780" y="19713"/>
                </a:lnTo>
                <a:lnTo>
                  <a:pt x="22780" y="19713"/>
                </a:lnTo>
                <a:lnTo>
                  <a:pt x="22781" y="19713"/>
                </a:lnTo>
                <a:lnTo>
                  <a:pt x="22781" y="19713"/>
                </a:lnTo>
                <a:lnTo>
                  <a:pt x="22781" y="19713"/>
                </a:lnTo>
                <a:lnTo>
                  <a:pt x="22781" y="19713"/>
                </a:lnTo>
                <a:lnTo>
                  <a:pt x="22781" y="19713"/>
                </a:lnTo>
                <a:lnTo>
                  <a:pt x="22781" y="19713"/>
                </a:lnTo>
                <a:lnTo>
                  <a:pt x="22781" y="19713"/>
                </a:lnTo>
                <a:lnTo>
                  <a:pt x="22782" y="19713"/>
                </a:lnTo>
                <a:lnTo>
                  <a:pt x="22782" y="19713"/>
                </a:lnTo>
                <a:lnTo>
                  <a:pt x="22782" y="19713"/>
                </a:lnTo>
                <a:lnTo>
                  <a:pt x="22782" y="19713"/>
                </a:lnTo>
                <a:lnTo>
                  <a:pt x="22782" y="19713"/>
                </a:lnTo>
                <a:lnTo>
                  <a:pt x="22782" y="19713"/>
                </a:lnTo>
                <a:lnTo>
                  <a:pt x="22782" y="19713"/>
                </a:lnTo>
                <a:lnTo>
                  <a:pt x="22782" y="19713"/>
                </a:lnTo>
                <a:lnTo>
                  <a:pt x="22783" y="19713"/>
                </a:lnTo>
                <a:lnTo>
                  <a:pt x="22783" y="19713"/>
                </a:lnTo>
                <a:lnTo>
                  <a:pt x="22783" y="19713"/>
                </a:lnTo>
                <a:lnTo>
                  <a:pt x="22783" y="19713"/>
                </a:lnTo>
                <a:lnTo>
                  <a:pt x="22783" y="19713"/>
                </a:lnTo>
                <a:lnTo>
                  <a:pt x="22783" y="19713"/>
                </a:lnTo>
                <a:lnTo>
                  <a:pt x="22783" y="19713"/>
                </a:lnTo>
                <a:lnTo>
                  <a:pt x="22784" y="19713"/>
                </a:lnTo>
                <a:lnTo>
                  <a:pt x="22784" y="19713"/>
                </a:lnTo>
                <a:lnTo>
                  <a:pt x="22784" y="19713"/>
                </a:lnTo>
                <a:lnTo>
                  <a:pt x="22784" y="19713"/>
                </a:lnTo>
                <a:lnTo>
                  <a:pt x="22784" y="19713"/>
                </a:lnTo>
                <a:lnTo>
                  <a:pt x="22784" y="19713"/>
                </a:lnTo>
                <a:lnTo>
                  <a:pt x="22784" y="19713"/>
                </a:lnTo>
                <a:lnTo>
                  <a:pt x="22785" y="19713"/>
                </a:lnTo>
                <a:lnTo>
                  <a:pt x="22785" y="19713"/>
                </a:lnTo>
                <a:lnTo>
                  <a:pt x="22785" y="19713"/>
                </a:lnTo>
                <a:lnTo>
                  <a:pt x="22785" y="19713"/>
                </a:lnTo>
                <a:lnTo>
                  <a:pt x="22785" y="19713"/>
                </a:lnTo>
                <a:lnTo>
                  <a:pt x="22785" y="19713"/>
                </a:lnTo>
                <a:lnTo>
                  <a:pt x="22785" y="19713"/>
                </a:lnTo>
                <a:lnTo>
                  <a:pt x="22786" y="19713"/>
                </a:lnTo>
                <a:lnTo>
                  <a:pt x="22786" y="19713"/>
                </a:lnTo>
                <a:lnTo>
                  <a:pt x="22786" y="19713"/>
                </a:lnTo>
                <a:lnTo>
                  <a:pt x="22786" y="19713"/>
                </a:lnTo>
                <a:lnTo>
                  <a:pt x="22786" y="19713"/>
                </a:lnTo>
                <a:lnTo>
                  <a:pt x="22786" y="19713"/>
                </a:lnTo>
                <a:lnTo>
                  <a:pt x="22786" y="19713"/>
                </a:lnTo>
                <a:lnTo>
                  <a:pt x="22787" y="19713"/>
                </a:lnTo>
                <a:lnTo>
                  <a:pt x="22787" y="19713"/>
                </a:lnTo>
                <a:lnTo>
                  <a:pt x="22787" y="19713"/>
                </a:lnTo>
                <a:lnTo>
                  <a:pt x="22787" y="19713"/>
                </a:lnTo>
                <a:lnTo>
                  <a:pt x="22787" y="19713"/>
                </a:lnTo>
                <a:lnTo>
                  <a:pt x="22787" y="19713"/>
                </a:lnTo>
                <a:lnTo>
                  <a:pt x="22787" y="19713"/>
                </a:lnTo>
                <a:lnTo>
                  <a:pt x="22788" y="19713"/>
                </a:lnTo>
                <a:lnTo>
                  <a:pt x="22788" y="19713"/>
                </a:lnTo>
                <a:lnTo>
                  <a:pt x="22788" y="19713"/>
                </a:lnTo>
                <a:lnTo>
                  <a:pt x="22788" y="19713"/>
                </a:lnTo>
                <a:lnTo>
                  <a:pt x="22788" y="19713"/>
                </a:lnTo>
                <a:lnTo>
                  <a:pt x="22788" y="19713"/>
                </a:lnTo>
                <a:lnTo>
                  <a:pt x="22788" y="19713"/>
                </a:lnTo>
                <a:lnTo>
                  <a:pt x="22789" y="19713"/>
                </a:lnTo>
                <a:lnTo>
                  <a:pt x="22789" y="19713"/>
                </a:lnTo>
                <a:lnTo>
                  <a:pt x="22789" y="19713"/>
                </a:lnTo>
                <a:lnTo>
                  <a:pt x="22789" y="19713"/>
                </a:lnTo>
                <a:lnTo>
                  <a:pt x="22789" y="19713"/>
                </a:lnTo>
                <a:lnTo>
                  <a:pt x="22789" y="19713"/>
                </a:lnTo>
                <a:lnTo>
                  <a:pt x="22789" y="19713"/>
                </a:lnTo>
                <a:lnTo>
                  <a:pt x="22790" y="19713"/>
                </a:lnTo>
                <a:lnTo>
                  <a:pt x="22790" y="19713"/>
                </a:lnTo>
                <a:lnTo>
                  <a:pt x="22790" y="19713"/>
                </a:lnTo>
                <a:lnTo>
                  <a:pt x="22790" y="19713"/>
                </a:lnTo>
                <a:lnTo>
                  <a:pt x="22790" y="19713"/>
                </a:lnTo>
                <a:lnTo>
                  <a:pt x="22790" y="19713"/>
                </a:lnTo>
                <a:lnTo>
                  <a:pt x="22790" y="19713"/>
                </a:lnTo>
                <a:lnTo>
                  <a:pt x="22791" y="19713"/>
                </a:lnTo>
                <a:lnTo>
                  <a:pt x="22791" y="19713"/>
                </a:lnTo>
                <a:lnTo>
                  <a:pt x="22791" y="19713"/>
                </a:lnTo>
                <a:lnTo>
                  <a:pt x="22791" y="19713"/>
                </a:lnTo>
                <a:lnTo>
                  <a:pt x="22791" y="19713"/>
                </a:lnTo>
                <a:lnTo>
                  <a:pt x="22791" y="19713"/>
                </a:lnTo>
                <a:lnTo>
                  <a:pt x="22791" y="19713"/>
                </a:lnTo>
                <a:lnTo>
                  <a:pt x="22792" y="19713"/>
                </a:lnTo>
                <a:lnTo>
                  <a:pt x="22792" y="19713"/>
                </a:lnTo>
                <a:lnTo>
                  <a:pt x="22792" y="19713"/>
                </a:lnTo>
                <a:lnTo>
                  <a:pt x="22792" y="19713"/>
                </a:lnTo>
                <a:lnTo>
                  <a:pt x="22792" y="19713"/>
                </a:lnTo>
                <a:lnTo>
                  <a:pt x="22792" y="19713"/>
                </a:lnTo>
                <a:lnTo>
                  <a:pt x="22792" y="19713"/>
                </a:lnTo>
                <a:lnTo>
                  <a:pt x="22793" y="19713"/>
                </a:lnTo>
                <a:lnTo>
                  <a:pt x="22793" y="19713"/>
                </a:lnTo>
                <a:lnTo>
                  <a:pt x="22793" y="19713"/>
                </a:lnTo>
                <a:lnTo>
                  <a:pt x="22793" y="19713"/>
                </a:lnTo>
                <a:lnTo>
                  <a:pt x="22793" y="19713"/>
                </a:lnTo>
                <a:lnTo>
                  <a:pt x="22793" y="19713"/>
                </a:lnTo>
                <a:lnTo>
                  <a:pt x="22793" y="19713"/>
                </a:lnTo>
                <a:lnTo>
                  <a:pt x="22794" y="19713"/>
                </a:lnTo>
                <a:lnTo>
                  <a:pt x="22794" y="19713"/>
                </a:lnTo>
                <a:lnTo>
                  <a:pt x="22794" y="19713"/>
                </a:lnTo>
                <a:lnTo>
                  <a:pt x="22794" y="19713"/>
                </a:lnTo>
                <a:lnTo>
                  <a:pt x="22794" y="19713"/>
                </a:lnTo>
                <a:lnTo>
                  <a:pt x="22794" y="19713"/>
                </a:lnTo>
                <a:lnTo>
                  <a:pt x="22794" y="19713"/>
                </a:lnTo>
                <a:lnTo>
                  <a:pt x="22795" y="19713"/>
                </a:lnTo>
                <a:lnTo>
                  <a:pt x="22795" y="19713"/>
                </a:lnTo>
                <a:lnTo>
                  <a:pt x="22795" y="19713"/>
                </a:lnTo>
                <a:lnTo>
                  <a:pt x="22795" y="19713"/>
                </a:lnTo>
                <a:lnTo>
                  <a:pt x="22795" y="19713"/>
                </a:lnTo>
                <a:lnTo>
                  <a:pt x="22795" y="19713"/>
                </a:lnTo>
                <a:lnTo>
                  <a:pt x="22795" y="19713"/>
                </a:lnTo>
                <a:lnTo>
                  <a:pt x="22796" y="19713"/>
                </a:lnTo>
                <a:lnTo>
                  <a:pt x="22796" y="19713"/>
                </a:lnTo>
                <a:lnTo>
                  <a:pt x="22796" y="19713"/>
                </a:lnTo>
                <a:lnTo>
                  <a:pt x="22796" y="19713"/>
                </a:lnTo>
                <a:lnTo>
                  <a:pt x="22796" y="19713"/>
                </a:lnTo>
                <a:lnTo>
                  <a:pt x="22796" y="19713"/>
                </a:lnTo>
                <a:lnTo>
                  <a:pt x="22796" y="19713"/>
                </a:lnTo>
                <a:lnTo>
                  <a:pt x="22797" y="19713"/>
                </a:lnTo>
                <a:lnTo>
                  <a:pt x="22797" y="19713"/>
                </a:lnTo>
                <a:lnTo>
                  <a:pt x="22797" y="19713"/>
                </a:lnTo>
                <a:lnTo>
                  <a:pt x="22797" y="19713"/>
                </a:lnTo>
                <a:lnTo>
                  <a:pt x="22797" y="19713"/>
                </a:lnTo>
                <a:lnTo>
                  <a:pt x="22797" y="19713"/>
                </a:lnTo>
                <a:lnTo>
                  <a:pt x="22797" y="19713"/>
                </a:lnTo>
                <a:lnTo>
                  <a:pt x="22798" y="19713"/>
                </a:lnTo>
                <a:lnTo>
                  <a:pt x="22798" y="19713"/>
                </a:lnTo>
                <a:lnTo>
                  <a:pt x="22798" y="19713"/>
                </a:lnTo>
                <a:lnTo>
                  <a:pt x="22798" y="19713"/>
                </a:lnTo>
                <a:lnTo>
                  <a:pt x="22798" y="19713"/>
                </a:lnTo>
                <a:lnTo>
                  <a:pt x="22798" y="19713"/>
                </a:lnTo>
                <a:lnTo>
                  <a:pt x="22798" y="19713"/>
                </a:lnTo>
                <a:lnTo>
                  <a:pt x="22799" y="19713"/>
                </a:lnTo>
                <a:lnTo>
                  <a:pt x="22799" y="19713"/>
                </a:lnTo>
                <a:lnTo>
                  <a:pt x="22799" y="19713"/>
                </a:lnTo>
                <a:lnTo>
                  <a:pt x="22799" y="19713"/>
                </a:lnTo>
                <a:lnTo>
                  <a:pt x="22799" y="19713"/>
                </a:lnTo>
                <a:lnTo>
                  <a:pt x="22799" y="19713"/>
                </a:lnTo>
                <a:lnTo>
                  <a:pt x="22799" y="19713"/>
                </a:lnTo>
                <a:lnTo>
                  <a:pt x="22800" y="19713"/>
                </a:lnTo>
                <a:lnTo>
                  <a:pt x="22800" y="19713"/>
                </a:lnTo>
                <a:lnTo>
                  <a:pt x="22800" y="19713"/>
                </a:lnTo>
                <a:lnTo>
                  <a:pt x="22800" y="19713"/>
                </a:lnTo>
                <a:lnTo>
                  <a:pt x="22800" y="19713"/>
                </a:lnTo>
                <a:lnTo>
                  <a:pt x="22800" y="19713"/>
                </a:lnTo>
                <a:lnTo>
                  <a:pt x="22800" y="19713"/>
                </a:lnTo>
                <a:lnTo>
                  <a:pt x="22801" y="19713"/>
                </a:lnTo>
                <a:lnTo>
                  <a:pt x="22801" y="19713"/>
                </a:lnTo>
                <a:lnTo>
                  <a:pt x="22801" y="19713"/>
                </a:lnTo>
                <a:lnTo>
                  <a:pt x="22801" y="19713"/>
                </a:lnTo>
                <a:lnTo>
                  <a:pt x="22801" y="19713"/>
                </a:lnTo>
                <a:lnTo>
                  <a:pt x="22801" y="19713"/>
                </a:lnTo>
                <a:lnTo>
                  <a:pt x="22801" y="19713"/>
                </a:lnTo>
                <a:lnTo>
                  <a:pt x="22802" y="19713"/>
                </a:lnTo>
                <a:lnTo>
                  <a:pt x="22802" y="19713"/>
                </a:lnTo>
                <a:lnTo>
                  <a:pt x="22802" y="19713"/>
                </a:lnTo>
                <a:lnTo>
                  <a:pt x="22802" y="19713"/>
                </a:lnTo>
                <a:lnTo>
                  <a:pt x="22802" y="19713"/>
                </a:lnTo>
                <a:lnTo>
                  <a:pt x="22802" y="19713"/>
                </a:lnTo>
                <a:lnTo>
                  <a:pt x="22802" y="19713"/>
                </a:lnTo>
                <a:lnTo>
                  <a:pt x="22803" y="19713"/>
                </a:lnTo>
                <a:lnTo>
                  <a:pt x="22803" y="19713"/>
                </a:lnTo>
                <a:lnTo>
                  <a:pt x="22803" y="19713"/>
                </a:lnTo>
                <a:lnTo>
                  <a:pt x="22803" y="19713"/>
                </a:lnTo>
                <a:lnTo>
                  <a:pt x="22803" y="19713"/>
                </a:lnTo>
                <a:lnTo>
                  <a:pt x="22803" y="19713"/>
                </a:lnTo>
                <a:lnTo>
                  <a:pt x="22803" y="19713"/>
                </a:lnTo>
                <a:lnTo>
                  <a:pt x="22804" y="19713"/>
                </a:lnTo>
                <a:lnTo>
                  <a:pt x="22804" y="19713"/>
                </a:lnTo>
                <a:lnTo>
                  <a:pt x="22804" y="19713"/>
                </a:lnTo>
                <a:lnTo>
                  <a:pt x="22804" y="19713"/>
                </a:lnTo>
                <a:lnTo>
                  <a:pt x="22804" y="19713"/>
                </a:lnTo>
                <a:lnTo>
                  <a:pt x="22804" y="19713"/>
                </a:lnTo>
                <a:lnTo>
                  <a:pt x="22805" y="19713"/>
                </a:lnTo>
                <a:lnTo>
                  <a:pt x="22805" y="19713"/>
                </a:lnTo>
                <a:lnTo>
                  <a:pt x="22805" y="19713"/>
                </a:lnTo>
                <a:lnTo>
                  <a:pt x="22805" y="19713"/>
                </a:lnTo>
                <a:lnTo>
                  <a:pt x="22805" y="19713"/>
                </a:lnTo>
                <a:lnTo>
                  <a:pt x="22805" y="19713"/>
                </a:lnTo>
                <a:lnTo>
                  <a:pt x="22805" y="19713"/>
                </a:lnTo>
                <a:lnTo>
                  <a:pt x="22806" y="19713"/>
                </a:lnTo>
                <a:lnTo>
                  <a:pt x="22806" y="19713"/>
                </a:lnTo>
                <a:lnTo>
                  <a:pt x="22806" y="19713"/>
                </a:lnTo>
                <a:lnTo>
                  <a:pt x="22806" y="19713"/>
                </a:lnTo>
                <a:lnTo>
                  <a:pt x="22806" y="19713"/>
                </a:lnTo>
                <a:lnTo>
                  <a:pt x="22806" y="19713"/>
                </a:lnTo>
                <a:lnTo>
                  <a:pt x="22806" y="19713"/>
                </a:lnTo>
                <a:lnTo>
                  <a:pt x="22807" y="19713"/>
                </a:lnTo>
                <a:lnTo>
                  <a:pt x="22807" y="19713"/>
                </a:lnTo>
                <a:lnTo>
                  <a:pt x="22807" y="19713"/>
                </a:lnTo>
                <a:lnTo>
                  <a:pt x="22807" y="19713"/>
                </a:lnTo>
                <a:lnTo>
                  <a:pt x="22807" y="19713"/>
                </a:lnTo>
                <a:lnTo>
                  <a:pt x="22807" y="19713"/>
                </a:lnTo>
                <a:lnTo>
                  <a:pt x="22807" y="19713"/>
                </a:lnTo>
                <a:lnTo>
                  <a:pt x="22808" y="19713"/>
                </a:lnTo>
                <a:lnTo>
                  <a:pt x="22808" y="19713"/>
                </a:lnTo>
                <a:lnTo>
                  <a:pt x="22808" y="19713"/>
                </a:lnTo>
                <a:lnTo>
                  <a:pt x="22808" y="19713"/>
                </a:lnTo>
                <a:lnTo>
                  <a:pt x="22808" y="19713"/>
                </a:lnTo>
                <a:lnTo>
                  <a:pt x="22808" y="19713"/>
                </a:lnTo>
                <a:lnTo>
                  <a:pt x="22808" y="19713"/>
                </a:lnTo>
                <a:lnTo>
                  <a:pt x="22809" y="19713"/>
                </a:lnTo>
                <a:lnTo>
                  <a:pt x="22809" y="19713"/>
                </a:lnTo>
                <a:lnTo>
                  <a:pt x="22809" y="19713"/>
                </a:lnTo>
                <a:lnTo>
                  <a:pt x="22809" y="19713"/>
                </a:lnTo>
                <a:lnTo>
                  <a:pt x="22809" y="19713"/>
                </a:lnTo>
                <a:lnTo>
                  <a:pt x="22809" y="19713"/>
                </a:lnTo>
                <a:lnTo>
                  <a:pt x="22809" y="19713"/>
                </a:lnTo>
                <a:lnTo>
                  <a:pt x="22810" y="19713"/>
                </a:lnTo>
                <a:lnTo>
                  <a:pt x="22810" y="19713"/>
                </a:lnTo>
                <a:lnTo>
                  <a:pt x="22810" y="19713"/>
                </a:lnTo>
                <a:lnTo>
                  <a:pt x="22810" y="19713"/>
                </a:lnTo>
                <a:lnTo>
                  <a:pt x="22810" y="19713"/>
                </a:lnTo>
                <a:lnTo>
                  <a:pt x="22810" y="19713"/>
                </a:lnTo>
                <a:lnTo>
                  <a:pt x="22810" y="19713"/>
                </a:lnTo>
                <a:lnTo>
                  <a:pt x="22811" y="19713"/>
                </a:lnTo>
                <a:lnTo>
                  <a:pt x="22811" y="19713"/>
                </a:lnTo>
                <a:lnTo>
                  <a:pt x="22811" y="19713"/>
                </a:lnTo>
                <a:lnTo>
                  <a:pt x="22811" y="19713"/>
                </a:lnTo>
                <a:lnTo>
                  <a:pt x="22811" y="19713"/>
                </a:lnTo>
                <a:lnTo>
                  <a:pt x="22811" y="19713"/>
                </a:lnTo>
                <a:lnTo>
                  <a:pt x="22811" y="19713"/>
                </a:lnTo>
                <a:lnTo>
                  <a:pt x="22812" y="19713"/>
                </a:lnTo>
                <a:lnTo>
                  <a:pt x="22812" y="19713"/>
                </a:lnTo>
                <a:lnTo>
                  <a:pt x="22812" y="19713"/>
                </a:lnTo>
                <a:lnTo>
                  <a:pt x="22812" y="19713"/>
                </a:lnTo>
                <a:lnTo>
                  <a:pt x="22812" y="19713"/>
                </a:lnTo>
                <a:lnTo>
                  <a:pt x="22812" y="19713"/>
                </a:lnTo>
                <a:lnTo>
                  <a:pt x="22812" y="19713"/>
                </a:lnTo>
                <a:lnTo>
                  <a:pt x="22813" y="19713"/>
                </a:lnTo>
                <a:lnTo>
                  <a:pt x="22813" y="19713"/>
                </a:lnTo>
                <a:lnTo>
                  <a:pt x="22813" y="19713"/>
                </a:lnTo>
                <a:lnTo>
                  <a:pt x="22813" y="19713"/>
                </a:lnTo>
                <a:lnTo>
                  <a:pt x="22813" y="19713"/>
                </a:lnTo>
                <a:lnTo>
                  <a:pt x="22813" y="19713"/>
                </a:lnTo>
                <a:lnTo>
                  <a:pt x="22814" y="19713"/>
                </a:lnTo>
                <a:lnTo>
                  <a:pt x="22814" y="19713"/>
                </a:lnTo>
                <a:lnTo>
                  <a:pt x="22814" y="19713"/>
                </a:lnTo>
                <a:lnTo>
                  <a:pt x="22814" y="19713"/>
                </a:lnTo>
                <a:lnTo>
                  <a:pt x="22814" y="19713"/>
                </a:lnTo>
                <a:lnTo>
                  <a:pt x="22814" y="19713"/>
                </a:lnTo>
                <a:lnTo>
                  <a:pt x="22814" y="19713"/>
                </a:lnTo>
                <a:lnTo>
                  <a:pt x="22815" y="19713"/>
                </a:lnTo>
                <a:lnTo>
                  <a:pt x="22815" y="19713"/>
                </a:lnTo>
                <a:lnTo>
                  <a:pt x="22815" y="19713"/>
                </a:lnTo>
                <a:lnTo>
                  <a:pt x="22815" y="19713"/>
                </a:lnTo>
                <a:lnTo>
                  <a:pt x="22815" y="19713"/>
                </a:lnTo>
                <a:lnTo>
                  <a:pt x="22815" y="19713"/>
                </a:lnTo>
                <a:lnTo>
                  <a:pt x="22815" y="19713"/>
                </a:lnTo>
                <a:lnTo>
                  <a:pt x="22816" y="19713"/>
                </a:lnTo>
                <a:lnTo>
                  <a:pt x="22816" y="19713"/>
                </a:lnTo>
                <a:lnTo>
                  <a:pt x="22816" y="19713"/>
                </a:lnTo>
                <a:lnTo>
                  <a:pt x="22816" y="19713"/>
                </a:lnTo>
                <a:lnTo>
                  <a:pt x="22816" y="19713"/>
                </a:lnTo>
                <a:lnTo>
                  <a:pt x="22816" y="19713"/>
                </a:lnTo>
                <a:lnTo>
                  <a:pt x="22816" y="19713"/>
                </a:lnTo>
                <a:lnTo>
                  <a:pt x="22817" y="19713"/>
                </a:lnTo>
                <a:lnTo>
                  <a:pt x="22817" y="19713"/>
                </a:lnTo>
                <a:lnTo>
                  <a:pt x="22817" y="19713"/>
                </a:lnTo>
                <a:lnTo>
                  <a:pt x="22817" y="19713"/>
                </a:lnTo>
                <a:lnTo>
                  <a:pt x="22817" y="19713"/>
                </a:lnTo>
                <a:lnTo>
                  <a:pt x="22817" y="19713"/>
                </a:lnTo>
                <a:lnTo>
                  <a:pt x="22817" y="19713"/>
                </a:lnTo>
                <a:lnTo>
                  <a:pt x="22818" y="19713"/>
                </a:lnTo>
                <a:lnTo>
                  <a:pt x="22818" y="19713"/>
                </a:lnTo>
                <a:lnTo>
                  <a:pt x="22818" y="19713"/>
                </a:lnTo>
                <a:lnTo>
                  <a:pt x="22818" y="19713"/>
                </a:lnTo>
                <a:lnTo>
                  <a:pt x="22818" y="19713"/>
                </a:lnTo>
                <a:lnTo>
                  <a:pt x="22818" y="19713"/>
                </a:lnTo>
                <a:lnTo>
                  <a:pt x="22818" y="19713"/>
                </a:lnTo>
                <a:lnTo>
                  <a:pt x="22819" y="19713"/>
                </a:lnTo>
                <a:lnTo>
                  <a:pt x="22819" y="19713"/>
                </a:lnTo>
                <a:lnTo>
                  <a:pt x="22819" y="19713"/>
                </a:lnTo>
                <a:lnTo>
                  <a:pt x="22819" y="19713"/>
                </a:lnTo>
                <a:lnTo>
                  <a:pt x="22819" y="19713"/>
                </a:lnTo>
                <a:lnTo>
                  <a:pt x="22819" y="19713"/>
                </a:lnTo>
                <a:lnTo>
                  <a:pt x="22820" y="19713"/>
                </a:lnTo>
                <a:lnTo>
                  <a:pt x="22820" y="19713"/>
                </a:lnTo>
                <a:lnTo>
                  <a:pt x="22820" y="19713"/>
                </a:lnTo>
                <a:lnTo>
                  <a:pt x="22820" y="19713"/>
                </a:lnTo>
                <a:lnTo>
                  <a:pt x="22820" y="19713"/>
                </a:lnTo>
                <a:lnTo>
                  <a:pt x="22820" y="19713"/>
                </a:lnTo>
                <a:lnTo>
                  <a:pt x="22820" y="19713"/>
                </a:lnTo>
                <a:lnTo>
                  <a:pt x="22821" y="19713"/>
                </a:lnTo>
                <a:lnTo>
                  <a:pt x="22821" y="19713"/>
                </a:lnTo>
                <a:lnTo>
                  <a:pt x="22821" y="19713"/>
                </a:lnTo>
                <a:lnTo>
                  <a:pt x="22821" y="19713"/>
                </a:lnTo>
                <a:lnTo>
                  <a:pt x="22821" y="19713"/>
                </a:lnTo>
                <a:lnTo>
                  <a:pt x="22821" y="19713"/>
                </a:lnTo>
                <a:lnTo>
                  <a:pt x="22821" y="19713"/>
                </a:lnTo>
                <a:lnTo>
                  <a:pt x="22822" y="19713"/>
                </a:lnTo>
                <a:lnTo>
                  <a:pt x="22822" y="19713"/>
                </a:lnTo>
                <a:lnTo>
                  <a:pt x="22822" y="19713"/>
                </a:lnTo>
                <a:lnTo>
                  <a:pt x="22822" y="19713"/>
                </a:lnTo>
                <a:lnTo>
                  <a:pt x="22822" y="19713"/>
                </a:lnTo>
                <a:lnTo>
                  <a:pt x="22822" y="19713"/>
                </a:lnTo>
                <a:lnTo>
                  <a:pt x="22822" y="19713"/>
                </a:lnTo>
                <a:lnTo>
                  <a:pt x="22823" y="19713"/>
                </a:lnTo>
                <a:lnTo>
                  <a:pt x="22823" y="19713"/>
                </a:lnTo>
                <a:lnTo>
                  <a:pt x="22823" y="19713"/>
                </a:lnTo>
                <a:lnTo>
                  <a:pt x="22823" y="19713"/>
                </a:lnTo>
                <a:lnTo>
                  <a:pt x="22823" y="19713"/>
                </a:lnTo>
                <a:lnTo>
                  <a:pt x="22823" y="19713"/>
                </a:lnTo>
                <a:lnTo>
                  <a:pt x="22823" y="19713"/>
                </a:lnTo>
                <a:lnTo>
                  <a:pt x="22824" y="19713"/>
                </a:lnTo>
                <a:lnTo>
                  <a:pt x="22824" y="19713"/>
                </a:lnTo>
                <a:lnTo>
                  <a:pt x="22824" y="19713"/>
                </a:lnTo>
                <a:lnTo>
                  <a:pt x="22824" y="19713"/>
                </a:lnTo>
                <a:lnTo>
                  <a:pt x="22824" y="19713"/>
                </a:lnTo>
                <a:lnTo>
                  <a:pt x="22824" y="19713"/>
                </a:lnTo>
                <a:lnTo>
                  <a:pt x="22825" y="19713"/>
                </a:lnTo>
                <a:lnTo>
                  <a:pt x="22825" y="19713"/>
                </a:lnTo>
                <a:lnTo>
                  <a:pt x="22825" y="19713"/>
                </a:lnTo>
                <a:lnTo>
                  <a:pt x="22825" y="19713"/>
                </a:lnTo>
                <a:lnTo>
                  <a:pt x="22825" y="19713"/>
                </a:lnTo>
                <a:lnTo>
                  <a:pt x="22825" y="19713"/>
                </a:lnTo>
                <a:lnTo>
                  <a:pt x="22825" y="19713"/>
                </a:lnTo>
                <a:lnTo>
                  <a:pt x="22826" y="19713"/>
                </a:lnTo>
                <a:lnTo>
                  <a:pt x="22826" y="19713"/>
                </a:lnTo>
                <a:lnTo>
                  <a:pt x="22826" y="19713"/>
                </a:lnTo>
                <a:lnTo>
                  <a:pt x="22826" y="19713"/>
                </a:lnTo>
                <a:lnTo>
                  <a:pt x="22826" y="19713"/>
                </a:lnTo>
                <a:lnTo>
                  <a:pt x="22826" y="19713"/>
                </a:lnTo>
                <a:lnTo>
                  <a:pt x="22826" y="19713"/>
                </a:lnTo>
                <a:lnTo>
                  <a:pt x="22827" y="19713"/>
                </a:lnTo>
                <a:lnTo>
                  <a:pt x="22827" y="19713"/>
                </a:lnTo>
                <a:lnTo>
                  <a:pt x="22827" y="19713"/>
                </a:lnTo>
                <a:lnTo>
                  <a:pt x="22827" y="19713"/>
                </a:lnTo>
                <a:lnTo>
                  <a:pt x="22827" y="19713"/>
                </a:lnTo>
                <a:lnTo>
                  <a:pt x="22827" y="19713"/>
                </a:lnTo>
                <a:lnTo>
                  <a:pt x="22827" y="19713"/>
                </a:lnTo>
                <a:lnTo>
                  <a:pt x="22828" y="19713"/>
                </a:lnTo>
                <a:lnTo>
                  <a:pt x="22828" y="19713"/>
                </a:lnTo>
                <a:lnTo>
                  <a:pt x="22828" y="19713"/>
                </a:lnTo>
                <a:lnTo>
                  <a:pt x="22828" y="19713"/>
                </a:lnTo>
                <a:lnTo>
                  <a:pt x="22828" y="19713"/>
                </a:lnTo>
                <a:lnTo>
                  <a:pt x="22828" y="19713"/>
                </a:lnTo>
                <a:lnTo>
                  <a:pt x="22829" y="19713"/>
                </a:lnTo>
                <a:lnTo>
                  <a:pt x="22829" y="19713"/>
                </a:lnTo>
                <a:lnTo>
                  <a:pt x="22829" y="19713"/>
                </a:lnTo>
                <a:lnTo>
                  <a:pt x="22829" y="19713"/>
                </a:lnTo>
                <a:lnTo>
                  <a:pt x="22829" y="19713"/>
                </a:lnTo>
                <a:lnTo>
                  <a:pt x="22829" y="19713"/>
                </a:lnTo>
                <a:lnTo>
                  <a:pt x="22829" y="19713"/>
                </a:lnTo>
                <a:lnTo>
                  <a:pt x="22830" y="19713"/>
                </a:lnTo>
                <a:lnTo>
                  <a:pt x="22830" y="19713"/>
                </a:lnTo>
                <a:lnTo>
                  <a:pt x="22830" y="19713"/>
                </a:lnTo>
                <a:lnTo>
                  <a:pt x="22830" y="19713"/>
                </a:lnTo>
                <a:lnTo>
                  <a:pt x="22830" y="19713"/>
                </a:lnTo>
                <a:lnTo>
                  <a:pt x="22830" y="19713"/>
                </a:lnTo>
                <a:lnTo>
                  <a:pt x="22830" y="19713"/>
                </a:lnTo>
                <a:lnTo>
                  <a:pt x="22831" y="19713"/>
                </a:lnTo>
                <a:lnTo>
                  <a:pt x="22831" y="19713"/>
                </a:lnTo>
                <a:lnTo>
                  <a:pt x="22831" y="19713"/>
                </a:lnTo>
                <a:lnTo>
                  <a:pt x="22831" y="19713"/>
                </a:lnTo>
                <a:lnTo>
                  <a:pt x="22831" y="19713"/>
                </a:lnTo>
                <a:lnTo>
                  <a:pt x="22831" y="19713"/>
                </a:lnTo>
                <a:lnTo>
                  <a:pt x="22831" y="19713"/>
                </a:lnTo>
                <a:lnTo>
                  <a:pt x="22832" y="19713"/>
                </a:lnTo>
                <a:lnTo>
                  <a:pt x="22832" y="19713"/>
                </a:lnTo>
                <a:lnTo>
                  <a:pt x="22832" y="19713"/>
                </a:lnTo>
                <a:lnTo>
                  <a:pt x="22832" y="19713"/>
                </a:lnTo>
                <a:lnTo>
                  <a:pt x="22832" y="19713"/>
                </a:lnTo>
                <a:lnTo>
                  <a:pt x="22832" y="19713"/>
                </a:lnTo>
                <a:lnTo>
                  <a:pt x="22833" y="19713"/>
                </a:lnTo>
                <a:lnTo>
                  <a:pt x="22833" y="19713"/>
                </a:lnTo>
                <a:lnTo>
                  <a:pt x="22833" y="19713"/>
                </a:lnTo>
                <a:lnTo>
                  <a:pt x="22833" y="19713"/>
                </a:lnTo>
                <a:lnTo>
                  <a:pt x="22833" y="19713"/>
                </a:lnTo>
                <a:lnTo>
                  <a:pt x="22833" y="19713"/>
                </a:lnTo>
                <a:lnTo>
                  <a:pt x="22833" y="19713"/>
                </a:lnTo>
                <a:lnTo>
                  <a:pt x="22834" y="19713"/>
                </a:lnTo>
                <a:lnTo>
                  <a:pt x="22834" y="19713"/>
                </a:lnTo>
                <a:lnTo>
                  <a:pt x="22834" y="19713"/>
                </a:lnTo>
                <a:lnTo>
                  <a:pt x="22834" y="19713"/>
                </a:lnTo>
                <a:lnTo>
                  <a:pt x="22834" y="19713"/>
                </a:lnTo>
                <a:lnTo>
                  <a:pt x="22834" y="19713"/>
                </a:lnTo>
                <a:lnTo>
                  <a:pt x="22834" y="19713"/>
                </a:lnTo>
                <a:lnTo>
                  <a:pt x="22835" y="19713"/>
                </a:lnTo>
                <a:lnTo>
                  <a:pt x="22835" y="19713"/>
                </a:lnTo>
                <a:lnTo>
                  <a:pt x="22835" y="19713"/>
                </a:lnTo>
                <a:lnTo>
                  <a:pt x="22835" y="19713"/>
                </a:lnTo>
                <a:lnTo>
                  <a:pt x="22835" y="19713"/>
                </a:lnTo>
                <a:lnTo>
                  <a:pt x="22835" y="19713"/>
                </a:lnTo>
                <a:lnTo>
                  <a:pt x="22835" y="19713"/>
                </a:lnTo>
                <a:lnTo>
                  <a:pt x="22836" y="19713"/>
                </a:lnTo>
                <a:lnTo>
                  <a:pt x="22836" y="19713"/>
                </a:lnTo>
                <a:lnTo>
                  <a:pt x="22836" y="19713"/>
                </a:lnTo>
                <a:lnTo>
                  <a:pt x="22836" y="19713"/>
                </a:lnTo>
                <a:lnTo>
                  <a:pt x="22836" y="19713"/>
                </a:lnTo>
                <a:lnTo>
                  <a:pt x="22836" y="19713"/>
                </a:lnTo>
                <a:lnTo>
                  <a:pt x="22837" y="19713"/>
                </a:lnTo>
                <a:lnTo>
                  <a:pt x="22837" y="19713"/>
                </a:lnTo>
                <a:lnTo>
                  <a:pt x="22837" y="19713"/>
                </a:lnTo>
                <a:lnTo>
                  <a:pt x="22837" y="19713"/>
                </a:lnTo>
                <a:lnTo>
                  <a:pt x="22837" y="19713"/>
                </a:lnTo>
                <a:lnTo>
                  <a:pt x="22837" y="19713"/>
                </a:lnTo>
                <a:lnTo>
                  <a:pt x="22837" y="19713"/>
                </a:lnTo>
                <a:lnTo>
                  <a:pt x="22838" y="19713"/>
                </a:lnTo>
                <a:lnTo>
                  <a:pt x="22838" y="19713"/>
                </a:lnTo>
                <a:lnTo>
                  <a:pt x="22838" y="19713"/>
                </a:lnTo>
                <a:lnTo>
                  <a:pt x="22838" y="19713"/>
                </a:lnTo>
                <a:lnTo>
                  <a:pt x="22838" y="19713"/>
                </a:lnTo>
                <a:lnTo>
                  <a:pt x="22838" y="19713"/>
                </a:lnTo>
                <a:lnTo>
                  <a:pt x="22838" y="19713"/>
                </a:lnTo>
                <a:lnTo>
                  <a:pt x="22839" y="19713"/>
                </a:lnTo>
                <a:lnTo>
                  <a:pt x="22839" y="19713"/>
                </a:lnTo>
                <a:lnTo>
                  <a:pt x="22839" y="19713"/>
                </a:lnTo>
                <a:lnTo>
                  <a:pt x="22839" y="19713"/>
                </a:lnTo>
                <a:lnTo>
                  <a:pt x="22839" y="19713"/>
                </a:lnTo>
                <a:lnTo>
                  <a:pt x="22839" y="19713"/>
                </a:lnTo>
                <a:lnTo>
                  <a:pt x="22840" y="19713"/>
                </a:lnTo>
                <a:lnTo>
                  <a:pt x="22840" y="19713"/>
                </a:lnTo>
                <a:lnTo>
                  <a:pt x="22840" y="19713"/>
                </a:lnTo>
                <a:lnTo>
                  <a:pt x="22840" y="19713"/>
                </a:lnTo>
                <a:lnTo>
                  <a:pt x="22840" y="19713"/>
                </a:lnTo>
                <a:lnTo>
                  <a:pt x="22840" y="19713"/>
                </a:lnTo>
                <a:lnTo>
                  <a:pt x="22840" y="19713"/>
                </a:lnTo>
                <a:lnTo>
                  <a:pt x="22841" y="19713"/>
                </a:lnTo>
                <a:lnTo>
                  <a:pt x="22841" y="19713"/>
                </a:lnTo>
                <a:lnTo>
                  <a:pt x="22841" y="19713"/>
                </a:lnTo>
                <a:lnTo>
                  <a:pt x="22841" y="19713"/>
                </a:lnTo>
                <a:lnTo>
                  <a:pt x="22841" y="19713"/>
                </a:lnTo>
                <a:lnTo>
                  <a:pt x="22841" y="19713"/>
                </a:lnTo>
                <a:lnTo>
                  <a:pt x="22841" y="19713"/>
                </a:lnTo>
                <a:lnTo>
                  <a:pt x="22842" y="19713"/>
                </a:lnTo>
                <a:lnTo>
                  <a:pt x="22842" y="19713"/>
                </a:lnTo>
                <a:lnTo>
                  <a:pt x="22842" y="19713"/>
                </a:lnTo>
                <a:lnTo>
                  <a:pt x="22842" y="19713"/>
                </a:lnTo>
                <a:lnTo>
                  <a:pt x="22842" y="19713"/>
                </a:lnTo>
                <a:lnTo>
                  <a:pt x="22842" y="19713"/>
                </a:lnTo>
                <a:lnTo>
                  <a:pt x="22843" y="19713"/>
                </a:lnTo>
                <a:lnTo>
                  <a:pt x="22843" y="19713"/>
                </a:lnTo>
                <a:lnTo>
                  <a:pt x="22843" y="19713"/>
                </a:lnTo>
                <a:lnTo>
                  <a:pt x="22843" y="19713"/>
                </a:lnTo>
                <a:lnTo>
                  <a:pt x="22843" y="19713"/>
                </a:lnTo>
                <a:lnTo>
                  <a:pt x="22843" y="19713"/>
                </a:lnTo>
                <a:lnTo>
                  <a:pt x="22843" y="19713"/>
                </a:lnTo>
                <a:lnTo>
                  <a:pt x="22844" y="19713"/>
                </a:lnTo>
                <a:lnTo>
                  <a:pt x="22844" y="19713"/>
                </a:lnTo>
                <a:lnTo>
                  <a:pt x="22844" y="19713"/>
                </a:lnTo>
                <a:lnTo>
                  <a:pt x="22844" y="19713"/>
                </a:lnTo>
                <a:lnTo>
                  <a:pt x="22844" y="19713"/>
                </a:lnTo>
                <a:lnTo>
                  <a:pt x="22844" y="19713"/>
                </a:lnTo>
                <a:lnTo>
                  <a:pt x="22844" y="19713"/>
                </a:lnTo>
                <a:lnTo>
                  <a:pt x="22845" y="19713"/>
                </a:lnTo>
                <a:lnTo>
                  <a:pt x="22845" y="19713"/>
                </a:lnTo>
                <a:lnTo>
                  <a:pt x="22845" y="19713"/>
                </a:lnTo>
                <a:lnTo>
                  <a:pt x="22845" y="19713"/>
                </a:lnTo>
                <a:lnTo>
                  <a:pt x="22845" y="19713"/>
                </a:lnTo>
                <a:lnTo>
                  <a:pt x="22845" y="19713"/>
                </a:lnTo>
                <a:lnTo>
                  <a:pt x="22846" y="19713"/>
                </a:lnTo>
                <a:lnTo>
                  <a:pt x="22846" y="19713"/>
                </a:lnTo>
                <a:lnTo>
                  <a:pt x="22846" y="19713"/>
                </a:lnTo>
                <a:lnTo>
                  <a:pt x="22846" y="19713"/>
                </a:lnTo>
                <a:lnTo>
                  <a:pt x="22846" y="19713"/>
                </a:lnTo>
                <a:lnTo>
                  <a:pt x="22846" y="19713"/>
                </a:lnTo>
                <a:lnTo>
                  <a:pt x="22846" y="19713"/>
                </a:lnTo>
                <a:lnTo>
                  <a:pt x="22847" y="19713"/>
                </a:lnTo>
                <a:lnTo>
                  <a:pt x="22847" y="19713"/>
                </a:lnTo>
                <a:lnTo>
                  <a:pt x="22847" y="19713"/>
                </a:lnTo>
                <a:lnTo>
                  <a:pt x="22847" y="19713"/>
                </a:lnTo>
                <a:lnTo>
                  <a:pt x="22847" y="19713"/>
                </a:lnTo>
                <a:lnTo>
                  <a:pt x="22847" y="19713"/>
                </a:lnTo>
                <a:lnTo>
                  <a:pt x="22847" y="19713"/>
                </a:lnTo>
                <a:lnTo>
                  <a:pt x="22848" y="19713"/>
                </a:lnTo>
                <a:lnTo>
                  <a:pt x="22848" y="19713"/>
                </a:lnTo>
                <a:lnTo>
                  <a:pt x="22848" y="19713"/>
                </a:lnTo>
                <a:lnTo>
                  <a:pt x="22848" y="19713"/>
                </a:lnTo>
                <a:lnTo>
                  <a:pt x="22848" y="19713"/>
                </a:lnTo>
                <a:lnTo>
                  <a:pt x="22848" y="19713"/>
                </a:lnTo>
                <a:lnTo>
                  <a:pt x="22849" y="19713"/>
                </a:lnTo>
                <a:lnTo>
                  <a:pt x="22849" y="19713"/>
                </a:lnTo>
                <a:lnTo>
                  <a:pt x="22849" y="19713"/>
                </a:lnTo>
                <a:lnTo>
                  <a:pt x="22849" y="19713"/>
                </a:lnTo>
                <a:lnTo>
                  <a:pt x="22849" y="19713"/>
                </a:lnTo>
                <a:lnTo>
                  <a:pt x="22849" y="19713"/>
                </a:lnTo>
                <a:lnTo>
                  <a:pt x="22849" y="19713"/>
                </a:lnTo>
                <a:lnTo>
                  <a:pt x="22850" y="19713"/>
                </a:lnTo>
                <a:lnTo>
                  <a:pt x="22850" y="19713"/>
                </a:lnTo>
                <a:lnTo>
                  <a:pt x="22850" y="19713"/>
                </a:lnTo>
                <a:lnTo>
                  <a:pt x="22850" y="19713"/>
                </a:lnTo>
                <a:lnTo>
                  <a:pt x="22850" y="19713"/>
                </a:lnTo>
                <a:lnTo>
                  <a:pt x="22850" y="19713"/>
                </a:lnTo>
                <a:lnTo>
                  <a:pt x="22851" y="19713"/>
                </a:lnTo>
                <a:lnTo>
                  <a:pt x="22851" y="19713"/>
                </a:lnTo>
                <a:lnTo>
                  <a:pt x="22851" y="19713"/>
                </a:lnTo>
                <a:lnTo>
                  <a:pt x="22851" y="19713"/>
                </a:lnTo>
                <a:lnTo>
                  <a:pt x="22851" y="19713"/>
                </a:lnTo>
                <a:lnTo>
                  <a:pt x="22851" y="19713"/>
                </a:lnTo>
                <a:lnTo>
                  <a:pt x="22851" y="19713"/>
                </a:lnTo>
                <a:lnTo>
                  <a:pt x="22852" y="19713"/>
                </a:lnTo>
                <a:lnTo>
                  <a:pt x="22852" y="19713"/>
                </a:lnTo>
                <a:lnTo>
                  <a:pt x="22852" y="19713"/>
                </a:lnTo>
                <a:lnTo>
                  <a:pt x="22852" y="19713"/>
                </a:lnTo>
                <a:lnTo>
                  <a:pt x="22852" y="19713"/>
                </a:lnTo>
                <a:lnTo>
                  <a:pt x="22852" y="19713"/>
                </a:lnTo>
                <a:lnTo>
                  <a:pt x="22852" y="19713"/>
                </a:lnTo>
                <a:lnTo>
                  <a:pt x="22853" y="19713"/>
                </a:lnTo>
                <a:lnTo>
                  <a:pt x="22853" y="19713"/>
                </a:lnTo>
                <a:lnTo>
                  <a:pt x="22853" y="19713"/>
                </a:lnTo>
                <a:lnTo>
                  <a:pt x="22853" y="19713"/>
                </a:lnTo>
                <a:lnTo>
                  <a:pt x="22853" y="19713"/>
                </a:lnTo>
                <a:lnTo>
                  <a:pt x="22853" y="19713"/>
                </a:lnTo>
                <a:lnTo>
                  <a:pt x="22854" y="19713"/>
                </a:lnTo>
                <a:lnTo>
                  <a:pt x="22854" y="19713"/>
                </a:lnTo>
                <a:lnTo>
                  <a:pt x="22854" y="19713"/>
                </a:lnTo>
                <a:lnTo>
                  <a:pt x="22854" y="19713"/>
                </a:lnTo>
                <a:lnTo>
                  <a:pt x="22854" y="19713"/>
                </a:lnTo>
                <a:lnTo>
                  <a:pt x="22854" y="19713"/>
                </a:lnTo>
                <a:lnTo>
                  <a:pt x="22854" y="19713"/>
                </a:lnTo>
                <a:lnTo>
                  <a:pt x="22855" y="19713"/>
                </a:lnTo>
                <a:lnTo>
                  <a:pt x="22855" y="19713"/>
                </a:lnTo>
                <a:lnTo>
                  <a:pt x="22855" y="19713"/>
                </a:lnTo>
                <a:lnTo>
                  <a:pt x="22855" y="19713"/>
                </a:lnTo>
                <a:lnTo>
                  <a:pt x="22855" y="19713"/>
                </a:lnTo>
                <a:lnTo>
                  <a:pt x="22855" y="19713"/>
                </a:lnTo>
                <a:lnTo>
                  <a:pt x="22856" y="19713"/>
                </a:lnTo>
                <a:lnTo>
                  <a:pt x="22856" y="19713"/>
                </a:lnTo>
                <a:lnTo>
                  <a:pt x="22856" y="19713"/>
                </a:lnTo>
                <a:lnTo>
                  <a:pt x="22856" y="19713"/>
                </a:lnTo>
                <a:lnTo>
                  <a:pt x="22856" y="19713"/>
                </a:lnTo>
                <a:lnTo>
                  <a:pt x="22856" y="19713"/>
                </a:lnTo>
                <a:lnTo>
                  <a:pt x="22856" y="19713"/>
                </a:lnTo>
                <a:lnTo>
                  <a:pt x="22857" y="19713"/>
                </a:lnTo>
                <a:lnTo>
                  <a:pt x="22857" y="19713"/>
                </a:lnTo>
                <a:lnTo>
                  <a:pt x="22857" y="19713"/>
                </a:lnTo>
                <a:lnTo>
                  <a:pt x="22857" y="19713"/>
                </a:lnTo>
                <a:lnTo>
                  <a:pt x="22857" y="19713"/>
                </a:lnTo>
                <a:lnTo>
                  <a:pt x="22857" y="19713"/>
                </a:lnTo>
                <a:lnTo>
                  <a:pt x="22858" y="19713"/>
                </a:lnTo>
                <a:lnTo>
                  <a:pt x="22858" y="19713"/>
                </a:lnTo>
                <a:lnTo>
                  <a:pt x="22858" y="19713"/>
                </a:lnTo>
                <a:lnTo>
                  <a:pt x="22858" y="19713"/>
                </a:lnTo>
                <a:lnTo>
                  <a:pt x="22858" y="19713"/>
                </a:lnTo>
                <a:lnTo>
                  <a:pt x="22858" y="19713"/>
                </a:lnTo>
                <a:lnTo>
                  <a:pt x="22858" y="19713"/>
                </a:lnTo>
                <a:lnTo>
                  <a:pt x="22859" y="19713"/>
                </a:lnTo>
                <a:lnTo>
                  <a:pt x="22859" y="19713"/>
                </a:lnTo>
                <a:lnTo>
                  <a:pt x="22859" y="19713"/>
                </a:lnTo>
                <a:lnTo>
                  <a:pt x="22859" y="19713"/>
                </a:lnTo>
                <a:lnTo>
                  <a:pt x="22859" y="19713"/>
                </a:lnTo>
                <a:lnTo>
                  <a:pt x="22859" y="19713"/>
                </a:lnTo>
                <a:lnTo>
                  <a:pt x="22859" y="19713"/>
                </a:lnTo>
                <a:lnTo>
                  <a:pt x="22860" y="19713"/>
                </a:lnTo>
                <a:lnTo>
                  <a:pt x="22860" y="19713"/>
                </a:lnTo>
                <a:lnTo>
                  <a:pt x="22860" y="19713"/>
                </a:lnTo>
                <a:lnTo>
                  <a:pt x="22860" y="19713"/>
                </a:lnTo>
                <a:lnTo>
                  <a:pt x="22860" y="19713"/>
                </a:lnTo>
                <a:lnTo>
                  <a:pt x="22860" y="19713"/>
                </a:lnTo>
                <a:lnTo>
                  <a:pt x="22861" y="19713"/>
                </a:lnTo>
                <a:lnTo>
                  <a:pt x="22861" y="19713"/>
                </a:lnTo>
                <a:lnTo>
                  <a:pt x="22861" y="19713"/>
                </a:lnTo>
                <a:lnTo>
                  <a:pt x="22861" y="19713"/>
                </a:lnTo>
                <a:lnTo>
                  <a:pt x="22861" y="19713"/>
                </a:lnTo>
                <a:lnTo>
                  <a:pt x="22861" y="19713"/>
                </a:lnTo>
                <a:lnTo>
                  <a:pt x="22861" y="19713"/>
                </a:lnTo>
                <a:lnTo>
                  <a:pt x="22862" y="19713"/>
                </a:lnTo>
                <a:lnTo>
                  <a:pt x="22862" y="19713"/>
                </a:lnTo>
                <a:lnTo>
                  <a:pt x="22862" y="19713"/>
                </a:lnTo>
                <a:lnTo>
                  <a:pt x="22862" y="19713"/>
                </a:lnTo>
                <a:lnTo>
                  <a:pt x="22862" y="19713"/>
                </a:lnTo>
                <a:lnTo>
                  <a:pt x="22862" y="19713"/>
                </a:lnTo>
                <a:lnTo>
                  <a:pt x="22863" y="19713"/>
                </a:lnTo>
                <a:lnTo>
                  <a:pt x="22863" y="19713"/>
                </a:lnTo>
                <a:lnTo>
                  <a:pt x="22863" y="19713"/>
                </a:lnTo>
                <a:lnTo>
                  <a:pt x="22863" y="19713"/>
                </a:lnTo>
                <a:lnTo>
                  <a:pt x="22863" y="19713"/>
                </a:lnTo>
                <a:lnTo>
                  <a:pt x="22863" y="19713"/>
                </a:lnTo>
                <a:lnTo>
                  <a:pt x="22863" y="19713"/>
                </a:lnTo>
                <a:lnTo>
                  <a:pt x="22864" y="19713"/>
                </a:lnTo>
                <a:lnTo>
                  <a:pt x="22864" y="19713"/>
                </a:lnTo>
                <a:lnTo>
                  <a:pt x="22864" y="19713"/>
                </a:lnTo>
                <a:lnTo>
                  <a:pt x="22864" y="19713"/>
                </a:lnTo>
                <a:lnTo>
                  <a:pt x="22864" y="19713"/>
                </a:lnTo>
                <a:lnTo>
                  <a:pt x="22864" y="19713"/>
                </a:lnTo>
                <a:lnTo>
                  <a:pt x="22865" y="19713"/>
                </a:lnTo>
                <a:lnTo>
                  <a:pt x="22865" y="19713"/>
                </a:lnTo>
                <a:lnTo>
                  <a:pt x="22865" y="19713"/>
                </a:lnTo>
                <a:lnTo>
                  <a:pt x="22865" y="19713"/>
                </a:lnTo>
                <a:lnTo>
                  <a:pt x="22865" y="19713"/>
                </a:lnTo>
                <a:lnTo>
                  <a:pt x="22865" y="19713"/>
                </a:lnTo>
                <a:lnTo>
                  <a:pt x="22865" y="19713"/>
                </a:lnTo>
                <a:lnTo>
                  <a:pt x="22866" y="19713"/>
                </a:lnTo>
                <a:lnTo>
                  <a:pt x="22866" y="19713"/>
                </a:lnTo>
                <a:lnTo>
                  <a:pt x="22866" y="19713"/>
                </a:lnTo>
                <a:lnTo>
                  <a:pt x="22866" y="19713"/>
                </a:lnTo>
                <a:lnTo>
                  <a:pt x="22866" y="19713"/>
                </a:lnTo>
                <a:lnTo>
                  <a:pt x="22866" y="19713"/>
                </a:lnTo>
                <a:lnTo>
                  <a:pt x="22867" y="19713"/>
                </a:lnTo>
                <a:lnTo>
                  <a:pt x="22867" y="19713"/>
                </a:lnTo>
                <a:lnTo>
                  <a:pt x="22867" y="19713"/>
                </a:lnTo>
                <a:lnTo>
                  <a:pt x="22867" y="19713"/>
                </a:lnTo>
                <a:lnTo>
                  <a:pt x="22867" y="19713"/>
                </a:lnTo>
                <a:lnTo>
                  <a:pt x="22867" y="19713"/>
                </a:lnTo>
                <a:lnTo>
                  <a:pt x="22867" y="19713"/>
                </a:lnTo>
                <a:lnTo>
                  <a:pt x="22868" y="19713"/>
                </a:lnTo>
                <a:lnTo>
                  <a:pt x="22868" y="19713"/>
                </a:lnTo>
                <a:lnTo>
                  <a:pt x="22868" y="19713"/>
                </a:lnTo>
                <a:lnTo>
                  <a:pt x="22868" y="19713"/>
                </a:lnTo>
                <a:lnTo>
                  <a:pt x="22868" y="19713"/>
                </a:lnTo>
                <a:lnTo>
                  <a:pt x="22868" y="19713"/>
                </a:lnTo>
                <a:lnTo>
                  <a:pt x="22869" y="19713"/>
                </a:lnTo>
                <a:lnTo>
                  <a:pt x="22869" y="19713"/>
                </a:lnTo>
                <a:lnTo>
                  <a:pt x="22869" y="19713"/>
                </a:lnTo>
                <a:lnTo>
                  <a:pt x="22869" y="19713"/>
                </a:lnTo>
                <a:lnTo>
                  <a:pt x="22869" y="19713"/>
                </a:lnTo>
                <a:lnTo>
                  <a:pt x="22869" y="19713"/>
                </a:lnTo>
                <a:lnTo>
                  <a:pt x="22869" y="19713"/>
                </a:lnTo>
                <a:lnTo>
                  <a:pt x="22870" y="19713"/>
                </a:lnTo>
                <a:lnTo>
                  <a:pt x="22870" y="19713"/>
                </a:lnTo>
                <a:lnTo>
                  <a:pt x="22870" y="19713"/>
                </a:lnTo>
                <a:lnTo>
                  <a:pt x="22870" y="19713"/>
                </a:lnTo>
                <a:lnTo>
                  <a:pt x="22870" y="19713"/>
                </a:lnTo>
                <a:lnTo>
                  <a:pt x="22870" y="19713"/>
                </a:lnTo>
                <a:lnTo>
                  <a:pt x="22871" y="19713"/>
                </a:lnTo>
                <a:lnTo>
                  <a:pt x="22871" y="19713"/>
                </a:lnTo>
                <a:lnTo>
                  <a:pt x="22871" y="19713"/>
                </a:lnTo>
                <a:lnTo>
                  <a:pt x="22871" y="19713"/>
                </a:lnTo>
                <a:lnTo>
                  <a:pt x="22871" y="19713"/>
                </a:lnTo>
                <a:lnTo>
                  <a:pt x="22871" y="19713"/>
                </a:lnTo>
                <a:lnTo>
                  <a:pt x="22871" y="19713"/>
                </a:lnTo>
                <a:lnTo>
                  <a:pt x="22872" y="19713"/>
                </a:lnTo>
                <a:lnTo>
                  <a:pt x="22872" y="19713"/>
                </a:lnTo>
                <a:lnTo>
                  <a:pt x="22872" y="19713"/>
                </a:lnTo>
                <a:lnTo>
                  <a:pt x="22872" y="19713"/>
                </a:lnTo>
                <a:lnTo>
                  <a:pt x="22872" y="19713"/>
                </a:lnTo>
                <a:lnTo>
                  <a:pt x="22872" y="19713"/>
                </a:lnTo>
                <a:lnTo>
                  <a:pt x="22873" y="19713"/>
                </a:lnTo>
                <a:lnTo>
                  <a:pt x="22873" y="19713"/>
                </a:lnTo>
                <a:lnTo>
                  <a:pt x="22873" y="19713"/>
                </a:lnTo>
                <a:lnTo>
                  <a:pt x="22873" y="19713"/>
                </a:lnTo>
                <a:lnTo>
                  <a:pt x="22873" y="19713"/>
                </a:lnTo>
                <a:lnTo>
                  <a:pt x="22873" y="19713"/>
                </a:lnTo>
                <a:lnTo>
                  <a:pt x="22873" y="19713"/>
                </a:lnTo>
                <a:lnTo>
                  <a:pt x="22874" y="19713"/>
                </a:lnTo>
                <a:lnTo>
                  <a:pt x="22874" y="19713"/>
                </a:lnTo>
                <a:lnTo>
                  <a:pt x="22874" y="19713"/>
                </a:lnTo>
                <a:lnTo>
                  <a:pt x="22874" y="19713"/>
                </a:lnTo>
                <a:lnTo>
                  <a:pt x="22874" y="19713"/>
                </a:lnTo>
                <a:lnTo>
                  <a:pt x="22874" y="19713"/>
                </a:lnTo>
                <a:lnTo>
                  <a:pt x="22875" y="19713"/>
                </a:lnTo>
                <a:lnTo>
                  <a:pt x="22875" y="19713"/>
                </a:lnTo>
                <a:lnTo>
                  <a:pt x="22875" y="19713"/>
                </a:lnTo>
                <a:lnTo>
                  <a:pt x="22875" y="19713"/>
                </a:lnTo>
                <a:lnTo>
                  <a:pt x="22875" y="19713"/>
                </a:lnTo>
                <a:lnTo>
                  <a:pt x="22875" y="19713"/>
                </a:lnTo>
                <a:lnTo>
                  <a:pt x="22875" y="19713"/>
                </a:lnTo>
                <a:lnTo>
                  <a:pt x="22876" y="19713"/>
                </a:lnTo>
                <a:lnTo>
                  <a:pt x="22876" y="19713"/>
                </a:lnTo>
                <a:lnTo>
                  <a:pt x="22876" y="19713"/>
                </a:lnTo>
                <a:lnTo>
                  <a:pt x="22876" y="19713"/>
                </a:lnTo>
                <a:lnTo>
                  <a:pt x="22876" y="19713"/>
                </a:lnTo>
                <a:lnTo>
                  <a:pt x="22876" y="19713"/>
                </a:lnTo>
                <a:lnTo>
                  <a:pt x="22877" y="19713"/>
                </a:lnTo>
                <a:lnTo>
                  <a:pt x="22877" y="19713"/>
                </a:lnTo>
                <a:lnTo>
                  <a:pt x="22877" y="19713"/>
                </a:lnTo>
                <a:lnTo>
                  <a:pt x="22877" y="19713"/>
                </a:lnTo>
                <a:lnTo>
                  <a:pt x="22877" y="19713"/>
                </a:lnTo>
                <a:lnTo>
                  <a:pt x="22877" y="19713"/>
                </a:lnTo>
                <a:lnTo>
                  <a:pt x="22877" y="19713"/>
                </a:lnTo>
                <a:lnTo>
                  <a:pt x="22878" y="19713"/>
                </a:lnTo>
                <a:lnTo>
                  <a:pt x="22878" y="19713"/>
                </a:lnTo>
                <a:lnTo>
                  <a:pt x="22878" y="19713"/>
                </a:lnTo>
                <a:lnTo>
                  <a:pt x="22878" y="19713"/>
                </a:lnTo>
                <a:lnTo>
                  <a:pt x="22878" y="19713"/>
                </a:lnTo>
                <a:lnTo>
                  <a:pt x="22878" y="19713"/>
                </a:lnTo>
                <a:lnTo>
                  <a:pt x="22879" y="19713"/>
                </a:lnTo>
                <a:lnTo>
                  <a:pt x="22879" y="19713"/>
                </a:lnTo>
                <a:lnTo>
                  <a:pt x="22879" y="19713"/>
                </a:lnTo>
                <a:lnTo>
                  <a:pt x="22879" y="19713"/>
                </a:lnTo>
                <a:lnTo>
                  <a:pt x="22879" y="19713"/>
                </a:lnTo>
                <a:lnTo>
                  <a:pt x="22879" y="19713"/>
                </a:lnTo>
                <a:lnTo>
                  <a:pt x="22880" y="19713"/>
                </a:lnTo>
                <a:lnTo>
                  <a:pt x="22880" y="19713"/>
                </a:lnTo>
                <a:lnTo>
                  <a:pt x="22880" y="19713"/>
                </a:lnTo>
                <a:lnTo>
                  <a:pt x="22880" y="19713"/>
                </a:lnTo>
                <a:lnTo>
                  <a:pt x="22880" y="19713"/>
                </a:lnTo>
                <a:lnTo>
                  <a:pt x="22880" y="19713"/>
                </a:lnTo>
                <a:lnTo>
                  <a:pt x="22880" y="19713"/>
                </a:lnTo>
                <a:lnTo>
                  <a:pt x="22881" y="19713"/>
                </a:lnTo>
                <a:lnTo>
                  <a:pt x="22881" y="19713"/>
                </a:lnTo>
                <a:lnTo>
                  <a:pt x="22881" y="19713"/>
                </a:lnTo>
                <a:lnTo>
                  <a:pt x="22881" y="19713"/>
                </a:lnTo>
                <a:lnTo>
                  <a:pt x="22881" y="19713"/>
                </a:lnTo>
                <a:lnTo>
                  <a:pt x="22881" y="19713"/>
                </a:lnTo>
                <a:lnTo>
                  <a:pt x="22882" y="19713"/>
                </a:lnTo>
                <a:lnTo>
                  <a:pt x="22882" y="19713"/>
                </a:lnTo>
                <a:lnTo>
                  <a:pt x="22882" y="19713"/>
                </a:lnTo>
                <a:lnTo>
                  <a:pt x="22882" y="19713"/>
                </a:lnTo>
                <a:lnTo>
                  <a:pt x="22882" y="19713"/>
                </a:lnTo>
                <a:lnTo>
                  <a:pt x="22882" y="19713"/>
                </a:lnTo>
                <a:lnTo>
                  <a:pt x="22882" y="19713"/>
                </a:lnTo>
                <a:lnTo>
                  <a:pt x="22883" y="19713"/>
                </a:lnTo>
                <a:lnTo>
                  <a:pt x="22883" y="19713"/>
                </a:lnTo>
                <a:lnTo>
                  <a:pt x="22883" y="19713"/>
                </a:lnTo>
                <a:lnTo>
                  <a:pt x="22883" y="19713"/>
                </a:lnTo>
                <a:lnTo>
                  <a:pt x="22883" y="19713"/>
                </a:lnTo>
                <a:lnTo>
                  <a:pt x="22883" y="19713"/>
                </a:lnTo>
                <a:lnTo>
                  <a:pt x="22884" y="19713"/>
                </a:lnTo>
                <a:lnTo>
                  <a:pt x="22884" y="19713"/>
                </a:lnTo>
                <a:lnTo>
                  <a:pt x="22884" y="19713"/>
                </a:lnTo>
                <a:lnTo>
                  <a:pt x="22884" y="19713"/>
                </a:lnTo>
                <a:lnTo>
                  <a:pt x="22884" y="19713"/>
                </a:lnTo>
                <a:lnTo>
                  <a:pt x="22884" y="19713"/>
                </a:lnTo>
                <a:lnTo>
                  <a:pt x="22884" y="19713"/>
                </a:lnTo>
                <a:lnTo>
                  <a:pt x="22885" y="19713"/>
                </a:lnTo>
                <a:lnTo>
                  <a:pt x="22885" y="19713"/>
                </a:lnTo>
                <a:lnTo>
                  <a:pt x="22885" y="19713"/>
                </a:lnTo>
                <a:lnTo>
                  <a:pt x="22885" y="19713"/>
                </a:lnTo>
                <a:lnTo>
                  <a:pt x="22885" y="19713"/>
                </a:lnTo>
                <a:lnTo>
                  <a:pt x="22885" y="19713"/>
                </a:lnTo>
                <a:lnTo>
                  <a:pt x="22886" y="19713"/>
                </a:lnTo>
                <a:lnTo>
                  <a:pt x="22886" y="19713"/>
                </a:lnTo>
                <a:lnTo>
                  <a:pt x="22886" y="19713"/>
                </a:lnTo>
                <a:lnTo>
                  <a:pt x="22886" y="19713"/>
                </a:lnTo>
                <a:lnTo>
                  <a:pt x="22886" y="19713"/>
                </a:lnTo>
                <a:lnTo>
                  <a:pt x="22886" y="19713"/>
                </a:lnTo>
                <a:lnTo>
                  <a:pt x="22887" y="19713"/>
                </a:lnTo>
                <a:lnTo>
                  <a:pt x="22887" y="19713"/>
                </a:lnTo>
                <a:lnTo>
                  <a:pt x="22887" y="19713"/>
                </a:lnTo>
                <a:lnTo>
                  <a:pt x="22887" y="19713"/>
                </a:lnTo>
                <a:lnTo>
                  <a:pt x="22887" y="19713"/>
                </a:lnTo>
                <a:lnTo>
                  <a:pt x="22887" y="19713"/>
                </a:lnTo>
                <a:lnTo>
                  <a:pt x="22887" y="19713"/>
                </a:lnTo>
                <a:lnTo>
                  <a:pt x="22888" y="19713"/>
                </a:lnTo>
                <a:lnTo>
                  <a:pt x="22888" y="19713"/>
                </a:lnTo>
                <a:lnTo>
                  <a:pt x="22888" y="19713"/>
                </a:lnTo>
                <a:lnTo>
                  <a:pt x="22888" y="19713"/>
                </a:lnTo>
                <a:lnTo>
                  <a:pt x="22888" y="19713"/>
                </a:lnTo>
                <a:lnTo>
                  <a:pt x="22888" y="19713"/>
                </a:lnTo>
                <a:lnTo>
                  <a:pt x="22889" y="19713"/>
                </a:lnTo>
                <a:lnTo>
                  <a:pt x="22889" y="19713"/>
                </a:lnTo>
                <a:lnTo>
                  <a:pt x="22889" y="19713"/>
                </a:lnTo>
                <a:lnTo>
                  <a:pt x="22889" y="19713"/>
                </a:lnTo>
                <a:lnTo>
                  <a:pt x="22889" y="19713"/>
                </a:lnTo>
                <a:lnTo>
                  <a:pt x="22889" y="19713"/>
                </a:lnTo>
                <a:lnTo>
                  <a:pt x="22889" y="19713"/>
                </a:lnTo>
                <a:lnTo>
                  <a:pt x="22890" y="19713"/>
                </a:lnTo>
                <a:lnTo>
                  <a:pt x="22890" y="19713"/>
                </a:lnTo>
                <a:lnTo>
                  <a:pt x="22890" y="19713"/>
                </a:lnTo>
                <a:lnTo>
                  <a:pt x="22890" y="19713"/>
                </a:lnTo>
                <a:lnTo>
                  <a:pt x="22890" y="19713"/>
                </a:lnTo>
                <a:lnTo>
                  <a:pt x="22890" y="19713"/>
                </a:lnTo>
                <a:lnTo>
                  <a:pt x="22891" y="19713"/>
                </a:lnTo>
                <a:lnTo>
                  <a:pt x="22891" y="19713"/>
                </a:lnTo>
                <a:lnTo>
                  <a:pt x="22891" y="19713"/>
                </a:lnTo>
                <a:lnTo>
                  <a:pt x="22891" y="19713"/>
                </a:lnTo>
                <a:lnTo>
                  <a:pt x="22891" y="19713"/>
                </a:lnTo>
                <a:lnTo>
                  <a:pt x="22891" y="19713"/>
                </a:lnTo>
                <a:lnTo>
                  <a:pt x="22892" y="19713"/>
                </a:lnTo>
                <a:lnTo>
                  <a:pt x="22892" y="19713"/>
                </a:lnTo>
                <a:lnTo>
                  <a:pt x="22892" y="19713"/>
                </a:lnTo>
                <a:lnTo>
                  <a:pt x="22892" y="19713"/>
                </a:lnTo>
                <a:lnTo>
                  <a:pt x="22892" y="19713"/>
                </a:lnTo>
                <a:lnTo>
                  <a:pt x="22892" y="19713"/>
                </a:lnTo>
                <a:lnTo>
                  <a:pt x="22892" y="19713"/>
                </a:lnTo>
                <a:lnTo>
                  <a:pt x="22893" y="19713"/>
                </a:lnTo>
                <a:lnTo>
                  <a:pt x="22893" y="19713"/>
                </a:lnTo>
                <a:lnTo>
                  <a:pt x="22893" y="19713"/>
                </a:lnTo>
                <a:lnTo>
                  <a:pt x="22893" y="19713"/>
                </a:lnTo>
                <a:lnTo>
                  <a:pt x="22893" y="19713"/>
                </a:lnTo>
                <a:lnTo>
                  <a:pt x="22893" y="19713"/>
                </a:lnTo>
                <a:lnTo>
                  <a:pt x="22894" y="19713"/>
                </a:lnTo>
                <a:lnTo>
                  <a:pt x="22894" y="19713"/>
                </a:lnTo>
                <a:lnTo>
                  <a:pt x="22894" y="19713"/>
                </a:lnTo>
                <a:lnTo>
                  <a:pt x="22894" y="19713"/>
                </a:lnTo>
                <a:lnTo>
                  <a:pt x="22894" y="19713"/>
                </a:lnTo>
                <a:lnTo>
                  <a:pt x="22894" y="19713"/>
                </a:lnTo>
                <a:lnTo>
                  <a:pt x="22895" y="19713"/>
                </a:lnTo>
                <a:lnTo>
                  <a:pt x="22895" y="19713"/>
                </a:lnTo>
                <a:lnTo>
                  <a:pt x="22895" y="19713"/>
                </a:lnTo>
                <a:lnTo>
                  <a:pt x="22895" y="19713"/>
                </a:lnTo>
                <a:lnTo>
                  <a:pt x="22895" y="19713"/>
                </a:lnTo>
                <a:lnTo>
                  <a:pt x="22895" y="19713"/>
                </a:lnTo>
                <a:lnTo>
                  <a:pt x="22895" y="19713"/>
                </a:lnTo>
                <a:lnTo>
                  <a:pt x="22896" y="19713"/>
                </a:lnTo>
                <a:lnTo>
                  <a:pt x="22896" y="19713"/>
                </a:lnTo>
                <a:lnTo>
                  <a:pt x="22896" y="19713"/>
                </a:lnTo>
                <a:lnTo>
                  <a:pt x="22896" y="19713"/>
                </a:lnTo>
                <a:lnTo>
                  <a:pt x="22896" y="19713"/>
                </a:lnTo>
                <a:lnTo>
                  <a:pt x="22896" y="19713"/>
                </a:lnTo>
                <a:lnTo>
                  <a:pt x="22897" y="19713"/>
                </a:lnTo>
                <a:lnTo>
                  <a:pt x="22897" y="19713"/>
                </a:lnTo>
                <a:lnTo>
                  <a:pt x="22897" y="19713"/>
                </a:lnTo>
                <a:lnTo>
                  <a:pt x="22897" y="19713"/>
                </a:lnTo>
                <a:lnTo>
                  <a:pt x="22897" y="19713"/>
                </a:lnTo>
                <a:lnTo>
                  <a:pt x="22897" y="19713"/>
                </a:lnTo>
                <a:lnTo>
                  <a:pt x="22898" y="19713"/>
                </a:lnTo>
                <a:lnTo>
                  <a:pt x="22898" y="19713"/>
                </a:lnTo>
                <a:lnTo>
                  <a:pt x="22898" y="19713"/>
                </a:lnTo>
                <a:lnTo>
                  <a:pt x="22898" y="19713"/>
                </a:lnTo>
                <a:lnTo>
                  <a:pt x="22898" y="19713"/>
                </a:lnTo>
                <a:lnTo>
                  <a:pt x="22898" y="19713"/>
                </a:lnTo>
                <a:lnTo>
                  <a:pt x="22898" y="19713"/>
                </a:lnTo>
                <a:lnTo>
                  <a:pt x="22899" y="19713"/>
                </a:lnTo>
                <a:lnTo>
                  <a:pt x="22899" y="19713"/>
                </a:lnTo>
                <a:lnTo>
                  <a:pt x="22899" y="19713"/>
                </a:lnTo>
                <a:lnTo>
                  <a:pt x="22899" y="19713"/>
                </a:lnTo>
                <a:lnTo>
                  <a:pt x="22899" y="19713"/>
                </a:lnTo>
                <a:lnTo>
                  <a:pt x="22899" y="19713"/>
                </a:lnTo>
                <a:lnTo>
                  <a:pt x="22900" y="19713"/>
                </a:lnTo>
                <a:lnTo>
                  <a:pt x="22900" y="19713"/>
                </a:lnTo>
                <a:lnTo>
                  <a:pt x="22900" y="19713"/>
                </a:lnTo>
                <a:lnTo>
                  <a:pt x="22900" y="19713"/>
                </a:lnTo>
                <a:lnTo>
                  <a:pt x="22900" y="19713"/>
                </a:lnTo>
                <a:lnTo>
                  <a:pt x="22900" y="19713"/>
                </a:lnTo>
                <a:lnTo>
                  <a:pt x="22901" y="19713"/>
                </a:lnTo>
                <a:lnTo>
                  <a:pt x="22901" y="19713"/>
                </a:lnTo>
                <a:lnTo>
                  <a:pt x="22901" y="19713"/>
                </a:lnTo>
                <a:lnTo>
                  <a:pt x="22901" y="19713"/>
                </a:lnTo>
                <a:lnTo>
                  <a:pt x="22901" y="19713"/>
                </a:lnTo>
                <a:lnTo>
                  <a:pt x="22901" y="19713"/>
                </a:lnTo>
                <a:lnTo>
                  <a:pt x="22901" y="19713"/>
                </a:lnTo>
                <a:lnTo>
                  <a:pt x="22902" y="19713"/>
                </a:lnTo>
                <a:lnTo>
                  <a:pt x="22902" y="19713"/>
                </a:lnTo>
                <a:lnTo>
                  <a:pt x="22902" y="19713"/>
                </a:lnTo>
                <a:lnTo>
                  <a:pt x="22902" y="19713"/>
                </a:lnTo>
                <a:lnTo>
                  <a:pt x="22902" y="19713"/>
                </a:lnTo>
                <a:lnTo>
                  <a:pt x="22902" y="19713"/>
                </a:lnTo>
                <a:lnTo>
                  <a:pt x="22903" y="19713"/>
                </a:lnTo>
                <a:lnTo>
                  <a:pt x="22903" y="19713"/>
                </a:lnTo>
                <a:lnTo>
                  <a:pt x="22903" y="19713"/>
                </a:lnTo>
                <a:lnTo>
                  <a:pt x="22903" y="19713"/>
                </a:lnTo>
                <a:lnTo>
                  <a:pt x="22903" y="19713"/>
                </a:lnTo>
                <a:lnTo>
                  <a:pt x="22903" y="19713"/>
                </a:lnTo>
                <a:lnTo>
                  <a:pt x="22904" y="19713"/>
                </a:lnTo>
                <a:lnTo>
                  <a:pt x="22904" y="19713"/>
                </a:lnTo>
                <a:lnTo>
                  <a:pt x="22904" y="19713"/>
                </a:lnTo>
                <a:lnTo>
                  <a:pt x="22904" y="19713"/>
                </a:lnTo>
                <a:lnTo>
                  <a:pt x="22904" y="19713"/>
                </a:lnTo>
                <a:lnTo>
                  <a:pt x="22904" y="19713"/>
                </a:lnTo>
                <a:lnTo>
                  <a:pt x="22904" y="19713"/>
                </a:lnTo>
                <a:lnTo>
                  <a:pt x="22905" y="19713"/>
                </a:lnTo>
                <a:lnTo>
                  <a:pt x="22905" y="19713"/>
                </a:lnTo>
                <a:lnTo>
                  <a:pt x="22905" y="19713"/>
                </a:lnTo>
                <a:lnTo>
                  <a:pt x="22905" y="19713"/>
                </a:lnTo>
                <a:lnTo>
                  <a:pt x="22905" y="19713"/>
                </a:lnTo>
                <a:lnTo>
                  <a:pt x="22905" y="19713"/>
                </a:lnTo>
                <a:lnTo>
                  <a:pt x="22906" y="19713"/>
                </a:lnTo>
                <a:lnTo>
                  <a:pt x="22906" y="19713"/>
                </a:lnTo>
                <a:lnTo>
                  <a:pt x="22906" y="19713"/>
                </a:lnTo>
                <a:lnTo>
                  <a:pt x="22906" y="19713"/>
                </a:lnTo>
                <a:lnTo>
                  <a:pt x="22906" y="19713"/>
                </a:lnTo>
                <a:lnTo>
                  <a:pt x="22906" y="19713"/>
                </a:lnTo>
                <a:lnTo>
                  <a:pt x="22907" y="19713"/>
                </a:lnTo>
                <a:lnTo>
                  <a:pt x="22907" y="19713"/>
                </a:lnTo>
                <a:lnTo>
                  <a:pt x="22907" y="19713"/>
                </a:lnTo>
                <a:lnTo>
                  <a:pt x="22907" y="19713"/>
                </a:lnTo>
                <a:lnTo>
                  <a:pt x="22907" y="19713"/>
                </a:lnTo>
                <a:lnTo>
                  <a:pt x="22907" y="19713"/>
                </a:lnTo>
                <a:lnTo>
                  <a:pt x="22908" y="19713"/>
                </a:lnTo>
                <a:lnTo>
                  <a:pt x="22908" y="19713"/>
                </a:lnTo>
                <a:lnTo>
                  <a:pt x="22908" y="19713"/>
                </a:lnTo>
                <a:lnTo>
                  <a:pt x="22908" y="19713"/>
                </a:lnTo>
                <a:lnTo>
                  <a:pt x="22908" y="19713"/>
                </a:lnTo>
                <a:lnTo>
                  <a:pt x="22908" y="19713"/>
                </a:lnTo>
                <a:lnTo>
                  <a:pt x="22908" y="19713"/>
                </a:lnTo>
                <a:lnTo>
                  <a:pt x="22909" y="19713"/>
                </a:lnTo>
                <a:lnTo>
                  <a:pt x="22909" y="19713"/>
                </a:lnTo>
                <a:lnTo>
                  <a:pt x="22909" y="19713"/>
                </a:lnTo>
                <a:lnTo>
                  <a:pt x="22909" y="19713"/>
                </a:lnTo>
                <a:lnTo>
                  <a:pt x="22909" y="19713"/>
                </a:lnTo>
                <a:lnTo>
                  <a:pt x="22909" y="19713"/>
                </a:lnTo>
                <a:lnTo>
                  <a:pt x="22910" y="19713"/>
                </a:lnTo>
                <a:lnTo>
                  <a:pt x="22910" y="19713"/>
                </a:lnTo>
                <a:lnTo>
                  <a:pt x="22910" y="19713"/>
                </a:lnTo>
                <a:lnTo>
                  <a:pt x="22910" y="19713"/>
                </a:lnTo>
                <a:lnTo>
                  <a:pt x="22910" y="19713"/>
                </a:lnTo>
                <a:lnTo>
                  <a:pt x="22910" y="19713"/>
                </a:lnTo>
                <a:lnTo>
                  <a:pt x="22911" y="19713"/>
                </a:lnTo>
                <a:lnTo>
                  <a:pt x="22911" y="19713"/>
                </a:lnTo>
                <a:lnTo>
                  <a:pt x="22911" y="19713"/>
                </a:lnTo>
                <a:lnTo>
                  <a:pt x="22911" y="19713"/>
                </a:lnTo>
                <a:lnTo>
                  <a:pt x="22911" y="19713"/>
                </a:lnTo>
                <a:lnTo>
                  <a:pt x="22911" y="19713"/>
                </a:lnTo>
                <a:lnTo>
                  <a:pt x="22912" y="19713"/>
                </a:lnTo>
                <a:lnTo>
                  <a:pt x="22912" y="19713"/>
                </a:lnTo>
                <a:lnTo>
                  <a:pt x="22912" y="19713"/>
                </a:lnTo>
                <a:lnTo>
                  <a:pt x="22912" y="19713"/>
                </a:lnTo>
                <a:lnTo>
                  <a:pt x="22912" y="19713"/>
                </a:lnTo>
                <a:lnTo>
                  <a:pt x="22912" y="19713"/>
                </a:lnTo>
                <a:lnTo>
                  <a:pt x="22912" y="19713"/>
                </a:lnTo>
                <a:lnTo>
                  <a:pt x="22913" y="19713"/>
                </a:lnTo>
                <a:lnTo>
                  <a:pt x="22913" y="19713"/>
                </a:lnTo>
                <a:lnTo>
                  <a:pt x="22913" y="19713"/>
                </a:lnTo>
                <a:lnTo>
                  <a:pt x="22913" y="19713"/>
                </a:lnTo>
                <a:lnTo>
                  <a:pt x="22913" y="19713"/>
                </a:lnTo>
                <a:lnTo>
                  <a:pt x="22913" y="19713"/>
                </a:lnTo>
                <a:lnTo>
                  <a:pt x="22914" y="19713"/>
                </a:lnTo>
                <a:lnTo>
                  <a:pt x="22914" y="19713"/>
                </a:lnTo>
                <a:lnTo>
                  <a:pt x="22914" y="19713"/>
                </a:lnTo>
                <a:lnTo>
                  <a:pt x="22914" y="19713"/>
                </a:lnTo>
                <a:lnTo>
                  <a:pt x="22914" y="19713"/>
                </a:lnTo>
                <a:lnTo>
                  <a:pt x="22914" y="19713"/>
                </a:lnTo>
                <a:lnTo>
                  <a:pt x="22915" y="19713"/>
                </a:lnTo>
                <a:lnTo>
                  <a:pt x="22915" y="19713"/>
                </a:lnTo>
                <a:lnTo>
                  <a:pt x="22915" y="19713"/>
                </a:lnTo>
                <a:lnTo>
                  <a:pt x="22915" y="19713"/>
                </a:lnTo>
                <a:lnTo>
                  <a:pt x="22915" y="19713"/>
                </a:lnTo>
                <a:lnTo>
                  <a:pt x="22915" y="19713"/>
                </a:lnTo>
                <a:lnTo>
                  <a:pt x="22916" y="19713"/>
                </a:lnTo>
                <a:lnTo>
                  <a:pt x="22916" y="19713"/>
                </a:lnTo>
                <a:lnTo>
                  <a:pt x="22916" y="19713"/>
                </a:lnTo>
                <a:lnTo>
                  <a:pt x="22916" y="19713"/>
                </a:lnTo>
                <a:lnTo>
                  <a:pt x="22916" y="19713"/>
                </a:lnTo>
                <a:lnTo>
                  <a:pt x="22916" y="19713"/>
                </a:lnTo>
                <a:lnTo>
                  <a:pt x="22916" y="19713"/>
                </a:lnTo>
                <a:lnTo>
                  <a:pt x="22917" y="19713"/>
                </a:lnTo>
                <a:lnTo>
                  <a:pt x="22917" y="19713"/>
                </a:lnTo>
                <a:lnTo>
                  <a:pt x="22917" y="19713"/>
                </a:lnTo>
                <a:lnTo>
                  <a:pt x="22917" y="19713"/>
                </a:lnTo>
                <a:lnTo>
                  <a:pt x="22917" y="19713"/>
                </a:lnTo>
                <a:lnTo>
                  <a:pt x="22917" y="19713"/>
                </a:lnTo>
                <a:lnTo>
                  <a:pt x="22918" y="19713"/>
                </a:lnTo>
                <a:lnTo>
                  <a:pt x="22918" y="19713"/>
                </a:lnTo>
                <a:lnTo>
                  <a:pt x="22918" y="19713"/>
                </a:lnTo>
                <a:lnTo>
                  <a:pt x="22918" y="19713"/>
                </a:lnTo>
                <a:lnTo>
                  <a:pt x="22918" y="19713"/>
                </a:lnTo>
                <a:lnTo>
                  <a:pt x="22918" y="19713"/>
                </a:lnTo>
                <a:lnTo>
                  <a:pt x="22919" y="19713"/>
                </a:lnTo>
                <a:lnTo>
                  <a:pt x="22919" y="19713"/>
                </a:lnTo>
                <a:lnTo>
                  <a:pt x="22919" y="19713"/>
                </a:lnTo>
                <a:lnTo>
                  <a:pt x="22919" y="19713"/>
                </a:lnTo>
                <a:lnTo>
                  <a:pt x="22919" y="19713"/>
                </a:lnTo>
                <a:lnTo>
                  <a:pt x="22919" y="19713"/>
                </a:lnTo>
                <a:lnTo>
                  <a:pt x="22920" y="19713"/>
                </a:lnTo>
                <a:lnTo>
                  <a:pt x="22920" y="19713"/>
                </a:lnTo>
                <a:lnTo>
                  <a:pt x="22920" y="19713"/>
                </a:lnTo>
                <a:lnTo>
                  <a:pt x="22920" y="19713"/>
                </a:lnTo>
                <a:lnTo>
                  <a:pt x="22920" y="19713"/>
                </a:lnTo>
                <a:lnTo>
                  <a:pt x="22920" y="19713"/>
                </a:lnTo>
                <a:lnTo>
                  <a:pt x="22920" y="19713"/>
                </a:lnTo>
                <a:lnTo>
                  <a:pt x="22921" y="19713"/>
                </a:lnTo>
                <a:lnTo>
                  <a:pt x="22921" y="19713"/>
                </a:lnTo>
                <a:lnTo>
                  <a:pt x="22921" y="19713"/>
                </a:lnTo>
                <a:lnTo>
                  <a:pt x="22921" y="19713"/>
                </a:lnTo>
                <a:lnTo>
                  <a:pt x="22921" y="19713"/>
                </a:lnTo>
                <a:lnTo>
                  <a:pt x="22921" y="19713"/>
                </a:lnTo>
                <a:lnTo>
                  <a:pt x="22922" y="19713"/>
                </a:lnTo>
                <a:lnTo>
                  <a:pt x="22922" y="19713"/>
                </a:lnTo>
                <a:lnTo>
                  <a:pt x="22922" y="19713"/>
                </a:lnTo>
                <a:lnTo>
                  <a:pt x="22922" y="19713"/>
                </a:lnTo>
                <a:lnTo>
                  <a:pt x="22922" y="19713"/>
                </a:lnTo>
                <a:lnTo>
                  <a:pt x="22922" y="19713"/>
                </a:lnTo>
                <a:lnTo>
                  <a:pt x="22923" y="19713"/>
                </a:lnTo>
                <a:lnTo>
                  <a:pt x="22923" y="19713"/>
                </a:lnTo>
                <a:lnTo>
                  <a:pt x="22923" y="19713"/>
                </a:lnTo>
                <a:lnTo>
                  <a:pt x="22923" y="19713"/>
                </a:lnTo>
                <a:lnTo>
                  <a:pt x="22923" y="19713"/>
                </a:lnTo>
                <a:lnTo>
                  <a:pt x="22923" y="19713"/>
                </a:lnTo>
                <a:lnTo>
                  <a:pt x="22924" y="19713"/>
                </a:lnTo>
                <a:lnTo>
                  <a:pt x="22924" y="19713"/>
                </a:lnTo>
                <a:lnTo>
                  <a:pt x="22924" y="19713"/>
                </a:lnTo>
                <a:lnTo>
                  <a:pt x="22924" y="19713"/>
                </a:lnTo>
                <a:lnTo>
                  <a:pt x="22924" y="19713"/>
                </a:lnTo>
                <a:lnTo>
                  <a:pt x="22924" y="19713"/>
                </a:lnTo>
                <a:lnTo>
                  <a:pt x="22925" y="19713"/>
                </a:lnTo>
                <a:lnTo>
                  <a:pt x="22925" y="19713"/>
                </a:lnTo>
                <a:lnTo>
                  <a:pt x="22925" y="19713"/>
                </a:lnTo>
                <a:lnTo>
                  <a:pt x="22925" y="19713"/>
                </a:lnTo>
                <a:lnTo>
                  <a:pt x="22925" y="19713"/>
                </a:lnTo>
                <a:lnTo>
                  <a:pt x="22925" y="19713"/>
                </a:lnTo>
                <a:lnTo>
                  <a:pt x="22925" y="19713"/>
                </a:lnTo>
                <a:lnTo>
                  <a:pt x="22926" y="19713"/>
                </a:lnTo>
                <a:lnTo>
                  <a:pt x="22926" y="19713"/>
                </a:lnTo>
                <a:lnTo>
                  <a:pt x="22926" y="19713"/>
                </a:lnTo>
                <a:lnTo>
                  <a:pt x="22926" y="19713"/>
                </a:lnTo>
                <a:lnTo>
                  <a:pt x="22926" y="19713"/>
                </a:lnTo>
                <a:lnTo>
                  <a:pt x="22926" y="19713"/>
                </a:lnTo>
                <a:lnTo>
                  <a:pt x="22927" y="19713"/>
                </a:lnTo>
                <a:lnTo>
                  <a:pt x="22927" y="19713"/>
                </a:lnTo>
                <a:lnTo>
                  <a:pt x="22927" y="19713"/>
                </a:lnTo>
                <a:lnTo>
                  <a:pt x="22927" y="19713"/>
                </a:lnTo>
                <a:lnTo>
                  <a:pt x="22927" y="19713"/>
                </a:lnTo>
                <a:lnTo>
                  <a:pt x="22927" y="19713"/>
                </a:lnTo>
                <a:lnTo>
                  <a:pt x="22928" y="19713"/>
                </a:lnTo>
                <a:lnTo>
                  <a:pt x="22928" y="19713"/>
                </a:lnTo>
                <a:lnTo>
                  <a:pt x="22928" y="19713"/>
                </a:lnTo>
                <a:lnTo>
                  <a:pt x="22928" y="19713"/>
                </a:lnTo>
                <a:lnTo>
                  <a:pt x="22928" y="19713"/>
                </a:lnTo>
                <a:lnTo>
                  <a:pt x="22928" y="19713"/>
                </a:lnTo>
                <a:lnTo>
                  <a:pt x="22929" y="19713"/>
                </a:lnTo>
                <a:lnTo>
                  <a:pt x="22929" y="19713"/>
                </a:lnTo>
                <a:lnTo>
                  <a:pt x="22929" y="19713"/>
                </a:lnTo>
                <a:lnTo>
                  <a:pt x="22929" y="19713"/>
                </a:lnTo>
                <a:lnTo>
                  <a:pt x="22929" y="19713"/>
                </a:lnTo>
                <a:lnTo>
                  <a:pt x="22929" y="19713"/>
                </a:lnTo>
                <a:lnTo>
                  <a:pt x="22930" y="19713"/>
                </a:lnTo>
                <a:lnTo>
                  <a:pt x="22930" y="19713"/>
                </a:lnTo>
                <a:lnTo>
                  <a:pt x="22930" y="19713"/>
                </a:lnTo>
                <a:lnTo>
                  <a:pt x="22930" y="19713"/>
                </a:lnTo>
                <a:lnTo>
                  <a:pt x="22930" y="19713"/>
                </a:lnTo>
                <a:lnTo>
                  <a:pt x="22930" y="19713"/>
                </a:lnTo>
                <a:lnTo>
                  <a:pt x="22931" y="19713"/>
                </a:lnTo>
                <a:lnTo>
                  <a:pt x="22931" y="19713"/>
                </a:lnTo>
                <a:lnTo>
                  <a:pt x="22931" y="19713"/>
                </a:lnTo>
                <a:lnTo>
                  <a:pt x="22931" y="19713"/>
                </a:lnTo>
                <a:lnTo>
                  <a:pt x="22931" y="19713"/>
                </a:lnTo>
                <a:lnTo>
                  <a:pt x="22931" y="19713"/>
                </a:lnTo>
                <a:lnTo>
                  <a:pt x="22931" y="19713"/>
                </a:lnTo>
                <a:lnTo>
                  <a:pt x="22932" y="19713"/>
                </a:lnTo>
                <a:lnTo>
                  <a:pt x="22932" y="19713"/>
                </a:lnTo>
                <a:lnTo>
                  <a:pt x="22932" y="19713"/>
                </a:lnTo>
                <a:lnTo>
                  <a:pt x="22932" y="19713"/>
                </a:lnTo>
                <a:lnTo>
                  <a:pt x="22932" y="19713"/>
                </a:lnTo>
                <a:lnTo>
                  <a:pt x="22932" y="19713"/>
                </a:lnTo>
                <a:lnTo>
                  <a:pt x="22933" y="19713"/>
                </a:lnTo>
                <a:lnTo>
                  <a:pt x="22933" y="19713"/>
                </a:lnTo>
                <a:lnTo>
                  <a:pt x="22933" y="19713"/>
                </a:lnTo>
                <a:lnTo>
                  <a:pt x="22933" y="19713"/>
                </a:lnTo>
                <a:lnTo>
                  <a:pt x="22933" y="19713"/>
                </a:lnTo>
                <a:lnTo>
                  <a:pt x="22933" y="19713"/>
                </a:lnTo>
                <a:lnTo>
                  <a:pt x="22934" y="19713"/>
                </a:lnTo>
                <a:lnTo>
                  <a:pt x="22934" y="19713"/>
                </a:lnTo>
                <a:lnTo>
                  <a:pt x="22934" y="19713"/>
                </a:lnTo>
                <a:lnTo>
                  <a:pt x="22934" y="19713"/>
                </a:lnTo>
                <a:lnTo>
                  <a:pt x="22934" y="19713"/>
                </a:lnTo>
                <a:lnTo>
                  <a:pt x="22934" y="19713"/>
                </a:lnTo>
                <a:lnTo>
                  <a:pt x="22935" y="19713"/>
                </a:lnTo>
                <a:lnTo>
                  <a:pt x="22935" y="19713"/>
                </a:lnTo>
                <a:lnTo>
                  <a:pt x="22935" y="19713"/>
                </a:lnTo>
                <a:lnTo>
                  <a:pt x="22935" y="19713"/>
                </a:lnTo>
                <a:lnTo>
                  <a:pt x="22935" y="19713"/>
                </a:lnTo>
                <a:lnTo>
                  <a:pt x="22935" y="19713"/>
                </a:lnTo>
                <a:lnTo>
                  <a:pt x="22936" y="19713"/>
                </a:lnTo>
                <a:lnTo>
                  <a:pt x="22936" y="19713"/>
                </a:lnTo>
                <a:lnTo>
                  <a:pt x="22936" y="19713"/>
                </a:lnTo>
                <a:lnTo>
                  <a:pt x="22936" y="19713"/>
                </a:lnTo>
                <a:lnTo>
                  <a:pt x="22936" y="19713"/>
                </a:lnTo>
                <a:lnTo>
                  <a:pt x="22936" y="19713"/>
                </a:lnTo>
                <a:lnTo>
                  <a:pt x="22937" y="19713"/>
                </a:lnTo>
                <a:lnTo>
                  <a:pt x="22937" y="19713"/>
                </a:lnTo>
                <a:lnTo>
                  <a:pt x="22937" y="19713"/>
                </a:lnTo>
                <a:lnTo>
                  <a:pt x="22937" y="19713"/>
                </a:lnTo>
                <a:lnTo>
                  <a:pt x="22937" y="19713"/>
                </a:lnTo>
                <a:lnTo>
                  <a:pt x="22937" y="19713"/>
                </a:lnTo>
                <a:lnTo>
                  <a:pt x="22938" y="19713"/>
                </a:lnTo>
                <a:lnTo>
                  <a:pt x="22938" y="19713"/>
                </a:lnTo>
                <a:lnTo>
                  <a:pt x="22938" y="19713"/>
                </a:lnTo>
                <a:lnTo>
                  <a:pt x="22938" y="19713"/>
                </a:lnTo>
                <a:lnTo>
                  <a:pt x="22938" y="19713"/>
                </a:lnTo>
                <a:lnTo>
                  <a:pt x="22938" y="19713"/>
                </a:lnTo>
                <a:lnTo>
                  <a:pt x="22939" y="19713"/>
                </a:lnTo>
                <a:lnTo>
                  <a:pt x="22939" y="19713"/>
                </a:lnTo>
                <a:lnTo>
                  <a:pt x="22939" y="19713"/>
                </a:lnTo>
                <a:lnTo>
                  <a:pt x="22939" y="19713"/>
                </a:lnTo>
                <a:lnTo>
                  <a:pt x="22939" y="19713"/>
                </a:lnTo>
                <a:lnTo>
                  <a:pt x="22939" y="19713"/>
                </a:lnTo>
                <a:lnTo>
                  <a:pt x="22939" y="19713"/>
                </a:lnTo>
                <a:lnTo>
                  <a:pt x="22940" y="19713"/>
                </a:lnTo>
                <a:lnTo>
                  <a:pt x="22940" y="19713"/>
                </a:lnTo>
                <a:lnTo>
                  <a:pt x="22940" y="19713"/>
                </a:lnTo>
                <a:lnTo>
                  <a:pt x="22940" y="19713"/>
                </a:lnTo>
                <a:lnTo>
                  <a:pt x="22940" y="19713"/>
                </a:lnTo>
                <a:lnTo>
                  <a:pt x="22940" y="19713"/>
                </a:lnTo>
                <a:lnTo>
                  <a:pt x="22941" y="19713"/>
                </a:lnTo>
                <a:lnTo>
                  <a:pt x="22941" y="19713"/>
                </a:lnTo>
                <a:lnTo>
                  <a:pt x="22941" y="19713"/>
                </a:lnTo>
                <a:lnTo>
                  <a:pt x="22941" y="19713"/>
                </a:lnTo>
                <a:lnTo>
                  <a:pt x="22941" y="19713"/>
                </a:lnTo>
                <a:lnTo>
                  <a:pt x="22941" y="19713"/>
                </a:lnTo>
                <a:lnTo>
                  <a:pt x="22942" y="19713"/>
                </a:lnTo>
                <a:lnTo>
                  <a:pt x="22942" y="19713"/>
                </a:lnTo>
                <a:lnTo>
                  <a:pt x="22942" y="19713"/>
                </a:lnTo>
                <a:lnTo>
                  <a:pt x="22942" y="19713"/>
                </a:lnTo>
                <a:lnTo>
                  <a:pt x="22942" y="19713"/>
                </a:lnTo>
                <a:lnTo>
                  <a:pt x="22942" y="19713"/>
                </a:lnTo>
                <a:lnTo>
                  <a:pt x="22943" y="19713"/>
                </a:lnTo>
                <a:lnTo>
                  <a:pt x="22943" y="19713"/>
                </a:lnTo>
                <a:lnTo>
                  <a:pt x="22943" y="19713"/>
                </a:lnTo>
                <a:lnTo>
                  <a:pt x="22943" y="19713"/>
                </a:lnTo>
                <a:lnTo>
                  <a:pt x="22943" y="19713"/>
                </a:lnTo>
                <a:lnTo>
                  <a:pt x="22943" y="19713"/>
                </a:lnTo>
                <a:lnTo>
                  <a:pt x="22944" y="19713"/>
                </a:lnTo>
                <a:lnTo>
                  <a:pt x="22944" y="19713"/>
                </a:lnTo>
                <a:lnTo>
                  <a:pt x="22944" y="19713"/>
                </a:lnTo>
                <a:lnTo>
                  <a:pt x="22944" y="19713"/>
                </a:lnTo>
                <a:lnTo>
                  <a:pt x="22944" y="19713"/>
                </a:lnTo>
                <a:lnTo>
                  <a:pt x="22944" y="19713"/>
                </a:lnTo>
                <a:lnTo>
                  <a:pt x="22945" y="19713"/>
                </a:lnTo>
                <a:lnTo>
                  <a:pt x="22945" y="19713"/>
                </a:lnTo>
                <a:lnTo>
                  <a:pt x="22945" y="19713"/>
                </a:lnTo>
                <a:lnTo>
                  <a:pt x="22945" y="19713"/>
                </a:lnTo>
                <a:lnTo>
                  <a:pt x="22945" y="19713"/>
                </a:lnTo>
                <a:lnTo>
                  <a:pt x="22945" y="19713"/>
                </a:lnTo>
                <a:lnTo>
                  <a:pt x="22946" y="19713"/>
                </a:lnTo>
                <a:lnTo>
                  <a:pt x="22946" y="19713"/>
                </a:lnTo>
                <a:lnTo>
                  <a:pt x="22946" y="19713"/>
                </a:lnTo>
                <a:lnTo>
                  <a:pt x="22946" y="19713"/>
                </a:lnTo>
                <a:lnTo>
                  <a:pt x="22946" y="19713"/>
                </a:lnTo>
                <a:lnTo>
                  <a:pt x="22946" y="19713"/>
                </a:lnTo>
                <a:lnTo>
                  <a:pt x="22947" y="19713"/>
                </a:lnTo>
                <a:lnTo>
                  <a:pt x="22947" y="19713"/>
                </a:lnTo>
                <a:lnTo>
                  <a:pt x="22947" y="19713"/>
                </a:lnTo>
                <a:lnTo>
                  <a:pt x="22947" y="19713"/>
                </a:lnTo>
                <a:lnTo>
                  <a:pt x="22947" y="19713"/>
                </a:lnTo>
                <a:lnTo>
                  <a:pt x="22947" y="19713"/>
                </a:lnTo>
                <a:lnTo>
                  <a:pt x="22948" y="19713"/>
                </a:lnTo>
                <a:lnTo>
                  <a:pt x="22948" y="19713"/>
                </a:lnTo>
                <a:lnTo>
                  <a:pt x="22948" y="19713"/>
                </a:lnTo>
                <a:lnTo>
                  <a:pt x="22948" y="19713"/>
                </a:lnTo>
                <a:lnTo>
                  <a:pt x="22948" y="19713"/>
                </a:lnTo>
                <a:lnTo>
                  <a:pt x="22948" y="19713"/>
                </a:lnTo>
                <a:lnTo>
                  <a:pt x="22949" y="19713"/>
                </a:lnTo>
                <a:lnTo>
                  <a:pt x="22949" y="19713"/>
                </a:lnTo>
                <a:lnTo>
                  <a:pt x="22949" y="19713"/>
                </a:lnTo>
                <a:lnTo>
                  <a:pt x="22949" y="19713"/>
                </a:lnTo>
                <a:lnTo>
                  <a:pt x="22949" y="19713"/>
                </a:lnTo>
                <a:lnTo>
                  <a:pt x="22949" y="19713"/>
                </a:lnTo>
                <a:lnTo>
                  <a:pt x="22950" y="19713"/>
                </a:lnTo>
                <a:lnTo>
                  <a:pt x="22950" y="19713"/>
                </a:lnTo>
                <a:lnTo>
                  <a:pt x="22950" y="19713"/>
                </a:lnTo>
                <a:lnTo>
                  <a:pt x="22950" y="19713"/>
                </a:lnTo>
                <a:lnTo>
                  <a:pt x="22950" y="19713"/>
                </a:lnTo>
                <a:lnTo>
                  <a:pt x="22950" y="19713"/>
                </a:lnTo>
                <a:lnTo>
                  <a:pt x="22950" y="19713"/>
                </a:lnTo>
                <a:lnTo>
                  <a:pt x="22951" y="19713"/>
                </a:lnTo>
                <a:lnTo>
                  <a:pt x="22951" y="19713"/>
                </a:lnTo>
                <a:lnTo>
                  <a:pt x="22951" y="19713"/>
                </a:lnTo>
                <a:lnTo>
                  <a:pt x="22951" y="19713"/>
                </a:lnTo>
                <a:lnTo>
                  <a:pt x="22951" y="19713"/>
                </a:lnTo>
                <a:lnTo>
                  <a:pt x="22951" y="19713"/>
                </a:lnTo>
                <a:lnTo>
                  <a:pt x="22952" y="19713"/>
                </a:lnTo>
                <a:lnTo>
                  <a:pt x="22952" y="19713"/>
                </a:lnTo>
                <a:lnTo>
                  <a:pt x="22952" y="19713"/>
                </a:lnTo>
                <a:lnTo>
                  <a:pt x="22952" y="19713"/>
                </a:lnTo>
                <a:lnTo>
                  <a:pt x="22952" y="19713"/>
                </a:lnTo>
                <a:lnTo>
                  <a:pt x="22952" y="19713"/>
                </a:lnTo>
                <a:lnTo>
                  <a:pt x="22953" y="19713"/>
                </a:lnTo>
                <a:lnTo>
                  <a:pt x="22953" y="19713"/>
                </a:lnTo>
                <a:lnTo>
                  <a:pt x="22953" y="19713"/>
                </a:lnTo>
                <a:lnTo>
                  <a:pt x="22953" y="19713"/>
                </a:lnTo>
                <a:lnTo>
                  <a:pt x="22953" y="19713"/>
                </a:lnTo>
                <a:lnTo>
                  <a:pt x="22953" y="19713"/>
                </a:lnTo>
                <a:lnTo>
                  <a:pt x="22954" y="19713"/>
                </a:lnTo>
                <a:lnTo>
                  <a:pt x="22954" y="19713"/>
                </a:lnTo>
                <a:lnTo>
                  <a:pt x="22954" y="19713"/>
                </a:lnTo>
                <a:lnTo>
                  <a:pt x="22954" y="19713"/>
                </a:lnTo>
                <a:lnTo>
                  <a:pt x="22954" y="19713"/>
                </a:lnTo>
                <a:lnTo>
                  <a:pt x="22954" y="19713"/>
                </a:lnTo>
                <a:lnTo>
                  <a:pt x="22955" y="19713"/>
                </a:lnTo>
                <a:lnTo>
                  <a:pt x="22955" y="19713"/>
                </a:lnTo>
                <a:lnTo>
                  <a:pt x="22955" y="19713"/>
                </a:lnTo>
                <a:lnTo>
                  <a:pt x="22955" y="19713"/>
                </a:lnTo>
                <a:lnTo>
                  <a:pt x="22955" y="19713"/>
                </a:lnTo>
                <a:lnTo>
                  <a:pt x="22955" y="19713"/>
                </a:lnTo>
                <a:lnTo>
                  <a:pt x="22956" y="19713"/>
                </a:lnTo>
                <a:lnTo>
                  <a:pt x="22956" y="19713"/>
                </a:lnTo>
                <a:lnTo>
                  <a:pt x="22956" y="19713"/>
                </a:lnTo>
                <a:lnTo>
                  <a:pt x="22956" y="19713"/>
                </a:lnTo>
                <a:lnTo>
                  <a:pt x="22956" y="19713"/>
                </a:lnTo>
                <a:lnTo>
                  <a:pt x="22956" y="19713"/>
                </a:lnTo>
                <a:lnTo>
                  <a:pt x="22957" y="19713"/>
                </a:lnTo>
                <a:lnTo>
                  <a:pt x="22957" y="19713"/>
                </a:lnTo>
                <a:lnTo>
                  <a:pt x="22957" y="19713"/>
                </a:lnTo>
                <a:lnTo>
                  <a:pt x="22957" y="19713"/>
                </a:lnTo>
                <a:lnTo>
                  <a:pt x="22957" y="19713"/>
                </a:lnTo>
                <a:lnTo>
                  <a:pt x="22957" y="19713"/>
                </a:lnTo>
                <a:lnTo>
                  <a:pt x="22958" y="19713"/>
                </a:lnTo>
                <a:lnTo>
                  <a:pt x="22958" y="19713"/>
                </a:lnTo>
                <a:lnTo>
                  <a:pt x="22958" y="19713"/>
                </a:lnTo>
                <a:lnTo>
                  <a:pt x="22958" y="19713"/>
                </a:lnTo>
                <a:lnTo>
                  <a:pt x="22958" y="19713"/>
                </a:lnTo>
                <a:lnTo>
                  <a:pt x="22958" y="19713"/>
                </a:lnTo>
                <a:lnTo>
                  <a:pt x="22959" y="19713"/>
                </a:lnTo>
                <a:lnTo>
                  <a:pt x="22959" y="19713"/>
                </a:lnTo>
                <a:lnTo>
                  <a:pt x="22959" y="19713"/>
                </a:lnTo>
                <a:lnTo>
                  <a:pt x="22959" y="19713"/>
                </a:lnTo>
                <a:lnTo>
                  <a:pt x="22959" y="19713"/>
                </a:lnTo>
                <a:lnTo>
                  <a:pt x="22959" y="19713"/>
                </a:lnTo>
                <a:lnTo>
                  <a:pt x="22960" y="19713"/>
                </a:lnTo>
                <a:lnTo>
                  <a:pt x="22960" y="19713"/>
                </a:lnTo>
                <a:lnTo>
                  <a:pt x="22960" y="19713"/>
                </a:lnTo>
                <a:lnTo>
                  <a:pt x="22960" y="19713"/>
                </a:lnTo>
                <a:lnTo>
                  <a:pt x="22960" y="19713"/>
                </a:lnTo>
                <a:lnTo>
                  <a:pt x="22960" y="19713"/>
                </a:lnTo>
                <a:lnTo>
                  <a:pt x="22961" y="19713"/>
                </a:lnTo>
                <a:lnTo>
                  <a:pt x="22961" y="19713"/>
                </a:lnTo>
                <a:lnTo>
                  <a:pt x="22961" y="19713"/>
                </a:lnTo>
                <a:lnTo>
                  <a:pt x="22961" y="19713"/>
                </a:lnTo>
                <a:lnTo>
                  <a:pt x="22961" y="19713"/>
                </a:lnTo>
                <a:lnTo>
                  <a:pt x="22961" y="19713"/>
                </a:lnTo>
                <a:lnTo>
                  <a:pt x="22962" y="19713"/>
                </a:lnTo>
                <a:lnTo>
                  <a:pt x="22962" y="19713"/>
                </a:lnTo>
                <a:lnTo>
                  <a:pt x="22962" y="19713"/>
                </a:lnTo>
                <a:lnTo>
                  <a:pt x="22962" y="19713"/>
                </a:lnTo>
                <a:lnTo>
                  <a:pt x="22962" y="19713"/>
                </a:lnTo>
                <a:lnTo>
                  <a:pt x="22962" y="19713"/>
                </a:lnTo>
                <a:lnTo>
                  <a:pt x="22963" y="19713"/>
                </a:lnTo>
                <a:lnTo>
                  <a:pt x="22963" y="19713"/>
                </a:lnTo>
                <a:lnTo>
                  <a:pt x="22963" y="19713"/>
                </a:lnTo>
                <a:lnTo>
                  <a:pt x="22963" y="19713"/>
                </a:lnTo>
                <a:lnTo>
                  <a:pt x="22963" y="19713"/>
                </a:lnTo>
                <a:lnTo>
                  <a:pt x="22963" y="19713"/>
                </a:lnTo>
                <a:lnTo>
                  <a:pt x="22964" y="19713"/>
                </a:lnTo>
                <a:lnTo>
                  <a:pt x="22964" y="19713"/>
                </a:lnTo>
                <a:lnTo>
                  <a:pt x="22964" y="19713"/>
                </a:lnTo>
                <a:lnTo>
                  <a:pt x="22964" y="19713"/>
                </a:lnTo>
                <a:lnTo>
                  <a:pt x="22964" y="19713"/>
                </a:lnTo>
                <a:lnTo>
                  <a:pt x="22964" y="19713"/>
                </a:lnTo>
                <a:lnTo>
                  <a:pt x="22965" y="19713"/>
                </a:lnTo>
                <a:lnTo>
                  <a:pt x="22965" y="19713"/>
                </a:lnTo>
                <a:lnTo>
                  <a:pt x="22965" y="19713"/>
                </a:lnTo>
                <a:lnTo>
                  <a:pt x="22965" y="19713"/>
                </a:lnTo>
                <a:lnTo>
                  <a:pt x="22965" y="19713"/>
                </a:lnTo>
                <a:lnTo>
                  <a:pt x="22965" y="19713"/>
                </a:lnTo>
                <a:lnTo>
                  <a:pt x="22966" y="19713"/>
                </a:lnTo>
                <a:lnTo>
                  <a:pt x="22966" y="19713"/>
                </a:lnTo>
                <a:lnTo>
                  <a:pt x="22966" y="19713"/>
                </a:lnTo>
                <a:lnTo>
                  <a:pt x="22966" y="19713"/>
                </a:lnTo>
                <a:lnTo>
                  <a:pt x="22966" y="19713"/>
                </a:lnTo>
                <a:lnTo>
                  <a:pt x="22966" y="19713"/>
                </a:lnTo>
                <a:lnTo>
                  <a:pt x="22967" y="19713"/>
                </a:lnTo>
                <a:lnTo>
                  <a:pt x="22967" y="19713"/>
                </a:lnTo>
                <a:lnTo>
                  <a:pt x="22967" y="19713"/>
                </a:lnTo>
                <a:lnTo>
                  <a:pt x="22967" y="19713"/>
                </a:lnTo>
                <a:lnTo>
                  <a:pt x="22967" y="19713"/>
                </a:lnTo>
                <a:lnTo>
                  <a:pt x="22967" y="19713"/>
                </a:lnTo>
                <a:lnTo>
                  <a:pt x="22968" y="19713"/>
                </a:lnTo>
                <a:lnTo>
                  <a:pt x="22968" y="19713"/>
                </a:lnTo>
                <a:lnTo>
                  <a:pt x="22968" y="19713"/>
                </a:lnTo>
                <a:lnTo>
                  <a:pt x="22968" y="19713"/>
                </a:lnTo>
                <a:lnTo>
                  <a:pt x="22968" y="19713"/>
                </a:lnTo>
                <a:lnTo>
                  <a:pt x="22968" y="19713"/>
                </a:lnTo>
                <a:lnTo>
                  <a:pt x="22969" y="19713"/>
                </a:lnTo>
                <a:lnTo>
                  <a:pt x="22969" y="19713"/>
                </a:lnTo>
                <a:lnTo>
                  <a:pt x="22969" y="19713"/>
                </a:lnTo>
                <a:lnTo>
                  <a:pt x="22969" y="19713"/>
                </a:lnTo>
                <a:lnTo>
                  <a:pt x="22969" y="19713"/>
                </a:lnTo>
                <a:lnTo>
                  <a:pt x="22969" y="19713"/>
                </a:lnTo>
                <a:lnTo>
                  <a:pt x="22970" y="19713"/>
                </a:lnTo>
                <a:lnTo>
                  <a:pt x="22970" y="19713"/>
                </a:lnTo>
                <a:lnTo>
                  <a:pt x="22970" y="19713"/>
                </a:lnTo>
                <a:lnTo>
                  <a:pt x="22970" y="19713"/>
                </a:lnTo>
                <a:lnTo>
                  <a:pt x="22970" y="19713"/>
                </a:lnTo>
                <a:lnTo>
                  <a:pt x="22970" y="19713"/>
                </a:lnTo>
                <a:lnTo>
                  <a:pt x="22971" y="19713"/>
                </a:lnTo>
                <a:lnTo>
                  <a:pt x="22971" y="19713"/>
                </a:lnTo>
                <a:lnTo>
                  <a:pt x="22971" y="19713"/>
                </a:lnTo>
                <a:lnTo>
                  <a:pt x="22971" y="19713"/>
                </a:lnTo>
                <a:lnTo>
                  <a:pt x="22971" y="19713"/>
                </a:lnTo>
                <a:lnTo>
                  <a:pt x="22971" y="19713"/>
                </a:lnTo>
                <a:lnTo>
                  <a:pt x="22972" y="19713"/>
                </a:lnTo>
                <a:lnTo>
                  <a:pt x="22972" y="19713"/>
                </a:lnTo>
                <a:lnTo>
                  <a:pt x="22972" y="19713"/>
                </a:lnTo>
                <a:lnTo>
                  <a:pt x="22972" y="19713"/>
                </a:lnTo>
                <a:lnTo>
                  <a:pt x="22972" y="19713"/>
                </a:lnTo>
                <a:lnTo>
                  <a:pt x="22972" y="19713"/>
                </a:lnTo>
                <a:lnTo>
                  <a:pt x="22973" y="19713"/>
                </a:lnTo>
                <a:lnTo>
                  <a:pt x="22973" y="19713"/>
                </a:lnTo>
                <a:lnTo>
                  <a:pt x="22973" y="19713"/>
                </a:lnTo>
                <a:lnTo>
                  <a:pt x="22973" y="19713"/>
                </a:lnTo>
                <a:lnTo>
                  <a:pt x="22973" y="19713"/>
                </a:lnTo>
                <a:lnTo>
                  <a:pt x="22973" y="19713"/>
                </a:lnTo>
                <a:lnTo>
                  <a:pt x="22974" y="19713"/>
                </a:lnTo>
                <a:lnTo>
                  <a:pt x="22974" y="19713"/>
                </a:lnTo>
                <a:lnTo>
                  <a:pt x="22974" y="19713"/>
                </a:lnTo>
                <a:lnTo>
                  <a:pt x="22974" y="19713"/>
                </a:lnTo>
                <a:lnTo>
                  <a:pt x="22974" y="19713"/>
                </a:lnTo>
                <a:lnTo>
                  <a:pt x="22974" y="19713"/>
                </a:lnTo>
                <a:lnTo>
                  <a:pt x="22975" y="19713"/>
                </a:lnTo>
                <a:lnTo>
                  <a:pt x="22975" y="19713"/>
                </a:lnTo>
                <a:lnTo>
                  <a:pt x="22975" y="19713"/>
                </a:lnTo>
                <a:lnTo>
                  <a:pt x="22975" y="19713"/>
                </a:lnTo>
                <a:lnTo>
                  <a:pt x="22975" y="19713"/>
                </a:lnTo>
                <a:lnTo>
                  <a:pt x="22976" y="19713"/>
                </a:lnTo>
                <a:lnTo>
                  <a:pt x="22976" y="19713"/>
                </a:lnTo>
                <a:lnTo>
                  <a:pt x="22976" y="19713"/>
                </a:lnTo>
                <a:lnTo>
                  <a:pt x="22976" y="19713"/>
                </a:lnTo>
                <a:lnTo>
                  <a:pt x="22976" y="19713"/>
                </a:lnTo>
                <a:lnTo>
                  <a:pt x="22976" y="19713"/>
                </a:lnTo>
                <a:lnTo>
                  <a:pt x="22977" y="19713"/>
                </a:lnTo>
                <a:lnTo>
                  <a:pt x="22977" y="19713"/>
                </a:lnTo>
                <a:lnTo>
                  <a:pt x="22977" y="19713"/>
                </a:lnTo>
                <a:lnTo>
                  <a:pt x="22977" y="19713"/>
                </a:lnTo>
                <a:lnTo>
                  <a:pt x="22977" y="19713"/>
                </a:lnTo>
                <a:lnTo>
                  <a:pt x="22977" y="19713"/>
                </a:lnTo>
                <a:lnTo>
                  <a:pt x="22978" y="19713"/>
                </a:lnTo>
                <a:lnTo>
                  <a:pt x="22978" y="19713"/>
                </a:lnTo>
                <a:lnTo>
                  <a:pt x="22978" y="19713"/>
                </a:lnTo>
                <a:lnTo>
                  <a:pt x="22978" y="19713"/>
                </a:lnTo>
                <a:lnTo>
                  <a:pt x="22978" y="19713"/>
                </a:lnTo>
                <a:lnTo>
                  <a:pt x="22978" y="19713"/>
                </a:lnTo>
                <a:lnTo>
                  <a:pt x="22979" y="19713"/>
                </a:lnTo>
                <a:lnTo>
                  <a:pt x="22979" y="19713"/>
                </a:lnTo>
                <a:lnTo>
                  <a:pt x="22979" y="19713"/>
                </a:lnTo>
                <a:lnTo>
                  <a:pt x="22979" y="19713"/>
                </a:lnTo>
                <a:lnTo>
                  <a:pt x="22979" y="19713"/>
                </a:lnTo>
                <a:lnTo>
                  <a:pt x="22979" y="19713"/>
                </a:lnTo>
                <a:lnTo>
                  <a:pt x="22980" y="19713"/>
                </a:lnTo>
                <a:lnTo>
                  <a:pt x="22980" y="19713"/>
                </a:lnTo>
                <a:lnTo>
                  <a:pt x="22980" y="19713"/>
                </a:lnTo>
                <a:lnTo>
                  <a:pt x="22980" y="19713"/>
                </a:lnTo>
                <a:lnTo>
                  <a:pt x="22980" y="19713"/>
                </a:lnTo>
                <a:lnTo>
                  <a:pt x="22980" y="19713"/>
                </a:lnTo>
                <a:lnTo>
                  <a:pt x="22981" y="19713"/>
                </a:lnTo>
                <a:lnTo>
                  <a:pt x="22981" y="19713"/>
                </a:lnTo>
                <a:lnTo>
                  <a:pt x="22981" y="19713"/>
                </a:lnTo>
                <a:lnTo>
                  <a:pt x="22981" y="19713"/>
                </a:lnTo>
                <a:lnTo>
                  <a:pt x="22981" y="19713"/>
                </a:lnTo>
                <a:lnTo>
                  <a:pt x="22981" y="19713"/>
                </a:lnTo>
                <a:lnTo>
                  <a:pt x="22982" y="19713"/>
                </a:lnTo>
                <a:lnTo>
                  <a:pt x="22982" y="19713"/>
                </a:lnTo>
                <a:lnTo>
                  <a:pt x="22982" y="19713"/>
                </a:lnTo>
                <a:lnTo>
                  <a:pt x="22982" y="19713"/>
                </a:lnTo>
                <a:lnTo>
                  <a:pt x="22982" y="19713"/>
                </a:lnTo>
                <a:lnTo>
                  <a:pt x="22982" y="19713"/>
                </a:lnTo>
                <a:lnTo>
                  <a:pt x="22983" y="19713"/>
                </a:lnTo>
                <a:lnTo>
                  <a:pt x="22983" y="19713"/>
                </a:lnTo>
                <a:lnTo>
                  <a:pt x="22983" y="19713"/>
                </a:lnTo>
                <a:lnTo>
                  <a:pt x="22983" y="19713"/>
                </a:lnTo>
                <a:lnTo>
                  <a:pt x="22983" y="19713"/>
                </a:lnTo>
                <a:lnTo>
                  <a:pt x="22983" y="19713"/>
                </a:lnTo>
                <a:lnTo>
                  <a:pt x="22984" y="19713"/>
                </a:lnTo>
                <a:lnTo>
                  <a:pt x="22984" y="19713"/>
                </a:lnTo>
                <a:lnTo>
                  <a:pt x="22984" y="19713"/>
                </a:lnTo>
                <a:lnTo>
                  <a:pt x="22984" y="19713"/>
                </a:lnTo>
                <a:lnTo>
                  <a:pt x="22984" y="19713"/>
                </a:lnTo>
                <a:lnTo>
                  <a:pt x="22984" y="19713"/>
                </a:lnTo>
                <a:lnTo>
                  <a:pt x="22985" y="19713"/>
                </a:lnTo>
                <a:lnTo>
                  <a:pt x="22985" y="19713"/>
                </a:lnTo>
                <a:lnTo>
                  <a:pt x="22985" y="19713"/>
                </a:lnTo>
                <a:lnTo>
                  <a:pt x="22985" y="19713"/>
                </a:lnTo>
                <a:lnTo>
                  <a:pt x="22985" y="19713"/>
                </a:lnTo>
                <a:lnTo>
                  <a:pt x="22985" y="19713"/>
                </a:lnTo>
                <a:lnTo>
                  <a:pt x="22986" y="19713"/>
                </a:lnTo>
                <a:lnTo>
                  <a:pt x="22986" y="19713"/>
                </a:lnTo>
                <a:lnTo>
                  <a:pt x="22986" y="19713"/>
                </a:lnTo>
                <a:lnTo>
                  <a:pt x="22986" y="19713"/>
                </a:lnTo>
                <a:lnTo>
                  <a:pt x="22986" y="19713"/>
                </a:lnTo>
                <a:lnTo>
                  <a:pt x="22986" y="19713"/>
                </a:lnTo>
                <a:lnTo>
                  <a:pt x="22987" y="19713"/>
                </a:lnTo>
                <a:lnTo>
                  <a:pt x="22987" y="19713"/>
                </a:lnTo>
                <a:lnTo>
                  <a:pt x="22987" y="19713"/>
                </a:lnTo>
                <a:lnTo>
                  <a:pt x="22987" y="19713"/>
                </a:lnTo>
                <a:lnTo>
                  <a:pt x="22987" y="19713"/>
                </a:lnTo>
                <a:lnTo>
                  <a:pt x="22988" y="19713"/>
                </a:lnTo>
                <a:lnTo>
                  <a:pt x="22988" y="19713"/>
                </a:lnTo>
                <a:lnTo>
                  <a:pt x="22988" y="19713"/>
                </a:lnTo>
                <a:lnTo>
                  <a:pt x="22988" y="19713"/>
                </a:lnTo>
                <a:lnTo>
                  <a:pt x="22988" y="19713"/>
                </a:lnTo>
                <a:lnTo>
                  <a:pt x="22988" y="19713"/>
                </a:lnTo>
                <a:lnTo>
                  <a:pt x="22989" y="19713"/>
                </a:lnTo>
                <a:lnTo>
                  <a:pt x="22989" y="19713"/>
                </a:lnTo>
                <a:lnTo>
                  <a:pt x="22989" y="19713"/>
                </a:lnTo>
                <a:lnTo>
                  <a:pt x="22989" y="19713"/>
                </a:lnTo>
                <a:lnTo>
                  <a:pt x="22989" y="19713"/>
                </a:lnTo>
                <a:lnTo>
                  <a:pt x="22989" y="19713"/>
                </a:lnTo>
                <a:lnTo>
                  <a:pt x="22990" y="19713"/>
                </a:lnTo>
                <a:lnTo>
                  <a:pt x="22990" y="19713"/>
                </a:lnTo>
                <a:lnTo>
                  <a:pt x="22990" y="19713"/>
                </a:lnTo>
                <a:lnTo>
                  <a:pt x="22990" y="19713"/>
                </a:lnTo>
                <a:lnTo>
                  <a:pt x="22990" y="19713"/>
                </a:lnTo>
                <a:lnTo>
                  <a:pt x="22990" y="19713"/>
                </a:lnTo>
                <a:lnTo>
                  <a:pt x="22991" y="19713"/>
                </a:lnTo>
                <a:lnTo>
                  <a:pt x="22991" y="19713"/>
                </a:lnTo>
                <a:lnTo>
                  <a:pt x="22991" y="19713"/>
                </a:lnTo>
                <a:lnTo>
                  <a:pt x="22991" y="19713"/>
                </a:lnTo>
                <a:lnTo>
                  <a:pt x="22991" y="19713"/>
                </a:lnTo>
                <a:lnTo>
                  <a:pt x="22991" y="19713"/>
                </a:lnTo>
                <a:lnTo>
                  <a:pt x="22992" y="19713"/>
                </a:lnTo>
                <a:lnTo>
                  <a:pt x="22992" y="19713"/>
                </a:lnTo>
                <a:lnTo>
                  <a:pt x="22992" y="19713"/>
                </a:lnTo>
                <a:lnTo>
                  <a:pt x="22992" y="19713"/>
                </a:lnTo>
                <a:lnTo>
                  <a:pt x="22992" y="19713"/>
                </a:lnTo>
                <a:lnTo>
                  <a:pt x="22992" y="19713"/>
                </a:lnTo>
                <a:lnTo>
                  <a:pt x="22993" y="19713"/>
                </a:lnTo>
                <a:lnTo>
                  <a:pt x="22993" y="19713"/>
                </a:lnTo>
                <a:lnTo>
                  <a:pt x="22993" y="19713"/>
                </a:lnTo>
                <a:lnTo>
                  <a:pt x="22993" y="19713"/>
                </a:lnTo>
                <a:lnTo>
                  <a:pt x="22993" y="19713"/>
                </a:lnTo>
                <a:lnTo>
                  <a:pt x="22993" y="19713"/>
                </a:lnTo>
                <a:lnTo>
                  <a:pt x="22994" y="19713"/>
                </a:lnTo>
                <a:lnTo>
                  <a:pt x="22994" y="19713"/>
                </a:lnTo>
                <a:lnTo>
                  <a:pt x="22994" y="19713"/>
                </a:lnTo>
                <a:lnTo>
                  <a:pt x="22994" y="19713"/>
                </a:lnTo>
                <a:lnTo>
                  <a:pt x="22994" y="19713"/>
                </a:lnTo>
                <a:lnTo>
                  <a:pt x="22994" y="19713"/>
                </a:lnTo>
                <a:lnTo>
                  <a:pt x="22995" y="19713"/>
                </a:lnTo>
                <a:lnTo>
                  <a:pt x="22995" y="19713"/>
                </a:lnTo>
                <a:lnTo>
                  <a:pt x="22995" y="19713"/>
                </a:lnTo>
                <a:lnTo>
                  <a:pt x="22995" y="19713"/>
                </a:lnTo>
                <a:lnTo>
                  <a:pt x="22995" y="19713"/>
                </a:lnTo>
                <a:lnTo>
                  <a:pt x="22996" y="19713"/>
                </a:lnTo>
                <a:lnTo>
                  <a:pt x="22996" y="19713"/>
                </a:lnTo>
                <a:lnTo>
                  <a:pt x="22996" y="19713"/>
                </a:lnTo>
                <a:lnTo>
                  <a:pt x="22996" y="19713"/>
                </a:lnTo>
                <a:lnTo>
                  <a:pt x="22996" y="19713"/>
                </a:lnTo>
                <a:lnTo>
                  <a:pt x="22996" y="19713"/>
                </a:lnTo>
                <a:lnTo>
                  <a:pt x="22997" y="19713"/>
                </a:lnTo>
                <a:lnTo>
                  <a:pt x="22997" y="19713"/>
                </a:lnTo>
                <a:lnTo>
                  <a:pt x="22997" y="19713"/>
                </a:lnTo>
                <a:lnTo>
                  <a:pt x="22997" y="19713"/>
                </a:lnTo>
                <a:lnTo>
                  <a:pt x="22997" y="19713"/>
                </a:lnTo>
                <a:lnTo>
                  <a:pt x="22997" y="19713"/>
                </a:lnTo>
                <a:lnTo>
                  <a:pt x="22998" y="19713"/>
                </a:lnTo>
                <a:lnTo>
                  <a:pt x="22998" y="19713"/>
                </a:lnTo>
                <a:lnTo>
                  <a:pt x="22998" y="19713"/>
                </a:lnTo>
                <a:lnTo>
                  <a:pt x="22998" y="19713"/>
                </a:lnTo>
                <a:lnTo>
                  <a:pt x="22998" y="19713"/>
                </a:lnTo>
                <a:lnTo>
                  <a:pt x="22998" y="19713"/>
                </a:lnTo>
                <a:lnTo>
                  <a:pt x="22999" y="19713"/>
                </a:lnTo>
                <a:lnTo>
                  <a:pt x="22999" y="19713"/>
                </a:lnTo>
                <a:lnTo>
                  <a:pt x="22999" y="19713"/>
                </a:lnTo>
                <a:lnTo>
                  <a:pt x="22999" y="19713"/>
                </a:lnTo>
                <a:lnTo>
                  <a:pt x="22999" y="19713"/>
                </a:lnTo>
                <a:lnTo>
                  <a:pt x="22999" y="19713"/>
                </a:lnTo>
                <a:lnTo>
                  <a:pt x="23000" y="19713"/>
                </a:lnTo>
                <a:lnTo>
                  <a:pt x="23000" y="19713"/>
                </a:lnTo>
                <a:lnTo>
                  <a:pt x="23000" y="19713"/>
                </a:lnTo>
                <a:lnTo>
                  <a:pt x="23000" y="19713"/>
                </a:lnTo>
                <a:lnTo>
                  <a:pt x="23000" y="19713"/>
                </a:lnTo>
                <a:lnTo>
                  <a:pt x="23000" y="19713"/>
                </a:lnTo>
                <a:lnTo>
                  <a:pt x="23001" y="19713"/>
                </a:lnTo>
                <a:lnTo>
                  <a:pt x="23001" y="19713"/>
                </a:lnTo>
                <a:lnTo>
                  <a:pt x="23001" y="19713"/>
                </a:lnTo>
                <a:lnTo>
                  <a:pt x="23001" y="19713"/>
                </a:lnTo>
                <a:lnTo>
                  <a:pt x="23001" y="19713"/>
                </a:lnTo>
                <a:lnTo>
                  <a:pt x="23002" y="19713"/>
                </a:lnTo>
                <a:lnTo>
                  <a:pt x="23002" y="19713"/>
                </a:lnTo>
                <a:lnTo>
                  <a:pt x="23002" y="19713"/>
                </a:lnTo>
                <a:lnTo>
                  <a:pt x="23002" y="19713"/>
                </a:lnTo>
                <a:lnTo>
                  <a:pt x="23002" y="19713"/>
                </a:lnTo>
                <a:lnTo>
                  <a:pt x="23002" y="19713"/>
                </a:lnTo>
                <a:lnTo>
                  <a:pt x="23003" y="19713"/>
                </a:lnTo>
                <a:lnTo>
                  <a:pt x="23003" y="19713"/>
                </a:lnTo>
                <a:lnTo>
                  <a:pt x="23003" y="19713"/>
                </a:lnTo>
                <a:lnTo>
                  <a:pt x="23003" y="19713"/>
                </a:lnTo>
                <a:lnTo>
                  <a:pt x="23003" y="19713"/>
                </a:lnTo>
                <a:lnTo>
                  <a:pt x="23003" y="19713"/>
                </a:lnTo>
                <a:lnTo>
                  <a:pt x="23004" y="19713"/>
                </a:lnTo>
                <a:lnTo>
                  <a:pt x="23004" y="19713"/>
                </a:lnTo>
                <a:lnTo>
                  <a:pt x="23004" y="19713"/>
                </a:lnTo>
                <a:lnTo>
                  <a:pt x="23004" y="19713"/>
                </a:lnTo>
                <a:lnTo>
                  <a:pt x="23004" y="19713"/>
                </a:lnTo>
                <a:lnTo>
                  <a:pt x="23004" y="19713"/>
                </a:lnTo>
                <a:lnTo>
                  <a:pt x="23005" y="19713"/>
                </a:lnTo>
                <a:lnTo>
                  <a:pt x="23005" y="19713"/>
                </a:lnTo>
                <a:lnTo>
                  <a:pt x="23005" y="19713"/>
                </a:lnTo>
                <a:lnTo>
                  <a:pt x="23005" y="19713"/>
                </a:lnTo>
                <a:lnTo>
                  <a:pt x="23005" y="19713"/>
                </a:lnTo>
                <a:lnTo>
                  <a:pt x="23005" y="19713"/>
                </a:lnTo>
                <a:lnTo>
                  <a:pt x="23006" y="19713"/>
                </a:lnTo>
                <a:lnTo>
                  <a:pt x="23006" y="19713"/>
                </a:lnTo>
                <a:lnTo>
                  <a:pt x="23006" y="19713"/>
                </a:lnTo>
                <a:lnTo>
                  <a:pt x="23006" y="19713"/>
                </a:lnTo>
                <a:lnTo>
                  <a:pt x="23006" y="19713"/>
                </a:lnTo>
                <a:lnTo>
                  <a:pt x="23007" y="19713"/>
                </a:lnTo>
                <a:lnTo>
                  <a:pt x="23007" y="19713"/>
                </a:lnTo>
                <a:lnTo>
                  <a:pt x="23007" y="19713"/>
                </a:lnTo>
                <a:lnTo>
                  <a:pt x="23007" y="19713"/>
                </a:lnTo>
                <a:lnTo>
                  <a:pt x="23007" y="19713"/>
                </a:lnTo>
                <a:lnTo>
                  <a:pt x="23007" y="19713"/>
                </a:lnTo>
                <a:lnTo>
                  <a:pt x="23008" y="19713"/>
                </a:lnTo>
                <a:lnTo>
                  <a:pt x="23008" y="19713"/>
                </a:lnTo>
                <a:lnTo>
                  <a:pt x="23008" y="19713"/>
                </a:lnTo>
                <a:lnTo>
                  <a:pt x="23008" y="19713"/>
                </a:lnTo>
                <a:lnTo>
                  <a:pt x="23008" y="19713"/>
                </a:lnTo>
                <a:lnTo>
                  <a:pt x="23008" y="19713"/>
                </a:lnTo>
                <a:lnTo>
                  <a:pt x="23009" y="19713"/>
                </a:lnTo>
                <a:lnTo>
                  <a:pt x="23009" y="19713"/>
                </a:lnTo>
                <a:lnTo>
                  <a:pt x="23009" y="19713"/>
                </a:lnTo>
                <a:lnTo>
                  <a:pt x="23009" y="19713"/>
                </a:lnTo>
                <a:lnTo>
                  <a:pt x="23009" y="19713"/>
                </a:lnTo>
                <a:lnTo>
                  <a:pt x="23009" y="19713"/>
                </a:lnTo>
                <a:lnTo>
                  <a:pt x="23010" y="19713"/>
                </a:lnTo>
                <a:lnTo>
                  <a:pt x="23010" y="19713"/>
                </a:lnTo>
                <a:lnTo>
                  <a:pt x="23010" y="19713"/>
                </a:lnTo>
                <a:lnTo>
                  <a:pt x="23010" y="19713"/>
                </a:lnTo>
                <a:lnTo>
                  <a:pt x="23010" y="19713"/>
                </a:lnTo>
                <a:lnTo>
                  <a:pt x="23010" y="19713"/>
                </a:lnTo>
                <a:lnTo>
                  <a:pt x="23011" y="19713"/>
                </a:lnTo>
                <a:lnTo>
                  <a:pt x="23011" y="19713"/>
                </a:lnTo>
                <a:lnTo>
                  <a:pt x="23011" y="19713"/>
                </a:lnTo>
                <a:lnTo>
                  <a:pt x="23011" y="19713"/>
                </a:lnTo>
                <a:lnTo>
                  <a:pt x="23011" y="19713"/>
                </a:lnTo>
                <a:lnTo>
                  <a:pt x="23012" y="19713"/>
                </a:lnTo>
                <a:lnTo>
                  <a:pt x="23012" y="19713"/>
                </a:lnTo>
                <a:lnTo>
                  <a:pt x="23012" y="19713"/>
                </a:lnTo>
                <a:lnTo>
                  <a:pt x="23012" y="19713"/>
                </a:lnTo>
                <a:lnTo>
                  <a:pt x="23012" y="19713"/>
                </a:lnTo>
                <a:lnTo>
                  <a:pt x="23012" y="19713"/>
                </a:lnTo>
                <a:lnTo>
                  <a:pt x="23013" y="19713"/>
                </a:lnTo>
                <a:lnTo>
                  <a:pt x="23013" y="19713"/>
                </a:lnTo>
                <a:lnTo>
                  <a:pt x="23013" y="19713"/>
                </a:lnTo>
                <a:lnTo>
                  <a:pt x="23013" y="19713"/>
                </a:lnTo>
                <a:lnTo>
                  <a:pt x="23013" y="19713"/>
                </a:lnTo>
                <a:lnTo>
                  <a:pt x="23013" y="19713"/>
                </a:lnTo>
                <a:lnTo>
                  <a:pt x="23014" y="19713"/>
                </a:lnTo>
                <a:lnTo>
                  <a:pt x="23014" y="19713"/>
                </a:lnTo>
                <a:lnTo>
                  <a:pt x="23014" y="19713"/>
                </a:lnTo>
                <a:lnTo>
                  <a:pt x="23014" y="19713"/>
                </a:lnTo>
                <a:lnTo>
                  <a:pt x="23014" y="19713"/>
                </a:lnTo>
                <a:lnTo>
                  <a:pt x="23014" y="19713"/>
                </a:lnTo>
                <a:lnTo>
                  <a:pt x="23015" y="19713"/>
                </a:lnTo>
                <a:lnTo>
                  <a:pt x="23015" y="19713"/>
                </a:lnTo>
                <a:lnTo>
                  <a:pt x="23015" y="19713"/>
                </a:lnTo>
                <a:lnTo>
                  <a:pt x="23015" y="19713"/>
                </a:lnTo>
                <a:lnTo>
                  <a:pt x="23015" y="19713"/>
                </a:lnTo>
                <a:lnTo>
                  <a:pt x="23015" y="19713"/>
                </a:lnTo>
                <a:lnTo>
                  <a:pt x="23016" y="19713"/>
                </a:lnTo>
                <a:lnTo>
                  <a:pt x="23016" y="19713"/>
                </a:lnTo>
                <a:lnTo>
                  <a:pt x="23016" y="19713"/>
                </a:lnTo>
                <a:lnTo>
                  <a:pt x="23016" y="19713"/>
                </a:lnTo>
                <a:lnTo>
                  <a:pt x="23016" y="19713"/>
                </a:lnTo>
                <a:lnTo>
                  <a:pt x="23017" y="19713"/>
                </a:lnTo>
                <a:lnTo>
                  <a:pt x="23017" y="19713"/>
                </a:lnTo>
                <a:lnTo>
                  <a:pt x="23017" y="19713"/>
                </a:lnTo>
                <a:lnTo>
                  <a:pt x="23017" y="19713"/>
                </a:lnTo>
                <a:lnTo>
                  <a:pt x="23017" y="19713"/>
                </a:lnTo>
                <a:lnTo>
                  <a:pt x="23017" y="19713"/>
                </a:lnTo>
                <a:lnTo>
                  <a:pt x="23018" y="19713"/>
                </a:lnTo>
                <a:lnTo>
                  <a:pt x="23018" y="19713"/>
                </a:lnTo>
                <a:lnTo>
                  <a:pt x="23018" y="19713"/>
                </a:lnTo>
                <a:lnTo>
                  <a:pt x="23018" y="19713"/>
                </a:lnTo>
                <a:lnTo>
                  <a:pt x="23018" y="19713"/>
                </a:lnTo>
                <a:lnTo>
                  <a:pt x="23018" y="19713"/>
                </a:lnTo>
                <a:lnTo>
                  <a:pt x="23019" y="19713"/>
                </a:lnTo>
                <a:lnTo>
                  <a:pt x="23019" y="19713"/>
                </a:lnTo>
                <a:lnTo>
                  <a:pt x="23019" y="19713"/>
                </a:lnTo>
                <a:lnTo>
                  <a:pt x="23019" y="19713"/>
                </a:lnTo>
                <a:lnTo>
                  <a:pt x="23019" y="19713"/>
                </a:lnTo>
                <a:lnTo>
                  <a:pt x="23019" y="19713"/>
                </a:lnTo>
                <a:lnTo>
                  <a:pt x="23020" y="19713"/>
                </a:lnTo>
                <a:lnTo>
                  <a:pt x="23020" y="19713"/>
                </a:lnTo>
                <a:lnTo>
                  <a:pt x="23020" y="19713"/>
                </a:lnTo>
                <a:lnTo>
                  <a:pt x="23020" y="19713"/>
                </a:lnTo>
                <a:lnTo>
                  <a:pt x="23020" y="19713"/>
                </a:lnTo>
                <a:lnTo>
                  <a:pt x="23021" y="19713"/>
                </a:lnTo>
                <a:lnTo>
                  <a:pt x="23021" y="19713"/>
                </a:lnTo>
                <a:lnTo>
                  <a:pt x="23021" y="19713"/>
                </a:lnTo>
                <a:lnTo>
                  <a:pt x="23021" y="19713"/>
                </a:lnTo>
                <a:lnTo>
                  <a:pt x="23021" y="19713"/>
                </a:lnTo>
                <a:lnTo>
                  <a:pt x="23021" y="19713"/>
                </a:lnTo>
                <a:lnTo>
                  <a:pt x="23022" y="19713"/>
                </a:lnTo>
                <a:lnTo>
                  <a:pt x="23022" y="19713"/>
                </a:lnTo>
                <a:lnTo>
                  <a:pt x="23022" y="19713"/>
                </a:lnTo>
                <a:lnTo>
                  <a:pt x="23022" y="19713"/>
                </a:lnTo>
                <a:lnTo>
                  <a:pt x="23022" y="19713"/>
                </a:lnTo>
                <a:lnTo>
                  <a:pt x="23022" y="19713"/>
                </a:lnTo>
                <a:lnTo>
                  <a:pt x="23023" y="19713"/>
                </a:lnTo>
                <a:lnTo>
                  <a:pt x="23023" y="19713"/>
                </a:lnTo>
                <a:lnTo>
                  <a:pt x="23023" y="19713"/>
                </a:lnTo>
                <a:lnTo>
                  <a:pt x="23023" y="19713"/>
                </a:lnTo>
                <a:lnTo>
                  <a:pt x="23023" y="19713"/>
                </a:lnTo>
                <a:lnTo>
                  <a:pt x="23023" y="19713"/>
                </a:lnTo>
                <a:lnTo>
                  <a:pt x="23024" y="19713"/>
                </a:lnTo>
                <a:lnTo>
                  <a:pt x="23024" y="19713"/>
                </a:lnTo>
                <a:lnTo>
                  <a:pt x="23024" y="19713"/>
                </a:lnTo>
                <a:lnTo>
                  <a:pt x="23024" y="19713"/>
                </a:lnTo>
                <a:lnTo>
                  <a:pt x="23024" y="19713"/>
                </a:lnTo>
                <a:lnTo>
                  <a:pt x="23025" y="19713"/>
                </a:lnTo>
                <a:lnTo>
                  <a:pt x="23025" y="19713"/>
                </a:lnTo>
                <a:lnTo>
                  <a:pt x="23025" y="19713"/>
                </a:lnTo>
                <a:lnTo>
                  <a:pt x="23025" y="19713"/>
                </a:lnTo>
                <a:lnTo>
                  <a:pt x="23025" y="19713"/>
                </a:lnTo>
                <a:lnTo>
                  <a:pt x="23025" y="19713"/>
                </a:lnTo>
                <a:lnTo>
                  <a:pt x="23026" y="19713"/>
                </a:lnTo>
                <a:lnTo>
                  <a:pt x="23026" y="19713"/>
                </a:lnTo>
                <a:lnTo>
                  <a:pt x="23026" y="19713"/>
                </a:lnTo>
                <a:lnTo>
                  <a:pt x="23026" y="19713"/>
                </a:lnTo>
                <a:lnTo>
                  <a:pt x="23026" y="19713"/>
                </a:lnTo>
                <a:lnTo>
                  <a:pt x="23026" y="19713"/>
                </a:lnTo>
                <a:lnTo>
                  <a:pt x="23027" y="19713"/>
                </a:lnTo>
                <a:lnTo>
                  <a:pt x="23027" y="19713"/>
                </a:lnTo>
                <a:lnTo>
                  <a:pt x="23027" y="19713"/>
                </a:lnTo>
                <a:lnTo>
                  <a:pt x="23027" y="19713"/>
                </a:lnTo>
                <a:lnTo>
                  <a:pt x="23027" y="19713"/>
                </a:lnTo>
                <a:lnTo>
                  <a:pt x="23028" y="19713"/>
                </a:lnTo>
                <a:lnTo>
                  <a:pt x="23028" y="19713"/>
                </a:lnTo>
                <a:lnTo>
                  <a:pt x="23028" y="19713"/>
                </a:lnTo>
                <a:lnTo>
                  <a:pt x="23028" y="19713"/>
                </a:lnTo>
                <a:lnTo>
                  <a:pt x="23028" y="19713"/>
                </a:lnTo>
                <a:lnTo>
                  <a:pt x="23028" y="19713"/>
                </a:lnTo>
                <a:lnTo>
                  <a:pt x="23029" y="19713"/>
                </a:lnTo>
                <a:lnTo>
                  <a:pt x="23029" y="19713"/>
                </a:lnTo>
                <a:lnTo>
                  <a:pt x="23029" y="19713"/>
                </a:lnTo>
                <a:lnTo>
                  <a:pt x="23029" y="19713"/>
                </a:lnTo>
                <a:lnTo>
                  <a:pt x="23029" y="19713"/>
                </a:lnTo>
                <a:lnTo>
                  <a:pt x="23029" y="19713"/>
                </a:lnTo>
                <a:lnTo>
                  <a:pt x="23030" y="19713"/>
                </a:lnTo>
                <a:lnTo>
                  <a:pt x="23030" y="19713"/>
                </a:lnTo>
                <a:lnTo>
                  <a:pt x="23030" y="19713"/>
                </a:lnTo>
                <a:lnTo>
                  <a:pt x="23030" y="19713"/>
                </a:lnTo>
                <a:lnTo>
                  <a:pt x="23030" y="19713"/>
                </a:lnTo>
                <a:lnTo>
                  <a:pt x="23030" y="19713"/>
                </a:lnTo>
                <a:lnTo>
                  <a:pt x="23031" y="19713"/>
                </a:lnTo>
                <a:lnTo>
                  <a:pt x="23031" y="19713"/>
                </a:lnTo>
                <a:lnTo>
                  <a:pt x="23031" y="19713"/>
                </a:lnTo>
                <a:lnTo>
                  <a:pt x="23031" y="19713"/>
                </a:lnTo>
                <a:lnTo>
                  <a:pt x="23031" y="19713"/>
                </a:lnTo>
                <a:lnTo>
                  <a:pt x="23032" y="19713"/>
                </a:lnTo>
                <a:lnTo>
                  <a:pt x="23032" y="19713"/>
                </a:lnTo>
                <a:lnTo>
                  <a:pt x="23032" y="19713"/>
                </a:lnTo>
                <a:lnTo>
                  <a:pt x="23032" y="19713"/>
                </a:lnTo>
                <a:lnTo>
                  <a:pt x="23032" y="19713"/>
                </a:lnTo>
                <a:lnTo>
                  <a:pt x="23032" y="19713"/>
                </a:lnTo>
                <a:lnTo>
                  <a:pt x="23033" y="19713"/>
                </a:lnTo>
                <a:lnTo>
                  <a:pt x="23033" y="19713"/>
                </a:lnTo>
                <a:lnTo>
                  <a:pt x="23033" y="19713"/>
                </a:lnTo>
                <a:lnTo>
                  <a:pt x="23033" y="19713"/>
                </a:lnTo>
                <a:lnTo>
                  <a:pt x="23033" y="19713"/>
                </a:lnTo>
                <a:lnTo>
                  <a:pt x="23033" y="19713"/>
                </a:lnTo>
                <a:lnTo>
                  <a:pt x="23034" y="19713"/>
                </a:lnTo>
                <a:lnTo>
                  <a:pt x="23034" y="19713"/>
                </a:lnTo>
                <a:lnTo>
                  <a:pt x="23034" y="19713"/>
                </a:lnTo>
                <a:lnTo>
                  <a:pt x="23034" y="19713"/>
                </a:lnTo>
                <a:lnTo>
                  <a:pt x="23034" y="19713"/>
                </a:lnTo>
                <a:lnTo>
                  <a:pt x="23035" y="19713"/>
                </a:lnTo>
                <a:lnTo>
                  <a:pt x="23035" y="19713"/>
                </a:lnTo>
                <a:lnTo>
                  <a:pt x="23035" y="19713"/>
                </a:lnTo>
                <a:lnTo>
                  <a:pt x="23035" y="19713"/>
                </a:lnTo>
                <a:lnTo>
                  <a:pt x="23035" y="19713"/>
                </a:lnTo>
                <a:lnTo>
                  <a:pt x="23035" y="19713"/>
                </a:lnTo>
                <a:lnTo>
                  <a:pt x="23036" y="19713"/>
                </a:lnTo>
                <a:lnTo>
                  <a:pt x="23036" y="19713"/>
                </a:lnTo>
                <a:lnTo>
                  <a:pt x="23036" y="19713"/>
                </a:lnTo>
                <a:lnTo>
                  <a:pt x="23036" y="19713"/>
                </a:lnTo>
                <a:lnTo>
                  <a:pt x="23036" y="19713"/>
                </a:lnTo>
                <a:lnTo>
                  <a:pt x="23036" y="19713"/>
                </a:lnTo>
                <a:lnTo>
                  <a:pt x="23037" y="19713"/>
                </a:lnTo>
                <a:lnTo>
                  <a:pt x="23037" y="19713"/>
                </a:lnTo>
                <a:lnTo>
                  <a:pt x="23037" y="19713"/>
                </a:lnTo>
                <a:lnTo>
                  <a:pt x="23037" y="19713"/>
                </a:lnTo>
                <a:lnTo>
                  <a:pt x="23037" y="19713"/>
                </a:lnTo>
                <a:lnTo>
                  <a:pt x="23038" y="19713"/>
                </a:lnTo>
                <a:lnTo>
                  <a:pt x="23038" y="19713"/>
                </a:lnTo>
                <a:lnTo>
                  <a:pt x="23038" y="19713"/>
                </a:lnTo>
                <a:lnTo>
                  <a:pt x="23038" y="19713"/>
                </a:lnTo>
                <a:lnTo>
                  <a:pt x="23038" y="19713"/>
                </a:lnTo>
                <a:lnTo>
                  <a:pt x="23038" y="19713"/>
                </a:lnTo>
                <a:lnTo>
                  <a:pt x="23039" y="19713"/>
                </a:lnTo>
                <a:lnTo>
                  <a:pt x="23039" y="19713"/>
                </a:lnTo>
                <a:lnTo>
                  <a:pt x="23039" y="19713"/>
                </a:lnTo>
                <a:lnTo>
                  <a:pt x="23039" y="19713"/>
                </a:lnTo>
                <a:lnTo>
                  <a:pt x="23039" y="19713"/>
                </a:lnTo>
                <a:lnTo>
                  <a:pt x="23039" y="19713"/>
                </a:lnTo>
                <a:lnTo>
                  <a:pt x="23040" y="19713"/>
                </a:lnTo>
                <a:lnTo>
                  <a:pt x="23040" y="19713"/>
                </a:lnTo>
                <a:lnTo>
                  <a:pt x="23040" y="19713"/>
                </a:lnTo>
                <a:lnTo>
                  <a:pt x="23040" y="19713"/>
                </a:lnTo>
                <a:lnTo>
                  <a:pt x="23040" y="19713"/>
                </a:lnTo>
                <a:lnTo>
                  <a:pt x="23041" y="19713"/>
                </a:lnTo>
                <a:lnTo>
                  <a:pt x="23041" y="19713"/>
                </a:lnTo>
                <a:lnTo>
                  <a:pt x="23041" y="19713"/>
                </a:lnTo>
                <a:lnTo>
                  <a:pt x="23041" y="19713"/>
                </a:lnTo>
                <a:lnTo>
                  <a:pt x="23041" y="19713"/>
                </a:lnTo>
                <a:lnTo>
                  <a:pt x="23041" y="19713"/>
                </a:lnTo>
                <a:lnTo>
                  <a:pt x="23042" y="19713"/>
                </a:lnTo>
                <a:lnTo>
                  <a:pt x="23042" y="19713"/>
                </a:lnTo>
                <a:lnTo>
                  <a:pt x="23042" y="19713"/>
                </a:lnTo>
                <a:lnTo>
                  <a:pt x="23042" y="19713"/>
                </a:lnTo>
                <a:lnTo>
                  <a:pt x="23042" y="19713"/>
                </a:lnTo>
                <a:lnTo>
                  <a:pt x="23042" y="19713"/>
                </a:lnTo>
                <a:lnTo>
                  <a:pt x="23043" y="19713"/>
                </a:lnTo>
                <a:lnTo>
                  <a:pt x="23043" y="19713"/>
                </a:lnTo>
                <a:lnTo>
                  <a:pt x="23043" y="19713"/>
                </a:lnTo>
                <a:lnTo>
                  <a:pt x="23043" y="19713"/>
                </a:lnTo>
                <a:lnTo>
                  <a:pt x="23043" y="19713"/>
                </a:lnTo>
                <a:lnTo>
                  <a:pt x="23044" y="19713"/>
                </a:lnTo>
                <a:lnTo>
                  <a:pt x="23044" y="19713"/>
                </a:lnTo>
                <a:lnTo>
                  <a:pt x="23044" y="19713"/>
                </a:lnTo>
                <a:lnTo>
                  <a:pt x="23044" y="19713"/>
                </a:lnTo>
                <a:lnTo>
                  <a:pt x="23044" y="19713"/>
                </a:lnTo>
                <a:lnTo>
                  <a:pt x="23044" y="19713"/>
                </a:lnTo>
                <a:lnTo>
                  <a:pt x="23045" y="19713"/>
                </a:lnTo>
                <a:lnTo>
                  <a:pt x="23045" y="19713"/>
                </a:lnTo>
                <a:lnTo>
                  <a:pt x="23045" y="19713"/>
                </a:lnTo>
                <a:lnTo>
                  <a:pt x="23045" y="19713"/>
                </a:lnTo>
                <a:lnTo>
                  <a:pt x="23045" y="19713"/>
                </a:lnTo>
                <a:lnTo>
                  <a:pt x="23045" y="19713"/>
                </a:lnTo>
                <a:lnTo>
                  <a:pt x="23046" y="19713"/>
                </a:lnTo>
                <a:lnTo>
                  <a:pt x="23046" y="19713"/>
                </a:lnTo>
                <a:lnTo>
                  <a:pt x="23046" y="19713"/>
                </a:lnTo>
                <a:lnTo>
                  <a:pt x="23046" y="19713"/>
                </a:lnTo>
                <a:lnTo>
                  <a:pt x="23046" y="19713"/>
                </a:lnTo>
                <a:lnTo>
                  <a:pt x="23047" y="19713"/>
                </a:lnTo>
                <a:lnTo>
                  <a:pt x="23047" y="19713"/>
                </a:lnTo>
                <a:lnTo>
                  <a:pt x="23047" y="19713"/>
                </a:lnTo>
                <a:lnTo>
                  <a:pt x="23047" y="19713"/>
                </a:lnTo>
                <a:lnTo>
                  <a:pt x="23047" y="19713"/>
                </a:lnTo>
                <a:lnTo>
                  <a:pt x="23047" y="19713"/>
                </a:lnTo>
                <a:lnTo>
                  <a:pt x="23048" y="19713"/>
                </a:lnTo>
                <a:lnTo>
                  <a:pt x="23048" y="19713"/>
                </a:lnTo>
                <a:lnTo>
                  <a:pt x="23048" y="19713"/>
                </a:lnTo>
                <a:lnTo>
                  <a:pt x="23048" y="19713"/>
                </a:lnTo>
                <a:lnTo>
                  <a:pt x="23048" y="19713"/>
                </a:lnTo>
                <a:lnTo>
                  <a:pt x="23048" y="19713"/>
                </a:lnTo>
                <a:lnTo>
                  <a:pt x="23049" y="19713"/>
                </a:lnTo>
                <a:lnTo>
                  <a:pt x="23049" y="19713"/>
                </a:lnTo>
                <a:lnTo>
                  <a:pt x="23049" y="19713"/>
                </a:lnTo>
                <a:lnTo>
                  <a:pt x="23049" y="19713"/>
                </a:lnTo>
                <a:lnTo>
                  <a:pt x="23049" y="19713"/>
                </a:lnTo>
                <a:lnTo>
                  <a:pt x="23050" y="19713"/>
                </a:lnTo>
                <a:lnTo>
                  <a:pt x="23050" y="19713"/>
                </a:lnTo>
                <a:lnTo>
                  <a:pt x="23050" y="19713"/>
                </a:lnTo>
                <a:lnTo>
                  <a:pt x="23050" y="19713"/>
                </a:lnTo>
                <a:lnTo>
                  <a:pt x="23050" y="19713"/>
                </a:lnTo>
                <a:lnTo>
                  <a:pt x="23050" y="19713"/>
                </a:lnTo>
                <a:lnTo>
                  <a:pt x="23051" y="19713"/>
                </a:lnTo>
                <a:lnTo>
                  <a:pt x="23051" y="19713"/>
                </a:lnTo>
                <a:lnTo>
                  <a:pt x="23051" y="19713"/>
                </a:lnTo>
                <a:lnTo>
                  <a:pt x="23051" y="19713"/>
                </a:lnTo>
                <a:lnTo>
                  <a:pt x="23051" y="19713"/>
                </a:lnTo>
                <a:lnTo>
                  <a:pt x="23051" y="19713"/>
                </a:lnTo>
                <a:lnTo>
                  <a:pt x="23052" y="19713"/>
                </a:lnTo>
                <a:lnTo>
                  <a:pt x="23052" y="19713"/>
                </a:lnTo>
                <a:lnTo>
                  <a:pt x="23052" y="19713"/>
                </a:lnTo>
                <a:lnTo>
                  <a:pt x="23052" y="19713"/>
                </a:lnTo>
                <a:lnTo>
                  <a:pt x="23052" y="19713"/>
                </a:lnTo>
                <a:lnTo>
                  <a:pt x="23053" y="19713"/>
                </a:lnTo>
                <a:lnTo>
                  <a:pt x="23053" y="19713"/>
                </a:lnTo>
                <a:lnTo>
                  <a:pt x="23053" y="19713"/>
                </a:lnTo>
                <a:lnTo>
                  <a:pt x="23053" y="19713"/>
                </a:lnTo>
                <a:lnTo>
                  <a:pt x="23053" y="19713"/>
                </a:lnTo>
                <a:lnTo>
                  <a:pt x="23053" y="19713"/>
                </a:lnTo>
                <a:lnTo>
                  <a:pt x="23054" y="19713"/>
                </a:lnTo>
                <a:lnTo>
                  <a:pt x="23054" y="19713"/>
                </a:lnTo>
                <a:lnTo>
                  <a:pt x="23054" y="19713"/>
                </a:lnTo>
                <a:lnTo>
                  <a:pt x="23054" y="19713"/>
                </a:lnTo>
                <a:lnTo>
                  <a:pt x="23054" y="19713"/>
                </a:lnTo>
                <a:lnTo>
                  <a:pt x="23055" y="19713"/>
                </a:lnTo>
                <a:lnTo>
                  <a:pt x="23055" y="19713"/>
                </a:lnTo>
                <a:lnTo>
                  <a:pt x="23055" y="19713"/>
                </a:lnTo>
                <a:lnTo>
                  <a:pt x="23055" y="19713"/>
                </a:lnTo>
                <a:lnTo>
                  <a:pt x="23055" y="19713"/>
                </a:lnTo>
                <a:lnTo>
                  <a:pt x="23055" y="19713"/>
                </a:lnTo>
                <a:lnTo>
                  <a:pt x="23056" y="19713"/>
                </a:lnTo>
                <a:lnTo>
                  <a:pt x="23056" y="19713"/>
                </a:lnTo>
                <a:lnTo>
                  <a:pt x="23056" y="19713"/>
                </a:lnTo>
                <a:lnTo>
                  <a:pt x="23056" y="19713"/>
                </a:lnTo>
                <a:lnTo>
                  <a:pt x="23056" y="19713"/>
                </a:lnTo>
                <a:lnTo>
                  <a:pt x="23056" y="19713"/>
                </a:lnTo>
                <a:lnTo>
                  <a:pt x="23057" y="19713"/>
                </a:lnTo>
                <a:lnTo>
                  <a:pt x="23057" y="19713"/>
                </a:lnTo>
                <a:lnTo>
                  <a:pt x="23057" y="19713"/>
                </a:lnTo>
                <a:lnTo>
                  <a:pt x="23057" y="19713"/>
                </a:lnTo>
                <a:lnTo>
                  <a:pt x="23057" y="19713"/>
                </a:lnTo>
                <a:lnTo>
                  <a:pt x="23058" y="19713"/>
                </a:lnTo>
                <a:lnTo>
                  <a:pt x="23058" y="19713"/>
                </a:lnTo>
                <a:lnTo>
                  <a:pt x="23058" y="19713"/>
                </a:lnTo>
                <a:lnTo>
                  <a:pt x="23058" y="19713"/>
                </a:lnTo>
                <a:lnTo>
                  <a:pt x="23058" y="19713"/>
                </a:lnTo>
                <a:lnTo>
                  <a:pt x="23058" y="19713"/>
                </a:lnTo>
                <a:lnTo>
                  <a:pt x="23059" y="19713"/>
                </a:lnTo>
                <a:lnTo>
                  <a:pt x="23059" y="19713"/>
                </a:lnTo>
                <a:lnTo>
                  <a:pt x="23059" y="19713"/>
                </a:lnTo>
                <a:lnTo>
                  <a:pt x="23059" y="19713"/>
                </a:lnTo>
                <a:lnTo>
                  <a:pt x="23059" y="19713"/>
                </a:lnTo>
                <a:lnTo>
                  <a:pt x="23060" y="19713"/>
                </a:lnTo>
                <a:lnTo>
                  <a:pt x="23060" y="19713"/>
                </a:lnTo>
                <a:lnTo>
                  <a:pt x="23060" y="19713"/>
                </a:lnTo>
                <a:lnTo>
                  <a:pt x="23060" y="19713"/>
                </a:lnTo>
                <a:lnTo>
                  <a:pt x="23060" y="19713"/>
                </a:lnTo>
                <a:lnTo>
                  <a:pt x="23060" y="19713"/>
                </a:lnTo>
                <a:lnTo>
                  <a:pt x="23061" y="19713"/>
                </a:lnTo>
                <a:lnTo>
                  <a:pt x="23061" y="19713"/>
                </a:lnTo>
                <a:lnTo>
                  <a:pt x="23061" y="19713"/>
                </a:lnTo>
                <a:lnTo>
                  <a:pt x="23061" y="19713"/>
                </a:lnTo>
                <a:lnTo>
                  <a:pt x="23061" y="19713"/>
                </a:lnTo>
                <a:lnTo>
                  <a:pt x="23061" y="19713"/>
                </a:lnTo>
                <a:lnTo>
                  <a:pt x="23062" y="19713"/>
                </a:lnTo>
                <a:lnTo>
                  <a:pt x="23062" y="19713"/>
                </a:lnTo>
                <a:lnTo>
                  <a:pt x="23062" y="19713"/>
                </a:lnTo>
                <a:lnTo>
                  <a:pt x="23062" y="19713"/>
                </a:lnTo>
                <a:lnTo>
                  <a:pt x="23062" y="19713"/>
                </a:lnTo>
                <a:lnTo>
                  <a:pt x="23063" y="19713"/>
                </a:lnTo>
                <a:lnTo>
                  <a:pt x="23063" y="19713"/>
                </a:lnTo>
                <a:lnTo>
                  <a:pt x="23063" y="19713"/>
                </a:lnTo>
                <a:lnTo>
                  <a:pt x="23063" y="19713"/>
                </a:lnTo>
                <a:lnTo>
                  <a:pt x="23063" y="19713"/>
                </a:lnTo>
                <a:lnTo>
                  <a:pt x="23063" y="19713"/>
                </a:lnTo>
                <a:lnTo>
                  <a:pt x="23064" y="19713"/>
                </a:lnTo>
                <a:lnTo>
                  <a:pt x="23064" y="19713"/>
                </a:lnTo>
                <a:lnTo>
                  <a:pt x="23064" y="19713"/>
                </a:lnTo>
                <a:lnTo>
                  <a:pt x="23064" y="19713"/>
                </a:lnTo>
                <a:lnTo>
                  <a:pt x="23064" y="19713"/>
                </a:lnTo>
                <a:lnTo>
                  <a:pt x="23065" y="19713"/>
                </a:lnTo>
                <a:lnTo>
                  <a:pt x="23065" y="19713"/>
                </a:lnTo>
                <a:lnTo>
                  <a:pt x="23065" y="19713"/>
                </a:lnTo>
                <a:lnTo>
                  <a:pt x="23065" y="19713"/>
                </a:lnTo>
                <a:lnTo>
                  <a:pt x="23065" y="19713"/>
                </a:lnTo>
                <a:lnTo>
                  <a:pt x="23065" y="19713"/>
                </a:lnTo>
                <a:lnTo>
                  <a:pt x="23066" y="19713"/>
                </a:lnTo>
                <a:lnTo>
                  <a:pt x="23066" y="19713"/>
                </a:lnTo>
                <a:lnTo>
                  <a:pt x="23066" y="19713"/>
                </a:lnTo>
                <a:lnTo>
                  <a:pt x="23066" y="19713"/>
                </a:lnTo>
                <a:lnTo>
                  <a:pt x="23066" y="19713"/>
                </a:lnTo>
                <a:lnTo>
                  <a:pt x="23067" y="19713"/>
                </a:lnTo>
                <a:lnTo>
                  <a:pt x="23067" y="19713"/>
                </a:lnTo>
                <a:lnTo>
                  <a:pt x="23067" y="19713"/>
                </a:lnTo>
                <a:lnTo>
                  <a:pt x="23067" y="19713"/>
                </a:lnTo>
                <a:lnTo>
                  <a:pt x="23067" y="19713"/>
                </a:lnTo>
                <a:lnTo>
                  <a:pt x="23067" y="19713"/>
                </a:lnTo>
                <a:lnTo>
                  <a:pt x="23068" y="19713"/>
                </a:lnTo>
                <a:lnTo>
                  <a:pt x="23068" y="19713"/>
                </a:lnTo>
                <a:lnTo>
                  <a:pt x="23068" y="19713"/>
                </a:lnTo>
                <a:lnTo>
                  <a:pt x="23068" y="19713"/>
                </a:lnTo>
                <a:lnTo>
                  <a:pt x="23068" y="19713"/>
                </a:lnTo>
                <a:lnTo>
                  <a:pt x="23068" y="19713"/>
                </a:lnTo>
                <a:lnTo>
                  <a:pt x="23069" y="19713"/>
                </a:lnTo>
                <a:lnTo>
                  <a:pt x="23069" y="19713"/>
                </a:lnTo>
                <a:lnTo>
                  <a:pt x="23069" y="19713"/>
                </a:lnTo>
                <a:lnTo>
                  <a:pt x="23069" y="19713"/>
                </a:lnTo>
                <a:lnTo>
                  <a:pt x="23069" y="19713"/>
                </a:lnTo>
                <a:lnTo>
                  <a:pt x="23070" y="19713"/>
                </a:lnTo>
                <a:lnTo>
                  <a:pt x="23070" y="19713"/>
                </a:lnTo>
                <a:lnTo>
                  <a:pt x="23070" y="19713"/>
                </a:lnTo>
                <a:lnTo>
                  <a:pt x="23070" y="19713"/>
                </a:lnTo>
                <a:lnTo>
                  <a:pt x="23070" y="19713"/>
                </a:lnTo>
                <a:lnTo>
                  <a:pt x="23070" y="19713"/>
                </a:lnTo>
                <a:lnTo>
                  <a:pt x="23071" y="19713"/>
                </a:lnTo>
                <a:lnTo>
                  <a:pt x="23071" y="19713"/>
                </a:lnTo>
                <a:lnTo>
                  <a:pt x="23071" y="19713"/>
                </a:lnTo>
                <a:lnTo>
                  <a:pt x="23071" y="19713"/>
                </a:lnTo>
                <a:lnTo>
                  <a:pt x="23071" y="19713"/>
                </a:lnTo>
                <a:lnTo>
                  <a:pt x="23072" y="19713"/>
                </a:lnTo>
                <a:lnTo>
                  <a:pt x="23072" y="19713"/>
                </a:lnTo>
                <a:lnTo>
                  <a:pt x="23072" y="19713"/>
                </a:lnTo>
                <a:lnTo>
                  <a:pt x="23072" y="19713"/>
                </a:lnTo>
                <a:lnTo>
                  <a:pt x="23072" y="19713"/>
                </a:lnTo>
                <a:lnTo>
                  <a:pt x="23072" y="19713"/>
                </a:lnTo>
                <a:lnTo>
                  <a:pt x="23073" y="19713"/>
                </a:lnTo>
                <a:lnTo>
                  <a:pt x="23073" y="19713"/>
                </a:lnTo>
                <a:lnTo>
                  <a:pt x="23073" y="19713"/>
                </a:lnTo>
                <a:lnTo>
                  <a:pt x="23073" y="19713"/>
                </a:lnTo>
                <a:lnTo>
                  <a:pt x="23073" y="19713"/>
                </a:lnTo>
                <a:lnTo>
                  <a:pt x="23074" y="19713"/>
                </a:lnTo>
                <a:lnTo>
                  <a:pt x="23074" y="19713"/>
                </a:lnTo>
                <a:lnTo>
                  <a:pt x="23074" y="19713"/>
                </a:lnTo>
                <a:lnTo>
                  <a:pt x="23074" y="19713"/>
                </a:lnTo>
                <a:lnTo>
                  <a:pt x="23074" y="19713"/>
                </a:lnTo>
                <a:lnTo>
                  <a:pt x="23074" y="19713"/>
                </a:lnTo>
                <a:lnTo>
                  <a:pt x="23075" y="19713"/>
                </a:lnTo>
                <a:lnTo>
                  <a:pt x="23075" y="19713"/>
                </a:lnTo>
                <a:lnTo>
                  <a:pt x="23075" y="19713"/>
                </a:lnTo>
                <a:lnTo>
                  <a:pt x="23075" y="19713"/>
                </a:lnTo>
                <a:lnTo>
                  <a:pt x="23075" y="19713"/>
                </a:lnTo>
                <a:lnTo>
                  <a:pt x="23076" y="19713"/>
                </a:lnTo>
                <a:lnTo>
                  <a:pt x="23076" y="19713"/>
                </a:lnTo>
                <a:lnTo>
                  <a:pt x="23076" y="19713"/>
                </a:lnTo>
                <a:lnTo>
                  <a:pt x="23076" y="19713"/>
                </a:lnTo>
                <a:lnTo>
                  <a:pt x="23076" y="19713"/>
                </a:lnTo>
                <a:lnTo>
                  <a:pt x="23076" y="19713"/>
                </a:lnTo>
                <a:lnTo>
                  <a:pt x="23077" y="19713"/>
                </a:lnTo>
                <a:lnTo>
                  <a:pt x="23077" y="19713"/>
                </a:lnTo>
                <a:lnTo>
                  <a:pt x="23077" y="19713"/>
                </a:lnTo>
                <a:lnTo>
                  <a:pt x="23077" y="19713"/>
                </a:lnTo>
                <a:lnTo>
                  <a:pt x="23077" y="19713"/>
                </a:lnTo>
                <a:lnTo>
                  <a:pt x="23078" y="19713"/>
                </a:lnTo>
                <a:lnTo>
                  <a:pt x="23078" y="19713"/>
                </a:lnTo>
                <a:lnTo>
                  <a:pt x="23078" y="19713"/>
                </a:lnTo>
                <a:lnTo>
                  <a:pt x="23078" y="19713"/>
                </a:lnTo>
                <a:lnTo>
                  <a:pt x="23078" y="19713"/>
                </a:lnTo>
                <a:lnTo>
                  <a:pt x="23078" y="19713"/>
                </a:lnTo>
                <a:lnTo>
                  <a:pt x="23079" y="19713"/>
                </a:lnTo>
                <a:lnTo>
                  <a:pt x="23079" y="19713"/>
                </a:lnTo>
                <a:lnTo>
                  <a:pt x="23079" y="19713"/>
                </a:lnTo>
                <a:lnTo>
                  <a:pt x="23079" y="19713"/>
                </a:lnTo>
                <a:lnTo>
                  <a:pt x="23079" y="19713"/>
                </a:lnTo>
                <a:lnTo>
                  <a:pt x="23080" y="19713"/>
                </a:lnTo>
                <a:lnTo>
                  <a:pt x="23080" y="19713"/>
                </a:lnTo>
                <a:lnTo>
                  <a:pt x="23080" y="19713"/>
                </a:lnTo>
                <a:lnTo>
                  <a:pt x="23080" y="19713"/>
                </a:lnTo>
                <a:lnTo>
                  <a:pt x="23080" y="19713"/>
                </a:lnTo>
                <a:lnTo>
                  <a:pt x="23080" y="19713"/>
                </a:lnTo>
                <a:lnTo>
                  <a:pt x="23081" y="19713"/>
                </a:lnTo>
                <a:lnTo>
                  <a:pt x="23081" y="19713"/>
                </a:lnTo>
                <a:lnTo>
                  <a:pt x="23081" y="19713"/>
                </a:lnTo>
                <a:lnTo>
                  <a:pt x="23081" y="19713"/>
                </a:lnTo>
                <a:lnTo>
                  <a:pt x="23081" y="19713"/>
                </a:lnTo>
                <a:lnTo>
                  <a:pt x="23081" y="19713"/>
                </a:lnTo>
                <a:lnTo>
                  <a:pt x="23082" y="19713"/>
                </a:lnTo>
                <a:lnTo>
                  <a:pt x="23082" y="19713"/>
                </a:lnTo>
                <a:lnTo>
                  <a:pt x="23082" y="19713"/>
                </a:lnTo>
                <a:lnTo>
                  <a:pt x="23082" y="19713"/>
                </a:lnTo>
                <a:lnTo>
                  <a:pt x="23082" y="19713"/>
                </a:lnTo>
                <a:lnTo>
                  <a:pt x="23083" y="19713"/>
                </a:lnTo>
                <a:lnTo>
                  <a:pt x="23083" y="19713"/>
                </a:lnTo>
                <a:lnTo>
                  <a:pt x="23083" y="19713"/>
                </a:lnTo>
                <a:lnTo>
                  <a:pt x="23083" y="19713"/>
                </a:lnTo>
                <a:lnTo>
                  <a:pt x="23083" y="19713"/>
                </a:lnTo>
                <a:lnTo>
                  <a:pt x="23083" y="19713"/>
                </a:lnTo>
                <a:lnTo>
                  <a:pt x="23084" y="19713"/>
                </a:lnTo>
                <a:lnTo>
                  <a:pt x="23084" y="19713"/>
                </a:lnTo>
                <a:lnTo>
                  <a:pt x="23084" y="19713"/>
                </a:lnTo>
                <a:lnTo>
                  <a:pt x="23084" y="19713"/>
                </a:lnTo>
                <a:lnTo>
                  <a:pt x="23084" y="19713"/>
                </a:lnTo>
                <a:lnTo>
                  <a:pt x="23085" y="19713"/>
                </a:lnTo>
                <a:lnTo>
                  <a:pt x="23085" y="19713"/>
                </a:lnTo>
                <a:lnTo>
                  <a:pt x="23085" y="19713"/>
                </a:lnTo>
                <a:lnTo>
                  <a:pt x="23085" y="19713"/>
                </a:lnTo>
                <a:lnTo>
                  <a:pt x="23085" y="19713"/>
                </a:lnTo>
                <a:lnTo>
                  <a:pt x="23085" y="19713"/>
                </a:lnTo>
                <a:lnTo>
                  <a:pt x="23086" y="19713"/>
                </a:lnTo>
                <a:lnTo>
                  <a:pt x="23086" y="19713"/>
                </a:lnTo>
                <a:lnTo>
                  <a:pt x="23086" y="19713"/>
                </a:lnTo>
                <a:lnTo>
                  <a:pt x="23086" y="19713"/>
                </a:lnTo>
                <a:lnTo>
                  <a:pt x="23086" y="19713"/>
                </a:lnTo>
                <a:lnTo>
                  <a:pt x="23087" y="19713"/>
                </a:lnTo>
                <a:lnTo>
                  <a:pt x="23087" y="19713"/>
                </a:lnTo>
                <a:lnTo>
                  <a:pt x="23087" y="19713"/>
                </a:lnTo>
                <a:lnTo>
                  <a:pt x="23087" y="19713"/>
                </a:lnTo>
                <a:lnTo>
                  <a:pt x="23087" y="19713"/>
                </a:lnTo>
                <a:lnTo>
                  <a:pt x="23087" y="19713"/>
                </a:lnTo>
                <a:lnTo>
                  <a:pt x="23088" y="19713"/>
                </a:lnTo>
                <a:lnTo>
                  <a:pt x="23088" y="19713"/>
                </a:lnTo>
                <a:lnTo>
                  <a:pt x="23088" y="19713"/>
                </a:lnTo>
                <a:lnTo>
                  <a:pt x="23088" y="19713"/>
                </a:lnTo>
                <a:lnTo>
                  <a:pt x="23088" y="19713"/>
                </a:lnTo>
                <a:lnTo>
                  <a:pt x="23089" y="19713"/>
                </a:lnTo>
                <a:lnTo>
                  <a:pt x="23089" y="19713"/>
                </a:lnTo>
                <a:lnTo>
                  <a:pt x="23089" y="19713"/>
                </a:lnTo>
                <a:lnTo>
                  <a:pt x="23089" y="19713"/>
                </a:lnTo>
                <a:lnTo>
                  <a:pt x="23089" y="19713"/>
                </a:lnTo>
                <a:lnTo>
                  <a:pt x="23090" y="19713"/>
                </a:lnTo>
                <a:lnTo>
                  <a:pt x="23090" y="19713"/>
                </a:lnTo>
                <a:lnTo>
                  <a:pt x="23090" y="19713"/>
                </a:lnTo>
                <a:lnTo>
                  <a:pt x="23090" y="19713"/>
                </a:lnTo>
                <a:lnTo>
                  <a:pt x="23090" y="19713"/>
                </a:lnTo>
                <a:lnTo>
                  <a:pt x="23090" y="19713"/>
                </a:lnTo>
                <a:lnTo>
                  <a:pt x="23091" y="19713"/>
                </a:lnTo>
                <a:lnTo>
                  <a:pt x="23091" y="19713"/>
                </a:lnTo>
                <a:lnTo>
                  <a:pt x="23091" y="19713"/>
                </a:lnTo>
                <a:lnTo>
                  <a:pt x="23091" y="19713"/>
                </a:lnTo>
                <a:lnTo>
                  <a:pt x="23091" y="19713"/>
                </a:lnTo>
                <a:lnTo>
                  <a:pt x="23092" y="19713"/>
                </a:lnTo>
                <a:lnTo>
                  <a:pt x="23092" y="19713"/>
                </a:lnTo>
                <a:lnTo>
                  <a:pt x="23092" y="19713"/>
                </a:lnTo>
                <a:lnTo>
                  <a:pt x="23092" y="19713"/>
                </a:lnTo>
                <a:lnTo>
                  <a:pt x="23092" y="19713"/>
                </a:lnTo>
                <a:lnTo>
                  <a:pt x="23092" y="19713"/>
                </a:lnTo>
                <a:lnTo>
                  <a:pt x="23093" y="19713"/>
                </a:lnTo>
                <a:lnTo>
                  <a:pt x="23093" y="19713"/>
                </a:lnTo>
                <a:lnTo>
                  <a:pt x="23093" y="19713"/>
                </a:lnTo>
                <a:lnTo>
                  <a:pt x="23093" y="19713"/>
                </a:lnTo>
                <a:lnTo>
                  <a:pt x="23093" y="19713"/>
                </a:lnTo>
                <a:lnTo>
                  <a:pt x="23094" y="19713"/>
                </a:lnTo>
                <a:lnTo>
                  <a:pt x="23094" y="19713"/>
                </a:lnTo>
                <a:lnTo>
                  <a:pt x="23094" y="19713"/>
                </a:lnTo>
                <a:lnTo>
                  <a:pt x="23094" y="19713"/>
                </a:lnTo>
                <a:lnTo>
                  <a:pt x="23094" y="19713"/>
                </a:lnTo>
                <a:lnTo>
                  <a:pt x="23094" y="19713"/>
                </a:lnTo>
                <a:lnTo>
                  <a:pt x="23095" y="19713"/>
                </a:lnTo>
                <a:lnTo>
                  <a:pt x="23095" y="19713"/>
                </a:lnTo>
                <a:lnTo>
                  <a:pt x="23095" y="19713"/>
                </a:lnTo>
                <a:lnTo>
                  <a:pt x="23095" y="19713"/>
                </a:lnTo>
                <a:lnTo>
                  <a:pt x="23095" y="19713"/>
                </a:lnTo>
                <a:lnTo>
                  <a:pt x="23096" y="19713"/>
                </a:lnTo>
                <a:lnTo>
                  <a:pt x="23096" y="19713"/>
                </a:lnTo>
                <a:lnTo>
                  <a:pt x="23096" y="19713"/>
                </a:lnTo>
                <a:lnTo>
                  <a:pt x="23096" y="19713"/>
                </a:lnTo>
                <a:lnTo>
                  <a:pt x="23096" y="19713"/>
                </a:lnTo>
                <a:lnTo>
                  <a:pt x="23096" y="19713"/>
                </a:lnTo>
                <a:lnTo>
                  <a:pt x="23097" y="19713"/>
                </a:lnTo>
                <a:lnTo>
                  <a:pt x="23097" y="19713"/>
                </a:lnTo>
                <a:lnTo>
                  <a:pt x="23097" y="19713"/>
                </a:lnTo>
                <a:lnTo>
                  <a:pt x="23097" y="19713"/>
                </a:lnTo>
                <a:lnTo>
                  <a:pt x="23097" y="19713"/>
                </a:lnTo>
                <a:lnTo>
                  <a:pt x="23098" y="19713"/>
                </a:lnTo>
                <a:lnTo>
                  <a:pt x="23098" y="19713"/>
                </a:lnTo>
                <a:lnTo>
                  <a:pt x="23098" y="19713"/>
                </a:lnTo>
                <a:lnTo>
                  <a:pt x="23098" y="19713"/>
                </a:lnTo>
                <a:lnTo>
                  <a:pt x="23098" y="19713"/>
                </a:lnTo>
                <a:lnTo>
                  <a:pt x="23098" y="19713"/>
                </a:lnTo>
                <a:lnTo>
                  <a:pt x="23099" y="19713"/>
                </a:lnTo>
                <a:lnTo>
                  <a:pt x="23099" y="19713"/>
                </a:lnTo>
                <a:lnTo>
                  <a:pt x="23099" y="19713"/>
                </a:lnTo>
                <a:lnTo>
                  <a:pt x="23099" y="19713"/>
                </a:lnTo>
                <a:lnTo>
                  <a:pt x="23099" y="19713"/>
                </a:lnTo>
                <a:lnTo>
                  <a:pt x="23100" y="19713"/>
                </a:lnTo>
                <a:lnTo>
                  <a:pt x="23100" y="19713"/>
                </a:lnTo>
                <a:lnTo>
                  <a:pt x="23100" y="19713"/>
                </a:lnTo>
                <a:lnTo>
                  <a:pt x="23100" y="19713"/>
                </a:lnTo>
                <a:lnTo>
                  <a:pt x="23100" y="19713"/>
                </a:lnTo>
                <a:lnTo>
                  <a:pt x="23100" y="19713"/>
                </a:lnTo>
                <a:lnTo>
                  <a:pt x="23101" y="19713"/>
                </a:lnTo>
                <a:lnTo>
                  <a:pt x="23101" y="19713"/>
                </a:lnTo>
                <a:lnTo>
                  <a:pt x="23101" y="19713"/>
                </a:lnTo>
                <a:lnTo>
                  <a:pt x="23101" y="19713"/>
                </a:lnTo>
                <a:lnTo>
                  <a:pt x="23101" y="19713"/>
                </a:lnTo>
                <a:lnTo>
                  <a:pt x="23102" y="19713"/>
                </a:lnTo>
                <a:lnTo>
                  <a:pt x="23102" y="19713"/>
                </a:lnTo>
                <a:lnTo>
                  <a:pt x="23102" y="19713"/>
                </a:lnTo>
                <a:lnTo>
                  <a:pt x="23102" y="19713"/>
                </a:lnTo>
                <a:lnTo>
                  <a:pt x="23102" y="19713"/>
                </a:lnTo>
                <a:lnTo>
                  <a:pt x="23103" y="19713"/>
                </a:lnTo>
                <a:lnTo>
                  <a:pt x="23103" y="19713"/>
                </a:lnTo>
                <a:lnTo>
                  <a:pt x="23103" y="19713"/>
                </a:lnTo>
                <a:lnTo>
                  <a:pt x="23103" y="19713"/>
                </a:lnTo>
                <a:lnTo>
                  <a:pt x="23103" y="19713"/>
                </a:lnTo>
                <a:lnTo>
                  <a:pt x="23103" y="19713"/>
                </a:lnTo>
                <a:lnTo>
                  <a:pt x="23104" y="19713"/>
                </a:lnTo>
                <a:lnTo>
                  <a:pt x="23104" y="19713"/>
                </a:lnTo>
                <a:lnTo>
                  <a:pt x="23104" y="19713"/>
                </a:lnTo>
                <a:lnTo>
                  <a:pt x="23104" y="19713"/>
                </a:lnTo>
                <a:lnTo>
                  <a:pt x="23104" y="19713"/>
                </a:lnTo>
                <a:lnTo>
                  <a:pt x="23105" y="19713"/>
                </a:lnTo>
                <a:lnTo>
                  <a:pt x="23105" y="19713"/>
                </a:lnTo>
                <a:lnTo>
                  <a:pt x="23105" y="19713"/>
                </a:lnTo>
                <a:lnTo>
                  <a:pt x="23105" y="19713"/>
                </a:lnTo>
                <a:lnTo>
                  <a:pt x="23105" y="19713"/>
                </a:lnTo>
                <a:lnTo>
                  <a:pt x="23105" y="19713"/>
                </a:lnTo>
                <a:lnTo>
                  <a:pt x="23106" y="19713"/>
                </a:lnTo>
                <a:lnTo>
                  <a:pt x="23106" y="19713"/>
                </a:lnTo>
                <a:lnTo>
                  <a:pt x="23106" y="19713"/>
                </a:lnTo>
                <a:lnTo>
                  <a:pt x="23106" y="19713"/>
                </a:lnTo>
                <a:lnTo>
                  <a:pt x="23106" y="19713"/>
                </a:lnTo>
                <a:lnTo>
                  <a:pt x="23107" y="19713"/>
                </a:lnTo>
                <a:lnTo>
                  <a:pt x="23107" y="19713"/>
                </a:lnTo>
                <a:lnTo>
                  <a:pt x="23107" y="19713"/>
                </a:lnTo>
                <a:lnTo>
                  <a:pt x="23107" y="19713"/>
                </a:lnTo>
                <a:lnTo>
                  <a:pt x="23107" y="19713"/>
                </a:lnTo>
                <a:lnTo>
                  <a:pt x="23107" y="19713"/>
                </a:lnTo>
                <a:lnTo>
                  <a:pt x="23108" y="19713"/>
                </a:lnTo>
                <a:lnTo>
                  <a:pt x="23108" y="19713"/>
                </a:lnTo>
                <a:lnTo>
                  <a:pt x="23108" y="19713"/>
                </a:lnTo>
                <a:lnTo>
                  <a:pt x="23108" y="19713"/>
                </a:lnTo>
                <a:lnTo>
                  <a:pt x="23108" y="19713"/>
                </a:lnTo>
                <a:lnTo>
                  <a:pt x="23109" y="19713"/>
                </a:lnTo>
                <a:lnTo>
                  <a:pt x="23109" y="19713"/>
                </a:lnTo>
                <a:lnTo>
                  <a:pt x="23109" y="19713"/>
                </a:lnTo>
                <a:lnTo>
                  <a:pt x="23109" y="19713"/>
                </a:lnTo>
                <a:lnTo>
                  <a:pt x="23109" y="19713"/>
                </a:lnTo>
                <a:lnTo>
                  <a:pt x="23110" y="19713"/>
                </a:lnTo>
                <a:lnTo>
                  <a:pt x="23110" y="19713"/>
                </a:lnTo>
                <a:lnTo>
                  <a:pt x="23110" y="19713"/>
                </a:lnTo>
                <a:lnTo>
                  <a:pt x="23110" y="19713"/>
                </a:lnTo>
                <a:lnTo>
                  <a:pt x="23110" y="19713"/>
                </a:lnTo>
                <a:lnTo>
                  <a:pt x="23110" y="19713"/>
                </a:lnTo>
                <a:lnTo>
                  <a:pt x="23111" y="19713"/>
                </a:lnTo>
                <a:lnTo>
                  <a:pt x="23111" y="19713"/>
                </a:lnTo>
                <a:lnTo>
                  <a:pt x="23111" y="19713"/>
                </a:lnTo>
                <a:lnTo>
                  <a:pt x="23111" y="19713"/>
                </a:lnTo>
                <a:lnTo>
                  <a:pt x="23111" y="19713"/>
                </a:lnTo>
                <a:lnTo>
                  <a:pt x="23112" y="19713"/>
                </a:lnTo>
                <a:lnTo>
                  <a:pt x="23112" y="19713"/>
                </a:lnTo>
                <a:lnTo>
                  <a:pt x="23112" y="19713"/>
                </a:lnTo>
                <a:lnTo>
                  <a:pt x="23112" y="19713"/>
                </a:lnTo>
                <a:lnTo>
                  <a:pt x="23112" y="19713"/>
                </a:lnTo>
                <a:lnTo>
                  <a:pt x="23112" y="19713"/>
                </a:lnTo>
                <a:lnTo>
                  <a:pt x="23113" y="19713"/>
                </a:lnTo>
                <a:lnTo>
                  <a:pt x="23113" y="19713"/>
                </a:lnTo>
                <a:lnTo>
                  <a:pt x="23113" y="19713"/>
                </a:lnTo>
                <a:lnTo>
                  <a:pt x="23113" y="19713"/>
                </a:lnTo>
                <a:lnTo>
                  <a:pt x="23113" y="19713"/>
                </a:lnTo>
                <a:lnTo>
                  <a:pt x="23114" y="19713"/>
                </a:lnTo>
                <a:lnTo>
                  <a:pt x="23114" y="19713"/>
                </a:lnTo>
                <a:lnTo>
                  <a:pt x="23114" y="19713"/>
                </a:lnTo>
                <a:lnTo>
                  <a:pt x="23114" y="19713"/>
                </a:lnTo>
                <a:lnTo>
                  <a:pt x="23114" y="19713"/>
                </a:lnTo>
                <a:lnTo>
                  <a:pt x="23115" y="19713"/>
                </a:lnTo>
                <a:lnTo>
                  <a:pt x="23115" y="19713"/>
                </a:lnTo>
                <a:lnTo>
                  <a:pt x="23115" y="19713"/>
                </a:lnTo>
                <a:lnTo>
                  <a:pt x="23115" y="19713"/>
                </a:lnTo>
                <a:lnTo>
                  <a:pt x="23115" y="19713"/>
                </a:lnTo>
                <a:lnTo>
                  <a:pt x="23115" y="19713"/>
                </a:lnTo>
                <a:lnTo>
                  <a:pt x="23116" y="19713"/>
                </a:lnTo>
                <a:lnTo>
                  <a:pt x="23116" y="19713"/>
                </a:lnTo>
                <a:lnTo>
                  <a:pt x="23116" y="19713"/>
                </a:lnTo>
                <a:lnTo>
                  <a:pt x="23116" y="19713"/>
                </a:lnTo>
                <a:lnTo>
                  <a:pt x="23116" y="19713"/>
                </a:lnTo>
                <a:lnTo>
                  <a:pt x="23117" y="19713"/>
                </a:lnTo>
                <a:lnTo>
                  <a:pt x="23117" y="19713"/>
                </a:lnTo>
                <a:lnTo>
                  <a:pt x="23117" y="19713"/>
                </a:lnTo>
                <a:lnTo>
                  <a:pt x="23117" y="19713"/>
                </a:lnTo>
                <a:lnTo>
                  <a:pt x="23117" y="19713"/>
                </a:lnTo>
                <a:lnTo>
                  <a:pt x="23117" y="19713"/>
                </a:lnTo>
                <a:lnTo>
                  <a:pt x="23118" y="19713"/>
                </a:lnTo>
                <a:lnTo>
                  <a:pt x="23118" y="19713"/>
                </a:lnTo>
                <a:lnTo>
                  <a:pt x="23118" y="19713"/>
                </a:lnTo>
                <a:lnTo>
                  <a:pt x="23118" y="19713"/>
                </a:lnTo>
                <a:lnTo>
                  <a:pt x="23118" y="19713"/>
                </a:lnTo>
                <a:lnTo>
                  <a:pt x="23119" y="19713"/>
                </a:lnTo>
                <a:lnTo>
                  <a:pt x="23119" y="19713"/>
                </a:lnTo>
                <a:lnTo>
                  <a:pt x="23119" y="19713"/>
                </a:lnTo>
                <a:lnTo>
                  <a:pt x="23119" y="19713"/>
                </a:lnTo>
                <a:lnTo>
                  <a:pt x="23119" y="19713"/>
                </a:lnTo>
                <a:lnTo>
                  <a:pt x="23120" y="19713"/>
                </a:lnTo>
                <a:lnTo>
                  <a:pt x="23120" y="19713"/>
                </a:lnTo>
                <a:lnTo>
                  <a:pt x="23120" y="19713"/>
                </a:lnTo>
                <a:lnTo>
                  <a:pt x="23120" y="19713"/>
                </a:lnTo>
                <a:lnTo>
                  <a:pt x="23120" y="19713"/>
                </a:lnTo>
                <a:lnTo>
                  <a:pt x="23120" y="19713"/>
                </a:lnTo>
                <a:lnTo>
                  <a:pt x="23121" y="19713"/>
                </a:lnTo>
                <a:lnTo>
                  <a:pt x="23121" y="19713"/>
                </a:lnTo>
                <a:lnTo>
                  <a:pt x="23121" y="19713"/>
                </a:lnTo>
                <a:lnTo>
                  <a:pt x="23121" y="19713"/>
                </a:lnTo>
                <a:lnTo>
                  <a:pt x="23121" y="19713"/>
                </a:lnTo>
                <a:lnTo>
                  <a:pt x="23122" y="19713"/>
                </a:lnTo>
                <a:lnTo>
                  <a:pt x="23122" y="19713"/>
                </a:lnTo>
                <a:lnTo>
                  <a:pt x="23122" y="19713"/>
                </a:lnTo>
                <a:lnTo>
                  <a:pt x="23122" y="19713"/>
                </a:lnTo>
                <a:lnTo>
                  <a:pt x="23122" y="19713"/>
                </a:lnTo>
                <a:lnTo>
                  <a:pt x="23123" y="19713"/>
                </a:lnTo>
                <a:lnTo>
                  <a:pt x="23123" y="19713"/>
                </a:lnTo>
                <a:lnTo>
                  <a:pt x="23123" y="19713"/>
                </a:lnTo>
                <a:lnTo>
                  <a:pt x="23123" y="19713"/>
                </a:lnTo>
                <a:lnTo>
                  <a:pt x="23123" y="19713"/>
                </a:lnTo>
                <a:lnTo>
                  <a:pt x="23123" y="19713"/>
                </a:lnTo>
                <a:lnTo>
                  <a:pt x="23124" y="19713"/>
                </a:lnTo>
                <a:lnTo>
                  <a:pt x="23124" y="19713"/>
                </a:lnTo>
                <a:lnTo>
                  <a:pt x="23124" y="19713"/>
                </a:lnTo>
                <a:lnTo>
                  <a:pt x="23124" y="19713"/>
                </a:lnTo>
                <a:lnTo>
                  <a:pt x="23124" y="19713"/>
                </a:lnTo>
                <a:lnTo>
                  <a:pt x="23125" y="19713"/>
                </a:lnTo>
                <a:lnTo>
                  <a:pt x="23125" y="19713"/>
                </a:lnTo>
                <a:lnTo>
                  <a:pt x="23125" y="19713"/>
                </a:lnTo>
                <a:lnTo>
                  <a:pt x="23125" y="19713"/>
                </a:lnTo>
                <a:lnTo>
                  <a:pt x="23125" y="19713"/>
                </a:lnTo>
                <a:lnTo>
                  <a:pt x="23125" y="19713"/>
                </a:lnTo>
                <a:lnTo>
                  <a:pt x="23126" y="19713"/>
                </a:lnTo>
                <a:lnTo>
                  <a:pt x="23126" y="19713"/>
                </a:lnTo>
                <a:lnTo>
                  <a:pt x="23126" y="19713"/>
                </a:lnTo>
                <a:lnTo>
                  <a:pt x="23126" y="19713"/>
                </a:lnTo>
                <a:lnTo>
                  <a:pt x="23126" y="19713"/>
                </a:lnTo>
                <a:lnTo>
                  <a:pt x="23127" y="19713"/>
                </a:lnTo>
                <a:lnTo>
                  <a:pt x="23127" y="19713"/>
                </a:lnTo>
                <a:lnTo>
                  <a:pt x="23127" y="19713"/>
                </a:lnTo>
                <a:lnTo>
                  <a:pt x="23127" y="19713"/>
                </a:lnTo>
                <a:lnTo>
                  <a:pt x="23127" y="19713"/>
                </a:lnTo>
                <a:lnTo>
                  <a:pt x="23128" y="19713"/>
                </a:lnTo>
                <a:lnTo>
                  <a:pt x="23128" y="19713"/>
                </a:lnTo>
                <a:lnTo>
                  <a:pt x="23128" y="19713"/>
                </a:lnTo>
                <a:lnTo>
                  <a:pt x="23128" y="19713"/>
                </a:lnTo>
                <a:lnTo>
                  <a:pt x="23128" y="19713"/>
                </a:lnTo>
                <a:lnTo>
                  <a:pt x="23128" y="19713"/>
                </a:lnTo>
                <a:lnTo>
                  <a:pt x="23129" y="19713"/>
                </a:lnTo>
                <a:lnTo>
                  <a:pt x="23129" y="19713"/>
                </a:lnTo>
                <a:lnTo>
                  <a:pt x="23129" y="19713"/>
                </a:lnTo>
                <a:lnTo>
                  <a:pt x="23129" y="19713"/>
                </a:lnTo>
                <a:lnTo>
                  <a:pt x="23129" y="19713"/>
                </a:lnTo>
                <a:lnTo>
                  <a:pt x="23130" y="19713"/>
                </a:lnTo>
                <a:lnTo>
                  <a:pt x="23130" y="19713"/>
                </a:lnTo>
                <a:lnTo>
                  <a:pt x="23130" y="19713"/>
                </a:lnTo>
                <a:lnTo>
                  <a:pt x="23130" y="19713"/>
                </a:lnTo>
                <a:lnTo>
                  <a:pt x="23130" y="19713"/>
                </a:lnTo>
                <a:lnTo>
                  <a:pt x="23131" y="19713"/>
                </a:lnTo>
                <a:lnTo>
                  <a:pt x="23131" y="19713"/>
                </a:lnTo>
                <a:lnTo>
                  <a:pt x="23131" y="19713"/>
                </a:lnTo>
                <a:lnTo>
                  <a:pt x="23131" y="19713"/>
                </a:lnTo>
                <a:lnTo>
                  <a:pt x="23131" y="19713"/>
                </a:lnTo>
                <a:lnTo>
                  <a:pt x="23131" y="19713"/>
                </a:lnTo>
                <a:lnTo>
                  <a:pt x="23132" y="19713"/>
                </a:lnTo>
                <a:lnTo>
                  <a:pt x="23132" y="19713"/>
                </a:lnTo>
                <a:lnTo>
                  <a:pt x="23132" y="19713"/>
                </a:lnTo>
                <a:lnTo>
                  <a:pt x="23132" y="19713"/>
                </a:lnTo>
                <a:lnTo>
                  <a:pt x="23132" y="19713"/>
                </a:lnTo>
                <a:lnTo>
                  <a:pt x="23133" y="19713"/>
                </a:lnTo>
                <a:lnTo>
                  <a:pt x="23133" y="19713"/>
                </a:lnTo>
                <a:lnTo>
                  <a:pt x="23133" y="19713"/>
                </a:lnTo>
                <a:lnTo>
                  <a:pt x="23133" y="19713"/>
                </a:lnTo>
                <a:lnTo>
                  <a:pt x="23133" y="19713"/>
                </a:lnTo>
                <a:lnTo>
                  <a:pt x="23134" y="19713"/>
                </a:lnTo>
                <a:lnTo>
                  <a:pt x="23134" y="19713"/>
                </a:lnTo>
                <a:lnTo>
                  <a:pt x="23134" y="19713"/>
                </a:lnTo>
                <a:lnTo>
                  <a:pt x="23134" y="19713"/>
                </a:lnTo>
                <a:lnTo>
                  <a:pt x="23134" y="19713"/>
                </a:lnTo>
                <a:lnTo>
                  <a:pt x="23134" y="19713"/>
                </a:lnTo>
                <a:lnTo>
                  <a:pt x="23135" y="19713"/>
                </a:lnTo>
                <a:lnTo>
                  <a:pt x="23135" y="19713"/>
                </a:lnTo>
                <a:lnTo>
                  <a:pt x="23135" y="19713"/>
                </a:lnTo>
                <a:lnTo>
                  <a:pt x="23135" y="19713"/>
                </a:lnTo>
                <a:lnTo>
                  <a:pt x="23135" y="19713"/>
                </a:lnTo>
                <a:lnTo>
                  <a:pt x="23136" y="19713"/>
                </a:lnTo>
                <a:lnTo>
                  <a:pt x="23136" y="19713"/>
                </a:lnTo>
                <a:lnTo>
                  <a:pt x="23136" y="19713"/>
                </a:lnTo>
                <a:lnTo>
                  <a:pt x="23136" y="19713"/>
                </a:lnTo>
                <a:lnTo>
                  <a:pt x="23136" y="19713"/>
                </a:lnTo>
                <a:lnTo>
                  <a:pt x="23137" y="19713"/>
                </a:lnTo>
                <a:lnTo>
                  <a:pt x="23137" y="19713"/>
                </a:lnTo>
                <a:lnTo>
                  <a:pt x="23137" y="19713"/>
                </a:lnTo>
                <a:lnTo>
                  <a:pt x="23137" y="19713"/>
                </a:lnTo>
                <a:lnTo>
                  <a:pt x="23137" y="19713"/>
                </a:lnTo>
                <a:lnTo>
                  <a:pt x="23137" y="19713"/>
                </a:lnTo>
                <a:lnTo>
                  <a:pt x="23138" y="19713"/>
                </a:lnTo>
                <a:lnTo>
                  <a:pt x="23138" y="19713"/>
                </a:lnTo>
                <a:lnTo>
                  <a:pt x="23138" y="19713"/>
                </a:lnTo>
                <a:lnTo>
                  <a:pt x="23138" y="19713"/>
                </a:lnTo>
                <a:lnTo>
                  <a:pt x="23138" y="19713"/>
                </a:lnTo>
                <a:lnTo>
                  <a:pt x="23139" y="19713"/>
                </a:lnTo>
                <a:lnTo>
                  <a:pt x="23139" y="19713"/>
                </a:lnTo>
                <a:lnTo>
                  <a:pt x="23139" y="19713"/>
                </a:lnTo>
                <a:lnTo>
                  <a:pt x="23139" y="19713"/>
                </a:lnTo>
                <a:lnTo>
                  <a:pt x="23139" y="19713"/>
                </a:lnTo>
                <a:lnTo>
                  <a:pt x="23140" y="19713"/>
                </a:lnTo>
                <a:lnTo>
                  <a:pt x="23140" y="19713"/>
                </a:lnTo>
                <a:lnTo>
                  <a:pt x="23140" y="19713"/>
                </a:lnTo>
                <a:lnTo>
                  <a:pt x="23140" y="19713"/>
                </a:lnTo>
                <a:lnTo>
                  <a:pt x="23140" y="19713"/>
                </a:lnTo>
                <a:lnTo>
                  <a:pt x="23140" y="19713"/>
                </a:lnTo>
                <a:lnTo>
                  <a:pt x="23141" y="19713"/>
                </a:lnTo>
                <a:lnTo>
                  <a:pt x="23141" y="19713"/>
                </a:lnTo>
                <a:lnTo>
                  <a:pt x="23141" y="19713"/>
                </a:lnTo>
                <a:lnTo>
                  <a:pt x="23141" y="19713"/>
                </a:lnTo>
                <a:lnTo>
                  <a:pt x="23141" y="19713"/>
                </a:lnTo>
                <a:lnTo>
                  <a:pt x="23142" y="19713"/>
                </a:lnTo>
                <a:lnTo>
                  <a:pt x="23142" y="19713"/>
                </a:lnTo>
                <a:lnTo>
                  <a:pt x="23142" y="19713"/>
                </a:lnTo>
                <a:lnTo>
                  <a:pt x="23142" y="19713"/>
                </a:lnTo>
                <a:lnTo>
                  <a:pt x="23142" y="19713"/>
                </a:lnTo>
                <a:lnTo>
                  <a:pt x="23143" y="19713"/>
                </a:lnTo>
                <a:lnTo>
                  <a:pt x="23143" y="19713"/>
                </a:lnTo>
                <a:lnTo>
                  <a:pt x="23143" y="19713"/>
                </a:lnTo>
                <a:lnTo>
                  <a:pt x="23143" y="19713"/>
                </a:lnTo>
                <a:lnTo>
                  <a:pt x="23143" y="19713"/>
                </a:lnTo>
                <a:lnTo>
                  <a:pt x="23144" y="19713"/>
                </a:lnTo>
                <a:lnTo>
                  <a:pt x="23144" y="19713"/>
                </a:lnTo>
                <a:lnTo>
                  <a:pt x="23144" y="19713"/>
                </a:lnTo>
                <a:lnTo>
                  <a:pt x="23144" y="19713"/>
                </a:lnTo>
                <a:lnTo>
                  <a:pt x="23144" y="19713"/>
                </a:lnTo>
                <a:lnTo>
                  <a:pt x="23144" y="19713"/>
                </a:lnTo>
                <a:lnTo>
                  <a:pt x="23145" y="19713"/>
                </a:lnTo>
                <a:lnTo>
                  <a:pt x="23145" y="19713"/>
                </a:lnTo>
                <a:lnTo>
                  <a:pt x="23145" y="19713"/>
                </a:lnTo>
                <a:lnTo>
                  <a:pt x="23145" y="19713"/>
                </a:lnTo>
                <a:lnTo>
                  <a:pt x="23145" y="19713"/>
                </a:lnTo>
                <a:lnTo>
                  <a:pt x="23146" y="19713"/>
                </a:lnTo>
                <a:lnTo>
                  <a:pt x="23146" y="19713"/>
                </a:lnTo>
                <a:lnTo>
                  <a:pt x="23146" y="19713"/>
                </a:lnTo>
                <a:lnTo>
                  <a:pt x="23146" y="19713"/>
                </a:lnTo>
                <a:lnTo>
                  <a:pt x="23146" y="19713"/>
                </a:lnTo>
                <a:lnTo>
                  <a:pt x="23147" y="19713"/>
                </a:lnTo>
                <a:lnTo>
                  <a:pt x="23147" y="19713"/>
                </a:lnTo>
                <a:lnTo>
                  <a:pt x="23147" y="19713"/>
                </a:lnTo>
                <a:lnTo>
                  <a:pt x="23147" y="19713"/>
                </a:lnTo>
                <a:lnTo>
                  <a:pt x="23147" y="19713"/>
                </a:lnTo>
                <a:lnTo>
                  <a:pt x="23147" y="19713"/>
                </a:lnTo>
                <a:lnTo>
                  <a:pt x="23148" y="19713"/>
                </a:lnTo>
                <a:lnTo>
                  <a:pt x="23148" y="19713"/>
                </a:lnTo>
                <a:lnTo>
                  <a:pt x="23148" y="19713"/>
                </a:lnTo>
                <a:lnTo>
                  <a:pt x="23148" y="19713"/>
                </a:lnTo>
                <a:lnTo>
                  <a:pt x="23148" y="19713"/>
                </a:lnTo>
                <a:lnTo>
                  <a:pt x="23149" y="19713"/>
                </a:lnTo>
                <a:lnTo>
                  <a:pt x="23149" y="19713"/>
                </a:lnTo>
                <a:lnTo>
                  <a:pt x="23149" y="19713"/>
                </a:lnTo>
                <a:lnTo>
                  <a:pt x="23149" y="19713"/>
                </a:lnTo>
                <a:lnTo>
                  <a:pt x="23149" y="19713"/>
                </a:lnTo>
                <a:lnTo>
                  <a:pt x="23150" y="19713"/>
                </a:lnTo>
                <a:lnTo>
                  <a:pt x="23150" y="19713"/>
                </a:lnTo>
                <a:lnTo>
                  <a:pt x="23150" y="19713"/>
                </a:lnTo>
                <a:lnTo>
                  <a:pt x="23150" y="19713"/>
                </a:lnTo>
                <a:lnTo>
                  <a:pt x="23150" y="19713"/>
                </a:lnTo>
                <a:lnTo>
                  <a:pt x="23151" y="19713"/>
                </a:lnTo>
                <a:lnTo>
                  <a:pt x="23151" y="19713"/>
                </a:lnTo>
                <a:lnTo>
                  <a:pt x="23151" y="19713"/>
                </a:lnTo>
                <a:lnTo>
                  <a:pt x="23151" y="19713"/>
                </a:lnTo>
                <a:lnTo>
                  <a:pt x="23151" y="19713"/>
                </a:lnTo>
                <a:lnTo>
                  <a:pt x="23151" y="19713"/>
                </a:lnTo>
                <a:lnTo>
                  <a:pt x="23152" y="19713"/>
                </a:lnTo>
                <a:lnTo>
                  <a:pt x="23152" y="19713"/>
                </a:lnTo>
                <a:lnTo>
                  <a:pt x="23152" y="19713"/>
                </a:lnTo>
                <a:lnTo>
                  <a:pt x="23152" y="19713"/>
                </a:lnTo>
                <a:lnTo>
                  <a:pt x="23152" y="19713"/>
                </a:lnTo>
                <a:lnTo>
                  <a:pt x="23153" y="19713"/>
                </a:lnTo>
                <a:lnTo>
                  <a:pt x="23153" y="19713"/>
                </a:lnTo>
                <a:lnTo>
                  <a:pt x="23153" y="19713"/>
                </a:lnTo>
                <a:lnTo>
                  <a:pt x="23153" y="19713"/>
                </a:lnTo>
                <a:lnTo>
                  <a:pt x="23153" y="19713"/>
                </a:lnTo>
                <a:lnTo>
                  <a:pt x="23154" y="19713"/>
                </a:lnTo>
                <a:lnTo>
                  <a:pt x="23154" y="19713"/>
                </a:lnTo>
                <a:lnTo>
                  <a:pt x="23154" y="19713"/>
                </a:lnTo>
                <a:lnTo>
                  <a:pt x="23154" y="19713"/>
                </a:lnTo>
                <a:lnTo>
                  <a:pt x="23154" y="19713"/>
                </a:lnTo>
                <a:lnTo>
                  <a:pt x="23155" y="19713"/>
                </a:lnTo>
                <a:lnTo>
                  <a:pt x="23155" y="19713"/>
                </a:lnTo>
                <a:lnTo>
                  <a:pt x="23155" y="19713"/>
                </a:lnTo>
                <a:lnTo>
                  <a:pt x="23155" y="19713"/>
                </a:lnTo>
                <a:lnTo>
                  <a:pt x="23155" y="19713"/>
                </a:lnTo>
                <a:lnTo>
                  <a:pt x="23155" y="19713"/>
                </a:lnTo>
                <a:lnTo>
                  <a:pt x="23156" y="19713"/>
                </a:lnTo>
                <a:lnTo>
                  <a:pt x="23156" y="19713"/>
                </a:lnTo>
                <a:lnTo>
                  <a:pt x="23156" y="19713"/>
                </a:lnTo>
                <a:lnTo>
                  <a:pt x="23156" y="19713"/>
                </a:lnTo>
                <a:lnTo>
                  <a:pt x="23156" y="19713"/>
                </a:lnTo>
                <a:lnTo>
                  <a:pt x="23157" y="19713"/>
                </a:lnTo>
                <a:lnTo>
                  <a:pt x="23157" y="19713"/>
                </a:lnTo>
                <a:lnTo>
                  <a:pt x="23157" y="19713"/>
                </a:lnTo>
                <a:lnTo>
                  <a:pt x="23157" y="19713"/>
                </a:lnTo>
                <a:lnTo>
                  <a:pt x="23157" y="19713"/>
                </a:lnTo>
                <a:lnTo>
                  <a:pt x="23158" y="19713"/>
                </a:lnTo>
                <a:lnTo>
                  <a:pt x="23158" y="19713"/>
                </a:lnTo>
                <a:lnTo>
                  <a:pt x="23158" y="19713"/>
                </a:lnTo>
                <a:lnTo>
                  <a:pt x="23158" y="19713"/>
                </a:lnTo>
                <a:lnTo>
                  <a:pt x="23158" y="19713"/>
                </a:lnTo>
                <a:lnTo>
                  <a:pt x="23158" y="19713"/>
                </a:lnTo>
                <a:lnTo>
                  <a:pt x="23159" y="19713"/>
                </a:lnTo>
                <a:lnTo>
                  <a:pt x="23159" y="19713"/>
                </a:lnTo>
                <a:lnTo>
                  <a:pt x="23159" y="19713"/>
                </a:lnTo>
                <a:lnTo>
                  <a:pt x="23159" y="19713"/>
                </a:lnTo>
                <a:lnTo>
                  <a:pt x="23159" y="19713"/>
                </a:lnTo>
                <a:lnTo>
                  <a:pt x="23160" y="19713"/>
                </a:lnTo>
                <a:lnTo>
                  <a:pt x="23160" y="19713"/>
                </a:lnTo>
                <a:lnTo>
                  <a:pt x="23160" y="19713"/>
                </a:lnTo>
                <a:lnTo>
                  <a:pt x="23160" y="19713"/>
                </a:lnTo>
                <a:lnTo>
                  <a:pt x="23160" y="19713"/>
                </a:lnTo>
                <a:lnTo>
                  <a:pt x="23161" y="19713"/>
                </a:lnTo>
                <a:lnTo>
                  <a:pt x="23161" y="19713"/>
                </a:lnTo>
                <a:lnTo>
                  <a:pt x="23161" y="19713"/>
                </a:lnTo>
                <a:lnTo>
                  <a:pt x="23161" y="19713"/>
                </a:lnTo>
                <a:lnTo>
                  <a:pt x="23161" y="19713"/>
                </a:lnTo>
                <a:lnTo>
                  <a:pt x="23162" y="19713"/>
                </a:lnTo>
                <a:lnTo>
                  <a:pt x="23162" y="19713"/>
                </a:lnTo>
                <a:lnTo>
                  <a:pt x="23162" y="19713"/>
                </a:lnTo>
                <a:lnTo>
                  <a:pt x="23162" y="19713"/>
                </a:lnTo>
                <a:lnTo>
                  <a:pt x="23162" y="19713"/>
                </a:lnTo>
                <a:lnTo>
                  <a:pt x="23163" y="19713"/>
                </a:lnTo>
                <a:lnTo>
                  <a:pt x="23163" y="19713"/>
                </a:lnTo>
                <a:lnTo>
                  <a:pt x="23163" y="19713"/>
                </a:lnTo>
                <a:lnTo>
                  <a:pt x="23163" y="19713"/>
                </a:lnTo>
                <a:lnTo>
                  <a:pt x="23163" y="19713"/>
                </a:lnTo>
                <a:lnTo>
                  <a:pt x="23163" y="19713"/>
                </a:lnTo>
                <a:lnTo>
                  <a:pt x="23164" y="19713"/>
                </a:lnTo>
                <a:lnTo>
                  <a:pt x="23164" y="19713"/>
                </a:lnTo>
                <a:lnTo>
                  <a:pt x="23164" y="19713"/>
                </a:lnTo>
                <a:lnTo>
                  <a:pt x="23164" y="19713"/>
                </a:lnTo>
                <a:lnTo>
                  <a:pt x="23164" y="19713"/>
                </a:lnTo>
                <a:lnTo>
                  <a:pt x="23165" y="19713"/>
                </a:lnTo>
                <a:lnTo>
                  <a:pt x="23165" y="19713"/>
                </a:lnTo>
                <a:lnTo>
                  <a:pt x="23165" y="19713"/>
                </a:lnTo>
                <a:lnTo>
                  <a:pt x="23165" y="19713"/>
                </a:lnTo>
                <a:lnTo>
                  <a:pt x="23165" y="19713"/>
                </a:lnTo>
                <a:lnTo>
                  <a:pt x="23166" y="19713"/>
                </a:lnTo>
                <a:lnTo>
                  <a:pt x="23166" y="19713"/>
                </a:lnTo>
                <a:lnTo>
                  <a:pt x="23166" y="19713"/>
                </a:lnTo>
                <a:lnTo>
                  <a:pt x="23166" y="19713"/>
                </a:lnTo>
                <a:lnTo>
                  <a:pt x="23166" y="19713"/>
                </a:lnTo>
                <a:lnTo>
                  <a:pt x="23167" y="19713"/>
                </a:lnTo>
                <a:lnTo>
                  <a:pt x="23167" y="19713"/>
                </a:lnTo>
                <a:lnTo>
                  <a:pt x="23167" y="19713"/>
                </a:lnTo>
                <a:lnTo>
                  <a:pt x="23167" y="19713"/>
                </a:lnTo>
                <a:lnTo>
                  <a:pt x="23167" y="19713"/>
                </a:lnTo>
                <a:lnTo>
                  <a:pt x="23167" y="19713"/>
                </a:lnTo>
                <a:lnTo>
                  <a:pt x="23168" y="19713"/>
                </a:lnTo>
                <a:lnTo>
                  <a:pt x="23168" y="19713"/>
                </a:lnTo>
                <a:lnTo>
                  <a:pt x="23168" y="19713"/>
                </a:lnTo>
                <a:lnTo>
                  <a:pt x="23168" y="19713"/>
                </a:lnTo>
                <a:lnTo>
                  <a:pt x="23168" y="19713"/>
                </a:lnTo>
                <a:lnTo>
                  <a:pt x="23169" y="19713"/>
                </a:lnTo>
                <a:lnTo>
                  <a:pt x="23169" y="19713"/>
                </a:lnTo>
                <a:lnTo>
                  <a:pt x="23169" y="19713"/>
                </a:lnTo>
                <a:lnTo>
                  <a:pt x="23169" y="19713"/>
                </a:lnTo>
                <a:lnTo>
                  <a:pt x="23169" y="19713"/>
                </a:lnTo>
                <a:lnTo>
                  <a:pt x="23170" y="19713"/>
                </a:lnTo>
                <a:lnTo>
                  <a:pt x="23170" y="19713"/>
                </a:lnTo>
                <a:lnTo>
                  <a:pt x="23170" y="19713"/>
                </a:lnTo>
                <a:lnTo>
                  <a:pt x="23170" y="19713"/>
                </a:lnTo>
                <a:lnTo>
                  <a:pt x="23170" y="19713"/>
                </a:lnTo>
                <a:lnTo>
                  <a:pt x="23171" y="19713"/>
                </a:lnTo>
                <a:lnTo>
                  <a:pt x="23171" y="19713"/>
                </a:lnTo>
                <a:lnTo>
                  <a:pt x="23171" y="19713"/>
                </a:lnTo>
                <a:lnTo>
                  <a:pt x="23171" y="19713"/>
                </a:lnTo>
                <a:lnTo>
                  <a:pt x="23171" y="19713"/>
                </a:lnTo>
                <a:lnTo>
                  <a:pt x="23171" y="19713"/>
                </a:lnTo>
                <a:lnTo>
                  <a:pt x="23172" y="19713"/>
                </a:lnTo>
                <a:lnTo>
                  <a:pt x="23172" y="19713"/>
                </a:lnTo>
                <a:lnTo>
                  <a:pt x="23172" y="19713"/>
                </a:lnTo>
                <a:lnTo>
                  <a:pt x="23172" y="19713"/>
                </a:lnTo>
                <a:lnTo>
                  <a:pt x="23172" y="19713"/>
                </a:lnTo>
                <a:lnTo>
                  <a:pt x="23173" y="19713"/>
                </a:lnTo>
                <a:lnTo>
                  <a:pt x="23173" y="19713"/>
                </a:lnTo>
                <a:lnTo>
                  <a:pt x="23173" y="19713"/>
                </a:lnTo>
                <a:lnTo>
                  <a:pt x="23173" y="19713"/>
                </a:lnTo>
                <a:lnTo>
                  <a:pt x="23173" y="19713"/>
                </a:lnTo>
                <a:lnTo>
                  <a:pt x="23174" y="19713"/>
                </a:lnTo>
                <a:lnTo>
                  <a:pt x="23174" y="19713"/>
                </a:lnTo>
                <a:lnTo>
                  <a:pt x="23174" y="19713"/>
                </a:lnTo>
                <a:lnTo>
                  <a:pt x="23174" y="19713"/>
                </a:lnTo>
                <a:lnTo>
                  <a:pt x="23174" y="19713"/>
                </a:lnTo>
                <a:lnTo>
                  <a:pt x="23175" y="19713"/>
                </a:lnTo>
                <a:lnTo>
                  <a:pt x="23175" y="19713"/>
                </a:lnTo>
                <a:lnTo>
                  <a:pt x="23175" y="19713"/>
                </a:lnTo>
                <a:lnTo>
                  <a:pt x="23175" y="19713"/>
                </a:lnTo>
                <a:lnTo>
                  <a:pt x="23175" y="19713"/>
                </a:lnTo>
                <a:lnTo>
                  <a:pt x="23176" y="19713"/>
                </a:lnTo>
                <a:lnTo>
                  <a:pt x="23176" y="19713"/>
                </a:lnTo>
                <a:lnTo>
                  <a:pt x="23176" y="19713"/>
                </a:lnTo>
                <a:lnTo>
                  <a:pt x="23176" y="19713"/>
                </a:lnTo>
                <a:lnTo>
                  <a:pt x="23176" y="19713"/>
                </a:lnTo>
                <a:lnTo>
                  <a:pt x="23177" y="19713"/>
                </a:lnTo>
                <a:lnTo>
                  <a:pt x="23177" y="19713"/>
                </a:lnTo>
                <a:lnTo>
                  <a:pt x="23177" y="19713"/>
                </a:lnTo>
                <a:lnTo>
                  <a:pt x="23177" y="19713"/>
                </a:lnTo>
                <a:lnTo>
                  <a:pt x="23177" y="19713"/>
                </a:lnTo>
                <a:lnTo>
                  <a:pt x="23177" y="19713"/>
                </a:lnTo>
                <a:lnTo>
                  <a:pt x="23178" y="19713"/>
                </a:lnTo>
                <a:lnTo>
                  <a:pt x="23178" y="19713"/>
                </a:lnTo>
                <a:lnTo>
                  <a:pt x="23178" y="19713"/>
                </a:lnTo>
                <a:lnTo>
                  <a:pt x="23178" y="19713"/>
                </a:lnTo>
                <a:lnTo>
                  <a:pt x="23178" y="19713"/>
                </a:lnTo>
                <a:lnTo>
                  <a:pt x="23179" y="19713"/>
                </a:lnTo>
                <a:lnTo>
                  <a:pt x="23179" y="19713"/>
                </a:lnTo>
                <a:lnTo>
                  <a:pt x="23179" y="19713"/>
                </a:lnTo>
                <a:lnTo>
                  <a:pt x="23179" y="19713"/>
                </a:lnTo>
                <a:lnTo>
                  <a:pt x="23179" y="19713"/>
                </a:lnTo>
                <a:lnTo>
                  <a:pt x="23180" y="19713"/>
                </a:lnTo>
                <a:lnTo>
                  <a:pt x="23180" y="19713"/>
                </a:lnTo>
                <a:lnTo>
                  <a:pt x="23180" y="19713"/>
                </a:lnTo>
                <a:lnTo>
                  <a:pt x="23180" y="19713"/>
                </a:lnTo>
                <a:lnTo>
                  <a:pt x="23180" y="19713"/>
                </a:lnTo>
                <a:lnTo>
                  <a:pt x="23181" y="19713"/>
                </a:lnTo>
                <a:lnTo>
                  <a:pt x="23181" y="19713"/>
                </a:lnTo>
                <a:lnTo>
                  <a:pt x="23181" y="19713"/>
                </a:lnTo>
                <a:lnTo>
                  <a:pt x="23181" y="19713"/>
                </a:lnTo>
                <a:lnTo>
                  <a:pt x="23181" y="19713"/>
                </a:lnTo>
                <a:lnTo>
                  <a:pt x="23182" y="19713"/>
                </a:lnTo>
                <a:lnTo>
                  <a:pt x="23182" y="19713"/>
                </a:lnTo>
                <a:lnTo>
                  <a:pt x="23182" y="19713"/>
                </a:lnTo>
                <a:lnTo>
                  <a:pt x="23182" y="19713"/>
                </a:lnTo>
                <a:lnTo>
                  <a:pt x="23182" y="19713"/>
                </a:lnTo>
                <a:lnTo>
                  <a:pt x="23182" y="19713"/>
                </a:lnTo>
                <a:lnTo>
                  <a:pt x="23183" y="19713"/>
                </a:lnTo>
                <a:lnTo>
                  <a:pt x="23183" y="19713"/>
                </a:lnTo>
                <a:lnTo>
                  <a:pt x="23183" y="19713"/>
                </a:lnTo>
                <a:lnTo>
                  <a:pt x="23183" y="19713"/>
                </a:lnTo>
                <a:lnTo>
                  <a:pt x="23183" y="19713"/>
                </a:lnTo>
                <a:lnTo>
                  <a:pt x="23184" y="19713"/>
                </a:lnTo>
                <a:lnTo>
                  <a:pt x="23184" y="19713"/>
                </a:lnTo>
                <a:lnTo>
                  <a:pt x="23184" y="19713"/>
                </a:lnTo>
                <a:lnTo>
                  <a:pt x="23184" y="19713"/>
                </a:lnTo>
                <a:lnTo>
                  <a:pt x="23184" y="19713"/>
                </a:lnTo>
                <a:lnTo>
                  <a:pt x="23185" y="19713"/>
                </a:lnTo>
                <a:lnTo>
                  <a:pt x="23185" y="19713"/>
                </a:lnTo>
                <a:lnTo>
                  <a:pt x="23185" y="19713"/>
                </a:lnTo>
                <a:lnTo>
                  <a:pt x="23185" y="19713"/>
                </a:lnTo>
                <a:lnTo>
                  <a:pt x="23185" y="19713"/>
                </a:lnTo>
                <a:lnTo>
                  <a:pt x="23186" y="19713"/>
                </a:lnTo>
                <a:lnTo>
                  <a:pt x="23186" y="19713"/>
                </a:lnTo>
                <a:lnTo>
                  <a:pt x="23186" y="19713"/>
                </a:lnTo>
                <a:lnTo>
                  <a:pt x="23186" y="19713"/>
                </a:lnTo>
                <a:lnTo>
                  <a:pt x="23186" y="19713"/>
                </a:lnTo>
                <a:lnTo>
                  <a:pt x="23187" y="19713"/>
                </a:lnTo>
                <a:lnTo>
                  <a:pt x="23187" y="19713"/>
                </a:lnTo>
                <a:lnTo>
                  <a:pt x="23187" y="19713"/>
                </a:lnTo>
                <a:lnTo>
                  <a:pt x="23187" y="19713"/>
                </a:lnTo>
                <a:lnTo>
                  <a:pt x="23187" y="19713"/>
                </a:lnTo>
                <a:lnTo>
                  <a:pt x="23188" y="19713"/>
                </a:lnTo>
                <a:lnTo>
                  <a:pt x="23188" y="19713"/>
                </a:lnTo>
                <a:lnTo>
                  <a:pt x="23188" y="19713"/>
                </a:lnTo>
                <a:lnTo>
                  <a:pt x="23188" y="19713"/>
                </a:lnTo>
                <a:lnTo>
                  <a:pt x="23188" y="19713"/>
                </a:lnTo>
                <a:lnTo>
                  <a:pt x="23188" y="19713"/>
                </a:lnTo>
                <a:lnTo>
                  <a:pt x="23189" y="19713"/>
                </a:lnTo>
                <a:lnTo>
                  <a:pt x="23189" y="19713"/>
                </a:lnTo>
                <a:lnTo>
                  <a:pt x="23189" y="19713"/>
                </a:lnTo>
                <a:lnTo>
                  <a:pt x="23189" y="19713"/>
                </a:lnTo>
                <a:lnTo>
                  <a:pt x="23189" y="19713"/>
                </a:lnTo>
                <a:lnTo>
                  <a:pt x="23190" y="19713"/>
                </a:lnTo>
                <a:lnTo>
                  <a:pt x="23190" y="19713"/>
                </a:lnTo>
                <a:lnTo>
                  <a:pt x="23190" y="19713"/>
                </a:lnTo>
                <a:lnTo>
                  <a:pt x="23190" y="19713"/>
                </a:lnTo>
                <a:lnTo>
                  <a:pt x="23190" y="19713"/>
                </a:lnTo>
                <a:lnTo>
                  <a:pt x="23191" y="19713"/>
                </a:lnTo>
                <a:lnTo>
                  <a:pt x="23191" y="19713"/>
                </a:lnTo>
                <a:lnTo>
                  <a:pt x="23191" y="19713"/>
                </a:lnTo>
                <a:lnTo>
                  <a:pt x="23191" y="19713"/>
                </a:lnTo>
                <a:lnTo>
                  <a:pt x="23191" y="19713"/>
                </a:lnTo>
                <a:lnTo>
                  <a:pt x="23192" y="19713"/>
                </a:lnTo>
                <a:lnTo>
                  <a:pt x="23192" y="19713"/>
                </a:lnTo>
                <a:lnTo>
                  <a:pt x="23192" y="19713"/>
                </a:lnTo>
                <a:lnTo>
                  <a:pt x="23192" y="19713"/>
                </a:lnTo>
                <a:lnTo>
                  <a:pt x="23192" y="19713"/>
                </a:lnTo>
                <a:lnTo>
                  <a:pt x="23193" y="19713"/>
                </a:lnTo>
                <a:lnTo>
                  <a:pt x="23193" y="19713"/>
                </a:lnTo>
                <a:lnTo>
                  <a:pt x="23193" y="19713"/>
                </a:lnTo>
                <a:lnTo>
                  <a:pt x="23193" y="19713"/>
                </a:lnTo>
                <a:lnTo>
                  <a:pt x="23193" y="19713"/>
                </a:lnTo>
                <a:lnTo>
                  <a:pt x="23194" y="19713"/>
                </a:lnTo>
                <a:lnTo>
                  <a:pt x="23194" y="19713"/>
                </a:lnTo>
                <a:lnTo>
                  <a:pt x="23194" y="19713"/>
                </a:lnTo>
                <a:lnTo>
                  <a:pt x="23194" y="19713"/>
                </a:lnTo>
                <a:lnTo>
                  <a:pt x="23194" y="19713"/>
                </a:lnTo>
                <a:lnTo>
                  <a:pt x="23194" y="19713"/>
                </a:lnTo>
                <a:lnTo>
                  <a:pt x="23195" y="19713"/>
                </a:lnTo>
                <a:lnTo>
                  <a:pt x="23195" y="19713"/>
                </a:lnTo>
                <a:lnTo>
                  <a:pt x="23195" y="19713"/>
                </a:lnTo>
                <a:lnTo>
                  <a:pt x="23195" y="19713"/>
                </a:lnTo>
                <a:lnTo>
                  <a:pt x="23195" y="19713"/>
                </a:lnTo>
                <a:lnTo>
                  <a:pt x="23196" y="19713"/>
                </a:lnTo>
                <a:lnTo>
                  <a:pt x="23196" y="19713"/>
                </a:lnTo>
                <a:lnTo>
                  <a:pt x="23196" y="19713"/>
                </a:lnTo>
                <a:lnTo>
                  <a:pt x="23196" y="19713"/>
                </a:lnTo>
                <a:lnTo>
                  <a:pt x="23196" y="19713"/>
                </a:lnTo>
                <a:lnTo>
                  <a:pt x="23197" y="19713"/>
                </a:lnTo>
                <a:lnTo>
                  <a:pt x="23197" y="19713"/>
                </a:lnTo>
                <a:lnTo>
                  <a:pt x="23197" y="19713"/>
                </a:lnTo>
                <a:lnTo>
                  <a:pt x="23197" y="19713"/>
                </a:lnTo>
                <a:lnTo>
                  <a:pt x="23197" y="19713"/>
                </a:lnTo>
                <a:lnTo>
                  <a:pt x="23198" y="19713"/>
                </a:lnTo>
                <a:lnTo>
                  <a:pt x="23198" y="19713"/>
                </a:lnTo>
                <a:lnTo>
                  <a:pt x="23198" y="19713"/>
                </a:lnTo>
                <a:lnTo>
                  <a:pt x="23198" y="19713"/>
                </a:lnTo>
                <a:lnTo>
                  <a:pt x="23198" y="19713"/>
                </a:lnTo>
                <a:lnTo>
                  <a:pt x="23199" y="19713"/>
                </a:lnTo>
                <a:lnTo>
                  <a:pt x="23199" y="19713"/>
                </a:lnTo>
                <a:lnTo>
                  <a:pt x="23199" y="19713"/>
                </a:lnTo>
                <a:lnTo>
                  <a:pt x="23199" y="19713"/>
                </a:lnTo>
                <a:lnTo>
                  <a:pt x="23199" y="19713"/>
                </a:lnTo>
                <a:lnTo>
                  <a:pt x="23200" y="19713"/>
                </a:lnTo>
                <a:lnTo>
                  <a:pt x="23200" y="19713"/>
                </a:lnTo>
                <a:lnTo>
                  <a:pt x="23200" y="19713"/>
                </a:lnTo>
                <a:lnTo>
                  <a:pt x="23200" y="19713"/>
                </a:lnTo>
                <a:lnTo>
                  <a:pt x="23200" y="19713"/>
                </a:lnTo>
                <a:lnTo>
                  <a:pt x="23201" y="19713"/>
                </a:lnTo>
                <a:lnTo>
                  <a:pt x="23201" y="19713"/>
                </a:lnTo>
                <a:lnTo>
                  <a:pt x="23201" y="19713"/>
                </a:lnTo>
                <a:lnTo>
                  <a:pt x="23201" y="19713"/>
                </a:lnTo>
                <a:lnTo>
                  <a:pt x="23201" y="19713"/>
                </a:lnTo>
                <a:lnTo>
                  <a:pt x="23202" y="19713"/>
                </a:lnTo>
                <a:lnTo>
                  <a:pt x="23202" y="19713"/>
                </a:lnTo>
                <a:lnTo>
                  <a:pt x="23202" y="19713"/>
                </a:lnTo>
                <a:lnTo>
                  <a:pt x="23202" y="19713"/>
                </a:lnTo>
                <a:lnTo>
                  <a:pt x="23202" y="19713"/>
                </a:lnTo>
                <a:lnTo>
                  <a:pt x="23202" y="19713"/>
                </a:lnTo>
                <a:lnTo>
                  <a:pt x="23203" y="19713"/>
                </a:lnTo>
                <a:lnTo>
                  <a:pt x="23203" y="19713"/>
                </a:lnTo>
                <a:lnTo>
                  <a:pt x="23203" y="19713"/>
                </a:lnTo>
                <a:lnTo>
                  <a:pt x="23203" y="19713"/>
                </a:lnTo>
                <a:lnTo>
                  <a:pt x="23203" y="19713"/>
                </a:lnTo>
                <a:lnTo>
                  <a:pt x="23204" y="19713"/>
                </a:lnTo>
                <a:lnTo>
                  <a:pt x="23204" y="19713"/>
                </a:lnTo>
                <a:lnTo>
                  <a:pt x="23204" y="19713"/>
                </a:lnTo>
                <a:lnTo>
                  <a:pt x="23204" y="19713"/>
                </a:lnTo>
                <a:lnTo>
                  <a:pt x="23204" y="19713"/>
                </a:lnTo>
                <a:lnTo>
                  <a:pt x="23205" y="19713"/>
                </a:lnTo>
                <a:lnTo>
                  <a:pt x="23205" y="19713"/>
                </a:lnTo>
                <a:lnTo>
                  <a:pt x="23205" y="19713"/>
                </a:lnTo>
                <a:lnTo>
                  <a:pt x="23205" y="19713"/>
                </a:lnTo>
                <a:lnTo>
                  <a:pt x="23205" y="19713"/>
                </a:lnTo>
                <a:lnTo>
                  <a:pt x="23206" y="19713"/>
                </a:lnTo>
                <a:lnTo>
                  <a:pt x="23206" y="19713"/>
                </a:lnTo>
                <a:lnTo>
                  <a:pt x="23206" y="19713"/>
                </a:lnTo>
                <a:lnTo>
                  <a:pt x="23206" y="19713"/>
                </a:lnTo>
                <a:lnTo>
                  <a:pt x="23206" y="19713"/>
                </a:lnTo>
                <a:lnTo>
                  <a:pt x="23207" y="19713"/>
                </a:lnTo>
                <a:lnTo>
                  <a:pt x="23207" y="19713"/>
                </a:lnTo>
                <a:lnTo>
                  <a:pt x="23207" y="19713"/>
                </a:lnTo>
                <a:lnTo>
                  <a:pt x="23207" y="19713"/>
                </a:lnTo>
                <a:lnTo>
                  <a:pt x="23207" y="19713"/>
                </a:lnTo>
                <a:lnTo>
                  <a:pt x="23208" y="19713"/>
                </a:lnTo>
                <a:lnTo>
                  <a:pt x="23208" y="19713"/>
                </a:lnTo>
                <a:lnTo>
                  <a:pt x="23208" y="19713"/>
                </a:lnTo>
                <a:lnTo>
                  <a:pt x="23208" y="19713"/>
                </a:lnTo>
                <a:lnTo>
                  <a:pt x="23208" y="19713"/>
                </a:lnTo>
                <a:lnTo>
                  <a:pt x="23209" y="19713"/>
                </a:lnTo>
                <a:lnTo>
                  <a:pt x="23209" y="19713"/>
                </a:lnTo>
                <a:lnTo>
                  <a:pt x="23209" y="19713"/>
                </a:lnTo>
                <a:lnTo>
                  <a:pt x="23209" y="19713"/>
                </a:lnTo>
                <a:lnTo>
                  <a:pt x="23209" y="19713"/>
                </a:lnTo>
                <a:lnTo>
                  <a:pt x="23210" y="19713"/>
                </a:lnTo>
                <a:lnTo>
                  <a:pt x="23210" y="19713"/>
                </a:lnTo>
                <a:lnTo>
                  <a:pt x="23210" y="19713"/>
                </a:lnTo>
                <a:lnTo>
                  <a:pt x="23210" y="19713"/>
                </a:lnTo>
                <a:lnTo>
                  <a:pt x="23210" y="19713"/>
                </a:lnTo>
                <a:lnTo>
                  <a:pt x="23211" y="19713"/>
                </a:lnTo>
                <a:lnTo>
                  <a:pt x="23211" y="19713"/>
                </a:lnTo>
                <a:lnTo>
                  <a:pt x="23211" y="19713"/>
                </a:lnTo>
                <a:lnTo>
                  <a:pt x="23211" y="19713"/>
                </a:lnTo>
                <a:lnTo>
                  <a:pt x="23211" y="19713"/>
                </a:lnTo>
                <a:lnTo>
                  <a:pt x="23212" y="19713"/>
                </a:lnTo>
                <a:lnTo>
                  <a:pt x="23212" y="19713"/>
                </a:lnTo>
                <a:lnTo>
                  <a:pt x="23212" y="19713"/>
                </a:lnTo>
                <a:lnTo>
                  <a:pt x="23212" y="19713"/>
                </a:lnTo>
                <a:lnTo>
                  <a:pt x="23212" y="19713"/>
                </a:lnTo>
                <a:lnTo>
                  <a:pt x="23212" y="19713"/>
                </a:lnTo>
                <a:lnTo>
                  <a:pt x="23213" y="19713"/>
                </a:lnTo>
                <a:lnTo>
                  <a:pt x="23213" y="19713"/>
                </a:lnTo>
                <a:lnTo>
                  <a:pt x="23213" y="19713"/>
                </a:lnTo>
                <a:lnTo>
                  <a:pt x="23213" y="19713"/>
                </a:lnTo>
                <a:lnTo>
                  <a:pt x="23213" y="19713"/>
                </a:lnTo>
                <a:lnTo>
                  <a:pt x="23214" y="19713"/>
                </a:lnTo>
                <a:lnTo>
                  <a:pt x="23214" y="19713"/>
                </a:lnTo>
                <a:lnTo>
                  <a:pt x="23214" y="19713"/>
                </a:lnTo>
                <a:lnTo>
                  <a:pt x="23214" y="19713"/>
                </a:lnTo>
                <a:lnTo>
                  <a:pt x="23214" y="19713"/>
                </a:lnTo>
                <a:lnTo>
                  <a:pt x="23215" y="19713"/>
                </a:lnTo>
                <a:lnTo>
                  <a:pt x="23215" y="19713"/>
                </a:lnTo>
                <a:lnTo>
                  <a:pt x="23215" y="19713"/>
                </a:lnTo>
                <a:lnTo>
                  <a:pt x="23215" y="19713"/>
                </a:lnTo>
                <a:lnTo>
                  <a:pt x="23215" y="19713"/>
                </a:lnTo>
                <a:lnTo>
                  <a:pt x="23216" y="19713"/>
                </a:lnTo>
                <a:lnTo>
                  <a:pt x="23216" y="19713"/>
                </a:lnTo>
                <a:lnTo>
                  <a:pt x="23216" y="19713"/>
                </a:lnTo>
                <a:lnTo>
                  <a:pt x="23216" y="19713"/>
                </a:lnTo>
                <a:lnTo>
                  <a:pt x="23216" y="19713"/>
                </a:lnTo>
                <a:lnTo>
                  <a:pt x="23217" y="19713"/>
                </a:lnTo>
                <a:lnTo>
                  <a:pt x="23217" y="19713"/>
                </a:lnTo>
                <a:lnTo>
                  <a:pt x="23217" y="19713"/>
                </a:lnTo>
                <a:lnTo>
                  <a:pt x="23217" y="19713"/>
                </a:lnTo>
                <a:lnTo>
                  <a:pt x="23217" y="19713"/>
                </a:lnTo>
                <a:lnTo>
                  <a:pt x="23218" y="19713"/>
                </a:lnTo>
                <a:lnTo>
                  <a:pt x="23218" y="19713"/>
                </a:lnTo>
                <a:lnTo>
                  <a:pt x="23218" y="19713"/>
                </a:lnTo>
                <a:lnTo>
                  <a:pt x="23218" y="19713"/>
                </a:lnTo>
                <a:lnTo>
                  <a:pt x="23218" y="19713"/>
                </a:lnTo>
                <a:lnTo>
                  <a:pt x="23219" y="19713"/>
                </a:lnTo>
                <a:lnTo>
                  <a:pt x="23219" y="19713"/>
                </a:lnTo>
                <a:lnTo>
                  <a:pt x="23219" y="19713"/>
                </a:lnTo>
                <a:lnTo>
                  <a:pt x="23219" y="19713"/>
                </a:lnTo>
                <a:lnTo>
                  <a:pt x="23219" y="19713"/>
                </a:lnTo>
                <a:lnTo>
                  <a:pt x="23220" y="19713"/>
                </a:lnTo>
                <a:lnTo>
                  <a:pt x="23220" y="19713"/>
                </a:lnTo>
                <a:lnTo>
                  <a:pt x="23220" y="19713"/>
                </a:lnTo>
                <a:lnTo>
                  <a:pt x="23220" y="19713"/>
                </a:lnTo>
                <a:lnTo>
                  <a:pt x="23220" y="19713"/>
                </a:lnTo>
                <a:lnTo>
                  <a:pt x="23221" y="19713"/>
                </a:lnTo>
                <a:lnTo>
                  <a:pt x="23221" y="19713"/>
                </a:lnTo>
                <a:lnTo>
                  <a:pt x="23221" y="19713"/>
                </a:lnTo>
                <a:lnTo>
                  <a:pt x="23221" y="19713"/>
                </a:lnTo>
                <a:lnTo>
                  <a:pt x="23221" y="19713"/>
                </a:lnTo>
                <a:lnTo>
                  <a:pt x="23222" y="19713"/>
                </a:lnTo>
                <a:lnTo>
                  <a:pt x="23222" y="19713"/>
                </a:lnTo>
                <a:lnTo>
                  <a:pt x="23222" y="19713"/>
                </a:lnTo>
                <a:lnTo>
                  <a:pt x="23222" y="19713"/>
                </a:lnTo>
                <a:lnTo>
                  <a:pt x="23222" y="19713"/>
                </a:lnTo>
                <a:lnTo>
                  <a:pt x="23223" y="19713"/>
                </a:lnTo>
                <a:lnTo>
                  <a:pt x="23223" y="19713"/>
                </a:lnTo>
                <a:lnTo>
                  <a:pt x="23223" y="19713"/>
                </a:lnTo>
                <a:lnTo>
                  <a:pt x="23223" y="19713"/>
                </a:lnTo>
                <a:lnTo>
                  <a:pt x="23223" y="19713"/>
                </a:lnTo>
                <a:lnTo>
                  <a:pt x="23224" y="19713"/>
                </a:lnTo>
                <a:lnTo>
                  <a:pt x="23224" y="19713"/>
                </a:lnTo>
                <a:lnTo>
                  <a:pt x="23224" y="19713"/>
                </a:lnTo>
                <a:lnTo>
                  <a:pt x="23224" y="19713"/>
                </a:lnTo>
                <a:lnTo>
                  <a:pt x="23224" y="19713"/>
                </a:lnTo>
                <a:lnTo>
                  <a:pt x="23225" y="19713"/>
                </a:lnTo>
                <a:lnTo>
                  <a:pt x="23225" y="19713"/>
                </a:lnTo>
                <a:lnTo>
                  <a:pt x="23225" y="19713"/>
                </a:lnTo>
                <a:lnTo>
                  <a:pt x="23225" y="19713"/>
                </a:lnTo>
                <a:lnTo>
                  <a:pt x="23225" y="19713"/>
                </a:lnTo>
                <a:lnTo>
                  <a:pt x="23226" y="19713"/>
                </a:lnTo>
                <a:lnTo>
                  <a:pt x="23226" y="19713"/>
                </a:lnTo>
                <a:lnTo>
                  <a:pt x="23226" y="19713"/>
                </a:lnTo>
                <a:lnTo>
                  <a:pt x="23226" y="19713"/>
                </a:lnTo>
                <a:lnTo>
                  <a:pt x="23226" y="19713"/>
                </a:lnTo>
                <a:lnTo>
                  <a:pt x="23226" y="19713"/>
                </a:lnTo>
                <a:lnTo>
                  <a:pt x="23227" y="19713"/>
                </a:lnTo>
                <a:lnTo>
                  <a:pt x="23227" y="19713"/>
                </a:lnTo>
                <a:lnTo>
                  <a:pt x="23227" y="19713"/>
                </a:lnTo>
                <a:lnTo>
                  <a:pt x="23227" y="19713"/>
                </a:lnTo>
                <a:lnTo>
                  <a:pt x="23227" y="19713"/>
                </a:lnTo>
                <a:lnTo>
                  <a:pt x="23228" y="19713"/>
                </a:lnTo>
                <a:lnTo>
                  <a:pt x="23228" y="19713"/>
                </a:lnTo>
                <a:lnTo>
                  <a:pt x="23228" y="19713"/>
                </a:lnTo>
                <a:lnTo>
                  <a:pt x="23228" y="19713"/>
                </a:lnTo>
                <a:lnTo>
                  <a:pt x="23228" y="19713"/>
                </a:lnTo>
                <a:lnTo>
                  <a:pt x="23229" y="19713"/>
                </a:lnTo>
                <a:lnTo>
                  <a:pt x="23229" y="19713"/>
                </a:lnTo>
                <a:lnTo>
                  <a:pt x="23229" y="19713"/>
                </a:lnTo>
                <a:lnTo>
                  <a:pt x="23229" y="19713"/>
                </a:lnTo>
                <a:lnTo>
                  <a:pt x="23229" y="19713"/>
                </a:lnTo>
                <a:lnTo>
                  <a:pt x="23230" y="19713"/>
                </a:lnTo>
                <a:lnTo>
                  <a:pt x="23230" y="19713"/>
                </a:lnTo>
                <a:lnTo>
                  <a:pt x="23230" y="19713"/>
                </a:lnTo>
                <a:lnTo>
                  <a:pt x="23230" y="19713"/>
                </a:lnTo>
                <a:lnTo>
                  <a:pt x="23230" y="19713"/>
                </a:lnTo>
                <a:lnTo>
                  <a:pt x="23231" y="19713"/>
                </a:lnTo>
                <a:lnTo>
                  <a:pt x="23231" y="19713"/>
                </a:lnTo>
                <a:lnTo>
                  <a:pt x="23231" y="19713"/>
                </a:lnTo>
                <a:lnTo>
                  <a:pt x="23231" y="19713"/>
                </a:lnTo>
                <a:lnTo>
                  <a:pt x="23231" y="19713"/>
                </a:lnTo>
                <a:lnTo>
                  <a:pt x="23232" y="19713"/>
                </a:lnTo>
                <a:lnTo>
                  <a:pt x="23232" y="19713"/>
                </a:lnTo>
                <a:lnTo>
                  <a:pt x="23232" y="19713"/>
                </a:lnTo>
                <a:lnTo>
                  <a:pt x="23232" y="19713"/>
                </a:lnTo>
                <a:lnTo>
                  <a:pt x="23232" y="19713"/>
                </a:lnTo>
                <a:lnTo>
                  <a:pt x="23233" y="19713"/>
                </a:lnTo>
                <a:lnTo>
                  <a:pt x="23233" y="19713"/>
                </a:lnTo>
                <a:lnTo>
                  <a:pt x="23233" y="19713"/>
                </a:lnTo>
                <a:lnTo>
                  <a:pt x="23233" y="19713"/>
                </a:lnTo>
                <a:lnTo>
                  <a:pt x="23233" y="19713"/>
                </a:lnTo>
                <a:lnTo>
                  <a:pt x="23234" y="19713"/>
                </a:lnTo>
                <a:lnTo>
                  <a:pt x="23234" y="19713"/>
                </a:lnTo>
                <a:lnTo>
                  <a:pt x="23234" y="19713"/>
                </a:lnTo>
                <a:lnTo>
                  <a:pt x="23234" y="19713"/>
                </a:lnTo>
                <a:lnTo>
                  <a:pt x="23234" y="19713"/>
                </a:lnTo>
                <a:lnTo>
                  <a:pt x="23235" y="19713"/>
                </a:lnTo>
                <a:lnTo>
                  <a:pt x="23235" y="19713"/>
                </a:lnTo>
                <a:lnTo>
                  <a:pt x="23235" y="19713"/>
                </a:lnTo>
                <a:lnTo>
                  <a:pt x="23235" y="19713"/>
                </a:lnTo>
                <a:lnTo>
                  <a:pt x="23235" y="19713"/>
                </a:lnTo>
                <a:lnTo>
                  <a:pt x="23236" y="19713"/>
                </a:lnTo>
                <a:lnTo>
                  <a:pt x="23236" y="19713"/>
                </a:lnTo>
                <a:lnTo>
                  <a:pt x="23236" y="19713"/>
                </a:lnTo>
                <a:lnTo>
                  <a:pt x="23236" y="19713"/>
                </a:lnTo>
                <a:lnTo>
                  <a:pt x="23236" y="19713"/>
                </a:lnTo>
                <a:lnTo>
                  <a:pt x="23237" y="19713"/>
                </a:lnTo>
                <a:lnTo>
                  <a:pt x="23237" y="19713"/>
                </a:lnTo>
                <a:lnTo>
                  <a:pt x="23237" y="19713"/>
                </a:lnTo>
                <a:lnTo>
                  <a:pt x="23237" y="19713"/>
                </a:lnTo>
                <a:lnTo>
                  <a:pt x="23237" y="19713"/>
                </a:lnTo>
                <a:lnTo>
                  <a:pt x="23238" y="19713"/>
                </a:lnTo>
                <a:lnTo>
                  <a:pt x="23238" y="19713"/>
                </a:lnTo>
                <a:lnTo>
                  <a:pt x="23238" y="19713"/>
                </a:lnTo>
                <a:lnTo>
                  <a:pt x="23238" y="19713"/>
                </a:lnTo>
                <a:lnTo>
                  <a:pt x="23238" y="19713"/>
                </a:lnTo>
                <a:lnTo>
                  <a:pt x="23239" y="19713"/>
                </a:lnTo>
                <a:lnTo>
                  <a:pt x="23239" y="19713"/>
                </a:lnTo>
                <a:lnTo>
                  <a:pt x="23239" y="19713"/>
                </a:lnTo>
                <a:lnTo>
                  <a:pt x="23239" y="19713"/>
                </a:lnTo>
                <a:lnTo>
                  <a:pt x="23239" y="19713"/>
                </a:lnTo>
                <a:lnTo>
                  <a:pt x="23240" y="19713"/>
                </a:lnTo>
                <a:lnTo>
                  <a:pt x="23240" y="19713"/>
                </a:lnTo>
                <a:lnTo>
                  <a:pt x="23240" y="19713"/>
                </a:lnTo>
                <a:lnTo>
                  <a:pt x="23240" y="19713"/>
                </a:lnTo>
                <a:lnTo>
                  <a:pt x="23240" y="19713"/>
                </a:lnTo>
                <a:lnTo>
                  <a:pt x="23241" y="19713"/>
                </a:lnTo>
                <a:lnTo>
                  <a:pt x="23241" y="19713"/>
                </a:lnTo>
                <a:lnTo>
                  <a:pt x="23241" y="19713"/>
                </a:lnTo>
                <a:lnTo>
                  <a:pt x="23241" y="19713"/>
                </a:lnTo>
                <a:lnTo>
                  <a:pt x="23241" y="19713"/>
                </a:lnTo>
                <a:lnTo>
                  <a:pt x="23242" y="19713"/>
                </a:lnTo>
                <a:lnTo>
                  <a:pt x="23242" y="19713"/>
                </a:lnTo>
                <a:lnTo>
                  <a:pt x="23242" y="19713"/>
                </a:lnTo>
                <a:lnTo>
                  <a:pt x="23242" y="19713"/>
                </a:lnTo>
                <a:lnTo>
                  <a:pt x="23242" y="19713"/>
                </a:lnTo>
                <a:lnTo>
                  <a:pt x="23243" y="19713"/>
                </a:lnTo>
                <a:lnTo>
                  <a:pt x="23243" y="19713"/>
                </a:lnTo>
                <a:lnTo>
                  <a:pt x="23243" y="19713"/>
                </a:lnTo>
                <a:lnTo>
                  <a:pt x="23243" y="19713"/>
                </a:lnTo>
                <a:lnTo>
                  <a:pt x="23243" y="19713"/>
                </a:lnTo>
                <a:lnTo>
                  <a:pt x="23244" y="19713"/>
                </a:lnTo>
                <a:lnTo>
                  <a:pt x="23244" y="19713"/>
                </a:lnTo>
                <a:lnTo>
                  <a:pt x="23244" y="19713"/>
                </a:lnTo>
                <a:lnTo>
                  <a:pt x="23244" y="19713"/>
                </a:lnTo>
                <a:lnTo>
                  <a:pt x="23244" y="19713"/>
                </a:lnTo>
                <a:lnTo>
                  <a:pt x="23245" y="19713"/>
                </a:lnTo>
                <a:lnTo>
                  <a:pt x="23245" y="19713"/>
                </a:lnTo>
                <a:lnTo>
                  <a:pt x="23245" y="19713"/>
                </a:lnTo>
                <a:lnTo>
                  <a:pt x="23245" y="19713"/>
                </a:lnTo>
                <a:lnTo>
                  <a:pt x="23245" y="19713"/>
                </a:lnTo>
                <a:lnTo>
                  <a:pt x="23246" y="19713"/>
                </a:lnTo>
                <a:lnTo>
                  <a:pt x="23246" y="19713"/>
                </a:lnTo>
                <a:lnTo>
                  <a:pt x="23246" y="19713"/>
                </a:lnTo>
                <a:lnTo>
                  <a:pt x="23246" y="19713"/>
                </a:lnTo>
                <a:lnTo>
                  <a:pt x="23246" y="19713"/>
                </a:lnTo>
                <a:lnTo>
                  <a:pt x="23247" y="19713"/>
                </a:lnTo>
                <a:lnTo>
                  <a:pt x="23247" y="19713"/>
                </a:lnTo>
                <a:lnTo>
                  <a:pt x="23247" y="19713"/>
                </a:lnTo>
                <a:lnTo>
                  <a:pt x="23247" y="19713"/>
                </a:lnTo>
                <a:lnTo>
                  <a:pt x="23247" y="19713"/>
                </a:lnTo>
                <a:lnTo>
                  <a:pt x="23248" y="19713"/>
                </a:lnTo>
                <a:lnTo>
                  <a:pt x="23248" y="19713"/>
                </a:lnTo>
                <a:lnTo>
                  <a:pt x="23248" y="19713"/>
                </a:lnTo>
                <a:lnTo>
                  <a:pt x="23248" y="19713"/>
                </a:lnTo>
                <a:lnTo>
                  <a:pt x="23248" y="19713"/>
                </a:lnTo>
                <a:lnTo>
                  <a:pt x="23249" y="19713"/>
                </a:lnTo>
                <a:lnTo>
                  <a:pt x="23249" y="19713"/>
                </a:lnTo>
                <a:lnTo>
                  <a:pt x="23249" y="19713"/>
                </a:lnTo>
                <a:lnTo>
                  <a:pt x="23249" y="19713"/>
                </a:lnTo>
                <a:lnTo>
                  <a:pt x="23249" y="19713"/>
                </a:lnTo>
                <a:lnTo>
                  <a:pt x="23250" y="19713"/>
                </a:lnTo>
                <a:lnTo>
                  <a:pt x="23250" y="19713"/>
                </a:lnTo>
                <a:lnTo>
                  <a:pt x="23250" y="19713"/>
                </a:lnTo>
                <a:lnTo>
                  <a:pt x="23250" y="19713"/>
                </a:lnTo>
                <a:lnTo>
                  <a:pt x="23250" y="19713"/>
                </a:lnTo>
                <a:lnTo>
                  <a:pt x="23251" y="19713"/>
                </a:lnTo>
                <a:lnTo>
                  <a:pt x="23251" y="19713"/>
                </a:lnTo>
                <a:lnTo>
                  <a:pt x="23251" y="19713"/>
                </a:lnTo>
                <a:lnTo>
                  <a:pt x="23251" y="19713"/>
                </a:lnTo>
                <a:lnTo>
                  <a:pt x="23251" y="19713"/>
                </a:lnTo>
                <a:lnTo>
                  <a:pt x="23252" y="19713"/>
                </a:lnTo>
                <a:lnTo>
                  <a:pt x="23252" y="19713"/>
                </a:lnTo>
                <a:lnTo>
                  <a:pt x="23252" y="19713"/>
                </a:lnTo>
                <a:lnTo>
                  <a:pt x="23252" y="19713"/>
                </a:lnTo>
                <a:lnTo>
                  <a:pt x="23252" y="19713"/>
                </a:lnTo>
                <a:lnTo>
                  <a:pt x="23253" y="19713"/>
                </a:lnTo>
                <a:lnTo>
                  <a:pt x="23253" y="19713"/>
                </a:lnTo>
                <a:lnTo>
                  <a:pt x="23253" y="19713"/>
                </a:lnTo>
                <a:lnTo>
                  <a:pt x="23253" y="19713"/>
                </a:lnTo>
                <a:lnTo>
                  <a:pt x="23253" y="19713"/>
                </a:lnTo>
                <a:lnTo>
                  <a:pt x="23254" y="19713"/>
                </a:lnTo>
                <a:lnTo>
                  <a:pt x="23254" y="19713"/>
                </a:lnTo>
                <a:lnTo>
                  <a:pt x="23254" y="19713"/>
                </a:lnTo>
                <a:lnTo>
                  <a:pt x="23254" y="19713"/>
                </a:lnTo>
                <a:lnTo>
                  <a:pt x="23254" y="19713"/>
                </a:lnTo>
                <a:lnTo>
                  <a:pt x="23255" y="19713"/>
                </a:lnTo>
                <a:lnTo>
                  <a:pt x="23255" y="19713"/>
                </a:lnTo>
                <a:lnTo>
                  <a:pt x="23255" y="19713"/>
                </a:lnTo>
                <a:lnTo>
                  <a:pt x="23255" y="19713"/>
                </a:lnTo>
                <a:lnTo>
                  <a:pt x="23255" y="19713"/>
                </a:lnTo>
                <a:lnTo>
                  <a:pt x="23256" y="19713"/>
                </a:lnTo>
                <a:lnTo>
                  <a:pt x="23256" y="19713"/>
                </a:lnTo>
                <a:lnTo>
                  <a:pt x="23256" y="19713"/>
                </a:lnTo>
                <a:lnTo>
                  <a:pt x="23256" y="19713"/>
                </a:lnTo>
                <a:lnTo>
                  <a:pt x="23256" y="19713"/>
                </a:lnTo>
                <a:lnTo>
                  <a:pt x="23257" y="19713"/>
                </a:lnTo>
                <a:lnTo>
                  <a:pt x="23257" y="19713"/>
                </a:lnTo>
                <a:lnTo>
                  <a:pt x="23257" y="19713"/>
                </a:lnTo>
                <a:lnTo>
                  <a:pt x="23257" y="19713"/>
                </a:lnTo>
                <a:lnTo>
                  <a:pt x="23257" y="19713"/>
                </a:lnTo>
                <a:lnTo>
                  <a:pt x="23258" y="19713"/>
                </a:lnTo>
                <a:lnTo>
                  <a:pt x="23258" y="19713"/>
                </a:lnTo>
                <a:lnTo>
                  <a:pt x="23258" y="19713"/>
                </a:lnTo>
                <a:lnTo>
                  <a:pt x="23258" y="19713"/>
                </a:lnTo>
                <a:lnTo>
                  <a:pt x="23258" y="19713"/>
                </a:lnTo>
                <a:lnTo>
                  <a:pt x="23259" y="19713"/>
                </a:lnTo>
                <a:lnTo>
                  <a:pt x="23259" y="19713"/>
                </a:lnTo>
                <a:lnTo>
                  <a:pt x="23259" y="19713"/>
                </a:lnTo>
                <a:lnTo>
                  <a:pt x="23259" y="19713"/>
                </a:lnTo>
                <a:lnTo>
                  <a:pt x="23259" y="19713"/>
                </a:lnTo>
                <a:lnTo>
                  <a:pt x="23260" y="19713"/>
                </a:lnTo>
                <a:lnTo>
                  <a:pt x="23260" y="19713"/>
                </a:lnTo>
                <a:lnTo>
                  <a:pt x="23260" y="19713"/>
                </a:lnTo>
                <a:lnTo>
                  <a:pt x="23260" y="19713"/>
                </a:lnTo>
                <a:lnTo>
                  <a:pt x="23260" y="19713"/>
                </a:lnTo>
                <a:lnTo>
                  <a:pt x="23261" y="19713"/>
                </a:lnTo>
                <a:lnTo>
                  <a:pt x="23261" y="19713"/>
                </a:lnTo>
                <a:lnTo>
                  <a:pt x="23261" y="19713"/>
                </a:lnTo>
                <a:lnTo>
                  <a:pt x="23261" y="19713"/>
                </a:lnTo>
                <a:lnTo>
                  <a:pt x="23261" y="19713"/>
                </a:lnTo>
                <a:lnTo>
                  <a:pt x="23262" y="19713"/>
                </a:lnTo>
                <a:lnTo>
                  <a:pt x="23262" y="19713"/>
                </a:lnTo>
                <a:lnTo>
                  <a:pt x="23262" y="19713"/>
                </a:lnTo>
                <a:lnTo>
                  <a:pt x="23262" y="19713"/>
                </a:lnTo>
                <a:lnTo>
                  <a:pt x="23263" y="19713"/>
                </a:lnTo>
                <a:lnTo>
                  <a:pt x="23263" y="19713"/>
                </a:lnTo>
                <a:lnTo>
                  <a:pt x="23263" y="19713"/>
                </a:lnTo>
                <a:lnTo>
                  <a:pt x="23263" y="19713"/>
                </a:lnTo>
                <a:lnTo>
                  <a:pt x="23263" y="19713"/>
                </a:lnTo>
                <a:lnTo>
                  <a:pt x="23264" y="19713"/>
                </a:lnTo>
                <a:lnTo>
                  <a:pt x="23264" y="19713"/>
                </a:lnTo>
                <a:lnTo>
                  <a:pt x="23264" y="19713"/>
                </a:lnTo>
                <a:lnTo>
                  <a:pt x="23264" y="19713"/>
                </a:lnTo>
                <a:lnTo>
                  <a:pt x="23264" y="19713"/>
                </a:lnTo>
                <a:lnTo>
                  <a:pt x="23265" y="19713"/>
                </a:lnTo>
                <a:lnTo>
                  <a:pt x="23265" y="19713"/>
                </a:lnTo>
                <a:lnTo>
                  <a:pt x="23265" y="19713"/>
                </a:lnTo>
                <a:lnTo>
                  <a:pt x="23265" y="19713"/>
                </a:lnTo>
                <a:lnTo>
                  <a:pt x="23265" y="19713"/>
                </a:lnTo>
                <a:lnTo>
                  <a:pt x="23266" y="19713"/>
                </a:lnTo>
                <a:lnTo>
                  <a:pt x="23266" y="19713"/>
                </a:lnTo>
                <a:lnTo>
                  <a:pt x="23266" y="19713"/>
                </a:lnTo>
                <a:lnTo>
                  <a:pt x="23266" y="19713"/>
                </a:lnTo>
                <a:lnTo>
                  <a:pt x="23266" y="19713"/>
                </a:lnTo>
                <a:lnTo>
                  <a:pt x="23267" y="19713"/>
                </a:lnTo>
                <a:lnTo>
                  <a:pt x="23267" y="19713"/>
                </a:lnTo>
                <a:lnTo>
                  <a:pt x="23267" y="19713"/>
                </a:lnTo>
                <a:lnTo>
                  <a:pt x="23267" y="19713"/>
                </a:lnTo>
                <a:lnTo>
                  <a:pt x="23267" y="19713"/>
                </a:lnTo>
                <a:lnTo>
                  <a:pt x="23268" y="19713"/>
                </a:lnTo>
                <a:lnTo>
                  <a:pt x="23268" y="19713"/>
                </a:lnTo>
                <a:lnTo>
                  <a:pt x="23268" y="19713"/>
                </a:lnTo>
                <a:lnTo>
                  <a:pt x="23268" y="19713"/>
                </a:lnTo>
                <a:lnTo>
                  <a:pt x="23268" y="19713"/>
                </a:lnTo>
                <a:lnTo>
                  <a:pt x="23269" y="19713"/>
                </a:lnTo>
                <a:lnTo>
                  <a:pt x="23269" y="19713"/>
                </a:lnTo>
                <a:lnTo>
                  <a:pt x="23269" y="19713"/>
                </a:lnTo>
                <a:lnTo>
                  <a:pt x="23269" y="19713"/>
                </a:lnTo>
                <a:lnTo>
                  <a:pt x="23269" y="19713"/>
                </a:lnTo>
                <a:lnTo>
                  <a:pt x="23270" y="19713"/>
                </a:lnTo>
                <a:lnTo>
                  <a:pt x="23270" y="19713"/>
                </a:lnTo>
                <a:lnTo>
                  <a:pt x="23270" y="19713"/>
                </a:lnTo>
                <a:lnTo>
                  <a:pt x="23270" y="19713"/>
                </a:lnTo>
                <a:lnTo>
                  <a:pt x="23270" y="19713"/>
                </a:lnTo>
                <a:lnTo>
                  <a:pt x="23271" y="19713"/>
                </a:lnTo>
                <a:lnTo>
                  <a:pt x="23271" y="19713"/>
                </a:lnTo>
                <a:lnTo>
                  <a:pt x="23271" y="19713"/>
                </a:lnTo>
                <a:lnTo>
                  <a:pt x="23271" y="19713"/>
                </a:lnTo>
                <a:lnTo>
                  <a:pt x="23271" y="19713"/>
                </a:lnTo>
                <a:lnTo>
                  <a:pt x="23272" y="19713"/>
                </a:lnTo>
                <a:lnTo>
                  <a:pt x="23272" y="19713"/>
                </a:lnTo>
                <a:lnTo>
                  <a:pt x="23272" y="19713"/>
                </a:lnTo>
                <a:lnTo>
                  <a:pt x="23272" y="19713"/>
                </a:lnTo>
                <a:lnTo>
                  <a:pt x="23272" y="19713"/>
                </a:lnTo>
                <a:lnTo>
                  <a:pt x="23273" y="19713"/>
                </a:lnTo>
                <a:lnTo>
                  <a:pt x="23273" y="19713"/>
                </a:lnTo>
                <a:lnTo>
                  <a:pt x="23273" y="19713"/>
                </a:lnTo>
                <a:lnTo>
                  <a:pt x="23273" y="19713"/>
                </a:lnTo>
                <a:lnTo>
                  <a:pt x="23273" y="19713"/>
                </a:lnTo>
                <a:lnTo>
                  <a:pt x="23274" y="19713"/>
                </a:lnTo>
                <a:lnTo>
                  <a:pt x="23274" y="19713"/>
                </a:lnTo>
                <a:lnTo>
                  <a:pt x="23274" y="19713"/>
                </a:lnTo>
                <a:lnTo>
                  <a:pt x="23274" y="19713"/>
                </a:lnTo>
                <a:lnTo>
                  <a:pt x="23274" y="19713"/>
                </a:lnTo>
                <a:lnTo>
                  <a:pt x="23275" y="19713"/>
                </a:lnTo>
                <a:lnTo>
                  <a:pt x="23275" y="19713"/>
                </a:lnTo>
                <a:lnTo>
                  <a:pt x="23275" y="19713"/>
                </a:lnTo>
                <a:lnTo>
                  <a:pt x="23275" y="19713"/>
                </a:lnTo>
                <a:lnTo>
                  <a:pt x="23275" y="19713"/>
                </a:lnTo>
                <a:lnTo>
                  <a:pt x="23276" y="19713"/>
                </a:lnTo>
                <a:lnTo>
                  <a:pt x="23276" y="19713"/>
                </a:lnTo>
                <a:lnTo>
                  <a:pt x="23276" y="19713"/>
                </a:lnTo>
                <a:lnTo>
                  <a:pt x="23276" y="19713"/>
                </a:lnTo>
                <a:lnTo>
                  <a:pt x="23276" y="19713"/>
                </a:lnTo>
                <a:lnTo>
                  <a:pt x="23277" y="19713"/>
                </a:lnTo>
                <a:lnTo>
                  <a:pt x="23277" y="19713"/>
                </a:lnTo>
                <a:lnTo>
                  <a:pt x="23277" y="19713"/>
                </a:lnTo>
                <a:lnTo>
                  <a:pt x="23277" y="19713"/>
                </a:lnTo>
                <a:lnTo>
                  <a:pt x="23278" y="19713"/>
                </a:lnTo>
                <a:lnTo>
                  <a:pt x="23278" y="19713"/>
                </a:lnTo>
                <a:lnTo>
                  <a:pt x="23278" y="19713"/>
                </a:lnTo>
                <a:lnTo>
                  <a:pt x="23278" y="19713"/>
                </a:lnTo>
                <a:lnTo>
                  <a:pt x="23278" y="19713"/>
                </a:lnTo>
                <a:lnTo>
                  <a:pt x="23279" y="19713"/>
                </a:lnTo>
                <a:lnTo>
                  <a:pt x="23279" y="19713"/>
                </a:lnTo>
                <a:lnTo>
                  <a:pt x="23279" y="19713"/>
                </a:lnTo>
                <a:lnTo>
                  <a:pt x="23279" y="19713"/>
                </a:lnTo>
                <a:lnTo>
                  <a:pt x="23279" y="19713"/>
                </a:lnTo>
                <a:lnTo>
                  <a:pt x="23280" y="19713"/>
                </a:lnTo>
                <a:lnTo>
                  <a:pt x="23280" y="19713"/>
                </a:lnTo>
                <a:lnTo>
                  <a:pt x="23280" y="19713"/>
                </a:lnTo>
                <a:lnTo>
                  <a:pt x="23280" y="19713"/>
                </a:lnTo>
                <a:lnTo>
                  <a:pt x="23280" y="19713"/>
                </a:lnTo>
                <a:lnTo>
                  <a:pt x="23281" y="19713"/>
                </a:lnTo>
                <a:lnTo>
                  <a:pt x="23281" y="19713"/>
                </a:lnTo>
                <a:lnTo>
                  <a:pt x="23281" y="19713"/>
                </a:lnTo>
                <a:lnTo>
                  <a:pt x="23281" y="19713"/>
                </a:lnTo>
                <a:lnTo>
                  <a:pt x="23281" y="19713"/>
                </a:lnTo>
                <a:lnTo>
                  <a:pt x="23282" y="19713"/>
                </a:lnTo>
                <a:lnTo>
                  <a:pt x="23282" y="19713"/>
                </a:lnTo>
                <a:lnTo>
                  <a:pt x="23282" y="19713"/>
                </a:lnTo>
                <a:lnTo>
                  <a:pt x="23282" y="19713"/>
                </a:lnTo>
                <a:lnTo>
                  <a:pt x="23282" y="19713"/>
                </a:lnTo>
                <a:lnTo>
                  <a:pt x="23283" y="19713"/>
                </a:lnTo>
                <a:lnTo>
                  <a:pt x="23283" y="19713"/>
                </a:lnTo>
                <a:lnTo>
                  <a:pt x="23283" y="19713"/>
                </a:lnTo>
                <a:lnTo>
                  <a:pt x="23283" y="19713"/>
                </a:lnTo>
                <a:lnTo>
                  <a:pt x="23283" y="19713"/>
                </a:lnTo>
                <a:lnTo>
                  <a:pt x="23284" y="19713"/>
                </a:lnTo>
                <a:lnTo>
                  <a:pt x="23284" y="19713"/>
                </a:lnTo>
                <a:lnTo>
                  <a:pt x="23284" y="19713"/>
                </a:lnTo>
                <a:lnTo>
                  <a:pt x="23284" y="19713"/>
                </a:lnTo>
                <a:lnTo>
                  <a:pt x="23284" y="19713"/>
                </a:lnTo>
                <a:lnTo>
                  <a:pt x="23285" y="19713"/>
                </a:lnTo>
                <a:lnTo>
                  <a:pt x="23285" y="19713"/>
                </a:lnTo>
                <a:lnTo>
                  <a:pt x="23285" y="19713"/>
                </a:lnTo>
                <a:lnTo>
                  <a:pt x="23285" y="19713"/>
                </a:lnTo>
                <a:lnTo>
                  <a:pt x="23285" y="19713"/>
                </a:lnTo>
                <a:lnTo>
                  <a:pt x="23286" y="19713"/>
                </a:lnTo>
                <a:lnTo>
                  <a:pt x="23286" y="19713"/>
                </a:lnTo>
                <a:lnTo>
                  <a:pt x="23286" y="19713"/>
                </a:lnTo>
                <a:lnTo>
                  <a:pt x="23286" y="19713"/>
                </a:lnTo>
                <a:lnTo>
                  <a:pt x="23286" y="19713"/>
                </a:lnTo>
                <a:lnTo>
                  <a:pt x="23287" y="19713"/>
                </a:lnTo>
                <a:lnTo>
                  <a:pt x="23287" y="19713"/>
                </a:lnTo>
                <a:lnTo>
                  <a:pt x="23287" y="19713"/>
                </a:lnTo>
                <a:lnTo>
                  <a:pt x="23287" y="19713"/>
                </a:lnTo>
                <a:lnTo>
                  <a:pt x="23288" y="19713"/>
                </a:lnTo>
                <a:lnTo>
                  <a:pt x="23288" y="19713"/>
                </a:lnTo>
                <a:lnTo>
                  <a:pt x="23288" y="19713"/>
                </a:lnTo>
                <a:lnTo>
                  <a:pt x="23288" y="19713"/>
                </a:lnTo>
                <a:lnTo>
                  <a:pt x="23288" y="19713"/>
                </a:lnTo>
                <a:lnTo>
                  <a:pt x="23289" y="19713"/>
                </a:lnTo>
                <a:lnTo>
                  <a:pt x="23289" y="19713"/>
                </a:lnTo>
                <a:lnTo>
                  <a:pt x="23289" y="19713"/>
                </a:lnTo>
                <a:lnTo>
                  <a:pt x="23289" y="19713"/>
                </a:lnTo>
                <a:lnTo>
                  <a:pt x="23289" y="19713"/>
                </a:lnTo>
                <a:lnTo>
                  <a:pt x="23290" y="19713"/>
                </a:lnTo>
                <a:lnTo>
                  <a:pt x="23290" y="19713"/>
                </a:lnTo>
                <a:lnTo>
                  <a:pt x="23290" y="19713"/>
                </a:lnTo>
                <a:lnTo>
                  <a:pt x="23290" y="19713"/>
                </a:lnTo>
                <a:lnTo>
                  <a:pt x="23290" y="19713"/>
                </a:lnTo>
                <a:lnTo>
                  <a:pt x="23291" y="19713"/>
                </a:lnTo>
                <a:lnTo>
                  <a:pt x="23291" y="19713"/>
                </a:lnTo>
                <a:lnTo>
                  <a:pt x="23291" y="19713"/>
                </a:lnTo>
                <a:lnTo>
                  <a:pt x="23291" y="19713"/>
                </a:lnTo>
                <a:lnTo>
                  <a:pt x="23291" y="19713"/>
                </a:lnTo>
                <a:lnTo>
                  <a:pt x="23292" y="19713"/>
                </a:lnTo>
                <a:lnTo>
                  <a:pt x="23292" y="19713"/>
                </a:lnTo>
                <a:lnTo>
                  <a:pt x="23292" y="19713"/>
                </a:lnTo>
                <a:lnTo>
                  <a:pt x="23292" y="19713"/>
                </a:lnTo>
                <a:lnTo>
                  <a:pt x="23292" y="19713"/>
                </a:lnTo>
                <a:lnTo>
                  <a:pt x="23293" y="19713"/>
                </a:lnTo>
                <a:lnTo>
                  <a:pt x="23293" y="19713"/>
                </a:lnTo>
                <a:lnTo>
                  <a:pt x="23293" y="19713"/>
                </a:lnTo>
                <a:lnTo>
                  <a:pt x="23293" y="19713"/>
                </a:lnTo>
                <a:lnTo>
                  <a:pt x="23293" y="19713"/>
                </a:lnTo>
                <a:lnTo>
                  <a:pt x="23294" y="19713"/>
                </a:lnTo>
                <a:lnTo>
                  <a:pt x="23294" y="19713"/>
                </a:lnTo>
                <a:lnTo>
                  <a:pt x="23294" y="19713"/>
                </a:lnTo>
                <a:lnTo>
                  <a:pt x="23294" y="19713"/>
                </a:lnTo>
                <a:lnTo>
                  <a:pt x="23294" y="19713"/>
                </a:lnTo>
                <a:lnTo>
                  <a:pt x="23295" y="19713"/>
                </a:lnTo>
                <a:lnTo>
                  <a:pt x="23295" y="19713"/>
                </a:lnTo>
                <a:lnTo>
                  <a:pt x="23295" y="19713"/>
                </a:lnTo>
                <a:lnTo>
                  <a:pt x="23295" y="19713"/>
                </a:lnTo>
                <a:lnTo>
                  <a:pt x="23296" y="19713"/>
                </a:lnTo>
                <a:lnTo>
                  <a:pt x="23296" y="19713"/>
                </a:lnTo>
                <a:lnTo>
                  <a:pt x="23296" y="19713"/>
                </a:lnTo>
                <a:lnTo>
                  <a:pt x="23296" y="19713"/>
                </a:lnTo>
                <a:lnTo>
                  <a:pt x="23296" y="19713"/>
                </a:lnTo>
                <a:lnTo>
                  <a:pt x="23297" y="19713"/>
                </a:lnTo>
                <a:lnTo>
                  <a:pt x="23297" y="19713"/>
                </a:lnTo>
                <a:lnTo>
                  <a:pt x="23297" y="19713"/>
                </a:lnTo>
                <a:lnTo>
                  <a:pt x="23297" y="19713"/>
                </a:lnTo>
                <a:lnTo>
                  <a:pt x="23297" y="19713"/>
                </a:lnTo>
                <a:lnTo>
                  <a:pt x="23298" y="19713"/>
                </a:lnTo>
                <a:lnTo>
                  <a:pt x="23298" y="19713"/>
                </a:lnTo>
                <a:lnTo>
                  <a:pt x="23298" y="19713"/>
                </a:lnTo>
                <a:lnTo>
                  <a:pt x="23298" y="19713"/>
                </a:lnTo>
                <a:lnTo>
                  <a:pt x="23298" y="19713"/>
                </a:lnTo>
                <a:lnTo>
                  <a:pt x="23299" y="19713"/>
                </a:lnTo>
                <a:lnTo>
                  <a:pt x="23299" y="19713"/>
                </a:lnTo>
                <a:lnTo>
                  <a:pt x="23299" y="19713"/>
                </a:lnTo>
                <a:lnTo>
                  <a:pt x="23299" y="19713"/>
                </a:lnTo>
                <a:lnTo>
                  <a:pt x="23299" y="19713"/>
                </a:lnTo>
                <a:lnTo>
                  <a:pt x="23300" y="19713"/>
                </a:lnTo>
                <a:lnTo>
                  <a:pt x="23300" y="19713"/>
                </a:lnTo>
                <a:lnTo>
                  <a:pt x="23300" y="19713"/>
                </a:lnTo>
                <a:lnTo>
                  <a:pt x="23300" y="19713"/>
                </a:lnTo>
                <a:lnTo>
                  <a:pt x="23300" y="19713"/>
                </a:lnTo>
                <a:lnTo>
                  <a:pt x="23301" y="19713"/>
                </a:lnTo>
                <a:lnTo>
                  <a:pt x="23301" y="19713"/>
                </a:lnTo>
                <a:lnTo>
                  <a:pt x="23301" y="19713"/>
                </a:lnTo>
                <a:lnTo>
                  <a:pt x="23301" y="19713"/>
                </a:lnTo>
                <a:lnTo>
                  <a:pt x="23301" y="19713"/>
                </a:lnTo>
                <a:lnTo>
                  <a:pt x="23302" y="19713"/>
                </a:lnTo>
                <a:lnTo>
                  <a:pt x="23302" y="19713"/>
                </a:lnTo>
                <a:lnTo>
                  <a:pt x="23302" y="19713"/>
                </a:lnTo>
                <a:lnTo>
                  <a:pt x="23302" y="19713"/>
                </a:lnTo>
                <a:lnTo>
                  <a:pt x="23303" y="19713"/>
                </a:lnTo>
                <a:lnTo>
                  <a:pt x="23303" y="19713"/>
                </a:lnTo>
                <a:lnTo>
                  <a:pt x="23303" y="19713"/>
                </a:lnTo>
                <a:lnTo>
                  <a:pt x="23303" y="19713"/>
                </a:lnTo>
                <a:lnTo>
                  <a:pt x="23303" y="19713"/>
                </a:lnTo>
                <a:lnTo>
                  <a:pt x="23304" y="19713"/>
                </a:lnTo>
                <a:lnTo>
                  <a:pt x="23304" y="19713"/>
                </a:lnTo>
                <a:lnTo>
                  <a:pt x="23304" y="19713"/>
                </a:lnTo>
                <a:lnTo>
                  <a:pt x="23304" y="19713"/>
                </a:lnTo>
                <a:lnTo>
                  <a:pt x="23304" y="19713"/>
                </a:lnTo>
                <a:lnTo>
                  <a:pt x="23305" y="19713"/>
                </a:lnTo>
                <a:lnTo>
                  <a:pt x="23305" y="19713"/>
                </a:lnTo>
                <a:lnTo>
                  <a:pt x="23305" y="19713"/>
                </a:lnTo>
                <a:lnTo>
                  <a:pt x="23305" y="19713"/>
                </a:lnTo>
                <a:lnTo>
                  <a:pt x="23305" y="19713"/>
                </a:lnTo>
                <a:lnTo>
                  <a:pt x="23306" y="19713"/>
                </a:lnTo>
                <a:lnTo>
                  <a:pt x="23306" y="19713"/>
                </a:lnTo>
                <a:lnTo>
                  <a:pt x="23306" y="19713"/>
                </a:lnTo>
                <a:lnTo>
                  <a:pt x="23306" y="19713"/>
                </a:lnTo>
                <a:lnTo>
                  <a:pt x="23306" y="19713"/>
                </a:lnTo>
                <a:lnTo>
                  <a:pt x="23307" y="19713"/>
                </a:lnTo>
                <a:lnTo>
                  <a:pt x="23307" y="19713"/>
                </a:lnTo>
                <a:lnTo>
                  <a:pt x="23307" y="19713"/>
                </a:lnTo>
                <a:lnTo>
                  <a:pt x="23307" y="19713"/>
                </a:lnTo>
                <a:lnTo>
                  <a:pt x="23307" y="19713"/>
                </a:lnTo>
                <a:lnTo>
                  <a:pt x="23308" y="19713"/>
                </a:lnTo>
                <a:lnTo>
                  <a:pt x="23308" y="19713"/>
                </a:lnTo>
                <a:lnTo>
                  <a:pt x="23308" y="19713"/>
                </a:lnTo>
                <a:lnTo>
                  <a:pt x="23308" y="19713"/>
                </a:lnTo>
                <a:lnTo>
                  <a:pt x="23309" y="19713"/>
                </a:lnTo>
                <a:lnTo>
                  <a:pt x="23309" y="19713"/>
                </a:lnTo>
                <a:lnTo>
                  <a:pt x="23309" y="19713"/>
                </a:lnTo>
                <a:lnTo>
                  <a:pt x="23309" y="19713"/>
                </a:lnTo>
                <a:lnTo>
                  <a:pt x="23309" y="19713"/>
                </a:lnTo>
                <a:lnTo>
                  <a:pt x="23310" y="19713"/>
                </a:lnTo>
                <a:lnTo>
                  <a:pt x="23310" y="19713"/>
                </a:lnTo>
                <a:lnTo>
                  <a:pt x="23310" y="19713"/>
                </a:lnTo>
                <a:lnTo>
                  <a:pt x="23310" y="19713"/>
                </a:lnTo>
                <a:lnTo>
                  <a:pt x="23310" y="19713"/>
                </a:lnTo>
                <a:lnTo>
                  <a:pt x="23311" y="19713"/>
                </a:lnTo>
                <a:lnTo>
                  <a:pt x="23311" y="19713"/>
                </a:lnTo>
                <a:lnTo>
                  <a:pt x="23311" y="19713"/>
                </a:lnTo>
                <a:lnTo>
                  <a:pt x="23311" y="19713"/>
                </a:lnTo>
                <a:lnTo>
                  <a:pt x="23311" y="19713"/>
                </a:lnTo>
                <a:lnTo>
                  <a:pt x="23312" y="19713"/>
                </a:lnTo>
                <a:lnTo>
                  <a:pt x="23312" y="19713"/>
                </a:lnTo>
                <a:lnTo>
                  <a:pt x="23312" y="19713"/>
                </a:lnTo>
                <a:lnTo>
                  <a:pt x="23312" y="19713"/>
                </a:lnTo>
                <a:lnTo>
                  <a:pt x="23312" y="19713"/>
                </a:lnTo>
                <a:lnTo>
                  <a:pt x="23313" y="19713"/>
                </a:lnTo>
                <a:lnTo>
                  <a:pt x="23313" y="19713"/>
                </a:lnTo>
                <a:lnTo>
                  <a:pt x="23313" y="19713"/>
                </a:lnTo>
                <a:lnTo>
                  <a:pt x="23313" y="19713"/>
                </a:lnTo>
                <a:lnTo>
                  <a:pt x="23313" y="19713"/>
                </a:lnTo>
                <a:lnTo>
                  <a:pt x="23314" y="19713"/>
                </a:lnTo>
                <a:lnTo>
                  <a:pt x="23314" y="19713"/>
                </a:lnTo>
                <a:lnTo>
                  <a:pt x="23314" y="19713"/>
                </a:lnTo>
                <a:lnTo>
                  <a:pt x="23314" y="19713"/>
                </a:lnTo>
                <a:lnTo>
                  <a:pt x="23315" y="19713"/>
                </a:lnTo>
                <a:lnTo>
                  <a:pt x="23315" y="19713"/>
                </a:lnTo>
                <a:lnTo>
                  <a:pt x="23315" y="19713"/>
                </a:lnTo>
                <a:lnTo>
                  <a:pt x="23315" y="19713"/>
                </a:lnTo>
                <a:lnTo>
                  <a:pt x="23315" y="19713"/>
                </a:lnTo>
                <a:lnTo>
                  <a:pt x="23316" y="19713"/>
                </a:lnTo>
                <a:lnTo>
                  <a:pt x="23316" y="19713"/>
                </a:lnTo>
                <a:lnTo>
                  <a:pt x="23316" y="19713"/>
                </a:lnTo>
                <a:lnTo>
                  <a:pt x="23316" y="19713"/>
                </a:lnTo>
                <a:lnTo>
                  <a:pt x="23316" y="19713"/>
                </a:lnTo>
                <a:lnTo>
                  <a:pt x="23317" y="19713"/>
                </a:lnTo>
                <a:lnTo>
                  <a:pt x="23317" y="19713"/>
                </a:lnTo>
                <a:lnTo>
                  <a:pt x="23317" y="19713"/>
                </a:lnTo>
                <a:lnTo>
                  <a:pt x="23317" y="19713"/>
                </a:lnTo>
                <a:lnTo>
                  <a:pt x="23317" y="19713"/>
                </a:lnTo>
                <a:lnTo>
                  <a:pt x="23318" y="19713"/>
                </a:lnTo>
                <a:lnTo>
                  <a:pt x="23318" y="19713"/>
                </a:lnTo>
                <a:lnTo>
                  <a:pt x="23318" y="19713"/>
                </a:lnTo>
                <a:lnTo>
                  <a:pt x="23318" y="19713"/>
                </a:lnTo>
                <a:lnTo>
                  <a:pt x="23318" y="19713"/>
                </a:lnTo>
                <a:lnTo>
                  <a:pt x="23319" y="19713"/>
                </a:lnTo>
                <a:lnTo>
                  <a:pt x="23319" y="19713"/>
                </a:lnTo>
                <a:lnTo>
                  <a:pt x="23319" y="19713"/>
                </a:lnTo>
                <a:lnTo>
                  <a:pt x="23319" y="19713"/>
                </a:lnTo>
                <a:lnTo>
                  <a:pt x="23319" y="19713"/>
                </a:lnTo>
                <a:lnTo>
                  <a:pt x="23320" y="19713"/>
                </a:lnTo>
                <a:lnTo>
                  <a:pt x="23320" y="19713"/>
                </a:lnTo>
                <a:lnTo>
                  <a:pt x="23320" y="19713"/>
                </a:lnTo>
                <a:lnTo>
                  <a:pt x="23320" y="19713"/>
                </a:lnTo>
                <a:lnTo>
                  <a:pt x="23321" y="19713"/>
                </a:lnTo>
                <a:lnTo>
                  <a:pt x="23321" y="19713"/>
                </a:lnTo>
                <a:lnTo>
                  <a:pt x="23321" y="19713"/>
                </a:lnTo>
                <a:lnTo>
                  <a:pt x="23321" y="19713"/>
                </a:lnTo>
                <a:lnTo>
                  <a:pt x="23321" y="19713"/>
                </a:lnTo>
                <a:lnTo>
                  <a:pt x="23322" y="19713"/>
                </a:lnTo>
                <a:lnTo>
                  <a:pt x="23322" y="19713"/>
                </a:lnTo>
                <a:lnTo>
                  <a:pt x="23322" y="19713"/>
                </a:lnTo>
                <a:lnTo>
                  <a:pt x="23322" y="19713"/>
                </a:lnTo>
                <a:lnTo>
                  <a:pt x="23322" y="19713"/>
                </a:lnTo>
                <a:lnTo>
                  <a:pt x="23323" y="19713"/>
                </a:lnTo>
                <a:lnTo>
                  <a:pt x="23323" y="19713"/>
                </a:lnTo>
                <a:lnTo>
                  <a:pt x="23323" y="19713"/>
                </a:lnTo>
                <a:lnTo>
                  <a:pt x="23323" y="19713"/>
                </a:lnTo>
                <a:lnTo>
                  <a:pt x="23323" y="19713"/>
                </a:lnTo>
                <a:lnTo>
                  <a:pt x="23324" y="19713"/>
                </a:lnTo>
                <a:lnTo>
                  <a:pt x="23324" y="19713"/>
                </a:lnTo>
                <a:lnTo>
                  <a:pt x="23324" y="19713"/>
                </a:lnTo>
                <a:lnTo>
                  <a:pt x="23324" y="19713"/>
                </a:lnTo>
                <a:lnTo>
                  <a:pt x="23324" y="19713"/>
                </a:lnTo>
                <a:lnTo>
                  <a:pt x="23325" y="19713"/>
                </a:lnTo>
                <a:lnTo>
                  <a:pt x="23325" y="19713"/>
                </a:lnTo>
                <a:lnTo>
                  <a:pt x="23325" y="19713"/>
                </a:lnTo>
                <a:lnTo>
                  <a:pt x="23325" y="19713"/>
                </a:lnTo>
                <a:lnTo>
                  <a:pt x="23326" y="19713"/>
                </a:lnTo>
                <a:lnTo>
                  <a:pt x="23326" y="19713"/>
                </a:lnTo>
                <a:lnTo>
                  <a:pt x="23326" y="19713"/>
                </a:lnTo>
                <a:lnTo>
                  <a:pt x="23326" y="19713"/>
                </a:lnTo>
                <a:lnTo>
                  <a:pt x="23326" y="19713"/>
                </a:lnTo>
                <a:lnTo>
                  <a:pt x="23327" y="19713"/>
                </a:lnTo>
                <a:lnTo>
                  <a:pt x="23327" y="19713"/>
                </a:lnTo>
                <a:lnTo>
                  <a:pt x="23327" y="19713"/>
                </a:lnTo>
                <a:lnTo>
                  <a:pt x="23327" y="19713"/>
                </a:lnTo>
                <a:lnTo>
                  <a:pt x="23327" y="19713"/>
                </a:lnTo>
                <a:lnTo>
                  <a:pt x="23328" y="19713"/>
                </a:lnTo>
                <a:lnTo>
                  <a:pt x="23328" y="19713"/>
                </a:lnTo>
                <a:lnTo>
                  <a:pt x="23328" y="19713"/>
                </a:lnTo>
                <a:lnTo>
                  <a:pt x="23328" y="19713"/>
                </a:lnTo>
                <a:lnTo>
                  <a:pt x="23328" y="19713"/>
                </a:lnTo>
                <a:lnTo>
                  <a:pt x="23329" y="19713"/>
                </a:lnTo>
                <a:lnTo>
                  <a:pt x="23329" y="19713"/>
                </a:lnTo>
                <a:lnTo>
                  <a:pt x="23329" y="19713"/>
                </a:lnTo>
                <a:lnTo>
                  <a:pt x="23329" y="19713"/>
                </a:lnTo>
                <a:lnTo>
                  <a:pt x="23330" y="19713"/>
                </a:lnTo>
                <a:lnTo>
                  <a:pt x="23330" y="19713"/>
                </a:lnTo>
                <a:lnTo>
                  <a:pt x="23330" y="19713"/>
                </a:lnTo>
                <a:lnTo>
                  <a:pt x="23330" y="19713"/>
                </a:lnTo>
                <a:lnTo>
                  <a:pt x="23330" y="19713"/>
                </a:lnTo>
                <a:lnTo>
                  <a:pt x="23331" y="19713"/>
                </a:lnTo>
                <a:lnTo>
                  <a:pt x="23331" y="19713"/>
                </a:lnTo>
                <a:lnTo>
                  <a:pt x="23331" y="19713"/>
                </a:lnTo>
                <a:lnTo>
                  <a:pt x="23331" y="19713"/>
                </a:lnTo>
                <a:lnTo>
                  <a:pt x="23331" y="19713"/>
                </a:lnTo>
                <a:lnTo>
                  <a:pt x="23332" y="19713"/>
                </a:lnTo>
                <a:lnTo>
                  <a:pt x="23332" y="19713"/>
                </a:lnTo>
                <a:lnTo>
                  <a:pt x="23332" y="19713"/>
                </a:lnTo>
                <a:lnTo>
                  <a:pt x="23332" y="19713"/>
                </a:lnTo>
                <a:lnTo>
                  <a:pt x="23332" y="19713"/>
                </a:lnTo>
                <a:lnTo>
                  <a:pt x="23333" y="19713"/>
                </a:lnTo>
                <a:lnTo>
                  <a:pt x="23333" y="19713"/>
                </a:lnTo>
                <a:lnTo>
                  <a:pt x="23333" y="19713"/>
                </a:lnTo>
                <a:lnTo>
                  <a:pt x="23333" y="19713"/>
                </a:lnTo>
                <a:lnTo>
                  <a:pt x="23333" y="19713"/>
                </a:lnTo>
                <a:lnTo>
                  <a:pt x="23334" y="19713"/>
                </a:lnTo>
                <a:lnTo>
                  <a:pt x="23334" y="19713"/>
                </a:lnTo>
                <a:lnTo>
                  <a:pt x="23334" y="19713"/>
                </a:lnTo>
                <a:lnTo>
                  <a:pt x="23334" y="19713"/>
                </a:lnTo>
                <a:lnTo>
                  <a:pt x="23335" y="19713"/>
                </a:lnTo>
                <a:lnTo>
                  <a:pt x="23335" y="19713"/>
                </a:lnTo>
                <a:lnTo>
                  <a:pt x="23335" y="19713"/>
                </a:lnTo>
                <a:lnTo>
                  <a:pt x="23335" y="19713"/>
                </a:lnTo>
                <a:lnTo>
                  <a:pt x="23335" y="19713"/>
                </a:lnTo>
                <a:lnTo>
                  <a:pt x="23336" y="19713"/>
                </a:lnTo>
                <a:lnTo>
                  <a:pt x="23336" y="19713"/>
                </a:lnTo>
                <a:lnTo>
                  <a:pt x="23336" y="19713"/>
                </a:lnTo>
                <a:lnTo>
                  <a:pt x="23336" y="19713"/>
                </a:lnTo>
                <a:lnTo>
                  <a:pt x="23336" y="19713"/>
                </a:lnTo>
                <a:lnTo>
                  <a:pt x="23337" y="19713"/>
                </a:lnTo>
                <a:lnTo>
                  <a:pt x="23337" y="19713"/>
                </a:lnTo>
                <a:lnTo>
                  <a:pt x="23337" y="19713"/>
                </a:lnTo>
                <a:lnTo>
                  <a:pt x="23337" y="19713"/>
                </a:lnTo>
                <a:lnTo>
                  <a:pt x="23337" y="19713"/>
                </a:lnTo>
                <a:lnTo>
                  <a:pt x="23338" y="19713"/>
                </a:lnTo>
                <a:lnTo>
                  <a:pt x="23338" y="19713"/>
                </a:lnTo>
                <a:lnTo>
                  <a:pt x="23338" y="19713"/>
                </a:lnTo>
                <a:lnTo>
                  <a:pt x="23338" y="19713"/>
                </a:lnTo>
                <a:lnTo>
                  <a:pt x="23339" y="19713"/>
                </a:lnTo>
                <a:lnTo>
                  <a:pt x="23339" y="19713"/>
                </a:lnTo>
                <a:lnTo>
                  <a:pt x="23339" y="19713"/>
                </a:lnTo>
                <a:lnTo>
                  <a:pt x="23339" y="19713"/>
                </a:lnTo>
                <a:lnTo>
                  <a:pt x="23339" y="19713"/>
                </a:lnTo>
                <a:lnTo>
                  <a:pt x="23340" y="19713"/>
                </a:lnTo>
                <a:lnTo>
                  <a:pt x="23340" y="19713"/>
                </a:lnTo>
                <a:lnTo>
                  <a:pt x="23340" y="19713"/>
                </a:lnTo>
                <a:lnTo>
                  <a:pt x="23340" y="19713"/>
                </a:lnTo>
                <a:lnTo>
                  <a:pt x="23340" y="19713"/>
                </a:lnTo>
                <a:lnTo>
                  <a:pt x="23341" y="19713"/>
                </a:lnTo>
                <a:lnTo>
                  <a:pt x="23341" y="19713"/>
                </a:lnTo>
                <a:lnTo>
                  <a:pt x="23341" y="19713"/>
                </a:lnTo>
                <a:lnTo>
                  <a:pt x="23341" y="19713"/>
                </a:lnTo>
                <a:lnTo>
                  <a:pt x="23341" y="19713"/>
                </a:lnTo>
                <a:lnTo>
                  <a:pt x="23342" y="19713"/>
                </a:lnTo>
                <a:lnTo>
                  <a:pt x="23342" y="19713"/>
                </a:lnTo>
                <a:lnTo>
                  <a:pt x="23342" y="19713"/>
                </a:lnTo>
                <a:lnTo>
                  <a:pt x="23342" y="19713"/>
                </a:lnTo>
                <a:lnTo>
                  <a:pt x="23343" y="19713"/>
                </a:lnTo>
                <a:lnTo>
                  <a:pt x="23343" y="19713"/>
                </a:lnTo>
                <a:lnTo>
                  <a:pt x="23343" y="19713"/>
                </a:lnTo>
                <a:lnTo>
                  <a:pt x="23343" y="19713"/>
                </a:lnTo>
                <a:lnTo>
                  <a:pt x="23343" y="19713"/>
                </a:lnTo>
                <a:lnTo>
                  <a:pt x="23344" y="19713"/>
                </a:lnTo>
                <a:lnTo>
                  <a:pt x="23344" y="19713"/>
                </a:lnTo>
                <a:lnTo>
                  <a:pt x="23344" y="19713"/>
                </a:lnTo>
                <a:lnTo>
                  <a:pt x="23344" y="19713"/>
                </a:lnTo>
                <a:lnTo>
                  <a:pt x="23344" y="19713"/>
                </a:lnTo>
                <a:lnTo>
                  <a:pt x="23345" y="19713"/>
                </a:lnTo>
                <a:lnTo>
                  <a:pt x="23345" y="19713"/>
                </a:lnTo>
                <a:lnTo>
                  <a:pt x="23345" y="19713"/>
                </a:lnTo>
                <a:lnTo>
                  <a:pt x="23345" y="19713"/>
                </a:lnTo>
                <a:lnTo>
                  <a:pt x="23345" y="19713"/>
                </a:lnTo>
                <a:lnTo>
                  <a:pt x="23346" y="19713"/>
                </a:lnTo>
                <a:lnTo>
                  <a:pt x="23346" y="19713"/>
                </a:lnTo>
                <a:lnTo>
                  <a:pt x="23346" y="19713"/>
                </a:lnTo>
                <a:lnTo>
                  <a:pt x="23346" y="19713"/>
                </a:lnTo>
                <a:lnTo>
                  <a:pt x="23347" y="19713"/>
                </a:lnTo>
                <a:lnTo>
                  <a:pt x="23347" y="19713"/>
                </a:lnTo>
                <a:lnTo>
                  <a:pt x="23347" y="19713"/>
                </a:lnTo>
                <a:lnTo>
                  <a:pt x="23347" y="19713"/>
                </a:lnTo>
                <a:lnTo>
                  <a:pt x="23347" y="19713"/>
                </a:lnTo>
                <a:lnTo>
                  <a:pt x="23348" y="19713"/>
                </a:lnTo>
                <a:lnTo>
                  <a:pt x="23348" y="19713"/>
                </a:lnTo>
                <a:lnTo>
                  <a:pt x="23348" y="19713"/>
                </a:lnTo>
                <a:lnTo>
                  <a:pt x="23348" y="19713"/>
                </a:lnTo>
                <a:lnTo>
                  <a:pt x="23348" y="19713"/>
                </a:lnTo>
                <a:lnTo>
                  <a:pt x="23349" y="19713"/>
                </a:lnTo>
                <a:lnTo>
                  <a:pt x="23349" y="19713"/>
                </a:lnTo>
                <a:lnTo>
                  <a:pt x="23349" y="19713"/>
                </a:lnTo>
                <a:lnTo>
                  <a:pt x="23349" y="19713"/>
                </a:lnTo>
                <a:lnTo>
                  <a:pt x="23349" y="19713"/>
                </a:lnTo>
                <a:lnTo>
                  <a:pt x="23350" y="19713"/>
                </a:lnTo>
                <a:lnTo>
                  <a:pt x="23350" y="19713"/>
                </a:lnTo>
                <a:lnTo>
                  <a:pt x="23350" y="19713"/>
                </a:lnTo>
                <a:lnTo>
                  <a:pt x="23350" y="19713"/>
                </a:lnTo>
                <a:lnTo>
                  <a:pt x="23351" y="19713"/>
                </a:lnTo>
                <a:lnTo>
                  <a:pt x="23351" y="19713"/>
                </a:lnTo>
                <a:lnTo>
                  <a:pt x="23351" y="19713"/>
                </a:lnTo>
                <a:lnTo>
                  <a:pt x="23351" y="19713"/>
                </a:lnTo>
                <a:lnTo>
                  <a:pt x="23351" y="19713"/>
                </a:lnTo>
                <a:lnTo>
                  <a:pt x="23352" y="19713"/>
                </a:lnTo>
                <a:lnTo>
                  <a:pt x="23352" y="19713"/>
                </a:lnTo>
                <a:lnTo>
                  <a:pt x="23352" y="19713"/>
                </a:lnTo>
                <a:lnTo>
                  <a:pt x="23352" y="19713"/>
                </a:lnTo>
                <a:lnTo>
                  <a:pt x="23352" y="19713"/>
                </a:lnTo>
                <a:lnTo>
                  <a:pt x="23353" y="19713"/>
                </a:lnTo>
                <a:lnTo>
                  <a:pt x="23353" y="19713"/>
                </a:lnTo>
                <a:lnTo>
                  <a:pt x="23353" y="19713"/>
                </a:lnTo>
                <a:lnTo>
                  <a:pt x="23353" y="19713"/>
                </a:lnTo>
                <a:lnTo>
                  <a:pt x="23353" y="19713"/>
                </a:lnTo>
                <a:lnTo>
                  <a:pt x="23354" y="19713"/>
                </a:lnTo>
                <a:lnTo>
                  <a:pt x="23354" y="19713"/>
                </a:lnTo>
                <a:lnTo>
                  <a:pt x="23354" y="19713"/>
                </a:lnTo>
                <a:lnTo>
                  <a:pt x="23354" y="19713"/>
                </a:lnTo>
                <a:lnTo>
                  <a:pt x="23355" y="19713"/>
                </a:lnTo>
                <a:lnTo>
                  <a:pt x="23355" y="19713"/>
                </a:lnTo>
                <a:lnTo>
                  <a:pt x="23355" y="19713"/>
                </a:lnTo>
                <a:lnTo>
                  <a:pt x="23355" y="19713"/>
                </a:lnTo>
                <a:lnTo>
                  <a:pt x="23355" y="19713"/>
                </a:lnTo>
                <a:lnTo>
                  <a:pt x="23356" y="19713"/>
                </a:lnTo>
                <a:lnTo>
                  <a:pt x="23356" y="19713"/>
                </a:lnTo>
                <a:lnTo>
                  <a:pt x="23356" y="19713"/>
                </a:lnTo>
                <a:lnTo>
                  <a:pt x="23356" y="19713"/>
                </a:lnTo>
                <a:lnTo>
                  <a:pt x="23356" y="19713"/>
                </a:lnTo>
                <a:lnTo>
                  <a:pt x="23357" y="19713"/>
                </a:lnTo>
                <a:lnTo>
                  <a:pt x="23357" y="19713"/>
                </a:lnTo>
                <a:lnTo>
                  <a:pt x="23357" y="19713"/>
                </a:lnTo>
                <a:lnTo>
                  <a:pt x="23357" y="19713"/>
                </a:lnTo>
                <a:lnTo>
                  <a:pt x="23358" y="19713"/>
                </a:lnTo>
                <a:lnTo>
                  <a:pt x="23358" y="19713"/>
                </a:lnTo>
                <a:lnTo>
                  <a:pt x="23358" y="19713"/>
                </a:lnTo>
                <a:lnTo>
                  <a:pt x="23358" y="19713"/>
                </a:lnTo>
                <a:lnTo>
                  <a:pt x="23358" y="19713"/>
                </a:lnTo>
                <a:lnTo>
                  <a:pt x="23359" y="19713"/>
                </a:lnTo>
                <a:lnTo>
                  <a:pt x="23359" y="19713"/>
                </a:lnTo>
                <a:lnTo>
                  <a:pt x="23359" y="19713"/>
                </a:lnTo>
                <a:lnTo>
                  <a:pt x="23359" y="19713"/>
                </a:lnTo>
                <a:lnTo>
                  <a:pt x="23359" y="19713"/>
                </a:lnTo>
                <a:lnTo>
                  <a:pt x="23360" y="19713"/>
                </a:lnTo>
                <a:lnTo>
                  <a:pt x="23360" y="19713"/>
                </a:lnTo>
                <a:lnTo>
                  <a:pt x="23360" y="19713"/>
                </a:lnTo>
                <a:lnTo>
                  <a:pt x="23360" y="19713"/>
                </a:lnTo>
                <a:lnTo>
                  <a:pt x="23360" y="19713"/>
                </a:lnTo>
                <a:lnTo>
                  <a:pt x="23361" y="19713"/>
                </a:lnTo>
                <a:lnTo>
                  <a:pt x="23361" y="19713"/>
                </a:lnTo>
                <a:lnTo>
                  <a:pt x="23361" y="19713"/>
                </a:lnTo>
                <a:lnTo>
                  <a:pt x="23361" y="19713"/>
                </a:lnTo>
                <a:lnTo>
                  <a:pt x="23362" y="19713"/>
                </a:lnTo>
                <a:lnTo>
                  <a:pt x="23362" y="19713"/>
                </a:lnTo>
                <a:lnTo>
                  <a:pt x="23362" y="19713"/>
                </a:lnTo>
                <a:lnTo>
                  <a:pt x="23362" y="19713"/>
                </a:lnTo>
                <a:lnTo>
                  <a:pt x="23362" y="19713"/>
                </a:lnTo>
                <a:lnTo>
                  <a:pt x="23363" y="19713"/>
                </a:lnTo>
                <a:lnTo>
                  <a:pt x="23363" y="19713"/>
                </a:lnTo>
                <a:lnTo>
                  <a:pt x="23363" y="19713"/>
                </a:lnTo>
                <a:lnTo>
                  <a:pt x="23363" y="19713"/>
                </a:lnTo>
                <a:lnTo>
                  <a:pt x="23363" y="19713"/>
                </a:lnTo>
                <a:lnTo>
                  <a:pt x="23364" y="19713"/>
                </a:lnTo>
                <a:lnTo>
                  <a:pt x="23364" y="19713"/>
                </a:lnTo>
                <a:lnTo>
                  <a:pt x="23364" y="19713"/>
                </a:lnTo>
                <a:lnTo>
                  <a:pt x="23364" y="19713"/>
                </a:lnTo>
                <a:lnTo>
                  <a:pt x="23365" y="19713"/>
                </a:lnTo>
                <a:lnTo>
                  <a:pt x="23365" y="19713"/>
                </a:lnTo>
                <a:lnTo>
                  <a:pt x="23365" y="19713"/>
                </a:lnTo>
                <a:lnTo>
                  <a:pt x="23365" y="19713"/>
                </a:lnTo>
                <a:lnTo>
                  <a:pt x="23365" y="19713"/>
                </a:lnTo>
                <a:lnTo>
                  <a:pt x="23366" y="19713"/>
                </a:lnTo>
                <a:lnTo>
                  <a:pt x="23366" y="19713"/>
                </a:lnTo>
                <a:lnTo>
                  <a:pt x="23366" y="19713"/>
                </a:lnTo>
                <a:lnTo>
                  <a:pt x="23366" y="19713"/>
                </a:lnTo>
                <a:lnTo>
                  <a:pt x="23366" y="19713"/>
                </a:lnTo>
                <a:lnTo>
                  <a:pt x="23367" y="19713"/>
                </a:lnTo>
                <a:lnTo>
                  <a:pt x="23367" y="19713"/>
                </a:lnTo>
                <a:lnTo>
                  <a:pt x="23367" y="19713"/>
                </a:lnTo>
                <a:lnTo>
                  <a:pt x="23367" y="19713"/>
                </a:lnTo>
                <a:lnTo>
                  <a:pt x="23367" y="19713"/>
                </a:lnTo>
                <a:lnTo>
                  <a:pt x="23368" y="19713"/>
                </a:lnTo>
                <a:lnTo>
                  <a:pt x="23368" y="19713"/>
                </a:lnTo>
                <a:lnTo>
                  <a:pt x="23368" y="19713"/>
                </a:lnTo>
                <a:lnTo>
                  <a:pt x="23368" y="19713"/>
                </a:lnTo>
                <a:lnTo>
                  <a:pt x="23369" y="19713"/>
                </a:lnTo>
                <a:lnTo>
                  <a:pt x="23369" y="19713"/>
                </a:lnTo>
                <a:lnTo>
                  <a:pt x="23369" y="19713"/>
                </a:lnTo>
                <a:lnTo>
                  <a:pt x="23369" y="19713"/>
                </a:lnTo>
                <a:lnTo>
                  <a:pt x="23369" y="19713"/>
                </a:lnTo>
                <a:lnTo>
                  <a:pt x="23370" y="19713"/>
                </a:lnTo>
                <a:lnTo>
                  <a:pt x="23370" y="19713"/>
                </a:lnTo>
                <a:lnTo>
                  <a:pt x="23370" y="19713"/>
                </a:lnTo>
                <a:lnTo>
                  <a:pt x="23370" y="19713"/>
                </a:lnTo>
                <a:lnTo>
                  <a:pt x="23370" y="19713"/>
                </a:lnTo>
                <a:lnTo>
                  <a:pt x="23371" y="19713"/>
                </a:lnTo>
                <a:lnTo>
                  <a:pt x="23371" y="19713"/>
                </a:lnTo>
                <a:lnTo>
                  <a:pt x="23371" y="19713"/>
                </a:lnTo>
                <a:lnTo>
                  <a:pt x="23371" y="19713"/>
                </a:lnTo>
                <a:lnTo>
                  <a:pt x="23372" y="19713"/>
                </a:lnTo>
                <a:lnTo>
                  <a:pt x="23372" y="19713"/>
                </a:lnTo>
                <a:lnTo>
                  <a:pt x="23372" y="19713"/>
                </a:lnTo>
                <a:lnTo>
                  <a:pt x="23372" y="19713"/>
                </a:lnTo>
                <a:lnTo>
                  <a:pt x="23372" y="19713"/>
                </a:lnTo>
                <a:lnTo>
                  <a:pt x="23373" y="19713"/>
                </a:lnTo>
                <a:lnTo>
                  <a:pt x="23373" y="19713"/>
                </a:lnTo>
                <a:lnTo>
                  <a:pt x="23373" y="19713"/>
                </a:lnTo>
                <a:lnTo>
                  <a:pt x="23373" y="19713"/>
                </a:lnTo>
                <a:lnTo>
                  <a:pt x="23373" y="19713"/>
                </a:lnTo>
                <a:lnTo>
                  <a:pt x="23374" y="19713"/>
                </a:lnTo>
                <a:lnTo>
                  <a:pt x="23374" y="19713"/>
                </a:lnTo>
                <a:lnTo>
                  <a:pt x="23374" y="19713"/>
                </a:lnTo>
                <a:lnTo>
                  <a:pt x="23374" y="19713"/>
                </a:lnTo>
                <a:lnTo>
                  <a:pt x="23375" y="19713"/>
                </a:lnTo>
                <a:lnTo>
                  <a:pt x="23375" y="19713"/>
                </a:lnTo>
                <a:lnTo>
                  <a:pt x="23375" y="19713"/>
                </a:lnTo>
                <a:lnTo>
                  <a:pt x="23375" y="19713"/>
                </a:lnTo>
                <a:lnTo>
                  <a:pt x="23375" y="19713"/>
                </a:lnTo>
                <a:lnTo>
                  <a:pt x="23376" y="19713"/>
                </a:lnTo>
                <a:lnTo>
                  <a:pt x="23376" y="19713"/>
                </a:lnTo>
                <a:lnTo>
                  <a:pt x="23376" y="19713"/>
                </a:lnTo>
                <a:lnTo>
                  <a:pt x="23376" y="19713"/>
                </a:lnTo>
                <a:lnTo>
                  <a:pt x="23376" y="19713"/>
                </a:lnTo>
                <a:lnTo>
                  <a:pt x="23377" y="19713"/>
                </a:lnTo>
                <a:lnTo>
                  <a:pt x="23377" y="19713"/>
                </a:lnTo>
                <a:lnTo>
                  <a:pt x="23377" y="19713"/>
                </a:lnTo>
                <a:lnTo>
                  <a:pt x="23377" y="19713"/>
                </a:lnTo>
                <a:lnTo>
                  <a:pt x="23378" y="19713"/>
                </a:lnTo>
                <a:lnTo>
                  <a:pt x="23378" y="19713"/>
                </a:lnTo>
                <a:lnTo>
                  <a:pt x="23378" y="19713"/>
                </a:lnTo>
                <a:lnTo>
                  <a:pt x="23378" y="19713"/>
                </a:lnTo>
                <a:lnTo>
                  <a:pt x="23378" y="19713"/>
                </a:lnTo>
                <a:lnTo>
                  <a:pt x="23379" y="19713"/>
                </a:lnTo>
                <a:lnTo>
                  <a:pt x="23379" y="19713"/>
                </a:lnTo>
                <a:lnTo>
                  <a:pt x="23379" y="19713"/>
                </a:lnTo>
                <a:lnTo>
                  <a:pt x="23379" y="19713"/>
                </a:lnTo>
                <a:lnTo>
                  <a:pt x="23379" y="19713"/>
                </a:lnTo>
                <a:lnTo>
                  <a:pt x="23380" y="19713"/>
                </a:lnTo>
                <a:lnTo>
                  <a:pt x="23380" y="19713"/>
                </a:lnTo>
                <a:lnTo>
                  <a:pt x="23380" y="19713"/>
                </a:lnTo>
                <a:lnTo>
                  <a:pt x="23380" y="19713"/>
                </a:lnTo>
                <a:lnTo>
                  <a:pt x="23381" y="19713"/>
                </a:lnTo>
                <a:lnTo>
                  <a:pt x="23381" y="19713"/>
                </a:lnTo>
                <a:lnTo>
                  <a:pt x="23381" y="19713"/>
                </a:lnTo>
                <a:lnTo>
                  <a:pt x="23381" y="19713"/>
                </a:lnTo>
                <a:lnTo>
                  <a:pt x="23381" y="19713"/>
                </a:lnTo>
                <a:lnTo>
                  <a:pt x="23382" y="19713"/>
                </a:lnTo>
                <a:lnTo>
                  <a:pt x="23382" y="19713"/>
                </a:lnTo>
                <a:lnTo>
                  <a:pt x="23382" y="19713"/>
                </a:lnTo>
                <a:lnTo>
                  <a:pt x="23382" y="19713"/>
                </a:lnTo>
                <a:lnTo>
                  <a:pt x="23382" y="19713"/>
                </a:lnTo>
                <a:lnTo>
                  <a:pt x="23383" y="19713"/>
                </a:lnTo>
                <a:lnTo>
                  <a:pt x="23383" y="19713"/>
                </a:lnTo>
                <a:lnTo>
                  <a:pt x="23383" y="19713"/>
                </a:lnTo>
                <a:lnTo>
                  <a:pt x="23383" y="19713"/>
                </a:lnTo>
                <a:lnTo>
                  <a:pt x="23384" y="19713"/>
                </a:lnTo>
                <a:lnTo>
                  <a:pt x="23384" y="19713"/>
                </a:lnTo>
                <a:lnTo>
                  <a:pt x="23384" y="19713"/>
                </a:lnTo>
                <a:lnTo>
                  <a:pt x="23384" y="19713"/>
                </a:lnTo>
                <a:lnTo>
                  <a:pt x="23384" y="19713"/>
                </a:lnTo>
                <a:lnTo>
                  <a:pt x="23385" y="19713"/>
                </a:lnTo>
                <a:lnTo>
                  <a:pt x="23385" y="19713"/>
                </a:lnTo>
                <a:lnTo>
                  <a:pt x="23385" y="19713"/>
                </a:lnTo>
                <a:lnTo>
                  <a:pt x="23385" y="19713"/>
                </a:lnTo>
                <a:lnTo>
                  <a:pt x="23385" y="19713"/>
                </a:lnTo>
                <a:lnTo>
                  <a:pt x="23386" y="19713"/>
                </a:lnTo>
                <a:lnTo>
                  <a:pt x="23386" y="19713"/>
                </a:lnTo>
                <a:lnTo>
                  <a:pt x="23386" y="19713"/>
                </a:lnTo>
                <a:lnTo>
                  <a:pt x="23386" y="19713"/>
                </a:lnTo>
                <a:lnTo>
                  <a:pt x="23387" y="19713"/>
                </a:lnTo>
                <a:lnTo>
                  <a:pt x="23387" y="19713"/>
                </a:lnTo>
                <a:lnTo>
                  <a:pt x="23387" y="19713"/>
                </a:lnTo>
                <a:lnTo>
                  <a:pt x="23387" y="19713"/>
                </a:lnTo>
                <a:lnTo>
                  <a:pt x="23387" y="19713"/>
                </a:lnTo>
                <a:lnTo>
                  <a:pt x="23388" y="19713"/>
                </a:lnTo>
                <a:lnTo>
                  <a:pt x="23388" y="19713"/>
                </a:lnTo>
                <a:lnTo>
                  <a:pt x="23388" y="19713"/>
                </a:lnTo>
                <a:lnTo>
                  <a:pt x="23388" y="19713"/>
                </a:lnTo>
                <a:lnTo>
                  <a:pt x="23388" y="19713"/>
                </a:lnTo>
                <a:lnTo>
                  <a:pt x="23389" y="19713"/>
                </a:lnTo>
                <a:lnTo>
                  <a:pt x="23389" y="19713"/>
                </a:lnTo>
                <a:lnTo>
                  <a:pt x="23389" y="19713"/>
                </a:lnTo>
                <a:lnTo>
                  <a:pt x="23389" y="19713"/>
                </a:lnTo>
                <a:lnTo>
                  <a:pt x="23390" y="19713"/>
                </a:lnTo>
                <a:lnTo>
                  <a:pt x="23390" y="19713"/>
                </a:lnTo>
                <a:lnTo>
                  <a:pt x="23390" y="19713"/>
                </a:lnTo>
                <a:lnTo>
                  <a:pt x="23390" y="19713"/>
                </a:lnTo>
                <a:lnTo>
                  <a:pt x="23390" y="19713"/>
                </a:lnTo>
                <a:lnTo>
                  <a:pt x="23391" y="19713"/>
                </a:lnTo>
                <a:lnTo>
                  <a:pt x="23391" y="19713"/>
                </a:lnTo>
                <a:lnTo>
                  <a:pt x="23391" y="19713"/>
                </a:lnTo>
                <a:lnTo>
                  <a:pt x="23391" y="19713"/>
                </a:lnTo>
                <a:lnTo>
                  <a:pt x="23391" y="19713"/>
                </a:lnTo>
                <a:lnTo>
                  <a:pt x="23392" y="19713"/>
                </a:lnTo>
                <a:lnTo>
                  <a:pt x="23392" y="19713"/>
                </a:lnTo>
                <a:lnTo>
                  <a:pt x="23392" y="19713"/>
                </a:lnTo>
                <a:lnTo>
                  <a:pt x="23392" y="19713"/>
                </a:lnTo>
                <a:lnTo>
                  <a:pt x="23393" y="19713"/>
                </a:lnTo>
                <a:lnTo>
                  <a:pt x="23393" y="19713"/>
                </a:lnTo>
                <a:lnTo>
                  <a:pt x="23393" y="19713"/>
                </a:lnTo>
                <a:lnTo>
                  <a:pt x="23393" y="19713"/>
                </a:lnTo>
                <a:lnTo>
                  <a:pt x="23393" y="19713"/>
                </a:lnTo>
                <a:lnTo>
                  <a:pt x="23394" y="19713"/>
                </a:lnTo>
                <a:lnTo>
                  <a:pt x="23394" y="19713"/>
                </a:lnTo>
                <a:lnTo>
                  <a:pt x="23394" y="19713"/>
                </a:lnTo>
                <a:lnTo>
                  <a:pt x="23394" y="19713"/>
                </a:lnTo>
                <a:lnTo>
                  <a:pt x="23395" y="19713"/>
                </a:lnTo>
                <a:lnTo>
                  <a:pt x="23395" y="19713"/>
                </a:lnTo>
                <a:lnTo>
                  <a:pt x="23395" y="19713"/>
                </a:lnTo>
                <a:lnTo>
                  <a:pt x="23395" y="19713"/>
                </a:lnTo>
                <a:lnTo>
                  <a:pt x="23395" y="19713"/>
                </a:lnTo>
                <a:lnTo>
                  <a:pt x="23396" y="19713"/>
                </a:lnTo>
                <a:lnTo>
                  <a:pt x="23396" y="19713"/>
                </a:lnTo>
                <a:lnTo>
                  <a:pt x="23396" y="19713"/>
                </a:lnTo>
                <a:lnTo>
                  <a:pt x="23396" y="19713"/>
                </a:lnTo>
                <a:lnTo>
                  <a:pt x="23396" y="19713"/>
                </a:lnTo>
                <a:lnTo>
                  <a:pt x="23397" y="19713"/>
                </a:lnTo>
                <a:lnTo>
                  <a:pt x="23397" y="19713"/>
                </a:lnTo>
                <a:lnTo>
                  <a:pt x="23397" y="19713"/>
                </a:lnTo>
                <a:lnTo>
                  <a:pt x="23397" y="19713"/>
                </a:lnTo>
                <a:lnTo>
                  <a:pt x="23398" y="19713"/>
                </a:lnTo>
                <a:lnTo>
                  <a:pt x="23398" y="19713"/>
                </a:lnTo>
                <a:lnTo>
                  <a:pt x="23398" y="19713"/>
                </a:lnTo>
                <a:lnTo>
                  <a:pt x="23398" y="19713"/>
                </a:lnTo>
                <a:lnTo>
                  <a:pt x="23398" y="19713"/>
                </a:lnTo>
                <a:lnTo>
                  <a:pt x="23399" y="19713"/>
                </a:lnTo>
                <a:lnTo>
                  <a:pt x="23399" y="19713"/>
                </a:lnTo>
                <a:lnTo>
                  <a:pt x="23399" y="19713"/>
                </a:lnTo>
                <a:lnTo>
                  <a:pt x="23399" y="19713"/>
                </a:lnTo>
                <a:lnTo>
                  <a:pt x="23399" y="19713"/>
                </a:lnTo>
                <a:lnTo>
                  <a:pt x="23400" y="19713"/>
                </a:lnTo>
                <a:lnTo>
                  <a:pt x="23400" y="19713"/>
                </a:lnTo>
                <a:lnTo>
                  <a:pt x="23400" y="19713"/>
                </a:lnTo>
                <a:lnTo>
                  <a:pt x="23400" y="19713"/>
                </a:lnTo>
                <a:lnTo>
                  <a:pt x="23401" y="19713"/>
                </a:lnTo>
                <a:lnTo>
                  <a:pt x="23401" y="19713"/>
                </a:lnTo>
                <a:lnTo>
                  <a:pt x="23401" y="19713"/>
                </a:lnTo>
                <a:lnTo>
                  <a:pt x="23401" y="19713"/>
                </a:lnTo>
                <a:lnTo>
                  <a:pt x="23401" y="19713"/>
                </a:lnTo>
                <a:lnTo>
                  <a:pt x="23402" y="19713"/>
                </a:lnTo>
                <a:lnTo>
                  <a:pt x="23402" y="19713"/>
                </a:lnTo>
                <a:lnTo>
                  <a:pt x="23402" y="19713"/>
                </a:lnTo>
                <a:lnTo>
                  <a:pt x="23402" y="19713"/>
                </a:lnTo>
                <a:lnTo>
                  <a:pt x="23403" y="19713"/>
                </a:lnTo>
                <a:lnTo>
                  <a:pt x="23403" y="19713"/>
                </a:lnTo>
                <a:lnTo>
                  <a:pt x="23403" y="19713"/>
                </a:lnTo>
                <a:lnTo>
                  <a:pt x="23403" y="19713"/>
                </a:lnTo>
                <a:lnTo>
                  <a:pt x="23403" y="19713"/>
                </a:lnTo>
                <a:lnTo>
                  <a:pt x="23404" y="19713"/>
                </a:lnTo>
                <a:lnTo>
                  <a:pt x="23404" y="19713"/>
                </a:lnTo>
                <a:lnTo>
                  <a:pt x="23404" y="19713"/>
                </a:lnTo>
                <a:lnTo>
                  <a:pt x="23404" y="19713"/>
                </a:lnTo>
                <a:lnTo>
                  <a:pt x="23404" y="19713"/>
                </a:lnTo>
                <a:lnTo>
                  <a:pt x="23405" y="19713"/>
                </a:lnTo>
                <a:lnTo>
                  <a:pt x="23405" y="19713"/>
                </a:lnTo>
                <a:lnTo>
                  <a:pt x="23405" y="19713"/>
                </a:lnTo>
                <a:lnTo>
                  <a:pt x="23405" y="19713"/>
                </a:lnTo>
                <a:lnTo>
                  <a:pt x="23406" y="19713"/>
                </a:lnTo>
                <a:lnTo>
                  <a:pt x="23406" y="19713"/>
                </a:lnTo>
                <a:lnTo>
                  <a:pt x="23406" y="19713"/>
                </a:lnTo>
                <a:lnTo>
                  <a:pt x="23406" y="19713"/>
                </a:lnTo>
                <a:lnTo>
                  <a:pt x="23406" y="19713"/>
                </a:lnTo>
                <a:lnTo>
                  <a:pt x="23407" y="19713"/>
                </a:lnTo>
                <a:lnTo>
                  <a:pt x="23407" y="19713"/>
                </a:lnTo>
                <a:lnTo>
                  <a:pt x="23407" y="19713"/>
                </a:lnTo>
                <a:lnTo>
                  <a:pt x="23407" y="19713"/>
                </a:lnTo>
                <a:lnTo>
                  <a:pt x="23407" y="19713"/>
                </a:lnTo>
                <a:lnTo>
                  <a:pt x="23408" y="19713"/>
                </a:lnTo>
                <a:lnTo>
                  <a:pt x="23408" y="19713"/>
                </a:lnTo>
                <a:lnTo>
                  <a:pt x="23408" y="19713"/>
                </a:lnTo>
                <a:lnTo>
                  <a:pt x="23408" y="19713"/>
                </a:lnTo>
                <a:lnTo>
                  <a:pt x="23409" y="19713"/>
                </a:lnTo>
                <a:lnTo>
                  <a:pt x="23409" y="19713"/>
                </a:lnTo>
                <a:lnTo>
                  <a:pt x="23409" y="19713"/>
                </a:lnTo>
                <a:lnTo>
                  <a:pt x="23409" y="19713"/>
                </a:lnTo>
                <a:lnTo>
                  <a:pt x="23409" y="19713"/>
                </a:lnTo>
                <a:lnTo>
                  <a:pt x="23410" y="19713"/>
                </a:lnTo>
                <a:lnTo>
                  <a:pt x="23410" y="19713"/>
                </a:lnTo>
                <a:lnTo>
                  <a:pt x="23410" y="19713"/>
                </a:lnTo>
                <a:lnTo>
                  <a:pt x="23410" y="19713"/>
                </a:lnTo>
                <a:lnTo>
                  <a:pt x="23411" y="19713"/>
                </a:lnTo>
                <a:lnTo>
                  <a:pt x="23411" y="19713"/>
                </a:lnTo>
                <a:lnTo>
                  <a:pt x="23411" y="19713"/>
                </a:lnTo>
                <a:lnTo>
                  <a:pt x="23411" y="19713"/>
                </a:lnTo>
                <a:lnTo>
                  <a:pt x="23411" y="19713"/>
                </a:lnTo>
                <a:lnTo>
                  <a:pt x="23412" y="19713"/>
                </a:lnTo>
                <a:lnTo>
                  <a:pt x="23412" y="19713"/>
                </a:lnTo>
                <a:lnTo>
                  <a:pt x="23412" y="19713"/>
                </a:lnTo>
                <a:lnTo>
                  <a:pt x="23412" y="19713"/>
                </a:lnTo>
                <a:lnTo>
                  <a:pt x="23412" y="19713"/>
                </a:lnTo>
                <a:lnTo>
                  <a:pt x="23413" y="19713"/>
                </a:lnTo>
                <a:lnTo>
                  <a:pt x="23413" y="19713"/>
                </a:lnTo>
                <a:lnTo>
                  <a:pt x="23413" y="19713"/>
                </a:lnTo>
                <a:lnTo>
                  <a:pt x="23413" y="19713"/>
                </a:lnTo>
                <a:lnTo>
                  <a:pt x="23414" y="19713"/>
                </a:lnTo>
                <a:lnTo>
                  <a:pt x="23414" y="19713"/>
                </a:lnTo>
                <a:lnTo>
                  <a:pt x="23414" y="19713"/>
                </a:lnTo>
                <a:lnTo>
                  <a:pt x="23414" y="19713"/>
                </a:lnTo>
                <a:lnTo>
                  <a:pt x="23414" y="19713"/>
                </a:lnTo>
                <a:lnTo>
                  <a:pt x="23415" y="19713"/>
                </a:lnTo>
                <a:lnTo>
                  <a:pt x="23415" y="19713"/>
                </a:lnTo>
                <a:lnTo>
                  <a:pt x="23415" y="19713"/>
                </a:lnTo>
                <a:lnTo>
                  <a:pt x="23415" y="19713"/>
                </a:lnTo>
                <a:lnTo>
                  <a:pt x="23416" y="19713"/>
                </a:lnTo>
                <a:lnTo>
                  <a:pt x="23416" y="19713"/>
                </a:lnTo>
                <a:lnTo>
                  <a:pt x="23416" y="19713"/>
                </a:lnTo>
                <a:lnTo>
                  <a:pt x="23416" y="19713"/>
                </a:lnTo>
                <a:lnTo>
                  <a:pt x="23416" y="19713"/>
                </a:lnTo>
                <a:lnTo>
                  <a:pt x="23417" y="19713"/>
                </a:lnTo>
                <a:lnTo>
                  <a:pt x="23417" y="19713"/>
                </a:lnTo>
                <a:lnTo>
                  <a:pt x="23417" y="19713"/>
                </a:lnTo>
                <a:lnTo>
                  <a:pt x="23417" y="19713"/>
                </a:lnTo>
                <a:lnTo>
                  <a:pt x="23417" y="19713"/>
                </a:lnTo>
                <a:lnTo>
                  <a:pt x="23418" y="19713"/>
                </a:lnTo>
                <a:lnTo>
                  <a:pt x="23418" y="19713"/>
                </a:lnTo>
                <a:lnTo>
                  <a:pt x="23418" y="19713"/>
                </a:lnTo>
                <a:lnTo>
                  <a:pt x="23418" y="19713"/>
                </a:lnTo>
                <a:lnTo>
                  <a:pt x="23419" y="19713"/>
                </a:lnTo>
                <a:lnTo>
                  <a:pt x="23419" y="19713"/>
                </a:lnTo>
                <a:lnTo>
                  <a:pt x="23419" y="19713"/>
                </a:lnTo>
                <a:lnTo>
                  <a:pt x="23419" y="19713"/>
                </a:lnTo>
                <a:lnTo>
                  <a:pt x="23419" y="19713"/>
                </a:lnTo>
                <a:lnTo>
                  <a:pt x="23420" y="19713"/>
                </a:lnTo>
                <a:lnTo>
                  <a:pt x="23420" y="19713"/>
                </a:lnTo>
                <a:lnTo>
                  <a:pt x="23420" y="19713"/>
                </a:lnTo>
                <a:lnTo>
                  <a:pt x="23420" y="19713"/>
                </a:lnTo>
                <a:lnTo>
                  <a:pt x="23421" y="19713"/>
                </a:lnTo>
                <a:lnTo>
                  <a:pt x="23421" y="19713"/>
                </a:lnTo>
                <a:lnTo>
                  <a:pt x="23421" y="19713"/>
                </a:lnTo>
                <a:lnTo>
                  <a:pt x="23421" y="19713"/>
                </a:lnTo>
                <a:lnTo>
                  <a:pt x="23421" y="19713"/>
                </a:lnTo>
                <a:lnTo>
                  <a:pt x="23422" y="19713"/>
                </a:lnTo>
                <a:lnTo>
                  <a:pt x="23422" y="19713"/>
                </a:lnTo>
                <a:lnTo>
                  <a:pt x="23422" y="19713"/>
                </a:lnTo>
                <a:lnTo>
                  <a:pt x="23422" y="19713"/>
                </a:lnTo>
                <a:lnTo>
                  <a:pt x="23423" y="19713"/>
                </a:lnTo>
                <a:lnTo>
                  <a:pt x="23423" y="19713"/>
                </a:lnTo>
                <a:lnTo>
                  <a:pt x="23423" y="19713"/>
                </a:lnTo>
                <a:lnTo>
                  <a:pt x="23423" y="19713"/>
                </a:lnTo>
                <a:lnTo>
                  <a:pt x="23423" y="19713"/>
                </a:lnTo>
                <a:lnTo>
                  <a:pt x="23424" y="19713"/>
                </a:lnTo>
                <a:lnTo>
                  <a:pt x="23424" y="19713"/>
                </a:lnTo>
                <a:lnTo>
                  <a:pt x="23424" y="19713"/>
                </a:lnTo>
                <a:lnTo>
                  <a:pt x="23424" y="19713"/>
                </a:lnTo>
                <a:lnTo>
                  <a:pt x="23424" y="19713"/>
                </a:lnTo>
                <a:lnTo>
                  <a:pt x="23425" y="19713"/>
                </a:lnTo>
                <a:lnTo>
                  <a:pt x="23425" y="19713"/>
                </a:lnTo>
                <a:lnTo>
                  <a:pt x="23425" y="19713"/>
                </a:lnTo>
                <a:lnTo>
                  <a:pt x="23425" y="19713"/>
                </a:lnTo>
                <a:lnTo>
                  <a:pt x="23426" y="19713"/>
                </a:lnTo>
                <a:lnTo>
                  <a:pt x="23426" y="19713"/>
                </a:lnTo>
                <a:lnTo>
                  <a:pt x="23426" y="19713"/>
                </a:lnTo>
                <a:lnTo>
                  <a:pt x="23426" y="19713"/>
                </a:lnTo>
                <a:lnTo>
                  <a:pt x="23426" y="19713"/>
                </a:lnTo>
                <a:lnTo>
                  <a:pt x="23427" y="19713"/>
                </a:lnTo>
                <a:lnTo>
                  <a:pt x="23427" y="19713"/>
                </a:lnTo>
                <a:lnTo>
                  <a:pt x="23427" y="19713"/>
                </a:lnTo>
                <a:lnTo>
                  <a:pt x="23427" y="19713"/>
                </a:lnTo>
                <a:lnTo>
                  <a:pt x="23428" y="19713"/>
                </a:lnTo>
                <a:lnTo>
                  <a:pt x="23428" y="19713"/>
                </a:lnTo>
                <a:lnTo>
                  <a:pt x="23428" y="19713"/>
                </a:lnTo>
                <a:lnTo>
                  <a:pt x="23428" y="19713"/>
                </a:lnTo>
                <a:lnTo>
                  <a:pt x="23428" y="19713"/>
                </a:lnTo>
                <a:lnTo>
                  <a:pt x="23429" y="19713"/>
                </a:lnTo>
                <a:lnTo>
                  <a:pt x="23429" y="19713"/>
                </a:lnTo>
                <a:lnTo>
                  <a:pt x="23429" y="19713"/>
                </a:lnTo>
                <a:lnTo>
                  <a:pt x="23429" y="19713"/>
                </a:lnTo>
                <a:lnTo>
                  <a:pt x="23430" y="19713"/>
                </a:lnTo>
                <a:lnTo>
                  <a:pt x="23430" y="19713"/>
                </a:lnTo>
                <a:lnTo>
                  <a:pt x="23430" y="19713"/>
                </a:lnTo>
                <a:lnTo>
                  <a:pt x="23430" y="19713"/>
                </a:lnTo>
                <a:lnTo>
                  <a:pt x="23430" y="19713"/>
                </a:lnTo>
                <a:lnTo>
                  <a:pt x="23431" y="19713"/>
                </a:lnTo>
                <a:lnTo>
                  <a:pt x="23431" y="19713"/>
                </a:lnTo>
                <a:lnTo>
                  <a:pt x="23431" y="19713"/>
                </a:lnTo>
                <a:lnTo>
                  <a:pt x="23431" y="19713"/>
                </a:lnTo>
                <a:lnTo>
                  <a:pt x="23431" y="19713"/>
                </a:lnTo>
                <a:lnTo>
                  <a:pt x="23432" y="19713"/>
                </a:lnTo>
                <a:lnTo>
                  <a:pt x="23432" y="19713"/>
                </a:lnTo>
                <a:lnTo>
                  <a:pt x="23432" y="19713"/>
                </a:lnTo>
                <a:lnTo>
                  <a:pt x="23432" y="19713"/>
                </a:lnTo>
                <a:lnTo>
                  <a:pt x="23433" y="19713"/>
                </a:lnTo>
                <a:lnTo>
                  <a:pt x="23433" y="19713"/>
                </a:lnTo>
                <a:lnTo>
                  <a:pt x="23433" y="19713"/>
                </a:lnTo>
                <a:lnTo>
                  <a:pt x="23433" y="19713"/>
                </a:lnTo>
                <a:lnTo>
                  <a:pt x="23433" y="19713"/>
                </a:lnTo>
                <a:lnTo>
                  <a:pt x="23434" y="19713"/>
                </a:lnTo>
                <a:lnTo>
                  <a:pt x="23434" y="19713"/>
                </a:lnTo>
                <a:lnTo>
                  <a:pt x="23434" y="19713"/>
                </a:lnTo>
                <a:lnTo>
                  <a:pt x="23434" y="19713"/>
                </a:lnTo>
                <a:lnTo>
                  <a:pt x="23435" y="19713"/>
                </a:lnTo>
                <a:lnTo>
                  <a:pt x="23435" y="19713"/>
                </a:lnTo>
                <a:lnTo>
                  <a:pt x="23435" y="19713"/>
                </a:lnTo>
                <a:lnTo>
                  <a:pt x="23435" y="19713"/>
                </a:lnTo>
                <a:lnTo>
                  <a:pt x="23435" y="19713"/>
                </a:lnTo>
                <a:lnTo>
                  <a:pt x="23436" y="19713"/>
                </a:lnTo>
                <a:lnTo>
                  <a:pt x="23436" y="19713"/>
                </a:lnTo>
                <a:lnTo>
                  <a:pt x="23436" y="19713"/>
                </a:lnTo>
                <a:lnTo>
                  <a:pt x="23436" y="19713"/>
                </a:lnTo>
                <a:lnTo>
                  <a:pt x="23437" y="19713"/>
                </a:lnTo>
                <a:lnTo>
                  <a:pt x="23437" y="19713"/>
                </a:lnTo>
                <a:lnTo>
                  <a:pt x="23437" y="19713"/>
                </a:lnTo>
                <a:lnTo>
                  <a:pt x="23437" y="19713"/>
                </a:lnTo>
                <a:lnTo>
                  <a:pt x="23437" y="19713"/>
                </a:lnTo>
                <a:lnTo>
                  <a:pt x="23438" y="19713"/>
                </a:lnTo>
                <a:lnTo>
                  <a:pt x="23438" y="19713"/>
                </a:lnTo>
                <a:lnTo>
                  <a:pt x="23438" y="19713"/>
                </a:lnTo>
                <a:lnTo>
                  <a:pt x="23438" y="19713"/>
                </a:lnTo>
                <a:lnTo>
                  <a:pt x="23439" y="19713"/>
                </a:lnTo>
                <a:lnTo>
                  <a:pt x="23439" y="19713"/>
                </a:lnTo>
                <a:lnTo>
                  <a:pt x="23439" y="19713"/>
                </a:lnTo>
                <a:lnTo>
                  <a:pt x="23439" y="19713"/>
                </a:lnTo>
                <a:lnTo>
                  <a:pt x="23439" y="19713"/>
                </a:lnTo>
                <a:lnTo>
                  <a:pt x="23440" y="19713"/>
                </a:lnTo>
                <a:lnTo>
                  <a:pt x="23440" y="19713"/>
                </a:lnTo>
                <a:lnTo>
                  <a:pt x="23440" y="19713"/>
                </a:lnTo>
                <a:lnTo>
                  <a:pt x="23440" y="19713"/>
                </a:lnTo>
                <a:lnTo>
                  <a:pt x="23441" y="19713"/>
                </a:lnTo>
                <a:lnTo>
                  <a:pt x="23441" y="19713"/>
                </a:lnTo>
                <a:lnTo>
                  <a:pt x="23441" y="19713"/>
                </a:lnTo>
                <a:lnTo>
                  <a:pt x="23441" y="19713"/>
                </a:lnTo>
                <a:lnTo>
                  <a:pt x="23441" y="19713"/>
                </a:lnTo>
                <a:lnTo>
                  <a:pt x="23442" y="19713"/>
                </a:lnTo>
                <a:lnTo>
                  <a:pt x="23442" y="19713"/>
                </a:lnTo>
                <a:lnTo>
                  <a:pt x="23442" y="19713"/>
                </a:lnTo>
                <a:lnTo>
                  <a:pt x="23442" y="19713"/>
                </a:lnTo>
                <a:lnTo>
                  <a:pt x="23442" y="19713"/>
                </a:lnTo>
                <a:lnTo>
                  <a:pt x="23443" y="19713"/>
                </a:lnTo>
                <a:lnTo>
                  <a:pt x="23443" y="19713"/>
                </a:lnTo>
                <a:lnTo>
                  <a:pt x="23443" y="19713"/>
                </a:lnTo>
                <a:lnTo>
                  <a:pt x="23443" y="19713"/>
                </a:lnTo>
                <a:lnTo>
                  <a:pt x="23444" y="19713"/>
                </a:lnTo>
                <a:lnTo>
                  <a:pt x="23444" y="19713"/>
                </a:lnTo>
                <a:lnTo>
                  <a:pt x="23444" y="19713"/>
                </a:lnTo>
                <a:lnTo>
                  <a:pt x="23444" y="19713"/>
                </a:lnTo>
                <a:lnTo>
                  <a:pt x="23444" y="19713"/>
                </a:lnTo>
                <a:lnTo>
                  <a:pt x="23445" y="19713"/>
                </a:lnTo>
                <a:lnTo>
                  <a:pt x="23445" y="19713"/>
                </a:lnTo>
                <a:lnTo>
                  <a:pt x="23445" y="19713"/>
                </a:lnTo>
                <a:lnTo>
                  <a:pt x="23445" y="19713"/>
                </a:lnTo>
                <a:lnTo>
                  <a:pt x="23446" y="19713"/>
                </a:lnTo>
                <a:lnTo>
                  <a:pt x="23446" y="19713"/>
                </a:lnTo>
                <a:lnTo>
                  <a:pt x="23446" y="19713"/>
                </a:lnTo>
                <a:lnTo>
                  <a:pt x="23446" y="19713"/>
                </a:lnTo>
                <a:lnTo>
                  <a:pt x="23446" y="19713"/>
                </a:lnTo>
                <a:lnTo>
                  <a:pt x="23447" y="19713"/>
                </a:lnTo>
                <a:lnTo>
                  <a:pt x="23447" y="19713"/>
                </a:lnTo>
                <a:lnTo>
                  <a:pt x="23447" y="19713"/>
                </a:lnTo>
                <a:lnTo>
                  <a:pt x="23447" y="19713"/>
                </a:lnTo>
                <a:lnTo>
                  <a:pt x="23448" y="19713"/>
                </a:lnTo>
                <a:lnTo>
                  <a:pt x="23448" y="19713"/>
                </a:lnTo>
                <a:lnTo>
                  <a:pt x="23448" y="19713"/>
                </a:lnTo>
                <a:lnTo>
                  <a:pt x="23448" y="19713"/>
                </a:lnTo>
                <a:lnTo>
                  <a:pt x="23448" y="19713"/>
                </a:lnTo>
                <a:lnTo>
                  <a:pt x="23449" y="19713"/>
                </a:lnTo>
                <a:lnTo>
                  <a:pt x="23449" y="19713"/>
                </a:lnTo>
                <a:lnTo>
                  <a:pt x="23449" y="19713"/>
                </a:lnTo>
                <a:lnTo>
                  <a:pt x="23449" y="19713"/>
                </a:lnTo>
                <a:lnTo>
                  <a:pt x="23450" y="19713"/>
                </a:lnTo>
                <a:lnTo>
                  <a:pt x="23450" y="19713"/>
                </a:lnTo>
                <a:lnTo>
                  <a:pt x="23450" y="19713"/>
                </a:lnTo>
                <a:lnTo>
                  <a:pt x="23450" y="19713"/>
                </a:lnTo>
                <a:lnTo>
                  <a:pt x="23450" y="19713"/>
                </a:lnTo>
                <a:lnTo>
                  <a:pt x="23451" y="19713"/>
                </a:lnTo>
                <a:lnTo>
                  <a:pt x="23451" y="19713"/>
                </a:lnTo>
                <a:lnTo>
                  <a:pt x="23451" y="19713"/>
                </a:lnTo>
                <a:lnTo>
                  <a:pt x="23451" y="19713"/>
                </a:lnTo>
                <a:lnTo>
                  <a:pt x="23452" y="19713"/>
                </a:lnTo>
                <a:lnTo>
                  <a:pt x="23452" y="19713"/>
                </a:lnTo>
                <a:lnTo>
                  <a:pt x="23452" y="19713"/>
                </a:lnTo>
                <a:lnTo>
                  <a:pt x="23452" y="19713"/>
                </a:lnTo>
                <a:lnTo>
                  <a:pt x="23452" y="19713"/>
                </a:lnTo>
                <a:lnTo>
                  <a:pt x="23453" y="19713"/>
                </a:lnTo>
                <a:lnTo>
                  <a:pt x="23453" y="19713"/>
                </a:lnTo>
                <a:lnTo>
                  <a:pt x="23453" y="19713"/>
                </a:lnTo>
                <a:lnTo>
                  <a:pt x="23453" y="19713"/>
                </a:lnTo>
                <a:lnTo>
                  <a:pt x="23454" y="19713"/>
                </a:lnTo>
                <a:lnTo>
                  <a:pt x="23454" y="19713"/>
                </a:lnTo>
                <a:lnTo>
                  <a:pt x="23454" y="19713"/>
                </a:lnTo>
                <a:lnTo>
                  <a:pt x="23454" y="19713"/>
                </a:lnTo>
                <a:lnTo>
                  <a:pt x="23454" y="19713"/>
                </a:lnTo>
                <a:lnTo>
                  <a:pt x="23455" y="19713"/>
                </a:lnTo>
                <a:lnTo>
                  <a:pt x="23455" y="19713"/>
                </a:lnTo>
                <a:lnTo>
                  <a:pt x="23455" y="19713"/>
                </a:lnTo>
                <a:lnTo>
                  <a:pt x="23455" y="19713"/>
                </a:lnTo>
                <a:lnTo>
                  <a:pt x="23456" y="19713"/>
                </a:lnTo>
                <a:lnTo>
                  <a:pt x="23456" y="19713"/>
                </a:lnTo>
                <a:lnTo>
                  <a:pt x="23456" y="19713"/>
                </a:lnTo>
                <a:lnTo>
                  <a:pt x="23456" y="19713"/>
                </a:lnTo>
                <a:lnTo>
                  <a:pt x="23456" y="19713"/>
                </a:lnTo>
                <a:lnTo>
                  <a:pt x="23457" y="19713"/>
                </a:lnTo>
                <a:lnTo>
                  <a:pt x="23457" y="19713"/>
                </a:lnTo>
                <a:lnTo>
                  <a:pt x="23457" y="19713"/>
                </a:lnTo>
                <a:lnTo>
                  <a:pt x="23457" y="19713"/>
                </a:lnTo>
                <a:lnTo>
                  <a:pt x="23458" y="19713"/>
                </a:lnTo>
                <a:lnTo>
                  <a:pt x="23458" y="19713"/>
                </a:lnTo>
                <a:lnTo>
                  <a:pt x="23458" y="19713"/>
                </a:lnTo>
                <a:lnTo>
                  <a:pt x="23458" y="19713"/>
                </a:lnTo>
                <a:lnTo>
                  <a:pt x="23458" y="19713"/>
                </a:lnTo>
                <a:lnTo>
                  <a:pt x="23459" y="19713"/>
                </a:lnTo>
                <a:lnTo>
                  <a:pt x="23459" y="19713"/>
                </a:lnTo>
                <a:lnTo>
                  <a:pt x="23459" y="19713"/>
                </a:lnTo>
                <a:lnTo>
                  <a:pt x="23459" y="19713"/>
                </a:lnTo>
                <a:lnTo>
                  <a:pt x="23460" y="19713"/>
                </a:lnTo>
                <a:lnTo>
                  <a:pt x="23460" y="19713"/>
                </a:lnTo>
                <a:lnTo>
                  <a:pt x="23460" y="19713"/>
                </a:lnTo>
                <a:lnTo>
                  <a:pt x="23460" y="19713"/>
                </a:lnTo>
                <a:lnTo>
                  <a:pt x="23460" y="19713"/>
                </a:lnTo>
                <a:lnTo>
                  <a:pt x="23461" y="19713"/>
                </a:lnTo>
                <a:lnTo>
                  <a:pt x="23461" y="19713"/>
                </a:lnTo>
                <a:lnTo>
                  <a:pt x="23461" y="19713"/>
                </a:lnTo>
                <a:lnTo>
                  <a:pt x="23461" y="19713"/>
                </a:lnTo>
                <a:lnTo>
                  <a:pt x="23462" y="19713"/>
                </a:lnTo>
                <a:lnTo>
                  <a:pt x="23462" y="19713"/>
                </a:lnTo>
                <a:lnTo>
                  <a:pt x="23462" y="19713"/>
                </a:lnTo>
                <a:lnTo>
                  <a:pt x="23462" y="19713"/>
                </a:lnTo>
                <a:lnTo>
                  <a:pt x="23462" y="19713"/>
                </a:lnTo>
                <a:lnTo>
                  <a:pt x="23463" y="19713"/>
                </a:lnTo>
                <a:lnTo>
                  <a:pt x="23463" y="19713"/>
                </a:lnTo>
                <a:lnTo>
                  <a:pt x="23463" y="19713"/>
                </a:lnTo>
                <a:lnTo>
                  <a:pt x="23463" y="19713"/>
                </a:lnTo>
                <a:lnTo>
                  <a:pt x="23464" y="19713"/>
                </a:lnTo>
                <a:lnTo>
                  <a:pt x="23464" y="19713"/>
                </a:lnTo>
                <a:lnTo>
                  <a:pt x="23464" y="19713"/>
                </a:lnTo>
                <a:lnTo>
                  <a:pt x="23464" y="19713"/>
                </a:lnTo>
                <a:lnTo>
                  <a:pt x="23464" y="19713"/>
                </a:lnTo>
                <a:lnTo>
                  <a:pt x="23465" y="19713"/>
                </a:lnTo>
                <a:lnTo>
                  <a:pt x="23465" y="19713"/>
                </a:lnTo>
                <a:lnTo>
                  <a:pt x="23465" y="19713"/>
                </a:lnTo>
                <a:lnTo>
                  <a:pt x="23465" y="19713"/>
                </a:lnTo>
                <a:lnTo>
                  <a:pt x="23466" y="19713"/>
                </a:lnTo>
                <a:lnTo>
                  <a:pt x="23466" y="19713"/>
                </a:lnTo>
                <a:lnTo>
                  <a:pt x="23466" y="19713"/>
                </a:lnTo>
                <a:lnTo>
                  <a:pt x="23466" y="19713"/>
                </a:lnTo>
                <a:lnTo>
                  <a:pt x="23466" y="19713"/>
                </a:lnTo>
                <a:lnTo>
                  <a:pt x="23467" y="19713"/>
                </a:lnTo>
                <a:lnTo>
                  <a:pt x="23467" y="19713"/>
                </a:lnTo>
                <a:lnTo>
                  <a:pt x="23467" y="19713"/>
                </a:lnTo>
                <a:lnTo>
                  <a:pt x="23467" y="19713"/>
                </a:lnTo>
                <a:lnTo>
                  <a:pt x="23468" y="19713"/>
                </a:lnTo>
                <a:lnTo>
                  <a:pt x="23468" y="19713"/>
                </a:lnTo>
                <a:lnTo>
                  <a:pt x="23468" y="19713"/>
                </a:lnTo>
                <a:lnTo>
                  <a:pt x="23468" y="19713"/>
                </a:lnTo>
                <a:lnTo>
                  <a:pt x="23468" y="19713"/>
                </a:lnTo>
                <a:lnTo>
                  <a:pt x="23469" y="19713"/>
                </a:lnTo>
                <a:lnTo>
                  <a:pt x="23469" y="19713"/>
                </a:lnTo>
                <a:lnTo>
                  <a:pt x="23469" y="19713"/>
                </a:lnTo>
                <a:lnTo>
                  <a:pt x="23469" y="19713"/>
                </a:lnTo>
                <a:lnTo>
                  <a:pt x="23470" y="19713"/>
                </a:lnTo>
                <a:lnTo>
                  <a:pt x="23470" y="19713"/>
                </a:lnTo>
                <a:lnTo>
                  <a:pt x="23470" y="19713"/>
                </a:lnTo>
                <a:lnTo>
                  <a:pt x="23470" y="19713"/>
                </a:lnTo>
                <a:lnTo>
                  <a:pt x="23470" y="19713"/>
                </a:lnTo>
                <a:lnTo>
                  <a:pt x="23471" y="19713"/>
                </a:lnTo>
                <a:lnTo>
                  <a:pt x="23471" y="19713"/>
                </a:lnTo>
                <a:lnTo>
                  <a:pt x="23471" y="19713"/>
                </a:lnTo>
                <a:lnTo>
                  <a:pt x="23471" y="19713"/>
                </a:lnTo>
                <a:lnTo>
                  <a:pt x="23472" y="19713"/>
                </a:lnTo>
                <a:lnTo>
                  <a:pt x="23472" y="19713"/>
                </a:lnTo>
                <a:lnTo>
                  <a:pt x="23472" y="19713"/>
                </a:lnTo>
                <a:lnTo>
                  <a:pt x="23472" y="19713"/>
                </a:lnTo>
                <a:lnTo>
                  <a:pt x="23472" y="19713"/>
                </a:lnTo>
                <a:lnTo>
                  <a:pt x="23473" y="19713"/>
                </a:lnTo>
                <a:lnTo>
                  <a:pt x="23473" y="19713"/>
                </a:lnTo>
                <a:lnTo>
                  <a:pt x="23473" y="19713"/>
                </a:lnTo>
                <a:lnTo>
                  <a:pt x="23473" y="19713"/>
                </a:lnTo>
                <a:lnTo>
                  <a:pt x="23474" y="19713"/>
                </a:lnTo>
                <a:lnTo>
                  <a:pt x="23474" y="19713"/>
                </a:lnTo>
                <a:lnTo>
                  <a:pt x="23474" y="19713"/>
                </a:lnTo>
                <a:lnTo>
                  <a:pt x="23474" y="19713"/>
                </a:lnTo>
                <a:lnTo>
                  <a:pt x="23474" y="19713"/>
                </a:lnTo>
                <a:lnTo>
                  <a:pt x="23475" y="19713"/>
                </a:lnTo>
                <a:lnTo>
                  <a:pt x="23475" y="19713"/>
                </a:lnTo>
                <a:lnTo>
                  <a:pt x="23475" y="19713"/>
                </a:lnTo>
                <a:lnTo>
                  <a:pt x="23475" y="19713"/>
                </a:lnTo>
                <a:lnTo>
                  <a:pt x="23476" y="19713"/>
                </a:lnTo>
                <a:lnTo>
                  <a:pt x="23476" y="19713"/>
                </a:lnTo>
                <a:lnTo>
                  <a:pt x="23476" y="19713"/>
                </a:lnTo>
                <a:lnTo>
                  <a:pt x="23476" y="19713"/>
                </a:lnTo>
                <a:lnTo>
                  <a:pt x="23476" y="19713"/>
                </a:lnTo>
                <a:lnTo>
                  <a:pt x="23477" y="19713"/>
                </a:lnTo>
                <a:lnTo>
                  <a:pt x="23477" y="19713"/>
                </a:lnTo>
                <a:lnTo>
                  <a:pt x="23477" y="19713"/>
                </a:lnTo>
                <a:lnTo>
                  <a:pt x="23477" y="19713"/>
                </a:lnTo>
                <a:lnTo>
                  <a:pt x="23478" y="19713"/>
                </a:lnTo>
                <a:lnTo>
                  <a:pt x="23478" y="19713"/>
                </a:lnTo>
                <a:lnTo>
                  <a:pt x="23478" y="19713"/>
                </a:lnTo>
                <a:lnTo>
                  <a:pt x="23478" y="19713"/>
                </a:lnTo>
                <a:lnTo>
                  <a:pt x="23478" y="19713"/>
                </a:lnTo>
                <a:lnTo>
                  <a:pt x="23479" y="19713"/>
                </a:lnTo>
                <a:lnTo>
                  <a:pt x="23479" y="19713"/>
                </a:lnTo>
                <a:lnTo>
                  <a:pt x="23479" y="19713"/>
                </a:lnTo>
                <a:lnTo>
                  <a:pt x="23479" y="19713"/>
                </a:lnTo>
                <a:lnTo>
                  <a:pt x="23480" y="19713"/>
                </a:lnTo>
                <a:lnTo>
                  <a:pt x="23480" y="19713"/>
                </a:lnTo>
                <a:lnTo>
                  <a:pt x="23480" y="19713"/>
                </a:lnTo>
                <a:lnTo>
                  <a:pt x="23480" y="19713"/>
                </a:lnTo>
                <a:lnTo>
                  <a:pt x="23481" y="19713"/>
                </a:lnTo>
                <a:lnTo>
                  <a:pt x="23481" y="19713"/>
                </a:lnTo>
                <a:lnTo>
                  <a:pt x="23481" y="19713"/>
                </a:lnTo>
                <a:lnTo>
                  <a:pt x="23481" y="19713"/>
                </a:lnTo>
                <a:lnTo>
                  <a:pt x="23481" y="19713"/>
                </a:lnTo>
                <a:lnTo>
                  <a:pt x="23482" y="19713"/>
                </a:lnTo>
                <a:lnTo>
                  <a:pt x="23482" y="19713"/>
                </a:lnTo>
                <a:lnTo>
                  <a:pt x="23482" y="19713"/>
                </a:lnTo>
                <a:lnTo>
                  <a:pt x="23482" y="19713"/>
                </a:lnTo>
                <a:lnTo>
                  <a:pt x="23483" y="19713"/>
                </a:lnTo>
                <a:lnTo>
                  <a:pt x="23483" y="19713"/>
                </a:lnTo>
                <a:lnTo>
                  <a:pt x="23483" y="19713"/>
                </a:lnTo>
                <a:lnTo>
                  <a:pt x="23483" y="19713"/>
                </a:lnTo>
                <a:lnTo>
                  <a:pt x="23483" y="19713"/>
                </a:lnTo>
                <a:lnTo>
                  <a:pt x="23484" y="19713"/>
                </a:lnTo>
                <a:lnTo>
                  <a:pt x="23484" y="19713"/>
                </a:lnTo>
                <a:lnTo>
                  <a:pt x="23484" y="19713"/>
                </a:lnTo>
                <a:lnTo>
                  <a:pt x="23484" y="19713"/>
                </a:lnTo>
                <a:lnTo>
                  <a:pt x="23485" y="19713"/>
                </a:lnTo>
                <a:lnTo>
                  <a:pt x="23485" y="19713"/>
                </a:lnTo>
                <a:lnTo>
                  <a:pt x="23485" y="19713"/>
                </a:lnTo>
                <a:lnTo>
                  <a:pt x="23485" y="19713"/>
                </a:lnTo>
                <a:lnTo>
                  <a:pt x="23485" y="19713"/>
                </a:lnTo>
                <a:lnTo>
                  <a:pt x="23486" y="19713"/>
                </a:lnTo>
                <a:lnTo>
                  <a:pt x="23486" y="19713"/>
                </a:lnTo>
                <a:lnTo>
                  <a:pt x="23486" y="19713"/>
                </a:lnTo>
                <a:lnTo>
                  <a:pt x="23486" y="19713"/>
                </a:lnTo>
                <a:lnTo>
                  <a:pt x="23487" y="19713"/>
                </a:lnTo>
                <a:lnTo>
                  <a:pt x="23487" y="19713"/>
                </a:lnTo>
                <a:lnTo>
                  <a:pt x="23487" y="19713"/>
                </a:lnTo>
                <a:lnTo>
                  <a:pt x="23487" y="19713"/>
                </a:lnTo>
                <a:lnTo>
                  <a:pt x="23487" y="19713"/>
                </a:lnTo>
                <a:lnTo>
                  <a:pt x="23488" y="19713"/>
                </a:lnTo>
                <a:lnTo>
                  <a:pt x="23488" y="19713"/>
                </a:lnTo>
                <a:lnTo>
                  <a:pt x="23488" y="19713"/>
                </a:lnTo>
                <a:lnTo>
                  <a:pt x="23488" y="19713"/>
                </a:lnTo>
                <a:lnTo>
                  <a:pt x="23489" y="19713"/>
                </a:lnTo>
                <a:lnTo>
                  <a:pt x="23489" y="19713"/>
                </a:lnTo>
                <a:lnTo>
                  <a:pt x="23489" y="19713"/>
                </a:lnTo>
                <a:lnTo>
                  <a:pt x="23489" y="19713"/>
                </a:lnTo>
                <a:lnTo>
                  <a:pt x="23490" y="19713"/>
                </a:lnTo>
                <a:lnTo>
                  <a:pt x="23490" y="19713"/>
                </a:lnTo>
                <a:lnTo>
                  <a:pt x="23490" y="19713"/>
                </a:lnTo>
                <a:lnTo>
                  <a:pt x="23490" y="19713"/>
                </a:lnTo>
                <a:lnTo>
                  <a:pt x="23490" y="19713"/>
                </a:lnTo>
                <a:lnTo>
                  <a:pt x="23491" y="19713"/>
                </a:lnTo>
                <a:lnTo>
                  <a:pt x="23491" y="19713"/>
                </a:lnTo>
                <a:lnTo>
                  <a:pt x="23491" y="19713"/>
                </a:lnTo>
                <a:lnTo>
                  <a:pt x="23491" y="19713"/>
                </a:lnTo>
                <a:lnTo>
                  <a:pt x="23492" y="19713"/>
                </a:lnTo>
                <a:lnTo>
                  <a:pt x="23492" y="19713"/>
                </a:lnTo>
                <a:lnTo>
                  <a:pt x="23492" y="19713"/>
                </a:lnTo>
                <a:lnTo>
                  <a:pt x="23492" y="19713"/>
                </a:lnTo>
                <a:lnTo>
                  <a:pt x="23492" y="19713"/>
                </a:lnTo>
                <a:lnTo>
                  <a:pt x="23493" y="19713"/>
                </a:lnTo>
                <a:lnTo>
                  <a:pt x="23493" y="19713"/>
                </a:lnTo>
                <a:lnTo>
                  <a:pt x="23493" y="19713"/>
                </a:lnTo>
                <a:lnTo>
                  <a:pt x="23493" y="19713"/>
                </a:lnTo>
                <a:lnTo>
                  <a:pt x="23494" y="19713"/>
                </a:lnTo>
                <a:lnTo>
                  <a:pt x="23494" y="19713"/>
                </a:lnTo>
                <a:lnTo>
                  <a:pt x="23494" y="19713"/>
                </a:lnTo>
                <a:lnTo>
                  <a:pt x="23494" y="19713"/>
                </a:lnTo>
                <a:lnTo>
                  <a:pt x="23494" y="19713"/>
                </a:lnTo>
                <a:lnTo>
                  <a:pt x="23495" y="19713"/>
                </a:lnTo>
                <a:lnTo>
                  <a:pt x="23495" y="19713"/>
                </a:lnTo>
                <a:lnTo>
                  <a:pt x="23495" y="19713"/>
                </a:lnTo>
                <a:lnTo>
                  <a:pt x="23495" y="19713"/>
                </a:lnTo>
                <a:lnTo>
                  <a:pt x="23496" y="19713"/>
                </a:lnTo>
                <a:lnTo>
                  <a:pt x="23496" y="19713"/>
                </a:lnTo>
                <a:lnTo>
                  <a:pt x="23496" y="19713"/>
                </a:lnTo>
                <a:lnTo>
                  <a:pt x="23496" y="19713"/>
                </a:lnTo>
                <a:lnTo>
                  <a:pt x="23496" y="19713"/>
                </a:lnTo>
                <a:lnTo>
                  <a:pt x="23497" y="19713"/>
                </a:lnTo>
                <a:lnTo>
                  <a:pt x="23497" y="19713"/>
                </a:lnTo>
                <a:lnTo>
                  <a:pt x="23497" y="19713"/>
                </a:lnTo>
                <a:lnTo>
                  <a:pt x="23497" y="19713"/>
                </a:lnTo>
                <a:lnTo>
                  <a:pt x="23498" y="19713"/>
                </a:lnTo>
                <a:lnTo>
                  <a:pt x="23498" y="19713"/>
                </a:lnTo>
                <a:lnTo>
                  <a:pt x="23498" y="19713"/>
                </a:lnTo>
                <a:lnTo>
                  <a:pt x="23498" y="19713"/>
                </a:lnTo>
                <a:lnTo>
                  <a:pt x="23499" y="19713"/>
                </a:lnTo>
                <a:lnTo>
                  <a:pt x="23499" y="19713"/>
                </a:lnTo>
                <a:lnTo>
                  <a:pt x="23499" y="19713"/>
                </a:lnTo>
                <a:lnTo>
                  <a:pt x="23499" y="19713"/>
                </a:lnTo>
                <a:lnTo>
                  <a:pt x="23499" y="19713"/>
                </a:lnTo>
                <a:lnTo>
                  <a:pt x="23500" y="19713"/>
                </a:lnTo>
                <a:lnTo>
                  <a:pt x="23500" y="19713"/>
                </a:lnTo>
                <a:lnTo>
                  <a:pt x="23500" y="19713"/>
                </a:lnTo>
                <a:lnTo>
                  <a:pt x="23500" y="19713"/>
                </a:lnTo>
                <a:lnTo>
                  <a:pt x="23501" y="19713"/>
                </a:lnTo>
                <a:lnTo>
                  <a:pt x="23501" y="19713"/>
                </a:lnTo>
                <a:lnTo>
                  <a:pt x="23501" y="19713"/>
                </a:lnTo>
                <a:lnTo>
                  <a:pt x="23501" y="19713"/>
                </a:lnTo>
                <a:lnTo>
                  <a:pt x="23501" y="19713"/>
                </a:lnTo>
                <a:lnTo>
                  <a:pt x="23502" y="19713"/>
                </a:lnTo>
                <a:lnTo>
                  <a:pt x="23502" y="19713"/>
                </a:lnTo>
                <a:lnTo>
                  <a:pt x="23502" y="19713"/>
                </a:lnTo>
                <a:lnTo>
                  <a:pt x="23502" y="19713"/>
                </a:lnTo>
                <a:lnTo>
                  <a:pt x="23503" y="19713"/>
                </a:lnTo>
                <a:lnTo>
                  <a:pt x="23503" y="19713"/>
                </a:lnTo>
                <a:lnTo>
                  <a:pt x="23503" y="19713"/>
                </a:lnTo>
                <a:lnTo>
                  <a:pt x="23503" y="19713"/>
                </a:lnTo>
                <a:lnTo>
                  <a:pt x="23503" y="19713"/>
                </a:lnTo>
                <a:lnTo>
                  <a:pt x="23504" y="19713"/>
                </a:lnTo>
                <a:lnTo>
                  <a:pt x="23504" y="19713"/>
                </a:lnTo>
                <a:lnTo>
                  <a:pt x="23504" y="19713"/>
                </a:lnTo>
                <a:lnTo>
                  <a:pt x="23504" y="19713"/>
                </a:lnTo>
                <a:lnTo>
                  <a:pt x="23505" y="19713"/>
                </a:lnTo>
                <a:lnTo>
                  <a:pt x="23505" y="19713"/>
                </a:lnTo>
                <a:lnTo>
                  <a:pt x="23505" y="19713"/>
                </a:lnTo>
                <a:lnTo>
                  <a:pt x="23505" y="19713"/>
                </a:lnTo>
                <a:lnTo>
                  <a:pt x="23506" y="19713"/>
                </a:lnTo>
                <a:lnTo>
                  <a:pt x="23506" y="19713"/>
                </a:lnTo>
                <a:lnTo>
                  <a:pt x="23506" y="19713"/>
                </a:lnTo>
                <a:lnTo>
                  <a:pt x="23506" y="19713"/>
                </a:lnTo>
                <a:lnTo>
                  <a:pt x="23506" y="19713"/>
                </a:lnTo>
                <a:lnTo>
                  <a:pt x="23507" y="19713"/>
                </a:lnTo>
                <a:lnTo>
                  <a:pt x="23507" y="19713"/>
                </a:lnTo>
                <a:lnTo>
                  <a:pt x="23507" y="19713"/>
                </a:lnTo>
                <a:lnTo>
                  <a:pt x="23507" y="19713"/>
                </a:lnTo>
                <a:lnTo>
                  <a:pt x="23508" y="19713"/>
                </a:lnTo>
                <a:lnTo>
                  <a:pt x="23508" y="19713"/>
                </a:lnTo>
                <a:lnTo>
                  <a:pt x="23508" y="19713"/>
                </a:lnTo>
                <a:lnTo>
                  <a:pt x="23508" y="19713"/>
                </a:lnTo>
                <a:lnTo>
                  <a:pt x="23508" y="19713"/>
                </a:lnTo>
                <a:lnTo>
                  <a:pt x="23509" y="19713"/>
                </a:lnTo>
                <a:lnTo>
                  <a:pt x="23509" y="19713"/>
                </a:lnTo>
                <a:lnTo>
                  <a:pt x="23509" y="19713"/>
                </a:lnTo>
                <a:lnTo>
                  <a:pt x="23509" y="19713"/>
                </a:lnTo>
                <a:lnTo>
                  <a:pt x="23510" y="19713"/>
                </a:lnTo>
                <a:lnTo>
                  <a:pt x="23510" y="19713"/>
                </a:lnTo>
                <a:lnTo>
                  <a:pt x="23510" y="19713"/>
                </a:lnTo>
                <a:lnTo>
                  <a:pt x="23510" y="19713"/>
                </a:lnTo>
                <a:lnTo>
                  <a:pt x="23511" y="19713"/>
                </a:lnTo>
                <a:lnTo>
                  <a:pt x="23511" y="19713"/>
                </a:lnTo>
                <a:lnTo>
                  <a:pt x="23511" y="19713"/>
                </a:lnTo>
                <a:lnTo>
                  <a:pt x="23511" y="19713"/>
                </a:lnTo>
                <a:lnTo>
                  <a:pt x="23511" y="19713"/>
                </a:lnTo>
                <a:lnTo>
                  <a:pt x="23512" y="19713"/>
                </a:lnTo>
                <a:lnTo>
                  <a:pt x="23512" y="19713"/>
                </a:lnTo>
                <a:lnTo>
                  <a:pt x="23512" y="19713"/>
                </a:lnTo>
                <a:lnTo>
                  <a:pt x="23512" y="19713"/>
                </a:lnTo>
                <a:lnTo>
                  <a:pt x="23513" y="19713"/>
                </a:lnTo>
                <a:lnTo>
                  <a:pt x="23513" y="19713"/>
                </a:lnTo>
                <a:lnTo>
                  <a:pt x="23513" y="19713"/>
                </a:lnTo>
                <a:lnTo>
                  <a:pt x="23513" y="19713"/>
                </a:lnTo>
                <a:lnTo>
                  <a:pt x="23513" y="19713"/>
                </a:lnTo>
                <a:lnTo>
                  <a:pt x="23514" y="19713"/>
                </a:lnTo>
                <a:lnTo>
                  <a:pt x="23514" y="19713"/>
                </a:lnTo>
                <a:lnTo>
                  <a:pt x="23514" y="19713"/>
                </a:lnTo>
                <a:lnTo>
                  <a:pt x="23514" y="19713"/>
                </a:lnTo>
                <a:lnTo>
                  <a:pt x="23515" y="19713"/>
                </a:lnTo>
                <a:lnTo>
                  <a:pt x="23515" y="19713"/>
                </a:lnTo>
                <a:lnTo>
                  <a:pt x="23515" y="19713"/>
                </a:lnTo>
                <a:lnTo>
                  <a:pt x="23515" y="19713"/>
                </a:lnTo>
                <a:lnTo>
                  <a:pt x="23516" y="19713"/>
                </a:lnTo>
                <a:lnTo>
                  <a:pt x="23516" y="19713"/>
                </a:lnTo>
                <a:lnTo>
                  <a:pt x="23516" y="19713"/>
                </a:lnTo>
                <a:lnTo>
                  <a:pt x="23516" y="19713"/>
                </a:lnTo>
                <a:lnTo>
                  <a:pt x="23516" y="19713"/>
                </a:lnTo>
                <a:lnTo>
                  <a:pt x="23517" y="19713"/>
                </a:lnTo>
                <a:lnTo>
                  <a:pt x="23517" y="19713"/>
                </a:lnTo>
                <a:lnTo>
                  <a:pt x="23517" y="19713"/>
                </a:lnTo>
                <a:lnTo>
                  <a:pt x="23517" y="19713"/>
                </a:lnTo>
                <a:lnTo>
                  <a:pt x="23518" y="19713"/>
                </a:lnTo>
                <a:lnTo>
                  <a:pt x="23518" y="19713"/>
                </a:lnTo>
                <a:lnTo>
                  <a:pt x="23518" y="19713"/>
                </a:lnTo>
                <a:lnTo>
                  <a:pt x="23518" y="19713"/>
                </a:lnTo>
                <a:lnTo>
                  <a:pt x="23518" y="19713"/>
                </a:lnTo>
                <a:lnTo>
                  <a:pt x="23519" y="19713"/>
                </a:lnTo>
                <a:lnTo>
                  <a:pt x="23519" y="19713"/>
                </a:lnTo>
                <a:lnTo>
                  <a:pt x="23519" y="19713"/>
                </a:lnTo>
                <a:lnTo>
                  <a:pt x="23519" y="19713"/>
                </a:lnTo>
                <a:lnTo>
                  <a:pt x="23520" y="19713"/>
                </a:lnTo>
                <a:lnTo>
                  <a:pt x="23520" y="19713"/>
                </a:lnTo>
                <a:lnTo>
                  <a:pt x="23520" y="19713"/>
                </a:lnTo>
                <a:lnTo>
                  <a:pt x="23520" y="19713"/>
                </a:lnTo>
                <a:lnTo>
                  <a:pt x="23521" y="19713"/>
                </a:lnTo>
                <a:lnTo>
                  <a:pt x="23521" y="19713"/>
                </a:lnTo>
                <a:lnTo>
                  <a:pt x="23521" y="19713"/>
                </a:lnTo>
                <a:lnTo>
                  <a:pt x="23521" y="19713"/>
                </a:lnTo>
                <a:lnTo>
                  <a:pt x="23521" y="19713"/>
                </a:lnTo>
                <a:lnTo>
                  <a:pt x="23522" y="19713"/>
                </a:lnTo>
                <a:lnTo>
                  <a:pt x="23522" y="19713"/>
                </a:lnTo>
                <a:lnTo>
                  <a:pt x="23522" y="19713"/>
                </a:lnTo>
                <a:lnTo>
                  <a:pt x="23522" y="19713"/>
                </a:lnTo>
                <a:lnTo>
                  <a:pt x="23523" y="19713"/>
                </a:lnTo>
                <a:lnTo>
                  <a:pt x="23523" y="19713"/>
                </a:lnTo>
                <a:lnTo>
                  <a:pt x="23523" y="19713"/>
                </a:lnTo>
                <a:lnTo>
                  <a:pt x="23523" y="19713"/>
                </a:lnTo>
                <a:lnTo>
                  <a:pt x="23524" y="19713"/>
                </a:lnTo>
                <a:lnTo>
                  <a:pt x="23524" y="19713"/>
                </a:lnTo>
                <a:lnTo>
                  <a:pt x="23524" y="19713"/>
                </a:lnTo>
                <a:lnTo>
                  <a:pt x="23524" y="19713"/>
                </a:lnTo>
                <a:lnTo>
                  <a:pt x="23524" y="19713"/>
                </a:lnTo>
                <a:lnTo>
                  <a:pt x="23525" y="19713"/>
                </a:lnTo>
                <a:lnTo>
                  <a:pt x="23525" y="19713"/>
                </a:lnTo>
                <a:lnTo>
                  <a:pt x="23525" y="19713"/>
                </a:lnTo>
                <a:lnTo>
                  <a:pt x="23525" y="19713"/>
                </a:lnTo>
                <a:lnTo>
                  <a:pt x="23526" y="19713"/>
                </a:lnTo>
                <a:lnTo>
                  <a:pt x="23526" y="19713"/>
                </a:lnTo>
                <a:lnTo>
                  <a:pt x="23526" y="19713"/>
                </a:lnTo>
                <a:lnTo>
                  <a:pt x="23526" y="19713"/>
                </a:lnTo>
                <a:lnTo>
                  <a:pt x="23526" y="19713"/>
                </a:lnTo>
                <a:lnTo>
                  <a:pt x="23527" y="19713"/>
                </a:lnTo>
                <a:lnTo>
                  <a:pt x="23527" y="19713"/>
                </a:lnTo>
                <a:lnTo>
                  <a:pt x="23527" y="19713"/>
                </a:lnTo>
                <a:lnTo>
                  <a:pt x="23527" y="19713"/>
                </a:lnTo>
                <a:lnTo>
                  <a:pt x="23528" y="19713"/>
                </a:lnTo>
                <a:lnTo>
                  <a:pt x="23528" y="19713"/>
                </a:lnTo>
                <a:lnTo>
                  <a:pt x="23528" y="19713"/>
                </a:lnTo>
                <a:lnTo>
                  <a:pt x="23528" y="19713"/>
                </a:lnTo>
                <a:lnTo>
                  <a:pt x="23529" y="19713"/>
                </a:lnTo>
                <a:lnTo>
                  <a:pt x="23529" y="19713"/>
                </a:lnTo>
                <a:lnTo>
                  <a:pt x="23529" y="19713"/>
                </a:lnTo>
                <a:lnTo>
                  <a:pt x="23529" y="19713"/>
                </a:lnTo>
                <a:lnTo>
                  <a:pt x="23529" y="19713"/>
                </a:lnTo>
                <a:lnTo>
                  <a:pt x="23530" y="19713"/>
                </a:lnTo>
                <a:lnTo>
                  <a:pt x="23530" y="19713"/>
                </a:lnTo>
                <a:lnTo>
                  <a:pt x="23530" y="19713"/>
                </a:lnTo>
                <a:lnTo>
                  <a:pt x="23530" y="19713"/>
                </a:lnTo>
                <a:lnTo>
                  <a:pt x="23531" y="19713"/>
                </a:lnTo>
                <a:lnTo>
                  <a:pt x="23531" y="19713"/>
                </a:lnTo>
                <a:lnTo>
                  <a:pt x="23531" y="19713"/>
                </a:lnTo>
                <a:lnTo>
                  <a:pt x="23531" y="19713"/>
                </a:lnTo>
                <a:lnTo>
                  <a:pt x="23532" y="19713"/>
                </a:lnTo>
                <a:lnTo>
                  <a:pt x="23532" y="19713"/>
                </a:lnTo>
                <a:lnTo>
                  <a:pt x="23532" y="19713"/>
                </a:lnTo>
                <a:lnTo>
                  <a:pt x="23532" y="19713"/>
                </a:lnTo>
                <a:lnTo>
                  <a:pt x="23532" y="19713"/>
                </a:lnTo>
                <a:lnTo>
                  <a:pt x="23533" y="19713"/>
                </a:lnTo>
                <a:lnTo>
                  <a:pt x="23533" y="19713"/>
                </a:lnTo>
                <a:lnTo>
                  <a:pt x="23533" y="19713"/>
                </a:lnTo>
                <a:lnTo>
                  <a:pt x="23533" y="19713"/>
                </a:lnTo>
                <a:lnTo>
                  <a:pt x="23534" y="19713"/>
                </a:lnTo>
                <a:lnTo>
                  <a:pt x="23534" y="19713"/>
                </a:lnTo>
                <a:lnTo>
                  <a:pt x="23534" y="19713"/>
                </a:lnTo>
                <a:lnTo>
                  <a:pt x="23534" y="19713"/>
                </a:lnTo>
                <a:lnTo>
                  <a:pt x="23534" y="19713"/>
                </a:lnTo>
                <a:lnTo>
                  <a:pt x="23535" y="19713"/>
                </a:lnTo>
                <a:lnTo>
                  <a:pt x="23535" y="19713"/>
                </a:lnTo>
                <a:lnTo>
                  <a:pt x="23535" y="19713"/>
                </a:lnTo>
                <a:lnTo>
                  <a:pt x="23535" y="19713"/>
                </a:lnTo>
                <a:lnTo>
                  <a:pt x="23536" y="19713"/>
                </a:lnTo>
                <a:lnTo>
                  <a:pt x="23536" y="19713"/>
                </a:lnTo>
                <a:lnTo>
                  <a:pt x="23536" y="19713"/>
                </a:lnTo>
                <a:lnTo>
                  <a:pt x="23536" y="19713"/>
                </a:lnTo>
                <a:lnTo>
                  <a:pt x="23537" y="19713"/>
                </a:lnTo>
                <a:lnTo>
                  <a:pt x="23537" y="19713"/>
                </a:lnTo>
                <a:lnTo>
                  <a:pt x="23537" y="19713"/>
                </a:lnTo>
                <a:lnTo>
                  <a:pt x="23537" y="19713"/>
                </a:lnTo>
                <a:lnTo>
                  <a:pt x="23537" y="19713"/>
                </a:lnTo>
                <a:lnTo>
                  <a:pt x="23538" y="19713"/>
                </a:lnTo>
                <a:lnTo>
                  <a:pt x="23538" y="19713"/>
                </a:lnTo>
                <a:lnTo>
                  <a:pt x="23538" y="19713"/>
                </a:lnTo>
                <a:lnTo>
                  <a:pt x="23538" y="19713"/>
                </a:lnTo>
                <a:lnTo>
                  <a:pt x="23539" y="19713"/>
                </a:lnTo>
                <a:lnTo>
                  <a:pt x="23539" y="19713"/>
                </a:lnTo>
                <a:lnTo>
                  <a:pt x="23539" y="19713"/>
                </a:lnTo>
                <a:lnTo>
                  <a:pt x="23539" y="19713"/>
                </a:lnTo>
                <a:lnTo>
                  <a:pt x="23540" y="19713"/>
                </a:lnTo>
                <a:lnTo>
                  <a:pt x="23540" y="19713"/>
                </a:lnTo>
                <a:lnTo>
                  <a:pt x="23540" y="19713"/>
                </a:lnTo>
                <a:lnTo>
                  <a:pt x="23540" y="19713"/>
                </a:lnTo>
                <a:lnTo>
                  <a:pt x="23540" y="19713"/>
                </a:lnTo>
                <a:lnTo>
                  <a:pt x="23541" y="19713"/>
                </a:lnTo>
                <a:lnTo>
                  <a:pt x="23541" y="19713"/>
                </a:lnTo>
                <a:lnTo>
                  <a:pt x="23541" y="19713"/>
                </a:lnTo>
                <a:lnTo>
                  <a:pt x="23541" y="19713"/>
                </a:lnTo>
                <a:lnTo>
                  <a:pt x="23542" y="19713"/>
                </a:lnTo>
                <a:lnTo>
                  <a:pt x="23542" y="19713"/>
                </a:lnTo>
                <a:lnTo>
                  <a:pt x="23542" y="19713"/>
                </a:lnTo>
                <a:lnTo>
                  <a:pt x="23542" y="19713"/>
                </a:lnTo>
                <a:lnTo>
                  <a:pt x="23543" y="19713"/>
                </a:lnTo>
                <a:lnTo>
                  <a:pt x="23543" y="19713"/>
                </a:lnTo>
                <a:lnTo>
                  <a:pt x="23543" y="19713"/>
                </a:lnTo>
                <a:lnTo>
                  <a:pt x="23543" y="19713"/>
                </a:lnTo>
                <a:lnTo>
                  <a:pt x="23543" y="19713"/>
                </a:lnTo>
                <a:lnTo>
                  <a:pt x="23544" y="19713"/>
                </a:lnTo>
                <a:lnTo>
                  <a:pt x="23544" y="19713"/>
                </a:lnTo>
                <a:lnTo>
                  <a:pt x="23544" y="19713"/>
                </a:lnTo>
                <a:lnTo>
                  <a:pt x="23544" y="19713"/>
                </a:lnTo>
                <a:lnTo>
                  <a:pt x="23545" y="19713"/>
                </a:lnTo>
                <a:lnTo>
                  <a:pt x="23545" y="19713"/>
                </a:lnTo>
                <a:lnTo>
                  <a:pt x="23545" y="19713"/>
                </a:lnTo>
                <a:lnTo>
                  <a:pt x="23545" y="19713"/>
                </a:lnTo>
                <a:lnTo>
                  <a:pt x="23546" y="19713"/>
                </a:lnTo>
                <a:lnTo>
                  <a:pt x="23546" y="19713"/>
                </a:lnTo>
                <a:lnTo>
                  <a:pt x="23546" y="19713"/>
                </a:lnTo>
                <a:lnTo>
                  <a:pt x="23546" y="19713"/>
                </a:lnTo>
                <a:lnTo>
                  <a:pt x="23546" y="19713"/>
                </a:lnTo>
                <a:lnTo>
                  <a:pt x="23547" y="19713"/>
                </a:lnTo>
                <a:lnTo>
                  <a:pt x="23547" y="19713"/>
                </a:lnTo>
                <a:lnTo>
                  <a:pt x="23547" y="19713"/>
                </a:lnTo>
                <a:lnTo>
                  <a:pt x="23547" y="19713"/>
                </a:lnTo>
                <a:lnTo>
                  <a:pt x="23548" y="19713"/>
                </a:lnTo>
                <a:lnTo>
                  <a:pt x="23548" y="19713"/>
                </a:lnTo>
                <a:lnTo>
                  <a:pt x="23548" y="19713"/>
                </a:lnTo>
                <a:lnTo>
                  <a:pt x="23548" y="19713"/>
                </a:lnTo>
                <a:lnTo>
                  <a:pt x="23549" y="19713"/>
                </a:lnTo>
                <a:lnTo>
                  <a:pt x="23549" y="19713"/>
                </a:lnTo>
                <a:lnTo>
                  <a:pt x="23549" y="19713"/>
                </a:lnTo>
                <a:lnTo>
                  <a:pt x="23549" y="19713"/>
                </a:lnTo>
                <a:lnTo>
                  <a:pt x="23549" y="19713"/>
                </a:lnTo>
                <a:lnTo>
                  <a:pt x="23550" y="19713"/>
                </a:lnTo>
                <a:lnTo>
                  <a:pt x="23550" y="19713"/>
                </a:lnTo>
                <a:lnTo>
                  <a:pt x="23550" y="19713"/>
                </a:lnTo>
                <a:lnTo>
                  <a:pt x="23550" y="19713"/>
                </a:lnTo>
                <a:lnTo>
                  <a:pt x="23551" y="19713"/>
                </a:lnTo>
                <a:lnTo>
                  <a:pt x="23551" y="19713"/>
                </a:lnTo>
                <a:lnTo>
                  <a:pt x="23551" y="19713"/>
                </a:lnTo>
                <a:lnTo>
                  <a:pt x="23551" y="19713"/>
                </a:lnTo>
                <a:lnTo>
                  <a:pt x="23552" y="19713"/>
                </a:lnTo>
                <a:lnTo>
                  <a:pt x="23552" y="19713"/>
                </a:lnTo>
                <a:lnTo>
                  <a:pt x="23552" y="19713"/>
                </a:lnTo>
                <a:lnTo>
                  <a:pt x="23552" y="19713"/>
                </a:lnTo>
                <a:lnTo>
                  <a:pt x="23552" y="19713"/>
                </a:lnTo>
                <a:lnTo>
                  <a:pt x="23553" y="19713"/>
                </a:lnTo>
                <a:lnTo>
                  <a:pt x="23553" y="19713"/>
                </a:lnTo>
                <a:lnTo>
                  <a:pt x="23553" y="19713"/>
                </a:lnTo>
                <a:lnTo>
                  <a:pt x="23553" y="19713"/>
                </a:lnTo>
                <a:lnTo>
                  <a:pt x="23554" y="19713"/>
                </a:lnTo>
                <a:lnTo>
                  <a:pt x="23554" y="19713"/>
                </a:lnTo>
                <a:lnTo>
                  <a:pt x="23554" y="19713"/>
                </a:lnTo>
                <a:lnTo>
                  <a:pt x="23554" y="19713"/>
                </a:lnTo>
                <a:lnTo>
                  <a:pt x="23555" y="19713"/>
                </a:lnTo>
                <a:lnTo>
                  <a:pt x="23555" y="19713"/>
                </a:lnTo>
                <a:lnTo>
                  <a:pt x="23555" y="19713"/>
                </a:lnTo>
                <a:lnTo>
                  <a:pt x="23555" y="19713"/>
                </a:lnTo>
                <a:lnTo>
                  <a:pt x="23555" y="19713"/>
                </a:lnTo>
                <a:lnTo>
                  <a:pt x="23556" y="19713"/>
                </a:lnTo>
                <a:lnTo>
                  <a:pt x="23556" y="19713"/>
                </a:lnTo>
                <a:lnTo>
                  <a:pt x="23556" y="19713"/>
                </a:lnTo>
                <a:lnTo>
                  <a:pt x="23556" y="19713"/>
                </a:lnTo>
                <a:lnTo>
                  <a:pt x="23557" y="19713"/>
                </a:lnTo>
                <a:lnTo>
                  <a:pt x="23557" y="19713"/>
                </a:lnTo>
                <a:lnTo>
                  <a:pt x="23557" y="19713"/>
                </a:lnTo>
                <a:lnTo>
                  <a:pt x="23557" y="19713"/>
                </a:lnTo>
                <a:lnTo>
                  <a:pt x="23558" y="19713"/>
                </a:lnTo>
                <a:lnTo>
                  <a:pt x="23558" y="19713"/>
                </a:lnTo>
                <a:lnTo>
                  <a:pt x="23558" y="19713"/>
                </a:lnTo>
                <a:lnTo>
                  <a:pt x="23558" y="19713"/>
                </a:lnTo>
                <a:lnTo>
                  <a:pt x="23558" y="19713"/>
                </a:lnTo>
                <a:lnTo>
                  <a:pt x="23559" y="19713"/>
                </a:lnTo>
                <a:lnTo>
                  <a:pt x="23559" y="19713"/>
                </a:lnTo>
                <a:lnTo>
                  <a:pt x="23559" y="19713"/>
                </a:lnTo>
                <a:lnTo>
                  <a:pt x="23559" y="19713"/>
                </a:lnTo>
                <a:lnTo>
                  <a:pt x="23560" y="19713"/>
                </a:lnTo>
                <a:lnTo>
                  <a:pt x="23560" y="19713"/>
                </a:lnTo>
                <a:lnTo>
                  <a:pt x="23560" y="19713"/>
                </a:lnTo>
                <a:lnTo>
                  <a:pt x="23560" y="19713"/>
                </a:lnTo>
                <a:lnTo>
                  <a:pt x="23561" y="19713"/>
                </a:lnTo>
                <a:lnTo>
                  <a:pt x="23561" y="19713"/>
                </a:lnTo>
                <a:lnTo>
                  <a:pt x="23561" y="19713"/>
                </a:lnTo>
                <a:lnTo>
                  <a:pt x="23561" y="19713"/>
                </a:lnTo>
                <a:lnTo>
                  <a:pt x="23561" y="19713"/>
                </a:lnTo>
                <a:lnTo>
                  <a:pt x="23562" y="19713"/>
                </a:lnTo>
                <a:lnTo>
                  <a:pt x="23562" y="19713"/>
                </a:lnTo>
                <a:lnTo>
                  <a:pt x="23562" y="19713"/>
                </a:lnTo>
                <a:lnTo>
                  <a:pt x="23562" y="19713"/>
                </a:lnTo>
                <a:lnTo>
                  <a:pt x="23563" y="19713"/>
                </a:lnTo>
                <a:lnTo>
                  <a:pt x="23563" y="19713"/>
                </a:lnTo>
                <a:lnTo>
                  <a:pt x="23563" y="19713"/>
                </a:lnTo>
                <a:lnTo>
                  <a:pt x="23563" y="19713"/>
                </a:lnTo>
                <a:lnTo>
                  <a:pt x="23564" y="19713"/>
                </a:lnTo>
                <a:lnTo>
                  <a:pt x="23564" y="19713"/>
                </a:lnTo>
                <a:lnTo>
                  <a:pt x="23564" y="19713"/>
                </a:lnTo>
                <a:lnTo>
                  <a:pt x="23564" y="19713"/>
                </a:lnTo>
                <a:lnTo>
                  <a:pt x="23565" y="19713"/>
                </a:lnTo>
                <a:lnTo>
                  <a:pt x="23565" y="19713"/>
                </a:lnTo>
                <a:lnTo>
                  <a:pt x="23565" y="19713"/>
                </a:lnTo>
                <a:lnTo>
                  <a:pt x="23565" y="19713"/>
                </a:lnTo>
                <a:lnTo>
                  <a:pt x="23565" y="19713"/>
                </a:lnTo>
                <a:lnTo>
                  <a:pt x="23566" y="19713"/>
                </a:lnTo>
                <a:lnTo>
                  <a:pt x="23566" y="19713"/>
                </a:lnTo>
                <a:lnTo>
                  <a:pt x="23566" y="19713"/>
                </a:lnTo>
                <a:lnTo>
                  <a:pt x="23566" y="19713"/>
                </a:lnTo>
                <a:lnTo>
                  <a:pt x="23567" y="19713"/>
                </a:lnTo>
                <a:lnTo>
                  <a:pt x="23567" y="19713"/>
                </a:lnTo>
                <a:lnTo>
                  <a:pt x="23567" y="19713"/>
                </a:lnTo>
                <a:lnTo>
                  <a:pt x="23567" y="19713"/>
                </a:lnTo>
                <a:lnTo>
                  <a:pt x="23568" y="19713"/>
                </a:lnTo>
                <a:lnTo>
                  <a:pt x="23568" y="19713"/>
                </a:lnTo>
                <a:lnTo>
                  <a:pt x="23568" y="19713"/>
                </a:lnTo>
                <a:lnTo>
                  <a:pt x="23568" y="19713"/>
                </a:lnTo>
                <a:lnTo>
                  <a:pt x="23568" y="19713"/>
                </a:lnTo>
                <a:lnTo>
                  <a:pt x="23569" y="19713"/>
                </a:lnTo>
                <a:lnTo>
                  <a:pt x="23569" y="19713"/>
                </a:lnTo>
                <a:lnTo>
                  <a:pt x="23569" y="19713"/>
                </a:lnTo>
                <a:lnTo>
                  <a:pt x="23569" y="19713"/>
                </a:lnTo>
                <a:lnTo>
                  <a:pt x="23570" y="19713"/>
                </a:lnTo>
                <a:lnTo>
                  <a:pt x="23570" y="19713"/>
                </a:lnTo>
                <a:lnTo>
                  <a:pt x="23570" y="19713"/>
                </a:lnTo>
                <a:lnTo>
                  <a:pt x="23570" y="19713"/>
                </a:lnTo>
                <a:lnTo>
                  <a:pt x="23571" y="19713"/>
                </a:lnTo>
                <a:lnTo>
                  <a:pt x="23571" y="19713"/>
                </a:lnTo>
                <a:lnTo>
                  <a:pt x="23571" y="19713"/>
                </a:lnTo>
                <a:lnTo>
                  <a:pt x="23571" y="19713"/>
                </a:lnTo>
                <a:lnTo>
                  <a:pt x="23571" y="19713"/>
                </a:lnTo>
                <a:lnTo>
                  <a:pt x="23572" y="19713"/>
                </a:lnTo>
                <a:lnTo>
                  <a:pt x="23572" y="19713"/>
                </a:lnTo>
                <a:lnTo>
                  <a:pt x="23572" y="19713"/>
                </a:lnTo>
                <a:lnTo>
                  <a:pt x="23572" y="19713"/>
                </a:lnTo>
                <a:lnTo>
                  <a:pt x="23573" y="19713"/>
                </a:lnTo>
                <a:lnTo>
                  <a:pt x="23573" y="19713"/>
                </a:lnTo>
                <a:lnTo>
                  <a:pt x="23573" y="19713"/>
                </a:lnTo>
                <a:lnTo>
                  <a:pt x="23573" y="19713"/>
                </a:lnTo>
                <a:lnTo>
                  <a:pt x="23574" y="19713"/>
                </a:lnTo>
                <a:lnTo>
                  <a:pt x="23574" y="19713"/>
                </a:lnTo>
                <a:lnTo>
                  <a:pt x="23574" y="19713"/>
                </a:lnTo>
                <a:lnTo>
                  <a:pt x="23574" y="19713"/>
                </a:lnTo>
                <a:lnTo>
                  <a:pt x="23575" y="19713"/>
                </a:lnTo>
                <a:lnTo>
                  <a:pt x="23575" y="19713"/>
                </a:lnTo>
                <a:lnTo>
                  <a:pt x="23575" y="19713"/>
                </a:lnTo>
                <a:lnTo>
                  <a:pt x="23575" y="19713"/>
                </a:lnTo>
                <a:lnTo>
                  <a:pt x="23575" y="19713"/>
                </a:lnTo>
                <a:lnTo>
                  <a:pt x="23576" y="19713"/>
                </a:lnTo>
                <a:lnTo>
                  <a:pt x="23576" y="19713"/>
                </a:lnTo>
                <a:lnTo>
                  <a:pt x="23576" y="19713"/>
                </a:lnTo>
                <a:lnTo>
                  <a:pt x="23576" y="19713"/>
                </a:lnTo>
                <a:lnTo>
                  <a:pt x="23577" y="19713"/>
                </a:lnTo>
                <a:lnTo>
                  <a:pt x="23577" y="19713"/>
                </a:lnTo>
                <a:lnTo>
                  <a:pt x="23577" y="19713"/>
                </a:lnTo>
                <a:lnTo>
                  <a:pt x="23577" y="19713"/>
                </a:lnTo>
                <a:lnTo>
                  <a:pt x="23578" y="19713"/>
                </a:lnTo>
                <a:lnTo>
                  <a:pt x="23578" y="19713"/>
                </a:lnTo>
                <a:lnTo>
                  <a:pt x="23578" y="19713"/>
                </a:lnTo>
                <a:lnTo>
                  <a:pt x="23578" y="19713"/>
                </a:lnTo>
                <a:lnTo>
                  <a:pt x="23578" y="19713"/>
                </a:lnTo>
                <a:lnTo>
                  <a:pt x="23579" y="19713"/>
                </a:lnTo>
                <a:lnTo>
                  <a:pt x="23579" y="19713"/>
                </a:lnTo>
                <a:lnTo>
                  <a:pt x="23579" y="19713"/>
                </a:lnTo>
                <a:lnTo>
                  <a:pt x="23579" y="19713"/>
                </a:lnTo>
                <a:lnTo>
                  <a:pt x="23580" y="19713"/>
                </a:lnTo>
                <a:lnTo>
                  <a:pt x="23580" y="19713"/>
                </a:lnTo>
                <a:lnTo>
                  <a:pt x="23580" y="19713"/>
                </a:lnTo>
                <a:lnTo>
                  <a:pt x="23580" y="19713"/>
                </a:lnTo>
                <a:lnTo>
                  <a:pt x="23581" y="19713"/>
                </a:lnTo>
                <a:lnTo>
                  <a:pt x="23581" y="19713"/>
                </a:lnTo>
                <a:lnTo>
                  <a:pt x="23581" y="19713"/>
                </a:lnTo>
                <a:lnTo>
                  <a:pt x="23581" y="19713"/>
                </a:lnTo>
                <a:lnTo>
                  <a:pt x="23582" y="19713"/>
                </a:lnTo>
                <a:lnTo>
                  <a:pt x="23582" y="19713"/>
                </a:lnTo>
                <a:lnTo>
                  <a:pt x="23582" y="19713"/>
                </a:lnTo>
                <a:lnTo>
                  <a:pt x="23582" y="19713"/>
                </a:lnTo>
                <a:lnTo>
                  <a:pt x="23582" y="19713"/>
                </a:lnTo>
                <a:lnTo>
                  <a:pt x="23583" y="19713"/>
                </a:lnTo>
                <a:lnTo>
                  <a:pt x="23583" y="19713"/>
                </a:lnTo>
                <a:lnTo>
                  <a:pt x="23583" y="19713"/>
                </a:lnTo>
                <a:lnTo>
                  <a:pt x="23583" y="19713"/>
                </a:lnTo>
                <a:lnTo>
                  <a:pt x="23584" y="19713"/>
                </a:lnTo>
                <a:lnTo>
                  <a:pt x="23584" y="19713"/>
                </a:lnTo>
                <a:lnTo>
                  <a:pt x="23584" y="19713"/>
                </a:lnTo>
                <a:lnTo>
                  <a:pt x="23584" y="19713"/>
                </a:lnTo>
                <a:lnTo>
                  <a:pt x="23585" y="19713"/>
                </a:lnTo>
                <a:lnTo>
                  <a:pt x="23585" y="19713"/>
                </a:lnTo>
                <a:lnTo>
                  <a:pt x="23585" y="19713"/>
                </a:lnTo>
                <a:lnTo>
                  <a:pt x="23585" y="19713"/>
                </a:lnTo>
                <a:lnTo>
                  <a:pt x="23585" y="19713"/>
                </a:lnTo>
                <a:lnTo>
                  <a:pt x="23586" y="19713"/>
                </a:lnTo>
                <a:lnTo>
                  <a:pt x="23586" y="19713"/>
                </a:lnTo>
                <a:lnTo>
                  <a:pt x="23586" y="19713"/>
                </a:lnTo>
                <a:lnTo>
                  <a:pt x="23586" y="19713"/>
                </a:lnTo>
                <a:lnTo>
                  <a:pt x="23587" y="19713"/>
                </a:lnTo>
                <a:lnTo>
                  <a:pt x="23587" y="19713"/>
                </a:lnTo>
                <a:lnTo>
                  <a:pt x="23587" y="19713"/>
                </a:lnTo>
                <a:lnTo>
                  <a:pt x="23587" y="19713"/>
                </a:lnTo>
                <a:lnTo>
                  <a:pt x="23588" y="19713"/>
                </a:lnTo>
                <a:lnTo>
                  <a:pt x="23588" y="19713"/>
                </a:lnTo>
                <a:lnTo>
                  <a:pt x="23588" y="19713"/>
                </a:lnTo>
                <a:lnTo>
                  <a:pt x="23588" y="19713"/>
                </a:lnTo>
                <a:lnTo>
                  <a:pt x="23589" y="19713"/>
                </a:lnTo>
                <a:lnTo>
                  <a:pt x="23589" y="19713"/>
                </a:lnTo>
                <a:lnTo>
                  <a:pt x="23589" y="19713"/>
                </a:lnTo>
                <a:lnTo>
                  <a:pt x="23589" y="19713"/>
                </a:lnTo>
                <a:lnTo>
                  <a:pt x="23589" y="19713"/>
                </a:lnTo>
                <a:lnTo>
                  <a:pt x="23590" y="19713"/>
                </a:lnTo>
                <a:lnTo>
                  <a:pt x="23590" y="19713"/>
                </a:lnTo>
                <a:lnTo>
                  <a:pt x="23590" y="19713"/>
                </a:lnTo>
                <a:lnTo>
                  <a:pt x="23590" y="19713"/>
                </a:lnTo>
                <a:lnTo>
                  <a:pt x="23591" y="19713"/>
                </a:lnTo>
                <a:lnTo>
                  <a:pt x="23591" y="19713"/>
                </a:lnTo>
                <a:lnTo>
                  <a:pt x="23591" y="19713"/>
                </a:lnTo>
                <a:lnTo>
                  <a:pt x="23591" y="19713"/>
                </a:lnTo>
                <a:lnTo>
                  <a:pt x="23592" y="19713"/>
                </a:lnTo>
                <a:lnTo>
                  <a:pt x="23592" y="19713"/>
                </a:lnTo>
                <a:lnTo>
                  <a:pt x="23592" y="19713"/>
                </a:lnTo>
                <a:lnTo>
                  <a:pt x="23592" y="19713"/>
                </a:lnTo>
                <a:lnTo>
                  <a:pt x="23593" y="19713"/>
                </a:lnTo>
                <a:lnTo>
                  <a:pt x="23593" y="19713"/>
                </a:lnTo>
                <a:lnTo>
                  <a:pt x="23593" y="19713"/>
                </a:lnTo>
                <a:lnTo>
                  <a:pt x="23593" y="19713"/>
                </a:lnTo>
                <a:lnTo>
                  <a:pt x="23593" y="19713"/>
                </a:lnTo>
                <a:lnTo>
                  <a:pt x="23594" y="19713"/>
                </a:lnTo>
                <a:lnTo>
                  <a:pt x="23594" y="19713"/>
                </a:lnTo>
                <a:lnTo>
                  <a:pt x="23594" y="19713"/>
                </a:lnTo>
                <a:lnTo>
                  <a:pt x="23594" y="19713"/>
                </a:lnTo>
                <a:lnTo>
                  <a:pt x="23595" y="19713"/>
                </a:lnTo>
                <a:lnTo>
                  <a:pt x="23595" y="19713"/>
                </a:lnTo>
                <a:lnTo>
                  <a:pt x="23595" y="19713"/>
                </a:lnTo>
                <a:lnTo>
                  <a:pt x="23595" y="19713"/>
                </a:lnTo>
                <a:lnTo>
                  <a:pt x="23596" y="19713"/>
                </a:lnTo>
                <a:lnTo>
                  <a:pt x="23596" y="19713"/>
                </a:lnTo>
                <a:lnTo>
                  <a:pt x="23596" y="19713"/>
                </a:lnTo>
                <a:lnTo>
                  <a:pt x="23596" y="19713"/>
                </a:lnTo>
                <a:lnTo>
                  <a:pt x="23597" y="19713"/>
                </a:lnTo>
                <a:lnTo>
                  <a:pt x="23597" y="19713"/>
                </a:lnTo>
                <a:lnTo>
                  <a:pt x="23597" y="19713"/>
                </a:lnTo>
                <a:lnTo>
                  <a:pt x="23597" y="19713"/>
                </a:lnTo>
                <a:lnTo>
                  <a:pt x="23597" y="19713"/>
                </a:lnTo>
                <a:lnTo>
                  <a:pt x="23598" y="19713"/>
                </a:lnTo>
                <a:lnTo>
                  <a:pt x="23598" y="19713"/>
                </a:lnTo>
                <a:lnTo>
                  <a:pt x="23598" y="19713"/>
                </a:lnTo>
                <a:lnTo>
                  <a:pt x="23598" y="19713"/>
                </a:lnTo>
                <a:lnTo>
                  <a:pt x="23599" y="19713"/>
                </a:lnTo>
                <a:lnTo>
                  <a:pt x="23599" y="19713"/>
                </a:lnTo>
                <a:lnTo>
                  <a:pt x="23599" y="19713"/>
                </a:lnTo>
                <a:lnTo>
                  <a:pt x="23599" y="19713"/>
                </a:lnTo>
                <a:lnTo>
                  <a:pt x="23600" y="19713"/>
                </a:lnTo>
                <a:lnTo>
                  <a:pt x="23600" y="19713"/>
                </a:lnTo>
                <a:lnTo>
                  <a:pt x="23600" y="19713"/>
                </a:lnTo>
                <a:lnTo>
                  <a:pt x="23600" y="19713"/>
                </a:lnTo>
                <a:lnTo>
                  <a:pt x="23601" y="19713"/>
                </a:lnTo>
                <a:lnTo>
                  <a:pt x="23601" y="19713"/>
                </a:lnTo>
                <a:lnTo>
                  <a:pt x="23601" y="19713"/>
                </a:lnTo>
                <a:lnTo>
                  <a:pt x="23601" y="19713"/>
                </a:lnTo>
                <a:lnTo>
                  <a:pt x="23601" y="19713"/>
                </a:lnTo>
                <a:lnTo>
                  <a:pt x="23602" y="19713"/>
                </a:lnTo>
                <a:lnTo>
                  <a:pt x="23602" y="19713"/>
                </a:lnTo>
                <a:lnTo>
                  <a:pt x="23602" y="19713"/>
                </a:lnTo>
                <a:lnTo>
                  <a:pt x="23602" y="19713"/>
                </a:lnTo>
                <a:lnTo>
                  <a:pt x="23603" y="19713"/>
                </a:lnTo>
                <a:lnTo>
                  <a:pt x="23603" y="19713"/>
                </a:lnTo>
                <a:lnTo>
                  <a:pt x="23603" y="19713"/>
                </a:lnTo>
                <a:lnTo>
                  <a:pt x="23603" y="19713"/>
                </a:lnTo>
                <a:lnTo>
                  <a:pt x="23604" y="19713"/>
                </a:lnTo>
                <a:lnTo>
                  <a:pt x="23604" y="19713"/>
                </a:lnTo>
                <a:lnTo>
                  <a:pt x="23604" y="19713"/>
                </a:lnTo>
                <a:lnTo>
                  <a:pt x="23604" y="19713"/>
                </a:lnTo>
                <a:lnTo>
                  <a:pt x="23605" y="19713"/>
                </a:lnTo>
                <a:lnTo>
                  <a:pt x="23605" y="19713"/>
                </a:lnTo>
                <a:lnTo>
                  <a:pt x="23605" y="19713"/>
                </a:lnTo>
                <a:lnTo>
                  <a:pt x="23605" y="19713"/>
                </a:lnTo>
                <a:lnTo>
                  <a:pt x="23605" y="19713"/>
                </a:lnTo>
                <a:lnTo>
                  <a:pt x="23606" y="19713"/>
                </a:lnTo>
                <a:lnTo>
                  <a:pt x="23606" y="19713"/>
                </a:lnTo>
                <a:lnTo>
                  <a:pt x="23606" y="19713"/>
                </a:lnTo>
                <a:lnTo>
                  <a:pt x="23606" y="19713"/>
                </a:lnTo>
                <a:lnTo>
                  <a:pt x="23607" y="19713"/>
                </a:lnTo>
                <a:lnTo>
                  <a:pt x="23607" y="19713"/>
                </a:lnTo>
                <a:lnTo>
                  <a:pt x="23607" y="19713"/>
                </a:lnTo>
                <a:lnTo>
                  <a:pt x="23607" y="19713"/>
                </a:lnTo>
                <a:lnTo>
                  <a:pt x="23608" y="19713"/>
                </a:lnTo>
                <a:lnTo>
                  <a:pt x="23608" y="19713"/>
                </a:lnTo>
                <a:lnTo>
                  <a:pt x="23608" y="19713"/>
                </a:lnTo>
                <a:lnTo>
                  <a:pt x="23608" y="19713"/>
                </a:lnTo>
                <a:lnTo>
                  <a:pt x="23609" y="19713"/>
                </a:lnTo>
                <a:lnTo>
                  <a:pt x="23609" y="19713"/>
                </a:lnTo>
                <a:lnTo>
                  <a:pt x="23609" y="19713"/>
                </a:lnTo>
                <a:lnTo>
                  <a:pt x="23609" y="19713"/>
                </a:lnTo>
                <a:lnTo>
                  <a:pt x="23609" y="19713"/>
                </a:lnTo>
                <a:lnTo>
                  <a:pt x="23610" y="19713"/>
                </a:lnTo>
                <a:lnTo>
                  <a:pt x="23610" y="19713"/>
                </a:lnTo>
                <a:lnTo>
                  <a:pt x="23610" y="19713"/>
                </a:lnTo>
                <a:lnTo>
                  <a:pt x="23610" y="19713"/>
                </a:lnTo>
                <a:lnTo>
                  <a:pt x="23611" y="19713"/>
                </a:lnTo>
                <a:lnTo>
                  <a:pt x="23611" y="19713"/>
                </a:lnTo>
                <a:lnTo>
                  <a:pt x="23611" y="19713"/>
                </a:lnTo>
                <a:lnTo>
                  <a:pt x="23611" y="19713"/>
                </a:lnTo>
                <a:lnTo>
                  <a:pt x="23612" y="19713"/>
                </a:lnTo>
                <a:lnTo>
                  <a:pt x="23612" y="19713"/>
                </a:lnTo>
                <a:lnTo>
                  <a:pt x="23612" y="19713"/>
                </a:lnTo>
                <a:lnTo>
                  <a:pt x="23612" y="19713"/>
                </a:lnTo>
                <a:lnTo>
                  <a:pt x="23613" y="19713"/>
                </a:lnTo>
                <a:lnTo>
                  <a:pt x="23613" y="19713"/>
                </a:lnTo>
                <a:lnTo>
                  <a:pt x="23613" y="19713"/>
                </a:lnTo>
                <a:lnTo>
                  <a:pt x="23613" y="19713"/>
                </a:lnTo>
                <a:lnTo>
                  <a:pt x="23614" y="19713"/>
                </a:lnTo>
                <a:lnTo>
                  <a:pt x="23614" y="19713"/>
                </a:lnTo>
                <a:lnTo>
                  <a:pt x="23614" y="19713"/>
                </a:lnTo>
                <a:lnTo>
                  <a:pt x="23614" y="19713"/>
                </a:lnTo>
                <a:lnTo>
                  <a:pt x="23614" y="19713"/>
                </a:lnTo>
                <a:lnTo>
                  <a:pt x="23615" y="19713"/>
                </a:lnTo>
                <a:lnTo>
                  <a:pt x="23615" y="19713"/>
                </a:lnTo>
                <a:lnTo>
                  <a:pt x="23615" y="19713"/>
                </a:lnTo>
                <a:lnTo>
                  <a:pt x="23615" y="19713"/>
                </a:lnTo>
                <a:lnTo>
                  <a:pt x="23616" y="19713"/>
                </a:lnTo>
                <a:lnTo>
                  <a:pt x="23616" y="19713"/>
                </a:lnTo>
                <a:lnTo>
                  <a:pt x="23616" y="19713"/>
                </a:lnTo>
                <a:lnTo>
                  <a:pt x="23616" y="19713"/>
                </a:lnTo>
                <a:lnTo>
                  <a:pt x="23617" y="19713"/>
                </a:lnTo>
                <a:lnTo>
                  <a:pt x="23617" y="19713"/>
                </a:lnTo>
                <a:lnTo>
                  <a:pt x="23617" y="19713"/>
                </a:lnTo>
                <a:lnTo>
                  <a:pt x="23617" y="19713"/>
                </a:lnTo>
                <a:lnTo>
                  <a:pt x="23618" y="19713"/>
                </a:lnTo>
                <a:lnTo>
                  <a:pt x="23618" y="19713"/>
                </a:lnTo>
                <a:lnTo>
                  <a:pt x="23618" y="19713"/>
                </a:lnTo>
                <a:lnTo>
                  <a:pt x="23618" y="19713"/>
                </a:lnTo>
                <a:lnTo>
                  <a:pt x="23618" y="19713"/>
                </a:lnTo>
                <a:lnTo>
                  <a:pt x="23619" y="19713"/>
                </a:lnTo>
                <a:lnTo>
                  <a:pt x="23619" y="19713"/>
                </a:lnTo>
                <a:lnTo>
                  <a:pt x="23619" y="19713"/>
                </a:lnTo>
                <a:lnTo>
                  <a:pt x="23619" y="19713"/>
                </a:lnTo>
                <a:lnTo>
                  <a:pt x="23620" y="19713"/>
                </a:lnTo>
                <a:lnTo>
                  <a:pt x="23620" y="19713"/>
                </a:lnTo>
                <a:lnTo>
                  <a:pt x="23620" y="19713"/>
                </a:lnTo>
                <a:lnTo>
                  <a:pt x="23620" y="19713"/>
                </a:lnTo>
                <a:lnTo>
                  <a:pt x="23621" y="19713"/>
                </a:lnTo>
                <a:lnTo>
                  <a:pt x="23621" y="19713"/>
                </a:lnTo>
                <a:lnTo>
                  <a:pt x="23621" y="19713"/>
                </a:lnTo>
                <a:lnTo>
                  <a:pt x="23621" y="19713"/>
                </a:lnTo>
                <a:lnTo>
                  <a:pt x="23622" y="19713"/>
                </a:lnTo>
                <a:lnTo>
                  <a:pt x="23622" y="19713"/>
                </a:lnTo>
                <a:lnTo>
                  <a:pt x="23622" y="19713"/>
                </a:lnTo>
                <a:lnTo>
                  <a:pt x="23622" y="19713"/>
                </a:lnTo>
                <a:lnTo>
                  <a:pt x="23623" y="19713"/>
                </a:lnTo>
                <a:lnTo>
                  <a:pt x="23623" y="19713"/>
                </a:lnTo>
                <a:lnTo>
                  <a:pt x="23623" y="19713"/>
                </a:lnTo>
                <a:lnTo>
                  <a:pt x="23623" y="19713"/>
                </a:lnTo>
                <a:lnTo>
                  <a:pt x="23623" y="19713"/>
                </a:lnTo>
                <a:lnTo>
                  <a:pt x="23624" y="19713"/>
                </a:lnTo>
                <a:lnTo>
                  <a:pt x="23624" y="19713"/>
                </a:lnTo>
                <a:lnTo>
                  <a:pt x="23624" y="19713"/>
                </a:lnTo>
                <a:lnTo>
                  <a:pt x="23624" y="19713"/>
                </a:lnTo>
                <a:lnTo>
                  <a:pt x="23625" y="19713"/>
                </a:lnTo>
                <a:lnTo>
                  <a:pt x="23625" y="19713"/>
                </a:lnTo>
                <a:lnTo>
                  <a:pt x="23625" y="19713"/>
                </a:lnTo>
                <a:lnTo>
                  <a:pt x="23625" y="19713"/>
                </a:lnTo>
                <a:lnTo>
                  <a:pt x="23626" y="19713"/>
                </a:lnTo>
                <a:lnTo>
                  <a:pt x="23626" y="19713"/>
                </a:lnTo>
                <a:lnTo>
                  <a:pt x="23626" y="19713"/>
                </a:lnTo>
                <a:lnTo>
                  <a:pt x="23626" y="19713"/>
                </a:lnTo>
                <a:lnTo>
                  <a:pt x="23627" y="19713"/>
                </a:lnTo>
                <a:lnTo>
                  <a:pt x="23627" y="19713"/>
                </a:lnTo>
                <a:lnTo>
                  <a:pt x="23627" y="19713"/>
                </a:lnTo>
                <a:lnTo>
                  <a:pt x="23627" y="19713"/>
                </a:lnTo>
                <a:lnTo>
                  <a:pt x="23628" y="19713"/>
                </a:lnTo>
                <a:lnTo>
                  <a:pt x="23628" y="19713"/>
                </a:lnTo>
                <a:lnTo>
                  <a:pt x="23628" y="19713"/>
                </a:lnTo>
                <a:lnTo>
                  <a:pt x="23628" y="19713"/>
                </a:lnTo>
                <a:lnTo>
                  <a:pt x="23628" y="19713"/>
                </a:lnTo>
                <a:lnTo>
                  <a:pt x="23629" y="19713"/>
                </a:lnTo>
                <a:lnTo>
                  <a:pt x="23629" y="19713"/>
                </a:lnTo>
                <a:lnTo>
                  <a:pt x="23629" y="19713"/>
                </a:lnTo>
                <a:lnTo>
                  <a:pt x="23629" y="19713"/>
                </a:lnTo>
                <a:lnTo>
                  <a:pt x="23630" y="19713"/>
                </a:lnTo>
                <a:lnTo>
                  <a:pt x="23630" y="19713"/>
                </a:lnTo>
                <a:lnTo>
                  <a:pt x="23630" y="19713"/>
                </a:lnTo>
                <a:lnTo>
                  <a:pt x="23630" y="19713"/>
                </a:lnTo>
                <a:lnTo>
                  <a:pt x="23631" y="19713"/>
                </a:lnTo>
                <a:lnTo>
                  <a:pt x="23631" y="19713"/>
                </a:lnTo>
                <a:lnTo>
                  <a:pt x="23631" y="19713"/>
                </a:lnTo>
                <a:lnTo>
                  <a:pt x="23631" y="19713"/>
                </a:lnTo>
                <a:lnTo>
                  <a:pt x="23632" y="19713"/>
                </a:lnTo>
                <a:lnTo>
                  <a:pt x="23632" y="19713"/>
                </a:lnTo>
                <a:lnTo>
                  <a:pt x="23632" y="19713"/>
                </a:lnTo>
                <a:lnTo>
                  <a:pt x="23632" y="19713"/>
                </a:lnTo>
                <a:lnTo>
                  <a:pt x="23633" y="19713"/>
                </a:lnTo>
                <a:lnTo>
                  <a:pt x="23633" y="19713"/>
                </a:lnTo>
                <a:lnTo>
                  <a:pt x="23633" y="19713"/>
                </a:lnTo>
                <a:lnTo>
                  <a:pt x="23633" y="19713"/>
                </a:lnTo>
                <a:lnTo>
                  <a:pt x="23633" y="19713"/>
                </a:lnTo>
                <a:lnTo>
                  <a:pt x="23634" y="19713"/>
                </a:lnTo>
                <a:lnTo>
                  <a:pt x="23634" y="19713"/>
                </a:lnTo>
                <a:lnTo>
                  <a:pt x="23634" y="19713"/>
                </a:lnTo>
                <a:lnTo>
                  <a:pt x="23634" y="19713"/>
                </a:lnTo>
                <a:lnTo>
                  <a:pt x="23635" y="19713"/>
                </a:lnTo>
                <a:lnTo>
                  <a:pt x="23635" y="19713"/>
                </a:lnTo>
                <a:lnTo>
                  <a:pt x="23635" y="19713"/>
                </a:lnTo>
                <a:lnTo>
                  <a:pt x="23635" y="19713"/>
                </a:lnTo>
                <a:lnTo>
                  <a:pt x="23636" y="19713"/>
                </a:lnTo>
                <a:lnTo>
                  <a:pt x="23636" y="19713"/>
                </a:lnTo>
                <a:lnTo>
                  <a:pt x="23636" y="19713"/>
                </a:lnTo>
                <a:lnTo>
                  <a:pt x="23636" y="19713"/>
                </a:lnTo>
                <a:lnTo>
                  <a:pt x="23637" y="19713"/>
                </a:lnTo>
                <a:lnTo>
                  <a:pt x="23637" y="19713"/>
                </a:lnTo>
                <a:lnTo>
                  <a:pt x="23637" y="19713"/>
                </a:lnTo>
                <a:lnTo>
                  <a:pt x="23637" y="19713"/>
                </a:lnTo>
                <a:lnTo>
                  <a:pt x="23638" y="19713"/>
                </a:lnTo>
                <a:lnTo>
                  <a:pt x="23638" y="19713"/>
                </a:lnTo>
                <a:lnTo>
                  <a:pt x="23638" y="19713"/>
                </a:lnTo>
                <a:lnTo>
                  <a:pt x="23638" y="19713"/>
                </a:lnTo>
                <a:lnTo>
                  <a:pt x="23638" y="19713"/>
                </a:lnTo>
                <a:lnTo>
                  <a:pt x="23639" y="19713"/>
                </a:lnTo>
                <a:lnTo>
                  <a:pt x="23639" y="19713"/>
                </a:lnTo>
                <a:lnTo>
                  <a:pt x="23639" y="19713"/>
                </a:lnTo>
                <a:lnTo>
                  <a:pt x="23639" y="19713"/>
                </a:lnTo>
                <a:lnTo>
                  <a:pt x="23640" y="19713"/>
                </a:lnTo>
                <a:lnTo>
                  <a:pt x="23640" y="19713"/>
                </a:lnTo>
                <a:lnTo>
                  <a:pt x="23640" y="19713"/>
                </a:lnTo>
                <a:lnTo>
                  <a:pt x="23640" y="19713"/>
                </a:lnTo>
                <a:lnTo>
                  <a:pt x="23641" y="19713"/>
                </a:lnTo>
                <a:lnTo>
                  <a:pt x="23641" y="19713"/>
                </a:lnTo>
                <a:lnTo>
                  <a:pt x="23641" y="19713"/>
                </a:lnTo>
                <a:lnTo>
                  <a:pt x="23641" y="19713"/>
                </a:lnTo>
                <a:lnTo>
                  <a:pt x="23642" y="19713"/>
                </a:lnTo>
                <a:lnTo>
                  <a:pt x="23642" y="19713"/>
                </a:lnTo>
                <a:lnTo>
                  <a:pt x="23642" y="19713"/>
                </a:lnTo>
                <a:lnTo>
                  <a:pt x="23642" y="19713"/>
                </a:lnTo>
                <a:lnTo>
                  <a:pt x="23643" y="19713"/>
                </a:lnTo>
                <a:lnTo>
                  <a:pt x="23643" y="19713"/>
                </a:lnTo>
                <a:lnTo>
                  <a:pt x="23643" y="19713"/>
                </a:lnTo>
                <a:lnTo>
                  <a:pt x="23643" y="19713"/>
                </a:lnTo>
                <a:lnTo>
                  <a:pt x="23644" y="19713"/>
                </a:lnTo>
                <a:lnTo>
                  <a:pt x="23644" y="19713"/>
                </a:lnTo>
                <a:lnTo>
                  <a:pt x="23644" y="19713"/>
                </a:lnTo>
                <a:lnTo>
                  <a:pt x="23644" y="19713"/>
                </a:lnTo>
                <a:lnTo>
                  <a:pt x="23644" y="19713"/>
                </a:lnTo>
                <a:lnTo>
                  <a:pt x="23645" y="19713"/>
                </a:lnTo>
                <a:lnTo>
                  <a:pt x="23645" y="19713"/>
                </a:lnTo>
                <a:lnTo>
                  <a:pt x="23645" y="19713"/>
                </a:lnTo>
                <a:lnTo>
                  <a:pt x="23645" y="19713"/>
                </a:lnTo>
                <a:lnTo>
                  <a:pt x="23646" y="19713"/>
                </a:lnTo>
                <a:lnTo>
                  <a:pt x="23646" y="19713"/>
                </a:lnTo>
                <a:lnTo>
                  <a:pt x="23646" y="19713"/>
                </a:lnTo>
                <a:lnTo>
                  <a:pt x="23646" y="19713"/>
                </a:lnTo>
                <a:lnTo>
                  <a:pt x="23647" y="19713"/>
                </a:lnTo>
                <a:lnTo>
                  <a:pt x="23647" y="19713"/>
                </a:lnTo>
                <a:lnTo>
                  <a:pt x="23647" y="19713"/>
                </a:lnTo>
                <a:lnTo>
                  <a:pt x="23647" y="19713"/>
                </a:lnTo>
                <a:lnTo>
                  <a:pt x="23648" y="19713"/>
                </a:lnTo>
                <a:lnTo>
                  <a:pt x="23648" y="19713"/>
                </a:lnTo>
                <a:lnTo>
                  <a:pt x="23648" y="19713"/>
                </a:lnTo>
                <a:lnTo>
                  <a:pt x="23648" y="19713"/>
                </a:lnTo>
                <a:lnTo>
                  <a:pt x="23649" y="19713"/>
                </a:lnTo>
                <a:lnTo>
                  <a:pt x="23649" y="19713"/>
                </a:lnTo>
                <a:lnTo>
                  <a:pt x="23649" y="19713"/>
                </a:lnTo>
                <a:lnTo>
                  <a:pt x="23649" y="19713"/>
                </a:lnTo>
                <a:lnTo>
                  <a:pt x="23650" y="19713"/>
                </a:lnTo>
                <a:lnTo>
                  <a:pt x="23650" y="19713"/>
                </a:lnTo>
                <a:lnTo>
                  <a:pt x="23650" y="19713"/>
                </a:lnTo>
                <a:lnTo>
                  <a:pt x="23650" y="19713"/>
                </a:lnTo>
                <a:lnTo>
                  <a:pt x="23650" y="19713"/>
                </a:lnTo>
                <a:lnTo>
                  <a:pt x="23651" y="19713"/>
                </a:lnTo>
                <a:lnTo>
                  <a:pt x="23651" y="19713"/>
                </a:lnTo>
                <a:lnTo>
                  <a:pt x="23651" y="19713"/>
                </a:lnTo>
                <a:lnTo>
                  <a:pt x="23651" y="19713"/>
                </a:lnTo>
                <a:lnTo>
                  <a:pt x="23652" y="19713"/>
                </a:lnTo>
                <a:lnTo>
                  <a:pt x="23652" y="19713"/>
                </a:lnTo>
                <a:lnTo>
                  <a:pt x="23652" y="19713"/>
                </a:lnTo>
                <a:lnTo>
                  <a:pt x="23652" y="19713"/>
                </a:lnTo>
                <a:lnTo>
                  <a:pt x="23653" y="19713"/>
                </a:lnTo>
                <a:lnTo>
                  <a:pt x="23653" y="19713"/>
                </a:lnTo>
                <a:lnTo>
                  <a:pt x="23653" y="19713"/>
                </a:lnTo>
                <a:lnTo>
                  <a:pt x="23653" y="19713"/>
                </a:lnTo>
                <a:lnTo>
                  <a:pt x="23654" y="19713"/>
                </a:lnTo>
                <a:lnTo>
                  <a:pt x="23654" y="19713"/>
                </a:lnTo>
                <a:lnTo>
                  <a:pt x="23654" y="19713"/>
                </a:lnTo>
                <a:lnTo>
                  <a:pt x="23654" y="19713"/>
                </a:lnTo>
                <a:lnTo>
                  <a:pt x="23655" y="19713"/>
                </a:lnTo>
                <a:lnTo>
                  <a:pt x="23655" y="19713"/>
                </a:lnTo>
                <a:lnTo>
                  <a:pt x="23655" y="19713"/>
                </a:lnTo>
                <a:lnTo>
                  <a:pt x="23655" y="19713"/>
                </a:lnTo>
                <a:lnTo>
                  <a:pt x="23656" y="19713"/>
                </a:lnTo>
                <a:lnTo>
                  <a:pt x="23656" y="19713"/>
                </a:lnTo>
                <a:lnTo>
                  <a:pt x="23656" y="19713"/>
                </a:lnTo>
                <a:lnTo>
                  <a:pt x="23656" y="19713"/>
                </a:lnTo>
                <a:lnTo>
                  <a:pt x="23656" y="19713"/>
                </a:lnTo>
                <a:lnTo>
                  <a:pt x="23657" y="19713"/>
                </a:lnTo>
                <a:lnTo>
                  <a:pt x="23657" y="19713"/>
                </a:lnTo>
                <a:lnTo>
                  <a:pt x="23657" y="19713"/>
                </a:lnTo>
                <a:lnTo>
                  <a:pt x="23657" y="19713"/>
                </a:lnTo>
                <a:lnTo>
                  <a:pt x="23658" y="19713"/>
                </a:lnTo>
                <a:lnTo>
                  <a:pt x="23658" y="19713"/>
                </a:lnTo>
                <a:lnTo>
                  <a:pt x="23658" y="19713"/>
                </a:lnTo>
                <a:lnTo>
                  <a:pt x="23658" y="19713"/>
                </a:lnTo>
                <a:lnTo>
                  <a:pt x="23659" y="19713"/>
                </a:lnTo>
                <a:lnTo>
                  <a:pt x="23659" y="19713"/>
                </a:lnTo>
                <a:lnTo>
                  <a:pt x="23659" y="19713"/>
                </a:lnTo>
                <a:lnTo>
                  <a:pt x="23659" y="19713"/>
                </a:lnTo>
                <a:lnTo>
                  <a:pt x="23660" y="19713"/>
                </a:lnTo>
                <a:lnTo>
                  <a:pt x="23660" y="19713"/>
                </a:lnTo>
                <a:lnTo>
                  <a:pt x="23660" y="19713"/>
                </a:lnTo>
                <a:lnTo>
                  <a:pt x="23660" y="19713"/>
                </a:lnTo>
                <a:lnTo>
                  <a:pt x="23661" y="19713"/>
                </a:lnTo>
                <a:lnTo>
                  <a:pt x="23661" y="19713"/>
                </a:lnTo>
                <a:lnTo>
                  <a:pt x="23661" y="19713"/>
                </a:lnTo>
                <a:lnTo>
                  <a:pt x="23661" y="19713"/>
                </a:lnTo>
                <a:lnTo>
                  <a:pt x="23662" y="19713"/>
                </a:lnTo>
                <a:lnTo>
                  <a:pt x="23662" y="19713"/>
                </a:lnTo>
                <a:lnTo>
                  <a:pt x="23662" y="19713"/>
                </a:lnTo>
                <a:lnTo>
                  <a:pt x="23662" y="19713"/>
                </a:lnTo>
                <a:lnTo>
                  <a:pt x="23662" y="19713"/>
                </a:lnTo>
                <a:lnTo>
                  <a:pt x="23663" y="19713"/>
                </a:lnTo>
                <a:lnTo>
                  <a:pt x="23663" y="19713"/>
                </a:lnTo>
                <a:lnTo>
                  <a:pt x="23663" y="19713"/>
                </a:lnTo>
                <a:lnTo>
                  <a:pt x="23663" y="19713"/>
                </a:lnTo>
                <a:lnTo>
                  <a:pt x="23664" y="19713"/>
                </a:lnTo>
                <a:lnTo>
                  <a:pt x="23664" y="19713"/>
                </a:lnTo>
                <a:lnTo>
                  <a:pt x="23664" y="19713"/>
                </a:lnTo>
                <a:lnTo>
                  <a:pt x="23664" y="19713"/>
                </a:lnTo>
                <a:lnTo>
                  <a:pt x="23665" y="19713"/>
                </a:lnTo>
                <a:lnTo>
                  <a:pt x="23665" y="19713"/>
                </a:lnTo>
                <a:lnTo>
                  <a:pt x="23665" y="19713"/>
                </a:lnTo>
                <a:lnTo>
                  <a:pt x="23665" y="19713"/>
                </a:lnTo>
                <a:lnTo>
                  <a:pt x="23666" y="19713"/>
                </a:lnTo>
                <a:lnTo>
                  <a:pt x="23666" y="19713"/>
                </a:lnTo>
                <a:lnTo>
                  <a:pt x="23666" y="19713"/>
                </a:lnTo>
                <a:lnTo>
                  <a:pt x="23666" y="19713"/>
                </a:lnTo>
                <a:lnTo>
                  <a:pt x="23667" y="19713"/>
                </a:lnTo>
                <a:lnTo>
                  <a:pt x="23667" y="19713"/>
                </a:lnTo>
                <a:lnTo>
                  <a:pt x="23667" y="19713"/>
                </a:lnTo>
                <a:lnTo>
                  <a:pt x="23667" y="19713"/>
                </a:lnTo>
                <a:lnTo>
                  <a:pt x="23668" y="19713"/>
                </a:lnTo>
                <a:lnTo>
                  <a:pt x="23668" y="19713"/>
                </a:lnTo>
                <a:lnTo>
                  <a:pt x="23668" y="19713"/>
                </a:lnTo>
                <a:lnTo>
                  <a:pt x="23668" y="19713"/>
                </a:lnTo>
                <a:lnTo>
                  <a:pt x="23669" y="19713"/>
                </a:lnTo>
                <a:lnTo>
                  <a:pt x="23669" y="19713"/>
                </a:lnTo>
                <a:lnTo>
                  <a:pt x="23669" y="19713"/>
                </a:lnTo>
                <a:lnTo>
                  <a:pt x="23669" y="19713"/>
                </a:lnTo>
                <a:lnTo>
                  <a:pt x="23669" y="19713"/>
                </a:lnTo>
                <a:lnTo>
                  <a:pt x="23670" y="19713"/>
                </a:lnTo>
                <a:lnTo>
                  <a:pt x="23670" y="19713"/>
                </a:lnTo>
                <a:lnTo>
                  <a:pt x="23670" y="19713"/>
                </a:lnTo>
                <a:lnTo>
                  <a:pt x="23670" y="19713"/>
                </a:lnTo>
                <a:lnTo>
                  <a:pt x="23671" y="19713"/>
                </a:lnTo>
                <a:lnTo>
                  <a:pt x="23671" y="19713"/>
                </a:lnTo>
                <a:lnTo>
                  <a:pt x="23671" y="19713"/>
                </a:lnTo>
                <a:lnTo>
                  <a:pt x="23671" y="19713"/>
                </a:lnTo>
                <a:lnTo>
                  <a:pt x="23672" y="19713"/>
                </a:lnTo>
                <a:lnTo>
                  <a:pt x="23672" y="19713"/>
                </a:lnTo>
                <a:lnTo>
                  <a:pt x="23672" y="19713"/>
                </a:lnTo>
                <a:lnTo>
                  <a:pt x="23672" y="19713"/>
                </a:lnTo>
                <a:lnTo>
                  <a:pt x="23673" y="19713"/>
                </a:lnTo>
                <a:lnTo>
                  <a:pt x="23673" y="19713"/>
                </a:lnTo>
                <a:lnTo>
                  <a:pt x="23673" y="19713"/>
                </a:lnTo>
                <a:lnTo>
                  <a:pt x="23673" y="19713"/>
                </a:lnTo>
                <a:lnTo>
                  <a:pt x="23674" y="19713"/>
                </a:lnTo>
                <a:lnTo>
                  <a:pt x="23674" y="19713"/>
                </a:lnTo>
                <a:lnTo>
                  <a:pt x="23674" y="19713"/>
                </a:lnTo>
                <a:lnTo>
                  <a:pt x="23674" y="19713"/>
                </a:lnTo>
                <a:lnTo>
                  <a:pt x="23675" y="19713"/>
                </a:lnTo>
                <a:lnTo>
                  <a:pt x="23675" y="19713"/>
                </a:lnTo>
                <a:lnTo>
                  <a:pt x="23675" y="19713"/>
                </a:lnTo>
                <a:lnTo>
                  <a:pt x="23675" y="19713"/>
                </a:lnTo>
                <a:lnTo>
                  <a:pt x="23676" y="19713"/>
                </a:lnTo>
                <a:lnTo>
                  <a:pt x="23676" y="19713"/>
                </a:lnTo>
                <a:lnTo>
                  <a:pt x="23676" y="19713"/>
                </a:lnTo>
                <a:lnTo>
                  <a:pt x="23676" y="19713"/>
                </a:lnTo>
                <a:lnTo>
                  <a:pt x="23677" y="19713"/>
                </a:lnTo>
                <a:lnTo>
                  <a:pt x="23677" y="19713"/>
                </a:lnTo>
                <a:lnTo>
                  <a:pt x="23677" y="19713"/>
                </a:lnTo>
                <a:lnTo>
                  <a:pt x="23677" y="19713"/>
                </a:lnTo>
                <a:lnTo>
                  <a:pt x="23677" y="19713"/>
                </a:lnTo>
                <a:lnTo>
                  <a:pt x="23678" y="19713"/>
                </a:lnTo>
                <a:lnTo>
                  <a:pt x="23678" y="19713"/>
                </a:lnTo>
                <a:lnTo>
                  <a:pt x="23678" y="19713"/>
                </a:lnTo>
                <a:lnTo>
                  <a:pt x="23678" y="19713"/>
                </a:lnTo>
                <a:lnTo>
                  <a:pt x="23679" y="19713"/>
                </a:lnTo>
                <a:lnTo>
                  <a:pt x="23679" y="19713"/>
                </a:lnTo>
                <a:lnTo>
                  <a:pt x="23679" y="19713"/>
                </a:lnTo>
                <a:lnTo>
                  <a:pt x="23679" y="19713"/>
                </a:lnTo>
                <a:lnTo>
                  <a:pt x="23680" y="19713"/>
                </a:lnTo>
                <a:lnTo>
                  <a:pt x="23680" y="19713"/>
                </a:lnTo>
                <a:lnTo>
                  <a:pt x="23680" y="19713"/>
                </a:lnTo>
                <a:lnTo>
                  <a:pt x="23680" y="19713"/>
                </a:lnTo>
                <a:lnTo>
                  <a:pt x="23681" y="19713"/>
                </a:lnTo>
                <a:lnTo>
                  <a:pt x="23681" y="19713"/>
                </a:lnTo>
                <a:lnTo>
                  <a:pt x="23681" y="19713"/>
                </a:lnTo>
                <a:lnTo>
                  <a:pt x="23681" y="19713"/>
                </a:lnTo>
                <a:lnTo>
                  <a:pt x="23682" y="19713"/>
                </a:lnTo>
                <a:lnTo>
                  <a:pt x="23682" y="19713"/>
                </a:lnTo>
                <a:lnTo>
                  <a:pt x="23682" y="19713"/>
                </a:lnTo>
                <a:lnTo>
                  <a:pt x="23682" y="19713"/>
                </a:lnTo>
                <a:lnTo>
                  <a:pt x="23683" y="19713"/>
                </a:lnTo>
                <a:lnTo>
                  <a:pt x="23683" y="19713"/>
                </a:lnTo>
                <a:lnTo>
                  <a:pt x="23683" y="19713"/>
                </a:lnTo>
                <a:lnTo>
                  <a:pt x="23683" y="19713"/>
                </a:lnTo>
                <a:lnTo>
                  <a:pt x="23684" y="19713"/>
                </a:lnTo>
                <a:lnTo>
                  <a:pt x="23684" y="19713"/>
                </a:lnTo>
                <a:lnTo>
                  <a:pt x="23684" y="19713"/>
                </a:lnTo>
                <a:lnTo>
                  <a:pt x="23684" y="19713"/>
                </a:lnTo>
                <a:lnTo>
                  <a:pt x="23685" y="19713"/>
                </a:lnTo>
                <a:lnTo>
                  <a:pt x="23685" y="19713"/>
                </a:lnTo>
                <a:lnTo>
                  <a:pt x="23685" y="19713"/>
                </a:lnTo>
                <a:lnTo>
                  <a:pt x="23685" y="19713"/>
                </a:lnTo>
                <a:lnTo>
                  <a:pt x="23686" y="19713"/>
                </a:lnTo>
                <a:lnTo>
                  <a:pt x="23686" y="19713"/>
                </a:lnTo>
                <a:lnTo>
                  <a:pt x="23686" y="19713"/>
                </a:lnTo>
                <a:lnTo>
                  <a:pt x="23686" y="19713"/>
                </a:lnTo>
                <a:lnTo>
                  <a:pt x="23686" y="19713"/>
                </a:lnTo>
                <a:lnTo>
                  <a:pt x="23687" y="19713"/>
                </a:lnTo>
                <a:lnTo>
                  <a:pt x="23687" y="19713"/>
                </a:lnTo>
                <a:lnTo>
                  <a:pt x="23687" y="19713"/>
                </a:lnTo>
                <a:lnTo>
                  <a:pt x="23687" y="19713"/>
                </a:lnTo>
                <a:lnTo>
                  <a:pt x="23688" y="19713"/>
                </a:lnTo>
                <a:lnTo>
                  <a:pt x="23688" y="19713"/>
                </a:lnTo>
                <a:lnTo>
                  <a:pt x="23688" y="19713"/>
                </a:lnTo>
                <a:lnTo>
                  <a:pt x="23688" y="19713"/>
                </a:lnTo>
                <a:lnTo>
                  <a:pt x="23689" y="19713"/>
                </a:lnTo>
                <a:lnTo>
                  <a:pt x="23689" y="19713"/>
                </a:lnTo>
                <a:lnTo>
                  <a:pt x="23689" y="19713"/>
                </a:lnTo>
                <a:lnTo>
                  <a:pt x="23689" y="19713"/>
                </a:lnTo>
                <a:lnTo>
                  <a:pt x="23690" y="19713"/>
                </a:lnTo>
                <a:lnTo>
                  <a:pt x="23690" y="19713"/>
                </a:lnTo>
                <a:lnTo>
                  <a:pt x="23690" y="19713"/>
                </a:lnTo>
                <a:lnTo>
                  <a:pt x="23690" y="19713"/>
                </a:lnTo>
                <a:lnTo>
                  <a:pt x="23691" y="19713"/>
                </a:lnTo>
                <a:lnTo>
                  <a:pt x="23691" y="19713"/>
                </a:lnTo>
                <a:lnTo>
                  <a:pt x="23691" y="19713"/>
                </a:lnTo>
                <a:lnTo>
                  <a:pt x="23691" y="19713"/>
                </a:lnTo>
                <a:lnTo>
                  <a:pt x="23692" y="19713"/>
                </a:lnTo>
                <a:lnTo>
                  <a:pt x="23692" y="19713"/>
                </a:lnTo>
                <a:lnTo>
                  <a:pt x="23692" y="19713"/>
                </a:lnTo>
                <a:lnTo>
                  <a:pt x="23692" y="19713"/>
                </a:lnTo>
                <a:lnTo>
                  <a:pt x="23693" y="19713"/>
                </a:lnTo>
                <a:lnTo>
                  <a:pt x="23693" y="19713"/>
                </a:lnTo>
                <a:lnTo>
                  <a:pt x="23693" y="19713"/>
                </a:lnTo>
                <a:lnTo>
                  <a:pt x="23693" y="19713"/>
                </a:lnTo>
                <a:lnTo>
                  <a:pt x="23694" y="19713"/>
                </a:lnTo>
                <a:lnTo>
                  <a:pt x="23694" y="19713"/>
                </a:lnTo>
                <a:lnTo>
                  <a:pt x="23694" y="19713"/>
                </a:lnTo>
                <a:lnTo>
                  <a:pt x="23694" y="19713"/>
                </a:lnTo>
                <a:lnTo>
                  <a:pt x="23695" y="19713"/>
                </a:lnTo>
                <a:lnTo>
                  <a:pt x="23695" y="19713"/>
                </a:lnTo>
                <a:lnTo>
                  <a:pt x="23695" y="19713"/>
                </a:lnTo>
                <a:lnTo>
                  <a:pt x="23695" y="19713"/>
                </a:lnTo>
                <a:lnTo>
                  <a:pt x="23695" y="19713"/>
                </a:lnTo>
                <a:lnTo>
                  <a:pt x="23696" y="19713"/>
                </a:lnTo>
                <a:lnTo>
                  <a:pt x="23696" y="19713"/>
                </a:lnTo>
                <a:lnTo>
                  <a:pt x="23696" y="19713"/>
                </a:lnTo>
                <a:lnTo>
                  <a:pt x="23696" y="19713"/>
                </a:lnTo>
                <a:lnTo>
                  <a:pt x="23697" y="19713"/>
                </a:lnTo>
                <a:lnTo>
                  <a:pt x="23697" y="19713"/>
                </a:lnTo>
                <a:lnTo>
                  <a:pt x="23697" y="19713"/>
                </a:lnTo>
                <a:lnTo>
                  <a:pt x="23697" y="19713"/>
                </a:lnTo>
                <a:lnTo>
                  <a:pt x="23698" y="19713"/>
                </a:lnTo>
                <a:lnTo>
                  <a:pt x="23698" y="19713"/>
                </a:lnTo>
                <a:lnTo>
                  <a:pt x="23698" y="19713"/>
                </a:lnTo>
                <a:lnTo>
                  <a:pt x="23698" y="19713"/>
                </a:lnTo>
                <a:lnTo>
                  <a:pt x="23699" y="19713"/>
                </a:lnTo>
                <a:lnTo>
                  <a:pt x="23699" y="19713"/>
                </a:lnTo>
                <a:lnTo>
                  <a:pt x="23699" y="19713"/>
                </a:lnTo>
                <a:lnTo>
                  <a:pt x="23699" y="19713"/>
                </a:lnTo>
                <a:lnTo>
                  <a:pt x="23700" y="19713"/>
                </a:lnTo>
                <a:lnTo>
                  <a:pt x="23700" y="19713"/>
                </a:lnTo>
                <a:lnTo>
                  <a:pt x="23700" y="19713"/>
                </a:lnTo>
                <a:lnTo>
                  <a:pt x="23700" y="19713"/>
                </a:lnTo>
                <a:lnTo>
                  <a:pt x="23701" y="19713"/>
                </a:lnTo>
                <a:lnTo>
                  <a:pt x="23701" y="19713"/>
                </a:lnTo>
                <a:lnTo>
                  <a:pt x="23701" y="19713"/>
                </a:lnTo>
                <a:lnTo>
                  <a:pt x="23701" y="19713"/>
                </a:lnTo>
                <a:lnTo>
                  <a:pt x="23702" y="19713"/>
                </a:lnTo>
                <a:lnTo>
                  <a:pt x="23702" y="19713"/>
                </a:lnTo>
                <a:lnTo>
                  <a:pt x="23702" y="19713"/>
                </a:lnTo>
                <a:lnTo>
                  <a:pt x="23702" y="19713"/>
                </a:lnTo>
                <a:lnTo>
                  <a:pt x="23703" y="19713"/>
                </a:lnTo>
                <a:lnTo>
                  <a:pt x="23703" y="19713"/>
                </a:lnTo>
                <a:lnTo>
                  <a:pt x="23703" y="19713"/>
                </a:lnTo>
                <a:lnTo>
                  <a:pt x="23703" y="19713"/>
                </a:lnTo>
                <a:lnTo>
                  <a:pt x="23704" y="19713"/>
                </a:lnTo>
                <a:lnTo>
                  <a:pt x="23704" y="19713"/>
                </a:lnTo>
                <a:lnTo>
                  <a:pt x="23704" y="19713"/>
                </a:lnTo>
                <a:lnTo>
                  <a:pt x="23704" y="19713"/>
                </a:lnTo>
                <a:lnTo>
                  <a:pt x="23705" y="19713"/>
                </a:lnTo>
                <a:lnTo>
                  <a:pt x="23705" y="19713"/>
                </a:lnTo>
                <a:lnTo>
                  <a:pt x="23705" y="19713"/>
                </a:lnTo>
                <a:lnTo>
                  <a:pt x="23705" y="19713"/>
                </a:lnTo>
                <a:lnTo>
                  <a:pt x="23706" y="19713"/>
                </a:lnTo>
                <a:lnTo>
                  <a:pt x="23706" y="19713"/>
                </a:lnTo>
                <a:lnTo>
                  <a:pt x="23706" y="19713"/>
                </a:lnTo>
                <a:lnTo>
                  <a:pt x="23706" y="19713"/>
                </a:lnTo>
                <a:lnTo>
                  <a:pt x="23707" y="19713"/>
                </a:lnTo>
                <a:lnTo>
                  <a:pt x="23707" y="19713"/>
                </a:lnTo>
                <a:lnTo>
                  <a:pt x="23707" y="19713"/>
                </a:lnTo>
                <a:lnTo>
                  <a:pt x="23707" y="19713"/>
                </a:lnTo>
                <a:lnTo>
                  <a:pt x="23707" y="19713"/>
                </a:lnTo>
                <a:lnTo>
                  <a:pt x="23708" y="19713"/>
                </a:lnTo>
                <a:lnTo>
                  <a:pt x="23708" y="19713"/>
                </a:lnTo>
                <a:lnTo>
                  <a:pt x="23708" y="19713"/>
                </a:lnTo>
                <a:lnTo>
                  <a:pt x="23708" y="19713"/>
                </a:lnTo>
                <a:lnTo>
                  <a:pt x="23709" y="19713"/>
                </a:lnTo>
                <a:lnTo>
                  <a:pt x="23709" y="19713"/>
                </a:lnTo>
                <a:lnTo>
                  <a:pt x="23709" y="19713"/>
                </a:lnTo>
                <a:lnTo>
                  <a:pt x="23709" y="19713"/>
                </a:lnTo>
                <a:lnTo>
                  <a:pt x="23710" y="19713"/>
                </a:lnTo>
                <a:lnTo>
                  <a:pt x="23710" y="19713"/>
                </a:lnTo>
                <a:lnTo>
                  <a:pt x="23710" y="19713"/>
                </a:lnTo>
                <a:lnTo>
                  <a:pt x="23710" y="19713"/>
                </a:lnTo>
                <a:lnTo>
                  <a:pt x="23711" y="19713"/>
                </a:lnTo>
                <a:lnTo>
                  <a:pt x="23711" y="19713"/>
                </a:lnTo>
                <a:lnTo>
                  <a:pt x="23711" y="19713"/>
                </a:lnTo>
                <a:lnTo>
                  <a:pt x="23711" y="19713"/>
                </a:lnTo>
                <a:lnTo>
                  <a:pt x="23712" y="19713"/>
                </a:lnTo>
                <a:lnTo>
                  <a:pt x="23712" y="19713"/>
                </a:lnTo>
                <a:lnTo>
                  <a:pt x="23712" y="19713"/>
                </a:lnTo>
                <a:lnTo>
                  <a:pt x="23712" y="19713"/>
                </a:lnTo>
                <a:lnTo>
                  <a:pt x="23713" y="19713"/>
                </a:lnTo>
                <a:lnTo>
                  <a:pt x="23713" y="19713"/>
                </a:lnTo>
                <a:lnTo>
                  <a:pt x="23713" y="19713"/>
                </a:lnTo>
                <a:lnTo>
                  <a:pt x="23713" y="19713"/>
                </a:lnTo>
                <a:lnTo>
                  <a:pt x="23714" y="19713"/>
                </a:lnTo>
                <a:lnTo>
                  <a:pt x="23714" y="19713"/>
                </a:lnTo>
                <a:lnTo>
                  <a:pt x="23714" y="19713"/>
                </a:lnTo>
                <a:lnTo>
                  <a:pt x="23714" y="19713"/>
                </a:lnTo>
                <a:lnTo>
                  <a:pt x="23715" y="19713"/>
                </a:lnTo>
                <a:lnTo>
                  <a:pt x="23715" y="19713"/>
                </a:lnTo>
                <a:lnTo>
                  <a:pt x="23715" y="19713"/>
                </a:lnTo>
                <a:lnTo>
                  <a:pt x="23715" y="19713"/>
                </a:lnTo>
                <a:lnTo>
                  <a:pt x="23716" y="19713"/>
                </a:lnTo>
                <a:lnTo>
                  <a:pt x="23716" y="19713"/>
                </a:lnTo>
                <a:lnTo>
                  <a:pt x="23716" y="19713"/>
                </a:lnTo>
                <a:lnTo>
                  <a:pt x="23716" y="19713"/>
                </a:lnTo>
                <a:lnTo>
                  <a:pt x="23717" y="19713"/>
                </a:lnTo>
                <a:lnTo>
                  <a:pt x="23717" y="19713"/>
                </a:lnTo>
                <a:lnTo>
                  <a:pt x="23717" y="19713"/>
                </a:lnTo>
                <a:lnTo>
                  <a:pt x="23717" y="19713"/>
                </a:lnTo>
                <a:lnTo>
                  <a:pt x="23718" y="19713"/>
                </a:lnTo>
                <a:lnTo>
                  <a:pt x="23718" y="19713"/>
                </a:lnTo>
                <a:lnTo>
                  <a:pt x="23718" y="19713"/>
                </a:lnTo>
                <a:lnTo>
                  <a:pt x="23718" y="19713"/>
                </a:lnTo>
                <a:lnTo>
                  <a:pt x="23719" y="19713"/>
                </a:lnTo>
                <a:lnTo>
                  <a:pt x="23719" y="19713"/>
                </a:lnTo>
                <a:lnTo>
                  <a:pt x="23719" y="19713"/>
                </a:lnTo>
                <a:lnTo>
                  <a:pt x="23719" y="19713"/>
                </a:lnTo>
                <a:lnTo>
                  <a:pt x="23720" y="19713"/>
                </a:lnTo>
                <a:lnTo>
                  <a:pt x="23720" y="19713"/>
                </a:lnTo>
                <a:lnTo>
                  <a:pt x="23720" y="19713"/>
                </a:lnTo>
                <a:lnTo>
                  <a:pt x="23720" y="19713"/>
                </a:lnTo>
                <a:lnTo>
                  <a:pt x="23721" y="19713"/>
                </a:lnTo>
                <a:lnTo>
                  <a:pt x="23721" y="19713"/>
                </a:lnTo>
                <a:lnTo>
                  <a:pt x="23721" y="19713"/>
                </a:lnTo>
                <a:lnTo>
                  <a:pt x="23721" y="19713"/>
                </a:lnTo>
                <a:lnTo>
                  <a:pt x="23722" y="19713"/>
                </a:lnTo>
                <a:lnTo>
                  <a:pt x="23722" y="19713"/>
                </a:lnTo>
                <a:lnTo>
                  <a:pt x="23722" y="19713"/>
                </a:lnTo>
                <a:lnTo>
                  <a:pt x="23722" y="19713"/>
                </a:lnTo>
                <a:lnTo>
                  <a:pt x="23722" y="19713"/>
                </a:lnTo>
                <a:lnTo>
                  <a:pt x="23723" y="19713"/>
                </a:lnTo>
                <a:lnTo>
                  <a:pt x="23723" y="19713"/>
                </a:lnTo>
                <a:lnTo>
                  <a:pt x="23723" y="19713"/>
                </a:lnTo>
                <a:lnTo>
                  <a:pt x="23723" y="19713"/>
                </a:lnTo>
                <a:lnTo>
                  <a:pt x="23724" y="19713"/>
                </a:lnTo>
                <a:lnTo>
                  <a:pt x="23724" y="19713"/>
                </a:lnTo>
                <a:lnTo>
                  <a:pt x="23724" y="19713"/>
                </a:lnTo>
                <a:lnTo>
                  <a:pt x="23724" y="19713"/>
                </a:lnTo>
                <a:lnTo>
                  <a:pt x="23725" y="19713"/>
                </a:lnTo>
                <a:lnTo>
                  <a:pt x="23725" y="19713"/>
                </a:lnTo>
                <a:lnTo>
                  <a:pt x="23725" y="19713"/>
                </a:lnTo>
                <a:lnTo>
                  <a:pt x="23725" y="19713"/>
                </a:lnTo>
                <a:lnTo>
                  <a:pt x="23726" y="19713"/>
                </a:lnTo>
                <a:lnTo>
                  <a:pt x="23726" y="19713"/>
                </a:lnTo>
                <a:lnTo>
                  <a:pt x="23726" y="19713"/>
                </a:lnTo>
                <a:lnTo>
                  <a:pt x="23726" y="19713"/>
                </a:lnTo>
                <a:lnTo>
                  <a:pt x="23727" y="19713"/>
                </a:lnTo>
                <a:lnTo>
                  <a:pt x="23727" y="19713"/>
                </a:lnTo>
                <a:lnTo>
                  <a:pt x="23727" y="19713"/>
                </a:lnTo>
                <a:lnTo>
                  <a:pt x="23727" y="19713"/>
                </a:lnTo>
                <a:lnTo>
                  <a:pt x="23728" y="19713"/>
                </a:lnTo>
                <a:lnTo>
                  <a:pt x="23728" y="19713"/>
                </a:lnTo>
                <a:lnTo>
                  <a:pt x="23728" y="19713"/>
                </a:lnTo>
                <a:lnTo>
                  <a:pt x="23728" y="19713"/>
                </a:lnTo>
                <a:lnTo>
                  <a:pt x="23729" y="19713"/>
                </a:lnTo>
                <a:lnTo>
                  <a:pt x="23729" y="19713"/>
                </a:lnTo>
                <a:lnTo>
                  <a:pt x="23729" y="19713"/>
                </a:lnTo>
                <a:lnTo>
                  <a:pt x="23729" y="19713"/>
                </a:lnTo>
                <a:lnTo>
                  <a:pt x="23730" y="19713"/>
                </a:lnTo>
                <a:lnTo>
                  <a:pt x="23730" y="19713"/>
                </a:lnTo>
                <a:lnTo>
                  <a:pt x="23730" y="19713"/>
                </a:lnTo>
                <a:lnTo>
                  <a:pt x="23730" y="19713"/>
                </a:lnTo>
                <a:lnTo>
                  <a:pt x="23731" y="19713"/>
                </a:lnTo>
                <a:lnTo>
                  <a:pt x="23731" y="19713"/>
                </a:lnTo>
                <a:lnTo>
                  <a:pt x="23731" y="19713"/>
                </a:lnTo>
                <a:lnTo>
                  <a:pt x="23731" y="19713"/>
                </a:lnTo>
                <a:lnTo>
                  <a:pt x="23732" y="19713"/>
                </a:lnTo>
                <a:lnTo>
                  <a:pt x="23732" y="19713"/>
                </a:lnTo>
                <a:lnTo>
                  <a:pt x="23732" y="19713"/>
                </a:lnTo>
                <a:lnTo>
                  <a:pt x="23732" y="19713"/>
                </a:lnTo>
                <a:lnTo>
                  <a:pt x="23733" y="19713"/>
                </a:lnTo>
                <a:lnTo>
                  <a:pt x="23733" y="19713"/>
                </a:lnTo>
                <a:lnTo>
                  <a:pt x="23733" y="19713"/>
                </a:lnTo>
                <a:lnTo>
                  <a:pt x="23733" y="19713"/>
                </a:lnTo>
                <a:lnTo>
                  <a:pt x="23734" y="19713"/>
                </a:lnTo>
                <a:lnTo>
                  <a:pt x="23734" y="19713"/>
                </a:lnTo>
                <a:lnTo>
                  <a:pt x="23734" y="19713"/>
                </a:lnTo>
                <a:lnTo>
                  <a:pt x="23734" y="19713"/>
                </a:lnTo>
                <a:lnTo>
                  <a:pt x="23735" y="19713"/>
                </a:lnTo>
                <a:lnTo>
                  <a:pt x="23735" y="19713"/>
                </a:lnTo>
                <a:lnTo>
                  <a:pt x="23735" y="19713"/>
                </a:lnTo>
                <a:lnTo>
                  <a:pt x="23735" y="19713"/>
                </a:lnTo>
                <a:lnTo>
                  <a:pt x="23736" y="19713"/>
                </a:lnTo>
                <a:lnTo>
                  <a:pt x="23736" y="19713"/>
                </a:lnTo>
                <a:lnTo>
                  <a:pt x="23736" y="19713"/>
                </a:lnTo>
                <a:lnTo>
                  <a:pt x="23736" y="19713"/>
                </a:lnTo>
                <a:lnTo>
                  <a:pt x="23737" y="19713"/>
                </a:lnTo>
                <a:lnTo>
                  <a:pt x="23737" y="19713"/>
                </a:lnTo>
                <a:lnTo>
                  <a:pt x="23737" y="19713"/>
                </a:lnTo>
                <a:lnTo>
                  <a:pt x="23737" y="19713"/>
                </a:lnTo>
                <a:lnTo>
                  <a:pt x="23738" y="19713"/>
                </a:lnTo>
                <a:lnTo>
                  <a:pt x="23738" y="19713"/>
                </a:lnTo>
                <a:lnTo>
                  <a:pt x="23738" y="19713"/>
                </a:lnTo>
                <a:lnTo>
                  <a:pt x="23738" y="19713"/>
                </a:lnTo>
                <a:lnTo>
                  <a:pt x="23739" y="19713"/>
                </a:lnTo>
                <a:lnTo>
                  <a:pt x="23739" y="19713"/>
                </a:lnTo>
                <a:lnTo>
                  <a:pt x="23739" y="19713"/>
                </a:lnTo>
                <a:lnTo>
                  <a:pt x="23739" y="19713"/>
                </a:lnTo>
                <a:lnTo>
                  <a:pt x="23740" y="19713"/>
                </a:lnTo>
                <a:lnTo>
                  <a:pt x="23740" y="19713"/>
                </a:lnTo>
                <a:lnTo>
                  <a:pt x="23740" y="19713"/>
                </a:lnTo>
                <a:lnTo>
                  <a:pt x="23740" y="19713"/>
                </a:lnTo>
                <a:lnTo>
                  <a:pt x="23741" y="19713"/>
                </a:lnTo>
                <a:lnTo>
                  <a:pt x="23741" y="19713"/>
                </a:lnTo>
                <a:lnTo>
                  <a:pt x="23741" y="19713"/>
                </a:lnTo>
                <a:lnTo>
                  <a:pt x="23741" y="19713"/>
                </a:lnTo>
                <a:lnTo>
                  <a:pt x="23742" y="19713"/>
                </a:lnTo>
                <a:lnTo>
                  <a:pt x="23742" y="19713"/>
                </a:lnTo>
                <a:lnTo>
                  <a:pt x="23742" y="19713"/>
                </a:lnTo>
                <a:lnTo>
                  <a:pt x="23742" y="19713"/>
                </a:lnTo>
                <a:lnTo>
                  <a:pt x="23743" y="19713"/>
                </a:lnTo>
                <a:lnTo>
                  <a:pt x="23743" y="19713"/>
                </a:lnTo>
                <a:lnTo>
                  <a:pt x="23743" y="19713"/>
                </a:lnTo>
                <a:lnTo>
                  <a:pt x="23743" y="19713"/>
                </a:lnTo>
                <a:lnTo>
                  <a:pt x="23744" y="19713"/>
                </a:lnTo>
                <a:lnTo>
                  <a:pt x="23744" y="19713"/>
                </a:lnTo>
                <a:lnTo>
                  <a:pt x="23744" y="19713"/>
                </a:lnTo>
                <a:lnTo>
                  <a:pt x="23744" y="19713"/>
                </a:lnTo>
                <a:lnTo>
                  <a:pt x="23745" y="19713"/>
                </a:lnTo>
                <a:lnTo>
                  <a:pt x="23745" y="19713"/>
                </a:lnTo>
                <a:lnTo>
                  <a:pt x="23745" y="19713"/>
                </a:lnTo>
                <a:lnTo>
                  <a:pt x="23745" y="19713"/>
                </a:lnTo>
                <a:lnTo>
                  <a:pt x="23746" y="19713"/>
                </a:lnTo>
                <a:lnTo>
                  <a:pt x="23746" y="19713"/>
                </a:lnTo>
                <a:lnTo>
                  <a:pt x="23746" y="19713"/>
                </a:lnTo>
                <a:lnTo>
                  <a:pt x="23746" y="19713"/>
                </a:lnTo>
                <a:lnTo>
                  <a:pt x="23747" y="19713"/>
                </a:lnTo>
                <a:lnTo>
                  <a:pt x="23747" y="19713"/>
                </a:lnTo>
                <a:lnTo>
                  <a:pt x="23747" y="19713"/>
                </a:lnTo>
                <a:lnTo>
                  <a:pt x="23747" y="19713"/>
                </a:lnTo>
                <a:lnTo>
                  <a:pt x="23748" y="19713"/>
                </a:lnTo>
                <a:lnTo>
                  <a:pt x="23748" y="19713"/>
                </a:lnTo>
                <a:lnTo>
                  <a:pt x="23748" y="19713"/>
                </a:lnTo>
                <a:lnTo>
                  <a:pt x="23748" y="19713"/>
                </a:lnTo>
                <a:lnTo>
                  <a:pt x="23748" y="19713"/>
                </a:lnTo>
                <a:lnTo>
                  <a:pt x="23749" y="19713"/>
                </a:lnTo>
                <a:lnTo>
                  <a:pt x="23749" y="19713"/>
                </a:lnTo>
                <a:lnTo>
                  <a:pt x="23749" y="19713"/>
                </a:lnTo>
                <a:lnTo>
                  <a:pt x="23749" y="19713"/>
                </a:lnTo>
                <a:lnTo>
                  <a:pt x="23750" y="19713"/>
                </a:lnTo>
                <a:lnTo>
                  <a:pt x="23750" y="19713"/>
                </a:lnTo>
                <a:lnTo>
                  <a:pt x="23750" y="19713"/>
                </a:lnTo>
                <a:lnTo>
                  <a:pt x="23750" y="19713"/>
                </a:lnTo>
                <a:lnTo>
                  <a:pt x="23751" y="19713"/>
                </a:lnTo>
                <a:lnTo>
                  <a:pt x="23751" y="19713"/>
                </a:lnTo>
                <a:lnTo>
                  <a:pt x="23751" y="19713"/>
                </a:lnTo>
                <a:lnTo>
                  <a:pt x="23751" y="19713"/>
                </a:lnTo>
                <a:lnTo>
                  <a:pt x="23752" y="19713"/>
                </a:lnTo>
                <a:lnTo>
                  <a:pt x="23752" y="19713"/>
                </a:lnTo>
                <a:lnTo>
                  <a:pt x="23752" y="19713"/>
                </a:lnTo>
                <a:lnTo>
                  <a:pt x="23752" y="19713"/>
                </a:lnTo>
                <a:lnTo>
                  <a:pt x="23753" y="19713"/>
                </a:lnTo>
                <a:lnTo>
                  <a:pt x="23753" y="19713"/>
                </a:lnTo>
                <a:lnTo>
                  <a:pt x="23753" y="19713"/>
                </a:lnTo>
                <a:lnTo>
                  <a:pt x="23753" y="19713"/>
                </a:lnTo>
                <a:lnTo>
                  <a:pt x="23754" y="19713"/>
                </a:lnTo>
                <a:lnTo>
                  <a:pt x="23754" y="19713"/>
                </a:lnTo>
                <a:lnTo>
                  <a:pt x="23754" y="19713"/>
                </a:lnTo>
                <a:lnTo>
                  <a:pt x="23754" y="19713"/>
                </a:lnTo>
                <a:lnTo>
                  <a:pt x="23755" y="19713"/>
                </a:lnTo>
                <a:lnTo>
                  <a:pt x="23755" y="19713"/>
                </a:lnTo>
                <a:lnTo>
                  <a:pt x="23755" y="19713"/>
                </a:lnTo>
                <a:lnTo>
                  <a:pt x="23755" y="19713"/>
                </a:lnTo>
                <a:lnTo>
                  <a:pt x="23756" y="19713"/>
                </a:lnTo>
                <a:lnTo>
                  <a:pt x="23756" y="19713"/>
                </a:lnTo>
                <a:lnTo>
                  <a:pt x="23756" y="19713"/>
                </a:lnTo>
                <a:lnTo>
                  <a:pt x="23756" y="19713"/>
                </a:lnTo>
                <a:lnTo>
                  <a:pt x="23757" y="19713"/>
                </a:lnTo>
                <a:lnTo>
                  <a:pt x="23757" y="19713"/>
                </a:lnTo>
                <a:lnTo>
                  <a:pt x="23757" y="19713"/>
                </a:lnTo>
                <a:lnTo>
                  <a:pt x="23757" y="19713"/>
                </a:lnTo>
                <a:lnTo>
                  <a:pt x="23758" y="19713"/>
                </a:lnTo>
                <a:lnTo>
                  <a:pt x="23758" y="19713"/>
                </a:lnTo>
                <a:lnTo>
                  <a:pt x="23758" y="19713"/>
                </a:lnTo>
                <a:lnTo>
                  <a:pt x="23758" y="19713"/>
                </a:lnTo>
                <a:lnTo>
                  <a:pt x="23759" y="19713"/>
                </a:lnTo>
                <a:lnTo>
                  <a:pt x="23759" y="19713"/>
                </a:lnTo>
                <a:lnTo>
                  <a:pt x="23759" y="19713"/>
                </a:lnTo>
                <a:lnTo>
                  <a:pt x="23759" y="19713"/>
                </a:lnTo>
                <a:lnTo>
                  <a:pt x="23760" y="19713"/>
                </a:lnTo>
                <a:lnTo>
                  <a:pt x="23760" y="19713"/>
                </a:lnTo>
                <a:lnTo>
                  <a:pt x="23760" y="19713"/>
                </a:lnTo>
                <a:lnTo>
                  <a:pt x="23760" y="19713"/>
                </a:lnTo>
                <a:lnTo>
                  <a:pt x="23761" y="19713"/>
                </a:lnTo>
                <a:lnTo>
                  <a:pt x="23761" y="19713"/>
                </a:lnTo>
                <a:lnTo>
                  <a:pt x="23761" y="19713"/>
                </a:lnTo>
                <a:lnTo>
                  <a:pt x="23761" y="19713"/>
                </a:lnTo>
                <a:lnTo>
                  <a:pt x="23762" y="19713"/>
                </a:lnTo>
                <a:lnTo>
                  <a:pt x="23762" y="19713"/>
                </a:lnTo>
                <a:lnTo>
                  <a:pt x="23762" y="19713"/>
                </a:lnTo>
                <a:lnTo>
                  <a:pt x="23762" y="19713"/>
                </a:lnTo>
                <a:lnTo>
                  <a:pt x="23763" y="19713"/>
                </a:lnTo>
                <a:lnTo>
                  <a:pt x="23763" y="19713"/>
                </a:lnTo>
                <a:lnTo>
                  <a:pt x="23763" y="19713"/>
                </a:lnTo>
                <a:lnTo>
                  <a:pt x="23763" y="19713"/>
                </a:lnTo>
                <a:lnTo>
                  <a:pt x="23764" y="19713"/>
                </a:lnTo>
                <a:lnTo>
                  <a:pt x="23764" y="19713"/>
                </a:lnTo>
                <a:lnTo>
                  <a:pt x="23764" y="19713"/>
                </a:lnTo>
                <a:lnTo>
                  <a:pt x="23764" y="19713"/>
                </a:lnTo>
                <a:lnTo>
                  <a:pt x="23765" y="19713"/>
                </a:lnTo>
                <a:lnTo>
                  <a:pt x="23765" y="19713"/>
                </a:lnTo>
                <a:lnTo>
                  <a:pt x="23765" y="19713"/>
                </a:lnTo>
                <a:lnTo>
                  <a:pt x="23765" y="19713"/>
                </a:lnTo>
                <a:lnTo>
                  <a:pt x="23766" y="19713"/>
                </a:lnTo>
                <a:lnTo>
                  <a:pt x="23766" y="19713"/>
                </a:lnTo>
                <a:lnTo>
                  <a:pt x="23766" y="19713"/>
                </a:lnTo>
                <a:lnTo>
                  <a:pt x="23766" y="19713"/>
                </a:lnTo>
                <a:lnTo>
                  <a:pt x="23767" y="19713"/>
                </a:lnTo>
                <a:lnTo>
                  <a:pt x="23767" y="19713"/>
                </a:lnTo>
                <a:lnTo>
                  <a:pt x="23767" y="19713"/>
                </a:lnTo>
                <a:lnTo>
                  <a:pt x="23767" y="19713"/>
                </a:lnTo>
                <a:lnTo>
                  <a:pt x="23768" y="19713"/>
                </a:lnTo>
                <a:lnTo>
                  <a:pt x="23768" y="19713"/>
                </a:lnTo>
                <a:lnTo>
                  <a:pt x="23768" y="19713"/>
                </a:lnTo>
                <a:lnTo>
                  <a:pt x="23768" y="19713"/>
                </a:lnTo>
                <a:lnTo>
                  <a:pt x="23769" y="19713"/>
                </a:lnTo>
                <a:lnTo>
                  <a:pt x="23769" y="19713"/>
                </a:lnTo>
                <a:lnTo>
                  <a:pt x="23769" y="19713"/>
                </a:lnTo>
                <a:lnTo>
                  <a:pt x="23769" y="19713"/>
                </a:lnTo>
                <a:lnTo>
                  <a:pt x="23770" y="19713"/>
                </a:lnTo>
                <a:lnTo>
                  <a:pt x="23770" y="19713"/>
                </a:lnTo>
                <a:lnTo>
                  <a:pt x="23770" y="19713"/>
                </a:lnTo>
                <a:lnTo>
                  <a:pt x="23770" y="19713"/>
                </a:lnTo>
                <a:lnTo>
                  <a:pt x="23771" y="19713"/>
                </a:lnTo>
                <a:lnTo>
                  <a:pt x="23771" y="19713"/>
                </a:lnTo>
                <a:lnTo>
                  <a:pt x="23771" y="19713"/>
                </a:lnTo>
                <a:lnTo>
                  <a:pt x="23771" y="19713"/>
                </a:lnTo>
                <a:lnTo>
                  <a:pt x="23772" y="19713"/>
                </a:lnTo>
                <a:lnTo>
                  <a:pt x="23772" y="19713"/>
                </a:lnTo>
                <a:lnTo>
                  <a:pt x="23772" y="19713"/>
                </a:lnTo>
                <a:lnTo>
                  <a:pt x="23772" y="19713"/>
                </a:lnTo>
                <a:lnTo>
                  <a:pt x="23773" y="19713"/>
                </a:lnTo>
                <a:lnTo>
                  <a:pt x="23773" y="19713"/>
                </a:lnTo>
                <a:lnTo>
                  <a:pt x="23773" y="19713"/>
                </a:lnTo>
                <a:lnTo>
                  <a:pt x="23773" y="19713"/>
                </a:lnTo>
                <a:lnTo>
                  <a:pt x="23774" y="19713"/>
                </a:lnTo>
                <a:lnTo>
                  <a:pt x="23774" y="19713"/>
                </a:lnTo>
                <a:lnTo>
                  <a:pt x="23774" y="19713"/>
                </a:lnTo>
                <a:lnTo>
                  <a:pt x="23774" y="19713"/>
                </a:lnTo>
                <a:lnTo>
                  <a:pt x="23775" y="19713"/>
                </a:lnTo>
                <a:lnTo>
                  <a:pt x="23775" y="19713"/>
                </a:lnTo>
                <a:lnTo>
                  <a:pt x="23775" y="19713"/>
                </a:lnTo>
                <a:lnTo>
                  <a:pt x="23775" y="19713"/>
                </a:lnTo>
                <a:lnTo>
                  <a:pt x="23776" y="19713"/>
                </a:lnTo>
                <a:lnTo>
                  <a:pt x="23776" y="19713"/>
                </a:lnTo>
                <a:lnTo>
                  <a:pt x="23776" y="19713"/>
                </a:lnTo>
                <a:lnTo>
                  <a:pt x="23777" y="19713"/>
                </a:lnTo>
                <a:lnTo>
                  <a:pt x="23777" y="19713"/>
                </a:lnTo>
                <a:lnTo>
                  <a:pt x="23777" y="19713"/>
                </a:lnTo>
                <a:lnTo>
                  <a:pt x="23777" y="19713"/>
                </a:lnTo>
                <a:lnTo>
                  <a:pt x="23778" y="19713"/>
                </a:lnTo>
                <a:lnTo>
                  <a:pt x="23778" y="19713"/>
                </a:lnTo>
                <a:lnTo>
                  <a:pt x="23778" y="19713"/>
                </a:lnTo>
                <a:lnTo>
                  <a:pt x="23778" y="19713"/>
                </a:lnTo>
                <a:lnTo>
                  <a:pt x="23779" y="19713"/>
                </a:lnTo>
                <a:lnTo>
                  <a:pt x="23779" y="19713"/>
                </a:lnTo>
                <a:lnTo>
                  <a:pt x="23779" y="19713"/>
                </a:lnTo>
                <a:lnTo>
                  <a:pt x="23779" y="19713"/>
                </a:lnTo>
                <a:lnTo>
                  <a:pt x="23780" y="19713"/>
                </a:lnTo>
                <a:lnTo>
                  <a:pt x="23780" y="19713"/>
                </a:lnTo>
                <a:lnTo>
                  <a:pt x="23780" y="19713"/>
                </a:lnTo>
                <a:lnTo>
                  <a:pt x="23780" y="19713"/>
                </a:lnTo>
                <a:lnTo>
                  <a:pt x="23781" y="19713"/>
                </a:lnTo>
                <a:lnTo>
                  <a:pt x="23781" y="19713"/>
                </a:lnTo>
                <a:lnTo>
                  <a:pt x="23781" y="19713"/>
                </a:lnTo>
                <a:lnTo>
                  <a:pt x="23781" y="19713"/>
                </a:lnTo>
                <a:lnTo>
                  <a:pt x="23782" y="19713"/>
                </a:lnTo>
                <a:lnTo>
                  <a:pt x="23782" y="19713"/>
                </a:lnTo>
                <a:lnTo>
                  <a:pt x="23782" y="19713"/>
                </a:lnTo>
                <a:lnTo>
                  <a:pt x="23782" y="19713"/>
                </a:lnTo>
                <a:lnTo>
                  <a:pt x="23783" y="19713"/>
                </a:lnTo>
                <a:lnTo>
                  <a:pt x="23783" y="19713"/>
                </a:lnTo>
                <a:lnTo>
                  <a:pt x="23783" y="19713"/>
                </a:lnTo>
                <a:lnTo>
                  <a:pt x="23783" y="19713"/>
                </a:lnTo>
                <a:lnTo>
                  <a:pt x="23784" y="19713"/>
                </a:lnTo>
                <a:lnTo>
                  <a:pt x="23784" y="19713"/>
                </a:lnTo>
                <a:lnTo>
                  <a:pt x="23784" y="19713"/>
                </a:lnTo>
                <a:lnTo>
                  <a:pt x="23784" y="19713"/>
                </a:lnTo>
                <a:lnTo>
                  <a:pt x="23785" y="19713"/>
                </a:lnTo>
                <a:lnTo>
                  <a:pt x="23785" y="19713"/>
                </a:lnTo>
                <a:lnTo>
                  <a:pt x="23785" y="19713"/>
                </a:lnTo>
                <a:lnTo>
                  <a:pt x="23785" y="19713"/>
                </a:lnTo>
                <a:lnTo>
                  <a:pt x="23786" y="19713"/>
                </a:lnTo>
                <a:lnTo>
                  <a:pt x="23786" y="19713"/>
                </a:lnTo>
                <a:lnTo>
                  <a:pt x="23786" y="19713"/>
                </a:lnTo>
                <a:lnTo>
                  <a:pt x="23786" y="19713"/>
                </a:lnTo>
                <a:lnTo>
                  <a:pt x="23787" y="19713"/>
                </a:lnTo>
                <a:lnTo>
                  <a:pt x="23787" y="19713"/>
                </a:lnTo>
                <a:lnTo>
                  <a:pt x="23787" y="19713"/>
                </a:lnTo>
                <a:lnTo>
                  <a:pt x="23787" y="19713"/>
                </a:lnTo>
                <a:lnTo>
                  <a:pt x="23788" y="19713"/>
                </a:lnTo>
                <a:lnTo>
                  <a:pt x="23788" y="19713"/>
                </a:lnTo>
                <a:lnTo>
                  <a:pt x="23788" y="19713"/>
                </a:lnTo>
                <a:lnTo>
                  <a:pt x="23788" y="19713"/>
                </a:lnTo>
                <a:lnTo>
                  <a:pt x="23789" y="19713"/>
                </a:lnTo>
                <a:lnTo>
                  <a:pt x="23789" y="19713"/>
                </a:lnTo>
                <a:lnTo>
                  <a:pt x="23789" y="19713"/>
                </a:lnTo>
                <a:lnTo>
                  <a:pt x="23789" y="19713"/>
                </a:lnTo>
                <a:lnTo>
                  <a:pt x="23790" y="19713"/>
                </a:lnTo>
                <a:lnTo>
                  <a:pt x="23790" y="19713"/>
                </a:lnTo>
                <a:lnTo>
                  <a:pt x="23790" y="19713"/>
                </a:lnTo>
                <a:lnTo>
                  <a:pt x="23790" y="19713"/>
                </a:lnTo>
                <a:lnTo>
                  <a:pt x="23791" y="19713"/>
                </a:lnTo>
                <a:lnTo>
                  <a:pt x="23791" y="19713"/>
                </a:lnTo>
                <a:lnTo>
                  <a:pt x="23791" y="19713"/>
                </a:lnTo>
                <a:lnTo>
                  <a:pt x="23791" y="19713"/>
                </a:lnTo>
                <a:lnTo>
                  <a:pt x="23792" y="19713"/>
                </a:lnTo>
                <a:lnTo>
                  <a:pt x="23792" y="19713"/>
                </a:lnTo>
                <a:lnTo>
                  <a:pt x="23792" y="19713"/>
                </a:lnTo>
                <a:lnTo>
                  <a:pt x="23792" y="19713"/>
                </a:lnTo>
                <a:lnTo>
                  <a:pt x="23793" y="19713"/>
                </a:lnTo>
                <a:lnTo>
                  <a:pt x="23793" y="19713"/>
                </a:lnTo>
                <a:lnTo>
                  <a:pt x="23793" y="19713"/>
                </a:lnTo>
                <a:lnTo>
                  <a:pt x="23793" y="19713"/>
                </a:lnTo>
                <a:lnTo>
                  <a:pt x="23794" y="19713"/>
                </a:lnTo>
                <a:lnTo>
                  <a:pt x="23794" y="19713"/>
                </a:lnTo>
                <a:lnTo>
                  <a:pt x="23794" y="19713"/>
                </a:lnTo>
                <a:lnTo>
                  <a:pt x="23794" y="19713"/>
                </a:lnTo>
                <a:lnTo>
                  <a:pt x="23795" y="19713"/>
                </a:lnTo>
                <a:lnTo>
                  <a:pt x="23795" y="19713"/>
                </a:lnTo>
                <a:lnTo>
                  <a:pt x="23795" y="19713"/>
                </a:lnTo>
                <a:lnTo>
                  <a:pt x="23795" y="19713"/>
                </a:lnTo>
                <a:lnTo>
                  <a:pt x="23796" y="19713"/>
                </a:lnTo>
                <a:lnTo>
                  <a:pt x="23796" y="19713"/>
                </a:lnTo>
                <a:lnTo>
                  <a:pt x="23796" y="19713"/>
                </a:lnTo>
                <a:lnTo>
                  <a:pt x="23796" y="19713"/>
                </a:lnTo>
                <a:lnTo>
                  <a:pt x="23797" y="19713"/>
                </a:lnTo>
                <a:lnTo>
                  <a:pt x="23797" y="19713"/>
                </a:lnTo>
                <a:lnTo>
                  <a:pt x="23797" y="19713"/>
                </a:lnTo>
                <a:lnTo>
                  <a:pt x="23797" y="19713"/>
                </a:lnTo>
                <a:lnTo>
                  <a:pt x="23798" y="19713"/>
                </a:lnTo>
                <a:lnTo>
                  <a:pt x="23798" y="19713"/>
                </a:lnTo>
                <a:lnTo>
                  <a:pt x="23798" y="19713"/>
                </a:lnTo>
                <a:lnTo>
                  <a:pt x="23798" y="19713"/>
                </a:lnTo>
                <a:lnTo>
                  <a:pt x="23799" y="19713"/>
                </a:lnTo>
                <a:lnTo>
                  <a:pt x="23799" y="19713"/>
                </a:lnTo>
                <a:lnTo>
                  <a:pt x="23799" y="19713"/>
                </a:lnTo>
                <a:lnTo>
                  <a:pt x="23799" y="19713"/>
                </a:lnTo>
                <a:lnTo>
                  <a:pt x="23800" y="19713"/>
                </a:lnTo>
                <a:lnTo>
                  <a:pt x="23800" y="19713"/>
                </a:lnTo>
                <a:lnTo>
                  <a:pt x="23800" y="19713"/>
                </a:lnTo>
                <a:lnTo>
                  <a:pt x="23800" y="19713"/>
                </a:lnTo>
                <a:lnTo>
                  <a:pt x="23801" y="19713"/>
                </a:lnTo>
                <a:lnTo>
                  <a:pt x="23801" y="19713"/>
                </a:lnTo>
                <a:lnTo>
                  <a:pt x="23801" y="19713"/>
                </a:lnTo>
                <a:lnTo>
                  <a:pt x="23801" y="19713"/>
                </a:lnTo>
                <a:lnTo>
                  <a:pt x="23802" y="19713"/>
                </a:lnTo>
                <a:lnTo>
                  <a:pt x="23802" y="19713"/>
                </a:lnTo>
                <a:lnTo>
                  <a:pt x="23802" y="19713"/>
                </a:lnTo>
                <a:lnTo>
                  <a:pt x="23802" y="19713"/>
                </a:lnTo>
                <a:lnTo>
                  <a:pt x="23803" y="19713"/>
                </a:lnTo>
                <a:lnTo>
                  <a:pt x="23803" y="19713"/>
                </a:lnTo>
                <a:lnTo>
                  <a:pt x="23803" y="19713"/>
                </a:lnTo>
                <a:lnTo>
                  <a:pt x="23804" y="19713"/>
                </a:lnTo>
                <a:lnTo>
                  <a:pt x="23804" y="19713"/>
                </a:lnTo>
                <a:lnTo>
                  <a:pt x="23804" y="19713"/>
                </a:lnTo>
                <a:lnTo>
                  <a:pt x="23804" y="19713"/>
                </a:lnTo>
                <a:lnTo>
                  <a:pt x="23805" y="19713"/>
                </a:lnTo>
                <a:lnTo>
                  <a:pt x="23805" y="19713"/>
                </a:lnTo>
                <a:lnTo>
                  <a:pt x="23805" y="19713"/>
                </a:lnTo>
                <a:lnTo>
                  <a:pt x="23805" y="19713"/>
                </a:lnTo>
                <a:lnTo>
                  <a:pt x="23806" y="19713"/>
                </a:lnTo>
                <a:lnTo>
                  <a:pt x="23806" y="19713"/>
                </a:lnTo>
                <a:lnTo>
                  <a:pt x="23806" y="19713"/>
                </a:lnTo>
                <a:lnTo>
                  <a:pt x="23806" y="19713"/>
                </a:lnTo>
                <a:lnTo>
                  <a:pt x="23807" y="19713"/>
                </a:lnTo>
                <a:lnTo>
                  <a:pt x="23807" y="19713"/>
                </a:lnTo>
                <a:lnTo>
                  <a:pt x="23807" y="19713"/>
                </a:lnTo>
                <a:lnTo>
                  <a:pt x="23807" y="19713"/>
                </a:lnTo>
                <a:lnTo>
                  <a:pt x="23808" y="19713"/>
                </a:lnTo>
                <a:lnTo>
                  <a:pt x="23808" y="19713"/>
                </a:lnTo>
                <a:lnTo>
                  <a:pt x="23808" y="19713"/>
                </a:lnTo>
                <a:lnTo>
                  <a:pt x="23808" y="19713"/>
                </a:lnTo>
                <a:lnTo>
                  <a:pt x="23809" y="19713"/>
                </a:lnTo>
                <a:lnTo>
                  <a:pt x="23809" y="19713"/>
                </a:lnTo>
                <a:lnTo>
                  <a:pt x="23809" y="19713"/>
                </a:lnTo>
                <a:lnTo>
                  <a:pt x="23809" y="19713"/>
                </a:lnTo>
                <a:lnTo>
                  <a:pt x="23810" y="19713"/>
                </a:lnTo>
                <a:lnTo>
                  <a:pt x="23810" y="19713"/>
                </a:lnTo>
                <a:lnTo>
                  <a:pt x="23810" y="19713"/>
                </a:lnTo>
                <a:lnTo>
                  <a:pt x="23810" y="19713"/>
                </a:lnTo>
                <a:lnTo>
                  <a:pt x="23811" y="19713"/>
                </a:lnTo>
                <a:lnTo>
                  <a:pt x="23811" y="19713"/>
                </a:lnTo>
                <a:lnTo>
                  <a:pt x="23811" y="19713"/>
                </a:lnTo>
                <a:lnTo>
                  <a:pt x="23811" y="19713"/>
                </a:lnTo>
                <a:lnTo>
                  <a:pt x="23812" y="19713"/>
                </a:lnTo>
                <a:lnTo>
                  <a:pt x="23812" y="19713"/>
                </a:lnTo>
                <a:lnTo>
                  <a:pt x="23812" y="19713"/>
                </a:lnTo>
                <a:lnTo>
                  <a:pt x="23812" y="19713"/>
                </a:lnTo>
                <a:lnTo>
                  <a:pt x="23813" y="19713"/>
                </a:lnTo>
                <a:lnTo>
                  <a:pt x="23813" y="19713"/>
                </a:lnTo>
                <a:lnTo>
                  <a:pt x="23813" y="19713"/>
                </a:lnTo>
                <a:lnTo>
                  <a:pt x="23813" y="19713"/>
                </a:lnTo>
                <a:lnTo>
                  <a:pt x="23814" y="19713"/>
                </a:lnTo>
                <a:lnTo>
                  <a:pt x="23814" y="19713"/>
                </a:lnTo>
                <a:lnTo>
                  <a:pt x="23814" y="19713"/>
                </a:lnTo>
                <a:lnTo>
                  <a:pt x="23814" y="19713"/>
                </a:lnTo>
                <a:lnTo>
                  <a:pt x="23815" y="19713"/>
                </a:lnTo>
                <a:lnTo>
                  <a:pt x="23815" y="19713"/>
                </a:lnTo>
                <a:lnTo>
                  <a:pt x="23815" y="19713"/>
                </a:lnTo>
                <a:lnTo>
                  <a:pt x="23815" y="19713"/>
                </a:lnTo>
                <a:lnTo>
                  <a:pt x="23816" y="19713"/>
                </a:lnTo>
                <a:lnTo>
                  <a:pt x="23816" y="19713"/>
                </a:lnTo>
                <a:lnTo>
                  <a:pt x="23816" y="19713"/>
                </a:lnTo>
                <a:lnTo>
                  <a:pt x="23816" y="19713"/>
                </a:lnTo>
                <a:lnTo>
                  <a:pt x="23817" y="19713"/>
                </a:lnTo>
                <a:lnTo>
                  <a:pt x="23817" y="19713"/>
                </a:lnTo>
                <a:lnTo>
                  <a:pt x="23817" y="19713"/>
                </a:lnTo>
                <a:lnTo>
                  <a:pt x="23817" y="19713"/>
                </a:lnTo>
                <a:lnTo>
                  <a:pt x="23818" y="19713"/>
                </a:lnTo>
                <a:lnTo>
                  <a:pt x="23818" y="19713"/>
                </a:lnTo>
                <a:lnTo>
                  <a:pt x="23818" y="19713"/>
                </a:lnTo>
                <a:lnTo>
                  <a:pt x="23819" y="19713"/>
                </a:lnTo>
                <a:lnTo>
                  <a:pt x="23819" y="19713"/>
                </a:lnTo>
                <a:lnTo>
                  <a:pt x="23819" y="19713"/>
                </a:lnTo>
                <a:lnTo>
                  <a:pt x="23819" y="19713"/>
                </a:lnTo>
                <a:lnTo>
                  <a:pt x="23820" y="19713"/>
                </a:lnTo>
                <a:lnTo>
                  <a:pt x="23820" y="19713"/>
                </a:lnTo>
                <a:lnTo>
                  <a:pt x="23820" y="19713"/>
                </a:lnTo>
                <a:lnTo>
                  <a:pt x="23820" y="19713"/>
                </a:lnTo>
                <a:lnTo>
                  <a:pt x="23821" y="19713"/>
                </a:lnTo>
                <a:lnTo>
                  <a:pt x="23821" y="19713"/>
                </a:lnTo>
                <a:lnTo>
                  <a:pt x="23821" y="19713"/>
                </a:lnTo>
                <a:lnTo>
                  <a:pt x="23821" y="19713"/>
                </a:lnTo>
                <a:lnTo>
                  <a:pt x="23822" y="19713"/>
                </a:lnTo>
                <a:lnTo>
                  <a:pt x="23822" y="19713"/>
                </a:lnTo>
                <a:lnTo>
                  <a:pt x="23822" y="19713"/>
                </a:lnTo>
                <a:lnTo>
                  <a:pt x="23822" y="19713"/>
                </a:lnTo>
                <a:lnTo>
                  <a:pt x="23823" y="19713"/>
                </a:lnTo>
                <a:lnTo>
                  <a:pt x="23823" y="19713"/>
                </a:lnTo>
                <a:lnTo>
                  <a:pt x="23823" y="19713"/>
                </a:lnTo>
                <a:lnTo>
                  <a:pt x="23823" y="19713"/>
                </a:lnTo>
                <a:lnTo>
                  <a:pt x="23824" y="19713"/>
                </a:lnTo>
                <a:lnTo>
                  <a:pt x="23824" y="19713"/>
                </a:lnTo>
                <a:lnTo>
                  <a:pt x="23824" y="19713"/>
                </a:lnTo>
                <a:lnTo>
                  <a:pt x="23824" y="19713"/>
                </a:lnTo>
                <a:lnTo>
                  <a:pt x="23825" y="19713"/>
                </a:lnTo>
                <a:lnTo>
                  <a:pt x="23825" y="19713"/>
                </a:lnTo>
                <a:lnTo>
                  <a:pt x="23825" y="19713"/>
                </a:lnTo>
                <a:lnTo>
                  <a:pt x="23825" y="19713"/>
                </a:lnTo>
                <a:lnTo>
                  <a:pt x="23826" y="19713"/>
                </a:lnTo>
                <a:lnTo>
                  <a:pt x="23826" y="19713"/>
                </a:lnTo>
                <a:lnTo>
                  <a:pt x="23826" y="19713"/>
                </a:lnTo>
                <a:lnTo>
                  <a:pt x="23826" y="19713"/>
                </a:lnTo>
                <a:lnTo>
                  <a:pt x="23827" y="19713"/>
                </a:lnTo>
                <a:lnTo>
                  <a:pt x="23827" y="19713"/>
                </a:lnTo>
                <a:lnTo>
                  <a:pt x="23827" y="19713"/>
                </a:lnTo>
                <a:lnTo>
                  <a:pt x="23827" y="19713"/>
                </a:lnTo>
                <a:lnTo>
                  <a:pt x="23828" y="19713"/>
                </a:lnTo>
                <a:lnTo>
                  <a:pt x="23828" y="19713"/>
                </a:lnTo>
                <a:lnTo>
                  <a:pt x="23828" y="19713"/>
                </a:lnTo>
                <a:lnTo>
                  <a:pt x="23828" y="19713"/>
                </a:lnTo>
                <a:lnTo>
                  <a:pt x="23829" y="19713"/>
                </a:lnTo>
                <a:lnTo>
                  <a:pt x="23829" y="19713"/>
                </a:lnTo>
                <a:lnTo>
                  <a:pt x="23829" y="19713"/>
                </a:lnTo>
                <a:lnTo>
                  <a:pt x="23829" y="19713"/>
                </a:lnTo>
                <a:lnTo>
                  <a:pt x="23830" y="19713"/>
                </a:lnTo>
                <a:lnTo>
                  <a:pt x="23830" y="19713"/>
                </a:lnTo>
                <a:lnTo>
                  <a:pt x="23830" y="19713"/>
                </a:lnTo>
                <a:lnTo>
                  <a:pt x="23831" y="19713"/>
                </a:lnTo>
                <a:lnTo>
                  <a:pt x="23831" y="19713"/>
                </a:lnTo>
                <a:lnTo>
                  <a:pt x="23831" y="19713"/>
                </a:lnTo>
                <a:lnTo>
                  <a:pt x="23831" y="19713"/>
                </a:lnTo>
                <a:lnTo>
                  <a:pt x="23832" y="19713"/>
                </a:lnTo>
                <a:lnTo>
                  <a:pt x="23832" y="19713"/>
                </a:lnTo>
                <a:lnTo>
                  <a:pt x="23832" y="19713"/>
                </a:lnTo>
                <a:lnTo>
                  <a:pt x="23832" y="19713"/>
                </a:lnTo>
                <a:lnTo>
                  <a:pt x="23833" y="19713"/>
                </a:lnTo>
                <a:lnTo>
                  <a:pt x="23833" y="19713"/>
                </a:lnTo>
                <a:lnTo>
                  <a:pt x="23833" y="19713"/>
                </a:lnTo>
                <a:lnTo>
                  <a:pt x="23833" y="19713"/>
                </a:lnTo>
                <a:lnTo>
                  <a:pt x="23834" y="19713"/>
                </a:lnTo>
                <a:lnTo>
                  <a:pt x="23834" y="19713"/>
                </a:lnTo>
                <a:lnTo>
                  <a:pt x="23834" y="19713"/>
                </a:lnTo>
                <a:lnTo>
                  <a:pt x="23834" y="19713"/>
                </a:lnTo>
                <a:lnTo>
                  <a:pt x="23835" y="19713"/>
                </a:lnTo>
                <a:lnTo>
                  <a:pt x="23835" y="19713"/>
                </a:lnTo>
                <a:lnTo>
                  <a:pt x="23835" y="19713"/>
                </a:lnTo>
                <a:lnTo>
                  <a:pt x="23835" y="19713"/>
                </a:lnTo>
                <a:lnTo>
                  <a:pt x="23836" y="19713"/>
                </a:lnTo>
                <a:lnTo>
                  <a:pt x="23836" y="19713"/>
                </a:lnTo>
                <a:lnTo>
                  <a:pt x="23836" y="19713"/>
                </a:lnTo>
                <a:lnTo>
                  <a:pt x="23836" y="19713"/>
                </a:lnTo>
                <a:lnTo>
                  <a:pt x="23837" y="19713"/>
                </a:lnTo>
                <a:lnTo>
                  <a:pt x="23837" y="19713"/>
                </a:lnTo>
                <a:lnTo>
                  <a:pt x="23837" y="19713"/>
                </a:lnTo>
                <a:lnTo>
                  <a:pt x="23837" y="19713"/>
                </a:lnTo>
                <a:lnTo>
                  <a:pt x="23838" y="19713"/>
                </a:lnTo>
                <a:lnTo>
                  <a:pt x="23838" y="19713"/>
                </a:lnTo>
                <a:lnTo>
                  <a:pt x="23838" y="19713"/>
                </a:lnTo>
                <a:lnTo>
                  <a:pt x="23838" y="19713"/>
                </a:lnTo>
                <a:lnTo>
                  <a:pt x="23839" y="19713"/>
                </a:lnTo>
                <a:lnTo>
                  <a:pt x="23839" y="19713"/>
                </a:lnTo>
                <a:lnTo>
                  <a:pt x="23839" y="19713"/>
                </a:lnTo>
                <a:lnTo>
                  <a:pt x="23839" y="19713"/>
                </a:lnTo>
                <a:lnTo>
                  <a:pt x="23840" y="19713"/>
                </a:lnTo>
                <a:lnTo>
                  <a:pt x="23840" y="19713"/>
                </a:lnTo>
                <a:lnTo>
                  <a:pt x="23840" y="19713"/>
                </a:lnTo>
                <a:lnTo>
                  <a:pt x="23841" y="19713"/>
                </a:lnTo>
                <a:lnTo>
                  <a:pt x="23841" y="19713"/>
                </a:lnTo>
                <a:lnTo>
                  <a:pt x="23841" y="19713"/>
                </a:lnTo>
                <a:lnTo>
                  <a:pt x="23841" y="19713"/>
                </a:lnTo>
                <a:lnTo>
                  <a:pt x="23842" y="19713"/>
                </a:lnTo>
                <a:lnTo>
                  <a:pt x="23842" y="19713"/>
                </a:lnTo>
                <a:lnTo>
                  <a:pt x="23842" y="19713"/>
                </a:lnTo>
                <a:lnTo>
                  <a:pt x="23842" y="19713"/>
                </a:lnTo>
                <a:lnTo>
                  <a:pt x="23843" y="19713"/>
                </a:lnTo>
                <a:lnTo>
                  <a:pt x="23843" y="19713"/>
                </a:lnTo>
                <a:lnTo>
                  <a:pt x="23843" y="19713"/>
                </a:lnTo>
                <a:lnTo>
                  <a:pt x="23843" y="19713"/>
                </a:lnTo>
                <a:lnTo>
                  <a:pt x="23844" y="19713"/>
                </a:lnTo>
                <a:lnTo>
                  <a:pt x="23844" y="19713"/>
                </a:lnTo>
                <a:lnTo>
                  <a:pt x="23844" y="19713"/>
                </a:lnTo>
                <a:lnTo>
                  <a:pt x="23844" y="19713"/>
                </a:lnTo>
                <a:lnTo>
                  <a:pt x="23845" y="19713"/>
                </a:lnTo>
                <a:lnTo>
                  <a:pt x="23845" y="19713"/>
                </a:lnTo>
                <a:lnTo>
                  <a:pt x="23845" y="19713"/>
                </a:lnTo>
                <a:lnTo>
                  <a:pt x="23845" y="19713"/>
                </a:lnTo>
                <a:lnTo>
                  <a:pt x="23846" y="19713"/>
                </a:lnTo>
                <a:lnTo>
                  <a:pt x="23846" y="19713"/>
                </a:lnTo>
                <a:lnTo>
                  <a:pt x="23846" y="19713"/>
                </a:lnTo>
                <a:lnTo>
                  <a:pt x="23846" y="19713"/>
                </a:lnTo>
                <a:lnTo>
                  <a:pt x="23847" y="19713"/>
                </a:lnTo>
                <a:lnTo>
                  <a:pt x="23847" y="19713"/>
                </a:lnTo>
                <a:lnTo>
                  <a:pt x="23847" y="19713"/>
                </a:lnTo>
                <a:lnTo>
                  <a:pt x="23847" y="19713"/>
                </a:lnTo>
                <a:lnTo>
                  <a:pt x="23848" y="19713"/>
                </a:lnTo>
                <a:lnTo>
                  <a:pt x="23848" y="19713"/>
                </a:lnTo>
                <a:lnTo>
                  <a:pt x="23848" y="19713"/>
                </a:lnTo>
                <a:lnTo>
                  <a:pt x="23848" y="19713"/>
                </a:lnTo>
                <a:lnTo>
                  <a:pt x="23849" y="19713"/>
                </a:lnTo>
                <a:lnTo>
                  <a:pt x="23849" y="19713"/>
                </a:lnTo>
                <a:lnTo>
                  <a:pt x="23849" y="19713"/>
                </a:lnTo>
                <a:lnTo>
                  <a:pt x="23850" y="19713"/>
                </a:lnTo>
                <a:lnTo>
                  <a:pt x="23850" y="19713"/>
                </a:lnTo>
                <a:lnTo>
                  <a:pt x="23850" y="19713"/>
                </a:lnTo>
                <a:lnTo>
                  <a:pt x="23850" y="19713"/>
                </a:lnTo>
                <a:lnTo>
                  <a:pt x="23851" y="19713"/>
                </a:lnTo>
                <a:lnTo>
                  <a:pt x="23851" y="19713"/>
                </a:lnTo>
                <a:lnTo>
                  <a:pt x="23851" y="19713"/>
                </a:lnTo>
                <a:lnTo>
                  <a:pt x="23851" y="19713"/>
                </a:lnTo>
                <a:lnTo>
                  <a:pt x="23852" y="19713"/>
                </a:lnTo>
                <a:lnTo>
                  <a:pt x="23852" y="19713"/>
                </a:lnTo>
                <a:lnTo>
                  <a:pt x="23852" y="19713"/>
                </a:lnTo>
                <a:lnTo>
                  <a:pt x="23852" y="19713"/>
                </a:lnTo>
                <a:lnTo>
                  <a:pt x="23853" y="19713"/>
                </a:lnTo>
                <a:lnTo>
                  <a:pt x="23853" y="19713"/>
                </a:lnTo>
                <a:lnTo>
                  <a:pt x="23853" y="19713"/>
                </a:lnTo>
                <a:lnTo>
                  <a:pt x="23853" y="19713"/>
                </a:lnTo>
                <a:lnTo>
                  <a:pt x="23854" y="19713"/>
                </a:lnTo>
                <a:lnTo>
                  <a:pt x="23854" y="19713"/>
                </a:lnTo>
                <a:lnTo>
                  <a:pt x="23854" y="19713"/>
                </a:lnTo>
                <a:lnTo>
                  <a:pt x="23854" y="19713"/>
                </a:lnTo>
                <a:lnTo>
                  <a:pt x="23855" y="19713"/>
                </a:lnTo>
                <a:lnTo>
                  <a:pt x="23855" y="19713"/>
                </a:lnTo>
                <a:lnTo>
                  <a:pt x="23855" y="19713"/>
                </a:lnTo>
                <a:lnTo>
                  <a:pt x="23855" y="19713"/>
                </a:lnTo>
                <a:lnTo>
                  <a:pt x="23856" y="19713"/>
                </a:lnTo>
                <a:lnTo>
                  <a:pt x="23856" y="19713"/>
                </a:lnTo>
                <a:lnTo>
                  <a:pt x="23856" y="19713"/>
                </a:lnTo>
                <a:lnTo>
                  <a:pt x="23856" y="19713"/>
                </a:lnTo>
                <a:lnTo>
                  <a:pt x="23857" y="19713"/>
                </a:lnTo>
                <a:lnTo>
                  <a:pt x="23857" y="19713"/>
                </a:lnTo>
                <a:lnTo>
                  <a:pt x="23857" y="19713"/>
                </a:lnTo>
                <a:lnTo>
                  <a:pt x="23858" y="19713"/>
                </a:lnTo>
                <a:lnTo>
                  <a:pt x="23858" y="19713"/>
                </a:lnTo>
                <a:lnTo>
                  <a:pt x="23858" y="19713"/>
                </a:lnTo>
                <a:lnTo>
                  <a:pt x="23858" y="19713"/>
                </a:lnTo>
                <a:lnTo>
                  <a:pt x="23859" y="19713"/>
                </a:lnTo>
                <a:lnTo>
                  <a:pt x="23859" y="19713"/>
                </a:lnTo>
                <a:lnTo>
                  <a:pt x="23859" y="19713"/>
                </a:lnTo>
                <a:lnTo>
                  <a:pt x="23859" y="19713"/>
                </a:lnTo>
                <a:lnTo>
                  <a:pt x="23860" y="19713"/>
                </a:lnTo>
                <a:lnTo>
                  <a:pt x="23860" y="19713"/>
                </a:lnTo>
                <a:lnTo>
                  <a:pt x="23860" y="19713"/>
                </a:lnTo>
                <a:lnTo>
                  <a:pt x="23860" y="19713"/>
                </a:lnTo>
                <a:lnTo>
                  <a:pt x="23861" y="19713"/>
                </a:lnTo>
                <a:lnTo>
                  <a:pt x="23861" y="19713"/>
                </a:lnTo>
                <a:lnTo>
                  <a:pt x="23861" y="19713"/>
                </a:lnTo>
                <a:lnTo>
                  <a:pt x="23861" y="19713"/>
                </a:lnTo>
                <a:lnTo>
                  <a:pt x="23862" y="19713"/>
                </a:lnTo>
                <a:lnTo>
                  <a:pt x="23862" y="19713"/>
                </a:lnTo>
                <a:lnTo>
                  <a:pt x="23862" y="19713"/>
                </a:lnTo>
                <a:lnTo>
                  <a:pt x="23862" y="19713"/>
                </a:lnTo>
                <a:lnTo>
                  <a:pt x="23863" y="19713"/>
                </a:lnTo>
                <a:lnTo>
                  <a:pt x="23863" y="19713"/>
                </a:lnTo>
                <a:lnTo>
                  <a:pt x="23863" y="19713"/>
                </a:lnTo>
                <a:lnTo>
                  <a:pt x="23863" y="19713"/>
                </a:lnTo>
                <a:lnTo>
                  <a:pt x="23864" y="19713"/>
                </a:lnTo>
                <a:lnTo>
                  <a:pt x="23864" y="19713"/>
                </a:lnTo>
                <a:lnTo>
                  <a:pt x="23864" y="19713"/>
                </a:lnTo>
                <a:lnTo>
                  <a:pt x="23864" y="19713"/>
                </a:lnTo>
                <a:lnTo>
                  <a:pt x="23865" y="19713"/>
                </a:lnTo>
                <a:lnTo>
                  <a:pt x="23865" y="19713"/>
                </a:lnTo>
                <a:lnTo>
                  <a:pt x="23865" y="19713"/>
                </a:lnTo>
                <a:lnTo>
                  <a:pt x="23866" y="19713"/>
                </a:lnTo>
                <a:lnTo>
                  <a:pt x="23866" y="19713"/>
                </a:lnTo>
                <a:lnTo>
                  <a:pt x="23866" y="19713"/>
                </a:lnTo>
                <a:lnTo>
                  <a:pt x="23866" y="19713"/>
                </a:lnTo>
                <a:lnTo>
                  <a:pt x="23867" y="19713"/>
                </a:lnTo>
                <a:lnTo>
                  <a:pt x="23867" y="19713"/>
                </a:lnTo>
                <a:lnTo>
                  <a:pt x="23867" y="19713"/>
                </a:lnTo>
                <a:lnTo>
                  <a:pt x="23867" y="19713"/>
                </a:lnTo>
                <a:lnTo>
                  <a:pt x="23868" y="19713"/>
                </a:lnTo>
                <a:lnTo>
                  <a:pt x="23868" y="19713"/>
                </a:lnTo>
                <a:lnTo>
                  <a:pt x="23868" y="19713"/>
                </a:lnTo>
                <a:lnTo>
                  <a:pt x="23868" y="19713"/>
                </a:lnTo>
                <a:lnTo>
                  <a:pt x="23869" y="19713"/>
                </a:lnTo>
                <a:lnTo>
                  <a:pt x="23869" y="19713"/>
                </a:lnTo>
                <a:lnTo>
                  <a:pt x="23869" y="19713"/>
                </a:lnTo>
                <a:lnTo>
                  <a:pt x="23869" y="19713"/>
                </a:lnTo>
                <a:lnTo>
                  <a:pt x="23870" y="19713"/>
                </a:lnTo>
                <a:lnTo>
                  <a:pt x="23870" y="19713"/>
                </a:lnTo>
                <a:lnTo>
                  <a:pt x="23870" y="19713"/>
                </a:lnTo>
                <a:lnTo>
                  <a:pt x="23870" y="19713"/>
                </a:lnTo>
                <a:lnTo>
                  <a:pt x="23871" y="19713"/>
                </a:lnTo>
                <a:lnTo>
                  <a:pt x="23871" y="19713"/>
                </a:lnTo>
                <a:lnTo>
                  <a:pt x="23871" y="19713"/>
                </a:lnTo>
                <a:lnTo>
                  <a:pt x="23871" y="19713"/>
                </a:lnTo>
                <a:lnTo>
                  <a:pt x="23872" y="19713"/>
                </a:lnTo>
                <a:lnTo>
                  <a:pt x="23872" y="19713"/>
                </a:lnTo>
                <a:lnTo>
                  <a:pt x="23872" y="19713"/>
                </a:lnTo>
                <a:lnTo>
                  <a:pt x="23873" y="19713"/>
                </a:lnTo>
                <a:lnTo>
                  <a:pt x="23873" y="19713"/>
                </a:lnTo>
                <a:lnTo>
                  <a:pt x="23873" y="19713"/>
                </a:lnTo>
                <a:lnTo>
                  <a:pt x="23873" y="19713"/>
                </a:lnTo>
                <a:lnTo>
                  <a:pt x="23874" y="19713"/>
                </a:lnTo>
                <a:lnTo>
                  <a:pt x="23874" y="19713"/>
                </a:lnTo>
                <a:lnTo>
                  <a:pt x="23874" y="19713"/>
                </a:lnTo>
                <a:lnTo>
                  <a:pt x="23874" y="19713"/>
                </a:lnTo>
                <a:lnTo>
                  <a:pt x="23875" y="19713"/>
                </a:lnTo>
                <a:lnTo>
                  <a:pt x="23875" y="19713"/>
                </a:lnTo>
                <a:lnTo>
                  <a:pt x="23875" y="19713"/>
                </a:lnTo>
                <a:lnTo>
                  <a:pt x="23875" y="19713"/>
                </a:lnTo>
                <a:lnTo>
                  <a:pt x="23876" y="19713"/>
                </a:lnTo>
                <a:lnTo>
                  <a:pt x="23876" y="19713"/>
                </a:lnTo>
                <a:lnTo>
                  <a:pt x="23876" y="19713"/>
                </a:lnTo>
                <a:lnTo>
                  <a:pt x="23876" y="19713"/>
                </a:lnTo>
                <a:lnTo>
                  <a:pt x="23877" y="19713"/>
                </a:lnTo>
                <a:lnTo>
                  <a:pt x="23877" y="19713"/>
                </a:lnTo>
                <a:lnTo>
                  <a:pt x="23877" y="19713"/>
                </a:lnTo>
                <a:lnTo>
                  <a:pt x="23877" y="19713"/>
                </a:lnTo>
                <a:lnTo>
                  <a:pt x="23878" y="19713"/>
                </a:lnTo>
                <a:lnTo>
                  <a:pt x="23878" y="19713"/>
                </a:lnTo>
                <a:lnTo>
                  <a:pt x="23878" y="19713"/>
                </a:lnTo>
                <a:lnTo>
                  <a:pt x="23878" y="19713"/>
                </a:lnTo>
                <a:lnTo>
                  <a:pt x="23879" y="19713"/>
                </a:lnTo>
                <a:lnTo>
                  <a:pt x="23879" y="19713"/>
                </a:lnTo>
                <a:lnTo>
                  <a:pt x="23879" y="19713"/>
                </a:lnTo>
                <a:lnTo>
                  <a:pt x="23880" y="19713"/>
                </a:lnTo>
                <a:lnTo>
                  <a:pt x="23880" y="19713"/>
                </a:lnTo>
                <a:lnTo>
                  <a:pt x="23880" y="19713"/>
                </a:lnTo>
                <a:lnTo>
                  <a:pt x="23880" y="19713"/>
                </a:lnTo>
                <a:lnTo>
                  <a:pt x="23881" y="19713"/>
                </a:lnTo>
                <a:lnTo>
                  <a:pt x="23881" y="19713"/>
                </a:lnTo>
                <a:lnTo>
                  <a:pt x="23881" y="19713"/>
                </a:lnTo>
                <a:lnTo>
                  <a:pt x="23881" y="19713"/>
                </a:lnTo>
                <a:lnTo>
                  <a:pt x="23882" y="19713"/>
                </a:lnTo>
                <a:lnTo>
                  <a:pt x="23882" y="19713"/>
                </a:lnTo>
                <a:lnTo>
                  <a:pt x="23882" y="19713"/>
                </a:lnTo>
                <a:lnTo>
                  <a:pt x="23882" y="19713"/>
                </a:lnTo>
                <a:lnTo>
                  <a:pt x="23883" y="19713"/>
                </a:lnTo>
                <a:lnTo>
                  <a:pt x="23883" y="19713"/>
                </a:lnTo>
                <a:lnTo>
                  <a:pt x="23883" y="19713"/>
                </a:lnTo>
                <a:lnTo>
                  <a:pt x="23883" y="19713"/>
                </a:lnTo>
                <a:lnTo>
                  <a:pt x="23884" y="19713"/>
                </a:lnTo>
                <a:lnTo>
                  <a:pt x="23884" y="19713"/>
                </a:lnTo>
                <a:lnTo>
                  <a:pt x="23884" y="19713"/>
                </a:lnTo>
                <a:lnTo>
                  <a:pt x="23884" y="19713"/>
                </a:lnTo>
                <a:lnTo>
                  <a:pt x="23885" y="19713"/>
                </a:lnTo>
                <a:lnTo>
                  <a:pt x="23885" y="19713"/>
                </a:lnTo>
                <a:lnTo>
                  <a:pt x="23885" y="19713"/>
                </a:lnTo>
                <a:lnTo>
                  <a:pt x="23886" y="19713"/>
                </a:lnTo>
                <a:lnTo>
                  <a:pt x="23886" y="19713"/>
                </a:lnTo>
                <a:lnTo>
                  <a:pt x="23886" y="19713"/>
                </a:lnTo>
                <a:lnTo>
                  <a:pt x="23886" y="19713"/>
                </a:lnTo>
                <a:lnTo>
                  <a:pt x="23887" y="19713"/>
                </a:lnTo>
                <a:lnTo>
                  <a:pt x="23887" y="19713"/>
                </a:lnTo>
                <a:lnTo>
                  <a:pt x="23887" y="19713"/>
                </a:lnTo>
                <a:lnTo>
                  <a:pt x="23887" y="19713"/>
                </a:lnTo>
                <a:lnTo>
                  <a:pt x="23888" y="19713"/>
                </a:lnTo>
                <a:lnTo>
                  <a:pt x="23888" y="19713"/>
                </a:lnTo>
                <a:lnTo>
                  <a:pt x="23888" y="19713"/>
                </a:lnTo>
                <a:lnTo>
                  <a:pt x="23888" y="19713"/>
                </a:lnTo>
                <a:lnTo>
                  <a:pt x="23889" y="19713"/>
                </a:lnTo>
                <a:lnTo>
                  <a:pt x="23889" y="19713"/>
                </a:lnTo>
                <a:lnTo>
                  <a:pt x="23889" y="19713"/>
                </a:lnTo>
                <a:lnTo>
                  <a:pt x="23889" y="19713"/>
                </a:lnTo>
                <a:lnTo>
                  <a:pt x="23890" y="19713"/>
                </a:lnTo>
                <a:lnTo>
                  <a:pt x="23890" y="19713"/>
                </a:lnTo>
                <a:lnTo>
                  <a:pt x="23890" y="19713"/>
                </a:lnTo>
                <a:lnTo>
                  <a:pt x="23890" y="19713"/>
                </a:lnTo>
                <a:lnTo>
                  <a:pt x="23891" y="19713"/>
                </a:lnTo>
                <a:lnTo>
                  <a:pt x="23891" y="19713"/>
                </a:lnTo>
                <a:lnTo>
                  <a:pt x="23891" y="19713"/>
                </a:lnTo>
                <a:lnTo>
                  <a:pt x="23892" y="19713"/>
                </a:lnTo>
                <a:lnTo>
                  <a:pt x="23892" y="19713"/>
                </a:lnTo>
                <a:lnTo>
                  <a:pt x="23892" y="19713"/>
                </a:lnTo>
                <a:lnTo>
                  <a:pt x="23892" y="19713"/>
                </a:lnTo>
                <a:lnTo>
                  <a:pt x="23893" y="19713"/>
                </a:lnTo>
                <a:lnTo>
                  <a:pt x="23893" y="19713"/>
                </a:lnTo>
                <a:lnTo>
                  <a:pt x="23893" y="19713"/>
                </a:lnTo>
                <a:lnTo>
                  <a:pt x="23893" y="19713"/>
                </a:lnTo>
                <a:lnTo>
                  <a:pt x="23894" y="19713"/>
                </a:lnTo>
                <a:lnTo>
                  <a:pt x="23894" y="19713"/>
                </a:lnTo>
                <a:lnTo>
                  <a:pt x="23894" y="19713"/>
                </a:lnTo>
                <a:lnTo>
                  <a:pt x="23894" y="19713"/>
                </a:lnTo>
                <a:lnTo>
                  <a:pt x="23895" y="19713"/>
                </a:lnTo>
                <a:lnTo>
                  <a:pt x="23895" y="19713"/>
                </a:lnTo>
                <a:lnTo>
                  <a:pt x="23895" y="19713"/>
                </a:lnTo>
                <a:lnTo>
                  <a:pt x="23895" y="19713"/>
                </a:lnTo>
                <a:lnTo>
                  <a:pt x="23896" y="19713"/>
                </a:lnTo>
                <a:lnTo>
                  <a:pt x="23896" y="19713"/>
                </a:lnTo>
                <a:lnTo>
                  <a:pt x="23896" y="19713"/>
                </a:lnTo>
                <a:lnTo>
                  <a:pt x="23896" y="19713"/>
                </a:lnTo>
                <a:lnTo>
                  <a:pt x="23897" y="19713"/>
                </a:lnTo>
                <a:lnTo>
                  <a:pt x="23897" y="19713"/>
                </a:lnTo>
                <a:lnTo>
                  <a:pt x="23897" y="19713"/>
                </a:lnTo>
                <a:lnTo>
                  <a:pt x="23898" y="19713"/>
                </a:lnTo>
                <a:lnTo>
                  <a:pt x="23898" y="19713"/>
                </a:lnTo>
                <a:lnTo>
                  <a:pt x="23898" y="19713"/>
                </a:lnTo>
                <a:lnTo>
                  <a:pt x="23898" y="19713"/>
                </a:lnTo>
                <a:lnTo>
                  <a:pt x="23899" y="19713"/>
                </a:lnTo>
                <a:lnTo>
                  <a:pt x="23899" y="19713"/>
                </a:lnTo>
                <a:lnTo>
                  <a:pt x="23899" y="19713"/>
                </a:lnTo>
                <a:lnTo>
                  <a:pt x="23899" y="19713"/>
                </a:lnTo>
                <a:lnTo>
                  <a:pt x="23900" y="19713"/>
                </a:lnTo>
                <a:lnTo>
                  <a:pt x="23900" y="19713"/>
                </a:lnTo>
                <a:lnTo>
                  <a:pt x="23900" y="19713"/>
                </a:lnTo>
                <a:lnTo>
                  <a:pt x="23900" y="19713"/>
                </a:lnTo>
                <a:lnTo>
                  <a:pt x="23901" y="19713"/>
                </a:lnTo>
                <a:lnTo>
                  <a:pt x="23901" y="19713"/>
                </a:lnTo>
                <a:lnTo>
                  <a:pt x="23901" y="19713"/>
                </a:lnTo>
                <a:lnTo>
                  <a:pt x="23901" y="19713"/>
                </a:lnTo>
                <a:lnTo>
                  <a:pt x="23902" y="19713"/>
                </a:lnTo>
                <a:lnTo>
                  <a:pt x="23902" y="19713"/>
                </a:lnTo>
                <a:lnTo>
                  <a:pt x="23902" y="19713"/>
                </a:lnTo>
                <a:lnTo>
                  <a:pt x="23902" y="19713"/>
                </a:lnTo>
                <a:lnTo>
                  <a:pt x="23903" y="19713"/>
                </a:lnTo>
                <a:lnTo>
                  <a:pt x="23903" y="19713"/>
                </a:lnTo>
                <a:lnTo>
                  <a:pt x="23903" y="19713"/>
                </a:lnTo>
                <a:lnTo>
                  <a:pt x="23904" y="19713"/>
                </a:lnTo>
                <a:lnTo>
                  <a:pt x="23904" y="19713"/>
                </a:lnTo>
                <a:lnTo>
                  <a:pt x="23904" y="19713"/>
                </a:lnTo>
                <a:lnTo>
                  <a:pt x="23904" y="19713"/>
                </a:lnTo>
                <a:lnTo>
                  <a:pt x="23905" y="19713"/>
                </a:lnTo>
                <a:lnTo>
                  <a:pt x="23905" y="19713"/>
                </a:lnTo>
                <a:lnTo>
                  <a:pt x="23905" y="19713"/>
                </a:lnTo>
                <a:lnTo>
                  <a:pt x="23905" y="19713"/>
                </a:lnTo>
                <a:lnTo>
                  <a:pt x="23906" y="19713"/>
                </a:lnTo>
                <a:lnTo>
                  <a:pt x="23906" y="19713"/>
                </a:lnTo>
                <a:lnTo>
                  <a:pt x="23906" y="19713"/>
                </a:lnTo>
                <a:lnTo>
                  <a:pt x="23906" y="19713"/>
                </a:lnTo>
                <a:lnTo>
                  <a:pt x="23907" y="19713"/>
                </a:lnTo>
                <a:lnTo>
                  <a:pt x="23907" y="19713"/>
                </a:lnTo>
                <a:lnTo>
                  <a:pt x="23907" y="19713"/>
                </a:lnTo>
                <a:lnTo>
                  <a:pt x="23907" y="19713"/>
                </a:lnTo>
                <a:lnTo>
                  <a:pt x="23908" y="19713"/>
                </a:lnTo>
                <a:lnTo>
                  <a:pt x="23908" y="19713"/>
                </a:lnTo>
                <a:lnTo>
                  <a:pt x="23908" y="19713"/>
                </a:lnTo>
                <a:lnTo>
                  <a:pt x="23909" y="19713"/>
                </a:lnTo>
                <a:lnTo>
                  <a:pt x="23909" y="19713"/>
                </a:lnTo>
                <a:lnTo>
                  <a:pt x="23909" y="19713"/>
                </a:lnTo>
                <a:lnTo>
                  <a:pt x="23909" y="19713"/>
                </a:lnTo>
                <a:lnTo>
                  <a:pt x="23910" y="19713"/>
                </a:lnTo>
                <a:lnTo>
                  <a:pt x="23910" y="19713"/>
                </a:lnTo>
                <a:lnTo>
                  <a:pt x="23910" y="19713"/>
                </a:lnTo>
                <a:lnTo>
                  <a:pt x="23910" y="19713"/>
                </a:lnTo>
                <a:lnTo>
                  <a:pt x="23911" y="19713"/>
                </a:lnTo>
                <a:lnTo>
                  <a:pt x="23911" y="19713"/>
                </a:lnTo>
                <a:lnTo>
                  <a:pt x="23911" y="19713"/>
                </a:lnTo>
                <a:lnTo>
                  <a:pt x="23911" y="19713"/>
                </a:lnTo>
                <a:lnTo>
                  <a:pt x="23912" y="19713"/>
                </a:lnTo>
                <a:lnTo>
                  <a:pt x="23912" y="19713"/>
                </a:lnTo>
                <a:lnTo>
                  <a:pt x="23912" y="19713"/>
                </a:lnTo>
                <a:lnTo>
                  <a:pt x="23912" y="19713"/>
                </a:lnTo>
                <a:lnTo>
                  <a:pt x="23913" y="19713"/>
                </a:lnTo>
                <a:lnTo>
                  <a:pt x="23913" y="19713"/>
                </a:lnTo>
                <a:lnTo>
                  <a:pt x="23913" y="19713"/>
                </a:lnTo>
                <a:lnTo>
                  <a:pt x="23914" y="19713"/>
                </a:lnTo>
                <a:lnTo>
                  <a:pt x="23914" y="19713"/>
                </a:lnTo>
                <a:lnTo>
                  <a:pt x="23914" y="19713"/>
                </a:lnTo>
                <a:lnTo>
                  <a:pt x="23914" y="19713"/>
                </a:lnTo>
                <a:lnTo>
                  <a:pt x="23915" y="19713"/>
                </a:lnTo>
                <a:lnTo>
                  <a:pt x="23915" y="19713"/>
                </a:lnTo>
                <a:lnTo>
                  <a:pt x="23915" y="19713"/>
                </a:lnTo>
                <a:lnTo>
                  <a:pt x="23915" y="19713"/>
                </a:lnTo>
                <a:lnTo>
                  <a:pt x="23916" y="19713"/>
                </a:lnTo>
                <a:lnTo>
                  <a:pt x="23916" y="19713"/>
                </a:lnTo>
                <a:lnTo>
                  <a:pt x="23916" y="19713"/>
                </a:lnTo>
                <a:lnTo>
                  <a:pt x="23916" y="19713"/>
                </a:lnTo>
                <a:lnTo>
                  <a:pt x="23917" y="19713"/>
                </a:lnTo>
                <a:lnTo>
                  <a:pt x="23917" y="19713"/>
                </a:lnTo>
                <a:lnTo>
                  <a:pt x="23917" y="19713"/>
                </a:lnTo>
                <a:lnTo>
                  <a:pt x="23917" y="19713"/>
                </a:lnTo>
                <a:lnTo>
                  <a:pt x="23918" y="19713"/>
                </a:lnTo>
                <a:lnTo>
                  <a:pt x="23918" y="19713"/>
                </a:lnTo>
                <a:lnTo>
                  <a:pt x="23918" y="19713"/>
                </a:lnTo>
                <a:lnTo>
                  <a:pt x="23919" y="19713"/>
                </a:lnTo>
                <a:lnTo>
                  <a:pt x="23919" y="19713"/>
                </a:lnTo>
                <a:lnTo>
                  <a:pt x="23919" y="19713"/>
                </a:lnTo>
                <a:lnTo>
                  <a:pt x="23919" y="19713"/>
                </a:lnTo>
                <a:lnTo>
                  <a:pt x="23920" y="19713"/>
                </a:lnTo>
                <a:lnTo>
                  <a:pt x="23920" y="19713"/>
                </a:lnTo>
                <a:lnTo>
                  <a:pt x="23920" y="19713"/>
                </a:lnTo>
                <a:lnTo>
                  <a:pt x="23920" y="19713"/>
                </a:lnTo>
                <a:lnTo>
                  <a:pt x="23921" y="19713"/>
                </a:lnTo>
                <a:lnTo>
                  <a:pt x="23921" y="19713"/>
                </a:lnTo>
                <a:lnTo>
                  <a:pt x="23921" y="19713"/>
                </a:lnTo>
                <a:lnTo>
                  <a:pt x="23921" y="19713"/>
                </a:lnTo>
                <a:lnTo>
                  <a:pt x="23922" y="19713"/>
                </a:lnTo>
                <a:lnTo>
                  <a:pt x="23922" y="19713"/>
                </a:lnTo>
                <a:lnTo>
                  <a:pt x="23922" y="19713"/>
                </a:lnTo>
                <a:lnTo>
                  <a:pt x="23922" y="19713"/>
                </a:lnTo>
                <a:lnTo>
                  <a:pt x="23923" y="19713"/>
                </a:lnTo>
                <a:lnTo>
                  <a:pt x="23923" y="19713"/>
                </a:lnTo>
                <a:lnTo>
                  <a:pt x="23923" y="19713"/>
                </a:lnTo>
                <a:lnTo>
                  <a:pt x="23924" y="19713"/>
                </a:lnTo>
                <a:lnTo>
                  <a:pt x="23924" y="19713"/>
                </a:lnTo>
                <a:lnTo>
                  <a:pt x="23924" y="19713"/>
                </a:lnTo>
                <a:lnTo>
                  <a:pt x="23924" y="19713"/>
                </a:lnTo>
                <a:lnTo>
                  <a:pt x="23925" y="19713"/>
                </a:lnTo>
                <a:lnTo>
                  <a:pt x="23925" y="19713"/>
                </a:lnTo>
                <a:lnTo>
                  <a:pt x="23925" y="19713"/>
                </a:lnTo>
                <a:lnTo>
                  <a:pt x="23925" y="19713"/>
                </a:lnTo>
                <a:lnTo>
                  <a:pt x="23926" y="19713"/>
                </a:lnTo>
                <a:lnTo>
                  <a:pt x="23926" y="19713"/>
                </a:lnTo>
                <a:lnTo>
                  <a:pt x="23926" y="19713"/>
                </a:lnTo>
                <a:lnTo>
                  <a:pt x="23926" y="19713"/>
                </a:lnTo>
                <a:lnTo>
                  <a:pt x="23927" y="19713"/>
                </a:lnTo>
                <a:lnTo>
                  <a:pt x="23927" y="19713"/>
                </a:lnTo>
                <a:lnTo>
                  <a:pt x="23927" y="19713"/>
                </a:lnTo>
                <a:lnTo>
                  <a:pt x="23927" y="19713"/>
                </a:lnTo>
                <a:lnTo>
                  <a:pt x="23928" y="19713"/>
                </a:lnTo>
                <a:lnTo>
                  <a:pt x="23928" y="19713"/>
                </a:lnTo>
                <a:lnTo>
                  <a:pt x="23928" y="19713"/>
                </a:lnTo>
                <a:lnTo>
                  <a:pt x="23929" y="19713"/>
                </a:lnTo>
                <a:lnTo>
                  <a:pt x="23929" y="19713"/>
                </a:lnTo>
                <a:lnTo>
                  <a:pt x="23929" y="19713"/>
                </a:lnTo>
                <a:lnTo>
                  <a:pt x="23929" y="19713"/>
                </a:lnTo>
                <a:lnTo>
                  <a:pt x="23930" y="19713"/>
                </a:lnTo>
                <a:lnTo>
                  <a:pt x="23930" y="19713"/>
                </a:lnTo>
                <a:lnTo>
                  <a:pt x="23930" y="19713"/>
                </a:lnTo>
                <a:lnTo>
                  <a:pt x="23930" y="19713"/>
                </a:lnTo>
                <a:lnTo>
                  <a:pt x="23931" y="19713"/>
                </a:lnTo>
                <a:lnTo>
                  <a:pt x="23931" y="19713"/>
                </a:lnTo>
                <a:lnTo>
                  <a:pt x="23931" y="19713"/>
                </a:lnTo>
                <a:lnTo>
                  <a:pt x="23931" y="19713"/>
                </a:lnTo>
                <a:lnTo>
                  <a:pt x="23932" y="19713"/>
                </a:lnTo>
                <a:lnTo>
                  <a:pt x="23932" y="19713"/>
                </a:lnTo>
                <a:lnTo>
                  <a:pt x="23932" y="19713"/>
                </a:lnTo>
                <a:lnTo>
                  <a:pt x="23932" y="19713"/>
                </a:lnTo>
                <a:lnTo>
                  <a:pt x="23933" y="19713"/>
                </a:lnTo>
                <a:lnTo>
                  <a:pt x="23933" y="19713"/>
                </a:lnTo>
                <a:lnTo>
                  <a:pt x="23933" y="19713"/>
                </a:lnTo>
                <a:lnTo>
                  <a:pt x="23934" y="19713"/>
                </a:lnTo>
                <a:lnTo>
                  <a:pt x="23934" y="19713"/>
                </a:lnTo>
                <a:lnTo>
                  <a:pt x="23934" y="19713"/>
                </a:lnTo>
                <a:lnTo>
                  <a:pt x="23934" y="19713"/>
                </a:lnTo>
                <a:lnTo>
                  <a:pt x="23935" y="19713"/>
                </a:lnTo>
                <a:lnTo>
                  <a:pt x="23935" y="19713"/>
                </a:lnTo>
                <a:lnTo>
                  <a:pt x="23935" y="19713"/>
                </a:lnTo>
                <a:lnTo>
                  <a:pt x="23935" y="19713"/>
                </a:lnTo>
                <a:lnTo>
                  <a:pt x="23936" y="19713"/>
                </a:lnTo>
                <a:lnTo>
                  <a:pt x="23936" y="19713"/>
                </a:lnTo>
                <a:lnTo>
                  <a:pt x="23936" y="19713"/>
                </a:lnTo>
                <a:lnTo>
                  <a:pt x="23936" y="19713"/>
                </a:lnTo>
                <a:lnTo>
                  <a:pt x="23937" y="19713"/>
                </a:lnTo>
                <a:lnTo>
                  <a:pt x="23937" y="19713"/>
                </a:lnTo>
                <a:lnTo>
                  <a:pt x="23937" y="19713"/>
                </a:lnTo>
                <a:lnTo>
                  <a:pt x="23938" y="19713"/>
                </a:lnTo>
                <a:lnTo>
                  <a:pt x="23938" y="19713"/>
                </a:lnTo>
                <a:lnTo>
                  <a:pt x="23938" y="19713"/>
                </a:lnTo>
                <a:lnTo>
                  <a:pt x="23938" y="19713"/>
                </a:lnTo>
                <a:lnTo>
                  <a:pt x="23939" y="19713"/>
                </a:lnTo>
                <a:lnTo>
                  <a:pt x="23939" y="19713"/>
                </a:lnTo>
                <a:lnTo>
                  <a:pt x="23939" y="19713"/>
                </a:lnTo>
                <a:lnTo>
                  <a:pt x="23939" y="19713"/>
                </a:lnTo>
                <a:lnTo>
                  <a:pt x="23940" y="19713"/>
                </a:lnTo>
                <a:lnTo>
                  <a:pt x="23940" y="19713"/>
                </a:lnTo>
                <a:lnTo>
                  <a:pt x="23940" y="19713"/>
                </a:lnTo>
                <a:lnTo>
                  <a:pt x="23940" y="19713"/>
                </a:lnTo>
                <a:lnTo>
                  <a:pt x="23941" y="19713"/>
                </a:lnTo>
                <a:lnTo>
                  <a:pt x="23941" y="19713"/>
                </a:lnTo>
                <a:lnTo>
                  <a:pt x="23941" y="19713"/>
                </a:lnTo>
                <a:lnTo>
                  <a:pt x="23941" y="19713"/>
                </a:lnTo>
                <a:lnTo>
                  <a:pt x="23942" y="19713"/>
                </a:lnTo>
                <a:lnTo>
                  <a:pt x="23942" y="19713"/>
                </a:lnTo>
                <a:lnTo>
                  <a:pt x="23942" y="19713"/>
                </a:lnTo>
                <a:lnTo>
                  <a:pt x="23943" y="19713"/>
                </a:lnTo>
                <a:lnTo>
                  <a:pt x="23943" y="19713"/>
                </a:lnTo>
                <a:lnTo>
                  <a:pt x="23943" y="19713"/>
                </a:lnTo>
                <a:lnTo>
                  <a:pt x="23943" y="19713"/>
                </a:lnTo>
                <a:lnTo>
                  <a:pt x="23944" y="19713"/>
                </a:lnTo>
                <a:lnTo>
                  <a:pt x="23944" y="19713"/>
                </a:lnTo>
                <a:lnTo>
                  <a:pt x="23944" y="19713"/>
                </a:lnTo>
                <a:lnTo>
                  <a:pt x="23944" y="19713"/>
                </a:lnTo>
                <a:lnTo>
                  <a:pt x="23945" y="19713"/>
                </a:lnTo>
                <a:lnTo>
                  <a:pt x="23945" y="19713"/>
                </a:lnTo>
                <a:lnTo>
                  <a:pt x="23945" y="19713"/>
                </a:lnTo>
                <a:lnTo>
                  <a:pt x="23945" y="19713"/>
                </a:lnTo>
                <a:lnTo>
                  <a:pt x="23946" y="19713"/>
                </a:lnTo>
                <a:lnTo>
                  <a:pt x="23946" y="19713"/>
                </a:lnTo>
                <a:lnTo>
                  <a:pt x="23946" y="19713"/>
                </a:lnTo>
                <a:lnTo>
                  <a:pt x="23947" y="19713"/>
                </a:lnTo>
                <a:lnTo>
                  <a:pt x="23947" y="19713"/>
                </a:lnTo>
                <a:lnTo>
                  <a:pt x="23947" y="19713"/>
                </a:lnTo>
                <a:lnTo>
                  <a:pt x="23947" y="19713"/>
                </a:lnTo>
                <a:lnTo>
                  <a:pt x="23948" y="19713"/>
                </a:lnTo>
                <a:lnTo>
                  <a:pt x="23948" y="19713"/>
                </a:lnTo>
                <a:lnTo>
                  <a:pt x="23948" y="19713"/>
                </a:lnTo>
                <a:lnTo>
                  <a:pt x="23948" y="19713"/>
                </a:lnTo>
                <a:lnTo>
                  <a:pt x="23949" y="19713"/>
                </a:lnTo>
                <a:lnTo>
                  <a:pt x="23949" y="19713"/>
                </a:lnTo>
                <a:lnTo>
                  <a:pt x="23949" y="19713"/>
                </a:lnTo>
                <a:lnTo>
                  <a:pt x="23949" y="19713"/>
                </a:lnTo>
                <a:lnTo>
                  <a:pt x="23950" y="19713"/>
                </a:lnTo>
                <a:lnTo>
                  <a:pt x="23950" y="19713"/>
                </a:lnTo>
                <a:lnTo>
                  <a:pt x="23950" y="19713"/>
                </a:lnTo>
                <a:lnTo>
                  <a:pt x="23951" y="19713"/>
                </a:lnTo>
                <a:lnTo>
                  <a:pt x="23951" y="19713"/>
                </a:lnTo>
                <a:lnTo>
                  <a:pt x="23951" y="19713"/>
                </a:lnTo>
                <a:lnTo>
                  <a:pt x="23951" y="19713"/>
                </a:lnTo>
                <a:lnTo>
                  <a:pt x="23952" y="19713"/>
                </a:lnTo>
                <a:lnTo>
                  <a:pt x="23952" y="19713"/>
                </a:lnTo>
                <a:lnTo>
                  <a:pt x="23952" y="19713"/>
                </a:lnTo>
                <a:lnTo>
                  <a:pt x="23952" y="19713"/>
                </a:lnTo>
                <a:lnTo>
                  <a:pt x="23953" y="19713"/>
                </a:lnTo>
                <a:lnTo>
                  <a:pt x="23953" y="19713"/>
                </a:lnTo>
                <a:lnTo>
                  <a:pt x="23953" y="19713"/>
                </a:lnTo>
                <a:lnTo>
                  <a:pt x="23953" y="19713"/>
                </a:lnTo>
                <a:lnTo>
                  <a:pt x="23954" y="19713"/>
                </a:lnTo>
                <a:lnTo>
                  <a:pt x="23954" y="19713"/>
                </a:lnTo>
                <a:lnTo>
                  <a:pt x="23954" y="19713"/>
                </a:lnTo>
                <a:lnTo>
                  <a:pt x="23955" y="19713"/>
                </a:lnTo>
                <a:lnTo>
                  <a:pt x="23955" y="19713"/>
                </a:lnTo>
                <a:lnTo>
                  <a:pt x="23955" y="19713"/>
                </a:lnTo>
                <a:lnTo>
                  <a:pt x="23955" y="19713"/>
                </a:lnTo>
                <a:lnTo>
                  <a:pt x="23956" y="19713"/>
                </a:lnTo>
                <a:lnTo>
                  <a:pt x="23956" y="19713"/>
                </a:lnTo>
                <a:lnTo>
                  <a:pt x="23956" y="19713"/>
                </a:lnTo>
                <a:lnTo>
                  <a:pt x="23956" y="19713"/>
                </a:lnTo>
                <a:lnTo>
                  <a:pt x="23957" y="19713"/>
                </a:lnTo>
                <a:lnTo>
                  <a:pt x="23957" y="19713"/>
                </a:lnTo>
                <a:lnTo>
                  <a:pt x="23957" y="19713"/>
                </a:lnTo>
                <a:lnTo>
                  <a:pt x="23957" y="19713"/>
                </a:lnTo>
                <a:lnTo>
                  <a:pt x="23958" y="19713"/>
                </a:lnTo>
                <a:lnTo>
                  <a:pt x="23958" y="19713"/>
                </a:lnTo>
                <a:lnTo>
                  <a:pt x="23958" y="19713"/>
                </a:lnTo>
                <a:lnTo>
                  <a:pt x="23959" y="19713"/>
                </a:lnTo>
                <a:lnTo>
                  <a:pt x="23959" y="19713"/>
                </a:lnTo>
                <a:lnTo>
                  <a:pt x="23959" y="19713"/>
                </a:lnTo>
                <a:lnTo>
                  <a:pt x="23959" y="19713"/>
                </a:lnTo>
                <a:lnTo>
                  <a:pt x="23960" y="19713"/>
                </a:lnTo>
                <a:lnTo>
                  <a:pt x="23960" y="19713"/>
                </a:lnTo>
                <a:lnTo>
                  <a:pt x="23960" y="19713"/>
                </a:lnTo>
                <a:lnTo>
                  <a:pt x="23960" y="19713"/>
                </a:lnTo>
                <a:lnTo>
                  <a:pt x="23961" y="19713"/>
                </a:lnTo>
                <a:lnTo>
                  <a:pt x="23961" y="19713"/>
                </a:lnTo>
                <a:lnTo>
                  <a:pt x="23961" y="19713"/>
                </a:lnTo>
                <a:lnTo>
                  <a:pt x="23961" y="19713"/>
                </a:lnTo>
                <a:lnTo>
                  <a:pt x="23962" y="19713"/>
                </a:lnTo>
                <a:lnTo>
                  <a:pt x="23962" y="19713"/>
                </a:lnTo>
                <a:lnTo>
                  <a:pt x="23962" y="19713"/>
                </a:lnTo>
                <a:lnTo>
                  <a:pt x="23963" y="19713"/>
                </a:lnTo>
                <a:lnTo>
                  <a:pt x="23963" y="19713"/>
                </a:lnTo>
                <a:lnTo>
                  <a:pt x="23963" y="19713"/>
                </a:lnTo>
                <a:lnTo>
                  <a:pt x="23963" y="19713"/>
                </a:lnTo>
                <a:lnTo>
                  <a:pt x="23964" y="19713"/>
                </a:lnTo>
                <a:lnTo>
                  <a:pt x="23964" y="19713"/>
                </a:lnTo>
                <a:lnTo>
                  <a:pt x="23964" y="19713"/>
                </a:lnTo>
                <a:lnTo>
                  <a:pt x="23964" y="19713"/>
                </a:lnTo>
                <a:lnTo>
                  <a:pt x="23965" y="19713"/>
                </a:lnTo>
                <a:lnTo>
                  <a:pt x="23965" y="19713"/>
                </a:lnTo>
                <a:lnTo>
                  <a:pt x="23965" y="19713"/>
                </a:lnTo>
                <a:lnTo>
                  <a:pt x="23965" y="19713"/>
                </a:lnTo>
                <a:lnTo>
                  <a:pt x="23966" y="19713"/>
                </a:lnTo>
                <a:lnTo>
                  <a:pt x="23966" y="19713"/>
                </a:lnTo>
                <a:lnTo>
                  <a:pt x="23966" y="19713"/>
                </a:lnTo>
                <a:lnTo>
                  <a:pt x="23967" y="19713"/>
                </a:lnTo>
                <a:lnTo>
                  <a:pt x="23967" y="19713"/>
                </a:lnTo>
                <a:lnTo>
                  <a:pt x="23967" y="19713"/>
                </a:lnTo>
                <a:lnTo>
                  <a:pt x="23967" y="19713"/>
                </a:lnTo>
                <a:lnTo>
                  <a:pt x="23968" y="19713"/>
                </a:lnTo>
                <a:lnTo>
                  <a:pt x="23968" y="19713"/>
                </a:lnTo>
                <a:lnTo>
                  <a:pt x="23968" y="19713"/>
                </a:lnTo>
                <a:lnTo>
                  <a:pt x="23968" y="19713"/>
                </a:lnTo>
                <a:lnTo>
                  <a:pt x="23969" y="19713"/>
                </a:lnTo>
                <a:lnTo>
                  <a:pt x="23969" y="19713"/>
                </a:lnTo>
                <a:lnTo>
                  <a:pt x="23969" y="19713"/>
                </a:lnTo>
                <a:lnTo>
                  <a:pt x="23969" y="19713"/>
                </a:lnTo>
                <a:lnTo>
                  <a:pt x="23970" y="19713"/>
                </a:lnTo>
                <a:lnTo>
                  <a:pt x="23970" y="19713"/>
                </a:lnTo>
                <a:lnTo>
                  <a:pt x="23970" y="19713"/>
                </a:lnTo>
                <a:lnTo>
                  <a:pt x="23971" y="19713"/>
                </a:lnTo>
                <a:lnTo>
                  <a:pt x="23971" y="19713"/>
                </a:lnTo>
                <a:lnTo>
                  <a:pt x="23971" y="19713"/>
                </a:lnTo>
                <a:lnTo>
                  <a:pt x="23971" y="19713"/>
                </a:lnTo>
                <a:lnTo>
                  <a:pt x="23972" y="19713"/>
                </a:lnTo>
                <a:lnTo>
                  <a:pt x="23972" y="19713"/>
                </a:lnTo>
                <a:lnTo>
                  <a:pt x="23972" y="19713"/>
                </a:lnTo>
                <a:lnTo>
                  <a:pt x="23972" y="19713"/>
                </a:lnTo>
                <a:lnTo>
                  <a:pt x="23973" y="19713"/>
                </a:lnTo>
                <a:lnTo>
                  <a:pt x="23973" y="19713"/>
                </a:lnTo>
                <a:lnTo>
                  <a:pt x="23973" y="19713"/>
                </a:lnTo>
                <a:lnTo>
                  <a:pt x="23973" y="19713"/>
                </a:lnTo>
                <a:lnTo>
                  <a:pt x="23974" y="19713"/>
                </a:lnTo>
                <a:lnTo>
                  <a:pt x="23974" y="19713"/>
                </a:lnTo>
                <a:lnTo>
                  <a:pt x="23974" y="19713"/>
                </a:lnTo>
                <a:lnTo>
                  <a:pt x="23975" y="19713"/>
                </a:lnTo>
                <a:lnTo>
                  <a:pt x="23975" y="19713"/>
                </a:lnTo>
                <a:lnTo>
                  <a:pt x="23975" y="19713"/>
                </a:lnTo>
                <a:lnTo>
                  <a:pt x="23975" y="19713"/>
                </a:lnTo>
                <a:lnTo>
                  <a:pt x="23976" y="19713"/>
                </a:lnTo>
                <a:lnTo>
                  <a:pt x="23976" y="19713"/>
                </a:lnTo>
                <a:lnTo>
                  <a:pt x="23976" y="19713"/>
                </a:lnTo>
                <a:lnTo>
                  <a:pt x="23976" y="19713"/>
                </a:lnTo>
                <a:lnTo>
                  <a:pt x="23977" y="19713"/>
                </a:lnTo>
                <a:lnTo>
                  <a:pt x="23977" y="19713"/>
                </a:lnTo>
                <a:lnTo>
                  <a:pt x="23977" y="19713"/>
                </a:lnTo>
                <a:lnTo>
                  <a:pt x="23977" y="19713"/>
                </a:lnTo>
                <a:lnTo>
                  <a:pt x="23978" y="19713"/>
                </a:lnTo>
                <a:lnTo>
                  <a:pt x="23978" y="19713"/>
                </a:lnTo>
                <a:lnTo>
                  <a:pt x="23978" y="19713"/>
                </a:lnTo>
                <a:lnTo>
                  <a:pt x="23979" y="19713"/>
                </a:lnTo>
                <a:lnTo>
                  <a:pt x="23979" y="19713"/>
                </a:lnTo>
                <a:lnTo>
                  <a:pt x="23979" y="19713"/>
                </a:lnTo>
                <a:lnTo>
                  <a:pt x="23979" y="19713"/>
                </a:lnTo>
                <a:lnTo>
                  <a:pt x="23980" y="19713"/>
                </a:lnTo>
                <a:lnTo>
                  <a:pt x="23980" y="19713"/>
                </a:lnTo>
                <a:lnTo>
                  <a:pt x="23980" y="19713"/>
                </a:lnTo>
                <a:lnTo>
                  <a:pt x="23980" y="19713"/>
                </a:lnTo>
                <a:lnTo>
                  <a:pt x="23981" y="19713"/>
                </a:lnTo>
                <a:lnTo>
                  <a:pt x="23981" y="19713"/>
                </a:lnTo>
                <a:lnTo>
                  <a:pt x="23981" y="19713"/>
                </a:lnTo>
                <a:lnTo>
                  <a:pt x="23982" y="19713"/>
                </a:lnTo>
                <a:lnTo>
                  <a:pt x="23982" y="19713"/>
                </a:lnTo>
                <a:lnTo>
                  <a:pt x="23982" y="19713"/>
                </a:lnTo>
                <a:lnTo>
                  <a:pt x="23982" y="19713"/>
                </a:lnTo>
                <a:lnTo>
                  <a:pt x="23983" y="19713"/>
                </a:lnTo>
                <a:lnTo>
                  <a:pt x="23983" y="19713"/>
                </a:lnTo>
                <a:lnTo>
                  <a:pt x="23983" y="19713"/>
                </a:lnTo>
                <a:lnTo>
                  <a:pt x="23983" y="19713"/>
                </a:lnTo>
                <a:lnTo>
                  <a:pt x="23984" y="19713"/>
                </a:lnTo>
                <a:lnTo>
                  <a:pt x="23984" y="19713"/>
                </a:lnTo>
                <a:lnTo>
                  <a:pt x="23984" y="19713"/>
                </a:lnTo>
                <a:lnTo>
                  <a:pt x="23984" y="19713"/>
                </a:lnTo>
                <a:lnTo>
                  <a:pt x="23985" y="19713"/>
                </a:lnTo>
                <a:lnTo>
                  <a:pt x="23985" y="19713"/>
                </a:lnTo>
                <a:lnTo>
                  <a:pt x="23985" y="19713"/>
                </a:lnTo>
                <a:lnTo>
                  <a:pt x="23986" y="19713"/>
                </a:lnTo>
                <a:lnTo>
                  <a:pt x="23986" y="19713"/>
                </a:lnTo>
                <a:lnTo>
                  <a:pt x="23986" y="19713"/>
                </a:lnTo>
                <a:lnTo>
                  <a:pt x="23986" y="19713"/>
                </a:lnTo>
                <a:lnTo>
                  <a:pt x="23987" y="19713"/>
                </a:lnTo>
                <a:lnTo>
                  <a:pt x="23987" y="19713"/>
                </a:lnTo>
                <a:lnTo>
                  <a:pt x="23987" y="19713"/>
                </a:lnTo>
                <a:lnTo>
                  <a:pt x="23987" y="19713"/>
                </a:lnTo>
                <a:lnTo>
                  <a:pt x="23988" y="19713"/>
                </a:lnTo>
                <a:lnTo>
                  <a:pt x="23988" y="19713"/>
                </a:lnTo>
                <a:lnTo>
                  <a:pt x="23988" y="19713"/>
                </a:lnTo>
                <a:lnTo>
                  <a:pt x="23988" y="19713"/>
                </a:lnTo>
                <a:lnTo>
                  <a:pt x="23989" y="19713"/>
                </a:lnTo>
                <a:lnTo>
                  <a:pt x="23989" y="19713"/>
                </a:lnTo>
                <a:lnTo>
                  <a:pt x="23989" y="19713"/>
                </a:lnTo>
                <a:lnTo>
                  <a:pt x="23990" y="19713"/>
                </a:lnTo>
                <a:lnTo>
                  <a:pt x="23990" y="19713"/>
                </a:lnTo>
                <a:lnTo>
                  <a:pt x="23990" y="19713"/>
                </a:lnTo>
                <a:lnTo>
                  <a:pt x="23990" y="19713"/>
                </a:lnTo>
                <a:lnTo>
                  <a:pt x="23991" y="19713"/>
                </a:lnTo>
                <a:lnTo>
                  <a:pt x="23991" y="19713"/>
                </a:lnTo>
                <a:lnTo>
                  <a:pt x="23991" y="19713"/>
                </a:lnTo>
                <a:lnTo>
                  <a:pt x="23991" y="19713"/>
                </a:lnTo>
                <a:lnTo>
                  <a:pt x="23992" y="19713"/>
                </a:lnTo>
                <a:lnTo>
                  <a:pt x="23992" y="19713"/>
                </a:lnTo>
                <a:lnTo>
                  <a:pt x="23992" y="19713"/>
                </a:lnTo>
                <a:lnTo>
                  <a:pt x="23993" y="19713"/>
                </a:lnTo>
                <a:lnTo>
                  <a:pt x="23993" y="19713"/>
                </a:lnTo>
                <a:lnTo>
                  <a:pt x="23993" y="19713"/>
                </a:lnTo>
                <a:lnTo>
                  <a:pt x="23993" y="19713"/>
                </a:lnTo>
                <a:lnTo>
                  <a:pt x="23994" y="19713"/>
                </a:lnTo>
                <a:lnTo>
                  <a:pt x="23994" y="19713"/>
                </a:lnTo>
                <a:lnTo>
                  <a:pt x="23994" y="19713"/>
                </a:lnTo>
                <a:lnTo>
                  <a:pt x="23994" y="19713"/>
                </a:lnTo>
                <a:lnTo>
                  <a:pt x="23995" y="19713"/>
                </a:lnTo>
                <a:lnTo>
                  <a:pt x="23995" y="19713"/>
                </a:lnTo>
                <a:lnTo>
                  <a:pt x="23995" y="19713"/>
                </a:lnTo>
                <a:lnTo>
                  <a:pt x="23995" y="19713"/>
                </a:lnTo>
                <a:lnTo>
                  <a:pt x="23996" y="19713"/>
                </a:lnTo>
                <a:lnTo>
                  <a:pt x="23996" y="19713"/>
                </a:lnTo>
                <a:lnTo>
                  <a:pt x="23996" y="19713"/>
                </a:lnTo>
                <a:lnTo>
                  <a:pt x="23997" y="19713"/>
                </a:lnTo>
                <a:lnTo>
                  <a:pt x="23997" y="19713"/>
                </a:lnTo>
                <a:lnTo>
                  <a:pt x="23997" y="19713"/>
                </a:lnTo>
                <a:lnTo>
                  <a:pt x="23997" y="19713"/>
                </a:lnTo>
                <a:lnTo>
                  <a:pt x="23998" y="19713"/>
                </a:lnTo>
                <a:lnTo>
                  <a:pt x="23998" y="19713"/>
                </a:lnTo>
                <a:lnTo>
                  <a:pt x="23998" y="19713"/>
                </a:lnTo>
                <a:lnTo>
                  <a:pt x="23998" y="19713"/>
                </a:lnTo>
                <a:lnTo>
                  <a:pt x="23999" y="19713"/>
                </a:lnTo>
                <a:lnTo>
                  <a:pt x="23999" y="19713"/>
                </a:lnTo>
                <a:lnTo>
                  <a:pt x="23999" y="19713"/>
                </a:lnTo>
                <a:lnTo>
                  <a:pt x="24000" y="19713"/>
                </a:lnTo>
                <a:lnTo>
                  <a:pt x="24000" y="19713"/>
                </a:lnTo>
                <a:lnTo>
                  <a:pt x="24000" y="19713"/>
                </a:lnTo>
                <a:lnTo>
                  <a:pt x="24000" y="19713"/>
                </a:lnTo>
                <a:lnTo>
                  <a:pt x="24001" y="19713"/>
                </a:lnTo>
                <a:lnTo>
                  <a:pt x="24001" y="19713"/>
                </a:lnTo>
                <a:lnTo>
                  <a:pt x="24001" y="19713"/>
                </a:lnTo>
                <a:lnTo>
                  <a:pt x="24001" y="19713"/>
                </a:lnTo>
                <a:lnTo>
                  <a:pt x="24002" y="19713"/>
                </a:lnTo>
                <a:lnTo>
                  <a:pt x="24002" y="19713"/>
                </a:lnTo>
                <a:lnTo>
                  <a:pt x="24002" y="19713"/>
                </a:lnTo>
                <a:lnTo>
                  <a:pt x="24003" y="19713"/>
                </a:lnTo>
                <a:lnTo>
                  <a:pt x="24003" y="19713"/>
                </a:lnTo>
                <a:lnTo>
                  <a:pt x="24003" y="19713"/>
                </a:lnTo>
                <a:lnTo>
                  <a:pt x="24003" y="19713"/>
                </a:lnTo>
                <a:lnTo>
                  <a:pt x="24004" y="19713"/>
                </a:lnTo>
                <a:lnTo>
                  <a:pt x="24004" y="19713"/>
                </a:lnTo>
                <a:lnTo>
                  <a:pt x="24004" y="19713"/>
                </a:lnTo>
                <a:lnTo>
                  <a:pt x="24004" y="19713"/>
                </a:lnTo>
                <a:lnTo>
                  <a:pt x="24005" y="19713"/>
                </a:lnTo>
                <a:lnTo>
                  <a:pt x="24005" y="19713"/>
                </a:lnTo>
                <a:lnTo>
                  <a:pt x="24005" y="19713"/>
                </a:lnTo>
                <a:lnTo>
                  <a:pt x="24005" y="19713"/>
                </a:lnTo>
                <a:lnTo>
                  <a:pt x="24006" y="19713"/>
                </a:lnTo>
                <a:lnTo>
                  <a:pt x="24006" y="19713"/>
                </a:lnTo>
                <a:lnTo>
                  <a:pt x="24006" y="19713"/>
                </a:lnTo>
                <a:lnTo>
                  <a:pt x="24007" y="19713"/>
                </a:lnTo>
                <a:lnTo>
                  <a:pt x="24007" y="19713"/>
                </a:lnTo>
                <a:lnTo>
                  <a:pt x="24007" y="19713"/>
                </a:lnTo>
                <a:lnTo>
                  <a:pt x="24007" y="19713"/>
                </a:lnTo>
                <a:lnTo>
                  <a:pt x="24008" y="19713"/>
                </a:lnTo>
                <a:lnTo>
                  <a:pt x="24008" y="19713"/>
                </a:lnTo>
                <a:lnTo>
                  <a:pt x="24008" y="19713"/>
                </a:lnTo>
                <a:lnTo>
                  <a:pt x="24008" y="19713"/>
                </a:lnTo>
                <a:lnTo>
                  <a:pt x="24009" y="19713"/>
                </a:lnTo>
                <a:lnTo>
                  <a:pt x="24009" y="19713"/>
                </a:lnTo>
                <a:lnTo>
                  <a:pt x="24009" y="19713"/>
                </a:lnTo>
                <a:lnTo>
                  <a:pt x="24010" y="19713"/>
                </a:lnTo>
                <a:lnTo>
                  <a:pt x="24010" y="19713"/>
                </a:lnTo>
                <a:lnTo>
                  <a:pt x="24010" y="19713"/>
                </a:lnTo>
                <a:lnTo>
                  <a:pt x="24010" y="19713"/>
                </a:lnTo>
                <a:lnTo>
                  <a:pt x="24011" y="19713"/>
                </a:lnTo>
                <a:lnTo>
                  <a:pt x="24011" y="19713"/>
                </a:lnTo>
                <a:lnTo>
                  <a:pt x="24011" y="19713"/>
                </a:lnTo>
                <a:lnTo>
                  <a:pt x="24011" y="19713"/>
                </a:lnTo>
                <a:lnTo>
                  <a:pt x="24012" y="19713"/>
                </a:lnTo>
                <a:lnTo>
                  <a:pt x="24012" y="19713"/>
                </a:lnTo>
                <a:lnTo>
                  <a:pt x="24012" y="19713"/>
                </a:lnTo>
                <a:lnTo>
                  <a:pt x="24013" y="19713"/>
                </a:lnTo>
                <a:lnTo>
                  <a:pt x="24013" y="19713"/>
                </a:lnTo>
                <a:lnTo>
                  <a:pt x="24013" y="19713"/>
                </a:lnTo>
                <a:lnTo>
                  <a:pt x="24013" y="19713"/>
                </a:lnTo>
                <a:lnTo>
                  <a:pt x="24014" y="19713"/>
                </a:lnTo>
                <a:lnTo>
                  <a:pt x="24014" y="19713"/>
                </a:lnTo>
                <a:lnTo>
                  <a:pt x="24014" y="19713"/>
                </a:lnTo>
                <a:lnTo>
                  <a:pt x="24014" y="19713"/>
                </a:lnTo>
                <a:lnTo>
                  <a:pt x="24015" y="19713"/>
                </a:lnTo>
                <a:lnTo>
                  <a:pt x="24015" y="19713"/>
                </a:lnTo>
                <a:lnTo>
                  <a:pt x="24015" y="19713"/>
                </a:lnTo>
                <a:lnTo>
                  <a:pt x="24015" y="19713"/>
                </a:lnTo>
                <a:lnTo>
                  <a:pt x="24016" y="19713"/>
                </a:lnTo>
                <a:lnTo>
                  <a:pt x="24016" y="19713"/>
                </a:lnTo>
                <a:lnTo>
                  <a:pt x="24016" y="19713"/>
                </a:lnTo>
                <a:lnTo>
                  <a:pt x="24017" y="19713"/>
                </a:lnTo>
                <a:lnTo>
                  <a:pt x="24017" y="19713"/>
                </a:lnTo>
                <a:lnTo>
                  <a:pt x="24017" y="19713"/>
                </a:lnTo>
                <a:lnTo>
                  <a:pt x="24017" y="19713"/>
                </a:lnTo>
                <a:lnTo>
                  <a:pt x="24018" y="19713"/>
                </a:lnTo>
                <a:lnTo>
                  <a:pt x="24018" y="19713"/>
                </a:lnTo>
                <a:lnTo>
                  <a:pt x="24018" y="19713"/>
                </a:lnTo>
                <a:lnTo>
                  <a:pt x="24018" y="19713"/>
                </a:lnTo>
                <a:lnTo>
                  <a:pt x="24019" y="19713"/>
                </a:lnTo>
                <a:lnTo>
                  <a:pt x="24019" y="19713"/>
                </a:lnTo>
                <a:lnTo>
                  <a:pt x="24019" y="19713"/>
                </a:lnTo>
                <a:lnTo>
                  <a:pt x="24020" y="19713"/>
                </a:lnTo>
                <a:lnTo>
                  <a:pt x="24020" y="19713"/>
                </a:lnTo>
                <a:lnTo>
                  <a:pt x="24020" y="19713"/>
                </a:lnTo>
                <a:lnTo>
                  <a:pt x="24020" y="19713"/>
                </a:lnTo>
                <a:lnTo>
                  <a:pt x="24021" y="19713"/>
                </a:lnTo>
                <a:lnTo>
                  <a:pt x="24021" y="19713"/>
                </a:lnTo>
                <a:lnTo>
                  <a:pt x="24021" y="19713"/>
                </a:lnTo>
                <a:lnTo>
                  <a:pt x="24021" y="19713"/>
                </a:lnTo>
                <a:lnTo>
                  <a:pt x="24022" y="19713"/>
                </a:lnTo>
                <a:lnTo>
                  <a:pt x="24022" y="19713"/>
                </a:lnTo>
                <a:lnTo>
                  <a:pt x="24022" y="19713"/>
                </a:lnTo>
                <a:lnTo>
                  <a:pt x="24023" y="19713"/>
                </a:lnTo>
                <a:lnTo>
                  <a:pt x="24023" y="19713"/>
                </a:lnTo>
                <a:lnTo>
                  <a:pt x="24023" y="19713"/>
                </a:lnTo>
                <a:lnTo>
                  <a:pt x="24023" y="19713"/>
                </a:lnTo>
                <a:lnTo>
                  <a:pt x="24024" y="19713"/>
                </a:lnTo>
                <a:lnTo>
                  <a:pt x="24024" y="19713"/>
                </a:lnTo>
                <a:lnTo>
                  <a:pt x="24024" y="19713"/>
                </a:lnTo>
                <a:lnTo>
                  <a:pt x="24024" y="19713"/>
                </a:lnTo>
                <a:lnTo>
                  <a:pt x="24025" y="19713"/>
                </a:lnTo>
                <a:lnTo>
                  <a:pt x="24025" y="19713"/>
                </a:lnTo>
                <a:lnTo>
                  <a:pt x="24025" y="19713"/>
                </a:lnTo>
                <a:lnTo>
                  <a:pt x="24026" y="19713"/>
                </a:lnTo>
                <a:lnTo>
                  <a:pt x="24026" y="19713"/>
                </a:lnTo>
                <a:lnTo>
                  <a:pt x="24026" y="19713"/>
                </a:lnTo>
                <a:lnTo>
                  <a:pt x="24026" y="19713"/>
                </a:lnTo>
                <a:lnTo>
                  <a:pt x="24027" y="19713"/>
                </a:lnTo>
                <a:lnTo>
                  <a:pt x="24027" y="19713"/>
                </a:lnTo>
                <a:lnTo>
                  <a:pt x="24027" y="19713"/>
                </a:lnTo>
                <a:lnTo>
                  <a:pt x="24027" y="19713"/>
                </a:lnTo>
                <a:lnTo>
                  <a:pt x="24028" y="19713"/>
                </a:lnTo>
                <a:lnTo>
                  <a:pt x="24028" y="19713"/>
                </a:lnTo>
                <a:lnTo>
                  <a:pt x="24028" y="19713"/>
                </a:lnTo>
                <a:lnTo>
                  <a:pt x="24029" y="19713"/>
                </a:lnTo>
                <a:lnTo>
                  <a:pt x="24029" y="19713"/>
                </a:lnTo>
                <a:lnTo>
                  <a:pt x="24029" y="19713"/>
                </a:lnTo>
                <a:lnTo>
                  <a:pt x="24029" y="19713"/>
                </a:lnTo>
                <a:lnTo>
                  <a:pt x="24030" y="19713"/>
                </a:lnTo>
                <a:lnTo>
                  <a:pt x="24030" y="19713"/>
                </a:lnTo>
                <a:lnTo>
                  <a:pt x="24030" y="19713"/>
                </a:lnTo>
                <a:lnTo>
                  <a:pt x="24030" y="19713"/>
                </a:lnTo>
                <a:lnTo>
                  <a:pt x="24031" y="19713"/>
                </a:lnTo>
                <a:lnTo>
                  <a:pt x="24031" y="19713"/>
                </a:lnTo>
                <a:lnTo>
                  <a:pt x="24031" y="19713"/>
                </a:lnTo>
                <a:lnTo>
                  <a:pt x="24032" y="19713"/>
                </a:lnTo>
                <a:lnTo>
                  <a:pt x="24032" y="19713"/>
                </a:lnTo>
                <a:lnTo>
                  <a:pt x="24032" y="19713"/>
                </a:lnTo>
                <a:lnTo>
                  <a:pt x="24032" y="19713"/>
                </a:lnTo>
                <a:lnTo>
                  <a:pt x="24033" y="19713"/>
                </a:lnTo>
                <a:lnTo>
                  <a:pt x="24033" y="19713"/>
                </a:lnTo>
                <a:lnTo>
                  <a:pt x="24033" y="19713"/>
                </a:lnTo>
                <a:lnTo>
                  <a:pt x="24033" y="19713"/>
                </a:lnTo>
                <a:lnTo>
                  <a:pt x="24034" y="19713"/>
                </a:lnTo>
                <a:lnTo>
                  <a:pt x="24034" y="19713"/>
                </a:lnTo>
                <a:lnTo>
                  <a:pt x="24034" y="19713"/>
                </a:lnTo>
                <a:lnTo>
                  <a:pt x="24035" y="19713"/>
                </a:lnTo>
                <a:lnTo>
                  <a:pt x="24035" y="19713"/>
                </a:lnTo>
                <a:lnTo>
                  <a:pt x="24035" y="19713"/>
                </a:lnTo>
                <a:lnTo>
                  <a:pt x="24035" y="19713"/>
                </a:lnTo>
                <a:lnTo>
                  <a:pt x="24036" y="19713"/>
                </a:lnTo>
                <a:lnTo>
                  <a:pt x="24036" y="19713"/>
                </a:lnTo>
                <a:lnTo>
                  <a:pt x="24036" y="19713"/>
                </a:lnTo>
                <a:lnTo>
                  <a:pt x="24036" y="19713"/>
                </a:lnTo>
                <a:lnTo>
                  <a:pt x="24037" y="19713"/>
                </a:lnTo>
                <a:lnTo>
                  <a:pt x="24037" y="19713"/>
                </a:lnTo>
                <a:lnTo>
                  <a:pt x="24037" y="19713"/>
                </a:lnTo>
                <a:lnTo>
                  <a:pt x="24038" y="19713"/>
                </a:lnTo>
                <a:lnTo>
                  <a:pt x="24038" y="19713"/>
                </a:lnTo>
                <a:lnTo>
                  <a:pt x="24038" y="19713"/>
                </a:lnTo>
                <a:lnTo>
                  <a:pt x="24038" y="19713"/>
                </a:lnTo>
                <a:lnTo>
                  <a:pt x="24039" y="19713"/>
                </a:lnTo>
                <a:lnTo>
                  <a:pt x="24039" y="19713"/>
                </a:lnTo>
                <a:lnTo>
                  <a:pt x="24039" y="19713"/>
                </a:lnTo>
                <a:lnTo>
                  <a:pt x="24039" y="19713"/>
                </a:lnTo>
                <a:lnTo>
                  <a:pt x="24040" y="19713"/>
                </a:lnTo>
                <a:lnTo>
                  <a:pt x="24040" y="19713"/>
                </a:lnTo>
                <a:lnTo>
                  <a:pt x="24040" y="19713"/>
                </a:lnTo>
                <a:lnTo>
                  <a:pt x="24041" y="19713"/>
                </a:lnTo>
                <a:lnTo>
                  <a:pt x="24041" y="19713"/>
                </a:lnTo>
                <a:lnTo>
                  <a:pt x="24041" y="19713"/>
                </a:lnTo>
                <a:lnTo>
                  <a:pt x="24041" y="19713"/>
                </a:lnTo>
                <a:lnTo>
                  <a:pt x="24042" y="19713"/>
                </a:lnTo>
                <a:lnTo>
                  <a:pt x="24042" y="19713"/>
                </a:lnTo>
                <a:lnTo>
                  <a:pt x="24042" y="19713"/>
                </a:lnTo>
                <a:lnTo>
                  <a:pt x="24042" y="19713"/>
                </a:lnTo>
                <a:lnTo>
                  <a:pt x="24043" y="19713"/>
                </a:lnTo>
                <a:lnTo>
                  <a:pt x="24043" y="19713"/>
                </a:lnTo>
                <a:lnTo>
                  <a:pt x="24043" y="19713"/>
                </a:lnTo>
                <a:lnTo>
                  <a:pt x="24044" y="19713"/>
                </a:lnTo>
                <a:lnTo>
                  <a:pt x="24044" y="19713"/>
                </a:lnTo>
                <a:lnTo>
                  <a:pt x="24044" y="19713"/>
                </a:lnTo>
                <a:lnTo>
                  <a:pt x="24044" y="19713"/>
                </a:lnTo>
                <a:lnTo>
                  <a:pt x="24045" y="19713"/>
                </a:lnTo>
                <a:lnTo>
                  <a:pt x="24045" y="19713"/>
                </a:lnTo>
                <a:lnTo>
                  <a:pt x="24045" y="19713"/>
                </a:lnTo>
                <a:lnTo>
                  <a:pt x="24045" y="19713"/>
                </a:lnTo>
                <a:lnTo>
                  <a:pt x="24046" y="19713"/>
                </a:lnTo>
                <a:lnTo>
                  <a:pt x="24046" y="19713"/>
                </a:lnTo>
                <a:lnTo>
                  <a:pt x="24046" y="19713"/>
                </a:lnTo>
                <a:lnTo>
                  <a:pt x="24047" y="19713"/>
                </a:lnTo>
                <a:lnTo>
                  <a:pt x="24047" y="19713"/>
                </a:lnTo>
                <a:lnTo>
                  <a:pt x="24047" y="19713"/>
                </a:lnTo>
                <a:lnTo>
                  <a:pt x="24047" y="19713"/>
                </a:lnTo>
                <a:lnTo>
                  <a:pt x="24048" y="19713"/>
                </a:lnTo>
                <a:lnTo>
                  <a:pt x="24048" y="19713"/>
                </a:lnTo>
                <a:lnTo>
                  <a:pt x="24048" y="19713"/>
                </a:lnTo>
                <a:lnTo>
                  <a:pt x="24048" y="19713"/>
                </a:lnTo>
                <a:lnTo>
                  <a:pt x="24049" y="19713"/>
                </a:lnTo>
                <a:lnTo>
                  <a:pt x="24049" y="19713"/>
                </a:lnTo>
                <a:lnTo>
                  <a:pt x="24049" y="19713"/>
                </a:lnTo>
                <a:lnTo>
                  <a:pt x="24050" y="19713"/>
                </a:lnTo>
                <a:lnTo>
                  <a:pt x="24050" y="19713"/>
                </a:lnTo>
                <a:lnTo>
                  <a:pt x="24050" y="19713"/>
                </a:lnTo>
                <a:lnTo>
                  <a:pt x="24050" y="19713"/>
                </a:lnTo>
                <a:lnTo>
                  <a:pt x="24051" y="19713"/>
                </a:lnTo>
                <a:lnTo>
                  <a:pt x="24051" y="19713"/>
                </a:lnTo>
                <a:lnTo>
                  <a:pt x="24051" y="19713"/>
                </a:lnTo>
                <a:lnTo>
                  <a:pt x="24051" y="19713"/>
                </a:lnTo>
                <a:lnTo>
                  <a:pt x="24052" y="19713"/>
                </a:lnTo>
                <a:lnTo>
                  <a:pt x="24052" y="19713"/>
                </a:lnTo>
                <a:lnTo>
                  <a:pt x="24052" y="19713"/>
                </a:lnTo>
                <a:lnTo>
                  <a:pt x="24053" y="19713"/>
                </a:lnTo>
                <a:lnTo>
                  <a:pt x="24053" y="19713"/>
                </a:lnTo>
                <a:lnTo>
                  <a:pt x="24053" y="19713"/>
                </a:lnTo>
                <a:lnTo>
                  <a:pt x="24053" y="19713"/>
                </a:lnTo>
                <a:lnTo>
                  <a:pt x="24054" y="19713"/>
                </a:lnTo>
                <a:lnTo>
                  <a:pt x="24054" y="19713"/>
                </a:lnTo>
                <a:lnTo>
                  <a:pt x="24054" y="19713"/>
                </a:lnTo>
                <a:lnTo>
                  <a:pt x="24054" y="19713"/>
                </a:lnTo>
                <a:lnTo>
                  <a:pt x="24055" y="19713"/>
                </a:lnTo>
                <a:lnTo>
                  <a:pt x="24055" y="19713"/>
                </a:lnTo>
                <a:lnTo>
                  <a:pt x="24055" y="19713"/>
                </a:lnTo>
                <a:lnTo>
                  <a:pt x="24056" y="19713"/>
                </a:lnTo>
                <a:lnTo>
                  <a:pt x="24056" y="19713"/>
                </a:lnTo>
                <a:lnTo>
                  <a:pt x="24056" y="19713"/>
                </a:lnTo>
                <a:lnTo>
                  <a:pt x="24056" y="19713"/>
                </a:lnTo>
                <a:lnTo>
                  <a:pt x="24057" y="19713"/>
                </a:lnTo>
                <a:lnTo>
                  <a:pt x="24057" y="19713"/>
                </a:lnTo>
                <a:lnTo>
                  <a:pt x="24057" y="19713"/>
                </a:lnTo>
                <a:lnTo>
                  <a:pt x="24058" y="19713"/>
                </a:lnTo>
                <a:lnTo>
                  <a:pt x="24058" y="19713"/>
                </a:lnTo>
                <a:lnTo>
                  <a:pt x="24058" y="19713"/>
                </a:lnTo>
                <a:lnTo>
                  <a:pt x="24058" y="19713"/>
                </a:lnTo>
                <a:lnTo>
                  <a:pt x="24059" y="19713"/>
                </a:lnTo>
                <a:lnTo>
                  <a:pt x="24059" y="19713"/>
                </a:lnTo>
                <a:lnTo>
                  <a:pt x="24059" y="19713"/>
                </a:lnTo>
                <a:lnTo>
                  <a:pt x="24059" y="19713"/>
                </a:lnTo>
                <a:lnTo>
                  <a:pt x="24060" y="19713"/>
                </a:lnTo>
                <a:lnTo>
                  <a:pt x="24060" y="19713"/>
                </a:lnTo>
                <a:lnTo>
                  <a:pt x="24060" y="19713"/>
                </a:lnTo>
                <a:lnTo>
                  <a:pt x="24061" y="19713"/>
                </a:lnTo>
                <a:lnTo>
                  <a:pt x="24061" y="19713"/>
                </a:lnTo>
                <a:lnTo>
                  <a:pt x="24061" y="19713"/>
                </a:lnTo>
                <a:lnTo>
                  <a:pt x="24061" y="19713"/>
                </a:lnTo>
                <a:lnTo>
                  <a:pt x="24062" y="19713"/>
                </a:lnTo>
                <a:lnTo>
                  <a:pt x="24062" y="19713"/>
                </a:lnTo>
                <a:lnTo>
                  <a:pt x="24062" y="19713"/>
                </a:lnTo>
                <a:lnTo>
                  <a:pt x="24062" y="19713"/>
                </a:lnTo>
                <a:lnTo>
                  <a:pt x="24063" y="19713"/>
                </a:lnTo>
                <a:lnTo>
                  <a:pt x="24063" y="19713"/>
                </a:lnTo>
                <a:lnTo>
                  <a:pt x="24063" y="19713"/>
                </a:lnTo>
                <a:lnTo>
                  <a:pt x="24064" y="19713"/>
                </a:lnTo>
                <a:lnTo>
                  <a:pt x="24064" y="19713"/>
                </a:lnTo>
                <a:lnTo>
                  <a:pt x="24064" y="19713"/>
                </a:lnTo>
                <a:lnTo>
                  <a:pt x="24064" y="19713"/>
                </a:lnTo>
                <a:lnTo>
                  <a:pt x="24065" y="19713"/>
                </a:lnTo>
                <a:lnTo>
                  <a:pt x="24065" y="19713"/>
                </a:lnTo>
                <a:lnTo>
                  <a:pt x="24065" y="19713"/>
                </a:lnTo>
                <a:lnTo>
                  <a:pt x="24065" y="19713"/>
                </a:lnTo>
                <a:lnTo>
                  <a:pt x="24066" y="19713"/>
                </a:lnTo>
                <a:lnTo>
                  <a:pt x="24066" y="19713"/>
                </a:lnTo>
                <a:lnTo>
                  <a:pt x="24066" y="19713"/>
                </a:lnTo>
                <a:lnTo>
                  <a:pt x="24067" y="19713"/>
                </a:lnTo>
                <a:lnTo>
                  <a:pt x="24067" y="19713"/>
                </a:lnTo>
                <a:lnTo>
                  <a:pt x="24067" y="19713"/>
                </a:lnTo>
                <a:lnTo>
                  <a:pt x="24067" y="19713"/>
                </a:lnTo>
                <a:lnTo>
                  <a:pt x="24068" y="19713"/>
                </a:lnTo>
                <a:lnTo>
                  <a:pt x="24068" y="19713"/>
                </a:lnTo>
                <a:lnTo>
                  <a:pt x="24068" y="19713"/>
                </a:lnTo>
                <a:lnTo>
                  <a:pt x="24069" y="19713"/>
                </a:lnTo>
                <a:lnTo>
                  <a:pt x="24069" y="19713"/>
                </a:lnTo>
                <a:lnTo>
                  <a:pt x="24069" y="19713"/>
                </a:lnTo>
                <a:lnTo>
                  <a:pt x="24069" y="19713"/>
                </a:lnTo>
                <a:lnTo>
                  <a:pt x="24070" y="19713"/>
                </a:lnTo>
                <a:lnTo>
                  <a:pt x="24070" y="19713"/>
                </a:lnTo>
                <a:lnTo>
                  <a:pt x="24070" y="19713"/>
                </a:lnTo>
                <a:lnTo>
                  <a:pt x="24070" y="19713"/>
                </a:lnTo>
                <a:lnTo>
                  <a:pt x="24071" y="19713"/>
                </a:lnTo>
                <a:lnTo>
                  <a:pt x="24071" y="19713"/>
                </a:lnTo>
                <a:lnTo>
                  <a:pt x="24071" y="19713"/>
                </a:lnTo>
                <a:lnTo>
                  <a:pt x="24072" y="19713"/>
                </a:lnTo>
                <a:lnTo>
                  <a:pt x="24072" y="19713"/>
                </a:lnTo>
                <a:lnTo>
                  <a:pt x="24072" y="19713"/>
                </a:lnTo>
                <a:lnTo>
                  <a:pt x="24072" y="19713"/>
                </a:lnTo>
                <a:lnTo>
                  <a:pt x="24073" y="19713"/>
                </a:lnTo>
                <a:lnTo>
                  <a:pt x="24073" y="19713"/>
                </a:lnTo>
                <a:lnTo>
                  <a:pt x="24073" y="19713"/>
                </a:lnTo>
                <a:lnTo>
                  <a:pt x="24073" y="19713"/>
                </a:lnTo>
                <a:lnTo>
                  <a:pt x="24074" y="19713"/>
                </a:lnTo>
                <a:lnTo>
                  <a:pt x="24074" y="19713"/>
                </a:lnTo>
                <a:lnTo>
                  <a:pt x="24074" y="19713"/>
                </a:lnTo>
                <a:lnTo>
                  <a:pt x="24075" y="19713"/>
                </a:lnTo>
                <a:lnTo>
                  <a:pt x="24075" y="19713"/>
                </a:lnTo>
                <a:lnTo>
                  <a:pt x="24075" y="19713"/>
                </a:lnTo>
                <a:lnTo>
                  <a:pt x="24075" y="19713"/>
                </a:lnTo>
                <a:lnTo>
                  <a:pt x="24076" y="19713"/>
                </a:lnTo>
                <a:lnTo>
                  <a:pt x="24076" y="19713"/>
                </a:lnTo>
                <a:lnTo>
                  <a:pt x="24076" y="19713"/>
                </a:lnTo>
                <a:lnTo>
                  <a:pt x="24077" y="19713"/>
                </a:lnTo>
                <a:lnTo>
                  <a:pt x="24077" y="19713"/>
                </a:lnTo>
                <a:lnTo>
                  <a:pt x="24077" y="19713"/>
                </a:lnTo>
                <a:lnTo>
                  <a:pt x="24077" y="19713"/>
                </a:lnTo>
                <a:lnTo>
                  <a:pt x="24078" y="19713"/>
                </a:lnTo>
                <a:lnTo>
                  <a:pt x="24078" y="19713"/>
                </a:lnTo>
                <a:lnTo>
                  <a:pt x="24078" y="19713"/>
                </a:lnTo>
                <a:lnTo>
                  <a:pt x="24078" y="19713"/>
                </a:lnTo>
                <a:lnTo>
                  <a:pt x="24079" y="19713"/>
                </a:lnTo>
                <a:lnTo>
                  <a:pt x="24079" y="19713"/>
                </a:lnTo>
                <a:lnTo>
                  <a:pt x="24079" y="19713"/>
                </a:lnTo>
                <a:lnTo>
                  <a:pt x="24080" y="19713"/>
                </a:lnTo>
                <a:lnTo>
                  <a:pt x="24080" y="19713"/>
                </a:lnTo>
                <a:lnTo>
                  <a:pt x="24080" y="19713"/>
                </a:lnTo>
                <a:lnTo>
                  <a:pt x="24080" y="19713"/>
                </a:lnTo>
                <a:lnTo>
                  <a:pt x="24081" y="19713"/>
                </a:lnTo>
                <a:lnTo>
                  <a:pt x="24081" y="19713"/>
                </a:lnTo>
                <a:lnTo>
                  <a:pt x="24081" y="19713"/>
                </a:lnTo>
                <a:lnTo>
                  <a:pt x="24081" y="19713"/>
                </a:lnTo>
                <a:lnTo>
                  <a:pt x="24082" y="19713"/>
                </a:lnTo>
                <a:lnTo>
                  <a:pt x="24082" y="19713"/>
                </a:lnTo>
                <a:lnTo>
                  <a:pt x="24082" y="19713"/>
                </a:lnTo>
                <a:lnTo>
                  <a:pt x="24083" y="19713"/>
                </a:lnTo>
                <a:lnTo>
                  <a:pt x="24083" y="19713"/>
                </a:lnTo>
                <a:lnTo>
                  <a:pt x="24083" y="19713"/>
                </a:lnTo>
                <a:lnTo>
                  <a:pt x="24083" y="19713"/>
                </a:lnTo>
                <a:lnTo>
                  <a:pt x="24084" y="19713"/>
                </a:lnTo>
                <a:lnTo>
                  <a:pt x="24084" y="19713"/>
                </a:lnTo>
                <a:lnTo>
                  <a:pt x="24084" y="19713"/>
                </a:lnTo>
                <a:lnTo>
                  <a:pt x="24085" y="19713"/>
                </a:lnTo>
                <a:lnTo>
                  <a:pt x="24085" y="19713"/>
                </a:lnTo>
                <a:lnTo>
                  <a:pt x="24085" y="19713"/>
                </a:lnTo>
                <a:lnTo>
                  <a:pt x="24085" y="19713"/>
                </a:lnTo>
                <a:lnTo>
                  <a:pt x="24086" y="19713"/>
                </a:lnTo>
                <a:lnTo>
                  <a:pt x="24086" y="19713"/>
                </a:lnTo>
                <a:lnTo>
                  <a:pt x="24086" y="19713"/>
                </a:lnTo>
                <a:lnTo>
                  <a:pt x="24086" y="19713"/>
                </a:lnTo>
                <a:lnTo>
                  <a:pt x="24087" y="19713"/>
                </a:lnTo>
                <a:lnTo>
                  <a:pt x="24087" y="19713"/>
                </a:lnTo>
                <a:lnTo>
                  <a:pt x="24087" y="19713"/>
                </a:lnTo>
                <a:lnTo>
                  <a:pt x="24088" y="19713"/>
                </a:lnTo>
                <a:lnTo>
                  <a:pt x="24088" y="19713"/>
                </a:lnTo>
                <a:lnTo>
                  <a:pt x="24088" y="19713"/>
                </a:lnTo>
                <a:lnTo>
                  <a:pt x="24088" y="19713"/>
                </a:lnTo>
                <a:lnTo>
                  <a:pt x="24089" y="19713"/>
                </a:lnTo>
                <a:lnTo>
                  <a:pt x="24089" y="19713"/>
                </a:lnTo>
                <a:lnTo>
                  <a:pt x="24089" y="19713"/>
                </a:lnTo>
                <a:lnTo>
                  <a:pt x="24089" y="19713"/>
                </a:lnTo>
                <a:lnTo>
                  <a:pt x="24090" y="19713"/>
                </a:lnTo>
                <a:lnTo>
                  <a:pt x="24090" y="19713"/>
                </a:lnTo>
                <a:lnTo>
                  <a:pt x="24090" y="19713"/>
                </a:lnTo>
                <a:lnTo>
                  <a:pt x="24091" y="19713"/>
                </a:lnTo>
                <a:lnTo>
                  <a:pt x="24091" y="19713"/>
                </a:lnTo>
                <a:lnTo>
                  <a:pt x="24091" y="19713"/>
                </a:lnTo>
                <a:lnTo>
                  <a:pt x="24091" y="19713"/>
                </a:lnTo>
                <a:lnTo>
                  <a:pt x="24092" y="19713"/>
                </a:lnTo>
                <a:lnTo>
                  <a:pt x="24092" y="19713"/>
                </a:lnTo>
                <a:lnTo>
                  <a:pt x="24092" y="19713"/>
                </a:lnTo>
                <a:lnTo>
                  <a:pt x="24093" y="19713"/>
                </a:lnTo>
                <a:lnTo>
                  <a:pt x="24093" y="19713"/>
                </a:lnTo>
                <a:lnTo>
                  <a:pt x="24093" y="19713"/>
                </a:lnTo>
                <a:lnTo>
                  <a:pt x="24093" y="19713"/>
                </a:lnTo>
                <a:lnTo>
                  <a:pt x="24094" y="19713"/>
                </a:lnTo>
                <a:lnTo>
                  <a:pt x="24094" y="19713"/>
                </a:lnTo>
                <a:lnTo>
                  <a:pt x="24094" y="19713"/>
                </a:lnTo>
                <a:lnTo>
                  <a:pt x="24094" y="19713"/>
                </a:lnTo>
                <a:lnTo>
                  <a:pt x="24095" y="19713"/>
                </a:lnTo>
                <a:lnTo>
                  <a:pt x="24095" y="19713"/>
                </a:lnTo>
                <a:lnTo>
                  <a:pt x="24095" y="19713"/>
                </a:lnTo>
                <a:lnTo>
                  <a:pt x="24096" y="19713"/>
                </a:lnTo>
                <a:lnTo>
                  <a:pt x="24096" y="19713"/>
                </a:lnTo>
                <a:lnTo>
                  <a:pt x="24096" y="19713"/>
                </a:lnTo>
                <a:lnTo>
                  <a:pt x="24096" y="19713"/>
                </a:lnTo>
                <a:lnTo>
                  <a:pt x="24097" y="19713"/>
                </a:lnTo>
                <a:lnTo>
                  <a:pt x="24097" y="19713"/>
                </a:lnTo>
                <a:lnTo>
                  <a:pt x="24097" y="19713"/>
                </a:lnTo>
                <a:lnTo>
                  <a:pt x="24098" y="19713"/>
                </a:lnTo>
                <a:lnTo>
                  <a:pt x="24098" y="19713"/>
                </a:lnTo>
                <a:lnTo>
                  <a:pt x="24098" y="19713"/>
                </a:lnTo>
                <a:lnTo>
                  <a:pt x="24098" y="19713"/>
                </a:lnTo>
                <a:lnTo>
                  <a:pt x="24099" y="19713"/>
                </a:lnTo>
                <a:lnTo>
                  <a:pt x="24099" y="19713"/>
                </a:lnTo>
                <a:lnTo>
                  <a:pt x="24099" y="19713"/>
                </a:lnTo>
                <a:lnTo>
                  <a:pt x="24099" y="19713"/>
                </a:lnTo>
                <a:lnTo>
                  <a:pt x="24100" y="19713"/>
                </a:lnTo>
                <a:lnTo>
                  <a:pt x="24100" y="19713"/>
                </a:lnTo>
                <a:lnTo>
                  <a:pt x="24100" y="19713"/>
                </a:lnTo>
                <a:lnTo>
                  <a:pt x="24101" y="19713"/>
                </a:lnTo>
                <a:lnTo>
                  <a:pt x="24101" y="19713"/>
                </a:lnTo>
                <a:lnTo>
                  <a:pt x="24101" y="19713"/>
                </a:lnTo>
                <a:lnTo>
                  <a:pt x="24101" y="19713"/>
                </a:lnTo>
                <a:lnTo>
                  <a:pt x="24102" y="19713"/>
                </a:lnTo>
                <a:lnTo>
                  <a:pt x="24102" y="19713"/>
                </a:lnTo>
                <a:lnTo>
                  <a:pt x="24102" y="19713"/>
                </a:lnTo>
                <a:lnTo>
                  <a:pt x="24103" y="19713"/>
                </a:lnTo>
                <a:lnTo>
                  <a:pt x="24103" y="19713"/>
                </a:lnTo>
                <a:lnTo>
                  <a:pt x="24103" y="19713"/>
                </a:lnTo>
                <a:lnTo>
                  <a:pt x="24103" y="19713"/>
                </a:lnTo>
                <a:lnTo>
                  <a:pt x="24104" y="19713"/>
                </a:lnTo>
                <a:lnTo>
                  <a:pt x="24104" y="19713"/>
                </a:lnTo>
                <a:lnTo>
                  <a:pt x="24104" y="19713"/>
                </a:lnTo>
                <a:lnTo>
                  <a:pt x="24104" y="19713"/>
                </a:lnTo>
                <a:lnTo>
                  <a:pt x="24105" y="19713"/>
                </a:lnTo>
                <a:lnTo>
                  <a:pt x="24105" y="19713"/>
                </a:lnTo>
                <a:lnTo>
                  <a:pt x="24105" y="19713"/>
                </a:lnTo>
                <a:lnTo>
                  <a:pt x="24106" y="19713"/>
                </a:lnTo>
                <a:lnTo>
                  <a:pt x="24106" y="19713"/>
                </a:lnTo>
                <a:lnTo>
                  <a:pt x="24106" y="19713"/>
                </a:lnTo>
                <a:lnTo>
                  <a:pt x="24106" y="19713"/>
                </a:lnTo>
                <a:lnTo>
                  <a:pt x="24107" y="19713"/>
                </a:lnTo>
                <a:lnTo>
                  <a:pt x="24107" y="19713"/>
                </a:lnTo>
                <a:lnTo>
                  <a:pt x="24107" y="19713"/>
                </a:lnTo>
                <a:lnTo>
                  <a:pt x="24108" y="19713"/>
                </a:lnTo>
                <a:lnTo>
                  <a:pt x="24108" y="19713"/>
                </a:lnTo>
                <a:lnTo>
                  <a:pt x="24108" y="19713"/>
                </a:lnTo>
                <a:lnTo>
                  <a:pt x="24108" y="19713"/>
                </a:lnTo>
                <a:lnTo>
                  <a:pt x="24109" y="19713"/>
                </a:lnTo>
                <a:lnTo>
                  <a:pt x="24109" y="19713"/>
                </a:lnTo>
                <a:lnTo>
                  <a:pt x="24109" y="19713"/>
                </a:lnTo>
                <a:lnTo>
                  <a:pt x="24109" y="19713"/>
                </a:lnTo>
                <a:lnTo>
                  <a:pt x="24110" y="19713"/>
                </a:lnTo>
                <a:lnTo>
                  <a:pt x="24110" y="19713"/>
                </a:lnTo>
                <a:lnTo>
                  <a:pt x="24110" y="19713"/>
                </a:lnTo>
                <a:lnTo>
                  <a:pt x="24111" y="19713"/>
                </a:lnTo>
                <a:lnTo>
                  <a:pt x="24111" y="19713"/>
                </a:lnTo>
                <a:lnTo>
                  <a:pt x="24111" y="19713"/>
                </a:lnTo>
                <a:lnTo>
                  <a:pt x="24111" y="19713"/>
                </a:lnTo>
                <a:lnTo>
                  <a:pt x="24112" y="19713"/>
                </a:lnTo>
                <a:lnTo>
                  <a:pt x="24112" y="19713"/>
                </a:lnTo>
                <a:lnTo>
                  <a:pt x="24112" y="19713"/>
                </a:lnTo>
                <a:lnTo>
                  <a:pt x="24113" y="19713"/>
                </a:lnTo>
                <a:lnTo>
                  <a:pt x="24113" y="19713"/>
                </a:lnTo>
                <a:lnTo>
                  <a:pt x="24113" y="19713"/>
                </a:lnTo>
                <a:lnTo>
                  <a:pt x="24113" y="19713"/>
                </a:lnTo>
                <a:lnTo>
                  <a:pt x="24114" y="19713"/>
                </a:lnTo>
                <a:lnTo>
                  <a:pt x="24114" y="19713"/>
                </a:lnTo>
                <a:lnTo>
                  <a:pt x="24114" y="19713"/>
                </a:lnTo>
                <a:lnTo>
                  <a:pt x="24115" y="19713"/>
                </a:lnTo>
                <a:lnTo>
                  <a:pt x="24115" y="19713"/>
                </a:lnTo>
                <a:lnTo>
                  <a:pt x="24115" y="19713"/>
                </a:lnTo>
                <a:lnTo>
                  <a:pt x="24115" y="19713"/>
                </a:lnTo>
                <a:lnTo>
                  <a:pt x="24116" y="19713"/>
                </a:lnTo>
                <a:lnTo>
                  <a:pt x="24116" y="19713"/>
                </a:lnTo>
                <a:lnTo>
                  <a:pt x="24116" y="19713"/>
                </a:lnTo>
                <a:lnTo>
                  <a:pt x="24116" y="19713"/>
                </a:lnTo>
                <a:lnTo>
                  <a:pt x="24117" y="19713"/>
                </a:lnTo>
                <a:lnTo>
                  <a:pt x="24117" y="19713"/>
                </a:lnTo>
                <a:lnTo>
                  <a:pt x="24117" y="19713"/>
                </a:lnTo>
                <a:lnTo>
                  <a:pt x="24118" y="19713"/>
                </a:lnTo>
                <a:lnTo>
                  <a:pt x="24118" y="19713"/>
                </a:lnTo>
                <a:lnTo>
                  <a:pt x="24118" y="19713"/>
                </a:lnTo>
                <a:lnTo>
                  <a:pt x="24118" y="19713"/>
                </a:lnTo>
                <a:lnTo>
                  <a:pt x="24119" y="19713"/>
                </a:lnTo>
                <a:lnTo>
                  <a:pt x="24119" y="19713"/>
                </a:lnTo>
                <a:lnTo>
                  <a:pt x="24119" y="19713"/>
                </a:lnTo>
                <a:lnTo>
                  <a:pt x="24120" y="19713"/>
                </a:lnTo>
                <a:lnTo>
                  <a:pt x="24120" y="19713"/>
                </a:lnTo>
                <a:lnTo>
                  <a:pt x="24120" y="19713"/>
                </a:lnTo>
                <a:lnTo>
                  <a:pt x="24120" y="19713"/>
                </a:lnTo>
                <a:lnTo>
                  <a:pt x="24121" y="19713"/>
                </a:lnTo>
                <a:lnTo>
                  <a:pt x="24121" y="19713"/>
                </a:lnTo>
                <a:lnTo>
                  <a:pt x="24121" y="19713"/>
                </a:lnTo>
                <a:lnTo>
                  <a:pt x="24121" y="19713"/>
                </a:lnTo>
                <a:lnTo>
                  <a:pt x="24122" y="19713"/>
                </a:lnTo>
                <a:lnTo>
                  <a:pt x="24122" y="19713"/>
                </a:lnTo>
                <a:lnTo>
                  <a:pt x="24122" y="19713"/>
                </a:lnTo>
                <a:lnTo>
                  <a:pt x="24123" y="19713"/>
                </a:lnTo>
                <a:lnTo>
                  <a:pt x="24123" y="19713"/>
                </a:lnTo>
                <a:lnTo>
                  <a:pt x="24123" y="19713"/>
                </a:lnTo>
                <a:lnTo>
                  <a:pt x="24123" y="19713"/>
                </a:lnTo>
                <a:lnTo>
                  <a:pt x="24124" y="19713"/>
                </a:lnTo>
                <a:lnTo>
                  <a:pt x="24124" y="19713"/>
                </a:lnTo>
                <a:lnTo>
                  <a:pt x="24124" y="19713"/>
                </a:lnTo>
                <a:lnTo>
                  <a:pt x="24125" y="19713"/>
                </a:lnTo>
                <a:lnTo>
                  <a:pt x="24125" y="19713"/>
                </a:lnTo>
                <a:lnTo>
                  <a:pt x="24125" y="19713"/>
                </a:lnTo>
                <a:lnTo>
                  <a:pt x="24125" y="19713"/>
                </a:lnTo>
                <a:lnTo>
                  <a:pt x="24126" y="19713"/>
                </a:lnTo>
                <a:lnTo>
                  <a:pt x="24126" y="19713"/>
                </a:lnTo>
                <a:lnTo>
                  <a:pt x="24126" y="19713"/>
                </a:lnTo>
                <a:lnTo>
                  <a:pt x="24127" y="19713"/>
                </a:lnTo>
                <a:lnTo>
                  <a:pt x="24127" y="19713"/>
                </a:lnTo>
                <a:lnTo>
                  <a:pt x="24127" y="19713"/>
                </a:lnTo>
                <a:lnTo>
                  <a:pt x="24127" y="19713"/>
                </a:lnTo>
                <a:lnTo>
                  <a:pt x="24128" y="19713"/>
                </a:lnTo>
                <a:lnTo>
                  <a:pt x="24128" y="19713"/>
                </a:lnTo>
                <a:lnTo>
                  <a:pt x="24128" y="19713"/>
                </a:lnTo>
                <a:lnTo>
                  <a:pt x="24128" y="19713"/>
                </a:lnTo>
                <a:lnTo>
                  <a:pt x="24129" y="19713"/>
                </a:lnTo>
                <a:lnTo>
                  <a:pt x="24129" y="19713"/>
                </a:lnTo>
                <a:lnTo>
                  <a:pt x="24129" y="19713"/>
                </a:lnTo>
                <a:lnTo>
                  <a:pt x="24130" y="19713"/>
                </a:lnTo>
                <a:lnTo>
                  <a:pt x="24130" y="19713"/>
                </a:lnTo>
                <a:lnTo>
                  <a:pt x="24130" y="19713"/>
                </a:lnTo>
                <a:lnTo>
                  <a:pt x="24130" y="19713"/>
                </a:lnTo>
                <a:lnTo>
                  <a:pt x="24131" y="19713"/>
                </a:lnTo>
                <a:lnTo>
                  <a:pt x="24131" y="19713"/>
                </a:lnTo>
                <a:lnTo>
                  <a:pt x="24131" y="19713"/>
                </a:lnTo>
                <a:lnTo>
                  <a:pt x="24132" y="19713"/>
                </a:lnTo>
                <a:lnTo>
                  <a:pt x="24132" y="19713"/>
                </a:lnTo>
                <a:lnTo>
                  <a:pt x="24132" y="19713"/>
                </a:lnTo>
                <a:lnTo>
                  <a:pt x="24132" y="19713"/>
                </a:lnTo>
                <a:lnTo>
                  <a:pt x="24133" y="19713"/>
                </a:lnTo>
                <a:lnTo>
                  <a:pt x="24133" y="19713"/>
                </a:lnTo>
                <a:lnTo>
                  <a:pt x="24133" y="19713"/>
                </a:lnTo>
                <a:lnTo>
                  <a:pt x="24134" y="19713"/>
                </a:lnTo>
                <a:lnTo>
                  <a:pt x="24134" y="19713"/>
                </a:lnTo>
                <a:lnTo>
                  <a:pt x="24134" y="19713"/>
                </a:lnTo>
                <a:lnTo>
                  <a:pt x="24134" y="19713"/>
                </a:lnTo>
                <a:lnTo>
                  <a:pt x="24135" y="19713"/>
                </a:lnTo>
                <a:lnTo>
                  <a:pt x="24135" y="19713"/>
                </a:lnTo>
                <a:lnTo>
                  <a:pt x="24135" y="19713"/>
                </a:lnTo>
                <a:lnTo>
                  <a:pt x="24135" y="19713"/>
                </a:lnTo>
                <a:lnTo>
                  <a:pt x="24136" y="19713"/>
                </a:lnTo>
                <a:lnTo>
                  <a:pt x="24136" y="19713"/>
                </a:lnTo>
                <a:lnTo>
                  <a:pt x="24136" y="19713"/>
                </a:lnTo>
                <a:lnTo>
                  <a:pt x="24137" y="19713"/>
                </a:lnTo>
                <a:lnTo>
                  <a:pt x="24137" y="19713"/>
                </a:lnTo>
                <a:lnTo>
                  <a:pt x="24137" y="19713"/>
                </a:lnTo>
                <a:lnTo>
                  <a:pt x="24137" y="19713"/>
                </a:lnTo>
                <a:lnTo>
                  <a:pt x="24138" y="19713"/>
                </a:lnTo>
                <a:lnTo>
                  <a:pt x="24138" y="19713"/>
                </a:lnTo>
                <a:lnTo>
                  <a:pt x="24138" y="19713"/>
                </a:lnTo>
                <a:lnTo>
                  <a:pt x="24139" y="19713"/>
                </a:lnTo>
                <a:lnTo>
                  <a:pt x="24139" y="19713"/>
                </a:lnTo>
                <a:lnTo>
                  <a:pt x="24139" y="19713"/>
                </a:lnTo>
                <a:lnTo>
                  <a:pt x="24139" y="19713"/>
                </a:lnTo>
                <a:lnTo>
                  <a:pt x="24140" y="19713"/>
                </a:lnTo>
                <a:lnTo>
                  <a:pt x="24140" y="19713"/>
                </a:lnTo>
                <a:lnTo>
                  <a:pt x="24140" y="19713"/>
                </a:lnTo>
                <a:lnTo>
                  <a:pt x="24141" y="19713"/>
                </a:lnTo>
                <a:lnTo>
                  <a:pt x="24141" y="19713"/>
                </a:lnTo>
                <a:lnTo>
                  <a:pt x="24141" y="19713"/>
                </a:lnTo>
                <a:lnTo>
                  <a:pt x="24141" y="19713"/>
                </a:lnTo>
                <a:lnTo>
                  <a:pt x="24142" y="19713"/>
                </a:lnTo>
                <a:lnTo>
                  <a:pt x="24142" y="19713"/>
                </a:lnTo>
                <a:lnTo>
                  <a:pt x="24142" y="19713"/>
                </a:lnTo>
                <a:lnTo>
                  <a:pt x="24143" y="19713"/>
                </a:lnTo>
                <a:lnTo>
                  <a:pt x="24143" y="19713"/>
                </a:lnTo>
                <a:lnTo>
                  <a:pt x="24143" y="19713"/>
                </a:lnTo>
                <a:lnTo>
                  <a:pt x="24143" y="19713"/>
                </a:lnTo>
                <a:lnTo>
                  <a:pt x="24144" y="19713"/>
                </a:lnTo>
                <a:lnTo>
                  <a:pt x="24144" y="19713"/>
                </a:lnTo>
                <a:lnTo>
                  <a:pt x="24144" y="19713"/>
                </a:lnTo>
                <a:lnTo>
                  <a:pt x="24144" y="19713"/>
                </a:lnTo>
                <a:lnTo>
                  <a:pt x="24145" y="19713"/>
                </a:lnTo>
                <a:lnTo>
                  <a:pt x="24145" y="19713"/>
                </a:lnTo>
                <a:lnTo>
                  <a:pt x="24145" y="19713"/>
                </a:lnTo>
                <a:lnTo>
                  <a:pt x="24146" y="19713"/>
                </a:lnTo>
                <a:lnTo>
                  <a:pt x="24146" y="19713"/>
                </a:lnTo>
                <a:lnTo>
                  <a:pt x="24146" y="19713"/>
                </a:lnTo>
                <a:lnTo>
                  <a:pt x="24146" y="19713"/>
                </a:lnTo>
                <a:lnTo>
                  <a:pt x="24147" y="19713"/>
                </a:lnTo>
                <a:lnTo>
                  <a:pt x="24147" y="19713"/>
                </a:lnTo>
                <a:lnTo>
                  <a:pt x="24147" y="19713"/>
                </a:lnTo>
                <a:lnTo>
                  <a:pt x="24148" y="19713"/>
                </a:lnTo>
                <a:lnTo>
                  <a:pt x="24148" y="19713"/>
                </a:lnTo>
                <a:lnTo>
                  <a:pt x="24148" y="19713"/>
                </a:lnTo>
                <a:lnTo>
                  <a:pt x="24148" y="19713"/>
                </a:lnTo>
                <a:lnTo>
                  <a:pt x="24149" y="19713"/>
                </a:lnTo>
                <a:lnTo>
                  <a:pt x="24149" y="19713"/>
                </a:lnTo>
                <a:lnTo>
                  <a:pt x="24149" y="19713"/>
                </a:lnTo>
                <a:lnTo>
                  <a:pt x="24150" y="19713"/>
                </a:lnTo>
                <a:lnTo>
                  <a:pt x="24150" y="19713"/>
                </a:lnTo>
                <a:lnTo>
                  <a:pt x="24150" y="19713"/>
                </a:lnTo>
                <a:lnTo>
                  <a:pt x="24150" y="19713"/>
                </a:lnTo>
                <a:lnTo>
                  <a:pt x="24151" y="19713"/>
                </a:lnTo>
                <a:lnTo>
                  <a:pt x="24151" y="19713"/>
                </a:lnTo>
                <a:lnTo>
                  <a:pt x="24151" y="19713"/>
                </a:lnTo>
                <a:lnTo>
                  <a:pt x="24152" y="19713"/>
                </a:lnTo>
                <a:lnTo>
                  <a:pt x="24152" y="19713"/>
                </a:lnTo>
                <a:lnTo>
                  <a:pt x="24152" y="19713"/>
                </a:lnTo>
                <a:lnTo>
                  <a:pt x="24152" y="19713"/>
                </a:lnTo>
                <a:lnTo>
                  <a:pt x="24153" y="19713"/>
                </a:lnTo>
                <a:lnTo>
                  <a:pt x="24153" y="19713"/>
                </a:lnTo>
                <a:lnTo>
                  <a:pt x="24153" y="19713"/>
                </a:lnTo>
                <a:lnTo>
                  <a:pt x="24153" y="19713"/>
                </a:lnTo>
                <a:lnTo>
                  <a:pt x="24154" y="19713"/>
                </a:lnTo>
                <a:lnTo>
                  <a:pt x="24154" y="19713"/>
                </a:lnTo>
                <a:lnTo>
                  <a:pt x="24154" y="19713"/>
                </a:lnTo>
                <a:lnTo>
                  <a:pt x="24155" y="19713"/>
                </a:lnTo>
                <a:lnTo>
                  <a:pt x="24155" y="19713"/>
                </a:lnTo>
                <a:lnTo>
                  <a:pt x="24155" y="19713"/>
                </a:lnTo>
                <a:lnTo>
                  <a:pt x="24155" y="19713"/>
                </a:lnTo>
                <a:lnTo>
                  <a:pt x="24156" y="19713"/>
                </a:lnTo>
                <a:lnTo>
                  <a:pt x="24156" y="19713"/>
                </a:lnTo>
                <a:lnTo>
                  <a:pt x="24156" y="19713"/>
                </a:lnTo>
                <a:lnTo>
                  <a:pt x="24157" y="19713"/>
                </a:lnTo>
                <a:lnTo>
                  <a:pt x="24157" y="19713"/>
                </a:lnTo>
                <a:lnTo>
                  <a:pt x="24157" y="19713"/>
                </a:lnTo>
                <a:lnTo>
                  <a:pt x="24157" y="19713"/>
                </a:lnTo>
                <a:lnTo>
                  <a:pt x="24158" y="19713"/>
                </a:lnTo>
                <a:lnTo>
                  <a:pt x="24158" y="19713"/>
                </a:lnTo>
                <a:lnTo>
                  <a:pt x="24158" y="19713"/>
                </a:lnTo>
                <a:lnTo>
                  <a:pt x="24159" y="19713"/>
                </a:lnTo>
                <a:lnTo>
                  <a:pt x="24159" y="19713"/>
                </a:lnTo>
                <a:lnTo>
                  <a:pt x="24159" y="19713"/>
                </a:lnTo>
                <a:lnTo>
                  <a:pt x="24159" y="19713"/>
                </a:lnTo>
                <a:lnTo>
                  <a:pt x="24160" y="19713"/>
                </a:lnTo>
                <a:lnTo>
                  <a:pt x="24160" y="19713"/>
                </a:lnTo>
                <a:lnTo>
                  <a:pt x="24160" y="19713"/>
                </a:lnTo>
                <a:lnTo>
                  <a:pt x="24161" y="19713"/>
                </a:lnTo>
                <a:lnTo>
                  <a:pt x="24161" y="19713"/>
                </a:lnTo>
                <a:lnTo>
                  <a:pt x="24161" y="19713"/>
                </a:lnTo>
                <a:lnTo>
                  <a:pt x="24161" y="19713"/>
                </a:lnTo>
                <a:lnTo>
                  <a:pt x="24162" y="19713"/>
                </a:lnTo>
                <a:lnTo>
                  <a:pt x="24162" y="19713"/>
                </a:lnTo>
                <a:lnTo>
                  <a:pt x="24162" y="19713"/>
                </a:lnTo>
                <a:lnTo>
                  <a:pt x="24163" y="19713"/>
                </a:lnTo>
                <a:lnTo>
                  <a:pt x="24163" y="19713"/>
                </a:lnTo>
                <a:lnTo>
                  <a:pt x="24163" y="19713"/>
                </a:lnTo>
                <a:lnTo>
                  <a:pt x="24163" y="19713"/>
                </a:lnTo>
                <a:lnTo>
                  <a:pt x="24164" y="19713"/>
                </a:lnTo>
                <a:lnTo>
                  <a:pt x="24164" y="19713"/>
                </a:lnTo>
                <a:lnTo>
                  <a:pt x="24164" y="19713"/>
                </a:lnTo>
                <a:lnTo>
                  <a:pt x="24165" y="19713"/>
                </a:lnTo>
                <a:lnTo>
                  <a:pt x="24165" y="19713"/>
                </a:lnTo>
                <a:lnTo>
                  <a:pt x="24165" y="19713"/>
                </a:lnTo>
                <a:lnTo>
                  <a:pt x="24165" y="19713"/>
                </a:lnTo>
                <a:lnTo>
                  <a:pt x="24166" y="19713"/>
                </a:lnTo>
                <a:lnTo>
                  <a:pt x="24166" y="19713"/>
                </a:lnTo>
                <a:lnTo>
                  <a:pt x="24166" y="19713"/>
                </a:lnTo>
                <a:lnTo>
                  <a:pt x="24166" y="19713"/>
                </a:lnTo>
                <a:lnTo>
                  <a:pt x="24167" y="19713"/>
                </a:lnTo>
                <a:lnTo>
                  <a:pt x="24167" y="19713"/>
                </a:lnTo>
                <a:lnTo>
                  <a:pt x="24167" y="19713"/>
                </a:lnTo>
                <a:lnTo>
                  <a:pt x="24168" y="19713"/>
                </a:lnTo>
                <a:lnTo>
                  <a:pt x="24168" y="19713"/>
                </a:lnTo>
                <a:lnTo>
                  <a:pt x="24168" y="19713"/>
                </a:lnTo>
                <a:lnTo>
                  <a:pt x="24168" y="19713"/>
                </a:lnTo>
                <a:lnTo>
                  <a:pt x="24169" y="19713"/>
                </a:lnTo>
                <a:lnTo>
                  <a:pt x="24169" y="19713"/>
                </a:lnTo>
                <a:lnTo>
                  <a:pt x="24169" y="19713"/>
                </a:lnTo>
                <a:lnTo>
                  <a:pt x="24170" y="19713"/>
                </a:lnTo>
                <a:lnTo>
                  <a:pt x="24170" y="19713"/>
                </a:lnTo>
                <a:lnTo>
                  <a:pt x="24170" y="19713"/>
                </a:lnTo>
                <a:lnTo>
                  <a:pt x="24170" y="19713"/>
                </a:lnTo>
                <a:lnTo>
                  <a:pt x="24171" y="19713"/>
                </a:lnTo>
                <a:lnTo>
                  <a:pt x="24171" y="19713"/>
                </a:lnTo>
                <a:lnTo>
                  <a:pt x="24171" y="19713"/>
                </a:lnTo>
                <a:lnTo>
                  <a:pt x="24172" y="19713"/>
                </a:lnTo>
                <a:lnTo>
                  <a:pt x="24172" y="19713"/>
                </a:lnTo>
                <a:lnTo>
                  <a:pt x="24172" y="19713"/>
                </a:lnTo>
                <a:lnTo>
                  <a:pt x="24172" y="19713"/>
                </a:lnTo>
                <a:lnTo>
                  <a:pt x="24173" y="19713"/>
                </a:lnTo>
                <a:lnTo>
                  <a:pt x="24173" y="19713"/>
                </a:lnTo>
                <a:lnTo>
                  <a:pt x="24173" y="19713"/>
                </a:lnTo>
                <a:lnTo>
                  <a:pt x="24174" y="19713"/>
                </a:lnTo>
                <a:lnTo>
                  <a:pt x="24174" y="19713"/>
                </a:lnTo>
                <a:lnTo>
                  <a:pt x="24174" y="19713"/>
                </a:lnTo>
                <a:lnTo>
                  <a:pt x="24174" y="19713"/>
                </a:lnTo>
                <a:lnTo>
                  <a:pt x="24175" y="19713"/>
                </a:lnTo>
                <a:lnTo>
                  <a:pt x="24175" y="19713"/>
                </a:lnTo>
                <a:lnTo>
                  <a:pt x="24175" y="19713"/>
                </a:lnTo>
                <a:lnTo>
                  <a:pt x="24176" y="19713"/>
                </a:lnTo>
                <a:lnTo>
                  <a:pt x="24176" y="19713"/>
                </a:lnTo>
                <a:lnTo>
                  <a:pt x="24176" y="19713"/>
                </a:lnTo>
                <a:lnTo>
                  <a:pt x="24176" y="19713"/>
                </a:lnTo>
                <a:lnTo>
                  <a:pt x="24177" y="19713"/>
                </a:lnTo>
                <a:lnTo>
                  <a:pt x="24177" y="19713"/>
                </a:lnTo>
                <a:lnTo>
                  <a:pt x="24177" y="19713"/>
                </a:lnTo>
                <a:lnTo>
                  <a:pt x="24178" y="19713"/>
                </a:lnTo>
                <a:lnTo>
                  <a:pt x="24178" y="19713"/>
                </a:lnTo>
                <a:lnTo>
                  <a:pt x="24178" y="19713"/>
                </a:lnTo>
                <a:lnTo>
                  <a:pt x="24178" y="19713"/>
                </a:lnTo>
                <a:lnTo>
                  <a:pt x="24179" y="19713"/>
                </a:lnTo>
                <a:lnTo>
                  <a:pt x="24179" y="19713"/>
                </a:lnTo>
                <a:lnTo>
                  <a:pt x="24179" y="19713"/>
                </a:lnTo>
                <a:lnTo>
                  <a:pt x="24180" y="19713"/>
                </a:lnTo>
                <a:lnTo>
                  <a:pt x="24180" y="19713"/>
                </a:lnTo>
                <a:lnTo>
                  <a:pt x="24180" y="19713"/>
                </a:lnTo>
                <a:lnTo>
                  <a:pt x="24180" y="19713"/>
                </a:lnTo>
                <a:lnTo>
                  <a:pt x="24181" y="19713"/>
                </a:lnTo>
                <a:lnTo>
                  <a:pt x="24181" y="19713"/>
                </a:lnTo>
                <a:lnTo>
                  <a:pt x="24181" y="19713"/>
                </a:lnTo>
                <a:lnTo>
                  <a:pt x="24182" y="19713"/>
                </a:lnTo>
                <a:lnTo>
                  <a:pt x="24182" y="19713"/>
                </a:lnTo>
                <a:lnTo>
                  <a:pt x="24182" y="19713"/>
                </a:lnTo>
                <a:lnTo>
                  <a:pt x="24182" y="19713"/>
                </a:lnTo>
                <a:lnTo>
                  <a:pt x="24183" y="19713"/>
                </a:lnTo>
                <a:lnTo>
                  <a:pt x="24183" y="19713"/>
                </a:lnTo>
                <a:lnTo>
                  <a:pt x="24183" y="19713"/>
                </a:lnTo>
                <a:lnTo>
                  <a:pt x="24184" y="19713"/>
                </a:lnTo>
                <a:lnTo>
                  <a:pt x="24184" y="19713"/>
                </a:lnTo>
                <a:lnTo>
                  <a:pt x="24184" y="19713"/>
                </a:lnTo>
                <a:lnTo>
                  <a:pt x="24184" y="19713"/>
                </a:lnTo>
                <a:lnTo>
                  <a:pt x="24185" y="19713"/>
                </a:lnTo>
                <a:lnTo>
                  <a:pt x="24185" y="19713"/>
                </a:lnTo>
                <a:lnTo>
                  <a:pt x="24185" y="19713"/>
                </a:lnTo>
                <a:lnTo>
                  <a:pt x="24185" y="19713"/>
                </a:lnTo>
                <a:lnTo>
                  <a:pt x="24186" y="19713"/>
                </a:lnTo>
                <a:lnTo>
                  <a:pt x="24186" y="19713"/>
                </a:lnTo>
                <a:lnTo>
                  <a:pt x="24186" y="19713"/>
                </a:lnTo>
                <a:lnTo>
                  <a:pt x="24187" y="19713"/>
                </a:lnTo>
                <a:lnTo>
                  <a:pt x="24187" y="19713"/>
                </a:lnTo>
                <a:lnTo>
                  <a:pt x="24187" y="19713"/>
                </a:lnTo>
                <a:lnTo>
                  <a:pt x="24187" y="19713"/>
                </a:lnTo>
                <a:lnTo>
                  <a:pt x="24188" y="19713"/>
                </a:lnTo>
                <a:lnTo>
                  <a:pt x="24188" y="19713"/>
                </a:lnTo>
                <a:lnTo>
                  <a:pt x="24188" y="19713"/>
                </a:lnTo>
                <a:lnTo>
                  <a:pt x="24189" y="19713"/>
                </a:lnTo>
                <a:lnTo>
                  <a:pt x="24189" y="19713"/>
                </a:lnTo>
                <a:lnTo>
                  <a:pt x="24189" y="19713"/>
                </a:lnTo>
                <a:lnTo>
                  <a:pt x="24189" y="19713"/>
                </a:lnTo>
                <a:lnTo>
                  <a:pt x="24190" y="19713"/>
                </a:lnTo>
                <a:lnTo>
                  <a:pt x="24190" y="19713"/>
                </a:lnTo>
                <a:lnTo>
                  <a:pt x="24190" y="19713"/>
                </a:lnTo>
                <a:lnTo>
                  <a:pt x="24191" y="19713"/>
                </a:lnTo>
                <a:lnTo>
                  <a:pt x="24191" y="19713"/>
                </a:lnTo>
                <a:lnTo>
                  <a:pt x="24191" y="19713"/>
                </a:lnTo>
                <a:lnTo>
                  <a:pt x="24191" y="19713"/>
                </a:lnTo>
                <a:lnTo>
                  <a:pt x="24192" y="19713"/>
                </a:lnTo>
                <a:lnTo>
                  <a:pt x="24192" y="19713"/>
                </a:lnTo>
                <a:lnTo>
                  <a:pt x="24192" y="19713"/>
                </a:lnTo>
                <a:lnTo>
                  <a:pt x="24193" y="19713"/>
                </a:lnTo>
                <a:lnTo>
                  <a:pt x="24193" y="19713"/>
                </a:lnTo>
                <a:lnTo>
                  <a:pt x="24193" y="19713"/>
                </a:lnTo>
                <a:lnTo>
                  <a:pt x="24193" y="19713"/>
                </a:lnTo>
                <a:lnTo>
                  <a:pt x="24194" y="19713"/>
                </a:lnTo>
                <a:lnTo>
                  <a:pt x="24194" y="19713"/>
                </a:lnTo>
                <a:lnTo>
                  <a:pt x="24194" y="19713"/>
                </a:lnTo>
                <a:lnTo>
                  <a:pt x="24195" y="19713"/>
                </a:lnTo>
                <a:lnTo>
                  <a:pt x="24195" y="19713"/>
                </a:lnTo>
                <a:lnTo>
                  <a:pt x="24195" y="19713"/>
                </a:lnTo>
                <a:lnTo>
                  <a:pt x="24195" y="19713"/>
                </a:lnTo>
                <a:lnTo>
                  <a:pt x="24196" y="19713"/>
                </a:lnTo>
                <a:lnTo>
                  <a:pt x="24196" y="19713"/>
                </a:lnTo>
                <a:lnTo>
                  <a:pt x="24196" y="19713"/>
                </a:lnTo>
                <a:lnTo>
                  <a:pt x="24197" y="19713"/>
                </a:lnTo>
                <a:lnTo>
                  <a:pt x="24197" y="19713"/>
                </a:lnTo>
                <a:lnTo>
                  <a:pt x="24197" y="19713"/>
                </a:lnTo>
                <a:lnTo>
                  <a:pt x="24197" y="19713"/>
                </a:lnTo>
                <a:lnTo>
                  <a:pt x="24198" y="19713"/>
                </a:lnTo>
                <a:lnTo>
                  <a:pt x="24198" y="19713"/>
                </a:lnTo>
                <a:lnTo>
                  <a:pt x="24198" y="19713"/>
                </a:lnTo>
                <a:lnTo>
                  <a:pt x="24199" y="19713"/>
                </a:lnTo>
                <a:lnTo>
                  <a:pt x="24199" y="19713"/>
                </a:lnTo>
                <a:lnTo>
                  <a:pt x="24199" y="19713"/>
                </a:lnTo>
                <a:lnTo>
                  <a:pt x="24199" y="19713"/>
                </a:lnTo>
                <a:lnTo>
                  <a:pt x="24200" y="19713"/>
                </a:lnTo>
                <a:lnTo>
                  <a:pt x="24200" y="19713"/>
                </a:lnTo>
                <a:lnTo>
                  <a:pt x="24200" y="19713"/>
                </a:lnTo>
                <a:lnTo>
                  <a:pt x="24201" y="19713"/>
                </a:lnTo>
                <a:lnTo>
                  <a:pt x="24201" y="19713"/>
                </a:lnTo>
                <a:lnTo>
                  <a:pt x="24201" y="19713"/>
                </a:lnTo>
                <a:lnTo>
                  <a:pt x="24201" y="19713"/>
                </a:lnTo>
                <a:lnTo>
                  <a:pt x="24202" y="19713"/>
                </a:lnTo>
                <a:lnTo>
                  <a:pt x="24202" y="19713"/>
                </a:lnTo>
                <a:lnTo>
                  <a:pt x="24202" y="19713"/>
                </a:lnTo>
                <a:lnTo>
                  <a:pt x="24203" y="19713"/>
                </a:lnTo>
                <a:lnTo>
                  <a:pt x="24203" y="19713"/>
                </a:lnTo>
                <a:lnTo>
                  <a:pt x="24203" y="19713"/>
                </a:lnTo>
                <a:lnTo>
                  <a:pt x="24203" y="19713"/>
                </a:lnTo>
                <a:lnTo>
                  <a:pt x="24204" y="19713"/>
                </a:lnTo>
                <a:lnTo>
                  <a:pt x="24204" y="19713"/>
                </a:lnTo>
                <a:lnTo>
                  <a:pt x="24204" y="19713"/>
                </a:lnTo>
                <a:lnTo>
                  <a:pt x="24205" y="19713"/>
                </a:lnTo>
                <a:lnTo>
                  <a:pt x="24205" y="19713"/>
                </a:lnTo>
                <a:lnTo>
                  <a:pt x="24205" y="19713"/>
                </a:lnTo>
                <a:lnTo>
                  <a:pt x="24205" y="19713"/>
                </a:lnTo>
                <a:lnTo>
                  <a:pt x="24206" y="19713"/>
                </a:lnTo>
                <a:lnTo>
                  <a:pt x="24206" y="19713"/>
                </a:lnTo>
                <a:lnTo>
                  <a:pt x="24206" y="19713"/>
                </a:lnTo>
                <a:lnTo>
                  <a:pt x="24207" y="19713"/>
                </a:lnTo>
                <a:lnTo>
                  <a:pt x="24207" y="19713"/>
                </a:lnTo>
                <a:lnTo>
                  <a:pt x="24207" y="19713"/>
                </a:lnTo>
                <a:lnTo>
                  <a:pt x="24207" y="19713"/>
                </a:lnTo>
                <a:lnTo>
                  <a:pt x="24208" y="19713"/>
                </a:lnTo>
                <a:lnTo>
                  <a:pt x="24208" y="19713"/>
                </a:lnTo>
                <a:lnTo>
                  <a:pt x="24208" y="19713"/>
                </a:lnTo>
                <a:lnTo>
                  <a:pt x="24209" y="19713"/>
                </a:lnTo>
                <a:lnTo>
                  <a:pt x="24209" y="19713"/>
                </a:lnTo>
                <a:lnTo>
                  <a:pt x="24209" y="19713"/>
                </a:lnTo>
                <a:lnTo>
                  <a:pt x="24209" y="19713"/>
                </a:lnTo>
                <a:lnTo>
                  <a:pt x="24210" y="19713"/>
                </a:lnTo>
                <a:lnTo>
                  <a:pt x="24210" y="19713"/>
                </a:lnTo>
                <a:lnTo>
                  <a:pt x="24210" y="19713"/>
                </a:lnTo>
                <a:lnTo>
                  <a:pt x="24211" y="19713"/>
                </a:lnTo>
                <a:lnTo>
                  <a:pt x="24211" y="19713"/>
                </a:lnTo>
                <a:lnTo>
                  <a:pt x="24211" y="19713"/>
                </a:lnTo>
                <a:lnTo>
                  <a:pt x="24211" y="19713"/>
                </a:lnTo>
                <a:lnTo>
                  <a:pt x="24212" y="19713"/>
                </a:lnTo>
                <a:lnTo>
                  <a:pt x="24212" y="19713"/>
                </a:lnTo>
                <a:lnTo>
                  <a:pt x="24212" y="19713"/>
                </a:lnTo>
                <a:lnTo>
                  <a:pt x="24213" y="19713"/>
                </a:lnTo>
                <a:lnTo>
                  <a:pt x="24213" y="19713"/>
                </a:lnTo>
                <a:lnTo>
                  <a:pt x="24213" y="19713"/>
                </a:lnTo>
                <a:lnTo>
                  <a:pt x="24213" y="19713"/>
                </a:lnTo>
                <a:lnTo>
                  <a:pt x="24214" y="19713"/>
                </a:lnTo>
                <a:lnTo>
                  <a:pt x="24214" y="19713"/>
                </a:lnTo>
                <a:lnTo>
                  <a:pt x="24214" y="19713"/>
                </a:lnTo>
                <a:lnTo>
                  <a:pt x="24215" y="19713"/>
                </a:lnTo>
                <a:lnTo>
                  <a:pt x="24215" y="19713"/>
                </a:lnTo>
                <a:lnTo>
                  <a:pt x="24215" y="19713"/>
                </a:lnTo>
                <a:lnTo>
                  <a:pt x="24215" y="19713"/>
                </a:lnTo>
                <a:lnTo>
                  <a:pt x="24216" y="19713"/>
                </a:lnTo>
                <a:lnTo>
                  <a:pt x="24216" y="19713"/>
                </a:lnTo>
                <a:lnTo>
                  <a:pt x="24216" y="19713"/>
                </a:lnTo>
                <a:lnTo>
                  <a:pt x="24217" y="19713"/>
                </a:lnTo>
                <a:lnTo>
                  <a:pt x="24217" y="19713"/>
                </a:lnTo>
                <a:lnTo>
                  <a:pt x="24217" y="19713"/>
                </a:lnTo>
                <a:lnTo>
                  <a:pt x="24217" y="19713"/>
                </a:lnTo>
                <a:lnTo>
                  <a:pt x="24218" y="19713"/>
                </a:lnTo>
                <a:lnTo>
                  <a:pt x="24218" y="19713"/>
                </a:lnTo>
                <a:lnTo>
                  <a:pt x="24218" y="19713"/>
                </a:lnTo>
                <a:lnTo>
                  <a:pt x="24219" y="19713"/>
                </a:lnTo>
                <a:lnTo>
                  <a:pt x="24219" y="19713"/>
                </a:lnTo>
                <a:lnTo>
                  <a:pt x="24219" y="19713"/>
                </a:lnTo>
                <a:lnTo>
                  <a:pt x="24220" y="19713"/>
                </a:lnTo>
                <a:lnTo>
                  <a:pt x="24220" y="19713"/>
                </a:lnTo>
                <a:lnTo>
                  <a:pt x="24220" y="19713"/>
                </a:lnTo>
                <a:lnTo>
                  <a:pt x="24220" y="19713"/>
                </a:lnTo>
                <a:lnTo>
                  <a:pt x="24221" y="19713"/>
                </a:lnTo>
                <a:lnTo>
                  <a:pt x="24221" y="19713"/>
                </a:lnTo>
                <a:lnTo>
                  <a:pt x="24221" y="19713"/>
                </a:lnTo>
                <a:lnTo>
                  <a:pt x="24222" y="19713"/>
                </a:lnTo>
                <a:lnTo>
                  <a:pt x="24222" y="19713"/>
                </a:lnTo>
                <a:lnTo>
                  <a:pt x="24222" y="19713"/>
                </a:lnTo>
                <a:lnTo>
                  <a:pt x="24222" y="19713"/>
                </a:lnTo>
                <a:lnTo>
                  <a:pt x="24223" y="19713"/>
                </a:lnTo>
                <a:lnTo>
                  <a:pt x="24223" y="19713"/>
                </a:lnTo>
                <a:lnTo>
                  <a:pt x="24223" y="19713"/>
                </a:lnTo>
                <a:lnTo>
                  <a:pt x="24224" y="19713"/>
                </a:lnTo>
                <a:lnTo>
                  <a:pt x="24224" y="19713"/>
                </a:lnTo>
                <a:lnTo>
                  <a:pt x="24224" y="19713"/>
                </a:lnTo>
                <a:lnTo>
                  <a:pt x="24224" y="19713"/>
                </a:lnTo>
                <a:lnTo>
                  <a:pt x="24225" y="19713"/>
                </a:lnTo>
                <a:lnTo>
                  <a:pt x="24225" y="19713"/>
                </a:lnTo>
                <a:lnTo>
                  <a:pt x="24225" y="19713"/>
                </a:lnTo>
                <a:lnTo>
                  <a:pt x="24226" y="19713"/>
                </a:lnTo>
                <a:lnTo>
                  <a:pt x="24226" y="19713"/>
                </a:lnTo>
                <a:lnTo>
                  <a:pt x="24226" y="19713"/>
                </a:lnTo>
                <a:lnTo>
                  <a:pt x="24226" y="19713"/>
                </a:lnTo>
                <a:lnTo>
                  <a:pt x="24227" y="19713"/>
                </a:lnTo>
                <a:lnTo>
                  <a:pt x="24227" y="19713"/>
                </a:lnTo>
                <a:lnTo>
                  <a:pt x="24227" y="19713"/>
                </a:lnTo>
                <a:lnTo>
                  <a:pt x="24228" y="19713"/>
                </a:lnTo>
                <a:lnTo>
                  <a:pt x="24228" y="19713"/>
                </a:lnTo>
                <a:lnTo>
                  <a:pt x="24228" y="19713"/>
                </a:lnTo>
                <a:lnTo>
                  <a:pt x="24228" y="19713"/>
                </a:lnTo>
                <a:lnTo>
                  <a:pt x="24229" y="19713"/>
                </a:lnTo>
                <a:lnTo>
                  <a:pt x="24229" y="19713"/>
                </a:lnTo>
                <a:lnTo>
                  <a:pt x="24229" y="19713"/>
                </a:lnTo>
                <a:lnTo>
                  <a:pt x="24230" y="19713"/>
                </a:lnTo>
                <a:lnTo>
                  <a:pt x="24230" y="19713"/>
                </a:lnTo>
                <a:lnTo>
                  <a:pt x="24230" y="19713"/>
                </a:lnTo>
                <a:lnTo>
                  <a:pt x="24230" y="19713"/>
                </a:lnTo>
                <a:lnTo>
                  <a:pt x="24231" y="19713"/>
                </a:lnTo>
                <a:lnTo>
                  <a:pt x="24231" y="19713"/>
                </a:lnTo>
                <a:lnTo>
                  <a:pt x="24231" y="19713"/>
                </a:lnTo>
                <a:lnTo>
                  <a:pt x="24232" y="19713"/>
                </a:lnTo>
                <a:lnTo>
                  <a:pt x="24232" y="19713"/>
                </a:lnTo>
                <a:lnTo>
                  <a:pt x="24232" y="19713"/>
                </a:lnTo>
                <a:lnTo>
                  <a:pt x="24232" y="19713"/>
                </a:lnTo>
                <a:lnTo>
                  <a:pt x="24233" y="19713"/>
                </a:lnTo>
                <a:lnTo>
                  <a:pt x="24233" y="19713"/>
                </a:lnTo>
                <a:lnTo>
                  <a:pt x="24233" y="19713"/>
                </a:lnTo>
                <a:lnTo>
                  <a:pt x="24234" y="19713"/>
                </a:lnTo>
                <a:lnTo>
                  <a:pt x="24234" y="19713"/>
                </a:lnTo>
                <a:lnTo>
                  <a:pt x="24234" y="19713"/>
                </a:lnTo>
                <a:lnTo>
                  <a:pt x="24234" y="19713"/>
                </a:lnTo>
                <a:lnTo>
                  <a:pt x="24235" y="19713"/>
                </a:lnTo>
                <a:lnTo>
                  <a:pt x="24235" y="19713"/>
                </a:lnTo>
                <a:lnTo>
                  <a:pt x="24235" y="19713"/>
                </a:lnTo>
                <a:lnTo>
                  <a:pt x="24236" y="19713"/>
                </a:lnTo>
                <a:lnTo>
                  <a:pt x="24236" y="19713"/>
                </a:lnTo>
                <a:lnTo>
                  <a:pt x="24236" y="19713"/>
                </a:lnTo>
                <a:lnTo>
                  <a:pt x="24236" y="19713"/>
                </a:lnTo>
                <a:lnTo>
                  <a:pt x="24237" y="19713"/>
                </a:lnTo>
                <a:lnTo>
                  <a:pt x="24237" y="19713"/>
                </a:lnTo>
                <a:lnTo>
                  <a:pt x="24237" y="19713"/>
                </a:lnTo>
                <a:lnTo>
                  <a:pt x="24238" y="19713"/>
                </a:lnTo>
                <a:lnTo>
                  <a:pt x="24238" y="19713"/>
                </a:lnTo>
                <a:lnTo>
                  <a:pt x="24238" y="19713"/>
                </a:lnTo>
                <a:lnTo>
                  <a:pt x="24238" y="19713"/>
                </a:lnTo>
                <a:lnTo>
                  <a:pt x="24239" y="19713"/>
                </a:lnTo>
                <a:lnTo>
                  <a:pt x="24239" y="19713"/>
                </a:lnTo>
                <a:lnTo>
                  <a:pt x="24239" y="19713"/>
                </a:lnTo>
                <a:lnTo>
                  <a:pt x="24240" y="19713"/>
                </a:lnTo>
                <a:lnTo>
                  <a:pt x="24240" y="19713"/>
                </a:lnTo>
                <a:lnTo>
                  <a:pt x="24240" y="19713"/>
                </a:lnTo>
                <a:lnTo>
                  <a:pt x="24241" y="19713"/>
                </a:lnTo>
                <a:lnTo>
                  <a:pt x="24241" y="19713"/>
                </a:lnTo>
                <a:lnTo>
                  <a:pt x="24241" y="19713"/>
                </a:lnTo>
                <a:lnTo>
                  <a:pt x="24241" y="19713"/>
                </a:lnTo>
                <a:lnTo>
                  <a:pt x="24242" y="19713"/>
                </a:lnTo>
                <a:lnTo>
                  <a:pt x="24242" y="19713"/>
                </a:lnTo>
                <a:lnTo>
                  <a:pt x="24242" y="19713"/>
                </a:lnTo>
                <a:lnTo>
                  <a:pt x="24243" y="19713"/>
                </a:lnTo>
                <a:lnTo>
                  <a:pt x="24243" y="19713"/>
                </a:lnTo>
                <a:lnTo>
                  <a:pt x="24243" y="19713"/>
                </a:lnTo>
                <a:lnTo>
                  <a:pt x="24243" y="19713"/>
                </a:lnTo>
                <a:lnTo>
                  <a:pt x="24244" y="19713"/>
                </a:lnTo>
                <a:lnTo>
                  <a:pt x="24244" y="19713"/>
                </a:lnTo>
                <a:lnTo>
                  <a:pt x="24244" y="19713"/>
                </a:lnTo>
                <a:lnTo>
                  <a:pt x="24245" y="19713"/>
                </a:lnTo>
                <a:lnTo>
                  <a:pt x="24245" y="19713"/>
                </a:lnTo>
                <a:lnTo>
                  <a:pt x="24245" y="19713"/>
                </a:lnTo>
                <a:lnTo>
                  <a:pt x="24245" y="19713"/>
                </a:lnTo>
                <a:lnTo>
                  <a:pt x="24246" y="19713"/>
                </a:lnTo>
                <a:lnTo>
                  <a:pt x="24246" y="19713"/>
                </a:lnTo>
                <a:lnTo>
                  <a:pt x="24246" y="19713"/>
                </a:lnTo>
                <a:lnTo>
                  <a:pt x="24247" y="19713"/>
                </a:lnTo>
                <a:lnTo>
                  <a:pt x="24247" y="19713"/>
                </a:lnTo>
                <a:lnTo>
                  <a:pt x="24247" y="19713"/>
                </a:lnTo>
                <a:lnTo>
                  <a:pt x="24247" y="19713"/>
                </a:lnTo>
                <a:lnTo>
                  <a:pt x="24248" y="19713"/>
                </a:lnTo>
                <a:lnTo>
                  <a:pt x="24248" y="19713"/>
                </a:lnTo>
                <a:lnTo>
                  <a:pt x="24248" y="19713"/>
                </a:lnTo>
                <a:lnTo>
                  <a:pt x="24249" y="19713"/>
                </a:lnTo>
                <a:lnTo>
                  <a:pt x="24249" y="19713"/>
                </a:lnTo>
                <a:lnTo>
                  <a:pt x="24249" y="19713"/>
                </a:lnTo>
                <a:lnTo>
                  <a:pt x="24249" y="19713"/>
                </a:lnTo>
                <a:lnTo>
                  <a:pt x="24250" y="19713"/>
                </a:lnTo>
                <a:lnTo>
                  <a:pt x="24250" y="19713"/>
                </a:lnTo>
                <a:lnTo>
                  <a:pt x="24250" y="19713"/>
                </a:lnTo>
                <a:lnTo>
                  <a:pt x="24251" y="19713"/>
                </a:lnTo>
                <a:lnTo>
                  <a:pt x="24251" y="19713"/>
                </a:lnTo>
                <a:lnTo>
                  <a:pt x="24251" y="19713"/>
                </a:lnTo>
                <a:lnTo>
                  <a:pt x="24251" y="19713"/>
                </a:lnTo>
                <a:lnTo>
                  <a:pt x="24252" y="19713"/>
                </a:lnTo>
                <a:lnTo>
                  <a:pt x="24252" y="19713"/>
                </a:lnTo>
                <a:lnTo>
                  <a:pt x="24252" y="19713"/>
                </a:lnTo>
                <a:lnTo>
                  <a:pt x="24253" y="19713"/>
                </a:lnTo>
                <a:lnTo>
                  <a:pt x="24253" y="19713"/>
                </a:lnTo>
                <a:lnTo>
                  <a:pt x="24253" y="19713"/>
                </a:lnTo>
                <a:lnTo>
                  <a:pt x="24254" y="19713"/>
                </a:lnTo>
                <a:lnTo>
                  <a:pt x="24254" y="19713"/>
                </a:lnTo>
                <a:lnTo>
                  <a:pt x="24254" y="19713"/>
                </a:lnTo>
                <a:lnTo>
                  <a:pt x="24254" y="19713"/>
                </a:lnTo>
                <a:lnTo>
                  <a:pt x="24255" y="19713"/>
                </a:lnTo>
                <a:lnTo>
                  <a:pt x="24255" y="19713"/>
                </a:lnTo>
                <a:lnTo>
                  <a:pt x="24255" y="19713"/>
                </a:lnTo>
                <a:lnTo>
                  <a:pt x="24256" y="19713"/>
                </a:lnTo>
                <a:lnTo>
                  <a:pt x="24256" y="19713"/>
                </a:lnTo>
                <a:lnTo>
                  <a:pt x="24256" y="19713"/>
                </a:lnTo>
                <a:lnTo>
                  <a:pt x="24256" y="19713"/>
                </a:lnTo>
                <a:lnTo>
                  <a:pt x="24257" y="19713"/>
                </a:lnTo>
                <a:lnTo>
                  <a:pt x="24257" y="19713"/>
                </a:lnTo>
                <a:lnTo>
                  <a:pt x="24257" y="19713"/>
                </a:lnTo>
                <a:lnTo>
                  <a:pt x="24258" y="19713"/>
                </a:lnTo>
                <a:lnTo>
                  <a:pt x="24258" y="19713"/>
                </a:lnTo>
                <a:lnTo>
                  <a:pt x="24258" y="19713"/>
                </a:lnTo>
                <a:lnTo>
                  <a:pt x="24258" y="19713"/>
                </a:lnTo>
                <a:lnTo>
                  <a:pt x="24259" y="19713"/>
                </a:lnTo>
                <a:lnTo>
                  <a:pt x="24259" y="19713"/>
                </a:lnTo>
                <a:lnTo>
                  <a:pt x="24259" y="19713"/>
                </a:lnTo>
                <a:lnTo>
                  <a:pt x="24260" y="19713"/>
                </a:lnTo>
                <a:lnTo>
                  <a:pt x="24260" y="19713"/>
                </a:lnTo>
                <a:lnTo>
                  <a:pt x="24260" y="19713"/>
                </a:lnTo>
                <a:lnTo>
                  <a:pt x="24260" y="19713"/>
                </a:lnTo>
                <a:lnTo>
                  <a:pt x="24261" y="19713"/>
                </a:lnTo>
                <a:lnTo>
                  <a:pt x="24261" y="19713"/>
                </a:lnTo>
                <a:lnTo>
                  <a:pt x="24261" y="19713"/>
                </a:lnTo>
                <a:lnTo>
                  <a:pt x="24262" y="19713"/>
                </a:lnTo>
                <a:lnTo>
                  <a:pt x="24262" y="19713"/>
                </a:lnTo>
                <a:lnTo>
                  <a:pt x="24262" y="19713"/>
                </a:lnTo>
                <a:lnTo>
                  <a:pt x="24263" y="19713"/>
                </a:lnTo>
                <a:lnTo>
                  <a:pt x="24263" y="19713"/>
                </a:lnTo>
                <a:lnTo>
                  <a:pt x="24263" y="19713"/>
                </a:lnTo>
                <a:lnTo>
                  <a:pt x="24263" y="19713"/>
                </a:lnTo>
                <a:lnTo>
                  <a:pt x="24264" y="19713"/>
                </a:lnTo>
                <a:lnTo>
                  <a:pt x="24264" y="19713"/>
                </a:lnTo>
                <a:lnTo>
                  <a:pt x="24264" y="19713"/>
                </a:lnTo>
                <a:lnTo>
                  <a:pt x="24265" y="19713"/>
                </a:lnTo>
                <a:lnTo>
                  <a:pt x="24265" y="19713"/>
                </a:lnTo>
                <a:lnTo>
                  <a:pt x="24265" y="19713"/>
                </a:lnTo>
                <a:lnTo>
                  <a:pt x="24265" y="19713"/>
                </a:lnTo>
                <a:lnTo>
                  <a:pt x="24266" y="19713"/>
                </a:lnTo>
                <a:lnTo>
                  <a:pt x="24266" y="19713"/>
                </a:lnTo>
                <a:lnTo>
                  <a:pt x="24266" y="19713"/>
                </a:lnTo>
                <a:lnTo>
                  <a:pt x="24267" y="19713"/>
                </a:lnTo>
                <a:lnTo>
                  <a:pt x="24267" y="19713"/>
                </a:lnTo>
                <a:lnTo>
                  <a:pt x="24267" y="19713"/>
                </a:lnTo>
                <a:lnTo>
                  <a:pt x="24267" y="19713"/>
                </a:lnTo>
                <a:lnTo>
                  <a:pt x="24268" y="19713"/>
                </a:lnTo>
                <a:lnTo>
                  <a:pt x="24268" y="19713"/>
                </a:lnTo>
                <a:lnTo>
                  <a:pt x="24268" y="19713"/>
                </a:lnTo>
                <a:lnTo>
                  <a:pt x="24269" y="19713"/>
                </a:lnTo>
                <a:lnTo>
                  <a:pt x="24269" y="19713"/>
                </a:lnTo>
                <a:lnTo>
                  <a:pt x="24269" y="19713"/>
                </a:lnTo>
                <a:lnTo>
                  <a:pt x="24269" y="19713"/>
                </a:lnTo>
                <a:lnTo>
                  <a:pt x="24270" y="19713"/>
                </a:lnTo>
                <a:lnTo>
                  <a:pt x="24270" y="19713"/>
                </a:lnTo>
                <a:lnTo>
                  <a:pt x="24270" y="19713"/>
                </a:lnTo>
                <a:lnTo>
                  <a:pt x="24271" y="19713"/>
                </a:lnTo>
                <a:lnTo>
                  <a:pt x="24271" y="19713"/>
                </a:lnTo>
                <a:lnTo>
                  <a:pt x="24271" y="19713"/>
                </a:lnTo>
                <a:lnTo>
                  <a:pt x="24272" y="19713"/>
                </a:lnTo>
                <a:lnTo>
                  <a:pt x="24272" y="19713"/>
                </a:lnTo>
                <a:lnTo>
                  <a:pt x="24272" y="19713"/>
                </a:lnTo>
                <a:lnTo>
                  <a:pt x="24272" y="19713"/>
                </a:lnTo>
                <a:lnTo>
                  <a:pt x="24273" y="19713"/>
                </a:lnTo>
                <a:lnTo>
                  <a:pt x="24273" y="19713"/>
                </a:lnTo>
                <a:lnTo>
                  <a:pt x="24273" y="19713"/>
                </a:lnTo>
                <a:lnTo>
                  <a:pt x="24274" y="19713"/>
                </a:lnTo>
                <a:lnTo>
                  <a:pt x="24274" y="19713"/>
                </a:lnTo>
                <a:lnTo>
                  <a:pt x="24274" y="19713"/>
                </a:lnTo>
                <a:lnTo>
                  <a:pt x="24274" y="19713"/>
                </a:lnTo>
                <a:lnTo>
                  <a:pt x="24275" y="19713"/>
                </a:lnTo>
                <a:lnTo>
                  <a:pt x="24275" y="19713"/>
                </a:lnTo>
                <a:lnTo>
                  <a:pt x="24275" y="19713"/>
                </a:lnTo>
                <a:lnTo>
                  <a:pt x="24276" y="19713"/>
                </a:lnTo>
                <a:lnTo>
                  <a:pt x="24276" y="19713"/>
                </a:lnTo>
                <a:lnTo>
                  <a:pt x="24276" y="19713"/>
                </a:lnTo>
                <a:lnTo>
                  <a:pt x="24276" y="19713"/>
                </a:lnTo>
                <a:lnTo>
                  <a:pt x="24277" y="19713"/>
                </a:lnTo>
                <a:lnTo>
                  <a:pt x="24277" y="19713"/>
                </a:lnTo>
                <a:lnTo>
                  <a:pt x="24277" y="19713"/>
                </a:lnTo>
                <a:lnTo>
                  <a:pt x="24278" y="19713"/>
                </a:lnTo>
                <a:lnTo>
                  <a:pt x="24278" y="19713"/>
                </a:lnTo>
                <a:lnTo>
                  <a:pt x="24278" y="19713"/>
                </a:lnTo>
                <a:lnTo>
                  <a:pt x="24279" y="19713"/>
                </a:lnTo>
                <a:lnTo>
                  <a:pt x="24279" y="19713"/>
                </a:lnTo>
                <a:lnTo>
                  <a:pt x="24279" y="19713"/>
                </a:lnTo>
                <a:lnTo>
                  <a:pt x="24279" y="19713"/>
                </a:lnTo>
                <a:lnTo>
                  <a:pt x="24280" y="19713"/>
                </a:lnTo>
                <a:lnTo>
                  <a:pt x="24280" y="19713"/>
                </a:lnTo>
                <a:lnTo>
                  <a:pt x="24280" y="19713"/>
                </a:lnTo>
                <a:lnTo>
                  <a:pt x="24281" y="19713"/>
                </a:lnTo>
                <a:lnTo>
                  <a:pt x="24281" y="19713"/>
                </a:lnTo>
                <a:lnTo>
                  <a:pt x="24281" y="19713"/>
                </a:lnTo>
                <a:lnTo>
                  <a:pt x="24281" y="19713"/>
                </a:lnTo>
                <a:lnTo>
                  <a:pt x="24282" y="19713"/>
                </a:lnTo>
                <a:lnTo>
                  <a:pt x="24282" y="19713"/>
                </a:lnTo>
                <a:lnTo>
                  <a:pt x="24282" y="19713"/>
                </a:lnTo>
                <a:lnTo>
                  <a:pt x="24283" y="19713"/>
                </a:lnTo>
                <a:lnTo>
                  <a:pt x="24283" y="19713"/>
                </a:lnTo>
                <a:lnTo>
                  <a:pt x="24283" y="19713"/>
                </a:lnTo>
                <a:lnTo>
                  <a:pt x="24283" y="19713"/>
                </a:lnTo>
                <a:lnTo>
                  <a:pt x="24284" y="19713"/>
                </a:lnTo>
                <a:lnTo>
                  <a:pt x="24284" y="19713"/>
                </a:lnTo>
                <a:lnTo>
                  <a:pt x="24284" y="19713"/>
                </a:lnTo>
                <a:lnTo>
                  <a:pt x="24285" y="19713"/>
                </a:lnTo>
                <a:lnTo>
                  <a:pt x="24285" y="19713"/>
                </a:lnTo>
                <a:lnTo>
                  <a:pt x="24285" y="19713"/>
                </a:lnTo>
                <a:lnTo>
                  <a:pt x="24286" y="19713"/>
                </a:lnTo>
                <a:lnTo>
                  <a:pt x="24286" y="19713"/>
                </a:lnTo>
                <a:lnTo>
                  <a:pt x="24286" y="19713"/>
                </a:lnTo>
                <a:lnTo>
                  <a:pt x="24286" y="19713"/>
                </a:lnTo>
                <a:lnTo>
                  <a:pt x="24287" y="19713"/>
                </a:lnTo>
                <a:lnTo>
                  <a:pt x="24287" y="19713"/>
                </a:lnTo>
                <a:lnTo>
                  <a:pt x="24287" y="19713"/>
                </a:lnTo>
                <a:lnTo>
                  <a:pt x="24288" y="19713"/>
                </a:lnTo>
                <a:lnTo>
                  <a:pt x="24288" y="19713"/>
                </a:lnTo>
                <a:lnTo>
                  <a:pt x="24288" y="19713"/>
                </a:lnTo>
                <a:lnTo>
                  <a:pt x="24288" y="19713"/>
                </a:lnTo>
                <a:lnTo>
                  <a:pt x="24289" y="19713"/>
                </a:lnTo>
                <a:lnTo>
                  <a:pt x="24289" y="19713"/>
                </a:lnTo>
                <a:lnTo>
                  <a:pt x="24289" y="19713"/>
                </a:lnTo>
                <a:lnTo>
                  <a:pt x="24290" y="19713"/>
                </a:lnTo>
                <a:lnTo>
                  <a:pt x="24290" y="19713"/>
                </a:lnTo>
                <a:lnTo>
                  <a:pt x="24290" y="19713"/>
                </a:lnTo>
                <a:lnTo>
                  <a:pt x="24290" y="19713"/>
                </a:lnTo>
                <a:lnTo>
                  <a:pt x="24291" y="19713"/>
                </a:lnTo>
                <a:lnTo>
                  <a:pt x="24291" y="19713"/>
                </a:lnTo>
                <a:lnTo>
                  <a:pt x="24291" y="19713"/>
                </a:lnTo>
                <a:lnTo>
                  <a:pt x="24292" y="19713"/>
                </a:lnTo>
                <a:lnTo>
                  <a:pt x="24292" y="19713"/>
                </a:lnTo>
                <a:lnTo>
                  <a:pt x="24292" y="19713"/>
                </a:lnTo>
                <a:lnTo>
                  <a:pt x="24293" y="19713"/>
                </a:lnTo>
                <a:lnTo>
                  <a:pt x="24293" y="19713"/>
                </a:lnTo>
                <a:lnTo>
                  <a:pt x="24293" y="19713"/>
                </a:lnTo>
                <a:lnTo>
                  <a:pt x="24293" y="19713"/>
                </a:lnTo>
                <a:lnTo>
                  <a:pt x="24294" y="19713"/>
                </a:lnTo>
                <a:lnTo>
                  <a:pt x="24294" y="19713"/>
                </a:lnTo>
                <a:lnTo>
                  <a:pt x="24294" y="19713"/>
                </a:lnTo>
                <a:lnTo>
                  <a:pt x="24295" y="19713"/>
                </a:lnTo>
                <a:lnTo>
                  <a:pt x="24295" y="19713"/>
                </a:lnTo>
                <a:lnTo>
                  <a:pt x="24295" y="19713"/>
                </a:lnTo>
                <a:lnTo>
                  <a:pt x="24295" y="19713"/>
                </a:lnTo>
                <a:lnTo>
                  <a:pt x="24296" y="19713"/>
                </a:lnTo>
                <a:lnTo>
                  <a:pt x="24296" y="19713"/>
                </a:lnTo>
                <a:lnTo>
                  <a:pt x="24296" y="19713"/>
                </a:lnTo>
                <a:lnTo>
                  <a:pt x="24297" y="19713"/>
                </a:lnTo>
                <a:lnTo>
                  <a:pt x="24297" y="19713"/>
                </a:lnTo>
                <a:lnTo>
                  <a:pt x="24297" y="19713"/>
                </a:lnTo>
                <a:lnTo>
                  <a:pt x="24297" y="19713"/>
                </a:lnTo>
                <a:lnTo>
                  <a:pt x="24298" y="19713"/>
                </a:lnTo>
                <a:lnTo>
                  <a:pt x="24298" y="19713"/>
                </a:lnTo>
                <a:lnTo>
                  <a:pt x="24298" y="19713"/>
                </a:lnTo>
                <a:lnTo>
                  <a:pt x="24299" y="19713"/>
                </a:lnTo>
                <a:lnTo>
                  <a:pt x="24299" y="19713"/>
                </a:lnTo>
                <a:lnTo>
                  <a:pt x="24299" y="19713"/>
                </a:lnTo>
                <a:lnTo>
                  <a:pt x="24300" y="19713"/>
                </a:lnTo>
                <a:lnTo>
                  <a:pt x="24300" y="19713"/>
                </a:lnTo>
                <a:lnTo>
                  <a:pt x="24300" y="19713"/>
                </a:lnTo>
                <a:lnTo>
                  <a:pt x="24300" y="19713"/>
                </a:lnTo>
                <a:lnTo>
                  <a:pt x="24301" y="19713"/>
                </a:lnTo>
                <a:lnTo>
                  <a:pt x="24301" y="19713"/>
                </a:lnTo>
                <a:lnTo>
                  <a:pt x="24301" y="19713"/>
                </a:lnTo>
                <a:lnTo>
                  <a:pt x="24302" y="19713"/>
                </a:lnTo>
                <a:lnTo>
                  <a:pt x="24302" y="19713"/>
                </a:lnTo>
                <a:lnTo>
                  <a:pt x="24302" y="19713"/>
                </a:lnTo>
                <a:lnTo>
                  <a:pt x="24302" y="19713"/>
                </a:lnTo>
                <a:lnTo>
                  <a:pt x="24303" y="19713"/>
                </a:lnTo>
                <a:lnTo>
                  <a:pt x="24303" y="19713"/>
                </a:lnTo>
                <a:lnTo>
                  <a:pt x="24303" y="19713"/>
                </a:lnTo>
                <a:lnTo>
                  <a:pt x="24304" y="19713"/>
                </a:lnTo>
                <a:lnTo>
                  <a:pt x="24304" y="19713"/>
                </a:lnTo>
                <a:lnTo>
                  <a:pt x="24304" y="19713"/>
                </a:lnTo>
                <a:lnTo>
                  <a:pt x="24305" y="19713"/>
                </a:lnTo>
                <a:lnTo>
                  <a:pt x="24305" y="19713"/>
                </a:lnTo>
                <a:lnTo>
                  <a:pt x="24305" y="19713"/>
                </a:lnTo>
                <a:lnTo>
                  <a:pt x="24305" y="19713"/>
                </a:lnTo>
                <a:lnTo>
                  <a:pt x="24306" y="19713"/>
                </a:lnTo>
                <a:lnTo>
                  <a:pt x="24306" y="19713"/>
                </a:lnTo>
                <a:lnTo>
                  <a:pt x="24306" y="19713"/>
                </a:lnTo>
                <a:lnTo>
                  <a:pt x="24307" y="19713"/>
                </a:lnTo>
                <a:lnTo>
                  <a:pt x="24307" y="19713"/>
                </a:lnTo>
                <a:lnTo>
                  <a:pt x="24307" y="19713"/>
                </a:lnTo>
                <a:lnTo>
                  <a:pt x="24307" y="19713"/>
                </a:lnTo>
                <a:lnTo>
                  <a:pt x="24308" y="19713"/>
                </a:lnTo>
                <a:lnTo>
                  <a:pt x="24308" y="19713"/>
                </a:lnTo>
                <a:lnTo>
                  <a:pt x="24308" y="19713"/>
                </a:lnTo>
                <a:lnTo>
                  <a:pt x="24309" y="19713"/>
                </a:lnTo>
                <a:lnTo>
                  <a:pt x="24309" y="19713"/>
                </a:lnTo>
                <a:lnTo>
                  <a:pt x="24309" y="19713"/>
                </a:lnTo>
                <a:lnTo>
                  <a:pt x="24310" y="19713"/>
                </a:lnTo>
                <a:lnTo>
                  <a:pt x="24310" y="19713"/>
                </a:lnTo>
                <a:lnTo>
                  <a:pt x="24310" y="19713"/>
                </a:lnTo>
                <a:lnTo>
                  <a:pt x="24310" y="19713"/>
                </a:lnTo>
                <a:lnTo>
                  <a:pt x="24311" y="19713"/>
                </a:lnTo>
                <a:lnTo>
                  <a:pt x="24311" y="19713"/>
                </a:lnTo>
                <a:lnTo>
                  <a:pt x="24311" y="19713"/>
                </a:lnTo>
                <a:lnTo>
                  <a:pt x="24312" y="19713"/>
                </a:lnTo>
                <a:lnTo>
                  <a:pt x="24312" y="19713"/>
                </a:lnTo>
                <a:lnTo>
                  <a:pt x="24312" y="19713"/>
                </a:lnTo>
                <a:lnTo>
                  <a:pt x="24312" y="19713"/>
                </a:lnTo>
                <a:lnTo>
                  <a:pt x="24313" y="19713"/>
                </a:lnTo>
                <a:lnTo>
                  <a:pt x="24313" y="19713"/>
                </a:lnTo>
                <a:lnTo>
                  <a:pt x="24313" y="19713"/>
                </a:lnTo>
                <a:lnTo>
                  <a:pt x="24314" y="19713"/>
                </a:lnTo>
                <a:lnTo>
                  <a:pt x="24314" y="19713"/>
                </a:lnTo>
                <a:lnTo>
                  <a:pt x="24314" y="19713"/>
                </a:lnTo>
                <a:lnTo>
                  <a:pt x="24315" y="19713"/>
                </a:lnTo>
                <a:lnTo>
                  <a:pt x="24315" y="19713"/>
                </a:lnTo>
                <a:lnTo>
                  <a:pt x="24315" y="19713"/>
                </a:lnTo>
                <a:lnTo>
                  <a:pt x="24315" y="19713"/>
                </a:lnTo>
                <a:lnTo>
                  <a:pt x="24316" y="19713"/>
                </a:lnTo>
                <a:lnTo>
                  <a:pt x="24316" y="19713"/>
                </a:lnTo>
                <a:lnTo>
                  <a:pt x="24316" y="19713"/>
                </a:lnTo>
                <a:lnTo>
                  <a:pt x="24317" y="19713"/>
                </a:lnTo>
                <a:lnTo>
                  <a:pt x="24317" y="19713"/>
                </a:lnTo>
                <a:lnTo>
                  <a:pt x="24317" y="19713"/>
                </a:lnTo>
                <a:lnTo>
                  <a:pt x="24317" y="19713"/>
                </a:lnTo>
                <a:lnTo>
                  <a:pt x="24318" y="19713"/>
                </a:lnTo>
                <a:lnTo>
                  <a:pt x="24318" y="19713"/>
                </a:lnTo>
                <a:lnTo>
                  <a:pt x="24318" y="19713"/>
                </a:lnTo>
                <a:lnTo>
                  <a:pt x="24319" y="19713"/>
                </a:lnTo>
                <a:lnTo>
                  <a:pt x="24319" y="19713"/>
                </a:lnTo>
                <a:lnTo>
                  <a:pt x="24319" y="19713"/>
                </a:lnTo>
                <a:lnTo>
                  <a:pt x="24320" y="19713"/>
                </a:lnTo>
                <a:lnTo>
                  <a:pt x="24320" y="19713"/>
                </a:lnTo>
                <a:lnTo>
                  <a:pt x="24320" y="19713"/>
                </a:lnTo>
                <a:lnTo>
                  <a:pt x="24320" y="19713"/>
                </a:lnTo>
                <a:lnTo>
                  <a:pt x="24321" y="19713"/>
                </a:lnTo>
                <a:lnTo>
                  <a:pt x="24321" y="19713"/>
                </a:lnTo>
                <a:lnTo>
                  <a:pt x="24321" y="19713"/>
                </a:lnTo>
                <a:lnTo>
                  <a:pt x="24322" y="19713"/>
                </a:lnTo>
                <a:lnTo>
                  <a:pt x="24322" y="19713"/>
                </a:lnTo>
                <a:lnTo>
                  <a:pt x="24322" y="19713"/>
                </a:lnTo>
                <a:lnTo>
                  <a:pt x="24322" y="19713"/>
                </a:lnTo>
                <a:lnTo>
                  <a:pt x="24323" y="19713"/>
                </a:lnTo>
                <a:lnTo>
                  <a:pt x="24323" y="19713"/>
                </a:lnTo>
                <a:lnTo>
                  <a:pt x="24323" y="19713"/>
                </a:lnTo>
                <a:lnTo>
                  <a:pt x="24324" y="19713"/>
                </a:lnTo>
                <a:lnTo>
                  <a:pt x="24324" y="19713"/>
                </a:lnTo>
                <a:lnTo>
                  <a:pt x="24324" y="19713"/>
                </a:lnTo>
                <a:lnTo>
                  <a:pt x="24325" y="19713"/>
                </a:lnTo>
                <a:lnTo>
                  <a:pt x="24325" y="19713"/>
                </a:lnTo>
                <a:lnTo>
                  <a:pt x="24325" y="19713"/>
                </a:lnTo>
                <a:lnTo>
                  <a:pt x="24325" y="19713"/>
                </a:lnTo>
                <a:lnTo>
                  <a:pt x="24326" y="19713"/>
                </a:lnTo>
                <a:lnTo>
                  <a:pt x="24326" y="19713"/>
                </a:lnTo>
                <a:lnTo>
                  <a:pt x="24326" y="19713"/>
                </a:lnTo>
                <a:lnTo>
                  <a:pt x="24327" y="19713"/>
                </a:lnTo>
                <a:lnTo>
                  <a:pt x="24327" y="19713"/>
                </a:lnTo>
                <a:lnTo>
                  <a:pt x="24327" y="19713"/>
                </a:lnTo>
                <a:lnTo>
                  <a:pt x="24327" y="19713"/>
                </a:lnTo>
                <a:lnTo>
                  <a:pt x="24328" y="19713"/>
                </a:lnTo>
                <a:lnTo>
                  <a:pt x="24328" y="19713"/>
                </a:lnTo>
                <a:lnTo>
                  <a:pt x="24328" y="19713"/>
                </a:lnTo>
                <a:lnTo>
                  <a:pt x="24329" y="19713"/>
                </a:lnTo>
                <a:lnTo>
                  <a:pt x="24329" y="19713"/>
                </a:lnTo>
                <a:lnTo>
                  <a:pt x="24329" y="19713"/>
                </a:lnTo>
                <a:lnTo>
                  <a:pt x="24330" y="19713"/>
                </a:lnTo>
                <a:lnTo>
                  <a:pt x="24330" y="19713"/>
                </a:lnTo>
                <a:lnTo>
                  <a:pt x="24330" y="19713"/>
                </a:lnTo>
                <a:lnTo>
                  <a:pt x="24330" y="19713"/>
                </a:lnTo>
                <a:lnTo>
                  <a:pt x="24331" y="19713"/>
                </a:lnTo>
                <a:lnTo>
                  <a:pt x="24331" y="19713"/>
                </a:lnTo>
                <a:lnTo>
                  <a:pt x="24331" y="19713"/>
                </a:lnTo>
                <a:lnTo>
                  <a:pt x="24332" y="19713"/>
                </a:lnTo>
                <a:lnTo>
                  <a:pt x="24332" y="19713"/>
                </a:lnTo>
                <a:lnTo>
                  <a:pt x="24332" y="19713"/>
                </a:lnTo>
                <a:lnTo>
                  <a:pt x="24332" y="19713"/>
                </a:lnTo>
                <a:lnTo>
                  <a:pt x="24333" y="19713"/>
                </a:lnTo>
                <a:lnTo>
                  <a:pt x="24333" y="19713"/>
                </a:lnTo>
                <a:lnTo>
                  <a:pt x="24333" y="19713"/>
                </a:lnTo>
                <a:lnTo>
                  <a:pt x="24334" y="19713"/>
                </a:lnTo>
                <a:lnTo>
                  <a:pt x="24334" y="19713"/>
                </a:lnTo>
                <a:lnTo>
                  <a:pt x="24334" y="19713"/>
                </a:lnTo>
                <a:lnTo>
                  <a:pt x="24335" y="19713"/>
                </a:lnTo>
                <a:lnTo>
                  <a:pt x="24335" y="19713"/>
                </a:lnTo>
                <a:lnTo>
                  <a:pt x="24335" y="19713"/>
                </a:lnTo>
                <a:lnTo>
                  <a:pt x="24335" y="19713"/>
                </a:lnTo>
                <a:lnTo>
                  <a:pt x="24336" y="19713"/>
                </a:lnTo>
                <a:lnTo>
                  <a:pt x="24336" y="19713"/>
                </a:lnTo>
                <a:lnTo>
                  <a:pt x="24336" y="19713"/>
                </a:lnTo>
                <a:lnTo>
                  <a:pt x="24337" y="19713"/>
                </a:lnTo>
                <a:lnTo>
                  <a:pt x="24337" y="19713"/>
                </a:lnTo>
                <a:lnTo>
                  <a:pt x="24337" y="19713"/>
                </a:lnTo>
                <a:lnTo>
                  <a:pt x="24338" y="19713"/>
                </a:lnTo>
                <a:lnTo>
                  <a:pt x="24338" y="19713"/>
                </a:lnTo>
                <a:lnTo>
                  <a:pt x="24338" y="19713"/>
                </a:lnTo>
                <a:lnTo>
                  <a:pt x="24338" y="19713"/>
                </a:lnTo>
                <a:lnTo>
                  <a:pt x="24339" y="19713"/>
                </a:lnTo>
                <a:lnTo>
                  <a:pt x="24339" y="19713"/>
                </a:lnTo>
                <a:lnTo>
                  <a:pt x="24339" y="19713"/>
                </a:lnTo>
                <a:lnTo>
                  <a:pt x="24340" y="19713"/>
                </a:lnTo>
                <a:lnTo>
                  <a:pt x="24340" y="19713"/>
                </a:lnTo>
                <a:lnTo>
                  <a:pt x="24340" y="19713"/>
                </a:lnTo>
                <a:lnTo>
                  <a:pt x="24340" y="19713"/>
                </a:lnTo>
                <a:lnTo>
                  <a:pt x="24341" y="19713"/>
                </a:lnTo>
                <a:lnTo>
                  <a:pt x="24341" y="19713"/>
                </a:lnTo>
                <a:lnTo>
                  <a:pt x="24341" y="19713"/>
                </a:lnTo>
                <a:lnTo>
                  <a:pt x="24342" y="19713"/>
                </a:lnTo>
                <a:lnTo>
                  <a:pt x="24342" y="19713"/>
                </a:lnTo>
                <a:lnTo>
                  <a:pt x="24342" y="19713"/>
                </a:lnTo>
                <a:lnTo>
                  <a:pt x="24343" y="19713"/>
                </a:lnTo>
                <a:lnTo>
                  <a:pt x="24343" y="19713"/>
                </a:lnTo>
                <a:lnTo>
                  <a:pt x="24343" y="19713"/>
                </a:lnTo>
                <a:lnTo>
                  <a:pt x="24343" y="19713"/>
                </a:lnTo>
                <a:lnTo>
                  <a:pt x="24344" y="19713"/>
                </a:lnTo>
                <a:lnTo>
                  <a:pt x="24344" y="19713"/>
                </a:lnTo>
                <a:lnTo>
                  <a:pt x="24344" y="19713"/>
                </a:lnTo>
                <a:lnTo>
                  <a:pt x="24345" y="19713"/>
                </a:lnTo>
                <a:lnTo>
                  <a:pt x="24345" y="19713"/>
                </a:lnTo>
                <a:lnTo>
                  <a:pt x="24345" y="19713"/>
                </a:lnTo>
                <a:lnTo>
                  <a:pt x="24346" y="19713"/>
                </a:lnTo>
                <a:lnTo>
                  <a:pt x="24346" y="19713"/>
                </a:lnTo>
                <a:lnTo>
                  <a:pt x="24346" y="19713"/>
                </a:lnTo>
                <a:lnTo>
                  <a:pt x="24346" y="19713"/>
                </a:lnTo>
                <a:lnTo>
                  <a:pt x="24347" y="19713"/>
                </a:lnTo>
                <a:lnTo>
                  <a:pt x="24347" y="19713"/>
                </a:lnTo>
                <a:lnTo>
                  <a:pt x="24347" y="19713"/>
                </a:lnTo>
                <a:lnTo>
                  <a:pt x="24348" y="19713"/>
                </a:lnTo>
                <a:lnTo>
                  <a:pt x="24348" y="19713"/>
                </a:lnTo>
                <a:lnTo>
                  <a:pt x="24348" y="19713"/>
                </a:lnTo>
                <a:lnTo>
                  <a:pt x="24348" y="19713"/>
                </a:lnTo>
                <a:lnTo>
                  <a:pt x="24349" y="19713"/>
                </a:lnTo>
                <a:lnTo>
                  <a:pt x="24349" y="19713"/>
                </a:lnTo>
                <a:lnTo>
                  <a:pt x="24349" y="19713"/>
                </a:lnTo>
                <a:lnTo>
                  <a:pt x="24350" y="19713"/>
                </a:lnTo>
                <a:lnTo>
                  <a:pt x="24350" y="19713"/>
                </a:lnTo>
                <a:lnTo>
                  <a:pt x="24350" y="19713"/>
                </a:lnTo>
                <a:lnTo>
                  <a:pt x="24351" y="19713"/>
                </a:lnTo>
                <a:lnTo>
                  <a:pt x="24351" y="19713"/>
                </a:lnTo>
                <a:lnTo>
                  <a:pt x="24351" y="19713"/>
                </a:lnTo>
                <a:lnTo>
                  <a:pt x="24351" y="19713"/>
                </a:lnTo>
                <a:lnTo>
                  <a:pt x="24352" y="19713"/>
                </a:lnTo>
                <a:lnTo>
                  <a:pt x="24352" y="19713"/>
                </a:lnTo>
                <a:lnTo>
                  <a:pt x="24352" y="19713"/>
                </a:lnTo>
                <a:lnTo>
                  <a:pt x="24353" y="19713"/>
                </a:lnTo>
                <a:lnTo>
                  <a:pt x="24353" y="19713"/>
                </a:lnTo>
                <a:lnTo>
                  <a:pt x="24353" y="19713"/>
                </a:lnTo>
                <a:lnTo>
                  <a:pt x="24354" y="19713"/>
                </a:lnTo>
                <a:lnTo>
                  <a:pt x="24354" y="19713"/>
                </a:lnTo>
                <a:lnTo>
                  <a:pt x="24354" y="19713"/>
                </a:lnTo>
                <a:lnTo>
                  <a:pt x="24354" y="19713"/>
                </a:lnTo>
                <a:lnTo>
                  <a:pt x="24355" y="19713"/>
                </a:lnTo>
                <a:lnTo>
                  <a:pt x="24355" y="19713"/>
                </a:lnTo>
                <a:lnTo>
                  <a:pt x="24355" y="19713"/>
                </a:lnTo>
                <a:lnTo>
                  <a:pt x="24356" y="19713"/>
                </a:lnTo>
                <a:lnTo>
                  <a:pt x="24356" y="19713"/>
                </a:lnTo>
                <a:lnTo>
                  <a:pt x="24356" y="19713"/>
                </a:lnTo>
                <a:lnTo>
                  <a:pt x="24357" y="19713"/>
                </a:lnTo>
                <a:lnTo>
                  <a:pt x="24357" y="19713"/>
                </a:lnTo>
                <a:lnTo>
                  <a:pt x="24357" y="19713"/>
                </a:lnTo>
                <a:lnTo>
                  <a:pt x="24357" y="19713"/>
                </a:lnTo>
                <a:lnTo>
                  <a:pt x="24358" y="19713"/>
                </a:lnTo>
                <a:lnTo>
                  <a:pt x="24358" y="19713"/>
                </a:lnTo>
                <a:lnTo>
                  <a:pt x="24358" y="19713"/>
                </a:lnTo>
                <a:lnTo>
                  <a:pt x="24359" y="19713"/>
                </a:lnTo>
                <a:lnTo>
                  <a:pt x="24359" y="19713"/>
                </a:lnTo>
                <a:lnTo>
                  <a:pt x="24359" y="19713"/>
                </a:lnTo>
                <a:lnTo>
                  <a:pt x="24359" y="19713"/>
                </a:lnTo>
                <a:lnTo>
                  <a:pt x="24360" y="19713"/>
                </a:lnTo>
                <a:lnTo>
                  <a:pt x="24360" y="19713"/>
                </a:lnTo>
                <a:lnTo>
                  <a:pt x="24360" y="19713"/>
                </a:lnTo>
                <a:lnTo>
                  <a:pt x="24361" y="19713"/>
                </a:lnTo>
                <a:lnTo>
                  <a:pt x="24361" y="19713"/>
                </a:lnTo>
                <a:lnTo>
                  <a:pt x="24361" y="19713"/>
                </a:lnTo>
                <a:lnTo>
                  <a:pt x="24362" y="19713"/>
                </a:lnTo>
                <a:lnTo>
                  <a:pt x="24362" y="19713"/>
                </a:lnTo>
                <a:lnTo>
                  <a:pt x="24362" y="19713"/>
                </a:lnTo>
                <a:lnTo>
                  <a:pt x="24362" y="19713"/>
                </a:lnTo>
                <a:lnTo>
                  <a:pt x="24363" y="19713"/>
                </a:lnTo>
                <a:lnTo>
                  <a:pt x="24363" y="19713"/>
                </a:lnTo>
                <a:lnTo>
                  <a:pt x="24363" y="19713"/>
                </a:lnTo>
                <a:lnTo>
                  <a:pt x="24364" y="19713"/>
                </a:lnTo>
                <a:lnTo>
                  <a:pt x="24364" y="19713"/>
                </a:lnTo>
                <a:lnTo>
                  <a:pt x="24364" y="19713"/>
                </a:lnTo>
                <a:lnTo>
                  <a:pt x="24365" y="19713"/>
                </a:lnTo>
                <a:lnTo>
                  <a:pt x="24365" y="19713"/>
                </a:lnTo>
                <a:lnTo>
                  <a:pt x="24365" y="19713"/>
                </a:lnTo>
                <a:lnTo>
                  <a:pt x="24365" y="19713"/>
                </a:lnTo>
                <a:lnTo>
                  <a:pt x="24366" y="19713"/>
                </a:lnTo>
                <a:lnTo>
                  <a:pt x="24366" y="19713"/>
                </a:lnTo>
                <a:lnTo>
                  <a:pt x="24366" y="19713"/>
                </a:lnTo>
                <a:lnTo>
                  <a:pt x="24367" y="19713"/>
                </a:lnTo>
                <a:lnTo>
                  <a:pt x="24367" y="19713"/>
                </a:lnTo>
                <a:lnTo>
                  <a:pt x="24367" y="19713"/>
                </a:lnTo>
                <a:lnTo>
                  <a:pt x="24368" y="19713"/>
                </a:lnTo>
                <a:lnTo>
                  <a:pt x="24368" y="19713"/>
                </a:lnTo>
                <a:lnTo>
                  <a:pt x="24368" y="19713"/>
                </a:lnTo>
                <a:lnTo>
                  <a:pt x="24368" y="19713"/>
                </a:lnTo>
                <a:lnTo>
                  <a:pt x="24369" y="19713"/>
                </a:lnTo>
                <a:lnTo>
                  <a:pt x="24369" y="19713"/>
                </a:lnTo>
                <a:lnTo>
                  <a:pt x="24369" y="19713"/>
                </a:lnTo>
                <a:lnTo>
                  <a:pt x="24370" y="19713"/>
                </a:lnTo>
                <a:lnTo>
                  <a:pt x="24370" y="19713"/>
                </a:lnTo>
                <a:lnTo>
                  <a:pt x="24370" y="19713"/>
                </a:lnTo>
                <a:lnTo>
                  <a:pt x="24370" y="19713"/>
                </a:lnTo>
                <a:lnTo>
                  <a:pt x="24371" y="19713"/>
                </a:lnTo>
                <a:lnTo>
                  <a:pt x="24371" y="19713"/>
                </a:lnTo>
                <a:lnTo>
                  <a:pt x="24371" y="19713"/>
                </a:lnTo>
                <a:lnTo>
                  <a:pt x="24372" y="19713"/>
                </a:lnTo>
                <a:lnTo>
                  <a:pt x="24372" y="19713"/>
                </a:lnTo>
                <a:lnTo>
                  <a:pt x="24372" y="19713"/>
                </a:lnTo>
                <a:lnTo>
                  <a:pt x="24373" y="19713"/>
                </a:lnTo>
                <a:lnTo>
                  <a:pt x="24373" y="19713"/>
                </a:lnTo>
                <a:lnTo>
                  <a:pt x="24373" y="19713"/>
                </a:lnTo>
                <a:lnTo>
                  <a:pt x="24373" y="19713"/>
                </a:lnTo>
                <a:lnTo>
                  <a:pt x="24374" y="19713"/>
                </a:lnTo>
                <a:lnTo>
                  <a:pt x="24374" y="19713"/>
                </a:lnTo>
                <a:lnTo>
                  <a:pt x="24374" y="19713"/>
                </a:lnTo>
                <a:lnTo>
                  <a:pt x="24375" y="19713"/>
                </a:lnTo>
                <a:lnTo>
                  <a:pt x="24375" y="19713"/>
                </a:lnTo>
                <a:lnTo>
                  <a:pt x="24375" y="19713"/>
                </a:lnTo>
                <a:lnTo>
                  <a:pt x="24376" y="19713"/>
                </a:lnTo>
                <a:lnTo>
                  <a:pt x="24376" y="19713"/>
                </a:lnTo>
                <a:lnTo>
                  <a:pt x="24376" y="19713"/>
                </a:lnTo>
                <a:lnTo>
                  <a:pt x="24376" y="19713"/>
                </a:lnTo>
                <a:lnTo>
                  <a:pt x="24377" y="19713"/>
                </a:lnTo>
                <a:lnTo>
                  <a:pt x="24377" y="19713"/>
                </a:lnTo>
                <a:lnTo>
                  <a:pt x="24377" y="19713"/>
                </a:lnTo>
                <a:lnTo>
                  <a:pt x="24378" y="19713"/>
                </a:lnTo>
                <a:lnTo>
                  <a:pt x="24378" y="19713"/>
                </a:lnTo>
                <a:lnTo>
                  <a:pt x="24378" y="19713"/>
                </a:lnTo>
                <a:lnTo>
                  <a:pt x="24379" y="19713"/>
                </a:lnTo>
                <a:lnTo>
                  <a:pt x="24379" y="19713"/>
                </a:lnTo>
                <a:lnTo>
                  <a:pt x="24379" y="19713"/>
                </a:lnTo>
                <a:lnTo>
                  <a:pt x="24379" y="19713"/>
                </a:lnTo>
                <a:lnTo>
                  <a:pt x="24380" y="19713"/>
                </a:lnTo>
                <a:lnTo>
                  <a:pt x="24380" y="19713"/>
                </a:lnTo>
                <a:lnTo>
                  <a:pt x="24380" y="19713"/>
                </a:lnTo>
                <a:lnTo>
                  <a:pt x="24381" y="19713"/>
                </a:lnTo>
                <a:lnTo>
                  <a:pt x="24381" y="19713"/>
                </a:lnTo>
                <a:lnTo>
                  <a:pt x="24381" y="19713"/>
                </a:lnTo>
                <a:lnTo>
                  <a:pt x="24382" y="19713"/>
                </a:lnTo>
                <a:lnTo>
                  <a:pt x="24382" y="19713"/>
                </a:lnTo>
                <a:lnTo>
                  <a:pt x="24382" y="19713"/>
                </a:lnTo>
                <a:lnTo>
                  <a:pt x="24382" y="19713"/>
                </a:lnTo>
                <a:lnTo>
                  <a:pt x="24383" y="19713"/>
                </a:lnTo>
                <a:lnTo>
                  <a:pt x="24383" y="19713"/>
                </a:lnTo>
                <a:lnTo>
                  <a:pt x="24383" y="19713"/>
                </a:lnTo>
                <a:lnTo>
                  <a:pt x="24384" y="19713"/>
                </a:lnTo>
                <a:lnTo>
                  <a:pt x="24384" y="19713"/>
                </a:lnTo>
                <a:lnTo>
                  <a:pt x="24384" y="19713"/>
                </a:lnTo>
                <a:lnTo>
                  <a:pt x="24385" y="19713"/>
                </a:lnTo>
                <a:lnTo>
                  <a:pt x="24385" y="19713"/>
                </a:lnTo>
                <a:lnTo>
                  <a:pt x="24385" y="19713"/>
                </a:lnTo>
                <a:lnTo>
                  <a:pt x="24385" y="19713"/>
                </a:lnTo>
                <a:lnTo>
                  <a:pt x="24386" y="19713"/>
                </a:lnTo>
                <a:lnTo>
                  <a:pt x="24386" y="19713"/>
                </a:lnTo>
                <a:lnTo>
                  <a:pt x="24386" y="19713"/>
                </a:lnTo>
                <a:lnTo>
                  <a:pt x="24387" y="19713"/>
                </a:lnTo>
                <a:lnTo>
                  <a:pt x="24387" y="19713"/>
                </a:lnTo>
                <a:lnTo>
                  <a:pt x="24387" y="19713"/>
                </a:lnTo>
                <a:lnTo>
                  <a:pt x="24388" y="19713"/>
                </a:lnTo>
                <a:lnTo>
                  <a:pt x="24388" y="19713"/>
                </a:lnTo>
                <a:lnTo>
                  <a:pt x="24388" y="19713"/>
                </a:lnTo>
                <a:lnTo>
                  <a:pt x="24388" y="19713"/>
                </a:lnTo>
                <a:lnTo>
                  <a:pt x="24389" y="19713"/>
                </a:lnTo>
                <a:lnTo>
                  <a:pt x="24389" y="19713"/>
                </a:lnTo>
                <a:lnTo>
                  <a:pt x="24389" y="19713"/>
                </a:lnTo>
                <a:lnTo>
                  <a:pt x="24390" y="19713"/>
                </a:lnTo>
                <a:lnTo>
                  <a:pt x="24390" y="19713"/>
                </a:lnTo>
                <a:lnTo>
                  <a:pt x="24390" y="19713"/>
                </a:lnTo>
                <a:lnTo>
                  <a:pt x="24391" y="19713"/>
                </a:lnTo>
                <a:lnTo>
                  <a:pt x="24391" y="19713"/>
                </a:lnTo>
                <a:lnTo>
                  <a:pt x="24391" y="19713"/>
                </a:lnTo>
                <a:lnTo>
                  <a:pt x="24391" y="19713"/>
                </a:lnTo>
                <a:lnTo>
                  <a:pt x="24392" y="19713"/>
                </a:lnTo>
                <a:lnTo>
                  <a:pt x="24392" y="19713"/>
                </a:lnTo>
                <a:lnTo>
                  <a:pt x="24392" y="19713"/>
                </a:lnTo>
                <a:lnTo>
                  <a:pt x="24393" y="19713"/>
                </a:lnTo>
                <a:lnTo>
                  <a:pt x="24393" y="19713"/>
                </a:lnTo>
                <a:lnTo>
                  <a:pt x="24393" y="19713"/>
                </a:lnTo>
                <a:lnTo>
                  <a:pt x="24394" y="19713"/>
                </a:lnTo>
                <a:lnTo>
                  <a:pt x="24394" y="19713"/>
                </a:lnTo>
                <a:lnTo>
                  <a:pt x="24394" y="19713"/>
                </a:lnTo>
                <a:lnTo>
                  <a:pt x="24394" y="19713"/>
                </a:lnTo>
                <a:lnTo>
                  <a:pt x="24395" y="19713"/>
                </a:lnTo>
                <a:lnTo>
                  <a:pt x="24395" y="19713"/>
                </a:lnTo>
                <a:lnTo>
                  <a:pt x="24395" y="19713"/>
                </a:lnTo>
                <a:lnTo>
                  <a:pt x="24396" y="19713"/>
                </a:lnTo>
                <a:lnTo>
                  <a:pt x="24396" y="19713"/>
                </a:lnTo>
                <a:lnTo>
                  <a:pt x="24396" y="19713"/>
                </a:lnTo>
                <a:lnTo>
                  <a:pt x="24397" y="19713"/>
                </a:lnTo>
                <a:lnTo>
                  <a:pt x="24397" y="19713"/>
                </a:lnTo>
                <a:lnTo>
                  <a:pt x="24397" y="19713"/>
                </a:lnTo>
                <a:lnTo>
                  <a:pt x="24397" y="19713"/>
                </a:lnTo>
                <a:lnTo>
                  <a:pt x="24398" y="19713"/>
                </a:lnTo>
                <a:lnTo>
                  <a:pt x="24398" y="19713"/>
                </a:lnTo>
                <a:lnTo>
                  <a:pt x="24398" y="19713"/>
                </a:lnTo>
                <a:lnTo>
                  <a:pt x="24399" y="19713"/>
                </a:lnTo>
                <a:lnTo>
                  <a:pt x="24399" y="19713"/>
                </a:lnTo>
                <a:lnTo>
                  <a:pt x="24399" y="19713"/>
                </a:lnTo>
                <a:lnTo>
                  <a:pt x="24400" y="19713"/>
                </a:lnTo>
                <a:lnTo>
                  <a:pt x="24400" y="19713"/>
                </a:lnTo>
                <a:lnTo>
                  <a:pt x="24400" y="19713"/>
                </a:lnTo>
                <a:lnTo>
                  <a:pt x="24400" y="19713"/>
                </a:lnTo>
                <a:lnTo>
                  <a:pt x="24401" y="19713"/>
                </a:lnTo>
                <a:lnTo>
                  <a:pt x="24401" y="19713"/>
                </a:lnTo>
                <a:lnTo>
                  <a:pt x="24401" y="19713"/>
                </a:lnTo>
                <a:lnTo>
                  <a:pt x="24402" y="19713"/>
                </a:lnTo>
                <a:lnTo>
                  <a:pt x="24402" y="19713"/>
                </a:lnTo>
                <a:lnTo>
                  <a:pt x="24402" y="19713"/>
                </a:lnTo>
                <a:lnTo>
                  <a:pt x="24403" y="19713"/>
                </a:lnTo>
                <a:lnTo>
                  <a:pt x="24403" y="19713"/>
                </a:lnTo>
                <a:lnTo>
                  <a:pt x="24403" y="19713"/>
                </a:lnTo>
                <a:lnTo>
                  <a:pt x="24403" y="19713"/>
                </a:lnTo>
                <a:lnTo>
                  <a:pt x="24404" y="19713"/>
                </a:lnTo>
                <a:lnTo>
                  <a:pt x="24404" y="19713"/>
                </a:lnTo>
                <a:lnTo>
                  <a:pt x="24404" y="19713"/>
                </a:lnTo>
                <a:lnTo>
                  <a:pt x="24405" y="19713"/>
                </a:lnTo>
                <a:lnTo>
                  <a:pt x="24405" y="19713"/>
                </a:lnTo>
                <a:lnTo>
                  <a:pt x="24405" y="19713"/>
                </a:lnTo>
                <a:lnTo>
                  <a:pt x="24406" y="19713"/>
                </a:lnTo>
                <a:lnTo>
                  <a:pt x="24406" y="19713"/>
                </a:lnTo>
                <a:lnTo>
                  <a:pt x="24406" y="19713"/>
                </a:lnTo>
                <a:lnTo>
                  <a:pt x="24406" y="19713"/>
                </a:lnTo>
                <a:lnTo>
                  <a:pt x="24407" y="19713"/>
                </a:lnTo>
                <a:lnTo>
                  <a:pt x="24407" y="19713"/>
                </a:lnTo>
                <a:lnTo>
                  <a:pt x="24407" y="19713"/>
                </a:lnTo>
                <a:lnTo>
                  <a:pt x="24408" y="19713"/>
                </a:lnTo>
                <a:lnTo>
                  <a:pt x="24408" y="19713"/>
                </a:lnTo>
                <a:lnTo>
                  <a:pt x="24408" y="19713"/>
                </a:lnTo>
                <a:lnTo>
                  <a:pt x="24409" y="19713"/>
                </a:lnTo>
                <a:lnTo>
                  <a:pt x="24409" y="19713"/>
                </a:lnTo>
                <a:lnTo>
                  <a:pt x="24409" y="19713"/>
                </a:lnTo>
                <a:lnTo>
                  <a:pt x="24409" y="19713"/>
                </a:lnTo>
                <a:lnTo>
                  <a:pt x="24410" y="19713"/>
                </a:lnTo>
                <a:lnTo>
                  <a:pt x="24410" y="19713"/>
                </a:lnTo>
                <a:lnTo>
                  <a:pt x="24410" y="19713"/>
                </a:lnTo>
                <a:lnTo>
                  <a:pt x="24411" y="19713"/>
                </a:lnTo>
                <a:lnTo>
                  <a:pt x="24411" y="19713"/>
                </a:lnTo>
                <a:lnTo>
                  <a:pt x="24411" y="19713"/>
                </a:lnTo>
                <a:lnTo>
                  <a:pt x="24412" y="19713"/>
                </a:lnTo>
                <a:lnTo>
                  <a:pt x="24412" y="19713"/>
                </a:lnTo>
                <a:lnTo>
                  <a:pt x="24412" y="19713"/>
                </a:lnTo>
                <a:lnTo>
                  <a:pt x="24412" y="19713"/>
                </a:lnTo>
                <a:lnTo>
                  <a:pt x="24413" y="19713"/>
                </a:lnTo>
                <a:lnTo>
                  <a:pt x="24413" y="19713"/>
                </a:lnTo>
                <a:lnTo>
                  <a:pt x="24413" y="19713"/>
                </a:lnTo>
                <a:lnTo>
                  <a:pt x="24414" y="19713"/>
                </a:lnTo>
                <a:lnTo>
                  <a:pt x="24414" y="19713"/>
                </a:lnTo>
                <a:lnTo>
                  <a:pt x="24414" y="19713"/>
                </a:lnTo>
                <a:lnTo>
                  <a:pt x="24415" y="19713"/>
                </a:lnTo>
                <a:lnTo>
                  <a:pt x="24415" y="19713"/>
                </a:lnTo>
                <a:lnTo>
                  <a:pt x="24415" y="19713"/>
                </a:lnTo>
                <a:lnTo>
                  <a:pt x="24415" y="19713"/>
                </a:lnTo>
                <a:lnTo>
                  <a:pt x="24416" y="19713"/>
                </a:lnTo>
                <a:lnTo>
                  <a:pt x="24416" y="19713"/>
                </a:lnTo>
                <a:lnTo>
                  <a:pt x="24416" y="19713"/>
                </a:lnTo>
                <a:lnTo>
                  <a:pt x="24417" y="19713"/>
                </a:lnTo>
                <a:lnTo>
                  <a:pt x="24417" y="19713"/>
                </a:lnTo>
                <a:lnTo>
                  <a:pt x="24417" y="19713"/>
                </a:lnTo>
                <a:lnTo>
                  <a:pt x="24418" y="19713"/>
                </a:lnTo>
                <a:lnTo>
                  <a:pt x="24418" y="19713"/>
                </a:lnTo>
                <a:lnTo>
                  <a:pt x="24418" y="19713"/>
                </a:lnTo>
                <a:lnTo>
                  <a:pt x="24418" y="19713"/>
                </a:lnTo>
                <a:lnTo>
                  <a:pt x="24419" y="19713"/>
                </a:lnTo>
                <a:lnTo>
                  <a:pt x="24419" y="19713"/>
                </a:lnTo>
                <a:lnTo>
                  <a:pt x="24419" y="19713"/>
                </a:lnTo>
                <a:lnTo>
                  <a:pt x="24420" y="19713"/>
                </a:lnTo>
                <a:lnTo>
                  <a:pt x="24420" y="19713"/>
                </a:lnTo>
                <a:lnTo>
                  <a:pt x="24420" y="19713"/>
                </a:lnTo>
                <a:lnTo>
                  <a:pt x="24421" y="19713"/>
                </a:lnTo>
                <a:lnTo>
                  <a:pt x="24421" y="19713"/>
                </a:lnTo>
                <a:lnTo>
                  <a:pt x="24421" y="19713"/>
                </a:lnTo>
                <a:lnTo>
                  <a:pt x="24422" y="19713"/>
                </a:lnTo>
                <a:lnTo>
                  <a:pt x="24422" y="19713"/>
                </a:lnTo>
                <a:lnTo>
                  <a:pt x="24422" y="19713"/>
                </a:lnTo>
                <a:lnTo>
                  <a:pt x="24422" y="19713"/>
                </a:lnTo>
                <a:lnTo>
                  <a:pt x="24423" y="19713"/>
                </a:lnTo>
                <a:lnTo>
                  <a:pt x="24423" y="19713"/>
                </a:lnTo>
                <a:lnTo>
                  <a:pt x="24423" y="19713"/>
                </a:lnTo>
                <a:lnTo>
                  <a:pt x="24424" y="19713"/>
                </a:lnTo>
                <a:lnTo>
                  <a:pt x="24424" y="19713"/>
                </a:lnTo>
                <a:lnTo>
                  <a:pt x="24424" y="19713"/>
                </a:lnTo>
                <a:lnTo>
                  <a:pt x="24425" y="19713"/>
                </a:lnTo>
                <a:lnTo>
                  <a:pt x="24425" y="19713"/>
                </a:lnTo>
                <a:lnTo>
                  <a:pt x="24425" y="19713"/>
                </a:lnTo>
                <a:lnTo>
                  <a:pt x="24425" y="19713"/>
                </a:lnTo>
                <a:lnTo>
                  <a:pt x="24426" y="19713"/>
                </a:lnTo>
                <a:lnTo>
                  <a:pt x="24426" y="19713"/>
                </a:lnTo>
                <a:lnTo>
                  <a:pt x="24426" y="19713"/>
                </a:lnTo>
                <a:lnTo>
                  <a:pt x="24427" y="19713"/>
                </a:lnTo>
                <a:lnTo>
                  <a:pt x="24427" y="19713"/>
                </a:lnTo>
                <a:lnTo>
                  <a:pt x="24427" y="19713"/>
                </a:lnTo>
                <a:lnTo>
                  <a:pt x="24428" y="19713"/>
                </a:lnTo>
                <a:lnTo>
                  <a:pt x="24428" y="19713"/>
                </a:lnTo>
                <a:lnTo>
                  <a:pt x="24428" y="19713"/>
                </a:lnTo>
                <a:lnTo>
                  <a:pt x="24428" y="19713"/>
                </a:lnTo>
                <a:lnTo>
                  <a:pt x="24429" y="19713"/>
                </a:lnTo>
                <a:lnTo>
                  <a:pt x="24429" y="19713"/>
                </a:lnTo>
                <a:lnTo>
                  <a:pt x="24429" y="19713"/>
                </a:lnTo>
                <a:lnTo>
                  <a:pt x="24430" y="19713"/>
                </a:lnTo>
                <a:lnTo>
                  <a:pt x="24430" y="19713"/>
                </a:lnTo>
                <a:lnTo>
                  <a:pt x="24430" y="19713"/>
                </a:lnTo>
                <a:lnTo>
                  <a:pt x="24431" y="19713"/>
                </a:lnTo>
                <a:lnTo>
                  <a:pt x="24431" y="19713"/>
                </a:lnTo>
                <a:lnTo>
                  <a:pt x="24431" y="19713"/>
                </a:lnTo>
                <a:lnTo>
                  <a:pt x="24431" y="19713"/>
                </a:lnTo>
                <a:lnTo>
                  <a:pt x="24432" y="19713"/>
                </a:lnTo>
                <a:lnTo>
                  <a:pt x="24432" y="19713"/>
                </a:lnTo>
                <a:lnTo>
                  <a:pt x="24432" y="19713"/>
                </a:lnTo>
                <a:lnTo>
                  <a:pt x="24433" y="19713"/>
                </a:lnTo>
                <a:lnTo>
                  <a:pt x="24433" y="19713"/>
                </a:lnTo>
                <a:lnTo>
                  <a:pt x="24433" y="19713"/>
                </a:lnTo>
                <a:lnTo>
                  <a:pt x="24434" y="19713"/>
                </a:lnTo>
                <a:lnTo>
                  <a:pt x="24434" y="19713"/>
                </a:lnTo>
                <a:lnTo>
                  <a:pt x="24434" y="19713"/>
                </a:lnTo>
                <a:lnTo>
                  <a:pt x="24435" y="19713"/>
                </a:lnTo>
                <a:lnTo>
                  <a:pt x="24435" y="19713"/>
                </a:lnTo>
                <a:lnTo>
                  <a:pt x="24435" y="19713"/>
                </a:lnTo>
                <a:lnTo>
                  <a:pt x="24435" y="19713"/>
                </a:lnTo>
                <a:lnTo>
                  <a:pt x="24436" y="19713"/>
                </a:lnTo>
                <a:lnTo>
                  <a:pt x="24436" y="19713"/>
                </a:lnTo>
                <a:lnTo>
                  <a:pt x="24436" y="19713"/>
                </a:lnTo>
                <a:lnTo>
                  <a:pt x="24437" y="19713"/>
                </a:lnTo>
                <a:lnTo>
                  <a:pt x="24437" y="19713"/>
                </a:lnTo>
                <a:lnTo>
                  <a:pt x="24437" y="19713"/>
                </a:lnTo>
                <a:lnTo>
                  <a:pt x="24438" y="19713"/>
                </a:lnTo>
                <a:lnTo>
                  <a:pt x="24438" y="19713"/>
                </a:lnTo>
                <a:lnTo>
                  <a:pt x="24438" y="19713"/>
                </a:lnTo>
                <a:lnTo>
                  <a:pt x="24438" y="19713"/>
                </a:lnTo>
                <a:lnTo>
                  <a:pt x="24439" y="19713"/>
                </a:lnTo>
                <a:lnTo>
                  <a:pt x="24439" y="19713"/>
                </a:lnTo>
                <a:lnTo>
                  <a:pt x="24439" y="19713"/>
                </a:lnTo>
                <a:lnTo>
                  <a:pt x="24440" y="19713"/>
                </a:lnTo>
                <a:lnTo>
                  <a:pt x="24440" y="19713"/>
                </a:lnTo>
                <a:lnTo>
                  <a:pt x="24440" y="19713"/>
                </a:lnTo>
                <a:lnTo>
                  <a:pt x="24441" y="19713"/>
                </a:lnTo>
                <a:lnTo>
                  <a:pt x="24441" y="19713"/>
                </a:lnTo>
                <a:lnTo>
                  <a:pt x="24441" y="19713"/>
                </a:lnTo>
                <a:lnTo>
                  <a:pt x="24441" y="19713"/>
                </a:lnTo>
                <a:lnTo>
                  <a:pt x="24442" y="19713"/>
                </a:lnTo>
                <a:lnTo>
                  <a:pt x="24442" y="19713"/>
                </a:lnTo>
                <a:lnTo>
                  <a:pt x="24442" y="19713"/>
                </a:lnTo>
                <a:lnTo>
                  <a:pt x="24443" y="19713"/>
                </a:lnTo>
                <a:lnTo>
                  <a:pt x="24443" y="19713"/>
                </a:lnTo>
                <a:lnTo>
                  <a:pt x="24443" y="19713"/>
                </a:lnTo>
                <a:lnTo>
                  <a:pt x="24444" y="19713"/>
                </a:lnTo>
                <a:lnTo>
                  <a:pt x="24444" y="19713"/>
                </a:lnTo>
                <a:lnTo>
                  <a:pt x="24444" y="19713"/>
                </a:lnTo>
                <a:lnTo>
                  <a:pt x="24445" y="19713"/>
                </a:lnTo>
                <a:lnTo>
                  <a:pt x="24445" y="19713"/>
                </a:lnTo>
                <a:lnTo>
                  <a:pt x="24445" y="19713"/>
                </a:lnTo>
                <a:lnTo>
                  <a:pt x="24445" y="19713"/>
                </a:lnTo>
                <a:lnTo>
                  <a:pt x="24446" y="19713"/>
                </a:lnTo>
                <a:lnTo>
                  <a:pt x="24446" y="19713"/>
                </a:lnTo>
                <a:lnTo>
                  <a:pt x="24446" y="19713"/>
                </a:lnTo>
                <a:lnTo>
                  <a:pt x="24447" y="19713"/>
                </a:lnTo>
                <a:lnTo>
                  <a:pt x="24447" y="19713"/>
                </a:lnTo>
                <a:lnTo>
                  <a:pt x="24447" y="19713"/>
                </a:lnTo>
                <a:lnTo>
                  <a:pt x="24448" y="19713"/>
                </a:lnTo>
                <a:lnTo>
                  <a:pt x="24448" y="19713"/>
                </a:lnTo>
                <a:lnTo>
                  <a:pt x="24448" y="19713"/>
                </a:lnTo>
                <a:lnTo>
                  <a:pt x="24448" y="19713"/>
                </a:lnTo>
                <a:lnTo>
                  <a:pt x="24449" y="19713"/>
                </a:lnTo>
                <a:lnTo>
                  <a:pt x="24449" y="19713"/>
                </a:lnTo>
                <a:lnTo>
                  <a:pt x="24449" y="19713"/>
                </a:lnTo>
                <a:lnTo>
                  <a:pt x="24450" y="19713"/>
                </a:lnTo>
                <a:lnTo>
                  <a:pt x="24450" y="19713"/>
                </a:lnTo>
                <a:lnTo>
                  <a:pt x="24450" y="19713"/>
                </a:lnTo>
                <a:lnTo>
                  <a:pt x="24451" y="19713"/>
                </a:lnTo>
                <a:lnTo>
                  <a:pt x="24451" y="19713"/>
                </a:lnTo>
                <a:lnTo>
                  <a:pt x="24451" y="19713"/>
                </a:lnTo>
                <a:lnTo>
                  <a:pt x="24452" y="19713"/>
                </a:lnTo>
                <a:lnTo>
                  <a:pt x="24452" y="19713"/>
                </a:lnTo>
                <a:lnTo>
                  <a:pt x="24452" y="19713"/>
                </a:lnTo>
                <a:lnTo>
                  <a:pt x="24452" y="19713"/>
                </a:lnTo>
                <a:lnTo>
                  <a:pt x="24453" y="19713"/>
                </a:lnTo>
                <a:lnTo>
                  <a:pt x="24453" y="19713"/>
                </a:lnTo>
                <a:lnTo>
                  <a:pt x="24453" y="19713"/>
                </a:lnTo>
                <a:lnTo>
                  <a:pt x="24454" y="19713"/>
                </a:lnTo>
                <a:lnTo>
                  <a:pt x="24454" y="19713"/>
                </a:lnTo>
                <a:lnTo>
                  <a:pt x="24454" y="19713"/>
                </a:lnTo>
                <a:lnTo>
                  <a:pt x="24455" y="19713"/>
                </a:lnTo>
                <a:lnTo>
                  <a:pt x="24455" y="19713"/>
                </a:lnTo>
                <a:lnTo>
                  <a:pt x="24455" y="19713"/>
                </a:lnTo>
                <a:lnTo>
                  <a:pt x="24455" y="19713"/>
                </a:lnTo>
                <a:lnTo>
                  <a:pt x="24456" y="19713"/>
                </a:lnTo>
                <a:lnTo>
                  <a:pt x="24456" y="19713"/>
                </a:lnTo>
                <a:lnTo>
                  <a:pt x="24456" y="19713"/>
                </a:lnTo>
                <a:lnTo>
                  <a:pt x="24457" y="19713"/>
                </a:lnTo>
                <a:lnTo>
                  <a:pt x="24457" y="19713"/>
                </a:lnTo>
                <a:lnTo>
                  <a:pt x="24457" y="19713"/>
                </a:lnTo>
                <a:lnTo>
                  <a:pt x="24458" y="19713"/>
                </a:lnTo>
                <a:lnTo>
                  <a:pt x="24458" y="19713"/>
                </a:lnTo>
                <a:lnTo>
                  <a:pt x="24458" y="19713"/>
                </a:lnTo>
                <a:lnTo>
                  <a:pt x="24458" y="19713"/>
                </a:lnTo>
                <a:lnTo>
                  <a:pt x="24459" y="19713"/>
                </a:lnTo>
                <a:lnTo>
                  <a:pt x="24459" y="19713"/>
                </a:lnTo>
                <a:lnTo>
                  <a:pt x="24459" y="19713"/>
                </a:lnTo>
                <a:lnTo>
                  <a:pt x="24460" y="19713"/>
                </a:lnTo>
                <a:lnTo>
                  <a:pt x="24460" y="19713"/>
                </a:lnTo>
                <a:lnTo>
                  <a:pt x="24460" y="19713"/>
                </a:lnTo>
                <a:lnTo>
                  <a:pt x="24461" y="19713"/>
                </a:lnTo>
                <a:lnTo>
                  <a:pt x="24461" y="19713"/>
                </a:lnTo>
                <a:lnTo>
                  <a:pt x="24461" y="19713"/>
                </a:lnTo>
                <a:lnTo>
                  <a:pt x="24462" y="19713"/>
                </a:lnTo>
                <a:lnTo>
                  <a:pt x="24462" y="19713"/>
                </a:lnTo>
                <a:lnTo>
                  <a:pt x="24462" y="19713"/>
                </a:lnTo>
                <a:lnTo>
                  <a:pt x="24462" y="19713"/>
                </a:lnTo>
                <a:lnTo>
                  <a:pt x="24463" y="19713"/>
                </a:lnTo>
                <a:lnTo>
                  <a:pt x="24463" y="19713"/>
                </a:lnTo>
                <a:lnTo>
                  <a:pt x="24463" y="19713"/>
                </a:lnTo>
                <a:lnTo>
                  <a:pt x="24464" y="19713"/>
                </a:lnTo>
                <a:lnTo>
                  <a:pt x="24464" y="19713"/>
                </a:lnTo>
                <a:lnTo>
                  <a:pt x="24464" y="19713"/>
                </a:lnTo>
                <a:lnTo>
                  <a:pt x="24465" y="19713"/>
                </a:lnTo>
                <a:lnTo>
                  <a:pt x="24465" y="19713"/>
                </a:lnTo>
                <a:lnTo>
                  <a:pt x="24465" y="19713"/>
                </a:lnTo>
                <a:lnTo>
                  <a:pt x="24466" y="19713"/>
                </a:lnTo>
                <a:lnTo>
                  <a:pt x="24466" y="19713"/>
                </a:lnTo>
                <a:lnTo>
                  <a:pt x="24466" y="19713"/>
                </a:lnTo>
                <a:lnTo>
                  <a:pt x="24466" y="19713"/>
                </a:lnTo>
                <a:lnTo>
                  <a:pt x="24467" y="19713"/>
                </a:lnTo>
                <a:lnTo>
                  <a:pt x="24467" y="19713"/>
                </a:lnTo>
                <a:lnTo>
                  <a:pt x="24467" y="19713"/>
                </a:lnTo>
                <a:lnTo>
                  <a:pt x="24468" y="19713"/>
                </a:lnTo>
                <a:lnTo>
                  <a:pt x="24468" y="19713"/>
                </a:lnTo>
                <a:lnTo>
                  <a:pt x="24468" y="19713"/>
                </a:lnTo>
                <a:lnTo>
                  <a:pt x="24469" y="19713"/>
                </a:lnTo>
                <a:lnTo>
                  <a:pt x="24469" y="19713"/>
                </a:lnTo>
                <a:lnTo>
                  <a:pt x="24469" y="19713"/>
                </a:lnTo>
                <a:lnTo>
                  <a:pt x="24469" y="19713"/>
                </a:lnTo>
                <a:lnTo>
                  <a:pt x="24470" y="19713"/>
                </a:lnTo>
                <a:lnTo>
                  <a:pt x="24470" y="19713"/>
                </a:lnTo>
                <a:lnTo>
                  <a:pt x="24470" y="19713"/>
                </a:lnTo>
                <a:lnTo>
                  <a:pt x="24471" y="19713"/>
                </a:lnTo>
                <a:lnTo>
                  <a:pt x="24471" y="19713"/>
                </a:lnTo>
                <a:lnTo>
                  <a:pt x="24471" y="19713"/>
                </a:lnTo>
                <a:lnTo>
                  <a:pt x="24472" y="19713"/>
                </a:lnTo>
                <a:lnTo>
                  <a:pt x="24472" y="19713"/>
                </a:lnTo>
                <a:lnTo>
                  <a:pt x="24472" y="19713"/>
                </a:lnTo>
                <a:lnTo>
                  <a:pt x="24473" y="19713"/>
                </a:lnTo>
                <a:lnTo>
                  <a:pt x="24473" y="19713"/>
                </a:lnTo>
                <a:lnTo>
                  <a:pt x="24473" y="19713"/>
                </a:lnTo>
                <a:lnTo>
                  <a:pt x="24473" y="19713"/>
                </a:lnTo>
                <a:lnTo>
                  <a:pt x="24474" y="19713"/>
                </a:lnTo>
                <a:lnTo>
                  <a:pt x="24474" y="19713"/>
                </a:lnTo>
                <a:lnTo>
                  <a:pt x="24474" y="19713"/>
                </a:lnTo>
                <a:lnTo>
                  <a:pt x="24475" y="19713"/>
                </a:lnTo>
                <a:lnTo>
                  <a:pt x="24475" y="19713"/>
                </a:lnTo>
                <a:lnTo>
                  <a:pt x="24475" y="19713"/>
                </a:lnTo>
                <a:lnTo>
                  <a:pt x="24476" y="19713"/>
                </a:lnTo>
                <a:lnTo>
                  <a:pt x="24476" y="19713"/>
                </a:lnTo>
                <a:lnTo>
                  <a:pt x="24476" y="19713"/>
                </a:lnTo>
                <a:lnTo>
                  <a:pt x="24477" y="19713"/>
                </a:lnTo>
                <a:lnTo>
                  <a:pt x="24477" y="19713"/>
                </a:lnTo>
                <a:lnTo>
                  <a:pt x="24477" y="19713"/>
                </a:lnTo>
                <a:lnTo>
                  <a:pt x="24477" y="19713"/>
                </a:lnTo>
                <a:lnTo>
                  <a:pt x="24478" y="19713"/>
                </a:lnTo>
                <a:lnTo>
                  <a:pt x="24478" y="19713"/>
                </a:lnTo>
                <a:lnTo>
                  <a:pt x="24478" y="19713"/>
                </a:lnTo>
                <a:lnTo>
                  <a:pt x="24479" y="19713"/>
                </a:lnTo>
                <a:lnTo>
                  <a:pt x="24479" y="19713"/>
                </a:lnTo>
                <a:lnTo>
                  <a:pt x="24479" y="19713"/>
                </a:lnTo>
                <a:lnTo>
                  <a:pt x="24480" y="19713"/>
                </a:lnTo>
                <a:lnTo>
                  <a:pt x="24480" y="19713"/>
                </a:lnTo>
                <a:lnTo>
                  <a:pt x="24480" y="19713"/>
                </a:lnTo>
                <a:lnTo>
                  <a:pt x="24480" y="19713"/>
                </a:lnTo>
                <a:lnTo>
                  <a:pt x="24481" y="19713"/>
                </a:lnTo>
                <a:lnTo>
                  <a:pt x="24481" y="19713"/>
                </a:lnTo>
                <a:lnTo>
                  <a:pt x="24481" y="19713"/>
                </a:lnTo>
                <a:lnTo>
                  <a:pt x="24482" y="19713"/>
                </a:lnTo>
                <a:lnTo>
                  <a:pt x="24482" y="19713"/>
                </a:lnTo>
                <a:lnTo>
                  <a:pt x="24482" y="19713"/>
                </a:lnTo>
                <a:lnTo>
                  <a:pt x="24483" y="19713"/>
                </a:lnTo>
                <a:lnTo>
                  <a:pt x="24483" y="19713"/>
                </a:lnTo>
                <a:lnTo>
                  <a:pt x="24483" y="19713"/>
                </a:lnTo>
                <a:lnTo>
                  <a:pt x="24484" y="19713"/>
                </a:lnTo>
                <a:lnTo>
                  <a:pt x="24484" y="19713"/>
                </a:lnTo>
                <a:lnTo>
                  <a:pt x="24484" y="19713"/>
                </a:lnTo>
                <a:lnTo>
                  <a:pt x="24484" y="19713"/>
                </a:lnTo>
                <a:lnTo>
                  <a:pt x="24485" y="19713"/>
                </a:lnTo>
                <a:lnTo>
                  <a:pt x="24485" y="19713"/>
                </a:lnTo>
                <a:lnTo>
                  <a:pt x="24485" y="19713"/>
                </a:lnTo>
                <a:lnTo>
                  <a:pt x="24486" y="19713"/>
                </a:lnTo>
                <a:lnTo>
                  <a:pt x="24486" y="19713"/>
                </a:lnTo>
                <a:lnTo>
                  <a:pt x="24486" y="19713"/>
                </a:lnTo>
                <a:lnTo>
                  <a:pt x="24487" y="19713"/>
                </a:lnTo>
                <a:lnTo>
                  <a:pt x="24487" y="19713"/>
                </a:lnTo>
                <a:lnTo>
                  <a:pt x="24487" y="19713"/>
                </a:lnTo>
                <a:lnTo>
                  <a:pt x="24488" y="19713"/>
                </a:lnTo>
                <a:lnTo>
                  <a:pt x="24488" y="19713"/>
                </a:lnTo>
                <a:lnTo>
                  <a:pt x="24488" y="19713"/>
                </a:lnTo>
                <a:lnTo>
                  <a:pt x="24488" y="19713"/>
                </a:lnTo>
                <a:lnTo>
                  <a:pt x="24489" y="19713"/>
                </a:lnTo>
                <a:lnTo>
                  <a:pt x="24489" y="19713"/>
                </a:lnTo>
                <a:lnTo>
                  <a:pt x="24489" y="19713"/>
                </a:lnTo>
                <a:lnTo>
                  <a:pt x="24490" y="19713"/>
                </a:lnTo>
                <a:lnTo>
                  <a:pt x="24490" y="19713"/>
                </a:lnTo>
                <a:lnTo>
                  <a:pt x="24490" y="19713"/>
                </a:lnTo>
                <a:lnTo>
                  <a:pt x="24491" y="19713"/>
                </a:lnTo>
                <a:lnTo>
                  <a:pt x="24491" y="19713"/>
                </a:lnTo>
                <a:lnTo>
                  <a:pt x="24491" y="19713"/>
                </a:lnTo>
                <a:lnTo>
                  <a:pt x="24492" y="19713"/>
                </a:lnTo>
                <a:lnTo>
                  <a:pt x="24492" y="19713"/>
                </a:lnTo>
                <a:lnTo>
                  <a:pt x="24492" y="19713"/>
                </a:lnTo>
                <a:lnTo>
                  <a:pt x="24492" y="19713"/>
                </a:lnTo>
                <a:lnTo>
                  <a:pt x="24493" y="19713"/>
                </a:lnTo>
                <a:lnTo>
                  <a:pt x="24493" y="19713"/>
                </a:lnTo>
                <a:lnTo>
                  <a:pt x="24493" y="19713"/>
                </a:lnTo>
                <a:lnTo>
                  <a:pt x="24494" y="19713"/>
                </a:lnTo>
                <a:lnTo>
                  <a:pt x="24494" y="19713"/>
                </a:lnTo>
                <a:lnTo>
                  <a:pt x="24494" y="19713"/>
                </a:lnTo>
                <a:lnTo>
                  <a:pt x="24495" y="19713"/>
                </a:lnTo>
                <a:lnTo>
                  <a:pt x="24495" y="19713"/>
                </a:lnTo>
                <a:lnTo>
                  <a:pt x="24495" y="19713"/>
                </a:lnTo>
                <a:lnTo>
                  <a:pt x="24496" y="19713"/>
                </a:lnTo>
                <a:lnTo>
                  <a:pt x="24496" y="19713"/>
                </a:lnTo>
                <a:lnTo>
                  <a:pt x="24496" y="19713"/>
                </a:lnTo>
                <a:lnTo>
                  <a:pt x="24496" y="19713"/>
                </a:lnTo>
                <a:lnTo>
                  <a:pt x="24497" y="19713"/>
                </a:lnTo>
                <a:lnTo>
                  <a:pt x="24497" y="19713"/>
                </a:lnTo>
                <a:lnTo>
                  <a:pt x="24497" y="19713"/>
                </a:lnTo>
                <a:lnTo>
                  <a:pt x="24498" y="19713"/>
                </a:lnTo>
                <a:lnTo>
                  <a:pt x="24498" y="19713"/>
                </a:lnTo>
                <a:lnTo>
                  <a:pt x="24498" y="19713"/>
                </a:lnTo>
                <a:lnTo>
                  <a:pt x="24499" y="19713"/>
                </a:lnTo>
                <a:lnTo>
                  <a:pt x="24499" y="19713"/>
                </a:lnTo>
                <a:lnTo>
                  <a:pt x="24499" y="19713"/>
                </a:lnTo>
                <a:lnTo>
                  <a:pt x="24500" y="19713"/>
                </a:lnTo>
                <a:lnTo>
                  <a:pt x="24500" y="19713"/>
                </a:lnTo>
                <a:lnTo>
                  <a:pt x="24500" y="19713"/>
                </a:lnTo>
                <a:lnTo>
                  <a:pt x="24500" y="19713"/>
                </a:lnTo>
                <a:lnTo>
                  <a:pt x="24501" y="19713"/>
                </a:lnTo>
                <a:lnTo>
                  <a:pt x="24501" y="19713"/>
                </a:lnTo>
                <a:lnTo>
                  <a:pt x="24501" y="19713"/>
                </a:lnTo>
                <a:lnTo>
                  <a:pt x="24502" y="19713"/>
                </a:lnTo>
                <a:lnTo>
                  <a:pt x="24502" y="19713"/>
                </a:lnTo>
                <a:lnTo>
                  <a:pt x="24502" y="19713"/>
                </a:lnTo>
                <a:lnTo>
                  <a:pt x="24503" y="19713"/>
                </a:lnTo>
                <a:lnTo>
                  <a:pt x="24503" y="19713"/>
                </a:lnTo>
                <a:lnTo>
                  <a:pt x="24503" y="19713"/>
                </a:lnTo>
                <a:lnTo>
                  <a:pt x="24504" y="19713"/>
                </a:lnTo>
                <a:lnTo>
                  <a:pt x="24504" y="19713"/>
                </a:lnTo>
                <a:lnTo>
                  <a:pt x="24504" y="19713"/>
                </a:lnTo>
                <a:lnTo>
                  <a:pt x="24504" y="19713"/>
                </a:lnTo>
                <a:lnTo>
                  <a:pt x="24505" y="19713"/>
                </a:lnTo>
                <a:lnTo>
                  <a:pt x="24505" y="19713"/>
                </a:lnTo>
                <a:lnTo>
                  <a:pt x="24505" y="19713"/>
                </a:lnTo>
                <a:lnTo>
                  <a:pt x="24506" y="19713"/>
                </a:lnTo>
                <a:lnTo>
                  <a:pt x="24506" y="19713"/>
                </a:lnTo>
                <a:lnTo>
                  <a:pt x="24506" y="19713"/>
                </a:lnTo>
                <a:lnTo>
                  <a:pt x="24507" y="19713"/>
                </a:lnTo>
                <a:lnTo>
                  <a:pt x="24507" y="19713"/>
                </a:lnTo>
                <a:lnTo>
                  <a:pt x="24507" y="19713"/>
                </a:lnTo>
                <a:lnTo>
                  <a:pt x="24508" y="19713"/>
                </a:lnTo>
                <a:lnTo>
                  <a:pt x="24508" y="19713"/>
                </a:lnTo>
                <a:lnTo>
                  <a:pt x="24508" y="19713"/>
                </a:lnTo>
                <a:lnTo>
                  <a:pt x="24508" y="19713"/>
                </a:lnTo>
                <a:lnTo>
                  <a:pt x="24509" y="19713"/>
                </a:lnTo>
                <a:lnTo>
                  <a:pt x="24509" y="19713"/>
                </a:lnTo>
                <a:lnTo>
                  <a:pt x="24509" y="19713"/>
                </a:lnTo>
                <a:lnTo>
                  <a:pt x="24510" y="19713"/>
                </a:lnTo>
                <a:lnTo>
                  <a:pt x="24510" y="19713"/>
                </a:lnTo>
                <a:lnTo>
                  <a:pt x="24510" y="19713"/>
                </a:lnTo>
                <a:lnTo>
                  <a:pt x="24511" y="19713"/>
                </a:lnTo>
                <a:lnTo>
                  <a:pt x="24511" y="19713"/>
                </a:lnTo>
                <a:lnTo>
                  <a:pt x="24511" y="19713"/>
                </a:lnTo>
                <a:lnTo>
                  <a:pt x="24512" y="19713"/>
                </a:lnTo>
                <a:lnTo>
                  <a:pt x="24512" y="19713"/>
                </a:lnTo>
                <a:lnTo>
                  <a:pt x="24512" y="19713"/>
                </a:lnTo>
                <a:lnTo>
                  <a:pt x="24512" y="19713"/>
                </a:lnTo>
                <a:lnTo>
                  <a:pt x="24513" y="19713"/>
                </a:lnTo>
                <a:lnTo>
                  <a:pt x="24513" y="19713"/>
                </a:lnTo>
                <a:lnTo>
                  <a:pt x="24513" y="19713"/>
                </a:lnTo>
                <a:lnTo>
                  <a:pt x="24514" y="19713"/>
                </a:lnTo>
                <a:lnTo>
                  <a:pt x="24514" y="19713"/>
                </a:lnTo>
                <a:lnTo>
                  <a:pt x="24514" y="19713"/>
                </a:lnTo>
                <a:lnTo>
                  <a:pt x="24515" y="19713"/>
                </a:lnTo>
                <a:lnTo>
                  <a:pt x="24515" y="19713"/>
                </a:lnTo>
                <a:lnTo>
                  <a:pt x="24515" y="19713"/>
                </a:lnTo>
                <a:lnTo>
                  <a:pt x="24516" y="19713"/>
                </a:lnTo>
                <a:lnTo>
                  <a:pt x="24516" y="19713"/>
                </a:lnTo>
                <a:lnTo>
                  <a:pt x="24516" y="19713"/>
                </a:lnTo>
                <a:lnTo>
                  <a:pt x="24516" y="19713"/>
                </a:lnTo>
                <a:lnTo>
                  <a:pt x="24517" y="19713"/>
                </a:lnTo>
                <a:lnTo>
                  <a:pt x="24517" y="19713"/>
                </a:lnTo>
                <a:lnTo>
                  <a:pt x="24517" y="19713"/>
                </a:lnTo>
                <a:lnTo>
                  <a:pt x="24518" y="19713"/>
                </a:lnTo>
                <a:lnTo>
                  <a:pt x="24518" y="19713"/>
                </a:lnTo>
                <a:lnTo>
                  <a:pt x="24518" y="19713"/>
                </a:lnTo>
                <a:lnTo>
                  <a:pt x="24519" y="19713"/>
                </a:lnTo>
                <a:lnTo>
                  <a:pt x="24519" y="19713"/>
                </a:lnTo>
                <a:lnTo>
                  <a:pt x="24519" y="19713"/>
                </a:lnTo>
                <a:lnTo>
                  <a:pt x="24520" y="19713"/>
                </a:lnTo>
                <a:lnTo>
                  <a:pt x="24520" y="19713"/>
                </a:lnTo>
                <a:lnTo>
                  <a:pt x="24520" y="19713"/>
                </a:lnTo>
                <a:lnTo>
                  <a:pt x="24520" y="19713"/>
                </a:lnTo>
                <a:lnTo>
                  <a:pt x="24521" y="19713"/>
                </a:lnTo>
                <a:lnTo>
                  <a:pt x="24521" y="19713"/>
                </a:lnTo>
                <a:lnTo>
                  <a:pt x="24521" y="19713"/>
                </a:lnTo>
                <a:lnTo>
                  <a:pt x="24522" y="19713"/>
                </a:lnTo>
                <a:lnTo>
                  <a:pt x="24522" y="19713"/>
                </a:lnTo>
                <a:lnTo>
                  <a:pt x="24522" y="19713"/>
                </a:lnTo>
                <a:lnTo>
                  <a:pt x="24523" y="19713"/>
                </a:lnTo>
                <a:lnTo>
                  <a:pt x="24523" y="19713"/>
                </a:lnTo>
                <a:lnTo>
                  <a:pt x="24523" y="19713"/>
                </a:lnTo>
                <a:lnTo>
                  <a:pt x="24524" y="19713"/>
                </a:lnTo>
                <a:lnTo>
                  <a:pt x="24524" y="19713"/>
                </a:lnTo>
                <a:lnTo>
                  <a:pt x="24524" y="19713"/>
                </a:lnTo>
                <a:lnTo>
                  <a:pt x="24524" y="19713"/>
                </a:lnTo>
                <a:lnTo>
                  <a:pt x="24525" y="19713"/>
                </a:lnTo>
                <a:lnTo>
                  <a:pt x="24525" y="19713"/>
                </a:lnTo>
                <a:lnTo>
                  <a:pt x="24525" y="19713"/>
                </a:lnTo>
                <a:lnTo>
                  <a:pt x="24526" y="19713"/>
                </a:lnTo>
                <a:lnTo>
                  <a:pt x="24526" y="19713"/>
                </a:lnTo>
                <a:lnTo>
                  <a:pt x="24526" y="19713"/>
                </a:lnTo>
                <a:lnTo>
                  <a:pt x="24527" y="19713"/>
                </a:lnTo>
                <a:lnTo>
                  <a:pt x="24527" y="19713"/>
                </a:lnTo>
                <a:lnTo>
                  <a:pt x="24527" y="19713"/>
                </a:lnTo>
                <a:lnTo>
                  <a:pt x="24528" y="19713"/>
                </a:lnTo>
                <a:lnTo>
                  <a:pt x="24528" y="19713"/>
                </a:lnTo>
                <a:lnTo>
                  <a:pt x="24528" y="19713"/>
                </a:lnTo>
                <a:lnTo>
                  <a:pt x="24529" y="19713"/>
                </a:lnTo>
                <a:lnTo>
                  <a:pt x="24529" y="19713"/>
                </a:lnTo>
                <a:lnTo>
                  <a:pt x="24529" y="19713"/>
                </a:lnTo>
                <a:lnTo>
                  <a:pt x="24529" y="19713"/>
                </a:lnTo>
                <a:lnTo>
                  <a:pt x="24530" y="19713"/>
                </a:lnTo>
                <a:lnTo>
                  <a:pt x="24530" y="19713"/>
                </a:lnTo>
                <a:lnTo>
                  <a:pt x="24530" y="19713"/>
                </a:lnTo>
                <a:lnTo>
                  <a:pt x="24531" y="19713"/>
                </a:lnTo>
                <a:lnTo>
                  <a:pt x="24531" y="19713"/>
                </a:lnTo>
                <a:lnTo>
                  <a:pt x="24531" y="19713"/>
                </a:lnTo>
                <a:lnTo>
                  <a:pt x="24532" y="19713"/>
                </a:lnTo>
                <a:lnTo>
                  <a:pt x="24532" y="19713"/>
                </a:lnTo>
                <a:lnTo>
                  <a:pt x="24532" y="19713"/>
                </a:lnTo>
                <a:lnTo>
                  <a:pt x="24533" y="19713"/>
                </a:lnTo>
                <a:lnTo>
                  <a:pt x="24533" y="19713"/>
                </a:lnTo>
                <a:lnTo>
                  <a:pt x="24533" y="19713"/>
                </a:lnTo>
                <a:lnTo>
                  <a:pt x="24533" y="19713"/>
                </a:lnTo>
                <a:lnTo>
                  <a:pt x="24534" y="19713"/>
                </a:lnTo>
                <a:lnTo>
                  <a:pt x="24534" y="19713"/>
                </a:lnTo>
                <a:lnTo>
                  <a:pt x="24534" y="19713"/>
                </a:lnTo>
                <a:lnTo>
                  <a:pt x="24535" y="19713"/>
                </a:lnTo>
                <a:lnTo>
                  <a:pt x="24535" y="19713"/>
                </a:lnTo>
                <a:lnTo>
                  <a:pt x="24535" y="19713"/>
                </a:lnTo>
                <a:lnTo>
                  <a:pt x="24536" y="19713"/>
                </a:lnTo>
                <a:lnTo>
                  <a:pt x="24536" y="19713"/>
                </a:lnTo>
                <a:lnTo>
                  <a:pt x="24536" y="19713"/>
                </a:lnTo>
                <a:lnTo>
                  <a:pt x="24537" y="19713"/>
                </a:lnTo>
                <a:lnTo>
                  <a:pt x="24537" y="19713"/>
                </a:lnTo>
                <a:lnTo>
                  <a:pt x="24537" y="19713"/>
                </a:lnTo>
                <a:lnTo>
                  <a:pt x="24537" y="19713"/>
                </a:lnTo>
                <a:lnTo>
                  <a:pt x="24538" y="19713"/>
                </a:lnTo>
                <a:lnTo>
                  <a:pt x="24538" y="19713"/>
                </a:lnTo>
                <a:lnTo>
                  <a:pt x="24538" y="19713"/>
                </a:lnTo>
                <a:lnTo>
                  <a:pt x="24539" y="19713"/>
                </a:lnTo>
                <a:lnTo>
                  <a:pt x="24539" y="19713"/>
                </a:lnTo>
                <a:lnTo>
                  <a:pt x="24539" y="19713"/>
                </a:lnTo>
                <a:lnTo>
                  <a:pt x="24540" y="19713"/>
                </a:lnTo>
                <a:lnTo>
                  <a:pt x="24540" y="19713"/>
                </a:lnTo>
                <a:lnTo>
                  <a:pt x="24540" y="19713"/>
                </a:lnTo>
                <a:lnTo>
                  <a:pt x="24541" y="19713"/>
                </a:lnTo>
                <a:lnTo>
                  <a:pt x="24541" y="19713"/>
                </a:lnTo>
                <a:lnTo>
                  <a:pt x="24541" y="19713"/>
                </a:lnTo>
                <a:lnTo>
                  <a:pt x="24542" y="19713"/>
                </a:lnTo>
                <a:lnTo>
                  <a:pt x="24542" y="19713"/>
                </a:lnTo>
                <a:lnTo>
                  <a:pt x="24542" y="19713"/>
                </a:lnTo>
                <a:lnTo>
                  <a:pt x="24542" y="19713"/>
                </a:lnTo>
                <a:lnTo>
                  <a:pt x="24543" y="19713"/>
                </a:lnTo>
                <a:lnTo>
                  <a:pt x="24543" y="19713"/>
                </a:lnTo>
                <a:lnTo>
                  <a:pt x="24543" y="19713"/>
                </a:lnTo>
                <a:lnTo>
                  <a:pt x="24544" y="19713"/>
                </a:lnTo>
                <a:lnTo>
                  <a:pt x="24544" y="19713"/>
                </a:lnTo>
                <a:lnTo>
                  <a:pt x="24544" y="19713"/>
                </a:lnTo>
                <a:lnTo>
                  <a:pt x="24545" y="19713"/>
                </a:lnTo>
                <a:lnTo>
                  <a:pt x="24545" y="19713"/>
                </a:lnTo>
                <a:lnTo>
                  <a:pt x="24545" y="19713"/>
                </a:lnTo>
                <a:lnTo>
                  <a:pt x="24546" y="19713"/>
                </a:lnTo>
                <a:lnTo>
                  <a:pt x="24546" y="19713"/>
                </a:lnTo>
                <a:lnTo>
                  <a:pt x="24546" y="19713"/>
                </a:lnTo>
                <a:lnTo>
                  <a:pt x="24546" y="19713"/>
                </a:lnTo>
                <a:lnTo>
                  <a:pt x="24547" y="19713"/>
                </a:lnTo>
                <a:lnTo>
                  <a:pt x="24547" y="19713"/>
                </a:lnTo>
                <a:lnTo>
                  <a:pt x="24547" y="19713"/>
                </a:lnTo>
                <a:lnTo>
                  <a:pt x="24548" y="19713"/>
                </a:lnTo>
                <a:lnTo>
                  <a:pt x="24548" y="19713"/>
                </a:lnTo>
                <a:lnTo>
                  <a:pt x="24548" y="19713"/>
                </a:lnTo>
                <a:lnTo>
                  <a:pt x="24549" y="19713"/>
                </a:lnTo>
                <a:lnTo>
                  <a:pt x="24549" y="19713"/>
                </a:lnTo>
                <a:lnTo>
                  <a:pt x="24549" y="19713"/>
                </a:lnTo>
                <a:lnTo>
                  <a:pt x="24550" y="19713"/>
                </a:lnTo>
                <a:lnTo>
                  <a:pt x="24550" y="19713"/>
                </a:lnTo>
                <a:lnTo>
                  <a:pt x="24550" y="19713"/>
                </a:lnTo>
                <a:lnTo>
                  <a:pt x="24551" y="19713"/>
                </a:lnTo>
                <a:lnTo>
                  <a:pt x="24551" y="19713"/>
                </a:lnTo>
                <a:lnTo>
                  <a:pt x="24551" y="19713"/>
                </a:lnTo>
                <a:lnTo>
                  <a:pt x="24551" y="19713"/>
                </a:lnTo>
                <a:lnTo>
                  <a:pt x="24552" y="19713"/>
                </a:lnTo>
                <a:lnTo>
                  <a:pt x="24552" y="19713"/>
                </a:lnTo>
                <a:lnTo>
                  <a:pt x="24552" y="19713"/>
                </a:lnTo>
                <a:lnTo>
                  <a:pt x="24553" y="19713"/>
                </a:lnTo>
                <a:lnTo>
                  <a:pt x="24553" y="19713"/>
                </a:lnTo>
                <a:lnTo>
                  <a:pt x="24553" y="19713"/>
                </a:lnTo>
                <a:lnTo>
                  <a:pt x="24554" y="19713"/>
                </a:lnTo>
                <a:lnTo>
                  <a:pt x="24554" y="19713"/>
                </a:lnTo>
                <a:lnTo>
                  <a:pt x="24554" y="19713"/>
                </a:lnTo>
                <a:lnTo>
                  <a:pt x="24555" y="19713"/>
                </a:lnTo>
                <a:lnTo>
                  <a:pt x="24555" y="19713"/>
                </a:lnTo>
                <a:lnTo>
                  <a:pt x="24555" y="19713"/>
                </a:lnTo>
                <a:lnTo>
                  <a:pt x="24556" y="19713"/>
                </a:lnTo>
                <a:lnTo>
                  <a:pt x="24556" y="19713"/>
                </a:lnTo>
                <a:lnTo>
                  <a:pt x="24556" y="19713"/>
                </a:lnTo>
                <a:lnTo>
                  <a:pt x="24556" y="19713"/>
                </a:lnTo>
                <a:lnTo>
                  <a:pt x="24557" y="19713"/>
                </a:lnTo>
                <a:lnTo>
                  <a:pt x="24557" y="19713"/>
                </a:lnTo>
                <a:lnTo>
                  <a:pt x="24557" y="19713"/>
                </a:lnTo>
                <a:lnTo>
                  <a:pt x="24558" y="19713"/>
                </a:lnTo>
                <a:lnTo>
                  <a:pt x="24558" y="19713"/>
                </a:lnTo>
                <a:lnTo>
                  <a:pt x="24558" y="19713"/>
                </a:lnTo>
                <a:lnTo>
                  <a:pt x="24559" y="19713"/>
                </a:lnTo>
                <a:lnTo>
                  <a:pt x="24559" y="19713"/>
                </a:lnTo>
                <a:lnTo>
                  <a:pt x="24559" y="19713"/>
                </a:lnTo>
                <a:lnTo>
                  <a:pt x="24560" y="19713"/>
                </a:lnTo>
                <a:lnTo>
                  <a:pt x="24560" y="19713"/>
                </a:lnTo>
                <a:lnTo>
                  <a:pt x="24560" y="19713"/>
                </a:lnTo>
                <a:lnTo>
                  <a:pt x="24561" y="19713"/>
                </a:lnTo>
                <a:lnTo>
                  <a:pt x="24561" y="19713"/>
                </a:lnTo>
                <a:lnTo>
                  <a:pt x="24561" y="19713"/>
                </a:lnTo>
                <a:lnTo>
                  <a:pt x="24561" y="19713"/>
                </a:lnTo>
                <a:lnTo>
                  <a:pt x="24562" y="19713"/>
                </a:lnTo>
                <a:lnTo>
                  <a:pt x="24562" y="19713"/>
                </a:lnTo>
                <a:lnTo>
                  <a:pt x="24562" y="19713"/>
                </a:lnTo>
                <a:lnTo>
                  <a:pt x="24563" y="19713"/>
                </a:lnTo>
                <a:lnTo>
                  <a:pt x="24563" y="19713"/>
                </a:lnTo>
                <a:lnTo>
                  <a:pt x="24563" y="19713"/>
                </a:lnTo>
                <a:lnTo>
                  <a:pt x="24564" y="19713"/>
                </a:lnTo>
                <a:lnTo>
                  <a:pt x="24564" y="19713"/>
                </a:lnTo>
                <a:lnTo>
                  <a:pt x="24564" y="19713"/>
                </a:lnTo>
                <a:lnTo>
                  <a:pt x="24565" y="19713"/>
                </a:lnTo>
                <a:lnTo>
                  <a:pt x="24565" y="19713"/>
                </a:lnTo>
                <a:lnTo>
                  <a:pt x="24565" y="19713"/>
                </a:lnTo>
                <a:lnTo>
                  <a:pt x="24565" y="19713"/>
                </a:lnTo>
                <a:lnTo>
                  <a:pt x="24566" y="19713"/>
                </a:lnTo>
                <a:lnTo>
                  <a:pt x="24566" y="19713"/>
                </a:lnTo>
                <a:lnTo>
                  <a:pt x="24566" y="19713"/>
                </a:lnTo>
                <a:lnTo>
                  <a:pt x="24567" y="19713"/>
                </a:lnTo>
                <a:lnTo>
                  <a:pt x="24567" y="19713"/>
                </a:lnTo>
                <a:lnTo>
                  <a:pt x="24567" y="19713"/>
                </a:lnTo>
                <a:lnTo>
                  <a:pt x="24568" y="19713"/>
                </a:lnTo>
                <a:lnTo>
                  <a:pt x="24568" y="19713"/>
                </a:lnTo>
                <a:lnTo>
                  <a:pt x="24568" y="19713"/>
                </a:lnTo>
                <a:lnTo>
                  <a:pt x="24569" y="19713"/>
                </a:lnTo>
                <a:lnTo>
                  <a:pt x="24569" y="19713"/>
                </a:lnTo>
                <a:lnTo>
                  <a:pt x="24569" y="19713"/>
                </a:lnTo>
                <a:lnTo>
                  <a:pt x="24570" y="19713"/>
                </a:lnTo>
                <a:lnTo>
                  <a:pt x="24570" y="19713"/>
                </a:lnTo>
                <a:lnTo>
                  <a:pt x="24570" y="19713"/>
                </a:lnTo>
                <a:lnTo>
                  <a:pt x="24570" y="19713"/>
                </a:lnTo>
                <a:lnTo>
                  <a:pt x="24571" y="19713"/>
                </a:lnTo>
                <a:lnTo>
                  <a:pt x="24571" y="19713"/>
                </a:lnTo>
                <a:lnTo>
                  <a:pt x="24571" y="19713"/>
                </a:lnTo>
                <a:lnTo>
                  <a:pt x="24572" y="19713"/>
                </a:lnTo>
                <a:lnTo>
                  <a:pt x="24572" y="19713"/>
                </a:lnTo>
                <a:lnTo>
                  <a:pt x="24572" y="19713"/>
                </a:lnTo>
                <a:lnTo>
                  <a:pt x="24573" y="19713"/>
                </a:lnTo>
                <a:lnTo>
                  <a:pt x="24573" y="19713"/>
                </a:lnTo>
                <a:lnTo>
                  <a:pt x="24573" y="19713"/>
                </a:lnTo>
                <a:lnTo>
                  <a:pt x="24574" y="19713"/>
                </a:lnTo>
                <a:lnTo>
                  <a:pt x="24574" y="19713"/>
                </a:lnTo>
                <a:lnTo>
                  <a:pt x="24574" y="19713"/>
                </a:lnTo>
                <a:lnTo>
                  <a:pt x="24575" y="19713"/>
                </a:lnTo>
                <a:lnTo>
                  <a:pt x="24575" y="19713"/>
                </a:lnTo>
                <a:lnTo>
                  <a:pt x="24575" y="19713"/>
                </a:lnTo>
                <a:lnTo>
                  <a:pt x="24575" y="19713"/>
                </a:lnTo>
                <a:lnTo>
                  <a:pt x="24576" y="19713"/>
                </a:lnTo>
                <a:lnTo>
                  <a:pt x="24576" y="19713"/>
                </a:lnTo>
                <a:lnTo>
                  <a:pt x="24576" y="19713"/>
                </a:lnTo>
                <a:lnTo>
                  <a:pt x="24577" y="19713"/>
                </a:lnTo>
                <a:lnTo>
                  <a:pt x="24577" y="19713"/>
                </a:lnTo>
                <a:lnTo>
                  <a:pt x="24577" y="19713"/>
                </a:lnTo>
                <a:lnTo>
                  <a:pt x="24578" y="19713"/>
                </a:lnTo>
                <a:lnTo>
                  <a:pt x="24578" y="19713"/>
                </a:lnTo>
                <a:lnTo>
                  <a:pt x="24578" y="19713"/>
                </a:lnTo>
                <a:lnTo>
                  <a:pt x="24579" y="19713"/>
                </a:lnTo>
                <a:lnTo>
                  <a:pt x="24579" y="19713"/>
                </a:lnTo>
                <a:lnTo>
                  <a:pt x="24579" y="19713"/>
                </a:lnTo>
                <a:lnTo>
                  <a:pt x="24580" y="19713"/>
                </a:lnTo>
                <a:lnTo>
                  <a:pt x="24580" y="19713"/>
                </a:lnTo>
                <a:lnTo>
                  <a:pt x="24580" y="19713"/>
                </a:lnTo>
                <a:lnTo>
                  <a:pt x="24580" y="19713"/>
                </a:lnTo>
                <a:lnTo>
                  <a:pt x="24581" y="19713"/>
                </a:lnTo>
                <a:lnTo>
                  <a:pt x="24581" y="19713"/>
                </a:lnTo>
                <a:lnTo>
                  <a:pt x="24581" y="19713"/>
                </a:lnTo>
                <a:lnTo>
                  <a:pt x="24582" y="19713"/>
                </a:lnTo>
                <a:lnTo>
                  <a:pt x="24582" y="19713"/>
                </a:lnTo>
                <a:lnTo>
                  <a:pt x="24582" y="19713"/>
                </a:lnTo>
                <a:lnTo>
                  <a:pt x="24583" y="19713"/>
                </a:lnTo>
                <a:lnTo>
                  <a:pt x="24583" y="19713"/>
                </a:lnTo>
                <a:lnTo>
                  <a:pt x="24583" y="19713"/>
                </a:lnTo>
                <a:lnTo>
                  <a:pt x="24584" y="19713"/>
                </a:lnTo>
                <a:lnTo>
                  <a:pt x="24584" y="19713"/>
                </a:lnTo>
                <a:lnTo>
                  <a:pt x="24584" y="19713"/>
                </a:lnTo>
                <a:lnTo>
                  <a:pt x="24585" y="19713"/>
                </a:lnTo>
                <a:lnTo>
                  <a:pt x="24585" y="19713"/>
                </a:lnTo>
                <a:lnTo>
                  <a:pt x="24585" y="19713"/>
                </a:lnTo>
                <a:lnTo>
                  <a:pt x="24586" y="19713"/>
                </a:lnTo>
                <a:lnTo>
                  <a:pt x="24586" y="19713"/>
                </a:lnTo>
                <a:lnTo>
                  <a:pt x="24586" y="19713"/>
                </a:lnTo>
                <a:lnTo>
                  <a:pt x="24586" y="19713"/>
                </a:lnTo>
                <a:lnTo>
                  <a:pt x="24587" y="19713"/>
                </a:lnTo>
                <a:lnTo>
                  <a:pt x="24587" y="19713"/>
                </a:lnTo>
                <a:lnTo>
                  <a:pt x="24587" y="19713"/>
                </a:lnTo>
                <a:lnTo>
                  <a:pt x="24588" y="19713"/>
                </a:lnTo>
                <a:lnTo>
                  <a:pt x="24588" y="19713"/>
                </a:lnTo>
                <a:lnTo>
                  <a:pt x="24588" y="19713"/>
                </a:lnTo>
                <a:lnTo>
                  <a:pt x="24589" y="19713"/>
                </a:lnTo>
                <a:lnTo>
                  <a:pt x="24589" y="19713"/>
                </a:lnTo>
                <a:lnTo>
                  <a:pt x="24589" y="19713"/>
                </a:lnTo>
                <a:lnTo>
                  <a:pt x="24590" y="19713"/>
                </a:lnTo>
                <a:lnTo>
                  <a:pt x="24590" y="19713"/>
                </a:lnTo>
                <a:lnTo>
                  <a:pt x="24590" y="19713"/>
                </a:lnTo>
                <a:lnTo>
                  <a:pt x="24591" y="19713"/>
                </a:lnTo>
                <a:lnTo>
                  <a:pt x="24591" y="19713"/>
                </a:lnTo>
                <a:lnTo>
                  <a:pt x="24591" y="19713"/>
                </a:lnTo>
                <a:lnTo>
                  <a:pt x="24591" y="19713"/>
                </a:lnTo>
                <a:lnTo>
                  <a:pt x="24592" y="19713"/>
                </a:lnTo>
                <a:lnTo>
                  <a:pt x="24592" y="19713"/>
                </a:lnTo>
                <a:lnTo>
                  <a:pt x="24592" y="19713"/>
                </a:lnTo>
                <a:lnTo>
                  <a:pt x="24593" y="19713"/>
                </a:lnTo>
                <a:lnTo>
                  <a:pt x="24593" y="19713"/>
                </a:lnTo>
                <a:lnTo>
                  <a:pt x="24593" y="19713"/>
                </a:lnTo>
                <a:lnTo>
                  <a:pt x="24594" y="19713"/>
                </a:lnTo>
                <a:lnTo>
                  <a:pt x="24594" y="19713"/>
                </a:lnTo>
                <a:lnTo>
                  <a:pt x="24594" y="19713"/>
                </a:lnTo>
                <a:lnTo>
                  <a:pt x="24595" y="19713"/>
                </a:lnTo>
                <a:lnTo>
                  <a:pt x="24595" y="19713"/>
                </a:lnTo>
                <a:lnTo>
                  <a:pt x="24595" y="19713"/>
                </a:lnTo>
                <a:lnTo>
                  <a:pt x="24596" y="19713"/>
                </a:lnTo>
                <a:lnTo>
                  <a:pt x="24596" y="19713"/>
                </a:lnTo>
                <a:lnTo>
                  <a:pt x="24596" y="19713"/>
                </a:lnTo>
                <a:lnTo>
                  <a:pt x="24596" y="19713"/>
                </a:lnTo>
                <a:lnTo>
                  <a:pt x="24597" y="19713"/>
                </a:lnTo>
                <a:lnTo>
                  <a:pt x="24597" y="19713"/>
                </a:lnTo>
                <a:lnTo>
                  <a:pt x="24597" y="19713"/>
                </a:lnTo>
                <a:lnTo>
                  <a:pt x="24598" y="19713"/>
                </a:lnTo>
                <a:lnTo>
                  <a:pt x="24598" y="19713"/>
                </a:lnTo>
                <a:lnTo>
                  <a:pt x="24598" y="19713"/>
                </a:lnTo>
                <a:lnTo>
                  <a:pt x="24599" y="19713"/>
                </a:lnTo>
                <a:lnTo>
                  <a:pt x="24599" y="19713"/>
                </a:lnTo>
                <a:lnTo>
                  <a:pt x="24599" y="19713"/>
                </a:lnTo>
                <a:lnTo>
                  <a:pt x="24600" y="19713"/>
                </a:lnTo>
                <a:lnTo>
                  <a:pt x="24600" y="19713"/>
                </a:lnTo>
                <a:lnTo>
                  <a:pt x="24600" y="19713"/>
                </a:lnTo>
                <a:lnTo>
                  <a:pt x="24601" y="19713"/>
                </a:lnTo>
                <a:lnTo>
                  <a:pt x="24601" y="19713"/>
                </a:lnTo>
                <a:lnTo>
                  <a:pt x="24601" y="19713"/>
                </a:lnTo>
                <a:lnTo>
                  <a:pt x="24602" y="19713"/>
                </a:lnTo>
                <a:lnTo>
                  <a:pt x="24602" y="19713"/>
                </a:lnTo>
                <a:lnTo>
                  <a:pt x="24602" y="19713"/>
                </a:lnTo>
                <a:lnTo>
                  <a:pt x="24602" y="19713"/>
                </a:lnTo>
                <a:lnTo>
                  <a:pt x="24603" y="19713"/>
                </a:lnTo>
                <a:lnTo>
                  <a:pt x="24603" y="19713"/>
                </a:lnTo>
                <a:lnTo>
                  <a:pt x="24603" y="19713"/>
                </a:lnTo>
                <a:lnTo>
                  <a:pt x="24604" y="19713"/>
                </a:lnTo>
                <a:lnTo>
                  <a:pt x="24604" y="19713"/>
                </a:lnTo>
                <a:lnTo>
                  <a:pt x="24604" y="19713"/>
                </a:lnTo>
                <a:lnTo>
                  <a:pt x="24605" y="19713"/>
                </a:lnTo>
                <a:lnTo>
                  <a:pt x="24605" y="19713"/>
                </a:lnTo>
                <a:lnTo>
                  <a:pt x="24605" y="19713"/>
                </a:lnTo>
                <a:lnTo>
                  <a:pt x="24606" y="19713"/>
                </a:lnTo>
                <a:lnTo>
                  <a:pt x="24606" y="19713"/>
                </a:lnTo>
                <a:lnTo>
                  <a:pt x="24606" y="19713"/>
                </a:lnTo>
                <a:lnTo>
                  <a:pt x="24607" y="19713"/>
                </a:lnTo>
                <a:lnTo>
                  <a:pt x="24607" y="19713"/>
                </a:lnTo>
                <a:lnTo>
                  <a:pt x="24607" y="19713"/>
                </a:lnTo>
                <a:lnTo>
                  <a:pt x="24608" y="19713"/>
                </a:lnTo>
                <a:lnTo>
                  <a:pt x="24608" y="19713"/>
                </a:lnTo>
                <a:lnTo>
                  <a:pt x="24608" y="19713"/>
                </a:lnTo>
                <a:lnTo>
                  <a:pt x="24608" y="19713"/>
                </a:lnTo>
                <a:lnTo>
                  <a:pt x="24609" y="19713"/>
                </a:lnTo>
                <a:lnTo>
                  <a:pt x="24609" y="19713"/>
                </a:lnTo>
                <a:lnTo>
                  <a:pt x="24609" y="19713"/>
                </a:lnTo>
                <a:lnTo>
                  <a:pt x="24610" y="19713"/>
                </a:lnTo>
                <a:lnTo>
                  <a:pt x="24610" y="19713"/>
                </a:lnTo>
                <a:lnTo>
                  <a:pt x="24610" y="19713"/>
                </a:lnTo>
                <a:lnTo>
                  <a:pt x="24611" y="19713"/>
                </a:lnTo>
                <a:lnTo>
                  <a:pt x="24611" y="19713"/>
                </a:lnTo>
                <a:lnTo>
                  <a:pt x="24611" y="19713"/>
                </a:lnTo>
                <a:lnTo>
                  <a:pt x="24612" y="19713"/>
                </a:lnTo>
                <a:lnTo>
                  <a:pt x="24612" y="19713"/>
                </a:lnTo>
                <a:lnTo>
                  <a:pt x="24612" y="19713"/>
                </a:lnTo>
                <a:lnTo>
                  <a:pt x="24613" y="19713"/>
                </a:lnTo>
                <a:lnTo>
                  <a:pt x="24613" y="19713"/>
                </a:lnTo>
                <a:lnTo>
                  <a:pt x="24613" y="19713"/>
                </a:lnTo>
                <a:lnTo>
                  <a:pt x="24614" y="19713"/>
                </a:lnTo>
                <a:lnTo>
                  <a:pt x="24614" y="19713"/>
                </a:lnTo>
                <a:lnTo>
                  <a:pt x="24614" y="19713"/>
                </a:lnTo>
                <a:lnTo>
                  <a:pt x="24614" y="19713"/>
                </a:lnTo>
                <a:lnTo>
                  <a:pt x="24615" y="19713"/>
                </a:lnTo>
                <a:lnTo>
                  <a:pt x="24615" y="19713"/>
                </a:lnTo>
                <a:lnTo>
                  <a:pt x="24615" y="19713"/>
                </a:lnTo>
                <a:lnTo>
                  <a:pt x="24616" y="19713"/>
                </a:lnTo>
                <a:lnTo>
                  <a:pt x="24616" y="19713"/>
                </a:lnTo>
                <a:lnTo>
                  <a:pt x="24616" y="19713"/>
                </a:lnTo>
                <a:lnTo>
                  <a:pt x="24617" y="19713"/>
                </a:lnTo>
                <a:lnTo>
                  <a:pt x="24617" y="19713"/>
                </a:lnTo>
                <a:lnTo>
                  <a:pt x="24617" y="19713"/>
                </a:lnTo>
                <a:lnTo>
                  <a:pt x="24618" y="19713"/>
                </a:lnTo>
                <a:lnTo>
                  <a:pt x="24618" y="19713"/>
                </a:lnTo>
                <a:lnTo>
                  <a:pt x="24618" y="19713"/>
                </a:lnTo>
                <a:lnTo>
                  <a:pt x="24619" y="19713"/>
                </a:lnTo>
                <a:lnTo>
                  <a:pt x="24619" y="19713"/>
                </a:lnTo>
                <a:lnTo>
                  <a:pt x="24619" y="19713"/>
                </a:lnTo>
                <a:lnTo>
                  <a:pt x="24619" y="19713"/>
                </a:lnTo>
                <a:lnTo>
                  <a:pt x="24620" y="19713"/>
                </a:lnTo>
                <a:lnTo>
                  <a:pt x="24620" y="19713"/>
                </a:lnTo>
                <a:lnTo>
                  <a:pt x="24620" y="19713"/>
                </a:lnTo>
                <a:lnTo>
                  <a:pt x="24621" y="19713"/>
                </a:lnTo>
                <a:lnTo>
                  <a:pt x="24621" y="19713"/>
                </a:lnTo>
                <a:lnTo>
                  <a:pt x="24621" y="19713"/>
                </a:lnTo>
                <a:lnTo>
                  <a:pt x="24622" y="19713"/>
                </a:lnTo>
                <a:lnTo>
                  <a:pt x="24622" y="19713"/>
                </a:lnTo>
                <a:lnTo>
                  <a:pt x="24622" y="19713"/>
                </a:lnTo>
                <a:lnTo>
                  <a:pt x="24623" y="19713"/>
                </a:lnTo>
                <a:lnTo>
                  <a:pt x="24623" y="19713"/>
                </a:lnTo>
                <a:lnTo>
                  <a:pt x="24623" y="19713"/>
                </a:lnTo>
                <a:lnTo>
                  <a:pt x="24624" y="19713"/>
                </a:lnTo>
                <a:lnTo>
                  <a:pt x="24624" y="19713"/>
                </a:lnTo>
                <a:lnTo>
                  <a:pt x="24624" y="19713"/>
                </a:lnTo>
                <a:lnTo>
                  <a:pt x="24625" y="19713"/>
                </a:lnTo>
                <a:lnTo>
                  <a:pt x="24625" y="19713"/>
                </a:lnTo>
                <a:lnTo>
                  <a:pt x="24625" y="19713"/>
                </a:lnTo>
                <a:lnTo>
                  <a:pt x="24626" y="19713"/>
                </a:lnTo>
                <a:lnTo>
                  <a:pt x="24626" y="19713"/>
                </a:lnTo>
                <a:lnTo>
                  <a:pt x="24626" y="19713"/>
                </a:lnTo>
                <a:lnTo>
                  <a:pt x="24626" y="19713"/>
                </a:lnTo>
                <a:lnTo>
                  <a:pt x="24627" y="19713"/>
                </a:lnTo>
                <a:lnTo>
                  <a:pt x="24627" y="19713"/>
                </a:lnTo>
                <a:lnTo>
                  <a:pt x="24627" y="19713"/>
                </a:lnTo>
                <a:lnTo>
                  <a:pt x="24628" y="19713"/>
                </a:lnTo>
                <a:lnTo>
                  <a:pt x="24628" y="19713"/>
                </a:lnTo>
                <a:lnTo>
                  <a:pt x="24628" y="19713"/>
                </a:lnTo>
                <a:lnTo>
                  <a:pt x="24629" y="19713"/>
                </a:lnTo>
                <a:lnTo>
                  <a:pt x="24629" y="19713"/>
                </a:lnTo>
                <a:lnTo>
                  <a:pt x="24629" y="19713"/>
                </a:lnTo>
                <a:lnTo>
                  <a:pt x="24630" y="19713"/>
                </a:lnTo>
                <a:lnTo>
                  <a:pt x="24630" y="19713"/>
                </a:lnTo>
                <a:lnTo>
                  <a:pt x="24630" y="19713"/>
                </a:lnTo>
                <a:lnTo>
                  <a:pt x="24631" y="19713"/>
                </a:lnTo>
                <a:lnTo>
                  <a:pt x="24631" y="19713"/>
                </a:lnTo>
                <a:lnTo>
                  <a:pt x="24631" y="19713"/>
                </a:lnTo>
                <a:lnTo>
                  <a:pt x="24632" y="19713"/>
                </a:lnTo>
                <a:lnTo>
                  <a:pt x="24632" y="19713"/>
                </a:lnTo>
                <a:lnTo>
                  <a:pt x="24632" y="19713"/>
                </a:lnTo>
                <a:lnTo>
                  <a:pt x="24632" y="19713"/>
                </a:lnTo>
                <a:lnTo>
                  <a:pt x="24633" y="19713"/>
                </a:lnTo>
                <a:lnTo>
                  <a:pt x="24633" y="19713"/>
                </a:lnTo>
                <a:lnTo>
                  <a:pt x="24633" y="19713"/>
                </a:lnTo>
                <a:lnTo>
                  <a:pt x="24634" y="19713"/>
                </a:lnTo>
                <a:lnTo>
                  <a:pt x="24634" y="19713"/>
                </a:lnTo>
                <a:lnTo>
                  <a:pt x="24634" y="19713"/>
                </a:lnTo>
                <a:lnTo>
                  <a:pt x="24635" y="19713"/>
                </a:lnTo>
                <a:lnTo>
                  <a:pt x="24635" y="19713"/>
                </a:lnTo>
                <a:lnTo>
                  <a:pt x="24635" y="19713"/>
                </a:lnTo>
                <a:lnTo>
                  <a:pt x="24636" y="19713"/>
                </a:lnTo>
                <a:lnTo>
                  <a:pt x="24636" y="19713"/>
                </a:lnTo>
                <a:lnTo>
                  <a:pt x="24636" y="19713"/>
                </a:lnTo>
                <a:lnTo>
                  <a:pt x="24637" y="19713"/>
                </a:lnTo>
                <a:lnTo>
                  <a:pt x="24637" y="19713"/>
                </a:lnTo>
                <a:lnTo>
                  <a:pt x="24637" y="19713"/>
                </a:lnTo>
                <a:lnTo>
                  <a:pt x="24638" y="19713"/>
                </a:lnTo>
                <a:lnTo>
                  <a:pt x="24638" y="19713"/>
                </a:lnTo>
                <a:lnTo>
                  <a:pt x="24638" y="19713"/>
                </a:lnTo>
                <a:lnTo>
                  <a:pt x="24638" y="19713"/>
                </a:lnTo>
                <a:lnTo>
                  <a:pt x="24639" y="19713"/>
                </a:lnTo>
                <a:lnTo>
                  <a:pt x="24639" y="19713"/>
                </a:lnTo>
                <a:lnTo>
                  <a:pt x="24639" y="19713"/>
                </a:lnTo>
                <a:lnTo>
                  <a:pt x="24640" y="19713"/>
                </a:lnTo>
                <a:lnTo>
                  <a:pt x="24640" y="19713"/>
                </a:lnTo>
                <a:lnTo>
                  <a:pt x="24640" y="19713"/>
                </a:lnTo>
                <a:lnTo>
                  <a:pt x="24641" y="19713"/>
                </a:lnTo>
                <a:lnTo>
                  <a:pt x="24641" y="19713"/>
                </a:lnTo>
                <a:lnTo>
                  <a:pt x="24641" y="19713"/>
                </a:lnTo>
                <a:lnTo>
                  <a:pt x="24642" y="19713"/>
                </a:lnTo>
                <a:lnTo>
                  <a:pt x="24642" y="19713"/>
                </a:lnTo>
                <a:lnTo>
                  <a:pt x="24642" y="19713"/>
                </a:lnTo>
                <a:lnTo>
                  <a:pt x="24643" y="19713"/>
                </a:lnTo>
                <a:lnTo>
                  <a:pt x="24643" y="19713"/>
                </a:lnTo>
                <a:lnTo>
                  <a:pt x="24643" y="19713"/>
                </a:lnTo>
                <a:lnTo>
                  <a:pt x="24644" y="19713"/>
                </a:lnTo>
                <a:lnTo>
                  <a:pt x="24644" y="19713"/>
                </a:lnTo>
                <a:lnTo>
                  <a:pt x="24644" y="19713"/>
                </a:lnTo>
                <a:lnTo>
                  <a:pt x="24645" y="19713"/>
                </a:lnTo>
                <a:lnTo>
                  <a:pt x="24645" y="19713"/>
                </a:lnTo>
                <a:lnTo>
                  <a:pt x="24645" y="19713"/>
                </a:lnTo>
                <a:lnTo>
                  <a:pt x="24645" y="19713"/>
                </a:lnTo>
                <a:lnTo>
                  <a:pt x="24646" y="19713"/>
                </a:lnTo>
                <a:lnTo>
                  <a:pt x="24646" y="19713"/>
                </a:lnTo>
                <a:lnTo>
                  <a:pt x="24646" y="19713"/>
                </a:lnTo>
                <a:lnTo>
                  <a:pt x="24647" y="19713"/>
                </a:lnTo>
                <a:lnTo>
                  <a:pt x="24647" y="19713"/>
                </a:lnTo>
                <a:lnTo>
                  <a:pt x="24647" y="19713"/>
                </a:lnTo>
                <a:lnTo>
                  <a:pt x="24648" y="19713"/>
                </a:lnTo>
                <a:lnTo>
                  <a:pt x="24648" y="19713"/>
                </a:lnTo>
                <a:lnTo>
                  <a:pt x="24648" y="19713"/>
                </a:lnTo>
                <a:lnTo>
                  <a:pt x="24649" y="19713"/>
                </a:lnTo>
                <a:lnTo>
                  <a:pt x="24649" y="19713"/>
                </a:lnTo>
                <a:lnTo>
                  <a:pt x="24649" y="19713"/>
                </a:lnTo>
                <a:lnTo>
                  <a:pt x="24650" y="19713"/>
                </a:lnTo>
                <a:lnTo>
                  <a:pt x="24650" y="19713"/>
                </a:lnTo>
                <a:lnTo>
                  <a:pt x="24650" y="19713"/>
                </a:lnTo>
                <a:lnTo>
                  <a:pt x="24651" y="19713"/>
                </a:lnTo>
                <a:lnTo>
                  <a:pt x="24651" y="19713"/>
                </a:lnTo>
                <a:lnTo>
                  <a:pt x="24651" y="19713"/>
                </a:lnTo>
                <a:lnTo>
                  <a:pt x="24652" y="19713"/>
                </a:lnTo>
                <a:lnTo>
                  <a:pt x="24652" y="19713"/>
                </a:lnTo>
                <a:lnTo>
                  <a:pt x="24652" y="19713"/>
                </a:lnTo>
                <a:lnTo>
                  <a:pt x="24652" y="19713"/>
                </a:lnTo>
                <a:lnTo>
                  <a:pt x="24653" y="19713"/>
                </a:lnTo>
                <a:lnTo>
                  <a:pt x="24653" y="19713"/>
                </a:lnTo>
                <a:lnTo>
                  <a:pt x="24653" y="19713"/>
                </a:lnTo>
                <a:lnTo>
                  <a:pt x="24654" y="19713"/>
                </a:lnTo>
                <a:lnTo>
                  <a:pt x="24654" y="19713"/>
                </a:lnTo>
                <a:lnTo>
                  <a:pt x="24654" y="19713"/>
                </a:lnTo>
                <a:lnTo>
                  <a:pt x="24655" y="19713"/>
                </a:lnTo>
                <a:lnTo>
                  <a:pt x="24655" y="19713"/>
                </a:lnTo>
                <a:lnTo>
                  <a:pt x="24655" y="19713"/>
                </a:lnTo>
                <a:lnTo>
                  <a:pt x="24656" y="19713"/>
                </a:lnTo>
                <a:lnTo>
                  <a:pt x="24656" y="19713"/>
                </a:lnTo>
                <a:lnTo>
                  <a:pt x="24656" y="19713"/>
                </a:lnTo>
                <a:lnTo>
                  <a:pt x="24657" y="19713"/>
                </a:lnTo>
                <a:lnTo>
                  <a:pt x="24657" y="19713"/>
                </a:lnTo>
                <a:lnTo>
                  <a:pt x="24657" y="19713"/>
                </a:lnTo>
                <a:lnTo>
                  <a:pt x="24658" y="19713"/>
                </a:lnTo>
                <a:lnTo>
                  <a:pt x="24658" y="19713"/>
                </a:lnTo>
                <a:lnTo>
                  <a:pt x="24658" y="19713"/>
                </a:lnTo>
                <a:lnTo>
                  <a:pt x="24659" y="19713"/>
                </a:lnTo>
                <a:lnTo>
                  <a:pt x="24659" y="19713"/>
                </a:lnTo>
                <a:lnTo>
                  <a:pt x="24659" y="19713"/>
                </a:lnTo>
                <a:lnTo>
                  <a:pt x="24659" y="19713"/>
                </a:lnTo>
                <a:lnTo>
                  <a:pt x="24660" y="19713"/>
                </a:lnTo>
                <a:lnTo>
                  <a:pt x="24660" y="19713"/>
                </a:lnTo>
                <a:lnTo>
                  <a:pt x="24660" y="19713"/>
                </a:lnTo>
                <a:lnTo>
                  <a:pt x="24661" y="19713"/>
                </a:lnTo>
                <a:lnTo>
                  <a:pt x="24661" y="19713"/>
                </a:lnTo>
                <a:lnTo>
                  <a:pt x="24661" y="19713"/>
                </a:lnTo>
                <a:lnTo>
                  <a:pt x="24662" y="19713"/>
                </a:lnTo>
                <a:lnTo>
                  <a:pt x="24662" y="19713"/>
                </a:lnTo>
                <a:lnTo>
                  <a:pt x="24662" y="19713"/>
                </a:lnTo>
                <a:lnTo>
                  <a:pt x="24663" y="19713"/>
                </a:lnTo>
                <a:lnTo>
                  <a:pt x="24663" y="19713"/>
                </a:lnTo>
                <a:lnTo>
                  <a:pt x="24663" y="19713"/>
                </a:lnTo>
                <a:lnTo>
                  <a:pt x="24664" y="19713"/>
                </a:lnTo>
                <a:lnTo>
                  <a:pt x="24664" y="19713"/>
                </a:lnTo>
                <a:lnTo>
                  <a:pt x="24664" y="19713"/>
                </a:lnTo>
                <a:lnTo>
                  <a:pt x="24665" y="19713"/>
                </a:lnTo>
                <a:lnTo>
                  <a:pt x="24665" y="19713"/>
                </a:lnTo>
                <a:lnTo>
                  <a:pt x="24665" y="19713"/>
                </a:lnTo>
                <a:lnTo>
                  <a:pt x="24666" y="19713"/>
                </a:lnTo>
                <a:lnTo>
                  <a:pt x="24666" y="19713"/>
                </a:lnTo>
                <a:lnTo>
                  <a:pt x="24666" y="19713"/>
                </a:lnTo>
                <a:lnTo>
                  <a:pt x="24666" y="19713"/>
                </a:lnTo>
                <a:lnTo>
                  <a:pt x="24667" y="19713"/>
                </a:lnTo>
                <a:lnTo>
                  <a:pt x="24667" y="19713"/>
                </a:lnTo>
                <a:lnTo>
                  <a:pt x="24667" y="19713"/>
                </a:lnTo>
                <a:lnTo>
                  <a:pt x="24668" y="19713"/>
                </a:lnTo>
                <a:lnTo>
                  <a:pt x="24668" y="19713"/>
                </a:lnTo>
                <a:lnTo>
                  <a:pt x="24668" y="19713"/>
                </a:lnTo>
                <a:lnTo>
                  <a:pt x="24669" y="19713"/>
                </a:lnTo>
                <a:lnTo>
                  <a:pt x="24669" y="19713"/>
                </a:lnTo>
                <a:lnTo>
                  <a:pt x="24669" y="19713"/>
                </a:lnTo>
                <a:lnTo>
                  <a:pt x="24670" y="19713"/>
                </a:lnTo>
                <a:lnTo>
                  <a:pt x="24670" y="19713"/>
                </a:lnTo>
                <a:lnTo>
                  <a:pt x="24670" y="19713"/>
                </a:lnTo>
                <a:lnTo>
                  <a:pt x="24671" y="19713"/>
                </a:lnTo>
                <a:lnTo>
                  <a:pt x="24671" y="19713"/>
                </a:lnTo>
                <a:lnTo>
                  <a:pt x="24671" y="19713"/>
                </a:lnTo>
                <a:lnTo>
                  <a:pt x="24672" y="19713"/>
                </a:lnTo>
                <a:lnTo>
                  <a:pt x="24672" y="19713"/>
                </a:lnTo>
                <a:lnTo>
                  <a:pt x="24672" y="19713"/>
                </a:lnTo>
                <a:lnTo>
                  <a:pt x="24673" y="19713"/>
                </a:lnTo>
                <a:lnTo>
                  <a:pt x="24673" y="19713"/>
                </a:lnTo>
                <a:lnTo>
                  <a:pt x="24673" y="19713"/>
                </a:lnTo>
                <a:lnTo>
                  <a:pt x="24674" y="19713"/>
                </a:lnTo>
                <a:lnTo>
                  <a:pt x="24674" y="19713"/>
                </a:lnTo>
                <a:lnTo>
                  <a:pt x="24674" y="19713"/>
                </a:lnTo>
                <a:lnTo>
                  <a:pt x="24674" y="19713"/>
                </a:lnTo>
                <a:lnTo>
                  <a:pt x="24675" y="19713"/>
                </a:lnTo>
                <a:lnTo>
                  <a:pt x="24675" y="19713"/>
                </a:lnTo>
                <a:lnTo>
                  <a:pt x="24675" y="19713"/>
                </a:lnTo>
                <a:lnTo>
                  <a:pt x="24676" y="19713"/>
                </a:lnTo>
                <a:lnTo>
                  <a:pt x="24676" y="19713"/>
                </a:lnTo>
                <a:lnTo>
                  <a:pt x="24676" y="19713"/>
                </a:lnTo>
                <a:lnTo>
                  <a:pt x="24677" y="19713"/>
                </a:lnTo>
                <a:lnTo>
                  <a:pt x="24677" y="19713"/>
                </a:lnTo>
                <a:lnTo>
                  <a:pt x="24677" y="19713"/>
                </a:lnTo>
                <a:lnTo>
                  <a:pt x="24678" y="19713"/>
                </a:lnTo>
                <a:lnTo>
                  <a:pt x="24678" y="19713"/>
                </a:lnTo>
                <a:lnTo>
                  <a:pt x="24678" y="19713"/>
                </a:lnTo>
                <a:lnTo>
                  <a:pt x="24679" y="19713"/>
                </a:lnTo>
                <a:lnTo>
                  <a:pt x="24679" y="19713"/>
                </a:lnTo>
                <a:lnTo>
                  <a:pt x="24679" y="19713"/>
                </a:lnTo>
                <a:lnTo>
                  <a:pt x="24680" y="19713"/>
                </a:lnTo>
                <a:lnTo>
                  <a:pt x="24680" y="19713"/>
                </a:lnTo>
                <a:lnTo>
                  <a:pt x="24680" y="19713"/>
                </a:lnTo>
                <a:lnTo>
                  <a:pt x="24681" y="19713"/>
                </a:lnTo>
                <a:lnTo>
                  <a:pt x="24681" y="19713"/>
                </a:lnTo>
                <a:lnTo>
                  <a:pt x="24681" y="19713"/>
                </a:lnTo>
                <a:lnTo>
                  <a:pt x="24681" y="19713"/>
                </a:lnTo>
                <a:lnTo>
                  <a:pt x="24682" y="19713"/>
                </a:lnTo>
                <a:lnTo>
                  <a:pt x="24682" y="19713"/>
                </a:lnTo>
                <a:lnTo>
                  <a:pt x="24682" y="19713"/>
                </a:lnTo>
                <a:lnTo>
                  <a:pt x="24683" y="19713"/>
                </a:lnTo>
                <a:lnTo>
                  <a:pt x="24683" y="19713"/>
                </a:lnTo>
                <a:lnTo>
                  <a:pt x="24683" y="19713"/>
                </a:lnTo>
                <a:lnTo>
                  <a:pt x="24684" y="19713"/>
                </a:lnTo>
                <a:lnTo>
                  <a:pt x="24684" y="19713"/>
                </a:lnTo>
                <a:lnTo>
                  <a:pt x="24684" y="19713"/>
                </a:lnTo>
                <a:lnTo>
                  <a:pt x="24685" y="19713"/>
                </a:lnTo>
                <a:lnTo>
                  <a:pt x="24685" y="19713"/>
                </a:lnTo>
                <a:lnTo>
                  <a:pt x="24685" y="19713"/>
                </a:lnTo>
                <a:lnTo>
                  <a:pt x="24686" y="19713"/>
                </a:lnTo>
                <a:lnTo>
                  <a:pt x="24686" y="19713"/>
                </a:lnTo>
                <a:lnTo>
                  <a:pt x="24686" y="19713"/>
                </a:lnTo>
                <a:lnTo>
                  <a:pt x="24687" y="19713"/>
                </a:lnTo>
                <a:lnTo>
                  <a:pt x="24687" y="19713"/>
                </a:lnTo>
                <a:lnTo>
                  <a:pt x="24687" y="19713"/>
                </a:lnTo>
                <a:lnTo>
                  <a:pt x="24688" y="19713"/>
                </a:lnTo>
                <a:lnTo>
                  <a:pt x="24688" y="19713"/>
                </a:lnTo>
                <a:lnTo>
                  <a:pt x="24688" y="19713"/>
                </a:lnTo>
                <a:lnTo>
                  <a:pt x="24689" y="19713"/>
                </a:lnTo>
                <a:lnTo>
                  <a:pt x="24689" y="19713"/>
                </a:lnTo>
                <a:lnTo>
                  <a:pt x="24689" y="19713"/>
                </a:lnTo>
                <a:lnTo>
                  <a:pt x="24690" y="19713"/>
                </a:lnTo>
                <a:lnTo>
                  <a:pt x="24690" y="19713"/>
                </a:lnTo>
                <a:lnTo>
                  <a:pt x="24690" y="19713"/>
                </a:lnTo>
                <a:lnTo>
                  <a:pt x="24690" y="19713"/>
                </a:lnTo>
                <a:lnTo>
                  <a:pt x="24691" y="19713"/>
                </a:lnTo>
                <a:lnTo>
                  <a:pt x="24691" y="19713"/>
                </a:lnTo>
                <a:lnTo>
                  <a:pt x="24691" y="19713"/>
                </a:lnTo>
                <a:lnTo>
                  <a:pt x="24692" y="19713"/>
                </a:lnTo>
                <a:lnTo>
                  <a:pt x="24692" y="19713"/>
                </a:lnTo>
                <a:lnTo>
                  <a:pt x="24692" y="19713"/>
                </a:lnTo>
                <a:lnTo>
                  <a:pt x="24693" y="19713"/>
                </a:lnTo>
                <a:lnTo>
                  <a:pt x="24693" y="19713"/>
                </a:lnTo>
                <a:lnTo>
                  <a:pt x="24693" y="19713"/>
                </a:lnTo>
                <a:lnTo>
                  <a:pt x="24694" y="19713"/>
                </a:lnTo>
                <a:lnTo>
                  <a:pt x="24694" y="19713"/>
                </a:lnTo>
                <a:lnTo>
                  <a:pt x="24694" y="19713"/>
                </a:lnTo>
                <a:lnTo>
                  <a:pt x="24695" y="19713"/>
                </a:lnTo>
                <a:lnTo>
                  <a:pt x="24695" y="19713"/>
                </a:lnTo>
                <a:lnTo>
                  <a:pt x="24695" y="19713"/>
                </a:lnTo>
                <a:lnTo>
                  <a:pt x="24696" y="19713"/>
                </a:lnTo>
                <a:lnTo>
                  <a:pt x="24696" y="19713"/>
                </a:lnTo>
                <a:lnTo>
                  <a:pt x="24696" y="19713"/>
                </a:lnTo>
                <a:lnTo>
                  <a:pt x="24697" y="19713"/>
                </a:lnTo>
                <a:lnTo>
                  <a:pt x="24697" y="19713"/>
                </a:lnTo>
                <a:lnTo>
                  <a:pt x="24697" y="19713"/>
                </a:lnTo>
                <a:lnTo>
                  <a:pt x="24698" y="19713"/>
                </a:lnTo>
                <a:lnTo>
                  <a:pt x="24698" y="19713"/>
                </a:lnTo>
                <a:lnTo>
                  <a:pt x="24698" y="19713"/>
                </a:lnTo>
                <a:lnTo>
                  <a:pt x="24698" y="19713"/>
                </a:lnTo>
                <a:lnTo>
                  <a:pt x="24699" y="19713"/>
                </a:lnTo>
                <a:lnTo>
                  <a:pt x="24699" y="19713"/>
                </a:lnTo>
                <a:lnTo>
                  <a:pt x="24699" y="19713"/>
                </a:lnTo>
                <a:lnTo>
                  <a:pt x="24700" y="19713"/>
                </a:lnTo>
                <a:lnTo>
                  <a:pt x="24700" y="19713"/>
                </a:lnTo>
                <a:lnTo>
                  <a:pt x="24700" y="19713"/>
                </a:lnTo>
                <a:lnTo>
                  <a:pt x="24701" y="19713"/>
                </a:lnTo>
                <a:lnTo>
                  <a:pt x="24701" y="19713"/>
                </a:lnTo>
                <a:lnTo>
                  <a:pt x="24701" y="19713"/>
                </a:lnTo>
                <a:lnTo>
                  <a:pt x="24702" y="19713"/>
                </a:lnTo>
                <a:lnTo>
                  <a:pt x="24702" y="19713"/>
                </a:lnTo>
                <a:lnTo>
                  <a:pt x="24702" y="19713"/>
                </a:lnTo>
                <a:lnTo>
                  <a:pt x="24703" y="19713"/>
                </a:lnTo>
                <a:lnTo>
                  <a:pt x="24703" y="19713"/>
                </a:lnTo>
                <a:lnTo>
                  <a:pt x="24703" y="19713"/>
                </a:lnTo>
                <a:lnTo>
                  <a:pt x="24704" y="19713"/>
                </a:lnTo>
                <a:lnTo>
                  <a:pt x="24704" y="19713"/>
                </a:lnTo>
                <a:lnTo>
                  <a:pt x="24704" y="19713"/>
                </a:lnTo>
                <a:lnTo>
                  <a:pt x="24705" y="19713"/>
                </a:lnTo>
                <a:lnTo>
                  <a:pt x="24705" y="19713"/>
                </a:lnTo>
                <a:lnTo>
                  <a:pt x="24705" y="19713"/>
                </a:lnTo>
                <a:lnTo>
                  <a:pt x="24706" y="19713"/>
                </a:lnTo>
                <a:lnTo>
                  <a:pt x="24706" y="19713"/>
                </a:lnTo>
                <a:lnTo>
                  <a:pt x="24706" y="19713"/>
                </a:lnTo>
                <a:lnTo>
                  <a:pt x="24707" y="19713"/>
                </a:lnTo>
                <a:lnTo>
                  <a:pt x="24707" y="19713"/>
                </a:lnTo>
                <a:lnTo>
                  <a:pt x="24707" y="19713"/>
                </a:lnTo>
                <a:lnTo>
                  <a:pt x="24707" y="19713"/>
                </a:lnTo>
                <a:lnTo>
                  <a:pt x="24708" y="19713"/>
                </a:lnTo>
                <a:lnTo>
                  <a:pt x="24708" y="19713"/>
                </a:lnTo>
                <a:lnTo>
                  <a:pt x="24708" y="19713"/>
                </a:lnTo>
                <a:lnTo>
                  <a:pt x="24709" y="19713"/>
                </a:lnTo>
                <a:lnTo>
                  <a:pt x="24709" y="19713"/>
                </a:lnTo>
                <a:lnTo>
                  <a:pt x="24709" y="19713"/>
                </a:lnTo>
                <a:lnTo>
                  <a:pt x="24710" y="19713"/>
                </a:lnTo>
                <a:lnTo>
                  <a:pt x="24710" y="19713"/>
                </a:lnTo>
                <a:lnTo>
                  <a:pt x="24710" y="19713"/>
                </a:lnTo>
                <a:lnTo>
                  <a:pt x="24711" y="19713"/>
                </a:lnTo>
                <a:lnTo>
                  <a:pt x="24711" y="19713"/>
                </a:lnTo>
                <a:lnTo>
                  <a:pt x="24711" y="19713"/>
                </a:lnTo>
                <a:lnTo>
                  <a:pt x="24712" y="19713"/>
                </a:lnTo>
                <a:lnTo>
                  <a:pt x="24712" y="19713"/>
                </a:lnTo>
                <a:lnTo>
                  <a:pt x="24712" y="19713"/>
                </a:lnTo>
                <a:lnTo>
                  <a:pt x="24713" y="19713"/>
                </a:lnTo>
                <a:lnTo>
                  <a:pt x="24713" y="19713"/>
                </a:lnTo>
                <a:lnTo>
                  <a:pt x="24713" y="19713"/>
                </a:lnTo>
                <a:lnTo>
                  <a:pt x="24714" y="19713"/>
                </a:lnTo>
                <a:lnTo>
                  <a:pt x="24714" y="19713"/>
                </a:lnTo>
                <a:lnTo>
                  <a:pt x="24714" y="19713"/>
                </a:lnTo>
                <a:lnTo>
                  <a:pt x="24715" y="19713"/>
                </a:lnTo>
                <a:lnTo>
                  <a:pt x="24715" y="19713"/>
                </a:lnTo>
                <a:lnTo>
                  <a:pt x="24715" y="19713"/>
                </a:lnTo>
                <a:lnTo>
                  <a:pt x="24716" y="19713"/>
                </a:lnTo>
                <a:lnTo>
                  <a:pt x="24716" y="19713"/>
                </a:lnTo>
                <a:lnTo>
                  <a:pt x="24716" y="19713"/>
                </a:lnTo>
                <a:lnTo>
                  <a:pt x="24717" y="19713"/>
                </a:lnTo>
                <a:lnTo>
                  <a:pt x="24717" y="19713"/>
                </a:lnTo>
                <a:lnTo>
                  <a:pt x="24717" y="19713"/>
                </a:lnTo>
                <a:lnTo>
                  <a:pt x="24717" y="19713"/>
                </a:lnTo>
                <a:lnTo>
                  <a:pt x="24718" y="19713"/>
                </a:lnTo>
                <a:lnTo>
                  <a:pt x="24718" y="19713"/>
                </a:lnTo>
                <a:lnTo>
                  <a:pt x="24718" y="19713"/>
                </a:lnTo>
                <a:lnTo>
                  <a:pt x="24719" y="19713"/>
                </a:lnTo>
                <a:lnTo>
                  <a:pt x="24719" y="19713"/>
                </a:lnTo>
                <a:lnTo>
                  <a:pt x="24719" y="19713"/>
                </a:lnTo>
                <a:lnTo>
                  <a:pt x="24720" y="19713"/>
                </a:lnTo>
                <a:lnTo>
                  <a:pt x="24720" y="19713"/>
                </a:lnTo>
                <a:lnTo>
                  <a:pt x="24720" y="19713"/>
                </a:lnTo>
                <a:lnTo>
                  <a:pt x="24721" y="19713"/>
                </a:lnTo>
                <a:lnTo>
                  <a:pt x="24721" y="19713"/>
                </a:lnTo>
                <a:lnTo>
                  <a:pt x="24721" y="19713"/>
                </a:lnTo>
                <a:lnTo>
                  <a:pt x="24722" y="19713"/>
                </a:lnTo>
                <a:lnTo>
                  <a:pt x="24722" y="19713"/>
                </a:lnTo>
                <a:lnTo>
                  <a:pt x="24722" y="19713"/>
                </a:lnTo>
                <a:lnTo>
                  <a:pt x="24723" y="19713"/>
                </a:lnTo>
                <a:lnTo>
                  <a:pt x="24723" y="19713"/>
                </a:lnTo>
                <a:lnTo>
                  <a:pt x="24723" y="19713"/>
                </a:lnTo>
                <a:lnTo>
                  <a:pt x="24724" y="19713"/>
                </a:lnTo>
                <a:lnTo>
                  <a:pt x="24724" y="19713"/>
                </a:lnTo>
                <a:lnTo>
                  <a:pt x="24724" y="19713"/>
                </a:lnTo>
                <a:lnTo>
                  <a:pt x="24725" y="19713"/>
                </a:lnTo>
                <a:lnTo>
                  <a:pt x="24725" y="19713"/>
                </a:lnTo>
                <a:lnTo>
                  <a:pt x="24725" y="19713"/>
                </a:lnTo>
                <a:lnTo>
                  <a:pt x="24726" y="19713"/>
                </a:lnTo>
                <a:lnTo>
                  <a:pt x="24726" y="19713"/>
                </a:lnTo>
                <a:lnTo>
                  <a:pt x="24726" y="19713"/>
                </a:lnTo>
                <a:lnTo>
                  <a:pt x="24727" y="19713"/>
                </a:lnTo>
                <a:lnTo>
                  <a:pt x="24727" y="19713"/>
                </a:lnTo>
                <a:lnTo>
                  <a:pt x="24727" y="19713"/>
                </a:lnTo>
                <a:lnTo>
                  <a:pt x="24727" y="19713"/>
                </a:lnTo>
                <a:lnTo>
                  <a:pt x="24728" y="19713"/>
                </a:lnTo>
                <a:lnTo>
                  <a:pt x="24728" y="19713"/>
                </a:lnTo>
                <a:lnTo>
                  <a:pt x="24728" y="19713"/>
                </a:lnTo>
                <a:lnTo>
                  <a:pt x="24729" y="19713"/>
                </a:lnTo>
                <a:lnTo>
                  <a:pt x="24729" y="19713"/>
                </a:lnTo>
                <a:lnTo>
                  <a:pt x="24729" y="19713"/>
                </a:lnTo>
                <a:lnTo>
                  <a:pt x="24730" y="19713"/>
                </a:lnTo>
                <a:lnTo>
                  <a:pt x="24730" y="19713"/>
                </a:lnTo>
                <a:lnTo>
                  <a:pt x="24730" y="19713"/>
                </a:lnTo>
                <a:lnTo>
                  <a:pt x="24731" y="19713"/>
                </a:lnTo>
                <a:lnTo>
                  <a:pt x="24731" y="19713"/>
                </a:lnTo>
                <a:lnTo>
                  <a:pt x="24731" y="19713"/>
                </a:lnTo>
                <a:lnTo>
                  <a:pt x="24732" y="19713"/>
                </a:lnTo>
                <a:lnTo>
                  <a:pt x="24732" y="19713"/>
                </a:lnTo>
                <a:lnTo>
                  <a:pt x="24732" y="19713"/>
                </a:lnTo>
                <a:lnTo>
                  <a:pt x="24733" y="19713"/>
                </a:lnTo>
                <a:lnTo>
                  <a:pt x="24733" y="19713"/>
                </a:lnTo>
                <a:lnTo>
                  <a:pt x="24733" y="19713"/>
                </a:lnTo>
                <a:lnTo>
                  <a:pt x="24734" y="19713"/>
                </a:lnTo>
                <a:lnTo>
                  <a:pt x="24734" y="19713"/>
                </a:lnTo>
                <a:lnTo>
                  <a:pt x="24734" y="19713"/>
                </a:lnTo>
                <a:lnTo>
                  <a:pt x="24735" y="19713"/>
                </a:lnTo>
                <a:lnTo>
                  <a:pt x="24735" y="19713"/>
                </a:lnTo>
                <a:lnTo>
                  <a:pt x="24735" y="19713"/>
                </a:lnTo>
                <a:lnTo>
                  <a:pt x="24736" y="19713"/>
                </a:lnTo>
                <a:lnTo>
                  <a:pt x="24736" y="19713"/>
                </a:lnTo>
                <a:lnTo>
                  <a:pt x="24736" y="19713"/>
                </a:lnTo>
                <a:lnTo>
                  <a:pt x="24737" y="19713"/>
                </a:lnTo>
                <a:lnTo>
                  <a:pt x="24737" y="19713"/>
                </a:lnTo>
                <a:lnTo>
                  <a:pt x="24737" y="19713"/>
                </a:lnTo>
                <a:lnTo>
                  <a:pt x="24738" y="19713"/>
                </a:lnTo>
                <a:lnTo>
                  <a:pt x="24738" y="19713"/>
                </a:lnTo>
                <a:lnTo>
                  <a:pt x="24738" y="19713"/>
                </a:lnTo>
                <a:lnTo>
                  <a:pt x="24738" y="19713"/>
                </a:lnTo>
                <a:lnTo>
                  <a:pt x="24739" y="19713"/>
                </a:lnTo>
                <a:lnTo>
                  <a:pt x="24739" y="19713"/>
                </a:lnTo>
                <a:lnTo>
                  <a:pt x="24739" y="19713"/>
                </a:lnTo>
                <a:lnTo>
                  <a:pt x="24740" y="19713"/>
                </a:lnTo>
                <a:lnTo>
                  <a:pt x="24740" y="19713"/>
                </a:lnTo>
                <a:lnTo>
                  <a:pt x="24740" y="19713"/>
                </a:lnTo>
                <a:lnTo>
                  <a:pt x="24741" y="19713"/>
                </a:lnTo>
                <a:lnTo>
                  <a:pt x="24741" y="19713"/>
                </a:lnTo>
                <a:lnTo>
                  <a:pt x="24741" y="19713"/>
                </a:lnTo>
                <a:lnTo>
                  <a:pt x="24742" y="19713"/>
                </a:lnTo>
                <a:lnTo>
                  <a:pt x="24742" y="19713"/>
                </a:lnTo>
                <a:lnTo>
                  <a:pt x="24742" y="19713"/>
                </a:lnTo>
                <a:lnTo>
                  <a:pt x="24743" y="19713"/>
                </a:lnTo>
                <a:lnTo>
                  <a:pt x="24743" y="19713"/>
                </a:lnTo>
                <a:lnTo>
                  <a:pt x="24743" y="19713"/>
                </a:lnTo>
                <a:lnTo>
                  <a:pt x="24744" y="19713"/>
                </a:lnTo>
                <a:lnTo>
                  <a:pt x="24744" y="19713"/>
                </a:lnTo>
                <a:lnTo>
                  <a:pt x="24744" y="19713"/>
                </a:lnTo>
                <a:lnTo>
                  <a:pt x="24745" y="19713"/>
                </a:lnTo>
                <a:lnTo>
                  <a:pt x="24745" y="19713"/>
                </a:lnTo>
                <a:lnTo>
                  <a:pt x="24745" y="19713"/>
                </a:lnTo>
                <a:lnTo>
                  <a:pt x="24746" y="19713"/>
                </a:lnTo>
                <a:lnTo>
                  <a:pt x="24746" y="19713"/>
                </a:lnTo>
                <a:lnTo>
                  <a:pt x="24746" y="19713"/>
                </a:lnTo>
                <a:lnTo>
                  <a:pt x="24747" y="19713"/>
                </a:lnTo>
                <a:lnTo>
                  <a:pt x="24747" y="19713"/>
                </a:lnTo>
                <a:lnTo>
                  <a:pt x="24747" y="19713"/>
                </a:lnTo>
                <a:lnTo>
                  <a:pt x="24748" y="19713"/>
                </a:lnTo>
                <a:lnTo>
                  <a:pt x="24748" y="19713"/>
                </a:lnTo>
                <a:lnTo>
                  <a:pt x="24748" y="19713"/>
                </a:lnTo>
                <a:lnTo>
                  <a:pt x="24749" y="19713"/>
                </a:lnTo>
                <a:lnTo>
                  <a:pt x="24749" y="19713"/>
                </a:lnTo>
                <a:lnTo>
                  <a:pt x="24749" y="19713"/>
                </a:lnTo>
                <a:lnTo>
                  <a:pt x="24750" y="19713"/>
                </a:lnTo>
                <a:lnTo>
                  <a:pt x="24750" y="19713"/>
                </a:lnTo>
                <a:lnTo>
                  <a:pt x="24750" y="19713"/>
                </a:lnTo>
                <a:lnTo>
                  <a:pt x="24750" y="19713"/>
                </a:lnTo>
                <a:lnTo>
                  <a:pt x="24751" y="19713"/>
                </a:lnTo>
                <a:lnTo>
                  <a:pt x="24751" y="19713"/>
                </a:lnTo>
                <a:lnTo>
                  <a:pt x="24751" y="19713"/>
                </a:lnTo>
                <a:lnTo>
                  <a:pt x="24752" y="19713"/>
                </a:lnTo>
                <a:lnTo>
                  <a:pt x="24752" y="19713"/>
                </a:lnTo>
                <a:lnTo>
                  <a:pt x="24752" y="19713"/>
                </a:lnTo>
                <a:lnTo>
                  <a:pt x="24753" y="19713"/>
                </a:lnTo>
                <a:lnTo>
                  <a:pt x="24753" y="19713"/>
                </a:lnTo>
                <a:lnTo>
                  <a:pt x="24753" y="19713"/>
                </a:lnTo>
                <a:lnTo>
                  <a:pt x="24754" y="19713"/>
                </a:lnTo>
                <a:lnTo>
                  <a:pt x="24754" y="19713"/>
                </a:lnTo>
                <a:lnTo>
                  <a:pt x="24754" y="19713"/>
                </a:lnTo>
                <a:lnTo>
                  <a:pt x="24755" y="19713"/>
                </a:lnTo>
                <a:lnTo>
                  <a:pt x="24755" y="19713"/>
                </a:lnTo>
                <a:lnTo>
                  <a:pt x="24755" y="19713"/>
                </a:lnTo>
                <a:lnTo>
                  <a:pt x="24756" y="19713"/>
                </a:lnTo>
                <a:lnTo>
                  <a:pt x="24756" y="19713"/>
                </a:lnTo>
                <a:lnTo>
                  <a:pt x="24756" y="19713"/>
                </a:lnTo>
                <a:lnTo>
                  <a:pt x="24757" y="19713"/>
                </a:lnTo>
                <a:lnTo>
                  <a:pt x="24757" y="19713"/>
                </a:lnTo>
                <a:lnTo>
                  <a:pt x="24757" y="19713"/>
                </a:lnTo>
                <a:lnTo>
                  <a:pt x="24758" y="19713"/>
                </a:lnTo>
                <a:lnTo>
                  <a:pt x="24758" y="19713"/>
                </a:lnTo>
                <a:lnTo>
                  <a:pt x="24758" y="19713"/>
                </a:lnTo>
                <a:lnTo>
                  <a:pt x="24759" y="19713"/>
                </a:lnTo>
                <a:lnTo>
                  <a:pt x="24759" y="19713"/>
                </a:lnTo>
                <a:lnTo>
                  <a:pt x="24759" y="19713"/>
                </a:lnTo>
                <a:lnTo>
                  <a:pt x="24760" y="19713"/>
                </a:lnTo>
                <a:lnTo>
                  <a:pt x="24760" y="19713"/>
                </a:lnTo>
                <a:lnTo>
                  <a:pt x="24760" y="19713"/>
                </a:lnTo>
                <a:lnTo>
                  <a:pt x="24761" y="19713"/>
                </a:lnTo>
                <a:lnTo>
                  <a:pt x="24761" y="19713"/>
                </a:lnTo>
                <a:lnTo>
                  <a:pt x="24761" y="19713"/>
                </a:lnTo>
                <a:lnTo>
                  <a:pt x="24762" y="19713"/>
                </a:lnTo>
                <a:lnTo>
                  <a:pt x="24762" y="19713"/>
                </a:lnTo>
                <a:lnTo>
                  <a:pt x="24762" y="19713"/>
                </a:lnTo>
                <a:lnTo>
                  <a:pt x="24763" y="19713"/>
                </a:lnTo>
                <a:lnTo>
                  <a:pt x="24763" y="19713"/>
                </a:lnTo>
                <a:lnTo>
                  <a:pt x="24763" y="19713"/>
                </a:lnTo>
                <a:lnTo>
                  <a:pt x="24764" y="19713"/>
                </a:lnTo>
                <a:lnTo>
                  <a:pt x="24764" y="19713"/>
                </a:lnTo>
                <a:lnTo>
                  <a:pt x="24764" y="19713"/>
                </a:lnTo>
                <a:lnTo>
                  <a:pt x="24764" y="19713"/>
                </a:lnTo>
                <a:lnTo>
                  <a:pt x="24765" y="19713"/>
                </a:lnTo>
                <a:lnTo>
                  <a:pt x="24765" y="19713"/>
                </a:lnTo>
                <a:lnTo>
                  <a:pt x="24765" y="19713"/>
                </a:lnTo>
                <a:lnTo>
                  <a:pt x="24766" y="19713"/>
                </a:lnTo>
                <a:lnTo>
                  <a:pt x="24766" y="19713"/>
                </a:lnTo>
                <a:lnTo>
                  <a:pt x="24766" y="19713"/>
                </a:lnTo>
                <a:lnTo>
                  <a:pt x="24767" y="19713"/>
                </a:lnTo>
                <a:lnTo>
                  <a:pt x="24767" y="19713"/>
                </a:lnTo>
                <a:lnTo>
                  <a:pt x="24767" y="19713"/>
                </a:lnTo>
                <a:lnTo>
                  <a:pt x="24768" y="19713"/>
                </a:lnTo>
                <a:lnTo>
                  <a:pt x="24768" y="19713"/>
                </a:lnTo>
                <a:lnTo>
                  <a:pt x="24768" y="19713"/>
                </a:lnTo>
                <a:lnTo>
                  <a:pt x="24769" y="19713"/>
                </a:lnTo>
                <a:lnTo>
                  <a:pt x="24769" y="19713"/>
                </a:lnTo>
                <a:lnTo>
                  <a:pt x="24769" y="19713"/>
                </a:lnTo>
                <a:lnTo>
                  <a:pt x="24770" y="19713"/>
                </a:lnTo>
                <a:lnTo>
                  <a:pt x="24770" y="19713"/>
                </a:lnTo>
                <a:lnTo>
                  <a:pt x="24770" y="19713"/>
                </a:lnTo>
                <a:lnTo>
                  <a:pt x="24771" y="19713"/>
                </a:lnTo>
                <a:lnTo>
                  <a:pt x="24771" y="19713"/>
                </a:lnTo>
                <a:lnTo>
                  <a:pt x="24771" y="19713"/>
                </a:lnTo>
                <a:lnTo>
                  <a:pt x="24772" y="19713"/>
                </a:lnTo>
                <a:lnTo>
                  <a:pt x="24772" y="19713"/>
                </a:lnTo>
                <a:lnTo>
                  <a:pt x="24772" y="19713"/>
                </a:lnTo>
                <a:lnTo>
                  <a:pt x="24773" y="19713"/>
                </a:lnTo>
                <a:lnTo>
                  <a:pt x="24773" y="19713"/>
                </a:lnTo>
                <a:lnTo>
                  <a:pt x="24773" y="19713"/>
                </a:lnTo>
                <a:lnTo>
                  <a:pt x="24774" y="19713"/>
                </a:lnTo>
                <a:lnTo>
                  <a:pt x="24774" y="19713"/>
                </a:lnTo>
                <a:lnTo>
                  <a:pt x="24774" y="19713"/>
                </a:lnTo>
                <a:lnTo>
                  <a:pt x="24775" y="19713"/>
                </a:lnTo>
                <a:lnTo>
                  <a:pt x="24775" y="19713"/>
                </a:lnTo>
                <a:lnTo>
                  <a:pt x="24775" y="19713"/>
                </a:lnTo>
                <a:lnTo>
                  <a:pt x="24776" y="19713"/>
                </a:lnTo>
                <a:lnTo>
                  <a:pt x="24776" y="19713"/>
                </a:lnTo>
                <a:lnTo>
                  <a:pt x="24776" y="19713"/>
                </a:lnTo>
                <a:lnTo>
                  <a:pt x="24777" y="19713"/>
                </a:lnTo>
                <a:lnTo>
                  <a:pt x="24777" y="19713"/>
                </a:lnTo>
                <a:lnTo>
                  <a:pt x="24777" y="19713"/>
                </a:lnTo>
                <a:lnTo>
                  <a:pt x="24778" y="19713"/>
                </a:lnTo>
                <a:lnTo>
                  <a:pt x="24778" y="19713"/>
                </a:lnTo>
                <a:lnTo>
                  <a:pt x="24778" y="19713"/>
                </a:lnTo>
                <a:lnTo>
                  <a:pt x="24779" y="19713"/>
                </a:lnTo>
                <a:lnTo>
                  <a:pt x="24779" y="19713"/>
                </a:lnTo>
                <a:lnTo>
                  <a:pt x="24779" y="19713"/>
                </a:lnTo>
                <a:lnTo>
                  <a:pt x="24779" y="19713"/>
                </a:lnTo>
                <a:lnTo>
                  <a:pt x="24780" y="19713"/>
                </a:lnTo>
                <a:lnTo>
                  <a:pt x="24780" y="19713"/>
                </a:lnTo>
                <a:lnTo>
                  <a:pt x="24780" y="19713"/>
                </a:lnTo>
                <a:lnTo>
                  <a:pt x="24781" y="19713"/>
                </a:lnTo>
                <a:lnTo>
                  <a:pt x="24781" y="19713"/>
                </a:lnTo>
                <a:lnTo>
                  <a:pt x="24781" y="19713"/>
                </a:lnTo>
                <a:lnTo>
                  <a:pt x="24782" y="19713"/>
                </a:lnTo>
                <a:lnTo>
                  <a:pt x="24782" y="19713"/>
                </a:lnTo>
                <a:lnTo>
                  <a:pt x="24782" y="19713"/>
                </a:lnTo>
                <a:lnTo>
                  <a:pt x="24783" y="19713"/>
                </a:lnTo>
                <a:lnTo>
                  <a:pt x="24783" y="19713"/>
                </a:lnTo>
                <a:lnTo>
                  <a:pt x="24783" y="19713"/>
                </a:lnTo>
                <a:lnTo>
                  <a:pt x="24784" y="19713"/>
                </a:lnTo>
                <a:lnTo>
                  <a:pt x="24784" y="19713"/>
                </a:lnTo>
                <a:lnTo>
                  <a:pt x="24784" y="19713"/>
                </a:lnTo>
                <a:lnTo>
                  <a:pt x="24785" y="19713"/>
                </a:lnTo>
                <a:lnTo>
                  <a:pt x="24785" y="19713"/>
                </a:lnTo>
                <a:lnTo>
                  <a:pt x="24785" y="19713"/>
                </a:lnTo>
                <a:lnTo>
                  <a:pt x="24786" y="19713"/>
                </a:lnTo>
                <a:lnTo>
                  <a:pt x="24786" y="19713"/>
                </a:lnTo>
                <a:lnTo>
                  <a:pt x="24786" y="19713"/>
                </a:lnTo>
                <a:lnTo>
                  <a:pt x="24787" y="19713"/>
                </a:lnTo>
                <a:lnTo>
                  <a:pt x="24787" y="19713"/>
                </a:lnTo>
                <a:lnTo>
                  <a:pt x="24787" y="19713"/>
                </a:lnTo>
                <a:lnTo>
                  <a:pt x="24788" y="19713"/>
                </a:lnTo>
                <a:lnTo>
                  <a:pt x="24788" y="19713"/>
                </a:lnTo>
                <a:lnTo>
                  <a:pt x="24788" y="19713"/>
                </a:lnTo>
                <a:lnTo>
                  <a:pt x="24789" y="19713"/>
                </a:lnTo>
                <a:lnTo>
                  <a:pt x="24789" y="19713"/>
                </a:lnTo>
                <a:lnTo>
                  <a:pt x="24789" y="19713"/>
                </a:lnTo>
                <a:lnTo>
                  <a:pt x="24790" y="19713"/>
                </a:lnTo>
                <a:lnTo>
                  <a:pt x="24790" y="19713"/>
                </a:lnTo>
                <a:lnTo>
                  <a:pt x="24790" y="19713"/>
                </a:lnTo>
                <a:lnTo>
                  <a:pt x="24791" y="19713"/>
                </a:lnTo>
                <a:lnTo>
                  <a:pt x="24791" y="19713"/>
                </a:lnTo>
                <a:lnTo>
                  <a:pt x="24791" y="19713"/>
                </a:lnTo>
                <a:lnTo>
                  <a:pt x="24792" y="19713"/>
                </a:lnTo>
                <a:lnTo>
                  <a:pt x="24792" y="19713"/>
                </a:lnTo>
                <a:lnTo>
                  <a:pt x="24792" y="19713"/>
                </a:lnTo>
                <a:lnTo>
                  <a:pt x="24793" y="19713"/>
                </a:lnTo>
                <a:lnTo>
                  <a:pt x="24793" y="19713"/>
                </a:lnTo>
                <a:lnTo>
                  <a:pt x="24793" y="19713"/>
                </a:lnTo>
                <a:lnTo>
                  <a:pt x="24794" y="19713"/>
                </a:lnTo>
                <a:lnTo>
                  <a:pt x="24794" y="19713"/>
                </a:lnTo>
                <a:lnTo>
                  <a:pt x="24794" y="19713"/>
                </a:lnTo>
                <a:lnTo>
                  <a:pt x="24795" y="19713"/>
                </a:lnTo>
                <a:lnTo>
                  <a:pt x="24795" y="19713"/>
                </a:lnTo>
                <a:lnTo>
                  <a:pt x="24795" y="19713"/>
                </a:lnTo>
                <a:lnTo>
                  <a:pt x="24796" y="19713"/>
                </a:lnTo>
                <a:lnTo>
                  <a:pt x="24796" y="19713"/>
                </a:lnTo>
                <a:lnTo>
                  <a:pt x="24796" y="19713"/>
                </a:lnTo>
                <a:lnTo>
                  <a:pt x="24796" y="19713"/>
                </a:lnTo>
                <a:lnTo>
                  <a:pt x="24797" y="19713"/>
                </a:lnTo>
                <a:lnTo>
                  <a:pt x="24797" y="19713"/>
                </a:lnTo>
                <a:lnTo>
                  <a:pt x="24797" y="19713"/>
                </a:lnTo>
                <a:lnTo>
                  <a:pt x="24798" y="19713"/>
                </a:lnTo>
                <a:lnTo>
                  <a:pt x="24798" y="19713"/>
                </a:lnTo>
                <a:lnTo>
                  <a:pt x="24798" y="19713"/>
                </a:lnTo>
                <a:lnTo>
                  <a:pt x="24799" y="19713"/>
                </a:lnTo>
                <a:lnTo>
                  <a:pt x="24799" y="19713"/>
                </a:lnTo>
                <a:lnTo>
                  <a:pt x="24799" y="19713"/>
                </a:lnTo>
                <a:lnTo>
                  <a:pt x="24800" y="19713"/>
                </a:lnTo>
                <a:lnTo>
                  <a:pt x="24800" y="19713"/>
                </a:lnTo>
                <a:lnTo>
                  <a:pt x="24800" y="19713"/>
                </a:lnTo>
                <a:lnTo>
                  <a:pt x="24801" y="19713"/>
                </a:lnTo>
                <a:lnTo>
                  <a:pt x="24801" y="19713"/>
                </a:lnTo>
                <a:lnTo>
                  <a:pt x="24801" y="19713"/>
                </a:lnTo>
                <a:lnTo>
                  <a:pt x="24802" y="19713"/>
                </a:lnTo>
                <a:lnTo>
                  <a:pt x="24802" y="19713"/>
                </a:lnTo>
                <a:lnTo>
                  <a:pt x="24802" y="19713"/>
                </a:lnTo>
                <a:lnTo>
                  <a:pt x="24803" y="19713"/>
                </a:lnTo>
                <a:lnTo>
                  <a:pt x="24803" y="19713"/>
                </a:lnTo>
                <a:lnTo>
                  <a:pt x="24803" y="19713"/>
                </a:lnTo>
                <a:lnTo>
                  <a:pt x="24804" y="19713"/>
                </a:lnTo>
                <a:lnTo>
                  <a:pt x="24804" y="19713"/>
                </a:lnTo>
                <a:lnTo>
                  <a:pt x="24804" y="19713"/>
                </a:lnTo>
                <a:lnTo>
                  <a:pt x="24805" y="19713"/>
                </a:lnTo>
                <a:lnTo>
                  <a:pt x="24805" y="19713"/>
                </a:lnTo>
                <a:lnTo>
                  <a:pt x="24805" y="19713"/>
                </a:lnTo>
                <a:lnTo>
                  <a:pt x="24806" y="19713"/>
                </a:lnTo>
                <a:lnTo>
                  <a:pt x="24806" y="19713"/>
                </a:lnTo>
                <a:lnTo>
                  <a:pt x="24806" y="19713"/>
                </a:lnTo>
                <a:lnTo>
                  <a:pt x="24807" y="19713"/>
                </a:lnTo>
                <a:lnTo>
                  <a:pt x="24807" y="19713"/>
                </a:lnTo>
                <a:lnTo>
                  <a:pt x="24807" y="19713"/>
                </a:lnTo>
                <a:lnTo>
                  <a:pt x="24808" y="19713"/>
                </a:lnTo>
                <a:lnTo>
                  <a:pt x="24808" y="19713"/>
                </a:lnTo>
                <a:lnTo>
                  <a:pt x="24808" y="19713"/>
                </a:lnTo>
                <a:lnTo>
                  <a:pt x="24809" y="19713"/>
                </a:lnTo>
                <a:lnTo>
                  <a:pt x="24809" y="19713"/>
                </a:lnTo>
                <a:lnTo>
                  <a:pt x="24809" y="19713"/>
                </a:lnTo>
                <a:lnTo>
                  <a:pt x="24810" y="19713"/>
                </a:lnTo>
                <a:lnTo>
                  <a:pt x="24810" y="19713"/>
                </a:lnTo>
                <a:lnTo>
                  <a:pt x="24810" y="19713"/>
                </a:lnTo>
                <a:lnTo>
                  <a:pt x="24811" y="19713"/>
                </a:lnTo>
                <a:lnTo>
                  <a:pt x="24811" y="19713"/>
                </a:lnTo>
                <a:lnTo>
                  <a:pt x="24811" y="19713"/>
                </a:lnTo>
                <a:lnTo>
                  <a:pt x="24812" y="19713"/>
                </a:lnTo>
                <a:lnTo>
                  <a:pt x="24812" y="19713"/>
                </a:lnTo>
                <a:lnTo>
                  <a:pt x="24812" y="19713"/>
                </a:lnTo>
                <a:lnTo>
                  <a:pt x="24813" y="19713"/>
                </a:lnTo>
                <a:lnTo>
                  <a:pt x="24813" y="19713"/>
                </a:lnTo>
                <a:lnTo>
                  <a:pt x="24813" y="19713"/>
                </a:lnTo>
                <a:lnTo>
                  <a:pt x="24814" y="19713"/>
                </a:lnTo>
                <a:lnTo>
                  <a:pt x="24814" y="19713"/>
                </a:lnTo>
                <a:lnTo>
                  <a:pt x="24814" y="19713"/>
                </a:lnTo>
                <a:lnTo>
                  <a:pt x="24815" y="19713"/>
                </a:lnTo>
                <a:lnTo>
                  <a:pt x="24815" y="19713"/>
                </a:lnTo>
                <a:lnTo>
                  <a:pt x="24815" y="19713"/>
                </a:lnTo>
                <a:lnTo>
                  <a:pt x="24816" y="19713"/>
                </a:lnTo>
                <a:lnTo>
                  <a:pt x="24816" y="19713"/>
                </a:lnTo>
                <a:lnTo>
                  <a:pt x="24816" y="19713"/>
                </a:lnTo>
                <a:lnTo>
                  <a:pt x="24817" y="19713"/>
                </a:lnTo>
                <a:lnTo>
                  <a:pt x="24817" y="19713"/>
                </a:lnTo>
                <a:lnTo>
                  <a:pt x="24817" y="19713"/>
                </a:lnTo>
                <a:lnTo>
                  <a:pt x="24818" y="19713"/>
                </a:lnTo>
                <a:lnTo>
                  <a:pt x="24818" y="19713"/>
                </a:lnTo>
                <a:lnTo>
                  <a:pt x="24818" y="19713"/>
                </a:lnTo>
                <a:lnTo>
                  <a:pt x="24819" y="19713"/>
                </a:lnTo>
                <a:lnTo>
                  <a:pt x="24819" y="19713"/>
                </a:lnTo>
                <a:lnTo>
                  <a:pt x="24819" y="19713"/>
                </a:lnTo>
                <a:lnTo>
                  <a:pt x="24819" y="19713"/>
                </a:lnTo>
                <a:lnTo>
                  <a:pt x="24820" y="19713"/>
                </a:lnTo>
                <a:lnTo>
                  <a:pt x="24820" y="19713"/>
                </a:lnTo>
                <a:lnTo>
                  <a:pt x="24820" y="19713"/>
                </a:lnTo>
                <a:lnTo>
                  <a:pt x="24821" y="19713"/>
                </a:lnTo>
                <a:lnTo>
                  <a:pt x="24821" y="19713"/>
                </a:lnTo>
                <a:lnTo>
                  <a:pt x="24821" y="19713"/>
                </a:lnTo>
                <a:lnTo>
                  <a:pt x="24822" y="19713"/>
                </a:lnTo>
                <a:lnTo>
                  <a:pt x="24822" y="19713"/>
                </a:lnTo>
                <a:lnTo>
                  <a:pt x="24822" y="19713"/>
                </a:lnTo>
                <a:lnTo>
                  <a:pt x="24823" y="19713"/>
                </a:lnTo>
                <a:lnTo>
                  <a:pt x="24823" y="19713"/>
                </a:lnTo>
                <a:lnTo>
                  <a:pt x="24823" y="19713"/>
                </a:lnTo>
                <a:lnTo>
                  <a:pt x="24824" y="19713"/>
                </a:lnTo>
                <a:lnTo>
                  <a:pt x="24824" y="19713"/>
                </a:lnTo>
                <a:lnTo>
                  <a:pt x="24824" y="19713"/>
                </a:lnTo>
                <a:lnTo>
                  <a:pt x="24825" y="19713"/>
                </a:lnTo>
                <a:lnTo>
                  <a:pt x="24825" y="19713"/>
                </a:lnTo>
                <a:lnTo>
                  <a:pt x="24825" y="19713"/>
                </a:lnTo>
                <a:lnTo>
                  <a:pt x="24826" y="19713"/>
                </a:lnTo>
                <a:lnTo>
                  <a:pt x="24826" y="19713"/>
                </a:lnTo>
                <a:lnTo>
                  <a:pt x="24826" y="19713"/>
                </a:lnTo>
                <a:lnTo>
                  <a:pt x="24827" y="19713"/>
                </a:lnTo>
                <a:lnTo>
                  <a:pt x="24827" y="19713"/>
                </a:lnTo>
                <a:lnTo>
                  <a:pt x="24827" y="19713"/>
                </a:lnTo>
                <a:lnTo>
                  <a:pt x="24828" y="19713"/>
                </a:lnTo>
                <a:lnTo>
                  <a:pt x="24828" y="19713"/>
                </a:lnTo>
                <a:lnTo>
                  <a:pt x="24828" y="19713"/>
                </a:lnTo>
                <a:lnTo>
                  <a:pt x="24829" y="19713"/>
                </a:lnTo>
                <a:lnTo>
                  <a:pt x="24829" y="19713"/>
                </a:lnTo>
                <a:lnTo>
                  <a:pt x="24829" y="19713"/>
                </a:lnTo>
                <a:lnTo>
                  <a:pt x="24830" y="19713"/>
                </a:lnTo>
                <a:lnTo>
                  <a:pt x="24830" y="19713"/>
                </a:lnTo>
                <a:lnTo>
                  <a:pt x="24830" y="19713"/>
                </a:lnTo>
                <a:lnTo>
                  <a:pt x="24831" y="19713"/>
                </a:lnTo>
                <a:lnTo>
                  <a:pt x="24831" y="19713"/>
                </a:lnTo>
                <a:lnTo>
                  <a:pt x="24831" y="19713"/>
                </a:lnTo>
                <a:lnTo>
                  <a:pt x="24832" y="19713"/>
                </a:lnTo>
                <a:lnTo>
                  <a:pt x="24832" y="19713"/>
                </a:lnTo>
                <a:lnTo>
                  <a:pt x="24832" y="19713"/>
                </a:lnTo>
                <a:lnTo>
                  <a:pt x="24833" y="19713"/>
                </a:lnTo>
                <a:lnTo>
                  <a:pt x="24833" y="19713"/>
                </a:lnTo>
                <a:lnTo>
                  <a:pt x="24833" y="19713"/>
                </a:lnTo>
                <a:lnTo>
                  <a:pt x="24834" y="19713"/>
                </a:lnTo>
                <a:lnTo>
                  <a:pt x="24834" y="19713"/>
                </a:lnTo>
                <a:lnTo>
                  <a:pt x="24834" y="19713"/>
                </a:lnTo>
                <a:lnTo>
                  <a:pt x="24835" y="19713"/>
                </a:lnTo>
                <a:lnTo>
                  <a:pt x="24835" y="19713"/>
                </a:lnTo>
                <a:lnTo>
                  <a:pt x="24835" y="19713"/>
                </a:lnTo>
                <a:lnTo>
                  <a:pt x="24836" y="19713"/>
                </a:lnTo>
                <a:lnTo>
                  <a:pt x="24836" y="19713"/>
                </a:lnTo>
                <a:lnTo>
                  <a:pt x="24836" y="19713"/>
                </a:lnTo>
                <a:lnTo>
                  <a:pt x="24837" y="19713"/>
                </a:lnTo>
                <a:lnTo>
                  <a:pt x="24837" y="19713"/>
                </a:lnTo>
                <a:lnTo>
                  <a:pt x="24837" y="19713"/>
                </a:lnTo>
                <a:lnTo>
                  <a:pt x="24838" y="19713"/>
                </a:lnTo>
                <a:lnTo>
                  <a:pt x="24838" y="19713"/>
                </a:lnTo>
                <a:lnTo>
                  <a:pt x="24838" y="19713"/>
                </a:lnTo>
                <a:lnTo>
                  <a:pt x="24839" y="19713"/>
                </a:lnTo>
                <a:lnTo>
                  <a:pt x="24839" y="19713"/>
                </a:lnTo>
                <a:lnTo>
                  <a:pt x="24839" y="19713"/>
                </a:lnTo>
                <a:lnTo>
                  <a:pt x="24840" y="19713"/>
                </a:lnTo>
                <a:lnTo>
                  <a:pt x="24840" y="19713"/>
                </a:lnTo>
                <a:lnTo>
                  <a:pt x="24840" y="19713"/>
                </a:lnTo>
                <a:lnTo>
                  <a:pt x="24841" y="19713"/>
                </a:lnTo>
                <a:lnTo>
                  <a:pt x="24841" y="19713"/>
                </a:lnTo>
                <a:lnTo>
                  <a:pt x="24841" y="19713"/>
                </a:lnTo>
                <a:lnTo>
                  <a:pt x="24842" y="19713"/>
                </a:lnTo>
                <a:lnTo>
                  <a:pt x="24842" y="19713"/>
                </a:lnTo>
                <a:lnTo>
                  <a:pt x="24842" y="19713"/>
                </a:lnTo>
                <a:lnTo>
                  <a:pt x="24843" y="19713"/>
                </a:lnTo>
                <a:lnTo>
                  <a:pt x="24843" y="19713"/>
                </a:lnTo>
                <a:lnTo>
                  <a:pt x="24843" y="19713"/>
                </a:lnTo>
                <a:lnTo>
                  <a:pt x="24844" y="19713"/>
                </a:lnTo>
                <a:lnTo>
                  <a:pt x="24844" y="19713"/>
                </a:lnTo>
                <a:lnTo>
                  <a:pt x="24844" y="19713"/>
                </a:lnTo>
                <a:lnTo>
                  <a:pt x="24845" y="19713"/>
                </a:lnTo>
                <a:lnTo>
                  <a:pt x="24845" y="19713"/>
                </a:lnTo>
                <a:lnTo>
                  <a:pt x="24845" y="19713"/>
                </a:lnTo>
                <a:lnTo>
                  <a:pt x="24846" y="19713"/>
                </a:lnTo>
                <a:lnTo>
                  <a:pt x="24846" y="19713"/>
                </a:lnTo>
                <a:lnTo>
                  <a:pt x="24846" y="19713"/>
                </a:lnTo>
                <a:lnTo>
                  <a:pt x="24847" y="19713"/>
                </a:lnTo>
                <a:lnTo>
                  <a:pt x="24847" y="19713"/>
                </a:lnTo>
                <a:lnTo>
                  <a:pt x="24847" y="19713"/>
                </a:lnTo>
                <a:lnTo>
                  <a:pt x="24848" y="19713"/>
                </a:lnTo>
                <a:lnTo>
                  <a:pt x="24848" y="19713"/>
                </a:lnTo>
                <a:lnTo>
                  <a:pt x="24848" y="19713"/>
                </a:lnTo>
                <a:lnTo>
                  <a:pt x="24849" y="19713"/>
                </a:lnTo>
                <a:lnTo>
                  <a:pt x="24849" y="19713"/>
                </a:lnTo>
                <a:lnTo>
                  <a:pt x="24849" y="19713"/>
                </a:lnTo>
                <a:lnTo>
                  <a:pt x="24850" y="19713"/>
                </a:lnTo>
                <a:lnTo>
                  <a:pt x="24850" y="19713"/>
                </a:lnTo>
                <a:lnTo>
                  <a:pt x="24850" y="19713"/>
                </a:lnTo>
                <a:lnTo>
                  <a:pt x="24851" y="19713"/>
                </a:lnTo>
                <a:lnTo>
                  <a:pt x="24851" y="19713"/>
                </a:lnTo>
                <a:lnTo>
                  <a:pt x="24851" y="19713"/>
                </a:lnTo>
                <a:lnTo>
                  <a:pt x="24852" y="19713"/>
                </a:lnTo>
                <a:lnTo>
                  <a:pt x="24852" y="19713"/>
                </a:lnTo>
                <a:lnTo>
                  <a:pt x="24852" y="19713"/>
                </a:lnTo>
                <a:lnTo>
                  <a:pt x="24853" y="19713"/>
                </a:lnTo>
                <a:lnTo>
                  <a:pt x="24853" y="19713"/>
                </a:lnTo>
                <a:lnTo>
                  <a:pt x="24853" y="19713"/>
                </a:lnTo>
                <a:lnTo>
                  <a:pt x="24854" y="19713"/>
                </a:lnTo>
                <a:lnTo>
                  <a:pt x="24854" y="19713"/>
                </a:lnTo>
                <a:lnTo>
                  <a:pt x="24854" y="19713"/>
                </a:lnTo>
                <a:lnTo>
                  <a:pt x="24855" y="19713"/>
                </a:lnTo>
                <a:lnTo>
                  <a:pt x="24855" y="19713"/>
                </a:lnTo>
                <a:lnTo>
                  <a:pt x="24855" y="19713"/>
                </a:lnTo>
                <a:lnTo>
                  <a:pt x="24856" y="19713"/>
                </a:lnTo>
                <a:lnTo>
                  <a:pt x="24856" y="19713"/>
                </a:lnTo>
                <a:lnTo>
                  <a:pt x="24856" y="19713"/>
                </a:lnTo>
                <a:lnTo>
                  <a:pt x="24857" y="19713"/>
                </a:lnTo>
                <a:lnTo>
                  <a:pt x="24857" y="19713"/>
                </a:lnTo>
                <a:lnTo>
                  <a:pt x="24857" y="19713"/>
                </a:lnTo>
                <a:lnTo>
                  <a:pt x="24858" y="19713"/>
                </a:lnTo>
                <a:lnTo>
                  <a:pt x="24858" y="19713"/>
                </a:lnTo>
                <a:lnTo>
                  <a:pt x="24858" y="19713"/>
                </a:lnTo>
                <a:lnTo>
                  <a:pt x="24859" y="19713"/>
                </a:lnTo>
                <a:lnTo>
                  <a:pt x="24859" y="19713"/>
                </a:lnTo>
                <a:lnTo>
                  <a:pt x="24859" y="19713"/>
                </a:lnTo>
                <a:lnTo>
                  <a:pt x="24859" y="19713"/>
                </a:lnTo>
                <a:lnTo>
                  <a:pt x="24860" y="19713"/>
                </a:lnTo>
                <a:lnTo>
                  <a:pt x="24860" y="19713"/>
                </a:lnTo>
                <a:lnTo>
                  <a:pt x="24860" y="19713"/>
                </a:lnTo>
                <a:lnTo>
                  <a:pt x="24861" y="19713"/>
                </a:lnTo>
                <a:lnTo>
                  <a:pt x="24861" y="19713"/>
                </a:lnTo>
                <a:lnTo>
                  <a:pt x="24861" y="19713"/>
                </a:lnTo>
                <a:lnTo>
                  <a:pt x="24862" y="19713"/>
                </a:lnTo>
                <a:lnTo>
                  <a:pt x="24862" y="19713"/>
                </a:lnTo>
                <a:lnTo>
                  <a:pt x="24862" y="19713"/>
                </a:lnTo>
                <a:lnTo>
                  <a:pt x="24863" y="19713"/>
                </a:lnTo>
                <a:lnTo>
                  <a:pt x="24863" y="19713"/>
                </a:lnTo>
                <a:lnTo>
                  <a:pt x="24863" y="19713"/>
                </a:lnTo>
                <a:lnTo>
                  <a:pt x="24864" y="19713"/>
                </a:lnTo>
                <a:lnTo>
                  <a:pt x="24864" y="19713"/>
                </a:lnTo>
                <a:lnTo>
                  <a:pt x="24864" y="19713"/>
                </a:lnTo>
                <a:lnTo>
                  <a:pt x="24865" y="19713"/>
                </a:lnTo>
                <a:lnTo>
                  <a:pt x="24865" y="19713"/>
                </a:lnTo>
                <a:lnTo>
                  <a:pt x="24865" y="19713"/>
                </a:lnTo>
                <a:lnTo>
                  <a:pt x="24866" y="19713"/>
                </a:lnTo>
                <a:lnTo>
                  <a:pt x="24866" y="19713"/>
                </a:lnTo>
                <a:lnTo>
                  <a:pt x="24866" y="19713"/>
                </a:lnTo>
                <a:lnTo>
                  <a:pt x="24867" y="19713"/>
                </a:lnTo>
                <a:lnTo>
                  <a:pt x="24867" y="19713"/>
                </a:lnTo>
                <a:lnTo>
                  <a:pt x="24867" y="19713"/>
                </a:lnTo>
                <a:lnTo>
                  <a:pt x="24868" y="19713"/>
                </a:lnTo>
                <a:lnTo>
                  <a:pt x="24868" y="19713"/>
                </a:lnTo>
                <a:lnTo>
                  <a:pt x="24868" y="19713"/>
                </a:lnTo>
                <a:lnTo>
                  <a:pt x="24869" y="19713"/>
                </a:lnTo>
                <a:lnTo>
                  <a:pt x="24869" y="19713"/>
                </a:lnTo>
                <a:lnTo>
                  <a:pt x="24869" y="19713"/>
                </a:lnTo>
                <a:lnTo>
                  <a:pt x="24870" y="19713"/>
                </a:lnTo>
                <a:lnTo>
                  <a:pt x="24870" y="19713"/>
                </a:lnTo>
                <a:lnTo>
                  <a:pt x="24870" y="19713"/>
                </a:lnTo>
                <a:lnTo>
                  <a:pt x="24871" y="19713"/>
                </a:lnTo>
                <a:lnTo>
                  <a:pt x="24871" y="19713"/>
                </a:lnTo>
                <a:lnTo>
                  <a:pt x="24871" y="19713"/>
                </a:lnTo>
                <a:lnTo>
                  <a:pt x="24872" y="19713"/>
                </a:lnTo>
                <a:lnTo>
                  <a:pt x="24872" y="19713"/>
                </a:lnTo>
                <a:lnTo>
                  <a:pt x="24872" y="19713"/>
                </a:lnTo>
                <a:lnTo>
                  <a:pt x="24873" y="19713"/>
                </a:lnTo>
                <a:lnTo>
                  <a:pt x="24873" y="19713"/>
                </a:lnTo>
                <a:lnTo>
                  <a:pt x="24873" y="19713"/>
                </a:lnTo>
                <a:lnTo>
                  <a:pt x="24874" y="19713"/>
                </a:lnTo>
                <a:lnTo>
                  <a:pt x="24874" y="19713"/>
                </a:lnTo>
                <a:lnTo>
                  <a:pt x="24874" y="19713"/>
                </a:lnTo>
                <a:lnTo>
                  <a:pt x="24875" y="19713"/>
                </a:lnTo>
                <a:lnTo>
                  <a:pt x="24875" y="19713"/>
                </a:lnTo>
                <a:lnTo>
                  <a:pt x="24875" y="19713"/>
                </a:lnTo>
                <a:lnTo>
                  <a:pt x="24876" y="19713"/>
                </a:lnTo>
                <a:lnTo>
                  <a:pt x="24876" y="19713"/>
                </a:lnTo>
                <a:lnTo>
                  <a:pt x="24876" y="19713"/>
                </a:lnTo>
                <a:lnTo>
                  <a:pt x="24877" y="19713"/>
                </a:lnTo>
                <a:lnTo>
                  <a:pt x="24877" y="19713"/>
                </a:lnTo>
                <a:lnTo>
                  <a:pt x="24877" y="19713"/>
                </a:lnTo>
                <a:lnTo>
                  <a:pt x="24878" y="19713"/>
                </a:lnTo>
                <a:lnTo>
                  <a:pt x="24878" y="19713"/>
                </a:lnTo>
                <a:lnTo>
                  <a:pt x="24878" y="19713"/>
                </a:lnTo>
                <a:lnTo>
                  <a:pt x="24879" y="19713"/>
                </a:lnTo>
                <a:lnTo>
                  <a:pt x="24879" y="19713"/>
                </a:lnTo>
                <a:lnTo>
                  <a:pt x="24879" y="19713"/>
                </a:lnTo>
                <a:lnTo>
                  <a:pt x="24880" y="19713"/>
                </a:lnTo>
                <a:lnTo>
                  <a:pt x="24880" y="19713"/>
                </a:lnTo>
                <a:lnTo>
                  <a:pt x="24880" y="19713"/>
                </a:lnTo>
                <a:lnTo>
                  <a:pt x="24881" y="19713"/>
                </a:lnTo>
                <a:lnTo>
                  <a:pt x="24881" y="19713"/>
                </a:lnTo>
                <a:lnTo>
                  <a:pt x="24881" y="19713"/>
                </a:lnTo>
                <a:lnTo>
                  <a:pt x="24882" y="19713"/>
                </a:lnTo>
                <a:lnTo>
                  <a:pt x="24882" y="19713"/>
                </a:lnTo>
                <a:lnTo>
                  <a:pt x="24882" y="19713"/>
                </a:lnTo>
                <a:lnTo>
                  <a:pt x="24883" y="19713"/>
                </a:lnTo>
                <a:lnTo>
                  <a:pt x="24883" y="19713"/>
                </a:lnTo>
                <a:lnTo>
                  <a:pt x="24883" y="19713"/>
                </a:lnTo>
                <a:lnTo>
                  <a:pt x="24884" y="19713"/>
                </a:lnTo>
                <a:lnTo>
                  <a:pt x="24884" y="19713"/>
                </a:lnTo>
                <a:lnTo>
                  <a:pt x="24884" y="19713"/>
                </a:lnTo>
                <a:lnTo>
                  <a:pt x="24885" y="19713"/>
                </a:lnTo>
                <a:lnTo>
                  <a:pt x="24885" y="19713"/>
                </a:lnTo>
                <a:lnTo>
                  <a:pt x="24885" y="19713"/>
                </a:lnTo>
                <a:lnTo>
                  <a:pt x="24886" y="19713"/>
                </a:lnTo>
                <a:lnTo>
                  <a:pt x="24886" y="19713"/>
                </a:lnTo>
                <a:lnTo>
                  <a:pt x="24886" y="19713"/>
                </a:lnTo>
                <a:lnTo>
                  <a:pt x="24887" y="19713"/>
                </a:lnTo>
                <a:lnTo>
                  <a:pt x="24887" y="19713"/>
                </a:lnTo>
                <a:lnTo>
                  <a:pt x="24887" y="19713"/>
                </a:lnTo>
                <a:lnTo>
                  <a:pt x="24888" y="19713"/>
                </a:lnTo>
                <a:lnTo>
                  <a:pt x="24888" y="19713"/>
                </a:lnTo>
                <a:lnTo>
                  <a:pt x="24888" y="19713"/>
                </a:lnTo>
                <a:lnTo>
                  <a:pt x="24889" y="19713"/>
                </a:lnTo>
                <a:lnTo>
                  <a:pt x="24889" y="19713"/>
                </a:lnTo>
                <a:lnTo>
                  <a:pt x="24889" y="19713"/>
                </a:lnTo>
                <a:lnTo>
                  <a:pt x="24890" y="19713"/>
                </a:lnTo>
                <a:lnTo>
                  <a:pt x="24890" y="19713"/>
                </a:lnTo>
                <a:lnTo>
                  <a:pt x="24890" y="19713"/>
                </a:lnTo>
                <a:lnTo>
                  <a:pt x="24891" y="19713"/>
                </a:lnTo>
                <a:lnTo>
                  <a:pt x="24891" y="19713"/>
                </a:lnTo>
                <a:lnTo>
                  <a:pt x="24891" y="19713"/>
                </a:lnTo>
                <a:lnTo>
                  <a:pt x="24892" y="19713"/>
                </a:lnTo>
                <a:lnTo>
                  <a:pt x="24892" y="19713"/>
                </a:lnTo>
                <a:lnTo>
                  <a:pt x="24892" y="19713"/>
                </a:lnTo>
                <a:lnTo>
                  <a:pt x="24893" y="19713"/>
                </a:lnTo>
                <a:lnTo>
                  <a:pt x="24893" y="19713"/>
                </a:lnTo>
                <a:lnTo>
                  <a:pt x="24893" y="19713"/>
                </a:lnTo>
                <a:lnTo>
                  <a:pt x="24894" y="19713"/>
                </a:lnTo>
                <a:lnTo>
                  <a:pt x="24894" y="19713"/>
                </a:lnTo>
                <a:lnTo>
                  <a:pt x="24894" y="19713"/>
                </a:lnTo>
                <a:lnTo>
                  <a:pt x="24895" y="19713"/>
                </a:lnTo>
                <a:lnTo>
                  <a:pt x="24895" y="19713"/>
                </a:lnTo>
                <a:lnTo>
                  <a:pt x="24895" y="19713"/>
                </a:lnTo>
                <a:lnTo>
                  <a:pt x="24896" y="19713"/>
                </a:lnTo>
                <a:lnTo>
                  <a:pt x="24896" y="19713"/>
                </a:lnTo>
                <a:lnTo>
                  <a:pt x="24896" y="19713"/>
                </a:lnTo>
                <a:lnTo>
                  <a:pt x="24897" y="19713"/>
                </a:lnTo>
                <a:lnTo>
                  <a:pt x="24897" y="19713"/>
                </a:lnTo>
                <a:lnTo>
                  <a:pt x="24897" y="19713"/>
                </a:lnTo>
                <a:lnTo>
                  <a:pt x="24898" y="19713"/>
                </a:lnTo>
                <a:lnTo>
                  <a:pt x="24898" y="19713"/>
                </a:lnTo>
                <a:lnTo>
                  <a:pt x="24898" y="19713"/>
                </a:lnTo>
                <a:lnTo>
                  <a:pt x="24899" y="19713"/>
                </a:lnTo>
                <a:lnTo>
                  <a:pt x="24899" y="19713"/>
                </a:lnTo>
                <a:lnTo>
                  <a:pt x="24899" y="19713"/>
                </a:lnTo>
                <a:lnTo>
                  <a:pt x="24900" y="19713"/>
                </a:lnTo>
                <a:lnTo>
                  <a:pt x="24900" y="19713"/>
                </a:lnTo>
                <a:lnTo>
                  <a:pt x="24900" y="19713"/>
                </a:lnTo>
                <a:lnTo>
                  <a:pt x="24901" y="19713"/>
                </a:lnTo>
                <a:lnTo>
                  <a:pt x="24901" y="19713"/>
                </a:lnTo>
                <a:lnTo>
                  <a:pt x="24901" y="19713"/>
                </a:lnTo>
                <a:lnTo>
                  <a:pt x="24902" y="19713"/>
                </a:lnTo>
                <a:lnTo>
                  <a:pt x="24902" y="19713"/>
                </a:lnTo>
                <a:lnTo>
                  <a:pt x="24902" y="19713"/>
                </a:lnTo>
                <a:lnTo>
                  <a:pt x="24903" y="19713"/>
                </a:lnTo>
                <a:lnTo>
                  <a:pt x="24903" y="19713"/>
                </a:lnTo>
                <a:lnTo>
                  <a:pt x="24904" y="19713"/>
                </a:lnTo>
                <a:lnTo>
                  <a:pt x="24904" y="19713"/>
                </a:lnTo>
                <a:lnTo>
                  <a:pt x="24904" y="19713"/>
                </a:lnTo>
                <a:lnTo>
                  <a:pt x="24905" y="19713"/>
                </a:lnTo>
                <a:lnTo>
                  <a:pt x="24905" y="19713"/>
                </a:lnTo>
                <a:lnTo>
                  <a:pt x="24905" y="19713"/>
                </a:lnTo>
                <a:lnTo>
                  <a:pt x="24906" y="19713"/>
                </a:lnTo>
                <a:lnTo>
                  <a:pt x="24906" y="19713"/>
                </a:lnTo>
                <a:lnTo>
                  <a:pt x="24906" y="19713"/>
                </a:lnTo>
                <a:lnTo>
                  <a:pt x="24907" y="19713"/>
                </a:lnTo>
                <a:lnTo>
                  <a:pt x="24907" y="19713"/>
                </a:lnTo>
                <a:lnTo>
                  <a:pt x="24907" y="19713"/>
                </a:lnTo>
                <a:lnTo>
                  <a:pt x="24908" y="19713"/>
                </a:lnTo>
                <a:lnTo>
                  <a:pt x="24908" y="19713"/>
                </a:lnTo>
                <a:lnTo>
                  <a:pt x="24908" y="19713"/>
                </a:lnTo>
                <a:lnTo>
                  <a:pt x="24909" y="19713"/>
                </a:lnTo>
                <a:lnTo>
                  <a:pt x="24909" y="19713"/>
                </a:lnTo>
                <a:lnTo>
                  <a:pt x="24909" y="19713"/>
                </a:lnTo>
                <a:lnTo>
                  <a:pt x="24910" y="19713"/>
                </a:lnTo>
                <a:lnTo>
                  <a:pt x="24910" y="19713"/>
                </a:lnTo>
                <a:lnTo>
                  <a:pt x="24910" y="19713"/>
                </a:lnTo>
                <a:lnTo>
                  <a:pt x="24911" y="19713"/>
                </a:lnTo>
                <a:lnTo>
                  <a:pt x="24911" y="19713"/>
                </a:lnTo>
                <a:lnTo>
                  <a:pt x="24911" y="19713"/>
                </a:lnTo>
                <a:lnTo>
                  <a:pt x="24912" y="19713"/>
                </a:lnTo>
                <a:lnTo>
                  <a:pt x="24912" y="19713"/>
                </a:lnTo>
                <a:lnTo>
                  <a:pt x="24912" y="19713"/>
                </a:lnTo>
                <a:lnTo>
                  <a:pt x="24913" y="19713"/>
                </a:lnTo>
                <a:lnTo>
                  <a:pt x="24913" y="19713"/>
                </a:lnTo>
                <a:lnTo>
                  <a:pt x="24913" y="19713"/>
                </a:lnTo>
                <a:lnTo>
                  <a:pt x="24914" y="19713"/>
                </a:lnTo>
                <a:lnTo>
                  <a:pt x="24914" y="19713"/>
                </a:lnTo>
                <a:lnTo>
                  <a:pt x="24914" y="19713"/>
                </a:lnTo>
                <a:lnTo>
                  <a:pt x="24915" y="19713"/>
                </a:lnTo>
                <a:lnTo>
                  <a:pt x="24915" y="19713"/>
                </a:lnTo>
                <a:lnTo>
                  <a:pt x="24915" y="19713"/>
                </a:lnTo>
                <a:lnTo>
                  <a:pt x="24916" y="19713"/>
                </a:lnTo>
                <a:lnTo>
                  <a:pt x="24916" y="19713"/>
                </a:lnTo>
                <a:lnTo>
                  <a:pt x="24916" y="19713"/>
                </a:lnTo>
                <a:lnTo>
                  <a:pt x="24917" y="19713"/>
                </a:lnTo>
                <a:lnTo>
                  <a:pt x="24917" y="19713"/>
                </a:lnTo>
                <a:lnTo>
                  <a:pt x="24917" y="19713"/>
                </a:lnTo>
                <a:lnTo>
                  <a:pt x="24918" y="19713"/>
                </a:lnTo>
                <a:lnTo>
                  <a:pt x="24918" y="19713"/>
                </a:lnTo>
                <a:lnTo>
                  <a:pt x="24918" y="19713"/>
                </a:lnTo>
                <a:lnTo>
                  <a:pt x="24919" y="19713"/>
                </a:lnTo>
                <a:lnTo>
                  <a:pt x="24919" y="19713"/>
                </a:lnTo>
                <a:lnTo>
                  <a:pt x="24919" y="19713"/>
                </a:lnTo>
                <a:lnTo>
                  <a:pt x="24920" y="19713"/>
                </a:lnTo>
                <a:lnTo>
                  <a:pt x="24920" y="19713"/>
                </a:lnTo>
                <a:lnTo>
                  <a:pt x="24920" y="19713"/>
                </a:lnTo>
                <a:lnTo>
                  <a:pt x="24921" y="19713"/>
                </a:lnTo>
                <a:lnTo>
                  <a:pt x="24921" y="19713"/>
                </a:lnTo>
                <a:lnTo>
                  <a:pt x="24921" y="19713"/>
                </a:lnTo>
                <a:lnTo>
                  <a:pt x="24922" y="19713"/>
                </a:lnTo>
                <a:lnTo>
                  <a:pt x="24922" y="19713"/>
                </a:lnTo>
                <a:lnTo>
                  <a:pt x="24922" y="19713"/>
                </a:lnTo>
                <a:lnTo>
                  <a:pt x="24923" y="19713"/>
                </a:lnTo>
                <a:lnTo>
                  <a:pt x="24923" y="19713"/>
                </a:lnTo>
                <a:lnTo>
                  <a:pt x="24923" y="19713"/>
                </a:lnTo>
                <a:lnTo>
                  <a:pt x="24924" y="19713"/>
                </a:lnTo>
                <a:lnTo>
                  <a:pt x="24924" y="19713"/>
                </a:lnTo>
                <a:lnTo>
                  <a:pt x="24924" y="19713"/>
                </a:lnTo>
                <a:lnTo>
                  <a:pt x="24925" y="19713"/>
                </a:lnTo>
                <a:lnTo>
                  <a:pt x="24925" y="19713"/>
                </a:lnTo>
                <a:lnTo>
                  <a:pt x="24925" y="19713"/>
                </a:lnTo>
                <a:lnTo>
                  <a:pt x="24926" y="19713"/>
                </a:lnTo>
                <a:lnTo>
                  <a:pt x="24926" y="19713"/>
                </a:lnTo>
                <a:lnTo>
                  <a:pt x="24926" y="19713"/>
                </a:lnTo>
                <a:lnTo>
                  <a:pt x="24927" y="19713"/>
                </a:lnTo>
                <a:lnTo>
                  <a:pt x="24927" y="19713"/>
                </a:lnTo>
                <a:lnTo>
                  <a:pt x="24927" y="19713"/>
                </a:lnTo>
                <a:lnTo>
                  <a:pt x="24928" y="19713"/>
                </a:lnTo>
                <a:lnTo>
                  <a:pt x="24928" y="19713"/>
                </a:lnTo>
                <a:lnTo>
                  <a:pt x="24928" y="19713"/>
                </a:lnTo>
                <a:lnTo>
                  <a:pt x="24929" y="19713"/>
                </a:lnTo>
                <a:lnTo>
                  <a:pt x="24929" y="19713"/>
                </a:lnTo>
                <a:lnTo>
                  <a:pt x="24929" y="19713"/>
                </a:lnTo>
                <a:lnTo>
                  <a:pt x="24930" y="19713"/>
                </a:lnTo>
                <a:lnTo>
                  <a:pt x="24930" y="19713"/>
                </a:lnTo>
                <a:lnTo>
                  <a:pt x="24930" y="19713"/>
                </a:lnTo>
                <a:lnTo>
                  <a:pt x="24931" y="19713"/>
                </a:lnTo>
                <a:lnTo>
                  <a:pt x="24931" y="19713"/>
                </a:lnTo>
                <a:lnTo>
                  <a:pt x="24931" y="19713"/>
                </a:lnTo>
                <a:lnTo>
                  <a:pt x="24932" y="19713"/>
                </a:lnTo>
                <a:lnTo>
                  <a:pt x="24932" y="19713"/>
                </a:lnTo>
                <a:lnTo>
                  <a:pt x="24932" y="19713"/>
                </a:lnTo>
                <a:lnTo>
                  <a:pt x="24933" y="19713"/>
                </a:lnTo>
                <a:lnTo>
                  <a:pt x="24933" y="19713"/>
                </a:lnTo>
                <a:lnTo>
                  <a:pt x="24933" y="19713"/>
                </a:lnTo>
                <a:lnTo>
                  <a:pt x="24934" y="19713"/>
                </a:lnTo>
                <a:lnTo>
                  <a:pt x="24934" y="19713"/>
                </a:lnTo>
                <a:lnTo>
                  <a:pt x="24934" y="19713"/>
                </a:lnTo>
                <a:lnTo>
                  <a:pt x="24935" y="19713"/>
                </a:lnTo>
                <a:lnTo>
                  <a:pt x="24935" y="19713"/>
                </a:lnTo>
                <a:lnTo>
                  <a:pt x="24935" y="19713"/>
                </a:lnTo>
                <a:lnTo>
                  <a:pt x="24936" y="19713"/>
                </a:lnTo>
                <a:lnTo>
                  <a:pt x="24936" y="19713"/>
                </a:lnTo>
                <a:lnTo>
                  <a:pt x="24936" y="19713"/>
                </a:lnTo>
                <a:lnTo>
                  <a:pt x="24937" y="19713"/>
                </a:lnTo>
                <a:lnTo>
                  <a:pt x="24937" y="19713"/>
                </a:lnTo>
                <a:lnTo>
                  <a:pt x="24937" y="19713"/>
                </a:lnTo>
                <a:lnTo>
                  <a:pt x="24938" y="19713"/>
                </a:lnTo>
                <a:lnTo>
                  <a:pt x="24938" y="19713"/>
                </a:lnTo>
                <a:lnTo>
                  <a:pt x="24938" y="19713"/>
                </a:lnTo>
                <a:lnTo>
                  <a:pt x="24939" y="19713"/>
                </a:lnTo>
                <a:lnTo>
                  <a:pt x="24939" y="19713"/>
                </a:lnTo>
                <a:lnTo>
                  <a:pt x="24939" y="19713"/>
                </a:lnTo>
                <a:lnTo>
                  <a:pt x="24940" y="19713"/>
                </a:lnTo>
                <a:lnTo>
                  <a:pt x="24940" y="19713"/>
                </a:lnTo>
                <a:lnTo>
                  <a:pt x="24940" y="19713"/>
                </a:lnTo>
                <a:lnTo>
                  <a:pt x="24941" y="19713"/>
                </a:lnTo>
                <a:lnTo>
                  <a:pt x="24941" y="19713"/>
                </a:lnTo>
                <a:lnTo>
                  <a:pt x="24941" y="19713"/>
                </a:lnTo>
                <a:lnTo>
                  <a:pt x="24942" y="19713"/>
                </a:lnTo>
                <a:lnTo>
                  <a:pt x="24942" y="19713"/>
                </a:lnTo>
                <a:lnTo>
                  <a:pt x="24942" y="19713"/>
                </a:lnTo>
                <a:lnTo>
                  <a:pt x="24943" y="19713"/>
                </a:lnTo>
                <a:lnTo>
                  <a:pt x="24943" y="19713"/>
                </a:lnTo>
                <a:lnTo>
                  <a:pt x="24943" y="19713"/>
                </a:lnTo>
                <a:lnTo>
                  <a:pt x="24944" y="19713"/>
                </a:lnTo>
                <a:lnTo>
                  <a:pt x="24944" y="19713"/>
                </a:lnTo>
                <a:lnTo>
                  <a:pt x="24945" y="19713"/>
                </a:lnTo>
                <a:lnTo>
                  <a:pt x="24945" y="19713"/>
                </a:lnTo>
                <a:lnTo>
                  <a:pt x="24945" y="19713"/>
                </a:lnTo>
                <a:lnTo>
                  <a:pt x="24946" y="19713"/>
                </a:lnTo>
                <a:lnTo>
                  <a:pt x="24946" y="19713"/>
                </a:lnTo>
                <a:lnTo>
                  <a:pt x="24946" y="19713"/>
                </a:lnTo>
                <a:lnTo>
                  <a:pt x="24947" y="19713"/>
                </a:lnTo>
                <a:lnTo>
                  <a:pt x="24947" y="19713"/>
                </a:lnTo>
                <a:lnTo>
                  <a:pt x="24947" y="19713"/>
                </a:lnTo>
                <a:lnTo>
                  <a:pt x="24948" y="19713"/>
                </a:lnTo>
                <a:lnTo>
                  <a:pt x="24948" y="19713"/>
                </a:lnTo>
                <a:lnTo>
                  <a:pt x="24948" y="19713"/>
                </a:lnTo>
                <a:lnTo>
                  <a:pt x="24949" y="19713"/>
                </a:lnTo>
                <a:lnTo>
                  <a:pt x="24949" y="19713"/>
                </a:lnTo>
                <a:lnTo>
                  <a:pt x="24949" y="19713"/>
                </a:lnTo>
                <a:lnTo>
                  <a:pt x="24950" y="19713"/>
                </a:lnTo>
                <a:lnTo>
                  <a:pt x="24950" y="19713"/>
                </a:lnTo>
                <a:lnTo>
                  <a:pt x="24950" y="19713"/>
                </a:lnTo>
                <a:lnTo>
                  <a:pt x="24951" y="19713"/>
                </a:lnTo>
                <a:lnTo>
                  <a:pt x="24951" y="19713"/>
                </a:lnTo>
                <a:lnTo>
                  <a:pt x="24951" y="19713"/>
                </a:lnTo>
                <a:lnTo>
                  <a:pt x="24952" y="19713"/>
                </a:lnTo>
                <a:lnTo>
                  <a:pt x="24952" y="19713"/>
                </a:lnTo>
                <a:lnTo>
                  <a:pt x="24952" y="19713"/>
                </a:lnTo>
                <a:lnTo>
                  <a:pt x="24953" y="19713"/>
                </a:lnTo>
                <a:lnTo>
                  <a:pt x="24953" y="19713"/>
                </a:lnTo>
                <a:lnTo>
                  <a:pt x="24953" y="19713"/>
                </a:lnTo>
                <a:lnTo>
                  <a:pt x="24954" y="19713"/>
                </a:lnTo>
                <a:lnTo>
                  <a:pt x="24954" y="19713"/>
                </a:lnTo>
                <a:lnTo>
                  <a:pt x="24954" y="19713"/>
                </a:lnTo>
                <a:lnTo>
                  <a:pt x="24955" y="19713"/>
                </a:lnTo>
                <a:lnTo>
                  <a:pt x="24955" y="19713"/>
                </a:lnTo>
                <a:lnTo>
                  <a:pt x="24955" y="19713"/>
                </a:lnTo>
                <a:lnTo>
                  <a:pt x="24956" y="19713"/>
                </a:lnTo>
                <a:lnTo>
                  <a:pt x="24956" y="19713"/>
                </a:lnTo>
                <a:lnTo>
                  <a:pt x="24956" y="19713"/>
                </a:lnTo>
                <a:lnTo>
                  <a:pt x="24957" y="19713"/>
                </a:lnTo>
                <a:lnTo>
                  <a:pt x="24957" y="19713"/>
                </a:lnTo>
                <a:lnTo>
                  <a:pt x="24957" y="19713"/>
                </a:lnTo>
                <a:lnTo>
                  <a:pt x="24958" y="19713"/>
                </a:lnTo>
                <a:lnTo>
                  <a:pt x="24958" y="19713"/>
                </a:lnTo>
                <a:lnTo>
                  <a:pt x="24958" y="19713"/>
                </a:lnTo>
                <a:lnTo>
                  <a:pt x="24959" y="19713"/>
                </a:lnTo>
                <a:lnTo>
                  <a:pt x="24959" y="19713"/>
                </a:lnTo>
                <a:lnTo>
                  <a:pt x="24959" y="19713"/>
                </a:lnTo>
                <a:lnTo>
                  <a:pt x="24960" y="19713"/>
                </a:lnTo>
                <a:lnTo>
                  <a:pt x="24960" y="19713"/>
                </a:lnTo>
                <a:lnTo>
                  <a:pt x="24960" y="19713"/>
                </a:lnTo>
                <a:lnTo>
                  <a:pt x="24961" y="19713"/>
                </a:lnTo>
                <a:lnTo>
                  <a:pt x="24961" y="19713"/>
                </a:lnTo>
                <a:lnTo>
                  <a:pt x="24961" y="19713"/>
                </a:lnTo>
                <a:lnTo>
                  <a:pt x="24962" y="19713"/>
                </a:lnTo>
                <a:lnTo>
                  <a:pt x="24962" y="19713"/>
                </a:lnTo>
                <a:lnTo>
                  <a:pt x="24962" y="19713"/>
                </a:lnTo>
                <a:lnTo>
                  <a:pt x="24963" y="19713"/>
                </a:lnTo>
                <a:lnTo>
                  <a:pt x="24963" y="19713"/>
                </a:lnTo>
                <a:lnTo>
                  <a:pt x="24963" y="19713"/>
                </a:lnTo>
                <a:lnTo>
                  <a:pt x="24964" y="19713"/>
                </a:lnTo>
                <a:lnTo>
                  <a:pt x="24964" y="19713"/>
                </a:lnTo>
                <a:lnTo>
                  <a:pt x="24964" y="19713"/>
                </a:lnTo>
                <a:lnTo>
                  <a:pt x="24965" y="19713"/>
                </a:lnTo>
                <a:lnTo>
                  <a:pt x="24965" y="19713"/>
                </a:lnTo>
                <a:lnTo>
                  <a:pt x="24965" y="19713"/>
                </a:lnTo>
                <a:lnTo>
                  <a:pt x="24966" y="19713"/>
                </a:lnTo>
                <a:lnTo>
                  <a:pt x="24966" y="19713"/>
                </a:lnTo>
                <a:lnTo>
                  <a:pt x="24966" y="19713"/>
                </a:lnTo>
                <a:lnTo>
                  <a:pt x="24967" y="19713"/>
                </a:lnTo>
                <a:lnTo>
                  <a:pt x="24967" y="19713"/>
                </a:lnTo>
                <a:lnTo>
                  <a:pt x="24968" y="19713"/>
                </a:lnTo>
                <a:lnTo>
                  <a:pt x="24968" y="19713"/>
                </a:lnTo>
                <a:lnTo>
                  <a:pt x="24968" y="19713"/>
                </a:lnTo>
                <a:lnTo>
                  <a:pt x="24969" y="19713"/>
                </a:lnTo>
                <a:lnTo>
                  <a:pt x="24969" y="19713"/>
                </a:lnTo>
                <a:lnTo>
                  <a:pt x="24969" y="19713"/>
                </a:lnTo>
                <a:lnTo>
                  <a:pt x="24970" y="19713"/>
                </a:lnTo>
                <a:lnTo>
                  <a:pt x="24970" y="19713"/>
                </a:lnTo>
                <a:lnTo>
                  <a:pt x="24970" y="19713"/>
                </a:lnTo>
                <a:lnTo>
                  <a:pt x="24971" y="19713"/>
                </a:lnTo>
                <a:lnTo>
                  <a:pt x="24971" y="19713"/>
                </a:lnTo>
                <a:lnTo>
                  <a:pt x="24971" y="19713"/>
                </a:lnTo>
                <a:lnTo>
                  <a:pt x="24972" y="19713"/>
                </a:lnTo>
                <a:lnTo>
                  <a:pt x="24972" y="19713"/>
                </a:lnTo>
                <a:lnTo>
                  <a:pt x="24972" y="19713"/>
                </a:lnTo>
                <a:lnTo>
                  <a:pt x="24973" y="19713"/>
                </a:lnTo>
                <a:lnTo>
                  <a:pt x="24973" y="19713"/>
                </a:lnTo>
                <a:lnTo>
                  <a:pt x="24973" y="19713"/>
                </a:lnTo>
                <a:lnTo>
                  <a:pt x="24974" y="19713"/>
                </a:lnTo>
                <a:lnTo>
                  <a:pt x="24974" y="19713"/>
                </a:lnTo>
                <a:lnTo>
                  <a:pt x="24974" y="19713"/>
                </a:lnTo>
                <a:lnTo>
                  <a:pt x="24975" y="19713"/>
                </a:lnTo>
                <a:lnTo>
                  <a:pt x="24975" y="19713"/>
                </a:lnTo>
                <a:lnTo>
                  <a:pt x="24975" y="19713"/>
                </a:lnTo>
                <a:lnTo>
                  <a:pt x="24976" y="19713"/>
                </a:lnTo>
                <a:lnTo>
                  <a:pt x="24976" y="19713"/>
                </a:lnTo>
                <a:lnTo>
                  <a:pt x="24976" y="19713"/>
                </a:lnTo>
                <a:lnTo>
                  <a:pt x="24977" y="19713"/>
                </a:lnTo>
                <a:lnTo>
                  <a:pt x="24977" y="19713"/>
                </a:lnTo>
                <a:lnTo>
                  <a:pt x="24977" y="19713"/>
                </a:lnTo>
                <a:lnTo>
                  <a:pt x="24978" y="19713"/>
                </a:lnTo>
                <a:lnTo>
                  <a:pt x="24978" y="19713"/>
                </a:lnTo>
                <a:lnTo>
                  <a:pt x="24978" y="19713"/>
                </a:lnTo>
                <a:lnTo>
                  <a:pt x="24979" y="19713"/>
                </a:lnTo>
                <a:lnTo>
                  <a:pt x="24979" y="19713"/>
                </a:lnTo>
                <a:lnTo>
                  <a:pt x="24979" y="19713"/>
                </a:lnTo>
                <a:lnTo>
                  <a:pt x="24980" y="19713"/>
                </a:lnTo>
                <a:lnTo>
                  <a:pt x="24980" y="19713"/>
                </a:lnTo>
                <a:lnTo>
                  <a:pt x="24980" y="19713"/>
                </a:lnTo>
                <a:lnTo>
                  <a:pt x="24981" y="19713"/>
                </a:lnTo>
                <a:lnTo>
                  <a:pt x="24981" y="19713"/>
                </a:lnTo>
                <a:lnTo>
                  <a:pt x="24981" y="19713"/>
                </a:lnTo>
                <a:lnTo>
                  <a:pt x="24982" y="19713"/>
                </a:lnTo>
                <a:lnTo>
                  <a:pt x="24982" y="19713"/>
                </a:lnTo>
                <a:lnTo>
                  <a:pt x="24982" y="19713"/>
                </a:lnTo>
                <a:lnTo>
                  <a:pt x="24983" y="19713"/>
                </a:lnTo>
                <a:lnTo>
                  <a:pt x="24983" y="19713"/>
                </a:lnTo>
                <a:lnTo>
                  <a:pt x="24983" y="19713"/>
                </a:lnTo>
                <a:lnTo>
                  <a:pt x="24984" y="19713"/>
                </a:lnTo>
                <a:lnTo>
                  <a:pt x="24984" y="19713"/>
                </a:lnTo>
                <a:lnTo>
                  <a:pt x="24984" y="19713"/>
                </a:lnTo>
                <a:lnTo>
                  <a:pt x="24985" y="19713"/>
                </a:lnTo>
                <a:lnTo>
                  <a:pt x="24985" y="19713"/>
                </a:lnTo>
                <a:lnTo>
                  <a:pt x="24986" y="19713"/>
                </a:lnTo>
                <a:lnTo>
                  <a:pt x="24986" y="19713"/>
                </a:lnTo>
                <a:lnTo>
                  <a:pt x="24986" y="19713"/>
                </a:lnTo>
                <a:lnTo>
                  <a:pt x="24987" y="19713"/>
                </a:lnTo>
                <a:lnTo>
                  <a:pt x="24987" y="19713"/>
                </a:lnTo>
                <a:lnTo>
                  <a:pt x="24987" y="19713"/>
                </a:lnTo>
                <a:lnTo>
                  <a:pt x="24988" y="19713"/>
                </a:lnTo>
                <a:lnTo>
                  <a:pt x="24988" y="19713"/>
                </a:lnTo>
                <a:lnTo>
                  <a:pt x="24988" y="19713"/>
                </a:lnTo>
                <a:lnTo>
                  <a:pt x="24989" y="19713"/>
                </a:lnTo>
                <a:lnTo>
                  <a:pt x="24989" y="19713"/>
                </a:lnTo>
                <a:lnTo>
                  <a:pt x="24989" y="19713"/>
                </a:lnTo>
                <a:lnTo>
                  <a:pt x="24990" y="19713"/>
                </a:lnTo>
                <a:lnTo>
                  <a:pt x="24990" y="19713"/>
                </a:lnTo>
                <a:lnTo>
                  <a:pt x="24990" y="19713"/>
                </a:lnTo>
                <a:lnTo>
                  <a:pt x="24991" y="19713"/>
                </a:lnTo>
                <a:lnTo>
                  <a:pt x="24991" y="19713"/>
                </a:lnTo>
                <a:lnTo>
                  <a:pt x="24991" y="19713"/>
                </a:lnTo>
                <a:lnTo>
                  <a:pt x="24992" y="19713"/>
                </a:lnTo>
                <a:lnTo>
                  <a:pt x="24992" y="19713"/>
                </a:lnTo>
                <a:lnTo>
                  <a:pt x="24992" y="19713"/>
                </a:lnTo>
                <a:lnTo>
                  <a:pt x="24993" y="19713"/>
                </a:lnTo>
                <a:lnTo>
                  <a:pt x="24993" y="19713"/>
                </a:lnTo>
                <a:lnTo>
                  <a:pt x="24993" y="19713"/>
                </a:lnTo>
                <a:lnTo>
                  <a:pt x="24994" y="19713"/>
                </a:lnTo>
                <a:lnTo>
                  <a:pt x="24994" y="19713"/>
                </a:lnTo>
                <a:lnTo>
                  <a:pt x="24994" y="19713"/>
                </a:lnTo>
                <a:lnTo>
                  <a:pt x="24995" y="19713"/>
                </a:lnTo>
                <a:lnTo>
                  <a:pt x="24995" y="19713"/>
                </a:lnTo>
                <a:lnTo>
                  <a:pt x="24995" y="19713"/>
                </a:lnTo>
                <a:lnTo>
                  <a:pt x="24996" y="19713"/>
                </a:lnTo>
                <a:lnTo>
                  <a:pt x="24996" y="19713"/>
                </a:lnTo>
                <a:lnTo>
                  <a:pt x="24996" y="19713"/>
                </a:lnTo>
                <a:lnTo>
                  <a:pt x="24997" y="19713"/>
                </a:lnTo>
                <a:lnTo>
                  <a:pt x="24997" y="19713"/>
                </a:lnTo>
                <a:lnTo>
                  <a:pt x="24997" y="19713"/>
                </a:lnTo>
                <a:lnTo>
                  <a:pt x="24998" y="19713"/>
                </a:lnTo>
                <a:lnTo>
                  <a:pt x="24998" y="19713"/>
                </a:lnTo>
                <a:lnTo>
                  <a:pt x="24998" y="19713"/>
                </a:lnTo>
                <a:lnTo>
                  <a:pt x="24999" y="19713"/>
                </a:lnTo>
                <a:lnTo>
                  <a:pt x="24999" y="19713"/>
                </a:lnTo>
                <a:lnTo>
                  <a:pt x="24999" y="19713"/>
                </a:lnTo>
                <a:lnTo>
                  <a:pt x="25000" y="19713"/>
                </a:lnTo>
                <a:lnTo>
                  <a:pt x="25000" y="19713"/>
                </a:lnTo>
                <a:lnTo>
                  <a:pt x="25000" y="19713"/>
                </a:lnTo>
                <a:lnTo>
                  <a:pt x="25001" y="19713"/>
                </a:lnTo>
                <a:lnTo>
                  <a:pt x="25001" y="19713"/>
                </a:lnTo>
                <a:lnTo>
                  <a:pt x="25002" y="19713"/>
                </a:lnTo>
                <a:lnTo>
                  <a:pt x="25002" y="19713"/>
                </a:lnTo>
                <a:lnTo>
                  <a:pt x="25002" y="19713"/>
                </a:lnTo>
                <a:lnTo>
                  <a:pt x="25003" y="19713"/>
                </a:lnTo>
                <a:lnTo>
                  <a:pt x="25003" y="19713"/>
                </a:lnTo>
                <a:lnTo>
                  <a:pt x="25003" y="19713"/>
                </a:lnTo>
                <a:lnTo>
                  <a:pt x="25004" y="19713"/>
                </a:lnTo>
                <a:lnTo>
                  <a:pt x="25004" y="19713"/>
                </a:lnTo>
                <a:lnTo>
                  <a:pt x="25004" y="19713"/>
                </a:lnTo>
                <a:lnTo>
                  <a:pt x="25005" y="19713"/>
                </a:lnTo>
                <a:lnTo>
                  <a:pt x="25005" y="19713"/>
                </a:lnTo>
                <a:lnTo>
                  <a:pt x="25005" y="19713"/>
                </a:lnTo>
                <a:lnTo>
                  <a:pt x="25006" y="19713"/>
                </a:lnTo>
                <a:lnTo>
                  <a:pt x="25006" y="19713"/>
                </a:lnTo>
                <a:lnTo>
                  <a:pt x="25006" y="19713"/>
                </a:lnTo>
                <a:lnTo>
                  <a:pt x="25007" y="19713"/>
                </a:lnTo>
                <a:lnTo>
                  <a:pt x="25007" y="19713"/>
                </a:lnTo>
                <a:lnTo>
                  <a:pt x="25007" y="19713"/>
                </a:lnTo>
                <a:lnTo>
                  <a:pt x="25008" y="19713"/>
                </a:lnTo>
                <a:lnTo>
                  <a:pt x="25008" y="19713"/>
                </a:lnTo>
                <a:lnTo>
                  <a:pt x="25008" y="19713"/>
                </a:lnTo>
                <a:lnTo>
                  <a:pt x="25009" y="19713"/>
                </a:lnTo>
                <a:lnTo>
                  <a:pt x="25009" y="19713"/>
                </a:lnTo>
                <a:lnTo>
                  <a:pt x="25009" y="19713"/>
                </a:lnTo>
                <a:lnTo>
                  <a:pt x="25010" y="19713"/>
                </a:lnTo>
                <a:lnTo>
                  <a:pt x="25010" y="19713"/>
                </a:lnTo>
                <a:lnTo>
                  <a:pt x="25010" y="19713"/>
                </a:lnTo>
                <a:lnTo>
                  <a:pt x="25011" y="19713"/>
                </a:lnTo>
                <a:lnTo>
                  <a:pt x="25011" y="19713"/>
                </a:lnTo>
                <a:lnTo>
                  <a:pt x="25011" y="19713"/>
                </a:lnTo>
                <a:lnTo>
                  <a:pt x="25012" y="19713"/>
                </a:lnTo>
                <a:lnTo>
                  <a:pt x="25012" y="19713"/>
                </a:lnTo>
                <a:lnTo>
                  <a:pt x="25012" y="19713"/>
                </a:lnTo>
                <a:lnTo>
                  <a:pt x="25013" y="19713"/>
                </a:lnTo>
                <a:lnTo>
                  <a:pt x="25013" y="19713"/>
                </a:lnTo>
                <a:lnTo>
                  <a:pt x="25013" y="19713"/>
                </a:lnTo>
                <a:lnTo>
                  <a:pt x="25014" y="19713"/>
                </a:lnTo>
                <a:lnTo>
                  <a:pt x="25014" y="19713"/>
                </a:lnTo>
                <a:lnTo>
                  <a:pt x="25014" y="19713"/>
                </a:lnTo>
                <a:lnTo>
                  <a:pt x="25015" y="19713"/>
                </a:lnTo>
                <a:lnTo>
                  <a:pt x="25015" y="19713"/>
                </a:lnTo>
                <a:lnTo>
                  <a:pt x="25016" y="19713"/>
                </a:lnTo>
                <a:lnTo>
                  <a:pt x="25016" y="19713"/>
                </a:lnTo>
                <a:lnTo>
                  <a:pt x="25016" y="19713"/>
                </a:lnTo>
                <a:lnTo>
                  <a:pt x="25017" y="19713"/>
                </a:lnTo>
                <a:lnTo>
                  <a:pt x="25017" y="19713"/>
                </a:lnTo>
                <a:lnTo>
                  <a:pt x="25017" y="19713"/>
                </a:lnTo>
                <a:lnTo>
                  <a:pt x="25018" y="19713"/>
                </a:lnTo>
                <a:lnTo>
                  <a:pt x="25018" y="19713"/>
                </a:lnTo>
                <a:lnTo>
                  <a:pt x="25018" y="19713"/>
                </a:lnTo>
                <a:lnTo>
                  <a:pt x="25019" y="19713"/>
                </a:lnTo>
                <a:lnTo>
                  <a:pt x="25019" y="19713"/>
                </a:lnTo>
                <a:lnTo>
                  <a:pt x="25019" y="19713"/>
                </a:lnTo>
                <a:lnTo>
                  <a:pt x="25020" y="19713"/>
                </a:lnTo>
                <a:lnTo>
                  <a:pt x="25020" y="19713"/>
                </a:lnTo>
                <a:lnTo>
                  <a:pt x="25020" y="19713"/>
                </a:lnTo>
                <a:lnTo>
                  <a:pt x="25021" y="19713"/>
                </a:lnTo>
                <a:lnTo>
                  <a:pt x="25021" y="19713"/>
                </a:lnTo>
                <a:lnTo>
                  <a:pt x="25021" y="19713"/>
                </a:lnTo>
                <a:lnTo>
                  <a:pt x="25022" y="19713"/>
                </a:lnTo>
                <a:lnTo>
                  <a:pt x="25022" y="19713"/>
                </a:lnTo>
                <a:lnTo>
                  <a:pt x="25022" y="19713"/>
                </a:lnTo>
                <a:lnTo>
                  <a:pt x="25023" y="19713"/>
                </a:lnTo>
                <a:lnTo>
                  <a:pt x="25023" y="19713"/>
                </a:lnTo>
                <a:lnTo>
                  <a:pt x="25023" y="19713"/>
                </a:lnTo>
                <a:lnTo>
                  <a:pt x="25024" y="19713"/>
                </a:lnTo>
                <a:lnTo>
                  <a:pt x="25024" y="19713"/>
                </a:lnTo>
                <a:lnTo>
                  <a:pt x="25024" y="19713"/>
                </a:lnTo>
                <a:lnTo>
                  <a:pt x="25025" y="19713"/>
                </a:lnTo>
                <a:lnTo>
                  <a:pt x="25025" y="19713"/>
                </a:lnTo>
                <a:lnTo>
                  <a:pt x="25025" y="19713"/>
                </a:lnTo>
                <a:lnTo>
                  <a:pt x="25026" y="19713"/>
                </a:lnTo>
                <a:lnTo>
                  <a:pt x="25026" y="19713"/>
                </a:lnTo>
                <a:lnTo>
                  <a:pt x="25026" y="19713"/>
                </a:lnTo>
                <a:lnTo>
                  <a:pt x="25027" y="19713"/>
                </a:lnTo>
                <a:lnTo>
                  <a:pt x="25027" y="19713"/>
                </a:lnTo>
                <a:lnTo>
                  <a:pt x="25027" y="19713"/>
                </a:lnTo>
                <a:lnTo>
                  <a:pt x="25028" y="19713"/>
                </a:lnTo>
                <a:lnTo>
                  <a:pt x="25028" y="19713"/>
                </a:lnTo>
                <a:lnTo>
                  <a:pt x="25029" y="19713"/>
                </a:lnTo>
                <a:lnTo>
                  <a:pt x="25029" y="19713"/>
                </a:lnTo>
                <a:lnTo>
                  <a:pt x="25029" y="19713"/>
                </a:lnTo>
                <a:lnTo>
                  <a:pt x="25030" y="19713"/>
                </a:lnTo>
                <a:lnTo>
                  <a:pt x="25030" y="19713"/>
                </a:lnTo>
                <a:lnTo>
                  <a:pt x="25030" y="19713"/>
                </a:lnTo>
                <a:lnTo>
                  <a:pt x="25031" y="19713"/>
                </a:lnTo>
                <a:lnTo>
                  <a:pt x="25031" y="19713"/>
                </a:lnTo>
                <a:lnTo>
                  <a:pt x="25031" y="19713"/>
                </a:lnTo>
                <a:lnTo>
                  <a:pt x="25032" y="19713"/>
                </a:lnTo>
                <a:lnTo>
                  <a:pt x="25032" y="19713"/>
                </a:lnTo>
                <a:lnTo>
                  <a:pt x="25032" y="19713"/>
                </a:lnTo>
                <a:lnTo>
                  <a:pt x="25033" y="19713"/>
                </a:lnTo>
                <a:lnTo>
                  <a:pt x="25033" y="19713"/>
                </a:lnTo>
                <a:lnTo>
                  <a:pt x="25033" y="19713"/>
                </a:lnTo>
                <a:lnTo>
                  <a:pt x="25034" y="19713"/>
                </a:lnTo>
                <a:lnTo>
                  <a:pt x="25034" y="19713"/>
                </a:lnTo>
                <a:lnTo>
                  <a:pt x="25034" y="19713"/>
                </a:lnTo>
                <a:lnTo>
                  <a:pt x="25035" y="19713"/>
                </a:lnTo>
                <a:lnTo>
                  <a:pt x="25035" y="19713"/>
                </a:lnTo>
                <a:lnTo>
                  <a:pt x="25035" y="19713"/>
                </a:lnTo>
                <a:lnTo>
                  <a:pt x="25036" y="19713"/>
                </a:lnTo>
                <a:lnTo>
                  <a:pt x="25036" y="19713"/>
                </a:lnTo>
                <a:lnTo>
                  <a:pt x="25036" y="19713"/>
                </a:lnTo>
                <a:lnTo>
                  <a:pt x="25037" y="19713"/>
                </a:lnTo>
                <a:lnTo>
                  <a:pt x="25037" y="19713"/>
                </a:lnTo>
                <a:lnTo>
                  <a:pt x="25037" y="19713"/>
                </a:lnTo>
                <a:lnTo>
                  <a:pt x="25038" y="19713"/>
                </a:lnTo>
                <a:lnTo>
                  <a:pt x="25038" y="19713"/>
                </a:lnTo>
                <a:lnTo>
                  <a:pt x="25038" y="19713"/>
                </a:lnTo>
                <a:lnTo>
                  <a:pt x="25039" y="19713"/>
                </a:lnTo>
                <a:lnTo>
                  <a:pt x="25039" y="19713"/>
                </a:lnTo>
                <a:lnTo>
                  <a:pt x="25040" y="19713"/>
                </a:lnTo>
                <a:lnTo>
                  <a:pt x="25040" y="19713"/>
                </a:lnTo>
                <a:lnTo>
                  <a:pt x="25040" y="19713"/>
                </a:lnTo>
                <a:lnTo>
                  <a:pt x="25041" y="19713"/>
                </a:lnTo>
                <a:lnTo>
                  <a:pt x="25041" y="19713"/>
                </a:lnTo>
                <a:lnTo>
                  <a:pt x="25041" y="19713"/>
                </a:lnTo>
                <a:lnTo>
                  <a:pt x="25042" y="19713"/>
                </a:lnTo>
                <a:lnTo>
                  <a:pt x="25042" y="19713"/>
                </a:lnTo>
                <a:lnTo>
                  <a:pt x="25042" y="19713"/>
                </a:lnTo>
                <a:lnTo>
                  <a:pt x="25043" y="19713"/>
                </a:lnTo>
                <a:lnTo>
                  <a:pt x="25043" y="19713"/>
                </a:lnTo>
                <a:lnTo>
                  <a:pt x="25043" y="19713"/>
                </a:lnTo>
                <a:lnTo>
                  <a:pt x="25044" y="19713"/>
                </a:lnTo>
                <a:lnTo>
                  <a:pt x="25044" y="19713"/>
                </a:lnTo>
                <a:lnTo>
                  <a:pt x="25044" y="19713"/>
                </a:lnTo>
                <a:lnTo>
                  <a:pt x="25045" y="19713"/>
                </a:lnTo>
                <a:lnTo>
                  <a:pt x="25045" y="19713"/>
                </a:lnTo>
                <a:lnTo>
                  <a:pt x="25045" y="19713"/>
                </a:lnTo>
                <a:lnTo>
                  <a:pt x="25046" y="19713"/>
                </a:lnTo>
                <a:lnTo>
                  <a:pt x="25046" y="19713"/>
                </a:lnTo>
                <a:lnTo>
                  <a:pt x="25046" y="19713"/>
                </a:lnTo>
                <a:lnTo>
                  <a:pt x="25047" y="19713"/>
                </a:lnTo>
                <a:lnTo>
                  <a:pt x="25047" y="19713"/>
                </a:lnTo>
                <a:lnTo>
                  <a:pt x="25047" y="19713"/>
                </a:lnTo>
                <a:lnTo>
                  <a:pt x="25048" y="19713"/>
                </a:lnTo>
                <a:lnTo>
                  <a:pt x="25048" y="19713"/>
                </a:lnTo>
                <a:lnTo>
                  <a:pt x="25048" y="19713"/>
                </a:lnTo>
                <a:lnTo>
                  <a:pt x="25049" y="19713"/>
                </a:lnTo>
                <a:lnTo>
                  <a:pt x="25049" y="19713"/>
                </a:lnTo>
                <a:lnTo>
                  <a:pt x="25049" y="19713"/>
                </a:lnTo>
                <a:lnTo>
                  <a:pt x="25050" y="19713"/>
                </a:lnTo>
                <a:lnTo>
                  <a:pt x="25050" y="19713"/>
                </a:lnTo>
                <a:lnTo>
                  <a:pt x="25051" y="19713"/>
                </a:lnTo>
                <a:lnTo>
                  <a:pt x="25051" y="19713"/>
                </a:lnTo>
                <a:lnTo>
                  <a:pt x="25051" y="19713"/>
                </a:lnTo>
                <a:lnTo>
                  <a:pt x="25052" y="19713"/>
                </a:lnTo>
                <a:lnTo>
                  <a:pt x="25052" y="19713"/>
                </a:lnTo>
                <a:lnTo>
                  <a:pt x="25052" y="19713"/>
                </a:lnTo>
                <a:lnTo>
                  <a:pt x="25053" y="19713"/>
                </a:lnTo>
                <a:lnTo>
                  <a:pt x="25053" y="19713"/>
                </a:lnTo>
                <a:lnTo>
                  <a:pt x="25053" y="19713"/>
                </a:lnTo>
                <a:lnTo>
                  <a:pt x="25054" y="19713"/>
                </a:lnTo>
                <a:lnTo>
                  <a:pt x="25054" y="19713"/>
                </a:lnTo>
                <a:lnTo>
                  <a:pt x="25054" y="19713"/>
                </a:lnTo>
                <a:lnTo>
                  <a:pt x="25055" y="19713"/>
                </a:lnTo>
                <a:lnTo>
                  <a:pt x="25055" y="19713"/>
                </a:lnTo>
                <a:lnTo>
                  <a:pt x="25055" y="19713"/>
                </a:lnTo>
                <a:lnTo>
                  <a:pt x="25056" y="19713"/>
                </a:lnTo>
                <a:lnTo>
                  <a:pt x="25056" y="19713"/>
                </a:lnTo>
                <a:lnTo>
                  <a:pt x="25056" y="19713"/>
                </a:lnTo>
                <a:lnTo>
                  <a:pt x="25057" y="19713"/>
                </a:lnTo>
                <a:lnTo>
                  <a:pt x="25057" y="19713"/>
                </a:lnTo>
                <a:lnTo>
                  <a:pt x="25057" y="19713"/>
                </a:lnTo>
                <a:lnTo>
                  <a:pt x="25058" y="19713"/>
                </a:lnTo>
                <a:lnTo>
                  <a:pt x="25058" y="19713"/>
                </a:lnTo>
                <a:lnTo>
                  <a:pt x="25058" y="19713"/>
                </a:lnTo>
                <a:lnTo>
                  <a:pt x="25059" y="19713"/>
                </a:lnTo>
                <a:lnTo>
                  <a:pt x="25059" y="19713"/>
                </a:lnTo>
                <a:lnTo>
                  <a:pt x="25059" y="19713"/>
                </a:lnTo>
                <a:lnTo>
                  <a:pt x="25060" y="19713"/>
                </a:lnTo>
                <a:lnTo>
                  <a:pt x="25060" y="19713"/>
                </a:lnTo>
                <a:lnTo>
                  <a:pt x="25061" y="19713"/>
                </a:lnTo>
                <a:lnTo>
                  <a:pt x="25061" y="19713"/>
                </a:lnTo>
                <a:lnTo>
                  <a:pt x="25061" y="19713"/>
                </a:lnTo>
                <a:lnTo>
                  <a:pt x="25062" y="19713"/>
                </a:lnTo>
                <a:lnTo>
                  <a:pt x="25062" y="19713"/>
                </a:lnTo>
                <a:lnTo>
                  <a:pt x="25062" y="19713"/>
                </a:lnTo>
                <a:lnTo>
                  <a:pt x="25063" y="19713"/>
                </a:lnTo>
                <a:lnTo>
                  <a:pt x="25063" y="19713"/>
                </a:lnTo>
                <a:lnTo>
                  <a:pt x="25063" y="19713"/>
                </a:lnTo>
                <a:lnTo>
                  <a:pt x="25064" y="19713"/>
                </a:lnTo>
                <a:lnTo>
                  <a:pt x="25064" y="19713"/>
                </a:lnTo>
                <a:lnTo>
                  <a:pt x="25064" y="19713"/>
                </a:lnTo>
                <a:lnTo>
                  <a:pt x="25065" y="19713"/>
                </a:lnTo>
                <a:lnTo>
                  <a:pt x="25065" y="19713"/>
                </a:lnTo>
                <a:lnTo>
                  <a:pt x="25065" y="19713"/>
                </a:lnTo>
                <a:lnTo>
                  <a:pt x="25066" y="19713"/>
                </a:lnTo>
                <a:lnTo>
                  <a:pt x="25066" y="19713"/>
                </a:lnTo>
                <a:lnTo>
                  <a:pt x="25066" y="19713"/>
                </a:lnTo>
                <a:lnTo>
                  <a:pt x="25067" y="19713"/>
                </a:lnTo>
                <a:lnTo>
                  <a:pt x="25067" y="19713"/>
                </a:lnTo>
                <a:lnTo>
                  <a:pt x="25067" y="19713"/>
                </a:lnTo>
                <a:lnTo>
                  <a:pt x="25068" y="19713"/>
                </a:lnTo>
                <a:lnTo>
                  <a:pt x="25068" y="19713"/>
                </a:lnTo>
                <a:lnTo>
                  <a:pt x="25068" y="19713"/>
                </a:lnTo>
                <a:lnTo>
                  <a:pt x="25069" y="19713"/>
                </a:lnTo>
                <a:lnTo>
                  <a:pt x="25069" y="19713"/>
                </a:lnTo>
                <a:lnTo>
                  <a:pt x="25069" y="19713"/>
                </a:lnTo>
                <a:lnTo>
                  <a:pt x="25070" y="19713"/>
                </a:lnTo>
                <a:lnTo>
                  <a:pt x="25070" y="19713"/>
                </a:lnTo>
                <a:lnTo>
                  <a:pt x="25071" y="19713"/>
                </a:lnTo>
                <a:lnTo>
                  <a:pt x="25071" y="19713"/>
                </a:lnTo>
                <a:lnTo>
                  <a:pt x="25071" y="19713"/>
                </a:lnTo>
                <a:lnTo>
                  <a:pt x="25072" y="19713"/>
                </a:lnTo>
                <a:lnTo>
                  <a:pt x="25072" y="19713"/>
                </a:lnTo>
                <a:lnTo>
                  <a:pt x="25072" y="19713"/>
                </a:lnTo>
                <a:lnTo>
                  <a:pt x="25073" y="19713"/>
                </a:lnTo>
                <a:lnTo>
                  <a:pt x="25073" y="19713"/>
                </a:lnTo>
                <a:lnTo>
                  <a:pt x="25073" y="19713"/>
                </a:lnTo>
                <a:lnTo>
                  <a:pt x="25074" y="19713"/>
                </a:lnTo>
                <a:lnTo>
                  <a:pt x="25074" y="19713"/>
                </a:lnTo>
                <a:lnTo>
                  <a:pt x="25074" y="19713"/>
                </a:lnTo>
                <a:lnTo>
                  <a:pt x="25075" y="19713"/>
                </a:lnTo>
                <a:lnTo>
                  <a:pt x="25075" y="19713"/>
                </a:lnTo>
                <a:lnTo>
                  <a:pt x="25075" y="19713"/>
                </a:lnTo>
                <a:lnTo>
                  <a:pt x="25076" y="19713"/>
                </a:lnTo>
                <a:lnTo>
                  <a:pt x="25076" y="19713"/>
                </a:lnTo>
                <a:lnTo>
                  <a:pt x="25076" y="19713"/>
                </a:lnTo>
                <a:lnTo>
                  <a:pt x="25077" y="19713"/>
                </a:lnTo>
                <a:lnTo>
                  <a:pt x="25077" y="19713"/>
                </a:lnTo>
                <a:lnTo>
                  <a:pt x="25077" y="19713"/>
                </a:lnTo>
                <a:lnTo>
                  <a:pt x="25078" y="19713"/>
                </a:lnTo>
                <a:lnTo>
                  <a:pt x="25078" y="19713"/>
                </a:lnTo>
                <a:lnTo>
                  <a:pt x="25078" y="19713"/>
                </a:lnTo>
                <a:lnTo>
                  <a:pt x="25079" y="19713"/>
                </a:lnTo>
                <a:lnTo>
                  <a:pt x="25079" y="19713"/>
                </a:lnTo>
                <a:lnTo>
                  <a:pt x="25079" y="19713"/>
                </a:lnTo>
                <a:lnTo>
                  <a:pt x="25080" y="19713"/>
                </a:lnTo>
                <a:lnTo>
                  <a:pt x="25080" y="19713"/>
                </a:lnTo>
                <a:lnTo>
                  <a:pt x="25081" y="19713"/>
                </a:lnTo>
                <a:lnTo>
                  <a:pt x="25081" y="19713"/>
                </a:lnTo>
                <a:lnTo>
                  <a:pt x="25081" y="19713"/>
                </a:lnTo>
                <a:lnTo>
                  <a:pt x="25082" y="19713"/>
                </a:lnTo>
                <a:lnTo>
                  <a:pt x="25082" y="19713"/>
                </a:lnTo>
                <a:lnTo>
                  <a:pt x="25082" y="19713"/>
                </a:lnTo>
                <a:lnTo>
                  <a:pt x="25083" y="19713"/>
                </a:lnTo>
                <a:lnTo>
                  <a:pt x="25083" y="19713"/>
                </a:lnTo>
                <a:lnTo>
                  <a:pt x="25083" y="19713"/>
                </a:lnTo>
                <a:lnTo>
                  <a:pt x="25084" y="19713"/>
                </a:lnTo>
                <a:lnTo>
                  <a:pt x="25084" y="19713"/>
                </a:lnTo>
                <a:lnTo>
                  <a:pt x="25084" y="19713"/>
                </a:lnTo>
                <a:lnTo>
                  <a:pt x="25085" y="19713"/>
                </a:lnTo>
                <a:lnTo>
                  <a:pt x="25085" y="19713"/>
                </a:lnTo>
                <a:lnTo>
                  <a:pt x="25085" y="19713"/>
                </a:lnTo>
                <a:lnTo>
                  <a:pt x="25086" y="19713"/>
                </a:lnTo>
                <a:lnTo>
                  <a:pt x="25086" y="19713"/>
                </a:lnTo>
                <a:lnTo>
                  <a:pt x="25086" y="19713"/>
                </a:lnTo>
                <a:lnTo>
                  <a:pt x="25087" y="19713"/>
                </a:lnTo>
                <a:lnTo>
                  <a:pt x="25087" y="19713"/>
                </a:lnTo>
                <a:lnTo>
                  <a:pt x="25087" y="19713"/>
                </a:lnTo>
                <a:lnTo>
                  <a:pt x="25088" y="19713"/>
                </a:lnTo>
                <a:lnTo>
                  <a:pt x="25088" y="19713"/>
                </a:lnTo>
                <a:lnTo>
                  <a:pt x="25089" y="19713"/>
                </a:lnTo>
                <a:lnTo>
                  <a:pt x="25089" y="19713"/>
                </a:lnTo>
                <a:lnTo>
                  <a:pt x="25089" y="19713"/>
                </a:lnTo>
                <a:lnTo>
                  <a:pt x="25090" y="19713"/>
                </a:lnTo>
                <a:lnTo>
                  <a:pt x="25090" y="19713"/>
                </a:lnTo>
                <a:lnTo>
                  <a:pt x="25090" y="19713"/>
                </a:lnTo>
                <a:lnTo>
                  <a:pt x="25091" y="19713"/>
                </a:lnTo>
                <a:lnTo>
                  <a:pt x="25091" y="19713"/>
                </a:lnTo>
                <a:lnTo>
                  <a:pt x="25091" y="19713"/>
                </a:lnTo>
                <a:lnTo>
                  <a:pt x="25092" y="19713"/>
                </a:lnTo>
                <a:lnTo>
                  <a:pt x="25092" y="19713"/>
                </a:lnTo>
                <a:lnTo>
                  <a:pt x="25092" y="19713"/>
                </a:lnTo>
                <a:lnTo>
                  <a:pt x="25093" y="19713"/>
                </a:lnTo>
                <a:lnTo>
                  <a:pt x="25093" y="19713"/>
                </a:lnTo>
                <a:lnTo>
                  <a:pt x="25093" y="19713"/>
                </a:lnTo>
                <a:lnTo>
                  <a:pt x="25094" y="19713"/>
                </a:lnTo>
                <a:lnTo>
                  <a:pt x="25094" y="19713"/>
                </a:lnTo>
                <a:lnTo>
                  <a:pt x="25094" y="19713"/>
                </a:lnTo>
                <a:lnTo>
                  <a:pt x="25095" y="19713"/>
                </a:lnTo>
                <a:lnTo>
                  <a:pt x="25095" y="19713"/>
                </a:lnTo>
                <a:lnTo>
                  <a:pt x="25095" y="19713"/>
                </a:lnTo>
                <a:lnTo>
                  <a:pt x="25096" y="19713"/>
                </a:lnTo>
                <a:lnTo>
                  <a:pt x="25096" y="19713"/>
                </a:lnTo>
                <a:lnTo>
                  <a:pt x="25096" y="19713"/>
                </a:lnTo>
                <a:lnTo>
                  <a:pt x="25097" y="19713"/>
                </a:lnTo>
                <a:lnTo>
                  <a:pt x="25097" y="19713"/>
                </a:lnTo>
                <a:lnTo>
                  <a:pt x="25098" y="19713"/>
                </a:lnTo>
                <a:lnTo>
                  <a:pt x="25098" y="19713"/>
                </a:lnTo>
                <a:lnTo>
                  <a:pt x="25098" y="19713"/>
                </a:lnTo>
                <a:lnTo>
                  <a:pt x="25099" y="19713"/>
                </a:lnTo>
                <a:lnTo>
                  <a:pt x="25099" y="19713"/>
                </a:lnTo>
                <a:lnTo>
                  <a:pt x="25099" y="19713"/>
                </a:lnTo>
                <a:lnTo>
                  <a:pt x="25100" y="19713"/>
                </a:lnTo>
                <a:lnTo>
                  <a:pt x="25100" y="19713"/>
                </a:lnTo>
                <a:lnTo>
                  <a:pt x="25100" y="19713"/>
                </a:lnTo>
                <a:lnTo>
                  <a:pt x="25101" y="19713"/>
                </a:lnTo>
                <a:lnTo>
                  <a:pt x="25101" y="19713"/>
                </a:lnTo>
                <a:lnTo>
                  <a:pt x="25101" y="19713"/>
                </a:lnTo>
                <a:lnTo>
                  <a:pt x="25102" y="19713"/>
                </a:lnTo>
                <a:lnTo>
                  <a:pt x="25102" y="19713"/>
                </a:lnTo>
                <a:lnTo>
                  <a:pt x="25102" y="19713"/>
                </a:lnTo>
                <a:lnTo>
                  <a:pt x="25103" y="19713"/>
                </a:lnTo>
                <a:lnTo>
                  <a:pt x="25103" y="19713"/>
                </a:lnTo>
                <a:lnTo>
                  <a:pt x="25103" y="19713"/>
                </a:lnTo>
                <a:lnTo>
                  <a:pt x="25104" y="19713"/>
                </a:lnTo>
                <a:lnTo>
                  <a:pt x="25104" y="19713"/>
                </a:lnTo>
                <a:lnTo>
                  <a:pt x="25104" y="19713"/>
                </a:lnTo>
                <a:lnTo>
                  <a:pt x="25105" y="19713"/>
                </a:lnTo>
                <a:lnTo>
                  <a:pt x="25105" y="19713"/>
                </a:lnTo>
                <a:lnTo>
                  <a:pt x="25106" y="19713"/>
                </a:lnTo>
                <a:lnTo>
                  <a:pt x="25106" y="19713"/>
                </a:lnTo>
                <a:lnTo>
                  <a:pt x="25106" y="19713"/>
                </a:lnTo>
                <a:lnTo>
                  <a:pt x="25107" y="19713"/>
                </a:lnTo>
                <a:lnTo>
                  <a:pt x="25107" y="19713"/>
                </a:lnTo>
                <a:lnTo>
                  <a:pt x="25107" y="19713"/>
                </a:lnTo>
                <a:lnTo>
                  <a:pt x="25108" y="19713"/>
                </a:lnTo>
                <a:lnTo>
                  <a:pt x="25108" y="19713"/>
                </a:lnTo>
                <a:lnTo>
                  <a:pt x="25108" y="19713"/>
                </a:lnTo>
                <a:lnTo>
                  <a:pt x="25109" y="19713"/>
                </a:lnTo>
                <a:lnTo>
                  <a:pt x="25109" y="19713"/>
                </a:lnTo>
                <a:lnTo>
                  <a:pt x="25109" y="19713"/>
                </a:lnTo>
                <a:lnTo>
                  <a:pt x="25110" y="19713"/>
                </a:lnTo>
                <a:lnTo>
                  <a:pt x="25110" y="19713"/>
                </a:lnTo>
                <a:lnTo>
                  <a:pt x="25110" y="19713"/>
                </a:lnTo>
                <a:lnTo>
                  <a:pt x="25111" y="19713"/>
                </a:lnTo>
                <a:lnTo>
                  <a:pt x="25111" y="19713"/>
                </a:lnTo>
                <a:lnTo>
                  <a:pt x="25111" y="19713"/>
                </a:lnTo>
                <a:lnTo>
                  <a:pt x="25112" y="19713"/>
                </a:lnTo>
                <a:lnTo>
                  <a:pt x="25112" y="19713"/>
                </a:lnTo>
                <a:lnTo>
                  <a:pt x="25112" y="19713"/>
                </a:lnTo>
                <a:lnTo>
                  <a:pt x="25113" y="19713"/>
                </a:lnTo>
                <a:lnTo>
                  <a:pt x="25113" y="19713"/>
                </a:lnTo>
                <a:lnTo>
                  <a:pt x="25114" y="19713"/>
                </a:lnTo>
                <a:lnTo>
                  <a:pt x="25114" y="19713"/>
                </a:lnTo>
                <a:lnTo>
                  <a:pt x="25114" y="19713"/>
                </a:lnTo>
                <a:lnTo>
                  <a:pt x="25115" y="19713"/>
                </a:lnTo>
                <a:lnTo>
                  <a:pt x="25115" y="19713"/>
                </a:lnTo>
                <a:lnTo>
                  <a:pt x="25115" y="19713"/>
                </a:lnTo>
                <a:lnTo>
                  <a:pt x="25116" y="19713"/>
                </a:lnTo>
                <a:lnTo>
                  <a:pt x="25116" y="19713"/>
                </a:lnTo>
                <a:lnTo>
                  <a:pt x="25116" y="19713"/>
                </a:lnTo>
                <a:lnTo>
                  <a:pt x="25117" y="19713"/>
                </a:lnTo>
                <a:lnTo>
                  <a:pt x="25117" y="19713"/>
                </a:lnTo>
                <a:lnTo>
                  <a:pt x="25117" y="19713"/>
                </a:lnTo>
                <a:lnTo>
                  <a:pt x="25118" y="19713"/>
                </a:lnTo>
                <a:lnTo>
                  <a:pt x="25118" y="19713"/>
                </a:lnTo>
                <a:lnTo>
                  <a:pt x="25118" y="19713"/>
                </a:lnTo>
                <a:lnTo>
                  <a:pt x="25119" y="19713"/>
                </a:lnTo>
                <a:lnTo>
                  <a:pt x="25119" y="19713"/>
                </a:lnTo>
                <a:lnTo>
                  <a:pt x="25119" y="19713"/>
                </a:lnTo>
                <a:lnTo>
                  <a:pt x="25120" y="19713"/>
                </a:lnTo>
                <a:lnTo>
                  <a:pt x="25120" y="19713"/>
                </a:lnTo>
                <a:lnTo>
                  <a:pt x="25120" y="19713"/>
                </a:lnTo>
                <a:lnTo>
                  <a:pt x="25121" y="19713"/>
                </a:lnTo>
                <a:lnTo>
                  <a:pt x="25121" y="19713"/>
                </a:lnTo>
                <a:lnTo>
                  <a:pt x="25122" y="19713"/>
                </a:lnTo>
                <a:lnTo>
                  <a:pt x="25122" y="19713"/>
                </a:lnTo>
                <a:lnTo>
                  <a:pt x="25122" y="19713"/>
                </a:lnTo>
                <a:lnTo>
                  <a:pt x="25123" y="19713"/>
                </a:lnTo>
                <a:lnTo>
                  <a:pt x="25123" y="19713"/>
                </a:lnTo>
                <a:lnTo>
                  <a:pt x="25123" y="19713"/>
                </a:lnTo>
                <a:lnTo>
                  <a:pt x="25124" y="19713"/>
                </a:lnTo>
                <a:lnTo>
                  <a:pt x="25124" y="19713"/>
                </a:lnTo>
                <a:lnTo>
                  <a:pt x="25124" y="19713"/>
                </a:lnTo>
                <a:lnTo>
                  <a:pt x="25125" y="19713"/>
                </a:lnTo>
                <a:lnTo>
                  <a:pt x="25125" y="19713"/>
                </a:lnTo>
                <a:lnTo>
                  <a:pt x="25125" y="19713"/>
                </a:lnTo>
                <a:lnTo>
                  <a:pt x="25126" y="19713"/>
                </a:lnTo>
                <a:lnTo>
                  <a:pt x="25126" y="19713"/>
                </a:lnTo>
                <a:lnTo>
                  <a:pt x="25126" y="19713"/>
                </a:lnTo>
                <a:lnTo>
                  <a:pt x="25127" y="19713"/>
                </a:lnTo>
                <a:lnTo>
                  <a:pt x="25127" y="19713"/>
                </a:lnTo>
                <a:lnTo>
                  <a:pt x="25127" y="19713"/>
                </a:lnTo>
                <a:lnTo>
                  <a:pt x="25128" y="19713"/>
                </a:lnTo>
                <a:lnTo>
                  <a:pt x="25128" y="19713"/>
                </a:lnTo>
                <a:lnTo>
                  <a:pt x="25129" y="19713"/>
                </a:lnTo>
                <a:lnTo>
                  <a:pt x="25129" y="19713"/>
                </a:lnTo>
                <a:lnTo>
                  <a:pt x="25129" y="19713"/>
                </a:lnTo>
                <a:lnTo>
                  <a:pt x="25130" y="19713"/>
                </a:lnTo>
                <a:lnTo>
                  <a:pt x="25130" y="19713"/>
                </a:lnTo>
                <a:lnTo>
                  <a:pt x="25130" y="19713"/>
                </a:lnTo>
                <a:lnTo>
                  <a:pt x="25131" y="19713"/>
                </a:lnTo>
                <a:lnTo>
                  <a:pt x="25131" y="19713"/>
                </a:lnTo>
                <a:lnTo>
                  <a:pt x="25131" y="19713"/>
                </a:lnTo>
                <a:lnTo>
                  <a:pt x="25132" y="19713"/>
                </a:lnTo>
                <a:lnTo>
                  <a:pt x="25132" y="19713"/>
                </a:lnTo>
                <a:lnTo>
                  <a:pt x="25132" y="19713"/>
                </a:lnTo>
                <a:lnTo>
                  <a:pt x="25133" y="19713"/>
                </a:lnTo>
                <a:lnTo>
                  <a:pt x="25133" y="19713"/>
                </a:lnTo>
                <a:lnTo>
                  <a:pt x="25133" y="19713"/>
                </a:lnTo>
                <a:lnTo>
                  <a:pt x="25134" y="19713"/>
                </a:lnTo>
                <a:lnTo>
                  <a:pt x="25134" y="19713"/>
                </a:lnTo>
                <a:lnTo>
                  <a:pt x="25134" y="19713"/>
                </a:lnTo>
                <a:lnTo>
                  <a:pt x="25135" y="19713"/>
                </a:lnTo>
                <a:lnTo>
                  <a:pt x="25135" y="19713"/>
                </a:lnTo>
                <a:lnTo>
                  <a:pt x="25135" y="19713"/>
                </a:lnTo>
                <a:lnTo>
                  <a:pt x="25136" y="19713"/>
                </a:lnTo>
                <a:lnTo>
                  <a:pt x="25136" y="19713"/>
                </a:lnTo>
                <a:lnTo>
                  <a:pt x="25137" y="19713"/>
                </a:lnTo>
                <a:lnTo>
                  <a:pt x="25137" y="19713"/>
                </a:lnTo>
                <a:lnTo>
                  <a:pt x="25137" y="19713"/>
                </a:lnTo>
                <a:lnTo>
                  <a:pt x="25138" y="19713"/>
                </a:lnTo>
                <a:lnTo>
                  <a:pt x="25138" y="19713"/>
                </a:lnTo>
                <a:lnTo>
                  <a:pt x="25138" y="19713"/>
                </a:lnTo>
                <a:lnTo>
                  <a:pt x="25139" y="19713"/>
                </a:lnTo>
                <a:lnTo>
                  <a:pt x="25139" y="19713"/>
                </a:lnTo>
                <a:lnTo>
                  <a:pt x="25139" y="19713"/>
                </a:lnTo>
                <a:lnTo>
                  <a:pt x="25140" y="19713"/>
                </a:lnTo>
                <a:lnTo>
                  <a:pt x="25140" y="19713"/>
                </a:lnTo>
                <a:lnTo>
                  <a:pt x="25140" y="19713"/>
                </a:lnTo>
                <a:lnTo>
                  <a:pt x="25141" y="19713"/>
                </a:lnTo>
                <a:lnTo>
                  <a:pt x="25141" y="19713"/>
                </a:lnTo>
                <a:lnTo>
                  <a:pt x="25141" y="19713"/>
                </a:lnTo>
                <a:lnTo>
                  <a:pt x="25142" y="19713"/>
                </a:lnTo>
                <a:lnTo>
                  <a:pt x="25142" y="19713"/>
                </a:lnTo>
                <a:lnTo>
                  <a:pt x="25142" y="19713"/>
                </a:lnTo>
                <a:lnTo>
                  <a:pt x="25143" y="19713"/>
                </a:lnTo>
                <a:lnTo>
                  <a:pt x="25143" y="19713"/>
                </a:lnTo>
                <a:lnTo>
                  <a:pt x="25144" y="19713"/>
                </a:lnTo>
                <a:lnTo>
                  <a:pt x="25144" y="19713"/>
                </a:lnTo>
                <a:lnTo>
                  <a:pt x="25144" y="19713"/>
                </a:lnTo>
                <a:lnTo>
                  <a:pt x="25145" y="19713"/>
                </a:lnTo>
                <a:lnTo>
                  <a:pt x="25145" y="19713"/>
                </a:lnTo>
                <a:lnTo>
                  <a:pt x="25145" y="19713"/>
                </a:lnTo>
                <a:lnTo>
                  <a:pt x="25146" y="19713"/>
                </a:lnTo>
                <a:lnTo>
                  <a:pt x="25146" y="19713"/>
                </a:lnTo>
                <a:lnTo>
                  <a:pt x="25146" y="19713"/>
                </a:lnTo>
                <a:lnTo>
                  <a:pt x="25147" y="19713"/>
                </a:lnTo>
                <a:lnTo>
                  <a:pt x="25147" y="19713"/>
                </a:lnTo>
                <a:lnTo>
                  <a:pt x="25147" y="19713"/>
                </a:lnTo>
                <a:lnTo>
                  <a:pt x="25148" y="19713"/>
                </a:lnTo>
                <a:lnTo>
                  <a:pt x="25148" y="19713"/>
                </a:lnTo>
                <a:lnTo>
                  <a:pt x="25148" y="19713"/>
                </a:lnTo>
                <a:lnTo>
                  <a:pt x="25149" y="19713"/>
                </a:lnTo>
                <a:lnTo>
                  <a:pt x="25149" y="19713"/>
                </a:lnTo>
                <a:lnTo>
                  <a:pt x="25149" y="19713"/>
                </a:lnTo>
                <a:lnTo>
                  <a:pt x="25150" y="19713"/>
                </a:lnTo>
                <a:lnTo>
                  <a:pt x="25150" y="19713"/>
                </a:lnTo>
                <a:lnTo>
                  <a:pt x="25151" y="19713"/>
                </a:lnTo>
                <a:lnTo>
                  <a:pt x="25151" y="19713"/>
                </a:lnTo>
                <a:lnTo>
                  <a:pt x="25151" y="19713"/>
                </a:lnTo>
                <a:lnTo>
                  <a:pt x="25152" y="19713"/>
                </a:lnTo>
                <a:lnTo>
                  <a:pt x="25152" y="19713"/>
                </a:lnTo>
                <a:lnTo>
                  <a:pt x="25152" y="19713"/>
                </a:lnTo>
                <a:lnTo>
                  <a:pt x="25153" y="19713"/>
                </a:lnTo>
                <a:lnTo>
                  <a:pt x="25153" y="19713"/>
                </a:lnTo>
                <a:lnTo>
                  <a:pt x="25153" y="19713"/>
                </a:lnTo>
                <a:lnTo>
                  <a:pt x="25154" y="19713"/>
                </a:lnTo>
                <a:lnTo>
                  <a:pt x="25154" y="19713"/>
                </a:lnTo>
                <a:lnTo>
                  <a:pt x="25154" y="19713"/>
                </a:lnTo>
                <a:lnTo>
                  <a:pt x="25155" y="19713"/>
                </a:lnTo>
                <a:lnTo>
                  <a:pt x="25155" y="19713"/>
                </a:lnTo>
                <a:lnTo>
                  <a:pt x="25155" y="19713"/>
                </a:lnTo>
                <a:lnTo>
                  <a:pt x="25156" y="19713"/>
                </a:lnTo>
                <a:lnTo>
                  <a:pt x="25156" y="19713"/>
                </a:lnTo>
                <a:lnTo>
                  <a:pt x="25157" y="19713"/>
                </a:lnTo>
                <a:lnTo>
                  <a:pt x="25157" y="19713"/>
                </a:lnTo>
                <a:lnTo>
                  <a:pt x="25157" y="19713"/>
                </a:lnTo>
                <a:lnTo>
                  <a:pt x="25158" y="19713"/>
                </a:lnTo>
                <a:lnTo>
                  <a:pt x="25158" y="19713"/>
                </a:lnTo>
                <a:lnTo>
                  <a:pt x="25158" y="19713"/>
                </a:lnTo>
                <a:lnTo>
                  <a:pt x="25159" y="19713"/>
                </a:lnTo>
                <a:lnTo>
                  <a:pt x="25159" y="19713"/>
                </a:lnTo>
                <a:lnTo>
                  <a:pt x="25159" y="19713"/>
                </a:lnTo>
                <a:lnTo>
                  <a:pt x="25160" y="19713"/>
                </a:lnTo>
                <a:lnTo>
                  <a:pt x="25160" y="19713"/>
                </a:lnTo>
                <a:lnTo>
                  <a:pt x="25160" y="19713"/>
                </a:lnTo>
                <a:lnTo>
                  <a:pt x="25161" y="19713"/>
                </a:lnTo>
                <a:lnTo>
                  <a:pt x="25161" y="19713"/>
                </a:lnTo>
                <a:lnTo>
                  <a:pt x="25161" y="19713"/>
                </a:lnTo>
                <a:lnTo>
                  <a:pt x="25162" y="19713"/>
                </a:lnTo>
                <a:lnTo>
                  <a:pt x="25162" y="19713"/>
                </a:lnTo>
                <a:lnTo>
                  <a:pt x="25162" y="19713"/>
                </a:lnTo>
                <a:lnTo>
                  <a:pt x="25163" y="19713"/>
                </a:lnTo>
                <a:lnTo>
                  <a:pt x="25163" y="19713"/>
                </a:lnTo>
                <a:lnTo>
                  <a:pt x="25164" y="19713"/>
                </a:lnTo>
                <a:lnTo>
                  <a:pt x="25164" y="19713"/>
                </a:lnTo>
                <a:lnTo>
                  <a:pt x="25164" y="19713"/>
                </a:lnTo>
                <a:lnTo>
                  <a:pt x="25165" y="19713"/>
                </a:lnTo>
                <a:lnTo>
                  <a:pt x="25165" y="19713"/>
                </a:lnTo>
                <a:lnTo>
                  <a:pt x="25165" y="19713"/>
                </a:lnTo>
                <a:lnTo>
                  <a:pt x="25166" y="19713"/>
                </a:lnTo>
                <a:lnTo>
                  <a:pt x="25166" y="19713"/>
                </a:lnTo>
                <a:lnTo>
                  <a:pt x="25166" y="19713"/>
                </a:lnTo>
                <a:lnTo>
                  <a:pt x="25167" y="19713"/>
                </a:lnTo>
                <a:lnTo>
                  <a:pt x="25167" y="19713"/>
                </a:lnTo>
                <a:lnTo>
                  <a:pt x="25167" y="19713"/>
                </a:lnTo>
                <a:lnTo>
                  <a:pt x="25168" y="19713"/>
                </a:lnTo>
                <a:lnTo>
                  <a:pt x="25168" y="19713"/>
                </a:lnTo>
                <a:lnTo>
                  <a:pt x="25168" y="19713"/>
                </a:lnTo>
                <a:lnTo>
                  <a:pt x="25169" y="19713"/>
                </a:lnTo>
                <a:lnTo>
                  <a:pt x="25169" y="19713"/>
                </a:lnTo>
                <a:lnTo>
                  <a:pt x="25169" y="19713"/>
                </a:lnTo>
                <a:lnTo>
                  <a:pt x="25170" y="19713"/>
                </a:lnTo>
                <a:lnTo>
                  <a:pt x="25170" y="19713"/>
                </a:lnTo>
                <a:lnTo>
                  <a:pt x="25171" y="19713"/>
                </a:lnTo>
                <a:lnTo>
                  <a:pt x="25171" y="19713"/>
                </a:lnTo>
                <a:lnTo>
                  <a:pt x="25171" y="19713"/>
                </a:lnTo>
                <a:lnTo>
                  <a:pt x="25172" y="19713"/>
                </a:lnTo>
                <a:lnTo>
                  <a:pt x="25172" y="19713"/>
                </a:lnTo>
                <a:lnTo>
                  <a:pt x="25172" y="19713"/>
                </a:lnTo>
                <a:lnTo>
                  <a:pt x="25173" y="19713"/>
                </a:lnTo>
                <a:lnTo>
                  <a:pt x="25173" y="19713"/>
                </a:lnTo>
                <a:lnTo>
                  <a:pt x="25173" y="19713"/>
                </a:lnTo>
                <a:lnTo>
                  <a:pt x="25174" y="19713"/>
                </a:lnTo>
                <a:lnTo>
                  <a:pt x="25174" y="19713"/>
                </a:lnTo>
                <a:lnTo>
                  <a:pt x="25174" y="19713"/>
                </a:lnTo>
                <a:lnTo>
                  <a:pt x="25175" y="19713"/>
                </a:lnTo>
                <a:lnTo>
                  <a:pt x="25175" y="19713"/>
                </a:lnTo>
                <a:lnTo>
                  <a:pt x="25175" y="19713"/>
                </a:lnTo>
                <a:lnTo>
                  <a:pt x="25176" y="19713"/>
                </a:lnTo>
                <a:lnTo>
                  <a:pt x="25176" y="19713"/>
                </a:lnTo>
                <a:lnTo>
                  <a:pt x="25177" y="19713"/>
                </a:lnTo>
                <a:lnTo>
                  <a:pt x="25177" y="19713"/>
                </a:lnTo>
                <a:lnTo>
                  <a:pt x="25177" y="19713"/>
                </a:lnTo>
                <a:lnTo>
                  <a:pt x="25178" y="19713"/>
                </a:lnTo>
                <a:lnTo>
                  <a:pt x="25178" y="19713"/>
                </a:lnTo>
                <a:lnTo>
                  <a:pt x="25178" y="19713"/>
                </a:lnTo>
                <a:lnTo>
                  <a:pt x="25179" y="19713"/>
                </a:lnTo>
                <a:lnTo>
                  <a:pt x="25179" y="19713"/>
                </a:lnTo>
                <a:lnTo>
                  <a:pt x="25179" y="19713"/>
                </a:lnTo>
                <a:lnTo>
                  <a:pt x="25180" y="19713"/>
                </a:lnTo>
                <a:lnTo>
                  <a:pt x="25180" y="19713"/>
                </a:lnTo>
                <a:lnTo>
                  <a:pt x="25180" y="19713"/>
                </a:lnTo>
                <a:lnTo>
                  <a:pt x="25181" y="19713"/>
                </a:lnTo>
                <a:lnTo>
                  <a:pt x="25181" y="19713"/>
                </a:lnTo>
                <a:lnTo>
                  <a:pt x="25181" y="19713"/>
                </a:lnTo>
                <a:lnTo>
                  <a:pt x="25182" y="19713"/>
                </a:lnTo>
                <a:lnTo>
                  <a:pt x="25182" y="19713"/>
                </a:lnTo>
                <a:lnTo>
                  <a:pt x="25183" y="19713"/>
                </a:lnTo>
                <a:lnTo>
                  <a:pt x="25183" y="19713"/>
                </a:lnTo>
                <a:lnTo>
                  <a:pt x="25183" y="19713"/>
                </a:lnTo>
                <a:lnTo>
                  <a:pt x="25184" y="19713"/>
                </a:lnTo>
                <a:lnTo>
                  <a:pt x="25184" y="19713"/>
                </a:lnTo>
                <a:lnTo>
                  <a:pt x="25184" y="19713"/>
                </a:lnTo>
                <a:lnTo>
                  <a:pt x="25185" y="19713"/>
                </a:lnTo>
                <a:lnTo>
                  <a:pt x="25185" y="19713"/>
                </a:lnTo>
                <a:lnTo>
                  <a:pt x="25185" y="19713"/>
                </a:lnTo>
                <a:lnTo>
                  <a:pt x="25186" y="19713"/>
                </a:lnTo>
                <a:lnTo>
                  <a:pt x="25186" y="19713"/>
                </a:lnTo>
                <a:lnTo>
                  <a:pt x="25186" y="19713"/>
                </a:lnTo>
                <a:lnTo>
                  <a:pt x="25187" y="19713"/>
                </a:lnTo>
                <a:lnTo>
                  <a:pt x="25187" y="19713"/>
                </a:lnTo>
                <a:lnTo>
                  <a:pt x="25187" y="19713"/>
                </a:lnTo>
                <a:lnTo>
                  <a:pt x="25188" y="19713"/>
                </a:lnTo>
                <a:lnTo>
                  <a:pt x="25188" y="19713"/>
                </a:lnTo>
                <a:lnTo>
                  <a:pt x="25189" y="19713"/>
                </a:lnTo>
                <a:lnTo>
                  <a:pt x="25189" y="19713"/>
                </a:lnTo>
                <a:lnTo>
                  <a:pt x="25189" y="19713"/>
                </a:lnTo>
                <a:lnTo>
                  <a:pt x="25190" y="19713"/>
                </a:lnTo>
                <a:lnTo>
                  <a:pt x="25190" y="19713"/>
                </a:lnTo>
                <a:lnTo>
                  <a:pt x="25190" y="19713"/>
                </a:lnTo>
                <a:lnTo>
                  <a:pt x="25191" y="19713"/>
                </a:lnTo>
                <a:lnTo>
                  <a:pt x="25191" y="19713"/>
                </a:lnTo>
                <a:lnTo>
                  <a:pt x="25191" y="19713"/>
                </a:lnTo>
                <a:lnTo>
                  <a:pt x="25192" y="19713"/>
                </a:lnTo>
                <a:lnTo>
                  <a:pt x="25192" y="19713"/>
                </a:lnTo>
                <a:lnTo>
                  <a:pt x="25192" y="19713"/>
                </a:lnTo>
                <a:lnTo>
                  <a:pt x="25193" y="19713"/>
                </a:lnTo>
                <a:lnTo>
                  <a:pt x="25193" y="19713"/>
                </a:lnTo>
                <a:lnTo>
                  <a:pt x="25193" y="19713"/>
                </a:lnTo>
                <a:lnTo>
                  <a:pt x="25194" y="19713"/>
                </a:lnTo>
                <a:lnTo>
                  <a:pt x="25194" y="19713"/>
                </a:lnTo>
                <a:lnTo>
                  <a:pt x="25195" y="19713"/>
                </a:lnTo>
                <a:lnTo>
                  <a:pt x="25195" y="19713"/>
                </a:lnTo>
                <a:lnTo>
                  <a:pt x="25195" y="19713"/>
                </a:lnTo>
                <a:lnTo>
                  <a:pt x="25196" y="19713"/>
                </a:lnTo>
                <a:lnTo>
                  <a:pt x="25196" y="19713"/>
                </a:lnTo>
                <a:lnTo>
                  <a:pt x="25196" y="19713"/>
                </a:lnTo>
                <a:lnTo>
                  <a:pt x="25197" y="19713"/>
                </a:lnTo>
                <a:lnTo>
                  <a:pt x="25197" y="19713"/>
                </a:lnTo>
                <a:lnTo>
                  <a:pt x="25197" y="19713"/>
                </a:lnTo>
                <a:lnTo>
                  <a:pt x="25198" y="19713"/>
                </a:lnTo>
                <a:lnTo>
                  <a:pt x="25198" y="19713"/>
                </a:lnTo>
                <a:lnTo>
                  <a:pt x="25198" y="19713"/>
                </a:lnTo>
                <a:lnTo>
                  <a:pt x="25199" y="19713"/>
                </a:lnTo>
                <a:lnTo>
                  <a:pt x="25199" y="19713"/>
                </a:lnTo>
                <a:lnTo>
                  <a:pt x="25199" y="19713"/>
                </a:lnTo>
                <a:lnTo>
                  <a:pt x="25200" y="19713"/>
                </a:lnTo>
                <a:lnTo>
                  <a:pt x="25200" y="19713"/>
                </a:lnTo>
                <a:lnTo>
                  <a:pt x="25201" y="19713"/>
                </a:lnTo>
                <a:lnTo>
                  <a:pt x="25201" y="19713"/>
                </a:lnTo>
                <a:lnTo>
                  <a:pt x="25201" y="19713"/>
                </a:lnTo>
                <a:lnTo>
                  <a:pt x="25202" y="19713"/>
                </a:lnTo>
                <a:lnTo>
                  <a:pt x="25202" y="19713"/>
                </a:lnTo>
                <a:lnTo>
                  <a:pt x="25202" y="19713"/>
                </a:lnTo>
                <a:lnTo>
                  <a:pt x="25203" y="19713"/>
                </a:lnTo>
                <a:lnTo>
                  <a:pt x="25203" y="19713"/>
                </a:lnTo>
                <a:lnTo>
                  <a:pt x="25203" y="19713"/>
                </a:lnTo>
                <a:lnTo>
                  <a:pt x="25204" y="19713"/>
                </a:lnTo>
                <a:lnTo>
                  <a:pt x="25204" y="19713"/>
                </a:lnTo>
                <a:lnTo>
                  <a:pt x="25204" y="19713"/>
                </a:lnTo>
                <a:lnTo>
                  <a:pt x="25205" y="19713"/>
                </a:lnTo>
                <a:lnTo>
                  <a:pt x="25205" y="19713"/>
                </a:lnTo>
                <a:lnTo>
                  <a:pt x="25205" y="19713"/>
                </a:lnTo>
                <a:lnTo>
                  <a:pt x="25206" y="19713"/>
                </a:lnTo>
                <a:lnTo>
                  <a:pt x="25206" y="19713"/>
                </a:lnTo>
                <a:lnTo>
                  <a:pt x="25207" y="19713"/>
                </a:lnTo>
                <a:lnTo>
                  <a:pt x="25207" y="19713"/>
                </a:lnTo>
                <a:lnTo>
                  <a:pt x="25207" y="19713"/>
                </a:lnTo>
                <a:lnTo>
                  <a:pt x="25208" y="19713"/>
                </a:lnTo>
                <a:lnTo>
                  <a:pt x="25208" y="19713"/>
                </a:lnTo>
                <a:lnTo>
                  <a:pt x="25208" y="19713"/>
                </a:lnTo>
                <a:lnTo>
                  <a:pt x="25209" y="19713"/>
                </a:lnTo>
                <a:lnTo>
                  <a:pt x="25209" y="19713"/>
                </a:lnTo>
                <a:lnTo>
                  <a:pt x="25209" y="19713"/>
                </a:lnTo>
                <a:lnTo>
                  <a:pt x="25210" y="19713"/>
                </a:lnTo>
                <a:lnTo>
                  <a:pt x="25210" y="19713"/>
                </a:lnTo>
                <a:lnTo>
                  <a:pt x="25210" y="19713"/>
                </a:lnTo>
                <a:lnTo>
                  <a:pt x="25211" y="19713"/>
                </a:lnTo>
                <a:lnTo>
                  <a:pt x="25211" y="19713"/>
                </a:lnTo>
                <a:lnTo>
                  <a:pt x="25211" y="19713"/>
                </a:lnTo>
                <a:lnTo>
                  <a:pt x="25212" y="19713"/>
                </a:lnTo>
                <a:lnTo>
                  <a:pt x="25212" y="19713"/>
                </a:lnTo>
                <a:lnTo>
                  <a:pt x="25213" y="19713"/>
                </a:lnTo>
                <a:lnTo>
                  <a:pt x="25213" y="19713"/>
                </a:lnTo>
                <a:lnTo>
                  <a:pt x="25213" y="19713"/>
                </a:lnTo>
                <a:lnTo>
                  <a:pt x="25214" y="19713"/>
                </a:lnTo>
                <a:lnTo>
                  <a:pt x="25214" y="19713"/>
                </a:lnTo>
                <a:lnTo>
                  <a:pt x="25214" y="19713"/>
                </a:lnTo>
                <a:lnTo>
                  <a:pt x="25215" y="19713"/>
                </a:lnTo>
                <a:lnTo>
                  <a:pt x="25215" y="19713"/>
                </a:lnTo>
                <a:lnTo>
                  <a:pt x="25215" y="19713"/>
                </a:lnTo>
                <a:lnTo>
                  <a:pt x="25216" y="19713"/>
                </a:lnTo>
                <a:lnTo>
                  <a:pt x="25216" y="19713"/>
                </a:lnTo>
                <a:lnTo>
                  <a:pt x="25216" y="19713"/>
                </a:lnTo>
                <a:lnTo>
                  <a:pt x="25217" y="19713"/>
                </a:lnTo>
                <a:lnTo>
                  <a:pt x="25217" y="19713"/>
                </a:lnTo>
                <a:lnTo>
                  <a:pt x="25218" y="19713"/>
                </a:lnTo>
                <a:lnTo>
                  <a:pt x="25218" y="19713"/>
                </a:lnTo>
                <a:lnTo>
                  <a:pt x="25218" y="19713"/>
                </a:lnTo>
                <a:lnTo>
                  <a:pt x="25219" y="19713"/>
                </a:lnTo>
                <a:lnTo>
                  <a:pt x="25219" y="19713"/>
                </a:lnTo>
                <a:lnTo>
                  <a:pt x="25219" y="19713"/>
                </a:lnTo>
                <a:lnTo>
                  <a:pt x="25220" y="19713"/>
                </a:lnTo>
                <a:lnTo>
                  <a:pt x="25220" y="19713"/>
                </a:lnTo>
                <a:lnTo>
                  <a:pt x="25220" y="19713"/>
                </a:lnTo>
                <a:lnTo>
                  <a:pt x="25221" y="19713"/>
                </a:lnTo>
                <a:lnTo>
                  <a:pt x="25221" y="19713"/>
                </a:lnTo>
                <a:lnTo>
                  <a:pt x="25221" y="19713"/>
                </a:lnTo>
                <a:lnTo>
                  <a:pt x="25222" y="19713"/>
                </a:lnTo>
                <a:lnTo>
                  <a:pt x="25222" y="19713"/>
                </a:lnTo>
                <a:lnTo>
                  <a:pt x="25222" y="19713"/>
                </a:lnTo>
                <a:lnTo>
                  <a:pt x="25223" y="19713"/>
                </a:lnTo>
                <a:lnTo>
                  <a:pt x="25223" y="19713"/>
                </a:lnTo>
                <a:lnTo>
                  <a:pt x="25224" y="19713"/>
                </a:lnTo>
                <a:lnTo>
                  <a:pt x="25224" y="19713"/>
                </a:lnTo>
                <a:lnTo>
                  <a:pt x="25224" y="19713"/>
                </a:lnTo>
                <a:lnTo>
                  <a:pt x="25225" y="19713"/>
                </a:lnTo>
                <a:lnTo>
                  <a:pt x="25225" y="19713"/>
                </a:lnTo>
                <a:lnTo>
                  <a:pt x="25225" y="19713"/>
                </a:lnTo>
                <a:lnTo>
                  <a:pt x="25226" y="19713"/>
                </a:lnTo>
                <a:lnTo>
                  <a:pt x="25226" y="19713"/>
                </a:lnTo>
                <a:lnTo>
                  <a:pt x="25226" y="19713"/>
                </a:lnTo>
                <a:lnTo>
                  <a:pt x="25227" y="19713"/>
                </a:lnTo>
                <a:lnTo>
                  <a:pt x="25227" y="19713"/>
                </a:lnTo>
                <a:lnTo>
                  <a:pt x="25227" y="19713"/>
                </a:lnTo>
                <a:lnTo>
                  <a:pt x="25228" y="19713"/>
                </a:lnTo>
                <a:lnTo>
                  <a:pt x="25228" y="19713"/>
                </a:lnTo>
                <a:lnTo>
                  <a:pt x="25229" y="19713"/>
                </a:lnTo>
                <a:lnTo>
                  <a:pt x="25229" y="19713"/>
                </a:lnTo>
                <a:lnTo>
                  <a:pt x="25229" y="19713"/>
                </a:lnTo>
                <a:lnTo>
                  <a:pt x="25230" y="19713"/>
                </a:lnTo>
                <a:lnTo>
                  <a:pt x="25230" y="19713"/>
                </a:lnTo>
                <a:lnTo>
                  <a:pt x="25230" y="19713"/>
                </a:lnTo>
                <a:lnTo>
                  <a:pt x="25231" y="19713"/>
                </a:lnTo>
                <a:lnTo>
                  <a:pt x="25231" y="19713"/>
                </a:lnTo>
                <a:lnTo>
                  <a:pt x="25231" y="19713"/>
                </a:lnTo>
                <a:lnTo>
                  <a:pt x="25232" y="19713"/>
                </a:lnTo>
                <a:lnTo>
                  <a:pt x="25232" y="19713"/>
                </a:lnTo>
                <a:lnTo>
                  <a:pt x="25232" y="19713"/>
                </a:lnTo>
                <a:lnTo>
                  <a:pt x="25233" y="19713"/>
                </a:lnTo>
                <a:lnTo>
                  <a:pt x="25233" y="19713"/>
                </a:lnTo>
                <a:lnTo>
                  <a:pt x="25234" y="19713"/>
                </a:lnTo>
                <a:lnTo>
                  <a:pt x="25234" y="19713"/>
                </a:lnTo>
                <a:lnTo>
                  <a:pt x="25234" y="19713"/>
                </a:lnTo>
                <a:lnTo>
                  <a:pt x="25235" y="19713"/>
                </a:lnTo>
                <a:lnTo>
                  <a:pt x="25235" y="19713"/>
                </a:lnTo>
                <a:lnTo>
                  <a:pt x="25235" y="19713"/>
                </a:lnTo>
                <a:lnTo>
                  <a:pt x="25236" y="19713"/>
                </a:lnTo>
                <a:lnTo>
                  <a:pt x="25236" y="19713"/>
                </a:lnTo>
                <a:lnTo>
                  <a:pt x="25236" y="19713"/>
                </a:lnTo>
                <a:lnTo>
                  <a:pt x="25237" y="19713"/>
                </a:lnTo>
                <a:lnTo>
                  <a:pt x="25237" y="19713"/>
                </a:lnTo>
                <a:lnTo>
                  <a:pt x="25237" y="19713"/>
                </a:lnTo>
                <a:lnTo>
                  <a:pt x="25238" y="19713"/>
                </a:lnTo>
                <a:lnTo>
                  <a:pt x="25238" y="19713"/>
                </a:lnTo>
                <a:lnTo>
                  <a:pt x="25238" y="19713"/>
                </a:lnTo>
                <a:lnTo>
                  <a:pt x="25239" y="19713"/>
                </a:lnTo>
                <a:lnTo>
                  <a:pt x="25239" y="19713"/>
                </a:lnTo>
                <a:lnTo>
                  <a:pt x="25240" y="19713"/>
                </a:lnTo>
                <a:lnTo>
                  <a:pt x="25240" y="19713"/>
                </a:lnTo>
                <a:lnTo>
                  <a:pt x="25240" y="19713"/>
                </a:lnTo>
                <a:lnTo>
                  <a:pt x="25241" y="19713"/>
                </a:lnTo>
                <a:lnTo>
                  <a:pt x="25241" y="19713"/>
                </a:lnTo>
                <a:lnTo>
                  <a:pt x="25241" y="19713"/>
                </a:lnTo>
                <a:lnTo>
                  <a:pt x="25242" y="19713"/>
                </a:lnTo>
                <a:lnTo>
                  <a:pt x="25242" y="19713"/>
                </a:lnTo>
                <a:lnTo>
                  <a:pt x="25242" y="19713"/>
                </a:lnTo>
                <a:lnTo>
                  <a:pt x="25243" y="19713"/>
                </a:lnTo>
                <a:lnTo>
                  <a:pt x="25243" y="19713"/>
                </a:lnTo>
                <a:lnTo>
                  <a:pt x="25243" y="19713"/>
                </a:lnTo>
                <a:lnTo>
                  <a:pt x="25244" y="19713"/>
                </a:lnTo>
                <a:lnTo>
                  <a:pt x="25244" y="19713"/>
                </a:lnTo>
                <a:lnTo>
                  <a:pt x="25245" y="19713"/>
                </a:lnTo>
                <a:lnTo>
                  <a:pt x="25245" y="19713"/>
                </a:lnTo>
                <a:lnTo>
                  <a:pt x="25245" y="19713"/>
                </a:lnTo>
                <a:lnTo>
                  <a:pt x="25246" y="19713"/>
                </a:lnTo>
                <a:lnTo>
                  <a:pt x="25246" y="19713"/>
                </a:lnTo>
                <a:lnTo>
                  <a:pt x="25246" y="19713"/>
                </a:lnTo>
                <a:lnTo>
                  <a:pt x="25247" y="19713"/>
                </a:lnTo>
                <a:lnTo>
                  <a:pt x="25247" y="19713"/>
                </a:lnTo>
                <a:lnTo>
                  <a:pt x="25247" y="19713"/>
                </a:lnTo>
                <a:lnTo>
                  <a:pt x="25248" y="19713"/>
                </a:lnTo>
                <a:lnTo>
                  <a:pt x="25248" y="19713"/>
                </a:lnTo>
                <a:lnTo>
                  <a:pt x="25248" y="19713"/>
                </a:lnTo>
                <a:lnTo>
                  <a:pt x="25249" y="19713"/>
                </a:lnTo>
                <a:lnTo>
                  <a:pt x="25249" y="19713"/>
                </a:lnTo>
                <a:lnTo>
                  <a:pt x="25250" y="19713"/>
                </a:lnTo>
                <a:lnTo>
                  <a:pt x="25250" y="19713"/>
                </a:lnTo>
                <a:lnTo>
                  <a:pt x="25250" y="19713"/>
                </a:lnTo>
                <a:lnTo>
                  <a:pt x="25251" y="19713"/>
                </a:lnTo>
                <a:lnTo>
                  <a:pt x="25251" y="19713"/>
                </a:lnTo>
                <a:lnTo>
                  <a:pt x="25251" y="19713"/>
                </a:lnTo>
                <a:lnTo>
                  <a:pt x="25252" y="19713"/>
                </a:lnTo>
                <a:lnTo>
                  <a:pt x="25252" y="19713"/>
                </a:lnTo>
                <a:lnTo>
                  <a:pt x="25252" y="19713"/>
                </a:lnTo>
                <a:lnTo>
                  <a:pt x="25253" y="19713"/>
                </a:lnTo>
                <a:lnTo>
                  <a:pt x="25253" y="19713"/>
                </a:lnTo>
                <a:lnTo>
                  <a:pt x="25253" y="19713"/>
                </a:lnTo>
                <a:lnTo>
                  <a:pt x="25254" y="19713"/>
                </a:lnTo>
                <a:lnTo>
                  <a:pt x="25254" y="19713"/>
                </a:lnTo>
                <a:lnTo>
                  <a:pt x="25255" y="19713"/>
                </a:lnTo>
                <a:lnTo>
                  <a:pt x="25255" y="19713"/>
                </a:lnTo>
                <a:lnTo>
                  <a:pt x="25255" y="19713"/>
                </a:lnTo>
                <a:lnTo>
                  <a:pt x="25256" y="19713"/>
                </a:lnTo>
                <a:lnTo>
                  <a:pt x="25256" y="19713"/>
                </a:lnTo>
                <a:lnTo>
                  <a:pt x="25256" y="19713"/>
                </a:lnTo>
                <a:lnTo>
                  <a:pt x="25257" y="19713"/>
                </a:lnTo>
                <a:lnTo>
                  <a:pt x="25257" y="19713"/>
                </a:lnTo>
                <a:lnTo>
                  <a:pt x="25257" y="19713"/>
                </a:lnTo>
                <a:lnTo>
                  <a:pt x="25258" y="19713"/>
                </a:lnTo>
                <a:lnTo>
                  <a:pt x="25258" y="19713"/>
                </a:lnTo>
                <a:lnTo>
                  <a:pt x="25258" y="19713"/>
                </a:lnTo>
                <a:lnTo>
                  <a:pt x="25259" y="19713"/>
                </a:lnTo>
                <a:lnTo>
                  <a:pt x="25259" y="19713"/>
                </a:lnTo>
                <a:lnTo>
                  <a:pt x="25260" y="19713"/>
                </a:lnTo>
                <a:lnTo>
                  <a:pt x="25260" y="19713"/>
                </a:lnTo>
                <a:lnTo>
                  <a:pt x="25260" y="19713"/>
                </a:lnTo>
                <a:lnTo>
                  <a:pt x="25261" y="19713"/>
                </a:lnTo>
                <a:lnTo>
                  <a:pt x="25261" y="19713"/>
                </a:lnTo>
                <a:lnTo>
                  <a:pt x="25261" y="19713"/>
                </a:lnTo>
                <a:lnTo>
                  <a:pt x="25262" y="19713"/>
                </a:lnTo>
                <a:lnTo>
                  <a:pt x="25262" y="19713"/>
                </a:lnTo>
                <a:lnTo>
                  <a:pt x="25262" y="19713"/>
                </a:lnTo>
                <a:lnTo>
                  <a:pt x="25263" y="19713"/>
                </a:lnTo>
                <a:lnTo>
                  <a:pt x="25263" y="19713"/>
                </a:lnTo>
                <a:lnTo>
                  <a:pt x="25263" y="19713"/>
                </a:lnTo>
                <a:lnTo>
                  <a:pt x="25264" y="19713"/>
                </a:lnTo>
                <a:lnTo>
                  <a:pt x="25264" y="19713"/>
                </a:lnTo>
                <a:lnTo>
                  <a:pt x="25265" y="19713"/>
                </a:lnTo>
                <a:lnTo>
                  <a:pt x="25265" y="19713"/>
                </a:lnTo>
                <a:lnTo>
                  <a:pt x="25265" y="19713"/>
                </a:lnTo>
                <a:lnTo>
                  <a:pt x="25266" y="19713"/>
                </a:lnTo>
                <a:lnTo>
                  <a:pt x="25266" y="19713"/>
                </a:lnTo>
                <a:lnTo>
                  <a:pt x="25266" y="19713"/>
                </a:lnTo>
                <a:lnTo>
                  <a:pt x="25267" y="19713"/>
                </a:lnTo>
                <a:lnTo>
                  <a:pt x="25267" y="19713"/>
                </a:lnTo>
                <a:lnTo>
                  <a:pt x="25267" y="19713"/>
                </a:lnTo>
                <a:lnTo>
                  <a:pt x="25268" y="19713"/>
                </a:lnTo>
                <a:lnTo>
                  <a:pt x="25268" y="19713"/>
                </a:lnTo>
                <a:lnTo>
                  <a:pt x="25268" y="19713"/>
                </a:lnTo>
                <a:lnTo>
                  <a:pt x="25269" y="19713"/>
                </a:lnTo>
                <a:lnTo>
                  <a:pt x="25269" y="19713"/>
                </a:lnTo>
                <a:lnTo>
                  <a:pt x="25270" y="19713"/>
                </a:lnTo>
                <a:lnTo>
                  <a:pt x="25270" y="19713"/>
                </a:lnTo>
                <a:lnTo>
                  <a:pt x="25270" y="19713"/>
                </a:lnTo>
                <a:lnTo>
                  <a:pt x="25271" y="19713"/>
                </a:lnTo>
                <a:lnTo>
                  <a:pt x="25271" y="19713"/>
                </a:lnTo>
                <a:lnTo>
                  <a:pt x="25271" y="19713"/>
                </a:lnTo>
                <a:lnTo>
                  <a:pt x="25272" y="19713"/>
                </a:lnTo>
                <a:lnTo>
                  <a:pt x="25272" y="19713"/>
                </a:lnTo>
                <a:lnTo>
                  <a:pt x="25272" y="19713"/>
                </a:lnTo>
                <a:lnTo>
                  <a:pt x="25273" y="19713"/>
                </a:lnTo>
                <a:lnTo>
                  <a:pt x="25273" y="19713"/>
                </a:lnTo>
                <a:lnTo>
                  <a:pt x="25273" y="19713"/>
                </a:lnTo>
                <a:lnTo>
                  <a:pt x="25274" y="19713"/>
                </a:lnTo>
                <a:lnTo>
                  <a:pt x="25274" y="19713"/>
                </a:lnTo>
                <a:lnTo>
                  <a:pt x="25275" y="19713"/>
                </a:lnTo>
                <a:lnTo>
                  <a:pt x="25275" y="19713"/>
                </a:lnTo>
                <a:lnTo>
                  <a:pt x="25275" y="19713"/>
                </a:lnTo>
                <a:lnTo>
                  <a:pt x="25276" y="19713"/>
                </a:lnTo>
                <a:lnTo>
                  <a:pt x="25276" y="19713"/>
                </a:lnTo>
                <a:lnTo>
                  <a:pt x="25276" y="19713"/>
                </a:lnTo>
                <a:lnTo>
                  <a:pt x="25277" y="19713"/>
                </a:lnTo>
                <a:lnTo>
                  <a:pt x="25277" y="19713"/>
                </a:lnTo>
                <a:lnTo>
                  <a:pt x="25277" y="19713"/>
                </a:lnTo>
                <a:lnTo>
                  <a:pt x="25278" y="19713"/>
                </a:lnTo>
                <a:lnTo>
                  <a:pt x="25278" y="19713"/>
                </a:lnTo>
                <a:lnTo>
                  <a:pt x="25278" y="19713"/>
                </a:lnTo>
                <a:lnTo>
                  <a:pt x="25279" y="19713"/>
                </a:lnTo>
                <a:lnTo>
                  <a:pt x="25279" y="19713"/>
                </a:lnTo>
                <a:lnTo>
                  <a:pt x="25280" y="19713"/>
                </a:lnTo>
                <a:lnTo>
                  <a:pt x="25280" y="19713"/>
                </a:lnTo>
                <a:lnTo>
                  <a:pt x="25280" y="19713"/>
                </a:lnTo>
                <a:lnTo>
                  <a:pt x="25281" y="19713"/>
                </a:lnTo>
                <a:lnTo>
                  <a:pt x="25281" y="19713"/>
                </a:lnTo>
                <a:lnTo>
                  <a:pt x="25281" y="19713"/>
                </a:lnTo>
                <a:lnTo>
                  <a:pt x="25282" y="19713"/>
                </a:lnTo>
                <a:lnTo>
                  <a:pt x="25282" y="19713"/>
                </a:lnTo>
                <a:lnTo>
                  <a:pt x="25282" y="19713"/>
                </a:lnTo>
                <a:lnTo>
                  <a:pt x="25283" y="19713"/>
                </a:lnTo>
                <a:lnTo>
                  <a:pt x="25283" y="19713"/>
                </a:lnTo>
                <a:lnTo>
                  <a:pt x="25283" y="19713"/>
                </a:lnTo>
                <a:lnTo>
                  <a:pt x="25284" y="19713"/>
                </a:lnTo>
                <a:lnTo>
                  <a:pt x="25284" y="19713"/>
                </a:lnTo>
                <a:lnTo>
                  <a:pt x="25285" y="19713"/>
                </a:lnTo>
                <a:lnTo>
                  <a:pt x="25285" y="19713"/>
                </a:lnTo>
                <a:lnTo>
                  <a:pt x="25285" y="19713"/>
                </a:lnTo>
                <a:lnTo>
                  <a:pt x="25286" y="19713"/>
                </a:lnTo>
                <a:lnTo>
                  <a:pt x="25286" y="19713"/>
                </a:lnTo>
                <a:lnTo>
                  <a:pt x="25286" y="19713"/>
                </a:lnTo>
                <a:lnTo>
                  <a:pt x="25287" y="19713"/>
                </a:lnTo>
                <a:lnTo>
                  <a:pt x="25287" y="19713"/>
                </a:lnTo>
                <a:lnTo>
                  <a:pt x="25287" y="19713"/>
                </a:lnTo>
                <a:lnTo>
                  <a:pt x="25288" y="19713"/>
                </a:lnTo>
                <a:lnTo>
                  <a:pt x="25288" y="19713"/>
                </a:lnTo>
                <a:lnTo>
                  <a:pt x="25289" y="19713"/>
                </a:lnTo>
                <a:lnTo>
                  <a:pt x="25289" y="19713"/>
                </a:lnTo>
                <a:lnTo>
                  <a:pt x="25289" y="19713"/>
                </a:lnTo>
                <a:lnTo>
                  <a:pt x="25290" y="19713"/>
                </a:lnTo>
                <a:lnTo>
                  <a:pt x="25290" y="19713"/>
                </a:lnTo>
                <a:lnTo>
                  <a:pt x="25290" y="19713"/>
                </a:lnTo>
                <a:lnTo>
                  <a:pt x="25291" y="19713"/>
                </a:lnTo>
                <a:lnTo>
                  <a:pt x="25291" y="19713"/>
                </a:lnTo>
                <a:lnTo>
                  <a:pt x="25291" y="19713"/>
                </a:lnTo>
                <a:lnTo>
                  <a:pt x="25292" y="19713"/>
                </a:lnTo>
                <a:lnTo>
                  <a:pt x="25292" y="19713"/>
                </a:lnTo>
                <a:lnTo>
                  <a:pt x="25292" y="19713"/>
                </a:lnTo>
                <a:lnTo>
                  <a:pt x="25293" y="19713"/>
                </a:lnTo>
                <a:lnTo>
                  <a:pt x="25293" y="19713"/>
                </a:lnTo>
                <a:lnTo>
                  <a:pt x="25294" y="19713"/>
                </a:lnTo>
                <a:lnTo>
                  <a:pt x="25294" y="19713"/>
                </a:lnTo>
                <a:lnTo>
                  <a:pt x="25294" y="19713"/>
                </a:lnTo>
                <a:lnTo>
                  <a:pt x="25295" y="19713"/>
                </a:lnTo>
                <a:lnTo>
                  <a:pt x="25295" y="19713"/>
                </a:lnTo>
                <a:lnTo>
                  <a:pt x="25295" y="19713"/>
                </a:lnTo>
                <a:lnTo>
                  <a:pt x="25296" y="19713"/>
                </a:lnTo>
                <a:lnTo>
                  <a:pt x="25296" y="19713"/>
                </a:lnTo>
                <a:lnTo>
                  <a:pt x="25296" y="19713"/>
                </a:lnTo>
                <a:lnTo>
                  <a:pt x="25297" y="19713"/>
                </a:lnTo>
                <a:lnTo>
                  <a:pt x="25297" y="19713"/>
                </a:lnTo>
                <a:lnTo>
                  <a:pt x="25297" y="19713"/>
                </a:lnTo>
                <a:lnTo>
                  <a:pt x="25298" y="19713"/>
                </a:lnTo>
                <a:lnTo>
                  <a:pt x="25298" y="19713"/>
                </a:lnTo>
                <a:lnTo>
                  <a:pt x="25299" y="19713"/>
                </a:lnTo>
                <a:lnTo>
                  <a:pt x="25299" y="19713"/>
                </a:lnTo>
                <a:lnTo>
                  <a:pt x="25299" y="19713"/>
                </a:lnTo>
                <a:lnTo>
                  <a:pt x="25300" y="19713"/>
                </a:lnTo>
                <a:lnTo>
                  <a:pt x="25300" y="19713"/>
                </a:lnTo>
                <a:lnTo>
                  <a:pt x="25300" y="19713"/>
                </a:lnTo>
                <a:lnTo>
                  <a:pt x="25301" y="19713"/>
                </a:lnTo>
                <a:lnTo>
                  <a:pt x="25301" y="19713"/>
                </a:lnTo>
                <a:lnTo>
                  <a:pt x="25301" y="19713"/>
                </a:lnTo>
                <a:lnTo>
                  <a:pt x="25302" y="19713"/>
                </a:lnTo>
                <a:lnTo>
                  <a:pt x="25302" y="19713"/>
                </a:lnTo>
                <a:lnTo>
                  <a:pt x="25303" y="19713"/>
                </a:lnTo>
                <a:lnTo>
                  <a:pt x="25303" y="19713"/>
                </a:lnTo>
                <a:lnTo>
                  <a:pt x="25303" y="19713"/>
                </a:lnTo>
                <a:lnTo>
                  <a:pt x="25304" y="19713"/>
                </a:lnTo>
                <a:lnTo>
                  <a:pt x="25304" y="19713"/>
                </a:lnTo>
                <a:lnTo>
                  <a:pt x="25304" y="19713"/>
                </a:lnTo>
                <a:lnTo>
                  <a:pt x="25305" y="19713"/>
                </a:lnTo>
                <a:lnTo>
                  <a:pt x="25305" y="19713"/>
                </a:lnTo>
                <a:lnTo>
                  <a:pt x="25305" y="19713"/>
                </a:lnTo>
                <a:lnTo>
                  <a:pt x="25306" y="19713"/>
                </a:lnTo>
                <a:lnTo>
                  <a:pt x="25306" y="19713"/>
                </a:lnTo>
                <a:lnTo>
                  <a:pt x="25306" y="19713"/>
                </a:lnTo>
                <a:lnTo>
                  <a:pt x="25307" y="19713"/>
                </a:lnTo>
                <a:lnTo>
                  <a:pt x="25307" y="19713"/>
                </a:lnTo>
                <a:lnTo>
                  <a:pt x="25308" y="19713"/>
                </a:lnTo>
                <a:lnTo>
                  <a:pt x="25308" y="19713"/>
                </a:lnTo>
                <a:lnTo>
                  <a:pt x="25308" y="19713"/>
                </a:lnTo>
                <a:lnTo>
                  <a:pt x="25309" y="19713"/>
                </a:lnTo>
                <a:lnTo>
                  <a:pt x="25309" y="19713"/>
                </a:lnTo>
                <a:lnTo>
                  <a:pt x="25309" y="19713"/>
                </a:lnTo>
                <a:lnTo>
                  <a:pt x="25310" y="19713"/>
                </a:lnTo>
                <a:lnTo>
                  <a:pt x="25310" y="19713"/>
                </a:lnTo>
                <a:lnTo>
                  <a:pt x="25310" y="19713"/>
                </a:lnTo>
                <a:lnTo>
                  <a:pt x="25311" y="19713"/>
                </a:lnTo>
                <a:lnTo>
                  <a:pt x="25311" y="19713"/>
                </a:lnTo>
                <a:lnTo>
                  <a:pt x="25312" y="19713"/>
                </a:lnTo>
                <a:lnTo>
                  <a:pt x="25312" y="19713"/>
                </a:lnTo>
                <a:lnTo>
                  <a:pt x="25312" y="19713"/>
                </a:lnTo>
                <a:lnTo>
                  <a:pt x="25313" y="19713"/>
                </a:lnTo>
                <a:lnTo>
                  <a:pt x="25313" y="19713"/>
                </a:lnTo>
                <a:lnTo>
                  <a:pt x="25313" y="19713"/>
                </a:lnTo>
                <a:lnTo>
                  <a:pt x="25314" y="19713"/>
                </a:lnTo>
                <a:lnTo>
                  <a:pt x="25314" y="19713"/>
                </a:lnTo>
                <a:lnTo>
                  <a:pt x="25314" y="19713"/>
                </a:lnTo>
                <a:lnTo>
                  <a:pt x="25315" y="19713"/>
                </a:lnTo>
                <a:lnTo>
                  <a:pt x="25315" y="19713"/>
                </a:lnTo>
                <a:lnTo>
                  <a:pt x="25315" y="19713"/>
                </a:lnTo>
                <a:lnTo>
                  <a:pt x="25316" y="19713"/>
                </a:lnTo>
                <a:lnTo>
                  <a:pt x="25316" y="19713"/>
                </a:lnTo>
                <a:lnTo>
                  <a:pt x="25317" y="19713"/>
                </a:lnTo>
                <a:lnTo>
                  <a:pt x="25317" y="19713"/>
                </a:lnTo>
                <a:lnTo>
                  <a:pt x="25317" y="19713"/>
                </a:lnTo>
                <a:lnTo>
                  <a:pt x="25318" y="19713"/>
                </a:lnTo>
                <a:lnTo>
                  <a:pt x="25318" y="19713"/>
                </a:lnTo>
                <a:lnTo>
                  <a:pt x="25318" y="19713"/>
                </a:lnTo>
                <a:lnTo>
                  <a:pt x="25319" y="19713"/>
                </a:lnTo>
                <a:lnTo>
                  <a:pt x="25319" y="19713"/>
                </a:lnTo>
                <a:lnTo>
                  <a:pt x="25319" y="19713"/>
                </a:lnTo>
                <a:lnTo>
                  <a:pt x="25320" y="19713"/>
                </a:lnTo>
                <a:lnTo>
                  <a:pt x="25320" y="19713"/>
                </a:lnTo>
                <a:lnTo>
                  <a:pt x="25321" y="19713"/>
                </a:lnTo>
                <a:lnTo>
                  <a:pt x="25321" y="19713"/>
                </a:lnTo>
                <a:lnTo>
                  <a:pt x="25321" y="19713"/>
                </a:lnTo>
                <a:lnTo>
                  <a:pt x="25322" y="19713"/>
                </a:lnTo>
                <a:lnTo>
                  <a:pt x="25322" y="19713"/>
                </a:lnTo>
                <a:lnTo>
                  <a:pt x="25322" y="19713"/>
                </a:lnTo>
                <a:lnTo>
                  <a:pt x="25323" y="19713"/>
                </a:lnTo>
                <a:lnTo>
                  <a:pt x="25323" y="19713"/>
                </a:lnTo>
                <a:lnTo>
                  <a:pt x="25323" y="19713"/>
                </a:lnTo>
                <a:lnTo>
                  <a:pt x="25324" y="19713"/>
                </a:lnTo>
                <a:lnTo>
                  <a:pt x="25324" y="19713"/>
                </a:lnTo>
                <a:lnTo>
                  <a:pt x="25325" y="19713"/>
                </a:lnTo>
                <a:lnTo>
                  <a:pt x="25325" y="19713"/>
                </a:lnTo>
                <a:lnTo>
                  <a:pt x="25325" y="19713"/>
                </a:lnTo>
                <a:lnTo>
                  <a:pt x="25326" y="19713"/>
                </a:lnTo>
                <a:lnTo>
                  <a:pt x="25326" y="19713"/>
                </a:lnTo>
                <a:lnTo>
                  <a:pt x="25326" y="19713"/>
                </a:lnTo>
                <a:lnTo>
                  <a:pt x="25327" y="19713"/>
                </a:lnTo>
                <a:lnTo>
                  <a:pt x="25327" y="19713"/>
                </a:lnTo>
                <a:lnTo>
                  <a:pt x="25327" y="19713"/>
                </a:lnTo>
                <a:lnTo>
                  <a:pt x="25328" y="19713"/>
                </a:lnTo>
                <a:lnTo>
                  <a:pt x="25328" y="19713"/>
                </a:lnTo>
                <a:lnTo>
                  <a:pt x="25328" y="19713"/>
                </a:lnTo>
                <a:lnTo>
                  <a:pt x="25329" y="19713"/>
                </a:lnTo>
                <a:lnTo>
                  <a:pt x="25329" y="19713"/>
                </a:lnTo>
                <a:lnTo>
                  <a:pt x="25330" y="19713"/>
                </a:lnTo>
                <a:lnTo>
                  <a:pt x="25330" y="19713"/>
                </a:lnTo>
                <a:lnTo>
                  <a:pt x="25330" y="19713"/>
                </a:lnTo>
                <a:lnTo>
                  <a:pt x="25331" y="19713"/>
                </a:lnTo>
                <a:lnTo>
                  <a:pt x="25331" y="19713"/>
                </a:lnTo>
                <a:lnTo>
                  <a:pt x="25331" y="19713"/>
                </a:lnTo>
                <a:lnTo>
                  <a:pt x="25332" y="19713"/>
                </a:lnTo>
                <a:lnTo>
                  <a:pt x="25332" y="19713"/>
                </a:lnTo>
                <a:lnTo>
                  <a:pt x="25332" y="19713"/>
                </a:lnTo>
                <a:lnTo>
                  <a:pt x="25333" y="19713"/>
                </a:lnTo>
                <a:lnTo>
                  <a:pt x="25333" y="19713"/>
                </a:lnTo>
                <a:lnTo>
                  <a:pt x="25334" y="19713"/>
                </a:lnTo>
                <a:lnTo>
                  <a:pt x="25334" y="19713"/>
                </a:lnTo>
                <a:lnTo>
                  <a:pt x="25334" y="19713"/>
                </a:lnTo>
                <a:lnTo>
                  <a:pt x="25335" y="19713"/>
                </a:lnTo>
                <a:lnTo>
                  <a:pt x="25335" y="19713"/>
                </a:lnTo>
                <a:lnTo>
                  <a:pt x="25335" y="19713"/>
                </a:lnTo>
                <a:lnTo>
                  <a:pt x="25336" y="19713"/>
                </a:lnTo>
                <a:lnTo>
                  <a:pt x="25336" y="19713"/>
                </a:lnTo>
                <a:lnTo>
                  <a:pt x="25336" y="19713"/>
                </a:lnTo>
                <a:lnTo>
                  <a:pt x="25337" y="19713"/>
                </a:lnTo>
                <a:lnTo>
                  <a:pt x="25337" y="19713"/>
                </a:lnTo>
                <a:lnTo>
                  <a:pt x="25338" y="19713"/>
                </a:lnTo>
                <a:lnTo>
                  <a:pt x="25338" y="19713"/>
                </a:lnTo>
                <a:lnTo>
                  <a:pt x="25338" y="19713"/>
                </a:lnTo>
                <a:lnTo>
                  <a:pt x="25339" y="19713"/>
                </a:lnTo>
                <a:lnTo>
                  <a:pt x="25339" y="19713"/>
                </a:lnTo>
                <a:lnTo>
                  <a:pt x="25339" y="19713"/>
                </a:lnTo>
                <a:lnTo>
                  <a:pt x="25340" y="19713"/>
                </a:lnTo>
                <a:lnTo>
                  <a:pt x="25340" y="19713"/>
                </a:lnTo>
                <a:lnTo>
                  <a:pt x="25340" y="19713"/>
                </a:lnTo>
                <a:lnTo>
                  <a:pt x="25341" y="19713"/>
                </a:lnTo>
                <a:lnTo>
                  <a:pt x="25341" y="19713"/>
                </a:lnTo>
                <a:lnTo>
                  <a:pt x="25342" y="19713"/>
                </a:lnTo>
                <a:lnTo>
                  <a:pt x="25342" y="19713"/>
                </a:lnTo>
                <a:lnTo>
                  <a:pt x="25342" y="19713"/>
                </a:lnTo>
                <a:lnTo>
                  <a:pt x="25343" y="19713"/>
                </a:lnTo>
                <a:lnTo>
                  <a:pt x="25343" y="19713"/>
                </a:lnTo>
                <a:lnTo>
                  <a:pt x="25343" y="19713"/>
                </a:lnTo>
                <a:lnTo>
                  <a:pt x="25344" y="19713"/>
                </a:lnTo>
                <a:lnTo>
                  <a:pt x="25344" y="19713"/>
                </a:lnTo>
                <a:lnTo>
                  <a:pt x="25344" y="19713"/>
                </a:lnTo>
                <a:lnTo>
                  <a:pt x="25345" y="19713"/>
                </a:lnTo>
                <a:lnTo>
                  <a:pt x="25345" y="19713"/>
                </a:lnTo>
                <a:lnTo>
                  <a:pt x="25345" y="19713"/>
                </a:lnTo>
                <a:lnTo>
                  <a:pt x="25346" y="19713"/>
                </a:lnTo>
                <a:lnTo>
                  <a:pt x="25346" y="19713"/>
                </a:lnTo>
                <a:lnTo>
                  <a:pt x="25347" y="19713"/>
                </a:lnTo>
                <a:lnTo>
                  <a:pt x="25347" y="19713"/>
                </a:lnTo>
                <a:lnTo>
                  <a:pt x="25347" y="19713"/>
                </a:lnTo>
                <a:lnTo>
                  <a:pt x="25348" y="19713"/>
                </a:lnTo>
                <a:lnTo>
                  <a:pt x="25348" y="19713"/>
                </a:lnTo>
                <a:lnTo>
                  <a:pt x="25348" y="19713"/>
                </a:lnTo>
                <a:lnTo>
                  <a:pt x="25349" y="19713"/>
                </a:lnTo>
                <a:lnTo>
                  <a:pt x="25349" y="19713"/>
                </a:lnTo>
                <a:lnTo>
                  <a:pt x="25349" y="19713"/>
                </a:lnTo>
                <a:lnTo>
                  <a:pt x="25350" y="19713"/>
                </a:lnTo>
                <a:lnTo>
                  <a:pt x="25350" y="19713"/>
                </a:lnTo>
                <a:lnTo>
                  <a:pt x="25351" y="19713"/>
                </a:lnTo>
                <a:lnTo>
                  <a:pt x="25351" y="19713"/>
                </a:lnTo>
                <a:lnTo>
                  <a:pt x="25351" y="19713"/>
                </a:lnTo>
                <a:lnTo>
                  <a:pt x="25352" y="19713"/>
                </a:lnTo>
                <a:lnTo>
                  <a:pt x="25352" y="19713"/>
                </a:lnTo>
                <a:lnTo>
                  <a:pt x="25352" y="19713"/>
                </a:lnTo>
                <a:lnTo>
                  <a:pt x="25353" y="19713"/>
                </a:lnTo>
                <a:lnTo>
                  <a:pt x="25353" y="19713"/>
                </a:lnTo>
                <a:lnTo>
                  <a:pt x="25353" y="19713"/>
                </a:lnTo>
                <a:lnTo>
                  <a:pt x="25354" y="19713"/>
                </a:lnTo>
                <a:lnTo>
                  <a:pt x="25354" y="19713"/>
                </a:lnTo>
                <a:lnTo>
                  <a:pt x="25355" y="19713"/>
                </a:lnTo>
                <a:lnTo>
                  <a:pt x="25355" y="19713"/>
                </a:lnTo>
                <a:lnTo>
                  <a:pt x="25355" y="19713"/>
                </a:lnTo>
                <a:lnTo>
                  <a:pt x="25356" y="19713"/>
                </a:lnTo>
                <a:lnTo>
                  <a:pt x="25356" y="19713"/>
                </a:lnTo>
                <a:lnTo>
                  <a:pt x="25356" y="19713"/>
                </a:lnTo>
                <a:lnTo>
                  <a:pt x="25357" y="19713"/>
                </a:lnTo>
                <a:lnTo>
                  <a:pt x="25357" y="19713"/>
                </a:lnTo>
                <a:lnTo>
                  <a:pt x="25357" y="19713"/>
                </a:lnTo>
                <a:lnTo>
                  <a:pt x="25358" y="19713"/>
                </a:lnTo>
                <a:lnTo>
                  <a:pt x="25358" y="19713"/>
                </a:lnTo>
                <a:lnTo>
                  <a:pt x="25359" y="19713"/>
                </a:lnTo>
                <a:lnTo>
                  <a:pt x="25359" y="19713"/>
                </a:lnTo>
                <a:lnTo>
                  <a:pt x="25359" y="19713"/>
                </a:lnTo>
                <a:lnTo>
                  <a:pt x="25360" y="19713"/>
                </a:lnTo>
                <a:lnTo>
                  <a:pt x="25360" y="19713"/>
                </a:lnTo>
                <a:lnTo>
                  <a:pt x="25360" y="19713"/>
                </a:lnTo>
                <a:lnTo>
                  <a:pt x="25361" y="19713"/>
                </a:lnTo>
                <a:lnTo>
                  <a:pt x="25361" y="19713"/>
                </a:lnTo>
                <a:lnTo>
                  <a:pt x="25361" y="19713"/>
                </a:lnTo>
                <a:lnTo>
                  <a:pt x="25362" y="19713"/>
                </a:lnTo>
                <a:lnTo>
                  <a:pt x="25362" y="19713"/>
                </a:lnTo>
                <a:lnTo>
                  <a:pt x="25363" y="19713"/>
                </a:lnTo>
                <a:lnTo>
                  <a:pt x="25363" y="19713"/>
                </a:lnTo>
                <a:lnTo>
                  <a:pt x="25363" y="19713"/>
                </a:lnTo>
                <a:lnTo>
                  <a:pt x="25364" y="19713"/>
                </a:lnTo>
                <a:lnTo>
                  <a:pt x="25364" y="19713"/>
                </a:lnTo>
                <a:lnTo>
                  <a:pt x="25364" y="19713"/>
                </a:lnTo>
                <a:lnTo>
                  <a:pt x="25365" y="19713"/>
                </a:lnTo>
                <a:lnTo>
                  <a:pt x="25365" y="19713"/>
                </a:lnTo>
                <a:lnTo>
                  <a:pt x="25365" y="19713"/>
                </a:lnTo>
                <a:lnTo>
                  <a:pt x="25366" y="19713"/>
                </a:lnTo>
                <a:lnTo>
                  <a:pt x="25366" y="19713"/>
                </a:lnTo>
                <a:lnTo>
                  <a:pt x="25367" y="19713"/>
                </a:lnTo>
                <a:lnTo>
                  <a:pt x="25367" y="19713"/>
                </a:lnTo>
                <a:lnTo>
                  <a:pt x="25367" y="19713"/>
                </a:lnTo>
                <a:lnTo>
                  <a:pt x="25368" y="19713"/>
                </a:lnTo>
                <a:lnTo>
                  <a:pt x="25368" y="19713"/>
                </a:lnTo>
                <a:lnTo>
                  <a:pt x="25368" y="19713"/>
                </a:lnTo>
                <a:lnTo>
                  <a:pt x="25369" y="19713"/>
                </a:lnTo>
                <a:lnTo>
                  <a:pt x="25369" y="19713"/>
                </a:lnTo>
                <a:lnTo>
                  <a:pt x="25369" y="19713"/>
                </a:lnTo>
                <a:lnTo>
                  <a:pt x="25370" y="19713"/>
                </a:lnTo>
                <a:lnTo>
                  <a:pt x="25370" y="19713"/>
                </a:lnTo>
                <a:lnTo>
                  <a:pt x="25371" y="19713"/>
                </a:lnTo>
                <a:lnTo>
                  <a:pt x="25371" y="19713"/>
                </a:lnTo>
                <a:lnTo>
                  <a:pt x="25371" y="19713"/>
                </a:lnTo>
                <a:lnTo>
                  <a:pt x="25372" y="19713"/>
                </a:lnTo>
                <a:lnTo>
                  <a:pt x="25372" y="19713"/>
                </a:lnTo>
                <a:lnTo>
                  <a:pt x="25372" y="19713"/>
                </a:lnTo>
                <a:lnTo>
                  <a:pt x="25373" y="19713"/>
                </a:lnTo>
                <a:lnTo>
                  <a:pt x="25373" y="19713"/>
                </a:lnTo>
                <a:lnTo>
                  <a:pt x="25373" y="19713"/>
                </a:lnTo>
                <a:lnTo>
                  <a:pt x="25374" y="19713"/>
                </a:lnTo>
                <a:lnTo>
                  <a:pt x="25374" y="19713"/>
                </a:lnTo>
                <a:lnTo>
                  <a:pt x="25375" y="19713"/>
                </a:lnTo>
                <a:lnTo>
                  <a:pt x="25375" y="19713"/>
                </a:lnTo>
                <a:lnTo>
                  <a:pt x="25375" y="19713"/>
                </a:lnTo>
                <a:lnTo>
                  <a:pt x="25376" y="19713"/>
                </a:lnTo>
                <a:lnTo>
                  <a:pt x="25376" y="19713"/>
                </a:lnTo>
                <a:lnTo>
                  <a:pt x="25376" y="19713"/>
                </a:lnTo>
                <a:lnTo>
                  <a:pt x="25377" y="19713"/>
                </a:lnTo>
                <a:lnTo>
                  <a:pt x="25377" y="19713"/>
                </a:lnTo>
                <a:lnTo>
                  <a:pt x="25377" y="19713"/>
                </a:lnTo>
                <a:lnTo>
                  <a:pt x="25378" y="19713"/>
                </a:lnTo>
                <a:lnTo>
                  <a:pt x="25378" y="19713"/>
                </a:lnTo>
                <a:lnTo>
                  <a:pt x="25379" y="19713"/>
                </a:lnTo>
                <a:lnTo>
                  <a:pt x="25379" y="19713"/>
                </a:lnTo>
                <a:lnTo>
                  <a:pt x="25379" y="19713"/>
                </a:lnTo>
                <a:lnTo>
                  <a:pt x="25380" y="19713"/>
                </a:lnTo>
                <a:lnTo>
                  <a:pt x="25380" y="19713"/>
                </a:lnTo>
                <a:lnTo>
                  <a:pt x="25380" y="19713"/>
                </a:lnTo>
                <a:lnTo>
                  <a:pt x="25381" y="19713"/>
                </a:lnTo>
                <a:lnTo>
                  <a:pt x="25381" y="19713"/>
                </a:lnTo>
                <a:lnTo>
                  <a:pt x="25381" y="19713"/>
                </a:lnTo>
                <a:lnTo>
                  <a:pt x="25382" y="19713"/>
                </a:lnTo>
                <a:lnTo>
                  <a:pt x="25382" y="19713"/>
                </a:lnTo>
                <a:lnTo>
                  <a:pt x="25383" y="19713"/>
                </a:lnTo>
                <a:lnTo>
                  <a:pt x="25383" y="19713"/>
                </a:lnTo>
                <a:lnTo>
                  <a:pt x="25383" y="19713"/>
                </a:lnTo>
                <a:lnTo>
                  <a:pt x="25384" y="19713"/>
                </a:lnTo>
                <a:lnTo>
                  <a:pt x="25384" y="19713"/>
                </a:lnTo>
                <a:lnTo>
                  <a:pt x="25384" y="19713"/>
                </a:lnTo>
                <a:lnTo>
                  <a:pt x="25385" y="19713"/>
                </a:lnTo>
                <a:lnTo>
                  <a:pt x="25385" y="19713"/>
                </a:lnTo>
                <a:lnTo>
                  <a:pt x="25385" y="19713"/>
                </a:lnTo>
                <a:lnTo>
                  <a:pt x="25386" y="19713"/>
                </a:lnTo>
                <a:lnTo>
                  <a:pt x="25386" y="19713"/>
                </a:lnTo>
                <a:lnTo>
                  <a:pt x="25387" y="19713"/>
                </a:lnTo>
                <a:lnTo>
                  <a:pt x="25387" y="19713"/>
                </a:lnTo>
                <a:lnTo>
                  <a:pt x="25387" y="19713"/>
                </a:lnTo>
                <a:lnTo>
                  <a:pt x="25388" y="19713"/>
                </a:lnTo>
                <a:lnTo>
                  <a:pt x="25388" y="19713"/>
                </a:lnTo>
                <a:lnTo>
                  <a:pt x="25388" y="19713"/>
                </a:lnTo>
                <a:lnTo>
                  <a:pt x="25389" y="19713"/>
                </a:lnTo>
                <a:lnTo>
                  <a:pt x="25389" y="19713"/>
                </a:lnTo>
                <a:lnTo>
                  <a:pt x="25389" y="19713"/>
                </a:lnTo>
                <a:lnTo>
                  <a:pt x="25390" y="19713"/>
                </a:lnTo>
                <a:lnTo>
                  <a:pt x="25390" y="19713"/>
                </a:lnTo>
                <a:lnTo>
                  <a:pt x="25391" y="19713"/>
                </a:lnTo>
                <a:lnTo>
                  <a:pt x="25391" y="19713"/>
                </a:lnTo>
                <a:lnTo>
                  <a:pt x="25391" y="19713"/>
                </a:lnTo>
                <a:lnTo>
                  <a:pt x="25392" y="19713"/>
                </a:lnTo>
                <a:lnTo>
                  <a:pt x="25392" y="19713"/>
                </a:lnTo>
                <a:lnTo>
                  <a:pt x="25392" y="19713"/>
                </a:lnTo>
                <a:lnTo>
                  <a:pt x="25393" y="19713"/>
                </a:lnTo>
                <a:lnTo>
                  <a:pt x="25393" y="19713"/>
                </a:lnTo>
                <a:lnTo>
                  <a:pt x="25394" y="19713"/>
                </a:lnTo>
                <a:lnTo>
                  <a:pt x="25394" y="19713"/>
                </a:lnTo>
                <a:lnTo>
                  <a:pt x="25394" y="19713"/>
                </a:lnTo>
                <a:lnTo>
                  <a:pt x="25395" y="19713"/>
                </a:lnTo>
                <a:lnTo>
                  <a:pt x="25395" y="19713"/>
                </a:lnTo>
                <a:lnTo>
                  <a:pt x="25395" y="19713"/>
                </a:lnTo>
                <a:lnTo>
                  <a:pt x="25396" y="19713"/>
                </a:lnTo>
                <a:lnTo>
                  <a:pt x="25396" y="19713"/>
                </a:lnTo>
                <a:lnTo>
                  <a:pt x="25396" y="19713"/>
                </a:lnTo>
                <a:lnTo>
                  <a:pt x="25397" y="19713"/>
                </a:lnTo>
                <a:lnTo>
                  <a:pt x="25397" y="19713"/>
                </a:lnTo>
                <a:lnTo>
                  <a:pt x="25398" y="19713"/>
                </a:lnTo>
                <a:lnTo>
                  <a:pt x="25398" y="19713"/>
                </a:lnTo>
                <a:lnTo>
                  <a:pt x="25398" y="19713"/>
                </a:lnTo>
                <a:lnTo>
                  <a:pt x="25399" y="19713"/>
                </a:lnTo>
                <a:lnTo>
                  <a:pt x="25399" y="19713"/>
                </a:lnTo>
                <a:lnTo>
                  <a:pt x="25399" y="19713"/>
                </a:lnTo>
                <a:lnTo>
                  <a:pt x="25400" y="19713"/>
                </a:lnTo>
                <a:lnTo>
                  <a:pt x="25400" y="19713"/>
                </a:lnTo>
                <a:lnTo>
                  <a:pt x="25400" y="19713"/>
                </a:lnTo>
                <a:lnTo>
                  <a:pt x="25401" y="19713"/>
                </a:lnTo>
                <a:lnTo>
                  <a:pt x="25401" y="19713"/>
                </a:lnTo>
                <a:lnTo>
                  <a:pt x="25402" y="19713"/>
                </a:lnTo>
                <a:lnTo>
                  <a:pt x="25402" y="19713"/>
                </a:lnTo>
                <a:lnTo>
                  <a:pt x="25402" y="19713"/>
                </a:lnTo>
                <a:lnTo>
                  <a:pt x="25403" y="19713"/>
                </a:lnTo>
                <a:lnTo>
                  <a:pt x="25403" y="19713"/>
                </a:lnTo>
                <a:lnTo>
                  <a:pt x="25403" y="19713"/>
                </a:lnTo>
                <a:lnTo>
                  <a:pt x="25404" y="19713"/>
                </a:lnTo>
                <a:lnTo>
                  <a:pt x="25404" y="19713"/>
                </a:lnTo>
                <a:lnTo>
                  <a:pt x="25404" y="19713"/>
                </a:lnTo>
                <a:lnTo>
                  <a:pt x="25405" y="19713"/>
                </a:lnTo>
                <a:lnTo>
                  <a:pt x="25405" y="19713"/>
                </a:lnTo>
                <a:lnTo>
                  <a:pt x="25406" y="19713"/>
                </a:lnTo>
                <a:lnTo>
                  <a:pt x="25406" y="19713"/>
                </a:lnTo>
                <a:lnTo>
                  <a:pt x="25406" y="19713"/>
                </a:lnTo>
                <a:lnTo>
                  <a:pt x="25407" y="19713"/>
                </a:lnTo>
                <a:lnTo>
                  <a:pt x="25407" y="19713"/>
                </a:lnTo>
                <a:lnTo>
                  <a:pt x="25407" y="19713"/>
                </a:lnTo>
                <a:lnTo>
                  <a:pt x="25408" y="19713"/>
                </a:lnTo>
                <a:lnTo>
                  <a:pt x="25408" y="19713"/>
                </a:lnTo>
                <a:lnTo>
                  <a:pt x="25409" y="19713"/>
                </a:lnTo>
                <a:lnTo>
                  <a:pt x="25409" y="19713"/>
                </a:lnTo>
                <a:lnTo>
                  <a:pt x="25409" y="19713"/>
                </a:lnTo>
                <a:lnTo>
                  <a:pt x="25410" y="19713"/>
                </a:lnTo>
                <a:lnTo>
                  <a:pt x="25410" y="19713"/>
                </a:lnTo>
                <a:lnTo>
                  <a:pt x="25410" y="19713"/>
                </a:lnTo>
                <a:lnTo>
                  <a:pt x="25411" y="19713"/>
                </a:lnTo>
                <a:lnTo>
                  <a:pt x="25411" y="19713"/>
                </a:lnTo>
                <a:lnTo>
                  <a:pt x="25411" y="19713"/>
                </a:lnTo>
                <a:lnTo>
                  <a:pt x="25412" y="19713"/>
                </a:lnTo>
                <a:lnTo>
                  <a:pt x="25412" y="19713"/>
                </a:lnTo>
                <a:lnTo>
                  <a:pt x="25413" y="19713"/>
                </a:lnTo>
                <a:lnTo>
                  <a:pt x="25413" y="19713"/>
                </a:lnTo>
                <a:lnTo>
                  <a:pt x="25413" y="19713"/>
                </a:lnTo>
                <a:lnTo>
                  <a:pt x="25414" y="19713"/>
                </a:lnTo>
                <a:lnTo>
                  <a:pt x="25414" y="19713"/>
                </a:lnTo>
                <a:lnTo>
                  <a:pt x="25414" y="19713"/>
                </a:lnTo>
                <a:lnTo>
                  <a:pt x="25415" y="19713"/>
                </a:lnTo>
                <a:lnTo>
                  <a:pt x="25415" y="19713"/>
                </a:lnTo>
                <a:lnTo>
                  <a:pt x="25415" y="19713"/>
                </a:lnTo>
                <a:lnTo>
                  <a:pt x="25416" y="19713"/>
                </a:lnTo>
                <a:lnTo>
                  <a:pt x="25416" y="19713"/>
                </a:lnTo>
                <a:lnTo>
                  <a:pt x="25417" y="19713"/>
                </a:lnTo>
                <a:lnTo>
                  <a:pt x="25417" y="19713"/>
                </a:lnTo>
                <a:lnTo>
                  <a:pt x="25417" y="19713"/>
                </a:lnTo>
                <a:lnTo>
                  <a:pt x="25418" y="19713"/>
                </a:lnTo>
                <a:lnTo>
                  <a:pt x="25418" y="19713"/>
                </a:lnTo>
                <a:lnTo>
                  <a:pt x="25418" y="19713"/>
                </a:lnTo>
                <a:lnTo>
                  <a:pt x="25419" y="19713"/>
                </a:lnTo>
                <a:lnTo>
                  <a:pt x="25419" y="19713"/>
                </a:lnTo>
                <a:lnTo>
                  <a:pt x="25419" y="19713"/>
                </a:lnTo>
                <a:lnTo>
                  <a:pt x="25420" y="19713"/>
                </a:lnTo>
                <a:lnTo>
                  <a:pt x="25420" y="19713"/>
                </a:lnTo>
                <a:lnTo>
                  <a:pt x="25421" y="19713"/>
                </a:lnTo>
                <a:lnTo>
                  <a:pt x="25421" y="19713"/>
                </a:lnTo>
                <a:lnTo>
                  <a:pt x="25421" y="19713"/>
                </a:lnTo>
                <a:lnTo>
                  <a:pt x="25422" y="19713"/>
                </a:lnTo>
                <a:lnTo>
                  <a:pt x="25422" y="19713"/>
                </a:lnTo>
                <a:lnTo>
                  <a:pt x="25422" y="19713"/>
                </a:lnTo>
                <a:lnTo>
                  <a:pt x="25423" y="19713"/>
                </a:lnTo>
                <a:lnTo>
                  <a:pt x="25423" y="19713"/>
                </a:lnTo>
                <a:lnTo>
                  <a:pt x="25424" y="19713"/>
                </a:lnTo>
                <a:lnTo>
                  <a:pt x="25424" y="19713"/>
                </a:lnTo>
                <a:lnTo>
                  <a:pt x="25424" y="19713"/>
                </a:lnTo>
                <a:lnTo>
                  <a:pt x="25425" y="19713"/>
                </a:lnTo>
                <a:lnTo>
                  <a:pt x="25425" y="19713"/>
                </a:lnTo>
                <a:lnTo>
                  <a:pt x="25425" y="19713"/>
                </a:lnTo>
                <a:lnTo>
                  <a:pt x="25426" y="19713"/>
                </a:lnTo>
                <a:lnTo>
                  <a:pt x="25426" y="19713"/>
                </a:lnTo>
                <a:lnTo>
                  <a:pt x="25426" y="19713"/>
                </a:lnTo>
                <a:lnTo>
                  <a:pt x="25427" y="19713"/>
                </a:lnTo>
                <a:lnTo>
                  <a:pt x="25427" y="19713"/>
                </a:lnTo>
                <a:lnTo>
                  <a:pt x="25428" y="19713"/>
                </a:lnTo>
                <a:lnTo>
                  <a:pt x="25428" y="19713"/>
                </a:lnTo>
                <a:lnTo>
                  <a:pt x="25428" y="19713"/>
                </a:lnTo>
                <a:lnTo>
                  <a:pt x="25429" y="19713"/>
                </a:lnTo>
                <a:lnTo>
                  <a:pt x="25429" y="19713"/>
                </a:lnTo>
                <a:lnTo>
                  <a:pt x="25429" y="19713"/>
                </a:lnTo>
                <a:lnTo>
                  <a:pt x="25430" y="19713"/>
                </a:lnTo>
                <a:lnTo>
                  <a:pt x="25430" y="19713"/>
                </a:lnTo>
                <a:lnTo>
                  <a:pt x="25431" y="19713"/>
                </a:lnTo>
                <a:lnTo>
                  <a:pt x="25431" y="19713"/>
                </a:lnTo>
                <a:lnTo>
                  <a:pt x="25431" y="19713"/>
                </a:lnTo>
                <a:lnTo>
                  <a:pt x="25432" y="19713"/>
                </a:lnTo>
                <a:lnTo>
                  <a:pt x="25432" y="19713"/>
                </a:lnTo>
                <a:lnTo>
                  <a:pt x="25432" y="19713"/>
                </a:lnTo>
                <a:lnTo>
                  <a:pt x="25433" y="19713"/>
                </a:lnTo>
                <a:lnTo>
                  <a:pt x="25433" y="19713"/>
                </a:lnTo>
                <a:lnTo>
                  <a:pt x="25433" y="19713"/>
                </a:lnTo>
                <a:lnTo>
                  <a:pt x="25434" y="19713"/>
                </a:lnTo>
                <a:lnTo>
                  <a:pt x="25434" y="19713"/>
                </a:lnTo>
                <a:lnTo>
                  <a:pt x="25435" y="19713"/>
                </a:lnTo>
                <a:lnTo>
                  <a:pt x="25435" y="19713"/>
                </a:lnTo>
                <a:lnTo>
                  <a:pt x="25435" y="19713"/>
                </a:lnTo>
                <a:lnTo>
                  <a:pt x="25436" y="19713"/>
                </a:lnTo>
                <a:lnTo>
                  <a:pt x="25436" y="19713"/>
                </a:lnTo>
                <a:lnTo>
                  <a:pt x="25436" y="19713"/>
                </a:lnTo>
                <a:lnTo>
                  <a:pt x="25437" y="19713"/>
                </a:lnTo>
                <a:lnTo>
                  <a:pt x="25437" y="19713"/>
                </a:lnTo>
                <a:lnTo>
                  <a:pt x="25437" y="19713"/>
                </a:lnTo>
                <a:lnTo>
                  <a:pt x="25438" y="19713"/>
                </a:lnTo>
                <a:lnTo>
                  <a:pt x="25438" y="19713"/>
                </a:lnTo>
                <a:lnTo>
                  <a:pt x="25439" y="19713"/>
                </a:lnTo>
                <a:lnTo>
                  <a:pt x="25439" y="19713"/>
                </a:lnTo>
                <a:lnTo>
                  <a:pt x="25439" y="19713"/>
                </a:lnTo>
                <a:lnTo>
                  <a:pt x="25440" y="19713"/>
                </a:lnTo>
                <a:lnTo>
                  <a:pt x="25440" y="19713"/>
                </a:lnTo>
                <a:lnTo>
                  <a:pt x="25440" y="19713"/>
                </a:lnTo>
                <a:lnTo>
                  <a:pt x="25441" y="19713"/>
                </a:lnTo>
                <a:lnTo>
                  <a:pt x="25441" y="19713"/>
                </a:lnTo>
                <a:lnTo>
                  <a:pt x="25442" y="19713"/>
                </a:lnTo>
                <a:lnTo>
                  <a:pt x="25442" y="19713"/>
                </a:lnTo>
                <a:lnTo>
                  <a:pt x="25442" y="19713"/>
                </a:lnTo>
                <a:lnTo>
                  <a:pt x="25443" y="19713"/>
                </a:lnTo>
                <a:lnTo>
                  <a:pt x="25443" y="19713"/>
                </a:lnTo>
                <a:lnTo>
                  <a:pt x="25443" y="19713"/>
                </a:lnTo>
                <a:lnTo>
                  <a:pt x="25444" y="19713"/>
                </a:lnTo>
                <a:lnTo>
                  <a:pt x="25444" y="19713"/>
                </a:lnTo>
                <a:lnTo>
                  <a:pt x="25444" y="19713"/>
                </a:lnTo>
                <a:lnTo>
                  <a:pt x="25445" y="19713"/>
                </a:lnTo>
                <a:lnTo>
                  <a:pt x="25445" y="19713"/>
                </a:lnTo>
                <a:lnTo>
                  <a:pt x="25446" y="19713"/>
                </a:lnTo>
                <a:lnTo>
                  <a:pt x="25446" y="19713"/>
                </a:lnTo>
                <a:lnTo>
                  <a:pt x="25446" y="19713"/>
                </a:lnTo>
                <a:lnTo>
                  <a:pt x="25447" y="19713"/>
                </a:lnTo>
                <a:lnTo>
                  <a:pt x="25447" y="19713"/>
                </a:lnTo>
                <a:lnTo>
                  <a:pt x="25447" y="19713"/>
                </a:lnTo>
                <a:lnTo>
                  <a:pt x="25448" y="19713"/>
                </a:lnTo>
                <a:lnTo>
                  <a:pt x="25448" y="19713"/>
                </a:lnTo>
                <a:lnTo>
                  <a:pt x="25449" y="19713"/>
                </a:lnTo>
                <a:lnTo>
                  <a:pt x="25449" y="19713"/>
                </a:lnTo>
                <a:lnTo>
                  <a:pt x="25449" y="19713"/>
                </a:lnTo>
                <a:lnTo>
                  <a:pt x="25450" y="19713"/>
                </a:lnTo>
                <a:lnTo>
                  <a:pt x="25450" y="19713"/>
                </a:lnTo>
                <a:lnTo>
                  <a:pt x="25450" y="19713"/>
                </a:lnTo>
                <a:lnTo>
                  <a:pt x="25451" y="19713"/>
                </a:lnTo>
                <a:lnTo>
                  <a:pt x="25451" y="19713"/>
                </a:lnTo>
                <a:lnTo>
                  <a:pt x="25451" y="19713"/>
                </a:lnTo>
                <a:lnTo>
                  <a:pt x="25452" y="19713"/>
                </a:lnTo>
                <a:lnTo>
                  <a:pt x="25452" y="19713"/>
                </a:lnTo>
                <a:lnTo>
                  <a:pt x="25453" y="19713"/>
                </a:lnTo>
                <a:lnTo>
                  <a:pt x="25453" y="19713"/>
                </a:lnTo>
                <a:lnTo>
                  <a:pt x="25453" y="19713"/>
                </a:lnTo>
                <a:lnTo>
                  <a:pt x="25454" y="19713"/>
                </a:lnTo>
                <a:lnTo>
                  <a:pt x="25454" y="19713"/>
                </a:lnTo>
                <a:lnTo>
                  <a:pt x="25454" y="19713"/>
                </a:lnTo>
                <a:lnTo>
                  <a:pt x="25455" y="19713"/>
                </a:lnTo>
                <a:lnTo>
                  <a:pt x="25455" y="19713"/>
                </a:lnTo>
                <a:lnTo>
                  <a:pt x="25456" y="19713"/>
                </a:lnTo>
                <a:lnTo>
                  <a:pt x="25456" y="19713"/>
                </a:lnTo>
                <a:lnTo>
                  <a:pt x="25456" y="19713"/>
                </a:lnTo>
                <a:lnTo>
                  <a:pt x="25457" y="19713"/>
                </a:lnTo>
                <a:lnTo>
                  <a:pt x="25457" y="19713"/>
                </a:lnTo>
                <a:lnTo>
                  <a:pt x="25457" y="19713"/>
                </a:lnTo>
                <a:lnTo>
                  <a:pt x="25458" y="19713"/>
                </a:lnTo>
                <a:lnTo>
                  <a:pt x="25458" y="19713"/>
                </a:lnTo>
                <a:lnTo>
                  <a:pt x="25458" y="19713"/>
                </a:lnTo>
                <a:lnTo>
                  <a:pt x="25459" y="19713"/>
                </a:lnTo>
                <a:lnTo>
                  <a:pt x="25459" y="19713"/>
                </a:lnTo>
                <a:lnTo>
                  <a:pt x="25460" y="19713"/>
                </a:lnTo>
                <a:lnTo>
                  <a:pt x="25460" y="19713"/>
                </a:lnTo>
                <a:lnTo>
                  <a:pt x="25460" y="19713"/>
                </a:lnTo>
                <a:lnTo>
                  <a:pt x="25461" y="19713"/>
                </a:lnTo>
                <a:lnTo>
                  <a:pt x="25461" y="19713"/>
                </a:lnTo>
                <a:lnTo>
                  <a:pt x="25461" y="19713"/>
                </a:lnTo>
                <a:lnTo>
                  <a:pt x="25462" y="19713"/>
                </a:lnTo>
                <a:lnTo>
                  <a:pt x="25462" y="19713"/>
                </a:lnTo>
                <a:lnTo>
                  <a:pt x="25463" y="19713"/>
                </a:lnTo>
                <a:lnTo>
                  <a:pt x="25463" y="19713"/>
                </a:lnTo>
                <a:lnTo>
                  <a:pt x="25463" y="19713"/>
                </a:lnTo>
                <a:lnTo>
                  <a:pt x="25464" y="19713"/>
                </a:lnTo>
                <a:lnTo>
                  <a:pt x="25464" y="19713"/>
                </a:lnTo>
                <a:lnTo>
                  <a:pt x="25464" y="19713"/>
                </a:lnTo>
                <a:lnTo>
                  <a:pt x="25465" y="19713"/>
                </a:lnTo>
                <a:lnTo>
                  <a:pt x="25465" y="19713"/>
                </a:lnTo>
                <a:lnTo>
                  <a:pt x="25466" y="19713"/>
                </a:lnTo>
                <a:lnTo>
                  <a:pt x="25466" y="19713"/>
                </a:lnTo>
                <a:lnTo>
                  <a:pt x="25466" y="19713"/>
                </a:lnTo>
                <a:lnTo>
                  <a:pt x="25467" y="19713"/>
                </a:lnTo>
                <a:lnTo>
                  <a:pt x="25467" y="19713"/>
                </a:lnTo>
                <a:lnTo>
                  <a:pt x="25467" y="19713"/>
                </a:lnTo>
                <a:lnTo>
                  <a:pt x="25468" y="19713"/>
                </a:lnTo>
                <a:lnTo>
                  <a:pt x="25468" y="19713"/>
                </a:lnTo>
                <a:lnTo>
                  <a:pt x="25468" y="19713"/>
                </a:lnTo>
                <a:lnTo>
                  <a:pt x="25469" y="19713"/>
                </a:lnTo>
                <a:lnTo>
                  <a:pt x="25469" y="19713"/>
                </a:lnTo>
                <a:lnTo>
                  <a:pt x="25470" y="19713"/>
                </a:lnTo>
                <a:lnTo>
                  <a:pt x="25470" y="19713"/>
                </a:lnTo>
                <a:lnTo>
                  <a:pt x="25470" y="19713"/>
                </a:lnTo>
                <a:lnTo>
                  <a:pt x="25471" y="19713"/>
                </a:lnTo>
                <a:lnTo>
                  <a:pt x="25471" y="19713"/>
                </a:lnTo>
                <a:lnTo>
                  <a:pt x="25471" y="19713"/>
                </a:lnTo>
                <a:lnTo>
                  <a:pt x="25472" y="19713"/>
                </a:lnTo>
                <a:lnTo>
                  <a:pt x="25472" y="19713"/>
                </a:lnTo>
                <a:lnTo>
                  <a:pt x="25473" y="19713"/>
                </a:lnTo>
                <a:lnTo>
                  <a:pt x="25473" y="19713"/>
                </a:lnTo>
                <a:lnTo>
                  <a:pt x="25473" y="19713"/>
                </a:lnTo>
                <a:lnTo>
                  <a:pt x="25474" y="19713"/>
                </a:lnTo>
                <a:lnTo>
                  <a:pt x="25474" y="19713"/>
                </a:lnTo>
                <a:lnTo>
                  <a:pt x="25474" y="19713"/>
                </a:lnTo>
                <a:lnTo>
                  <a:pt x="25475" y="19713"/>
                </a:lnTo>
                <a:lnTo>
                  <a:pt x="25475" y="19713"/>
                </a:lnTo>
                <a:lnTo>
                  <a:pt x="25475" y="19713"/>
                </a:lnTo>
                <a:lnTo>
                  <a:pt x="25476" y="19713"/>
                </a:lnTo>
                <a:lnTo>
                  <a:pt x="25476" y="19713"/>
                </a:lnTo>
                <a:lnTo>
                  <a:pt x="25477" y="19713"/>
                </a:lnTo>
                <a:lnTo>
                  <a:pt x="25477" y="19713"/>
                </a:lnTo>
                <a:lnTo>
                  <a:pt x="25477" y="19713"/>
                </a:lnTo>
                <a:lnTo>
                  <a:pt x="25478" y="19713"/>
                </a:lnTo>
                <a:lnTo>
                  <a:pt x="25478" y="19713"/>
                </a:lnTo>
                <a:lnTo>
                  <a:pt x="25478" y="19713"/>
                </a:lnTo>
                <a:lnTo>
                  <a:pt x="25479" y="19713"/>
                </a:lnTo>
                <a:lnTo>
                  <a:pt x="25479" y="19713"/>
                </a:lnTo>
                <a:lnTo>
                  <a:pt x="25480" y="19713"/>
                </a:lnTo>
                <a:lnTo>
                  <a:pt x="25480" y="19713"/>
                </a:lnTo>
                <a:lnTo>
                  <a:pt x="25480" y="19713"/>
                </a:lnTo>
                <a:lnTo>
                  <a:pt x="25481" y="19713"/>
                </a:lnTo>
                <a:lnTo>
                  <a:pt x="25481" y="19713"/>
                </a:lnTo>
                <a:lnTo>
                  <a:pt x="25481" y="19713"/>
                </a:lnTo>
                <a:lnTo>
                  <a:pt x="25482" y="19713"/>
                </a:lnTo>
                <a:lnTo>
                  <a:pt x="25482" y="19713"/>
                </a:lnTo>
                <a:lnTo>
                  <a:pt x="25483" y="19713"/>
                </a:lnTo>
                <a:lnTo>
                  <a:pt x="25483" y="19713"/>
                </a:lnTo>
                <a:lnTo>
                  <a:pt x="25483" y="19713"/>
                </a:lnTo>
                <a:lnTo>
                  <a:pt x="25484" y="19713"/>
                </a:lnTo>
                <a:lnTo>
                  <a:pt x="25484" y="19713"/>
                </a:lnTo>
                <a:lnTo>
                  <a:pt x="25484" y="19713"/>
                </a:lnTo>
                <a:lnTo>
                  <a:pt x="25485" y="19713"/>
                </a:lnTo>
                <a:lnTo>
                  <a:pt x="25485" y="19713"/>
                </a:lnTo>
                <a:lnTo>
                  <a:pt x="25485" y="19713"/>
                </a:lnTo>
                <a:lnTo>
                  <a:pt x="25486" y="19713"/>
                </a:lnTo>
                <a:lnTo>
                  <a:pt x="25486" y="19713"/>
                </a:lnTo>
                <a:lnTo>
                  <a:pt x="25487" y="19713"/>
                </a:lnTo>
                <a:lnTo>
                  <a:pt x="25487" y="19713"/>
                </a:lnTo>
                <a:lnTo>
                  <a:pt x="25487" y="19713"/>
                </a:lnTo>
                <a:lnTo>
                  <a:pt x="25488" y="19713"/>
                </a:lnTo>
                <a:lnTo>
                  <a:pt x="25488" y="19713"/>
                </a:lnTo>
                <a:lnTo>
                  <a:pt x="25488" y="19713"/>
                </a:lnTo>
                <a:lnTo>
                  <a:pt x="25489" y="19713"/>
                </a:lnTo>
                <a:lnTo>
                  <a:pt x="25489" y="19713"/>
                </a:lnTo>
                <a:lnTo>
                  <a:pt x="25490" y="19713"/>
                </a:lnTo>
                <a:lnTo>
                  <a:pt x="25490" y="19713"/>
                </a:lnTo>
                <a:lnTo>
                  <a:pt x="25490" y="19713"/>
                </a:lnTo>
                <a:lnTo>
                  <a:pt x="25491" y="19713"/>
                </a:lnTo>
                <a:lnTo>
                  <a:pt x="25491" y="19713"/>
                </a:lnTo>
                <a:lnTo>
                  <a:pt x="25491" y="19713"/>
                </a:lnTo>
                <a:lnTo>
                  <a:pt x="25492" y="19713"/>
                </a:lnTo>
                <a:lnTo>
                  <a:pt x="25492" y="19713"/>
                </a:lnTo>
                <a:lnTo>
                  <a:pt x="25493" y="19713"/>
                </a:lnTo>
                <a:lnTo>
                  <a:pt x="25493" y="19713"/>
                </a:lnTo>
                <a:lnTo>
                  <a:pt x="25493" y="19713"/>
                </a:lnTo>
                <a:lnTo>
                  <a:pt x="25494" y="19713"/>
                </a:lnTo>
                <a:lnTo>
                  <a:pt x="25494" y="19713"/>
                </a:lnTo>
                <a:lnTo>
                  <a:pt x="25494" y="19713"/>
                </a:lnTo>
                <a:lnTo>
                  <a:pt x="25495" y="19713"/>
                </a:lnTo>
                <a:lnTo>
                  <a:pt x="25495" y="19713"/>
                </a:lnTo>
                <a:lnTo>
                  <a:pt x="25496" y="19713"/>
                </a:lnTo>
                <a:lnTo>
                  <a:pt x="25496" y="19713"/>
                </a:lnTo>
                <a:lnTo>
                  <a:pt x="25496" y="19713"/>
                </a:lnTo>
                <a:lnTo>
                  <a:pt x="25497" y="19713"/>
                </a:lnTo>
                <a:lnTo>
                  <a:pt x="25497" y="19713"/>
                </a:lnTo>
                <a:lnTo>
                  <a:pt x="25497" y="19713"/>
                </a:lnTo>
                <a:lnTo>
                  <a:pt x="25498" y="19713"/>
                </a:lnTo>
                <a:lnTo>
                  <a:pt x="25498" y="19713"/>
                </a:lnTo>
                <a:lnTo>
                  <a:pt x="25498" y="19713"/>
                </a:lnTo>
                <a:lnTo>
                  <a:pt x="25499" y="19713"/>
                </a:lnTo>
                <a:lnTo>
                  <a:pt x="25499" y="19713"/>
                </a:lnTo>
                <a:lnTo>
                  <a:pt x="25500" y="19713"/>
                </a:lnTo>
                <a:lnTo>
                  <a:pt x="25500" y="19713"/>
                </a:lnTo>
                <a:lnTo>
                  <a:pt x="25500" y="19713"/>
                </a:lnTo>
                <a:lnTo>
                  <a:pt x="25501" y="19713"/>
                </a:lnTo>
                <a:lnTo>
                  <a:pt x="25501" y="19713"/>
                </a:lnTo>
                <a:lnTo>
                  <a:pt x="25501" y="19713"/>
                </a:lnTo>
                <a:lnTo>
                  <a:pt x="25502" y="19713"/>
                </a:lnTo>
                <a:lnTo>
                  <a:pt x="25502" y="19713"/>
                </a:lnTo>
                <a:lnTo>
                  <a:pt x="25503" y="19713"/>
                </a:lnTo>
                <a:lnTo>
                  <a:pt x="25503" y="19713"/>
                </a:lnTo>
                <a:lnTo>
                  <a:pt x="25503" y="19713"/>
                </a:lnTo>
                <a:lnTo>
                  <a:pt x="25504" y="19713"/>
                </a:lnTo>
                <a:lnTo>
                  <a:pt x="25504" y="19713"/>
                </a:lnTo>
                <a:lnTo>
                  <a:pt x="25504" y="19713"/>
                </a:lnTo>
                <a:lnTo>
                  <a:pt x="25505" y="19713"/>
                </a:lnTo>
                <a:lnTo>
                  <a:pt x="25505" y="19713"/>
                </a:lnTo>
                <a:lnTo>
                  <a:pt x="25506" y="19713"/>
                </a:lnTo>
                <a:lnTo>
                  <a:pt x="25506" y="19713"/>
                </a:lnTo>
                <a:lnTo>
                  <a:pt x="25506" y="19713"/>
                </a:lnTo>
                <a:lnTo>
                  <a:pt x="25507" y="19713"/>
                </a:lnTo>
                <a:lnTo>
                  <a:pt x="25507" y="19713"/>
                </a:lnTo>
                <a:lnTo>
                  <a:pt x="25507" y="19713"/>
                </a:lnTo>
                <a:lnTo>
                  <a:pt x="25508" y="19713"/>
                </a:lnTo>
                <a:lnTo>
                  <a:pt x="25508" y="19713"/>
                </a:lnTo>
                <a:lnTo>
                  <a:pt x="25509" y="19713"/>
                </a:lnTo>
                <a:lnTo>
                  <a:pt x="25509" y="19713"/>
                </a:lnTo>
                <a:lnTo>
                  <a:pt x="25509" y="19713"/>
                </a:lnTo>
                <a:lnTo>
                  <a:pt x="25510" y="19713"/>
                </a:lnTo>
                <a:lnTo>
                  <a:pt x="25510" y="19713"/>
                </a:lnTo>
                <a:lnTo>
                  <a:pt x="25510" y="19713"/>
                </a:lnTo>
                <a:lnTo>
                  <a:pt x="25511" y="19713"/>
                </a:lnTo>
                <a:lnTo>
                  <a:pt x="25511" y="19713"/>
                </a:lnTo>
                <a:lnTo>
                  <a:pt x="25511" y="19713"/>
                </a:lnTo>
                <a:lnTo>
                  <a:pt x="25512" y="19713"/>
                </a:lnTo>
                <a:lnTo>
                  <a:pt x="25512" y="19713"/>
                </a:lnTo>
                <a:lnTo>
                  <a:pt x="25513" y="19713"/>
                </a:lnTo>
                <a:lnTo>
                  <a:pt x="25513" y="19713"/>
                </a:lnTo>
                <a:lnTo>
                  <a:pt x="25513" y="19713"/>
                </a:lnTo>
                <a:lnTo>
                  <a:pt x="25514" y="19713"/>
                </a:lnTo>
                <a:lnTo>
                  <a:pt x="25514" y="19713"/>
                </a:lnTo>
                <a:lnTo>
                  <a:pt x="25514" y="19713"/>
                </a:lnTo>
                <a:lnTo>
                  <a:pt x="25515" y="19713"/>
                </a:lnTo>
                <a:lnTo>
                  <a:pt x="25515" y="19713"/>
                </a:lnTo>
                <a:lnTo>
                  <a:pt x="25516" y="19713"/>
                </a:lnTo>
                <a:lnTo>
                  <a:pt x="25516" y="19713"/>
                </a:lnTo>
                <a:lnTo>
                  <a:pt x="25516" y="19713"/>
                </a:lnTo>
                <a:lnTo>
                  <a:pt x="25517" y="19713"/>
                </a:lnTo>
                <a:lnTo>
                  <a:pt x="25517" y="19713"/>
                </a:lnTo>
                <a:lnTo>
                  <a:pt x="25517" y="19713"/>
                </a:lnTo>
                <a:lnTo>
                  <a:pt x="25518" y="19713"/>
                </a:lnTo>
                <a:lnTo>
                  <a:pt x="25518" y="19713"/>
                </a:lnTo>
                <a:lnTo>
                  <a:pt x="25519" y="19713"/>
                </a:lnTo>
                <a:lnTo>
                  <a:pt x="25519" y="19713"/>
                </a:lnTo>
                <a:lnTo>
                  <a:pt x="25519" y="19713"/>
                </a:lnTo>
                <a:lnTo>
                  <a:pt x="25520" y="19713"/>
                </a:lnTo>
                <a:lnTo>
                  <a:pt x="25520" y="19713"/>
                </a:lnTo>
                <a:lnTo>
                  <a:pt x="25520" y="19713"/>
                </a:lnTo>
                <a:lnTo>
                  <a:pt x="25521" y="19713"/>
                </a:lnTo>
                <a:lnTo>
                  <a:pt x="25521" y="19713"/>
                </a:lnTo>
                <a:lnTo>
                  <a:pt x="25522" y="19713"/>
                </a:lnTo>
                <a:lnTo>
                  <a:pt x="25522" y="19713"/>
                </a:lnTo>
                <a:lnTo>
                  <a:pt x="25522" y="19713"/>
                </a:lnTo>
                <a:lnTo>
                  <a:pt x="25523" y="19713"/>
                </a:lnTo>
                <a:lnTo>
                  <a:pt x="25523" y="19713"/>
                </a:lnTo>
                <a:lnTo>
                  <a:pt x="25523" y="19713"/>
                </a:lnTo>
                <a:lnTo>
                  <a:pt x="25524" y="19713"/>
                </a:lnTo>
                <a:lnTo>
                  <a:pt x="25524" y="19713"/>
                </a:lnTo>
                <a:lnTo>
                  <a:pt x="25525" y="19713"/>
                </a:lnTo>
                <a:lnTo>
                  <a:pt x="25525" y="19713"/>
                </a:lnTo>
                <a:lnTo>
                  <a:pt x="25525" y="19713"/>
                </a:lnTo>
                <a:lnTo>
                  <a:pt x="25526" y="19713"/>
                </a:lnTo>
                <a:lnTo>
                  <a:pt x="25526" y="19713"/>
                </a:lnTo>
                <a:lnTo>
                  <a:pt x="25526" y="19713"/>
                </a:lnTo>
                <a:lnTo>
                  <a:pt x="25527" y="19713"/>
                </a:lnTo>
                <a:lnTo>
                  <a:pt x="25527" y="19713"/>
                </a:lnTo>
                <a:lnTo>
                  <a:pt x="25528" y="19713"/>
                </a:lnTo>
                <a:lnTo>
                  <a:pt x="25528" y="19713"/>
                </a:lnTo>
                <a:lnTo>
                  <a:pt x="25528" y="19713"/>
                </a:lnTo>
                <a:lnTo>
                  <a:pt x="25529" y="19713"/>
                </a:lnTo>
                <a:lnTo>
                  <a:pt x="25529" y="19713"/>
                </a:lnTo>
                <a:lnTo>
                  <a:pt x="25529" y="19713"/>
                </a:lnTo>
                <a:lnTo>
                  <a:pt x="25530" y="19713"/>
                </a:lnTo>
                <a:lnTo>
                  <a:pt x="25530" y="19713"/>
                </a:lnTo>
                <a:lnTo>
                  <a:pt x="25531" y="19713"/>
                </a:lnTo>
                <a:lnTo>
                  <a:pt x="25531" y="19713"/>
                </a:lnTo>
                <a:lnTo>
                  <a:pt x="25531" y="19713"/>
                </a:lnTo>
                <a:lnTo>
                  <a:pt x="25532" y="19713"/>
                </a:lnTo>
                <a:lnTo>
                  <a:pt x="25532" y="19713"/>
                </a:lnTo>
                <a:lnTo>
                  <a:pt x="25532" y="19713"/>
                </a:lnTo>
                <a:lnTo>
                  <a:pt x="25533" y="19713"/>
                </a:lnTo>
                <a:lnTo>
                  <a:pt x="25533" y="19713"/>
                </a:lnTo>
                <a:lnTo>
                  <a:pt x="25533" y="19713"/>
                </a:lnTo>
                <a:lnTo>
                  <a:pt x="25534" y="19713"/>
                </a:lnTo>
                <a:lnTo>
                  <a:pt x="25534" y="19713"/>
                </a:lnTo>
                <a:lnTo>
                  <a:pt x="25535" y="19713"/>
                </a:lnTo>
                <a:lnTo>
                  <a:pt x="25535" y="19713"/>
                </a:lnTo>
                <a:lnTo>
                  <a:pt x="25535" y="19713"/>
                </a:lnTo>
                <a:lnTo>
                  <a:pt x="25536" y="19713"/>
                </a:lnTo>
                <a:lnTo>
                  <a:pt x="25536" y="19713"/>
                </a:lnTo>
                <a:lnTo>
                  <a:pt x="25536" y="19713"/>
                </a:lnTo>
                <a:lnTo>
                  <a:pt x="25537" y="19713"/>
                </a:lnTo>
                <a:lnTo>
                  <a:pt x="25537" y="19713"/>
                </a:lnTo>
                <a:lnTo>
                  <a:pt x="25538" y="19713"/>
                </a:lnTo>
                <a:lnTo>
                  <a:pt x="25538" y="19713"/>
                </a:lnTo>
                <a:lnTo>
                  <a:pt x="25538" y="19713"/>
                </a:lnTo>
                <a:lnTo>
                  <a:pt x="25539" y="19713"/>
                </a:lnTo>
                <a:lnTo>
                  <a:pt x="25539" y="19713"/>
                </a:lnTo>
                <a:lnTo>
                  <a:pt x="25539" y="19713"/>
                </a:lnTo>
                <a:lnTo>
                  <a:pt x="25540" y="19713"/>
                </a:lnTo>
                <a:lnTo>
                  <a:pt x="25540" y="19713"/>
                </a:lnTo>
                <a:lnTo>
                  <a:pt x="25541" y="19713"/>
                </a:lnTo>
                <a:lnTo>
                  <a:pt x="25541" y="19713"/>
                </a:lnTo>
                <a:lnTo>
                  <a:pt x="25541" y="19713"/>
                </a:lnTo>
                <a:lnTo>
                  <a:pt x="25542" y="19713"/>
                </a:lnTo>
                <a:lnTo>
                  <a:pt x="25542" y="19713"/>
                </a:lnTo>
                <a:lnTo>
                  <a:pt x="25542" y="19713"/>
                </a:lnTo>
                <a:lnTo>
                  <a:pt x="25543" y="19713"/>
                </a:lnTo>
                <a:lnTo>
                  <a:pt x="25543" y="19713"/>
                </a:lnTo>
                <a:lnTo>
                  <a:pt x="25544" y="19713"/>
                </a:lnTo>
                <a:lnTo>
                  <a:pt x="25544" y="19713"/>
                </a:lnTo>
                <a:lnTo>
                  <a:pt x="25544" y="19713"/>
                </a:lnTo>
                <a:lnTo>
                  <a:pt x="25545" y="19713"/>
                </a:lnTo>
                <a:lnTo>
                  <a:pt x="25545" y="19713"/>
                </a:lnTo>
                <a:lnTo>
                  <a:pt x="25545" y="19713"/>
                </a:lnTo>
                <a:lnTo>
                  <a:pt x="25546" y="19713"/>
                </a:lnTo>
                <a:lnTo>
                  <a:pt x="25546" y="19713"/>
                </a:lnTo>
                <a:lnTo>
                  <a:pt x="25547" y="19713"/>
                </a:lnTo>
                <a:lnTo>
                  <a:pt x="25547" y="19713"/>
                </a:lnTo>
                <a:lnTo>
                  <a:pt x="25547" y="19713"/>
                </a:lnTo>
                <a:lnTo>
                  <a:pt x="25548" y="19713"/>
                </a:lnTo>
                <a:lnTo>
                  <a:pt x="25548" y="19713"/>
                </a:lnTo>
                <a:lnTo>
                  <a:pt x="25548" y="19713"/>
                </a:lnTo>
                <a:lnTo>
                  <a:pt x="25549" y="19713"/>
                </a:lnTo>
                <a:lnTo>
                  <a:pt x="25549" y="19713"/>
                </a:lnTo>
                <a:lnTo>
                  <a:pt x="25550" y="19713"/>
                </a:lnTo>
                <a:lnTo>
                  <a:pt x="25550" y="19713"/>
                </a:lnTo>
                <a:lnTo>
                  <a:pt x="25550" y="19713"/>
                </a:lnTo>
                <a:lnTo>
                  <a:pt x="25551" y="19713"/>
                </a:lnTo>
                <a:lnTo>
                  <a:pt x="25551" y="19713"/>
                </a:lnTo>
                <a:lnTo>
                  <a:pt x="25551" y="19713"/>
                </a:lnTo>
                <a:lnTo>
                  <a:pt x="25552" y="19713"/>
                </a:lnTo>
                <a:lnTo>
                  <a:pt x="25552" y="19713"/>
                </a:lnTo>
                <a:lnTo>
                  <a:pt x="25553" y="19713"/>
                </a:lnTo>
                <a:lnTo>
                  <a:pt x="25553" y="19713"/>
                </a:lnTo>
                <a:lnTo>
                  <a:pt x="25553" y="19713"/>
                </a:lnTo>
                <a:lnTo>
                  <a:pt x="25554" y="19713"/>
                </a:lnTo>
                <a:lnTo>
                  <a:pt x="25554" y="19713"/>
                </a:lnTo>
                <a:lnTo>
                  <a:pt x="25554" y="19713"/>
                </a:lnTo>
                <a:lnTo>
                  <a:pt x="25555" y="19713"/>
                </a:lnTo>
                <a:lnTo>
                  <a:pt x="25555" y="19713"/>
                </a:lnTo>
                <a:lnTo>
                  <a:pt x="25556" y="19713"/>
                </a:lnTo>
                <a:lnTo>
                  <a:pt x="25556" y="19713"/>
                </a:lnTo>
                <a:lnTo>
                  <a:pt x="25556" y="19713"/>
                </a:lnTo>
                <a:lnTo>
                  <a:pt x="25557" y="19713"/>
                </a:lnTo>
                <a:lnTo>
                  <a:pt x="25557" y="19713"/>
                </a:lnTo>
                <a:lnTo>
                  <a:pt x="25557" y="19713"/>
                </a:lnTo>
                <a:lnTo>
                  <a:pt x="25558" y="19713"/>
                </a:lnTo>
                <a:lnTo>
                  <a:pt x="25558" y="19713"/>
                </a:lnTo>
                <a:lnTo>
                  <a:pt x="25559" y="19713"/>
                </a:lnTo>
                <a:lnTo>
                  <a:pt x="25559" y="19713"/>
                </a:lnTo>
                <a:lnTo>
                  <a:pt x="25559" y="19713"/>
                </a:lnTo>
                <a:lnTo>
                  <a:pt x="25560" y="19713"/>
                </a:lnTo>
                <a:lnTo>
                  <a:pt x="25560" y="19713"/>
                </a:lnTo>
                <a:lnTo>
                  <a:pt x="25560" y="19713"/>
                </a:lnTo>
                <a:lnTo>
                  <a:pt x="25561" y="19713"/>
                </a:lnTo>
                <a:lnTo>
                  <a:pt x="25561" y="19713"/>
                </a:lnTo>
                <a:lnTo>
                  <a:pt x="25562" y="19713"/>
                </a:lnTo>
                <a:lnTo>
                  <a:pt x="25562" y="19713"/>
                </a:lnTo>
                <a:lnTo>
                  <a:pt x="25562" y="19713"/>
                </a:lnTo>
                <a:lnTo>
                  <a:pt x="25563" y="19713"/>
                </a:lnTo>
                <a:lnTo>
                  <a:pt x="25563" y="19713"/>
                </a:lnTo>
                <a:lnTo>
                  <a:pt x="25563" y="19713"/>
                </a:lnTo>
                <a:lnTo>
                  <a:pt x="25564" y="19713"/>
                </a:lnTo>
                <a:lnTo>
                  <a:pt x="25564" y="19713"/>
                </a:lnTo>
                <a:lnTo>
                  <a:pt x="25565" y="19713"/>
                </a:lnTo>
                <a:lnTo>
                  <a:pt x="25565" y="19713"/>
                </a:lnTo>
                <a:lnTo>
                  <a:pt x="25565" y="19713"/>
                </a:lnTo>
                <a:lnTo>
                  <a:pt x="25566" y="19713"/>
                </a:lnTo>
                <a:lnTo>
                  <a:pt x="25566" y="19713"/>
                </a:lnTo>
                <a:lnTo>
                  <a:pt x="25566" y="19713"/>
                </a:lnTo>
                <a:lnTo>
                  <a:pt x="25567" y="19713"/>
                </a:lnTo>
                <a:lnTo>
                  <a:pt x="25567" y="19713"/>
                </a:lnTo>
                <a:lnTo>
                  <a:pt x="25568" y="19713"/>
                </a:lnTo>
                <a:lnTo>
                  <a:pt x="25568" y="19713"/>
                </a:lnTo>
                <a:lnTo>
                  <a:pt x="25568" y="19713"/>
                </a:lnTo>
                <a:lnTo>
                  <a:pt x="25569" y="19713"/>
                </a:lnTo>
                <a:lnTo>
                  <a:pt x="25569" y="19713"/>
                </a:lnTo>
                <a:lnTo>
                  <a:pt x="25569" y="19713"/>
                </a:lnTo>
                <a:lnTo>
                  <a:pt x="25570" y="19713"/>
                </a:lnTo>
                <a:lnTo>
                  <a:pt x="25570" y="19713"/>
                </a:lnTo>
                <a:lnTo>
                  <a:pt x="25571" y="19713"/>
                </a:lnTo>
                <a:lnTo>
                  <a:pt x="25571" y="19713"/>
                </a:lnTo>
                <a:lnTo>
                  <a:pt x="25571" y="19713"/>
                </a:lnTo>
                <a:lnTo>
                  <a:pt x="25572" y="19713"/>
                </a:lnTo>
                <a:lnTo>
                  <a:pt x="25572" y="19713"/>
                </a:lnTo>
                <a:lnTo>
                  <a:pt x="25572" y="19713"/>
                </a:lnTo>
                <a:lnTo>
                  <a:pt x="25573" y="19713"/>
                </a:lnTo>
                <a:lnTo>
                  <a:pt x="25573" y="19713"/>
                </a:lnTo>
                <a:lnTo>
                  <a:pt x="25574" y="19713"/>
                </a:lnTo>
                <a:lnTo>
                  <a:pt x="25574" y="19713"/>
                </a:lnTo>
                <a:lnTo>
                  <a:pt x="25574" y="19713"/>
                </a:lnTo>
                <a:lnTo>
                  <a:pt x="25575" y="19713"/>
                </a:lnTo>
                <a:lnTo>
                  <a:pt x="25575" y="19713"/>
                </a:lnTo>
                <a:lnTo>
                  <a:pt x="25575" y="19713"/>
                </a:lnTo>
                <a:lnTo>
                  <a:pt x="25576" y="19713"/>
                </a:lnTo>
                <a:lnTo>
                  <a:pt x="25576" y="19713"/>
                </a:lnTo>
                <a:lnTo>
                  <a:pt x="25577" y="19713"/>
                </a:lnTo>
                <a:lnTo>
                  <a:pt x="25577" y="19713"/>
                </a:lnTo>
                <a:lnTo>
                  <a:pt x="25577" y="19713"/>
                </a:lnTo>
                <a:lnTo>
                  <a:pt x="25578" y="19713"/>
                </a:lnTo>
                <a:lnTo>
                  <a:pt x="25578" y="19713"/>
                </a:lnTo>
                <a:lnTo>
                  <a:pt x="25578" y="19713"/>
                </a:lnTo>
                <a:lnTo>
                  <a:pt x="25579" y="19713"/>
                </a:lnTo>
                <a:lnTo>
                  <a:pt x="25579" y="19713"/>
                </a:lnTo>
                <a:lnTo>
                  <a:pt x="25580" y="19713"/>
                </a:lnTo>
                <a:lnTo>
                  <a:pt x="25580" y="19713"/>
                </a:lnTo>
                <a:lnTo>
                  <a:pt x="25580" y="19713"/>
                </a:lnTo>
                <a:lnTo>
                  <a:pt x="25581" y="19713"/>
                </a:lnTo>
                <a:lnTo>
                  <a:pt x="25581" y="19713"/>
                </a:lnTo>
                <a:lnTo>
                  <a:pt x="25581" y="19713"/>
                </a:lnTo>
                <a:lnTo>
                  <a:pt x="25582" y="19713"/>
                </a:lnTo>
                <a:lnTo>
                  <a:pt x="25582" y="19713"/>
                </a:lnTo>
                <a:lnTo>
                  <a:pt x="25583" y="19713"/>
                </a:lnTo>
                <a:lnTo>
                  <a:pt x="25583" y="19713"/>
                </a:lnTo>
                <a:lnTo>
                  <a:pt x="25583" y="19713"/>
                </a:lnTo>
                <a:lnTo>
                  <a:pt x="25584" y="19713"/>
                </a:lnTo>
                <a:lnTo>
                  <a:pt x="25584" y="19713"/>
                </a:lnTo>
                <a:lnTo>
                  <a:pt x="25584" y="19713"/>
                </a:lnTo>
                <a:lnTo>
                  <a:pt x="25585" y="19713"/>
                </a:lnTo>
                <a:lnTo>
                  <a:pt x="25585" y="19713"/>
                </a:lnTo>
                <a:lnTo>
                  <a:pt x="25586" y="19713"/>
                </a:lnTo>
                <a:lnTo>
                  <a:pt x="25586" y="19713"/>
                </a:lnTo>
                <a:lnTo>
                  <a:pt x="25586" y="19713"/>
                </a:lnTo>
                <a:lnTo>
                  <a:pt x="25587" y="19713"/>
                </a:lnTo>
                <a:lnTo>
                  <a:pt x="25587" y="19713"/>
                </a:lnTo>
                <a:lnTo>
                  <a:pt x="25587" y="19713"/>
                </a:lnTo>
                <a:lnTo>
                  <a:pt x="25588" y="19713"/>
                </a:lnTo>
                <a:lnTo>
                  <a:pt x="25588" y="19713"/>
                </a:lnTo>
                <a:lnTo>
                  <a:pt x="25589" y="19713"/>
                </a:lnTo>
                <a:lnTo>
                  <a:pt x="25589" y="19713"/>
                </a:lnTo>
                <a:lnTo>
                  <a:pt x="25589" y="19713"/>
                </a:lnTo>
                <a:lnTo>
                  <a:pt x="25590" y="19713"/>
                </a:lnTo>
                <a:lnTo>
                  <a:pt x="25590" y="19713"/>
                </a:lnTo>
                <a:lnTo>
                  <a:pt x="25591" y="19713"/>
                </a:lnTo>
                <a:lnTo>
                  <a:pt x="25591" y="19713"/>
                </a:lnTo>
                <a:lnTo>
                  <a:pt x="25591" y="19713"/>
                </a:lnTo>
                <a:lnTo>
                  <a:pt x="25592" y="19713"/>
                </a:lnTo>
                <a:lnTo>
                  <a:pt x="25592" y="19713"/>
                </a:lnTo>
                <a:lnTo>
                  <a:pt x="25592" y="19713"/>
                </a:lnTo>
                <a:lnTo>
                  <a:pt x="25593" y="19713"/>
                </a:lnTo>
                <a:lnTo>
                  <a:pt x="25593" y="19713"/>
                </a:lnTo>
                <a:lnTo>
                  <a:pt x="25594" y="19713"/>
                </a:lnTo>
                <a:lnTo>
                  <a:pt x="25594" y="19713"/>
                </a:lnTo>
                <a:lnTo>
                  <a:pt x="25594" y="19713"/>
                </a:lnTo>
                <a:lnTo>
                  <a:pt x="25595" y="19713"/>
                </a:lnTo>
                <a:lnTo>
                  <a:pt x="25595" y="19713"/>
                </a:lnTo>
                <a:lnTo>
                  <a:pt x="25595" y="19713"/>
                </a:lnTo>
                <a:lnTo>
                  <a:pt x="25596" y="19713"/>
                </a:lnTo>
                <a:lnTo>
                  <a:pt x="25596" y="19713"/>
                </a:lnTo>
                <a:lnTo>
                  <a:pt x="25597" y="19713"/>
                </a:lnTo>
                <a:lnTo>
                  <a:pt x="25597" y="19713"/>
                </a:lnTo>
                <a:lnTo>
                  <a:pt x="25597" y="19713"/>
                </a:lnTo>
                <a:lnTo>
                  <a:pt x="25598" y="19713"/>
                </a:lnTo>
                <a:lnTo>
                  <a:pt x="25598" y="19713"/>
                </a:lnTo>
                <a:lnTo>
                  <a:pt x="25598" y="19713"/>
                </a:lnTo>
                <a:lnTo>
                  <a:pt x="25599" y="19713"/>
                </a:lnTo>
                <a:lnTo>
                  <a:pt x="25599" y="19713"/>
                </a:lnTo>
                <a:lnTo>
                  <a:pt x="25600" y="19713"/>
                </a:lnTo>
                <a:lnTo>
                  <a:pt x="25600" y="19713"/>
                </a:lnTo>
                <a:lnTo>
                  <a:pt x="25600" y="19713"/>
                </a:lnTo>
                <a:lnTo>
                  <a:pt x="25601" y="19713"/>
                </a:lnTo>
                <a:lnTo>
                  <a:pt x="25601" y="19713"/>
                </a:lnTo>
                <a:lnTo>
                  <a:pt x="25601" y="19713"/>
                </a:lnTo>
                <a:lnTo>
                  <a:pt x="25602" y="19713"/>
                </a:lnTo>
                <a:lnTo>
                  <a:pt x="25602" y="19713"/>
                </a:lnTo>
                <a:lnTo>
                  <a:pt x="25603" y="19713"/>
                </a:lnTo>
                <a:lnTo>
                  <a:pt x="25603" y="19713"/>
                </a:lnTo>
                <a:lnTo>
                  <a:pt x="25603" y="19713"/>
                </a:lnTo>
                <a:lnTo>
                  <a:pt x="25604" y="19713"/>
                </a:lnTo>
                <a:lnTo>
                  <a:pt x="25604" y="19713"/>
                </a:lnTo>
                <a:lnTo>
                  <a:pt x="25604" y="19713"/>
                </a:lnTo>
                <a:lnTo>
                  <a:pt x="25605" y="19713"/>
                </a:lnTo>
                <a:lnTo>
                  <a:pt x="25605" y="19713"/>
                </a:lnTo>
                <a:lnTo>
                  <a:pt x="25606" y="19713"/>
                </a:lnTo>
                <a:lnTo>
                  <a:pt x="25606" y="19713"/>
                </a:lnTo>
                <a:lnTo>
                  <a:pt x="25606" y="19713"/>
                </a:lnTo>
                <a:lnTo>
                  <a:pt x="25607" y="19713"/>
                </a:lnTo>
                <a:lnTo>
                  <a:pt x="25607" y="19713"/>
                </a:lnTo>
                <a:lnTo>
                  <a:pt x="25607" y="19713"/>
                </a:lnTo>
                <a:lnTo>
                  <a:pt x="25608" y="19713"/>
                </a:lnTo>
                <a:lnTo>
                  <a:pt x="25608" y="19713"/>
                </a:lnTo>
                <a:lnTo>
                  <a:pt x="25609" y="19713"/>
                </a:lnTo>
                <a:lnTo>
                  <a:pt x="25609" y="19713"/>
                </a:lnTo>
                <a:lnTo>
                  <a:pt x="25609" y="19713"/>
                </a:lnTo>
                <a:lnTo>
                  <a:pt x="25610" y="19713"/>
                </a:lnTo>
                <a:lnTo>
                  <a:pt x="25610" y="19713"/>
                </a:lnTo>
                <a:lnTo>
                  <a:pt x="25611" y="19713"/>
                </a:lnTo>
                <a:lnTo>
                  <a:pt x="25611" y="19713"/>
                </a:lnTo>
                <a:lnTo>
                  <a:pt x="25611" y="19713"/>
                </a:lnTo>
                <a:lnTo>
                  <a:pt x="25612" y="19713"/>
                </a:lnTo>
                <a:lnTo>
                  <a:pt x="25612" y="19713"/>
                </a:lnTo>
                <a:lnTo>
                  <a:pt x="25612" y="19713"/>
                </a:lnTo>
                <a:lnTo>
                  <a:pt x="25613" y="19713"/>
                </a:lnTo>
                <a:lnTo>
                  <a:pt x="25613" y="19713"/>
                </a:lnTo>
                <a:lnTo>
                  <a:pt x="25614" y="19713"/>
                </a:lnTo>
                <a:lnTo>
                  <a:pt x="25614" y="19713"/>
                </a:lnTo>
                <a:lnTo>
                  <a:pt x="25614" y="19713"/>
                </a:lnTo>
                <a:lnTo>
                  <a:pt x="25615" y="19713"/>
                </a:lnTo>
                <a:lnTo>
                  <a:pt x="25615" y="19713"/>
                </a:lnTo>
                <a:lnTo>
                  <a:pt x="25615" y="19713"/>
                </a:lnTo>
                <a:lnTo>
                  <a:pt x="25616" y="19713"/>
                </a:lnTo>
                <a:lnTo>
                  <a:pt x="25616" y="19713"/>
                </a:lnTo>
                <a:lnTo>
                  <a:pt x="25617" y="19713"/>
                </a:lnTo>
                <a:lnTo>
                  <a:pt x="25617" y="19713"/>
                </a:lnTo>
                <a:lnTo>
                  <a:pt x="25617" y="19713"/>
                </a:lnTo>
                <a:lnTo>
                  <a:pt x="25618" y="19713"/>
                </a:lnTo>
                <a:lnTo>
                  <a:pt x="25618" y="19713"/>
                </a:lnTo>
                <a:lnTo>
                  <a:pt x="25618" y="19713"/>
                </a:lnTo>
                <a:lnTo>
                  <a:pt x="25619" y="19713"/>
                </a:lnTo>
                <a:lnTo>
                  <a:pt x="25619" y="19713"/>
                </a:lnTo>
                <a:lnTo>
                  <a:pt x="25620" y="19713"/>
                </a:lnTo>
                <a:lnTo>
                  <a:pt x="25620" y="19713"/>
                </a:lnTo>
                <a:lnTo>
                  <a:pt x="25620" y="19713"/>
                </a:lnTo>
                <a:lnTo>
                  <a:pt x="25621" y="19713"/>
                </a:lnTo>
                <a:lnTo>
                  <a:pt x="25621" y="19713"/>
                </a:lnTo>
                <a:lnTo>
                  <a:pt x="25621" y="19713"/>
                </a:lnTo>
                <a:lnTo>
                  <a:pt x="25622" y="19713"/>
                </a:lnTo>
                <a:lnTo>
                  <a:pt x="25622" y="19713"/>
                </a:lnTo>
                <a:lnTo>
                  <a:pt x="25623" y="19713"/>
                </a:lnTo>
                <a:lnTo>
                  <a:pt x="25623" y="19713"/>
                </a:lnTo>
                <a:lnTo>
                  <a:pt x="25623" y="19713"/>
                </a:lnTo>
                <a:lnTo>
                  <a:pt x="25624" y="19713"/>
                </a:lnTo>
                <a:lnTo>
                  <a:pt x="25624" y="19713"/>
                </a:lnTo>
                <a:lnTo>
                  <a:pt x="25625" y="19713"/>
                </a:lnTo>
                <a:lnTo>
                  <a:pt x="25625" y="19713"/>
                </a:lnTo>
                <a:lnTo>
                  <a:pt x="25625" y="19713"/>
                </a:lnTo>
                <a:lnTo>
                  <a:pt x="25626" y="19713"/>
                </a:lnTo>
                <a:lnTo>
                  <a:pt x="25626" y="19713"/>
                </a:lnTo>
                <a:lnTo>
                  <a:pt x="25626" y="19713"/>
                </a:lnTo>
                <a:lnTo>
                  <a:pt x="25627" y="19713"/>
                </a:lnTo>
                <a:lnTo>
                  <a:pt x="25627" y="19713"/>
                </a:lnTo>
                <a:lnTo>
                  <a:pt x="25628" y="19713"/>
                </a:lnTo>
                <a:lnTo>
                  <a:pt x="25628" y="19713"/>
                </a:lnTo>
                <a:lnTo>
                  <a:pt x="25628" y="19713"/>
                </a:lnTo>
                <a:lnTo>
                  <a:pt x="25629" y="19713"/>
                </a:lnTo>
                <a:lnTo>
                  <a:pt x="25629" y="19713"/>
                </a:lnTo>
                <a:lnTo>
                  <a:pt x="25629" y="19713"/>
                </a:lnTo>
                <a:lnTo>
                  <a:pt x="25630" y="19713"/>
                </a:lnTo>
                <a:lnTo>
                  <a:pt x="25630" y="19713"/>
                </a:lnTo>
                <a:lnTo>
                  <a:pt x="25631" y="19713"/>
                </a:lnTo>
                <a:lnTo>
                  <a:pt x="25631" y="19713"/>
                </a:lnTo>
                <a:lnTo>
                  <a:pt x="25631" y="19713"/>
                </a:lnTo>
                <a:lnTo>
                  <a:pt x="25632" y="19713"/>
                </a:lnTo>
                <a:lnTo>
                  <a:pt x="25632" y="19713"/>
                </a:lnTo>
                <a:lnTo>
                  <a:pt x="25632" y="19713"/>
                </a:lnTo>
                <a:lnTo>
                  <a:pt x="25633" y="19713"/>
                </a:lnTo>
                <a:lnTo>
                  <a:pt x="25633" y="19713"/>
                </a:lnTo>
                <a:lnTo>
                  <a:pt x="25634" y="19713"/>
                </a:lnTo>
                <a:lnTo>
                  <a:pt x="25634" y="19713"/>
                </a:lnTo>
                <a:lnTo>
                  <a:pt x="25634" y="19713"/>
                </a:lnTo>
                <a:lnTo>
                  <a:pt x="25635" y="19713"/>
                </a:lnTo>
                <a:lnTo>
                  <a:pt x="25635" y="19713"/>
                </a:lnTo>
                <a:lnTo>
                  <a:pt x="25635" y="19713"/>
                </a:lnTo>
                <a:lnTo>
                  <a:pt x="25636" y="19713"/>
                </a:lnTo>
                <a:lnTo>
                  <a:pt x="25636" y="19713"/>
                </a:lnTo>
                <a:lnTo>
                  <a:pt x="25637" y="19713"/>
                </a:lnTo>
                <a:lnTo>
                  <a:pt x="25637" y="19713"/>
                </a:lnTo>
                <a:lnTo>
                  <a:pt x="25637" y="19713"/>
                </a:lnTo>
                <a:lnTo>
                  <a:pt x="25638" y="19713"/>
                </a:lnTo>
                <a:lnTo>
                  <a:pt x="25638" y="19713"/>
                </a:lnTo>
                <a:lnTo>
                  <a:pt x="25639" y="19713"/>
                </a:lnTo>
                <a:lnTo>
                  <a:pt x="25639" y="19713"/>
                </a:lnTo>
                <a:lnTo>
                  <a:pt x="25639" y="19713"/>
                </a:lnTo>
                <a:lnTo>
                  <a:pt x="25640" y="19713"/>
                </a:lnTo>
                <a:lnTo>
                  <a:pt x="25640" y="19713"/>
                </a:lnTo>
                <a:lnTo>
                  <a:pt x="25640" y="19713"/>
                </a:lnTo>
                <a:lnTo>
                  <a:pt x="25641" y="19713"/>
                </a:lnTo>
                <a:lnTo>
                  <a:pt x="25641" y="19713"/>
                </a:lnTo>
                <a:lnTo>
                  <a:pt x="25642" y="19713"/>
                </a:lnTo>
                <a:lnTo>
                  <a:pt x="25642" y="19713"/>
                </a:lnTo>
                <a:lnTo>
                  <a:pt x="25642" y="19713"/>
                </a:lnTo>
                <a:lnTo>
                  <a:pt x="25643" y="19713"/>
                </a:lnTo>
                <a:lnTo>
                  <a:pt x="25643" y="19713"/>
                </a:lnTo>
                <a:lnTo>
                  <a:pt x="25643" y="19713"/>
                </a:lnTo>
                <a:lnTo>
                  <a:pt x="25644" y="19713"/>
                </a:lnTo>
                <a:lnTo>
                  <a:pt x="25644" y="19713"/>
                </a:lnTo>
                <a:lnTo>
                  <a:pt x="25645" y="19713"/>
                </a:lnTo>
                <a:lnTo>
                  <a:pt x="25645" y="19713"/>
                </a:lnTo>
                <a:lnTo>
                  <a:pt x="25645" y="19713"/>
                </a:lnTo>
                <a:lnTo>
                  <a:pt x="25646" y="19713"/>
                </a:lnTo>
                <a:lnTo>
                  <a:pt x="25646" y="19713"/>
                </a:lnTo>
                <a:lnTo>
                  <a:pt x="25647" y="19713"/>
                </a:lnTo>
                <a:lnTo>
                  <a:pt x="25647" y="19713"/>
                </a:lnTo>
                <a:lnTo>
                  <a:pt x="25647" y="19713"/>
                </a:lnTo>
                <a:lnTo>
                  <a:pt x="25648" y="19713"/>
                </a:lnTo>
                <a:lnTo>
                  <a:pt x="25648" y="19713"/>
                </a:lnTo>
                <a:lnTo>
                  <a:pt x="25648" y="19713"/>
                </a:lnTo>
                <a:lnTo>
                  <a:pt x="25649" y="19713"/>
                </a:lnTo>
                <a:lnTo>
                  <a:pt x="25649" y="19713"/>
                </a:lnTo>
                <a:lnTo>
                  <a:pt x="25650" y="19713"/>
                </a:lnTo>
                <a:lnTo>
                  <a:pt x="25650" y="19713"/>
                </a:lnTo>
                <a:lnTo>
                  <a:pt x="25650" y="19713"/>
                </a:lnTo>
                <a:lnTo>
                  <a:pt x="25651" y="19713"/>
                </a:lnTo>
                <a:lnTo>
                  <a:pt x="25651" y="19713"/>
                </a:lnTo>
                <a:lnTo>
                  <a:pt x="25651" y="19713"/>
                </a:lnTo>
                <a:lnTo>
                  <a:pt x="25652" y="19713"/>
                </a:lnTo>
                <a:lnTo>
                  <a:pt x="25652" y="19713"/>
                </a:lnTo>
                <a:lnTo>
                  <a:pt x="25653" y="19713"/>
                </a:lnTo>
                <a:lnTo>
                  <a:pt x="25653" y="19713"/>
                </a:lnTo>
                <a:lnTo>
                  <a:pt x="25653" y="19713"/>
                </a:lnTo>
                <a:lnTo>
                  <a:pt x="25654" y="19713"/>
                </a:lnTo>
                <a:lnTo>
                  <a:pt x="25654" y="19713"/>
                </a:lnTo>
                <a:lnTo>
                  <a:pt x="25654" y="19713"/>
                </a:lnTo>
                <a:lnTo>
                  <a:pt x="25655" y="19713"/>
                </a:lnTo>
                <a:lnTo>
                  <a:pt x="25655" y="19713"/>
                </a:lnTo>
                <a:lnTo>
                  <a:pt x="25656" y="19713"/>
                </a:lnTo>
                <a:lnTo>
                  <a:pt x="25656" y="19713"/>
                </a:lnTo>
                <a:lnTo>
                  <a:pt x="25656" y="19713"/>
                </a:lnTo>
                <a:lnTo>
                  <a:pt x="25657" y="19713"/>
                </a:lnTo>
                <a:lnTo>
                  <a:pt x="25657" y="19713"/>
                </a:lnTo>
                <a:lnTo>
                  <a:pt x="25658" y="19713"/>
                </a:lnTo>
                <a:lnTo>
                  <a:pt x="25658" y="19713"/>
                </a:lnTo>
                <a:lnTo>
                  <a:pt x="25658" y="19713"/>
                </a:lnTo>
                <a:lnTo>
                  <a:pt x="25659" y="19713"/>
                </a:lnTo>
                <a:lnTo>
                  <a:pt x="25659" y="19713"/>
                </a:lnTo>
                <a:lnTo>
                  <a:pt x="25659" y="19713"/>
                </a:lnTo>
                <a:lnTo>
                  <a:pt x="25660" y="19713"/>
                </a:lnTo>
                <a:lnTo>
                  <a:pt x="25660" y="19713"/>
                </a:lnTo>
                <a:lnTo>
                  <a:pt x="25661" y="19713"/>
                </a:lnTo>
                <a:lnTo>
                  <a:pt x="25661" y="19713"/>
                </a:lnTo>
                <a:lnTo>
                  <a:pt x="25661" y="19713"/>
                </a:lnTo>
                <a:lnTo>
                  <a:pt x="25662" y="19713"/>
                </a:lnTo>
                <a:lnTo>
                  <a:pt x="25662" y="19713"/>
                </a:lnTo>
                <a:lnTo>
                  <a:pt x="25662" y="19713"/>
                </a:lnTo>
                <a:lnTo>
                  <a:pt x="25663" y="19713"/>
                </a:lnTo>
                <a:lnTo>
                  <a:pt x="25663" y="19713"/>
                </a:lnTo>
                <a:lnTo>
                  <a:pt x="25664" y="19713"/>
                </a:lnTo>
                <a:lnTo>
                  <a:pt x="25664" y="19713"/>
                </a:lnTo>
                <a:lnTo>
                  <a:pt x="25664" y="19713"/>
                </a:lnTo>
                <a:lnTo>
                  <a:pt x="25665" y="19713"/>
                </a:lnTo>
                <a:lnTo>
                  <a:pt x="25665" y="19713"/>
                </a:lnTo>
                <a:lnTo>
                  <a:pt x="25666" y="19713"/>
                </a:lnTo>
                <a:lnTo>
                  <a:pt x="25666" y="19713"/>
                </a:lnTo>
                <a:lnTo>
                  <a:pt x="25666" y="19713"/>
                </a:lnTo>
                <a:lnTo>
                  <a:pt x="25667" y="19713"/>
                </a:lnTo>
                <a:lnTo>
                  <a:pt x="25667" y="19713"/>
                </a:lnTo>
                <a:lnTo>
                  <a:pt x="25667" y="19713"/>
                </a:lnTo>
                <a:lnTo>
                  <a:pt x="25668" y="19713"/>
                </a:lnTo>
                <a:lnTo>
                  <a:pt x="25668" y="19713"/>
                </a:lnTo>
                <a:lnTo>
                  <a:pt x="25669" y="19713"/>
                </a:lnTo>
                <a:lnTo>
                  <a:pt x="25669" y="19713"/>
                </a:lnTo>
                <a:lnTo>
                  <a:pt x="25669" y="19713"/>
                </a:lnTo>
                <a:lnTo>
                  <a:pt x="25670" y="19713"/>
                </a:lnTo>
                <a:lnTo>
                  <a:pt x="25670" y="19713"/>
                </a:lnTo>
                <a:lnTo>
                  <a:pt x="26738" y="19713"/>
                </a:lnTo>
                <a:lnTo>
                  <a:pt x="26933" y="19726"/>
                </a:lnTo>
                <a:lnTo>
                  <a:pt x="27223" y="19745"/>
                </a:lnTo>
                <a:lnTo>
                  <a:pt x="27509" y="19765"/>
                </a:lnTo>
                <a:lnTo>
                  <a:pt x="27790" y="19785"/>
                </a:lnTo>
                <a:lnTo>
                  <a:pt x="28065" y="19805"/>
                </a:lnTo>
                <a:lnTo>
                  <a:pt x="28336" y="19825"/>
                </a:lnTo>
                <a:lnTo>
                  <a:pt x="28602" y="19845"/>
                </a:lnTo>
                <a:lnTo>
                  <a:pt x="28862" y="19866"/>
                </a:lnTo>
                <a:lnTo>
                  <a:pt x="29117" y="19886"/>
                </a:lnTo>
                <a:lnTo>
                  <a:pt x="29368" y="19907"/>
                </a:lnTo>
                <a:lnTo>
                  <a:pt x="29613" y="19928"/>
                </a:lnTo>
                <a:lnTo>
                  <a:pt x="29854" y="19949"/>
                </a:lnTo>
                <a:lnTo>
                  <a:pt x="30089" y="19971"/>
                </a:lnTo>
                <a:lnTo>
                  <a:pt x="30320" y="19992"/>
                </a:lnTo>
                <a:lnTo>
                  <a:pt x="30545" y="20014"/>
                </a:lnTo>
                <a:lnTo>
                  <a:pt x="30766" y="20035"/>
                </a:lnTo>
                <a:lnTo>
                  <a:pt x="30981" y="20057"/>
                </a:lnTo>
                <a:lnTo>
                  <a:pt x="31192" y="20079"/>
                </a:lnTo>
                <a:lnTo>
                  <a:pt x="31398" y="20101"/>
                </a:lnTo>
                <a:lnTo>
                  <a:pt x="31599" y="20124"/>
                </a:lnTo>
                <a:lnTo>
                  <a:pt x="31794" y="20146"/>
                </a:lnTo>
                <a:lnTo>
                  <a:pt x="31985" y="20169"/>
                </a:lnTo>
                <a:lnTo>
                  <a:pt x="32171" y="20191"/>
                </a:lnTo>
                <a:lnTo>
                  <a:pt x="32353" y="20214"/>
                </a:lnTo>
                <a:lnTo>
                  <a:pt x="32538" y="20238"/>
                </a:lnTo>
                <a:lnTo>
                  <a:pt x="32715" y="20262"/>
                </a:lnTo>
                <a:lnTo>
                  <a:pt x="32884" y="20286"/>
                </a:lnTo>
                <a:lnTo>
                  <a:pt x="33046" y="20310"/>
                </a:lnTo>
                <a:lnTo>
                  <a:pt x="33200" y="20333"/>
                </a:lnTo>
                <a:lnTo>
                  <a:pt x="33347" y="20356"/>
                </a:lnTo>
                <a:lnTo>
                  <a:pt x="33487" y="20379"/>
                </a:lnTo>
                <a:lnTo>
                  <a:pt x="33620" y="20401"/>
                </a:lnTo>
                <a:lnTo>
                  <a:pt x="33745" y="20423"/>
                </a:lnTo>
                <a:lnTo>
                  <a:pt x="33864" y="20444"/>
                </a:lnTo>
                <a:lnTo>
                  <a:pt x="33976" y="20465"/>
                </a:lnTo>
                <a:lnTo>
                  <a:pt x="34081" y="20486"/>
                </a:lnTo>
                <a:lnTo>
                  <a:pt x="34179" y="20506"/>
                </a:lnTo>
                <a:lnTo>
                  <a:pt x="34272" y="20525"/>
                </a:lnTo>
                <a:lnTo>
                  <a:pt x="34357" y="20544"/>
                </a:lnTo>
                <a:lnTo>
                  <a:pt x="34437" y="20562"/>
                </a:lnTo>
                <a:lnTo>
                  <a:pt x="34457" y="20567"/>
                </a:lnTo>
                <a:lnTo>
                  <a:pt x="34459" y="20591"/>
                </a:lnTo>
                <a:lnTo>
                  <a:pt x="34460" y="20617"/>
                </a:lnTo>
                <a:lnTo>
                  <a:pt x="34461" y="20644"/>
                </a:lnTo>
                <a:lnTo>
                  <a:pt x="34462" y="20672"/>
                </a:lnTo>
                <a:lnTo>
                  <a:pt x="34463" y="20701"/>
                </a:lnTo>
                <a:lnTo>
                  <a:pt x="34464" y="20731"/>
                </a:lnTo>
                <a:lnTo>
                  <a:pt x="34464" y="20762"/>
                </a:lnTo>
                <a:lnTo>
                  <a:pt x="34465" y="20794"/>
                </a:lnTo>
                <a:lnTo>
                  <a:pt x="34465" y="20827"/>
                </a:lnTo>
                <a:lnTo>
                  <a:pt x="34464" y="20861"/>
                </a:lnTo>
                <a:lnTo>
                  <a:pt x="34464" y="20895"/>
                </a:lnTo>
                <a:lnTo>
                  <a:pt x="34463" y="20931"/>
                </a:lnTo>
                <a:lnTo>
                  <a:pt x="34462" y="20963"/>
                </a:lnTo>
                <a:lnTo>
                  <a:pt x="25869" y="54637"/>
                </a:lnTo>
                <a:lnTo>
                  <a:pt x="25864" y="54657"/>
                </a:lnTo>
                <a:lnTo>
                  <a:pt x="28051" y="55200"/>
                </a:lnTo>
                <a:lnTo>
                  <a:pt x="25864" y="54657"/>
                </a:lnTo>
                <a:lnTo>
                  <a:pt x="25161" y="57490"/>
                </a:lnTo>
                <a:lnTo>
                  <a:pt x="24457" y="60327"/>
                </a:lnTo>
                <a:lnTo>
                  <a:pt x="23752" y="63168"/>
                </a:lnTo>
                <a:lnTo>
                  <a:pt x="23046" y="66014"/>
                </a:lnTo>
                <a:lnTo>
                  <a:pt x="22340" y="68863"/>
                </a:lnTo>
                <a:lnTo>
                  <a:pt x="21632" y="71717"/>
                </a:lnTo>
                <a:lnTo>
                  <a:pt x="20924" y="74574"/>
                </a:lnTo>
                <a:lnTo>
                  <a:pt x="20215" y="77436"/>
                </a:lnTo>
                <a:lnTo>
                  <a:pt x="19505" y="80301"/>
                </a:lnTo>
                <a:lnTo>
                  <a:pt x="18795" y="83171"/>
                </a:lnTo>
                <a:lnTo>
                  <a:pt x="18083" y="86045"/>
                </a:lnTo>
                <a:lnTo>
                  <a:pt x="17371" y="88922"/>
                </a:lnTo>
                <a:lnTo>
                  <a:pt x="16658" y="91804"/>
                </a:lnTo>
                <a:lnTo>
                  <a:pt x="15944" y="94690"/>
                </a:lnTo>
                <a:lnTo>
                  <a:pt x="15229" y="97580"/>
                </a:lnTo>
                <a:lnTo>
                  <a:pt x="14514" y="100474"/>
                </a:lnTo>
                <a:lnTo>
                  <a:pt x="13798" y="103372"/>
                </a:lnTo>
                <a:lnTo>
                  <a:pt x="13081" y="106275"/>
                </a:lnTo>
                <a:lnTo>
                  <a:pt x="12363" y="109181"/>
                </a:lnTo>
                <a:lnTo>
                  <a:pt x="11644" y="112091"/>
                </a:lnTo>
                <a:lnTo>
                  <a:pt x="10924" y="115006"/>
                </a:lnTo>
                <a:lnTo>
                  <a:pt x="10204" y="117924"/>
                </a:lnTo>
                <a:lnTo>
                  <a:pt x="9483" y="120847"/>
                </a:lnTo>
                <a:lnTo>
                  <a:pt x="8761" y="123773"/>
                </a:lnTo>
                <a:lnTo>
                  <a:pt x="8403" y="125224"/>
                </a:lnTo>
                <a:lnTo>
                  <a:pt x="8053" y="126646"/>
                </a:lnTo>
                <a:lnTo>
                  <a:pt x="7711" y="128040"/>
                </a:lnTo>
                <a:lnTo>
                  <a:pt x="7375" y="129406"/>
                </a:lnTo>
                <a:lnTo>
                  <a:pt x="7048" y="130743"/>
                </a:lnTo>
                <a:lnTo>
                  <a:pt x="6728" y="132052"/>
                </a:lnTo>
                <a:lnTo>
                  <a:pt x="6415" y="133332"/>
                </a:lnTo>
                <a:lnTo>
                  <a:pt x="6110" y="134585"/>
                </a:lnTo>
                <a:lnTo>
                  <a:pt x="5812" y="135808"/>
                </a:lnTo>
                <a:lnTo>
                  <a:pt x="5522" y="137004"/>
                </a:lnTo>
                <a:lnTo>
                  <a:pt x="5240" y="138171"/>
                </a:lnTo>
                <a:lnTo>
                  <a:pt x="4965" y="139310"/>
                </a:lnTo>
                <a:lnTo>
                  <a:pt x="4697" y="140420"/>
                </a:lnTo>
                <a:lnTo>
                  <a:pt x="4437" y="141502"/>
                </a:lnTo>
                <a:lnTo>
                  <a:pt x="4184" y="142556"/>
                </a:lnTo>
                <a:lnTo>
                  <a:pt x="3939" y="143581"/>
                </a:lnTo>
                <a:lnTo>
                  <a:pt x="3702" y="144578"/>
                </a:lnTo>
                <a:lnTo>
                  <a:pt x="3472" y="145546"/>
                </a:lnTo>
                <a:lnTo>
                  <a:pt x="3249" y="146486"/>
                </a:lnTo>
                <a:lnTo>
                  <a:pt x="3034" y="147398"/>
                </a:lnTo>
                <a:lnTo>
                  <a:pt x="2826" y="148281"/>
                </a:lnTo>
                <a:lnTo>
                  <a:pt x="2626" y="149136"/>
                </a:lnTo>
                <a:lnTo>
                  <a:pt x="2434" y="149962"/>
                </a:lnTo>
                <a:lnTo>
                  <a:pt x="2249" y="150760"/>
                </a:lnTo>
                <a:lnTo>
                  <a:pt x="2159" y="151148"/>
                </a:lnTo>
                <a:lnTo>
                  <a:pt x="2071" y="151530"/>
                </a:lnTo>
                <a:lnTo>
                  <a:pt x="1985" y="151904"/>
                </a:lnTo>
                <a:lnTo>
                  <a:pt x="1901" y="152271"/>
                </a:lnTo>
                <a:lnTo>
                  <a:pt x="1819" y="152632"/>
                </a:lnTo>
                <a:lnTo>
                  <a:pt x="1739" y="152985"/>
                </a:lnTo>
                <a:lnTo>
                  <a:pt x="1660" y="153332"/>
                </a:lnTo>
                <a:lnTo>
                  <a:pt x="1583" y="153671"/>
                </a:lnTo>
                <a:lnTo>
                  <a:pt x="1508" y="154004"/>
                </a:lnTo>
                <a:lnTo>
                  <a:pt x="1435" y="154330"/>
                </a:lnTo>
                <a:lnTo>
                  <a:pt x="1364" y="154649"/>
                </a:lnTo>
                <a:lnTo>
                  <a:pt x="1295" y="154961"/>
                </a:lnTo>
                <a:lnTo>
                  <a:pt x="1227" y="155265"/>
                </a:lnTo>
                <a:lnTo>
                  <a:pt x="1161" y="155563"/>
                </a:lnTo>
                <a:lnTo>
                  <a:pt x="1098" y="155854"/>
                </a:lnTo>
                <a:lnTo>
                  <a:pt x="1036" y="156138"/>
                </a:lnTo>
                <a:lnTo>
                  <a:pt x="975" y="156415"/>
                </a:lnTo>
                <a:lnTo>
                  <a:pt x="917" y="156685"/>
                </a:lnTo>
                <a:lnTo>
                  <a:pt x="861" y="156948"/>
                </a:lnTo>
                <a:lnTo>
                  <a:pt x="806" y="157204"/>
                </a:lnTo>
                <a:lnTo>
                  <a:pt x="754" y="157453"/>
                </a:lnTo>
                <a:lnTo>
                  <a:pt x="703" y="157695"/>
                </a:lnTo>
                <a:lnTo>
                  <a:pt x="654" y="157930"/>
                </a:lnTo>
                <a:lnTo>
                  <a:pt x="607" y="158158"/>
                </a:lnTo>
                <a:lnTo>
                  <a:pt x="584" y="158269"/>
                </a:lnTo>
                <a:lnTo>
                  <a:pt x="562" y="158378"/>
                </a:lnTo>
                <a:lnTo>
                  <a:pt x="540" y="158486"/>
                </a:lnTo>
                <a:lnTo>
                  <a:pt x="518" y="158593"/>
                </a:lnTo>
                <a:lnTo>
                  <a:pt x="497" y="158698"/>
                </a:lnTo>
                <a:lnTo>
                  <a:pt x="476" y="158802"/>
                </a:lnTo>
                <a:lnTo>
                  <a:pt x="456" y="158904"/>
                </a:lnTo>
                <a:lnTo>
                  <a:pt x="436" y="159004"/>
                </a:lnTo>
                <a:lnTo>
                  <a:pt x="417" y="159103"/>
                </a:lnTo>
                <a:lnTo>
                  <a:pt x="398" y="159200"/>
                </a:lnTo>
                <a:lnTo>
                  <a:pt x="379" y="159296"/>
                </a:lnTo>
                <a:lnTo>
                  <a:pt x="361" y="159390"/>
                </a:lnTo>
                <a:lnTo>
                  <a:pt x="344" y="159482"/>
                </a:lnTo>
                <a:lnTo>
                  <a:pt x="327" y="159573"/>
                </a:lnTo>
                <a:lnTo>
                  <a:pt x="310" y="159662"/>
                </a:lnTo>
                <a:lnTo>
                  <a:pt x="294" y="159750"/>
                </a:lnTo>
                <a:lnTo>
                  <a:pt x="278" y="159836"/>
                </a:lnTo>
                <a:lnTo>
                  <a:pt x="262" y="159921"/>
                </a:lnTo>
                <a:lnTo>
                  <a:pt x="247" y="160004"/>
                </a:lnTo>
                <a:lnTo>
                  <a:pt x="233" y="160085"/>
                </a:lnTo>
                <a:lnTo>
                  <a:pt x="219" y="160165"/>
                </a:lnTo>
                <a:lnTo>
                  <a:pt x="205" y="160242"/>
                </a:lnTo>
                <a:lnTo>
                  <a:pt x="192" y="160319"/>
                </a:lnTo>
                <a:lnTo>
                  <a:pt x="179" y="160394"/>
                </a:lnTo>
                <a:lnTo>
                  <a:pt x="169" y="160457"/>
                </a:lnTo>
                <a:lnTo>
                  <a:pt x="158" y="160522"/>
                </a:lnTo>
                <a:lnTo>
                  <a:pt x="147" y="160588"/>
                </a:lnTo>
                <a:lnTo>
                  <a:pt x="137" y="160655"/>
                </a:lnTo>
                <a:lnTo>
                  <a:pt x="126" y="160723"/>
                </a:lnTo>
                <a:lnTo>
                  <a:pt x="115" y="160791"/>
                </a:lnTo>
                <a:lnTo>
                  <a:pt x="105" y="160860"/>
                </a:lnTo>
                <a:lnTo>
                  <a:pt x="95" y="160929"/>
                </a:lnTo>
                <a:lnTo>
                  <a:pt x="85" y="160999"/>
                </a:lnTo>
                <a:lnTo>
                  <a:pt x="76" y="161069"/>
                </a:lnTo>
                <a:lnTo>
                  <a:pt x="67" y="161139"/>
                </a:lnTo>
                <a:lnTo>
                  <a:pt x="58" y="161209"/>
                </a:lnTo>
                <a:lnTo>
                  <a:pt x="49" y="161279"/>
                </a:lnTo>
                <a:lnTo>
                  <a:pt x="42" y="161349"/>
                </a:lnTo>
                <a:lnTo>
                  <a:pt x="34" y="161419"/>
                </a:lnTo>
                <a:lnTo>
                  <a:pt x="28" y="161488"/>
                </a:lnTo>
                <a:lnTo>
                  <a:pt x="21" y="161557"/>
                </a:lnTo>
                <a:lnTo>
                  <a:pt x="16" y="161625"/>
                </a:lnTo>
                <a:lnTo>
                  <a:pt x="11" y="161693"/>
                </a:lnTo>
                <a:lnTo>
                  <a:pt x="7" y="161760"/>
                </a:lnTo>
                <a:lnTo>
                  <a:pt x="4" y="161826"/>
                </a:lnTo>
                <a:lnTo>
                  <a:pt x="2" y="161892"/>
                </a:lnTo>
                <a:lnTo>
                  <a:pt x="0" y="161956"/>
                </a:lnTo>
                <a:lnTo>
                  <a:pt x="0" y="162019"/>
                </a:lnTo>
                <a:lnTo>
                  <a:pt x="7" y="162310"/>
                </a:lnTo>
                <a:lnTo>
                  <a:pt x="29" y="162599"/>
                </a:lnTo>
                <a:lnTo>
                  <a:pt x="64" y="162884"/>
                </a:lnTo>
                <a:lnTo>
                  <a:pt x="112" y="163167"/>
                </a:lnTo>
                <a:lnTo>
                  <a:pt x="172" y="163447"/>
                </a:lnTo>
                <a:lnTo>
                  <a:pt x="245" y="163725"/>
                </a:lnTo>
                <a:lnTo>
                  <a:pt x="329" y="163999"/>
                </a:lnTo>
                <a:lnTo>
                  <a:pt x="423" y="164270"/>
                </a:lnTo>
                <a:lnTo>
                  <a:pt x="528" y="164538"/>
                </a:lnTo>
                <a:lnTo>
                  <a:pt x="642" y="164803"/>
                </a:lnTo>
                <a:lnTo>
                  <a:pt x="765" y="165064"/>
                </a:lnTo>
                <a:lnTo>
                  <a:pt x="897" y="165322"/>
                </a:lnTo>
                <a:lnTo>
                  <a:pt x="1036" y="165577"/>
                </a:lnTo>
                <a:lnTo>
                  <a:pt x="1183" y="165828"/>
                </a:lnTo>
                <a:lnTo>
                  <a:pt x="1336" y="166076"/>
                </a:lnTo>
                <a:lnTo>
                  <a:pt x="1496" y="166319"/>
                </a:lnTo>
                <a:lnTo>
                  <a:pt x="1661" y="166560"/>
                </a:lnTo>
                <a:lnTo>
                  <a:pt x="1831" y="166796"/>
                </a:lnTo>
                <a:lnTo>
                  <a:pt x="2006" y="167028"/>
                </a:lnTo>
                <a:lnTo>
                  <a:pt x="2184" y="167257"/>
                </a:lnTo>
                <a:lnTo>
                  <a:pt x="2366" y="167481"/>
                </a:lnTo>
                <a:lnTo>
                  <a:pt x="2550" y="167701"/>
                </a:lnTo>
                <a:lnTo>
                  <a:pt x="2737" y="167917"/>
                </a:lnTo>
                <a:lnTo>
                  <a:pt x="2925" y="168129"/>
                </a:lnTo>
                <a:lnTo>
                  <a:pt x="3199" y="168421"/>
                </a:lnTo>
                <a:lnTo>
                  <a:pt x="3482" y="168700"/>
                </a:lnTo>
                <a:lnTo>
                  <a:pt x="3773" y="168964"/>
                </a:lnTo>
                <a:lnTo>
                  <a:pt x="4072" y="169214"/>
                </a:lnTo>
                <a:lnTo>
                  <a:pt x="4378" y="169450"/>
                </a:lnTo>
                <a:lnTo>
                  <a:pt x="4693" y="169672"/>
                </a:lnTo>
                <a:lnTo>
                  <a:pt x="5014" y="169880"/>
                </a:lnTo>
                <a:lnTo>
                  <a:pt x="5343" y="170076"/>
                </a:lnTo>
                <a:lnTo>
                  <a:pt x="5678" y="170258"/>
                </a:lnTo>
                <a:lnTo>
                  <a:pt x="6020" y="170427"/>
                </a:lnTo>
                <a:lnTo>
                  <a:pt x="6369" y="170583"/>
                </a:lnTo>
                <a:lnTo>
                  <a:pt x="6724" y="170726"/>
                </a:lnTo>
                <a:lnTo>
                  <a:pt x="7084" y="170857"/>
                </a:lnTo>
                <a:lnTo>
                  <a:pt x="7451" y="170976"/>
                </a:lnTo>
                <a:lnTo>
                  <a:pt x="7823" y="171083"/>
                </a:lnTo>
                <a:lnTo>
                  <a:pt x="8200" y="171177"/>
                </a:lnTo>
                <a:lnTo>
                  <a:pt x="8582" y="171260"/>
                </a:lnTo>
                <a:lnTo>
                  <a:pt x="8969" y="171331"/>
                </a:lnTo>
                <a:lnTo>
                  <a:pt x="9360" y="171391"/>
                </a:lnTo>
                <a:lnTo>
                  <a:pt x="9756" y="171439"/>
                </a:lnTo>
                <a:lnTo>
                  <a:pt x="10156" y="171477"/>
                </a:lnTo>
                <a:lnTo>
                  <a:pt x="10560" y="171503"/>
                </a:lnTo>
                <a:lnTo>
                  <a:pt x="10968" y="171519"/>
                </a:lnTo>
                <a:lnTo>
                  <a:pt x="11379" y="171524"/>
                </a:lnTo>
                <a:lnTo>
                  <a:pt x="11756" y="171519"/>
                </a:lnTo>
                <a:lnTo>
                  <a:pt x="12131" y="171505"/>
                </a:lnTo>
                <a:lnTo>
                  <a:pt x="12504" y="171481"/>
                </a:lnTo>
                <a:lnTo>
                  <a:pt x="12874" y="171448"/>
                </a:lnTo>
                <a:lnTo>
                  <a:pt x="13242" y="171405"/>
                </a:lnTo>
                <a:lnTo>
                  <a:pt x="13607" y="171353"/>
                </a:lnTo>
                <a:lnTo>
                  <a:pt x="13971" y="171291"/>
                </a:lnTo>
                <a:lnTo>
                  <a:pt x="14331" y="171220"/>
                </a:lnTo>
                <a:lnTo>
                  <a:pt x="14689" y="171140"/>
                </a:lnTo>
                <a:lnTo>
                  <a:pt x="15045" y="171051"/>
                </a:lnTo>
                <a:lnTo>
                  <a:pt x="15399" y="170952"/>
                </a:lnTo>
                <a:lnTo>
                  <a:pt x="15749" y="170844"/>
                </a:lnTo>
                <a:lnTo>
                  <a:pt x="16097" y="170727"/>
                </a:lnTo>
                <a:lnTo>
                  <a:pt x="16443" y="170601"/>
                </a:lnTo>
                <a:lnTo>
                  <a:pt x="16786" y="170466"/>
                </a:lnTo>
                <a:lnTo>
                  <a:pt x="17126" y="170322"/>
                </a:lnTo>
                <a:lnTo>
                  <a:pt x="17464" y="170169"/>
                </a:lnTo>
                <a:lnTo>
                  <a:pt x="17798" y="170007"/>
                </a:lnTo>
                <a:lnTo>
                  <a:pt x="18131" y="169837"/>
                </a:lnTo>
                <a:lnTo>
                  <a:pt x="18460" y="169657"/>
                </a:lnTo>
                <a:lnTo>
                  <a:pt x="18786" y="169468"/>
                </a:lnTo>
                <a:lnTo>
                  <a:pt x="19110" y="169271"/>
                </a:lnTo>
                <a:lnTo>
                  <a:pt x="19350" y="169117"/>
                </a:lnTo>
                <a:lnTo>
                  <a:pt x="19532" y="169048"/>
                </a:lnTo>
                <a:lnTo>
                  <a:pt x="19762" y="168951"/>
                </a:lnTo>
                <a:lnTo>
                  <a:pt x="19987" y="168848"/>
                </a:lnTo>
                <a:lnTo>
                  <a:pt x="20206" y="168737"/>
                </a:lnTo>
                <a:lnTo>
                  <a:pt x="20421" y="168620"/>
                </a:lnTo>
                <a:lnTo>
                  <a:pt x="20630" y="168496"/>
                </a:lnTo>
                <a:lnTo>
                  <a:pt x="20835" y="168365"/>
                </a:lnTo>
                <a:lnTo>
                  <a:pt x="21034" y="168228"/>
                </a:lnTo>
                <a:lnTo>
                  <a:pt x="21228" y="168085"/>
                </a:lnTo>
                <a:lnTo>
                  <a:pt x="21417" y="167935"/>
                </a:lnTo>
                <a:lnTo>
                  <a:pt x="21600" y="167780"/>
                </a:lnTo>
                <a:lnTo>
                  <a:pt x="21779" y="167618"/>
                </a:lnTo>
                <a:lnTo>
                  <a:pt x="21952" y="167451"/>
                </a:lnTo>
                <a:lnTo>
                  <a:pt x="22120" y="167278"/>
                </a:lnTo>
                <a:lnTo>
                  <a:pt x="22283" y="167100"/>
                </a:lnTo>
                <a:lnTo>
                  <a:pt x="22441" y="166916"/>
                </a:lnTo>
                <a:lnTo>
                  <a:pt x="22593" y="166726"/>
                </a:lnTo>
                <a:lnTo>
                  <a:pt x="22740" y="166532"/>
                </a:lnTo>
                <a:lnTo>
                  <a:pt x="22882" y="166332"/>
                </a:lnTo>
                <a:lnTo>
                  <a:pt x="23019" y="166128"/>
                </a:lnTo>
                <a:lnTo>
                  <a:pt x="23150" y="165919"/>
                </a:lnTo>
                <a:lnTo>
                  <a:pt x="23277" y="165705"/>
                </a:lnTo>
                <a:lnTo>
                  <a:pt x="23357" y="165564"/>
                </a:lnTo>
                <a:lnTo>
                  <a:pt x="23437" y="165423"/>
                </a:lnTo>
                <a:lnTo>
                  <a:pt x="23516" y="165283"/>
                </a:lnTo>
                <a:lnTo>
                  <a:pt x="23595" y="165143"/>
                </a:lnTo>
                <a:lnTo>
                  <a:pt x="23672" y="165005"/>
                </a:lnTo>
                <a:lnTo>
                  <a:pt x="23749" y="164867"/>
                </a:lnTo>
                <a:lnTo>
                  <a:pt x="23825" y="164729"/>
                </a:lnTo>
                <a:lnTo>
                  <a:pt x="23901" y="164593"/>
                </a:lnTo>
                <a:lnTo>
                  <a:pt x="23975" y="164457"/>
                </a:lnTo>
                <a:lnTo>
                  <a:pt x="24049" y="164322"/>
                </a:lnTo>
                <a:lnTo>
                  <a:pt x="24122" y="164187"/>
                </a:lnTo>
                <a:lnTo>
                  <a:pt x="24194" y="164054"/>
                </a:lnTo>
                <a:lnTo>
                  <a:pt x="24266" y="163921"/>
                </a:lnTo>
                <a:lnTo>
                  <a:pt x="24336" y="163788"/>
                </a:lnTo>
                <a:lnTo>
                  <a:pt x="24406" y="163657"/>
                </a:lnTo>
                <a:lnTo>
                  <a:pt x="24475" y="163526"/>
                </a:lnTo>
                <a:lnTo>
                  <a:pt x="24543" y="163395"/>
                </a:lnTo>
                <a:lnTo>
                  <a:pt x="24611" y="163266"/>
                </a:lnTo>
                <a:lnTo>
                  <a:pt x="24678" y="163137"/>
                </a:lnTo>
                <a:lnTo>
                  <a:pt x="24744" y="163009"/>
                </a:lnTo>
                <a:lnTo>
                  <a:pt x="24809" y="162882"/>
                </a:lnTo>
                <a:lnTo>
                  <a:pt x="24873" y="162755"/>
                </a:lnTo>
                <a:lnTo>
                  <a:pt x="24937" y="162629"/>
                </a:lnTo>
                <a:lnTo>
                  <a:pt x="25000" y="162504"/>
                </a:lnTo>
                <a:lnTo>
                  <a:pt x="25083" y="162332"/>
                </a:lnTo>
                <a:lnTo>
                  <a:pt x="25166" y="162151"/>
                </a:lnTo>
                <a:lnTo>
                  <a:pt x="25248" y="161960"/>
                </a:lnTo>
                <a:lnTo>
                  <a:pt x="25330" y="161761"/>
                </a:lnTo>
                <a:lnTo>
                  <a:pt x="25411" y="161553"/>
                </a:lnTo>
                <a:lnTo>
                  <a:pt x="25492" y="161336"/>
                </a:lnTo>
                <a:lnTo>
                  <a:pt x="25573" y="161111"/>
                </a:lnTo>
                <a:lnTo>
                  <a:pt x="25653" y="160877"/>
                </a:lnTo>
                <a:lnTo>
                  <a:pt x="25733" y="160636"/>
                </a:lnTo>
                <a:lnTo>
                  <a:pt x="25812" y="160386"/>
                </a:lnTo>
                <a:lnTo>
                  <a:pt x="25891" y="160129"/>
                </a:lnTo>
                <a:lnTo>
                  <a:pt x="25970" y="159864"/>
                </a:lnTo>
                <a:lnTo>
                  <a:pt x="26048" y="159591"/>
                </a:lnTo>
                <a:lnTo>
                  <a:pt x="26126" y="159311"/>
                </a:lnTo>
                <a:lnTo>
                  <a:pt x="26204" y="159024"/>
                </a:lnTo>
                <a:lnTo>
                  <a:pt x="26282" y="158731"/>
                </a:lnTo>
                <a:lnTo>
                  <a:pt x="26360" y="158430"/>
                </a:lnTo>
                <a:lnTo>
                  <a:pt x="26437" y="158123"/>
                </a:lnTo>
                <a:lnTo>
                  <a:pt x="26515" y="157809"/>
                </a:lnTo>
                <a:lnTo>
                  <a:pt x="26592" y="157489"/>
                </a:lnTo>
                <a:lnTo>
                  <a:pt x="26669" y="157163"/>
                </a:lnTo>
                <a:lnTo>
                  <a:pt x="26746" y="156830"/>
                </a:lnTo>
                <a:lnTo>
                  <a:pt x="26823" y="156493"/>
                </a:lnTo>
                <a:lnTo>
                  <a:pt x="26900" y="156149"/>
                </a:lnTo>
                <a:lnTo>
                  <a:pt x="26977" y="155802"/>
                </a:lnTo>
                <a:lnTo>
                  <a:pt x="27055" y="155455"/>
                </a:lnTo>
                <a:lnTo>
                  <a:pt x="27134" y="155107"/>
                </a:lnTo>
                <a:lnTo>
                  <a:pt x="27214" y="154758"/>
                </a:lnTo>
                <a:lnTo>
                  <a:pt x="27294" y="154408"/>
                </a:lnTo>
                <a:lnTo>
                  <a:pt x="27376" y="154057"/>
                </a:lnTo>
                <a:lnTo>
                  <a:pt x="27458" y="153706"/>
                </a:lnTo>
                <a:lnTo>
                  <a:pt x="27541" y="153353"/>
                </a:lnTo>
                <a:lnTo>
                  <a:pt x="27625" y="153000"/>
                </a:lnTo>
                <a:lnTo>
                  <a:pt x="27709" y="152646"/>
                </a:lnTo>
                <a:lnTo>
                  <a:pt x="27795" y="152291"/>
                </a:lnTo>
                <a:lnTo>
                  <a:pt x="27881" y="151935"/>
                </a:lnTo>
                <a:lnTo>
                  <a:pt x="27968" y="151579"/>
                </a:lnTo>
                <a:lnTo>
                  <a:pt x="28056" y="151221"/>
                </a:lnTo>
                <a:lnTo>
                  <a:pt x="28145" y="150863"/>
                </a:lnTo>
                <a:lnTo>
                  <a:pt x="28234" y="150504"/>
                </a:lnTo>
                <a:lnTo>
                  <a:pt x="28324" y="150144"/>
                </a:lnTo>
                <a:lnTo>
                  <a:pt x="28416" y="149783"/>
                </a:lnTo>
                <a:lnTo>
                  <a:pt x="28507" y="149421"/>
                </a:lnTo>
                <a:lnTo>
                  <a:pt x="28600" y="149059"/>
                </a:lnTo>
                <a:lnTo>
                  <a:pt x="28694" y="148695"/>
                </a:lnTo>
                <a:lnTo>
                  <a:pt x="28788" y="148331"/>
                </a:lnTo>
                <a:lnTo>
                  <a:pt x="28883" y="147966"/>
                </a:lnTo>
                <a:lnTo>
                  <a:pt x="28979" y="147600"/>
                </a:lnTo>
                <a:lnTo>
                  <a:pt x="29080" y="147215"/>
                </a:lnTo>
                <a:lnTo>
                  <a:pt x="29184" y="146814"/>
                </a:lnTo>
                <a:lnTo>
                  <a:pt x="29291" y="146396"/>
                </a:lnTo>
                <a:lnTo>
                  <a:pt x="29402" y="145963"/>
                </a:lnTo>
                <a:lnTo>
                  <a:pt x="29516" y="145513"/>
                </a:lnTo>
                <a:lnTo>
                  <a:pt x="29632" y="145047"/>
                </a:lnTo>
                <a:lnTo>
                  <a:pt x="29752" y="144565"/>
                </a:lnTo>
                <a:lnTo>
                  <a:pt x="29876" y="144067"/>
                </a:lnTo>
                <a:lnTo>
                  <a:pt x="30002" y="143553"/>
                </a:lnTo>
                <a:lnTo>
                  <a:pt x="30132" y="143023"/>
                </a:lnTo>
                <a:lnTo>
                  <a:pt x="30265" y="142477"/>
                </a:lnTo>
                <a:lnTo>
                  <a:pt x="30401" y="141914"/>
                </a:lnTo>
                <a:lnTo>
                  <a:pt x="30540" y="141336"/>
                </a:lnTo>
                <a:lnTo>
                  <a:pt x="30683" y="140742"/>
                </a:lnTo>
                <a:lnTo>
                  <a:pt x="30828" y="140131"/>
                </a:lnTo>
                <a:lnTo>
                  <a:pt x="30977" y="139505"/>
                </a:lnTo>
                <a:lnTo>
                  <a:pt x="31129" y="138862"/>
                </a:lnTo>
                <a:lnTo>
                  <a:pt x="31284" y="138204"/>
                </a:lnTo>
                <a:lnTo>
                  <a:pt x="31443" y="137530"/>
                </a:lnTo>
                <a:lnTo>
                  <a:pt x="31604" y="136839"/>
                </a:lnTo>
                <a:lnTo>
                  <a:pt x="31769" y="136133"/>
                </a:lnTo>
                <a:lnTo>
                  <a:pt x="31937" y="135410"/>
                </a:lnTo>
                <a:lnTo>
                  <a:pt x="32108" y="134672"/>
                </a:lnTo>
                <a:lnTo>
                  <a:pt x="32282" y="133918"/>
                </a:lnTo>
                <a:lnTo>
                  <a:pt x="32458" y="133163"/>
                </a:lnTo>
                <a:lnTo>
                  <a:pt x="32635" y="132405"/>
                </a:lnTo>
                <a:lnTo>
                  <a:pt x="32815" y="131644"/>
                </a:lnTo>
                <a:lnTo>
                  <a:pt x="32998" y="130881"/>
                </a:lnTo>
                <a:lnTo>
                  <a:pt x="33183" y="130116"/>
                </a:lnTo>
                <a:lnTo>
                  <a:pt x="33370" y="129348"/>
                </a:lnTo>
                <a:lnTo>
                  <a:pt x="33560" y="128578"/>
                </a:lnTo>
                <a:lnTo>
                  <a:pt x="33753" y="127805"/>
                </a:lnTo>
                <a:lnTo>
                  <a:pt x="33947" y="127029"/>
                </a:lnTo>
                <a:lnTo>
                  <a:pt x="34145" y="126252"/>
                </a:lnTo>
                <a:lnTo>
                  <a:pt x="34344" y="125471"/>
                </a:lnTo>
                <a:lnTo>
                  <a:pt x="34546" y="124688"/>
                </a:lnTo>
                <a:lnTo>
                  <a:pt x="34751" y="123903"/>
                </a:lnTo>
                <a:lnTo>
                  <a:pt x="34958" y="123115"/>
                </a:lnTo>
                <a:lnTo>
                  <a:pt x="35167" y="122325"/>
                </a:lnTo>
                <a:lnTo>
                  <a:pt x="35379" y="121532"/>
                </a:lnTo>
                <a:lnTo>
                  <a:pt x="35593" y="120737"/>
                </a:lnTo>
                <a:lnTo>
                  <a:pt x="35810" y="119939"/>
                </a:lnTo>
                <a:lnTo>
                  <a:pt x="36029" y="119139"/>
                </a:lnTo>
                <a:lnTo>
                  <a:pt x="36251" y="118336"/>
                </a:lnTo>
                <a:lnTo>
                  <a:pt x="36460" y="117581"/>
                </a:lnTo>
                <a:lnTo>
                  <a:pt x="36524" y="117597"/>
                </a:lnTo>
                <a:lnTo>
                  <a:pt x="36613" y="117619"/>
                </a:lnTo>
                <a:lnTo>
                  <a:pt x="36704" y="117642"/>
                </a:lnTo>
                <a:lnTo>
                  <a:pt x="36797" y="117666"/>
                </a:lnTo>
                <a:lnTo>
                  <a:pt x="36893" y="117691"/>
                </a:lnTo>
                <a:lnTo>
                  <a:pt x="36990" y="117717"/>
                </a:lnTo>
                <a:lnTo>
                  <a:pt x="37090" y="117745"/>
                </a:lnTo>
                <a:lnTo>
                  <a:pt x="37192" y="117773"/>
                </a:lnTo>
                <a:lnTo>
                  <a:pt x="37297" y="117803"/>
                </a:lnTo>
                <a:lnTo>
                  <a:pt x="37404" y="117834"/>
                </a:lnTo>
                <a:lnTo>
                  <a:pt x="37513" y="117865"/>
                </a:lnTo>
                <a:lnTo>
                  <a:pt x="37625" y="117899"/>
                </a:lnTo>
                <a:lnTo>
                  <a:pt x="37738" y="117933"/>
                </a:lnTo>
                <a:lnTo>
                  <a:pt x="37855" y="117968"/>
                </a:lnTo>
                <a:lnTo>
                  <a:pt x="38107" y="118046"/>
                </a:lnTo>
                <a:lnTo>
                  <a:pt x="38367" y="118127"/>
                </a:lnTo>
                <a:lnTo>
                  <a:pt x="38633" y="118210"/>
                </a:lnTo>
                <a:lnTo>
                  <a:pt x="38906" y="118295"/>
                </a:lnTo>
                <a:lnTo>
                  <a:pt x="39185" y="118383"/>
                </a:lnTo>
                <a:lnTo>
                  <a:pt x="39471" y="118474"/>
                </a:lnTo>
                <a:lnTo>
                  <a:pt x="39763" y="118566"/>
                </a:lnTo>
                <a:lnTo>
                  <a:pt x="40062" y="118662"/>
                </a:lnTo>
                <a:lnTo>
                  <a:pt x="40368" y="118759"/>
                </a:lnTo>
                <a:lnTo>
                  <a:pt x="40680" y="118860"/>
                </a:lnTo>
                <a:lnTo>
                  <a:pt x="40999" y="118962"/>
                </a:lnTo>
                <a:lnTo>
                  <a:pt x="41325" y="119067"/>
                </a:lnTo>
                <a:lnTo>
                  <a:pt x="41657" y="119175"/>
                </a:lnTo>
                <a:lnTo>
                  <a:pt x="41996" y="119285"/>
                </a:lnTo>
                <a:lnTo>
                  <a:pt x="42341" y="119398"/>
                </a:lnTo>
                <a:lnTo>
                  <a:pt x="42694" y="119513"/>
                </a:lnTo>
                <a:lnTo>
                  <a:pt x="43052" y="119630"/>
                </a:lnTo>
                <a:lnTo>
                  <a:pt x="43418" y="119750"/>
                </a:lnTo>
                <a:lnTo>
                  <a:pt x="43790" y="119873"/>
                </a:lnTo>
                <a:lnTo>
                  <a:pt x="44168" y="119998"/>
                </a:lnTo>
                <a:lnTo>
                  <a:pt x="44554" y="120125"/>
                </a:lnTo>
                <a:lnTo>
                  <a:pt x="44946" y="120255"/>
                </a:lnTo>
                <a:lnTo>
                  <a:pt x="45344" y="120388"/>
                </a:lnTo>
                <a:lnTo>
                  <a:pt x="45750" y="120523"/>
                </a:lnTo>
                <a:lnTo>
                  <a:pt x="46093" y="120641"/>
                </a:lnTo>
                <a:lnTo>
                  <a:pt x="46430" y="120765"/>
                </a:lnTo>
                <a:lnTo>
                  <a:pt x="46763" y="120895"/>
                </a:lnTo>
                <a:lnTo>
                  <a:pt x="47090" y="121031"/>
                </a:lnTo>
                <a:lnTo>
                  <a:pt x="47412" y="121173"/>
                </a:lnTo>
                <a:lnTo>
                  <a:pt x="47728" y="121321"/>
                </a:lnTo>
                <a:lnTo>
                  <a:pt x="48039" y="121474"/>
                </a:lnTo>
                <a:lnTo>
                  <a:pt x="48346" y="121634"/>
                </a:lnTo>
                <a:lnTo>
                  <a:pt x="48647" y="121799"/>
                </a:lnTo>
                <a:lnTo>
                  <a:pt x="48942" y="121970"/>
                </a:lnTo>
                <a:lnTo>
                  <a:pt x="49233" y="122148"/>
                </a:lnTo>
                <a:lnTo>
                  <a:pt x="49519" y="122331"/>
                </a:lnTo>
                <a:lnTo>
                  <a:pt x="49799" y="122520"/>
                </a:lnTo>
                <a:lnTo>
                  <a:pt x="50075" y="122715"/>
                </a:lnTo>
                <a:lnTo>
                  <a:pt x="50345" y="122915"/>
                </a:lnTo>
                <a:lnTo>
                  <a:pt x="50611" y="123122"/>
                </a:lnTo>
                <a:lnTo>
                  <a:pt x="50872" y="123335"/>
                </a:lnTo>
                <a:lnTo>
                  <a:pt x="51128" y="123553"/>
                </a:lnTo>
                <a:lnTo>
                  <a:pt x="51379" y="123778"/>
                </a:lnTo>
                <a:lnTo>
                  <a:pt x="51625" y="124008"/>
                </a:lnTo>
                <a:lnTo>
                  <a:pt x="51866" y="124244"/>
                </a:lnTo>
                <a:lnTo>
                  <a:pt x="52103" y="124487"/>
                </a:lnTo>
                <a:lnTo>
                  <a:pt x="52335" y="124735"/>
                </a:lnTo>
                <a:lnTo>
                  <a:pt x="52562" y="124989"/>
                </a:lnTo>
                <a:lnTo>
                  <a:pt x="52765" y="125227"/>
                </a:lnTo>
                <a:lnTo>
                  <a:pt x="52960" y="125470"/>
                </a:lnTo>
                <a:lnTo>
                  <a:pt x="53146" y="125715"/>
                </a:lnTo>
                <a:lnTo>
                  <a:pt x="53323" y="125965"/>
                </a:lnTo>
                <a:lnTo>
                  <a:pt x="53492" y="126218"/>
                </a:lnTo>
                <a:lnTo>
                  <a:pt x="53652" y="126474"/>
                </a:lnTo>
                <a:lnTo>
                  <a:pt x="53803" y="126734"/>
                </a:lnTo>
                <a:lnTo>
                  <a:pt x="53946" y="126998"/>
                </a:lnTo>
                <a:lnTo>
                  <a:pt x="54080" y="127266"/>
                </a:lnTo>
                <a:lnTo>
                  <a:pt x="54206" y="127538"/>
                </a:lnTo>
                <a:lnTo>
                  <a:pt x="54323" y="127814"/>
                </a:lnTo>
                <a:lnTo>
                  <a:pt x="54431" y="128094"/>
                </a:lnTo>
                <a:lnTo>
                  <a:pt x="54531" y="128378"/>
                </a:lnTo>
                <a:lnTo>
                  <a:pt x="54622" y="128666"/>
                </a:lnTo>
                <a:lnTo>
                  <a:pt x="54704" y="128959"/>
                </a:lnTo>
                <a:lnTo>
                  <a:pt x="54778" y="129256"/>
                </a:lnTo>
                <a:lnTo>
                  <a:pt x="54843" y="129557"/>
                </a:lnTo>
                <a:lnTo>
                  <a:pt x="54899" y="129863"/>
                </a:lnTo>
                <a:lnTo>
                  <a:pt x="54947" y="130174"/>
                </a:lnTo>
                <a:lnTo>
                  <a:pt x="54986" y="130489"/>
                </a:lnTo>
                <a:lnTo>
                  <a:pt x="55016" y="130809"/>
                </a:lnTo>
                <a:lnTo>
                  <a:pt x="55038" y="131133"/>
                </a:lnTo>
                <a:lnTo>
                  <a:pt x="55051" y="131463"/>
                </a:lnTo>
                <a:lnTo>
                  <a:pt x="55055" y="131797"/>
                </a:lnTo>
                <a:lnTo>
                  <a:pt x="55054" y="131977"/>
                </a:lnTo>
                <a:lnTo>
                  <a:pt x="55051" y="132160"/>
                </a:lnTo>
                <a:lnTo>
                  <a:pt x="55046" y="132344"/>
                </a:lnTo>
                <a:lnTo>
                  <a:pt x="55038" y="132530"/>
                </a:lnTo>
                <a:lnTo>
                  <a:pt x="55029" y="132719"/>
                </a:lnTo>
                <a:lnTo>
                  <a:pt x="55018" y="132909"/>
                </a:lnTo>
                <a:lnTo>
                  <a:pt x="55004" y="133102"/>
                </a:lnTo>
                <a:lnTo>
                  <a:pt x="54988" y="133297"/>
                </a:lnTo>
                <a:lnTo>
                  <a:pt x="54971" y="133494"/>
                </a:lnTo>
                <a:lnTo>
                  <a:pt x="54950" y="133693"/>
                </a:lnTo>
                <a:lnTo>
                  <a:pt x="54928" y="133894"/>
                </a:lnTo>
                <a:lnTo>
                  <a:pt x="54904" y="134097"/>
                </a:lnTo>
                <a:lnTo>
                  <a:pt x="54877" y="134303"/>
                </a:lnTo>
                <a:lnTo>
                  <a:pt x="54848" y="134510"/>
                </a:lnTo>
                <a:lnTo>
                  <a:pt x="54817" y="134720"/>
                </a:lnTo>
                <a:lnTo>
                  <a:pt x="54784" y="134932"/>
                </a:lnTo>
                <a:lnTo>
                  <a:pt x="54748" y="135146"/>
                </a:lnTo>
                <a:lnTo>
                  <a:pt x="54710" y="135362"/>
                </a:lnTo>
                <a:lnTo>
                  <a:pt x="54670" y="135580"/>
                </a:lnTo>
                <a:lnTo>
                  <a:pt x="54627" y="135801"/>
                </a:lnTo>
                <a:lnTo>
                  <a:pt x="54582" y="136024"/>
                </a:lnTo>
                <a:lnTo>
                  <a:pt x="54535" y="136249"/>
                </a:lnTo>
                <a:lnTo>
                  <a:pt x="54486" y="136476"/>
                </a:lnTo>
                <a:lnTo>
                  <a:pt x="54434" y="136705"/>
                </a:lnTo>
                <a:lnTo>
                  <a:pt x="54368" y="136998"/>
                </a:lnTo>
                <a:lnTo>
                  <a:pt x="54305" y="137295"/>
                </a:lnTo>
                <a:lnTo>
                  <a:pt x="54246" y="137595"/>
                </a:lnTo>
                <a:lnTo>
                  <a:pt x="54189" y="137898"/>
                </a:lnTo>
                <a:lnTo>
                  <a:pt x="54135" y="138206"/>
                </a:lnTo>
                <a:lnTo>
                  <a:pt x="54084" y="138516"/>
                </a:lnTo>
                <a:lnTo>
                  <a:pt x="54036" y="138830"/>
                </a:lnTo>
                <a:lnTo>
                  <a:pt x="53991" y="139148"/>
                </a:lnTo>
                <a:lnTo>
                  <a:pt x="53949" y="139469"/>
                </a:lnTo>
                <a:lnTo>
                  <a:pt x="53910" y="139793"/>
                </a:lnTo>
                <a:lnTo>
                  <a:pt x="53873" y="140121"/>
                </a:lnTo>
                <a:lnTo>
                  <a:pt x="53840" y="140452"/>
                </a:lnTo>
                <a:lnTo>
                  <a:pt x="53809" y="140787"/>
                </a:lnTo>
                <a:lnTo>
                  <a:pt x="53781" y="141125"/>
                </a:lnTo>
                <a:lnTo>
                  <a:pt x="53756" y="141466"/>
                </a:lnTo>
                <a:lnTo>
                  <a:pt x="53733" y="141810"/>
                </a:lnTo>
                <a:lnTo>
                  <a:pt x="53713" y="142158"/>
                </a:lnTo>
                <a:lnTo>
                  <a:pt x="53696" y="142509"/>
                </a:lnTo>
                <a:lnTo>
                  <a:pt x="53682" y="142863"/>
                </a:lnTo>
                <a:lnTo>
                  <a:pt x="53670" y="143221"/>
                </a:lnTo>
                <a:lnTo>
                  <a:pt x="53661" y="143581"/>
                </a:lnTo>
                <a:lnTo>
                  <a:pt x="53654" y="143945"/>
                </a:lnTo>
                <a:lnTo>
                  <a:pt x="53651" y="144312"/>
                </a:lnTo>
                <a:lnTo>
                  <a:pt x="53649" y="144683"/>
                </a:lnTo>
                <a:lnTo>
                  <a:pt x="53662" y="145709"/>
                </a:lnTo>
                <a:lnTo>
                  <a:pt x="53699" y="146720"/>
                </a:lnTo>
                <a:lnTo>
                  <a:pt x="53762" y="147715"/>
                </a:lnTo>
                <a:lnTo>
                  <a:pt x="53850" y="148694"/>
                </a:lnTo>
                <a:lnTo>
                  <a:pt x="53964" y="149657"/>
                </a:lnTo>
                <a:lnTo>
                  <a:pt x="54103" y="150604"/>
                </a:lnTo>
                <a:lnTo>
                  <a:pt x="54268" y="151534"/>
                </a:lnTo>
                <a:lnTo>
                  <a:pt x="54460" y="152447"/>
                </a:lnTo>
                <a:lnTo>
                  <a:pt x="54677" y="153343"/>
                </a:lnTo>
                <a:lnTo>
                  <a:pt x="54921" y="154222"/>
                </a:lnTo>
                <a:lnTo>
                  <a:pt x="55192" y="155084"/>
                </a:lnTo>
                <a:lnTo>
                  <a:pt x="55490" y="155927"/>
                </a:lnTo>
                <a:lnTo>
                  <a:pt x="55815" y="156753"/>
                </a:lnTo>
                <a:lnTo>
                  <a:pt x="56167" y="157560"/>
                </a:lnTo>
                <a:lnTo>
                  <a:pt x="56546" y="158349"/>
                </a:lnTo>
                <a:lnTo>
                  <a:pt x="56953" y="159119"/>
                </a:lnTo>
                <a:lnTo>
                  <a:pt x="57388" y="159871"/>
                </a:lnTo>
                <a:lnTo>
                  <a:pt x="57851" y="160603"/>
                </a:lnTo>
                <a:lnTo>
                  <a:pt x="58342" y="161316"/>
                </a:lnTo>
                <a:lnTo>
                  <a:pt x="58861" y="162009"/>
                </a:lnTo>
                <a:lnTo>
                  <a:pt x="59409" y="162683"/>
                </a:lnTo>
                <a:lnTo>
                  <a:pt x="59985" y="163337"/>
                </a:lnTo>
                <a:lnTo>
                  <a:pt x="60591" y="163970"/>
                </a:lnTo>
                <a:lnTo>
                  <a:pt x="61225" y="164583"/>
                </a:lnTo>
                <a:lnTo>
                  <a:pt x="61866" y="165158"/>
                </a:lnTo>
                <a:lnTo>
                  <a:pt x="62521" y="165708"/>
                </a:lnTo>
                <a:lnTo>
                  <a:pt x="63192" y="166232"/>
                </a:lnTo>
                <a:lnTo>
                  <a:pt x="63877" y="166730"/>
                </a:lnTo>
                <a:lnTo>
                  <a:pt x="64577" y="167203"/>
                </a:lnTo>
                <a:lnTo>
                  <a:pt x="65292" y="167651"/>
                </a:lnTo>
                <a:lnTo>
                  <a:pt x="66021" y="168074"/>
                </a:lnTo>
                <a:lnTo>
                  <a:pt x="66764" y="168473"/>
                </a:lnTo>
                <a:lnTo>
                  <a:pt x="67521" y="168846"/>
                </a:lnTo>
                <a:lnTo>
                  <a:pt x="68293" y="169194"/>
                </a:lnTo>
                <a:lnTo>
                  <a:pt x="69078" y="169518"/>
                </a:lnTo>
                <a:lnTo>
                  <a:pt x="69877" y="169817"/>
                </a:lnTo>
                <a:lnTo>
                  <a:pt x="70690" y="170092"/>
                </a:lnTo>
                <a:lnTo>
                  <a:pt x="71516" y="170342"/>
                </a:lnTo>
                <a:lnTo>
                  <a:pt x="72356" y="170568"/>
                </a:lnTo>
                <a:lnTo>
                  <a:pt x="73208" y="170769"/>
                </a:lnTo>
                <a:lnTo>
                  <a:pt x="74074" y="170947"/>
                </a:lnTo>
                <a:lnTo>
                  <a:pt x="74953" y="171101"/>
                </a:lnTo>
                <a:lnTo>
                  <a:pt x="75845" y="171231"/>
                </a:lnTo>
                <a:lnTo>
                  <a:pt x="76749" y="171336"/>
                </a:lnTo>
                <a:lnTo>
                  <a:pt x="77666" y="171419"/>
                </a:lnTo>
                <a:lnTo>
                  <a:pt x="78595" y="171477"/>
                </a:lnTo>
                <a:lnTo>
                  <a:pt x="79537" y="171512"/>
                </a:lnTo>
                <a:lnTo>
                  <a:pt x="80491" y="171524"/>
                </a:lnTo>
                <a:lnTo>
                  <a:pt x="81378" y="171507"/>
                </a:lnTo>
                <a:lnTo>
                  <a:pt x="82255" y="171455"/>
                </a:lnTo>
                <a:lnTo>
                  <a:pt x="83121" y="171369"/>
                </a:lnTo>
                <a:lnTo>
                  <a:pt x="83977" y="171250"/>
                </a:lnTo>
                <a:lnTo>
                  <a:pt x="84823" y="171096"/>
                </a:lnTo>
                <a:lnTo>
                  <a:pt x="85658" y="170910"/>
                </a:lnTo>
                <a:lnTo>
                  <a:pt x="86483" y="170690"/>
                </a:lnTo>
                <a:lnTo>
                  <a:pt x="87297" y="170437"/>
                </a:lnTo>
                <a:lnTo>
                  <a:pt x="88100" y="170152"/>
                </a:lnTo>
                <a:lnTo>
                  <a:pt x="88893" y="169834"/>
                </a:lnTo>
                <a:lnTo>
                  <a:pt x="89675" y="169484"/>
                </a:lnTo>
                <a:lnTo>
                  <a:pt x="90447" y="169103"/>
                </a:lnTo>
                <a:lnTo>
                  <a:pt x="91207" y="168689"/>
                </a:lnTo>
                <a:lnTo>
                  <a:pt x="91957" y="168245"/>
                </a:lnTo>
                <a:lnTo>
                  <a:pt x="92697" y="167769"/>
                </a:lnTo>
                <a:lnTo>
                  <a:pt x="93425" y="167262"/>
                </a:lnTo>
                <a:lnTo>
                  <a:pt x="94143" y="166725"/>
                </a:lnTo>
                <a:lnTo>
                  <a:pt x="94850" y="166157"/>
                </a:lnTo>
                <a:lnTo>
                  <a:pt x="95545" y="165559"/>
                </a:lnTo>
                <a:lnTo>
                  <a:pt x="96230" y="164932"/>
                </a:lnTo>
                <a:lnTo>
                  <a:pt x="96904" y="164274"/>
                </a:lnTo>
                <a:lnTo>
                  <a:pt x="97567" y="163587"/>
                </a:lnTo>
                <a:lnTo>
                  <a:pt x="98219" y="162872"/>
                </a:lnTo>
                <a:lnTo>
                  <a:pt x="98860" y="162127"/>
                </a:lnTo>
                <a:lnTo>
                  <a:pt x="99481" y="161364"/>
                </a:lnTo>
                <a:lnTo>
                  <a:pt x="100092" y="160574"/>
                </a:lnTo>
                <a:lnTo>
                  <a:pt x="100694" y="159754"/>
                </a:lnTo>
                <a:lnTo>
                  <a:pt x="101286" y="158907"/>
                </a:lnTo>
                <a:lnTo>
                  <a:pt x="101868" y="158031"/>
                </a:lnTo>
                <a:lnTo>
                  <a:pt x="102441" y="157127"/>
                </a:lnTo>
                <a:lnTo>
                  <a:pt x="103004" y="156196"/>
                </a:lnTo>
                <a:lnTo>
                  <a:pt x="103558" y="155236"/>
                </a:lnTo>
                <a:lnTo>
                  <a:pt x="104102" y="154249"/>
                </a:lnTo>
                <a:lnTo>
                  <a:pt x="104637" y="153234"/>
                </a:lnTo>
                <a:lnTo>
                  <a:pt x="105163" y="152192"/>
                </a:lnTo>
                <a:lnTo>
                  <a:pt x="105680" y="151123"/>
                </a:lnTo>
                <a:lnTo>
                  <a:pt x="106188" y="150026"/>
                </a:lnTo>
                <a:lnTo>
                  <a:pt x="106686" y="148902"/>
                </a:lnTo>
                <a:lnTo>
                  <a:pt x="107176" y="147751"/>
                </a:lnTo>
                <a:lnTo>
                  <a:pt x="107657" y="146574"/>
                </a:lnTo>
                <a:lnTo>
                  <a:pt x="108128" y="145369"/>
                </a:lnTo>
                <a:lnTo>
                  <a:pt x="108591" y="144138"/>
                </a:lnTo>
                <a:lnTo>
                  <a:pt x="109046" y="142881"/>
                </a:lnTo>
                <a:lnTo>
                  <a:pt x="109491" y="141597"/>
                </a:lnTo>
                <a:lnTo>
                  <a:pt x="109928" y="140286"/>
                </a:lnTo>
                <a:lnTo>
                  <a:pt x="110357" y="138950"/>
                </a:lnTo>
                <a:lnTo>
                  <a:pt x="110777" y="137588"/>
                </a:lnTo>
                <a:lnTo>
                  <a:pt x="111170" y="136263"/>
                </a:lnTo>
                <a:lnTo>
                  <a:pt x="111213" y="136130"/>
                </a:lnTo>
                <a:lnTo>
                  <a:pt x="111273" y="135944"/>
                </a:lnTo>
                <a:lnTo>
                  <a:pt x="111332" y="135757"/>
                </a:lnTo>
                <a:lnTo>
                  <a:pt x="111389" y="135572"/>
                </a:lnTo>
                <a:lnTo>
                  <a:pt x="111444" y="135386"/>
                </a:lnTo>
                <a:lnTo>
                  <a:pt x="111497" y="135201"/>
                </a:lnTo>
                <a:lnTo>
                  <a:pt x="111548" y="135016"/>
                </a:lnTo>
                <a:lnTo>
                  <a:pt x="111598" y="134832"/>
                </a:lnTo>
                <a:lnTo>
                  <a:pt x="111645" y="134649"/>
                </a:lnTo>
                <a:lnTo>
                  <a:pt x="111689" y="134466"/>
                </a:lnTo>
                <a:lnTo>
                  <a:pt x="111732" y="134284"/>
                </a:lnTo>
                <a:lnTo>
                  <a:pt x="111772" y="134103"/>
                </a:lnTo>
                <a:lnTo>
                  <a:pt x="111809" y="133924"/>
                </a:lnTo>
                <a:lnTo>
                  <a:pt x="111843" y="133745"/>
                </a:lnTo>
                <a:lnTo>
                  <a:pt x="111875" y="133567"/>
                </a:lnTo>
                <a:lnTo>
                  <a:pt x="111904" y="133391"/>
                </a:lnTo>
                <a:lnTo>
                  <a:pt x="111930" y="133215"/>
                </a:lnTo>
                <a:lnTo>
                  <a:pt x="111953" y="133042"/>
                </a:lnTo>
                <a:lnTo>
                  <a:pt x="111972" y="132869"/>
                </a:lnTo>
                <a:lnTo>
                  <a:pt x="111988" y="132698"/>
                </a:lnTo>
                <a:lnTo>
                  <a:pt x="112001" y="132529"/>
                </a:lnTo>
                <a:lnTo>
                  <a:pt x="112010" y="132362"/>
                </a:lnTo>
                <a:lnTo>
                  <a:pt x="112016" y="132196"/>
                </a:lnTo>
                <a:lnTo>
                  <a:pt x="112018" y="132032"/>
                </a:lnTo>
                <a:lnTo>
                  <a:pt x="112013" y="131798"/>
                </a:lnTo>
                <a:lnTo>
                  <a:pt x="111998" y="131568"/>
                </a:lnTo>
                <a:lnTo>
                  <a:pt x="111974" y="131342"/>
                </a:lnTo>
                <a:lnTo>
                  <a:pt x="111940" y="131119"/>
                </a:lnTo>
                <a:lnTo>
                  <a:pt x="111896" y="130900"/>
                </a:lnTo>
                <a:lnTo>
                  <a:pt x="111843" y="130685"/>
                </a:lnTo>
                <a:lnTo>
                  <a:pt x="111781" y="130474"/>
                </a:lnTo>
                <a:lnTo>
                  <a:pt x="111710" y="130268"/>
                </a:lnTo>
                <a:lnTo>
                  <a:pt x="111631" y="130066"/>
                </a:lnTo>
                <a:lnTo>
                  <a:pt x="111542" y="129869"/>
                </a:lnTo>
                <a:lnTo>
                  <a:pt x="111445" y="129676"/>
                </a:lnTo>
                <a:lnTo>
                  <a:pt x="111339" y="129488"/>
                </a:lnTo>
                <a:lnTo>
                  <a:pt x="111225" y="129306"/>
                </a:lnTo>
                <a:lnTo>
                  <a:pt x="111103" y="129128"/>
                </a:lnTo>
                <a:lnTo>
                  <a:pt x="110973" y="128956"/>
                </a:lnTo>
                <a:lnTo>
                  <a:pt x="110835" y="128790"/>
                </a:lnTo>
                <a:lnTo>
                  <a:pt x="110689" y="128629"/>
                </a:lnTo>
                <a:lnTo>
                  <a:pt x="110535" y="128475"/>
                </a:lnTo>
                <a:lnTo>
                  <a:pt x="110374" y="128326"/>
                </a:lnTo>
                <a:lnTo>
                  <a:pt x="110205" y="128184"/>
                </a:lnTo>
                <a:lnTo>
                  <a:pt x="110030" y="128048"/>
                </a:lnTo>
                <a:lnTo>
                  <a:pt x="109847" y="127918"/>
                </a:lnTo>
                <a:lnTo>
                  <a:pt x="109657" y="127795"/>
                </a:lnTo>
                <a:lnTo>
                  <a:pt x="109460" y="127679"/>
                </a:lnTo>
                <a:lnTo>
                  <a:pt x="109292" y="127588"/>
                </a:lnTo>
                <a:lnTo>
                  <a:pt x="109121" y="127503"/>
                </a:lnTo>
                <a:lnTo>
                  <a:pt x="108948" y="127423"/>
                </a:lnTo>
                <a:lnTo>
                  <a:pt x="108773" y="127349"/>
                </a:lnTo>
                <a:lnTo>
                  <a:pt x="108596" y="127280"/>
                </a:lnTo>
                <a:lnTo>
                  <a:pt x="108417" y="127216"/>
                </a:lnTo>
                <a:lnTo>
                  <a:pt x="108237" y="127157"/>
                </a:lnTo>
                <a:lnTo>
                  <a:pt x="108055" y="127103"/>
                </a:lnTo>
                <a:lnTo>
                  <a:pt x="107871" y="127053"/>
                </a:lnTo>
                <a:lnTo>
                  <a:pt x="107687" y="127008"/>
                </a:lnTo>
                <a:lnTo>
                  <a:pt x="107502" y="126967"/>
                </a:lnTo>
                <a:lnTo>
                  <a:pt x="107316" y="126930"/>
                </a:lnTo>
                <a:lnTo>
                  <a:pt x="107129" y="126897"/>
                </a:lnTo>
                <a:lnTo>
                  <a:pt x="106942" y="126867"/>
                </a:lnTo>
                <a:lnTo>
                  <a:pt x="106755" y="126842"/>
                </a:lnTo>
                <a:lnTo>
                  <a:pt x="106568" y="126819"/>
                </a:lnTo>
                <a:lnTo>
                  <a:pt x="106381" y="126800"/>
                </a:lnTo>
                <a:lnTo>
                  <a:pt x="106194" y="126784"/>
                </a:lnTo>
                <a:lnTo>
                  <a:pt x="106008" y="126771"/>
                </a:lnTo>
                <a:lnTo>
                  <a:pt x="105822" y="126761"/>
                </a:lnTo>
                <a:lnTo>
                  <a:pt x="105637" y="126753"/>
                </a:lnTo>
                <a:lnTo>
                  <a:pt x="105454" y="126748"/>
                </a:lnTo>
                <a:lnTo>
                  <a:pt x="105271" y="126745"/>
                </a:lnTo>
                <a:lnTo>
                  <a:pt x="105090" y="126744"/>
                </a:lnTo>
                <a:lnTo>
                  <a:pt x="104153" y="126744"/>
                </a:lnTo>
                <a:lnTo>
                  <a:pt x="103956" y="126744"/>
                </a:lnTo>
                <a:lnTo>
                  <a:pt x="103759" y="126747"/>
                </a:lnTo>
                <a:lnTo>
                  <a:pt x="103563" y="126752"/>
                </a:lnTo>
                <a:lnTo>
                  <a:pt x="103367" y="126758"/>
                </a:lnTo>
                <a:lnTo>
                  <a:pt x="103172" y="126767"/>
                </a:lnTo>
                <a:lnTo>
                  <a:pt x="102978" y="126778"/>
                </a:lnTo>
                <a:lnTo>
                  <a:pt x="102784" y="126791"/>
                </a:lnTo>
                <a:lnTo>
                  <a:pt x="102591" y="126806"/>
                </a:lnTo>
                <a:lnTo>
                  <a:pt x="102399" y="126824"/>
                </a:lnTo>
                <a:lnTo>
                  <a:pt x="102208" y="126844"/>
                </a:lnTo>
                <a:lnTo>
                  <a:pt x="102018" y="126867"/>
                </a:lnTo>
                <a:lnTo>
                  <a:pt x="101829" y="126893"/>
                </a:lnTo>
                <a:lnTo>
                  <a:pt x="101641" y="126921"/>
                </a:lnTo>
                <a:lnTo>
                  <a:pt x="101455" y="126952"/>
                </a:lnTo>
                <a:lnTo>
                  <a:pt x="101271" y="126986"/>
                </a:lnTo>
                <a:lnTo>
                  <a:pt x="101088" y="127023"/>
                </a:lnTo>
                <a:lnTo>
                  <a:pt x="100906" y="127064"/>
                </a:lnTo>
                <a:lnTo>
                  <a:pt x="100727" y="127107"/>
                </a:lnTo>
                <a:lnTo>
                  <a:pt x="100549" y="127154"/>
                </a:lnTo>
                <a:lnTo>
                  <a:pt x="100373" y="127204"/>
                </a:lnTo>
                <a:lnTo>
                  <a:pt x="100200" y="127257"/>
                </a:lnTo>
                <a:lnTo>
                  <a:pt x="100028" y="127314"/>
                </a:lnTo>
                <a:lnTo>
                  <a:pt x="99859" y="127375"/>
                </a:lnTo>
                <a:lnTo>
                  <a:pt x="99692" y="127440"/>
                </a:lnTo>
                <a:lnTo>
                  <a:pt x="99516" y="127513"/>
                </a:lnTo>
                <a:lnTo>
                  <a:pt x="99340" y="127592"/>
                </a:lnTo>
                <a:lnTo>
                  <a:pt x="99165" y="127677"/>
                </a:lnTo>
                <a:lnTo>
                  <a:pt x="98991" y="127769"/>
                </a:lnTo>
                <a:lnTo>
                  <a:pt x="98818" y="127866"/>
                </a:lnTo>
                <a:lnTo>
                  <a:pt x="98647" y="127970"/>
                </a:lnTo>
                <a:lnTo>
                  <a:pt x="98479" y="128080"/>
                </a:lnTo>
                <a:lnTo>
                  <a:pt x="98313" y="128196"/>
                </a:lnTo>
                <a:lnTo>
                  <a:pt x="98151" y="128319"/>
                </a:lnTo>
                <a:lnTo>
                  <a:pt x="97992" y="128449"/>
                </a:lnTo>
                <a:lnTo>
                  <a:pt x="97838" y="128586"/>
                </a:lnTo>
                <a:lnTo>
                  <a:pt x="97687" y="128729"/>
                </a:lnTo>
                <a:lnTo>
                  <a:pt x="97542" y="128880"/>
                </a:lnTo>
                <a:lnTo>
                  <a:pt x="97402" y="129037"/>
                </a:lnTo>
                <a:lnTo>
                  <a:pt x="97268" y="129202"/>
                </a:lnTo>
                <a:lnTo>
                  <a:pt x="97139" y="129374"/>
                </a:lnTo>
                <a:lnTo>
                  <a:pt x="97017" y="129553"/>
                </a:lnTo>
                <a:lnTo>
                  <a:pt x="96903" y="129740"/>
                </a:lnTo>
                <a:lnTo>
                  <a:pt x="96795" y="129935"/>
                </a:lnTo>
                <a:lnTo>
                  <a:pt x="96695" y="130137"/>
                </a:lnTo>
                <a:lnTo>
                  <a:pt x="96604" y="130348"/>
                </a:lnTo>
                <a:lnTo>
                  <a:pt x="96521" y="130566"/>
                </a:lnTo>
                <a:lnTo>
                  <a:pt x="96447" y="130792"/>
                </a:lnTo>
                <a:lnTo>
                  <a:pt x="96384" y="131020"/>
                </a:lnTo>
                <a:lnTo>
                  <a:pt x="96384" y="131020"/>
                </a:lnTo>
                <a:lnTo>
                  <a:pt x="96094" y="132152"/>
                </a:lnTo>
                <a:lnTo>
                  <a:pt x="95801" y="133256"/>
                </a:lnTo>
                <a:lnTo>
                  <a:pt x="95505" y="134334"/>
                </a:lnTo>
                <a:lnTo>
                  <a:pt x="95207" y="135386"/>
                </a:lnTo>
                <a:lnTo>
                  <a:pt x="94905" y="136411"/>
                </a:lnTo>
                <a:lnTo>
                  <a:pt x="94601" y="137409"/>
                </a:lnTo>
                <a:lnTo>
                  <a:pt x="94295" y="138381"/>
                </a:lnTo>
                <a:lnTo>
                  <a:pt x="93985" y="139326"/>
                </a:lnTo>
                <a:lnTo>
                  <a:pt x="93674" y="140246"/>
                </a:lnTo>
                <a:lnTo>
                  <a:pt x="93360" y="141139"/>
                </a:lnTo>
                <a:lnTo>
                  <a:pt x="93043" y="142006"/>
                </a:lnTo>
                <a:lnTo>
                  <a:pt x="92724" y="142848"/>
                </a:lnTo>
                <a:lnTo>
                  <a:pt x="92402" y="143664"/>
                </a:lnTo>
                <a:lnTo>
                  <a:pt x="92079" y="144454"/>
                </a:lnTo>
                <a:lnTo>
                  <a:pt x="91753" y="145218"/>
                </a:lnTo>
                <a:lnTo>
                  <a:pt x="91425" y="145957"/>
                </a:lnTo>
                <a:lnTo>
                  <a:pt x="91094" y="146671"/>
                </a:lnTo>
                <a:lnTo>
                  <a:pt x="90762" y="147359"/>
                </a:lnTo>
                <a:lnTo>
                  <a:pt x="90427" y="148022"/>
                </a:lnTo>
                <a:lnTo>
                  <a:pt x="90091" y="148660"/>
                </a:lnTo>
                <a:lnTo>
                  <a:pt x="89752" y="149273"/>
                </a:lnTo>
                <a:lnTo>
                  <a:pt x="89412" y="149861"/>
                </a:lnTo>
                <a:lnTo>
                  <a:pt x="89070" y="150425"/>
                </a:lnTo>
                <a:lnTo>
                  <a:pt x="88725" y="150964"/>
                </a:lnTo>
                <a:lnTo>
                  <a:pt x="88382" y="151475"/>
                </a:lnTo>
                <a:lnTo>
                  <a:pt x="88040" y="151957"/>
                </a:lnTo>
                <a:lnTo>
                  <a:pt x="87700" y="152410"/>
                </a:lnTo>
                <a:lnTo>
                  <a:pt x="87363" y="152836"/>
                </a:lnTo>
                <a:lnTo>
                  <a:pt x="87029" y="153234"/>
                </a:lnTo>
                <a:lnTo>
                  <a:pt x="86697" y="153605"/>
                </a:lnTo>
                <a:lnTo>
                  <a:pt x="86367" y="153950"/>
                </a:lnTo>
                <a:lnTo>
                  <a:pt x="86040" y="154270"/>
                </a:lnTo>
                <a:lnTo>
                  <a:pt x="85715" y="154565"/>
                </a:lnTo>
                <a:lnTo>
                  <a:pt x="85393" y="154836"/>
                </a:lnTo>
                <a:lnTo>
                  <a:pt x="85074" y="155084"/>
                </a:lnTo>
                <a:lnTo>
                  <a:pt x="84758" y="155309"/>
                </a:lnTo>
                <a:lnTo>
                  <a:pt x="84444" y="155513"/>
                </a:lnTo>
                <a:lnTo>
                  <a:pt x="84133" y="155695"/>
                </a:lnTo>
                <a:lnTo>
                  <a:pt x="83826" y="155856"/>
                </a:lnTo>
                <a:lnTo>
                  <a:pt x="83521" y="155998"/>
                </a:lnTo>
                <a:lnTo>
                  <a:pt x="83219" y="156120"/>
                </a:lnTo>
                <a:lnTo>
                  <a:pt x="82920" y="156224"/>
                </a:lnTo>
                <a:lnTo>
                  <a:pt x="82624" y="156310"/>
                </a:lnTo>
                <a:lnTo>
                  <a:pt x="82332" y="156379"/>
                </a:lnTo>
                <a:lnTo>
                  <a:pt x="82042" y="156432"/>
                </a:lnTo>
                <a:lnTo>
                  <a:pt x="81756" y="156468"/>
                </a:lnTo>
                <a:lnTo>
                  <a:pt x="81473" y="156490"/>
                </a:lnTo>
                <a:lnTo>
                  <a:pt x="81194" y="156497"/>
                </a:lnTo>
                <a:lnTo>
                  <a:pt x="81047" y="156495"/>
                </a:lnTo>
                <a:lnTo>
                  <a:pt x="80908" y="156489"/>
                </a:lnTo>
                <a:lnTo>
                  <a:pt x="80775" y="156480"/>
                </a:lnTo>
                <a:lnTo>
                  <a:pt x="80648" y="156467"/>
                </a:lnTo>
                <a:lnTo>
                  <a:pt x="80527" y="156450"/>
                </a:lnTo>
                <a:lnTo>
                  <a:pt x="80412" y="156430"/>
                </a:lnTo>
                <a:lnTo>
                  <a:pt x="80303" y="156406"/>
                </a:lnTo>
                <a:lnTo>
                  <a:pt x="80200" y="156379"/>
                </a:lnTo>
                <a:lnTo>
                  <a:pt x="80101" y="156349"/>
                </a:lnTo>
                <a:lnTo>
                  <a:pt x="80007" y="156316"/>
                </a:lnTo>
                <a:lnTo>
                  <a:pt x="79919" y="156279"/>
                </a:lnTo>
                <a:lnTo>
                  <a:pt x="79834" y="156240"/>
                </a:lnTo>
                <a:lnTo>
                  <a:pt x="79754" y="156197"/>
                </a:lnTo>
                <a:lnTo>
                  <a:pt x="79678" y="156152"/>
                </a:lnTo>
                <a:lnTo>
                  <a:pt x="79605" y="156103"/>
                </a:lnTo>
                <a:lnTo>
                  <a:pt x="79536" y="156053"/>
                </a:lnTo>
                <a:lnTo>
                  <a:pt x="79471" y="155999"/>
                </a:lnTo>
                <a:lnTo>
                  <a:pt x="79408" y="155943"/>
                </a:lnTo>
                <a:lnTo>
                  <a:pt x="79349" y="155884"/>
                </a:lnTo>
                <a:lnTo>
                  <a:pt x="79292" y="155823"/>
                </a:lnTo>
                <a:lnTo>
                  <a:pt x="79237" y="155759"/>
                </a:lnTo>
                <a:lnTo>
                  <a:pt x="79184" y="155693"/>
                </a:lnTo>
                <a:lnTo>
                  <a:pt x="79134" y="155625"/>
                </a:lnTo>
                <a:lnTo>
                  <a:pt x="79085" y="155555"/>
                </a:lnTo>
                <a:lnTo>
                  <a:pt x="79018" y="155451"/>
                </a:lnTo>
                <a:lnTo>
                  <a:pt x="78952" y="155339"/>
                </a:lnTo>
                <a:lnTo>
                  <a:pt x="78887" y="155219"/>
                </a:lnTo>
                <a:lnTo>
                  <a:pt x="78822" y="155089"/>
                </a:lnTo>
                <a:lnTo>
                  <a:pt x="78759" y="154951"/>
                </a:lnTo>
                <a:lnTo>
                  <a:pt x="78697" y="154803"/>
                </a:lnTo>
                <a:lnTo>
                  <a:pt x="78637" y="154645"/>
                </a:lnTo>
                <a:lnTo>
                  <a:pt x="78578" y="154478"/>
                </a:lnTo>
                <a:lnTo>
                  <a:pt x="78521" y="154301"/>
                </a:lnTo>
                <a:lnTo>
                  <a:pt x="78467" y="154113"/>
                </a:lnTo>
                <a:lnTo>
                  <a:pt x="78415" y="153915"/>
                </a:lnTo>
                <a:lnTo>
                  <a:pt x="78366" y="153707"/>
                </a:lnTo>
                <a:lnTo>
                  <a:pt x="78319" y="153488"/>
                </a:lnTo>
                <a:lnTo>
                  <a:pt x="78275" y="153258"/>
                </a:lnTo>
                <a:lnTo>
                  <a:pt x="78235" y="153016"/>
                </a:lnTo>
                <a:lnTo>
                  <a:pt x="78198" y="152764"/>
                </a:lnTo>
                <a:lnTo>
                  <a:pt x="78164" y="152499"/>
                </a:lnTo>
                <a:lnTo>
                  <a:pt x="78134" y="152223"/>
                </a:lnTo>
                <a:lnTo>
                  <a:pt x="78109" y="151935"/>
                </a:lnTo>
                <a:lnTo>
                  <a:pt x="78087" y="151634"/>
                </a:lnTo>
                <a:lnTo>
                  <a:pt x="78070" y="151321"/>
                </a:lnTo>
                <a:lnTo>
                  <a:pt x="78058" y="150995"/>
                </a:lnTo>
                <a:lnTo>
                  <a:pt x="78050" y="150657"/>
                </a:lnTo>
                <a:lnTo>
                  <a:pt x="78048" y="150401"/>
                </a:lnTo>
                <a:lnTo>
                  <a:pt x="78061" y="150214"/>
                </a:lnTo>
                <a:lnTo>
                  <a:pt x="78083" y="149917"/>
                </a:lnTo>
                <a:lnTo>
                  <a:pt x="78109" y="149613"/>
                </a:lnTo>
                <a:lnTo>
                  <a:pt x="78138" y="149302"/>
                </a:lnTo>
                <a:lnTo>
                  <a:pt x="78170" y="148984"/>
                </a:lnTo>
                <a:lnTo>
                  <a:pt x="78205" y="148659"/>
                </a:lnTo>
                <a:lnTo>
                  <a:pt x="78243" y="148327"/>
                </a:lnTo>
                <a:lnTo>
                  <a:pt x="78284" y="147988"/>
                </a:lnTo>
                <a:lnTo>
                  <a:pt x="78328" y="147642"/>
                </a:lnTo>
                <a:lnTo>
                  <a:pt x="78376" y="147288"/>
                </a:lnTo>
                <a:lnTo>
                  <a:pt x="78427" y="146928"/>
                </a:lnTo>
                <a:lnTo>
                  <a:pt x="78481" y="146560"/>
                </a:lnTo>
                <a:lnTo>
                  <a:pt x="78538" y="146185"/>
                </a:lnTo>
                <a:lnTo>
                  <a:pt x="78599" y="145803"/>
                </a:lnTo>
                <a:lnTo>
                  <a:pt x="78663" y="145414"/>
                </a:lnTo>
                <a:lnTo>
                  <a:pt x="78730" y="145017"/>
                </a:lnTo>
                <a:lnTo>
                  <a:pt x="78800" y="144613"/>
                </a:lnTo>
                <a:lnTo>
                  <a:pt x="78874" y="144202"/>
                </a:lnTo>
                <a:lnTo>
                  <a:pt x="78951" y="143784"/>
                </a:lnTo>
                <a:lnTo>
                  <a:pt x="79031" y="143358"/>
                </a:lnTo>
                <a:lnTo>
                  <a:pt x="79115" y="142925"/>
                </a:lnTo>
                <a:lnTo>
                  <a:pt x="79202" y="142485"/>
                </a:lnTo>
                <a:lnTo>
                  <a:pt x="79293" y="142038"/>
                </a:lnTo>
                <a:lnTo>
                  <a:pt x="79387" y="141583"/>
                </a:lnTo>
                <a:lnTo>
                  <a:pt x="79486" y="141100"/>
                </a:lnTo>
                <a:lnTo>
                  <a:pt x="79581" y="140623"/>
                </a:lnTo>
                <a:lnTo>
                  <a:pt x="79672" y="140150"/>
                </a:lnTo>
                <a:lnTo>
                  <a:pt x="79759" y="139681"/>
                </a:lnTo>
                <a:lnTo>
                  <a:pt x="79842" y="139218"/>
                </a:lnTo>
                <a:lnTo>
                  <a:pt x="79921" y="138759"/>
                </a:lnTo>
                <a:lnTo>
                  <a:pt x="79996" y="138305"/>
                </a:lnTo>
                <a:lnTo>
                  <a:pt x="80067" y="137856"/>
                </a:lnTo>
                <a:lnTo>
                  <a:pt x="80133" y="137411"/>
                </a:lnTo>
                <a:lnTo>
                  <a:pt x="80196" y="136971"/>
                </a:lnTo>
                <a:lnTo>
                  <a:pt x="80254" y="136536"/>
                </a:lnTo>
                <a:lnTo>
                  <a:pt x="80309" y="136106"/>
                </a:lnTo>
                <a:lnTo>
                  <a:pt x="80359" y="135681"/>
                </a:lnTo>
                <a:lnTo>
                  <a:pt x="80404" y="135261"/>
                </a:lnTo>
                <a:lnTo>
                  <a:pt x="80446" y="134845"/>
                </a:lnTo>
                <a:lnTo>
                  <a:pt x="80483" y="134435"/>
                </a:lnTo>
                <a:lnTo>
                  <a:pt x="80516" y="134029"/>
                </a:lnTo>
                <a:lnTo>
                  <a:pt x="80545" y="133628"/>
                </a:lnTo>
                <a:lnTo>
                  <a:pt x="80569" y="133233"/>
                </a:lnTo>
                <a:lnTo>
                  <a:pt x="80589" y="132842"/>
                </a:lnTo>
                <a:lnTo>
                  <a:pt x="80605" y="132456"/>
                </a:lnTo>
                <a:lnTo>
                  <a:pt x="80616" y="132075"/>
                </a:lnTo>
                <a:lnTo>
                  <a:pt x="80623" y="131699"/>
                </a:lnTo>
                <a:lnTo>
                  <a:pt x="80624" y="131423"/>
                </a:lnTo>
                <a:lnTo>
                  <a:pt x="80638" y="131175"/>
                </a:lnTo>
                <a:lnTo>
                  <a:pt x="80650" y="130808"/>
                </a:lnTo>
                <a:lnTo>
                  <a:pt x="80654" y="130439"/>
                </a:lnTo>
                <a:lnTo>
                  <a:pt x="80650" y="130070"/>
                </a:lnTo>
                <a:lnTo>
                  <a:pt x="80638" y="129699"/>
                </a:lnTo>
                <a:lnTo>
                  <a:pt x="80618" y="129327"/>
                </a:lnTo>
                <a:lnTo>
                  <a:pt x="80591" y="128954"/>
                </a:lnTo>
                <a:lnTo>
                  <a:pt x="80556" y="128579"/>
                </a:lnTo>
                <a:lnTo>
                  <a:pt x="80513" y="128204"/>
                </a:lnTo>
                <a:lnTo>
                  <a:pt x="80462" y="127827"/>
                </a:lnTo>
                <a:lnTo>
                  <a:pt x="80405" y="127449"/>
                </a:lnTo>
                <a:lnTo>
                  <a:pt x="80339" y="127070"/>
                </a:lnTo>
                <a:lnTo>
                  <a:pt x="80267" y="126690"/>
                </a:lnTo>
                <a:lnTo>
                  <a:pt x="80187" y="126309"/>
                </a:lnTo>
                <a:lnTo>
                  <a:pt x="80099" y="125927"/>
                </a:lnTo>
                <a:lnTo>
                  <a:pt x="80005" y="125544"/>
                </a:lnTo>
                <a:lnTo>
                  <a:pt x="79904" y="125160"/>
                </a:lnTo>
                <a:lnTo>
                  <a:pt x="79795" y="124775"/>
                </a:lnTo>
                <a:lnTo>
                  <a:pt x="79680" y="124389"/>
                </a:lnTo>
                <a:lnTo>
                  <a:pt x="79558" y="124002"/>
                </a:lnTo>
                <a:lnTo>
                  <a:pt x="79429" y="123614"/>
                </a:lnTo>
                <a:lnTo>
                  <a:pt x="79294" y="123225"/>
                </a:lnTo>
                <a:lnTo>
                  <a:pt x="79152" y="122836"/>
                </a:lnTo>
                <a:lnTo>
                  <a:pt x="79003" y="122445"/>
                </a:lnTo>
                <a:lnTo>
                  <a:pt x="78851" y="122062"/>
                </a:lnTo>
                <a:lnTo>
                  <a:pt x="78694" y="121684"/>
                </a:lnTo>
                <a:lnTo>
                  <a:pt x="78534" y="121311"/>
                </a:lnTo>
                <a:lnTo>
                  <a:pt x="78369" y="120944"/>
                </a:lnTo>
                <a:lnTo>
                  <a:pt x="78200" y="120582"/>
                </a:lnTo>
                <a:lnTo>
                  <a:pt x="78026" y="120227"/>
                </a:lnTo>
                <a:lnTo>
                  <a:pt x="77848" y="119877"/>
                </a:lnTo>
                <a:lnTo>
                  <a:pt x="77665" y="119534"/>
                </a:lnTo>
                <a:lnTo>
                  <a:pt x="77477" y="119197"/>
                </a:lnTo>
                <a:lnTo>
                  <a:pt x="77285" y="118867"/>
                </a:lnTo>
                <a:lnTo>
                  <a:pt x="77087" y="118543"/>
                </a:lnTo>
                <a:lnTo>
                  <a:pt x="76885" y="118226"/>
                </a:lnTo>
                <a:lnTo>
                  <a:pt x="76678" y="117917"/>
                </a:lnTo>
                <a:lnTo>
                  <a:pt x="76465" y="117614"/>
                </a:lnTo>
                <a:lnTo>
                  <a:pt x="76248" y="117319"/>
                </a:lnTo>
                <a:lnTo>
                  <a:pt x="76025" y="117032"/>
                </a:lnTo>
                <a:lnTo>
                  <a:pt x="75797" y="116752"/>
                </a:lnTo>
                <a:lnTo>
                  <a:pt x="75563" y="116480"/>
                </a:lnTo>
                <a:lnTo>
                  <a:pt x="75324" y="116216"/>
                </a:lnTo>
                <a:lnTo>
                  <a:pt x="75079" y="115961"/>
                </a:lnTo>
                <a:lnTo>
                  <a:pt x="74829" y="115714"/>
                </a:lnTo>
                <a:lnTo>
                  <a:pt x="74573" y="115475"/>
                </a:lnTo>
                <a:lnTo>
                  <a:pt x="74311" y="115245"/>
                </a:lnTo>
                <a:lnTo>
                  <a:pt x="74043" y="115024"/>
                </a:lnTo>
                <a:lnTo>
                  <a:pt x="73849" y="114869"/>
                </a:lnTo>
                <a:lnTo>
                  <a:pt x="73654" y="114712"/>
                </a:lnTo>
                <a:lnTo>
                  <a:pt x="73457" y="114554"/>
                </a:lnTo>
                <a:lnTo>
                  <a:pt x="73259" y="114394"/>
                </a:lnTo>
                <a:lnTo>
                  <a:pt x="73059" y="114232"/>
                </a:lnTo>
                <a:lnTo>
                  <a:pt x="72857" y="114069"/>
                </a:lnTo>
                <a:lnTo>
                  <a:pt x="72653" y="113904"/>
                </a:lnTo>
                <a:lnTo>
                  <a:pt x="72448" y="113737"/>
                </a:lnTo>
                <a:lnTo>
                  <a:pt x="72241" y="113569"/>
                </a:lnTo>
                <a:lnTo>
                  <a:pt x="72032" y="113399"/>
                </a:lnTo>
                <a:lnTo>
                  <a:pt x="71822" y="113227"/>
                </a:lnTo>
                <a:lnTo>
                  <a:pt x="71610" y="113054"/>
                </a:lnTo>
                <a:lnTo>
                  <a:pt x="71397" y="112879"/>
                </a:lnTo>
                <a:lnTo>
                  <a:pt x="71182" y="112703"/>
                </a:lnTo>
                <a:lnTo>
                  <a:pt x="70965" y="112525"/>
                </a:lnTo>
                <a:lnTo>
                  <a:pt x="70746" y="112345"/>
                </a:lnTo>
                <a:lnTo>
                  <a:pt x="70526" y="112164"/>
                </a:lnTo>
                <a:lnTo>
                  <a:pt x="70304" y="111980"/>
                </a:lnTo>
                <a:lnTo>
                  <a:pt x="70081" y="111796"/>
                </a:lnTo>
                <a:lnTo>
                  <a:pt x="69856" y="111609"/>
                </a:lnTo>
                <a:lnTo>
                  <a:pt x="69629" y="111421"/>
                </a:lnTo>
                <a:lnTo>
                  <a:pt x="69400" y="111231"/>
                </a:lnTo>
                <a:lnTo>
                  <a:pt x="69170" y="111040"/>
                </a:lnTo>
                <a:lnTo>
                  <a:pt x="68938" y="110847"/>
                </a:lnTo>
                <a:lnTo>
                  <a:pt x="68658" y="110618"/>
                </a:lnTo>
                <a:lnTo>
                  <a:pt x="68375" y="110394"/>
                </a:lnTo>
                <a:lnTo>
                  <a:pt x="68089" y="110177"/>
                </a:lnTo>
                <a:lnTo>
                  <a:pt x="67800" y="109965"/>
                </a:lnTo>
                <a:lnTo>
                  <a:pt x="67508" y="109758"/>
                </a:lnTo>
                <a:lnTo>
                  <a:pt x="67213" y="109558"/>
                </a:lnTo>
                <a:lnTo>
                  <a:pt x="66915" y="109363"/>
                </a:lnTo>
                <a:lnTo>
                  <a:pt x="66614" y="109174"/>
                </a:lnTo>
                <a:lnTo>
                  <a:pt x="66310" y="108991"/>
                </a:lnTo>
                <a:lnTo>
                  <a:pt x="66002" y="108813"/>
                </a:lnTo>
                <a:lnTo>
                  <a:pt x="65692" y="108641"/>
                </a:lnTo>
                <a:lnTo>
                  <a:pt x="65379" y="108475"/>
                </a:lnTo>
                <a:lnTo>
                  <a:pt x="65063" y="108315"/>
                </a:lnTo>
                <a:lnTo>
                  <a:pt x="64744" y="108161"/>
                </a:lnTo>
                <a:lnTo>
                  <a:pt x="64423" y="108012"/>
                </a:lnTo>
                <a:lnTo>
                  <a:pt x="64098" y="107870"/>
                </a:lnTo>
                <a:lnTo>
                  <a:pt x="63770" y="107733"/>
                </a:lnTo>
                <a:lnTo>
                  <a:pt x="63440" y="107601"/>
                </a:lnTo>
                <a:lnTo>
                  <a:pt x="63106" y="107476"/>
                </a:lnTo>
                <a:lnTo>
                  <a:pt x="62770" y="107357"/>
                </a:lnTo>
                <a:lnTo>
                  <a:pt x="62431" y="107243"/>
                </a:lnTo>
                <a:lnTo>
                  <a:pt x="62089" y="107135"/>
                </a:lnTo>
                <a:lnTo>
                  <a:pt x="61744" y="107033"/>
                </a:lnTo>
                <a:lnTo>
                  <a:pt x="61397" y="106937"/>
                </a:lnTo>
                <a:lnTo>
                  <a:pt x="61113" y="106861"/>
                </a:lnTo>
                <a:lnTo>
                  <a:pt x="60834" y="106786"/>
                </a:lnTo>
                <a:lnTo>
                  <a:pt x="60558" y="106710"/>
                </a:lnTo>
                <a:lnTo>
                  <a:pt x="60285" y="106634"/>
                </a:lnTo>
                <a:lnTo>
                  <a:pt x="60016" y="106559"/>
                </a:lnTo>
                <a:lnTo>
                  <a:pt x="59751" y="106483"/>
                </a:lnTo>
                <a:lnTo>
                  <a:pt x="59489" y="106408"/>
                </a:lnTo>
                <a:lnTo>
                  <a:pt x="59231" y="106333"/>
                </a:lnTo>
                <a:lnTo>
                  <a:pt x="58976" y="106258"/>
                </a:lnTo>
                <a:lnTo>
                  <a:pt x="58725" y="106183"/>
                </a:lnTo>
                <a:lnTo>
                  <a:pt x="58477" y="106108"/>
                </a:lnTo>
                <a:lnTo>
                  <a:pt x="58232" y="106034"/>
                </a:lnTo>
                <a:lnTo>
                  <a:pt x="57992" y="105959"/>
                </a:lnTo>
                <a:lnTo>
                  <a:pt x="57754" y="105885"/>
                </a:lnTo>
                <a:lnTo>
                  <a:pt x="57521" y="105810"/>
                </a:lnTo>
                <a:lnTo>
                  <a:pt x="57290" y="105736"/>
                </a:lnTo>
                <a:lnTo>
                  <a:pt x="57064" y="105662"/>
                </a:lnTo>
                <a:lnTo>
                  <a:pt x="56840" y="105588"/>
                </a:lnTo>
                <a:lnTo>
                  <a:pt x="56620" y="105514"/>
                </a:lnTo>
                <a:lnTo>
                  <a:pt x="56404" y="105441"/>
                </a:lnTo>
                <a:lnTo>
                  <a:pt x="56191" y="105367"/>
                </a:lnTo>
                <a:lnTo>
                  <a:pt x="55981" y="105294"/>
                </a:lnTo>
                <a:lnTo>
                  <a:pt x="55775" y="105220"/>
                </a:lnTo>
                <a:lnTo>
                  <a:pt x="55573" y="105147"/>
                </a:lnTo>
                <a:lnTo>
                  <a:pt x="55330" y="105060"/>
                </a:lnTo>
                <a:lnTo>
                  <a:pt x="55086" y="104975"/>
                </a:lnTo>
                <a:lnTo>
                  <a:pt x="54840" y="104892"/>
                </a:lnTo>
                <a:lnTo>
                  <a:pt x="54593" y="104811"/>
                </a:lnTo>
                <a:lnTo>
                  <a:pt x="54344" y="104732"/>
                </a:lnTo>
                <a:lnTo>
                  <a:pt x="54094" y="104654"/>
                </a:lnTo>
                <a:lnTo>
                  <a:pt x="53843" y="104579"/>
                </a:lnTo>
                <a:lnTo>
                  <a:pt x="53590" y="104506"/>
                </a:lnTo>
                <a:lnTo>
                  <a:pt x="53335" y="104434"/>
                </a:lnTo>
                <a:lnTo>
                  <a:pt x="53079" y="104364"/>
                </a:lnTo>
                <a:lnTo>
                  <a:pt x="52822" y="104297"/>
                </a:lnTo>
                <a:lnTo>
                  <a:pt x="52563" y="104231"/>
                </a:lnTo>
                <a:lnTo>
                  <a:pt x="52401" y="104191"/>
                </a:lnTo>
                <a:lnTo>
                  <a:pt x="52900" y="103740"/>
                </a:lnTo>
                <a:lnTo>
                  <a:pt x="53535" y="103161"/>
                </a:lnTo>
                <a:lnTo>
                  <a:pt x="54184" y="102564"/>
                </a:lnTo>
                <a:lnTo>
                  <a:pt x="54847" y="101948"/>
                </a:lnTo>
                <a:lnTo>
                  <a:pt x="55524" y="101314"/>
                </a:lnTo>
                <a:lnTo>
                  <a:pt x="56216" y="100663"/>
                </a:lnTo>
                <a:lnTo>
                  <a:pt x="56920" y="99993"/>
                </a:lnTo>
                <a:lnTo>
                  <a:pt x="57639" y="99305"/>
                </a:lnTo>
                <a:lnTo>
                  <a:pt x="58372" y="98599"/>
                </a:lnTo>
                <a:lnTo>
                  <a:pt x="59119" y="97874"/>
                </a:lnTo>
                <a:lnTo>
                  <a:pt x="59879" y="97132"/>
                </a:lnTo>
                <a:lnTo>
                  <a:pt x="60654" y="96372"/>
                </a:lnTo>
                <a:lnTo>
                  <a:pt x="61442" y="95594"/>
                </a:lnTo>
                <a:lnTo>
                  <a:pt x="62244" y="94798"/>
                </a:lnTo>
                <a:lnTo>
                  <a:pt x="63060" y="93984"/>
                </a:lnTo>
                <a:lnTo>
                  <a:pt x="63867" y="93181"/>
                </a:lnTo>
                <a:lnTo>
                  <a:pt x="64664" y="92395"/>
                </a:lnTo>
                <a:lnTo>
                  <a:pt x="65452" y="91625"/>
                </a:lnTo>
                <a:lnTo>
                  <a:pt x="66230" y="90873"/>
                </a:lnTo>
                <a:lnTo>
                  <a:pt x="66998" y="90137"/>
                </a:lnTo>
                <a:lnTo>
                  <a:pt x="67756" y="89418"/>
                </a:lnTo>
                <a:lnTo>
                  <a:pt x="68505" y="88716"/>
                </a:lnTo>
                <a:lnTo>
                  <a:pt x="69244" y="88031"/>
                </a:lnTo>
                <a:lnTo>
                  <a:pt x="69973" y="87363"/>
                </a:lnTo>
                <a:lnTo>
                  <a:pt x="70693" y="86711"/>
                </a:lnTo>
                <a:lnTo>
                  <a:pt x="71403" y="86077"/>
                </a:lnTo>
                <a:lnTo>
                  <a:pt x="72103" y="85459"/>
                </a:lnTo>
                <a:lnTo>
                  <a:pt x="72794" y="84857"/>
                </a:lnTo>
                <a:lnTo>
                  <a:pt x="73475" y="84273"/>
                </a:lnTo>
                <a:lnTo>
                  <a:pt x="74146" y="83705"/>
                </a:lnTo>
                <a:lnTo>
                  <a:pt x="74807" y="83153"/>
                </a:lnTo>
                <a:lnTo>
                  <a:pt x="75459" y="82618"/>
                </a:lnTo>
                <a:lnTo>
                  <a:pt x="76102" y="82100"/>
                </a:lnTo>
                <a:lnTo>
                  <a:pt x="76734" y="81598"/>
                </a:lnTo>
                <a:lnTo>
                  <a:pt x="77358" y="81113"/>
                </a:lnTo>
                <a:lnTo>
                  <a:pt x="77971" y="80644"/>
                </a:lnTo>
                <a:lnTo>
                  <a:pt x="78575" y="80191"/>
                </a:lnTo>
                <a:lnTo>
                  <a:pt x="79169" y="79755"/>
                </a:lnTo>
                <a:lnTo>
                  <a:pt x="79754" y="79335"/>
                </a:lnTo>
                <a:lnTo>
                  <a:pt x="80312" y="78946"/>
                </a:lnTo>
                <a:lnTo>
                  <a:pt x="80870" y="78573"/>
                </a:lnTo>
                <a:lnTo>
                  <a:pt x="81427" y="78214"/>
                </a:lnTo>
                <a:lnTo>
                  <a:pt x="81983" y="77871"/>
                </a:lnTo>
                <a:lnTo>
                  <a:pt x="82539" y="77542"/>
                </a:lnTo>
                <a:lnTo>
                  <a:pt x="83093" y="77229"/>
                </a:lnTo>
                <a:lnTo>
                  <a:pt x="83647" y="76930"/>
                </a:lnTo>
                <a:lnTo>
                  <a:pt x="84201" y="76646"/>
                </a:lnTo>
                <a:lnTo>
                  <a:pt x="84753" y="76377"/>
                </a:lnTo>
                <a:lnTo>
                  <a:pt x="85306" y="76122"/>
                </a:lnTo>
                <a:lnTo>
                  <a:pt x="85857" y="75882"/>
                </a:lnTo>
                <a:lnTo>
                  <a:pt x="86408" y="75656"/>
                </a:lnTo>
                <a:lnTo>
                  <a:pt x="86958" y="75445"/>
                </a:lnTo>
                <a:lnTo>
                  <a:pt x="87507" y="75248"/>
                </a:lnTo>
                <a:lnTo>
                  <a:pt x="87871" y="75127"/>
                </a:lnTo>
                <a:lnTo>
                  <a:pt x="87830" y="75161"/>
                </a:lnTo>
                <a:lnTo>
                  <a:pt x="87477" y="75459"/>
                </a:lnTo>
                <a:lnTo>
                  <a:pt x="87125" y="75765"/>
                </a:lnTo>
                <a:lnTo>
                  <a:pt x="86776" y="76079"/>
                </a:lnTo>
                <a:lnTo>
                  <a:pt x="86428" y="76402"/>
                </a:lnTo>
                <a:lnTo>
                  <a:pt x="86083" y="76732"/>
                </a:lnTo>
                <a:lnTo>
                  <a:pt x="85739" y="77071"/>
                </a:lnTo>
                <a:lnTo>
                  <a:pt x="85353" y="77471"/>
                </a:lnTo>
                <a:lnTo>
                  <a:pt x="84983" y="77879"/>
                </a:lnTo>
                <a:lnTo>
                  <a:pt x="84631" y="78297"/>
                </a:lnTo>
                <a:lnTo>
                  <a:pt x="84295" y="78724"/>
                </a:lnTo>
                <a:lnTo>
                  <a:pt x="83977" y="79159"/>
                </a:lnTo>
                <a:lnTo>
                  <a:pt x="83675" y="79603"/>
                </a:lnTo>
                <a:lnTo>
                  <a:pt x="83390" y="80055"/>
                </a:lnTo>
                <a:lnTo>
                  <a:pt x="83121" y="80515"/>
                </a:lnTo>
                <a:lnTo>
                  <a:pt x="82870" y="80984"/>
                </a:lnTo>
                <a:lnTo>
                  <a:pt x="82635" y="81461"/>
                </a:lnTo>
                <a:lnTo>
                  <a:pt x="82416" y="81946"/>
                </a:lnTo>
                <a:lnTo>
                  <a:pt x="82214" y="82439"/>
                </a:lnTo>
                <a:lnTo>
                  <a:pt x="82029" y="82940"/>
                </a:lnTo>
                <a:lnTo>
                  <a:pt x="81860" y="83448"/>
                </a:lnTo>
                <a:lnTo>
                  <a:pt x="81707" y="83964"/>
                </a:lnTo>
                <a:lnTo>
                  <a:pt x="81571" y="84487"/>
                </a:lnTo>
                <a:lnTo>
                  <a:pt x="81450" y="85017"/>
                </a:lnTo>
                <a:lnTo>
                  <a:pt x="81346" y="85555"/>
                </a:lnTo>
                <a:lnTo>
                  <a:pt x="81259" y="86100"/>
                </a:lnTo>
                <a:lnTo>
                  <a:pt x="81187" y="86651"/>
                </a:lnTo>
                <a:lnTo>
                  <a:pt x="81131" y="87210"/>
                </a:lnTo>
                <a:lnTo>
                  <a:pt x="81091" y="87775"/>
                </a:lnTo>
                <a:lnTo>
                  <a:pt x="81068" y="88347"/>
                </a:lnTo>
                <a:lnTo>
                  <a:pt x="81060" y="88925"/>
                </a:lnTo>
                <a:lnTo>
                  <a:pt x="81066" y="89372"/>
                </a:lnTo>
                <a:lnTo>
                  <a:pt x="81086" y="89815"/>
                </a:lnTo>
                <a:lnTo>
                  <a:pt x="81118" y="90252"/>
                </a:lnTo>
                <a:lnTo>
                  <a:pt x="81163" y="90685"/>
                </a:lnTo>
                <a:lnTo>
                  <a:pt x="81222" y="91112"/>
                </a:lnTo>
                <a:lnTo>
                  <a:pt x="81294" y="91535"/>
                </a:lnTo>
                <a:lnTo>
                  <a:pt x="81379" y="91951"/>
                </a:lnTo>
                <a:lnTo>
                  <a:pt x="81477" y="92362"/>
                </a:lnTo>
                <a:lnTo>
                  <a:pt x="81589" y="92767"/>
                </a:lnTo>
                <a:lnTo>
                  <a:pt x="81714" y="93167"/>
                </a:lnTo>
                <a:lnTo>
                  <a:pt x="81852" y="93560"/>
                </a:lnTo>
                <a:lnTo>
                  <a:pt x="82004" y="93947"/>
                </a:lnTo>
                <a:lnTo>
                  <a:pt x="82170" y="94328"/>
                </a:lnTo>
                <a:lnTo>
                  <a:pt x="82349" y="94703"/>
                </a:lnTo>
                <a:lnTo>
                  <a:pt x="82542" y="95071"/>
                </a:lnTo>
                <a:lnTo>
                  <a:pt x="82748" y="95432"/>
                </a:lnTo>
                <a:lnTo>
                  <a:pt x="82969" y="95786"/>
                </a:lnTo>
                <a:lnTo>
                  <a:pt x="83203" y="96133"/>
                </a:lnTo>
                <a:lnTo>
                  <a:pt x="83451" y="96474"/>
                </a:lnTo>
                <a:lnTo>
                  <a:pt x="83713" y="96807"/>
                </a:lnTo>
                <a:lnTo>
                  <a:pt x="83989" y="97132"/>
                </a:lnTo>
                <a:lnTo>
                  <a:pt x="84279" y="97450"/>
                </a:lnTo>
                <a:lnTo>
                  <a:pt x="84584" y="97760"/>
                </a:lnTo>
                <a:lnTo>
                  <a:pt x="84902" y="98063"/>
                </a:lnTo>
                <a:lnTo>
                  <a:pt x="85229" y="98352"/>
                </a:lnTo>
                <a:lnTo>
                  <a:pt x="85564" y="98628"/>
                </a:lnTo>
                <a:lnTo>
                  <a:pt x="85906" y="98890"/>
                </a:lnTo>
                <a:lnTo>
                  <a:pt x="86256" y="99139"/>
                </a:lnTo>
                <a:lnTo>
                  <a:pt x="86613" y="99374"/>
                </a:lnTo>
                <a:lnTo>
                  <a:pt x="86976" y="99596"/>
                </a:lnTo>
                <a:lnTo>
                  <a:pt x="87347" y="99805"/>
                </a:lnTo>
                <a:lnTo>
                  <a:pt x="87724" y="100002"/>
                </a:lnTo>
                <a:lnTo>
                  <a:pt x="88108" y="100185"/>
                </a:lnTo>
                <a:lnTo>
                  <a:pt x="88498" y="100355"/>
                </a:lnTo>
                <a:lnTo>
                  <a:pt x="88894" y="100513"/>
                </a:lnTo>
                <a:lnTo>
                  <a:pt x="89297" y="100658"/>
                </a:lnTo>
                <a:lnTo>
                  <a:pt x="89705" y="100791"/>
                </a:lnTo>
                <a:lnTo>
                  <a:pt x="90119" y="100912"/>
                </a:lnTo>
                <a:lnTo>
                  <a:pt x="90539" y="101021"/>
                </a:lnTo>
                <a:lnTo>
                  <a:pt x="90965" y="101118"/>
                </a:lnTo>
                <a:lnTo>
                  <a:pt x="91395" y="101203"/>
                </a:lnTo>
                <a:lnTo>
                  <a:pt x="91831" y="101276"/>
                </a:lnTo>
                <a:lnTo>
                  <a:pt x="92272" y="101337"/>
                </a:lnTo>
                <a:lnTo>
                  <a:pt x="92718" y="101387"/>
                </a:lnTo>
                <a:lnTo>
                  <a:pt x="93169" y="101426"/>
                </a:lnTo>
                <a:lnTo>
                  <a:pt x="93624" y="101454"/>
                </a:lnTo>
                <a:lnTo>
                  <a:pt x="94083" y="101470"/>
                </a:lnTo>
                <a:lnTo>
                  <a:pt x="94547" y="101475"/>
                </a:lnTo>
                <a:lnTo>
                  <a:pt x="94768" y="101474"/>
                </a:lnTo>
                <a:lnTo>
                  <a:pt x="94988" y="101469"/>
                </a:lnTo>
                <a:lnTo>
                  <a:pt x="95208" y="101462"/>
                </a:lnTo>
                <a:lnTo>
                  <a:pt x="95428" y="101451"/>
                </a:lnTo>
                <a:lnTo>
                  <a:pt x="95648" y="101437"/>
                </a:lnTo>
                <a:lnTo>
                  <a:pt x="95867" y="101420"/>
                </a:lnTo>
                <a:lnTo>
                  <a:pt x="96087" y="101401"/>
                </a:lnTo>
                <a:lnTo>
                  <a:pt x="96306" y="101378"/>
                </a:lnTo>
                <a:lnTo>
                  <a:pt x="96524" y="101352"/>
                </a:lnTo>
                <a:lnTo>
                  <a:pt x="96743" y="101323"/>
                </a:lnTo>
                <a:lnTo>
                  <a:pt x="96961" y="101291"/>
                </a:lnTo>
                <a:lnTo>
                  <a:pt x="97179" y="101256"/>
                </a:lnTo>
                <a:lnTo>
                  <a:pt x="97396" y="101219"/>
                </a:lnTo>
                <a:lnTo>
                  <a:pt x="97613" y="101178"/>
                </a:lnTo>
                <a:lnTo>
                  <a:pt x="97830" y="101134"/>
                </a:lnTo>
                <a:lnTo>
                  <a:pt x="98047" y="101088"/>
                </a:lnTo>
                <a:lnTo>
                  <a:pt x="98264" y="101038"/>
                </a:lnTo>
                <a:lnTo>
                  <a:pt x="98480" y="100985"/>
                </a:lnTo>
                <a:lnTo>
                  <a:pt x="98696" y="100930"/>
                </a:lnTo>
                <a:lnTo>
                  <a:pt x="98911" y="100872"/>
                </a:lnTo>
                <a:lnTo>
                  <a:pt x="99126" y="100810"/>
                </a:lnTo>
                <a:lnTo>
                  <a:pt x="99341" y="100746"/>
                </a:lnTo>
                <a:lnTo>
                  <a:pt x="99556" y="100679"/>
                </a:lnTo>
                <a:lnTo>
                  <a:pt x="99770" y="100609"/>
                </a:lnTo>
                <a:lnTo>
                  <a:pt x="99992" y="100533"/>
                </a:lnTo>
                <a:lnTo>
                  <a:pt x="100216" y="100453"/>
                </a:lnTo>
                <a:lnTo>
                  <a:pt x="100441" y="100368"/>
                </a:lnTo>
                <a:lnTo>
                  <a:pt x="100668" y="100278"/>
                </a:lnTo>
                <a:lnTo>
                  <a:pt x="100895" y="100185"/>
                </a:lnTo>
                <a:lnTo>
                  <a:pt x="101124" y="100087"/>
                </a:lnTo>
                <a:lnTo>
                  <a:pt x="101354" y="99985"/>
                </a:lnTo>
                <a:lnTo>
                  <a:pt x="101586" y="99879"/>
                </a:lnTo>
                <a:lnTo>
                  <a:pt x="101819" y="99768"/>
                </a:lnTo>
                <a:lnTo>
                  <a:pt x="102052" y="99654"/>
                </a:lnTo>
                <a:lnTo>
                  <a:pt x="102288" y="99536"/>
                </a:lnTo>
                <a:lnTo>
                  <a:pt x="102524" y="99414"/>
                </a:lnTo>
                <a:lnTo>
                  <a:pt x="102761" y="99288"/>
                </a:lnTo>
                <a:lnTo>
                  <a:pt x="103000" y="99158"/>
                </a:lnTo>
                <a:lnTo>
                  <a:pt x="103240" y="99024"/>
                </a:lnTo>
                <a:lnTo>
                  <a:pt x="103481" y="98887"/>
                </a:lnTo>
                <a:lnTo>
                  <a:pt x="103723" y="98746"/>
                </a:lnTo>
                <a:lnTo>
                  <a:pt x="103966" y="98602"/>
                </a:lnTo>
                <a:lnTo>
                  <a:pt x="104210" y="98454"/>
                </a:lnTo>
                <a:lnTo>
                  <a:pt x="104456" y="98302"/>
                </a:lnTo>
                <a:lnTo>
                  <a:pt x="104702" y="98147"/>
                </a:lnTo>
                <a:lnTo>
                  <a:pt x="104950" y="97988"/>
                </a:lnTo>
                <a:lnTo>
                  <a:pt x="105198" y="97827"/>
                </a:lnTo>
                <a:lnTo>
                  <a:pt x="105448" y="97661"/>
                </a:lnTo>
                <a:lnTo>
                  <a:pt x="105760" y="97446"/>
                </a:lnTo>
                <a:lnTo>
                  <a:pt x="106065" y="97223"/>
                </a:lnTo>
                <a:lnTo>
                  <a:pt x="106363" y="96991"/>
                </a:lnTo>
                <a:lnTo>
                  <a:pt x="106654" y="96750"/>
                </a:lnTo>
                <a:lnTo>
                  <a:pt x="106938" y="96501"/>
                </a:lnTo>
                <a:lnTo>
                  <a:pt x="107215" y="96244"/>
                </a:lnTo>
                <a:lnTo>
                  <a:pt x="107485" y="95979"/>
                </a:lnTo>
                <a:lnTo>
                  <a:pt x="107749" y="95706"/>
                </a:lnTo>
                <a:lnTo>
                  <a:pt x="108005" y="95426"/>
                </a:lnTo>
                <a:lnTo>
                  <a:pt x="108255" y="95137"/>
                </a:lnTo>
                <a:lnTo>
                  <a:pt x="108498" y="94842"/>
                </a:lnTo>
                <a:lnTo>
                  <a:pt x="108734" y="94539"/>
                </a:lnTo>
                <a:lnTo>
                  <a:pt x="108964" y="94228"/>
                </a:lnTo>
                <a:lnTo>
                  <a:pt x="109187" y="93910"/>
                </a:lnTo>
                <a:lnTo>
                  <a:pt x="109404" y="93586"/>
                </a:lnTo>
                <a:lnTo>
                  <a:pt x="109615" y="93254"/>
                </a:lnTo>
                <a:lnTo>
                  <a:pt x="109819" y="92916"/>
                </a:lnTo>
                <a:lnTo>
                  <a:pt x="110017" y="92571"/>
                </a:lnTo>
                <a:lnTo>
                  <a:pt x="110208" y="92220"/>
                </a:lnTo>
                <a:lnTo>
                  <a:pt x="110394" y="91862"/>
                </a:lnTo>
                <a:lnTo>
                  <a:pt x="110573" y="91498"/>
                </a:lnTo>
                <a:lnTo>
                  <a:pt x="110747" y="91128"/>
                </a:lnTo>
                <a:lnTo>
                  <a:pt x="110914" y="90752"/>
                </a:lnTo>
                <a:lnTo>
                  <a:pt x="111076" y="90370"/>
                </a:lnTo>
                <a:lnTo>
                  <a:pt x="111234" y="89973"/>
                </a:lnTo>
                <a:lnTo>
                  <a:pt x="111385" y="89570"/>
                </a:lnTo>
                <a:lnTo>
                  <a:pt x="111529" y="89162"/>
                </a:lnTo>
                <a:lnTo>
                  <a:pt x="111665" y="88747"/>
                </a:lnTo>
                <a:lnTo>
                  <a:pt x="111794" y="88327"/>
                </a:lnTo>
                <a:lnTo>
                  <a:pt x="111916" y="87902"/>
                </a:lnTo>
                <a:lnTo>
                  <a:pt x="112031" y="87470"/>
                </a:lnTo>
                <a:lnTo>
                  <a:pt x="112139" y="87033"/>
                </a:lnTo>
                <a:lnTo>
                  <a:pt x="112240" y="86591"/>
                </a:lnTo>
                <a:lnTo>
                  <a:pt x="112334" y="86143"/>
                </a:lnTo>
                <a:lnTo>
                  <a:pt x="112421" y="85689"/>
                </a:lnTo>
                <a:lnTo>
                  <a:pt x="112502" y="85230"/>
                </a:lnTo>
                <a:lnTo>
                  <a:pt x="112575" y="84766"/>
                </a:lnTo>
                <a:lnTo>
                  <a:pt x="112642" y="84297"/>
                </a:lnTo>
                <a:lnTo>
                  <a:pt x="112702" y="83822"/>
                </a:lnTo>
                <a:lnTo>
                  <a:pt x="112756" y="83342"/>
                </a:lnTo>
                <a:lnTo>
                  <a:pt x="112803" y="82857"/>
                </a:lnTo>
                <a:lnTo>
                  <a:pt x="112844" y="82366"/>
                </a:lnTo>
                <a:lnTo>
                  <a:pt x="112878" y="81871"/>
                </a:lnTo>
                <a:lnTo>
                  <a:pt x="112906" y="81370"/>
                </a:lnTo>
                <a:lnTo>
                  <a:pt x="112927" y="80865"/>
                </a:lnTo>
                <a:lnTo>
                  <a:pt x="112943" y="80355"/>
                </a:lnTo>
                <a:lnTo>
                  <a:pt x="112952" y="79839"/>
                </a:lnTo>
                <a:lnTo>
                  <a:pt x="112955" y="79319"/>
                </a:lnTo>
                <a:lnTo>
                  <a:pt x="112955" y="79274"/>
                </a:lnTo>
                <a:lnTo>
                  <a:pt x="112954" y="79229"/>
                </a:lnTo>
                <a:lnTo>
                  <a:pt x="112925" y="78491"/>
                </a:lnTo>
                <a:lnTo>
                  <a:pt x="112882" y="77763"/>
                </a:lnTo>
                <a:lnTo>
                  <a:pt x="112825" y="77045"/>
                </a:lnTo>
                <a:lnTo>
                  <a:pt x="112753" y="76337"/>
                </a:lnTo>
                <a:lnTo>
                  <a:pt x="112665" y="75639"/>
                </a:lnTo>
                <a:lnTo>
                  <a:pt x="112563" y="74951"/>
                </a:lnTo>
                <a:lnTo>
                  <a:pt x="112445" y="74274"/>
                </a:lnTo>
                <a:lnTo>
                  <a:pt x="112312" y="73607"/>
                </a:lnTo>
                <a:lnTo>
                  <a:pt x="112163" y="72951"/>
                </a:lnTo>
                <a:lnTo>
                  <a:pt x="111998" y="72307"/>
                </a:lnTo>
                <a:lnTo>
                  <a:pt x="111817" y="71673"/>
                </a:lnTo>
                <a:lnTo>
                  <a:pt x="111620" y="71051"/>
                </a:lnTo>
                <a:lnTo>
                  <a:pt x="111407" y="70441"/>
                </a:lnTo>
                <a:lnTo>
                  <a:pt x="111177" y="69843"/>
                </a:lnTo>
                <a:lnTo>
                  <a:pt x="110930" y="69256"/>
                </a:lnTo>
                <a:lnTo>
                  <a:pt x="110667" y="68682"/>
                </a:lnTo>
                <a:lnTo>
                  <a:pt x="110386" y="68120"/>
                </a:lnTo>
                <a:lnTo>
                  <a:pt x="110088" y="67570"/>
                </a:lnTo>
                <a:lnTo>
                  <a:pt x="109773" y="67034"/>
                </a:lnTo>
                <a:lnTo>
                  <a:pt x="109440" y="66510"/>
                </a:lnTo>
                <a:lnTo>
                  <a:pt x="109089" y="65999"/>
                </a:lnTo>
                <a:lnTo>
                  <a:pt x="108720" y="65502"/>
                </a:lnTo>
                <a:lnTo>
                  <a:pt x="108333" y="65018"/>
                </a:lnTo>
                <a:lnTo>
                  <a:pt x="107928" y="64548"/>
                </a:lnTo>
                <a:lnTo>
                  <a:pt x="107501" y="64089"/>
                </a:lnTo>
                <a:lnTo>
                  <a:pt x="107061" y="63650"/>
                </a:lnTo>
                <a:lnTo>
                  <a:pt x="106609" y="63231"/>
                </a:lnTo>
                <a:lnTo>
                  <a:pt x="106144" y="62834"/>
                </a:lnTo>
                <a:lnTo>
                  <a:pt x="105667" y="62457"/>
                </a:lnTo>
                <a:lnTo>
                  <a:pt x="105179" y="62100"/>
                </a:lnTo>
                <a:lnTo>
                  <a:pt x="104678" y="61764"/>
                </a:lnTo>
                <a:lnTo>
                  <a:pt x="104166" y="61448"/>
                </a:lnTo>
                <a:lnTo>
                  <a:pt x="103643" y="61151"/>
                </a:lnTo>
                <a:lnTo>
                  <a:pt x="103108" y="60875"/>
                </a:lnTo>
                <a:lnTo>
                  <a:pt x="102562" y="60619"/>
                </a:lnTo>
                <a:lnTo>
                  <a:pt x="102006" y="60382"/>
                </a:lnTo>
                <a:lnTo>
                  <a:pt x="101439" y="60165"/>
                </a:lnTo>
                <a:lnTo>
                  <a:pt x="100861" y="59968"/>
                </a:lnTo>
                <a:lnTo>
                  <a:pt x="100273" y="59789"/>
                </a:lnTo>
                <a:lnTo>
                  <a:pt x="99675" y="59630"/>
                </a:lnTo>
                <a:lnTo>
                  <a:pt x="99067" y="59491"/>
                </a:lnTo>
                <a:lnTo>
                  <a:pt x="98449" y="59370"/>
                </a:lnTo>
                <a:lnTo>
                  <a:pt x="97822" y="59268"/>
                </a:lnTo>
                <a:lnTo>
                  <a:pt x="97185" y="59185"/>
                </a:lnTo>
                <a:lnTo>
                  <a:pt x="96539" y="59120"/>
                </a:lnTo>
                <a:lnTo>
                  <a:pt x="95884" y="59074"/>
                </a:lnTo>
                <a:lnTo>
                  <a:pt x="95220" y="59047"/>
                </a:lnTo>
                <a:lnTo>
                  <a:pt x="94547" y="59038"/>
                </a:lnTo>
                <a:lnTo>
                  <a:pt x="93742" y="59050"/>
                </a:lnTo>
                <a:lnTo>
                  <a:pt x="92935" y="59088"/>
                </a:lnTo>
                <a:lnTo>
                  <a:pt x="92128" y="59150"/>
                </a:lnTo>
                <a:lnTo>
                  <a:pt x="91319" y="59237"/>
                </a:lnTo>
                <a:lnTo>
                  <a:pt x="90509" y="59349"/>
                </a:lnTo>
                <a:lnTo>
                  <a:pt x="89699" y="59485"/>
                </a:lnTo>
                <a:lnTo>
                  <a:pt x="88887" y="59645"/>
                </a:lnTo>
                <a:lnTo>
                  <a:pt x="88074" y="59829"/>
                </a:lnTo>
                <a:lnTo>
                  <a:pt x="87261" y="60037"/>
                </a:lnTo>
                <a:lnTo>
                  <a:pt x="86446" y="60269"/>
                </a:lnTo>
                <a:lnTo>
                  <a:pt x="85631" y="60524"/>
                </a:lnTo>
                <a:lnTo>
                  <a:pt x="84815" y="60802"/>
                </a:lnTo>
                <a:lnTo>
                  <a:pt x="83998" y="61104"/>
                </a:lnTo>
                <a:lnTo>
                  <a:pt x="83180" y="61429"/>
                </a:lnTo>
                <a:lnTo>
                  <a:pt x="82361" y="61777"/>
                </a:lnTo>
                <a:lnTo>
                  <a:pt x="81542" y="62147"/>
                </a:lnTo>
                <a:lnTo>
                  <a:pt x="80722" y="62540"/>
                </a:lnTo>
                <a:lnTo>
                  <a:pt x="79901" y="62955"/>
                </a:lnTo>
                <a:lnTo>
                  <a:pt x="79080" y="63393"/>
                </a:lnTo>
                <a:lnTo>
                  <a:pt x="78258" y="63852"/>
                </a:lnTo>
                <a:lnTo>
                  <a:pt x="77435" y="64334"/>
                </a:lnTo>
                <a:lnTo>
                  <a:pt x="76612" y="64837"/>
                </a:lnTo>
                <a:lnTo>
                  <a:pt x="75788" y="65361"/>
                </a:lnTo>
                <a:lnTo>
                  <a:pt x="74994" y="65887"/>
                </a:lnTo>
                <a:lnTo>
                  <a:pt x="74494" y="66214"/>
                </a:lnTo>
                <a:lnTo>
                  <a:pt x="73945" y="66586"/>
                </a:lnTo>
                <a:lnTo>
                  <a:pt x="73380" y="66982"/>
                </a:lnTo>
                <a:lnTo>
                  <a:pt x="72801" y="67402"/>
                </a:lnTo>
                <a:lnTo>
                  <a:pt x="72206" y="67845"/>
                </a:lnTo>
                <a:lnTo>
                  <a:pt x="71596" y="68311"/>
                </a:lnTo>
                <a:lnTo>
                  <a:pt x="70972" y="68800"/>
                </a:lnTo>
                <a:lnTo>
                  <a:pt x="70332" y="69313"/>
                </a:lnTo>
                <a:lnTo>
                  <a:pt x="69678" y="69849"/>
                </a:lnTo>
                <a:lnTo>
                  <a:pt x="69008" y="70407"/>
                </a:lnTo>
                <a:lnTo>
                  <a:pt x="68324" y="70988"/>
                </a:lnTo>
                <a:lnTo>
                  <a:pt x="67625" y="71593"/>
                </a:lnTo>
                <a:lnTo>
                  <a:pt x="66911" y="72219"/>
                </a:lnTo>
                <a:lnTo>
                  <a:pt x="66183" y="72869"/>
                </a:lnTo>
                <a:lnTo>
                  <a:pt x="65440" y="73541"/>
                </a:lnTo>
                <a:lnTo>
                  <a:pt x="64682" y="74235"/>
                </a:lnTo>
                <a:lnTo>
                  <a:pt x="63909" y="74951"/>
                </a:lnTo>
                <a:lnTo>
                  <a:pt x="63122" y="75690"/>
                </a:lnTo>
                <a:lnTo>
                  <a:pt x="62321" y="76451"/>
                </a:lnTo>
                <a:lnTo>
                  <a:pt x="61504" y="77234"/>
                </a:lnTo>
                <a:lnTo>
                  <a:pt x="60674" y="78039"/>
                </a:lnTo>
                <a:lnTo>
                  <a:pt x="59828" y="78866"/>
                </a:lnTo>
                <a:lnTo>
                  <a:pt x="58969" y="79715"/>
                </a:lnTo>
                <a:lnTo>
                  <a:pt x="58095" y="80585"/>
                </a:lnTo>
                <a:lnTo>
                  <a:pt x="57227" y="81450"/>
                </a:lnTo>
                <a:lnTo>
                  <a:pt x="56378" y="82292"/>
                </a:lnTo>
                <a:lnTo>
                  <a:pt x="55547" y="83111"/>
                </a:lnTo>
                <a:lnTo>
                  <a:pt x="54735" y="83906"/>
                </a:lnTo>
                <a:lnTo>
                  <a:pt x="53940" y="84679"/>
                </a:lnTo>
                <a:lnTo>
                  <a:pt x="53164" y="85428"/>
                </a:lnTo>
                <a:lnTo>
                  <a:pt x="52406" y="86155"/>
                </a:lnTo>
                <a:lnTo>
                  <a:pt x="51666" y="86859"/>
                </a:lnTo>
                <a:lnTo>
                  <a:pt x="50944" y="87540"/>
                </a:lnTo>
                <a:lnTo>
                  <a:pt x="50240" y="88198"/>
                </a:lnTo>
                <a:lnTo>
                  <a:pt x="49554" y="88834"/>
                </a:lnTo>
                <a:lnTo>
                  <a:pt x="48887" y="89447"/>
                </a:lnTo>
                <a:lnTo>
                  <a:pt x="48237" y="90037"/>
                </a:lnTo>
                <a:lnTo>
                  <a:pt x="47605" y="90604"/>
                </a:lnTo>
                <a:lnTo>
                  <a:pt x="46991" y="91149"/>
                </a:lnTo>
                <a:lnTo>
                  <a:pt x="46395" y="91672"/>
                </a:lnTo>
                <a:lnTo>
                  <a:pt x="45817" y="92172"/>
                </a:lnTo>
                <a:lnTo>
                  <a:pt x="45257" y="92650"/>
                </a:lnTo>
                <a:lnTo>
                  <a:pt x="44715" y="93105"/>
                </a:lnTo>
                <a:lnTo>
                  <a:pt x="44190" y="93539"/>
                </a:lnTo>
                <a:lnTo>
                  <a:pt x="43684" y="93950"/>
                </a:lnTo>
                <a:lnTo>
                  <a:pt x="43195" y="94338"/>
                </a:lnTo>
                <a:lnTo>
                  <a:pt x="42724" y="94705"/>
                </a:lnTo>
                <a:lnTo>
                  <a:pt x="42270" y="95049"/>
                </a:lnTo>
                <a:lnTo>
                  <a:pt x="42157" y="95135"/>
                </a:lnTo>
                <a:lnTo>
                  <a:pt x="42153" y="95138"/>
                </a:lnTo>
                <a:lnTo>
                  <a:pt x="42216" y="94873"/>
                </a:lnTo>
                <a:lnTo>
                  <a:pt x="42311" y="94476"/>
                </a:lnTo>
                <a:lnTo>
                  <a:pt x="42409" y="94070"/>
                </a:lnTo>
                <a:lnTo>
                  <a:pt x="42509" y="93654"/>
                </a:lnTo>
                <a:lnTo>
                  <a:pt x="42611" y="93228"/>
                </a:lnTo>
                <a:lnTo>
                  <a:pt x="42716" y="92792"/>
                </a:lnTo>
                <a:lnTo>
                  <a:pt x="42824" y="92347"/>
                </a:lnTo>
                <a:lnTo>
                  <a:pt x="42934" y="91891"/>
                </a:lnTo>
                <a:lnTo>
                  <a:pt x="43047" y="91426"/>
                </a:lnTo>
                <a:lnTo>
                  <a:pt x="43163" y="90951"/>
                </a:lnTo>
                <a:lnTo>
                  <a:pt x="43281" y="90466"/>
                </a:lnTo>
                <a:lnTo>
                  <a:pt x="43401" y="89971"/>
                </a:lnTo>
                <a:lnTo>
                  <a:pt x="43650" y="88953"/>
                </a:lnTo>
                <a:lnTo>
                  <a:pt x="43909" y="87895"/>
                </a:lnTo>
                <a:lnTo>
                  <a:pt x="44178" y="86799"/>
                </a:lnTo>
                <a:lnTo>
                  <a:pt x="44457" y="85664"/>
                </a:lnTo>
                <a:lnTo>
                  <a:pt x="44747" y="84490"/>
                </a:lnTo>
                <a:lnTo>
                  <a:pt x="45046" y="83278"/>
                </a:lnTo>
                <a:lnTo>
                  <a:pt x="45356" y="82026"/>
                </a:lnTo>
                <a:lnTo>
                  <a:pt x="45676" y="80735"/>
                </a:lnTo>
                <a:lnTo>
                  <a:pt x="46006" y="79406"/>
                </a:lnTo>
                <a:lnTo>
                  <a:pt x="46347" y="78038"/>
                </a:lnTo>
                <a:lnTo>
                  <a:pt x="46697" y="76630"/>
                </a:lnTo>
                <a:lnTo>
                  <a:pt x="47058" y="75184"/>
                </a:lnTo>
                <a:lnTo>
                  <a:pt x="47429" y="73699"/>
                </a:lnTo>
                <a:lnTo>
                  <a:pt x="47810" y="72175"/>
                </a:lnTo>
                <a:lnTo>
                  <a:pt x="48201" y="70612"/>
                </a:lnTo>
                <a:lnTo>
                  <a:pt x="48602" y="69011"/>
                </a:lnTo>
                <a:lnTo>
                  <a:pt x="49014" y="67370"/>
                </a:lnTo>
                <a:lnTo>
                  <a:pt x="49436" y="65691"/>
                </a:lnTo>
                <a:lnTo>
                  <a:pt x="49868" y="63972"/>
                </a:lnTo>
                <a:lnTo>
                  <a:pt x="50310" y="62215"/>
                </a:lnTo>
                <a:lnTo>
                  <a:pt x="50762" y="60418"/>
                </a:lnTo>
                <a:lnTo>
                  <a:pt x="51225" y="58583"/>
                </a:lnTo>
                <a:lnTo>
                  <a:pt x="51698" y="56709"/>
                </a:lnTo>
                <a:lnTo>
                  <a:pt x="52181" y="54796"/>
                </a:lnTo>
                <a:lnTo>
                  <a:pt x="52184" y="54782"/>
                </a:lnTo>
                <a:close/>
                <a:moveTo>
                  <a:pt x="49098" y="54018"/>
                </a:moveTo>
                <a:lnTo>
                  <a:pt x="52181" y="54796"/>
                </a:lnTo>
                <a:lnTo>
                  <a:pt x="49098" y="54018"/>
                </a:lnTo>
                <a:lnTo>
                  <a:pt x="49098" y="54018"/>
                </a:lnTo>
                <a:close/>
                <a:moveTo>
                  <a:pt x="28950" y="55423"/>
                </a:moveTo>
                <a:lnTo>
                  <a:pt x="28949" y="55423"/>
                </a:lnTo>
                <a:lnTo>
                  <a:pt x="25869" y="54637"/>
                </a:lnTo>
                <a:lnTo>
                  <a:pt x="28950" y="55423"/>
                </a:lnTo>
                <a:close/>
                <a:moveTo>
                  <a:pt x="44178" y="97593"/>
                </a:moveTo>
                <a:lnTo>
                  <a:pt x="44178" y="97593"/>
                </a:lnTo>
                <a:lnTo>
                  <a:pt x="42270" y="95049"/>
                </a:lnTo>
                <a:lnTo>
                  <a:pt x="44178" y="97593"/>
                </a:lnTo>
                <a:close/>
                <a:moveTo>
                  <a:pt x="24342" y="9479"/>
                </a:moveTo>
                <a:lnTo>
                  <a:pt x="24356" y="9440"/>
                </a:lnTo>
                <a:lnTo>
                  <a:pt x="24370" y="9401"/>
                </a:lnTo>
                <a:lnTo>
                  <a:pt x="24384" y="9364"/>
                </a:lnTo>
                <a:lnTo>
                  <a:pt x="24397" y="9328"/>
                </a:lnTo>
                <a:lnTo>
                  <a:pt x="24411" y="9292"/>
                </a:lnTo>
                <a:lnTo>
                  <a:pt x="24424" y="9258"/>
                </a:lnTo>
                <a:lnTo>
                  <a:pt x="24438" y="9225"/>
                </a:lnTo>
                <a:lnTo>
                  <a:pt x="24451" y="9192"/>
                </a:lnTo>
                <a:lnTo>
                  <a:pt x="24464" y="9161"/>
                </a:lnTo>
                <a:lnTo>
                  <a:pt x="24477" y="9131"/>
                </a:lnTo>
                <a:lnTo>
                  <a:pt x="24490" y="9101"/>
                </a:lnTo>
                <a:lnTo>
                  <a:pt x="24502" y="9073"/>
                </a:lnTo>
                <a:lnTo>
                  <a:pt x="24515" y="9045"/>
                </a:lnTo>
                <a:lnTo>
                  <a:pt x="24527" y="9018"/>
                </a:lnTo>
                <a:lnTo>
                  <a:pt x="24540" y="8993"/>
                </a:lnTo>
                <a:lnTo>
                  <a:pt x="24552" y="8968"/>
                </a:lnTo>
                <a:lnTo>
                  <a:pt x="24563" y="8944"/>
                </a:lnTo>
                <a:lnTo>
                  <a:pt x="24575" y="8921"/>
                </a:lnTo>
                <a:lnTo>
                  <a:pt x="24582" y="8908"/>
                </a:lnTo>
                <a:lnTo>
                  <a:pt x="24715" y="8900"/>
                </a:lnTo>
                <a:lnTo>
                  <a:pt x="24863" y="8890"/>
                </a:lnTo>
                <a:lnTo>
                  <a:pt x="25025" y="8880"/>
                </a:lnTo>
                <a:lnTo>
                  <a:pt x="25199" y="8868"/>
                </a:lnTo>
                <a:lnTo>
                  <a:pt x="25387" y="8856"/>
                </a:lnTo>
                <a:lnTo>
                  <a:pt x="25587" y="8842"/>
                </a:lnTo>
                <a:lnTo>
                  <a:pt x="25800" y="8828"/>
                </a:lnTo>
                <a:lnTo>
                  <a:pt x="26025" y="8813"/>
                </a:lnTo>
                <a:lnTo>
                  <a:pt x="26263" y="8796"/>
                </a:lnTo>
                <a:lnTo>
                  <a:pt x="26512" y="8779"/>
                </a:lnTo>
                <a:lnTo>
                  <a:pt x="26774" y="8761"/>
                </a:lnTo>
                <a:lnTo>
                  <a:pt x="27047" y="8742"/>
                </a:lnTo>
                <a:lnTo>
                  <a:pt x="27332" y="8723"/>
                </a:lnTo>
                <a:lnTo>
                  <a:pt x="27629" y="8702"/>
                </a:lnTo>
                <a:lnTo>
                  <a:pt x="27936" y="8681"/>
                </a:lnTo>
                <a:lnTo>
                  <a:pt x="28255" y="8659"/>
                </a:lnTo>
                <a:lnTo>
                  <a:pt x="28585" y="8636"/>
                </a:lnTo>
                <a:lnTo>
                  <a:pt x="28943" y="8611"/>
                </a:lnTo>
                <a:lnTo>
                  <a:pt x="29316" y="8585"/>
                </a:lnTo>
                <a:lnTo>
                  <a:pt x="29703" y="8558"/>
                </a:lnTo>
                <a:lnTo>
                  <a:pt x="30105" y="8530"/>
                </a:lnTo>
                <a:lnTo>
                  <a:pt x="30521" y="8501"/>
                </a:lnTo>
                <a:lnTo>
                  <a:pt x="30950" y="8471"/>
                </a:lnTo>
                <a:lnTo>
                  <a:pt x="31395" y="8440"/>
                </a:lnTo>
                <a:lnTo>
                  <a:pt x="31853" y="8408"/>
                </a:lnTo>
                <a:lnTo>
                  <a:pt x="32325" y="8375"/>
                </a:lnTo>
                <a:lnTo>
                  <a:pt x="32812" y="8341"/>
                </a:lnTo>
                <a:lnTo>
                  <a:pt x="33313" y="8306"/>
                </a:lnTo>
                <a:lnTo>
                  <a:pt x="33829" y="8269"/>
                </a:lnTo>
                <a:lnTo>
                  <a:pt x="34358" y="8232"/>
                </a:lnTo>
                <a:lnTo>
                  <a:pt x="34902" y="8194"/>
                </a:lnTo>
                <a:lnTo>
                  <a:pt x="35460" y="8155"/>
                </a:lnTo>
                <a:lnTo>
                  <a:pt x="36032" y="8115"/>
                </a:lnTo>
                <a:lnTo>
                  <a:pt x="36618" y="8074"/>
                </a:lnTo>
                <a:lnTo>
                  <a:pt x="37219" y="8031"/>
                </a:lnTo>
                <a:lnTo>
                  <a:pt x="37834" y="7988"/>
                </a:lnTo>
                <a:lnTo>
                  <a:pt x="38463" y="7944"/>
                </a:lnTo>
                <a:lnTo>
                  <a:pt x="39106" y="7899"/>
                </a:lnTo>
                <a:lnTo>
                  <a:pt x="39764" y="7853"/>
                </a:lnTo>
                <a:lnTo>
                  <a:pt x="40435" y="7805"/>
                </a:lnTo>
                <a:lnTo>
                  <a:pt x="41121" y="7757"/>
                </a:lnTo>
                <a:lnTo>
                  <a:pt x="41808" y="7708"/>
                </a:lnTo>
                <a:lnTo>
                  <a:pt x="42481" y="7661"/>
                </a:lnTo>
                <a:lnTo>
                  <a:pt x="43139" y="7614"/>
                </a:lnTo>
                <a:lnTo>
                  <a:pt x="43784" y="7568"/>
                </a:lnTo>
                <a:lnTo>
                  <a:pt x="44415" y="7523"/>
                </a:lnTo>
                <a:lnTo>
                  <a:pt x="45032" y="7478"/>
                </a:lnTo>
                <a:lnTo>
                  <a:pt x="45635" y="7435"/>
                </a:lnTo>
                <a:lnTo>
                  <a:pt x="46224" y="7392"/>
                </a:lnTo>
                <a:lnTo>
                  <a:pt x="46799" y="7350"/>
                </a:lnTo>
                <a:lnTo>
                  <a:pt x="47360" y="7309"/>
                </a:lnTo>
                <a:lnTo>
                  <a:pt x="47907" y="7268"/>
                </a:lnTo>
                <a:lnTo>
                  <a:pt x="48441" y="7229"/>
                </a:lnTo>
                <a:lnTo>
                  <a:pt x="48960" y="7190"/>
                </a:lnTo>
                <a:lnTo>
                  <a:pt x="49465" y="7152"/>
                </a:lnTo>
                <a:lnTo>
                  <a:pt x="49957" y="7115"/>
                </a:lnTo>
                <a:lnTo>
                  <a:pt x="50434" y="7079"/>
                </a:lnTo>
                <a:lnTo>
                  <a:pt x="50898" y="7043"/>
                </a:lnTo>
                <a:lnTo>
                  <a:pt x="51347" y="7008"/>
                </a:lnTo>
                <a:lnTo>
                  <a:pt x="51783" y="6974"/>
                </a:lnTo>
                <a:lnTo>
                  <a:pt x="52204" y="6941"/>
                </a:lnTo>
                <a:lnTo>
                  <a:pt x="52612" y="6909"/>
                </a:lnTo>
                <a:lnTo>
                  <a:pt x="53006" y="6878"/>
                </a:lnTo>
                <a:lnTo>
                  <a:pt x="53385" y="6847"/>
                </a:lnTo>
                <a:lnTo>
                  <a:pt x="53751" y="6817"/>
                </a:lnTo>
                <a:lnTo>
                  <a:pt x="53928" y="6802"/>
                </a:lnTo>
                <a:lnTo>
                  <a:pt x="54102" y="6788"/>
                </a:lnTo>
                <a:lnTo>
                  <a:pt x="54273" y="6774"/>
                </a:lnTo>
                <a:lnTo>
                  <a:pt x="54440" y="6760"/>
                </a:lnTo>
                <a:lnTo>
                  <a:pt x="54604" y="6746"/>
                </a:lnTo>
                <a:lnTo>
                  <a:pt x="54765" y="6732"/>
                </a:lnTo>
                <a:lnTo>
                  <a:pt x="54923" y="6719"/>
                </a:lnTo>
                <a:lnTo>
                  <a:pt x="55077" y="6705"/>
                </a:lnTo>
                <a:lnTo>
                  <a:pt x="55227" y="6692"/>
                </a:lnTo>
                <a:lnTo>
                  <a:pt x="55375" y="6679"/>
                </a:lnTo>
                <a:lnTo>
                  <a:pt x="55519" y="6666"/>
                </a:lnTo>
                <a:lnTo>
                  <a:pt x="55660" y="6654"/>
                </a:lnTo>
                <a:lnTo>
                  <a:pt x="55797" y="6642"/>
                </a:lnTo>
                <a:lnTo>
                  <a:pt x="55931" y="6629"/>
                </a:lnTo>
                <a:lnTo>
                  <a:pt x="56062" y="6617"/>
                </a:lnTo>
                <a:lnTo>
                  <a:pt x="56189" y="6606"/>
                </a:lnTo>
                <a:lnTo>
                  <a:pt x="56313" y="6594"/>
                </a:lnTo>
                <a:lnTo>
                  <a:pt x="56433" y="6582"/>
                </a:lnTo>
                <a:lnTo>
                  <a:pt x="56550" y="6571"/>
                </a:lnTo>
                <a:lnTo>
                  <a:pt x="56664" y="6560"/>
                </a:lnTo>
                <a:lnTo>
                  <a:pt x="56774" y="6549"/>
                </a:lnTo>
                <a:lnTo>
                  <a:pt x="56881" y="6539"/>
                </a:lnTo>
                <a:lnTo>
                  <a:pt x="56984" y="6528"/>
                </a:lnTo>
                <a:lnTo>
                  <a:pt x="57084" y="6518"/>
                </a:lnTo>
                <a:lnTo>
                  <a:pt x="57133" y="6513"/>
                </a:lnTo>
                <a:lnTo>
                  <a:pt x="57180" y="6508"/>
                </a:lnTo>
                <a:lnTo>
                  <a:pt x="57228" y="6503"/>
                </a:lnTo>
                <a:lnTo>
                  <a:pt x="57274" y="6498"/>
                </a:lnTo>
                <a:lnTo>
                  <a:pt x="57316" y="6493"/>
                </a:lnTo>
                <a:lnTo>
                  <a:pt x="57313" y="6504"/>
                </a:lnTo>
                <a:lnTo>
                  <a:pt x="57291" y="6606"/>
                </a:lnTo>
                <a:lnTo>
                  <a:pt x="57269" y="6710"/>
                </a:lnTo>
                <a:lnTo>
                  <a:pt x="57246" y="6817"/>
                </a:lnTo>
                <a:lnTo>
                  <a:pt x="57222" y="6927"/>
                </a:lnTo>
                <a:lnTo>
                  <a:pt x="57197" y="7039"/>
                </a:lnTo>
                <a:lnTo>
                  <a:pt x="57172" y="7154"/>
                </a:lnTo>
                <a:lnTo>
                  <a:pt x="57146" y="7272"/>
                </a:lnTo>
                <a:lnTo>
                  <a:pt x="57120" y="7392"/>
                </a:lnTo>
                <a:lnTo>
                  <a:pt x="57093" y="7515"/>
                </a:lnTo>
                <a:lnTo>
                  <a:pt x="57065" y="7641"/>
                </a:lnTo>
                <a:lnTo>
                  <a:pt x="57036" y="7769"/>
                </a:lnTo>
                <a:lnTo>
                  <a:pt x="57007" y="7900"/>
                </a:lnTo>
                <a:lnTo>
                  <a:pt x="56977" y="8033"/>
                </a:lnTo>
                <a:lnTo>
                  <a:pt x="56915" y="8308"/>
                </a:lnTo>
                <a:lnTo>
                  <a:pt x="56851" y="8592"/>
                </a:lnTo>
                <a:lnTo>
                  <a:pt x="56784" y="8886"/>
                </a:lnTo>
                <a:lnTo>
                  <a:pt x="56715" y="9190"/>
                </a:lnTo>
                <a:lnTo>
                  <a:pt x="56643" y="9505"/>
                </a:lnTo>
                <a:lnTo>
                  <a:pt x="56569" y="9829"/>
                </a:lnTo>
                <a:lnTo>
                  <a:pt x="56492" y="10163"/>
                </a:lnTo>
                <a:lnTo>
                  <a:pt x="56412" y="10507"/>
                </a:lnTo>
                <a:lnTo>
                  <a:pt x="56330" y="10861"/>
                </a:lnTo>
                <a:lnTo>
                  <a:pt x="56245" y="11225"/>
                </a:lnTo>
                <a:lnTo>
                  <a:pt x="56158" y="11599"/>
                </a:lnTo>
                <a:lnTo>
                  <a:pt x="56068" y="11984"/>
                </a:lnTo>
                <a:lnTo>
                  <a:pt x="55976" y="12378"/>
                </a:lnTo>
                <a:lnTo>
                  <a:pt x="55881" y="12782"/>
                </a:lnTo>
                <a:lnTo>
                  <a:pt x="55784" y="13196"/>
                </a:lnTo>
                <a:lnTo>
                  <a:pt x="55684" y="13620"/>
                </a:lnTo>
                <a:lnTo>
                  <a:pt x="55581" y="14054"/>
                </a:lnTo>
                <a:lnTo>
                  <a:pt x="55476" y="14499"/>
                </a:lnTo>
                <a:lnTo>
                  <a:pt x="55368" y="14953"/>
                </a:lnTo>
                <a:lnTo>
                  <a:pt x="55258" y="15417"/>
                </a:lnTo>
                <a:lnTo>
                  <a:pt x="55145" y="15892"/>
                </a:lnTo>
                <a:lnTo>
                  <a:pt x="55029" y="16376"/>
                </a:lnTo>
                <a:lnTo>
                  <a:pt x="54911" y="16870"/>
                </a:lnTo>
                <a:lnTo>
                  <a:pt x="54791" y="17375"/>
                </a:lnTo>
                <a:lnTo>
                  <a:pt x="54542" y="18413"/>
                </a:lnTo>
                <a:lnTo>
                  <a:pt x="54283" y="19491"/>
                </a:lnTo>
                <a:lnTo>
                  <a:pt x="54014" y="20609"/>
                </a:lnTo>
                <a:lnTo>
                  <a:pt x="53735" y="21767"/>
                </a:lnTo>
                <a:lnTo>
                  <a:pt x="53445" y="22964"/>
                </a:lnTo>
                <a:lnTo>
                  <a:pt x="53146" y="24200"/>
                </a:lnTo>
                <a:lnTo>
                  <a:pt x="52836" y="25477"/>
                </a:lnTo>
                <a:lnTo>
                  <a:pt x="52516" y="26793"/>
                </a:lnTo>
                <a:lnTo>
                  <a:pt x="52186" y="28149"/>
                </a:lnTo>
                <a:lnTo>
                  <a:pt x="51845" y="29545"/>
                </a:lnTo>
                <a:lnTo>
                  <a:pt x="51495" y="30980"/>
                </a:lnTo>
                <a:lnTo>
                  <a:pt x="51134" y="32455"/>
                </a:lnTo>
                <a:lnTo>
                  <a:pt x="50763" y="33970"/>
                </a:lnTo>
                <a:lnTo>
                  <a:pt x="50382" y="35524"/>
                </a:lnTo>
                <a:lnTo>
                  <a:pt x="49991" y="37119"/>
                </a:lnTo>
                <a:lnTo>
                  <a:pt x="49589" y="38752"/>
                </a:lnTo>
                <a:lnTo>
                  <a:pt x="49178" y="40426"/>
                </a:lnTo>
                <a:lnTo>
                  <a:pt x="48756" y="42139"/>
                </a:lnTo>
                <a:lnTo>
                  <a:pt x="48324" y="43892"/>
                </a:lnTo>
                <a:lnTo>
                  <a:pt x="47882" y="45685"/>
                </a:lnTo>
                <a:lnTo>
                  <a:pt x="47430" y="47518"/>
                </a:lnTo>
                <a:lnTo>
                  <a:pt x="46967" y="49390"/>
                </a:lnTo>
                <a:lnTo>
                  <a:pt x="46494" y="51302"/>
                </a:lnTo>
                <a:lnTo>
                  <a:pt x="46013" y="53247"/>
                </a:lnTo>
                <a:lnTo>
                  <a:pt x="45532" y="55153"/>
                </a:lnTo>
                <a:lnTo>
                  <a:pt x="45059" y="57028"/>
                </a:lnTo>
                <a:lnTo>
                  <a:pt x="44596" y="58864"/>
                </a:lnTo>
                <a:lnTo>
                  <a:pt x="44144" y="60661"/>
                </a:lnTo>
                <a:lnTo>
                  <a:pt x="43701" y="62420"/>
                </a:lnTo>
                <a:lnTo>
                  <a:pt x="43269" y="64140"/>
                </a:lnTo>
                <a:lnTo>
                  <a:pt x="42847" y="65821"/>
                </a:lnTo>
                <a:lnTo>
                  <a:pt x="42435" y="67463"/>
                </a:lnTo>
                <a:lnTo>
                  <a:pt x="42033" y="69066"/>
                </a:lnTo>
                <a:lnTo>
                  <a:pt x="41641" y="70631"/>
                </a:lnTo>
                <a:lnTo>
                  <a:pt x="41259" y="72157"/>
                </a:lnTo>
                <a:lnTo>
                  <a:pt x="40888" y="73644"/>
                </a:lnTo>
                <a:lnTo>
                  <a:pt x="40527" y="75093"/>
                </a:lnTo>
                <a:lnTo>
                  <a:pt x="40176" y="76502"/>
                </a:lnTo>
                <a:lnTo>
                  <a:pt x="39835" y="77873"/>
                </a:lnTo>
                <a:lnTo>
                  <a:pt x="39504" y="79205"/>
                </a:lnTo>
                <a:lnTo>
                  <a:pt x="39183" y="80498"/>
                </a:lnTo>
                <a:lnTo>
                  <a:pt x="38873" y="81753"/>
                </a:lnTo>
                <a:lnTo>
                  <a:pt x="38573" y="82968"/>
                </a:lnTo>
                <a:lnTo>
                  <a:pt x="38282" y="84145"/>
                </a:lnTo>
                <a:lnTo>
                  <a:pt x="38002" y="85283"/>
                </a:lnTo>
                <a:lnTo>
                  <a:pt x="37733" y="86382"/>
                </a:lnTo>
                <a:lnTo>
                  <a:pt x="37473" y="87443"/>
                </a:lnTo>
                <a:lnTo>
                  <a:pt x="37223" y="88464"/>
                </a:lnTo>
                <a:lnTo>
                  <a:pt x="37102" y="88960"/>
                </a:lnTo>
                <a:lnTo>
                  <a:pt x="36984" y="89447"/>
                </a:lnTo>
                <a:lnTo>
                  <a:pt x="36868" y="89924"/>
                </a:lnTo>
                <a:lnTo>
                  <a:pt x="36755" y="90391"/>
                </a:lnTo>
                <a:lnTo>
                  <a:pt x="36644" y="90849"/>
                </a:lnTo>
                <a:lnTo>
                  <a:pt x="36536" y="91297"/>
                </a:lnTo>
                <a:lnTo>
                  <a:pt x="36430" y="91735"/>
                </a:lnTo>
                <a:lnTo>
                  <a:pt x="36326" y="92164"/>
                </a:lnTo>
                <a:lnTo>
                  <a:pt x="36226" y="92584"/>
                </a:lnTo>
                <a:lnTo>
                  <a:pt x="36127" y="92993"/>
                </a:lnTo>
                <a:lnTo>
                  <a:pt x="36032" y="93394"/>
                </a:lnTo>
                <a:lnTo>
                  <a:pt x="35938" y="93784"/>
                </a:lnTo>
                <a:lnTo>
                  <a:pt x="35848" y="94165"/>
                </a:lnTo>
                <a:lnTo>
                  <a:pt x="35759" y="94536"/>
                </a:lnTo>
                <a:lnTo>
                  <a:pt x="35674" y="94898"/>
                </a:lnTo>
                <a:lnTo>
                  <a:pt x="35591" y="95250"/>
                </a:lnTo>
                <a:lnTo>
                  <a:pt x="35510" y="95593"/>
                </a:lnTo>
                <a:lnTo>
                  <a:pt x="35432" y="95925"/>
                </a:lnTo>
                <a:lnTo>
                  <a:pt x="35356" y="96249"/>
                </a:lnTo>
                <a:lnTo>
                  <a:pt x="35283" y="96562"/>
                </a:lnTo>
                <a:lnTo>
                  <a:pt x="35213" y="96866"/>
                </a:lnTo>
                <a:lnTo>
                  <a:pt x="35145" y="97160"/>
                </a:lnTo>
                <a:lnTo>
                  <a:pt x="35079" y="97445"/>
                </a:lnTo>
                <a:lnTo>
                  <a:pt x="35016" y="97720"/>
                </a:lnTo>
                <a:lnTo>
                  <a:pt x="34986" y="97854"/>
                </a:lnTo>
                <a:lnTo>
                  <a:pt x="34956" y="97985"/>
                </a:lnTo>
                <a:lnTo>
                  <a:pt x="34927" y="98114"/>
                </a:lnTo>
                <a:lnTo>
                  <a:pt x="34898" y="98241"/>
                </a:lnTo>
                <a:lnTo>
                  <a:pt x="34870" y="98366"/>
                </a:lnTo>
                <a:lnTo>
                  <a:pt x="34842" y="98488"/>
                </a:lnTo>
                <a:lnTo>
                  <a:pt x="34815" y="98609"/>
                </a:lnTo>
                <a:lnTo>
                  <a:pt x="34789" y="98727"/>
                </a:lnTo>
                <a:lnTo>
                  <a:pt x="34763" y="98842"/>
                </a:lnTo>
                <a:lnTo>
                  <a:pt x="34738" y="98956"/>
                </a:lnTo>
                <a:lnTo>
                  <a:pt x="34714" y="99067"/>
                </a:lnTo>
                <a:lnTo>
                  <a:pt x="34690" y="99176"/>
                </a:lnTo>
                <a:lnTo>
                  <a:pt x="34666" y="99283"/>
                </a:lnTo>
                <a:lnTo>
                  <a:pt x="34644" y="99387"/>
                </a:lnTo>
                <a:lnTo>
                  <a:pt x="34622" y="99489"/>
                </a:lnTo>
                <a:lnTo>
                  <a:pt x="34600" y="99589"/>
                </a:lnTo>
                <a:lnTo>
                  <a:pt x="34579" y="99686"/>
                </a:lnTo>
                <a:lnTo>
                  <a:pt x="34559" y="99782"/>
                </a:lnTo>
                <a:lnTo>
                  <a:pt x="34539" y="99875"/>
                </a:lnTo>
                <a:lnTo>
                  <a:pt x="34520" y="99965"/>
                </a:lnTo>
                <a:lnTo>
                  <a:pt x="34502" y="100053"/>
                </a:lnTo>
                <a:lnTo>
                  <a:pt x="34484" y="100139"/>
                </a:lnTo>
                <a:lnTo>
                  <a:pt x="34467" y="100223"/>
                </a:lnTo>
                <a:lnTo>
                  <a:pt x="34451" y="100304"/>
                </a:lnTo>
                <a:lnTo>
                  <a:pt x="34443" y="100344"/>
                </a:lnTo>
                <a:lnTo>
                  <a:pt x="34435" y="100383"/>
                </a:lnTo>
                <a:lnTo>
                  <a:pt x="34427" y="100422"/>
                </a:lnTo>
                <a:lnTo>
                  <a:pt x="34419" y="100461"/>
                </a:lnTo>
                <a:lnTo>
                  <a:pt x="34412" y="100499"/>
                </a:lnTo>
                <a:lnTo>
                  <a:pt x="34404" y="100537"/>
                </a:lnTo>
                <a:lnTo>
                  <a:pt x="34397" y="100574"/>
                </a:lnTo>
                <a:lnTo>
                  <a:pt x="34390" y="100611"/>
                </a:lnTo>
                <a:lnTo>
                  <a:pt x="34383" y="100648"/>
                </a:lnTo>
                <a:lnTo>
                  <a:pt x="34376" y="100684"/>
                </a:lnTo>
                <a:lnTo>
                  <a:pt x="34369" y="100720"/>
                </a:lnTo>
                <a:lnTo>
                  <a:pt x="34362" y="100755"/>
                </a:lnTo>
                <a:lnTo>
                  <a:pt x="34356" y="100790"/>
                </a:lnTo>
                <a:lnTo>
                  <a:pt x="34349" y="100825"/>
                </a:lnTo>
                <a:lnTo>
                  <a:pt x="34343" y="100859"/>
                </a:lnTo>
                <a:lnTo>
                  <a:pt x="34337" y="100893"/>
                </a:lnTo>
                <a:lnTo>
                  <a:pt x="34331" y="100926"/>
                </a:lnTo>
                <a:lnTo>
                  <a:pt x="34325" y="100959"/>
                </a:lnTo>
                <a:lnTo>
                  <a:pt x="34319" y="100992"/>
                </a:lnTo>
                <a:lnTo>
                  <a:pt x="34313" y="101024"/>
                </a:lnTo>
                <a:lnTo>
                  <a:pt x="34308" y="101055"/>
                </a:lnTo>
                <a:lnTo>
                  <a:pt x="34303" y="101086"/>
                </a:lnTo>
                <a:lnTo>
                  <a:pt x="34298" y="101117"/>
                </a:lnTo>
                <a:lnTo>
                  <a:pt x="34293" y="101147"/>
                </a:lnTo>
                <a:lnTo>
                  <a:pt x="34289" y="101168"/>
                </a:lnTo>
                <a:lnTo>
                  <a:pt x="34285" y="101191"/>
                </a:lnTo>
                <a:lnTo>
                  <a:pt x="34281" y="101216"/>
                </a:lnTo>
                <a:lnTo>
                  <a:pt x="34277" y="101243"/>
                </a:lnTo>
                <a:lnTo>
                  <a:pt x="34272" y="101272"/>
                </a:lnTo>
                <a:lnTo>
                  <a:pt x="34268" y="101302"/>
                </a:lnTo>
                <a:lnTo>
                  <a:pt x="34263" y="101335"/>
                </a:lnTo>
                <a:lnTo>
                  <a:pt x="34258" y="101369"/>
                </a:lnTo>
                <a:lnTo>
                  <a:pt x="34253" y="101404"/>
                </a:lnTo>
                <a:lnTo>
                  <a:pt x="34248" y="101441"/>
                </a:lnTo>
                <a:lnTo>
                  <a:pt x="34243" y="101479"/>
                </a:lnTo>
                <a:lnTo>
                  <a:pt x="34239" y="101518"/>
                </a:lnTo>
                <a:lnTo>
                  <a:pt x="34234" y="101558"/>
                </a:lnTo>
                <a:lnTo>
                  <a:pt x="34230" y="101599"/>
                </a:lnTo>
                <a:lnTo>
                  <a:pt x="34225" y="101641"/>
                </a:lnTo>
                <a:lnTo>
                  <a:pt x="34221" y="101684"/>
                </a:lnTo>
                <a:lnTo>
                  <a:pt x="34218" y="101728"/>
                </a:lnTo>
                <a:lnTo>
                  <a:pt x="34214" y="101772"/>
                </a:lnTo>
                <a:lnTo>
                  <a:pt x="34212" y="101817"/>
                </a:lnTo>
                <a:lnTo>
                  <a:pt x="34209" y="101862"/>
                </a:lnTo>
                <a:lnTo>
                  <a:pt x="34207" y="101907"/>
                </a:lnTo>
                <a:lnTo>
                  <a:pt x="34206" y="101953"/>
                </a:lnTo>
                <a:lnTo>
                  <a:pt x="34205" y="101998"/>
                </a:lnTo>
                <a:lnTo>
                  <a:pt x="34204" y="102044"/>
                </a:lnTo>
                <a:lnTo>
                  <a:pt x="34204" y="107311"/>
                </a:lnTo>
                <a:lnTo>
                  <a:pt x="38865" y="104858"/>
                </a:lnTo>
                <a:lnTo>
                  <a:pt x="39247" y="104655"/>
                </a:lnTo>
                <a:lnTo>
                  <a:pt x="39623" y="104452"/>
                </a:lnTo>
                <a:lnTo>
                  <a:pt x="39993" y="104250"/>
                </a:lnTo>
                <a:lnTo>
                  <a:pt x="40358" y="104047"/>
                </a:lnTo>
                <a:lnTo>
                  <a:pt x="40716" y="103844"/>
                </a:lnTo>
                <a:lnTo>
                  <a:pt x="41068" y="103641"/>
                </a:lnTo>
                <a:lnTo>
                  <a:pt x="41414" y="103438"/>
                </a:lnTo>
                <a:lnTo>
                  <a:pt x="41754" y="103234"/>
                </a:lnTo>
                <a:lnTo>
                  <a:pt x="42088" y="103031"/>
                </a:lnTo>
                <a:lnTo>
                  <a:pt x="42415" y="102827"/>
                </a:lnTo>
                <a:lnTo>
                  <a:pt x="42736" y="102624"/>
                </a:lnTo>
                <a:lnTo>
                  <a:pt x="43051" y="102420"/>
                </a:lnTo>
                <a:lnTo>
                  <a:pt x="43359" y="102216"/>
                </a:lnTo>
                <a:lnTo>
                  <a:pt x="43660" y="102011"/>
                </a:lnTo>
                <a:lnTo>
                  <a:pt x="43955" y="101807"/>
                </a:lnTo>
                <a:lnTo>
                  <a:pt x="44243" y="101602"/>
                </a:lnTo>
                <a:lnTo>
                  <a:pt x="44525" y="101397"/>
                </a:lnTo>
                <a:lnTo>
                  <a:pt x="44800" y="101192"/>
                </a:lnTo>
                <a:lnTo>
                  <a:pt x="45068" y="100987"/>
                </a:lnTo>
                <a:lnTo>
                  <a:pt x="45329" y="100781"/>
                </a:lnTo>
                <a:lnTo>
                  <a:pt x="45584" y="100575"/>
                </a:lnTo>
                <a:lnTo>
                  <a:pt x="45831" y="100369"/>
                </a:lnTo>
                <a:lnTo>
                  <a:pt x="46072" y="100163"/>
                </a:lnTo>
                <a:lnTo>
                  <a:pt x="46196" y="100053"/>
                </a:lnTo>
                <a:lnTo>
                  <a:pt x="46586" y="99756"/>
                </a:lnTo>
                <a:lnTo>
                  <a:pt x="47104" y="99354"/>
                </a:lnTo>
                <a:lnTo>
                  <a:pt x="47637" y="98930"/>
                </a:lnTo>
                <a:lnTo>
                  <a:pt x="48187" y="98485"/>
                </a:lnTo>
                <a:lnTo>
                  <a:pt x="48754" y="98017"/>
                </a:lnTo>
                <a:lnTo>
                  <a:pt x="49336" y="97528"/>
                </a:lnTo>
                <a:lnTo>
                  <a:pt x="49935" y="97018"/>
                </a:lnTo>
                <a:lnTo>
                  <a:pt x="50551" y="96486"/>
                </a:lnTo>
                <a:lnTo>
                  <a:pt x="51182" y="95932"/>
                </a:lnTo>
                <a:lnTo>
                  <a:pt x="51830" y="95357"/>
                </a:lnTo>
                <a:lnTo>
                  <a:pt x="52494" y="94760"/>
                </a:lnTo>
                <a:lnTo>
                  <a:pt x="53174" y="94143"/>
                </a:lnTo>
                <a:lnTo>
                  <a:pt x="53871" y="93504"/>
                </a:lnTo>
                <a:lnTo>
                  <a:pt x="54583" y="92843"/>
                </a:lnTo>
                <a:lnTo>
                  <a:pt x="55312" y="92162"/>
                </a:lnTo>
                <a:lnTo>
                  <a:pt x="56057" y="91459"/>
                </a:lnTo>
                <a:lnTo>
                  <a:pt x="56818" y="90735"/>
                </a:lnTo>
                <a:lnTo>
                  <a:pt x="57595" y="89990"/>
                </a:lnTo>
                <a:lnTo>
                  <a:pt x="58387" y="89225"/>
                </a:lnTo>
                <a:lnTo>
                  <a:pt x="59196" y="88438"/>
                </a:lnTo>
                <a:lnTo>
                  <a:pt x="60021" y="87630"/>
                </a:lnTo>
                <a:lnTo>
                  <a:pt x="60862" y="86801"/>
                </a:lnTo>
                <a:lnTo>
                  <a:pt x="61719" y="85952"/>
                </a:lnTo>
                <a:lnTo>
                  <a:pt x="62591" y="85082"/>
                </a:lnTo>
                <a:lnTo>
                  <a:pt x="63458" y="84219"/>
                </a:lnTo>
                <a:lnTo>
                  <a:pt x="64307" y="83381"/>
                </a:lnTo>
                <a:lnTo>
                  <a:pt x="65137" y="82569"/>
                </a:lnTo>
                <a:lnTo>
                  <a:pt x="65950" y="81782"/>
                </a:lnTo>
                <a:lnTo>
                  <a:pt x="66744" y="81020"/>
                </a:lnTo>
                <a:lnTo>
                  <a:pt x="67521" y="80284"/>
                </a:lnTo>
                <a:lnTo>
                  <a:pt x="68279" y="79572"/>
                </a:lnTo>
                <a:lnTo>
                  <a:pt x="69020" y="78885"/>
                </a:lnTo>
                <a:lnTo>
                  <a:pt x="69742" y="78224"/>
                </a:lnTo>
                <a:lnTo>
                  <a:pt x="70447" y="77587"/>
                </a:lnTo>
                <a:lnTo>
                  <a:pt x="71134" y="76974"/>
                </a:lnTo>
                <a:lnTo>
                  <a:pt x="71803" y="76387"/>
                </a:lnTo>
                <a:lnTo>
                  <a:pt x="72454" y="75824"/>
                </a:lnTo>
                <a:lnTo>
                  <a:pt x="73088" y="75285"/>
                </a:lnTo>
                <a:lnTo>
                  <a:pt x="73704" y="74770"/>
                </a:lnTo>
                <a:lnTo>
                  <a:pt x="74302" y="74280"/>
                </a:lnTo>
                <a:lnTo>
                  <a:pt x="74883" y="73814"/>
                </a:lnTo>
                <a:lnTo>
                  <a:pt x="75446" y="73372"/>
                </a:lnTo>
                <a:lnTo>
                  <a:pt x="75991" y="72954"/>
                </a:lnTo>
                <a:lnTo>
                  <a:pt x="76519" y="72560"/>
                </a:lnTo>
                <a:lnTo>
                  <a:pt x="77030" y="72190"/>
                </a:lnTo>
                <a:lnTo>
                  <a:pt x="77523" y="71843"/>
                </a:lnTo>
                <a:lnTo>
                  <a:pt x="77998" y="71520"/>
                </a:lnTo>
                <a:lnTo>
                  <a:pt x="78456" y="71221"/>
                </a:lnTo>
                <a:lnTo>
                  <a:pt x="78522" y="71179"/>
                </a:lnTo>
                <a:lnTo>
                  <a:pt x="78521" y="71178"/>
                </a:lnTo>
                <a:lnTo>
                  <a:pt x="79255" y="70692"/>
                </a:lnTo>
                <a:lnTo>
                  <a:pt x="79984" y="70228"/>
                </a:lnTo>
                <a:lnTo>
                  <a:pt x="80706" y="69787"/>
                </a:lnTo>
                <a:lnTo>
                  <a:pt x="81422" y="69368"/>
                </a:lnTo>
                <a:lnTo>
                  <a:pt x="82133" y="68971"/>
                </a:lnTo>
                <a:lnTo>
                  <a:pt x="82837" y="68595"/>
                </a:lnTo>
                <a:lnTo>
                  <a:pt x="83536" y="68242"/>
                </a:lnTo>
                <a:lnTo>
                  <a:pt x="84229" y="67910"/>
                </a:lnTo>
                <a:lnTo>
                  <a:pt x="84916" y="67600"/>
                </a:lnTo>
                <a:lnTo>
                  <a:pt x="85598" y="67310"/>
                </a:lnTo>
                <a:lnTo>
                  <a:pt x="86274" y="67042"/>
                </a:lnTo>
                <a:lnTo>
                  <a:pt x="86944" y="66795"/>
                </a:lnTo>
                <a:lnTo>
                  <a:pt x="87608" y="66568"/>
                </a:lnTo>
                <a:lnTo>
                  <a:pt x="88267" y="66362"/>
                </a:lnTo>
                <a:lnTo>
                  <a:pt x="88920" y="66176"/>
                </a:lnTo>
                <a:lnTo>
                  <a:pt x="89567" y="66011"/>
                </a:lnTo>
                <a:lnTo>
                  <a:pt x="90209" y="65866"/>
                </a:lnTo>
                <a:lnTo>
                  <a:pt x="90845" y="65740"/>
                </a:lnTo>
                <a:lnTo>
                  <a:pt x="91476" y="65635"/>
                </a:lnTo>
                <a:lnTo>
                  <a:pt x="92101" y="65549"/>
                </a:lnTo>
                <a:lnTo>
                  <a:pt x="92721" y="65482"/>
                </a:lnTo>
                <a:lnTo>
                  <a:pt x="93335" y="65435"/>
                </a:lnTo>
                <a:lnTo>
                  <a:pt x="93944" y="65406"/>
                </a:lnTo>
                <a:lnTo>
                  <a:pt x="94547" y="65397"/>
                </a:lnTo>
                <a:lnTo>
                  <a:pt x="95036" y="65403"/>
                </a:lnTo>
                <a:lnTo>
                  <a:pt x="95511" y="65422"/>
                </a:lnTo>
                <a:lnTo>
                  <a:pt x="95975" y="65453"/>
                </a:lnTo>
                <a:lnTo>
                  <a:pt x="96426" y="65497"/>
                </a:lnTo>
                <a:lnTo>
                  <a:pt x="96866" y="65553"/>
                </a:lnTo>
                <a:lnTo>
                  <a:pt x="97293" y="65621"/>
                </a:lnTo>
                <a:lnTo>
                  <a:pt x="97709" y="65701"/>
                </a:lnTo>
                <a:lnTo>
                  <a:pt x="98114" y="65793"/>
                </a:lnTo>
                <a:lnTo>
                  <a:pt x="98508" y="65897"/>
                </a:lnTo>
                <a:lnTo>
                  <a:pt x="98890" y="66012"/>
                </a:lnTo>
                <a:lnTo>
                  <a:pt x="99262" y="66139"/>
                </a:lnTo>
                <a:lnTo>
                  <a:pt x="99623" y="66278"/>
                </a:lnTo>
                <a:lnTo>
                  <a:pt x="99973" y="66428"/>
                </a:lnTo>
                <a:lnTo>
                  <a:pt x="100313" y="66588"/>
                </a:lnTo>
                <a:lnTo>
                  <a:pt x="100643" y="66761"/>
                </a:lnTo>
                <a:lnTo>
                  <a:pt x="100964" y="66943"/>
                </a:lnTo>
                <a:lnTo>
                  <a:pt x="101274" y="67137"/>
                </a:lnTo>
                <a:lnTo>
                  <a:pt x="101575" y="67342"/>
                </a:lnTo>
                <a:lnTo>
                  <a:pt x="101866" y="67557"/>
                </a:lnTo>
                <a:lnTo>
                  <a:pt x="102148" y="67783"/>
                </a:lnTo>
                <a:lnTo>
                  <a:pt x="102422" y="68019"/>
                </a:lnTo>
                <a:lnTo>
                  <a:pt x="102686" y="68265"/>
                </a:lnTo>
                <a:lnTo>
                  <a:pt x="102942" y="68522"/>
                </a:lnTo>
                <a:lnTo>
                  <a:pt x="103189" y="68789"/>
                </a:lnTo>
                <a:lnTo>
                  <a:pt x="103434" y="69073"/>
                </a:lnTo>
                <a:lnTo>
                  <a:pt x="103672" y="69371"/>
                </a:lnTo>
                <a:lnTo>
                  <a:pt x="103902" y="69680"/>
                </a:lnTo>
                <a:lnTo>
                  <a:pt x="104124" y="70003"/>
                </a:lnTo>
                <a:lnTo>
                  <a:pt x="104338" y="70338"/>
                </a:lnTo>
                <a:lnTo>
                  <a:pt x="104543" y="70686"/>
                </a:lnTo>
                <a:lnTo>
                  <a:pt x="104740" y="71048"/>
                </a:lnTo>
                <a:lnTo>
                  <a:pt x="104927" y="71423"/>
                </a:lnTo>
                <a:lnTo>
                  <a:pt x="105106" y="71812"/>
                </a:lnTo>
                <a:lnTo>
                  <a:pt x="105276" y="72215"/>
                </a:lnTo>
                <a:lnTo>
                  <a:pt x="105437" y="72631"/>
                </a:lnTo>
                <a:lnTo>
                  <a:pt x="105588" y="73062"/>
                </a:lnTo>
                <a:lnTo>
                  <a:pt x="105729" y="73508"/>
                </a:lnTo>
                <a:lnTo>
                  <a:pt x="105860" y="73968"/>
                </a:lnTo>
                <a:lnTo>
                  <a:pt x="105982" y="74442"/>
                </a:lnTo>
                <a:lnTo>
                  <a:pt x="106093" y="74932"/>
                </a:lnTo>
                <a:lnTo>
                  <a:pt x="106194" y="75437"/>
                </a:lnTo>
                <a:lnTo>
                  <a:pt x="106285" y="75957"/>
                </a:lnTo>
                <a:lnTo>
                  <a:pt x="106365" y="76492"/>
                </a:lnTo>
                <a:lnTo>
                  <a:pt x="106434" y="77044"/>
                </a:lnTo>
                <a:lnTo>
                  <a:pt x="106492" y="77611"/>
                </a:lnTo>
                <a:lnTo>
                  <a:pt x="106538" y="78194"/>
                </a:lnTo>
                <a:lnTo>
                  <a:pt x="106573" y="78794"/>
                </a:lnTo>
                <a:lnTo>
                  <a:pt x="106596" y="79369"/>
                </a:lnTo>
                <a:lnTo>
                  <a:pt x="106593" y="79769"/>
                </a:lnTo>
                <a:lnTo>
                  <a:pt x="106585" y="80210"/>
                </a:lnTo>
                <a:lnTo>
                  <a:pt x="106572" y="80644"/>
                </a:lnTo>
                <a:lnTo>
                  <a:pt x="106554" y="81069"/>
                </a:lnTo>
                <a:lnTo>
                  <a:pt x="106530" y="81486"/>
                </a:lnTo>
                <a:lnTo>
                  <a:pt x="106502" y="81895"/>
                </a:lnTo>
                <a:lnTo>
                  <a:pt x="106469" y="82296"/>
                </a:lnTo>
                <a:lnTo>
                  <a:pt x="106430" y="82690"/>
                </a:lnTo>
                <a:lnTo>
                  <a:pt x="106387" y="83075"/>
                </a:lnTo>
                <a:lnTo>
                  <a:pt x="106339" y="83453"/>
                </a:lnTo>
                <a:lnTo>
                  <a:pt x="106287" y="83823"/>
                </a:lnTo>
                <a:lnTo>
                  <a:pt x="106229" y="84185"/>
                </a:lnTo>
                <a:lnTo>
                  <a:pt x="106167" y="84540"/>
                </a:lnTo>
                <a:lnTo>
                  <a:pt x="106100" y="84887"/>
                </a:lnTo>
                <a:lnTo>
                  <a:pt x="106029" y="85226"/>
                </a:lnTo>
                <a:lnTo>
                  <a:pt x="105954" y="85558"/>
                </a:lnTo>
                <a:lnTo>
                  <a:pt x="105874" y="85882"/>
                </a:lnTo>
                <a:lnTo>
                  <a:pt x="105789" y="86199"/>
                </a:lnTo>
                <a:lnTo>
                  <a:pt x="105701" y="86509"/>
                </a:lnTo>
                <a:lnTo>
                  <a:pt x="105608" y="86811"/>
                </a:lnTo>
                <a:lnTo>
                  <a:pt x="105511" y="87106"/>
                </a:lnTo>
                <a:lnTo>
                  <a:pt x="105410" y="87394"/>
                </a:lnTo>
                <a:lnTo>
                  <a:pt x="105305" y="87675"/>
                </a:lnTo>
                <a:lnTo>
                  <a:pt x="105195" y="87948"/>
                </a:lnTo>
                <a:lnTo>
                  <a:pt x="105079" y="88223"/>
                </a:lnTo>
                <a:lnTo>
                  <a:pt x="104961" y="88488"/>
                </a:lnTo>
                <a:lnTo>
                  <a:pt x="104841" y="88745"/>
                </a:lnTo>
                <a:lnTo>
                  <a:pt x="104719" y="88994"/>
                </a:lnTo>
                <a:lnTo>
                  <a:pt x="104594" y="89234"/>
                </a:lnTo>
                <a:lnTo>
                  <a:pt x="104468" y="89466"/>
                </a:lnTo>
                <a:lnTo>
                  <a:pt x="104340" y="89690"/>
                </a:lnTo>
                <a:lnTo>
                  <a:pt x="104209" y="89905"/>
                </a:lnTo>
                <a:lnTo>
                  <a:pt x="104077" y="90113"/>
                </a:lnTo>
                <a:lnTo>
                  <a:pt x="103944" y="90313"/>
                </a:lnTo>
                <a:lnTo>
                  <a:pt x="103808" y="90506"/>
                </a:lnTo>
                <a:lnTo>
                  <a:pt x="103671" y="90691"/>
                </a:lnTo>
                <a:lnTo>
                  <a:pt x="103533" y="90868"/>
                </a:lnTo>
                <a:lnTo>
                  <a:pt x="103392" y="91039"/>
                </a:lnTo>
                <a:lnTo>
                  <a:pt x="103251" y="91202"/>
                </a:lnTo>
                <a:lnTo>
                  <a:pt x="103108" y="91358"/>
                </a:lnTo>
                <a:lnTo>
                  <a:pt x="102964" y="91507"/>
                </a:lnTo>
                <a:lnTo>
                  <a:pt x="102818" y="91650"/>
                </a:lnTo>
                <a:lnTo>
                  <a:pt x="102671" y="91786"/>
                </a:lnTo>
                <a:lnTo>
                  <a:pt x="102523" y="91915"/>
                </a:lnTo>
                <a:lnTo>
                  <a:pt x="102374" y="92038"/>
                </a:lnTo>
                <a:lnTo>
                  <a:pt x="102224" y="92155"/>
                </a:lnTo>
                <a:lnTo>
                  <a:pt x="102073" y="92266"/>
                </a:lnTo>
                <a:lnTo>
                  <a:pt x="101920" y="92370"/>
                </a:lnTo>
                <a:lnTo>
                  <a:pt x="101704" y="92514"/>
                </a:lnTo>
                <a:lnTo>
                  <a:pt x="101491" y="92652"/>
                </a:lnTo>
                <a:lnTo>
                  <a:pt x="101282" y="92786"/>
                </a:lnTo>
                <a:lnTo>
                  <a:pt x="101077" y="92914"/>
                </a:lnTo>
                <a:lnTo>
                  <a:pt x="100876" y="93038"/>
                </a:lnTo>
                <a:lnTo>
                  <a:pt x="100679" y="93158"/>
                </a:lnTo>
                <a:lnTo>
                  <a:pt x="100485" y="93273"/>
                </a:lnTo>
                <a:lnTo>
                  <a:pt x="100295" y="93383"/>
                </a:lnTo>
                <a:lnTo>
                  <a:pt x="100109" y="93489"/>
                </a:lnTo>
                <a:lnTo>
                  <a:pt x="99927" y="93591"/>
                </a:lnTo>
                <a:lnTo>
                  <a:pt x="99748" y="93688"/>
                </a:lnTo>
                <a:lnTo>
                  <a:pt x="99573" y="93781"/>
                </a:lnTo>
                <a:lnTo>
                  <a:pt x="99402" y="93869"/>
                </a:lnTo>
                <a:lnTo>
                  <a:pt x="99234" y="93954"/>
                </a:lnTo>
                <a:lnTo>
                  <a:pt x="99071" y="94034"/>
                </a:lnTo>
                <a:lnTo>
                  <a:pt x="98910" y="94110"/>
                </a:lnTo>
                <a:lnTo>
                  <a:pt x="98754" y="94182"/>
                </a:lnTo>
                <a:lnTo>
                  <a:pt x="98601" y="94250"/>
                </a:lnTo>
                <a:lnTo>
                  <a:pt x="98452" y="94314"/>
                </a:lnTo>
                <a:lnTo>
                  <a:pt x="98306" y="94374"/>
                </a:lnTo>
                <a:lnTo>
                  <a:pt x="98164" y="94430"/>
                </a:lnTo>
                <a:lnTo>
                  <a:pt x="98025" y="94483"/>
                </a:lnTo>
                <a:lnTo>
                  <a:pt x="97890" y="94532"/>
                </a:lnTo>
                <a:lnTo>
                  <a:pt x="97759" y="94577"/>
                </a:lnTo>
                <a:lnTo>
                  <a:pt x="97622" y="94621"/>
                </a:lnTo>
                <a:lnTo>
                  <a:pt x="97485" y="94664"/>
                </a:lnTo>
                <a:lnTo>
                  <a:pt x="97348" y="94705"/>
                </a:lnTo>
                <a:lnTo>
                  <a:pt x="97212" y="94744"/>
                </a:lnTo>
                <a:lnTo>
                  <a:pt x="97076" y="94781"/>
                </a:lnTo>
                <a:lnTo>
                  <a:pt x="96940" y="94815"/>
                </a:lnTo>
                <a:lnTo>
                  <a:pt x="96805" y="94848"/>
                </a:lnTo>
                <a:lnTo>
                  <a:pt x="96670" y="94879"/>
                </a:lnTo>
                <a:lnTo>
                  <a:pt x="96536" y="94908"/>
                </a:lnTo>
                <a:lnTo>
                  <a:pt x="96401" y="94935"/>
                </a:lnTo>
                <a:lnTo>
                  <a:pt x="96267" y="94961"/>
                </a:lnTo>
                <a:lnTo>
                  <a:pt x="96133" y="94984"/>
                </a:lnTo>
                <a:lnTo>
                  <a:pt x="96000" y="95005"/>
                </a:lnTo>
                <a:lnTo>
                  <a:pt x="95866" y="95025"/>
                </a:lnTo>
                <a:lnTo>
                  <a:pt x="95733" y="95042"/>
                </a:lnTo>
                <a:lnTo>
                  <a:pt x="95601" y="95058"/>
                </a:lnTo>
                <a:lnTo>
                  <a:pt x="95468" y="95072"/>
                </a:lnTo>
                <a:lnTo>
                  <a:pt x="95336" y="95083"/>
                </a:lnTo>
                <a:lnTo>
                  <a:pt x="95204" y="95094"/>
                </a:lnTo>
                <a:lnTo>
                  <a:pt x="95072" y="95102"/>
                </a:lnTo>
                <a:lnTo>
                  <a:pt x="94941" y="95108"/>
                </a:lnTo>
                <a:lnTo>
                  <a:pt x="94809" y="95113"/>
                </a:lnTo>
                <a:lnTo>
                  <a:pt x="94678" y="95115"/>
                </a:lnTo>
                <a:lnTo>
                  <a:pt x="94547" y="95116"/>
                </a:lnTo>
                <a:lnTo>
                  <a:pt x="94237" y="95113"/>
                </a:lnTo>
                <a:lnTo>
                  <a:pt x="93935" y="95102"/>
                </a:lnTo>
                <a:lnTo>
                  <a:pt x="93642" y="95085"/>
                </a:lnTo>
                <a:lnTo>
                  <a:pt x="93357" y="95061"/>
                </a:lnTo>
                <a:lnTo>
                  <a:pt x="93081" y="95031"/>
                </a:lnTo>
                <a:lnTo>
                  <a:pt x="92812" y="94994"/>
                </a:lnTo>
                <a:lnTo>
                  <a:pt x="92552" y="94951"/>
                </a:lnTo>
                <a:lnTo>
                  <a:pt x="92299" y="94901"/>
                </a:lnTo>
                <a:lnTo>
                  <a:pt x="92054" y="94846"/>
                </a:lnTo>
                <a:lnTo>
                  <a:pt x="91817" y="94785"/>
                </a:lnTo>
                <a:lnTo>
                  <a:pt x="91587" y="94717"/>
                </a:lnTo>
                <a:lnTo>
                  <a:pt x="91364" y="94645"/>
                </a:lnTo>
                <a:lnTo>
                  <a:pt x="91148" y="94566"/>
                </a:lnTo>
                <a:lnTo>
                  <a:pt x="90939" y="94483"/>
                </a:lnTo>
                <a:lnTo>
                  <a:pt x="90737" y="94394"/>
                </a:lnTo>
                <a:lnTo>
                  <a:pt x="90542" y="94299"/>
                </a:lnTo>
                <a:lnTo>
                  <a:pt x="90353" y="94200"/>
                </a:lnTo>
                <a:lnTo>
                  <a:pt x="90170" y="94096"/>
                </a:lnTo>
                <a:lnTo>
                  <a:pt x="89994" y="93987"/>
                </a:lnTo>
                <a:lnTo>
                  <a:pt x="89823" y="93873"/>
                </a:lnTo>
                <a:lnTo>
                  <a:pt x="89659" y="93755"/>
                </a:lnTo>
                <a:lnTo>
                  <a:pt x="89500" y="93633"/>
                </a:lnTo>
                <a:lnTo>
                  <a:pt x="89347" y="93506"/>
                </a:lnTo>
                <a:lnTo>
                  <a:pt x="89199" y="93375"/>
                </a:lnTo>
                <a:lnTo>
                  <a:pt x="89059" y="93242"/>
                </a:lnTo>
                <a:lnTo>
                  <a:pt x="88924" y="93106"/>
                </a:lnTo>
                <a:lnTo>
                  <a:pt x="88794" y="92966"/>
                </a:lnTo>
                <a:lnTo>
                  <a:pt x="88670" y="92822"/>
                </a:lnTo>
                <a:lnTo>
                  <a:pt x="88551" y="92674"/>
                </a:lnTo>
                <a:lnTo>
                  <a:pt x="88438" y="92522"/>
                </a:lnTo>
                <a:lnTo>
                  <a:pt x="88331" y="92366"/>
                </a:lnTo>
                <a:lnTo>
                  <a:pt x="88229" y="92205"/>
                </a:lnTo>
                <a:lnTo>
                  <a:pt x="88133" y="92040"/>
                </a:lnTo>
                <a:lnTo>
                  <a:pt x="88043" y="91870"/>
                </a:lnTo>
                <a:lnTo>
                  <a:pt x="87959" y="91696"/>
                </a:lnTo>
                <a:lnTo>
                  <a:pt x="87880" y="91516"/>
                </a:lnTo>
                <a:lnTo>
                  <a:pt x="87807" y="91331"/>
                </a:lnTo>
                <a:lnTo>
                  <a:pt x="87741" y="91141"/>
                </a:lnTo>
                <a:lnTo>
                  <a:pt x="87681" y="90946"/>
                </a:lnTo>
                <a:lnTo>
                  <a:pt x="87626" y="90745"/>
                </a:lnTo>
                <a:lnTo>
                  <a:pt x="87578" y="90539"/>
                </a:lnTo>
                <a:lnTo>
                  <a:pt x="87536" y="90327"/>
                </a:lnTo>
                <a:lnTo>
                  <a:pt x="87500" y="90109"/>
                </a:lnTo>
                <a:lnTo>
                  <a:pt x="87471" y="89885"/>
                </a:lnTo>
                <a:lnTo>
                  <a:pt x="87448" y="89654"/>
                </a:lnTo>
                <a:lnTo>
                  <a:pt x="87432" y="89418"/>
                </a:lnTo>
                <a:lnTo>
                  <a:pt x="87422" y="89175"/>
                </a:lnTo>
                <a:lnTo>
                  <a:pt x="87419" y="88925"/>
                </a:lnTo>
                <a:lnTo>
                  <a:pt x="87424" y="88534"/>
                </a:lnTo>
                <a:lnTo>
                  <a:pt x="87439" y="88152"/>
                </a:lnTo>
                <a:lnTo>
                  <a:pt x="87464" y="87777"/>
                </a:lnTo>
                <a:lnTo>
                  <a:pt x="87500" y="87411"/>
                </a:lnTo>
                <a:lnTo>
                  <a:pt x="87545" y="87052"/>
                </a:lnTo>
                <a:lnTo>
                  <a:pt x="87601" y="86701"/>
                </a:lnTo>
                <a:lnTo>
                  <a:pt x="87666" y="86358"/>
                </a:lnTo>
                <a:lnTo>
                  <a:pt x="87741" y="86022"/>
                </a:lnTo>
                <a:lnTo>
                  <a:pt x="87826" y="85693"/>
                </a:lnTo>
                <a:lnTo>
                  <a:pt x="87920" y="85372"/>
                </a:lnTo>
                <a:lnTo>
                  <a:pt x="88024" y="85058"/>
                </a:lnTo>
                <a:lnTo>
                  <a:pt x="88138" y="84751"/>
                </a:lnTo>
                <a:lnTo>
                  <a:pt x="88262" y="84451"/>
                </a:lnTo>
                <a:lnTo>
                  <a:pt x="88395" y="84157"/>
                </a:lnTo>
                <a:lnTo>
                  <a:pt x="88537" y="83870"/>
                </a:lnTo>
                <a:lnTo>
                  <a:pt x="88689" y="83590"/>
                </a:lnTo>
                <a:lnTo>
                  <a:pt x="88850" y="83316"/>
                </a:lnTo>
                <a:lnTo>
                  <a:pt x="89021" y="83048"/>
                </a:lnTo>
                <a:lnTo>
                  <a:pt x="89200" y="82787"/>
                </a:lnTo>
                <a:lnTo>
                  <a:pt x="89389" y="82531"/>
                </a:lnTo>
                <a:lnTo>
                  <a:pt x="89587" y="82282"/>
                </a:lnTo>
                <a:lnTo>
                  <a:pt x="89795" y="82038"/>
                </a:lnTo>
                <a:lnTo>
                  <a:pt x="90011" y="81800"/>
                </a:lnTo>
                <a:lnTo>
                  <a:pt x="90236" y="81568"/>
                </a:lnTo>
                <a:lnTo>
                  <a:pt x="90517" y="81291"/>
                </a:lnTo>
                <a:lnTo>
                  <a:pt x="90796" y="81023"/>
                </a:lnTo>
                <a:lnTo>
                  <a:pt x="91074" y="80766"/>
                </a:lnTo>
                <a:lnTo>
                  <a:pt x="91349" y="80518"/>
                </a:lnTo>
                <a:lnTo>
                  <a:pt x="91622" y="80280"/>
                </a:lnTo>
                <a:lnTo>
                  <a:pt x="91894" y="80052"/>
                </a:lnTo>
                <a:lnTo>
                  <a:pt x="92163" y="79833"/>
                </a:lnTo>
                <a:lnTo>
                  <a:pt x="92431" y="79623"/>
                </a:lnTo>
                <a:lnTo>
                  <a:pt x="92696" y="79422"/>
                </a:lnTo>
                <a:lnTo>
                  <a:pt x="92960" y="79230"/>
                </a:lnTo>
                <a:lnTo>
                  <a:pt x="93221" y="79047"/>
                </a:lnTo>
                <a:lnTo>
                  <a:pt x="93481" y="78874"/>
                </a:lnTo>
                <a:lnTo>
                  <a:pt x="93738" y="78708"/>
                </a:lnTo>
                <a:lnTo>
                  <a:pt x="93993" y="78552"/>
                </a:lnTo>
                <a:lnTo>
                  <a:pt x="94247" y="78404"/>
                </a:lnTo>
                <a:lnTo>
                  <a:pt x="94498" y="78264"/>
                </a:lnTo>
                <a:lnTo>
                  <a:pt x="94747" y="78132"/>
                </a:lnTo>
                <a:lnTo>
                  <a:pt x="94994" y="78009"/>
                </a:lnTo>
                <a:lnTo>
                  <a:pt x="95239" y="77894"/>
                </a:lnTo>
                <a:lnTo>
                  <a:pt x="95482" y="77786"/>
                </a:lnTo>
                <a:lnTo>
                  <a:pt x="95723" y="77687"/>
                </a:lnTo>
                <a:lnTo>
                  <a:pt x="95962" y="77595"/>
                </a:lnTo>
                <a:lnTo>
                  <a:pt x="96198" y="77511"/>
                </a:lnTo>
                <a:lnTo>
                  <a:pt x="96273" y="77487"/>
                </a:lnTo>
                <a:lnTo>
                  <a:pt x="99819" y="76822"/>
                </a:lnTo>
                <a:lnTo>
                  <a:pt x="105744" y="75711"/>
                </a:lnTo>
                <a:lnTo>
                  <a:pt x="101481" y="71448"/>
                </a:lnTo>
                <a:lnTo>
                  <a:pt x="101201" y="71175"/>
                </a:lnTo>
                <a:lnTo>
                  <a:pt x="100917" y="70908"/>
                </a:lnTo>
                <a:lnTo>
                  <a:pt x="100629" y="70650"/>
                </a:lnTo>
                <a:lnTo>
                  <a:pt x="100336" y="70400"/>
                </a:lnTo>
                <a:lnTo>
                  <a:pt x="100040" y="70159"/>
                </a:lnTo>
                <a:lnTo>
                  <a:pt x="99738" y="69927"/>
                </a:lnTo>
                <a:lnTo>
                  <a:pt x="99433" y="69704"/>
                </a:lnTo>
                <a:lnTo>
                  <a:pt x="99124" y="69491"/>
                </a:lnTo>
                <a:lnTo>
                  <a:pt x="98810" y="69288"/>
                </a:lnTo>
                <a:lnTo>
                  <a:pt x="98492" y="69096"/>
                </a:lnTo>
                <a:lnTo>
                  <a:pt x="98170" y="68915"/>
                </a:lnTo>
                <a:lnTo>
                  <a:pt x="97844" y="68744"/>
                </a:lnTo>
                <a:lnTo>
                  <a:pt x="97513" y="68586"/>
                </a:lnTo>
                <a:lnTo>
                  <a:pt x="97179" y="68439"/>
                </a:lnTo>
                <a:lnTo>
                  <a:pt x="96840" y="68305"/>
                </a:lnTo>
                <a:lnTo>
                  <a:pt x="96497" y="68183"/>
                </a:lnTo>
                <a:lnTo>
                  <a:pt x="96151" y="68074"/>
                </a:lnTo>
                <a:lnTo>
                  <a:pt x="95800" y="67978"/>
                </a:lnTo>
                <a:lnTo>
                  <a:pt x="95445" y="67897"/>
                </a:lnTo>
                <a:lnTo>
                  <a:pt x="95086" y="67829"/>
                </a:lnTo>
                <a:lnTo>
                  <a:pt x="94723" y="67776"/>
                </a:lnTo>
                <a:lnTo>
                  <a:pt x="94356" y="67737"/>
                </a:lnTo>
                <a:lnTo>
                  <a:pt x="93985" y="67714"/>
                </a:lnTo>
                <a:lnTo>
                  <a:pt x="93610" y="67706"/>
                </a:lnTo>
                <a:lnTo>
                  <a:pt x="92673" y="67706"/>
                </a:lnTo>
                <a:lnTo>
                  <a:pt x="92524" y="67706"/>
                </a:lnTo>
                <a:lnTo>
                  <a:pt x="92376" y="67720"/>
                </a:lnTo>
                <a:lnTo>
                  <a:pt x="91672" y="67795"/>
                </a:lnTo>
                <a:lnTo>
                  <a:pt x="90969" y="67887"/>
                </a:lnTo>
                <a:lnTo>
                  <a:pt x="90268" y="67996"/>
                </a:lnTo>
                <a:lnTo>
                  <a:pt x="89570" y="68123"/>
                </a:lnTo>
                <a:lnTo>
                  <a:pt x="88874" y="68267"/>
                </a:lnTo>
                <a:lnTo>
                  <a:pt x="88180" y="68427"/>
                </a:lnTo>
                <a:lnTo>
                  <a:pt x="87488" y="68605"/>
                </a:lnTo>
                <a:lnTo>
                  <a:pt x="86798" y="68800"/>
                </a:lnTo>
                <a:lnTo>
                  <a:pt x="86111" y="69011"/>
                </a:lnTo>
                <a:lnTo>
                  <a:pt x="85426" y="69239"/>
                </a:lnTo>
                <a:lnTo>
                  <a:pt x="84743" y="69484"/>
                </a:lnTo>
                <a:lnTo>
                  <a:pt x="84062" y="69746"/>
                </a:lnTo>
                <a:lnTo>
                  <a:pt x="83384" y="70024"/>
                </a:lnTo>
                <a:lnTo>
                  <a:pt x="82708" y="70318"/>
                </a:lnTo>
                <a:lnTo>
                  <a:pt x="82034" y="70629"/>
                </a:lnTo>
                <a:lnTo>
                  <a:pt x="81362" y="70956"/>
                </a:lnTo>
                <a:lnTo>
                  <a:pt x="80693" y="71299"/>
                </a:lnTo>
                <a:lnTo>
                  <a:pt x="80026" y="71658"/>
                </a:lnTo>
                <a:lnTo>
                  <a:pt x="79361" y="72034"/>
                </a:lnTo>
                <a:lnTo>
                  <a:pt x="78699" y="72425"/>
                </a:lnTo>
                <a:lnTo>
                  <a:pt x="78039" y="72833"/>
                </a:lnTo>
                <a:lnTo>
                  <a:pt x="77382" y="73256"/>
                </a:lnTo>
                <a:lnTo>
                  <a:pt x="76726" y="73695"/>
                </a:lnTo>
                <a:lnTo>
                  <a:pt x="76074" y="74149"/>
                </a:lnTo>
                <a:lnTo>
                  <a:pt x="75439" y="74605"/>
                </a:lnTo>
                <a:lnTo>
                  <a:pt x="74796" y="75077"/>
                </a:lnTo>
                <a:lnTo>
                  <a:pt x="74145" y="75565"/>
                </a:lnTo>
                <a:lnTo>
                  <a:pt x="73485" y="76069"/>
                </a:lnTo>
                <a:lnTo>
                  <a:pt x="72817" y="76589"/>
                </a:lnTo>
                <a:lnTo>
                  <a:pt x="72141" y="77125"/>
                </a:lnTo>
                <a:lnTo>
                  <a:pt x="71457" y="77677"/>
                </a:lnTo>
                <a:lnTo>
                  <a:pt x="70764" y="78245"/>
                </a:lnTo>
                <a:lnTo>
                  <a:pt x="70063" y="78829"/>
                </a:lnTo>
                <a:lnTo>
                  <a:pt x="69354" y="79429"/>
                </a:lnTo>
                <a:lnTo>
                  <a:pt x="68637" y="80045"/>
                </a:lnTo>
                <a:lnTo>
                  <a:pt x="67911" y="80677"/>
                </a:lnTo>
                <a:lnTo>
                  <a:pt x="67177" y="81325"/>
                </a:lnTo>
                <a:lnTo>
                  <a:pt x="66435" y="81988"/>
                </a:lnTo>
                <a:lnTo>
                  <a:pt x="65685" y="82668"/>
                </a:lnTo>
                <a:lnTo>
                  <a:pt x="64926" y="83363"/>
                </a:lnTo>
                <a:lnTo>
                  <a:pt x="64159" y="84073"/>
                </a:lnTo>
                <a:lnTo>
                  <a:pt x="63384" y="84800"/>
                </a:lnTo>
                <a:lnTo>
                  <a:pt x="62601" y="85542"/>
                </a:lnTo>
                <a:lnTo>
                  <a:pt x="61810" y="86300"/>
                </a:lnTo>
                <a:lnTo>
                  <a:pt x="61011" y="87074"/>
                </a:lnTo>
                <a:lnTo>
                  <a:pt x="60203" y="87863"/>
                </a:lnTo>
                <a:lnTo>
                  <a:pt x="59387" y="88668"/>
                </a:lnTo>
                <a:lnTo>
                  <a:pt x="58563" y="89488"/>
                </a:lnTo>
                <a:lnTo>
                  <a:pt x="57754" y="90295"/>
                </a:lnTo>
                <a:lnTo>
                  <a:pt x="56960" y="91083"/>
                </a:lnTo>
                <a:lnTo>
                  <a:pt x="56181" y="91851"/>
                </a:lnTo>
                <a:lnTo>
                  <a:pt x="55418" y="92600"/>
                </a:lnTo>
                <a:lnTo>
                  <a:pt x="54671" y="93330"/>
                </a:lnTo>
                <a:lnTo>
                  <a:pt x="53939" y="94040"/>
                </a:lnTo>
                <a:lnTo>
                  <a:pt x="53222" y="94730"/>
                </a:lnTo>
                <a:lnTo>
                  <a:pt x="52520" y="95402"/>
                </a:lnTo>
                <a:lnTo>
                  <a:pt x="51834" y="96053"/>
                </a:lnTo>
                <a:lnTo>
                  <a:pt x="51164" y="96686"/>
                </a:lnTo>
                <a:lnTo>
                  <a:pt x="50508" y="97299"/>
                </a:lnTo>
                <a:lnTo>
                  <a:pt x="49868" y="97894"/>
                </a:lnTo>
                <a:lnTo>
                  <a:pt x="49243" y="98469"/>
                </a:lnTo>
                <a:lnTo>
                  <a:pt x="48634" y="99024"/>
                </a:lnTo>
                <a:lnTo>
                  <a:pt x="48040" y="99561"/>
                </a:lnTo>
                <a:lnTo>
                  <a:pt x="47461" y="100078"/>
                </a:lnTo>
                <a:lnTo>
                  <a:pt x="46897" y="100577"/>
                </a:lnTo>
                <a:lnTo>
                  <a:pt x="46348" y="101056"/>
                </a:lnTo>
                <a:lnTo>
                  <a:pt x="45815" y="101517"/>
                </a:lnTo>
                <a:lnTo>
                  <a:pt x="45297" y="101958"/>
                </a:lnTo>
                <a:lnTo>
                  <a:pt x="44794" y="102380"/>
                </a:lnTo>
                <a:lnTo>
                  <a:pt x="44306" y="102784"/>
                </a:lnTo>
                <a:lnTo>
                  <a:pt x="43833" y="103168"/>
                </a:lnTo>
                <a:lnTo>
                  <a:pt x="43376" y="103534"/>
                </a:lnTo>
                <a:lnTo>
                  <a:pt x="39458" y="106636"/>
                </a:lnTo>
                <a:lnTo>
                  <a:pt x="43927" y="108871"/>
                </a:lnTo>
                <a:lnTo>
                  <a:pt x="43977" y="108895"/>
                </a:lnTo>
                <a:lnTo>
                  <a:pt x="44026" y="108918"/>
                </a:lnTo>
                <a:lnTo>
                  <a:pt x="44075" y="108941"/>
                </a:lnTo>
                <a:lnTo>
                  <a:pt x="44124" y="108962"/>
                </a:lnTo>
                <a:lnTo>
                  <a:pt x="44173" y="108983"/>
                </a:lnTo>
                <a:lnTo>
                  <a:pt x="44222" y="109003"/>
                </a:lnTo>
                <a:lnTo>
                  <a:pt x="44270" y="109022"/>
                </a:lnTo>
                <a:lnTo>
                  <a:pt x="44318" y="109040"/>
                </a:lnTo>
                <a:lnTo>
                  <a:pt x="44365" y="109058"/>
                </a:lnTo>
                <a:lnTo>
                  <a:pt x="44411" y="109074"/>
                </a:lnTo>
                <a:lnTo>
                  <a:pt x="44457" y="109090"/>
                </a:lnTo>
                <a:lnTo>
                  <a:pt x="44501" y="109106"/>
                </a:lnTo>
                <a:lnTo>
                  <a:pt x="44545" y="109120"/>
                </a:lnTo>
                <a:lnTo>
                  <a:pt x="44588" y="109134"/>
                </a:lnTo>
                <a:lnTo>
                  <a:pt x="44629" y="109147"/>
                </a:lnTo>
                <a:lnTo>
                  <a:pt x="44669" y="109159"/>
                </a:lnTo>
                <a:lnTo>
                  <a:pt x="44708" y="109171"/>
                </a:lnTo>
                <a:lnTo>
                  <a:pt x="44746" y="109182"/>
                </a:lnTo>
                <a:lnTo>
                  <a:pt x="44782" y="109192"/>
                </a:lnTo>
                <a:lnTo>
                  <a:pt x="44816" y="109201"/>
                </a:lnTo>
                <a:lnTo>
                  <a:pt x="44849" y="109210"/>
                </a:lnTo>
                <a:lnTo>
                  <a:pt x="44880" y="109219"/>
                </a:lnTo>
                <a:lnTo>
                  <a:pt x="44909" y="109226"/>
                </a:lnTo>
                <a:lnTo>
                  <a:pt x="44935" y="109234"/>
                </a:lnTo>
                <a:lnTo>
                  <a:pt x="44970" y="109242"/>
                </a:lnTo>
                <a:lnTo>
                  <a:pt x="45004" y="109251"/>
                </a:lnTo>
                <a:lnTo>
                  <a:pt x="45039" y="109260"/>
                </a:lnTo>
                <a:lnTo>
                  <a:pt x="45074" y="109269"/>
                </a:lnTo>
                <a:lnTo>
                  <a:pt x="45109" y="109278"/>
                </a:lnTo>
                <a:lnTo>
                  <a:pt x="45145" y="109286"/>
                </a:lnTo>
                <a:lnTo>
                  <a:pt x="45181" y="109295"/>
                </a:lnTo>
                <a:lnTo>
                  <a:pt x="45218" y="109304"/>
                </a:lnTo>
                <a:lnTo>
                  <a:pt x="45255" y="109312"/>
                </a:lnTo>
                <a:lnTo>
                  <a:pt x="45292" y="109321"/>
                </a:lnTo>
                <a:lnTo>
                  <a:pt x="45329" y="109329"/>
                </a:lnTo>
                <a:lnTo>
                  <a:pt x="45367" y="109338"/>
                </a:lnTo>
                <a:lnTo>
                  <a:pt x="45405" y="109346"/>
                </a:lnTo>
                <a:lnTo>
                  <a:pt x="45443" y="109355"/>
                </a:lnTo>
                <a:lnTo>
                  <a:pt x="45481" y="109363"/>
                </a:lnTo>
                <a:lnTo>
                  <a:pt x="45520" y="109372"/>
                </a:lnTo>
                <a:lnTo>
                  <a:pt x="45559" y="109380"/>
                </a:lnTo>
                <a:lnTo>
                  <a:pt x="45598" y="109388"/>
                </a:lnTo>
                <a:lnTo>
                  <a:pt x="45638" y="109397"/>
                </a:lnTo>
                <a:lnTo>
                  <a:pt x="45678" y="109405"/>
                </a:lnTo>
                <a:lnTo>
                  <a:pt x="45718" y="109413"/>
                </a:lnTo>
                <a:lnTo>
                  <a:pt x="45758" y="109421"/>
                </a:lnTo>
                <a:lnTo>
                  <a:pt x="45798" y="109429"/>
                </a:lnTo>
                <a:lnTo>
                  <a:pt x="45839" y="109438"/>
                </a:lnTo>
                <a:lnTo>
                  <a:pt x="45921" y="109454"/>
                </a:lnTo>
                <a:lnTo>
                  <a:pt x="46006" y="109471"/>
                </a:lnTo>
                <a:lnTo>
                  <a:pt x="46093" y="109487"/>
                </a:lnTo>
                <a:lnTo>
                  <a:pt x="46182" y="109504"/>
                </a:lnTo>
                <a:lnTo>
                  <a:pt x="46273" y="109521"/>
                </a:lnTo>
                <a:lnTo>
                  <a:pt x="46366" y="109538"/>
                </a:lnTo>
                <a:lnTo>
                  <a:pt x="46461" y="109556"/>
                </a:lnTo>
                <a:lnTo>
                  <a:pt x="46558" y="109573"/>
                </a:lnTo>
                <a:lnTo>
                  <a:pt x="46657" y="109591"/>
                </a:lnTo>
                <a:lnTo>
                  <a:pt x="46758" y="109608"/>
                </a:lnTo>
                <a:lnTo>
                  <a:pt x="46862" y="109626"/>
                </a:lnTo>
                <a:lnTo>
                  <a:pt x="46967" y="109644"/>
                </a:lnTo>
                <a:lnTo>
                  <a:pt x="47074" y="109663"/>
                </a:lnTo>
                <a:lnTo>
                  <a:pt x="47183" y="109681"/>
                </a:lnTo>
                <a:lnTo>
                  <a:pt x="47294" y="109699"/>
                </a:lnTo>
                <a:lnTo>
                  <a:pt x="47407" y="109718"/>
                </a:lnTo>
                <a:lnTo>
                  <a:pt x="47522" y="109737"/>
                </a:lnTo>
                <a:lnTo>
                  <a:pt x="47639" y="109756"/>
                </a:lnTo>
                <a:lnTo>
                  <a:pt x="47757" y="109775"/>
                </a:lnTo>
                <a:lnTo>
                  <a:pt x="47878" y="109794"/>
                </a:lnTo>
                <a:lnTo>
                  <a:pt x="48001" y="109813"/>
                </a:lnTo>
                <a:lnTo>
                  <a:pt x="48125" y="109833"/>
                </a:lnTo>
                <a:lnTo>
                  <a:pt x="48252" y="109853"/>
                </a:lnTo>
                <a:lnTo>
                  <a:pt x="48380" y="109872"/>
                </a:lnTo>
                <a:lnTo>
                  <a:pt x="48610" y="109909"/>
                </a:lnTo>
                <a:lnTo>
                  <a:pt x="48839" y="109946"/>
                </a:lnTo>
                <a:lnTo>
                  <a:pt x="49065" y="109985"/>
                </a:lnTo>
                <a:lnTo>
                  <a:pt x="49290" y="110026"/>
                </a:lnTo>
                <a:lnTo>
                  <a:pt x="49513" y="110068"/>
                </a:lnTo>
                <a:lnTo>
                  <a:pt x="49734" y="110111"/>
                </a:lnTo>
                <a:lnTo>
                  <a:pt x="49953" y="110156"/>
                </a:lnTo>
                <a:lnTo>
                  <a:pt x="50170" y="110202"/>
                </a:lnTo>
                <a:lnTo>
                  <a:pt x="50385" y="110249"/>
                </a:lnTo>
                <a:lnTo>
                  <a:pt x="50599" y="110298"/>
                </a:lnTo>
                <a:lnTo>
                  <a:pt x="50811" y="110348"/>
                </a:lnTo>
                <a:lnTo>
                  <a:pt x="51021" y="110400"/>
                </a:lnTo>
                <a:lnTo>
                  <a:pt x="51229" y="110453"/>
                </a:lnTo>
                <a:lnTo>
                  <a:pt x="51435" y="110507"/>
                </a:lnTo>
                <a:lnTo>
                  <a:pt x="51640" y="110563"/>
                </a:lnTo>
                <a:lnTo>
                  <a:pt x="51842" y="110620"/>
                </a:lnTo>
                <a:lnTo>
                  <a:pt x="52043" y="110678"/>
                </a:lnTo>
                <a:lnTo>
                  <a:pt x="52242" y="110738"/>
                </a:lnTo>
                <a:lnTo>
                  <a:pt x="52440" y="110799"/>
                </a:lnTo>
                <a:lnTo>
                  <a:pt x="52635" y="110861"/>
                </a:lnTo>
                <a:lnTo>
                  <a:pt x="52829" y="110925"/>
                </a:lnTo>
                <a:lnTo>
                  <a:pt x="53021" y="110990"/>
                </a:lnTo>
                <a:lnTo>
                  <a:pt x="53211" y="111056"/>
                </a:lnTo>
                <a:lnTo>
                  <a:pt x="53400" y="111124"/>
                </a:lnTo>
                <a:lnTo>
                  <a:pt x="53630" y="111207"/>
                </a:lnTo>
                <a:lnTo>
                  <a:pt x="53863" y="111290"/>
                </a:lnTo>
                <a:lnTo>
                  <a:pt x="54099" y="111372"/>
                </a:lnTo>
                <a:lnTo>
                  <a:pt x="54338" y="111455"/>
                </a:lnTo>
                <a:lnTo>
                  <a:pt x="54581" y="111537"/>
                </a:lnTo>
                <a:lnTo>
                  <a:pt x="54826" y="111620"/>
                </a:lnTo>
                <a:lnTo>
                  <a:pt x="55075" y="111702"/>
                </a:lnTo>
                <a:lnTo>
                  <a:pt x="55326" y="111784"/>
                </a:lnTo>
                <a:lnTo>
                  <a:pt x="55581" y="111866"/>
                </a:lnTo>
                <a:lnTo>
                  <a:pt x="55838" y="111948"/>
                </a:lnTo>
                <a:lnTo>
                  <a:pt x="56099" y="112030"/>
                </a:lnTo>
                <a:lnTo>
                  <a:pt x="56362" y="112111"/>
                </a:lnTo>
                <a:lnTo>
                  <a:pt x="56629" y="112193"/>
                </a:lnTo>
                <a:lnTo>
                  <a:pt x="56899" y="112274"/>
                </a:lnTo>
                <a:lnTo>
                  <a:pt x="57171" y="112356"/>
                </a:lnTo>
                <a:lnTo>
                  <a:pt x="57447" y="112437"/>
                </a:lnTo>
                <a:lnTo>
                  <a:pt x="57725" y="112518"/>
                </a:lnTo>
                <a:lnTo>
                  <a:pt x="58007" y="112599"/>
                </a:lnTo>
                <a:lnTo>
                  <a:pt x="58291" y="112680"/>
                </a:lnTo>
                <a:lnTo>
                  <a:pt x="58579" y="112760"/>
                </a:lnTo>
                <a:lnTo>
                  <a:pt x="58869" y="112841"/>
                </a:lnTo>
                <a:lnTo>
                  <a:pt x="59162" y="112921"/>
                </a:lnTo>
                <a:lnTo>
                  <a:pt x="59459" y="113002"/>
                </a:lnTo>
                <a:lnTo>
                  <a:pt x="59758" y="113082"/>
                </a:lnTo>
                <a:lnTo>
                  <a:pt x="59994" y="113147"/>
                </a:lnTo>
                <a:lnTo>
                  <a:pt x="60227" y="113216"/>
                </a:lnTo>
                <a:lnTo>
                  <a:pt x="60459" y="113289"/>
                </a:lnTo>
                <a:lnTo>
                  <a:pt x="60688" y="113365"/>
                </a:lnTo>
                <a:lnTo>
                  <a:pt x="60916" y="113446"/>
                </a:lnTo>
                <a:lnTo>
                  <a:pt x="61141" y="113531"/>
                </a:lnTo>
                <a:lnTo>
                  <a:pt x="61365" y="113619"/>
                </a:lnTo>
                <a:lnTo>
                  <a:pt x="61586" y="113712"/>
                </a:lnTo>
                <a:lnTo>
                  <a:pt x="61806" y="113808"/>
                </a:lnTo>
                <a:lnTo>
                  <a:pt x="62023" y="113908"/>
                </a:lnTo>
                <a:lnTo>
                  <a:pt x="62239" y="114013"/>
                </a:lnTo>
                <a:lnTo>
                  <a:pt x="62452" y="114121"/>
                </a:lnTo>
                <a:lnTo>
                  <a:pt x="62664" y="114233"/>
                </a:lnTo>
                <a:lnTo>
                  <a:pt x="62873" y="114349"/>
                </a:lnTo>
                <a:lnTo>
                  <a:pt x="63081" y="114469"/>
                </a:lnTo>
                <a:lnTo>
                  <a:pt x="63287" y="114594"/>
                </a:lnTo>
                <a:lnTo>
                  <a:pt x="63491" y="114722"/>
                </a:lnTo>
                <a:lnTo>
                  <a:pt x="63693" y="114854"/>
                </a:lnTo>
                <a:lnTo>
                  <a:pt x="63894" y="114990"/>
                </a:lnTo>
                <a:lnTo>
                  <a:pt x="64092" y="115131"/>
                </a:lnTo>
                <a:lnTo>
                  <a:pt x="64289" y="115275"/>
                </a:lnTo>
                <a:lnTo>
                  <a:pt x="64483" y="115423"/>
                </a:lnTo>
                <a:lnTo>
                  <a:pt x="64676" y="115576"/>
                </a:lnTo>
                <a:lnTo>
                  <a:pt x="64867" y="115732"/>
                </a:lnTo>
                <a:lnTo>
                  <a:pt x="65102" y="115928"/>
                </a:lnTo>
                <a:lnTo>
                  <a:pt x="65336" y="116122"/>
                </a:lnTo>
                <a:lnTo>
                  <a:pt x="65568" y="116315"/>
                </a:lnTo>
                <a:lnTo>
                  <a:pt x="65798" y="116506"/>
                </a:lnTo>
                <a:lnTo>
                  <a:pt x="66027" y="116695"/>
                </a:lnTo>
                <a:lnTo>
                  <a:pt x="66254" y="116883"/>
                </a:lnTo>
                <a:lnTo>
                  <a:pt x="66480" y="117069"/>
                </a:lnTo>
                <a:lnTo>
                  <a:pt x="66704" y="117254"/>
                </a:lnTo>
                <a:lnTo>
                  <a:pt x="66926" y="117437"/>
                </a:lnTo>
                <a:lnTo>
                  <a:pt x="67147" y="117618"/>
                </a:lnTo>
                <a:lnTo>
                  <a:pt x="67366" y="117798"/>
                </a:lnTo>
                <a:lnTo>
                  <a:pt x="67584" y="117976"/>
                </a:lnTo>
                <a:lnTo>
                  <a:pt x="67800" y="118153"/>
                </a:lnTo>
                <a:lnTo>
                  <a:pt x="68014" y="118328"/>
                </a:lnTo>
                <a:lnTo>
                  <a:pt x="68227" y="118501"/>
                </a:lnTo>
                <a:lnTo>
                  <a:pt x="68438" y="118673"/>
                </a:lnTo>
                <a:lnTo>
                  <a:pt x="68648" y="118843"/>
                </a:lnTo>
                <a:lnTo>
                  <a:pt x="68856" y="119012"/>
                </a:lnTo>
                <a:lnTo>
                  <a:pt x="69062" y="119178"/>
                </a:lnTo>
                <a:lnTo>
                  <a:pt x="69267" y="119344"/>
                </a:lnTo>
                <a:lnTo>
                  <a:pt x="69470" y="119508"/>
                </a:lnTo>
                <a:lnTo>
                  <a:pt x="69672" y="119670"/>
                </a:lnTo>
                <a:lnTo>
                  <a:pt x="69872" y="119830"/>
                </a:lnTo>
                <a:lnTo>
                  <a:pt x="70071" y="119989"/>
                </a:lnTo>
                <a:lnTo>
                  <a:pt x="70191" y="120089"/>
                </a:lnTo>
                <a:lnTo>
                  <a:pt x="70312" y="120195"/>
                </a:lnTo>
                <a:lnTo>
                  <a:pt x="70434" y="120310"/>
                </a:lnTo>
                <a:lnTo>
                  <a:pt x="70557" y="120432"/>
                </a:lnTo>
                <a:lnTo>
                  <a:pt x="70681" y="120562"/>
                </a:lnTo>
                <a:lnTo>
                  <a:pt x="70805" y="120700"/>
                </a:lnTo>
                <a:lnTo>
                  <a:pt x="70931" y="120846"/>
                </a:lnTo>
                <a:lnTo>
                  <a:pt x="71056" y="121001"/>
                </a:lnTo>
                <a:lnTo>
                  <a:pt x="71182" y="121164"/>
                </a:lnTo>
                <a:lnTo>
                  <a:pt x="71309" y="121336"/>
                </a:lnTo>
                <a:lnTo>
                  <a:pt x="71436" y="121517"/>
                </a:lnTo>
                <a:lnTo>
                  <a:pt x="71563" y="121706"/>
                </a:lnTo>
                <a:lnTo>
                  <a:pt x="71690" y="121905"/>
                </a:lnTo>
                <a:lnTo>
                  <a:pt x="71817" y="122114"/>
                </a:lnTo>
                <a:lnTo>
                  <a:pt x="71944" y="122332"/>
                </a:lnTo>
                <a:lnTo>
                  <a:pt x="72072" y="122560"/>
                </a:lnTo>
                <a:lnTo>
                  <a:pt x="72199" y="122797"/>
                </a:lnTo>
                <a:lnTo>
                  <a:pt x="72325" y="123045"/>
                </a:lnTo>
                <a:lnTo>
                  <a:pt x="72452" y="123302"/>
                </a:lnTo>
                <a:lnTo>
                  <a:pt x="72578" y="123571"/>
                </a:lnTo>
                <a:lnTo>
                  <a:pt x="72703" y="123849"/>
                </a:lnTo>
                <a:lnTo>
                  <a:pt x="72828" y="124139"/>
                </a:lnTo>
                <a:lnTo>
                  <a:pt x="72953" y="124439"/>
                </a:lnTo>
                <a:lnTo>
                  <a:pt x="73076" y="124750"/>
                </a:lnTo>
                <a:lnTo>
                  <a:pt x="73194" y="125060"/>
                </a:lnTo>
                <a:lnTo>
                  <a:pt x="73306" y="125366"/>
                </a:lnTo>
                <a:lnTo>
                  <a:pt x="73411" y="125668"/>
                </a:lnTo>
                <a:lnTo>
                  <a:pt x="73510" y="125966"/>
                </a:lnTo>
                <a:lnTo>
                  <a:pt x="73603" y="126260"/>
                </a:lnTo>
                <a:lnTo>
                  <a:pt x="73689" y="126550"/>
                </a:lnTo>
                <a:lnTo>
                  <a:pt x="73770" y="126836"/>
                </a:lnTo>
                <a:lnTo>
                  <a:pt x="73844" y="127118"/>
                </a:lnTo>
                <a:lnTo>
                  <a:pt x="73912" y="127396"/>
                </a:lnTo>
                <a:lnTo>
                  <a:pt x="73975" y="127671"/>
                </a:lnTo>
                <a:lnTo>
                  <a:pt x="74032" y="127941"/>
                </a:lnTo>
                <a:lnTo>
                  <a:pt x="74083" y="128208"/>
                </a:lnTo>
                <a:lnTo>
                  <a:pt x="74128" y="128471"/>
                </a:lnTo>
                <a:lnTo>
                  <a:pt x="74168" y="128730"/>
                </a:lnTo>
                <a:lnTo>
                  <a:pt x="74202" y="128985"/>
                </a:lnTo>
                <a:lnTo>
                  <a:pt x="74231" y="129237"/>
                </a:lnTo>
                <a:lnTo>
                  <a:pt x="74254" y="129484"/>
                </a:lnTo>
                <a:lnTo>
                  <a:pt x="74272" y="129729"/>
                </a:lnTo>
                <a:lnTo>
                  <a:pt x="74285" y="129969"/>
                </a:lnTo>
                <a:lnTo>
                  <a:pt x="74292" y="130206"/>
                </a:lnTo>
                <a:lnTo>
                  <a:pt x="74295" y="130439"/>
                </a:lnTo>
                <a:lnTo>
                  <a:pt x="74292" y="130669"/>
                </a:lnTo>
                <a:lnTo>
                  <a:pt x="74285" y="130895"/>
                </a:lnTo>
                <a:lnTo>
                  <a:pt x="74273" y="131117"/>
                </a:lnTo>
                <a:lnTo>
                  <a:pt x="74266" y="131223"/>
                </a:lnTo>
                <a:lnTo>
                  <a:pt x="74266" y="131329"/>
                </a:lnTo>
                <a:lnTo>
                  <a:pt x="74264" y="131628"/>
                </a:lnTo>
                <a:lnTo>
                  <a:pt x="74258" y="131933"/>
                </a:lnTo>
                <a:lnTo>
                  <a:pt x="74249" y="132244"/>
                </a:lnTo>
                <a:lnTo>
                  <a:pt x="74236" y="132562"/>
                </a:lnTo>
                <a:lnTo>
                  <a:pt x="74220" y="132886"/>
                </a:lnTo>
                <a:lnTo>
                  <a:pt x="74199" y="133217"/>
                </a:lnTo>
                <a:lnTo>
                  <a:pt x="74175" y="133554"/>
                </a:lnTo>
                <a:lnTo>
                  <a:pt x="74147" y="133898"/>
                </a:lnTo>
                <a:lnTo>
                  <a:pt x="74115" y="134248"/>
                </a:lnTo>
                <a:lnTo>
                  <a:pt x="74079" y="134604"/>
                </a:lnTo>
                <a:lnTo>
                  <a:pt x="74040" y="134967"/>
                </a:lnTo>
                <a:lnTo>
                  <a:pt x="73996" y="135337"/>
                </a:lnTo>
                <a:lnTo>
                  <a:pt x="73949" y="135713"/>
                </a:lnTo>
                <a:lnTo>
                  <a:pt x="73897" y="136095"/>
                </a:lnTo>
                <a:lnTo>
                  <a:pt x="73842" y="136484"/>
                </a:lnTo>
                <a:lnTo>
                  <a:pt x="73783" y="136880"/>
                </a:lnTo>
                <a:lnTo>
                  <a:pt x="73719" y="137283"/>
                </a:lnTo>
                <a:lnTo>
                  <a:pt x="73652" y="137692"/>
                </a:lnTo>
                <a:lnTo>
                  <a:pt x="73580" y="138107"/>
                </a:lnTo>
                <a:lnTo>
                  <a:pt x="73505" y="138529"/>
                </a:lnTo>
                <a:lnTo>
                  <a:pt x="73425" y="138958"/>
                </a:lnTo>
                <a:lnTo>
                  <a:pt x="73341" y="139394"/>
                </a:lnTo>
                <a:lnTo>
                  <a:pt x="73253" y="139837"/>
                </a:lnTo>
                <a:lnTo>
                  <a:pt x="73161" y="140286"/>
                </a:lnTo>
                <a:lnTo>
                  <a:pt x="73063" y="140761"/>
                </a:lnTo>
                <a:lnTo>
                  <a:pt x="72968" y="141231"/>
                </a:lnTo>
                <a:lnTo>
                  <a:pt x="72876" y="141696"/>
                </a:lnTo>
                <a:lnTo>
                  <a:pt x="72787" y="142154"/>
                </a:lnTo>
                <a:lnTo>
                  <a:pt x="72702" y="142607"/>
                </a:lnTo>
                <a:lnTo>
                  <a:pt x="72619" y="143054"/>
                </a:lnTo>
                <a:lnTo>
                  <a:pt x="72540" y="143496"/>
                </a:lnTo>
                <a:lnTo>
                  <a:pt x="72464" y="143932"/>
                </a:lnTo>
                <a:lnTo>
                  <a:pt x="72391" y="144362"/>
                </a:lnTo>
                <a:lnTo>
                  <a:pt x="72322" y="144786"/>
                </a:lnTo>
                <a:lnTo>
                  <a:pt x="72255" y="145204"/>
                </a:lnTo>
                <a:lnTo>
                  <a:pt x="72192" y="145617"/>
                </a:lnTo>
                <a:lnTo>
                  <a:pt x="72133" y="146023"/>
                </a:lnTo>
                <a:lnTo>
                  <a:pt x="72076" y="146424"/>
                </a:lnTo>
                <a:lnTo>
                  <a:pt x="72023" y="146819"/>
                </a:lnTo>
                <a:lnTo>
                  <a:pt x="71973" y="147208"/>
                </a:lnTo>
                <a:lnTo>
                  <a:pt x="71926" y="147591"/>
                </a:lnTo>
                <a:lnTo>
                  <a:pt x="71883" y="147969"/>
                </a:lnTo>
                <a:lnTo>
                  <a:pt x="71843" y="148340"/>
                </a:lnTo>
                <a:lnTo>
                  <a:pt x="71807" y="148705"/>
                </a:lnTo>
                <a:lnTo>
                  <a:pt x="71774" y="149065"/>
                </a:lnTo>
                <a:lnTo>
                  <a:pt x="71744" y="149418"/>
                </a:lnTo>
                <a:lnTo>
                  <a:pt x="71718" y="149765"/>
                </a:lnTo>
                <a:lnTo>
                  <a:pt x="71695" y="150107"/>
                </a:lnTo>
                <a:lnTo>
                  <a:pt x="71689" y="150206"/>
                </a:lnTo>
                <a:lnTo>
                  <a:pt x="71689" y="150305"/>
                </a:lnTo>
                <a:lnTo>
                  <a:pt x="71692" y="150726"/>
                </a:lnTo>
                <a:lnTo>
                  <a:pt x="71700" y="151144"/>
                </a:lnTo>
                <a:lnTo>
                  <a:pt x="71715" y="151559"/>
                </a:lnTo>
                <a:lnTo>
                  <a:pt x="71737" y="151970"/>
                </a:lnTo>
                <a:lnTo>
                  <a:pt x="71765" y="152377"/>
                </a:lnTo>
                <a:lnTo>
                  <a:pt x="71800" y="152780"/>
                </a:lnTo>
                <a:lnTo>
                  <a:pt x="71841" y="153179"/>
                </a:lnTo>
                <a:lnTo>
                  <a:pt x="71890" y="153574"/>
                </a:lnTo>
                <a:lnTo>
                  <a:pt x="71946" y="153963"/>
                </a:lnTo>
                <a:lnTo>
                  <a:pt x="72010" y="154348"/>
                </a:lnTo>
                <a:lnTo>
                  <a:pt x="72082" y="154728"/>
                </a:lnTo>
                <a:lnTo>
                  <a:pt x="72162" y="155103"/>
                </a:lnTo>
                <a:lnTo>
                  <a:pt x="72249" y="155472"/>
                </a:lnTo>
                <a:lnTo>
                  <a:pt x="72346" y="155836"/>
                </a:lnTo>
                <a:lnTo>
                  <a:pt x="72450" y="156193"/>
                </a:lnTo>
                <a:lnTo>
                  <a:pt x="72564" y="156545"/>
                </a:lnTo>
                <a:lnTo>
                  <a:pt x="72687" y="156890"/>
                </a:lnTo>
                <a:lnTo>
                  <a:pt x="72818" y="157229"/>
                </a:lnTo>
                <a:lnTo>
                  <a:pt x="72960" y="157561"/>
                </a:lnTo>
                <a:lnTo>
                  <a:pt x="73111" y="157886"/>
                </a:lnTo>
                <a:lnTo>
                  <a:pt x="73271" y="158204"/>
                </a:lnTo>
                <a:lnTo>
                  <a:pt x="73442" y="158514"/>
                </a:lnTo>
                <a:lnTo>
                  <a:pt x="73623" y="158817"/>
                </a:lnTo>
                <a:lnTo>
                  <a:pt x="73814" y="159112"/>
                </a:lnTo>
                <a:lnTo>
                  <a:pt x="74034" y="159424"/>
                </a:lnTo>
                <a:lnTo>
                  <a:pt x="74264" y="159722"/>
                </a:lnTo>
                <a:lnTo>
                  <a:pt x="74502" y="160006"/>
                </a:lnTo>
                <a:lnTo>
                  <a:pt x="74750" y="160276"/>
                </a:lnTo>
                <a:lnTo>
                  <a:pt x="75006" y="160532"/>
                </a:lnTo>
                <a:lnTo>
                  <a:pt x="75270" y="160774"/>
                </a:lnTo>
                <a:lnTo>
                  <a:pt x="75542" y="161003"/>
                </a:lnTo>
                <a:lnTo>
                  <a:pt x="75823" y="161218"/>
                </a:lnTo>
                <a:lnTo>
                  <a:pt x="76111" y="161419"/>
                </a:lnTo>
                <a:lnTo>
                  <a:pt x="76406" y="161606"/>
                </a:lnTo>
                <a:lnTo>
                  <a:pt x="76709" y="161781"/>
                </a:lnTo>
                <a:lnTo>
                  <a:pt x="77018" y="161941"/>
                </a:lnTo>
                <a:lnTo>
                  <a:pt x="77335" y="162089"/>
                </a:lnTo>
                <a:lnTo>
                  <a:pt x="77658" y="162223"/>
                </a:lnTo>
                <a:lnTo>
                  <a:pt x="77987" y="162345"/>
                </a:lnTo>
                <a:lnTo>
                  <a:pt x="78322" y="162453"/>
                </a:lnTo>
                <a:lnTo>
                  <a:pt x="78663" y="162548"/>
                </a:lnTo>
                <a:lnTo>
                  <a:pt x="79010" y="162630"/>
                </a:lnTo>
                <a:lnTo>
                  <a:pt x="79362" y="162699"/>
                </a:lnTo>
                <a:lnTo>
                  <a:pt x="79719" y="162756"/>
                </a:lnTo>
                <a:lnTo>
                  <a:pt x="80081" y="162800"/>
                </a:lnTo>
                <a:lnTo>
                  <a:pt x="80447" y="162831"/>
                </a:lnTo>
                <a:lnTo>
                  <a:pt x="80818" y="162850"/>
                </a:lnTo>
                <a:lnTo>
                  <a:pt x="81194" y="162856"/>
                </a:lnTo>
                <a:lnTo>
                  <a:pt x="81848" y="162839"/>
                </a:lnTo>
                <a:lnTo>
                  <a:pt x="82491" y="162787"/>
                </a:lnTo>
                <a:lnTo>
                  <a:pt x="83124" y="162703"/>
                </a:lnTo>
                <a:lnTo>
                  <a:pt x="83746" y="162586"/>
                </a:lnTo>
                <a:lnTo>
                  <a:pt x="84357" y="162437"/>
                </a:lnTo>
                <a:lnTo>
                  <a:pt x="84958" y="162257"/>
                </a:lnTo>
                <a:lnTo>
                  <a:pt x="85549" y="162046"/>
                </a:lnTo>
                <a:lnTo>
                  <a:pt x="86129" y="161806"/>
                </a:lnTo>
                <a:lnTo>
                  <a:pt x="86699" y="161536"/>
                </a:lnTo>
                <a:lnTo>
                  <a:pt x="87259" y="161238"/>
                </a:lnTo>
                <a:lnTo>
                  <a:pt x="87808" y="160912"/>
                </a:lnTo>
                <a:lnTo>
                  <a:pt x="88348" y="160558"/>
                </a:lnTo>
                <a:lnTo>
                  <a:pt x="88877" y="160179"/>
                </a:lnTo>
                <a:lnTo>
                  <a:pt x="89396" y="159773"/>
                </a:lnTo>
                <a:lnTo>
                  <a:pt x="89905" y="159342"/>
                </a:lnTo>
                <a:lnTo>
                  <a:pt x="90404" y="158887"/>
                </a:lnTo>
                <a:lnTo>
                  <a:pt x="90893" y="158409"/>
                </a:lnTo>
                <a:lnTo>
                  <a:pt x="91373" y="157907"/>
                </a:lnTo>
                <a:lnTo>
                  <a:pt x="91842" y="157383"/>
                </a:lnTo>
                <a:lnTo>
                  <a:pt x="92302" y="156837"/>
                </a:lnTo>
                <a:lnTo>
                  <a:pt x="92752" y="156270"/>
                </a:lnTo>
                <a:lnTo>
                  <a:pt x="93192" y="155682"/>
                </a:lnTo>
                <a:lnTo>
                  <a:pt x="93623" y="155075"/>
                </a:lnTo>
                <a:lnTo>
                  <a:pt x="94044" y="154450"/>
                </a:lnTo>
                <a:lnTo>
                  <a:pt x="94457" y="153802"/>
                </a:lnTo>
                <a:lnTo>
                  <a:pt x="94866" y="153132"/>
                </a:lnTo>
                <a:lnTo>
                  <a:pt x="95268" y="152437"/>
                </a:lnTo>
                <a:lnTo>
                  <a:pt x="95666" y="151719"/>
                </a:lnTo>
                <a:lnTo>
                  <a:pt x="96058" y="150978"/>
                </a:lnTo>
                <a:lnTo>
                  <a:pt x="96444" y="150213"/>
                </a:lnTo>
                <a:lnTo>
                  <a:pt x="96826" y="149425"/>
                </a:lnTo>
                <a:lnTo>
                  <a:pt x="97202" y="148614"/>
                </a:lnTo>
                <a:lnTo>
                  <a:pt x="97573" y="147780"/>
                </a:lnTo>
                <a:lnTo>
                  <a:pt x="97939" y="146923"/>
                </a:lnTo>
                <a:lnTo>
                  <a:pt x="98299" y="146043"/>
                </a:lnTo>
                <a:lnTo>
                  <a:pt x="98655" y="145141"/>
                </a:lnTo>
                <a:lnTo>
                  <a:pt x="99006" y="144216"/>
                </a:lnTo>
                <a:lnTo>
                  <a:pt x="99352" y="143268"/>
                </a:lnTo>
                <a:lnTo>
                  <a:pt x="99693" y="142298"/>
                </a:lnTo>
                <a:lnTo>
                  <a:pt x="100029" y="141306"/>
                </a:lnTo>
                <a:lnTo>
                  <a:pt x="100361" y="140291"/>
                </a:lnTo>
                <a:lnTo>
                  <a:pt x="100687" y="139254"/>
                </a:lnTo>
                <a:lnTo>
                  <a:pt x="101009" y="138195"/>
                </a:lnTo>
                <a:lnTo>
                  <a:pt x="101326" y="137115"/>
                </a:lnTo>
                <a:lnTo>
                  <a:pt x="101639" y="136012"/>
                </a:lnTo>
                <a:lnTo>
                  <a:pt x="101947" y="134888"/>
                </a:lnTo>
                <a:lnTo>
                  <a:pt x="102251" y="133742"/>
                </a:lnTo>
                <a:lnTo>
                  <a:pt x="102377" y="133250"/>
                </a:lnTo>
                <a:lnTo>
                  <a:pt x="102378" y="133250"/>
                </a:lnTo>
                <a:lnTo>
                  <a:pt x="102410" y="133243"/>
                </a:lnTo>
                <a:lnTo>
                  <a:pt x="102445" y="133236"/>
                </a:lnTo>
                <a:lnTo>
                  <a:pt x="102480" y="133229"/>
                </a:lnTo>
                <a:lnTo>
                  <a:pt x="102518" y="133222"/>
                </a:lnTo>
                <a:lnTo>
                  <a:pt x="102557" y="133215"/>
                </a:lnTo>
                <a:lnTo>
                  <a:pt x="102597" y="133208"/>
                </a:lnTo>
                <a:lnTo>
                  <a:pt x="102639" y="133201"/>
                </a:lnTo>
                <a:lnTo>
                  <a:pt x="102683" y="133195"/>
                </a:lnTo>
                <a:lnTo>
                  <a:pt x="102728" y="133188"/>
                </a:lnTo>
                <a:lnTo>
                  <a:pt x="102774" y="133181"/>
                </a:lnTo>
                <a:lnTo>
                  <a:pt x="102821" y="133175"/>
                </a:lnTo>
                <a:lnTo>
                  <a:pt x="102870" y="133169"/>
                </a:lnTo>
                <a:lnTo>
                  <a:pt x="102919" y="133164"/>
                </a:lnTo>
                <a:lnTo>
                  <a:pt x="102970" y="133158"/>
                </a:lnTo>
                <a:lnTo>
                  <a:pt x="103021" y="133153"/>
                </a:lnTo>
                <a:lnTo>
                  <a:pt x="103074" y="133148"/>
                </a:lnTo>
                <a:lnTo>
                  <a:pt x="103128" y="133143"/>
                </a:lnTo>
                <a:lnTo>
                  <a:pt x="103183" y="133138"/>
                </a:lnTo>
                <a:lnTo>
                  <a:pt x="103239" y="133134"/>
                </a:lnTo>
                <a:lnTo>
                  <a:pt x="103297" y="133130"/>
                </a:lnTo>
                <a:lnTo>
                  <a:pt x="103355" y="133126"/>
                </a:lnTo>
                <a:lnTo>
                  <a:pt x="103415" y="133122"/>
                </a:lnTo>
                <a:lnTo>
                  <a:pt x="103476" y="133119"/>
                </a:lnTo>
                <a:lnTo>
                  <a:pt x="103538" y="133116"/>
                </a:lnTo>
                <a:lnTo>
                  <a:pt x="103602" y="133113"/>
                </a:lnTo>
                <a:lnTo>
                  <a:pt x="103666" y="133111"/>
                </a:lnTo>
                <a:lnTo>
                  <a:pt x="103732" y="133109"/>
                </a:lnTo>
                <a:lnTo>
                  <a:pt x="103799" y="133107"/>
                </a:lnTo>
                <a:lnTo>
                  <a:pt x="103867" y="133105"/>
                </a:lnTo>
                <a:lnTo>
                  <a:pt x="103937" y="133104"/>
                </a:lnTo>
                <a:lnTo>
                  <a:pt x="104008" y="133103"/>
                </a:lnTo>
                <a:lnTo>
                  <a:pt x="104080" y="133103"/>
                </a:lnTo>
                <a:lnTo>
                  <a:pt x="104153" y="133103"/>
                </a:lnTo>
                <a:lnTo>
                  <a:pt x="105090" y="133103"/>
                </a:lnTo>
                <a:lnTo>
                  <a:pt x="105150" y="133103"/>
                </a:lnTo>
                <a:lnTo>
                  <a:pt x="105208" y="133103"/>
                </a:lnTo>
                <a:lnTo>
                  <a:pt x="105265" y="133104"/>
                </a:lnTo>
                <a:lnTo>
                  <a:pt x="105321" y="133105"/>
                </a:lnTo>
                <a:lnTo>
                  <a:pt x="105375" y="133107"/>
                </a:lnTo>
                <a:lnTo>
                  <a:pt x="105427" y="133109"/>
                </a:lnTo>
                <a:lnTo>
                  <a:pt x="105474" y="133111"/>
                </a:lnTo>
                <a:lnTo>
                  <a:pt x="105454" y="133188"/>
                </a:lnTo>
                <a:lnTo>
                  <a:pt x="105423" y="133306"/>
                </a:lnTo>
                <a:lnTo>
                  <a:pt x="105389" y="133431"/>
                </a:lnTo>
                <a:lnTo>
                  <a:pt x="105352" y="133561"/>
                </a:lnTo>
                <a:lnTo>
                  <a:pt x="105312" y="133698"/>
                </a:lnTo>
                <a:lnTo>
                  <a:pt x="105268" y="133841"/>
                </a:lnTo>
                <a:lnTo>
                  <a:pt x="105222" y="133989"/>
                </a:lnTo>
                <a:lnTo>
                  <a:pt x="105172" y="134145"/>
                </a:lnTo>
                <a:lnTo>
                  <a:pt x="105119" y="134306"/>
                </a:lnTo>
                <a:lnTo>
                  <a:pt x="105100" y="134365"/>
                </a:lnTo>
                <a:lnTo>
                  <a:pt x="105082" y="134424"/>
                </a:lnTo>
                <a:lnTo>
                  <a:pt x="104686" y="135759"/>
                </a:lnTo>
                <a:lnTo>
                  <a:pt x="104284" y="137064"/>
                </a:lnTo>
                <a:lnTo>
                  <a:pt x="103875" y="138337"/>
                </a:lnTo>
                <a:lnTo>
                  <a:pt x="103461" y="139579"/>
                </a:lnTo>
                <a:lnTo>
                  <a:pt x="103040" y="140789"/>
                </a:lnTo>
                <a:lnTo>
                  <a:pt x="102613" y="141969"/>
                </a:lnTo>
                <a:lnTo>
                  <a:pt x="102181" y="143118"/>
                </a:lnTo>
                <a:lnTo>
                  <a:pt x="101742" y="144236"/>
                </a:lnTo>
                <a:lnTo>
                  <a:pt x="101298" y="145324"/>
                </a:lnTo>
                <a:lnTo>
                  <a:pt x="100848" y="146381"/>
                </a:lnTo>
                <a:lnTo>
                  <a:pt x="100392" y="147408"/>
                </a:lnTo>
                <a:lnTo>
                  <a:pt x="99931" y="148404"/>
                </a:lnTo>
                <a:lnTo>
                  <a:pt x="99464" y="149371"/>
                </a:lnTo>
                <a:lnTo>
                  <a:pt x="98992" y="150307"/>
                </a:lnTo>
                <a:lnTo>
                  <a:pt x="98515" y="151214"/>
                </a:lnTo>
                <a:lnTo>
                  <a:pt x="98032" y="152090"/>
                </a:lnTo>
                <a:lnTo>
                  <a:pt x="97543" y="152937"/>
                </a:lnTo>
                <a:lnTo>
                  <a:pt x="97050" y="153755"/>
                </a:lnTo>
                <a:lnTo>
                  <a:pt x="96551" y="154543"/>
                </a:lnTo>
                <a:lnTo>
                  <a:pt x="96048" y="155302"/>
                </a:lnTo>
                <a:lnTo>
                  <a:pt x="95539" y="156031"/>
                </a:lnTo>
                <a:lnTo>
                  <a:pt x="95025" y="156731"/>
                </a:lnTo>
                <a:lnTo>
                  <a:pt x="94507" y="157403"/>
                </a:lnTo>
                <a:lnTo>
                  <a:pt x="93983" y="158046"/>
                </a:lnTo>
                <a:lnTo>
                  <a:pt x="93465" y="158649"/>
                </a:lnTo>
                <a:lnTo>
                  <a:pt x="92943" y="159223"/>
                </a:lnTo>
                <a:lnTo>
                  <a:pt x="92417" y="159769"/>
                </a:lnTo>
                <a:lnTo>
                  <a:pt x="91888" y="160288"/>
                </a:lnTo>
                <a:lnTo>
                  <a:pt x="91355" y="160778"/>
                </a:lnTo>
                <a:lnTo>
                  <a:pt x="90819" y="161241"/>
                </a:lnTo>
                <a:lnTo>
                  <a:pt x="90279" y="161677"/>
                </a:lnTo>
                <a:lnTo>
                  <a:pt x="89735" y="162086"/>
                </a:lnTo>
                <a:lnTo>
                  <a:pt x="89187" y="162468"/>
                </a:lnTo>
                <a:lnTo>
                  <a:pt x="88635" y="162824"/>
                </a:lnTo>
                <a:lnTo>
                  <a:pt x="88079" y="163154"/>
                </a:lnTo>
                <a:lnTo>
                  <a:pt x="87520" y="163457"/>
                </a:lnTo>
                <a:lnTo>
                  <a:pt x="86957" y="163735"/>
                </a:lnTo>
                <a:lnTo>
                  <a:pt x="86389" y="163987"/>
                </a:lnTo>
                <a:lnTo>
                  <a:pt x="85818" y="164214"/>
                </a:lnTo>
                <a:lnTo>
                  <a:pt x="85243" y="164417"/>
                </a:lnTo>
                <a:lnTo>
                  <a:pt x="84663" y="164594"/>
                </a:lnTo>
                <a:lnTo>
                  <a:pt x="84080" y="164747"/>
                </a:lnTo>
                <a:lnTo>
                  <a:pt x="83492" y="164876"/>
                </a:lnTo>
                <a:lnTo>
                  <a:pt x="82900" y="164980"/>
                </a:lnTo>
                <a:lnTo>
                  <a:pt x="82304" y="165062"/>
                </a:lnTo>
                <a:lnTo>
                  <a:pt x="81704" y="165119"/>
                </a:lnTo>
                <a:lnTo>
                  <a:pt x="81100" y="165154"/>
                </a:lnTo>
                <a:lnTo>
                  <a:pt x="80491" y="165165"/>
                </a:lnTo>
                <a:lnTo>
                  <a:pt x="79701" y="165155"/>
                </a:lnTo>
                <a:lnTo>
                  <a:pt x="78927" y="165127"/>
                </a:lnTo>
                <a:lnTo>
                  <a:pt x="78169" y="165080"/>
                </a:lnTo>
                <a:lnTo>
                  <a:pt x="77426" y="165014"/>
                </a:lnTo>
                <a:lnTo>
                  <a:pt x="76697" y="164930"/>
                </a:lnTo>
                <a:lnTo>
                  <a:pt x="75984" y="164827"/>
                </a:lnTo>
                <a:lnTo>
                  <a:pt x="75285" y="164705"/>
                </a:lnTo>
                <a:lnTo>
                  <a:pt x="74602" y="164566"/>
                </a:lnTo>
                <a:lnTo>
                  <a:pt x="73932" y="164408"/>
                </a:lnTo>
                <a:lnTo>
                  <a:pt x="73278" y="164232"/>
                </a:lnTo>
                <a:lnTo>
                  <a:pt x="72637" y="164038"/>
                </a:lnTo>
                <a:lnTo>
                  <a:pt x="72011" y="163826"/>
                </a:lnTo>
                <a:lnTo>
                  <a:pt x="71399" y="163597"/>
                </a:lnTo>
                <a:lnTo>
                  <a:pt x="70800" y="163349"/>
                </a:lnTo>
                <a:lnTo>
                  <a:pt x="70216" y="163085"/>
                </a:lnTo>
                <a:lnTo>
                  <a:pt x="69645" y="162802"/>
                </a:lnTo>
                <a:lnTo>
                  <a:pt x="69087" y="162502"/>
                </a:lnTo>
                <a:lnTo>
                  <a:pt x="68543" y="162185"/>
                </a:lnTo>
                <a:lnTo>
                  <a:pt x="68012" y="161850"/>
                </a:lnTo>
                <a:lnTo>
                  <a:pt x="67494" y="161499"/>
                </a:lnTo>
                <a:lnTo>
                  <a:pt x="66990" y="161130"/>
                </a:lnTo>
                <a:lnTo>
                  <a:pt x="66498" y="160745"/>
                </a:lnTo>
                <a:lnTo>
                  <a:pt x="66019" y="160342"/>
                </a:lnTo>
                <a:lnTo>
                  <a:pt x="65552" y="159923"/>
                </a:lnTo>
                <a:lnTo>
                  <a:pt x="65116" y="159502"/>
                </a:lnTo>
                <a:lnTo>
                  <a:pt x="64696" y="159065"/>
                </a:lnTo>
                <a:lnTo>
                  <a:pt x="64294" y="158609"/>
                </a:lnTo>
                <a:lnTo>
                  <a:pt x="63907" y="158137"/>
                </a:lnTo>
                <a:lnTo>
                  <a:pt x="63538" y="157647"/>
                </a:lnTo>
                <a:lnTo>
                  <a:pt x="63187" y="157139"/>
                </a:lnTo>
                <a:lnTo>
                  <a:pt x="62852" y="156613"/>
                </a:lnTo>
                <a:lnTo>
                  <a:pt x="62535" y="156068"/>
                </a:lnTo>
                <a:lnTo>
                  <a:pt x="62236" y="155505"/>
                </a:lnTo>
                <a:lnTo>
                  <a:pt x="61955" y="154924"/>
                </a:lnTo>
                <a:lnTo>
                  <a:pt x="61692" y="154323"/>
                </a:lnTo>
                <a:lnTo>
                  <a:pt x="61448" y="153703"/>
                </a:lnTo>
                <a:lnTo>
                  <a:pt x="61221" y="153064"/>
                </a:lnTo>
                <a:lnTo>
                  <a:pt x="61014" y="152405"/>
                </a:lnTo>
                <a:lnTo>
                  <a:pt x="60825" y="151726"/>
                </a:lnTo>
                <a:lnTo>
                  <a:pt x="60656" y="151026"/>
                </a:lnTo>
                <a:lnTo>
                  <a:pt x="60506" y="150307"/>
                </a:lnTo>
                <a:lnTo>
                  <a:pt x="60375" y="149567"/>
                </a:lnTo>
                <a:lnTo>
                  <a:pt x="60264" y="148806"/>
                </a:lnTo>
                <a:lnTo>
                  <a:pt x="60172" y="148025"/>
                </a:lnTo>
                <a:lnTo>
                  <a:pt x="60101" y="147221"/>
                </a:lnTo>
                <a:lnTo>
                  <a:pt x="60050" y="146397"/>
                </a:lnTo>
                <a:lnTo>
                  <a:pt x="60019" y="145551"/>
                </a:lnTo>
                <a:lnTo>
                  <a:pt x="60008" y="144683"/>
                </a:lnTo>
                <a:lnTo>
                  <a:pt x="60010" y="144354"/>
                </a:lnTo>
                <a:lnTo>
                  <a:pt x="60013" y="144030"/>
                </a:lnTo>
                <a:lnTo>
                  <a:pt x="60019" y="143712"/>
                </a:lnTo>
                <a:lnTo>
                  <a:pt x="60027" y="143398"/>
                </a:lnTo>
                <a:lnTo>
                  <a:pt x="60037" y="143089"/>
                </a:lnTo>
                <a:lnTo>
                  <a:pt x="60049" y="142786"/>
                </a:lnTo>
                <a:lnTo>
                  <a:pt x="60064" y="142487"/>
                </a:lnTo>
                <a:lnTo>
                  <a:pt x="60081" y="142193"/>
                </a:lnTo>
                <a:lnTo>
                  <a:pt x="60100" y="141903"/>
                </a:lnTo>
                <a:lnTo>
                  <a:pt x="60121" y="141619"/>
                </a:lnTo>
                <a:lnTo>
                  <a:pt x="60144" y="141339"/>
                </a:lnTo>
                <a:lnTo>
                  <a:pt x="60169" y="141065"/>
                </a:lnTo>
                <a:lnTo>
                  <a:pt x="60197" y="140795"/>
                </a:lnTo>
                <a:lnTo>
                  <a:pt x="60226" y="140529"/>
                </a:lnTo>
                <a:lnTo>
                  <a:pt x="60258" y="140269"/>
                </a:lnTo>
                <a:lnTo>
                  <a:pt x="60291" y="140013"/>
                </a:lnTo>
                <a:lnTo>
                  <a:pt x="60327" y="139762"/>
                </a:lnTo>
                <a:lnTo>
                  <a:pt x="60364" y="139516"/>
                </a:lnTo>
                <a:lnTo>
                  <a:pt x="60404" y="139274"/>
                </a:lnTo>
                <a:lnTo>
                  <a:pt x="60445" y="139037"/>
                </a:lnTo>
                <a:lnTo>
                  <a:pt x="60488" y="138805"/>
                </a:lnTo>
                <a:lnTo>
                  <a:pt x="60534" y="138577"/>
                </a:lnTo>
                <a:lnTo>
                  <a:pt x="60581" y="138354"/>
                </a:lnTo>
                <a:lnTo>
                  <a:pt x="60630" y="138135"/>
                </a:lnTo>
                <a:lnTo>
                  <a:pt x="60693" y="137858"/>
                </a:lnTo>
                <a:lnTo>
                  <a:pt x="60753" y="137583"/>
                </a:lnTo>
                <a:lnTo>
                  <a:pt x="60810" y="137308"/>
                </a:lnTo>
                <a:lnTo>
                  <a:pt x="60866" y="137035"/>
                </a:lnTo>
                <a:lnTo>
                  <a:pt x="60918" y="136762"/>
                </a:lnTo>
                <a:lnTo>
                  <a:pt x="60968" y="136491"/>
                </a:lnTo>
                <a:lnTo>
                  <a:pt x="61016" y="136221"/>
                </a:lnTo>
                <a:lnTo>
                  <a:pt x="61061" y="135952"/>
                </a:lnTo>
                <a:lnTo>
                  <a:pt x="61103" y="135684"/>
                </a:lnTo>
                <a:lnTo>
                  <a:pt x="61142" y="135417"/>
                </a:lnTo>
                <a:lnTo>
                  <a:pt x="61179" y="135151"/>
                </a:lnTo>
                <a:lnTo>
                  <a:pt x="61214" y="134886"/>
                </a:lnTo>
                <a:lnTo>
                  <a:pt x="61246" y="134622"/>
                </a:lnTo>
                <a:lnTo>
                  <a:pt x="61275" y="134360"/>
                </a:lnTo>
                <a:lnTo>
                  <a:pt x="61301" y="134098"/>
                </a:lnTo>
                <a:lnTo>
                  <a:pt x="61324" y="133838"/>
                </a:lnTo>
                <a:lnTo>
                  <a:pt x="61345" y="133579"/>
                </a:lnTo>
                <a:lnTo>
                  <a:pt x="61364" y="133321"/>
                </a:lnTo>
                <a:lnTo>
                  <a:pt x="61379" y="133064"/>
                </a:lnTo>
                <a:lnTo>
                  <a:pt x="61392" y="132808"/>
                </a:lnTo>
                <a:lnTo>
                  <a:pt x="61401" y="132554"/>
                </a:lnTo>
                <a:lnTo>
                  <a:pt x="61408" y="132301"/>
                </a:lnTo>
                <a:lnTo>
                  <a:pt x="61413" y="132048"/>
                </a:lnTo>
                <a:lnTo>
                  <a:pt x="61414" y="131797"/>
                </a:lnTo>
                <a:lnTo>
                  <a:pt x="61407" y="131278"/>
                </a:lnTo>
                <a:lnTo>
                  <a:pt x="61386" y="130763"/>
                </a:lnTo>
                <a:lnTo>
                  <a:pt x="61351" y="130253"/>
                </a:lnTo>
                <a:lnTo>
                  <a:pt x="61301" y="129748"/>
                </a:lnTo>
                <a:lnTo>
                  <a:pt x="61238" y="129248"/>
                </a:lnTo>
                <a:lnTo>
                  <a:pt x="61160" y="128753"/>
                </a:lnTo>
                <a:lnTo>
                  <a:pt x="61068" y="128263"/>
                </a:lnTo>
                <a:lnTo>
                  <a:pt x="60963" y="127779"/>
                </a:lnTo>
                <a:lnTo>
                  <a:pt x="60843" y="127300"/>
                </a:lnTo>
                <a:lnTo>
                  <a:pt x="60709" y="126826"/>
                </a:lnTo>
                <a:lnTo>
                  <a:pt x="60560" y="126358"/>
                </a:lnTo>
                <a:lnTo>
                  <a:pt x="60398" y="125895"/>
                </a:lnTo>
                <a:lnTo>
                  <a:pt x="60222" y="125438"/>
                </a:lnTo>
                <a:lnTo>
                  <a:pt x="60031" y="124987"/>
                </a:lnTo>
                <a:lnTo>
                  <a:pt x="59826" y="124541"/>
                </a:lnTo>
                <a:lnTo>
                  <a:pt x="59607" y="124102"/>
                </a:lnTo>
                <a:lnTo>
                  <a:pt x="59374" y="123668"/>
                </a:lnTo>
                <a:lnTo>
                  <a:pt x="59127" y="123240"/>
                </a:lnTo>
                <a:lnTo>
                  <a:pt x="58866" y="122818"/>
                </a:lnTo>
                <a:lnTo>
                  <a:pt x="58591" y="122402"/>
                </a:lnTo>
                <a:lnTo>
                  <a:pt x="58301" y="121992"/>
                </a:lnTo>
                <a:lnTo>
                  <a:pt x="57997" y="121589"/>
                </a:lnTo>
                <a:lnTo>
                  <a:pt x="57680" y="121192"/>
                </a:lnTo>
                <a:lnTo>
                  <a:pt x="57348" y="120801"/>
                </a:lnTo>
                <a:lnTo>
                  <a:pt x="57022" y="120438"/>
                </a:lnTo>
                <a:lnTo>
                  <a:pt x="56691" y="120083"/>
                </a:lnTo>
                <a:lnTo>
                  <a:pt x="56352" y="119737"/>
                </a:lnTo>
                <a:lnTo>
                  <a:pt x="56007" y="119400"/>
                </a:lnTo>
                <a:lnTo>
                  <a:pt x="55655" y="119071"/>
                </a:lnTo>
                <a:lnTo>
                  <a:pt x="55297" y="118752"/>
                </a:lnTo>
                <a:lnTo>
                  <a:pt x="54932" y="118440"/>
                </a:lnTo>
                <a:lnTo>
                  <a:pt x="54561" y="118138"/>
                </a:lnTo>
                <a:lnTo>
                  <a:pt x="54183" y="117845"/>
                </a:lnTo>
                <a:lnTo>
                  <a:pt x="53799" y="117560"/>
                </a:lnTo>
                <a:lnTo>
                  <a:pt x="53408" y="117284"/>
                </a:lnTo>
                <a:lnTo>
                  <a:pt x="53011" y="117016"/>
                </a:lnTo>
                <a:lnTo>
                  <a:pt x="52608" y="116758"/>
                </a:lnTo>
                <a:lnTo>
                  <a:pt x="52198" y="116508"/>
                </a:lnTo>
                <a:lnTo>
                  <a:pt x="51782" y="116267"/>
                </a:lnTo>
                <a:lnTo>
                  <a:pt x="51360" y="116034"/>
                </a:lnTo>
                <a:lnTo>
                  <a:pt x="50931" y="115811"/>
                </a:lnTo>
                <a:lnTo>
                  <a:pt x="50497" y="115596"/>
                </a:lnTo>
                <a:lnTo>
                  <a:pt x="50056" y="115390"/>
                </a:lnTo>
                <a:lnTo>
                  <a:pt x="49609" y="115192"/>
                </a:lnTo>
                <a:lnTo>
                  <a:pt x="49156" y="115004"/>
                </a:lnTo>
                <a:lnTo>
                  <a:pt x="48697" y="114824"/>
                </a:lnTo>
                <a:lnTo>
                  <a:pt x="48232" y="114653"/>
                </a:lnTo>
                <a:lnTo>
                  <a:pt x="47760" y="114490"/>
                </a:lnTo>
                <a:lnTo>
                  <a:pt x="47352" y="114354"/>
                </a:lnTo>
                <a:lnTo>
                  <a:pt x="46950" y="114221"/>
                </a:lnTo>
                <a:lnTo>
                  <a:pt x="46555" y="114089"/>
                </a:lnTo>
                <a:lnTo>
                  <a:pt x="46166" y="113961"/>
                </a:lnTo>
                <a:lnTo>
                  <a:pt x="45783" y="113834"/>
                </a:lnTo>
                <a:lnTo>
                  <a:pt x="45407" y="113710"/>
                </a:lnTo>
                <a:lnTo>
                  <a:pt x="45037" y="113589"/>
                </a:lnTo>
                <a:lnTo>
                  <a:pt x="44673" y="113470"/>
                </a:lnTo>
                <a:lnTo>
                  <a:pt x="44316" y="113353"/>
                </a:lnTo>
                <a:lnTo>
                  <a:pt x="43965" y="113239"/>
                </a:lnTo>
                <a:lnTo>
                  <a:pt x="43621" y="113127"/>
                </a:lnTo>
                <a:lnTo>
                  <a:pt x="43282" y="113017"/>
                </a:lnTo>
                <a:lnTo>
                  <a:pt x="42951" y="112910"/>
                </a:lnTo>
                <a:lnTo>
                  <a:pt x="42625" y="112805"/>
                </a:lnTo>
                <a:lnTo>
                  <a:pt x="42307" y="112703"/>
                </a:lnTo>
                <a:lnTo>
                  <a:pt x="41994" y="112603"/>
                </a:lnTo>
                <a:lnTo>
                  <a:pt x="41688" y="112505"/>
                </a:lnTo>
                <a:lnTo>
                  <a:pt x="41388" y="112410"/>
                </a:lnTo>
                <a:lnTo>
                  <a:pt x="41095" y="112318"/>
                </a:lnTo>
                <a:lnTo>
                  <a:pt x="40808" y="112227"/>
                </a:lnTo>
                <a:lnTo>
                  <a:pt x="40528" y="112140"/>
                </a:lnTo>
                <a:lnTo>
                  <a:pt x="40253" y="112054"/>
                </a:lnTo>
                <a:lnTo>
                  <a:pt x="39986" y="111971"/>
                </a:lnTo>
                <a:lnTo>
                  <a:pt x="39725" y="111890"/>
                </a:lnTo>
                <a:lnTo>
                  <a:pt x="39589" y="111849"/>
                </a:lnTo>
                <a:lnTo>
                  <a:pt x="39454" y="111808"/>
                </a:lnTo>
                <a:lnTo>
                  <a:pt x="39319" y="111768"/>
                </a:lnTo>
                <a:lnTo>
                  <a:pt x="39186" y="111729"/>
                </a:lnTo>
                <a:lnTo>
                  <a:pt x="39054" y="111691"/>
                </a:lnTo>
                <a:lnTo>
                  <a:pt x="38922" y="111654"/>
                </a:lnTo>
                <a:lnTo>
                  <a:pt x="38792" y="111617"/>
                </a:lnTo>
                <a:lnTo>
                  <a:pt x="38663" y="111582"/>
                </a:lnTo>
                <a:lnTo>
                  <a:pt x="38534" y="111547"/>
                </a:lnTo>
                <a:lnTo>
                  <a:pt x="38407" y="111514"/>
                </a:lnTo>
                <a:lnTo>
                  <a:pt x="38280" y="111481"/>
                </a:lnTo>
                <a:lnTo>
                  <a:pt x="38155" y="111449"/>
                </a:lnTo>
                <a:lnTo>
                  <a:pt x="38031" y="111419"/>
                </a:lnTo>
                <a:lnTo>
                  <a:pt x="37907" y="111389"/>
                </a:lnTo>
                <a:lnTo>
                  <a:pt x="37785" y="111360"/>
                </a:lnTo>
                <a:lnTo>
                  <a:pt x="37664" y="111333"/>
                </a:lnTo>
                <a:lnTo>
                  <a:pt x="37544" y="111306"/>
                </a:lnTo>
                <a:lnTo>
                  <a:pt x="37425" y="111280"/>
                </a:lnTo>
                <a:lnTo>
                  <a:pt x="37307" y="111256"/>
                </a:lnTo>
                <a:lnTo>
                  <a:pt x="37191" y="111232"/>
                </a:lnTo>
                <a:lnTo>
                  <a:pt x="37075" y="111210"/>
                </a:lnTo>
                <a:lnTo>
                  <a:pt x="36961" y="111188"/>
                </a:lnTo>
                <a:lnTo>
                  <a:pt x="36847" y="111168"/>
                </a:lnTo>
                <a:lnTo>
                  <a:pt x="36735" y="111149"/>
                </a:lnTo>
                <a:lnTo>
                  <a:pt x="36630" y="111132"/>
                </a:lnTo>
                <a:lnTo>
                  <a:pt x="36524" y="111115"/>
                </a:lnTo>
                <a:lnTo>
                  <a:pt x="36416" y="111100"/>
                </a:lnTo>
                <a:lnTo>
                  <a:pt x="36307" y="111085"/>
                </a:lnTo>
                <a:lnTo>
                  <a:pt x="36196" y="111070"/>
                </a:lnTo>
                <a:lnTo>
                  <a:pt x="36084" y="111057"/>
                </a:lnTo>
                <a:lnTo>
                  <a:pt x="35970" y="111045"/>
                </a:lnTo>
                <a:lnTo>
                  <a:pt x="35856" y="111034"/>
                </a:lnTo>
                <a:lnTo>
                  <a:pt x="35740" y="111025"/>
                </a:lnTo>
                <a:lnTo>
                  <a:pt x="35624" y="111017"/>
                </a:lnTo>
                <a:lnTo>
                  <a:pt x="35507" y="111010"/>
                </a:lnTo>
                <a:lnTo>
                  <a:pt x="35389" y="111005"/>
                </a:lnTo>
                <a:lnTo>
                  <a:pt x="35270" y="111002"/>
                </a:lnTo>
                <a:lnTo>
                  <a:pt x="35151" y="111000"/>
                </a:lnTo>
                <a:lnTo>
                  <a:pt x="35032" y="111001"/>
                </a:lnTo>
                <a:lnTo>
                  <a:pt x="34912" y="111003"/>
                </a:lnTo>
                <a:lnTo>
                  <a:pt x="34791" y="111008"/>
                </a:lnTo>
                <a:lnTo>
                  <a:pt x="34671" y="111015"/>
                </a:lnTo>
                <a:lnTo>
                  <a:pt x="34550" y="111024"/>
                </a:lnTo>
                <a:lnTo>
                  <a:pt x="34430" y="111036"/>
                </a:lnTo>
                <a:lnTo>
                  <a:pt x="34334" y="111047"/>
                </a:lnTo>
                <a:lnTo>
                  <a:pt x="34104" y="111047"/>
                </a:lnTo>
                <a:lnTo>
                  <a:pt x="31706" y="111047"/>
                </a:lnTo>
                <a:lnTo>
                  <a:pt x="31047" y="113353"/>
                </a:lnTo>
                <a:lnTo>
                  <a:pt x="30812" y="114178"/>
                </a:lnTo>
                <a:lnTo>
                  <a:pt x="30580" y="115000"/>
                </a:lnTo>
                <a:lnTo>
                  <a:pt x="30350" y="115820"/>
                </a:lnTo>
                <a:lnTo>
                  <a:pt x="30122" y="116638"/>
                </a:lnTo>
                <a:lnTo>
                  <a:pt x="29897" y="117453"/>
                </a:lnTo>
                <a:lnTo>
                  <a:pt x="29675" y="118266"/>
                </a:lnTo>
                <a:lnTo>
                  <a:pt x="29455" y="119076"/>
                </a:lnTo>
                <a:lnTo>
                  <a:pt x="29237" y="119884"/>
                </a:lnTo>
                <a:lnTo>
                  <a:pt x="29022" y="120690"/>
                </a:lnTo>
                <a:lnTo>
                  <a:pt x="28809" y="121493"/>
                </a:lnTo>
                <a:lnTo>
                  <a:pt x="28599" y="122294"/>
                </a:lnTo>
                <a:lnTo>
                  <a:pt x="28391" y="123093"/>
                </a:lnTo>
                <a:lnTo>
                  <a:pt x="28185" y="123889"/>
                </a:lnTo>
                <a:lnTo>
                  <a:pt x="27982" y="124682"/>
                </a:lnTo>
                <a:lnTo>
                  <a:pt x="27782" y="125474"/>
                </a:lnTo>
                <a:lnTo>
                  <a:pt x="27583" y="126263"/>
                </a:lnTo>
                <a:lnTo>
                  <a:pt x="27388" y="127049"/>
                </a:lnTo>
                <a:lnTo>
                  <a:pt x="27194" y="127833"/>
                </a:lnTo>
                <a:lnTo>
                  <a:pt x="27004" y="128615"/>
                </a:lnTo>
                <a:lnTo>
                  <a:pt x="26815" y="129394"/>
                </a:lnTo>
                <a:lnTo>
                  <a:pt x="26629" y="130171"/>
                </a:lnTo>
                <a:lnTo>
                  <a:pt x="26446" y="130946"/>
                </a:lnTo>
                <a:lnTo>
                  <a:pt x="26265" y="131718"/>
                </a:lnTo>
                <a:lnTo>
                  <a:pt x="26086" y="132488"/>
                </a:lnTo>
                <a:lnTo>
                  <a:pt x="25912" y="133240"/>
                </a:lnTo>
                <a:lnTo>
                  <a:pt x="25742" y="133976"/>
                </a:lnTo>
                <a:lnTo>
                  <a:pt x="25575" y="134695"/>
                </a:lnTo>
                <a:lnTo>
                  <a:pt x="25411" y="135398"/>
                </a:lnTo>
                <a:lnTo>
                  <a:pt x="25250" y="136084"/>
                </a:lnTo>
                <a:lnTo>
                  <a:pt x="25093" y="136753"/>
                </a:lnTo>
                <a:lnTo>
                  <a:pt x="24939" y="137406"/>
                </a:lnTo>
                <a:lnTo>
                  <a:pt x="24788" y="138042"/>
                </a:lnTo>
                <a:lnTo>
                  <a:pt x="24641" y="138662"/>
                </a:lnTo>
                <a:lnTo>
                  <a:pt x="24497" y="139265"/>
                </a:lnTo>
                <a:lnTo>
                  <a:pt x="24357" y="139852"/>
                </a:lnTo>
                <a:lnTo>
                  <a:pt x="24219" y="140422"/>
                </a:lnTo>
                <a:lnTo>
                  <a:pt x="24085" y="140976"/>
                </a:lnTo>
                <a:lnTo>
                  <a:pt x="23955" y="141513"/>
                </a:lnTo>
                <a:lnTo>
                  <a:pt x="23827" y="142034"/>
                </a:lnTo>
                <a:lnTo>
                  <a:pt x="23703" y="142539"/>
                </a:lnTo>
                <a:lnTo>
                  <a:pt x="23582" y="143026"/>
                </a:lnTo>
                <a:lnTo>
                  <a:pt x="23465" y="143498"/>
                </a:lnTo>
                <a:lnTo>
                  <a:pt x="23351" y="143953"/>
                </a:lnTo>
                <a:lnTo>
                  <a:pt x="23240" y="144392"/>
                </a:lnTo>
                <a:lnTo>
                  <a:pt x="23132" y="144814"/>
                </a:lnTo>
                <a:lnTo>
                  <a:pt x="23028" y="145219"/>
                </a:lnTo>
                <a:lnTo>
                  <a:pt x="22927" y="145609"/>
                </a:lnTo>
                <a:lnTo>
                  <a:pt x="22830" y="145982"/>
                </a:lnTo>
                <a:lnTo>
                  <a:pt x="22731" y="146357"/>
                </a:lnTo>
                <a:lnTo>
                  <a:pt x="22633" y="146731"/>
                </a:lnTo>
                <a:lnTo>
                  <a:pt x="22537" y="147105"/>
                </a:lnTo>
                <a:lnTo>
                  <a:pt x="22441" y="147478"/>
                </a:lnTo>
                <a:lnTo>
                  <a:pt x="22346" y="147850"/>
                </a:lnTo>
                <a:lnTo>
                  <a:pt x="22251" y="148221"/>
                </a:lnTo>
                <a:lnTo>
                  <a:pt x="22158" y="148592"/>
                </a:lnTo>
                <a:lnTo>
                  <a:pt x="22065" y="148961"/>
                </a:lnTo>
                <a:lnTo>
                  <a:pt x="21973" y="149330"/>
                </a:lnTo>
                <a:lnTo>
                  <a:pt x="21882" y="149698"/>
                </a:lnTo>
                <a:lnTo>
                  <a:pt x="21792" y="150066"/>
                </a:lnTo>
                <a:lnTo>
                  <a:pt x="21702" y="150432"/>
                </a:lnTo>
                <a:lnTo>
                  <a:pt x="21613" y="150798"/>
                </a:lnTo>
                <a:lnTo>
                  <a:pt x="21526" y="151163"/>
                </a:lnTo>
                <a:lnTo>
                  <a:pt x="21439" y="151527"/>
                </a:lnTo>
                <a:lnTo>
                  <a:pt x="21352" y="151891"/>
                </a:lnTo>
                <a:lnTo>
                  <a:pt x="21267" y="152253"/>
                </a:lnTo>
                <a:lnTo>
                  <a:pt x="21182" y="152615"/>
                </a:lnTo>
                <a:lnTo>
                  <a:pt x="21099" y="152976"/>
                </a:lnTo>
                <a:lnTo>
                  <a:pt x="21016" y="153336"/>
                </a:lnTo>
                <a:lnTo>
                  <a:pt x="20934" y="153696"/>
                </a:lnTo>
                <a:lnTo>
                  <a:pt x="20852" y="154055"/>
                </a:lnTo>
                <a:lnTo>
                  <a:pt x="20772" y="154412"/>
                </a:lnTo>
                <a:lnTo>
                  <a:pt x="20692" y="154770"/>
                </a:lnTo>
                <a:lnTo>
                  <a:pt x="20614" y="155119"/>
                </a:lnTo>
                <a:lnTo>
                  <a:pt x="20537" y="155455"/>
                </a:lnTo>
                <a:lnTo>
                  <a:pt x="20462" y="155777"/>
                </a:lnTo>
                <a:lnTo>
                  <a:pt x="20388" y="156085"/>
                </a:lnTo>
                <a:lnTo>
                  <a:pt x="20317" y="156380"/>
                </a:lnTo>
                <a:lnTo>
                  <a:pt x="20247" y="156662"/>
                </a:lnTo>
                <a:lnTo>
                  <a:pt x="20179" y="156930"/>
                </a:lnTo>
                <a:lnTo>
                  <a:pt x="20112" y="157186"/>
                </a:lnTo>
                <a:lnTo>
                  <a:pt x="20048" y="157429"/>
                </a:lnTo>
                <a:lnTo>
                  <a:pt x="19985" y="157659"/>
                </a:lnTo>
                <a:lnTo>
                  <a:pt x="19924" y="157877"/>
                </a:lnTo>
                <a:lnTo>
                  <a:pt x="19865" y="158083"/>
                </a:lnTo>
                <a:lnTo>
                  <a:pt x="19808" y="158277"/>
                </a:lnTo>
                <a:lnTo>
                  <a:pt x="19753" y="158459"/>
                </a:lnTo>
                <a:lnTo>
                  <a:pt x="19699" y="158629"/>
                </a:lnTo>
                <a:lnTo>
                  <a:pt x="19648" y="158787"/>
                </a:lnTo>
                <a:lnTo>
                  <a:pt x="19599" y="158935"/>
                </a:lnTo>
                <a:lnTo>
                  <a:pt x="19552" y="159071"/>
                </a:lnTo>
                <a:lnTo>
                  <a:pt x="19507" y="159195"/>
                </a:lnTo>
                <a:lnTo>
                  <a:pt x="19463" y="159309"/>
                </a:lnTo>
                <a:lnTo>
                  <a:pt x="19422" y="159413"/>
                </a:lnTo>
                <a:lnTo>
                  <a:pt x="19383" y="159505"/>
                </a:lnTo>
                <a:lnTo>
                  <a:pt x="19347" y="159588"/>
                </a:lnTo>
                <a:lnTo>
                  <a:pt x="19312" y="159660"/>
                </a:lnTo>
                <a:lnTo>
                  <a:pt x="19257" y="159770"/>
                </a:lnTo>
                <a:lnTo>
                  <a:pt x="19201" y="159881"/>
                </a:lnTo>
                <a:lnTo>
                  <a:pt x="19144" y="159992"/>
                </a:lnTo>
                <a:lnTo>
                  <a:pt x="19087" y="160105"/>
                </a:lnTo>
                <a:lnTo>
                  <a:pt x="19028" y="160218"/>
                </a:lnTo>
                <a:lnTo>
                  <a:pt x="18969" y="160333"/>
                </a:lnTo>
                <a:lnTo>
                  <a:pt x="18909" y="160448"/>
                </a:lnTo>
                <a:lnTo>
                  <a:pt x="18848" y="160564"/>
                </a:lnTo>
                <a:lnTo>
                  <a:pt x="18786" y="160682"/>
                </a:lnTo>
                <a:lnTo>
                  <a:pt x="18723" y="160800"/>
                </a:lnTo>
                <a:lnTo>
                  <a:pt x="18659" y="160919"/>
                </a:lnTo>
                <a:lnTo>
                  <a:pt x="18595" y="161039"/>
                </a:lnTo>
                <a:lnTo>
                  <a:pt x="18530" y="161160"/>
                </a:lnTo>
                <a:lnTo>
                  <a:pt x="18464" y="161281"/>
                </a:lnTo>
                <a:lnTo>
                  <a:pt x="18397" y="161404"/>
                </a:lnTo>
                <a:lnTo>
                  <a:pt x="18329" y="161528"/>
                </a:lnTo>
                <a:lnTo>
                  <a:pt x="18260" y="161652"/>
                </a:lnTo>
                <a:lnTo>
                  <a:pt x="18191" y="161778"/>
                </a:lnTo>
                <a:lnTo>
                  <a:pt x="18120" y="161904"/>
                </a:lnTo>
                <a:lnTo>
                  <a:pt x="18049" y="162031"/>
                </a:lnTo>
                <a:lnTo>
                  <a:pt x="17977" y="162160"/>
                </a:lnTo>
                <a:lnTo>
                  <a:pt x="17904" y="162289"/>
                </a:lnTo>
                <a:lnTo>
                  <a:pt x="17830" y="162419"/>
                </a:lnTo>
                <a:lnTo>
                  <a:pt x="17755" y="162550"/>
                </a:lnTo>
                <a:lnTo>
                  <a:pt x="17723" y="162605"/>
                </a:lnTo>
                <a:lnTo>
                  <a:pt x="17691" y="162657"/>
                </a:lnTo>
                <a:lnTo>
                  <a:pt x="17659" y="162706"/>
                </a:lnTo>
                <a:lnTo>
                  <a:pt x="17628" y="162751"/>
                </a:lnTo>
                <a:lnTo>
                  <a:pt x="17597" y="162794"/>
                </a:lnTo>
                <a:lnTo>
                  <a:pt x="17566" y="162833"/>
                </a:lnTo>
                <a:lnTo>
                  <a:pt x="17536" y="162869"/>
                </a:lnTo>
                <a:lnTo>
                  <a:pt x="17506" y="162903"/>
                </a:lnTo>
                <a:lnTo>
                  <a:pt x="17477" y="162934"/>
                </a:lnTo>
                <a:lnTo>
                  <a:pt x="17447" y="162963"/>
                </a:lnTo>
                <a:lnTo>
                  <a:pt x="17418" y="162990"/>
                </a:lnTo>
                <a:lnTo>
                  <a:pt x="17390" y="163014"/>
                </a:lnTo>
                <a:lnTo>
                  <a:pt x="17361" y="163036"/>
                </a:lnTo>
                <a:lnTo>
                  <a:pt x="17333" y="163056"/>
                </a:lnTo>
                <a:lnTo>
                  <a:pt x="17306" y="163074"/>
                </a:lnTo>
                <a:lnTo>
                  <a:pt x="17278" y="163091"/>
                </a:lnTo>
                <a:lnTo>
                  <a:pt x="17251" y="163106"/>
                </a:lnTo>
                <a:lnTo>
                  <a:pt x="17224" y="163120"/>
                </a:lnTo>
                <a:lnTo>
                  <a:pt x="17197" y="163132"/>
                </a:lnTo>
                <a:lnTo>
                  <a:pt x="17170" y="163143"/>
                </a:lnTo>
                <a:lnTo>
                  <a:pt x="17144" y="163154"/>
                </a:lnTo>
                <a:lnTo>
                  <a:pt x="17117" y="163163"/>
                </a:lnTo>
                <a:lnTo>
                  <a:pt x="17091" y="163171"/>
                </a:lnTo>
                <a:lnTo>
                  <a:pt x="17065" y="163179"/>
                </a:lnTo>
                <a:lnTo>
                  <a:pt x="17939" y="166236"/>
                </a:lnTo>
                <a:lnTo>
                  <a:pt x="16129" y="163622"/>
                </a:lnTo>
                <a:lnTo>
                  <a:pt x="15938" y="163751"/>
                </a:lnTo>
                <a:lnTo>
                  <a:pt x="15746" y="163875"/>
                </a:lnTo>
                <a:lnTo>
                  <a:pt x="15554" y="163992"/>
                </a:lnTo>
                <a:lnTo>
                  <a:pt x="15362" y="164104"/>
                </a:lnTo>
                <a:lnTo>
                  <a:pt x="15169" y="164209"/>
                </a:lnTo>
                <a:lnTo>
                  <a:pt x="14975" y="164309"/>
                </a:lnTo>
                <a:lnTo>
                  <a:pt x="14781" y="164404"/>
                </a:lnTo>
                <a:lnTo>
                  <a:pt x="14587" y="164492"/>
                </a:lnTo>
                <a:lnTo>
                  <a:pt x="14392" y="164575"/>
                </a:lnTo>
                <a:lnTo>
                  <a:pt x="14196" y="164653"/>
                </a:lnTo>
                <a:lnTo>
                  <a:pt x="14000" y="164724"/>
                </a:lnTo>
                <a:lnTo>
                  <a:pt x="13803" y="164790"/>
                </a:lnTo>
                <a:lnTo>
                  <a:pt x="13606" y="164851"/>
                </a:lnTo>
                <a:lnTo>
                  <a:pt x="13407" y="164906"/>
                </a:lnTo>
                <a:lnTo>
                  <a:pt x="13208" y="164956"/>
                </a:lnTo>
                <a:lnTo>
                  <a:pt x="13009" y="165000"/>
                </a:lnTo>
                <a:lnTo>
                  <a:pt x="12808" y="165039"/>
                </a:lnTo>
                <a:lnTo>
                  <a:pt x="12607" y="165073"/>
                </a:lnTo>
                <a:lnTo>
                  <a:pt x="12404" y="165101"/>
                </a:lnTo>
                <a:lnTo>
                  <a:pt x="12201" y="165124"/>
                </a:lnTo>
                <a:lnTo>
                  <a:pt x="11997" y="165142"/>
                </a:lnTo>
                <a:lnTo>
                  <a:pt x="11792" y="165155"/>
                </a:lnTo>
                <a:lnTo>
                  <a:pt x="11586" y="165162"/>
                </a:lnTo>
                <a:lnTo>
                  <a:pt x="11379" y="165165"/>
                </a:lnTo>
                <a:lnTo>
                  <a:pt x="11133" y="165162"/>
                </a:lnTo>
                <a:lnTo>
                  <a:pt x="10896" y="165153"/>
                </a:lnTo>
                <a:lnTo>
                  <a:pt x="10669" y="165139"/>
                </a:lnTo>
                <a:lnTo>
                  <a:pt x="10451" y="165120"/>
                </a:lnTo>
                <a:lnTo>
                  <a:pt x="10242" y="165095"/>
                </a:lnTo>
                <a:lnTo>
                  <a:pt x="10041" y="165065"/>
                </a:lnTo>
                <a:lnTo>
                  <a:pt x="9849" y="165030"/>
                </a:lnTo>
                <a:lnTo>
                  <a:pt x="9665" y="164991"/>
                </a:lnTo>
                <a:lnTo>
                  <a:pt x="9489" y="164947"/>
                </a:lnTo>
                <a:lnTo>
                  <a:pt x="9321" y="164899"/>
                </a:lnTo>
                <a:lnTo>
                  <a:pt x="9160" y="164847"/>
                </a:lnTo>
                <a:lnTo>
                  <a:pt x="9006" y="164791"/>
                </a:lnTo>
                <a:lnTo>
                  <a:pt x="8860" y="164731"/>
                </a:lnTo>
                <a:lnTo>
                  <a:pt x="8721" y="164668"/>
                </a:lnTo>
                <a:lnTo>
                  <a:pt x="8588" y="164601"/>
                </a:lnTo>
                <a:lnTo>
                  <a:pt x="8461" y="164531"/>
                </a:lnTo>
                <a:lnTo>
                  <a:pt x="8341" y="164458"/>
                </a:lnTo>
                <a:lnTo>
                  <a:pt x="8226" y="164382"/>
                </a:lnTo>
                <a:lnTo>
                  <a:pt x="8117" y="164303"/>
                </a:lnTo>
                <a:lnTo>
                  <a:pt x="8014" y="164222"/>
                </a:lnTo>
                <a:lnTo>
                  <a:pt x="7916" y="164138"/>
                </a:lnTo>
                <a:lnTo>
                  <a:pt x="7823" y="164052"/>
                </a:lnTo>
                <a:lnTo>
                  <a:pt x="7735" y="163964"/>
                </a:lnTo>
                <a:lnTo>
                  <a:pt x="7651" y="163875"/>
                </a:lnTo>
                <a:lnTo>
                  <a:pt x="7579" y="163793"/>
                </a:lnTo>
                <a:lnTo>
                  <a:pt x="7508" y="163713"/>
                </a:lnTo>
                <a:lnTo>
                  <a:pt x="7441" y="163635"/>
                </a:lnTo>
                <a:lnTo>
                  <a:pt x="7375" y="163558"/>
                </a:lnTo>
                <a:lnTo>
                  <a:pt x="7312" y="163483"/>
                </a:lnTo>
                <a:lnTo>
                  <a:pt x="7251" y="163409"/>
                </a:lnTo>
                <a:lnTo>
                  <a:pt x="7193" y="163337"/>
                </a:lnTo>
                <a:lnTo>
                  <a:pt x="7137" y="163267"/>
                </a:lnTo>
                <a:lnTo>
                  <a:pt x="7083" y="163198"/>
                </a:lnTo>
                <a:lnTo>
                  <a:pt x="7031" y="163130"/>
                </a:lnTo>
                <a:lnTo>
                  <a:pt x="6981" y="163064"/>
                </a:lnTo>
                <a:lnTo>
                  <a:pt x="6934" y="163000"/>
                </a:lnTo>
                <a:lnTo>
                  <a:pt x="6889" y="162937"/>
                </a:lnTo>
                <a:lnTo>
                  <a:pt x="6845" y="162876"/>
                </a:lnTo>
                <a:lnTo>
                  <a:pt x="6804" y="162816"/>
                </a:lnTo>
                <a:lnTo>
                  <a:pt x="6765" y="162758"/>
                </a:lnTo>
                <a:lnTo>
                  <a:pt x="6727" y="162701"/>
                </a:lnTo>
                <a:lnTo>
                  <a:pt x="6692" y="162646"/>
                </a:lnTo>
                <a:lnTo>
                  <a:pt x="6658" y="162592"/>
                </a:lnTo>
                <a:lnTo>
                  <a:pt x="6626" y="162540"/>
                </a:lnTo>
                <a:lnTo>
                  <a:pt x="6596" y="162490"/>
                </a:lnTo>
                <a:lnTo>
                  <a:pt x="6568" y="162441"/>
                </a:lnTo>
                <a:lnTo>
                  <a:pt x="6542" y="162393"/>
                </a:lnTo>
                <a:lnTo>
                  <a:pt x="6517" y="162347"/>
                </a:lnTo>
                <a:lnTo>
                  <a:pt x="6494" y="162302"/>
                </a:lnTo>
                <a:lnTo>
                  <a:pt x="6473" y="162261"/>
                </a:lnTo>
                <a:lnTo>
                  <a:pt x="6454" y="162222"/>
                </a:lnTo>
                <a:lnTo>
                  <a:pt x="6437" y="162186"/>
                </a:lnTo>
                <a:lnTo>
                  <a:pt x="6423" y="162153"/>
                </a:lnTo>
                <a:lnTo>
                  <a:pt x="6410" y="162122"/>
                </a:lnTo>
                <a:lnTo>
                  <a:pt x="6399" y="162095"/>
                </a:lnTo>
                <a:lnTo>
                  <a:pt x="6389" y="162070"/>
                </a:lnTo>
                <a:lnTo>
                  <a:pt x="6381" y="162047"/>
                </a:lnTo>
                <a:lnTo>
                  <a:pt x="6375" y="162028"/>
                </a:lnTo>
                <a:lnTo>
                  <a:pt x="6369" y="162011"/>
                </a:lnTo>
                <a:lnTo>
                  <a:pt x="6367" y="162004"/>
                </a:lnTo>
                <a:lnTo>
                  <a:pt x="6369" y="161987"/>
                </a:lnTo>
                <a:lnTo>
                  <a:pt x="6372" y="161964"/>
                </a:lnTo>
                <a:lnTo>
                  <a:pt x="6376" y="161937"/>
                </a:lnTo>
                <a:lnTo>
                  <a:pt x="6380" y="161907"/>
                </a:lnTo>
                <a:lnTo>
                  <a:pt x="6384" y="161872"/>
                </a:lnTo>
                <a:lnTo>
                  <a:pt x="6390" y="161834"/>
                </a:lnTo>
                <a:lnTo>
                  <a:pt x="6396" y="161792"/>
                </a:lnTo>
                <a:lnTo>
                  <a:pt x="6403" y="161746"/>
                </a:lnTo>
                <a:lnTo>
                  <a:pt x="6411" y="161695"/>
                </a:lnTo>
                <a:lnTo>
                  <a:pt x="6419" y="161640"/>
                </a:lnTo>
                <a:lnTo>
                  <a:pt x="6429" y="161581"/>
                </a:lnTo>
                <a:lnTo>
                  <a:pt x="6439" y="161517"/>
                </a:lnTo>
                <a:lnTo>
                  <a:pt x="6451" y="161448"/>
                </a:lnTo>
                <a:lnTo>
                  <a:pt x="6461" y="161387"/>
                </a:lnTo>
                <a:lnTo>
                  <a:pt x="6472" y="161324"/>
                </a:lnTo>
                <a:lnTo>
                  <a:pt x="6483" y="161258"/>
                </a:lnTo>
                <a:lnTo>
                  <a:pt x="6495" y="161191"/>
                </a:lnTo>
                <a:lnTo>
                  <a:pt x="6507" y="161122"/>
                </a:lnTo>
                <a:lnTo>
                  <a:pt x="6520" y="161052"/>
                </a:lnTo>
                <a:lnTo>
                  <a:pt x="6533" y="160979"/>
                </a:lnTo>
                <a:lnTo>
                  <a:pt x="6547" y="160904"/>
                </a:lnTo>
                <a:lnTo>
                  <a:pt x="6561" y="160827"/>
                </a:lnTo>
                <a:lnTo>
                  <a:pt x="6576" y="160748"/>
                </a:lnTo>
                <a:lnTo>
                  <a:pt x="6591" y="160668"/>
                </a:lnTo>
                <a:lnTo>
                  <a:pt x="6607" y="160585"/>
                </a:lnTo>
                <a:lnTo>
                  <a:pt x="6623" y="160500"/>
                </a:lnTo>
                <a:lnTo>
                  <a:pt x="6640" y="160414"/>
                </a:lnTo>
                <a:lnTo>
                  <a:pt x="6657" y="160325"/>
                </a:lnTo>
                <a:lnTo>
                  <a:pt x="6675" y="160235"/>
                </a:lnTo>
                <a:lnTo>
                  <a:pt x="6693" y="160142"/>
                </a:lnTo>
                <a:lnTo>
                  <a:pt x="6712" y="160048"/>
                </a:lnTo>
                <a:lnTo>
                  <a:pt x="6732" y="159951"/>
                </a:lnTo>
                <a:lnTo>
                  <a:pt x="6751" y="159852"/>
                </a:lnTo>
                <a:lnTo>
                  <a:pt x="6772" y="159752"/>
                </a:lnTo>
                <a:lnTo>
                  <a:pt x="6793" y="159649"/>
                </a:lnTo>
                <a:lnTo>
                  <a:pt x="6814" y="159545"/>
                </a:lnTo>
                <a:lnTo>
                  <a:pt x="6836" y="159438"/>
                </a:lnTo>
                <a:lnTo>
                  <a:pt x="6881" y="159219"/>
                </a:lnTo>
                <a:lnTo>
                  <a:pt x="6928" y="158994"/>
                </a:lnTo>
                <a:lnTo>
                  <a:pt x="6977" y="158761"/>
                </a:lnTo>
                <a:lnTo>
                  <a:pt x="7028" y="158521"/>
                </a:lnTo>
                <a:lnTo>
                  <a:pt x="7080" y="158273"/>
                </a:lnTo>
                <a:lnTo>
                  <a:pt x="7135" y="158019"/>
                </a:lnTo>
                <a:lnTo>
                  <a:pt x="7191" y="157757"/>
                </a:lnTo>
                <a:lnTo>
                  <a:pt x="7250" y="157488"/>
                </a:lnTo>
                <a:lnTo>
                  <a:pt x="7310" y="157211"/>
                </a:lnTo>
                <a:lnTo>
                  <a:pt x="7372" y="156928"/>
                </a:lnTo>
                <a:lnTo>
                  <a:pt x="7436" y="156637"/>
                </a:lnTo>
                <a:lnTo>
                  <a:pt x="7503" y="156339"/>
                </a:lnTo>
                <a:lnTo>
                  <a:pt x="7570" y="156033"/>
                </a:lnTo>
                <a:lnTo>
                  <a:pt x="7640" y="155721"/>
                </a:lnTo>
                <a:lnTo>
                  <a:pt x="7712" y="155401"/>
                </a:lnTo>
                <a:lnTo>
                  <a:pt x="7786" y="155074"/>
                </a:lnTo>
                <a:lnTo>
                  <a:pt x="7861" y="154739"/>
                </a:lnTo>
                <a:lnTo>
                  <a:pt x="7939" y="154397"/>
                </a:lnTo>
                <a:lnTo>
                  <a:pt x="8018" y="154048"/>
                </a:lnTo>
                <a:lnTo>
                  <a:pt x="8100" y="153692"/>
                </a:lnTo>
                <a:lnTo>
                  <a:pt x="8183" y="153328"/>
                </a:lnTo>
                <a:lnTo>
                  <a:pt x="8268" y="152957"/>
                </a:lnTo>
                <a:lnTo>
                  <a:pt x="8355" y="152579"/>
                </a:lnTo>
                <a:lnTo>
                  <a:pt x="8444" y="152193"/>
                </a:lnTo>
                <a:lnTo>
                  <a:pt x="8628" y="151401"/>
                </a:lnTo>
                <a:lnTo>
                  <a:pt x="8819" y="150580"/>
                </a:lnTo>
                <a:lnTo>
                  <a:pt x="9018" y="149730"/>
                </a:lnTo>
                <a:lnTo>
                  <a:pt x="9224" y="148852"/>
                </a:lnTo>
                <a:lnTo>
                  <a:pt x="9438" y="147946"/>
                </a:lnTo>
                <a:lnTo>
                  <a:pt x="9660" y="147011"/>
                </a:lnTo>
                <a:lnTo>
                  <a:pt x="9889" y="146047"/>
                </a:lnTo>
                <a:lnTo>
                  <a:pt x="10125" y="145055"/>
                </a:lnTo>
                <a:lnTo>
                  <a:pt x="10369" y="144035"/>
                </a:lnTo>
                <a:lnTo>
                  <a:pt x="10621" y="142986"/>
                </a:lnTo>
                <a:lnTo>
                  <a:pt x="10880" y="141908"/>
                </a:lnTo>
                <a:lnTo>
                  <a:pt x="11146" y="140801"/>
                </a:lnTo>
                <a:lnTo>
                  <a:pt x="11420" y="139667"/>
                </a:lnTo>
                <a:lnTo>
                  <a:pt x="11702" y="138503"/>
                </a:lnTo>
                <a:lnTo>
                  <a:pt x="11991" y="137311"/>
                </a:lnTo>
                <a:lnTo>
                  <a:pt x="12288" y="136090"/>
                </a:lnTo>
                <a:lnTo>
                  <a:pt x="12593" y="134841"/>
                </a:lnTo>
                <a:lnTo>
                  <a:pt x="12905" y="133563"/>
                </a:lnTo>
                <a:lnTo>
                  <a:pt x="13224" y="132257"/>
                </a:lnTo>
                <a:lnTo>
                  <a:pt x="13551" y="130922"/>
                </a:lnTo>
                <a:lnTo>
                  <a:pt x="13886" y="129559"/>
                </a:lnTo>
                <a:lnTo>
                  <a:pt x="14228" y="128166"/>
                </a:lnTo>
                <a:lnTo>
                  <a:pt x="14578" y="126746"/>
                </a:lnTo>
                <a:lnTo>
                  <a:pt x="14935" y="125296"/>
                </a:lnTo>
                <a:lnTo>
                  <a:pt x="15657" y="122370"/>
                </a:lnTo>
                <a:lnTo>
                  <a:pt x="16378" y="119448"/>
                </a:lnTo>
                <a:lnTo>
                  <a:pt x="17098" y="116530"/>
                </a:lnTo>
                <a:lnTo>
                  <a:pt x="17818" y="113616"/>
                </a:lnTo>
                <a:lnTo>
                  <a:pt x="18536" y="110706"/>
                </a:lnTo>
                <a:lnTo>
                  <a:pt x="19254" y="107800"/>
                </a:lnTo>
                <a:lnTo>
                  <a:pt x="19971" y="104898"/>
                </a:lnTo>
                <a:lnTo>
                  <a:pt x="20687" y="102000"/>
                </a:lnTo>
                <a:lnTo>
                  <a:pt x="21403" y="99107"/>
                </a:lnTo>
                <a:lnTo>
                  <a:pt x="22117" y="96217"/>
                </a:lnTo>
                <a:lnTo>
                  <a:pt x="22831" y="93331"/>
                </a:lnTo>
                <a:lnTo>
                  <a:pt x="23544" y="90450"/>
                </a:lnTo>
                <a:lnTo>
                  <a:pt x="24256" y="87572"/>
                </a:lnTo>
                <a:lnTo>
                  <a:pt x="24967" y="84699"/>
                </a:lnTo>
                <a:lnTo>
                  <a:pt x="25678" y="81830"/>
                </a:lnTo>
                <a:lnTo>
                  <a:pt x="26388" y="78965"/>
                </a:lnTo>
                <a:lnTo>
                  <a:pt x="27096" y="76103"/>
                </a:lnTo>
                <a:lnTo>
                  <a:pt x="27805" y="73246"/>
                </a:lnTo>
                <a:lnTo>
                  <a:pt x="28512" y="70393"/>
                </a:lnTo>
                <a:lnTo>
                  <a:pt x="29218" y="67544"/>
                </a:lnTo>
                <a:lnTo>
                  <a:pt x="29924" y="64700"/>
                </a:lnTo>
                <a:lnTo>
                  <a:pt x="30629" y="61859"/>
                </a:lnTo>
                <a:lnTo>
                  <a:pt x="31333" y="59022"/>
                </a:lnTo>
                <a:lnTo>
                  <a:pt x="32033" y="56200"/>
                </a:lnTo>
                <a:lnTo>
                  <a:pt x="40699" y="22239"/>
                </a:lnTo>
                <a:lnTo>
                  <a:pt x="40767" y="21972"/>
                </a:lnTo>
                <a:lnTo>
                  <a:pt x="40788" y="21697"/>
                </a:lnTo>
                <a:lnTo>
                  <a:pt x="40800" y="21534"/>
                </a:lnTo>
                <a:lnTo>
                  <a:pt x="40809" y="21370"/>
                </a:lnTo>
                <a:lnTo>
                  <a:pt x="40816" y="21206"/>
                </a:lnTo>
                <a:lnTo>
                  <a:pt x="40821" y="21040"/>
                </a:lnTo>
                <a:lnTo>
                  <a:pt x="40824" y="20874"/>
                </a:lnTo>
                <a:lnTo>
                  <a:pt x="40823" y="20708"/>
                </a:lnTo>
                <a:lnTo>
                  <a:pt x="40820" y="20540"/>
                </a:lnTo>
                <a:lnTo>
                  <a:pt x="40815" y="20373"/>
                </a:lnTo>
                <a:lnTo>
                  <a:pt x="40806" y="20205"/>
                </a:lnTo>
                <a:lnTo>
                  <a:pt x="40794" y="20037"/>
                </a:lnTo>
                <a:lnTo>
                  <a:pt x="40779" y="19869"/>
                </a:lnTo>
                <a:lnTo>
                  <a:pt x="40761" y="19701"/>
                </a:lnTo>
                <a:lnTo>
                  <a:pt x="40739" y="19533"/>
                </a:lnTo>
                <a:lnTo>
                  <a:pt x="40714" y="19365"/>
                </a:lnTo>
                <a:lnTo>
                  <a:pt x="40685" y="19198"/>
                </a:lnTo>
                <a:lnTo>
                  <a:pt x="40652" y="19030"/>
                </a:lnTo>
                <a:lnTo>
                  <a:pt x="40615" y="18864"/>
                </a:lnTo>
                <a:lnTo>
                  <a:pt x="40575" y="18698"/>
                </a:lnTo>
                <a:lnTo>
                  <a:pt x="40530" y="18532"/>
                </a:lnTo>
                <a:lnTo>
                  <a:pt x="40480" y="18368"/>
                </a:lnTo>
                <a:lnTo>
                  <a:pt x="40427" y="18204"/>
                </a:lnTo>
                <a:lnTo>
                  <a:pt x="40369" y="18041"/>
                </a:lnTo>
                <a:lnTo>
                  <a:pt x="40306" y="17879"/>
                </a:lnTo>
                <a:lnTo>
                  <a:pt x="40238" y="17719"/>
                </a:lnTo>
                <a:lnTo>
                  <a:pt x="40160" y="17547"/>
                </a:lnTo>
                <a:lnTo>
                  <a:pt x="40076" y="17378"/>
                </a:lnTo>
                <a:lnTo>
                  <a:pt x="39988" y="17213"/>
                </a:lnTo>
                <a:lnTo>
                  <a:pt x="39895" y="17052"/>
                </a:lnTo>
                <a:lnTo>
                  <a:pt x="39797" y="16894"/>
                </a:lnTo>
                <a:lnTo>
                  <a:pt x="39694" y="16740"/>
                </a:lnTo>
                <a:lnTo>
                  <a:pt x="39587" y="16591"/>
                </a:lnTo>
                <a:lnTo>
                  <a:pt x="39475" y="16445"/>
                </a:lnTo>
                <a:lnTo>
                  <a:pt x="39358" y="16304"/>
                </a:lnTo>
                <a:lnTo>
                  <a:pt x="39237" y="16167"/>
                </a:lnTo>
                <a:lnTo>
                  <a:pt x="39111" y="16034"/>
                </a:lnTo>
                <a:lnTo>
                  <a:pt x="38981" y="15905"/>
                </a:lnTo>
                <a:lnTo>
                  <a:pt x="38847" y="15781"/>
                </a:lnTo>
                <a:lnTo>
                  <a:pt x="38708" y="15661"/>
                </a:lnTo>
                <a:lnTo>
                  <a:pt x="38565" y="15546"/>
                </a:lnTo>
                <a:lnTo>
                  <a:pt x="38418" y="15435"/>
                </a:lnTo>
                <a:lnTo>
                  <a:pt x="38267" y="15329"/>
                </a:lnTo>
                <a:lnTo>
                  <a:pt x="38111" y="15228"/>
                </a:lnTo>
                <a:lnTo>
                  <a:pt x="37952" y="15132"/>
                </a:lnTo>
                <a:lnTo>
                  <a:pt x="37788" y="15041"/>
                </a:lnTo>
                <a:lnTo>
                  <a:pt x="37621" y="14955"/>
                </a:lnTo>
                <a:lnTo>
                  <a:pt x="37449" y="14874"/>
                </a:lnTo>
                <a:lnTo>
                  <a:pt x="37274" y="14798"/>
                </a:lnTo>
                <a:lnTo>
                  <a:pt x="37095" y="14728"/>
                </a:lnTo>
                <a:lnTo>
                  <a:pt x="36967" y="14681"/>
                </a:lnTo>
                <a:lnTo>
                  <a:pt x="36836" y="14636"/>
                </a:lnTo>
                <a:lnTo>
                  <a:pt x="36701" y="14593"/>
                </a:lnTo>
                <a:lnTo>
                  <a:pt x="36562" y="14550"/>
                </a:lnTo>
                <a:lnTo>
                  <a:pt x="36420" y="14509"/>
                </a:lnTo>
                <a:lnTo>
                  <a:pt x="36273" y="14469"/>
                </a:lnTo>
                <a:lnTo>
                  <a:pt x="36124" y="14430"/>
                </a:lnTo>
                <a:lnTo>
                  <a:pt x="35971" y="14392"/>
                </a:lnTo>
                <a:lnTo>
                  <a:pt x="35815" y="14355"/>
                </a:lnTo>
                <a:lnTo>
                  <a:pt x="35655" y="14319"/>
                </a:lnTo>
                <a:lnTo>
                  <a:pt x="35493" y="14284"/>
                </a:lnTo>
                <a:lnTo>
                  <a:pt x="35328" y="14250"/>
                </a:lnTo>
                <a:lnTo>
                  <a:pt x="35160" y="14217"/>
                </a:lnTo>
                <a:lnTo>
                  <a:pt x="34989" y="14185"/>
                </a:lnTo>
                <a:lnTo>
                  <a:pt x="34816" y="14154"/>
                </a:lnTo>
                <a:lnTo>
                  <a:pt x="34641" y="14124"/>
                </a:lnTo>
                <a:lnTo>
                  <a:pt x="34463" y="14094"/>
                </a:lnTo>
                <a:lnTo>
                  <a:pt x="34282" y="14065"/>
                </a:lnTo>
                <a:lnTo>
                  <a:pt x="34100" y="14037"/>
                </a:lnTo>
                <a:lnTo>
                  <a:pt x="33916" y="14010"/>
                </a:lnTo>
                <a:lnTo>
                  <a:pt x="33730" y="13983"/>
                </a:lnTo>
                <a:lnTo>
                  <a:pt x="33542" y="13957"/>
                </a:lnTo>
                <a:lnTo>
                  <a:pt x="33352" y="13932"/>
                </a:lnTo>
                <a:lnTo>
                  <a:pt x="33161" y="13907"/>
                </a:lnTo>
                <a:lnTo>
                  <a:pt x="32957" y="13881"/>
                </a:lnTo>
                <a:lnTo>
                  <a:pt x="32748" y="13855"/>
                </a:lnTo>
                <a:lnTo>
                  <a:pt x="32535" y="13830"/>
                </a:lnTo>
                <a:lnTo>
                  <a:pt x="32318" y="13805"/>
                </a:lnTo>
                <a:lnTo>
                  <a:pt x="32096" y="13781"/>
                </a:lnTo>
                <a:lnTo>
                  <a:pt x="31869" y="13756"/>
                </a:lnTo>
                <a:lnTo>
                  <a:pt x="31638" y="13732"/>
                </a:lnTo>
                <a:lnTo>
                  <a:pt x="31403" y="13708"/>
                </a:lnTo>
                <a:lnTo>
                  <a:pt x="31164" y="13685"/>
                </a:lnTo>
                <a:lnTo>
                  <a:pt x="30919" y="13661"/>
                </a:lnTo>
                <a:lnTo>
                  <a:pt x="30671" y="13638"/>
                </a:lnTo>
                <a:lnTo>
                  <a:pt x="30418" y="13615"/>
                </a:lnTo>
                <a:lnTo>
                  <a:pt x="30161" y="13593"/>
                </a:lnTo>
                <a:lnTo>
                  <a:pt x="29899" y="13570"/>
                </a:lnTo>
                <a:lnTo>
                  <a:pt x="29634" y="13548"/>
                </a:lnTo>
                <a:lnTo>
                  <a:pt x="29363" y="13526"/>
                </a:lnTo>
                <a:lnTo>
                  <a:pt x="29089" y="13505"/>
                </a:lnTo>
                <a:lnTo>
                  <a:pt x="28810" y="13483"/>
                </a:lnTo>
                <a:lnTo>
                  <a:pt x="28527" y="13462"/>
                </a:lnTo>
                <a:lnTo>
                  <a:pt x="28239" y="13441"/>
                </a:lnTo>
                <a:lnTo>
                  <a:pt x="27947" y="13421"/>
                </a:lnTo>
                <a:lnTo>
                  <a:pt x="27651" y="13400"/>
                </a:lnTo>
                <a:lnTo>
                  <a:pt x="27351" y="13380"/>
                </a:lnTo>
                <a:lnTo>
                  <a:pt x="27046" y="13360"/>
                </a:lnTo>
                <a:lnTo>
                  <a:pt x="26944" y="13354"/>
                </a:lnTo>
                <a:lnTo>
                  <a:pt x="26841" y="13354"/>
                </a:lnTo>
                <a:lnTo>
                  <a:pt x="25670" y="13354"/>
                </a:lnTo>
                <a:lnTo>
                  <a:pt x="25670" y="13354"/>
                </a:lnTo>
                <a:lnTo>
                  <a:pt x="25669" y="13354"/>
                </a:lnTo>
                <a:lnTo>
                  <a:pt x="25669" y="13354"/>
                </a:lnTo>
                <a:lnTo>
                  <a:pt x="25669" y="13354"/>
                </a:lnTo>
                <a:lnTo>
                  <a:pt x="25668" y="13354"/>
                </a:lnTo>
                <a:lnTo>
                  <a:pt x="25668" y="13354"/>
                </a:lnTo>
                <a:lnTo>
                  <a:pt x="25667" y="13354"/>
                </a:lnTo>
                <a:lnTo>
                  <a:pt x="25667" y="13354"/>
                </a:lnTo>
                <a:lnTo>
                  <a:pt x="25667" y="13354"/>
                </a:lnTo>
                <a:lnTo>
                  <a:pt x="25666" y="13354"/>
                </a:lnTo>
                <a:lnTo>
                  <a:pt x="25666" y="13354"/>
                </a:lnTo>
                <a:lnTo>
                  <a:pt x="25666" y="13354"/>
                </a:lnTo>
                <a:lnTo>
                  <a:pt x="25665" y="13354"/>
                </a:lnTo>
                <a:lnTo>
                  <a:pt x="25665" y="13354"/>
                </a:lnTo>
                <a:lnTo>
                  <a:pt x="25664" y="13354"/>
                </a:lnTo>
                <a:lnTo>
                  <a:pt x="25664" y="13354"/>
                </a:lnTo>
                <a:lnTo>
                  <a:pt x="25664" y="13354"/>
                </a:lnTo>
                <a:lnTo>
                  <a:pt x="25663" y="13354"/>
                </a:lnTo>
                <a:lnTo>
                  <a:pt x="25663" y="13354"/>
                </a:lnTo>
                <a:lnTo>
                  <a:pt x="25662" y="13354"/>
                </a:lnTo>
                <a:lnTo>
                  <a:pt x="25662" y="13354"/>
                </a:lnTo>
                <a:lnTo>
                  <a:pt x="25662" y="13354"/>
                </a:lnTo>
                <a:lnTo>
                  <a:pt x="25661" y="13354"/>
                </a:lnTo>
                <a:lnTo>
                  <a:pt x="25661" y="13354"/>
                </a:lnTo>
                <a:lnTo>
                  <a:pt x="25661" y="13354"/>
                </a:lnTo>
                <a:lnTo>
                  <a:pt x="25660" y="13354"/>
                </a:lnTo>
                <a:lnTo>
                  <a:pt x="25660" y="13354"/>
                </a:lnTo>
                <a:lnTo>
                  <a:pt x="25659" y="13354"/>
                </a:lnTo>
                <a:lnTo>
                  <a:pt x="25659" y="13354"/>
                </a:lnTo>
                <a:lnTo>
                  <a:pt x="25659" y="13354"/>
                </a:lnTo>
                <a:lnTo>
                  <a:pt x="25658" y="13354"/>
                </a:lnTo>
                <a:lnTo>
                  <a:pt x="25658" y="13354"/>
                </a:lnTo>
                <a:lnTo>
                  <a:pt x="25658" y="13354"/>
                </a:lnTo>
                <a:lnTo>
                  <a:pt x="25657" y="13354"/>
                </a:lnTo>
                <a:lnTo>
                  <a:pt x="25657" y="13354"/>
                </a:lnTo>
                <a:lnTo>
                  <a:pt x="25656" y="13354"/>
                </a:lnTo>
                <a:lnTo>
                  <a:pt x="25656" y="13354"/>
                </a:lnTo>
                <a:lnTo>
                  <a:pt x="25656" y="13354"/>
                </a:lnTo>
                <a:lnTo>
                  <a:pt x="25655" y="13354"/>
                </a:lnTo>
                <a:lnTo>
                  <a:pt x="25655" y="13354"/>
                </a:lnTo>
                <a:lnTo>
                  <a:pt x="25654" y="13354"/>
                </a:lnTo>
                <a:lnTo>
                  <a:pt x="25654" y="13354"/>
                </a:lnTo>
                <a:lnTo>
                  <a:pt x="25654" y="13354"/>
                </a:lnTo>
                <a:lnTo>
                  <a:pt x="25653" y="13354"/>
                </a:lnTo>
                <a:lnTo>
                  <a:pt x="25653" y="13354"/>
                </a:lnTo>
                <a:lnTo>
                  <a:pt x="25653" y="13354"/>
                </a:lnTo>
                <a:lnTo>
                  <a:pt x="25652" y="13354"/>
                </a:lnTo>
                <a:lnTo>
                  <a:pt x="25652" y="13354"/>
                </a:lnTo>
                <a:lnTo>
                  <a:pt x="25651" y="13354"/>
                </a:lnTo>
                <a:lnTo>
                  <a:pt x="25651" y="13354"/>
                </a:lnTo>
                <a:lnTo>
                  <a:pt x="25651" y="13354"/>
                </a:lnTo>
                <a:lnTo>
                  <a:pt x="25650" y="13354"/>
                </a:lnTo>
                <a:lnTo>
                  <a:pt x="25650" y="13354"/>
                </a:lnTo>
                <a:lnTo>
                  <a:pt x="25650" y="13354"/>
                </a:lnTo>
                <a:lnTo>
                  <a:pt x="25649" y="13354"/>
                </a:lnTo>
                <a:lnTo>
                  <a:pt x="25649" y="13354"/>
                </a:lnTo>
                <a:lnTo>
                  <a:pt x="25648" y="13354"/>
                </a:lnTo>
                <a:lnTo>
                  <a:pt x="25648" y="13354"/>
                </a:lnTo>
                <a:lnTo>
                  <a:pt x="25648" y="13354"/>
                </a:lnTo>
                <a:lnTo>
                  <a:pt x="25647" y="13354"/>
                </a:lnTo>
                <a:lnTo>
                  <a:pt x="25647" y="13354"/>
                </a:lnTo>
                <a:lnTo>
                  <a:pt x="25647" y="13354"/>
                </a:lnTo>
                <a:lnTo>
                  <a:pt x="25646" y="13354"/>
                </a:lnTo>
                <a:lnTo>
                  <a:pt x="25646" y="13354"/>
                </a:lnTo>
                <a:lnTo>
                  <a:pt x="25645" y="13354"/>
                </a:lnTo>
                <a:lnTo>
                  <a:pt x="25645" y="13354"/>
                </a:lnTo>
                <a:lnTo>
                  <a:pt x="25645" y="13354"/>
                </a:lnTo>
                <a:lnTo>
                  <a:pt x="25644" y="13354"/>
                </a:lnTo>
                <a:lnTo>
                  <a:pt x="25644" y="13354"/>
                </a:lnTo>
                <a:lnTo>
                  <a:pt x="25643" y="13354"/>
                </a:lnTo>
                <a:lnTo>
                  <a:pt x="25643" y="13354"/>
                </a:lnTo>
                <a:lnTo>
                  <a:pt x="25643" y="13354"/>
                </a:lnTo>
                <a:lnTo>
                  <a:pt x="25642" y="13354"/>
                </a:lnTo>
                <a:lnTo>
                  <a:pt x="25642" y="13354"/>
                </a:lnTo>
                <a:lnTo>
                  <a:pt x="25642" y="13354"/>
                </a:lnTo>
                <a:lnTo>
                  <a:pt x="25641" y="13354"/>
                </a:lnTo>
                <a:lnTo>
                  <a:pt x="25641" y="13354"/>
                </a:lnTo>
                <a:lnTo>
                  <a:pt x="25640" y="13354"/>
                </a:lnTo>
                <a:lnTo>
                  <a:pt x="25640" y="13354"/>
                </a:lnTo>
                <a:lnTo>
                  <a:pt x="25640" y="13354"/>
                </a:lnTo>
                <a:lnTo>
                  <a:pt x="25639" y="13354"/>
                </a:lnTo>
                <a:lnTo>
                  <a:pt x="25639" y="13354"/>
                </a:lnTo>
                <a:lnTo>
                  <a:pt x="25639" y="13354"/>
                </a:lnTo>
                <a:lnTo>
                  <a:pt x="25638" y="13354"/>
                </a:lnTo>
                <a:lnTo>
                  <a:pt x="25638" y="13354"/>
                </a:lnTo>
                <a:lnTo>
                  <a:pt x="25637" y="13354"/>
                </a:lnTo>
                <a:lnTo>
                  <a:pt x="25637" y="13354"/>
                </a:lnTo>
                <a:lnTo>
                  <a:pt x="25637" y="13354"/>
                </a:lnTo>
                <a:lnTo>
                  <a:pt x="25636" y="13354"/>
                </a:lnTo>
                <a:lnTo>
                  <a:pt x="25636" y="13354"/>
                </a:lnTo>
                <a:lnTo>
                  <a:pt x="25635" y="13354"/>
                </a:lnTo>
                <a:lnTo>
                  <a:pt x="25635" y="13354"/>
                </a:lnTo>
                <a:lnTo>
                  <a:pt x="25635" y="13354"/>
                </a:lnTo>
                <a:lnTo>
                  <a:pt x="25634" y="13354"/>
                </a:lnTo>
                <a:lnTo>
                  <a:pt x="25634" y="13354"/>
                </a:lnTo>
                <a:lnTo>
                  <a:pt x="25634" y="13354"/>
                </a:lnTo>
                <a:lnTo>
                  <a:pt x="25633" y="13354"/>
                </a:lnTo>
                <a:lnTo>
                  <a:pt x="25633" y="13354"/>
                </a:lnTo>
                <a:lnTo>
                  <a:pt x="25632" y="13354"/>
                </a:lnTo>
                <a:lnTo>
                  <a:pt x="25632" y="13354"/>
                </a:lnTo>
                <a:lnTo>
                  <a:pt x="25632" y="13354"/>
                </a:lnTo>
                <a:lnTo>
                  <a:pt x="25631" y="13354"/>
                </a:lnTo>
                <a:lnTo>
                  <a:pt x="25631" y="13354"/>
                </a:lnTo>
                <a:lnTo>
                  <a:pt x="25631" y="13354"/>
                </a:lnTo>
                <a:lnTo>
                  <a:pt x="25630" y="13354"/>
                </a:lnTo>
                <a:lnTo>
                  <a:pt x="25630" y="13354"/>
                </a:lnTo>
                <a:lnTo>
                  <a:pt x="25629" y="13354"/>
                </a:lnTo>
                <a:lnTo>
                  <a:pt x="25629" y="13354"/>
                </a:lnTo>
                <a:lnTo>
                  <a:pt x="25629" y="13354"/>
                </a:lnTo>
                <a:lnTo>
                  <a:pt x="25628" y="13354"/>
                </a:lnTo>
                <a:lnTo>
                  <a:pt x="25628" y="13354"/>
                </a:lnTo>
                <a:lnTo>
                  <a:pt x="25628" y="13354"/>
                </a:lnTo>
                <a:lnTo>
                  <a:pt x="25627" y="13354"/>
                </a:lnTo>
                <a:lnTo>
                  <a:pt x="25627" y="13354"/>
                </a:lnTo>
                <a:lnTo>
                  <a:pt x="25626" y="13354"/>
                </a:lnTo>
                <a:lnTo>
                  <a:pt x="25626" y="13354"/>
                </a:lnTo>
                <a:lnTo>
                  <a:pt x="25626" y="13354"/>
                </a:lnTo>
                <a:lnTo>
                  <a:pt x="25625" y="13354"/>
                </a:lnTo>
                <a:lnTo>
                  <a:pt x="25625" y="13354"/>
                </a:lnTo>
                <a:lnTo>
                  <a:pt x="25625" y="13354"/>
                </a:lnTo>
                <a:lnTo>
                  <a:pt x="25624" y="13354"/>
                </a:lnTo>
                <a:lnTo>
                  <a:pt x="25624" y="13354"/>
                </a:lnTo>
                <a:lnTo>
                  <a:pt x="25623" y="13354"/>
                </a:lnTo>
                <a:lnTo>
                  <a:pt x="25623" y="13354"/>
                </a:lnTo>
                <a:lnTo>
                  <a:pt x="25623" y="13354"/>
                </a:lnTo>
                <a:lnTo>
                  <a:pt x="25622" y="13354"/>
                </a:lnTo>
                <a:lnTo>
                  <a:pt x="25622" y="13354"/>
                </a:lnTo>
                <a:lnTo>
                  <a:pt x="25621" y="13354"/>
                </a:lnTo>
                <a:lnTo>
                  <a:pt x="25621" y="13354"/>
                </a:lnTo>
                <a:lnTo>
                  <a:pt x="25621" y="13354"/>
                </a:lnTo>
                <a:lnTo>
                  <a:pt x="25620" y="13354"/>
                </a:lnTo>
                <a:lnTo>
                  <a:pt x="25620" y="13354"/>
                </a:lnTo>
                <a:lnTo>
                  <a:pt x="25620" y="13354"/>
                </a:lnTo>
                <a:lnTo>
                  <a:pt x="25619" y="13354"/>
                </a:lnTo>
                <a:lnTo>
                  <a:pt x="25619" y="13354"/>
                </a:lnTo>
                <a:lnTo>
                  <a:pt x="25618" y="13354"/>
                </a:lnTo>
                <a:lnTo>
                  <a:pt x="25618" y="13354"/>
                </a:lnTo>
                <a:lnTo>
                  <a:pt x="25618" y="13354"/>
                </a:lnTo>
                <a:lnTo>
                  <a:pt x="25617" y="13354"/>
                </a:lnTo>
                <a:lnTo>
                  <a:pt x="25617" y="13354"/>
                </a:lnTo>
                <a:lnTo>
                  <a:pt x="25617" y="13354"/>
                </a:lnTo>
                <a:lnTo>
                  <a:pt x="25616" y="13354"/>
                </a:lnTo>
                <a:lnTo>
                  <a:pt x="25616" y="13354"/>
                </a:lnTo>
                <a:lnTo>
                  <a:pt x="25615" y="13354"/>
                </a:lnTo>
                <a:lnTo>
                  <a:pt x="25615" y="13354"/>
                </a:lnTo>
                <a:lnTo>
                  <a:pt x="25615" y="13354"/>
                </a:lnTo>
                <a:lnTo>
                  <a:pt x="25614" y="13354"/>
                </a:lnTo>
                <a:lnTo>
                  <a:pt x="25614" y="13354"/>
                </a:lnTo>
                <a:lnTo>
                  <a:pt x="25614" y="13354"/>
                </a:lnTo>
                <a:lnTo>
                  <a:pt x="25613" y="13354"/>
                </a:lnTo>
                <a:lnTo>
                  <a:pt x="25613" y="13354"/>
                </a:lnTo>
                <a:lnTo>
                  <a:pt x="25612" y="13354"/>
                </a:lnTo>
                <a:lnTo>
                  <a:pt x="25612" y="13354"/>
                </a:lnTo>
                <a:lnTo>
                  <a:pt x="25612" y="13354"/>
                </a:lnTo>
                <a:lnTo>
                  <a:pt x="25611" y="13354"/>
                </a:lnTo>
                <a:lnTo>
                  <a:pt x="25611" y="13354"/>
                </a:lnTo>
                <a:lnTo>
                  <a:pt x="25611" y="13354"/>
                </a:lnTo>
                <a:lnTo>
                  <a:pt x="25610" y="13354"/>
                </a:lnTo>
                <a:lnTo>
                  <a:pt x="25610" y="13354"/>
                </a:lnTo>
                <a:lnTo>
                  <a:pt x="25609" y="13354"/>
                </a:lnTo>
                <a:lnTo>
                  <a:pt x="25609" y="13354"/>
                </a:lnTo>
                <a:lnTo>
                  <a:pt x="25609" y="13354"/>
                </a:lnTo>
                <a:lnTo>
                  <a:pt x="25608" y="13354"/>
                </a:lnTo>
                <a:lnTo>
                  <a:pt x="25608" y="13354"/>
                </a:lnTo>
                <a:lnTo>
                  <a:pt x="25607" y="13354"/>
                </a:lnTo>
                <a:lnTo>
                  <a:pt x="25607" y="13354"/>
                </a:lnTo>
                <a:lnTo>
                  <a:pt x="25607" y="13354"/>
                </a:lnTo>
                <a:lnTo>
                  <a:pt x="25606" y="13354"/>
                </a:lnTo>
                <a:lnTo>
                  <a:pt x="25606" y="13354"/>
                </a:lnTo>
                <a:lnTo>
                  <a:pt x="25606" y="13354"/>
                </a:lnTo>
                <a:lnTo>
                  <a:pt x="25605" y="13354"/>
                </a:lnTo>
                <a:lnTo>
                  <a:pt x="25605" y="13354"/>
                </a:lnTo>
                <a:lnTo>
                  <a:pt x="25604" y="13354"/>
                </a:lnTo>
                <a:lnTo>
                  <a:pt x="25604" y="13354"/>
                </a:lnTo>
                <a:lnTo>
                  <a:pt x="25604" y="13354"/>
                </a:lnTo>
                <a:lnTo>
                  <a:pt x="25603" y="13354"/>
                </a:lnTo>
                <a:lnTo>
                  <a:pt x="25603" y="13354"/>
                </a:lnTo>
                <a:lnTo>
                  <a:pt x="25603" y="13354"/>
                </a:lnTo>
                <a:lnTo>
                  <a:pt x="25602" y="13354"/>
                </a:lnTo>
                <a:lnTo>
                  <a:pt x="25602" y="13354"/>
                </a:lnTo>
                <a:lnTo>
                  <a:pt x="25601" y="13354"/>
                </a:lnTo>
                <a:lnTo>
                  <a:pt x="25601" y="13354"/>
                </a:lnTo>
                <a:lnTo>
                  <a:pt x="25601" y="13354"/>
                </a:lnTo>
                <a:lnTo>
                  <a:pt x="25600" y="13354"/>
                </a:lnTo>
                <a:lnTo>
                  <a:pt x="25600" y="13354"/>
                </a:lnTo>
                <a:lnTo>
                  <a:pt x="25600" y="13354"/>
                </a:lnTo>
                <a:lnTo>
                  <a:pt x="25599" y="13354"/>
                </a:lnTo>
                <a:lnTo>
                  <a:pt x="25599" y="13354"/>
                </a:lnTo>
                <a:lnTo>
                  <a:pt x="25598" y="13354"/>
                </a:lnTo>
                <a:lnTo>
                  <a:pt x="25598" y="13354"/>
                </a:lnTo>
                <a:lnTo>
                  <a:pt x="25598" y="13354"/>
                </a:lnTo>
                <a:lnTo>
                  <a:pt x="25597" y="13354"/>
                </a:lnTo>
                <a:lnTo>
                  <a:pt x="25597" y="13354"/>
                </a:lnTo>
                <a:lnTo>
                  <a:pt x="25597" y="13354"/>
                </a:lnTo>
                <a:lnTo>
                  <a:pt x="25596" y="13354"/>
                </a:lnTo>
                <a:lnTo>
                  <a:pt x="25596" y="13354"/>
                </a:lnTo>
                <a:lnTo>
                  <a:pt x="25595" y="13354"/>
                </a:lnTo>
                <a:lnTo>
                  <a:pt x="25595" y="13354"/>
                </a:lnTo>
                <a:lnTo>
                  <a:pt x="25595" y="13354"/>
                </a:lnTo>
                <a:lnTo>
                  <a:pt x="25594" y="13354"/>
                </a:lnTo>
                <a:lnTo>
                  <a:pt x="25594" y="13354"/>
                </a:lnTo>
                <a:lnTo>
                  <a:pt x="25594" y="13354"/>
                </a:lnTo>
                <a:lnTo>
                  <a:pt x="25593" y="13354"/>
                </a:lnTo>
                <a:lnTo>
                  <a:pt x="25593" y="13354"/>
                </a:lnTo>
                <a:lnTo>
                  <a:pt x="25592" y="13354"/>
                </a:lnTo>
                <a:lnTo>
                  <a:pt x="25592" y="13354"/>
                </a:lnTo>
                <a:lnTo>
                  <a:pt x="25592" y="13354"/>
                </a:lnTo>
                <a:lnTo>
                  <a:pt x="25591" y="13354"/>
                </a:lnTo>
                <a:lnTo>
                  <a:pt x="25591" y="13354"/>
                </a:lnTo>
                <a:lnTo>
                  <a:pt x="25591" y="13354"/>
                </a:lnTo>
                <a:lnTo>
                  <a:pt x="25590" y="13354"/>
                </a:lnTo>
                <a:lnTo>
                  <a:pt x="25590" y="13354"/>
                </a:lnTo>
                <a:lnTo>
                  <a:pt x="25589" y="13354"/>
                </a:lnTo>
                <a:lnTo>
                  <a:pt x="25589" y="13354"/>
                </a:lnTo>
                <a:lnTo>
                  <a:pt x="25589" y="13354"/>
                </a:lnTo>
                <a:lnTo>
                  <a:pt x="25588" y="13354"/>
                </a:lnTo>
                <a:lnTo>
                  <a:pt x="25588" y="13354"/>
                </a:lnTo>
                <a:lnTo>
                  <a:pt x="25587" y="13354"/>
                </a:lnTo>
                <a:lnTo>
                  <a:pt x="25587" y="13354"/>
                </a:lnTo>
                <a:lnTo>
                  <a:pt x="25587" y="13354"/>
                </a:lnTo>
                <a:lnTo>
                  <a:pt x="25586" y="13354"/>
                </a:lnTo>
                <a:lnTo>
                  <a:pt x="25586" y="13354"/>
                </a:lnTo>
                <a:lnTo>
                  <a:pt x="25586" y="13354"/>
                </a:lnTo>
                <a:lnTo>
                  <a:pt x="25585" y="13354"/>
                </a:lnTo>
                <a:lnTo>
                  <a:pt x="25585" y="13354"/>
                </a:lnTo>
                <a:lnTo>
                  <a:pt x="25584" y="13354"/>
                </a:lnTo>
                <a:lnTo>
                  <a:pt x="25584" y="13354"/>
                </a:lnTo>
                <a:lnTo>
                  <a:pt x="25584" y="13354"/>
                </a:lnTo>
                <a:lnTo>
                  <a:pt x="25583" y="13354"/>
                </a:lnTo>
                <a:lnTo>
                  <a:pt x="25583" y="13354"/>
                </a:lnTo>
                <a:lnTo>
                  <a:pt x="25583" y="13354"/>
                </a:lnTo>
                <a:lnTo>
                  <a:pt x="25582" y="13354"/>
                </a:lnTo>
                <a:lnTo>
                  <a:pt x="25582" y="13354"/>
                </a:lnTo>
                <a:lnTo>
                  <a:pt x="25581" y="13354"/>
                </a:lnTo>
                <a:lnTo>
                  <a:pt x="25581" y="13354"/>
                </a:lnTo>
                <a:lnTo>
                  <a:pt x="25581" y="13354"/>
                </a:lnTo>
                <a:lnTo>
                  <a:pt x="25580" y="13354"/>
                </a:lnTo>
                <a:lnTo>
                  <a:pt x="25580" y="13354"/>
                </a:lnTo>
                <a:lnTo>
                  <a:pt x="25580" y="13354"/>
                </a:lnTo>
                <a:lnTo>
                  <a:pt x="25579" y="13354"/>
                </a:lnTo>
                <a:lnTo>
                  <a:pt x="25579" y="13354"/>
                </a:lnTo>
                <a:lnTo>
                  <a:pt x="25578" y="13354"/>
                </a:lnTo>
                <a:lnTo>
                  <a:pt x="25578" y="13354"/>
                </a:lnTo>
                <a:lnTo>
                  <a:pt x="25578" y="13354"/>
                </a:lnTo>
                <a:lnTo>
                  <a:pt x="25577" y="13354"/>
                </a:lnTo>
                <a:lnTo>
                  <a:pt x="25577" y="13354"/>
                </a:lnTo>
                <a:lnTo>
                  <a:pt x="25577" y="13354"/>
                </a:lnTo>
                <a:lnTo>
                  <a:pt x="25576" y="13354"/>
                </a:lnTo>
                <a:lnTo>
                  <a:pt x="25576" y="13354"/>
                </a:lnTo>
                <a:lnTo>
                  <a:pt x="25575" y="13354"/>
                </a:lnTo>
                <a:lnTo>
                  <a:pt x="25575" y="13354"/>
                </a:lnTo>
                <a:lnTo>
                  <a:pt x="25575" y="13354"/>
                </a:lnTo>
                <a:lnTo>
                  <a:pt x="25574" y="13354"/>
                </a:lnTo>
                <a:lnTo>
                  <a:pt x="25574" y="13354"/>
                </a:lnTo>
                <a:lnTo>
                  <a:pt x="25574" y="13354"/>
                </a:lnTo>
                <a:lnTo>
                  <a:pt x="25573" y="13354"/>
                </a:lnTo>
                <a:lnTo>
                  <a:pt x="25573" y="13354"/>
                </a:lnTo>
                <a:lnTo>
                  <a:pt x="25572" y="13354"/>
                </a:lnTo>
                <a:lnTo>
                  <a:pt x="25572" y="13354"/>
                </a:lnTo>
                <a:lnTo>
                  <a:pt x="25572" y="13354"/>
                </a:lnTo>
                <a:lnTo>
                  <a:pt x="25571" y="13354"/>
                </a:lnTo>
                <a:lnTo>
                  <a:pt x="25571" y="13354"/>
                </a:lnTo>
                <a:lnTo>
                  <a:pt x="25571" y="13354"/>
                </a:lnTo>
                <a:lnTo>
                  <a:pt x="25570" y="13354"/>
                </a:lnTo>
                <a:lnTo>
                  <a:pt x="25570" y="13354"/>
                </a:lnTo>
                <a:lnTo>
                  <a:pt x="25569" y="13354"/>
                </a:lnTo>
                <a:lnTo>
                  <a:pt x="25569" y="13354"/>
                </a:lnTo>
                <a:lnTo>
                  <a:pt x="25569" y="13354"/>
                </a:lnTo>
                <a:lnTo>
                  <a:pt x="25568" y="13354"/>
                </a:lnTo>
                <a:lnTo>
                  <a:pt x="25568" y="13354"/>
                </a:lnTo>
                <a:lnTo>
                  <a:pt x="25568" y="13354"/>
                </a:lnTo>
                <a:lnTo>
                  <a:pt x="25567" y="13354"/>
                </a:lnTo>
                <a:lnTo>
                  <a:pt x="25567" y="13354"/>
                </a:lnTo>
                <a:lnTo>
                  <a:pt x="25566" y="13354"/>
                </a:lnTo>
                <a:lnTo>
                  <a:pt x="25566" y="13354"/>
                </a:lnTo>
                <a:lnTo>
                  <a:pt x="25566" y="13354"/>
                </a:lnTo>
                <a:lnTo>
                  <a:pt x="25565" y="13354"/>
                </a:lnTo>
                <a:lnTo>
                  <a:pt x="25565" y="13354"/>
                </a:lnTo>
                <a:lnTo>
                  <a:pt x="25565" y="13354"/>
                </a:lnTo>
                <a:lnTo>
                  <a:pt x="25564" y="13354"/>
                </a:lnTo>
                <a:lnTo>
                  <a:pt x="25564" y="13354"/>
                </a:lnTo>
                <a:lnTo>
                  <a:pt x="25563" y="13354"/>
                </a:lnTo>
                <a:lnTo>
                  <a:pt x="25563" y="13354"/>
                </a:lnTo>
                <a:lnTo>
                  <a:pt x="25563" y="13354"/>
                </a:lnTo>
                <a:lnTo>
                  <a:pt x="25562" y="13354"/>
                </a:lnTo>
                <a:lnTo>
                  <a:pt x="25562" y="13354"/>
                </a:lnTo>
                <a:lnTo>
                  <a:pt x="25562" y="13354"/>
                </a:lnTo>
                <a:lnTo>
                  <a:pt x="25561" y="13354"/>
                </a:lnTo>
                <a:lnTo>
                  <a:pt x="25561" y="13354"/>
                </a:lnTo>
                <a:lnTo>
                  <a:pt x="25560" y="13354"/>
                </a:lnTo>
                <a:lnTo>
                  <a:pt x="25560" y="13354"/>
                </a:lnTo>
                <a:lnTo>
                  <a:pt x="25560" y="13354"/>
                </a:lnTo>
                <a:lnTo>
                  <a:pt x="25559" y="13354"/>
                </a:lnTo>
                <a:lnTo>
                  <a:pt x="25559" y="13354"/>
                </a:lnTo>
                <a:lnTo>
                  <a:pt x="25559" y="13354"/>
                </a:lnTo>
                <a:lnTo>
                  <a:pt x="25558" y="13354"/>
                </a:lnTo>
                <a:lnTo>
                  <a:pt x="25558" y="13354"/>
                </a:lnTo>
                <a:lnTo>
                  <a:pt x="25557" y="13354"/>
                </a:lnTo>
                <a:lnTo>
                  <a:pt x="25557" y="13354"/>
                </a:lnTo>
                <a:lnTo>
                  <a:pt x="25557" y="13354"/>
                </a:lnTo>
                <a:lnTo>
                  <a:pt x="25556" y="13354"/>
                </a:lnTo>
                <a:lnTo>
                  <a:pt x="25556" y="13354"/>
                </a:lnTo>
                <a:lnTo>
                  <a:pt x="25556" y="13354"/>
                </a:lnTo>
                <a:lnTo>
                  <a:pt x="25555" y="13354"/>
                </a:lnTo>
                <a:lnTo>
                  <a:pt x="25555" y="13354"/>
                </a:lnTo>
                <a:lnTo>
                  <a:pt x="25554" y="13354"/>
                </a:lnTo>
                <a:lnTo>
                  <a:pt x="25554" y="13354"/>
                </a:lnTo>
                <a:lnTo>
                  <a:pt x="25554" y="13354"/>
                </a:lnTo>
                <a:lnTo>
                  <a:pt x="25553" y="13354"/>
                </a:lnTo>
                <a:lnTo>
                  <a:pt x="25553" y="13354"/>
                </a:lnTo>
                <a:lnTo>
                  <a:pt x="25553" y="13354"/>
                </a:lnTo>
                <a:lnTo>
                  <a:pt x="25552" y="13354"/>
                </a:lnTo>
                <a:lnTo>
                  <a:pt x="25552" y="13354"/>
                </a:lnTo>
                <a:lnTo>
                  <a:pt x="25551" y="13354"/>
                </a:lnTo>
                <a:lnTo>
                  <a:pt x="25551" y="13354"/>
                </a:lnTo>
                <a:lnTo>
                  <a:pt x="25551" y="13354"/>
                </a:lnTo>
                <a:lnTo>
                  <a:pt x="25550" y="13354"/>
                </a:lnTo>
                <a:lnTo>
                  <a:pt x="25550" y="13354"/>
                </a:lnTo>
                <a:lnTo>
                  <a:pt x="25550" y="13354"/>
                </a:lnTo>
                <a:lnTo>
                  <a:pt x="25549" y="13354"/>
                </a:lnTo>
                <a:lnTo>
                  <a:pt x="25549" y="13354"/>
                </a:lnTo>
                <a:lnTo>
                  <a:pt x="25548" y="13354"/>
                </a:lnTo>
                <a:lnTo>
                  <a:pt x="25548" y="13354"/>
                </a:lnTo>
                <a:lnTo>
                  <a:pt x="25548" y="13354"/>
                </a:lnTo>
                <a:lnTo>
                  <a:pt x="25547" y="13354"/>
                </a:lnTo>
                <a:lnTo>
                  <a:pt x="25547" y="13354"/>
                </a:lnTo>
                <a:lnTo>
                  <a:pt x="25547" y="13354"/>
                </a:lnTo>
                <a:lnTo>
                  <a:pt x="25546" y="13354"/>
                </a:lnTo>
                <a:lnTo>
                  <a:pt x="25546" y="13354"/>
                </a:lnTo>
                <a:lnTo>
                  <a:pt x="25545" y="13354"/>
                </a:lnTo>
                <a:lnTo>
                  <a:pt x="25545" y="13354"/>
                </a:lnTo>
                <a:lnTo>
                  <a:pt x="25545" y="13354"/>
                </a:lnTo>
                <a:lnTo>
                  <a:pt x="25544" y="13354"/>
                </a:lnTo>
                <a:lnTo>
                  <a:pt x="25544" y="13354"/>
                </a:lnTo>
                <a:lnTo>
                  <a:pt x="25544" y="13354"/>
                </a:lnTo>
                <a:lnTo>
                  <a:pt x="25543" y="13354"/>
                </a:lnTo>
                <a:lnTo>
                  <a:pt x="25543" y="13354"/>
                </a:lnTo>
                <a:lnTo>
                  <a:pt x="25542" y="13354"/>
                </a:lnTo>
                <a:lnTo>
                  <a:pt x="25542" y="13354"/>
                </a:lnTo>
                <a:lnTo>
                  <a:pt x="25542" y="13354"/>
                </a:lnTo>
                <a:lnTo>
                  <a:pt x="25541" y="13354"/>
                </a:lnTo>
                <a:lnTo>
                  <a:pt x="25541" y="13354"/>
                </a:lnTo>
                <a:lnTo>
                  <a:pt x="25541" y="13354"/>
                </a:lnTo>
                <a:lnTo>
                  <a:pt x="25540" y="13354"/>
                </a:lnTo>
                <a:lnTo>
                  <a:pt x="25540" y="13354"/>
                </a:lnTo>
                <a:lnTo>
                  <a:pt x="25539" y="13354"/>
                </a:lnTo>
                <a:lnTo>
                  <a:pt x="25539" y="13354"/>
                </a:lnTo>
                <a:lnTo>
                  <a:pt x="25539" y="13354"/>
                </a:lnTo>
                <a:lnTo>
                  <a:pt x="25538" y="13354"/>
                </a:lnTo>
                <a:lnTo>
                  <a:pt x="25538" y="13354"/>
                </a:lnTo>
                <a:lnTo>
                  <a:pt x="25538" y="13354"/>
                </a:lnTo>
                <a:lnTo>
                  <a:pt x="25537" y="13354"/>
                </a:lnTo>
                <a:lnTo>
                  <a:pt x="25537" y="13354"/>
                </a:lnTo>
                <a:lnTo>
                  <a:pt x="25536" y="13354"/>
                </a:lnTo>
                <a:lnTo>
                  <a:pt x="25536" y="13354"/>
                </a:lnTo>
                <a:lnTo>
                  <a:pt x="25536" y="13354"/>
                </a:lnTo>
                <a:lnTo>
                  <a:pt x="25535" y="13354"/>
                </a:lnTo>
                <a:lnTo>
                  <a:pt x="25535" y="13354"/>
                </a:lnTo>
                <a:lnTo>
                  <a:pt x="25535" y="13354"/>
                </a:lnTo>
                <a:lnTo>
                  <a:pt x="25534" y="13354"/>
                </a:lnTo>
                <a:lnTo>
                  <a:pt x="25534" y="13354"/>
                </a:lnTo>
                <a:lnTo>
                  <a:pt x="25533" y="13354"/>
                </a:lnTo>
                <a:lnTo>
                  <a:pt x="25533" y="13354"/>
                </a:lnTo>
                <a:lnTo>
                  <a:pt x="25533" y="13354"/>
                </a:lnTo>
                <a:lnTo>
                  <a:pt x="25532" y="13354"/>
                </a:lnTo>
                <a:lnTo>
                  <a:pt x="25532" y="13354"/>
                </a:lnTo>
                <a:lnTo>
                  <a:pt x="25532" y="13354"/>
                </a:lnTo>
                <a:lnTo>
                  <a:pt x="25531" y="13354"/>
                </a:lnTo>
                <a:lnTo>
                  <a:pt x="25531" y="13354"/>
                </a:lnTo>
                <a:lnTo>
                  <a:pt x="25531" y="13354"/>
                </a:lnTo>
                <a:lnTo>
                  <a:pt x="25530" y="13354"/>
                </a:lnTo>
                <a:lnTo>
                  <a:pt x="25530" y="13354"/>
                </a:lnTo>
                <a:lnTo>
                  <a:pt x="25529" y="13354"/>
                </a:lnTo>
                <a:lnTo>
                  <a:pt x="25529" y="13354"/>
                </a:lnTo>
                <a:lnTo>
                  <a:pt x="25529" y="13354"/>
                </a:lnTo>
                <a:lnTo>
                  <a:pt x="25528" y="13354"/>
                </a:lnTo>
                <a:lnTo>
                  <a:pt x="25528" y="13354"/>
                </a:lnTo>
                <a:lnTo>
                  <a:pt x="25528" y="13354"/>
                </a:lnTo>
                <a:lnTo>
                  <a:pt x="25527" y="13354"/>
                </a:lnTo>
                <a:lnTo>
                  <a:pt x="25527" y="13354"/>
                </a:lnTo>
                <a:lnTo>
                  <a:pt x="25526" y="13354"/>
                </a:lnTo>
                <a:lnTo>
                  <a:pt x="25526" y="13354"/>
                </a:lnTo>
                <a:lnTo>
                  <a:pt x="25526" y="13354"/>
                </a:lnTo>
                <a:lnTo>
                  <a:pt x="25525" y="13354"/>
                </a:lnTo>
                <a:lnTo>
                  <a:pt x="25525" y="13354"/>
                </a:lnTo>
                <a:lnTo>
                  <a:pt x="25525" y="13354"/>
                </a:lnTo>
                <a:lnTo>
                  <a:pt x="25524" y="13354"/>
                </a:lnTo>
                <a:lnTo>
                  <a:pt x="25524" y="13354"/>
                </a:lnTo>
                <a:lnTo>
                  <a:pt x="25523" y="13354"/>
                </a:lnTo>
                <a:lnTo>
                  <a:pt x="25523" y="13354"/>
                </a:lnTo>
                <a:lnTo>
                  <a:pt x="25523" y="13354"/>
                </a:lnTo>
                <a:lnTo>
                  <a:pt x="25522" y="13354"/>
                </a:lnTo>
                <a:lnTo>
                  <a:pt x="25522" y="13354"/>
                </a:lnTo>
                <a:lnTo>
                  <a:pt x="25522" y="13354"/>
                </a:lnTo>
                <a:lnTo>
                  <a:pt x="25521" y="13354"/>
                </a:lnTo>
                <a:lnTo>
                  <a:pt x="25521" y="13354"/>
                </a:lnTo>
                <a:lnTo>
                  <a:pt x="25520" y="13354"/>
                </a:lnTo>
                <a:lnTo>
                  <a:pt x="25520" y="13354"/>
                </a:lnTo>
                <a:lnTo>
                  <a:pt x="25520" y="13354"/>
                </a:lnTo>
                <a:lnTo>
                  <a:pt x="25519" y="13354"/>
                </a:lnTo>
                <a:lnTo>
                  <a:pt x="25519" y="13354"/>
                </a:lnTo>
                <a:lnTo>
                  <a:pt x="25519" y="13354"/>
                </a:lnTo>
                <a:lnTo>
                  <a:pt x="25518" y="13354"/>
                </a:lnTo>
                <a:lnTo>
                  <a:pt x="25518" y="13354"/>
                </a:lnTo>
                <a:lnTo>
                  <a:pt x="25517" y="13354"/>
                </a:lnTo>
                <a:lnTo>
                  <a:pt x="25517" y="13354"/>
                </a:lnTo>
                <a:lnTo>
                  <a:pt x="25517" y="13354"/>
                </a:lnTo>
                <a:lnTo>
                  <a:pt x="25516" y="13354"/>
                </a:lnTo>
                <a:lnTo>
                  <a:pt x="25516" y="13354"/>
                </a:lnTo>
                <a:lnTo>
                  <a:pt x="25516" y="13354"/>
                </a:lnTo>
                <a:lnTo>
                  <a:pt x="25515" y="13354"/>
                </a:lnTo>
                <a:lnTo>
                  <a:pt x="25515" y="13354"/>
                </a:lnTo>
                <a:lnTo>
                  <a:pt x="25514" y="13354"/>
                </a:lnTo>
                <a:lnTo>
                  <a:pt x="25514" y="13354"/>
                </a:lnTo>
                <a:lnTo>
                  <a:pt x="25514" y="13354"/>
                </a:lnTo>
                <a:lnTo>
                  <a:pt x="25513" y="13354"/>
                </a:lnTo>
                <a:lnTo>
                  <a:pt x="25513" y="13354"/>
                </a:lnTo>
                <a:lnTo>
                  <a:pt x="25513" y="13354"/>
                </a:lnTo>
                <a:lnTo>
                  <a:pt x="25512" y="13354"/>
                </a:lnTo>
                <a:lnTo>
                  <a:pt x="25512" y="13354"/>
                </a:lnTo>
                <a:lnTo>
                  <a:pt x="25511" y="13354"/>
                </a:lnTo>
                <a:lnTo>
                  <a:pt x="25511" y="13354"/>
                </a:lnTo>
                <a:lnTo>
                  <a:pt x="25511" y="13354"/>
                </a:lnTo>
                <a:lnTo>
                  <a:pt x="25510" y="13354"/>
                </a:lnTo>
                <a:lnTo>
                  <a:pt x="25510" y="13354"/>
                </a:lnTo>
                <a:lnTo>
                  <a:pt x="25510" y="13354"/>
                </a:lnTo>
                <a:lnTo>
                  <a:pt x="25509" y="13354"/>
                </a:lnTo>
                <a:lnTo>
                  <a:pt x="25509" y="13354"/>
                </a:lnTo>
                <a:lnTo>
                  <a:pt x="25509" y="13354"/>
                </a:lnTo>
                <a:lnTo>
                  <a:pt x="25508" y="13354"/>
                </a:lnTo>
                <a:lnTo>
                  <a:pt x="25508" y="13354"/>
                </a:lnTo>
                <a:lnTo>
                  <a:pt x="25507" y="13354"/>
                </a:lnTo>
                <a:lnTo>
                  <a:pt x="25507" y="13354"/>
                </a:lnTo>
                <a:lnTo>
                  <a:pt x="25507" y="13354"/>
                </a:lnTo>
                <a:lnTo>
                  <a:pt x="25506" y="13354"/>
                </a:lnTo>
                <a:lnTo>
                  <a:pt x="25506" y="13354"/>
                </a:lnTo>
                <a:lnTo>
                  <a:pt x="25506" y="13354"/>
                </a:lnTo>
                <a:lnTo>
                  <a:pt x="25505" y="13354"/>
                </a:lnTo>
                <a:lnTo>
                  <a:pt x="25505" y="13354"/>
                </a:lnTo>
                <a:lnTo>
                  <a:pt x="25504" y="13354"/>
                </a:lnTo>
                <a:lnTo>
                  <a:pt x="25504" y="13354"/>
                </a:lnTo>
                <a:lnTo>
                  <a:pt x="25504" y="13354"/>
                </a:lnTo>
                <a:lnTo>
                  <a:pt x="25503" y="13354"/>
                </a:lnTo>
                <a:lnTo>
                  <a:pt x="25503" y="13354"/>
                </a:lnTo>
                <a:lnTo>
                  <a:pt x="25503" y="13354"/>
                </a:lnTo>
                <a:lnTo>
                  <a:pt x="25502" y="13354"/>
                </a:lnTo>
                <a:lnTo>
                  <a:pt x="25502" y="13354"/>
                </a:lnTo>
                <a:lnTo>
                  <a:pt x="25501" y="13354"/>
                </a:lnTo>
                <a:lnTo>
                  <a:pt x="25501" y="13354"/>
                </a:lnTo>
                <a:lnTo>
                  <a:pt x="25501" y="13354"/>
                </a:lnTo>
                <a:lnTo>
                  <a:pt x="25500" y="13354"/>
                </a:lnTo>
                <a:lnTo>
                  <a:pt x="25500" y="13354"/>
                </a:lnTo>
                <a:lnTo>
                  <a:pt x="25500" y="13354"/>
                </a:lnTo>
                <a:lnTo>
                  <a:pt x="25499" y="13354"/>
                </a:lnTo>
                <a:lnTo>
                  <a:pt x="25499" y="13354"/>
                </a:lnTo>
                <a:lnTo>
                  <a:pt x="25498" y="13354"/>
                </a:lnTo>
                <a:lnTo>
                  <a:pt x="25498" y="13354"/>
                </a:lnTo>
                <a:lnTo>
                  <a:pt x="25498" y="13354"/>
                </a:lnTo>
                <a:lnTo>
                  <a:pt x="25497" y="13354"/>
                </a:lnTo>
                <a:lnTo>
                  <a:pt x="25497" y="13354"/>
                </a:lnTo>
                <a:lnTo>
                  <a:pt x="25497" y="13354"/>
                </a:lnTo>
                <a:lnTo>
                  <a:pt x="25496" y="13354"/>
                </a:lnTo>
                <a:lnTo>
                  <a:pt x="25496" y="13354"/>
                </a:lnTo>
                <a:lnTo>
                  <a:pt x="25496" y="13354"/>
                </a:lnTo>
                <a:lnTo>
                  <a:pt x="25495" y="13354"/>
                </a:lnTo>
                <a:lnTo>
                  <a:pt x="25495" y="13354"/>
                </a:lnTo>
                <a:lnTo>
                  <a:pt x="25494" y="13354"/>
                </a:lnTo>
                <a:lnTo>
                  <a:pt x="25494" y="13354"/>
                </a:lnTo>
                <a:lnTo>
                  <a:pt x="25494" y="13354"/>
                </a:lnTo>
                <a:lnTo>
                  <a:pt x="25493" y="13354"/>
                </a:lnTo>
                <a:lnTo>
                  <a:pt x="25493" y="13354"/>
                </a:lnTo>
                <a:lnTo>
                  <a:pt x="25493" y="13354"/>
                </a:lnTo>
                <a:lnTo>
                  <a:pt x="25492" y="13354"/>
                </a:lnTo>
                <a:lnTo>
                  <a:pt x="25492" y="13354"/>
                </a:lnTo>
                <a:lnTo>
                  <a:pt x="25491" y="13354"/>
                </a:lnTo>
                <a:lnTo>
                  <a:pt x="25491" y="13354"/>
                </a:lnTo>
                <a:lnTo>
                  <a:pt x="25491" y="13354"/>
                </a:lnTo>
                <a:lnTo>
                  <a:pt x="25490" y="13354"/>
                </a:lnTo>
                <a:lnTo>
                  <a:pt x="25490" y="13354"/>
                </a:lnTo>
                <a:lnTo>
                  <a:pt x="25490" y="13354"/>
                </a:lnTo>
                <a:lnTo>
                  <a:pt x="25489" y="13354"/>
                </a:lnTo>
                <a:lnTo>
                  <a:pt x="25489" y="13354"/>
                </a:lnTo>
                <a:lnTo>
                  <a:pt x="25488" y="13354"/>
                </a:lnTo>
                <a:lnTo>
                  <a:pt x="25488" y="13354"/>
                </a:lnTo>
                <a:lnTo>
                  <a:pt x="25488" y="13354"/>
                </a:lnTo>
                <a:lnTo>
                  <a:pt x="25487" y="13354"/>
                </a:lnTo>
                <a:lnTo>
                  <a:pt x="25487" y="13354"/>
                </a:lnTo>
                <a:lnTo>
                  <a:pt x="25487" y="13354"/>
                </a:lnTo>
                <a:lnTo>
                  <a:pt x="25486" y="13354"/>
                </a:lnTo>
                <a:lnTo>
                  <a:pt x="25486" y="13354"/>
                </a:lnTo>
                <a:lnTo>
                  <a:pt x="25485" y="13354"/>
                </a:lnTo>
                <a:lnTo>
                  <a:pt x="25485" y="13354"/>
                </a:lnTo>
                <a:lnTo>
                  <a:pt x="25485" y="13354"/>
                </a:lnTo>
                <a:lnTo>
                  <a:pt x="25484" y="13354"/>
                </a:lnTo>
                <a:lnTo>
                  <a:pt x="25484" y="13354"/>
                </a:lnTo>
                <a:lnTo>
                  <a:pt x="25484" y="13354"/>
                </a:lnTo>
                <a:lnTo>
                  <a:pt x="25483" y="13354"/>
                </a:lnTo>
                <a:lnTo>
                  <a:pt x="25483" y="13354"/>
                </a:lnTo>
                <a:lnTo>
                  <a:pt x="25483" y="13354"/>
                </a:lnTo>
                <a:lnTo>
                  <a:pt x="25482" y="13354"/>
                </a:lnTo>
                <a:lnTo>
                  <a:pt x="25482" y="13354"/>
                </a:lnTo>
                <a:lnTo>
                  <a:pt x="25481" y="13354"/>
                </a:lnTo>
                <a:lnTo>
                  <a:pt x="25481" y="13354"/>
                </a:lnTo>
                <a:lnTo>
                  <a:pt x="25481" y="13354"/>
                </a:lnTo>
                <a:lnTo>
                  <a:pt x="25480" y="13354"/>
                </a:lnTo>
                <a:lnTo>
                  <a:pt x="25480" y="13354"/>
                </a:lnTo>
                <a:lnTo>
                  <a:pt x="25480" y="13354"/>
                </a:lnTo>
                <a:lnTo>
                  <a:pt x="25479" y="13354"/>
                </a:lnTo>
                <a:lnTo>
                  <a:pt x="25479" y="13354"/>
                </a:lnTo>
                <a:lnTo>
                  <a:pt x="25478" y="13354"/>
                </a:lnTo>
                <a:lnTo>
                  <a:pt x="25478" y="13354"/>
                </a:lnTo>
                <a:lnTo>
                  <a:pt x="25478" y="13354"/>
                </a:lnTo>
                <a:lnTo>
                  <a:pt x="25477" y="13354"/>
                </a:lnTo>
                <a:lnTo>
                  <a:pt x="25477" y="13354"/>
                </a:lnTo>
                <a:lnTo>
                  <a:pt x="25477" y="13354"/>
                </a:lnTo>
                <a:lnTo>
                  <a:pt x="25476" y="13354"/>
                </a:lnTo>
                <a:lnTo>
                  <a:pt x="25476" y="13354"/>
                </a:lnTo>
                <a:lnTo>
                  <a:pt x="25475" y="13354"/>
                </a:lnTo>
                <a:lnTo>
                  <a:pt x="25475" y="13354"/>
                </a:lnTo>
                <a:lnTo>
                  <a:pt x="25475" y="13354"/>
                </a:lnTo>
                <a:lnTo>
                  <a:pt x="25474" y="13354"/>
                </a:lnTo>
                <a:lnTo>
                  <a:pt x="25474" y="13354"/>
                </a:lnTo>
                <a:lnTo>
                  <a:pt x="25474" y="13354"/>
                </a:lnTo>
                <a:lnTo>
                  <a:pt x="25473" y="13354"/>
                </a:lnTo>
                <a:lnTo>
                  <a:pt x="25473" y="13354"/>
                </a:lnTo>
                <a:lnTo>
                  <a:pt x="25473" y="13354"/>
                </a:lnTo>
                <a:lnTo>
                  <a:pt x="25472" y="13354"/>
                </a:lnTo>
                <a:lnTo>
                  <a:pt x="25472" y="13354"/>
                </a:lnTo>
                <a:lnTo>
                  <a:pt x="25471" y="13354"/>
                </a:lnTo>
                <a:lnTo>
                  <a:pt x="25471" y="13354"/>
                </a:lnTo>
                <a:lnTo>
                  <a:pt x="25471" y="13354"/>
                </a:lnTo>
                <a:lnTo>
                  <a:pt x="25470" y="13354"/>
                </a:lnTo>
                <a:lnTo>
                  <a:pt x="25470" y="13354"/>
                </a:lnTo>
                <a:lnTo>
                  <a:pt x="25470" y="13354"/>
                </a:lnTo>
                <a:lnTo>
                  <a:pt x="25469" y="13354"/>
                </a:lnTo>
                <a:lnTo>
                  <a:pt x="25469" y="13354"/>
                </a:lnTo>
                <a:lnTo>
                  <a:pt x="25468" y="13354"/>
                </a:lnTo>
                <a:lnTo>
                  <a:pt x="25468" y="13354"/>
                </a:lnTo>
                <a:lnTo>
                  <a:pt x="25468" y="13354"/>
                </a:lnTo>
                <a:lnTo>
                  <a:pt x="25467" y="13354"/>
                </a:lnTo>
                <a:lnTo>
                  <a:pt x="25467" y="13354"/>
                </a:lnTo>
                <a:lnTo>
                  <a:pt x="25467" y="13354"/>
                </a:lnTo>
                <a:lnTo>
                  <a:pt x="25466" y="13354"/>
                </a:lnTo>
                <a:lnTo>
                  <a:pt x="25466" y="13354"/>
                </a:lnTo>
                <a:lnTo>
                  <a:pt x="25466" y="13354"/>
                </a:lnTo>
                <a:lnTo>
                  <a:pt x="25465" y="13354"/>
                </a:lnTo>
                <a:lnTo>
                  <a:pt x="25465" y="13354"/>
                </a:lnTo>
                <a:lnTo>
                  <a:pt x="25464" y="13354"/>
                </a:lnTo>
                <a:lnTo>
                  <a:pt x="25464" y="13354"/>
                </a:lnTo>
                <a:lnTo>
                  <a:pt x="25464" y="13354"/>
                </a:lnTo>
                <a:lnTo>
                  <a:pt x="25463" y="13354"/>
                </a:lnTo>
                <a:lnTo>
                  <a:pt x="25463" y="13354"/>
                </a:lnTo>
                <a:lnTo>
                  <a:pt x="25463" y="13354"/>
                </a:lnTo>
                <a:lnTo>
                  <a:pt x="25462" y="13354"/>
                </a:lnTo>
                <a:lnTo>
                  <a:pt x="25462" y="13354"/>
                </a:lnTo>
                <a:lnTo>
                  <a:pt x="25461" y="13354"/>
                </a:lnTo>
                <a:lnTo>
                  <a:pt x="25461" y="13354"/>
                </a:lnTo>
                <a:lnTo>
                  <a:pt x="25461" y="13354"/>
                </a:lnTo>
                <a:lnTo>
                  <a:pt x="25460" y="13354"/>
                </a:lnTo>
                <a:lnTo>
                  <a:pt x="25460" y="13354"/>
                </a:lnTo>
                <a:lnTo>
                  <a:pt x="25460" y="13354"/>
                </a:lnTo>
                <a:lnTo>
                  <a:pt x="25459" y="13354"/>
                </a:lnTo>
                <a:lnTo>
                  <a:pt x="25459" y="13354"/>
                </a:lnTo>
                <a:lnTo>
                  <a:pt x="25458" y="13354"/>
                </a:lnTo>
                <a:lnTo>
                  <a:pt x="25458" y="13354"/>
                </a:lnTo>
                <a:lnTo>
                  <a:pt x="25458" y="13354"/>
                </a:lnTo>
                <a:lnTo>
                  <a:pt x="25457" y="13354"/>
                </a:lnTo>
                <a:lnTo>
                  <a:pt x="25457" y="13354"/>
                </a:lnTo>
                <a:lnTo>
                  <a:pt x="25457" y="13354"/>
                </a:lnTo>
                <a:lnTo>
                  <a:pt x="25456" y="13354"/>
                </a:lnTo>
                <a:lnTo>
                  <a:pt x="25456" y="13354"/>
                </a:lnTo>
                <a:lnTo>
                  <a:pt x="25456" y="13354"/>
                </a:lnTo>
                <a:lnTo>
                  <a:pt x="25455" y="13354"/>
                </a:lnTo>
                <a:lnTo>
                  <a:pt x="25455" y="13354"/>
                </a:lnTo>
                <a:lnTo>
                  <a:pt x="25454" y="13354"/>
                </a:lnTo>
                <a:lnTo>
                  <a:pt x="25454" y="13354"/>
                </a:lnTo>
                <a:lnTo>
                  <a:pt x="25454" y="13354"/>
                </a:lnTo>
                <a:lnTo>
                  <a:pt x="25453" y="13354"/>
                </a:lnTo>
                <a:lnTo>
                  <a:pt x="25453" y="13354"/>
                </a:lnTo>
                <a:lnTo>
                  <a:pt x="25453" y="13354"/>
                </a:lnTo>
                <a:lnTo>
                  <a:pt x="25452" y="13354"/>
                </a:lnTo>
                <a:lnTo>
                  <a:pt x="25452" y="13354"/>
                </a:lnTo>
                <a:lnTo>
                  <a:pt x="25451" y="13354"/>
                </a:lnTo>
                <a:lnTo>
                  <a:pt x="25451" y="13354"/>
                </a:lnTo>
                <a:lnTo>
                  <a:pt x="25451" y="13354"/>
                </a:lnTo>
                <a:lnTo>
                  <a:pt x="25450" y="13354"/>
                </a:lnTo>
                <a:lnTo>
                  <a:pt x="25450" y="13354"/>
                </a:lnTo>
                <a:lnTo>
                  <a:pt x="25450" y="13354"/>
                </a:lnTo>
                <a:lnTo>
                  <a:pt x="25449" y="13354"/>
                </a:lnTo>
                <a:lnTo>
                  <a:pt x="25449" y="13354"/>
                </a:lnTo>
                <a:lnTo>
                  <a:pt x="25449" y="13354"/>
                </a:lnTo>
                <a:lnTo>
                  <a:pt x="25448" y="13354"/>
                </a:lnTo>
                <a:lnTo>
                  <a:pt x="25448" y="13354"/>
                </a:lnTo>
                <a:lnTo>
                  <a:pt x="25447" y="13354"/>
                </a:lnTo>
                <a:lnTo>
                  <a:pt x="25447" y="13354"/>
                </a:lnTo>
                <a:lnTo>
                  <a:pt x="25447" y="13354"/>
                </a:lnTo>
                <a:lnTo>
                  <a:pt x="25446" y="13354"/>
                </a:lnTo>
                <a:lnTo>
                  <a:pt x="25446" y="13354"/>
                </a:lnTo>
                <a:lnTo>
                  <a:pt x="25446" y="13354"/>
                </a:lnTo>
                <a:lnTo>
                  <a:pt x="25445" y="13354"/>
                </a:lnTo>
                <a:lnTo>
                  <a:pt x="25445" y="13354"/>
                </a:lnTo>
                <a:lnTo>
                  <a:pt x="25444" y="13354"/>
                </a:lnTo>
                <a:lnTo>
                  <a:pt x="25444" y="13354"/>
                </a:lnTo>
                <a:lnTo>
                  <a:pt x="25444" y="13354"/>
                </a:lnTo>
                <a:lnTo>
                  <a:pt x="25443" y="13354"/>
                </a:lnTo>
                <a:lnTo>
                  <a:pt x="25443" y="13354"/>
                </a:lnTo>
                <a:lnTo>
                  <a:pt x="25443" y="13354"/>
                </a:lnTo>
                <a:lnTo>
                  <a:pt x="25442" y="13354"/>
                </a:lnTo>
                <a:lnTo>
                  <a:pt x="25442" y="13354"/>
                </a:lnTo>
                <a:lnTo>
                  <a:pt x="25442" y="13354"/>
                </a:lnTo>
                <a:lnTo>
                  <a:pt x="25441" y="13354"/>
                </a:lnTo>
                <a:lnTo>
                  <a:pt x="25441" y="13354"/>
                </a:lnTo>
                <a:lnTo>
                  <a:pt x="25440" y="13354"/>
                </a:lnTo>
                <a:lnTo>
                  <a:pt x="25440" y="13354"/>
                </a:lnTo>
                <a:lnTo>
                  <a:pt x="25440" y="13354"/>
                </a:lnTo>
                <a:lnTo>
                  <a:pt x="25439" y="13354"/>
                </a:lnTo>
                <a:lnTo>
                  <a:pt x="25439" y="13354"/>
                </a:lnTo>
                <a:lnTo>
                  <a:pt x="25439" y="13354"/>
                </a:lnTo>
                <a:lnTo>
                  <a:pt x="25438" y="13354"/>
                </a:lnTo>
                <a:lnTo>
                  <a:pt x="25438" y="13354"/>
                </a:lnTo>
                <a:lnTo>
                  <a:pt x="25437" y="13354"/>
                </a:lnTo>
                <a:lnTo>
                  <a:pt x="25437" y="13354"/>
                </a:lnTo>
                <a:lnTo>
                  <a:pt x="25437" y="13354"/>
                </a:lnTo>
                <a:lnTo>
                  <a:pt x="25436" y="13354"/>
                </a:lnTo>
                <a:lnTo>
                  <a:pt x="25436" y="13354"/>
                </a:lnTo>
                <a:lnTo>
                  <a:pt x="25436" y="13354"/>
                </a:lnTo>
                <a:lnTo>
                  <a:pt x="25435" y="13354"/>
                </a:lnTo>
                <a:lnTo>
                  <a:pt x="25435" y="13354"/>
                </a:lnTo>
                <a:lnTo>
                  <a:pt x="25435" y="13354"/>
                </a:lnTo>
                <a:lnTo>
                  <a:pt x="25434" y="13354"/>
                </a:lnTo>
                <a:lnTo>
                  <a:pt x="25434" y="13354"/>
                </a:lnTo>
                <a:lnTo>
                  <a:pt x="25433" y="13354"/>
                </a:lnTo>
                <a:lnTo>
                  <a:pt x="25433" y="13354"/>
                </a:lnTo>
                <a:lnTo>
                  <a:pt x="25433" y="13354"/>
                </a:lnTo>
                <a:lnTo>
                  <a:pt x="25432" y="13354"/>
                </a:lnTo>
                <a:lnTo>
                  <a:pt x="25432" y="13354"/>
                </a:lnTo>
                <a:lnTo>
                  <a:pt x="25432" y="13354"/>
                </a:lnTo>
                <a:lnTo>
                  <a:pt x="25431" y="13354"/>
                </a:lnTo>
                <a:lnTo>
                  <a:pt x="25431" y="13354"/>
                </a:lnTo>
                <a:lnTo>
                  <a:pt x="25431" y="13354"/>
                </a:lnTo>
                <a:lnTo>
                  <a:pt x="25430" y="13354"/>
                </a:lnTo>
                <a:lnTo>
                  <a:pt x="25430" y="13354"/>
                </a:lnTo>
                <a:lnTo>
                  <a:pt x="25429" y="13354"/>
                </a:lnTo>
                <a:lnTo>
                  <a:pt x="25429" y="13354"/>
                </a:lnTo>
                <a:lnTo>
                  <a:pt x="25429" y="13354"/>
                </a:lnTo>
                <a:lnTo>
                  <a:pt x="25428" y="13354"/>
                </a:lnTo>
                <a:lnTo>
                  <a:pt x="25428" y="13354"/>
                </a:lnTo>
                <a:lnTo>
                  <a:pt x="25428" y="13354"/>
                </a:lnTo>
                <a:lnTo>
                  <a:pt x="25427" y="13354"/>
                </a:lnTo>
                <a:lnTo>
                  <a:pt x="25427" y="13354"/>
                </a:lnTo>
                <a:lnTo>
                  <a:pt x="25426" y="13354"/>
                </a:lnTo>
                <a:lnTo>
                  <a:pt x="25426" y="13354"/>
                </a:lnTo>
                <a:lnTo>
                  <a:pt x="25426" y="13354"/>
                </a:lnTo>
                <a:lnTo>
                  <a:pt x="25425" y="13354"/>
                </a:lnTo>
                <a:lnTo>
                  <a:pt x="25425" y="13354"/>
                </a:lnTo>
                <a:lnTo>
                  <a:pt x="25425" y="13354"/>
                </a:lnTo>
                <a:lnTo>
                  <a:pt x="25424" y="13354"/>
                </a:lnTo>
                <a:lnTo>
                  <a:pt x="25424" y="13354"/>
                </a:lnTo>
                <a:lnTo>
                  <a:pt x="25424" y="13354"/>
                </a:lnTo>
                <a:lnTo>
                  <a:pt x="25423" y="13354"/>
                </a:lnTo>
                <a:lnTo>
                  <a:pt x="25423" y="13354"/>
                </a:lnTo>
                <a:lnTo>
                  <a:pt x="25422" y="13354"/>
                </a:lnTo>
                <a:lnTo>
                  <a:pt x="25422" y="13354"/>
                </a:lnTo>
                <a:lnTo>
                  <a:pt x="25422" y="13354"/>
                </a:lnTo>
                <a:lnTo>
                  <a:pt x="25421" y="13354"/>
                </a:lnTo>
                <a:lnTo>
                  <a:pt x="25421" y="13354"/>
                </a:lnTo>
                <a:lnTo>
                  <a:pt x="25421" y="13354"/>
                </a:lnTo>
                <a:lnTo>
                  <a:pt x="25420" y="13354"/>
                </a:lnTo>
                <a:lnTo>
                  <a:pt x="25420" y="13354"/>
                </a:lnTo>
                <a:lnTo>
                  <a:pt x="25419" y="13354"/>
                </a:lnTo>
                <a:lnTo>
                  <a:pt x="25419" y="13354"/>
                </a:lnTo>
                <a:lnTo>
                  <a:pt x="25419" y="13354"/>
                </a:lnTo>
                <a:lnTo>
                  <a:pt x="25418" y="13354"/>
                </a:lnTo>
                <a:lnTo>
                  <a:pt x="25418" y="13354"/>
                </a:lnTo>
                <a:lnTo>
                  <a:pt x="25418" y="13354"/>
                </a:lnTo>
                <a:lnTo>
                  <a:pt x="25417" y="13354"/>
                </a:lnTo>
                <a:lnTo>
                  <a:pt x="25417" y="13354"/>
                </a:lnTo>
                <a:lnTo>
                  <a:pt x="25417" y="13354"/>
                </a:lnTo>
                <a:lnTo>
                  <a:pt x="25416" y="13354"/>
                </a:lnTo>
                <a:lnTo>
                  <a:pt x="25416" y="13354"/>
                </a:lnTo>
                <a:lnTo>
                  <a:pt x="25415" y="13354"/>
                </a:lnTo>
                <a:lnTo>
                  <a:pt x="25415" y="13354"/>
                </a:lnTo>
                <a:lnTo>
                  <a:pt x="25415" y="13354"/>
                </a:lnTo>
                <a:lnTo>
                  <a:pt x="25414" y="13354"/>
                </a:lnTo>
                <a:lnTo>
                  <a:pt x="25414" y="13354"/>
                </a:lnTo>
                <a:lnTo>
                  <a:pt x="25414" y="13354"/>
                </a:lnTo>
                <a:lnTo>
                  <a:pt x="25413" y="13354"/>
                </a:lnTo>
                <a:lnTo>
                  <a:pt x="25413" y="13354"/>
                </a:lnTo>
                <a:lnTo>
                  <a:pt x="25413" y="13354"/>
                </a:lnTo>
                <a:lnTo>
                  <a:pt x="25412" y="13354"/>
                </a:lnTo>
                <a:lnTo>
                  <a:pt x="25412" y="13354"/>
                </a:lnTo>
                <a:lnTo>
                  <a:pt x="25411" y="13354"/>
                </a:lnTo>
                <a:lnTo>
                  <a:pt x="25411" y="13354"/>
                </a:lnTo>
                <a:lnTo>
                  <a:pt x="25411" y="13354"/>
                </a:lnTo>
                <a:lnTo>
                  <a:pt x="25410" y="13354"/>
                </a:lnTo>
                <a:lnTo>
                  <a:pt x="25410" y="13354"/>
                </a:lnTo>
                <a:lnTo>
                  <a:pt x="25410" y="13354"/>
                </a:lnTo>
                <a:lnTo>
                  <a:pt x="25409" y="13354"/>
                </a:lnTo>
                <a:lnTo>
                  <a:pt x="25409" y="13354"/>
                </a:lnTo>
                <a:lnTo>
                  <a:pt x="25409" y="13354"/>
                </a:lnTo>
                <a:lnTo>
                  <a:pt x="25408" y="13354"/>
                </a:lnTo>
                <a:lnTo>
                  <a:pt x="25408" y="13354"/>
                </a:lnTo>
                <a:lnTo>
                  <a:pt x="25407" y="13354"/>
                </a:lnTo>
                <a:lnTo>
                  <a:pt x="25407" y="13354"/>
                </a:lnTo>
                <a:lnTo>
                  <a:pt x="25407" y="13354"/>
                </a:lnTo>
                <a:lnTo>
                  <a:pt x="25406" y="13354"/>
                </a:lnTo>
                <a:lnTo>
                  <a:pt x="25406" y="13354"/>
                </a:lnTo>
                <a:lnTo>
                  <a:pt x="25406" y="13354"/>
                </a:lnTo>
                <a:lnTo>
                  <a:pt x="25405" y="13354"/>
                </a:lnTo>
                <a:lnTo>
                  <a:pt x="25405" y="13354"/>
                </a:lnTo>
                <a:lnTo>
                  <a:pt x="25404" y="13354"/>
                </a:lnTo>
                <a:lnTo>
                  <a:pt x="25404" y="13354"/>
                </a:lnTo>
                <a:lnTo>
                  <a:pt x="25404" y="13354"/>
                </a:lnTo>
                <a:lnTo>
                  <a:pt x="25403" y="13354"/>
                </a:lnTo>
                <a:lnTo>
                  <a:pt x="25403" y="13354"/>
                </a:lnTo>
                <a:lnTo>
                  <a:pt x="25403" y="13354"/>
                </a:lnTo>
                <a:lnTo>
                  <a:pt x="25402" y="13354"/>
                </a:lnTo>
                <a:lnTo>
                  <a:pt x="25402" y="13354"/>
                </a:lnTo>
                <a:lnTo>
                  <a:pt x="25402" y="13354"/>
                </a:lnTo>
                <a:lnTo>
                  <a:pt x="25401" y="13354"/>
                </a:lnTo>
                <a:lnTo>
                  <a:pt x="25401" y="13354"/>
                </a:lnTo>
                <a:lnTo>
                  <a:pt x="25400" y="13354"/>
                </a:lnTo>
                <a:lnTo>
                  <a:pt x="25400" y="13354"/>
                </a:lnTo>
                <a:lnTo>
                  <a:pt x="25400" y="13354"/>
                </a:lnTo>
                <a:lnTo>
                  <a:pt x="25399" y="13354"/>
                </a:lnTo>
                <a:lnTo>
                  <a:pt x="25399" y="13354"/>
                </a:lnTo>
                <a:lnTo>
                  <a:pt x="25399" y="13354"/>
                </a:lnTo>
                <a:lnTo>
                  <a:pt x="25398" y="13354"/>
                </a:lnTo>
                <a:lnTo>
                  <a:pt x="25398" y="13354"/>
                </a:lnTo>
                <a:lnTo>
                  <a:pt x="25398" y="13354"/>
                </a:lnTo>
                <a:lnTo>
                  <a:pt x="25397" y="13354"/>
                </a:lnTo>
                <a:lnTo>
                  <a:pt x="25397" y="13354"/>
                </a:lnTo>
                <a:lnTo>
                  <a:pt x="25396" y="13354"/>
                </a:lnTo>
                <a:lnTo>
                  <a:pt x="25396" y="13354"/>
                </a:lnTo>
                <a:lnTo>
                  <a:pt x="25396" y="13354"/>
                </a:lnTo>
                <a:lnTo>
                  <a:pt x="25395" y="13354"/>
                </a:lnTo>
                <a:lnTo>
                  <a:pt x="25395" y="13354"/>
                </a:lnTo>
                <a:lnTo>
                  <a:pt x="25395" y="13354"/>
                </a:lnTo>
                <a:lnTo>
                  <a:pt x="25394" y="13354"/>
                </a:lnTo>
                <a:lnTo>
                  <a:pt x="25394" y="13354"/>
                </a:lnTo>
                <a:lnTo>
                  <a:pt x="25394" y="13354"/>
                </a:lnTo>
                <a:lnTo>
                  <a:pt x="25393" y="13354"/>
                </a:lnTo>
                <a:lnTo>
                  <a:pt x="25393" y="13354"/>
                </a:lnTo>
                <a:lnTo>
                  <a:pt x="25392" y="13354"/>
                </a:lnTo>
                <a:lnTo>
                  <a:pt x="25392" y="13354"/>
                </a:lnTo>
                <a:lnTo>
                  <a:pt x="25392" y="13354"/>
                </a:lnTo>
                <a:lnTo>
                  <a:pt x="25391" y="13354"/>
                </a:lnTo>
                <a:lnTo>
                  <a:pt x="25391" y="13354"/>
                </a:lnTo>
                <a:lnTo>
                  <a:pt x="25391" y="13354"/>
                </a:lnTo>
                <a:lnTo>
                  <a:pt x="25390" y="13354"/>
                </a:lnTo>
                <a:lnTo>
                  <a:pt x="25390" y="13354"/>
                </a:lnTo>
                <a:lnTo>
                  <a:pt x="25389" y="13354"/>
                </a:lnTo>
                <a:lnTo>
                  <a:pt x="25389" y="13354"/>
                </a:lnTo>
                <a:lnTo>
                  <a:pt x="25389" y="13354"/>
                </a:lnTo>
                <a:lnTo>
                  <a:pt x="25388" y="13354"/>
                </a:lnTo>
                <a:lnTo>
                  <a:pt x="25388" y="13354"/>
                </a:lnTo>
                <a:lnTo>
                  <a:pt x="25388" y="13354"/>
                </a:lnTo>
                <a:lnTo>
                  <a:pt x="25387" y="13354"/>
                </a:lnTo>
                <a:lnTo>
                  <a:pt x="25387" y="13354"/>
                </a:lnTo>
                <a:lnTo>
                  <a:pt x="25387" y="13354"/>
                </a:lnTo>
                <a:lnTo>
                  <a:pt x="25386" y="13354"/>
                </a:lnTo>
                <a:lnTo>
                  <a:pt x="25386" y="13354"/>
                </a:lnTo>
                <a:lnTo>
                  <a:pt x="25385" y="13354"/>
                </a:lnTo>
                <a:lnTo>
                  <a:pt x="25385" y="13354"/>
                </a:lnTo>
                <a:lnTo>
                  <a:pt x="25385" y="13354"/>
                </a:lnTo>
                <a:lnTo>
                  <a:pt x="25384" y="13354"/>
                </a:lnTo>
                <a:lnTo>
                  <a:pt x="25384" y="13354"/>
                </a:lnTo>
                <a:lnTo>
                  <a:pt x="25384" y="13354"/>
                </a:lnTo>
                <a:lnTo>
                  <a:pt x="25383" y="13354"/>
                </a:lnTo>
                <a:lnTo>
                  <a:pt x="25383" y="13354"/>
                </a:lnTo>
                <a:lnTo>
                  <a:pt x="25383" y="13354"/>
                </a:lnTo>
                <a:lnTo>
                  <a:pt x="25382" y="13354"/>
                </a:lnTo>
                <a:lnTo>
                  <a:pt x="25382" y="13354"/>
                </a:lnTo>
                <a:lnTo>
                  <a:pt x="25381" y="13354"/>
                </a:lnTo>
                <a:lnTo>
                  <a:pt x="25381" y="13354"/>
                </a:lnTo>
                <a:lnTo>
                  <a:pt x="25381" y="13354"/>
                </a:lnTo>
                <a:lnTo>
                  <a:pt x="25380" y="13354"/>
                </a:lnTo>
                <a:lnTo>
                  <a:pt x="25380" y="13354"/>
                </a:lnTo>
                <a:lnTo>
                  <a:pt x="25380" y="13354"/>
                </a:lnTo>
                <a:lnTo>
                  <a:pt x="25379" y="13354"/>
                </a:lnTo>
                <a:lnTo>
                  <a:pt x="25379" y="13354"/>
                </a:lnTo>
                <a:lnTo>
                  <a:pt x="25379" y="13354"/>
                </a:lnTo>
                <a:lnTo>
                  <a:pt x="25378" y="13354"/>
                </a:lnTo>
                <a:lnTo>
                  <a:pt x="25378" y="13354"/>
                </a:lnTo>
                <a:lnTo>
                  <a:pt x="25377" y="13354"/>
                </a:lnTo>
                <a:lnTo>
                  <a:pt x="25377" y="13354"/>
                </a:lnTo>
                <a:lnTo>
                  <a:pt x="25377" y="13354"/>
                </a:lnTo>
                <a:lnTo>
                  <a:pt x="25376" y="13354"/>
                </a:lnTo>
                <a:lnTo>
                  <a:pt x="25376" y="13354"/>
                </a:lnTo>
                <a:lnTo>
                  <a:pt x="25376" y="13354"/>
                </a:lnTo>
                <a:lnTo>
                  <a:pt x="25375" y="13354"/>
                </a:lnTo>
                <a:lnTo>
                  <a:pt x="25375" y="13354"/>
                </a:lnTo>
                <a:lnTo>
                  <a:pt x="25375" y="13354"/>
                </a:lnTo>
                <a:lnTo>
                  <a:pt x="25374" y="13354"/>
                </a:lnTo>
                <a:lnTo>
                  <a:pt x="25374" y="13354"/>
                </a:lnTo>
                <a:lnTo>
                  <a:pt x="25373" y="13354"/>
                </a:lnTo>
                <a:lnTo>
                  <a:pt x="25373" y="13354"/>
                </a:lnTo>
                <a:lnTo>
                  <a:pt x="25373" y="13354"/>
                </a:lnTo>
                <a:lnTo>
                  <a:pt x="25372" y="13354"/>
                </a:lnTo>
                <a:lnTo>
                  <a:pt x="25372" y="13354"/>
                </a:lnTo>
                <a:lnTo>
                  <a:pt x="25372" y="13354"/>
                </a:lnTo>
                <a:lnTo>
                  <a:pt x="25371" y="13354"/>
                </a:lnTo>
                <a:lnTo>
                  <a:pt x="25371" y="13354"/>
                </a:lnTo>
                <a:lnTo>
                  <a:pt x="25371" y="13354"/>
                </a:lnTo>
                <a:lnTo>
                  <a:pt x="25370" y="13354"/>
                </a:lnTo>
                <a:lnTo>
                  <a:pt x="25370" y="13354"/>
                </a:lnTo>
                <a:lnTo>
                  <a:pt x="25369" y="13354"/>
                </a:lnTo>
                <a:lnTo>
                  <a:pt x="25369" y="13354"/>
                </a:lnTo>
                <a:lnTo>
                  <a:pt x="25369" y="13354"/>
                </a:lnTo>
                <a:lnTo>
                  <a:pt x="25368" y="13354"/>
                </a:lnTo>
                <a:lnTo>
                  <a:pt x="25368" y="13354"/>
                </a:lnTo>
                <a:lnTo>
                  <a:pt x="25368" y="13354"/>
                </a:lnTo>
                <a:lnTo>
                  <a:pt x="25367" y="13354"/>
                </a:lnTo>
                <a:lnTo>
                  <a:pt x="25367" y="13354"/>
                </a:lnTo>
                <a:lnTo>
                  <a:pt x="25367" y="13354"/>
                </a:lnTo>
                <a:lnTo>
                  <a:pt x="25366" y="13354"/>
                </a:lnTo>
                <a:lnTo>
                  <a:pt x="25366" y="13354"/>
                </a:lnTo>
                <a:lnTo>
                  <a:pt x="25365" y="13354"/>
                </a:lnTo>
                <a:lnTo>
                  <a:pt x="25365" y="13354"/>
                </a:lnTo>
                <a:lnTo>
                  <a:pt x="25365" y="13354"/>
                </a:lnTo>
                <a:lnTo>
                  <a:pt x="25364" y="13354"/>
                </a:lnTo>
                <a:lnTo>
                  <a:pt x="25364" y="13354"/>
                </a:lnTo>
                <a:lnTo>
                  <a:pt x="25364" y="13354"/>
                </a:lnTo>
                <a:lnTo>
                  <a:pt x="25363" y="13354"/>
                </a:lnTo>
                <a:lnTo>
                  <a:pt x="25363" y="13354"/>
                </a:lnTo>
                <a:lnTo>
                  <a:pt x="25363" y="13354"/>
                </a:lnTo>
                <a:lnTo>
                  <a:pt x="25362" y="13354"/>
                </a:lnTo>
                <a:lnTo>
                  <a:pt x="25362" y="13354"/>
                </a:lnTo>
                <a:lnTo>
                  <a:pt x="25361" y="13354"/>
                </a:lnTo>
                <a:lnTo>
                  <a:pt x="25361" y="13354"/>
                </a:lnTo>
                <a:lnTo>
                  <a:pt x="25361" y="13354"/>
                </a:lnTo>
                <a:lnTo>
                  <a:pt x="25360" y="13354"/>
                </a:lnTo>
                <a:lnTo>
                  <a:pt x="25360" y="13354"/>
                </a:lnTo>
                <a:lnTo>
                  <a:pt x="25360" y="13354"/>
                </a:lnTo>
                <a:lnTo>
                  <a:pt x="25359" y="13354"/>
                </a:lnTo>
                <a:lnTo>
                  <a:pt x="25359" y="13354"/>
                </a:lnTo>
                <a:lnTo>
                  <a:pt x="25359" y="13354"/>
                </a:lnTo>
                <a:lnTo>
                  <a:pt x="25358" y="13354"/>
                </a:lnTo>
                <a:lnTo>
                  <a:pt x="25358" y="13354"/>
                </a:lnTo>
                <a:lnTo>
                  <a:pt x="25357" y="13354"/>
                </a:lnTo>
                <a:lnTo>
                  <a:pt x="25357" y="13354"/>
                </a:lnTo>
                <a:lnTo>
                  <a:pt x="25357" y="13354"/>
                </a:lnTo>
                <a:lnTo>
                  <a:pt x="25356" y="13354"/>
                </a:lnTo>
                <a:lnTo>
                  <a:pt x="25356" y="13354"/>
                </a:lnTo>
                <a:lnTo>
                  <a:pt x="25356" y="13354"/>
                </a:lnTo>
                <a:lnTo>
                  <a:pt x="25355" y="13354"/>
                </a:lnTo>
                <a:lnTo>
                  <a:pt x="25355" y="13354"/>
                </a:lnTo>
                <a:lnTo>
                  <a:pt x="25355" y="13354"/>
                </a:lnTo>
                <a:lnTo>
                  <a:pt x="25354" y="13354"/>
                </a:lnTo>
                <a:lnTo>
                  <a:pt x="25354" y="13354"/>
                </a:lnTo>
                <a:lnTo>
                  <a:pt x="25353" y="13354"/>
                </a:lnTo>
                <a:lnTo>
                  <a:pt x="25353" y="13354"/>
                </a:lnTo>
                <a:lnTo>
                  <a:pt x="25353" y="13354"/>
                </a:lnTo>
                <a:lnTo>
                  <a:pt x="25352" y="13354"/>
                </a:lnTo>
                <a:lnTo>
                  <a:pt x="25352" y="13354"/>
                </a:lnTo>
                <a:lnTo>
                  <a:pt x="25352" y="13354"/>
                </a:lnTo>
                <a:lnTo>
                  <a:pt x="25351" y="13354"/>
                </a:lnTo>
                <a:lnTo>
                  <a:pt x="25351" y="13354"/>
                </a:lnTo>
                <a:lnTo>
                  <a:pt x="25351" y="13354"/>
                </a:lnTo>
                <a:lnTo>
                  <a:pt x="25350" y="13354"/>
                </a:lnTo>
                <a:lnTo>
                  <a:pt x="25350" y="13354"/>
                </a:lnTo>
                <a:lnTo>
                  <a:pt x="25349" y="13354"/>
                </a:lnTo>
                <a:lnTo>
                  <a:pt x="25349" y="13354"/>
                </a:lnTo>
                <a:lnTo>
                  <a:pt x="25349" y="13354"/>
                </a:lnTo>
                <a:lnTo>
                  <a:pt x="25348" y="13354"/>
                </a:lnTo>
                <a:lnTo>
                  <a:pt x="25348" y="13354"/>
                </a:lnTo>
                <a:lnTo>
                  <a:pt x="25348" y="13354"/>
                </a:lnTo>
                <a:lnTo>
                  <a:pt x="25347" y="13354"/>
                </a:lnTo>
                <a:lnTo>
                  <a:pt x="25347" y="13354"/>
                </a:lnTo>
                <a:lnTo>
                  <a:pt x="25347" y="13354"/>
                </a:lnTo>
                <a:lnTo>
                  <a:pt x="25346" y="13354"/>
                </a:lnTo>
                <a:lnTo>
                  <a:pt x="25346" y="13354"/>
                </a:lnTo>
                <a:lnTo>
                  <a:pt x="25345" y="13354"/>
                </a:lnTo>
                <a:lnTo>
                  <a:pt x="25345" y="13354"/>
                </a:lnTo>
                <a:lnTo>
                  <a:pt x="25345" y="13354"/>
                </a:lnTo>
                <a:lnTo>
                  <a:pt x="25344" y="13354"/>
                </a:lnTo>
                <a:lnTo>
                  <a:pt x="25344" y="13354"/>
                </a:lnTo>
                <a:lnTo>
                  <a:pt x="25344" y="13354"/>
                </a:lnTo>
                <a:lnTo>
                  <a:pt x="25343" y="13354"/>
                </a:lnTo>
                <a:lnTo>
                  <a:pt x="25343" y="13354"/>
                </a:lnTo>
                <a:lnTo>
                  <a:pt x="25343" y="13354"/>
                </a:lnTo>
                <a:lnTo>
                  <a:pt x="25342" y="13354"/>
                </a:lnTo>
                <a:lnTo>
                  <a:pt x="25342" y="13354"/>
                </a:lnTo>
                <a:lnTo>
                  <a:pt x="25342" y="13354"/>
                </a:lnTo>
                <a:lnTo>
                  <a:pt x="25341" y="13354"/>
                </a:lnTo>
                <a:lnTo>
                  <a:pt x="25341" y="13354"/>
                </a:lnTo>
                <a:lnTo>
                  <a:pt x="25340" y="13354"/>
                </a:lnTo>
                <a:lnTo>
                  <a:pt x="25340" y="13354"/>
                </a:lnTo>
                <a:lnTo>
                  <a:pt x="25340" y="13354"/>
                </a:lnTo>
                <a:lnTo>
                  <a:pt x="25339" y="13354"/>
                </a:lnTo>
                <a:lnTo>
                  <a:pt x="25339" y="13354"/>
                </a:lnTo>
                <a:lnTo>
                  <a:pt x="25339" y="13354"/>
                </a:lnTo>
                <a:lnTo>
                  <a:pt x="25338" y="13354"/>
                </a:lnTo>
                <a:lnTo>
                  <a:pt x="25338" y="13354"/>
                </a:lnTo>
                <a:lnTo>
                  <a:pt x="25338" y="13354"/>
                </a:lnTo>
                <a:lnTo>
                  <a:pt x="25337" y="13354"/>
                </a:lnTo>
                <a:lnTo>
                  <a:pt x="25337" y="13354"/>
                </a:lnTo>
                <a:lnTo>
                  <a:pt x="25336" y="13354"/>
                </a:lnTo>
                <a:lnTo>
                  <a:pt x="25336" y="13354"/>
                </a:lnTo>
                <a:lnTo>
                  <a:pt x="25336" y="13354"/>
                </a:lnTo>
                <a:lnTo>
                  <a:pt x="25335" y="13354"/>
                </a:lnTo>
                <a:lnTo>
                  <a:pt x="25335" y="13354"/>
                </a:lnTo>
                <a:lnTo>
                  <a:pt x="25335" y="13354"/>
                </a:lnTo>
                <a:lnTo>
                  <a:pt x="25334" y="13354"/>
                </a:lnTo>
                <a:lnTo>
                  <a:pt x="25334" y="13354"/>
                </a:lnTo>
                <a:lnTo>
                  <a:pt x="25334" y="13354"/>
                </a:lnTo>
                <a:lnTo>
                  <a:pt x="25333" y="13354"/>
                </a:lnTo>
                <a:lnTo>
                  <a:pt x="25333" y="13354"/>
                </a:lnTo>
                <a:lnTo>
                  <a:pt x="25332" y="13354"/>
                </a:lnTo>
                <a:lnTo>
                  <a:pt x="25332" y="13354"/>
                </a:lnTo>
                <a:lnTo>
                  <a:pt x="25332" y="13354"/>
                </a:lnTo>
                <a:lnTo>
                  <a:pt x="25331" y="13354"/>
                </a:lnTo>
                <a:lnTo>
                  <a:pt x="25331" y="13354"/>
                </a:lnTo>
                <a:lnTo>
                  <a:pt x="25331" y="13354"/>
                </a:lnTo>
                <a:lnTo>
                  <a:pt x="25330" y="13354"/>
                </a:lnTo>
                <a:lnTo>
                  <a:pt x="25330" y="13354"/>
                </a:lnTo>
                <a:lnTo>
                  <a:pt x="25330" y="13354"/>
                </a:lnTo>
                <a:lnTo>
                  <a:pt x="25329" y="13354"/>
                </a:lnTo>
                <a:lnTo>
                  <a:pt x="25329" y="13354"/>
                </a:lnTo>
                <a:lnTo>
                  <a:pt x="25328" y="13354"/>
                </a:lnTo>
                <a:lnTo>
                  <a:pt x="25328" y="13354"/>
                </a:lnTo>
                <a:lnTo>
                  <a:pt x="25328" y="13354"/>
                </a:lnTo>
                <a:lnTo>
                  <a:pt x="25327" y="13354"/>
                </a:lnTo>
                <a:lnTo>
                  <a:pt x="25327" y="13354"/>
                </a:lnTo>
                <a:lnTo>
                  <a:pt x="25327" y="13354"/>
                </a:lnTo>
                <a:lnTo>
                  <a:pt x="25326" y="13354"/>
                </a:lnTo>
                <a:lnTo>
                  <a:pt x="25326" y="13354"/>
                </a:lnTo>
                <a:lnTo>
                  <a:pt x="25326" y="13354"/>
                </a:lnTo>
                <a:lnTo>
                  <a:pt x="25325" y="13354"/>
                </a:lnTo>
                <a:lnTo>
                  <a:pt x="25325" y="13354"/>
                </a:lnTo>
                <a:lnTo>
                  <a:pt x="25325" y="13354"/>
                </a:lnTo>
                <a:lnTo>
                  <a:pt x="25324" y="13354"/>
                </a:lnTo>
                <a:lnTo>
                  <a:pt x="25324" y="13354"/>
                </a:lnTo>
                <a:lnTo>
                  <a:pt x="25323" y="13354"/>
                </a:lnTo>
                <a:lnTo>
                  <a:pt x="25323" y="13354"/>
                </a:lnTo>
                <a:lnTo>
                  <a:pt x="25323" y="13354"/>
                </a:lnTo>
                <a:lnTo>
                  <a:pt x="25322" y="13354"/>
                </a:lnTo>
                <a:lnTo>
                  <a:pt x="25322" y="13354"/>
                </a:lnTo>
                <a:lnTo>
                  <a:pt x="25322" y="13354"/>
                </a:lnTo>
                <a:lnTo>
                  <a:pt x="25321" y="13354"/>
                </a:lnTo>
                <a:lnTo>
                  <a:pt x="25321" y="13354"/>
                </a:lnTo>
                <a:lnTo>
                  <a:pt x="25321" y="13354"/>
                </a:lnTo>
                <a:lnTo>
                  <a:pt x="25320" y="13354"/>
                </a:lnTo>
                <a:lnTo>
                  <a:pt x="25320" y="13354"/>
                </a:lnTo>
                <a:lnTo>
                  <a:pt x="25319" y="13354"/>
                </a:lnTo>
                <a:lnTo>
                  <a:pt x="25319" y="13354"/>
                </a:lnTo>
                <a:lnTo>
                  <a:pt x="25319" y="13354"/>
                </a:lnTo>
                <a:lnTo>
                  <a:pt x="25318" y="13354"/>
                </a:lnTo>
                <a:lnTo>
                  <a:pt x="25318" y="13354"/>
                </a:lnTo>
                <a:lnTo>
                  <a:pt x="25318" y="13354"/>
                </a:lnTo>
                <a:lnTo>
                  <a:pt x="25317" y="13354"/>
                </a:lnTo>
                <a:lnTo>
                  <a:pt x="25317" y="13354"/>
                </a:lnTo>
                <a:lnTo>
                  <a:pt x="25317" y="13354"/>
                </a:lnTo>
                <a:lnTo>
                  <a:pt x="25316" y="13354"/>
                </a:lnTo>
                <a:lnTo>
                  <a:pt x="25316" y="13354"/>
                </a:lnTo>
                <a:lnTo>
                  <a:pt x="25315" y="13354"/>
                </a:lnTo>
                <a:lnTo>
                  <a:pt x="25315" y="13354"/>
                </a:lnTo>
                <a:lnTo>
                  <a:pt x="25315" y="13354"/>
                </a:lnTo>
                <a:lnTo>
                  <a:pt x="25314" y="13354"/>
                </a:lnTo>
                <a:lnTo>
                  <a:pt x="25314" y="13354"/>
                </a:lnTo>
                <a:lnTo>
                  <a:pt x="25314" y="13354"/>
                </a:lnTo>
                <a:lnTo>
                  <a:pt x="25313" y="13354"/>
                </a:lnTo>
                <a:lnTo>
                  <a:pt x="25313" y="13354"/>
                </a:lnTo>
                <a:lnTo>
                  <a:pt x="25313" y="13354"/>
                </a:lnTo>
                <a:lnTo>
                  <a:pt x="25312" y="13354"/>
                </a:lnTo>
                <a:lnTo>
                  <a:pt x="25312" y="13354"/>
                </a:lnTo>
                <a:lnTo>
                  <a:pt x="25312" y="13354"/>
                </a:lnTo>
                <a:lnTo>
                  <a:pt x="25311" y="13354"/>
                </a:lnTo>
                <a:lnTo>
                  <a:pt x="25311" y="13354"/>
                </a:lnTo>
                <a:lnTo>
                  <a:pt x="25310" y="13354"/>
                </a:lnTo>
                <a:lnTo>
                  <a:pt x="25310" y="13354"/>
                </a:lnTo>
                <a:lnTo>
                  <a:pt x="25310" y="13354"/>
                </a:lnTo>
                <a:lnTo>
                  <a:pt x="25309" y="13354"/>
                </a:lnTo>
                <a:lnTo>
                  <a:pt x="25309" y="13354"/>
                </a:lnTo>
                <a:lnTo>
                  <a:pt x="25309" y="13354"/>
                </a:lnTo>
                <a:lnTo>
                  <a:pt x="25308" y="13354"/>
                </a:lnTo>
                <a:lnTo>
                  <a:pt x="25308" y="13354"/>
                </a:lnTo>
                <a:lnTo>
                  <a:pt x="25308" y="13354"/>
                </a:lnTo>
                <a:lnTo>
                  <a:pt x="25307" y="13354"/>
                </a:lnTo>
                <a:lnTo>
                  <a:pt x="25307" y="13354"/>
                </a:lnTo>
                <a:lnTo>
                  <a:pt x="25306" y="13354"/>
                </a:lnTo>
                <a:lnTo>
                  <a:pt x="25306" y="13354"/>
                </a:lnTo>
                <a:lnTo>
                  <a:pt x="25306" y="13354"/>
                </a:lnTo>
                <a:lnTo>
                  <a:pt x="25305" y="13354"/>
                </a:lnTo>
                <a:lnTo>
                  <a:pt x="25305" y="13354"/>
                </a:lnTo>
                <a:lnTo>
                  <a:pt x="25305" y="13354"/>
                </a:lnTo>
                <a:lnTo>
                  <a:pt x="25304" y="13354"/>
                </a:lnTo>
                <a:lnTo>
                  <a:pt x="25304" y="13354"/>
                </a:lnTo>
                <a:lnTo>
                  <a:pt x="25304" y="13354"/>
                </a:lnTo>
                <a:lnTo>
                  <a:pt x="25303" y="13354"/>
                </a:lnTo>
                <a:lnTo>
                  <a:pt x="25303" y="13354"/>
                </a:lnTo>
                <a:lnTo>
                  <a:pt x="25303" y="13354"/>
                </a:lnTo>
                <a:lnTo>
                  <a:pt x="25302" y="13354"/>
                </a:lnTo>
                <a:lnTo>
                  <a:pt x="25302" y="13354"/>
                </a:lnTo>
                <a:lnTo>
                  <a:pt x="25301" y="13354"/>
                </a:lnTo>
                <a:lnTo>
                  <a:pt x="25301" y="13354"/>
                </a:lnTo>
                <a:lnTo>
                  <a:pt x="25301" y="13354"/>
                </a:lnTo>
                <a:lnTo>
                  <a:pt x="25300" y="13354"/>
                </a:lnTo>
                <a:lnTo>
                  <a:pt x="25300" y="13354"/>
                </a:lnTo>
                <a:lnTo>
                  <a:pt x="25300" y="13354"/>
                </a:lnTo>
                <a:lnTo>
                  <a:pt x="25299" y="13354"/>
                </a:lnTo>
                <a:lnTo>
                  <a:pt x="25299" y="13354"/>
                </a:lnTo>
                <a:lnTo>
                  <a:pt x="25299" y="13354"/>
                </a:lnTo>
                <a:lnTo>
                  <a:pt x="25298" y="13354"/>
                </a:lnTo>
                <a:lnTo>
                  <a:pt x="25298" y="13354"/>
                </a:lnTo>
                <a:lnTo>
                  <a:pt x="25297" y="13354"/>
                </a:lnTo>
                <a:lnTo>
                  <a:pt x="25297" y="13354"/>
                </a:lnTo>
                <a:lnTo>
                  <a:pt x="25297" y="13354"/>
                </a:lnTo>
                <a:lnTo>
                  <a:pt x="25296" y="13354"/>
                </a:lnTo>
                <a:lnTo>
                  <a:pt x="25296" y="13354"/>
                </a:lnTo>
                <a:lnTo>
                  <a:pt x="25296" y="13354"/>
                </a:lnTo>
                <a:lnTo>
                  <a:pt x="25295" y="13354"/>
                </a:lnTo>
                <a:lnTo>
                  <a:pt x="25295" y="13354"/>
                </a:lnTo>
                <a:lnTo>
                  <a:pt x="25295" y="13354"/>
                </a:lnTo>
                <a:lnTo>
                  <a:pt x="25294" y="13354"/>
                </a:lnTo>
                <a:lnTo>
                  <a:pt x="25294" y="13354"/>
                </a:lnTo>
                <a:lnTo>
                  <a:pt x="25294" y="13354"/>
                </a:lnTo>
                <a:lnTo>
                  <a:pt x="25293" y="13354"/>
                </a:lnTo>
                <a:lnTo>
                  <a:pt x="25293" y="13354"/>
                </a:lnTo>
                <a:lnTo>
                  <a:pt x="25292" y="13354"/>
                </a:lnTo>
                <a:lnTo>
                  <a:pt x="25292" y="13354"/>
                </a:lnTo>
                <a:lnTo>
                  <a:pt x="25292" y="13354"/>
                </a:lnTo>
                <a:lnTo>
                  <a:pt x="25291" y="13354"/>
                </a:lnTo>
                <a:lnTo>
                  <a:pt x="25291" y="13354"/>
                </a:lnTo>
                <a:lnTo>
                  <a:pt x="25291" y="13354"/>
                </a:lnTo>
                <a:lnTo>
                  <a:pt x="25290" y="13354"/>
                </a:lnTo>
                <a:lnTo>
                  <a:pt x="25290" y="13354"/>
                </a:lnTo>
                <a:lnTo>
                  <a:pt x="25290" y="13354"/>
                </a:lnTo>
                <a:lnTo>
                  <a:pt x="25289" y="13354"/>
                </a:lnTo>
                <a:lnTo>
                  <a:pt x="25289" y="13354"/>
                </a:lnTo>
                <a:lnTo>
                  <a:pt x="25289" y="13354"/>
                </a:lnTo>
                <a:lnTo>
                  <a:pt x="25288" y="13354"/>
                </a:lnTo>
                <a:lnTo>
                  <a:pt x="25288" y="13354"/>
                </a:lnTo>
                <a:lnTo>
                  <a:pt x="25287" y="13354"/>
                </a:lnTo>
                <a:lnTo>
                  <a:pt x="25287" y="13354"/>
                </a:lnTo>
                <a:lnTo>
                  <a:pt x="25287" y="13354"/>
                </a:lnTo>
                <a:lnTo>
                  <a:pt x="25286" y="13354"/>
                </a:lnTo>
                <a:lnTo>
                  <a:pt x="25286" y="13354"/>
                </a:lnTo>
                <a:lnTo>
                  <a:pt x="25286" y="13354"/>
                </a:lnTo>
                <a:lnTo>
                  <a:pt x="25285" y="13354"/>
                </a:lnTo>
                <a:lnTo>
                  <a:pt x="25285" y="13354"/>
                </a:lnTo>
                <a:lnTo>
                  <a:pt x="25285" y="13354"/>
                </a:lnTo>
                <a:lnTo>
                  <a:pt x="25284" y="13354"/>
                </a:lnTo>
                <a:lnTo>
                  <a:pt x="25284" y="13354"/>
                </a:lnTo>
                <a:lnTo>
                  <a:pt x="25283" y="13354"/>
                </a:lnTo>
                <a:lnTo>
                  <a:pt x="25283" y="13354"/>
                </a:lnTo>
                <a:lnTo>
                  <a:pt x="25283" y="13354"/>
                </a:lnTo>
                <a:lnTo>
                  <a:pt x="25282" y="13354"/>
                </a:lnTo>
                <a:lnTo>
                  <a:pt x="25282" y="13354"/>
                </a:lnTo>
                <a:lnTo>
                  <a:pt x="25282" y="13354"/>
                </a:lnTo>
                <a:lnTo>
                  <a:pt x="25281" y="13354"/>
                </a:lnTo>
                <a:lnTo>
                  <a:pt x="25281" y="13354"/>
                </a:lnTo>
                <a:lnTo>
                  <a:pt x="25281" y="13354"/>
                </a:lnTo>
                <a:lnTo>
                  <a:pt x="25280" y="13354"/>
                </a:lnTo>
                <a:lnTo>
                  <a:pt x="25280" y="13354"/>
                </a:lnTo>
                <a:lnTo>
                  <a:pt x="25280" y="13354"/>
                </a:lnTo>
                <a:lnTo>
                  <a:pt x="25279" y="13354"/>
                </a:lnTo>
                <a:lnTo>
                  <a:pt x="25279" y="13354"/>
                </a:lnTo>
                <a:lnTo>
                  <a:pt x="25278" y="13354"/>
                </a:lnTo>
                <a:lnTo>
                  <a:pt x="25278" y="13354"/>
                </a:lnTo>
                <a:lnTo>
                  <a:pt x="25278" y="13354"/>
                </a:lnTo>
                <a:lnTo>
                  <a:pt x="25277" y="13354"/>
                </a:lnTo>
                <a:lnTo>
                  <a:pt x="25277" y="13354"/>
                </a:lnTo>
                <a:lnTo>
                  <a:pt x="25277" y="13354"/>
                </a:lnTo>
                <a:lnTo>
                  <a:pt x="25276" y="13354"/>
                </a:lnTo>
                <a:lnTo>
                  <a:pt x="25276" y="13354"/>
                </a:lnTo>
                <a:lnTo>
                  <a:pt x="25276" y="13354"/>
                </a:lnTo>
                <a:lnTo>
                  <a:pt x="25275" y="13354"/>
                </a:lnTo>
                <a:lnTo>
                  <a:pt x="25275" y="13354"/>
                </a:lnTo>
                <a:lnTo>
                  <a:pt x="25275" y="13354"/>
                </a:lnTo>
                <a:lnTo>
                  <a:pt x="25274" y="13354"/>
                </a:lnTo>
                <a:lnTo>
                  <a:pt x="25274" y="13354"/>
                </a:lnTo>
                <a:lnTo>
                  <a:pt x="25273" y="13354"/>
                </a:lnTo>
                <a:lnTo>
                  <a:pt x="25273" y="13354"/>
                </a:lnTo>
                <a:lnTo>
                  <a:pt x="25273" y="13354"/>
                </a:lnTo>
                <a:lnTo>
                  <a:pt x="25272" y="13354"/>
                </a:lnTo>
                <a:lnTo>
                  <a:pt x="25272" y="13354"/>
                </a:lnTo>
                <a:lnTo>
                  <a:pt x="25272" y="13354"/>
                </a:lnTo>
                <a:lnTo>
                  <a:pt x="25271" y="13354"/>
                </a:lnTo>
                <a:lnTo>
                  <a:pt x="25271" y="13354"/>
                </a:lnTo>
                <a:lnTo>
                  <a:pt x="25271" y="13354"/>
                </a:lnTo>
                <a:lnTo>
                  <a:pt x="25270" y="13354"/>
                </a:lnTo>
                <a:lnTo>
                  <a:pt x="25270" y="13354"/>
                </a:lnTo>
                <a:lnTo>
                  <a:pt x="25270" y="13354"/>
                </a:lnTo>
                <a:lnTo>
                  <a:pt x="25269" y="13354"/>
                </a:lnTo>
                <a:lnTo>
                  <a:pt x="25269" y="13354"/>
                </a:lnTo>
                <a:lnTo>
                  <a:pt x="25268" y="13354"/>
                </a:lnTo>
                <a:lnTo>
                  <a:pt x="25268" y="13354"/>
                </a:lnTo>
                <a:lnTo>
                  <a:pt x="25268" y="13354"/>
                </a:lnTo>
                <a:lnTo>
                  <a:pt x="25267" y="13354"/>
                </a:lnTo>
                <a:lnTo>
                  <a:pt x="25267" y="13354"/>
                </a:lnTo>
                <a:lnTo>
                  <a:pt x="25267" y="13354"/>
                </a:lnTo>
                <a:lnTo>
                  <a:pt x="25266" y="13354"/>
                </a:lnTo>
                <a:lnTo>
                  <a:pt x="25266" y="13354"/>
                </a:lnTo>
                <a:lnTo>
                  <a:pt x="25266" y="13354"/>
                </a:lnTo>
                <a:lnTo>
                  <a:pt x="25265" y="13354"/>
                </a:lnTo>
                <a:lnTo>
                  <a:pt x="25265" y="13354"/>
                </a:lnTo>
                <a:lnTo>
                  <a:pt x="25265" y="13354"/>
                </a:lnTo>
                <a:lnTo>
                  <a:pt x="25264" y="13354"/>
                </a:lnTo>
                <a:lnTo>
                  <a:pt x="25264" y="13354"/>
                </a:lnTo>
                <a:lnTo>
                  <a:pt x="25263" y="13354"/>
                </a:lnTo>
                <a:lnTo>
                  <a:pt x="25263" y="13354"/>
                </a:lnTo>
                <a:lnTo>
                  <a:pt x="25263" y="13354"/>
                </a:lnTo>
                <a:lnTo>
                  <a:pt x="25262" y="13354"/>
                </a:lnTo>
                <a:lnTo>
                  <a:pt x="25262" y="13354"/>
                </a:lnTo>
                <a:lnTo>
                  <a:pt x="25262" y="13354"/>
                </a:lnTo>
                <a:lnTo>
                  <a:pt x="25261" y="13354"/>
                </a:lnTo>
                <a:lnTo>
                  <a:pt x="25261" y="13354"/>
                </a:lnTo>
                <a:lnTo>
                  <a:pt x="25261" y="13354"/>
                </a:lnTo>
                <a:lnTo>
                  <a:pt x="25260" y="13354"/>
                </a:lnTo>
                <a:lnTo>
                  <a:pt x="25260" y="13354"/>
                </a:lnTo>
                <a:lnTo>
                  <a:pt x="25260" y="13354"/>
                </a:lnTo>
                <a:lnTo>
                  <a:pt x="25259" y="13354"/>
                </a:lnTo>
                <a:lnTo>
                  <a:pt x="25259" y="13354"/>
                </a:lnTo>
                <a:lnTo>
                  <a:pt x="25258" y="13354"/>
                </a:lnTo>
                <a:lnTo>
                  <a:pt x="25258" y="13354"/>
                </a:lnTo>
                <a:lnTo>
                  <a:pt x="25258" y="13354"/>
                </a:lnTo>
                <a:lnTo>
                  <a:pt x="25257" y="13354"/>
                </a:lnTo>
                <a:lnTo>
                  <a:pt x="25257" y="13354"/>
                </a:lnTo>
                <a:lnTo>
                  <a:pt x="25257" y="13354"/>
                </a:lnTo>
                <a:lnTo>
                  <a:pt x="25256" y="13354"/>
                </a:lnTo>
                <a:lnTo>
                  <a:pt x="25256" y="13354"/>
                </a:lnTo>
                <a:lnTo>
                  <a:pt x="25256" y="13354"/>
                </a:lnTo>
                <a:lnTo>
                  <a:pt x="25255" y="13354"/>
                </a:lnTo>
                <a:lnTo>
                  <a:pt x="25255" y="13354"/>
                </a:lnTo>
                <a:lnTo>
                  <a:pt x="25255" y="13354"/>
                </a:lnTo>
                <a:lnTo>
                  <a:pt x="25254" y="13354"/>
                </a:lnTo>
                <a:lnTo>
                  <a:pt x="25254" y="13354"/>
                </a:lnTo>
                <a:lnTo>
                  <a:pt x="25253" y="13354"/>
                </a:lnTo>
                <a:lnTo>
                  <a:pt x="25253" y="13354"/>
                </a:lnTo>
                <a:lnTo>
                  <a:pt x="25253" y="13354"/>
                </a:lnTo>
                <a:lnTo>
                  <a:pt x="25252" y="13354"/>
                </a:lnTo>
                <a:lnTo>
                  <a:pt x="25252" y="13354"/>
                </a:lnTo>
                <a:lnTo>
                  <a:pt x="25252" y="13354"/>
                </a:lnTo>
                <a:lnTo>
                  <a:pt x="25251" y="13354"/>
                </a:lnTo>
                <a:lnTo>
                  <a:pt x="25251" y="13354"/>
                </a:lnTo>
                <a:lnTo>
                  <a:pt x="25251" y="13354"/>
                </a:lnTo>
                <a:lnTo>
                  <a:pt x="25250" y="13354"/>
                </a:lnTo>
                <a:lnTo>
                  <a:pt x="25250" y="13354"/>
                </a:lnTo>
                <a:lnTo>
                  <a:pt x="25250" y="13354"/>
                </a:lnTo>
                <a:lnTo>
                  <a:pt x="25249" y="13354"/>
                </a:lnTo>
                <a:lnTo>
                  <a:pt x="25249" y="13354"/>
                </a:lnTo>
                <a:lnTo>
                  <a:pt x="25248" y="13354"/>
                </a:lnTo>
                <a:lnTo>
                  <a:pt x="25248" y="13354"/>
                </a:lnTo>
                <a:lnTo>
                  <a:pt x="25248" y="13354"/>
                </a:lnTo>
                <a:lnTo>
                  <a:pt x="25247" y="13354"/>
                </a:lnTo>
                <a:lnTo>
                  <a:pt x="25247" y="13354"/>
                </a:lnTo>
                <a:lnTo>
                  <a:pt x="25247" y="13354"/>
                </a:lnTo>
                <a:lnTo>
                  <a:pt x="25246" y="13354"/>
                </a:lnTo>
                <a:lnTo>
                  <a:pt x="25246" y="13354"/>
                </a:lnTo>
                <a:lnTo>
                  <a:pt x="25246" y="13354"/>
                </a:lnTo>
                <a:lnTo>
                  <a:pt x="25245" y="13354"/>
                </a:lnTo>
                <a:lnTo>
                  <a:pt x="25245" y="13354"/>
                </a:lnTo>
                <a:lnTo>
                  <a:pt x="25245" y="13354"/>
                </a:lnTo>
                <a:lnTo>
                  <a:pt x="25244" y="13354"/>
                </a:lnTo>
                <a:lnTo>
                  <a:pt x="25244" y="13354"/>
                </a:lnTo>
                <a:lnTo>
                  <a:pt x="25243" y="13354"/>
                </a:lnTo>
                <a:lnTo>
                  <a:pt x="25243" y="13354"/>
                </a:lnTo>
                <a:lnTo>
                  <a:pt x="25243" y="13354"/>
                </a:lnTo>
                <a:lnTo>
                  <a:pt x="25242" y="13354"/>
                </a:lnTo>
                <a:lnTo>
                  <a:pt x="25242" y="13354"/>
                </a:lnTo>
                <a:lnTo>
                  <a:pt x="25242" y="13354"/>
                </a:lnTo>
                <a:lnTo>
                  <a:pt x="25241" y="13354"/>
                </a:lnTo>
                <a:lnTo>
                  <a:pt x="25241" y="13354"/>
                </a:lnTo>
                <a:lnTo>
                  <a:pt x="25241" y="13354"/>
                </a:lnTo>
                <a:lnTo>
                  <a:pt x="25240" y="13354"/>
                </a:lnTo>
                <a:lnTo>
                  <a:pt x="25240" y="13354"/>
                </a:lnTo>
                <a:lnTo>
                  <a:pt x="25240" y="13354"/>
                </a:lnTo>
                <a:lnTo>
                  <a:pt x="25239" y="13354"/>
                </a:lnTo>
                <a:lnTo>
                  <a:pt x="25239" y="13354"/>
                </a:lnTo>
                <a:lnTo>
                  <a:pt x="25238" y="13354"/>
                </a:lnTo>
                <a:lnTo>
                  <a:pt x="25238" y="13354"/>
                </a:lnTo>
                <a:lnTo>
                  <a:pt x="25238" y="13354"/>
                </a:lnTo>
                <a:lnTo>
                  <a:pt x="25237" y="13354"/>
                </a:lnTo>
                <a:lnTo>
                  <a:pt x="25237" y="13354"/>
                </a:lnTo>
                <a:lnTo>
                  <a:pt x="25237" y="13354"/>
                </a:lnTo>
                <a:lnTo>
                  <a:pt x="25236" y="13354"/>
                </a:lnTo>
                <a:lnTo>
                  <a:pt x="25236" y="13354"/>
                </a:lnTo>
                <a:lnTo>
                  <a:pt x="25236" y="13354"/>
                </a:lnTo>
                <a:lnTo>
                  <a:pt x="25235" y="13354"/>
                </a:lnTo>
                <a:lnTo>
                  <a:pt x="25235" y="13354"/>
                </a:lnTo>
                <a:lnTo>
                  <a:pt x="25235" y="13354"/>
                </a:lnTo>
                <a:lnTo>
                  <a:pt x="25234" y="13354"/>
                </a:lnTo>
                <a:lnTo>
                  <a:pt x="25234" y="13354"/>
                </a:lnTo>
                <a:lnTo>
                  <a:pt x="25234" y="13354"/>
                </a:lnTo>
                <a:lnTo>
                  <a:pt x="25233" y="13354"/>
                </a:lnTo>
                <a:lnTo>
                  <a:pt x="25233" y="13354"/>
                </a:lnTo>
                <a:lnTo>
                  <a:pt x="25232" y="13354"/>
                </a:lnTo>
                <a:lnTo>
                  <a:pt x="25232" y="13354"/>
                </a:lnTo>
                <a:lnTo>
                  <a:pt x="25232" y="13354"/>
                </a:lnTo>
                <a:lnTo>
                  <a:pt x="25231" y="13354"/>
                </a:lnTo>
                <a:lnTo>
                  <a:pt x="25231" y="13354"/>
                </a:lnTo>
                <a:lnTo>
                  <a:pt x="25231" y="13354"/>
                </a:lnTo>
                <a:lnTo>
                  <a:pt x="25230" y="13354"/>
                </a:lnTo>
                <a:lnTo>
                  <a:pt x="25230" y="13354"/>
                </a:lnTo>
                <a:lnTo>
                  <a:pt x="25230" y="13354"/>
                </a:lnTo>
                <a:lnTo>
                  <a:pt x="25229" y="13354"/>
                </a:lnTo>
                <a:lnTo>
                  <a:pt x="25229" y="13354"/>
                </a:lnTo>
                <a:lnTo>
                  <a:pt x="25229" y="13354"/>
                </a:lnTo>
                <a:lnTo>
                  <a:pt x="25228" y="13354"/>
                </a:lnTo>
                <a:lnTo>
                  <a:pt x="25228" y="13354"/>
                </a:lnTo>
                <a:lnTo>
                  <a:pt x="25227" y="13354"/>
                </a:lnTo>
                <a:lnTo>
                  <a:pt x="25227" y="13354"/>
                </a:lnTo>
                <a:lnTo>
                  <a:pt x="25227" y="13354"/>
                </a:lnTo>
                <a:lnTo>
                  <a:pt x="25226" y="13354"/>
                </a:lnTo>
                <a:lnTo>
                  <a:pt x="25226" y="13354"/>
                </a:lnTo>
                <a:lnTo>
                  <a:pt x="25226" y="13354"/>
                </a:lnTo>
                <a:lnTo>
                  <a:pt x="25225" y="13354"/>
                </a:lnTo>
                <a:lnTo>
                  <a:pt x="25225" y="13354"/>
                </a:lnTo>
                <a:lnTo>
                  <a:pt x="25225" y="13354"/>
                </a:lnTo>
                <a:lnTo>
                  <a:pt x="25224" y="13354"/>
                </a:lnTo>
                <a:lnTo>
                  <a:pt x="25224" y="13354"/>
                </a:lnTo>
                <a:lnTo>
                  <a:pt x="25224" y="13354"/>
                </a:lnTo>
                <a:lnTo>
                  <a:pt x="25223" y="13354"/>
                </a:lnTo>
                <a:lnTo>
                  <a:pt x="25223" y="13354"/>
                </a:lnTo>
                <a:lnTo>
                  <a:pt x="25222" y="13354"/>
                </a:lnTo>
                <a:lnTo>
                  <a:pt x="25222" y="13354"/>
                </a:lnTo>
                <a:lnTo>
                  <a:pt x="25222" y="13354"/>
                </a:lnTo>
                <a:lnTo>
                  <a:pt x="25221" y="13354"/>
                </a:lnTo>
                <a:lnTo>
                  <a:pt x="25221" y="13354"/>
                </a:lnTo>
                <a:lnTo>
                  <a:pt x="25221" y="13354"/>
                </a:lnTo>
                <a:lnTo>
                  <a:pt x="25220" y="13354"/>
                </a:lnTo>
                <a:lnTo>
                  <a:pt x="25220" y="13354"/>
                </a:lnTo>
                <a:lnTo>
                  <a:pt x="25220" y="13354"/>
                </a:lnTo>
                <a:lnTo>
                  <a:pt x="25219" y="13354"/>
                </a:lnTo>
                <a:lnTo>
                  <a:pt x="25219" y="13354"/>
                </a:lnTo>
                <a:lnTo>
                  <a:pt x="25219" y="13354"/>
                </a:lnTo>
                <a:lnTo>
                  <a:pt x="25218" y="13354"/>
                </a:lnTo>
                <a:lnTo>
                  <a:pt x="25218" y="13354"/>
                </a:lnTo>
                <a:lnTo>
                  <a:pt x="25218" y="13354"/>
                </a:lnTo>
                <a:lnTo>
                  <a:pt x="25217" y="13354"/>
                </a:lnTo>
                <a:lnTo>
                  <a:pt x="25217" y="13354"/>
                </a:lnTo>
                <a:lnTo>
                  <a:pt x="25216" y="13354"/>
                </a:lnTo>
                <a:lnTo>
                  <a:pt x="25216" y="13354"/>
                </a:lnTo>
                <a:lnTo>
                  <a:pt x="25216" y="13354"/>
                </a:lnTo>
                <a:lnTo>
                  <a:pt x="25215" y="13354"/>
                </a:lnTo>
                <a:lnTo>
                  <a:pt x="25215" y="13354"/>
                </a:lnTo>
                <a:lnTo>
                  <a:pt x="25215" y="13354"/>
                </a:lnTo>
                <a:lnTo>
                  <a:pt x="25214" y="13354"/>
                </a:lnTo>
                <a:lnTo>
                  <a:pt x="25214" y="13354"/>
                </a:lnTo>
                <a:lnTo>
                  <a:pt x="25214" y="13354"/>
                </a:lnTo>
                <a:lnTo>
                  <a:pt x="25213" y="13354"/>
                </a:lnTo>
                <a:lnTo>
                  <a:pt x="25213" y="13354"/>
                </a:lnTo>
                <a:lnTo>
                  <a:pt x="25213" y="13354"/>
                </a:lnTo>
                <a:lnTo>
                  <a:pt x="25212" y="13354"/>
                </a:lnTo>
                <a:lnTo>
                  <a:pt x="25212" y="13354"/>
                </a:lnTo>
                <a:lnTo>
                  <a:pt x="25211" y="13354"/>
                </a:lnTo>
                <a:lnTo>
                  <a:pt x="25211" y="13354"/>
                </a:lnTo>
                <a:lnTo>
                  <a:pt x="25211" y="13354"/>
                </a:lnTo>
                <a:lnTo>
                  <a:pt x="25210" y="13354"/>
                </a:lnTo>
                <a:lnTo>
                  <a:pt x="25210" y="13354"/>
                </a:lnTo>
                <a:lnTo>
                  <a:pt x="25210" y="13354"/>
                </a:lnTo>
                <a:lnTo>
                  <a:pt x="25209" y="13354"/>
                </a:lnTo>
                <a:lnTo>
                  <a:pt x="25209" y="13354"/>
                </a:lnTo>
                <a:lnTo>
                  <a:pt x="25209" y="13354"/>
                </a:lnTo>
                <a:lnTo>
                  <a:pt x="25208" y="13354"/>
                </a:lnTo>
                <a:lnTo>
                  <a:pt x="25208" y="13354"/>
                </a:lnTo>
                <a:lnTo>
                  <a:pt x="25208" y="13354"/>
                </a:lnTo>
                <a:lnTo>
                  <a:pt x="25207" y="13354"/>
                </a:lnTo>
                <a:lnTo>
                  <a:pt x="25207" y="13354"/>
                </a:lnTo>
                <a:lnTo>
                  <a:pt x="25207" y="13354"/>
                </a:lnTo>
                <a:lnTo>
                  <a:pt x="25206" y="13354"/>
                </a:lnTo>
                <a:lnTo>
                  <a:pt x="25206" y="13354"/>
                </a:lnTo>
                <a:lnTo>
                  <a:pt x="25205" y="13354"/>
                </a:lnTo>
                <a:lnTo>
                  <a:pt x="25205" y="13354"/>
                </a:lnTo>
                <a:lnTo>
                  <a:pt x="25205" y="13354"/>
                </a:lnTo>
                <a:lnTo>
                  <a:pt x="25204" y="13354"/>
                </a:lnTo>
                <a:lnTo>
                  <a:pt x="25204" y="13354"/>
                </a:lnTo>
                <a:lnTo>
                  <a:pt x="25204" y="13354"/>
                </a:lnTo>
                <a:lnTo>
                  <a:pt x="25203" y="13354"/>
                </a:lnTo>
                <a:lnTo>
                  <a:pt x="25203" y="13354"/>
                </a:lnTo>
                <a:lnTo>
                  <a:pt x="25203" y="13354"/>
                </a:lnTo>
                <a:lnTo>
                  <a:pt x="25202" y="13354"/>
                </a:lnTo>
                <a:lnTo>
                  <a:pt x="25202" y="13354"/>
                </a:lnTo>
                <a:lnTo>
                  <a:pt x="25202" y="13354"/>
                </a:lnTo>
                <a:lnTo>
                  <a:pt x="25201" y="13354"/>
                </a:lnTo>
                <a:lnTo>
                  <a:pt x="25201" y="13354"/>
                </a:lnTo>
                <a:lnTo>
                  <a:pt x="25201" y="13354"/>
                </a:lnTo>
                <a:lnTo>
                  <a:pt x="25200" y="13354"/>
                </a:lnTo>
                <a:lnTo>
                  <a:pt x="25200" y="13354"/>
                </a:lnTo>
                <a:lnTo>
                  <a:pt x="25199" y="13354"/>
                </a:lnTo>
                <a:lnTo>
                  <a:pt x="25199" y="13354"/>
                </a:lnTo>
                <a:lnTo>
                  <a:pt x="25199" y="13354"/>
                </a:lnTo>
                <a:lnTo>
                  <a:pt x="25198" y="13354"/>
                </a:lnTo>
                <a:lnTo>
                  <a:pt x="25198" y="13354"/>
                </a:lnTo>
                <a:lnTo>
                  <a:pt x="25198" y="13354"/>
                </a:lnTo>
                <a:lnTo>
                  <a:pt x="25197" y="13354"/>
                </a:lnTo>
                <a:lnTo>
                  <a:pt x="25197" y="13354"/>
                </a:lnTo>
                <a:lnTo>
                  <a:pt x="25197" y="13354"/>
                </a:lnTo>
                <a:lnTo>
                  <a:pt x="25196" y="13354"/>
                </a:lnTo>
                <a:lnTo>
                  <a:pt x="25196" y="13354"/>
                </a:lnTo>
                <a:lnTo>
                  <a:pt x="25196" y="13354"/>
                </a:lnTo>
                <a:lnTo>
                  <a:pt x="25195" y="13354"/>
                </a:lnTo>
                <a:lnTo>
                  <a:pt x="25195" y="13354"/>
                </a:lnTo>
                <a:lnTo>
                  <a:pt x="25195" y="13354"/>
                </a:lnTo>
                <a:lnTo>
                  <a:pt x="25194" y="13354"/>
                </a:lnTo>
                <a:lnTo>
                  <a:pt x="25194" y="13354"/>
                </a:lnTo>
                <a:lnTo>
                  <a:pt x="25193" y="13354"/>
                </a:lnTo>
                <a:lnTo>
                  <a:pt x="25193" y="13354"/>
                </a:lnTo>
                <a:lnTo>
                  <a:pt x="25193" y="13354"/>
                </a:lnTo>
                <a:lnTo>
                  <a:pt x="25192" y="13354"/>
                </a:lnTo>
                <a:lnTo>
                  <a:pt x="25192" y="13354"/>
                </a:lnTo>
                <a:lnTo>
                  <a:pt x="25192" y="13354"/>
                </a:lnTo>
                <a:lnTo>
                  <a:pt x="25191" y="13354"/>
                </a:lnTo>
                <a:lnTo>
                  <a:pt x="25191" y="13354"/>
                </a:lnTo>
                <a:lnTo>
                  <a:pt x="25191" y="13354"/>
                </a:lnTo>
                <a:lnTo>
                  <a:pt x="25190" y="13354"/>
                </a:lnTo>
                <a:lnTo>
                  <a:pt x="25190" y="13354"/>
                </a:lnTo>
                <a:lnTo>
                  <a:pt x="25190" y="13354"/>
                </a:lnTo>
                <a:lnTo>
                  <a:pt x="25189" y="13354"/>
                </a:lnTo>
                <a:lnTo>
                  <a:pt x="25189" y="13354"/>
                </a:lnTo>
                <a:lnTo>
                  <a:pt x="25189" y="13354"/>
                </a:lnTo>
                <a:lnTo>
                  <a:pt x="25188" y="13354"/>
                </a:lnTo>
                <a:lnTo>
                  <a:pt x="25188" y="13354"/>
                </a:lnTo>
                <a:lnTo>
                  <a:pt x="25187" y="13354"/>
                </a:lnTo>
                <a:lnTo>
                  <a:pt x="25187" y="13354"/>
                </a:lnTo>
                <a:lnTo>
                  <a:pt x="25187" y="13354"/>
                </a:lnTo>
                <a:lnTo>
                  <a:pt x="25186" y="13354"/>
                </a:lnTo>
                <a:lnTo>
                  <a:pt x="25186" y="13354"/>
                </a:lnTo>
                <a:lnTo>
                  <a:pt x="25186" y="13354"/>
                </a:lnTo>
                <a:lnTo>
                  <a:pt x="25185" y="13354"/>
                </a:lnTo>
                <a:lnTo>
                  <a:pt x="25185" y="13354"/>
                </a:lnTo>
                <a:lnTo>
                  <a:pt x="25185" y="13354"/>
                </a:lnTo>
                <a:lnTo>
                  <a:pt x="25184" y="13354"/>
                </a:lnTo>
                <a:lnTo>
                  <a:pt x="25184" y="13354"/>
                </a:lnTo>
                <a:lnTo>
                  <a:pt x="25184" y="13354"/>
                </a:lnTo>
                <a:lnTo>
                  <a:pt x="25183" y="13354"/>
                </a:lnTo>
                <a:lnTo>
                  <a:pt x="25183" y="13354"/>
                </a:lnTo>
                <a:lnTo>
                  <a:pt x="25183" y="13354"/>
                </a:lnTo>
                <a:lnTo>
                  <a:pt x="25182" y="13354"/>
                </a:lnTo>
                <a:lnTo>
                  <a:pt x="25182" y="13354"/>
                </a:lnTo>
                <a:lnTo>
                  <a:pt x="25181" y="13354"/>
                </a:lnTo>
                <a:lnTo>
                  <a:pt x="25181" y="13354"/>
                </a:lnTo>
                <a:lnTo>
                  <a:pt x="25181" y="13354"/>
                </a:lnTo>
                <a:lnTo>
                  <a:pt x="25180" y="13354"/>
                </a:lnTo>
                <a:lnTo>
                  <a:pt x="25180" y="13354"/>
                </a:lnTo>
                <a:lnTo>
                  <a:pt x="25180" y="13354"/>
                </a:lnTo>
                <a:lnTo>
                  <a:pt x="25179" y="13354"/>
                </a:lnTo>
                <a:lnTo>
                  <a:pt x="25179" y="13354"/>
                </a:lnTo>
                <a:lnTo>
                  <a:pt x="25179" y="13354"/>
                </a:lnTo>
                <a:lnTo>
                  <a:pt x="25178" y="13354"/>
                </a:lnTo>
                <a:lnTo>
                  <a:pt x="25178" y="13354"/>
                </a:lnTo>
                <a:lnTo>
                  <a:pt x="25178" y="13354"/>
                </a:lnTo>
                <a:lnTo>
                  <a:pt x="25177" y="13354"/>
                </a:lnTo>
                <a:lnTo>
                  <a:pt x="25177" y="13354"/>
                </a:lnTo>
                <a:lnTo>
                  <a:pt x="25177" y="13354"/>
                </a:lnTo>
                <a:lnTo>
                  <a:pt x="25176" y="13354"/>
                </a:lnTo>
                <a:lnTo>
                  <a:pt x="25176" y="13354"/>
                </a:lnTo>
                <a:lnTo>
                  <a:pt x="25175" y="13354"/>
                </a:lnTo>
                <a:lnTo>
                  <a:pt x="25175" y="13354"/>
                </a:lnTo>
                <a:lnTo>
                  <a:pt x="25175" y="13354"/>
                </a:lnTo>
                <a:lnTo>
                  <a:pt x="25174" y="13354"/>
                </a:lnTo>
                <a:lnTo>
                  <a:pt x="25174" y="13354"/>
                </a:lnTo>
                <a:lnTo>
                  <a:pt x="25174" y="13354"/>
                </a:lnTo>
                <a:lnTo>
                  <a:pt x="25173" y="13354"/>
                </a:lnTo>
                <a:lnTo>
                  <a:pt x="25173" y="13354"/>
                </a:lnTo>
                <a:lnTo>
                  <a:pt x="25173" y="13354"/>
                </a:lnTo>
                <a:lnTo>
                  <a:pt x="25172" y="13354"/>
                </a:lnTo>
                <a:lnTo>
                  <a:pt x="25172" y="13354"/>
                </a:lnTo>
                <a:lnTo>
                  <a:pt x="25172" y="13354"/>
                </a:lnTo>
                <a:lnTo>
                  <a:pt x="25171" y="13354"/>
                </a:lnTo>
                <a:lnTo>
                  <a:pt x="25171" y="13354"/>
                </a:lnTo>
                <a:lnTo>
                  <a:pt x="25171" y="13354"/>
                </a:lnTo>
                <a:lnTo>
                  <a:pt x="25170" y="13354"/>
                </a:lnTo>
                <a:lnTo>
                  <a:pt x="25170" y="13354"/>
                </a:lnTo>
                <a:lnTo>
                  <a:pt x="25169" y="13354"/>
                </a:lnTo>
                <a:lnTo>
                  <a:pt x="25169" y="13354"/>
                </a:lnTo>
                <a:lnTo>
                  <a:pt x="25169" y="13354"/>
                </a:lnTo>
                <a:lnTo>
                  <a:pt x="25168" y="13354"/>
                </a:lnTo>
                <a:lnTo>
                  <a:pt x="25168" y="13354"/>
                </a:lnTo>
                <a:lnTo>
                  <a:pt x="25168" y="13354"/>
                </a:lnTo>
                <a:lnTo>
                  <a:pt x="25167" y="13354"/>
                </a:lnTo>
                <a:lnTo>
                  <a:pt x="25167" y="13354"/>
                </a:lnTo>
                <a:lnTo>
                  <a:pt x="25167" y="13354"/>
                </a:lnTo>
                <a:lnTo>
                  <a:pt x="25166" y="13354"/>
                </a:lnTo>
                <a:lnTo>
                  <a:pt x="25166" y="13354"/>
                </a:lnTo>
                <a:lnTo>
                  <a:pt x="25166" y="13354"/>
                </a:lnTo>
                <a:lnTo>
                  <a:pt x="25165" y="13354"/>
                </a:lnTo>
                <a:lnTo>
                  <a:pt x="25165" y="13354"/>
                </a:lnTo>
                <a:lnTo>
                  <a:pt x="25165" y="13354"/>
                </a:lnTo>
                <a:lnTo>
                  <a:pt x="25164" y="13354"/>
                </a:lnTo>
                <a:lnTo>
                  <a:pt x="25164" y="13354"/>
                </a:lnTo>
                <a:lnTo>
                  <a:pt x="25164" y="13354"/>
                </a:lnTo>
                <a:lnTo>
                  <a:pt x="25163" y="13354"/>
                </a:lnTo>
                <a:lnTo>
                  <a:pt x="25163" y="13354"/>
                </a:lnTo>
                <a:lnTo>
                  <a:pt x="25162" y="13354"/>
                </a:lnTo>
                <a:lnTo>
                  <a:pt x="25162" y="13354"/>
                </a:lnTo>
                <a:lnTo>
                  <a:pt x="25162" y="13354"/>
                </a:lnTo>
                <a:lnTo>
                  <a:pt x="25161" y="13354"/>
                </a:lnTo>
                <a:lnTo>
                  <a:pt x="25161" y="13354"/>
                </a:lnTo>
                <a:lnTo>
                  <a:pt x="25161" y="13354"/>
                </a:lnTo>
                <a:lnTo>
                  <a:pt x="25160" y="13354"/>
                </a:lnTo>
                <a:lnTo>
                  <a:pt x="25160" y="13354"/>
                </a:lnTo>
                <a:lnTo>
                  <a:pt x="25160" y="13354"/>
                </a:lnTo>
                <a:lnTo>
                  <a:pt x="25159" y="13354"/>
                </a:lnTo>
                <a:lnTo>
                  <a:pt x="25159" y="13354"/>
                </a:lnTo>
                <a:lnTo>
                  <a:pt x="25159" y="13354"/>
                </a:lnTo>
                <a:lnTo>
                  <a:pt x="25158" y="13354"/>
                </a:lnTo>
                <a:lnTo>
                  <a:pt x="25158" y="13354"/>
                </a:lnTo>
                <a:lnTo>
                  <a:pt x="25158" y="13354"/>
                </a:lnTo>
                <a:lnTo>
                  <a:pt x="25157" y="13354"/>
                </a:lnTo>
                <a:lnTo>
                  <a:pt x="25157" y="13354"/>
                </a:lnTo>
                <a:lnTo>
                  <a:pt x="25157" y="13354"/>
                </a:lnTo>
                <a:lnTo>
                  <a:pt x="25156" y="13354"/>
                </a:lnTo>
                <a:lnTo>
                  <a:pt x="25156" y="13354"/>
                </a:lnTo>
                <a:lnTo>
                  <a:pt x="25155" y="13354"/>
                </a:lnTo>
                <a:lnTo>
                  <a:pt x="25155" y="13354"/>
                </a:lnTo>
                <a:lnTo>
                  <a:pt x="25155" y="13354"/>
                </a:lnTo>
                <a:lnTo>
                  <a:pt x="25154" y="13354"/>
                </a:lnTo>
                <a:lnTo>
                  <a:pt x="25154" y="13354"/>
                </a:lnTo>
                <a:lnTo>
                  <a:pt x="25154" y="13354"/>
                </a:lnTo>
                <a:lnTo>
                  <a:pt x="25153" y="13354"/>
                </a:lnTo>
                <a:lnTo>
                  <a:pt x="25153" y="13354"/>
                </a:lnTo>
                <a:lnTo>
                  <a:pt x="25153" y="13354"/>
                </a:lnTo>
                <a:lnTo>
                  <a:pt x="25152" y="13354"/>
                </a:lnTo>
                <a:lnTo>
                  <a:pt x="25152" y="13354"/>
                </a:lnTo>
                <a:lnTo>
                  <a:pt x="25152" y="13354"/>
                </a:lnTo>
                <a:lnTo>
                  <a:pt x="25151" y="13354"/>
                </a:lnTo>
                <a:lnTo>
                  <a:pt x="25151" y="13354"/>
                </a:lnTo>
                <a:lnTo>
                  <a:pt x="25151" y="13354"/>
                </a:lnTo>
                <a:lnTo>
                  <a:pt x="25150" y="13354"/>
                </a:lnTo>
                <a:lnTo>
                  <a:pt x="25150" y="13354"/>
                </a:lnTo>
                <a:lnTo>
                  <a:pt x="25149" y="13354"/>
                </a:lnTo>
                <a:lnTo>
                  <a:pt x="25149" y="13354"/>
                </a:lnTo>
                <a:lnTo>
                  <a:pt x="25149" y="13354"/>
                </a:lnTo>
                <a:lnTo>
                  <a:pt x="25148" y="13354"/>
                </a:lnTo>
                <a:lnTo>
                  <a:pt x="25148" y="13354"/>
                </a:lnTo>
                <a:lnTo>
                  <a:pt x="25148" y="13354"/>
                </a:lnTo>
                <a:lnTo>
                  <a:pt x="25147" y="13354"/>
                </a:lnTo>
                <a:lnTo>
                  <a:pt x="25147" y="13354"/>
                </a:lnTo>
                <a:lnTo>
                  <a:pt x="25147" y="13354"/>
                </a:lnTo>
                <a:lnTo>
                  <a:pt x="25146" y="13354"/>
                </a:lnTo>
                <a:lnTo>
                  <a:pt x="25146" y="13354"/>
                </a:lnTo>
                <a:lnTo>
                  <a:pt x="25146" y="13354"/>
                </a:lnTo>
                <a:lnTo>
                  <a:pt x="25145" y="13354"/>
                </a:lnTo>
                <a:lnTo>
                  <a:pt x="25145" y="13354"/>
                </a:lnTo>
                <a:lnTo>
                  <a:pt x="25145" y="13354"/>
                </a:lnTo>
                <a:lnTo>
                  <a:pt x="25144" y="13354"/>
                </a:lnTo>
                <a:lnTo>
                  <a:pt x="25144" y="13354"/>
                </a:lnTo>
                <a:lnTo>
                  <a:pt x="25144" y="13354"/>
                </a:lnTo>
                <a:lnTo>
                  <a:pt x="25143" y="13354"/>
                </a:lnTo>
                <a:lnTo>
                  <a:pt x="25143" y="13354"/>
                </a:lnTo>
                <a:lnTo>
                  <a:pt x="25142" y="13354"/>
                </a:lnTo>
                <a:lnTo>
                  <a:pt x="25142" y="13354"/>
                </a:lnTo>
                <a:lnTo>
                  <a:pt x="25142" y="13354"/>
                </a:lnTo>
                <a:lnTo>
                  <a:pt x="25141" y="13354"/>
                </a:lnTo>
                <a:lnTo>
                  <a:pt x="25141" y="13354"/>
                </a:lnTo>
                <a:lnTo>
                  <a:pt x="25141" y="13354"/>
                </a:lnTo>
                <a:lnTo>
                  <a:pt x="25140" y="13354"/>
                </a:lnTo>
                <a:lnTo>
                  <a:pt x="25140" y="13354"/>
                </a:lnTo>
                <a:lnTo>
                  <a:pt x="25140" y="13354"/>
                </a:lnTo>
                <a:lnTo>
                  <a:pt x="25139" y="13354"/>
                </a:lnTo>
                <a:lnTo>
                  <a:pt x="25139" y="13354"/>
                </a:lnTo>
                <a:lnTo>
                  <a:pt x="25139" y="13354"/>
                </a:lnTo>
                <a:lnTo>
                  <a:pt x="25138" y="13354"/>
                </a:lnTo>
                <a:lnTo>
                  <a:pt x="25138" y="13354"/>
                </a:lnTo>
                <a:lnTo>
                  <a:pt x="25138" y="13354"/>
                </a:lnTo>
                <a:lnTo>
                  <a:pt x="25137" y="13354"/>
                </a:lnTo>
                <a:lnTo>
                  <a:pt x="25137" y="13354"/>
                </a:lnTo>
                <a:lnTo>
                  <a:pt x="25137" y="13354"/>
                </a:lnTo>
                <a:lnTo>
                  <a:pt x="25136" y="13354"/>
                </a:lnTo>
                <a:lnTo>
                  <a:pt x="25136" y="13354"/>
                </a:lnTo>
                <a:lnTo>
                  <a:pt x="25135" y="13354"/>
                </a:lnTo>
                <a:lnTo>
                  <a:pt x="25135" y="13354"/>
                </a:lnTo>
                <a:lnTo>
                  <a:pt x="25135" y="13354"/>
                </a:lnTo>
                <a:lnTo>
                  <a:pt x="25134" y="13354"/>
                </a:lnTo>
                <a:lnTo>
                  <a:pt x="25134" y="13354"/>
                </a:lnTo>
                <a:lnTo>
                  <a:pt x="25134" y="13354"/>
                </a:lnTo>
                <a:lnTo>
                  <a:pt x="25133" y="13354"/>
                </a:lnTo>
                <a:lnTo>
                  <a:pt x="25133" y="13354"/>
                </a:lnTo>
                <a:lnTo>
                  <a:pt x="25133" y="13354"/>
                </a:lnTo>
                <a:lnTo>
                  <a:pt x="25132" y="13354"/>
                </a:lnTo>
                <a:lnTo>
                  <a:pt x="25132" y="13354"/>
                </a:lnTo>
                <a:lnTo>
                  <a:pt x="25132" y="13354"/>
                </a:lnTo>
                <a:lnTo>
                  <a:pt x="25131" y="13354"/>
                </a:lnTo>
                <a:lnTo>
                  <a:pt x="25131" y="13354"/>
                </a:lnTo>
                <a:lnTo>
                  <a:pt x="25131" y="13354"/>
                </a:lnTo>
                <a:lnTo>
                  <a:pt x="25130" y="13354"/>
                </a:lnTo>
                <a:lnTo>
                  <a:pt x="25130" y="13354"/>
                </a:lnTo>
                <a:lnTo>
                  <a:pt x="25130" y="13354"/>
                </a:lnTo>
                <a:lnTo>
                  <a:pt x="25129" y="13354"/>
                </a:lnTo>
                <a:lnTo>
                  <a:pt x="25129" y="13354"/>
                </a:lnTo>
                <a:lnTo>
                  <a:pt x="25129" y="13354"/>
                </a:lnTo>
                <a:lnTo>
                  <a:pt x="25128" y="13354"/>
                </a:lnTo>
                <a:lnTo>
                  <a:pt x="25128" y="13354"/>
                </a:lnTo>
                <a:lnTo>
                  <a:pt x="25127" y="13354"/>
                </a:lnTo>
                <a:lnTo>
                  <a:pt x="25127" y="13354"/>
                </a:lnTo>
                <a:lnTo>
                  <a:pt x="25127" y="13354"/>
                </a:lnTo>
                <a:lnTo>
                  <a:pt x="25126" y="13354"/>
                </a:lnTo>
                <a:lnTo>
                  <a:pt x="25126" y="13354"/>
                </a:lnTo>
                <a:lnTo>
                  <a:pt x="25126" y="13354"/>
                </a:lnTo>
                <a:lnTo>
                  <a:pt x="25125" y="13354"/>
                </a:lnTo>
                <a:lnTo>
                  <a:pt x="25125" y="13354"/>
                </a:lnTo>
                <a:lnTo>
                  <a:pt x="25125" y="13354"/>
                </a:lnTo>
                <a:lnTo>
                  <a:pt x="25124" y="13354"/>
                </a:lnTo>
                <a:lnTo>
                  <a:pt x="25124" y="13354"/>
                </a:lnTo>
                <a:lnTo>
                  <a:pt x="25124" y="13354"/>
                </a:lnTo>
                <a:lnTo>
                  <a:pt x="25123" y="13354"/>
                </a:lnTo>
                <a:lnTo>
                  <a:pt x="25123" y="13354"/>
                </a:lnTo>
                <a:lnTo>
                  <a:pt x="25123" y="13354"/>
                </a:lnTo>
                <a:lnTo>
                  <a:pt x="25122" y="13354"/>
                </a:lnTo>
                <a:lnTo>
                  <a:pt x="25122" y="13354"/>
                </a:lnTo>
                <a:lnTo>
                  <a:pt x="25122" y="13354"/>
                </a:lnTo>
                <a:lnTo>
                  <a:pt x="25121" y="13354"/>
                </a:lnTo>
                <a:lnTo>
                  <a:pt x="25121" y="13354"/>
                </a:lnTo>
                <a:lnTo>
                  <a:pt x="25120" y="13354"/>
                </a:lnTo>
                <a:lnTo>
                  <a:pt x="25120" y="13354"/>
                </a:lnTo>
                <a:lnTo>
                  <a:pt x="25120" y="13354"/>
                </a:lnTo>
                <a:lnTo>
                  <a:pt x="25119" y="13354"/>
                </a:lnTo>
                <a:lnTo>
                  <a:pt x="25119" y="13354"/>
                </a:lnTo>
                <a:lnTo>
                  <a:pt x="25119" y="13354"/>
                </a:lnTo>
                <a:lnTo>
                  <a:pt x="25118" y="13354"/>
                </a:lnTo>
                <a:lnTo>
                  <a:pt x="25118" y="13354"/>
                </a:lnTo>
                <a:lnTo>
                  <a:pt x="25118" y="13354"/>
                </a:lnTo>
                <a:lnTo>
                  <a:pt x="25117" y="13354"/>
                </a:lnTo>
                <a:lnTo>
                  <a:pt x="25117" y="13354"/>
                </a:lnTo>
                <a:lnTo>
                  <a:pt x="25117" y="13354"/>
                </a:lnTo>
                <a:lnTo>
                  <a:pt x="25116" y="13354"/>
                </a:lnTo>
                <a:lnTo>
                  <a:pt x="25116" y="13354"/>
                </a:lnTo>
                <a:lnTo>
                  <a:pt x="25116" y="13354"/>
                </a:lnTo>
                <a:lnTo>
                  <a:pt x="25115" y="13354"/>
                </a:lnTo>
                <a:lnTo>
                  <a:pt x="25115" y="13354"/>
                </a:lnTo>
                <a:lnTo>
                  <a:pt x="25115" y="13354"/>
                </a:lnTo>
                <a:lnTo>
                  <a:pt x="25114" y="13354"/>
                </a:lnTo>
                <a:lnTo>
                  <a:pt x="25114" y="13354"/>
                </a:lnTo>
                <a:lnTo>
                  <a:pt x="25114" y="13354"/>
                </a:lnTo>
                <a:lnTo>
                  <a:pt x="25113" y="13354"/>
                </a:lnTo>
                <a:lnTo>
                  <a:pt x="25113" y="13354"/>
                </a:lnTo>
                <a:lnTo>
                  <a:pt x="25112" y="13354"/>
                </a:lnTo>
                <a:lnTo>
                  <a:pt x="25112" y="13354"/>
                </a:lnTo>
                <a:lnTo>
                  <a:pt x="25112" y="13354"/>
                </a:lnTo>
                <a:lnTo>
                  <a:pt x="25111" y="13354"/>
                </a:lnTo>
                <a:lnTo>
                  <a:pt x="25111" y="13354"/>
                </a:lnTo>
                <a:lnTo>
                  <a:pt x="25111" y="13354"/>
                </a:lnTo>
                <a:lnTo>
                  <a:pt x="25110" y="13354"/>
                </a:lnTo>
                <a:lnTo>
                  <a:pt x="25110" y="13354"/>
                </a:lnTo>
                <a:lnTo>
                  <a:pt x="25110" y="13354"/>
                </a:lnTo>
                <a:lnTo>
                  <a:pt x="25109" y="13354"/>
                </a:lnTo>
                <a:lnTo>
                  <a:pt x="25109" y="13354"/>
                </a:lnTo>
                <a:lnTo>
                  <a:pt x="25109" y="13354"/>
                </a:lnTo>
                <a:lnTo>
                  <a:pt x="25108" y="13354"/>
                </a:lnTo>
                <a:lnTo>
                  <a:pt x="25108" y="13354"/>
                </a:lnTo>
                <a:lnTo>
                  <a:pt x="25108" y="13354"/>
                </a:lnTo>
                <a:lnTo>
                  <a:pt x="25107" y="13354"/>
                </a:lnTo>
                <a:lnTo>
                  <a:pt x="25107" y="13354"/>
                </a:lnTo>
                <a:lnTo>
                  <a:pt x="25107" y="13354"/>
                </a:lnTo>
                <a:lnTo>
                  <a:pt x="25106" y="13354"/>
                </a:lnTo>
                <a:lnTo>
                  <a:pt x="25106" y="13354"/>
                </a:lnTo>
                <a:lnTo>
                  <a:pt x="25106" y="13354"/>
                </a:lnTo>
                <a:lnTo>
                  <a:pt x="25105" y="13354"/>
                </a:lnTo>
                <a:lnTo>
                  <a:pt x="25105" y="13354"/>
                </a:lnTo>
                <a:lnTo>
                  <a:pt x="25104" y="13354"/>
                </a:lnTo>
                <a:lnTo>
                  <a:pt x="25104" y="13354"/>
                </a:lnTo>
                <a:lnTo>
                  <a:pt x="25104" y="13354"/>
                </a:lnTo>
                <a:lnTo>
                  <a:pt x="25103" y="13354"/>
                </a:lnTo>
                <a:lnTo>
                  <a:pt x="25103" y="13354"/>
                </a:lnTo>
                <a:lnTo>
                  <a:pt x="25103" y="13354"/>
                </a:lnTo>
                <a:lnTo>
                  <a:pt x="25102" y="13354"/>
                </a:lnTo>
                <a:lnTo>
                  <a:pt x="25102" y="13354"/>
                </a:lnTo>
                <a:lnTo>
                  <a:pt x="25102" y="13354"/>
                </a:lnTo>
                <a:lnTo>
                  <a:pt x="25101" y="13354"/>
                </a:lnTo>
                <a:lnTo>
                  <a:pt x="25101" y="13354"/>
                </a:lnTo>
                <a:lnTo>
                  <a:pt x="25101" y="13354"/>
                </a:lnTo>
                <a:lnTo>
                  <a:pt x="25100" y="13354"/>
                </a:lnTo>
                <a:lnTo>
                  <a:pt x="25100" y="13354"/>
                </a:lnTo>
                <a:lnTo>
                  <a:pt x="25100" y="13354"/>
                </a:lnTo>
                <a:lnTo>
                  <a:pt x="25099" y="13354"/>
                </a:lnTo>
                <a:lnTo>
                  <a:pt x="25099" y="13354"/>
                </a:lnTo>
                <a:lnTo>
                  <a:pt x="25099" y="13354"/>
                </a:lnTo>
                <a:lnTo>
                  <a:pt x="25098" y="13354"/>
                </a:lnTo>
                <a:lnTo>
                  <a:pt x="25098" y="13354"/>
                </a:lnTo>
                <a:lnTo>
                  <a:pt x="25098" y="13354"/>
                </a:lnTo>
                <a:lnTo>
                  <a:pt x="25097" y="13354"/>
                </a:lnTo>
                <a:lnTo>
                  <a:pt x="25097" y="13354"/>
                </a:lnTo>
                <a:lnTo>
                  <a:pt x="25096" y="13354"/>
                </a:lnTo>
                <a:lnTo>
                  <a:pt x="25096" y="13354"/>
                </a:lnTo>
                <a:lnTo>
                  <a:pt x="25096" y="13354"/>
                </a:lnTo>
                <a:lnTo>
                  <a:pt x="25095" y="13354"/>
                </a:lnTo>
                <a:lnTo>
                  <a:pt x="25095" y="13354"/>
                </a:lnTo>
                <a:lnTo>
                  <a:pt x="25095" y="13354"/>
                </a:lnTo>
                <a:lnTo>
                  <a:pt x="25094" y="13354"/>
                </a:lnTo>
                <a:lnTo>
                  <a:pt x="25094" y="13354"/>
                </a:lnTo>
                <a:lnTo>
                  <a:pt x="25094" y="13354"/>
                </a:lnTo>
                <a:lnTo>
                  <a:pt x="25093" y="13354"/>
                </a:lnTo>
                <a:lnTo>
                  <a:pt x="25093" y="13354"/>
                </a:lnTo>
                <a:lnTo>
                  <a:pt x="25093" y="13354"/>
                </a:lnTo>
                <a:lnTo>
                  <a:pt x="25092" y="13354"/>
                </a:lnTo>
                <a:lnTo>
                  <a:pt x="25092" y="13354"/>
                </a:lnTo>
                <a:lnTo>
                  <a:pt x="25092" y="13354"/>
                </a:lnTo>
                <a:lnTo>
                  <a:pt x="25091" y="13354"/>
                </a:lnTo>
                <a:lnTo>
                  <a:pt x="25091" y="13354"/>
                </a:lnTo>
                <a:lnTo>
                  <a:pt x="25091" y="13354"/>
                </a:lnTo>
                <a:lnTo>
                  <a:pt x="25090" y="13354"/>
                </a:lnTo>
                <a:lnTo>
                  <a:pt x="25090" y="13354"/>
                </a:lnTo>
                <a:lnTo>
                  <a:pt x="25090" y="13354"/>
                </a:lnTo>
                <a:lnTo>
                  <a:pt x="25089" y="13354"/>
                </a:lnTo>
                <a:lnTo>
                  <a:pt x="25089" y="13354"/>
                </a:lnTo>
                <a:lnTo>
                  <a:pt x="25089" y="13354"/>
                </a:lnTo>
                <a:lnTo>
                  <a:pt x="25088" y="13354"/>
                </a:lnTo>
                <a:lnTo>
                  <a:pt x="25088" y="13354"/>
                </a:lnTo>
                <a:lnTo>
                  <a:pt x="25087" y="13354"/>
                </a:lnTo>
                <a:lnTo>
                  <a:pt x="25087" y="13354"/>
                </a:lnTo>
                <a:lnTo>
                  <a:pt x="25087" y="13354"/>
                </a:lnTo>
                <a:lnTo>
                  <a:pt x="25086" y="13354"/>
                </a:lnTo>
                <a:lnTo>
                  <a:pt x="25086" y="13354"/>
                </a:lnTo>
                <a:lnTo>
                  <a:pt x="25086" y="13354"/>
                </a:lnTo>
                <a:lnTo>
                  <a:pt x="25085" y="13354"/>
                </a:lnTo>
                <a:lnTo>
                  <a:pt x="25085" y="13354"/>
                </a:lnTo>
                <a:lnTo>
                  <a:pt x="25085" y="13354"/>
                </a:lnTo>
                <a:lnTo>
                  <a:pt x="25084" y="13354"/>
                </a:lnTo>
                <a:lnTo>
                  <a:pt x="25084" y="13354"/>
                </a:lnTo>
                <a:lnTo>
                  <a:pt x="25084" y="13354"/>
                </a:lnTo>
                <a:lnTo>
                  <a:pt x="25083" y="13354"/>
                </a:lnTo>
                <a:lnTo>
                  <a:pt x="25083" y="13354"/>
                </a:lnTo>
                <a:lnTo>
                  <a:pt x="25083" y="13354"/>
                </a:lnTo>
                <a:lnTo>
                  <a:pt x="25082" y="13354"/>
                </a:lnTo>
                <a:lnTo>
                  <a:pt x="25082" y="13354"/>
                </a:lnTo>
                <a:lnTo>
                  <a:pt x="25082" y="13354"/>
                </a:lnTo>
                <a:lnTo>
                  <a:pt x="25081" y="13354"/>
                </a:lnTo>
                <a:lnTo>
                  <a:pt x="25081" y="13354"/>
                </a:lnTo>
                <a:lnTo>
                  <a:pt x="25081" y="13354"/>
                </a:lnTo>
                <a:lnTo>
                  <a:pt x="25080" y="13354"/>
                </a:lnTo>
                <a:lnTo>
                  <a:pt x="25080" y="13354"/>
                </a:lnTo>
                <a:lnTo>
                  <a:pt x="25079" y="13354"/>
                </a:lnTo>
                <a:lnTo>
                  <a:pt x="25079" y="13354"/>
                </a:lnTo>
                <a:lnTo>
                  <a:pt x="25079" y="13354"/>
                </a:lnTo>
                <a:lnTo>
                  <a:pt x="25078" y="13354"/>
                </a:lnTo>
                <a:lnTo>
                  <a:pt x="25078" y="13354"/>
                </a:lnTo>
                <a:lnTo>
                  <a:pt x="25078" y="13354"/>
                </a:lnTo>
                <a:lnTo>
                  <a:pt x="25077" y="13354"/>
                </a:lnTo>
                <a:lnTo>
                  <a:pt x="25077" y="13354"/>
                </a:lnTo>
                <a:lnTo>
                  <a:pt x="25077" y="13354"/>
                </a:lnTo>
                <a:lnTo>
                  <a:pt x="25076" y="13354"/>
                </a:lnTo>
                <a:lnTo>
                  <a:pt x="25076" y="13354"/>
                </a:lnTo>
                <a:lnTo>
                  <a:pt x="25076" y="13354"/>
                </a:lnTo>
                <a:lnTo>
                  <a:pt x="25075" y="13354"/>
                </a:lnTo>
                <a:lnTo>
                  <a:pt x="25075" y="13354"/>
                </a:lnTo>
                <a:lnTo>
                  <a:pt x="25075" y="13354"/>
                </a:lnTo>
                <a:lnTo>
                  <a:pt x="25074" y="13354"/>
                </a:lnTo>
                <a:lnTo>
                  <a:pt x="25074" y="13354"/>
                </a:lnTo>
                <a:lnTo>
                  <a:pt x="25074" y="13354"/>
                </a:lnTo>
                <a:lnTo>
                  <a:pt x="25073" y="13354"/>
                </a:lnTo>
                <a:lnTo>
                  <a:pt x="25073" y="13354"/>
                </a:lnTo>
                <a:lnTo>
                  <a:pt x="25073" y="13354"/>
                </a:lnTo>
                <a:lnTo>
                  <a:pt x="25072" y="13354"/>
                </a:lnTo>
                <a:lnTo>
                  <a:pt x="25072" y="13354"/>
                </a:lnTo>
                <a:lnTo>
                  <a:pt x="25072" y="13354"/>
                </a:lnTo>
                <a:lnTo>
                  <a:pt x="25071" y="13354"/>
                </a:lnTo>
                <a:lnTo>
                  <a:pt x="25071" y="13354"/>
                </a:lnTo>
                <a:lnTo>
                  <a:pt x="25071" y="13354"/>
                </a:lnTo>
                <a:lnTo>
                  <a:pt x="25070" y="13354"/>
                </a:lnTo>
                <a:lnTo>
                  <a:pt x="25070" y="13354"/>
                </a:lnTo>
                <a:lnTo>
                  <a:pt x="25069" y="13354"/>
                </a:lnTo>
                <a:lnTo>
                  <a:pt x="25069" y="13354"/>
                </a:lnTo>
                <a:lnTo>
                  <a:pt x="25069" y="13354"/>
                </a:lnTo>
                <a:lnTo>
                  <a:pt x="25068" y="13354"/>
                </a:lnTo>
                <a:lnTo>
                  <a:pt x="25068" y="13354"/>
                </a:lnTo>
                <a:lnTo>
                  <a:pt x="25068" y="13354"/>
                </a:lnTo>
                <a:lnTo>
                  <a:pt x="25067" y="13354"/>
                </a:lnTo>
                <a:lnTo>
                  <a:pt x="25067" y="13354"/>
                </a:lnTo>
                <a:lnTo>
                  <a:pt x="25067" y="13354"/>
                </a:lnTo>
                <a:lnTo>
                  <a:pt x="25066" y="13354"/>
                </a:lnTo>
                <a:lnTo>
                  <a:pt x="25066" y="13354"/>
                </a:lnTo>
                <a:lnTo>
                  <a:pt x="25066" y="13354"/>
                </a:lnTo>
                <a:lnTo>
                  <a:pt x="25065" y="13354"/>
                </a:lnTo>
                <a:lnTo>
                  <a:pt x="25065" y="13354"/>
                </a:lnTo>
                <a:lnTo>
                  <a:pt x="25065" y="13354"/>
                </a:lnTo>
                <a:lnTo>
                  <a:pt x="25064" y="13354"/>
                </a:lnTo>
                <a:lnTo>
                  <a:pt x="25064" y="13354"/>
                </a:lnTo>
                <a:lnTo>
                  <a:pt x="25064" y="13354"/>
                </a:lnTo>
                <a:lnTo>
                  <a:pt x="25063" y="13354"/>
                </a:lnTo>
                <a:lnTo>
                  <a:pt x="25063" y="13354"/>
                </a:lnTo>
                <a:lnTo>
                  <a:pt x="25063" y="13354"/>
                </a:lnTo>
                <a:lnTo>
                  <a:pt x="25062" y="13354"/>
                </a:lnTo>
                <a:lnTo>
                  <a:pt x="25062" y="13354"/>
                </a:lnTo>
                <a:lnTo>
                  <a:pt x="25062" y="13354"/>
                </a:lnTo>
                <a:lnTo>
                  <a:pt x="25061" y="13354"/>
                </a:lnTo>
                <a:lnTo>
                  <a:pt x="25061" y="13354"/>
                </a:lnTo>
                <a:lnTo>
                  <a:pt x="25061" y="13354"/>
                </a:lnTo>
                <a:lnTo>
                  <a:pt x="25060" y="13354"/>
                </a:lnTo>
                <a:lnTo>
                  <a:pt x="25060" y="13354"/>
                </a:lnTo>
                <a:lnTo>
                  <a:pt x="25059" y="13354"/>
                </a:lnTo>
                <a:lnTo>
                  <a:pt x="25059" y="13354"/>
                </a:lnTo>
                <a:lnTo>
                  <a:pt x="25059" y="13354"/>
                </a:lnTo>
                <a:lnTo>
                  <a:pt x="25058" y="13354"/>
                </a:lnTo>
                <a:lnTo>
                  <a:pt x="25058" y="13354"/>
                </a:lnTo>
                <a:lnTo>
                  <a:pt x="25058" y="13354"/>
                </a:lnTo>
                <a:lnTo>
                  <a:pt x="25057" y="13354"/>
                </a:lnTo>
                <a:lnTo>
                  <a:pt x="25057" y="13354"/>
                </a:lnTo>
                <a:lnTo>
                  <a:pt x="25057" y="13354"/>
                </a:lnTo>
                <a:lnTo>
                  <a:pt x="25056" y="13354"/>
                </a:lnTo>
                <a:lnTo>
                  <a:pt x="25056" y="13354"/>
                </a:lnTo>
                <a:lnTo>
                  <a:pt x="25056" y="13354"/>
                </a:lnTo>
                <a:lnTo>
                  <a:pt x="25055" y="13354"/>
                </a:lnTo>
                <a:lnTo>
                  <a:pt x="25055" y="13354"/>
                </a:lnTo>
                <a:lnTo>
                  <a:pt x="25055" y="13354"/>
                </a:lnTo>
                <a:lnTo>
                  <a:pt x="25054" y="13354"/>
                </a:lnTo>
                <a:lnTo>
                  <a:pt x="25054" y="13354"/>
                </a:lnTo>
                <a:lnTo>
                  <a:pt x="25054" y="13354"/>
                </a:lnTo>
                <a:lnTo>
                  <a:pt x="25053" y="13354"/>
                </a:lnTo>
                <a:lnTo>
                  <a:pt x="25053" y="13354"/>
                </a:lnTo>
                <a:lnTo>
                  <a:pt x="25053" y="13354"/>
                </a:lnTo>
                <a:lnTo>
                  <a:pt x="25052" y="13354"/>
                </a:lnTo>
                <a:lnTo>
                  <a:pt x="25052" y="13354"/>
                </a:lnTo>
                <a:lnTo>
                  <a:pt x="25052" y="13354"/>
                </a:lnTo>
                <a:lnTo>
                  <a:pt x="25051" y="13354"/>
                </a:lnTo>
                <a:lnTo>
                  <a:pt x="25051" y="13354"/>
                </a:lnTo>
                <a:lnTo>
                  <a:pt x="25051" y="13354"/>
                </a:lnTo>
                <a:lnTo>
                  <a:pt x="25050" y="13354"/>
                </a:lnTo>
                <a:lnTo>
                  <a:pt x="25050" y="13354"/>
                </a:lnTo>
                <a:lnTo>
                  <a:pt x="25049" y="13354"/>
                </a:lnTo>
                <a:lnTo>
                  <a:pt x="25049" y="13354"/>
                </a:lnTo>
                <a:lnTo>
                  <a:pt x="25049" y="13354"/>
                </a:lnTo>
                <a:lnTo>
                  <a:pt x="25048" y="13354"/>
                </a:lnTo>
                <a:lnTo>
                  <a:pt x="25048" y="13354"/>
                </a:lnTo>
                <a:lnTo>
                  <a:pt x="25048" y="13354"/>
                </a:lnTo>
                <a:lnTo>
                  <a:pt x="25047" y="13354"/>
                </a:lnTo>
                <a:lnTo>
                  <a:pt x="25047" y="13354"/>
                </a:lnTo>
                <a:lnTo>
                  <a:pt x="25047" y="13354"/>
                </a:lnTo>
                <a:lnTo>
                  <a:pt x="25046" y="13354"/>
                </a:lnTo>
                <a:lnTo>
                  <a:pt x="25046" y="13354"/>
                </a:lnTo>
                <a:lnTo>
                  <a:pt x="25046" y="13354"/>
                </a:lnTo>
                <a:lnTo>
                  <a:pt x="25045" y="13354"/>
                </a:lnTo>
                <a:lnTo>
                  <a:pt x="25045" y="13354"/>
                </a:lnTo>
                <a:lnTo>
                  <a:pt x="25045" y="13354"/>
                </a:lnTo>
                <a:lnTo>
                  <a:pt x="25044" y="13354"/>
                </a:lnTo>
                <a:lnTo>
                  <a:pt x="25044" y="13354"/>
                </a:lnTo>
                <a:lnTo>
                  <a:pt x="25044" y="13354"/>
                </a:lnTo>
                <a:lnTo>
                  <a:pt x="25043" y="13354"/>
                </a:lnTo>
                <a:lnTo>
                  <a:pt x="25043" y="13354"/>
                </a:lnTo>
                <a:lnTo>
                  <a:pt x="25043" y="13354"/>
                </a:lnTo>
                <a:lnTo>
                  <a:pt x="25042" y="13354"/>
                </a:lnTo>
                <a:lnTo>
                  <a:pt x="25042" y="13354"/>
                </a:lnTo>
                <a:lnTo>
                  <a:pt x="25042" y="13354"/>
                </a:lnTo>
                <a:lnTo>
                  <a:pt x="25041" y="13354"/>
                </a:lnTo>
                <a:lnTo>
                  <a:pt x="25041" y="13354"/>
                </a:lnTo>
                <a:lnTo>
                  <a:pt x="25041" y="13354"/>
                </a:lnTo>
                <a:lnTo>
                  <a:pt x="25040" y="13354"/>
                </a:lnTo>
                <a:lnTo>
                  <a:pt x="25040" y="13354"/>
                </a:lnTo>
                <a:lnTo>
                  <a:pt x="25040" y="13354"/>
                </a:lnTo>
                <a:lnTo>
                  <a:pt x="25039" y="13354"/>
                </a:lnTo>
                <a:lnTo>
                  <a:pt x="25039" y="13354"/>
                </a:lnTo>
                <a:lnTo>
                  <a:pt x="25038" y="13354"/>
                </a:lnTo>
                <a:lnTo>
                  <a:pt x="25038" y="13354"/>
                </a:lnTo>
                <a:lnTo>
                  <a:pt x="25038" y="13354"/>
                </a:lnTo>
                <a:lnTo>
                  <a:pt x="25037" y="13354"/>
                </a:lnTo>
                <a:lnTo>
                  <a:pt x="25037" y="13354"/>
                </a:lnTo>
                <a:lnTo>
                  <a:pt x="25037" y="13354"/>
                </a:lnTo>
                <a:lnTo>
                  <a:pt x="25036" y="13354"/>
                </a:lnTo>
                <a:lnTo>
                  <a:pt x="25036" y="13354"/>
                </a:lnTo>
                <a:lnTo>
                  <a:pt x="25036" y="13354"/>
                </a:lnTo>
                <a:lnTo>
                  <a:pt x="25035" y="13354"/>
                </a:lnTo>
                <a:lnTo>
                  <a:pt x="25035" y="13354"/>
                </a:lnTo>
                <a:lnTo>
                  <a:pt x="25035" y="13354"/>
                </a:lnTo>
                <a:lnTo>
                  <a:pt x="25034" y="13354"/>
                </a:lnTo>
                <a:lnTo>
                  <a:pt x="25034" y="13354"/>
                </a:lnTo>
                <a:lnTo>
                  <a:pt x="25034" y="13354"/>
                </a:lnTo>
                <a:lnTo>
                  <a:pt x="25033" y="13354"/>
                </a:lnTo>
                <a:lnTo>
                  <a:pt x="25033" y="13354"/>
                </a:lnTo>
                <a:lnTo>
                  <a:pt x="25033" y="13354"/>
                </a:lnTo>
                <a:lnTo>
                  <a:pt x="25032" y="13354"/>
                </a:lnTo>
                <a:lnTo>
                  <a:pt x="25032" y="13354"/>
                </a:lnTo>
                <a:lnTo>
                  <a:pt x="25032" y="13354"/>
                </a:lnTo>
                <a:lnTo>
                  <a:pt x="25031" y="13354"/>
                </a:lnTo>
                <a:lnTo>
                  <a:pt x="25031" y="13354"/>
                </a:lnTo>
                <a:lnTo>
                  <a:pt x="25031" y="13354"/>
                </a:lnTo>
                <a:lnTo>
                  <a:pt x="25030" y="13354"/>
                </a:lnTo>
                <a:lnTo>
                  <a:pt x="25030" y="13354"/>
                </a:lnTo>
                <a:lnTo>
                  <a:pt x="25030" y="13354"/>
                </a:lnTo>
                <a:lnTo>
                  <a:pt x="25029" y="13354"/>
                </a:lnTo>
                <a:lnTo>
                  <a:pt x="25029" y="13354"/>
                </a:lnTo>
                <a:lnTo>
                  <a:pt x="25029" y="13354"/>
                </a:lnTo>
                <a:lnTo>
                  <a:pt x="25028" y="13354"/>
                </a:lnTo>
                <a:lnTo>
                  <a:pt x="25028" y="13354"/>
                </a:lnTo>
                <a:lnTo>
                  <a:pt x="25027" y="13354"/>
                </a:lnTo>
                <a:lnTo>
                  <a:pt x="25027" y="13354"/>
                </a:lnTo>
                <a:lnTo>
                  <a:pt x="25027" y="13354"/>
                </a:lnTo>
                <a:lnTo>
                  <a:pt x="25026" y="13354"/>
                </a:lnTo>
                <a:lnTo>
                  <a:pt x="25026" y="13354"/>
                </a:lnTo>
                <a:lnTo>
                  <a:pt x="25026" y="13354"/>
                </a:lnTo>
                <a:lnTo>
                  <a:pt x="25025" y="13354"/>
                </a:lnTo>
                <a:lnTo>
                  <a:pt x="25025" y="13354"/>
                </a:lnTo>
                <a:lnTo>
                  <a:pt x="25025" y="13354"/>
                </a:lnTo>
                <a:lnTo>
                  <a:pt x="25024" y="13354"/>
                </a:lnTo>
                <a:lnTo>
                  <a:pt x="25024" y="13354"/>
                </a:lnTo>
                <a:lnTo>
                  <a:pt x="25024" y="13354"/>
                </a:lnTo>
                <a:lnTo>
                  <a:pt x="25023" y="13354"/>
                </a:lnTo>
                <a:lnTo>
                  <a:pt x="25023" y="13354"/>
                </a:lnTo>
                <a:lnTo>
                  <a:pt x="25023" y="13354"/>
                </a:lnTo>
                <a:lnTo>
                  <a:pt x="25022" y="13354"/>
                </a:lnTo>
                <a:lnTo>
                  <a:pt x="25022" y="13354"/>
                </a:lnTo>
                <a:lnTo>
                  <a:pt x="25022" y="13354"/>
                </a:lnTo>
                <a:lnTo>
                  <a:pt x="25021" y="13354"/>
                </a:lnTo>
                <a:lnTo>
                  <a:pt x="25021" y="13354"/>
                </a:lnTo>
                <a:lnTo>
                  <a:pt x="25021" y="13354"/>
                </a:lnTo>
                <a:lnTo>
                  <a:pt x="25020" y="13354"/>
                </a:lnTo>
                <a:lnTo>
                  <a:pt x="25020" y="13354"/>
                </a:lnTo>
                <a:lnTo>
                  <a:pt x="25020" y="13354"/>
                </a:lnTo>
                <a:lnTo>
                  <a:pt x="25019" y="13354"/>
                </a:lnTo>
                <a:lnTo>
                  <a:pt x="25019" y="13354"/>
                </a:lnTo>
                <a:lnTo>
                  <a:pt x="25019" y="13354"/>
                </a:lnTo>
                <a:lnTo>
                  <a:pt x="25018" y="13354"/>
                </a:lnTo>
                <a:lnTo>
                  <a:pt x="25018" y="13354"/>
                </a:lnTo>
                <a:lnTo>
                  <a:pt x="25018" y="13354"/>
                </a:lnTo>
                <a:lnTo>
                  <a:pt x="25017" y="13354"/>
                </a:lnTo>
                <a:lnTo>
                  <a:pt x="25017" y="13354"/>
                </a:lnTo>
                <a:lnTo>
                  <a:pt x="25017" y="13354"/>
                </a:lnTo>
                <a:lnTo>
                  <a:pt x="25016" y="13354"/>
                </a:lnTo>
                <a:lnTo>
                  <a:pt x="25016" y="13354"/>
                </a:lnTo>
                <a:lnTo>
                  <a:pt x="25016" y="13354"/>
                </a:lnTo>
                <a:lnTo>
                  <a:pt x="25015" y="13354"/>
                </a:lnTo>
                <a:lnTo>
                  <a:pt x="25015" y="13354"/>
                </a:lnTo>
                <a:lnTo>
                  <a:pt x="25014" y="13354"/>
                </a:lnTo>
                <a:lnTo>
                  <a:pt x="25014" y="13354"/>
                </a:lnTo>
                <a:lnTo>
                  <a:pt x="25014" y="13354"/>
                </a:lnTo>
                <a:lnTo>
                  <a:pt x="25013" y="13354"/>
                </a:lnTo>
                <a:lnTo>
                  <a:pt x="25013" y="13354"/>
                </a:lnTo>
                <a:lnTo>
                  <a:pt x="25013" y="13354"/>
                </a:lnTo>
                <a:lnTo>
                  <a:pt x="25012" y="13354"/>
                </a:lnTo>
                <a:lnTo>
                  <a:pt x="25012" y="13354"/>
                </a:lnTo>
                <a:lnTo>
                  <a:pt x="25012" y="13354"/>
                </a:lnTo>
                <a:lnTo>
                  <a:pt x="25011" y="13354"/>
                </a:lnTo>
                <a:lnTo>
                  <a:pt x="25011" y="13354"/>
                </a:lnTo>
                <a:lnTo>
                  <a:pt x="25011" y="13354"/>
                </a:lnTo>
                <a:lnTo>
                  <a:pt x="25010" y="13354"/>
                </a:lnTo>
                <a:lnTo>
                  <a:pt x="25010" y="13354"/>
                </a:lnTo>
                <a:lnTo>
                  <a:pt x="25010" y="13354"/>
                </a:lnTo>
                <a:lnTo>
                  <a:pt x="25009" y="13354"/>
                </a:lnTo>
                <a:lnTo>
                  <a:pt x="25009" y="13354"/>
                </a:lnTo>
                <a:lnTo>
                  <a:pt x="25009" y="13354"/>
                </a:lnTo>
                <a:lnTo>
                  <a:pt x="25008" y="13354"/>
                </a:lnTo>
                <a:lnTo>
                  <a:pt x="25008" y="13354"/>
                </a:lnTo>
                <a:lnTo>
                  <a:pt x="25008" y="13354"/>
                </a:lnTo>
                <a:lnTo>
                  <a:pt x="25007" y="13354"/>
                </a:lnTo>
                <a:lnTo>
                  <a:pt x="25007" y="13354"/>
                </a:lnTo>
                <a:lnTo>
                  <a:pt x="25007" y="13354"/>
                </a:lnTo>
                <a:lnTo>
                  <a:pt x="25006" y="13354"/>
                </a:lnTo>
                <a:lnTo>
                  <a:pt x="25006" y="13354"/>
                </a:lnTo>
                <a:lnTo>
                  <a:pt x="25006" y="13354"/>
                </a:lnTo>
                <a:lnTo>
                  <a:pt x="25005" y="13354"/>
                </a:lnTo>
                <a:lnTo>
                  <a:pt x="25005" y="13354"/>
                </a:lnTo>
                <a:lnTo>
                  <a:pt x="25005" y="13354"/>
                </a:lnTo>
                <a:lnTo>
                  <a:pt x="25004" y="13354"/>
                </a:lnTo>
                <a:lnTo>
                  <a:pt x="25004" y="13354"/>
                </a:lnTo>
                <a:lnTo>
                  <a:pt x="25004" y="13354"/>
                </a:lnTo>
                <a:lnTo>
                  <a:pt x="25003" y="13354"/>
                </a:lnTo>
                <a:lnTo>
                  <a:pt x="25003" y="13354"/>
                </a:lnTo>
                <a:lnTo>
                  <a:pt x="25003" y="13354"/>
                </a:lnTo>
                <a:lnTo>
                  <a:pt x="25002" y="13354"/>
                </a:lnTo>
                <a:lnTo>
                  <a:pt x="25002" y="13354"/>
                </a:lnTo>
                <a:lnTo>
                  <a:pt x="25002" y="13354"/>
                </a:lnTo>
                <a:lnTo>
                  <a:pt x="25001" y="13354"/>
                </a:lnTo>
                <a:lnTo>
                  <a:pt x="25001" y="13354"/>
                </a:lnTo>
                <a:lnTo>
                  <a:pt x="25000" y="13354"/>
                </a:lnTo>
                <a:lnTo>
                  <a:pt x="25000" y="13354"/>
                </a:lnTo>
                <a:lnTo>
                  <a:pt x="25000" y="13354"/>
                </a:lnTo>
                <a:lnTo>
                  <a:pt x="24999" y="13354"/>
                </a:lnTo>
                <a:lnTo>
                  <a:pt x="24999" y="13354"/>
                </a:lnTo>
                <a:lnTo>
                  <a:pt x="24999" y="13354"/>
                </a:lnTo>
                <a:lnTo>
                  <a:pt x="24998" y="13354"/>
                </a:lnTo>
                <a:lnTo>
                  <a:pt x="24998" y="13354"/>
                </a:lnTo>
                <a:lnTo>
                  <a:pt x="24998" y="13354"/>
                </a:lnTo>
                <a:lnTo>
                  <a:pt x="24997" y="13354"/>
                </a:lnTo>
                <a:lnTo>
                  <a:pt x="24997" y="13354"/>
                </a:lnTo>
                <a:lnTo>
                  <a:pt x="24997" y="13354"/>
                </a:lnTo>
                <a:lnTo>
                  <a:pt x="24996" y="13354"/>
                </a:lnTo>
                <a:lnTo>
                  <a:pt x="24996" y="13354"/>
                </a:lnTo>
                <a:lnTo>
                  <a:pt x="24996" y="13354"/>
                </a:lnTo>
                <a:lnTo>
                  <a:pt x="24995" y="13354"/>
                </a:lnTo>
                <a:lnTo>
                  <a:pt x="24995" y="13354"/>
                </a:lnTo>
                <a:lnTo>
                  <a:pt x="24995" y="13354"/>
                </a:lnTo>
                <a:lnTo>
                  <a:pt x="24994" y="13354"/>
                </a:lnTo>
                <a:lnTo>
                  <a:pt x="24994" y="13354"/>
                </a:lnTo>
                <a:lnTo>
                  <a:pt x="24994" y="13354"/>
                </a:lnTo>
                <a:lnTo>
                  <a:pt x="24993" y="13354"/>
                </a:lnTo>
                <a:lnTo>
                  <a:pt x="24993" y="13354"/>
                </a:lnTo>
                <a:lnTo>
                  <a:pt x="24993" y="13354"/>
                </a:lnTo>
                <a:lnTo>
                  <a:pt x="24992" y="13354"/>
                </a:lnTo>
                <a:lnTo>
                  <a:pt x="24992" y="13354"/>
                </a:lnTo>
                <a:lnTo>
                  <a:pt x="24992" y="13354"/>
                </a:lnTo>
                <a:lnTo>
                  <a:pt x="24991" y="13354"/>
                </a:lnTo>
                <a:lnTo>
                  <a:pt x="24991" y="13354"/>
                </a:lnTo>
                <a:lnTo>
                  <a:pt x="24991" y="13354"/>
                </a:lnTo>
                <a:lnTo>
                  <a:pt x="24990" y="13354"/>
                </a:lnTo>
                <a:lnTo>
                  <a:pt x="24990" y="13354"/>
                </a:lnTo>
                <a:lnTo>
                  <a:pt x="24990" y="13354"/>
                </a:lnTo>
                <a:lnTo>
                  <a:pt x="24989" y="13354"/>
                </a:lnTo>
                <a:lnTo>
                  <a:pt x="24989" y="13354"/>
                </a:lnTo>
                <a:lnTo>
                  <a:pt x="24989" y="13354"/>
                </a:lnTo>
                <a:lnTo>
                  <a:pt x="24988" y="13354"/>
                </a:lnTo>
                <a:lnTo>
                  <a:pt x="24988" y="13354"/>
                </a:lnTo>
                <a:lnTo>
                  <a:pt x="24988" y="13354"/>
                </a:lnTo>
                <a:lnTo>
                  <a:pt x="24987" y="13354"/>
                </a:lnTo>
                <a:lnTo>
                  <a:pt x="24987" y="13354"/>
                </a:lnTo>
                <a:lnTo>
                  <a:pt x="24987" y="13354"/>
                </a:lnTo>
                <a:lnTo>
                  <a:pt x="24986" y="13354"/>
                </a:lnTo>
                <a:lnTo>
                  <a:pt x="24986" y="13354"/>
                </a:lnTo>
                <a:lnTo>
                  <a:pt x="24986" y="13354"/>
                </a:lnTo>
                <a:lnTo>
                  <a:pt x="24985" y="13354"/>
                </a:lnTo>
                <a:lnTo>
                  <a:pt x="24985" y="13354"/>
                </a:lnTo>
                <a:lnTo>
                  <a:pt x="24984" y="13354"/>
                </a:lnTo>
                <a:lnTo>
                  <a:pt x="24984" y="13354"/>
                </a:lnTo>
                <a:lnTo>
                  <a:pt x="24984" y="13354"/>
                </a:lnTo>
                <a:lnTo>
                  <a:pt x="24983" y="13354"/>
                </a:lnTo>
                <a:lnTo>
                  <a:pt x="24983" y="13354"/>
                </a:lnTo>
                <a:lnTo>
                  <a:pt x="24983" y="13354"/>
                </a:lnTo>
                <a:lnTo>
                  <a:pt x="24982" y="13354"/>
                </a:lnTo>
                <a:lnTo>
                  <a:pt x="24982" y="13354"/>
                </a:lnTo>
                <a:lnTo>
                  <a:pt x="24982" y="13354"/>
                </a:lnTo>
                <a:lnTo>
                  <a:pt x="24981" y="13354"/>
                </a:lnTo>
                <a:lnTo>
                  <a:pt x="24981" y="13354"/>
                </a:lnTo>
                <a:lnTo>
                  <a:pt x="24981" y="13354"/>
                </a:lnTo>
                <a:lnTo>
                  <a:pt x="24980" y="13354"/>
                </a:lnTo>
                <a:lnTo>
                  <a:pt x="24980" y="13354"/>
                </a:lnTo>
                <a:lnTo>
                  <a:pt x="24980" y="13354"/>
                </a:lnTo>
                <a:lnTo>
                  <a:pt x="24979" y="13354"/>
                </a:lnTo>
                <a:lnTo>
                  <a:pt x="24979" y="13354"/>
                </a:lnTo>
                <a:lnTo>
                  <a:pt x="24979" y="13354"/>
                </a:lnTo>
                <a:lnTo>
                  <a:pt x="24978" y="13354"/>
                </a:lnTo>
                <a:lnTo>
                  <a:pt x="24978" y="13354"/>
                </a:lnTo>
                <a:lnTo>
                  <a:pt x="24978" y="13354"/>
                </a:lnTo>
                <a:lnTo>
                  <a:pt x="24977" y="13354"/>
                </a:lnTo>
                <a:lnTo>
                  <a:pt x="24977" y="13354"/>
                </a:lnTo>
                <a:lnTo>
                  <a:pt x="24977" y="13354"/>
                </a:lnTo>
                <a:lnTo>
                  <a:pt x="24976" y="13354"/>
                </a:lnTo>
                <a:lnTo>
                  <a:pt x="24976" y="13354"/>
                </a:lnTo>
                <a:lnTo>
                  <a:pt x="24976" y="13354"/>
                </a:lnTo>
                <a:lnTo>
                  <a:pt x="24975" y="13354"/>
                </a:lnTo>
                <a:lnTo>
                  <a:pt x="24975" y="13354"/>
                </a:lnTo>
                <a:lnTo>
                  <a:pt x="24975" y="13354"/>
                </a:lnTo>
                <a:lnTo>
                  <a:pt x="24974" y="13354"/>
                </a:lnTo>
                <a:lnTo>
                  <a:pt x="24974" y="13354"/>
                </a:lnTo>
                <a:lnTo>
                  <a:pt x="24974" y="13354"/>
                </a:lnTo>
                <a:lnTo>
                  <a:pt x="24973" y="13354"/>
                </a:lnTo>
                <a:lnTo>
                  <a:pt x="24973" y="13354"/>
                </a:lnTo>
                <a:lnTo>
                  <a:pt x="24973" y="13354"/>
                </a:lnTo>
                <a:lnTo>
                  <a:pt x="24972" y="13354"/>
                </a:lnTo>
                <a:lnTo>
                  <a:pt x="24972" y="13354"/>
                </a:lnTo>
                <a:lnTo>
                  <a:pt x="24972" y="13354"/>
                </a:lnTo>
                <a:lnTo>
                  <a:pt x="24971" y="13354"/>
                </a:lnTo>
                <a:lnTo>
                  <a:pt x="24971" y="13354"/>
                </a:lnTo>
                <a:lnTo>
                  <a:pt x="24971" y="13354"/>
                </a:lnTo>
                <a:lnTo>
                  <a:pt x="24970" y="13354"/>
                </a:lnTo>
                <a:lnTo>
                  <a:pt x="24970" y="13354"/>
                </a:lnTo>
                <a:lnTo>
                  <a:pt x="24970" y="13354"/>
                </a:lnTo>
                <a:lnTo>
                  <a:pt x="24969" y="13354"/>
                </a:lnTo>
                <a:lnTo>
                  <a:pt x="24969" y="13354"/>
                </a:lnTo>
                <a:lnTo>
                  <a:pt x="24969" y="13354"/>
                </a:lnTo>
                <a:lnTo>
                  <a:pt x="24968" y="13354"/>
                </a:lnTo>
                <a:lnTo>
                  <a:pt x="24968" y="13354"/>
                </a:lnTo>
                <a:lnTo>
                  <a:pt x="24968" y="13354"/>
                </a:lnTo>
                <a:lnTo>
                  <a:pt x="24967" y="13354"/>
                </a:lnTo>
                <a:lnTo>
                  <a:pt x="24967" y="13354"/>
                </a:lnTo>
                <a:lnTo>
                  <a:pt x="24966" y="13354"/>
                </a:lnTo>
                <a:lnTo>
                  <a:pt x="24966" y="13354"/>
                </a:lnTo>
                <a:lnTo>
                  <a:pt x="24966" y="13354"/>
                </a:lnTo>
                <a:lnTo>
                  <a:pt x="24965" y="13354"/>
                </a:lnTo>
                <a:lnTo>
                  <a:pt x="24965" y="13354"/>
                </a:lnTo>
                <a:lnTo>
                  <a:pt x="24965" y="13354"/>
                </a:lnTo>
                <a:lnTo>
                  <a:pt x="24964" y="13354"/>
                </a:lnTo>
                <a:lnTo>
                  <a:pt x="24964" y="13354"/>
                </a:lnTo>
                <a:lnTo>
                  <a:pt x="24964" y="13354"/>
                </a:lnTo>
                <a:lnTo>
                  <a:pt x="24963" y="13354"/>
                </a:lnTo>
                <a:lnTo>
                  <a:pt x="24963" y="13354"/>
                </a:lnTo>
                <a:lnTo>
                  <a:pt x="24963" y="13354"/>
                </a:lnTo>
                <a:lnTo>
                  <a:pt x="24962" y="13354"/>
                </a:lnTo>
                <a:lnTo>
                  <a:pt x="24962" y="13354"/>
                </a:lnTo>
                <a:lnTo>
                  <a:pt x="24962" y="13354"/>
                </a:lnTo>
                <a:lnTo>
                  <a:pt x="24961" y="13354"/>
                </a:lnTo>
                <a:lnTo>
                  <a:pt x="24961" y="13354"/>
                </a:lnTo>
                <a:lnTo>
                  <a:pt x="24961" y="13354"/>
                </a:lnTo>
                <a:lnTo>
                  <a:pt x="24960" y="13354"/>
                </a:lnTo>
                <a:lnTo>
                  <a:pt x="24960" y="13354"/>
                </a:lnTo>
                <a:lnTo>
                  <a:pt x="24960" y="13354"/>
                </a:lnTo>
                <a:lnTo>
                  <a:pt x="24959" y="13354"/>
                </a:lnTo>
                <a:lnTo>
                  <a:pt x="24959" y="13354"/>
                </a:lnTo>
                <a:lnTo>
                  <a:pt x="24959" y="13354"/>
                </a:lnTo>
                <a:lnTo>
                  <a:pt x="24958" y="13354"/>
                </a:lnTo>
                <a:lnTo>
                  <a:pt x="24958" y="13354"/>
                </a:lnTo>
                <a:lnTo>
                  <a:pt x="24958" y="13354"/>
                </a:lnTo>
                <a:lnTo>
                  <a:pt x="24957" y="13354"/>
                </a:lnTo>
                <a:lnTo>
                  <a:pt x="24957" y="13354"/>
                </a:lnTo>
                <a:lnTo>
                  <a:pt x="24957" y="13354"/>
                </a:lnTo>
                <a:lnTo>
                  <a:pt x="24956" y="13354"/>
                </a:lnTo>
                <a:lnTo>
                  <a:pt x="24956" y="13354"/>
                </a:lnTo>
                <a:lnTo>
                  <a:pt x="24956" y="13354"/>
                </a:lnTo>
                <a:lnTo>
                  <a:pt x="24955" y="13354"/>
                </a:lnTo>
                <a:lnTo>
                  <a:pt x="24955" y="13354"/>
                </a:lnTo>
                <a:lnTo>
                  <a:pt x="24955" y="13354"/>
                </a:lnTo>
                <a:lnTo>
                  <a:pt x="24954" y="13354"/>
                </a:lnTo>
                <a:lnTo>
                  <a:pt x="24954" y="13354"/>
                </a:lnTo>
                <a:lnTo>
                  <a:pt x="24954" y="13354"/>
                </a:lnTo>
                <a:lnTo>
                  <a:pt x="24953" y="13354"/>
                </a:lnTo>
                <a:lnTo>
                  <a:pt x="24953" y="13354"/>
                </a:lnTo>
                <a:lnTo>
                  <a:pt x="24953" y="13354"/>
                </a:lnTo>
                <a:lnTo>
                  <a:pt x="24952" y="13354"/>
                </a:lnTo>
                <a:lnTo>
                  <a:pt x="24952" y="13354"/>
                </a:lnTo>
                <a:lnTo>
                  <a:pt x="24952" y="13354"/>
                </a:lnTo>
                <a:lnTo>
                  <a:pt x="24951" y="13354"/>
                </a:lnTo>
                <a:lnTo>
                  <a:pt x="24951" y="13354"/>
                </a:lnTo>
                <a:lnTo>
                  <a:pt x="24951" y="13354"/>
                </a:lnTo>
                <a:lnTo>
                  <a:pt x="24950" y="13354"/>
                </a:lnTo>
                <a:lnTo>
                  <a:pt x="24950" y="13354"/>
                </a:lnTo>
                <a:lnTo>
                  <a:pt x="24950" y="13354"/>
                </a:lnTo>
                <a:lnTo>
                  <a:pt x="24949" y="13354"/>
                </a:lnTo>
                <a:lnTo>
                  <a:pt x="24949" y="13354"/>
                </a:lnTo>
                <a:lnTo>
                  <a:pt x="24949" y="13354"/>
                </a:lnTo>
                <a:lnTo>
                  <a:pt x="24948" y="13354"/>
                </a:lnTo>
                <a:lnTo>
                  <a:pt x="24948" y="13354"/>
                </a:lnTo>
                <a:lnTo>
                  <a:pt x="24948" y="13354"/>
                </a:lnTo>
                <a:lnTo>
                  <a:pt x="24947" y="13354"/>
                </a:lnTo>
                <a:lnTo>
                  <a:pt x="24947" y="13354"/>
                </a:lnTo>
                <a:lnTo>
                  <a:pt x="24947" y="13354"/>
                </a:lnTo>
                <a:lnTo>
                  <a:pt x="24946" y="13354"/>
                </a:lnTo>
                <a:lnTo>
                  <a:pt x="24946" y="13354"/>
                </a:lnTo>
                <a:lnTo>
                  <a:pt x="24946" y="13354"/>
                </a:lnTo>
                <a:lnTo>
                  <a:pt x="24945" y="13354"/>
                </a:lnTo>
                <a:lnTo>
                  <a:pt x="24945" y="13354"/>
                </a:lnTo>
                <a:lnTo>
                  <a:pt x="24945" y="13354"/>
                </a:lnTo>
                <a:lnTo>
                  <a:pt x="24944" y="13354"/>
                </a:lnTo>
                <a:lnTo>
                  <a:pt x="24944" y="13354"/>
                </a:lnTo>
                <a:lnTo>
                  <a:pt x="24943" y="13354"/>
                </a:lnTo>
                <a:lnTo>
                  <a:pt x="24943" y="13354"/>
                </a:lnTo>
                <a:lnTo>
                  <a:pt x="24943" y="13354"/>
                </a:lnTo>
                <a:lnTo>
                  <a:pt x="24942" y="13354"/>
                </a:lnTo>
                <a:lnTo>
                  <a:pt x="24942" y="13354"/>
                </a:lnTo>
                <a:lnTo>
                  <a:pt x="24942" y="13354"/>
                </a:lnTo>
                <a:lnTo>
                  <a:pt x="24941" y="13354"/>
                </a:lnTo>
                <a:lnTo>
                  <a:pt x="24941" y="13354"/>
                </a:lnTo>
                <a:lnTo>
                  <a:pt x="24941" y="13354"/>
                </a:lnTo>
                <a:lnTo>
                  <a:pt x="24940" y="13354"/>
                </a:lnTo>
                <a:lnTo>
                  <a:pt x="24940" y="13354"/>
                </a:lnTo>
                <a:lnTo>
                  <a:pt x="24940" y="13354"/>
                </a:lnTo>
                <a:lnTo>
                  <a:pt x="24939" y="13354"/>
                </a:lnTo>
                <a:lnTo>
                  <a:pt x="24939" y="13354"/>
                </a:lnTo>
                <a:lnTo>
                  <a:pt x="24939" y="13354"/>
                </a:lnTo>
                <a:lnTo>
                  <a:pt x="24938" y="13354"/>
                </a:lnTo>
                <a:lnTo>
                  <a:pt x="24938" y="13354"/>
                </a:lnTo>
                <a:lnTo>
                  <a:pt x="24938" y="13354"/>
                </a:lnTo>
                <a:lnTo>
                  <a:pt x="24937" y="13354"/>
                </a:lnTo>
                <a:lnTo>
                  <a:pt x="24937" y="13354"/>
                </a:lnTo>
                <a:lnTo>
                  <a:pt x="24937" y="13354"/>
                </a:lnTo>
                <a:lnTo>
                  <a:pt x="24936" y="13354"/>
                </a:lnTo>
                <a:lnTo>
                  <a:pt x="24936" y="13354"/>
                </a:lnTo>
                <a:lnTo>
                  <a:pt x="24936" y="13354"/>
                </a:lnTo>
                <a:lnTo>
                  <a:pt x="24935" y="13354"/>
                </a:lnTo>
                <a:lnTo>
                  <a:pt x="24935" y="13354"/>
                </a:lnTo>
                <a:lnTo>
                  <a:pt x="24935" y="13354"/>
                </a:lnTo>
                <a:lnTo>
                  <a:pt x="24934" y="13354"/>
                </a:lnTo>
                <a:lnTo>
                  <a:pt x="24934" y="13354"/>
                </a:lnTo>
                <a:lnTo>
                  <a:pt x="24934" y="13354"/>
                </a:lnTo>
                <a:lnTo>
                  <a:pt x="24933" y="13354"/>
                </a:lnTo>
                <a:lnTo>
                  <a:pt x="24933" y="13354"/>
                </a:lnTo>
                <a:lnTo>
                  <a:pt x="24933" y="13354"/>
                </a:lnTo>
                <a:lnTo>
                  <a:pt x="24932" y="13354"/>
                </a:lnTo>
                <a:lnTo>
                  <a:pt x="24932" y="13354"/>
                </a:lnTo>
                <a:lnTo>
                  <a:pt x="24932" y="13354"/>
                </a:lnTo>
                <a:lnTo>
                  <a:pt x="24931" y="13354"/>
                </a:lnTo>
                <a:lnTo>
                  <a:pt x="24931" y="13354"/>
                </a:lnTo>
                <a:lnTo>
                  <a:pt x="24931" y="13354"/>
                </a:lnTo>
                <a:lnTo>
                  <a:pt x="24930" y="13354"/>
                </a:lnTo>
                <a:lnTo>
                  <a:pt x="24930" y="13354"/>
                </a:lnTo>
                <a:lnTo>
                  <a:pt x="24930" y="13354"/>
                </a:lnTo>
                <a:lnTo>
                  <a:pt x="24929" y="13354"/>
                </a:lnTo>
                <a:lnTo>
                  <a:pt x="24929" y="13354"/>
                </a:lnTo>
                <a:lnTo>
                  <a:pt x="24929" y="13354"/>
                </a:lnTo>
                <a:lnTo>
                  <a:pt x="24928" y="13354"/>
                </a:lnTo>
                <a:lnTo>
                  <a:pt x="24928" y="13354"/>
                </a:lnTo>
                <a:lnTo>
                  <a:pt x="24928" y="13354"/>
                </a:lnTo>
                <a:lnTo>
                  <a:pt x="24927" y="13354"/>
                </a:lnTo>
                <a:lnTo>
                  <a:pt x="24927" y="13354"/>
                </a:lnTo>
                <a:lnTo>
                  <a:pt x="24927" y="13354"/>
                </a:lnTo>
                <a:lnTo>
                  <a:pt x="24926" y="13354"/>
                </a:lnTo>
                <a:lnTo>
                  <a:pt x="24926" y="13354"/>
                </a:lnTo>
                <a:lnTo>
                  <a:pt x="24926" y="13354"/>
                </a:lnTo>
                <a:lnTo>
                  <a:pt x="24925" y="13354"/>
                </a:lnTo>
                <a:lnTo>
                  <a:pt x="24925" y="13354"/>
                </a:lnTo>
                <a:lnTo>
                  <a:pt x="24925" y="13354"/>
                </a:lnTo>
                <a:lnTo>
                  <a:pt x="24924" y="13354"/>
                </a:lnTo>
                <a:lnTo>
                  <a:pt x="24924" y="13354"/>
                </a:lnTo>
                <a:lnTo>
                  <a:pt x="24924" y="13354"/>
                </a:lnTo>
                <a:lnTo>
                  <a:pt x="24923" y="13354"/>
                </a:lnTo>
                <a:lnTo>
                  <a:pt x="24923" y="13354"/>
                </a:lnTo>
                <a:lnTo>
                  <a:pt x="24923" y="13354"/>
                </a:lnTo>
                <a:lnTo>
                  <a:pt x="24922" y="13354"/>
                </a:lnTo>
                <a:lnTo>
                  <a:pt x="24922" y="13354"/>
                </a:lnTo>
                <a:lnTo>
                  <a:pt x="24922" y="13354"/>
                </a:lnTo>
                <a:lnTo>
                  <a:pt x="24921" y="13354"/>
                </a:lnTo>
                <a:lnTo>
                  <a:pt x="24921" y="13354"/>
                </a:lnTo>
                <a:lnTo>
                  <a:pt x="24921" y="13354"/>
                </a:lnTo>
                <a:lnTo>
                  <a:pt x="24920" y="13354"/>
                </a:lnTo>
                <a:lnTo>
                  <a:pt x="24920" y="13354"/>
                </a:lnTo>
                <a:lnTo>
                  <a:pt x="24920" y="13354"/>
                </a:lnTo>
                <a:lnTo>
                  <a:pt x="24919" y="13354"/>
                </a:lnTo>
                <a:lnTo>
                  <a:pt x="24919" y="13354"/>
                </a:lnTo>
                <a:lnTo>
                  <a:pt x="24919" y="13354"/>
                </a:lnTo>
                <a:lnTo>
                  <a:pt x="24918" y="13354"/>
                </a:lnTo>
                <a:lnTo>
                  <a:pt x="24918" y="13354"/>
                </a:lnTo>
                <a:lnTo>
                  <a:pt x="24918" y="13354"/>
                </a:lnTo>
                <a:lnTo>
                  <a:pt x="24917" y="13354"/>
                </a:lnTo>
                <a:lnTo>
                  <a:pt x="24917" y="13354"/>
                </a:lnTo>
                <a:lnTo>
                  <a:pt x="24917" y="13354"/>
                </a:lnTo>
                <a:lnTo>
                  <a:pt x="24916" y="13354"/>
                </a:lnTo>
                <a:lnTo>
                  <a:pt x="24916" y="13354"/>
                </a:lnTo>
                <a:lnTo>
                  <a:pt x="24916" y="13354"/>
                </a:lnTo>
                <a:lnTo>
                  <a:pt x="24915" y="13354"/>
                </a:lnTo>
                <a:lnTo>
                  <a:pt x="24915" y="13354"/>
                </a:lnTo>
                <a:lnTo>
                  <a:pt x="24915" y="13354"/>
                </a:lnTo>
                <a:lnTo>
                  <a:pt x="24914" y="13354"/>
                </a:lnTo>
                <a:lnTo>
                  <a:pt x="24914" y="13354"/>
                </a:lnTo>
                <a:lnTo>
                  <a:pt x="24914" y="13354"/>
                </a:lnTo>
                <a:lnTo>
                  <a:pt x="24913" y="13354"/>
                </a:lnTo>
                <a:lnTo>
                  <a:pt x="24913" y="13354"/>
                </a:lnTo>
                <a:lnTo>
                  <a:pt x="24913" y="13354"/>
                </a:lnTo>
                <a:lnTo>
                  <a:pt x="24912" y="13354"/>
                </a:lnTo>
                <a:lnTo>
                  <a:pt x="24912" y="13354"/>
                </a:lnTo>
                <a:lnTo>
                  <a:pt x="24912" y="13354"/>
                </a:lnTo>
                <a:lnTo>
                  <a:pt x="24911" y="13354"/>
                </a:lnTo>
                <a:lnTo>
                  <a:pt x="24911" y="13354"/>
                </a:lnTo>
                <a:lnTo>
                  <a:pt x="24911" y="13354"/>
                </a:lnTo>
                <a:lnTo>
                  <a:pt x="24910" y="13354"/>
                </a:lnTo>
                <a:lnTo>
                  <a:pt x="24910" y="13354"/>
                </a:lnTo>
                <a:lnTo>
                  <a:pt x="24910" y="13354"/>
                </a:lnTo>
                <a:lnTo>
                  <a:pt x="24909" y="13354"/>
                </a:lnTo>
                <a:lnTo>
                  <a:pt x="24909" y="13354"/>
                </a:lnTo>
                <a:lnTo>
                  <a:pt x="24909" y="13354"/>
                </a:lnTo>
                <a:lnTo>
                  <a:pt x="24908" y="13354"/>
                </a:lnTo>
                <a:lnTo>
                  <a:pt x="24908" y="13354"/>
                </a:lnTo>
                <a:lnTo>
                  <a:pt x="24908" y="13354"/>
                </a:lnTo>
                <a:lnTo>
                  <a:pt x="24907" y="13354"/>
                </a:lnTo>
                <a:lnTo>
                  <a:pt x="24907" y="13354"/>
                </a:lnTo>
                <a:lnTo>
                  <a:pt x="24907" y="13354"/>
                </a:lnTo>
                <a:lnTo>
                  <a:pt x="24906" y="13354"/>
                </a:lnTo>
                <a:lnTo>
                  <a:pt x="24906" y="13354"/>
                </a:lnTo>
                <a:lnTo>
                  <a:pt x="24906" y="13354"/>
                </a:lnTo>
                <a:lnTo>
                  <a:pt x="24905" y="13354"/>
                </a:lnTo>
                <a:lnTo>
                  <a:pt x="24905" y="13354"/>
                </a:lnTo>
                <a:lnTo>
                  <a:pt x="24905" y="13354"/>
                </a:lnTo>
                <a:lnTo>
                  <a:pt x="24904" y="13354"/>
                </a:lnTo>
                <a:lnTo>
                  <a:pt x="24904" y="13354"/>
                </a:lnTo>
                <a:lnTo>
                  <a:pt x="24904" y="13354"/>
                </a:lnTo>
                <a:lnTo>
                  <a:pt x="24903" y="13354"/>
                </a:lnTo>
                <a:lnTo>
                  <a:pt x="24903" y="13354"/>
                </a:lnTo>
                <a:lnTo>
                  <a:pt x="24902" y="13354"/>
                </a:lnTo>
                <a:lnTo>
                  <a:pt x="24902" y="13354"/>
                </a:lnTo>
                <a:lnTo>
                  <a:pt x="24902" y="13354"/>
                </a:lnTo>
                <a:lnTo>
                  <a:pt x="24901" y="13354"/>
                </a:lnTo>
                <a:lnTo>
                  <a:pt x="24901" y="13354"/>
                </a:lnTo>
                <a:lnTo>
                  <a:pt x="24901" y="13354"/>
                </a:lnTo>
                <a:lnTo>
                  <a:pt x="24900" y="13354"/>
                </a:lnTo>
                <a:lnTo>
                  <a:pt x="24900" y="13354"/>
                </a:lnTo>
                <a:lnTo>
                  <a:pt x="24900" y="13354"/>
                </a:lnTo>
                <a:lnTo>
                  <a:pt x="24899" y="13354"/>
                </a:lnTo>
                <a:lnTo>
                  <a:pt x="24899" y="13354"/>
                </a:lnTo>
                <a:lnTo>
                  <a:pt x="24899" y="13354"/>
                </a:lnTo>
                <a:lnTo>
                  <a:pt x="24898" y="13354"/>
                </a:lnTo>
                <a:lnTo>
                  <a:pt x="24898" y="13354"/>
                </a:lnTo>
                <a:lnTo>
                  <a:pt x="24898" y="13354"/>
                </a:lnTo>
                <a:lnTo>
                  <a:pt x="24897" y="13354"/>
                </a:lnTo>
                <a:lnTo>
                  <a:pt x="24897" y="13354"/>
                </a:lnTo>
                <a:lnTo>
                  <a:pt x="24897" y="13354"/>
                </a:lnTo>
                <a:lnTo>
                  <a:pt x="24896" y="13354"/>
                </a:lnTo>
                <a:lnTo>
                  <a:pt x="24896" y="13354"/>
                </a:lnTo>
                <a:lnTo>
                  <a:pt x="24896" y="13354"/>
                </a:lnTo>
                <a:lnTo>
                  <a:pt x="24895" y="13354"/>
                </a:lnTo>
                <a:lnTo>
                  <a:pt x="24895" y="13354"/>
                </a:lnTo>
                <a:lnTo>
                  <a:pt x="24895" y="13354"/>
                </a:lnTo>
                <a:lnTo>
                  <a:pt x="24894" y="13354"/>
                </a:lnTo>
                <a:lnTo>
                  <a:pt x="24894" y="13354"/>
                </a:lnTo>
                <a:lnTo>
                  <a:pt x="24894" y="13354"/>
                </a:lnTo>
                <a:lnTo>
                  <a:pt x="24893" y="13354"/>
                </a:lnTo>
                <a:lnTo>
                  <a:pt x="24893" y="13354"/>
                </a:lnTo>
                <a:lnTo>
                  <a:pt x="24893" y="13354"/>
                </a:lnTo>
                <a:lnTo>
                  <a:pt x="24892" y="13354"/>
                </a:lnTo>
                <a:lnTo>
                  <a:pt x="24892" y="13354"/>
                </a:lnTo>
                <a:lnTo>
                  <a:pt x="24892" y="13354"/>
                </a:lnTo>
                <a:lnTo>
                  <a:pt x="24891" y="13354"/>
                </a:lnTo>
                <a:lnTo>
                  <a:pt x="24891" y="13354"/>
                </a:lnTo>
                <a:lnTo>
                  <a:pt x="24891" y="13354"/>
                </a:lnTo>
                <a:lnTo>
                  <a:pt x="24890" y="13354"/>
                </a:lnTo>
                <a:lnTo>
                  <a:pt x="24890" y="13354"/>
                </a:lnTo>
                <a:lnTo>
                  <a:pt x="24890" y="13354"/>
                </a:lnTo>
                <a:lnTo>
                  <a:pt x="24889" y="13354"/>
                </a:lnTo>
                <a:lnTo>
                  <a:pt x="24889" y="13354"/>
                </a:lnTo>
                <a:lnTo>
                  <a:pt x="24889" y="13354"/>
                </a:lnTo>
                <a:lnTo>
                  <a:pt x="24888" y="13354"/>
                </a:lnTo>
                <a:lnTo>
                  <a:pt x="24888" y="13354"/>
                </a:lnTo>
                <a:lnTo>
                  <a:pt x="24888" y="13354"/>
                </a:lnTo>
                <a:lnTo>
                  <a:pt x="24887" y="13354"/>
                </a:lnTo>
                <a:lnTo>
                  <a:pt x="24887" y="13354"/>
                </a:lnTo>
                <a:lnTo>
                  <a:pt x="24887" y="13354"/>
                </a:lnTo>
                <a:lnTo>
                  <a:pt x="24886" y="13354"/>
                </a:lnTo>
                <a:lnTo>
                  <a:pt x="24886" y="13354"/>
                </a:lnTo>
                <a:lnTo>
                  <a:pt x="24886" y="13354"/>
                </a:lnTo>
                <a:lnTo>
                  <a:pt x="24885" y="13354"/>
                </a:lnTo>
                <a:lnTo>
                  <a:pt x="24885" y="13354"/>
                </a:lnTo>
                <a:lnTo>
                  <a:pt x="24885" y="13354"/>
                </a:lnTo>
                <a:lnTo>
                  <a:pt x="24884" y="13354"/>
                </a:lnTo>
                <a:lnTo>
                  <a:pt x="24884" y="13354"/>
                </a:lnTo>
                <a:lnTo>
                  <a:pt x="24884" y="13354"/>
                </a:lnTo>
                <a:lnTo>
                  <a:pt x="24883" y="13354"/>
                </a:lnTo>
                <a:lnTo>
                  <a:pt x="24883" y="13354"/>
                </a:lnTo>
                <a:lnTo>
                  <a:pt x="24883" y="13354"/>
                </a:lnTo>
                <a:lnTo>
                  <a:pt x="24882" y="13354"/>
                </a:lnTo>
                <a:lnTo>
                  <a:pt x="24882" y="13354"/>
                </a:lnTo>
                <a:lnTo>
                  <a:pt x="24882" y="13354"/>
                </a:lnTo>
                <a:lnTo>
                  <a:pt x="24881" y="13354"/>
                </a:lnTo>
                <a:lnTo>
                  <a:pt x="24881" y="13354"/>
                </a:lnTo>
                <a:lnTo>
                  <a:pt x="24881" y="13354"/>
                </a:lnTo>
                <a:lnTo>
                  <a:pt x="24880" y="13354"/>
                </a:lnTo>
                <a:lnTo>
                  <a:pt x="24880" y="13354"/>
                </a:lnTo>
                <a:lnTo>
                  <a:pt x="24880" y="13354"/>
                </a:lnTo>
                <a:lnTo>
                  <a:pt x="24879" y="13354"/>
                </a:lnTo>
                <a:lnTo>
                  <a:pt x="24879" y="13354"/>
                </a:lnTo>
                <a:lnTo>
                  <a:pt x="24879" y="13354"/>
                </a:lnTo>
                <a:lnTo>
                  <a:pt x="24878" y="13354"/>
                </a:lnTo>
                <a:lnTo>
                  <a:pt x="24878" y="13354"/>
                </a:lnTo>
                <a:lnTo>
                  <a:pt x="24878" y="13354"/>
                </a:lnTo>
                <a:lnTo>
                  <a:pt x="24877" y="13354"/>
                </a:lnTo>
                <a:lnTo>
                  <a:pt x="24877" y="13354"/>
                </a:lnTo>
                <a:lnTo>
                  <a:pt x="24877" y="13354"/>
                </a:lnTo>
                <a:lnTo>
                  <a:pt x="24876" y="13354"/>
                </a:lnTo>
                <a:lnTo>
                  <a:pt x="24876" y="13354"/>
                </a:lnTo>
                <a:lnTo>
                  <a:pt x="24876" y="13354"/>
                </a:lnTo>
                <a:lnTo>
                  <a:pt x="24875" y="13354"/>
                </a:lnTo>
                <a:lnTo>
                  <a:pt x="24875" y="13354"/>
                </a:lnTo>
                <a:lnTo>
                  <a:pt x="24875" y="13354"/>
                </a:lnTo>
                <a:lnTo>
                  <a:pt x="24874" y="13354"/>
                </a:lnTo>
                <a:lnTo>
                  <a:pt x="24874" y="13354"/>
                </a:lnTo>
                <a:lnTo>
                  <a:pt x="24874" y="13354"/>
                </a:lnTo>
                <a:lnTo>
                  <a:pt x="24873" y="13354"/>
                </a:lnTo>
                <a:lnTo>
                  <a:pt x="24873" y="13354"/>
                </a:lnTo>
                <a:lnTo>
                  <a:pt x="24873" y="13354"/>
                </a:lnTo>
                <a:lnTo>
                  <a:pt x="24872" y="13354"/>
                </a:lnTo>
                <a:lnTo>
                  <a:pt x="24872" y="13354"/>
                </a:lnTo>
                <a:lnTo>
                  <a:pt x="24872" y="13354"/>
                </a:lnTo>
                <a:lnTo>
                  <a:pt x="24871" y="13354"/>
                </a:lnTo>
                <a:lnTo>
                  <a:pt x="24871" y="13354"/>
                </a:lnTo>
                <a:lnTo>
                  <a:pt x="24871" y="13354"/>
                </a:lnTo>
                <a:lnTo>
                  <a:pt x="24870" y="13354"/>
                </a:lnTo>
                <a:lnTo>
                  <a:pt x="24870" y="13354"/>
                </a:lnTo>
                <a:lnTo>
                  <a:pt x="24870" y="13354"/>
                </a:lnTo>
                <a:lnTo>
                  <a:pt x="24869" y="13354"/>
                </a:lnTo>
                <a:lnTo>
                  <a:pt x="24869" y="13354"/>
                </a:lnTo>
                <a:lnTo>
                  <a:pt x="24869" y="13354"/>
                </a:lnTo>
                <a:lnTo>
                  <a:pt x="24868" y="13354"/>
                </a:lnTo>
                <a:lnTo>
                  <a:pt x="24868" y="13354"/>
                </a:lnTo>
                <a:lnTo>
                  <a:pt x="24868" y="13354"/>
                </a:lnTo>
                <a:lnTo>
                  <a:pt x="24867" y="13354"/>
                </a:lnTo>
                <a:lnTo>
                  <a:pt x="24867" y="13354"/>
                </a:lnTo>
                <a:lnTo>
                  <a:pt x="24867" y="13354"/>
                </a:lnTo>
                <a:lnTo>
                  <a:pt x="24866" y="13354"/>
                </a:lnTo>
                <a:lnTo>
                  <a:pt x="24866" y="13354"/>
                </a:lnTo>
                <a:lnTo>
                  <a:pt x="24866" y="13354"/>
                </a:lnTo>
                <a:lnTo>
                  <a:pt x="24865" y="13354"/>
                </a:lnTo>
                <a:lnTo>
                  <a:pt x="24865" y="13354"/>
                </a:lnTo>
                <a:lnTo>
                  <a:pt x="24865" y="13354"/>
                </a:lnTo>
                <a:lnTo>
                  <a:pt x="24864" y="13354"/>
                </a:lnTo>
                <a:lnTo>
                  <a:pt x="24864" y="13354"/>
                </a:lnTo>
                <a:lnTo>
                  <a:pt x="24864" y="13354"/>
                </a:lnTo>
                <a:lnTo>
                  <a:pt x="24863" y="13354"/>
                </a:lnTo>
                <a:lnTo>
                  <a:pt x="24863" y="13354"/>
                </a:lnTo>
                <a:lnTo>
                  <a:pt x="24863" y="13354"/>
                </a:lnTo>
                <a:lnTo>
                  <a:pt x="24862" y="13354"/>
                </a:lnTo>
                <a:lnTo>
                  <a:pt x="24862" y="13354"/>
                </a:lnTo>
                <a:lnTo>
                  <a:pt x="24862" y="13354"/>
                </a:lnTo>
                <a:lnTo>
                  <a:pt x="24861" y="13354"/>
                </a:lnTo>
                <a:lnTo>
                  <a:pt x="24861" y="13354"/>
                </a:lnTo>
                <a:lnTo>
                  <a:pt x="24861" y="13354"/>
                </a:lnTo>
                <a:lnTo>
                  <a:pt x="24860" y="13354"/>
                </a:lnTo>
                <a:lnTo>
                  <a:pt x="24860" y="13354"/>
                </a:lnTo>
                <a:lnTo>
                  <a:pt x="24860" y="13354"/>
                </a:lnTo>
                <a:lnTo>
                  <a:pt x="24859" y="13354"/>
                </a:lnTo>
                <a:lnTo>
                  <a:pt x="24859" y="13354"/>
                </a:lnTo>
                <a:lnTo>
                  <a:pt x="24859" y="13354"/>
                </a:lnTo>
                <a:lnTo>
                  <a:pt x="24859" y="13354"/>
                </a:lnTo>
                <a:lnTo>
                  <a:pt x="24858" y="13354"/>
                </a:lnTo>
                <a:lnTo>
                  <a:pt x="24858" y="13354"/>
                </a:lnTo>
                <a:lnTo>
                  <a:pt x="24858" y="13354"/>
                </a:lnTo>
                <a:lnTo>
                  <a:pt x="24857" y="13354"/>
                </a:lnTo>
                <a:lnTo>
                  <a:pt x="24857" y="13354"/>
                </a:lnTo>
                <a:lnTo>
                  <a:pt x="24857" y="13354"/>
                </a:lnTo>
                <a:lnTo>
                  <a:pt x="24856" y="13354"/>
                </a:lnTo>
                <a:lnTo>
                  <a:pt x="24856" y="13354"/>
                </a:lnTo>
                <a:lnTo>
                  <a:pt x="24856" y="13354"/>
                </a:lnTo>
                <a:lnTo>
                  <a:pt x="24855" y="13354"/>
                </a:lnTo>
                <a:lnTo>
                  <a:pt x="24855" y="13354"/>
                </a:lnTo>
                <a:lnTo>
                  <a:pt x="24855" y="13354"/>
                </a:lnTo>
                <a:lnTo>
                  <a:pt x="24854" y="13354"/>
                </a:lnTo>
                <a:lnTo>
                  <a:pt x="24854" y="13354"/>
                </a:lnTo>
                <a:lnTo>
                  <a:pt x="24854" y="13354"/>
                </a:lnTo>
                <a:lnTo>
                  <a:pt x="24853" y="13354"/>
                </a:lnTo>
                <a:lnTo>
                  <a:pt x="24853" y="13354"/>
                </a:lnTo>
                <a:lnTo>
                  <a:pt x="24853" y="13354"/>
                </a:lnTo>
                <a:lnTo>
                  <a:pt x="24852" y="13354"/>
                </a:lnTo>
                <a:lnTo>
                  <a:pt x="24852" y="13354"/>
                </a:lnTo>
                <a:lnTo>
                  <a:pt x="24852" y="13354"/>
                </a:lnTo>
                <a:lnTo>
                  <a:pt x="24851" y="13354"/>
                </a:lnTo>
                <a:lnTo>
                  <a:pt x="24851" y="13354"/>
                </a:lnTo>
                <a:lnTo>
                  <a:pt x="24851" y="13354"/>
                </a:lnTo>
                <a:lnTo>
                  <a:pt x="24850" y="13354"/>
                </a:lnTo>
                <a:lnTo>
                  <a:pt x="24850" y="13354"/>
                </a:lnTo>
                <a:lnTo>
                  <a:pt x="24850" y="13354"/>
                </a:lnTo>
                <a:lnTo>
                  <a:pt x="24849" y="13354"/>
                </a:lnTo>
                <a:lnTo>
                  <a:pt x="24849" y="13354"/>
                </a:lnTo>
                <a:lnTo>
                  <a:pt x="24849" y="13354"/>
                </a:lnTo>
                <a:lnTo>
                  <a:pt x="24848" y="13354"/>
                </a:lnTo>
                <a:lnTo>
                  <a:pt x="24848" y="13354"/>
                </a:lnTo>
                <a:lnTo>
                  <a:pt x="24848" y="13354"/>
                </a:lnTo>
                <a:lnTo>
                  <a:pt x="24847" y="13354"/>
                </a:lnTo>
                <a:lnTo>
                  <a:pt x="24847" y="13354"/>
                </a:lnTo>
                <a:lnTo>
                  <a:pt x="24847" y="13354"/>
                </a:lnTo>
                <a:lnTo>
                  <a:pt x="24846" y="13354"/>
                </a:lnTo>
                <a:lnTo>
                  <a:pt x="24846" y="13354"/>
                </a:lnTo>
                <a:lnTo>
                  <a:pt x="24846" y="13354"/>
                </a:lnTo>
                <a:lnTo>
                  <a:pt x="24845" y="13354"/>
                </a:lnTo>
                <a:lnTo>
                  <a:pt x="24845" y="13354"/>
                </a:lnTo>
                <a:lnTo>
                  <a:pt x="24845" y="13354"/>
                </a:lnTo>
                <a:lnTo>
                  <a:pt x="24844" y="13354"/>
                </a:lnTo>
                <a:lnTo>
                  <a:pt x="24844" y="13354"/>
                </a:lnTo>
                <a:lnTo>
                  <a:pt x="24844" y="13354"/>
                </a:lnTo>
                <a:lnTo>
                  <a:pt x="24843" y="13354"/>
                </a:lnTo>
                <a:lnTo>
                  <a:pt x="24843" y="13354"/>
                </a:lnTo>
                <a:lnTo>
                  <a:pt x="24843" y="13354"/>
                </a:lnTo>
                <a:lnTo>
                  <a:pt x="24842" y="13354"/>
                </a:lnTo>
                <a:lnTo>
                  <a:pt x="24842" y="13354"/>
                </a:lnTo>
                <a:lnTo>
                  <a:pt x="24842" y="13354"/>
                </a:lnTo>
                <a:lnTo>
                  <a:pt x="24841" y="13354"/>
                </a:lnTo>
                <a:lnTo>
                  <a:pt x="24841" y="13354"/>
                </a:lnTo>
                <a:lnTo>
                  <a:pt x="24841" y="13354"/>
                </a:lnTo>
                <a:lnTo>
                  <a:pt x="24840" y="13354"/>
                </a:lnTo>
                <a:lnTo>
                  <a:pt x="24840" y="13354"/>
                </a:lnTo>
                <a:lnTo>
                  <a:pt x="24840" y="13354"/>
                </a:lnTo>
                <a:lnTo>
                  <a:pt x="24839" y="13354"/>
                </a:lnTo>
                <a:lnTo>
                  <a:pt x="24839" y="13354"/>
                </a:lnTo>
                <a:lnTo>
                  <a:pt x="24839" y="13354"/>
                </a:lnTo>
                <a:lnTo>
                  <a:pt x="24838" y="13354"/>
                </a:lnTo>
                <a:lnTo>
                  <a:pt x="24838" y="13354"/>
                </a:lnTo>
                <a:lnTo>
                  <a:pt x="24838" y="13354"/>
                </a:lnTo>
                <a:lnTo>
                  <a:pt x="24837" y="13354"/>
                </a:lnTo>
                <a:lnTo>
                  <a:pt x="24837" y="13354"/>
                </a:lnTo>
                <a:lnTo>
                  <a:pt x="24837" y="13354"/>
                </a:lnTo>
                <a:lnTo>
                  <a:pt x="24836" y="13354"/>
                </a:lnTo>
                <a:lnTo>
                  <a:pt x="24836" y="13354"/>
                </a:lnTo>
                <a:lnTo>
                  <a:pt x="24836" y="13354"/>
                </a:lnTo>
                <a:lnTo>
                  <a:pt x="24835" y="13354"/>
                </a:lnTo>
                <a:lnTo>
                  <a:pt x="24835" y="13354"/>
                </a:lnTo>
                <a:lnTo>
                  <a:pt x="24835" y="13354"/>
                </a:lnTo>
                <a:lnTo>
                  <a:pt x="24834" y="13354"/>
                </a:lnTo>
                <a:lnTo>
                  <a:pt x="24834" y="13354"/>
                </a:lnTo>
                <a:lnTo>
                  <a:pt x="24834" y="13354"/>
                </a:lnTo>
                <a:lnTo>
                  <a:pt x="24833" y="13354"/>
                </a:lnTo>
                <a:lnTo>
                  <a:pt x="24833" y="13354"/>
                </a:lnTo>
                <a:lnTo>
                  <a:pt x="24833" y="13354"/>
                </a:lnTo>
                <a:lnTo>
                  <a:pt x="24832" y="13354"/>
                </a:lnTo>
                <a:lnTo>
                  <a:pt x="24832" y="13354"/>
                </a:lnTo>
                <a:lnTo>
                  <a:pt x="24832" y="13354"/>
                </a:lnTo>
                <a:lnTo>
                  <a:pt x="24831" y="13354"/>
                </a:lnTo>
                <a:lnTo>
                  <a:pt x="24831" y="13354"/>
                </a:lnTo>
                <a:lnTo>
                  <a:pt x="24831" y="13354"/>
                </a:lnTo>
                <a:lnTo>
                  <a:pt x="24830" y="13354"/>
                </a:lnTo>
                <a:lnTo>
                  <a:pt x="24830" y="13354"/>
                </a:lnTo>
                <a:lnTo>
                  <a:pt x="24830" y="13354"/>
                </a:lnTo>
                <a:lnTo>
                  <a:pt x="24829" y="13354"/>
                </a:lnTo>
                <a:lnTo>
                  <a:pt x="24829" y="13354"/>
                </a:lnTo>
                <a:lnTo>
                  <a:pt x="24829" y="13354"/>
                </a:lnTo>
                <a:lnTo>
                  <a:pt x="24828" y="13354"/>
                </a:lnTo>
                <a:lnTo>
                  <a:pt x="24828" y="13354"/>
                </a:lnTo>
                <a:lnTo>
                  <a:pt x="24828" y="13354"/>
                </a:lnTo>
                <a:lnTo>
                  <a:pt x="24827" y="13354"/>
                </a:lnTo>
                <a:lnTo>
                  <a:pt x="24827" y="13354"/>
                </a:lnTo>
                <a:lnTo>
                  <a:pt x="24827" y="13354"/>
                </a:lnTo>
                <a:lnTo>
                  <a:pt x="24826" y="13354"/>
                </a:lnTo>
                <a:lnTo>
                  <a:pt x="24826" y="13354"/>
                </a:lnTo>
                <a:lnTo>
                  <a:pt x="24826" y="13354"/>
                </a:lnTo>
                <a:lnTo>
                  <a:pt x="24825" y="13354"/>
                </a:lnTo>
                <a:lnTo>
                  <a:pt x="24825" y="13354"/>
                </a:lnTo>
                <a:lnTo>
                  <a:pt x="24825" y="13354"/>
                </a:lnTo>
                <a:lnTo>
                  <a:pt x="24824" y="13354"/>
                </a:lnTo>
                <a:lnTo>
                  <a:pt x="24824" y="13354"/>
                </a:lnTo>
                <a:lnTo>
                  <a:pt x="24824" y="13354"/>
                </a:lnTo>
                <a:lnTo>
                  <a:pt x="24823" y="13354"/>
                </a:lnTo>
                <a:lnTo>
                  <a:pt x="24823" y="13354"/>
                </a:lnTo>
                <a:lnTo>
                  <a:pt x="24823" y="13354"/>
                </a:lnTo>
                <a:lnTo>
                  <a:pt x="24822" y="13354"/>
                </a:lnTo>
                <a:lnTo>
                  <a:pt x="24822" y="13354"/>
                </a:lnTo>
                <a:lnTo>
                  <a:pt x="24822" y="13354"/>
                </a:lnTo>
                <a:lnTo>
                  <a:pt x="24821" y="13354"/>
                </a:lnTo>
                <a:lnTo>
                  <a:pt x="24821" y="13354"/>
                </a:lnTo>
                <a:lnTo>
                  <a:pt x="24821" y="13354"/>
                </a:lnTo>
                <a:lnTo>
                  <a:pt x="24820" y="13354"/>
                </a:lnTo>
                <a:lnTo>
                  <a:pt x="24820" y="13354"/>
                </a:lnTo>
                <a:lnTo>
                  <a:pt x="24820" y="13354"/>
                </a:lnTo>
                <a:lnTo>
                  <a:pt x="24819" y="13354"/>
                </a:lnTo>
                <a:lnTo>
                  <a:pt x="24819" y="13354"/>
                </a:lnTo>
                <a:lnTo>
                  <a:pt x="24819" y="13354"/>
                </a:lnTo>
                <a:lnTo>
                  <a:pt x="24819" y="13354"/>
                </a:lnTo>
                <a:lnTo>
                  <a:pt x="24818" y="13354"/>
                </a:lnTo>
                <a:lnTo>
                  <a:pt x="24818" y="13354"/>
                </a:lnTo>
                <a:lnTo>
                  <a:pt x="24818" y="13354"/>
                </a:lnTo>
                <a:lnTo>
                  <a:pt x="24817" y="13354"/>
                </a:lnTo>
                <a:lnTo>
                  <a:pt x="24817" y="13354"/>
                </a:lnTo>
                <a:lnTo>
                  <a:pt x="24817" y="13354"/>
                </a:lnTo>
                <a:lnTo>
                  <a:pt x="24816" y="13354"/>
                </a:lnTo>
                <a:lnTo>
                  <a:pt x="24816" y="13354"/>
                </a:lnTo>
                <a:lnTo>
                  <a:pt x="24816" y="13354"/>
                </a:lnTo>
                <a:lnTo>
                  <a:pt x="24815" y="13354"/>
                </a:lnTo>
                <a:lnTo>
                  <a:pt x="24815" y="13354"/>
                </a:lnTo>
                <a:lnTo>
                  <a:pt x="24815" y="13354"/>
                </a:lnTo>
                <a:lnTo>
                  <a:pt x="24814" y="13354"/>
                </a:lnTo>
                <a:lnTo>
                  <a:pt x="24814" y="13354"/>
                </a:lnTo>
                <a:lnTo>
                  <a:pt x="24814" y="13354"/>
                </a:lnTo>
                <a:lnTo>
                  <a:pt x="24813" y="13354"/>
                </a:lnTo>
                <a:lnTo>
                  <a:pt x="24813" y="13354"/>
                </a:lnTo>
                <a:lnTo>
                  <a:pt x="24813" y="13354"/>
                </a:lnTo>
                <a:lnTo>
                  <a:pt x="24812" y="13354"/>
                </a:lnTo>
                <a:lnTo>
                  <a:pt x="24812" y="13354"/>
                </a:lnTo>
                <a:lnTo>
                  <a:pt x="24812" y="13354"/>
                </a:lnTo>
                <a:lnTo>
                  <a:pt x="24811" y="13354"/>
                </a:lnTo>
                <a:lnTo>
                  <a:pt x="24811" y="13354"/>
                </a:lnTo>
                <a:lnTo>
                  <a:pt x="24811" y="13354"/>
                </a:lnTo>
                <a:lnTo>
                  <a:pt x="24810" y="13354"/>
                </a:lnTo>
                <a:lnTo>
                  <a:pt x="24810" y="13354"/>
                </a:lnTo>
                <a:lnTo>
                  <a:pt x="24810" y="13354"/>
                </a:lnTo>
                <a:lnTo>
                  <a:pt x="24809" y="13354"/>
                </a:lnTo>
                <a:lnTo>
                  <a:pt x="24809" y="13354"/>
                </a:lnTo>
                <a:lnTo>
                  <a:pt x="24809" y="13354"/>
                </a:lnTo>
                <a:lnTo>
                  <a:pt x="24808" y="13354"/>
                </a:lnTo>
                <a:lnTo>
                  <a:pt x="24808" y="13354"/>
                </a:lnTo>
                <a:lnTo>
                  <a:pt x="24808" y="13354"/>
                </a:lnTo>
                <a:lnTo>
                  <a:pt x="24807" y="13354"/>
                </a:lnTo>
                <a:lnTo>
                  <a:pt x="24807" y="13354"/>
                </a:lnTo>
                <a:lnTo>
                  <a:pt x="24807" y="13354"/>
                </a:lnTo>
                <a:lnTo>
                  <a:pt x="24806" y="13354"/>
                </a:lnTo>
                <a:lnTo>
                  <a:pt x="24806" y="13354"/>
                </a:lnTo>
                <a:lnTo>
                  <a:pt x="24806" y="13354"/>
                </a:lnTo>
                <a:lnTo>
                  <a:pt x="24805" y="13354"/>
                </a:lnTo>
                <a:lnTo>
                  <a:pt x="24805" y="13354"/>
                </a:lnTo>
                <a:lnTo>
                  <a:pt x="24805" y="13354"/>
                </a:lnTo>
                <a:lnTo>
                  <a:pt x="24804" y="13354"/>
                </a:lnTo>
                <a:lnTo>
                  <a:pt x="24804" y="13354"/>
                </a:lnTo>
                <a:lnTo>
                  <a:pt x="24804" y="13354"/>
                </a:lnTo>
                <a:lnTo>
                  <a:pt x="24803" y="13354"/>
                </a:lnTo>
                <a:lnTo>
                  <a:pt x="24803" y="13354"/>
                </a:lnTo>
                <a:lnTo>
                  <a:pt x="24803" y="13354"/>
                </a:lnTo>
                <a:lnTo>
                  <a:pt x="24802" y="13354"/>
                </a:lnTo>
                <a:lnTo>
                  <a:pt x="24802" y="13354"/>
                </a:lnTo>
                <a:lnTo>
                  <a:pt x="24802" y="13354"/>
                </a:lnTo>
                <a:lnTo>
                  <a:pt x="24801" y="13354"/>
                </a:lnTo>
                <a:lnTo>
                  <a:pt x="24801" y="13354"/>
                </a:lnTo>
                <a:lnTo>
                  <a:pt x="24801" y="13354"/>
                </a:lnTo>
                <a:lnTo>
                  <a:pt x="24800" y="13354"/>
                </a:lnTo>
                <a:lnTo>
                  <a:pt x="24800" y="13354"/>
                </a:lnTo>
                <a:lnTo>
                  <a:pt x="24800" y="13354"/>
                </a:lnTo>
                <a:lnTo>
                  <a:pt x="24799" y="13354"/>
                </a:lnTo>
                <a:lnTo>
                  <a:pt x="24799" y="13354"/>
                </a:lnTo>
                <a:lnTo>
                  <a:pt x="24799" y="13354"/>
                </a:lnTo>
                <a:lnTo>
                  <a:pt x="24798" y="13354"/>
                </a:lnTo>
                <a:lnTo>
                  <a:pt x="24798" y="13354"/>
                </a:lnTo>
                <a:lnTo>
                  <a:pt x="24798" y="13354"/>
                </a:lnTo>
                <a:lnTo>
                  <a:pt x="24797" y="13354"/>
                </a:lnTo>
                <a:lnTo>
                  <a:pt x="24797" y="13354"/>
                </a:lnTo>
                <a:lnTo>
                  <a:pt x="24797" y="13354"/>
                </a:lnTo>
                <a:lnTo>
                  <a:pt x="24796" y="13354"/>
                </a:lnTo>
                <a:lnTo>
                  <a:pt x="24796" y="13354"/>
                </a:lnTo>
                <a:lnTo>
                  <a:pt x="24796" y="13354"/>
                </a:lnTo>
                <a:lnTo>
                  <a:pt x="24796" y="13354"/>
                </a:lnTo>
                <a:lnTo>
                  <a:pt x="24795" y="13354"/>
                </a:lnTo>
                <a:lnTo>
                  <a:pt x="24795" y="13354"/>
                </a:lnTo>
                <a:lnTo>
                  <a:pt x="24795" y="13354"/>
                </a:lnTo>
                <a:lnTo>
                  <a:pt x="24794" y="13354"/>
                </a:lnTo>
                <a:lnTo>
                  <a:pt x="24794" y="13354"/>
                </a:lnTo>
                <a:lnTo>
                  <a:pt x="24794" y="13354"/>
                </a:lnTo>
                <a:lnTo>
                  <a:pt x="24793" y="13354"/>
                </a:lnTo>
                <a:lnTo>
                  <a:pt x="24793" y="13354"/>
                </a:lnTo>
                <a:lnTo>
                  <a:pt x="24793" y="13354"/>
                </a:lnTo>
                <a:lnTo>
                  <a:pt x="24792" y="13354"/>
                </a:lnTo>
                <a:lnTo>
                  <a:pt x="24792" y="13354"/>
                </a:lnTo>
                <a:lnTo>
                  <a:pt x="24792" y="13354"/>
                </a:lnTo>
                <a:lnTo>
                  <a:pt x="24791" y="13354"/>
                </a:lnTo>
                <a:lnTo>
                  <a:pt x="24791" y="13354"/>
                </a:lnTo>
                <a:lnTo>
                  <a:pt x="24791" y="13354"/>
                </a:lnTo>
                <a:lnTo>
                  <a:pt x="24790" y="13354"/>
                </a:lnTo>
                <a:lnTo>
                  <a:pt x="24790" y="13354"/>
                </a:lnTo>
                <a:lnTo>
                  <a:pt x="24790" y="13354"/>
                </a:lnTo>
                <a:lnTo>
                  <a:pt x="24789" y="13354"/>
                </a:lnTo>
                <a:lnTo>
                  <a:pt x="24789" y="13354"/>
                </a:lnTo>
                <a:lnTo>
                  <a:pt x="24789" y="13354"/>
                </a:lnTo>
                <a:lnTo>
                  <a:pt x="24788" y="13354"/>
                </a:lnTo>
                <a:lnTo>
                  <a:pt x="24788" y="13354"/>
                </a:lnTo>
                <a:lnTo>
                  <a:pt x="24788" y="13354"/>
                </a:lnTo>
                <a:lnTo>
                  <a:pt x="24787" y="13354"/>
                </a:lnTo>
                <a:lnTo>
                  <a:pt x="24787" y="13354"/>
                </a:lnTo>
                <a:lnTo>
                  <a:pt x="24787" y="13354"/>
                </a:lnTo>
                <a:lnTo>
                  <a:pt x="24786" y="13354"/>
                </a:lnTo>
                <a:lnTo>
                  <a:pt x="24786" y="13354"/>
                </a:lnTo>
                <a:lnTo>
                  <a:pt x="24786" y="13354"/>
                </a:lnTo>
                <a:lnTo>
                  <a:pt x="24785" y="13354"/>
                </a:lnTo>
                <a:lnTo>
                  <a:pt x="24785" y="13354"/>
                </a:lnTo>
                <a:lnTo>
                  <a:pt x="24785" y="13354"/>
                </a:lnTo>
                <a:lnTo>
                  <a:pt x="24784" y="13354"/>
                </a:lnTo>
                <a:lnTo>
                  <a:pt x="24784" y="13354"/>
                </a:lnTo>
                <a:lnTo>
                  <a:pt x="24784" y="13354"/>
                </a:lnTo>
                <a:lnTo>
                  <a:pt x="24783" y="13354"/>
                </a:lnTo>
                <a:lnTo>
                  <a:pt x="24783" y="13354"/>
                </a:lnTo>
                <a:lnTo>
                  <a:pt x="24783" y="13354"/>
                </a:lnTo>
                <a:lnTo>
                  <a:pt x="24782" y="13354"/>
                </a:lnTo>
                <a:lnTo>
                  <a:pt x="24782" y="13354"/>
                </a:lnTo>
                <a:lnTo>
                  <a:pt x="24782" y="13354"/>
                </a:lnTo>
                <a:lnTo>
                  <a:pt x="24781" y="13354"/>
                </a:lnTo>
                <a:lnTo>
                  <a:pt x="24781" y="13354"/>
                </a:lnTo>
                <a:lnTo>
                  <a:pt x="24781" y="13354"/>
                </a:lnTo>
                <a:lnTo>
                  <a:pt x="24780" y="13354"/>
                </a:lnTo>
                <a:lnTo>
                  <a:pt x="24780" y="13354"/>
                </a:lnTo>
                <a:lnTo>
                  <a:pt x="24780" y="13354"/>
                </a:lnTo>
                <a:lnTo>
                  <a:pt x="24779" y="13354"/>
                </a:lnTo>
                <a:lnTo>
                  <a:pt x="24779" y="13354"/>
                </a:lnTo>
                <a:lnTo>
                  <a:pt x="24779" y="13354"/>
                </a:lnTo>
                <a:lnTo>
                  <a:pt x="24779" y="13354"/>
                </a:lnTo>
                <a:lnTo>
                  <a:pt x="24778" y="13354"/>
                </a:lnTo>
                <a:lnTo>
                  <a:pt x="24778" y="13354"/>
                </a:lnTo>
                <a:lnTo>
                  <a:pt x="24778" y="13354"/>
                </a:lnTo>
                <a:lnTo>
                  <a:pt x="24777" y="13354"/>
                </a:lnTo>
                <a:lnTo>
                  <a:pt x="24777" y="13354"/>
                </a:lnTo>
                <a:lnTo>
                  <a:pt x="24777" y="13354"/>
                </a:lnTo>
                <a:lnTo>
                  <a:pt x="24776" y="13354"/>
                </a:lnTo>
                <a:lnTo>
                  <a:pt x="24776" y="13354"/>
                </a:lnTo>
                <a:lnTo>
                  <a:pt x="24776" y="13354"/>
                </a:lnTo>
                <a:lnTo>
                  <a:pt x="24775" y="13354"/>
                </a:lnTo>
                <a:lnTo>
                  <a:pt x="24775" y="13354"/>
                </a:lnTo>
                <a:lnTo>
                  <a:pt x="24775" y="13354"/>
                </a:lnTo>
                <a:lnTo>
                  <a:pt x="24774" y="13354"/>
                </a:lnTo>
                <a:lnTo>
                  <a:pt x="24774" y="13354"/>
                </a:lnTo>
                <a:lnTo>
                  <a:pt x="24774" y="13354"/>
                </a:lnTo>
                <a:lnTo>
                  <a:pt x="24773" y="13354"/>
                </a:lnTo>
                <a:lnTo>
                  <a:pt x="24773" y="13354"/>
                </a:lnTo>
                <a:lnTo>
                  <a:pt x="24773" y="13354"/>
                </a:lnTo>
                <a:lnTo>
                  <a:pt x="24772" y="13354"/>
                </a:lnTo>
                <a:lnTo>
                  <a:pt x="24772" y="13354"/>
                </a:lnTo>
                <a:lnTo>
                  <a:pt x="24772" y="13354"/>
                </a:lnTo>
                <a:lnTo>
                  <a:pt x="24771" y="13354"/>
                </a:lnTo>
                <a:lnTo>
                  <a:pt x="24771" y="13354"/>
                </a:lnTo>
                <a:lnTo>
                  <a:pt x="24771" y="13354"/>
                </a:lnTo>
                <a:lnTo>
                  <a:pt x="24770" y="13354"/>
                </a:lnTo>
                <a:lnTo>
                  <a:pt x="24770" y="13354"/>
                </a:lnTo>
                <a:lnTo>
                  <a:pt x="24770" y="13354"/>
                </a:lnTo>
                <a:lnTo>
                  <a:pt x="24769" y="13354"/>
                </a:lnTo>
                <a:lnTo>
                  <a:pt x="24769" y="13354"/>
                </a:lnTo>
                <a:lnTo>
                  <a:pt x="24769" y="13354"/>
                </a:lnTo>
                <a:lnTo>
                  <a:pt x="24768" y="13354"/>
                </a:lnTo>
                <a:lnTo>
                  <a:pt x="24768" y="13354"/>
                </a:lnTo>
                <a:lnTo>
                  <a:pt x="24768" y="13354"/>
                </a:lnTo>
                <a:lnTo>
                  <a:pt x="24767" y="13354"/>
                </a:lnTo>
                <a:lnTo>
                  <a:pt x="24767" y="13354"/>
                </a:lnTo>
                <a:lnTo>
                  <a:pt x="24767" y="13354"/>
                </a:lnTo>
                <a:lnTo>
                  <a:pt x="24766" y="13354"/>
                </a:lnTo>
                <a:lnTo>
                  <a:pt x="24766" y="13354"/>
                </a:lnTo>
                <a:lnTo>
                  <a:pt x="24766" y="13354"/>
                </a:lnTo>
                <a:lnTo>
                  <a:pt x="24765" y="13354"/>
                </a:lnTo>
                <a:lnTo>
                  <a:pt x="24765" y="13354"/>
                </a:lnTo>
                <a:lnTo>
                  <a:pt x="24765" y="13354"/>
                </a:lnTo>
                <a:lnTo>
                  <a:pt x="24764" y="13354"/>
                </a:lnTo>
                <a:lnTo>
                  <a:pt x="24764" y="13354"/>
                </a:lnTo>
                <a:lnTo>
                  <a:pt x="24764" y="13354"/>
                </a:lnTo>
                <a:lnTo>
                  <a:pt x="24764" y="13354"/>
                </a:lnTo>
                <a:lnTo>
                  <a:pt x="24763" y="13354"/>
                </a:lnTo>
                <a:lnTo>
                  <a:pt x="24763" y="13354"/>
                </a:lnTo>
                <a:lnTo>
                  <a:pt x="24763" y="13354"/>
                </a:lnTo>
                <a:lnTo>
                  <a:pt x="24762" y="13354"/>
                </a:lnTo>
                <a:lnTo>
                  <a:pt x="24762" y="13354"/>
                </a:lnTo>
                <a:lnTo>
                  <a:pt x="24762" y="13354"/>
                </a:lnTo>
                <a:lnTo>
                  <a:pt x="24761" y="13354"/>
                </a:lnTo>
                <a:lnTo>
                  <a:pt x="24761" y="13354"/>
                </a:lnTo>
                <a:lnTo>
                  <a:pt x="24761" y="13354"/>
                </a:lnTo>
                <a:lnTo>
                  <a:pt x="24760" y="13354"/>
                </a:lnTo>
                <a:lnTo>
                  <a:pt x="24760" y="13354"/>
                </a:lnTo>
                <a:lnTo>
                  <a:pt x="24760" y="13354"/>
                </a:lnTo>
                <a:lnTo>
                  <a:pt x="24759" y="13354"/>
                </a:lnTo>
                <a:lnTo>
                  <a:pt x="24759" y="13354"/>
                </a:lnTo>
                <a:lnTo>
                  <a:pt x="24759" y="13354"/>
                </a:lnTo>
                <a:lnTo>
                  <a:pt x="24758" y="13354"/>
                </a:lnTo>
                <a:lnTo>
                  <a:pt x="24758" y="13354"/>
                </a:lnTo>
                <a:lnTo>
                  <a:pt x="24758" y="13354"/>
                </a:lnTo>
                <a:lnTo>
                  <a:pt x="24757" y="13354"/>
                </a:lnTo>
                <a:lnTo>
                  <a:pt x="24757" y="13354"/>
                </a:lnTo>
                <a:lnTo>
                  <a:pt x="24757" y="13354"/>
                </a:lnTo>
                <a:lnTo>
                  <a:pt x="24756" y="13354"/>
                </a:lnTo>
                <a:lnTo>
                  <a:pt x="24756" y="13354"/>
                </a:lnTo>
                <a:lnTo>
                  <a:pt x="24756" y="13354"/>
                </a:lnTo>
                <a:lnTo>
                  <a:pt x="24755" y="13354"/>
                </a:lnTo>
                <a:lnTo>
                  <a:pt x="24755" y="13354"/>
                </a:lnTo>
                <a:lnTo>
                  <a:pt x="24755" y="13354"/>
                </a:lnTo>
                <a:lnTo>
                  <a:pt x="24754" y="13354"/>
                </a:lnTo>
                <a:lnTo>
                  <a:pt x="24754" y="13354"/>
                </a:lnTo>
                <a:lnTo>
                  <a:pt x="24754" y="13354"/>
                </a:lnTo>
                <a:lnTo>
                  <a:pt x="24753" y="13354"/>
                </a:lnTo>
                <a:lnTo>
                  <a:pt x="24753" y="13354"/>
                </a:lnTo>
                <a:lnTo>
                  <a:pt x="24753" y="13354"/>
                </a:lnTo>
                <a:lnTo>
                  <a:pt x="24752" y="13354"/>
                </a:lnTo>
                <a:lnTo>
                  <a:pt x="24752" y="13354"/>
                </a:lnTo>
                <a:lnTo>
                  <a:pt x="24752" y="13354"/>
                </a:lnTo>
                <a:lnTo>
                  <a:pt x="24751" y="13354"/>
                </a:lnTo>
                <a:lnTo>
                  <a:pt x="24751" y="13354"/>
                </a:lnTo>
                <a:lnTo>
                  <a:pt x="24751" y="13354"/>
                </a:lnTo>
                <a:lnTo>
                  <a:pt x="24750" y="13354"/>
                </a:lnTo>
                <a:lnTo>
                  <a:pt x="24750" y="13354"/>
                </a:lnTo>
                <a:lnTo>
                  <a:pt x="24750" y="13354"/>
                </a:lnTo>
                <a:lnTo>
                  <a:pt x="24750" y="13354"/>
                </a:lnTo>
                <a:lnTo>
                  <a:pt x="24749" y="13354"/>
                </a:lnTo>
                <a:lnTo>
                  <a:pt x="24749" y="13354"/>
                </a:lnTo>
                <a:lnTo>
                  <a:pt x="24749" y="13354"/>
                </a:lnTo>
                <a:lnTo>
                  <a:pt x="24748" y="13354"/>
                </a:lnTo>
                <a:lnTo>
                  <a:pt x="24748" y="13354"/>
                </a:lnTo>
                <a:lnTo>
                  <a:pt x="24748" y="13354"/>
                </a:lnTo>
                <a:lnTo>
                  <a:pt x="24747" y="13354"/>
                </a:lnTo>
                <a:lnTo>
                  <a:pt x="24747" y="13354"/>
                </a:lnTo>
                <a:lnTo>
                  <a:pt x="24747" y="13354"/>
                </a:lnTo>
                <a:lnTo>
                  <a:pt x="24746" y="13354"/>
                </a:lnTo>
                <a:lnTo>
                  <a:pt x="24746" y="13354"/>
                </a:lnTo>
                <a:lnTo>
                  <a:pt x="24746" y="13354"/>
                </a:lnTo>
                <a:lnTo>
                  <a:pt x="24745" y="13354"/>
                </a:lnTo>
                <a:lnTo>
                  <a:pt x="24745" y="13354"/>
                </a:lnTo>
                <a:lnTo>
                  <a:pt x="24745" y="13354"/>
                </a:lnTo>
                <a:lnTo>
                  <a:pt x="24744" y="13354"/>
                </a:lnTo>
                <a:lnTo>
                  <a:pt x="24744" y="13354"/>
                </a:lnTo>
                <a:lnTo>
                  <a:pt x="24744" y="13354"/>
                </a:lnTo>
                <a:lnTo>
                  <a:pt x="24743" y="13354"/>
                </a:lnTo>
                <a:lnTo>
                  <a:pt x="24743" y="13354"/>
                </a:lnTo>
                <a:lnTo>
                  <a:pt x="24743" y="13354"/>
                </a:lnTo>
                <a:lnTo>
                  <a:pt x="24742" y="13354"/>
                </a:lnTo>
                <a:lnTo>
                  <a:pt x="24742" y="13354"/>
                </a:lnTo>
                <a:lnTo>
                  <a:pt x="24742" y="13354"/>
                </a:lnTo>
                <a:lnTo>
                  <a:pt x="24741" y="13354"/>
                </a:lnTo>
                <a:lnTo>
                  <a:pt x="24741" y="13354"/>
                </a:lnTo>
                <a:lnTo>
                  <a:pt x="24741" y="13354"/>
                </a:lnTo>
                <a:lnTo>
                  <a:pt x="24740" y="13354"/>
                </a:lnTo>
                <a:lnTo>
                  <a:pt x="24740" y="13354"/>
                </a:lnTo>
                <a:lnTo>
                  <a:pt x="24740" y="13354"/>
                </a:lnTo>
                <a:lnTo>
                  <a:pt x="24739" y="13354"/>
                </a:lnTo>
                <a:lnTo>
                  <a:pt x="24739" y="13354"/>
                </a:lnTo>
                <a:lnTo>
                  <a:pt x="24739" y="13354"/>
                </a:lnTo>
                <a:lnTo>
                  <a:pt x="24738" y="13354"/>
                </a:lnTo>
                <a:lnTo>
                  <a:pt x="24738" y="13354"/>
                </a:lnTo>
                <a:lnTo>
                  <a:pt x="24738" y="13354"/>
                </a:lnTo>
                <a:lnTo>
                  <a:pt x="24738" y="13354"/>
                </a:lnTo>
                <a:lnTo>
                  <a:pt x="24737" y="13354"/>
                </a:lnTo>
                <a:lnTo>
                  <a:pt x="24737" y="13354"/>
                </a:lnTo>
                <a:lnTo>
                  <a:pt x="24737" y="13354"/>
                </a:lnTo>
                <a:lnTo>
                  <a:pt x="24736" y="13354"/>
                </a:lnTo>
                <a:lnTo>
                  <a:pt x="24736" y="13354"/>
                </a:lnTo>
                <a:lnTo>
                  <a:pt x="24736" y="13354"/>
                </a:lnTo>
                <a:lnTo>
                  <a:pt x="24735" y="13354"/>
                </a:lnTo>
                <a:lnTo>
                  <a:pt x="24735" y="13354"/>
                </a:lnTo>
                <a:lnTo>
                  <a:pt x="24735" y="13354"/>
                </a:lnTo>
                <a:lnTo>
                  <a:pt x="24734" y="13354"/>
                </a:lnTo>
                <a:lnTo>
                  <a:pt x="24734" y="13354"/>
                </a:lnTo>
                <a:lnTo>
                  <a:pt x="24734" y="13354"/>
                </a:lnTo>
                <a:lnTo>
                  <a:pt x="24733" y="13354"/>
                </a:lnTo>
                <a:lnTo>
                  <a:pt x="24733" y="13354"/>
                </a:lnTo>
                <a:lnTo>
                  <a:pt x="24733" y="13354"/>
                </a:lnTo>
                <a:lnTo>
                  <a:pt x="24732" y="13354"/>
                </a:lnTo>
                <a:lnTo>
                  <a:pt x="24732" y="13354"/>
                </a:lnTo>
                <a:lnTo>
                  <a:pt x="24732" y="13354"/>
                </a:lnTo>
                <a:lnTo>
                  <a:pt x="24731" y="13354"/>
                </a:lnTo>
                <a:lnTo>
                  <a:pt x="24731" y="13354"/>
                </a:lnTo>
                <a:lnTo>
                  <a:pt x="24731" y="13354"/>
                </a:lnTo>
                <a:lnTo>
                  <a:pt x="24730" y="13354"/>
                </a:lnTo>
                <a:lnTo>
                  <a:pt x="24730" y="13354"/>
                </a:lnTo>
                <a:lnTo>
                  <a:pt x="24730" y="13354"/>
                </a:lnTo>
                <a:lnTo>
                  <a:pt x="24729" y="13354"/>
                </a:lnTo>
                <a:lnTo>
                  <a:pt x="24729" y="13354"/>
                </a:lnTo>
                <a:lnTo>
                  <a:pt x="24729" y="13354"/>
                </a:lnTo>
                <a:lnTo>
                  <a:pt x="24728" y="13354"/>
                </a:lnTo>
                <a:lnTo>
                  <a:pt x="24728" y="13354"/>
                </a:lnTo>
                <a:lnTo>
                  <a:pt x="24728" y="13354"/>
                </a:lnTo>
                <a:lnTo>
                  <a:pt x="24727" y="13354"/>
                </a:lnTo>
                <a:lnTo>
                  <a:pt x="24727" y="13354"/>
                </a:lnTo>
                <a:lnTo>
                  <a:pt x="24727" y="13354"/>
                </a:lnTo>
                <a:lnTo>
                  <a:pt x="24727" y="13354"/>
                </a:lnTo>
                <a:lnTo>
                  <a:pt x="24726" y="13354"/>
                </a:lnTo>
                <a:lnTo>
                  <a:pt x="24726" y="13354"/>
                </a:lnTo>
                <a:lnTo>
                  <a:pt x="24726" y="13354"/>
                </a:lnTo>
                <a:lnTo>
                  <a:pt x="24725" y="13354"/>
                </a:lnTo>
                <a:lnTo>
                  <a:pt x="24725" y="13354"/>
                </a:lnTo>
                <a:lnTo>
                  <a:pt x="24725" y="13354"/>
                </a:lnTo>
                <a:lnTo>
                  <a:pt x="24724" y="13354"/>
                </a:lnTo>
                <a:lnTo>
                  <a:pt x="24724" y="13354"/>
                </a:lnTo>
                <a:lnTo>
                  <a:pt x="24724" y="13354"/>
                </a:lnTo>
                <a:lnTo>
                  <a:pt x="24723" y="13354"/>
                </a:lnTo>
                <a:lnTo>
                  <a:pt x="24723" y="13354"/>
                </a:lnTo>
                <a:lnTo>
                  <a:pt x="24723" y="13354"/>
                </a:lnTo>
                <a:lnTo>
                  <a:pt x="24722" y="13354"/>
                </a:lnTo>
                <a:lnTo>
                  <a:pt x="24722" y="13354"/>
                </a:lnTo>
                <a:lnTo>
                  <a:pt x="24722" y="13354"/>
                </a:lnTo>
                <a:lnTo>
                  <a:pt x="24721" y="13354"/>
                </a:lnTo>
                <a:lnTo>
                  <a:pt x="24721" y="13354"/>
                </a:lnTo>
                <a:lnTo>
                  <a:pt x="24721" y="13354"/>
                </a:lnTo>
                <a:lnTo>
                  <a:pt x="24720" y="13354"/>
                </a:lnTo>
                <a:lnTo>
                  <a:pt x="24720" y="13354"/>
                </a:lnTo>
                <a:lnTo>
                  <a:pt x="24720" y="13354"/>
                </a:lnTo>
                <a:lnTo>
                  <a:pt x="24719" y="13354"/>
                </a:lnTo>
                <a:lnTo>
                  <a:pt x="24719" y="13354"/>
                </a:lnTo>
                <a:lnTo>
                  <a:pt x="24719" y="13354"/>
                </a:lnTo>
                <a:lnTo>
                  <a:pt x="24718" y="13354"/>
                </a:lnTo>
                <a:lnTo>
                  <a:pt x="24718" y="13354"/>
                </a:lnTo>
                <a:lnTo>
                  <a:pt x="24718" y="13354"/>
                </a:lnTo>
                <a:lnTo>
                  <a:pt x="24717" y="13354"/>
                </a:lnTo>
                <a:lnTo>
                  <a:pt x="24717" y="13354"/>
                </a:lnTo>
                <a:lnTo>
                  <a:pt x="24717" y="13354"/>
                </a:lnTo>
                <a:lnTo>
                  <a:pt x="24717" y="13354"/>
                </a:lnTo>
                <a:lnTo>
                  <a:pt x="24716" y="13354"/>
                </a:lnTo>
                <a:lnTo>
                  <a:pt x="24716" y="13354"/>
                </a:lnTo>
                <a:lnTo>
                  <a:pt x="24716" y="13354"/>
                </a:lnTo>
                <a:lnTo>
                  <a:pt x="24715" y="13354"/>
                </a:lnTo>
                <a:lnTo>
                  <a:pt x="24715" y="13354"/>
                </a:lnTo>
                <a:lnTo>
                  <a:pt x="24715" y="13354"/>
                </a:lnTo>
                <a:lnTo>
                  <a:pt x="24714" y="13354"/>
                </a:lnTo>
                <a:lnTo>
                  <a:pt x="24714" y="13354"/>
                </a:lnTo>
                <a:lnTo>
                  <a:pt x="24714" y="13354"/>
                </a:lnTo>
                <a:lnTo>
                  <a:pt x="24713" y="13354"/>
                </a:lnTo>
                <a:lnTo>
                  <a:pt x="24713" y="13354"/>
                </a:lnTo>
                <a:lnTo>
                  <a:pt x="24713" y="13354"/>
                </a:lnTo>
                <a:lnTo>
                  <a:pt x="24712" y="13354"/>
                </a:lnTo>
                <a:lnTo>
                  <a:pt x="24712" y="13354"/>
                </a:lnTo>
                <a:lnTo>
                  <a:pt x="24712" y="13354"/>
                </a:lnTo>
                <a:lnTo>
                  <a:pt x="24711" y="13354"/>
                </a:lnTo>
                <a:lnTo>
                  <a:pt x="24711" y="13354"/>
                </a:lnTo>
                <a:lnTo>
                  <a:pt x="24711" y="13354"/>
                </a:lnTo>
                <a:lnTo>
                  <a:pt x="24710" y="13354"/>
                </a:lnTo>
                <a:lnTo>
                  <a:pt x="24710" y="13354"/>
                </a:lnTo>
                <a:lnTo>
                  <a:pt x="24710" y="13354"/>
                </a:lnTo>
                <a:lnTo>
                  <a:pt x="24709" y="13354"/>
                </a:lnTo>
                <a:lnTo>
                  <a:pt x="24709" y="13354"/>
                </a:lnTo>
                <a:lnTo>
                  <a:pt x="24709" y="13354"/>
                </a:lnTo>
                <a:lnTo>
                  <a:pt x="24708" y="13354"/>
                </a:lnTo>
                <a:lnTo>
                  <a:pt x="24708" y="13354"/>
                </a:lnTo>
                <a:lnTo>
                  <a:pt x="24708" y="13354"/>
                </a:lnTo>
                <a:lnTo>
                  <a:pt x="24707" y="13354"/>
                </a:lnTo>
                <a:lnTo>
                  <a:pt x="24707" y="13354"/>
                </a:lnTo>
                <a:lnTo>
                  <a:pt x="24707" y="13354"/>
                </a:lnTo>
                <a:lnTo>
                  <a:pt x="24707" y="13354"/>
                </a:lnTo>
                <a:lnTo>
                  <a:pt x="24706" y="13354"/>
                </a:lnTo>
                <a:lnTo>
                  <a:pt x="24706" y="13354"/>
                </a:lnTo>
                <a:lnTo>
                  <a:pt x="24706" y="13354"/>
                </a:lnTo>
                <a:lnTo>
                  <a:pt x="24705" y="13354"/>
                </a:lnTo>
                <a:lnTo>
                  <a:pt x="24705" y="13354"/>
                </a:lnTo>
                <a:lnTo>
                  <a:pt x="24705" y="13354"/>
                </a:lnTo>
                <a:lnTo>
                  <a:pt x="24704" y="13354"/>
                </a:lnTo>
                <a:lnTo>
                  <a:pt x="24704" y="13354"/>
                </a:lnTo>
                <a:lnTo>
                  <a:pt x="24704" y="13354"/>
                </a:lnTo>
                <a:lnTo>
                  <a:pt x="24703" y="13354"/>
                </a:lnTo>
                <a:lnTo>
                  <a:pt x="24703" y="13354"/>
                </a:lnTo>
                <a:lnTo>
                  <a:pt x="24703" y="13354"/>
                </a:lnTo>
                <a:lnTo>
                  <a:pt x="24702" y="13354"/>
                </a:lnTo>
                <a:lnTo>
                  <a:pt x="24702" y="13354"/>
                </a:lnTo>
                <a:lnTo>
                  <a:pt x="24702" y="13354"/>
                </a:lnTo>
                <a:lnTo>
                  <a:pt x="24701" y="13354"/>
                </a:lnTo>
                <a:lnTo>
                  <a:pt x="24701" y="13354"/>
                </a:lnTo>
                <a:lnTo>
                  <a:pt x="24701" y="13354"/>
                </a:lnTo>
                <a:lnTo>
                  <a:pt x="24700" y="13354"/>
                </a:lnTo>
                <a:lnTo>
                  <a:pt x="24700" y="13354"/>
                </a:lnTo>
                <a:lnTo>
                  <a:pt x="24700" y="13354"/>
                </a:lnTo>
                <a:lnTo>
                  <a:pt x="24699" y="13354"/>
                </a:lnTo>
                <a:lnTo>
                  <a:pt x="24699" y="13354"/>
                </a:lnTo>
                <a:lnTo>
                  <a:pt x="24699" y="13354"/>
                </a:lnTo>
                <a:lnTo>
                  <a:pt x="24698" y="13354"/>
                </a:lnTo>
                <a:lnTo>
                  <a:pt x="24698" y="13354"/>
                </a:lnTo>
                <a:lnTo>
                  <a:pt x="24698" y="13354"/>
                </a:lnTo>
                <a:lnTo>
                  <a:pt x="24698" y="13354"/>
                </a:lnTo>
                <a:lnTo>
                  <a:pt x="24697" y="13354"/>
                </a:lnTo>
                <a:lnTo>
                  <a:pt x="24697" y="13354"/>
                </a:lnTo>
                <a:lnTo>
                  <a:pt x="24697" y="13354"/>
                </a:lnTo>
                <a:lnTo>
                  <a:pt x="24696" y="13354"/>
                </a:lnTo>
                <a:lnTo>
                  <a:pt x="24696" y="13354"/>
                </a:lnTo>
                <a:lnTo>
                  <a:pt x="24696" y="13354"/>
                </a:lnTo>
                <a:lnTo>
                  <a:pt x="24695" y="13354"/>
                </a:lnTo>
                <a:lnTo>
                  <a:pt x="24695" y="13354"/>
                </a:lnTo>
                <a:lnTo>
                  <a:pt x="24695" y="13354"/>
                </a:lnTo>
                <a:lnTo>
                  <a:pt x="24694" y="13354"/>
                </a:lnTo>
                <a:lnTo>
                  <a:pt x="24694" y="13354"/>
                </a:lnTo>
                <a:lnTo>
                  <a:pt x="24694" y="13354"/>
                </a:lnTo>
                <a:lnTo>
                  <a:pt x="24693" y="13354"/>
                </a:lnTo>
                <a:lnTo>
                  <a:pt x="24693" y="13354"/>
                </a:lnTo>
                <a:lnTo>
                  <a:pt x="24693" y="13354"/>
                </a:lnTo>
                <a:lnTo>
                  <a:pt x="24692" y="13354"/>
                </a:lnTo>
                <a:lnTo>
                  <a:pt x="24692" y="13354"/>
                </a:lnTo>
                <a:lnTo>
                  <a:pt x="24692" y="13354"/>
                </a:lnTo>
                <a:lnTo>
                  <a:pt x="24691" y="13354"/>
                </a:lnTo>
                <a:lnTo>
                  <a:pt x="24691" y="13354"/>
                </a:lnTo>
                <a:lnTo>
                  <a:pt x="24691" y="13354"/>
                </a:lnTo>
                <a:lnTo>
                  <a:pt x="24690" y="13354"/>
                </a:lnTo>
                <a:lnTo>
                  <a:pt x="24690" y="13354"/>
                </a:lnTo>
                <a:lnTo>
                  <a:pt x="24690" y="13354"/>
                </a:lnTo>
                <a:lnTo>
                  <a:pt x="24690" y="13354"/>
                </a:lnTo>
                <a:lnTo>
                  <a:pt x="24689" y="13354"/>
                </a:lnTo>
                <a:lnTo>
                  <a:pt x="24689" y="13354"/>
                </a:lnTo>
                <a:lnTo>
                  <a:pt x="24689" y="13354"/>
                </a:lnTo>
                <a:lnTo>
                  <a:pt x="24688" y="13354"/>
                </a:lnTo>
                <a:lnTo>
                  <a:pt x="24688" y="13354"/>
                </a:lnTo>
                <a:lnTo>
                  <a:pt x="24688" y="13354"/>
                </a:lnTo>
                <a:lnTo>
                  <a:pt x="24687" y="13354"/>
                </a:lnTo>
                <a:lnTo>
                  <a:pt x="24687" y="13354"/>
                </a:lnTo>
                <a:lnTo>
                  <a:pt x="24687" y="13354"/>
                </a:lnTo>
                <a:lnTo>
                  <a:pt x="24686" y="13354"/>
                </a:lnTo>
                <a:lnTo>
                  <a:pt x="24686" y="13354"/>
                </a:lnTo>
                <a:lnTo>
                  <a:pt x="24686" y="13354"/>
                </a:lnTo>
                <a:lnTo>
                  <a:pt x="24685" y="13354"/>
                </a:lnTo>
                <a:lnTo>
                  <a:pt x="24685" y="13354"/>
                </a:lnTo>
                <a:lnTo>
                  <a:pt x="24685" y="13354"/>
                </a:lnTo>
                <a:lnTo>
                  <a:pt x="24684" y="13354"/>
                </a:lnTo>
                <a:lnTo>
                  <a:pt x="24684" y="13354"/>
                </a:lnTo>
                <a:lnTo>
                  <a:pt x="24684" y="13354"/>
                </a:lnTo>
                <a:lnTo>
                  <a:pt x="24683" y="13354"/>
                </a:lnTo>
                <a:lnTo>
                  <a:pt x="24683" y="13354"/>
                </a:lnTo>
                <a:lnTo>
                  <a:pt x="24683" y="13354"/>
                </a:lnTo>
                <a:lnTo>
                  <a:pt x="24682" y="13354"/>
                </a:lnTo>
                <a:lnTo>
                  <a:pt x="24682" y="13354"/>
                </a:lnTo>
                <a:lnTo>
                  <a:pt x="24682" y="13354"/>
                </a:lnTo>
                <a:lnTo>
                  <a:pt x="24681" y="13354"/>
                </a:lnTo>
                <a:lnTo>
                  <a:pt x="24681" y="13354"/>
                </a:lnTo>
                <a:lnTo>
                  <a:pt x="24681" y="13354"/>
                </a:lnTo>
                <a:lnTo>
                  <a:pt x="24681" y="13354"/>
                </a:lnTo>
                <a:lnTo>
                  <a:pt x="24680" y="13354"/>
                </a:lnTo>
                <a:lnTo>
                  <a:pt x="24680" y="13354"/>
                </a:lnTo>
                <a:lnTo>
                  <a:pt x="24680" y="13354"/>
                </a:lnTo>
                <a:lnTo>
                  <a:pt x="24679" y="13354"/>
                </a:lnTo>
                <a:lnTo>
                  <a:pt x="24679" y="13354"/>
                </a:lnTo>
                <a:lnTo>
                  <a:pt x="24679" y="13354"/>
                </a:lnTo>
                <a:lnTo>
                  <a:pt x="24678" y="13354"/>
                </a:lnTo>
                <a:lnTo>
                  <a:pt x="24678" y="13354"/>
                </a:lnTo>
                <a:lnTo>
                  <a:pt x="24678" y="13354"/>
                </a:lnTo>
                <a:lnTo>
                  <a:pt x="24677" y="13354"/>
                </a:lnTo>
                <a:lnTo>
                  <a:pt x="24677" y="13354"/>
                </a:lnTo>
                <a:lnTo>
                  <a:pt x="24677" y="13354"/>
                </a:lnTo>
                <a:lnTo>
                  <a:pt x="24676" y="13354"/>
                </a:lnTo>
                <a:lnTo>
                  <a:pt x="24676" y="13354"/>
                </a:lnTo>
                <a:lnTo>
                  <a:pt x="24676" y="13354"/>
                </a:lnTo>
                <a:lnTo>
                  <a:pt x="24675" y="13354"/>
                </a:lnTo>
                <a:lnTo>
                  <a:pt x="24675" y="13354"/>
                </a:lnTo>
                <a:lnTo>
                  <a:pt x="24675" y="13354"/>
                </a:lnTo>
                <a:lnTo>
                  <a:pt x="24674" y="13354"/>
                </a:lnTo>
                <a:lnTo>
                  <a:pt x="24674" y="13354"/>
                </a:lnTo>
                <a:lnTo>
                  <a:pt x="24674" y="13354"/>
                </a:lnTo>
                <a:lnTo>
                  <a:pt x="24674" y="13354"/>
                </a:lnTo>
                <a:lnTo>
                  <a:pt x="24673" y="13354"/>
                </a:lnTo>
                <a:lnTo>
                  <a:pt x="24673" y="13354"/>
                </a:lnTo>
                <a:lnTo>
                  <a:pt x="24673" y="13354"/>
                </a:lnTo>
                <a:lnTo>
                  <a:pt x="24672" y="13354"/>
                </a:lnTo>
                <a:lnTo>
                  <a:pt x="24672" y="13354"/>
                </a:lnTo>
                <a:lnTo>
                  <a:pt x="24672" y="13354"/>
                </a:lnTo>
                <a:lnTo>
                  <a:pt x="24671" y="13354"/>
                </a:lnTo>
                <a:lnTo>
                  <a:pt x="24671" y="13354"/>
                </a:lnTo>
                <a:lnTo>
                  <a:pt x="24671" y="13354"/>
                </a:lnTo>
                <a:lnTo>
                  <a:pt x="24670" y="13354"/>
                </a:lnTo>
                <a:lnTo>
                  <a:pt x="24670" y="13354"/>
                </a:lnTo>
                <a:lnTo>
                  <a:pt x="24670" y="13354"/>
                </a:lnTo>
                <a:lnTo>
                  <a:pt x="24669" y="13354"/>
                </a:lnTo>
                <a:lnTo>
                  <a:pt x="24669" y="13354"/>
                </a:lnTo>
                <a:lnTo>
                  <a:pt x="24669" y="13354"/>
                </a:lnTo>
                <a:lnTo>
                  <a:pt x="24668" y="13354"/>
                </a:lnTo>
                <a:lnTo>
                  <a:pt x="24668" y="13354"/>
                </a:lnTo>
                <a:lnTo>
                  <a:pt x="24668" y="13354"/>
                </a:lnTo>
                <a:lnTo>
                  <a:pt x="24667" y="13354"/>
                </a:lnTo>
                <a:lnTo>
                  <a:pt x="24667" y="13354"/>
                </a:lnTo>
                <a:lnTo>
                  <a:pt x="24667" y="13354"/>
                </a:lnTo>
                <a:lnTo>
                  <a:pt x="24666" y="13354"/>
                </a:lnTo>
                <a:lnTo>
                  <a:pt x="24666" y="13354"/>
                </a:lnTo>
                <a:lnTo>
                  <a:pt x="24666" y="13354"/>
                </a:lnTo>
                <a:lnTo>
                  <a:pt x="24666" y="13354"/>
                </a:lnTo>
                <a:lnTo>
                  <a:pt x="24665" y="13354"/>
                </a:lnTo>
                <a:lnTo>
                  <a:pt x="24665" y="13354"/>
                </a:lnTo>
                <a:lnTo>
                  <a:pt x="24665" y="13354"/>
                </a:lnTo>
                <a:lnTo>
                  <a:pt x="24664" y="13354"/>
                </a:lnTo>
                <a:lnTo>
                  <a:pt x="24664" y="13354"/>
                </a:lnTo>
                <a:lnTo>
                  <a:pt x="24664" y="13354"/>
                </a:lnTo>
                <a:lnTo>
                  <a:pt x="24663" y="13354"/>
                </a:lnTo>
                <a:lnTo>
                  <a:pt x="24663" y="13354"/>
                </a:lnTo>
                <a:lnTo>
                  <a:pt x="24663" y="13354"/>
                </a:lnTo>
                <a:lnTo>
                  <a:pt x="24662" y="13354"/>
                </a:lnTo>
                <a:lnTo>
                  <a:pt x="24662" y="13354"/>
                </a:lnTo>
                <a:lnTo>
                  <a:pt x="24662" y="13354"/>
                </a:lnTo>
                <a:lnTo>
                  <a:pt x="24661" y="13354"/>
                </a:lnTo>
                <a:lnTo>
                  <a:pt x="24661" y="13354"/>
                </a:lnTo>
                <a:lnTo>
                  <a:pt x="24661" y="13354"/>
                </a:lnTo>
                <a:lnTo>
                  <a:pt x="24660" y="13354"/>
                </a:lnTo>
                <a:lnTo>
                  <a:pt x="24660" y="13354"/>
                </a:lnTo>
                <a:lnTo>
                  <a:pt x="24660" y="13354"/>
                </a:lnTo>
                <a:lnTo>
                  <a:pt x="24659" y="13354"/>
                </a:lnTo>
                <a:lnTo>
                  <a:pt x="24659" y="13354"/>
                </a:lnTo>
                <a:lnTo>
                  <a:pt x="24659" y="13354"/>
                </a:lnTo>
                <a:lnTo>
                  <a:pt x="24659" y="13354"/>
                </a:lnTo>
                <a:lnTo>
                  <a:pt x="24658" y="13354"/>
                </a:lnTo>
                <a:lnTo>
                  <a:pt x="24658" y="13354"/>
                </a:lnTo>
                <a:lnTo>
                  <a:pt x="24658" y="13354"/>
                </a:lnTo>
                <a:lnTo>
                  <a:pt x="24657" y="13354"/>
                </a:lnTo>
                <a:lnTo>
                  <a:pt x="24657" y="13354"/>
                </a:lnTo>
                <a:lnTo>
                  <a:pt x="24657" y="13354"/>
                </a:lnTo>
                <a:lnTo>
                  <a:pt x="24656" y="13354"/>
                </a:lnTo>
                <a:lnTo>
                  <a:pt x="24656" y="13354"/>
                </a:lnTo>
                <a:lnTo>
                  <a:pt x="24656" y="13354"/>
                </a:lnTo>
                <a:lnTo>
                  <a:pt x="24655" y="13354"/>
                </a:lnTo>
                <a:lnTo>
                  <a:pt x="24655" y="13354"/>
                </a:lnTo>
                <a:lnTo>
                  <a:pt x="24655" y="13354"/>
                </a:lnTo>
                <a:lnTo>
                  <a:pt x="24654" y="13354"/>
                </a:lnTo>
                <a:lnTo>
                  <a:pt x="24654" y="13354"/>
                </a:lnTo>
                <a:lnTo>
                  <a:pt x="24654" y="13354"/>
                </a:lnTo>
                <a:lnTo>
                  <a:pt x="24653" y="13354"/>
                </a:lnTo>
                <a:lnTo>
                  <a:pt x="24653" y="13354"/>
                </a:lnTo>
                <a:lnTo>
                  <a:pt x="24653" y="13354"/>
                </a:lnTo>
                <a:lnTo>
                  <a:pt x="24652" y="13354"/>
                </a:lnTo>
                <a:lnTo>
                  <a:pt x="24652" y="13354"/>
                </a:lnTo>
                <a:lnTo>
                  <a:pt x="24652" y="13354"/>
                </a:lnTo>
                <a:lnTo>
                  <a:pt x="24652" y="13354"/>
                </a:lnTo>
                <a:lnTo>
                  <a:pt x="24651" y="13354"/>
                </a:lnTo>
                <a:lnTo>
                  <a:pt x="24651" y="13354"/>
                </a:lnTo>
                <a:lnTo>
                  <a:pt x="24651" y="13354"/>
                </a:lnTo>
                <a:lnTo>
                  <a:pt x="24650" y="13354"/>
                </a:lnTo>
                <a:lnTo>
                  <a:pt x="24650" y="13354"/>
                </a:lnTo>
                <a:lnTo>
                  <a:pt x="24650" y="13354"/>
                </a:lnTo>
                <a:lnTo>
                  <a:pt x="24649" y="13354"/>
                </a:lnTo>
                <a:lnTo>
                  <a:pt x="24649" y="13354"/>
                </a:lnTo>
                <a:lnTo>
                  <a:pt x="24649" y="13354"/>
                </a:lnTo>
                <a:lnTo>
                  <a:pt x="24648" y="13354"/>
                </a:lnTo>
                <a:lnTo>
                  <a:pt x="24648" y="13354"/>
                </a:lnTo>
                <a:lnTo>
                  <a:pt x="24648" y="13354"/>
                </a:lnTo>
                <a:lnTo>
                  <a:pt x="24647" y="13354"/>
                </a:lnTo>
                <a:lnTo>
                  <a:pt x="24647" y="13354"/>
                </a:lnTo>
                <a:lnTo>
                  <a:pt x="24647" y="13354"/>
                </a:lnTo>
                <a:lnTo>
                  <a:pt x="24646" y="13354"/>
                </a:lnTo>
                <a:lnTo>
                  <a:pt x="24646" y="13354"/>
                </a:lnTo>
                <a:lnTo>
                  <a:pt x="24646" y="13354"/>
                </a:lnTo>
                <a:lnTo>
                  <a:pt x="24645" y="13354"/>
                </a:lnTo>
                <a:lnTo>
                  <a:pt x="24645" y="13354"/>
                </a:lnTo>
                <a:lnTo>
                  <a:pt x="24645" y="13354"/>
                </a:lnTo>
                <a:lnTo>
                  <a:pt x="24645" y="13354"/>
                </a:lnTo>
                <a:lnTo>
                  <a:pt x="24644" y="13354"/>
                </a:lnTo>
                <a:lnTo>
                  <a:pt x="24644" y="13354"/>
                </a:lnTo>
                <a:lnTo>
                  <a:pt x="24644" y="13354"/>
                </a:lnTo>
                <a:lnTo>
                  <a:pt x="24643" y="13354"/>
                </a:lnTo>
                <a:lnTo>
                  <a:pt x="24643" y="13354"/>
                </a:lnTo>
                <a:lnTo>
                  <a:pt x="24643" y="13354"/>
                </a:lnTo>
                <a:lnTo>
                  <a:pt x="24642" y="13354"/>
                </a:lnTo>
                <a:lnTo>
                  <a:pt x="24642" y="13354"/>
                </a:lnTo>
                <a:lnTo>
                  <a:pt x="24642" y="13354"/>
                </a:lnTo>
                <a:lnTo>
                  <a:pt x="24641" y="13354"/>
                </a:lnTo>
                <a:lnTo>
                  <a:pt x="24641" y="13354"/>
                </a:lnTo>
                <a:lnTo>
                  <a:pt x="24641" y="13354"/>
                </a:lnTo>
                <a:lnTo>
                  <a:pt x="24640" y="13354"/>
                </a:lnTo>
                <a:lnTo>
                  <a:pt x="24640" y="13354"/>
                </a:lnTo>
                <a:lnTo>
                  <a:pt x="24640" y="13354"/>
                </a:lnTo>
                <a:lnTo>
                  <a:pt x="24639" y="13354"/>
                </a:lnTo>
                <a:lnTo>
                  <a:pt x="24639" y="13354"/>
                </a:lnTo>
                <a:lnTo>
                  <a:pt x="24639" y="13354"/>
                </a:lnTo>
                <a:lnTo>
                  <a:pt x="24638" y="13354"/>
                </a:lnTo>
                <a:lnTo>
                  <a:pt x="24638" y="13354"/>
                </a:lnTo>
                <a:lnTo>
                  <a:pt x="24638" y="13354"/>
                </a:lnTo>
                <a:lnTo>
                  <a:pt x="24638" y="13354"/>
                </a:lnTo>
                <a:lnTo>
                  <a:pt x="24637" y="13354"/>
                </a:lnTo>
                <a:lnTo>
                  <a:pt x="24637" y="13354"/>
                </a:lnTo>
                <a:lnTo>
                  <a:pt x="24637" y="13354"/>
                </a:lnTo>
                <a:lnTo>
                  <a:pt x="24636" y="13354"/>
                </a:lnTo>
                <a:lnTo>
                  <a:pt x="24636" y="13354"/>
                </a:lnTo>
                <a:lnTo>
                  <a:pt x="24636" y="13354"/>
                </a:lnTo>
                <a:lnTo>
                  <a:pt x="24635" y="13354"/>
                </a:lnTo>
                <a:lnTo>
                  <a:pt x="24635" y="13354"/>
                </a:lnTo>
                <a:lnTo>
                  <a:pt x="24635" y="13354"/>
                </a:lnTo>
                <a:lnTo>
                  <a:pt x="24634" y="13354"/>
                </a:lnTo>
                <a:lnTo>
                  <a:pt x="24634" y="13354"/>
                </a:lnTo>
                <a:lnTo>
                  <a:pt x="24634" y="13354"/>
                </a:lnTo>
                <a:lnTo>
                  <a:pt x="24633" y="13354"/>
                </a:lnTo>
                <a:lnTo>
                  <a:pt x="24633" y="13354"/>
                </a:lnTo>
                <a:lnTo>
                  <a:pt x="24633" y="13354"/>
                </a:lnTo>
                <a:lnTo>
                  <a:pt x="24632" y="13354"/>
                </a:lnTo>
                <a:lnTo>
                  <a:pt x="24632" y="13354"/>
                </a:lnTo>
                <a:lnTo>
                  <a:pt x="24632" y="13354"/>
                </a:lnTo>
                <a:lnTo>
                  <a:pt x="24632" y="13354"/>
                </a:lnTo>
                <a:lnTo>
                  <a:pt x="24631" y="13354"/>
                </a:lnTo>
                <a:lnTo>
                  <a:pt x="24631" y="13354"/>
                </a:lnTo>
                <a:lnTo>
                  <a:pt x="24631" y="13354"/>
                </a:lnTo>
                <a:lnTo>
                  <a:pt x="24630" y="13354"/>
                </a:lnTo>
                <a:lnTo>
                  <a:pt x="24630" y="13354"/>
                </a:lnTo>
                <a:lnTo>
                  <a:pt x="24630" y="13354"/>
                </a:lnTo>
                <a:lnTo>
                  <a:pt x="24629" y="13354"/>
                </a:lnTo>
                <a:lnTo>
                  <a:pt x="24629" y="13354"/>
                </a:lnTo>
                <a:lnTo>
                  <a:pt x="24629" y="13354"/>
                </a:lnTo>
                <a:lnTo>
                  <a:pt x="24628" y="13354"/>
                </a:lnTo>
                <a:lnTo>
                  <a:pt x="24628" y="13354"/>
                </a:lnTo>
                <a:lnTo>
                  <a:pt x="24628" y="13354"/>
                </a:lnTo>
                <a:lnTo>
                  <a:pt x="24627" y="13354"/>
                </a:lnTo>
                <a:lnTo>
                  <a:pt x="24627" y="13354"/>
                </a:lnTo>
                <a:lnTo>
                  <a:pt x="24627" y="13354"/>
                </a:lnTo>
                <a:lnTo>
                  <a:pt x="24626" y="13354"/>
                </a:lnTo>
                <a:lnTo>
                  <a:pt x="24626" y="13354"/>
                </a:lnTo>
                <a:lnTo>
                  <a:pt x="24626" y="13354"/>
                </a:lnTo>
                <a:lnTo>
                  <a:pt x="24626" y="13354"/>
                </a:lnTo>
                <a:lnTo>
                  <a:pt x="24625" y="13354"/>
                </a:lnTo>
                <a:lnTo>
                  <a:pt x="24625" y="13354"/>
                </a:lnTo>
                <a:lnTo>
                  <a:pt x="24625" y="13354"/>
                </a:lnTo>
                <a:lnTo>
                  <a:pt x="24624" y="13354"/>
                </a:lnTo>
                <a:lnTo>
                  <a:pt x="24624" y="13354"/>
                </a:lnTo>
                <a:lnTo>
                  <a:pt x="24624" y="13354"/>
                </a:lnTo>
                <a:lnTo>
                  <a:pt x="24623" y="13354"/>
                </a:lnTo>
                <a:lnTo>
                  <a:pt x="24623" y="13354"/>
                </a:lnTo>
                <a:lnTo>
                  <a:pt x="24623" y="13354"/>
                </a:lnTo>
                <a:lnTo>
                  <a:pt x="24622" y="13354"/>
                </a:lnTo>
                <a:lnTo>
                  <a:pt x="24622" y="13354"/>
                </a:lnTo>
                <a:lnTo>
                  <a:pt x="24622" y="13354"/>
                </a:lnTo>
                <a:lnTo>
                  <a:pt x="24621" y="13354"/>
                </a:lnTo>
                <a:lnTo>
                  <a:pt x="24621" y="13354"/>
                </a:lnTo>
                <a:lnTo>
                  <a:pt x="24621" y="13354"/>
                </a:lnTo>
                <a:lnTo>
                  <a:pt x="24620" y="13354"/>
                </a:lnTo>
                <a:lnTo>
                  <a:pt x="24620" y="13354"/>
                </a:lnTo>
                <a:lnTo>
                  <a:pt x="24620" y="13354"/>
                </a:lnTo>
                <a:lnTo>
                  <a:pt x="24619" y="13354"/>
                </a:lnTo>
                <a:lnTo>
                  <a:pt x="24619" y="13354"/>
                </a:lnTo>
                <a:lnTo>
                  <a:pt x="24619" y="13354"/>
                </a:lnTo>
                <a:lnTo>
                  <a:pt x="24619" y="13354"/>
                </a:lnTo>
                <a:lnTo>
                  <a:pt x="24618" y="13354"/>
                </a:lnTo>
                <a:lnTo>
                  <a:pt x="24618" y="13354"/>
                </a:lnTo>
                <a:lnTo>
                  <a:pt x="24618" y="13354"/>
                </a:lnTo>
                <a:lnTo>
                  <a:pt x="24617" y="13354"/>
                </a:lnTo>
                <a:lnTo>
                  <a:pt x="24617" y="13354"/>
                </a:lnTo>
                <a:lnTo>
                  <a:pt x="24617" y="13354"/>
                </a:lnTo>
                <a:lnTo>
                  <a:pt x="24616" y="13354"/>
                </a:lnTo>
                <a:lnTo>
                  <a:pt x="24616" y="13354"/>
                </a:lnTo>
                <a:lnTo>
                  <a:pt x="24616" y="13354"/>
                </a:lnTo>
                <a:lnTo>
                  <a:pt x="24615" y="13354"/>
                </a:lnTo>
                <a:lnTo>
                  <a:pt x="24615" y="13354"/>
                </a:lnTo>
                <a:lnTo>
                  <a:pt x="24615" y="13354"/>
                </a:lnTo>
                <a:lnTo>
                  <a:pt x="24614" y="13354"/>
                </a:lnTo>
                <a:lnTo>
                  <a:pt x="24614" y="13354"/>
                </a:lnTo>
                <a:lnTo>
                  <a:pt x="24614" y="13354"/>
                </a:lnTo>
                <a:lnTo>
                  <a:pt x="24614" y="13354"/>
                </a:lnTo>
                <a:lnTo>
                  <a:pt x="24613" y="13354"/>
                </a:lnTo>
                <a:lnTo>
                  <a:pt x="24613" y="13354"/>
                </a:lnTo>
                <a:lnTo>
                  <a:pt x="24613" y="13354"/>
                </a:lnTo>
                <a:lnTo>
                  <a:pt x="24612" y="13354"/>
                </a:lnTo>
                <a:lnTo>
                  <a:pt x="24612" y="13354"/>
                </a:lnTo>
                <a:lnTo>
                  <a:pt x="24612" y="13354"/>
                </a:lnTo>
                <a:lnTo>
                  <a:pt x="24611" y="13354"/>
                </a:lnTo>
                <a:lnTo>
                  <a:pt x="24611" y="13354"/>
                </a:lnTo>
                <a:lnTo>
                  <a:pt x="24611" y="13354"/>
                </a:lnTo>
                <a:lnTo>
                  <a:pt x="24610" y="13354"/>
                </a:lnTo>
                <a:lnTo>
                  <a:pt x="24610" y="13354"/>
                </a:lnTo>
                <a:lnTo>
                  <a:pt x="24610" y="13354"/>
                </a:lnTo>
                <a:lnTo>
                  <a:pt x="24609" y="13354"/>
                </a:lnTo>
                <a:lnTo>
                  <a:pt x="24609" y="13354"/>
                </a:lnTo>
                <a:lnTo>
                  <a:pt x="24609" y="13354"/>
                </a:lnTo>
                <a:lnTo>
                  <a:pt x="24608" y="13354"/>
                </a:lnTo>
                <a:lnTo>
                  <a:pt x="24608" y="13354"/>
                </a:lnTo>
                <a:lnTo>
                  <a:pt x="24608" y="13354"/>
                </a:lnTo>
                <a:lnTo>
                  <a:pt x="24608" y="13354"/>
                </a:lnTo>
                <a:lnTo>
                  <a:pt x="24607" y="13354"/>
                </a:lnTo>
                <a:lnTo>
                  <a:pt x="24607" y="13354"/>
                </a:lnTo>
                <a:lnTo>
                  <a:pt x="24607" y="13354"/>
                </a:lnTo>
                <a:lnTo>
                  <a:pt x="24606" y="13354"/>
                </a:lnTo>
                <a:lnTo>
                  <a:pt x="24606" y="13354"/>
                </a:lnTo>
                <a:lnTo>
                  <a:pt x="24606" y="13354"/>
                </a:lnTo>
                <a:lnTo>
                  <a:pt x="24605" y="13354"/>
                </a:lnTo>
                <a:lnTo>
                  <a:pt x="24605" y="13354"/>
                </a:lnTo>
                <a:lnTo>
                  <a:pt x="24605" y="13354"/>
                </a:lnTo>
                <a:lnTo>
                  <a:pt x="24604" y="13354"/>
                </a:lnTo>
                <a:lnTo>
                  <a:pt x="24604" y="13354"/>
                </a:lnTo>
                <a:lnTo>
                  <a:pt x="24604" y="13354"/>
                </a:lnTo>
                <a:lnTo>
                  <a:pt x="24603" y="13354"/>
                </a:lnTo>
                <a:lnTo>
                  <a:pt x="24603" y="13354"/>
                </a:lnTo>
                <a:lnTo>
                  <a:pt x="24603" y="13354"/>
                </a:lnTo>
                <a:lnTo>
                  <a:pt x="24602" y="13354"/>
                </a:lnTo>
                <a:lnTo>
                  <a:pt x="24602" y="13354"/>
                </a:lnTo>
                <a:lnTo>
                  <a:pt x="24602" y="13354"/>
                </a:lnTo>
                <a:lnTo>
                  <a:pt x="24602" y="13354"/>
                </a:lnTo>
                <a:lnTo>
                  <a:pt x="24601" y="13354"/>
                </a:lnTo>
                <a:lnTo>
                  <a:pt x="24601" y="13354"/>
                </a:lnTo>
                <a:lnTo>
                  <a:pt x="24601" y="13354"/>
                </a:lnTo>
                <a:lnTo>
                  <a:pt x="24600" y="13354"/>
                </a:lnTo>
                <a:lnTo>
                  <a:pt x="24600" y="13354"/>
                </a:lnTo>
                <a:lnTo>
                  <a:pt x="24600" y="13354"/>
                </a:lnTo>
                <a:lnTo>
                  <a:pt x="24599" y="13354"/>
                </a:lnTo>
                <a:lnTo>
                  <a:pt x="24599" y="13354"/>
                </a:lnTo>
                <a:lnTo>
                  <a:pt x="24599" y="13354"/>
                </a:lnTo>
                <a:lnTo>
                  <a:pt x="24598" y="13354"/>
                </a:lnTo>
                <a:lnTo>
                  <a:pt x="24598" y="13354"/>
                </a:lnTo>
                <a:lnTo>
                  <a:pt x="24598" y="13354"/>
                </a:lnTo>
                <a:lnTo>
                  <a:pt x="24597" y="13354"/>
                </a:lnTo>
                <a:lnTo>
                  <a:pt x="24597" y="13354"/>
                </a:lnTo>
                <a:lnTo>
                  <a:pt x="24597" y="13354"/>
                </a:lnTo>
                <a:lnTo>
                  <a:pt x="24596" y="13354"/>
                </a:lnTo>
                <a:lnTo>
                  <a:pt x="24596" y="13354"/>
                </a:lnTo>
                <a:lnTo>
                  <a:pt x="24596" y="13354"/>
                </a:lnTo>
                <a:lnTo>
                  <a:pt x="24596" y="13354"/>
                </a:lnTo>
                <a:lnTo>
                  <a:pt x="24595" y="13354"/>
                </a:lnTo>
                <a:lnTo>
                  <a:pt x="24595" y="13354"/>
                </a:lnTo>
                <a:lnTo>
                  <a:pt x="24595" y="13354"/>
                </a:lnTo>
                <a:lnTo>
                  <a:pt x="24594" y="13354"/>
                </a:lnTo>
                <a:lnTo>
                  <a:pt x="24594" y="13354"/>
                </a:lnTo>
                <a:lnTo>
                  <a:pt x="24594" y="13354"/>
                </a:lnTo>
                <a:lnTo>
                  <a:pt x="24593" y="13354"/>
                </a:lnTo>
                <a:lnTo>
                  <a:pt x="24593" y="13354"/>
                </a:lnTo>
                <a:lnTo>
                  <a:pt x="24593" y="13354"/>
                </a:lnTo>
                <a:lnTo>
                  <a:pt x="24592" y="13354"/>
                </a:lnTo>
                <a:lnTo>
                  <a:pt x="24592" y="13354"/>
                </a:lnTo>
                <a:lnTo>
                  <a:pt x="24592" y="13354"/>
                </a:lnTo>
                <a:lnTo>
                  <a:pt x="24591" y="13354"/>
                </a:lnTo>
                <a:lnTo>
                  <a:pt x="24591" y="13354"/>
                </a:lnTo>
                <a:lnTo>
                  <a:pt x="24591" y="13354"/>
                </a:lnTo>
                <a:lnTo>
                  <a:pt x="24591" y="13354"/>
                </a:lnTo>
                <a:lnTo>
                  <a:pt x="24590" y="13354"/>
                </a:lnTo>
                <a:lnTo>
                  <a:pt x="24590" y="13354"/>
                </a:lnTo>
                <a:lnTo>
                  <a:pt x="24590" y="13354"/>
                </a:lnTo>
                <a:lnTo>
                  <a:pt x="24589" y="13354"/>
                </a:lnTo>
                <a:lnTo>
                  <a:pt x="24589" y="13354"/>
                </a:lnTo>
                <a:lnTo>
                  <a:pt x="24589" y="13354"/>
                </a:lnTo>
                <a:lnTo>
                  <a:pt x="24588" y="13354"/>
                </a:lnTo>
                <a:lnTo>
                  <a:pt x="24588" y="13354"/>
                </a:lnTo>
                <a:lnTo>
                  <a:pt x="24588" y="13354"/>
                </a:lnTo>
                <a:lnTo>
                  <a:pt x="24587" y="13354"/>
                </a:lnTo>
                <a:lnTo>
                  <a:pt x="24587" y="13354"/>
                </a:lnTo>
                <a:lnTo>
                  <a:pt x="24587" y="13354"/>
                </a:lnTo>
                <a:lnTo>
                  <a:pt x="24586" y="13354"/>
                </a:lnTo>
                <a:lnTo>
                  <a:pt x="24586" y="13354"/>
                </a:lnTo>
                <a:lnTo>
                  <a:pt x="24586" y="13354"/>
                </a:lnTo>
                <a:lnTo>
                  <a:pt x="24586" y="13354"/>
                </a:lnTo>
                <a:lnTo>
                  <a:pt x="24585" y="13354"/>
                </a:lnTo>
                <a:lnTo>
                  <a:pt x="24585" y="13354"/>
                </a:lnTo>
                <a:lnTo>
                  <a:pt x="24585" y="13354"/>
                </a:lnTo>
                <a:lnTo>
                  <a:pt x="24584" y="13354"/>
                </a:lnTo>
                <a:lnTo>
                  <a:pt x="24584" y="13354"/>
                </a:lnTo>
                <a:lnTo>
                  <a:pt x="24584" y="13354"/>
                </a:lnTo>
                <a:lnTo>
                  <a:pt x="24583" y="13354"/>
                </a:lnTo>
                <a:lnTo>
                  <a:pt x="24583" y="13354"/>
                </a:lnTo>
                <a:lnTo>
                  <a:pt x="24583" y="13354"/>
                </a:lnTo>
                <a:lnTo>
                  <a:pt x="24582" y="13354"/>
                </a:lnTo>
                <a:lnTo>
                  <a:pt x="24582" y="13354"/>
                </a:lnTo>
                <a:lnTo>
                  <a:pt x="24582" y="13354"/>
                </a:lnTo>
                <a:lnTo>
                  <a:pt x="24581" y="13354"/>
                </a:lnTo>
                <a:lnTo>
                  <a:pt x="24581" y="13354"/>
                </a:lnTo>
                <a:lnTo>
                  <a:pt x="24581" y="13354"/>
                </a:lnTo>
                <a:lnTo>
                  <a:pt x="24580" y="13354"/>
                </a:lnTo>
                <a:lnTo>
                  <a:pt x="24580" y="13354"/>
                </a:lnTo>
                <a:lnTo>
                  <a:pt x="24580" y="13354"/>
                </a:lnTo>
                <a:lnTo>
                  <a:pt x="24580" y="13354"/>
                </a:lnTo>
                <a:lnTo>
                  <a:pt x="24579" y="13354"/>
                </a:lnTo>
                <a:lnTo>
                  <a:pt x="24579" y="13354"/>
                </a:lnTo>
                <a:lnTo>
                  <a:pt x="24579" y="13354"/>
                </a:lnTo>
                <a:lnTo>
                  <a:pt x="24578" y="13354"/>
                </a:lnTo>
                <a:lnTo>
                  <a:pt x="24578" y="13354"/>
                </a:lnTo>
                <a:lnTo>
                  <a:pt x="24578" y="13354"/>
                </a:lnTo>
                <a:lnTo>
                  <a:pt x="24577" y="13354"/>
                </a:lnTo>
                <a:lnTo>
                  <a:pt x="24577" y="13354"/>
                </a:lnTo>
                <a:lnTo>
                  <a:pt x="24577" y="13354"/>
                </a:lnTo>
                <a:lnTo>
                  <a:pt x="24576" y="13354"/>
                </a:lnTo>
                <a:lnTo>
                  <a:pt x="24576" y="13354"/>
                </a:lnTo>
                <a:lnTo>
                  <a:pt x="24576" y="13354"/>
                </a:lnTo>
                <a:lnTo>
                  <a:pt x="24575" y="13354"/>
                </a:lnTo>
                <a:lnTo>
                  <a:pt x="24575" y="13354"/>
                </a:lnTo>
                <a:lnTo>
                  <a:pt x="24575" y="13354"/>
                </a:lnTo>
                <a:lnTo>
                  <a:pt x="24575" y="13354"/>
                </a:lnTo>
                <a:lnTo>
                  <a:pt x="24574" y="13354"/>
                </a:lnTo>
                <a:lnTo>
                  <a:pt x="24574" y="13354"/>
                </a:lnTo>
                <a:lnTo>
                  <a:pt x="24574" y="13354"/>
                </a:lnTo>
                <a:lnTo>
                  <a:pt x="24573" y="13354"/>
                </a:lnTo>
                <a:lnTo>
                  <a:pt x="24573" y="13354"/>
                </a:lnTo>
                <a:lnTo>
                  <a:pt x="24573" y="13354"/>
                </a:lnTo>
                <a:lnTo>
                  <a:pt x="24572" y="13354"/>
                </a:lnTo>
                <a:lnTo>
                  <a:pt x="24572" y="13354"/>
                </a:lnTo>
                <a:lnTo>
                  <a:pt x="24572" y="13354"/>
                </a:lnTo>
                <a:lnTo>
                  <a:pt x="24571" y="13354"/>
                </a:lnTo>
                <a:lnTo>
                  <a:pt x="24571" y="13354"/>
                </a:lnTo>
                <a:lnTo>
                  <a:pt x="24571" y="13354"/>
                </a:lnTo>
                <a:lnTo>
                  <a:pt x="24570" y="13354"/>
                </a:lnTo>
                <a:lnTo>
                  <a:pt x="24570" y="13354"/>
                </a:lnTo>
                <a:lnTo>
                  <a:pt x="24570" y="13354"/>
                </a:lnTo>
                <a:lnTo>
                  <a:pt x="24570" y="13354"/>
                </a:lnTo>
                <a:lnTo>
                  <a:pt x="24569" y="13354"/>
                </a:lnTo>
                <a:lnTo>
                  <a:pt x="24569" y="13354"/>
                </a:lnTo>
                <a:lnTo>
                  <a:pt x="24569" y="13354"/>
                </a:lnTo>
                <a:lnTo>
                  <a:pt x="24568" y="13354"/>
                </a:lnTo>
                <a:lnTo>
                  <a:pt x="24568" y="13354"/>
                </a:lnTo>
                <a:lnTo>
                  <a:pt x="24568" y="13354"/>
                </a:lnTo>
                <a:lnTo>
                  <a:pt x="24567" y="13354"/>
                </a:lnTo>
                <a:lnTo>
                  <a:pt x="24567" y="13354"/>
                </a:lnTo>
                <a:lnTo>
                  <a:pt x="24567" y="13354"/>
                </a:lnTo>
                <a:lnTo>
                  <a:pt x="24566" y="13354"/>
                </a:lnTo>
                <a:lnTo>
                  <a:pt x="24566" y="13354"/>
                </a:lnTo>
                <a:lnTo>
                  <a:pt x="24566" y="13354"/>
                </a:lnTo>
                <a:lnTo>
                  <a:pt x="24565" y="13354"/>
                </a:lnTo>
                <a:lnTo>
                  <a:pt x="24565" y="13354"/>
                </a:lnTo>
                <a:lnTo>
                  <a:pt x="24565" y="13354"/>
                </a:lnTo>
                <a:lnTo>
                  <a:pt x="24565" y="13354"/>
                </a:lnTo>
                <a:lnTo>
                  <a:pt x="24564" y="13354"/>
                </a:lnTo>
                <a:lnTo>
                  <a:pt x="24564" y="13354"/>
                </a:lnTo>
                <a:lnTo>
                  <a:pt x="24564" y="13354"/>
                </a:lnTo>
                <a:lnTo>
                  <a:pt x="24563" y="13354"/>
                </a:lnTo>
                <a:lnTo>
                  <a:pt x="24563" y="13354"/>
                </a:lnTo>
                <a:lnTo>
                  <a:pt x="24563" y="13354"/>
                </a:lnTo>
                <a:lnTo>
                  <a:pt x="24562" y="13354"/>
                </a:lnTo>
                <a:lnTo>
                  <a:pt x="24562" y="13354"/>
                </a:lnTo>
                <a:lnTo>
                  <a:pt x="24562" y="13354"/>
                </a:lnTo>
                <a:lnTo>
                  <a:pt x="24561" y="13354"/>
                </a:lnTo>
                <a:lnTo>
                  <a:pt x="24561" y="13354"/>
                </a:lnTo>
                <a:lnTo>
                  <a:pt x="24561" y="13354"/>
                </a:lnTo>
                <a:lnTo>
                  <a:pt x="24561" y="13354"/>
                </a:lnTo>
                <a:lnTo>
                  <a:pt x="24560" y="13354"/>
                </a:lnTo>
                <a:lnTo>
                  <a:pt x="24560" y="13354"/>
                </a:lnTo>
                <a:lnTo>
                  <a:pt x="24560" y="13354"/>
                </a:lnTo>
                <a:lnTo>
                  <a:pt x="24559" y="13354"/>
                </a:lnTo>
                <a:lnTo>
                  <a:pt x="24559" y="13354"/>
                </a:lnTo>
                <a:lnTo>
                  <a:pt x="24559" y="13354"/>
                </a:lnTo>
                <a:lnTo>
                  <a:pt x="24558" y="13354"/>
                </a:lnTo>
                <a:lnTo>
                  <a:pt x="24558" y="13354"/>
                </a:lnTo>
                <a:lnTo>
                  <a:pt x="24558" y="13354"/>
                </a:lnTo>
                <a:lnTo>
                  <a:pt x="24557" y="13354"/>
                </a:lnTo>
                <a:lnTo>
                  <a:pt x="24557" y="13354"/>
                </a:lnTo>
                <a:lnTo>
                  <a:pt x="24557" y="13354"/>
                </a:lnTo>
                <a:lnTo>
                  <a:pt x="24556" y="13354"/>
                </a:lnTo>
                <a:lnTo>
                  <a:pt x="24556" y="13354"/>
                </a:lnTo>
                <a:lnTo>
                  <a:pt x="24556" y="13354"/>
                </a:lnTo>
                <a:lnTo>
                  <a:pt x="24556" y="13354"/>
                </a:lnTo>
                <a:lnTo>
                  <a:pt x="24555" y="13354"/>
                </a:lnTo>
                <a:lnTo>
                  <a:pt x="24555" y="13354"/>
                </a:lnTo>
                <a:lnTo>
                  <a:pt x="24555" y="13354"/>
                </a:lnTo>
                <a:lnTo>
                  <a:pt x="24554" y="13354"/>
                </a:lnTo>
                <a:lnTo>
                  <a:pt x="24554" y="13354"/>
                </a:lnTo>
                <a:lnTo>
                  <a:pt x="24554" y="13354"/>
                </a:lnTo>
                <a:lnTo>
                  <a:pt x="24553" y="13354"/>
                </a:lnTo>
                <a:lnTo>
                  <a:pt x="24553" y="13354"/>
                </a:lnTo>
                <a:lnTo>
                  <a:pt x="24553" y="13354"/>
                </a:lnTo>
                <a:lnTo>
                  <a:pt x="24552" y="13354"/>
                </a:lnTo>
                <a:lnTo>
                  <a:pt x="24552" y="13354"/>
                </a:lnTo>
                <a:lnTo>
                  <a:pt x="24552" y="13354"/>
                </a:lnTo>
                <a:lnTo>
                  <a:pt x="24551" y="13354"/>
                </a:lnTo>
                <a:lnTo>
                  <a:pt x="24551" y="13354"/>
                </a:lnTo>
                <a:lnTo>
                  <a:pt x="24551" y="13354"/>
                </a:lnTo>
                <a:lnTo>
                  <a:pt x="24551" y="13354"/>
                </a:lnTo>
                <a:lnTo>
                  <a:pt x="24550" y="13354"/>
                </a:lnTo>
                <a:lnTo>
                  <a:pt x="24550" y="13354"/>
                </a:lnTo>
                <a:lnTo>
                  <a:pt x="24550" y="13354"/>
                </a:lnTo>
                <a:lnTo>
                  <a:pt x="24549" y="13354"/>
                </a:lnTo>
                <a:lnTo>
                  <a:pt x="24549" y="13354"/>
                </a:lnTo>
                <a:lnTo>
                  <a:pt x="24549" y="13354"/>
                </a:lnTo>
                <a:lnTo>
                  <a:pt x="24548" y="13354"/>
                </a:lnTo>
                <a:lnTo>
                  <a:pt x="24548" y="13354"/>
                </a:lnTo>
                <a:lnTo>
                  <a:pt x="24548" y="13354"/>
                </a:lnTo>
                <a:lnTo>
                  <a:pt x="24547" y="13354"/>
                </a:lnTo>
                <a:lnTo>
                  <a:pt x="24547" y="13354"/>
                </a:lnTo>
                <a:lnTo>
                  <a:pt x="24547" y="13354"/>
                </a:lnTo>
                <a:lnTo>
                  <a:pt x="24546" y="13354"/>
                </a:lnTo>
                <a:lnTo>
                  <a:pt x="24546" y="13354"/>
                </a:lnTo>
                <a:lnTo>
                  <a:pt x="24546" y="13354"/>
                </a:lnTo>
                <a:lnTo>
                  <a:pt x="24546" y="13354"/>
                </a:lnTo>
                <a:lnTo>
                  <a:pt x="24545" y="13354"/>
                </a:lnTo>
                <a:lnTo>
                  <a:pt x="24545" y="13354"/>
                </a:lnTo>
                <a:lnTo>
                  <a:pt x="24545" y="13354"/>
                </a:lnTo>
                <a:lnTo>
                  <a:pt x="24544" y="13354"/>
                </a:lnTo>
                <a:lnTo>
                  <a:pt x="24544" y="13354"/>
                </a:lnTo>
                <a:lnTo>
                  <a:pt x="24544" y="13354"/>
                </a:lnTo>
                <a:lnTo>
                  <a:pt x="24543" y="13354"/>
                </a:lnTo>
                <a:lnTo>
                  <a:pt x="24543" y="13354"/>
                </a:lnTo>
                <a:lnTo>
                  <a:pt x="24543" y="13354"/>
                </a:lnTo>
                <a:lnTo>
                  <a:pt x="24542" y="13354"/>
                </a:lnTo>
                <a:lnTo>
                  <a:pt x="24542" y="13354"/>
                </a:lnTo>
                <a:lnTo>
                  <a:pt x="24542" y="13354"/>
                </a:lnTo>
                <a:lnTo>
                  <a:pt x="24542" y="13354"/>
                </a:lnTo>
                <a:lnTo>
                  <a:pt x="24541" y="13354"/>
                </a:lnTo>
                <a:lnTo>
                  <a:pt x="24541" y="13354"/>
                </a:lnTo>
                <a:lnTo>
                  <a:pt x="24541" y="13354"/>
                </a:lnTo>
                <a:lnTo>
                  <a:pt x="24540" y="13354"/>
                </a:lnTo>
                <a:lnTo>
                  <a:pt x="24540" y="13354"/>
                </a:lnTo>
                <a:lnTo>
                  <a:pt x="24540" y="13354"/>
                </a:lnTo>
                <a:lnTo>
                  <a:pt x="24539" y="13354"/>
                </a:lnTo>
                <a:lnTo>
                  <a:pt x="24539" y="13354"/>
                </a:lnTo>
                <a:lnTo>
                  <a:pt x="24539" y="13354"/>
                </a:lnTo>
                <a:lnTo>
                  <a:pt x="24538" y="13354"/>
                </a:lnTo>
                <a:lnTo>
                  <a:pt x="24538" y="13354"/>
                </a:lnTo>
                <a:lnTo>
                  <a:pt x="24538" y="13354"/>
                </a:lnTo>
                <a:lnTo>
                  <a:pt x="24537" y="13354"/>
                </a:lnTo>
                <a:lnTo>
                  <a:pt x="24537" y="13354"/>
                </a:lnTo>
                <a:lnTo>
                  <a:pt x="24537" y="13354"/>
                </a:lnTo>
                <a:lnTo>
                  <a:pt x="24537" y="13354"/>
                </a:lnTo>
                <a:lnTo>
                  <a:pt x="24536" y="13354"/>
                </a:lnTo>
                <a:lnTo>
                  <a:pt x="24536" y="13354"/>
                </a:lnTo>
                <a:lnTo>
                  <a:pt x="24536" y="13354"/>
                </a:lnTo>
                <a:lnTo>
                  <a:pt x="24535" y="13354"/>
                </a:lnTo>
                <a:lnTo>
                  <a:pt x="24535" y="13354"/>
                </a:lnTo>
                <a:lnTo>
                  <a:pt x="24535" y="13354"/>
                </a:lnTo>
                <a:lnTo>
                  <a:pt x="24534" y="13354"/>
                </a:lnTo>
                <a:lnTo>
                  <a:pt x="24534" y="13354"/>
                </a:lnTo>
                <a:lnTo>
                  <a:pt x="24534" y="13354"/>
                </a:lnTo>
                <a:lnTo>
                  <a:pt x="24533" y="13354"/>
                </a:lnTo>
                <a:lnTo>
                  <a:pt x="24533" y="13354"/>
                </a:lnTo>
                <a:lnTo>
                  <a:pt x="24533" y="13354"/>
                </a:lnTo>
                <a:lnTo>
                  <a:pt x="24533" y="13354"/>
                </a:lnTo>
                <a:lnTo>
                  <a:pt x="24532" y="13354"/>
                </a:lnTo>
                <a:lnTo>
                  <a:pt x="24532" y="13354"/>
                </a:lnTo>
                <a:lnTo>
                  <a:pt x="24532" y="13354"/>
                </a:lnTo>
                <a:lnTo>
                  <a:pt x="24531" y="13354"/>
                </a:lnTo>
                <a:lnTo>
                  <a:pt x="24531" y="13354"/>
                </a:lnTo>
                <a:lnTo>
                  <a:pt x="24531" y="13354"/>
                </a:lnTo>
                <a:lnTo>
                  <a:pt x="24530" y="13354"/>
                </a:lnTo>
                <a:lnTo>
                  <a:pt x="24530" y="13354"/>
                </a:lnTo>
                <a:lnTo>
                  <a:pt x="24530" y="13354"/>
                </a:lnTo>
                <a:lnTo>
                  <a:pt x="24529" y="13354"/>
                </a:lnTo>
                <a:lnTo>
                  <a:pt x="24529" y="13354"/>
                </a:lnTo>
                <a:lnTo>
                  <a:pt x="24529" y="13354"/>
                </a:lnTo>
                <a:lnTo>
                  <a:pt x="24529" y="13354"/>
                </a:lnTo>
                <a:lnTo>
                  <a:pt x="24528" y="13354"/>
                </a:lnTo>
                <a:lnTo>
                  <a:pt x="24528" y="13354"/>
                </a:lnTo>
                <a:lnTo>
                  <a:pt x="24528" y="13354"/>
                </a:lnTo>
                <a:lnTo>
                  <a:pt x="24527" y="13354"/>
                </a:lnTo>
                <a:lnTo>
                  <a:pt x="24527" y="13354"/>
                </a:lnTo>
                <a:lnTo>
                  <a:pt x="24527" y="13354"/>
                </a:lnTo>
                <a:lnTo>
                  <a:pt x="24526" y="13354"/>
                </a:lnTo>
                <a:lnTo>
                  <a:pt x="24526" y="13354"/>
                </a:lnTo>
                <a:lnTo>
                  <a:pt x="24526" y="13354"/>
                </a:lnTo>
                <a:lnTo>
                  <a:pt x="24525" y="13354"/>
                </a:lnTo>
                <a:lnTo>
                  <a:pt x="24525" y="13354"/>
                </a:lnTo>
                <a:lnTo>
                  <a:pt x="24525" y="13354"/>
                </a:lnTo>
                <a:lnTo>
                  <a:pt x="24524" y="13354"/>
                </a:lnTo>
                <a:lnTo>
                  <a:pt x="24524" y="13354"/>
                </a:lnTo>
                <a:lnTo>
                  <a:pt x="24524" y="13354"/>
                </a:lnTo>
                <a:lnTo>
                  <a:pt x="24524" y="13354"/>
                </a:lnTo>
                <a:lnTo>
                  <a:pt x="24523" y="13354"/>
                </a:lnTo>
                <a:lnTo>
                  <a:pt x="24523" y="13354"/>
                </a:lnTo>
                <a:lnTo>
                  <a:pt x="24523" y="13354"/>
                </a:lnTo>
                <a:lnTo>
                  <a:pt x="24522" y="13354"/>
                </a:lnTo>
                <a:lnTo>
                  <a:pt x="24522" y="13354"/>
                </a:lnTo>
                <a:lnTo>
                  <a:pt x="24522" y="13354"/>
                </a:lnTo>
                <a:lnTo>
                  <a:pt x="24521" y="13354"/>
                </a:lnTo>
                <a:lnTo>
                  <a:pt x="24521" y="13354"/>
                </a:lnTo>
                <a:lnTo>
                  <a:pt x="24521" y="13354"/>
                </a:lnTo>
                <a:lnTo>
                  <a:pt x="24520" y="13354"/>
                </a:lnTo>
                <a:lnTo>
                  <a:pt x="24520" y="13354"/>
                </a:lnTo>
                <a:lnTo>
                  <a:pt x="24520" y="13354"/>
                </a:lnTo>
                <a:lnTo>
                  <a:pt x="24520" y="13354"/>
                </a:lnTo>
                <a:lnTo>
                  <a:pt x="24519" y="13354"/>
                </a:lnTo>
                <a:lnTo>
                  <a:pt x="24519" y="13354"/>
                </a:lnTo>
                <a:lnTo>
                  <a:pt x="24519" y="13354"/>
                </a:lnTo>
                <a:lnTo>
                  <a:pt x="24518" y="13354"/>
                </a:lnTo>
                <a:lnTo>
                  <a:pt x="24518" y="13354"/>
                </a:lnTo>
                <a:lnTo>
                  <a:pt x="24518" y="13354"/>
                </a:lnTo>
                <a:lnTo>
                  <a:pt x="24517" y="13354"/>
                </a:lnTo>
                <a:lnTo>
                  <a:pt x="24517" y="13354"/>
                </a:lnTo>
                <a:lnTo>
                  <a:pt x="24517" y="13354"/>
                </a:lnTo>
                <a:lnTo>
                  <a:pt x="24516" y="13354"/>
                </a:lnTo>
                <a:lnTo>
                  <a:pt x="24516" y="13354"/>
                </a:lnTo>
                <a:lnTo>
                  <a:pt x="24516" y="13354"/>
                </a:lnTo>
                <a:lnTo>
                  <a:pt x="24516" y="13354"/>
                </a:lnTo>
                <a:lnTo>
                  <a:pt x="24515" y="13354"/>
                </a:lnTo>
                <a:lnTo>
                  <a:pt x="24515" y="13354"/>
                </a:lnTo>
                <a:lnTo>
                  <a:pt x="24515" y="13354"/>
                </a:lnTo>
                <a:lnTo>
                  <a:pt x="24514" y="13354"/>
                </a:lnTo>
                <a:lnTo>
                  <a:pt x="24514" y="13354"/>
                </a:lnTo>
                <a:lnTo>
                  <a:pt x="24514" y="13354"/>
                </a:lnTo>
                <a:lnTo>
                  <a:pt x="24513" y="13354"/>
                </a:lnTo>
                <a:lnTo>
                  <a:pt x="24513" y="13354"/>
                </a:lnTo>
                <a:lnTo>
                  <a:pt x="24513" y="13354"/>
                </a:lnTo>
                <a:lnTo>
                  <a:pt x="24512" y="13354"/>
                </a:lnTo>
                <a:lnTo>
                  <a:pt x="24512" y="13354"/>
                </a:lnTo>
                <a:lnTo>
                  <a:pt x="24512" y="13354"/>
                </a:lnTo>
                <a:lnTo>
                  <a:pt x="24512" y="13354"/>
                </a:lnTo>
                <a:lnTo>
                  <a:pt x="24511" y="13354"/>
                </a:lnTo>
                <a:lnTo>
                  <a:pt x="24511" y="13354"/>
                </a:lnTo>
                <a:lnTo>
                  <a:pt x="24511" y="13354"/>
                </a:lnTo>
                <a:lnTo>
                  <a:pt x="24510" y="13354"/>
                </a:lnTo>
                <a:lnTo>
                  <a:pt x="24510" y="13354"/>
                </a:lnTo>
                <a:lnTo>
                  <a:pt x="24510" y="13354"/>
                </a:lnTo>
                <a:lnTo>
                  <a:pt x="24509" y="13354"/>
                </a:lnTo>
                <a:lnTo>
                  <a:pt x="24509" y="13354"/>
                </a:lnTo>
                <a:lnTo>
                  <a:pt x="24509" y="13354"/>
                </a:lnTo>
                <a:lnTo>
                  <a:pt x="24508" y="13354"/>
                </a:lnTo>
                <a:lnTo>
                  <a:pt x="24508" y="13354"/>
                </a:lnTo>
                <a:lnTo>
                  <a:pt x="24508" y="13354"/>
                </a:lnTo>
                <a:lnTo>
                  <a:pt x="24508" y="13354"/>
                </a:lnTo>
                <a:lnTo>
                  <a:pt x="24507" y="13354"/>
                </a:lnTo>
                <a:lnTo>
                  <a:pt x="24507" y="13354"/>
                </a:lnTo>
                <a:lnTo>
                  <a:pt x="24507" y="13354"/>
                </a:lnTo>
                <a:lnTo>
                  <a:pt x="24506" y="13354"/>
                </a:lnTo>
                <a:lnTo>
                  <a:pt x="24506" y="13354"/>
                </a:lnTo>
                <a:lnTo>
                  <a:pt x="24506" y="13354"/>
                </a:lnTo>
                <a:lnTo>
                  <a:pt x="24505" y="13354"/>
                </a:lnTo>
                <a:lnTo>
                  <a:pt x="24505" y="13354"/>
                </a:lnTo>
                <a:lnTo>
                  <a:pt x="24505" y="13354"/>
                </a:lnTo>
                <a:lnTo>
                  <a:pt x="24504" y="13354"/>
                </a:lnTo>
                <a:lnTo>
                  <a:pt x="24504" y="13354"/>
                </a:lnTo>
                <a:lnTo>
                  <a:pt x="24504" y="13354"/>
                </a:lnTo>
                <a:lnTo>
                  <a:pt x="24504" y="13354"/>
                </a:lnTo>
                <a:lnTo>
                  <a:pt x="24503" y="13354"/>
                </a:lnTo>
                <a:lnTo>
                  <a:pt x="24503" y="13354"/>
                </a:lnTo>
                <a:lnTo>
                  <a:pt x="24503" y="13354"/>
                </a:lnTo>
                <a:lnTo>
                  <a:pt x="24502" y="13354"/>
                </a:lnTo>
                <a:lnTo>
                  <a:pt x="24502" y="13354"/>
                </a:lnTo>
                <a:lnTo>
                  <a:pt x="24502" y="13354"/>
                </a:lnTo>
                <a:lnTo>
                  <a:pt x="24501" y="13354"/>
                </a:lnTo>
                <a:lnTo>
                  <a:pt x="24501" y="13354"/>
                </a:lnTo>
                <a:lnTo>
                  <a:pt x="24501" y="13354"/>
                </a:lnTo>
                <a:lnTo>
                  <a:pt x="24500" y="13354"/>
                </a:lnTo>
                <a:lnTo>
                  <a:pt x="24500" y="13354"/>
                </a:lnTo>
                <a:lnTo>
                  <a:pt x="24500" y="13354"/>
                </a:lnTo>
                <a:lnTo>
                  <a:pt x="24500" y="13354"/>
                </a:lnTo>
                <a:lnTo>
                  <a:pt x="24499" y="13354"/>
                </a:lnTo>
                <a:lnTo>
                  <a:pt x="24499" y="13354"/>
                </a:lnTo>
                <a:lnTo>
                  <a:pt x="24499" y="13354"/>
                </a:lnTo>
                <a:lnTo>
                  <a:pt x="24498" y="13354"/>
                </a:lnTo>
                <a:lnTo>
                  <a:pt x="24498" y="13354"/>
                </a:lnTo>
                <a:lnTo>
                  <a:pt x="24498" y="13354"/>
                </a:lnTo>
                <a:lnTo>
                  <a:pt x="24497" y="13354"/>
                </a:lnTo>
                <a:lnTo>
                  <a:pt x="24497" y="13354"/>
                </a:lnTo>
                <a:lnTo>
                  <a:pt x="24497" y="13354"/>
                </a:lnTo>
                <a:lnTo>
                  <a:pt x="24496" y="13354"/>
                </a:lnTo>
                <a:lnTo>
                  <a:pt x="24496" y="13354"/>
                </a:lnTo>
                <a:lnTo>
                  <a:pt x="24496" y="13354"/>
                </a:lnTo>
                <a:lnTo>
                  <a:pt x="24496" y="13354"/>
                </a:lnTo>
                <a:lnTo>
                  <a:pt x="24495" y="13354"/>
                </a:lnTo>
                <a:lnTo>
                  <a:pt x="24495" y="13354"/>
                </a:lnTo>
                <a:lnTo>
                  <a:pt x="24495" y="13354"/>
                </a:lnTo>
                <a:lnTo>
                  <a:pt x="24494" y="13354"/>
                </a:lnTo>
                <a:lnTo>
                  <a:pt x="24494" y="13354"/>
                </a:lnTo>
                <a:lnTo>
                  <a:pt x="24494" y="13354"/>
                </a:lnTo>
                <a:lnTo>
                  <a:pt x="24493" y="13354"/>
                </a:lnTo>
                <a:lnTo>
                  <a:pt x="24493" y="13354"/>
                </a:lnTo>
                <a:lnTo>
                  <a:pt x="24493" y="13354"/>
                </a:lnTo>
                <a:lnTo>
                  <a:pt x="24492" y="13354"/>
                </a:lnTo>
                <a:lnTo>
                  <a:pt x="24492" y="13354"/>
                </a:lnTo>
                <a:lnTo>
                  <a:pt x="24492" y="13354"/>
                </a:lnTo>
                <a:lnTo>
                  <a:pt x="24492" y="13354"/>
                </a:lnTo>
                <a:lnTo>
                  <a:pt x="24491" y="13354"/>
                </a:lnTo>
                <a:lnTo>
                  <a:pt x="24491" y="13354"/>
                </a:lnTo>
                <a:lnTo>
                  <a:pt x="24491" y="13354"/>
                </a:lnTo>
                <a:lnTo>
                  <a:pt x="24490" y="13354"/>
                </a:lnTo>
                <a:lnTo>
                  <a:pt x="24490" y="13354"/>
                </a:lnTo>
                <a:lnTo>
                  <a:pt x="24490" y="13354"/>
                </a:lnTo>
                <a:lnTo>
                  <a:pt x="24489" y="13354"/>
                </a:lnTo>
                <a:lnTo>
                  <a:pt x="24489" y="13354"/>
                </a:lnTo>
                <a:lnTo>
                  <a:pt x="24489" y="13354"/>
                </a:lnTo>
                <a:lnTo>
                  <a:pt x="24488" y="13354"/>
                </a:lnTo>
                <a:lnTo>
                  <a:pt x="24488" y="13354"/>
                </a:lnTo>
                <a:lnTo>
                  <a:pt x="24488" y="13354"/>
                </a:lnTo>
                <a:lnTo>
                  <a:pt x="24488" y="13354"/>
                </a:lnTo>
                <a:lnTo>
                  <a:pt x="24487" y="13354"/>
                </a:lnTo>
                <a:lnTo>
                  <a:pt x="24487" y="13354"/>
                </a:lnTo>
                <a:lnTo>
                  <a:pt x="24487" y="13354"/>
                </a:lnTo>
                <a:lnTo>
                  <a:pt x="24486" y="13354"/>
                </a:lnTo>
                <a:lnTo>
                  <a:pt x="24486" y="13354"/>
                </a:lnTo>
                <a:lnTo>
                  <a:pt x="24486" y="13354"/>
                </a:lnTo>
                <a:lnTo>
                  <a:pt x="24485" y="13354"/>
                </a:lnTo>
                <a:lnTo>
                  <a:pt x="24485" y="13354"/>
                </a:lnTo>
                <a:lnTo>
                  <a:pt x="24485" y="13354"/>
                </a:lnTo>
                <a:lnTo>
                  <a:pt x="24484" y="13354"/>
                </a:lnTo>
                <a:lnTo>
                  <a:pt x="24484" y="13354"/>
                </a:lnTo>
                <a:lnTo>
                  <a:pt x="24484" y="13354"/>
                </a:lnTo>
                <a:lnTo>
                  <a:pt x="24484" y="13354"/>
                </a:lnTo>
                <a:lnTo>
                  <a:pt x="24483" y="13354"/>
                </a:lnTo>
                <a:lnTo>
                  <a:pt x="24483" y="13354"/>
                </a:lnTo>
                <a:lnTo>
                  <a:pt x="24483" y="13354"/>
                </a:lnTo>
                <a:lnTo>
                  <a:pt x="24482" y="13354"/>
                </a:lnTo>
                <a:lnTo>
                  <a:pt x="24482" y="13354"/>
                </a:lnTo>
                <a:lnTo>
                  <a:pt x="24482" y="13354"/>
                </a:lnTo>
                <a:lnTo>
                  <a:pt x="24481" y="13354"/>
                </a:lnTo>
                <a:lnTo>
                  <a:pt x="24481" y="13354"/>
                </a:lnTo>
                <a:lnTo>
                  <a:pt x="24481" y="13354"/>
                </a:lnTo>
                <a:lnTo>
                  <a:pt x="24480" y="13354"/>
                </a:lnTo>
                <a:lnTo>
                  <a:pt x="24480" y="13354"/>
                </a:lnTo>
                <a:lnTo>
                  <a:pt x="24480" y="13354"/>
                </a:lnTo>
                <a:lnTo>
                  <a:pt x="24480" y="13354"/>
                </a:lnTo>
                <a:lnTo>
                  <a:pt x="24479" y="13354"/>
                </a:lnTo>
                <a:lnTo>
                  <a:pt x="24479" y="13354"/>
                </a:lnTo>
                <a:lnTo>
                  <a:pt x="24479" y="13354"/>
                </a:lnTo>
                <a:lnTo>
                  <a:pt x="24478" y="13354"/>
                </a:lnTo>
                <a:lnTo>
                  <a:pt x="24478" y="13354"/>
                </a:lnTo>
                <a:lnTo>
                  <a:pt x="24478" y="13354"/>
                </a:lnTo>
                <a:lnTo>
                  <a:pt x="24477" y="13354"/>
                </a:lnTo>
                <a:lnTo>
                  <a:pt x="24477" y="13354"/>
                </a:lnTo>
                <a:lnTo>
                  <a:pt x="24477" y="13354"/>
                </a:lnTo>
                <a:lnTo>
                  <a:pt x="24477" y="13354"/>
                </a:lnTo>
                <a:lnTo>
                  <a:pt x="24476" y="13354"/>
                </a:lnTo>
                <a:lnTo>
                  <a:pt x="24476" y="13354"/>
                </a:lnTo>
                <a:lnTo>
                  <a:pt x="24476" y="13354"/>
                </a:lnTo>
                <a:lnTo>
                  <a:pt x="24475" y="13354"/>
                </a:lnTo>
                <a:lnTo>
                  <a:pt x="24475" y="13354"/>
                </a:lnTo>
                <a:lnTo>
                  <a:pt x="24475" y="13354"/>
                </a:lnTo>
                <a:lnTo>
                  <a:pt x="24474" y="13354"/>
                </a:lnTo>
                <a:lnTo>
                  <a:pt x="24474" y="13354"/>
                </a:lnTo>
                <a:lnTo>
                  <a:pt x="24474" y="13354"/>
                </a:lnTo>
                <a:lnTo>
                  <a:pt x="24473" y="13354"/>
                </a:lnTo>
                <a:lnTo>
                  <a:pt x="24473" y="13354"/>
                </a:lnTo>
                <a:lnTo>
                  <a:pt x="24473" y="13354"/>
                </a:lnTo>
                <a:lnTo>
                  <a:pt x="24473" y="13354"/>
                </a:lnTo>
                <a:lnTo>
                  <a:pt x="24472" y="13354"/>
                </a:lnTo>
                <a:lnTo>
                  <a:pt x="24472" y="13354"/>
                </a:lnTo>
                <a:lnTo>
                  <a:pt x="24472" y="13354"/>
                </a:lnTo>
                <a:lnTo>
                  <a:pt x="24471" y="13354"/>
                </a:lnTo>
                <a:lnTo>
                  <a:pt x="24471" y="13354"/>
                </a:lnTo>
                <a:lnTo>
                  <a:pt x="24471" y="13354"/>
                </a:lnTo>
                <a:lnTo>
                  <a:pt x="24470" y="13354"/>
                </a:lnTo>
                <a:lnTo>
                  <a:pt x="24470" y="13354"/>
                </a:lnTo>
                <a:lnTo>
                  <a:pt x="24470" y="13354"/>
                </a:lnTo>
                <a:lnTo>
                  <a:pt x="24469" y="13354"/>
                </a:lnTo>
                <a:lnTo>
                  <a:pt x="24469" y="13354"/>
                </a:lnTo>
                <a:lnTo>
                  <a:pt x="24469" y="13354"/>
                </a:lnTo>
                <a:lnTo>
                  <a:pt x="24469" y="13354"/>
                </a:lnTo>
                <a:lnTo>
                  <a:pt x="24468" y="13354"/>
                </a:lnTo>
                <a:lnTo>
                  <a:pt x="24468" y="13354"/>
                </a:lnTo>
                <a:lnTo>
                  <a:pt x="24468" y="13354"/>
                </a:lnTo>
                <a:lnTo>
                  <a:pt x="24467" y="13354"/>
                </a:lnTo>
                <a:lnTo>
                  <a:pt x="24467" y="13354"/>
                </a:lnTo>
                <a:lnTo>
                  <a:pt x="24467" y="13354"/>
                </a:lnTo>
                <a:lnTo>
                  <a:pt x="24466" y="13354"/>
                </a:lnTo>
                <a:lnTo>
                  <a:pt x="24466" y="13354"/>
                </a:lnTo>
                <a:lnTo>
                  <a:pt x="24466" y="13354"/>
                </a:lnTo>
                <a:lnTo>
                  <a:pt x="24466" y="13354"/>
                </a:lnTo>
                <a:lnTo>
                  <a:pt x="24465" y="13354"/>
                </a:lnTo>
                <a:lnTo>
                  <a:pt x="24465" y="13354"/>
                </a:lnTo>
                <a:lnTo>
                  <a:pt x="24465" y="13354"/>
                </a:lnTo>
                <a:lnTo>
                  <a:pt x="24464" y="13354"/>
                </a:lnTo>
                <a:lnTo>
                  <a:pt x="24464" y="13354"/>
                </a:lnTo>
                <a:lnTo>
                  <a:pt x="24464" y="13354"/>
                </a:lnTo>
                <a:lnTo>
                  <a:pt x="24463" y="13354"/>
                </a:lnTo>
                <a:lnTo>
                  <a:pt x="24463" y="13354"/>
                </a:lnTo>
                <a:lnTo>
                  <a:pt x="24463" y="13354"/>
                </a:lnTo>
                <a:lnTo>
                  <a:pt x="24462" y="13354"/>
                </a:lnTo>
                <a:lnTo>
                  <a:pt x="24462" y="13354"/>
                </a:lnTo>
                <a:lnTo>
                  <a:pt x="24462" y="13354"/>
                </a:lnTo>
                <a:lnTo>
                  <a:pt x="24462" y="13354"/>
                </a:lnTo>
                <a:lnTo>
                  <a:pt x="24461" y="13354"/>
                </a:lnTo>
                <a:lnTo>
                  <a:pt x="24461" y="13354"/>
                </a:lnTo>
                <a:lnTo>
                  <a:pt x="24461" y="13354"/>
                </a:lnTo>
                <a:lnTo>
                  <a:pt x="24460" y="13354"/>
                </a:lnTo>
                <a:lnTo>
                  <a:pt x="24460" y="13354"/>
                </a:lnTo>
                <a:lnTo>
                  <a:pt x="24460" y="13354"/>
                </a:lnTo>
                <a:lnTo>
                  <a:pt x="24459" y="13354"/>
                </a:lnTo>
                <a:lnTo>
                  <a:pt x="24459" y="13354"/>
                </a:lnTo>
                <a:lnTo>
                  <a:pt x="24459" y="13354"/>
                </a:lnTo>
                <a:lnTo>
                  <a:pt x="24458" y="13354"/>
                </a:lnTo>
                <a:lnTo>
                  <a:pt x="24458" y="13354"/>
                </a:lnTo>
                <a:lnTo>
                  <a:pt x="24458" y="13354"/>
                </a:lnTo>
                <a:lnTo>
                  <a:pt x="24458" y="13354"/>
                </a:lnTo>
                <a:lnTo>
                  <a:pt x="24457" y="13354"/>
                </a:lnTo>
                <a:lnTo>
                  <a:pt x="24457" y="13354"/>
                </a:lnTo>
                <a:lnTo>
                  <a:pt x="24457" y="13354"/>
                </a:lnTo>
                <a:lnTo>
                  <a:pt x="24456" y="13354"/>
                </a:lnTo>
                <a:lnTo>
                  <a:pt x="24456" y="13354"/>
                </a:lnTo>
                <a:lnTo>
                  <a:pt x="24456" y="13354"/>
                </a:lnTo>
                <a:lnTo>
                  <a:pt x="24455" y="13354"/>
                </a:lnTo>
                <a:lnTo>
                  <a:pt x="24455" y="13354"/>
                </a:lnTo>
                <a:lnTo>
                  <a:pt x="24455" y="13354"/>
                </a:lnTo>
                <a:lnTo>
                  <a:pt x="24455" y="13354"/>
                </a:lnTo>
                <a:lnTo>
                  <a:pt x="24454" y="13354"/>
                </a:lnTo>
                <a:lnTo>
                  <a:pt x="24454" y="13354"/>
                </a:lnTo>
                <a:lnTo>
                  <a:pt x="24454" y="13354"/>
                </a:lnTo>
                <a:lnTo>
                  <a:pt x="24453" y="13354"/>
                </a:lnTo>
                <a:lnTo>
                  <a:pt x="24453" y="13354"/>
                </a:lnTo>
                <a:lnTo>
                  <a:pt x="24453" y="13354"/>
                </a:lnTo>
                <a:lnTo>
                  <a:pt x="24452" y="13354"/>
                </a:lnTo>
                <a:lnTo>
                  <a:pt x="24452" y="13354"/>
                </a:lnTo>
                <a:lnTo>
                  <a:pt x="24452" y="13354"/>
                </a:lnTo>
                <a:lnTo>
                  <a:pt x="24452" y="13354"/>
                </a:lnTo>
                <a:lnTo>
                  <a:pt x="24451" y="13354"/>
                </a:lnTo>
                <a:lnTo>
                  <a:pt x="24451" y="13354"/>
                </a:lnTo>
                <a:lnTo>
                  <a:pt x="24451" y="13354"/>
                </a:lnTo>
                <a:lnTo>
                  <a:pt x="24450" y="13354"/>
                </a:lnTo>
                <a:lnTo>
                  <a:pt x="24450" y="13354"/>
                </a:lnTo>
                <a:lnTo>
                  <a:pt x="24450" y="13354"/>
                </a:lnTo>
                <a:lnTo>
                  <a:pt x="24449" y="13354"/>
                </a:lnTo>
                <a:lnTo>
                  <a:pt x="24449" y="13354"/>
                </a:lnTo>
                <a:lnTo>
                  <a:pt x="24449" y="13354"/>
                </a:lnTo>
                <a:lnTo>
                  <a:pt x="24448" y="13354"/>
                </a:lnTo>
                <a:lnTo>
                  <a:pt x="24448" y="13354"/>
                </a:lnTo>
                <a:lnTo>
                  <a:pt x="24448" y="13354"/>
                </a:lnTo>
                <a:lnTo>
                  <a:pt x="24448" y="13354"/>
                </a:lnTo>
                <a:lnTo>
                  <a:pt x="24447" y="13354"/>
                </a:lnTo>
                <a:lnTo>
                  <a:pt x="24447" y="13354"/>
                </a:lnTo>
                <a:lnTo>
                  <a:pt x="24447" y="13354"/>
                </a:lnTo>
                <a:lnTo>
                  <a:pt x="24446" y="13354"/>
                </a:lnTo>
                <a:lnTo>
                  <a:pt x="24446" y="13354"/>
                </a:lnTo>
                <a:lnTo>
                  <a:pt x="24446" y="13354"/>
                </a:lnTo>
                <a:lnTo>
                  <a:pt x="24445" y="13354"/>
                </a:lnTo>
                <a:lnTo>
                  <a:pt x="24445" y="13354"/>
                </a:lnTo>
                <a:lnTo>
                  <a:pt x="24445" y="13354"/>
                </a:lnTo>
                <a:lnTo>
                  <a:pt x="24445" y="13354"/>
                </a:lnTo>
                <a:lnTo>
                  <a:pt x="24444" y="13354"/>
                </a:lnTo>
                <a:lnTo>
                  <a:pt x="24444" y="13354"/>
                </a:lnTo>
                <a:lnTo>
                  <a:pt x="24444" y="13354"/>
                </a:lnTo>
                <a:lnTo>
                  <a:pt x="24443" y="13354"/>
                </a:lnTo>
                <a:lnTo>
                  <a:pt x="24443" y="13354"/>
                </a:lnTo>
                <a:lnTo>
                  <a:pt x="24443" y="13354"/>
                </a:lnTo>
                <a:lnTo>
                  <a:pt x="24442" y="13354"/>
                </a:lnTo>
                <a:lnTo>
                  <a:pt x="24442" y="13354"/>
                </a:lnTo>
                <a:lnTo>
                  <a:pt x="24442" y="13354"/>
                </a:lnTo>
                <a:lnTo>
                  <a:pt x="24441" y="13354"/>
                </a:lnTo>
                <a:lnTo>
                  <a:pt x="24441" y="13354"/>
                </a:lnTo>
                <a:lnTo>
                  <a:pt x="24441" y="13354"/>
                </a:lnTo>
                <a:lnTo>
                  <a:pt x="24441" y="13354"/>
                </a:lnTo>
                <a:lnTo>
                  <a:pt x="24440" y="13354"/>
                </a:lnTo>
                <a:lnTo>
                  <a:pt x="24440" y="13354"/>
                </a:lnTo>
                <a:lnTo>
                  <a:pt x="24440" y="13354"/>
                </a:lnTo>
                <a:lnTo>
                  <a:pt x="24439" y="13354"/>
                </a:lnTo>
                <a:lnTo>
                  <a:pt x="24439" y="13354"/>
                </a:lnTo>
                <a:lnTo>
                  <a:pt x="24439" y="13354"/>
                </a:lnTo>
                <a:lnTo>
                  <a:pt x="24438" y="13354"/>
                </a:lnTo>
                <a:lnTo>
                  <a:pt x="24438" y="13354"/>
                </a:lnTo>
                <a:lnTo>
                  <a:pt x="24438" y="13354"/>
                </a:lnTo>
                <a:lnTo>
                  <a:pt x="24438" y="13354"/>
                </a:lnTo>
                <a:lnTo>
                  <a:pt x="24437" y="13354"/>
                </a:lnTo>
                <a:lnTo>
                  <a:pt x="24437" y="13354"/>
                </a:lnTo>
                <a:lnTo>
                  <a:pt x="24437" y="13354"/>
                </a:lnTo>
                <a:lnTo>
                  <a:pt x="24436" y="13354"/>
                </a:lnTo>
                <a:lnTo>
                  <a:pt x="24436" y="13354"/>
                </a:lnTo>
                <a:lnTo>
                  <a:pt x="24436" y="13354"/>
                </a:lnTo>
                <a:lnTo>
                  <a:pt x="24435" y="13354"/>
                </a:lnTo>
                <a:lnTo>
                  <a:pt x="24435" y="13354"/>
                </a:lnTo>
                <a:lnTo>
                  <a:pt x="24435" y="13354"/>
                </a:lnTo>
                <a:lnTo>
                  <a:pt x="24435" y="13354"/>
                </a:lnTo>
                <a:lnTo>
                  <a:pt x="24434" y="13354"/>
                </a:lnTo>
                <a:lnTo>
                  <a:pt x="24434" y="13354"/>
                </a:lnTo>
                <a:lnTo>
                  <a:pt x="24434" y="13354"/>
                </a:lnTo>
                <a:lnTo>
                  <a:pt x="24433" y="13354"/>
                </a:lnTo>
                <a:lnTo>
                  <a:pt x="24433" y="13354"/>
                </a:lnTo>
                <a:lnTo>
                  <a:pt x="24433" y="13354"/>
                </a:lnTo>
                <a:lnTo>
                  <a:pt x="24432" y="13354"/>
                </a:lnTo>
                <a:lnTo>
                  <a:pt x="24432" y="13354"/>
                </a:lnTo>
                <a:lnTo>
                  <a:pt x="24432" y="13354"/>
                </a:lnTo>
                <a:lnTo>
                  <a:pt x="24431" y="13354"/>
                </a:lnTo>
                <a:lnTo>
                  <a:pt x="24431" y="13354"/>
                </a:lnTo>
                <a:lnTo>
                  <a:pt x="24431" y="13354"/>
                </a:lnTo>
                <a:lnTo>
                  <a:pt x="24431" y="13354"/>
                </a:lnTo>
                <a:lnTo>
                  <a:pt x="24430" y="13354"/>
                </a:lnTo>
                <a:lnTo>
                  <a:pt x="24430" y="13354"/>
                </a:lnTo>
                <a:lnTo>
                  <a:pt x="24430" y="13354"/>
                </a:lnTo>
                <a:lnTo>
                  <a:pt x="24429" y="13354"/>
                </a:lnTo>
                <a:lnTo>
                  <a:pt x="24429" y="13354"/>
                </a:lnTo>
                <a:lnTo>
                  <a:pt x="24429" y="13354"/>
                </a:lnTo>
                <a:lnTo>
                  <a:pt x="24428" y="13354"/>
                </a:lnTo>
                <a:lnTo>
                  <a:pt x="24428" y="13354"/>
                </a:lnTo>
                <a:lnTo>
                  <a:pt x="24428" y="13354"/>
                </a:lnTo>
                <a:lnTo>
                  <a:pt x="24428" y="13354"/>
                </a:lnTo>
                <a:lnTo>
                  <a:pt x="24427" y="13354"/>
                </a:lnTo>
                <a:lnTo>
                  <a:pt x="24427" y="13354"/>
                </a:lnTo>
                <a:lnTo>
                  <a:pt x="24427" y="13354"/>
                </a:lnTo>
                <a:lnTo>
                  <a:pt x="24426" y="13354"/>
                </a:lnTo>
                <a:lnTo>
                  <a:pt x="24426" y="13354"/>
                </a:lnTo>
                <a:lnTo>
                  <a:pt x="24426" y="13354"/>
                </a:lnTo>
                <a:lnTo>
                  <a:pt x="24425" y="13354"/>
                </a:lnTo>
                <a:lnTo>
                  <a:pt x="24425" y="13354"/>
                </a:lnTo>
                <a:lnTo>
                  <a:pt x="24425" y="13354"/>
                </a:lnTo>
                <a:lnTo>
                  <a:pt x="24425" y="13354"/>
                </a:lnTo>
                <a:lnTo>
                  <a:pt x="24424" y="13354"/>
                </a:lnTo>
                <a:lnTo>
                  <a:pt x="24424" y="13354"/>
                </a:lnTo>
                <a:lnTo>
                  <a:pt x="24424" y="13354"/>
                </a:lnTo>
                <a:lnTo>
                  <a:pt x="24423" y="13354"/>
                </a:lnTo>
                <a:lnTo>
                  <a:pt x="24423" y="13354"/>
                </a:lnTo>
                <a:lnTo>
                  <a:pt x="24423" y="13354"/>
                </a:lnTo>
                <a:lnTo>
                  <a:pt x="24422" y="13354"/>
                </a:lnTo>
                <a:lnTo>
                  <a:pt x="24422" y="13354"/>
                </a:lnTo>
                <a:lnTo>
                  <a:pt x="24422" y="13354"/>
                </a:lnTo>
                <a:lnTo>
                  <a:pt x="24422" y="13354"/>
                </a:lnTo>
                <a:lnTo>
                  <a:pt x="24421" y="13354"/>
                </a:lnTo>
                <a:lnTo>
                  <a:pt x="24421" y="13354"/>
                </a:lnTo>
                <a:lnTo>
                  <a:pt x="24421" y="13354"/>
                </a:lnTo>
                <a:lnTo>
                  <a:pt x="24420" y="13354"/>
                </a:lnTo>
                <a:lnTo>
                  <a:pt x="24420" y="13354"/>
                </a:lnTo>
                <a:lnTo>
                  <a:pt x="24420" y="13354"/>
                </a:lnTo>
                <a:lnTo>
                  <a:pt x="24419" y="13354"/>
                </a:lnTo>
                <a:lnTo>
                  <a:pt x="24419" y="13354"/>
                </a:lnTo>
                <a:lnTo>
                  <a:pt x="24419" y="13354"/>
                </a:lnTo>
                <a:lnTo>
                  <a:pt x="24418" y="13354"/>
                </a:lnTo>
                <a:lnTo>
                  <a:pt x="24418" y="13354"/>
                </a:lnTo>
                <a:lnTo>
                  <a:pt x="24418" y="13354"/>
                </a:lnTo>
                <a:lnTo>
                  <a:pt x="24418" y="13354"/>
                </a:lnTo>
                <a:lnTo>
                  <a:pt x="24417" y="13354"/>
                </a:lnTo>
                <a:lnTo>
                  <a:pt x="24417" y="13354"/>
                </a:lnTo>
                <a:lnTo>
                  <a:pt x="24417" y="13354"/>
                </a:lnTo>
                <a:lnTo>
                  <a:pt x="24416" y="13354"/>
                </a:lnTo>
                <a:lnTo>
                  <a:pt x="24416" y="13354"/>
                </a:lnTo>
                <a:lnTo>
                  <a:pt x="24416" y="13354"/>
                </a:lnTo>
                <a:lnTo>
                  <a:pt x="24415" y="13354"/>
                </a:lnTo>
                <a:lnTo>
                  <a:pt x="24415" y="13354"/>
                </a:lnTo>
                <a:lnTo>
                  <a:pt x="24415" y="13354"/>
                </a:lnTo>
                <a:lnTo>
                  <a:pt x="24415" y="13354"/>
                </a:lnTo>
                <a:lnTo>
                  <a:pt x="24414" y="13354"/>
                </a:lnTo>
                <a:lnTo>
                  <a:pt x="24414" y="13354"/>
                </a:lnTo>
                <a:lnTo>
                  <a:pt x="24414" y="13354"/>
                </a:lnTo>
                <a:lnTo>
                  <a:pt x="24413" y="13354"/>
                </a:lnTo>
                <a:lnTo>
                  <a:pt x="24413" y="13354"/>
                </a:lnTo>
                <a:lnTo>
                  <a:pt x="24413" y="13354"/>
                </a:lnTo>
                <a:lnTo>
                  <a:pt x="24412" y="13354"/>
                </a:lnTo>
                <a:lnTo>
                  <a:pt x="24412" y="13354"/>
                </a:lnTo>
                <a:lnTo>
                  <a:pt x="24412" y="13354"/>
                </a:lnTo>
                <a:lnTo>
                  <a:pt x="24412" y="13354"/>
                </a:lnTo>
                <a:lnTo>
                  <a:pt x="24411" y="13354"/>
                </a:lnTo>
                <a:lnTo>
                  <a:pt x="24411" y="13354"/>
                </a:lnTo>
                <a:lnTo>
                  <a:pt x="24411" y="13354"/>
                </a:lnTo>
                <a:lnTo>
                  <a:pt x="24410" y="13354"/>
                </a:lnTo>
                <a:lnTo>
                  <a:pt x="24410" y="13354"/>
                </a:lnTo>
                <a:lnTo>
                  <a:pt x="24410" y="13354"/>
                </a:lnTo>
                <a:lnTo>
                  <a:pt x="24409" y="13354"/>
                </a:lnTo>
                <a:lnTo>
                  <a:pt x="24409" y="13354"/>
                </a:lnTo>
                <a:lnTo>
                  <a:pt x="24409" y="13354"/>
                </a:lnTo>
                <a:lnTo>
                  <a:pt x="24409" y="13354"/>
                </a:lnTo>
                <a:lnTo>
                  <a:pt x="24408" y="13354"/>
                </a:lnTo>
                <a:lnTo>
                  <a:pt x="24408" y="13354"/>
                </a:lnTo>
                <a:lnTo>
                  <a:pt x="24408" y="13354"/>
                </a:lnTo>
                <a:lnTo>
                  <a:pt x="24407" y="13354"/>
                </a:lnTo>
                <a:lnTo>
                  <a:pt x="24407" y="13354"/>
                </a:lnTo>
                <a:lnTo>
                  <a:pt x="24407" y="13354"/>
                </a:lnTo>
                <a:lnTo>
                  <a:pt x="24406" y="13354"/>
                </a:lnTo>
                <a:lnTo>
                  <a:pt x="24406" y="13354"/>
                </a:lnTo>
                <a:lnTo>
                  <a:pt x="24406" y="13354"/>
                </a:lnTo>
                <a:lnTo>
                  <a:pt x="24406" y="13354"/>
                </a:lnTo>
                <a:lnTo>
                  <a:pt x="24405" y="13354"/>
                </a:lnTo>
                <a:lnTo>
                  <a:pt x="24405" y="13354"/>
                </a:lnTo>
                <a:lnTo>
                  <a:pt x="24405" y="13354"/>
                </a:lnTo>
                <a:lnTo>
                  <a:pt x="24404" y="13354"/>
                </a:lnTo>
                <a:lnTo>
                  <a:pt x="24404" y="13354"/>
                </a:lnTo>
                <a:lnTo>
                  <a:pt x="24404" y="13354"/>
                </a:lnTo>
                <a:lnTo>
                  <a:pt x="24403" y="13354"/>
                </a:lnTo>
                <a:lnTo>
                  <a:pt x="24403" y="13354"/>
                </a:lnTo>
                <a:lnTo>
                  <a:pt x="24403" y="13354"/>
                </a:lnTo>
                <a:lnTo>
                  <a:pt x="24403" y="13354"/>
                </a:lnTo>
                <a:lnTo>
                  <a:pt x="24402" y="13354"/>
                </a:lnTo>
                <a:lnTo>
                  <a:pt x="24402" y="13354"/>
                </a:lnTo>
                <a:lnTo>
                  <a:pt x="24402" y="13354"/>
                </a:lnTo>
                <a:lnTo>
                  <a:pt x="24401" y="13354"/>
                </a:lnTo>
                <a:lnTo>
                  <a:pt x="24401" y="13354"/>
                </a:lnTo>
                <a:lnTo>
                  <a:pt x="24401" y="13354"/>
                </a:lnTo>
                <a:lnTo>
                  <a:pt x="24400" y="13354"/>
                </a:lnTo>
                <a:lnTo>
                  <a:pt x="24400" y="13354"/>
                </a:lnTo>
                <a:lnTo>
                  <a:pt x="24400" y="13354"/>
                </a:lnTo>
                <a:lnTo>
                  <a:pt x="24400" y="13354"/>
                </a:lnTo>
                <a:lnTo>
                  <a:pt x="24399" y="13354"/>
                </a:lnTo>
                <a:lnTo>
                  <a:pt x="24399" y="13354"/>
                </a:lnTo>
                <a:lnTo>
                  <a:pt x="24399" y="13354"/>
                </a:lnTo>
                <a:lnTo>
                  <a:pt x="24398" y="13354"/>
                </a:lnTo>
                <a:lnTo>
                  <a:pt x="24398" y="13354"/>
                </a:lnTo>
                <a:lnTo>
                  <a:pt x="24398" y="13354"/>
                </a:lnTo>
                <a:lnTo>
                  <a:pt x="24397" y="13354"/>
                </a:lnTo>
                <a:lnTo>
                  <a:pt x="24397" y="13354"/>
                </a:lnTo>
                <a:lnTo>
                  <a:pt x="24397" y="13354"/>
                </a:lnTo>
                <a:lnTo>
                  <a:pt x="24397" y="13354"/>
                </a:lnTo>
                <a:lnTo>
                  <a:pt x="24396" y="13354"/>
                </a:lnTo>
                <a:lnTo>
                  <a:pt x="24396" y="13354"/>
                </a:lnTo>
                <a:lnTo>
                  <a:pt x="24396" y="13354"/>
                </a:lnTo>
                <a:lnTo>
                  <a:pt x="24395" y="13354"/>
                </a:lnTo>
                <a:lnTo>
                  <a:pt x="24395" y="13354"/>
                </a:lnTo>
                <a:lnTo>
                  <a:pt x="24395" y="13354"/>
                </a:lnTo>
                <a:lnTo>
                  <a:pt x="24394" y="13354"/>
                </a:lnTo>
                <a:lnTo>
                  <a:pt x="24394" y="13354"/>
                </a:lnTo>
                <a:lnTo>
                  <a:pt x="24394" y="13354"/>
                </a:lnTo>
                <a:lnTo>
                  <a:pt x="24394" y="13354"/>
                </a:lnTo>
                <a:lnTo>
                  <a:pt x="24393" y="13354"/>
                </a:lnTo>
                <a:lnTo>
                  <a:pt x="24393" y="13354"/>
                </a:lnTo>
                <a:lnTo>
                  <a:pt x="24393" y="13354"/>
                </a:lnTo>
                <a:lnTo>
                  <a:pt x="24392" y="13354"/>
                </a:lnTo>
                <a:lnTo>
                  <a:pt x="24392" y="13354"/>
                </a:lnTo>
                <a:lnTo>
                  <a:pt x="24392" y="13354"/>
                </a:lnTo>
                <a:lnTo>
                  <a:pt x="24391" y="13354"/>
                </a:lnTo>
                <a:lnTo>
                  <a:pt x="24391" y="13354"/>
                </a:lnTo>
                <a:lnTo>
                  <a:pt x="24391" y="13354"/>
                </a:lnTo>
                <a:lnTo>
                  <a:pt x="24391" y="13354"/>
                </a:lnTo>
                <a:lnTo>
                  <a:pt x="24390" y="13354"/>
                </a:lnTo>
                <a:lnTo>
                  <a:pt x="24390" y="13354"/>
                </a:lnTo>
                <a:lnTo>
                  <a:pt x="24390" y="13354"/>
                </a:lnTo>
                <a:lnTo>
                  <a:pt x="24389" y="13354"/>
                </a:lnTo>
                <a:lnTo>
                  <a:pt x="24389" y="13354"/>
                </a:lnTo>
                <a:lnTo>
                  <a:pt x="24389" y="13354"/>
                </a:lnTo>
                <a:lnTo>
                  <a:pt x="24388" y="13354"/>
                </a:lnTo>
                <a:lnTo>
                  <a:pt x="24388" y="13354"/>
                </a:lnTo>
                <a:lnTo>
                  <a:pt x="24388" y="13354"/>
                </a:lnTo>
                <a:lnTo>
                  <a:pt x="24388" y="13354"/>
                </a:lnTo>
                <a:lnTo>
                  <a:pt x="24387" y="13354"/>
                </a:lnTo>
                <a:lnTo>
                  <a:pt x="24387" y="13354"/>
                </a:lnTo>
                <a:lnTo>
                  <a:pt x="24387" y="13354"/>
                </a:lnTo>
                <a:lnTo>
                  <a:pt x="24386" y="13354"/>
                </a:lnTo>
                <a:lnTo>
                  <a:pt x="24386" y="13354"/>
                </a:lnTo>
                <a:lnTo>
                  <a:pt x="24386" y="13354"/>
                </a:lnTo>
                <a:lnTo>
                  <a:pt x="24385" y="13354"/>
                </a:lnTo>
                <a:lnTo>
                  <a:pt x="24385" y="13354"/>
                </a:lnTo>
                <a:lnTo>
                  <a:pt x="24385" y="13354"/>
                </a:lnTo>
                <a:lnTo>
                  <a:pt x="24385" y="13354"/>
                </a:lnTo>
                <a:lnTo>
                  <a:pt x="24384" y="13354"/>
                </a:lnTo>
                <a:lnTo>
                  <a:pt x="24384" y="13354"/>
                </a:lnTo>
                <a:lnTo>
                  <a:pt x="24384" y="13354"/>
                </a:lnTo>
                <a:lnTo>
                  <a:pt x="24383" y="13354"/>
                </a:lnTo>
                <a:lnTo>
                  <a:pt x="24383" y="13354"/>
                </a:lnTo>
                <a:lnTo>
                  <a:pt x="24383" y="13354"/>
                </a:lnTo>
                <a:lnTo>
                  <a:pt x="24382" y="13354"/>
                </a:lnTo>
                <a:lnTo>
                  <a:pt x="24382" y="13354"/>
                </a:lnTo>
                <a:lnTo>
                  <a:pt x="24382" y="13354"/>
                </a:lnTo>
                <a:lnTo>
                  <a:pt x="24382" y="13354"/>
                </a:lnTo>
                <a:lnTo>
                  <a:pt x="24381" y="13354"/>
                </a:lnTo>
                <a:lnTo>
                  <a:pt x="24381" y="13354"/>
                </a:lnTo>
                <a:lnTo>
                  <a:pt x="24381" y="13354"/>
                </a:lnTo>
                <a:lnTo>
                  <a:pt x="24380" y="13354"/>
                </a:lnTo>
                <a:lnTo>
                  <a:pt x="24380" y="13354"/>
                </a:lnTo>
                <a:lnTo>
                  <a:pt x="24380" y="13354"/>
                </a:lnTo>
                <a:lnTo>
                  <a:pt x="24379" y="13354"/>
                </a:lnTo>
                <a:lnTo>
                  <a:pt x="24379" y="13354"/>
                </a:lnTo>
                <a:lnTo>
                  <a:pt x="24379" y="13354"/>
                </a:lnTo>
                <a:lnTo>
                  <a:pt x="24379" y="13354"/>
                </a:lnTo>
                <a:lnTo>
                  <a:pt x="24378" y="13354"/>
                </a:lnTo>
                <a:lnTo>
                  <a:pt x="24378" y="13354"/>
                </a:lnTo>
                <a:lnTo>
                  <a:pt x="24378" y="13354"/>
                </a:lnTo>
                <a:lnTo>
                  <a:pt x="24377" y="13354"/>
                </a:lnTo>
                <a:lnTo>
                  <a:pt x="24377" y="13354"/>
                </a:lnTo>
                <a:lnTo>
                  <a:pt x="24377" y="13354"/>
                </a:lnTo>
                <a:lnTo>
                  <a:pt x="24376" y="13354"/>
                </a:lnTo>
                <a:lnTo>
                  <a:pt x="24376" y="13354"/>
                </a:lnTo>
                <a:lnTo>
                  <a:pt x="24376" y="13354"/>
                </a:lnTo>
                <a:lnTo>
                  <a:pt x="24376" y="13354"/>
                </a:lnTo>
                <a:lnTo>
                  <a:pt x="24375" y="13354"/>
                </a:lnTo>
                <a:lnTo>
                  <a:pt x="24375" y="13354"/>
                </a:lnTo>
                <a:lnTo>
                  <a:pt x="24375" y="13354"/>
                </a:lnTo>
                <a:lnTo>
                  <a:pt x="24374" y="13354"/>
                </a:lnTo>
                <a:lnTo>
                  <a:pt x="24374" y="13354"/>
                </a:lnTo>
                <a:lnTo>
                  <a:pt x="24374" y="13354"/>
                </a:lnTo>
                <a:lnTo>
                  <a:pt x="24373" y="13354"/>
                </a:lnTo>
                <a:lnTo>
                  <a:pt x="24373" y="13354"/>
                </a:lnTo>
                <a:lnTo>
                  <a:pt x="24373" y="13354"/>
                </a:lnTo>
                <a:lnTo>
                  <a:pt x="24373" y="13354"/>
                </a:lnTo>
                <a:lnTo>
                  <a:pt x="24372" y="13354"/>
                </a:lnTo>
                <a:lnTo>
                  <a:pt x="24372" y="13354"/>
                </a:lnTo>
                <a:lnTo>
                  <a:pt x="24372" y="13354"/>
                </a:lnTo>
                <a:lnTo>
                  <a:pt x="24371" y="13354"/>
                </a:lnTo>
                <a:lnTo>
                  <a:pt x="24371" y="13354"/>
                </a:lnTo>
                <a:lnTo>
                  <a:pt x="24371" y="13354"/>
                </a:lnTo>
                <a:lnTo>
                  <a:pt x="24370" y="13354"/>
                </a:lnTo>
                <a:lnTo>
                  <a:pt x="24370" y="13354"/>
                </a:lnTo>
                <a:lnTo>
                  <a:pt x="24370" y="13354"/>
                </a:lnTo>
                <a:lnTo>
                  <a:pt x="24370" y="13354"/>
                </a:lnTo>
                <a:lnTo>
                  <a:pt x="24369" y="13354"/>
                </a:lnTo>
                <a:lnTo>
                  <a:pt x="24369" y="13354"/>
                </a:lnTo>
                <a:lnTo>
                  <a:pt x="24369" y="13354"/>
                </a:lnTo>
                <a:lnTo>
                  <a:pt x="24368" y="13354"/>
                </a:lnTo>
                <a:lnTo>
                  <a:pt x="24368" y="13354"/>
                </a:lnTo>
                <a:lnTo>
                  <a:pt x="24368" y="13354"/>
                </a:lnTo>
                <a:lnTo>
                  <a:pt x="24368" y="13354"/>
                </a:lnTo>
                <a:lnTo>
                  <a:pt x="24367" y="13354"/>
                </a:lnTo>
                <a:lnTo>
                  <a:pt x="24367" y="13354"/>
                </a:lnTo>
                <a:lnTo>
                  <a:pt x="24367" y="13354"/>
                </a:lnTo>
                <a:lnTo>
                  <a:pt x="24366" y="13354"/>
                </a:lnTo>
                <a:lnTo>
                  <a:pt x="24366" y="13354"/>
                </a:lnTo>
                <a:lnTo>
                  <a:pt x="24366" y="13354"/>
                </a:lnTo>
                <a:lnTo>
                  <a:pt x="24365" y="13354"/>
                </a:lnTo>
                <a:lnTo>
                  <a:pt x="24365" y="13354"/>
                </a:lnTo>
                <a:lnTo>
                  <a:pt x="24365" y="13354"/>
                </a:lnTo>
                <a:lnTo>
                  <a:pt x="24365" y="13354"/>
                </a:lnTo>
                <a:lnTo>
                  <a:pt x="24364" y="13354"/>
                </a:lnTo>
                <a:lnTo>
                  <a:pt x="24364" y="13354"/>
                </a:lnTo>
                <a:lnTo>
                  <a:pt x="24364" y="13354"/>
                </a:lnTo>
                <a:lnTo>
                  <a:pt x="24363" y="13354"/>
                </a:lnTo>
                <a:lnTo>
                  <a:pt x="24363" y="13354"/>
                </a:lnTo>
                <a:lnTo>
                  <a:pt x="24363" y="13354"/>
                </a:lnTo>
                <a:lnTo>
                  <a:pt x="24362" y="13354"/>
                </a:lnTo>
                <a:lnTo>
                  <a:pt x="24362" y="13354"/>
                </a:lnTo>
                <a:lnTo>
                  <a:pt x="24362" y="13354"/>
                </a:lnTo>
                <a:lnTo>
                  <a:pt x="24362" y="13354"/>
                </a:lnTo>
                <a:lnTo>
                  <a:pt x="24361" y="13354"/>
                </a:lnTo>
                <a:lnTo>
                  <a:pt x="24361" y="13354"/>
                </a:lnTo>
                <a:lnTo>
                  <a:pt x="24361" y="13354"/>
                </a:lnTo>
                <a:lnTo>
                  <a:pt x="24360" y="13354"/>
                </a:lnTo>
                <a:lnTo>
                  <a:pt x="24360" y="13354"/>
                </a:lnTo>
                <a:lnTo>
                  <a:pt x="24360" y="13354"/>
                </a:lnTo>
                <a:lnTo>
                  <a:pt x="24359" y="13354"/>
                </a:lnTo>
                <a:lnTo>
                  <a:pt x="24359" y="13354"/>
                </a:lnTo>
                <a:lnTo>
                  <a:pt x="24359" y="13354"/>
                </a:lnTo>
                <a:lnTo>
                  <a:pt x="24359" y="13354"/>
                </a:lnTo>
                <a:lnTo>
                  <a:pt x="24358" y="13354"/>
                </a:lnTo>
                <a:lnTo>
                  <a:pt x="24358" y="13354"/>
                </a:lnTo>
                <a:lnTo>
                  <a:pt x="24358" y="13354"/>
                </a:lnTo>
                <a:lnTo>
                  <a:pt x="24357" y="13354"/>
                </a:lnTo>
                <a:lnTo>
                  <a:pt x="24357" y="13354"/>
                </a:lnTo>
                <a:lnTo>
                  <a:pt x="24357" y="13354"/>
                </a:lnTo>
                <a:lnTo>
                  <a:pt x="24357" y="13354"/>
                </a:lnTo>
                <a:lnTo>
                  <a:pt x="24356" y="13354"/>
                </a:lnTo>
                <a:lnTo>
                  <a:pt x="24356" y="13354"/>
                </a:lnTo>
                <a:lnTo>
                  <a:pt x="24356" y="13354"/>
                </a:lnTo>
                <a:lnTo>
                  <a:pt x="24355" y="13354"/>
                </a:lnTo>
                <a:lnTo>
                  <a:pt x="24355" y="13354"/>
                </a:lnTo>
                <a:lnTo>
                  <a:pt x="24355" y="13354"/>
                </a:lnTo>
                <a:lnTo>
                  <a:pt x="24354" y="13354"/>
                </a:lnTo>
                <a:lnTo>
                  <a:pt x="24354" y="13354"/>
                </a:lnTo>
                <a:lnTo>
                  <a:pt x="24354" y="13354"/>
                </a:lnTo>
                <a:lnTo>
                  <a:pt x="24354" y="13354"/>
                </a:lnTo>
                <a:lnTo>
                  <a:pt x="24353" y="13354"/>
                </a:lnTo>
                <a:lnTo>
                  <a:pt x="24353" y="13354"/>
                </a:lnTo>
                <a:lnTo>
                  <a:pt x="24353" y="13354"/>
                </a:lnTo>
                <a:lnTo>
                  <a:pt x="24352" y="13354"/>
                </a:lnTo>
                <a:lnTo>
                  <a:pt x="24352" y="13354"/>
                </a:lnTo>
                <a:lnTo>
                  <a:pt x="24352" y="13354"/>
                </a:lnTo>
                <a:lnTo>
                  <a:pt x="24351" y="13354"/>
                </a:lnTo>
                <a:lnTo>
                  <a:pt x="24351" y="13354"/>
                </a:lnTo>
                <a:lnTo>
                  <a:pt x="24351" y="13354"/>
                </a:lnTo>
                <a:lnTo>
                  <a:pt x="24351" y="13354"/>
                </a:lnTo>
                <a:lnTo>
                  <a:pt x="24350" y="13354"/>
                </a:lnTo>
                <a:lnTo>
                  <a:pt x="24350" y="13354"/>
                </a:lnTo>
                <a:lnTo>
                  <a:pt x="24350" y="13354"/>
                </a:lnTo>
                <a:lnTo>
                  <a:pt x="24349" y="13354"/>
                </a:lnTo>
                <a:lnTo>
                  <a:pt x="24349" y="13354"/>
                </a:lnTo>
                <a:lnTo>
                  <a:pt x="24349" y="13354"/>
                </a:lnTo>
                <a:lnTo>
                  <a:pt x="24348" y="13354"/>
                </a:lnTo>
                <a:lnTo>
                  <a:pt x="24348" y="13354"/>
                </a:lnTo>
                <a:lnTo>
                  <a:pt x="24348" y="13354"/>
                </a:lnTo>
                <a:lnTo>
                  <a:pt x="24348" y="13354"/>
                </a:lnTo>
                <a:lnTo>
                  <a:pt x="24347" y="13354"/>
                </a:lnTo>
                <a:lnTo>
                  <a:pt x="24347" y="13354"/>
                </a:lnTo>
                <a:lnTo>
                  <a:pt x="24347" y="13354"/>
                </a:lnTo>
                <a:lnTo>
                  <a:pt x="24346" y="13354"/>
                </a:lnTo>
                <a:lnTo>
                  <a:pt x="24346" y="13354"/>
                </a:lnTo>
                <a:lnTo>
                  <a:pt x="24346" y="13354"/>
                </a:lnTo>
                <a:lnTo>
                  <a:pt x="24346" y="13354"/>
                </a:lnTo>
                <a:lnTo>
                  <a:pt x="24345" y="13354"/>
                </a:lnTo>
                <a:lnTo>
                  <a:pt x="24345" y="13354"/>
                </a:lnTo>
                <a:lnTo>
                  <a:pt x="24345" y="13354"/>
                </a:lnTo>
                <a:lnTo>
                  <a:pt x="24344" y="13354"/>
                </a:lnTo>
                <a:lnTo>
                  <a:pt x="24344" y="13354"/>
                </a:lnTo>
                <a:lnTo>
                  <a:pt x="24344" y="13354"/>
                </a:lnTo>
                <a:lnTo>
                  <a:pt x="24343" y="13354"/>
                </a:lnTo>
                <a:lnTo>
                  <a:pt x="24343" y="13354"/>
                </a:lnTo>
                <a:lnTo>
                  <a:pt x="24343" y="13354"/>
                </a:lnTo>
                <a:lnTo>
                  <a:pt x="24343" y="13354"/>
                </a:lnTo>
                <a:lnTo>
                  <a:pt x="24342" y="13354"/>
                </a:lnTo>
                <a:lnTo>
                  <a:pt x="24342" y="13354"/>
                </a:lnTo>
                <a:lnTo>
                  <a:pt x="24342" y="13354"/>
                </a:lnTo>
                <a:lnTo>
                  <a:pt x="24341" y="13354"/>
                </a:lnTo>
                <a:lnTo>
                  <a:pt x="24341" y="13354"/>
                </a:lnTo>
                <a:lnTo>
                  <a:pt x="24341" y="13354"/>
                </a:lnTo>
                <a:lnTo>
                  <a:pt x="24340" y="13354"/>
                </a:lnTo>
                <a:lnTo>
                  <a:pt x="24340" y="13354"/>
                </a:lnTo>
                <a:lnTo>
                  <a:pt x="24340" y="13354"/>
                </a:lnTo>
                <a:lnTo>
                  <a:pt x="24340" y="13354"/>
                </a:lnTo>
                <a:lnTo>
                  <a:pt x="24339" y="13354"/>
                </a:lnTo>
                <a:lnTo>
                  <a:pt x="24339" y="13354"/>
                </a:lnTo>
                <a:lnTo>
                  <a:pt x="24339" y="13354"/>
                </a:lnTo>
                <a:lnTo>
                  <a:pt x="24338" y="13354"/>
                </a:lnTo>
                <a:lnTo>
                  <a:pt x="24338" y="13354"/>
                </a:lnTo>
                <a:lnTo>
                  <a:pt x="24338" y="13354"/>
                </a:lnTo>
                <a:lnTo>
                  <a:pt x="24338" y="13354"/>
                </a:lnTo>
                <a:lnTo>
                  <a:pt x="24337" y="13354"/>
                </a:lnTo>
                <a:lnTo>
                  <a:pt x="24337" y="13354"/>
                </a:lnTo>
                <a:lnTo>
                  <a:pt x="24337" y="13354"/>
                </a:lnTo>
                <a:lnTo>
                  <a:pt x="24336" y="13354"/>
                </a:lnTo>
                <a:lnTo>
                  <a:pt x="24336" y="13354"/>
                </a:lnTo>
                <a:lnTo>
                  <a:pt x="24336" y="13354"/>
                </a:lnTo>
                <a:lnTo>
                  <a:pt x="24335" y="13354"/>
                </a:lnTo>
                <a:lnTo>
                  <a:pt x="24335" y="13354"/>
                </a:lnTo>
                <a:lnTo>
                  <a:pt x="24335" y="13354"/>
                </a:lnTo>
                <a:lnTo>
                  <a:pt x="24335" y="13354"/>
                </a:lnTo>
                <a:lnTo>
                  <a:pt x="24334" y="13354"/>
                </a:lnTo>
                <a:lnTo>
                  <a:pt x="24334" y="13354"/>
                </a:lnTo>
                <a:lnTo>
                  <a:pt x="24334" y="13354"/>
                </a:lnTo>
                <a:lnTo>
                  <a:pt x="24333" y="13354"/>
                </a:lnTo>
                <a:lnTo>
                  <a:pt x="24333" y="13354"/>
                </a:lnTo>
                <a:lnTo>
                  <a:pt x="24333" y="13354"/>
                </a:lnTo>
                <a:lnTo>
                  <a:pt x="24332" y="13354"/>
                </a:lnTo>
                <a:lnTo>
                  <a:pt x="24332" y="13354"/>
                </a:lnTo>
                <a:lnTo>
                  <a:pt x="24332" y="13354"/>
                </a:lnTo>
                <a:lnTo>
                  <a:pt x="24332" y="13354"/>
                </a:lnTo>
                <a:lnTo>
                  <a:pt x="24331" y="13354"/>
                </a:lnTo>
                <a:lnTo>
                  <a:pt x="24331" y="13354"/>
                </a:lnTo>
                <a:lnTo>
                  <a:pt x="24331" y="13354"/>
                </a:lnTo>
                <a:lnTo>
                  <a:pt x="24330" y="13354"/>
                </a:lnTo>
                <a:lnTo>
                  <a:pt x="24330" y="13354"/>
                </a:lnTo>
                <a:lnTo>
                  <a:pt x="24330" y="13354"/>
                </a:lnTo>
                <a:lnTo>
                  <a:pt x="24330" y="13354"/>
                </a:lnTo>
                <a:lnTo>
                  <a:pt x="24329" y="13354"/>
                </a:lnTo>
                <a:lnTo>
                  <a:pt x="24329" y="13354"/>
                </a:lnTo>
                <a:lnTo>
                  <a:pt x="24329" y="13354"/>
                </a:lnTo>
                <a:lnTo>
                  <a:pt x="24328" y="13354"/>
                </a:lnTo>
                <a:lnTo>
                  <a:pt x="24328" y="13354"/>
                </a:lnTo>
                <a:lnTo>
                  <a:pt x="24328" y="13354"/>
                </a:lnTo>
                <a:lnTo>
                  <a:pt x="24327" y="13354"/>
                </a:lnTo>
                <a:lnTo>
                  <a:pt x="24327" y="13354"/>
                </a:lnTo>
                <a:lnTo>
                  <a:pt x="24327" y="13354"/>
                </a:lnTo>
                <a:lnTo>
                  <a:pt x="24327" y="13354"/>
                </a:lnTo>
                <a:lnTo>
                  <a:pt x="24326" y="13354"/>
                </a:lnTo>
                <a:lnTo>
                  <a:pt x="24326" y="13354"/>
                </a:lnTo>
                <a:lnTo>
                  <a:pt x="24326" y="13354"/>
                </a:lnTo>
                <a:lnTo>
                  <a:pt x="24325" y="13354"/>
                </a:lnTo>
                <a:lnTo>
                  <a:pt x="24325" y="13354"/>
                </a:lnTo>
                <a:lnTo>
                  <a:pt x="24325" y="13354"/>
                </a:lnTo>
                <a:lnTo>
                  <a:pt x="24325" y="13354"/>
                </a:lnTo>
                <a:lnTo>
                  <a:pt x="24324" y="13354"/>
                </a:lnTo>
                <a:lnTo>
                  <a:pt x="24324" y="13354"/>
                </a:lnTo>
                <a:lnTo>
                  <a:pt x="24324" y="13354"/>
                </a:lnTo>
                <a:lnTo>
                  <a:pt x="24323" y="13354"/>
                </a:lnTo>
                <a:lnTo>
                  <a:pt x="24323" y="13354"/>
                </a:lnTo>
                <a:lnTo>
                  <a:pt x="24323" y="13354"/>
                </a:lnTo>
                <a:lnTo>
                  <a:pt x="24322" y="13354"/>
                </a:lnTo>
                <a:lnTo>
                  <a:pt x="24322" y="13354"/>
                </a:lnTo>
                <a:lnTo>
                  <a:pt x="24322" y="13354"/>
                </a:lnTo>
                <a:lnTo>
                  <a:pt x="24322" y="13354"/>
                </a:lnTo>
                <a:lnTo>
                  <a:pt x="24321" y="13354"/>
                </a:lnTo>
                <a:lnTo>
                  <a:pt x="24321" y="13354"/>
                </a:lnTo>
                <a:lnTo>
                  <a:pt x="24321" y="13354"/>
                </a:lnTo>
                <a:lnTo>
                  <a:pt x="24320" y="13354"/>
                </a:lnTo>
                <a:lnTo>
                  <a:pt x="24320" y="13354"/>
                </a:lnTo>
                <a:lnTo>
                  <a:pt x="24320" y="13354"/>
                </a:lnTo>
                <a:lnTo>
                  <a:pt x="24320" y="13354"/>
                </a:lnTo>
                <a:lnTo>
                  <a:pt x="24319" y="13354"/>
                </a:lnTo>
                <a:lnTo>
                  <a:pt x="24319" y="13354"/>
                </a:lnTo>
                <a:lnTo>
                  <a:pt x="24319" y="13354"/>
                </a:lnTo>
                <a:lnTo>
                  <a:pt x="24318" y="13354"/>
                </a:lnTo>
                <a:lnTo>
                  <a:pt x="24318" y="13354"/>
                </a:lnTo>
                <a:lnTo>
                  <a:pt x="24318" y="13354"/>
                </a:lnTo>
                <a:lnTo>
                  <a:pt x="24317" y="13354"/>
                </a:lnTo>
                <a:lnTo>
                  <a:pt x="24317" y="13354"/>
                </a:lnTo>
                <a:lnTo>
                  <a:pt x="24317" y="13354"/>
                </a:lnTo>
                <a:lnTo>
                  <a:pt x="24317" y="13354"/>
                </a:lnTo>
                <a:lnTo>
                  <a:pt x="24316" y="13354"/>
                </a:lnTo>
                <a:lnTo>
                  <a:pt x="24316" y="13354"/>
                </a:lnTo>
                <a:lnTo>
                  <a:pt x="24316" y="13354"/>
                </a:lnTo>
                <a:lnTo>
                  <a:pt x="24315" y="13354"/>
                </a:lnTo>
                <a:lnTo>
                  <a:pt x="24315" y="13354"/>
                </a:lnTo>
                <a:lnTo>
                  <a:pt x="24315" y="13354"/>
                </a:lnTo>
                <a:lnTo>
                  <a:pt x="24315" y="13354"/>
                </a:lnTo>
                <a:lnTo>
                  <a:pt x="24314" y="13354"/>
                </a:lnTo>
                <a:lnTo>
                  <a:pt x="24314" y="13354"/>
                </a:lnTo>
                <a:lnTo>
                  <a:pt x="24314" y="13354"/>
                </a:lnTo>
                <a:lnTo>
                  <a:pt x="24313" y="13354"/>
                </a:lnTo>
                <a:lnTo>
                  <a:pt x="24313" y="13354"/>
                </a:lnTo>
                <a:lnTo>
                  <a:pt x="24313" y="13354"/>
                </a:lnTo>
                <a:lnTo>
                  <a:pt x="24312" y="13354"/>
                </a:lnTo>
                <a:lnTo>
                  <a:pt x="24312" y="13354"/>
                </a:lnTo>
                <a:lnTo>
                  <a:pt x="24312" y="13354"/>
                </a:lnTo>
                <a:lnTo>
                  <a:pt x="24312" y="13354"/>
                </a:lnTo>
                <a:lnTo>
                  <a:pt x="24311" y="13354"/>
                </a:lnTo>
                <a:lnTo>
                  <a:pt x="24311" y="13354"/>
                </a:lnTo>
                <a:lnTo>
                  <a:pt x="24311" y="13354"/>
                </a:lnTo>
                <a:lnTo>
                  <a:pt x="24310" y="13354"/>
                </a:lnTo>
                <a:lnTo>
                  <a:pt x="24310" y="13354"/>
                </a:lnTo>
                <a:lnTo>
                  <a:pt x="24310" y="13354"/>
                </a:lnTo>
                <a:lnTo>
                  <a:pt x="24310" y="13354"/>
                </a:lnTo>
                <a:lnTo>
                  <a:pt x="24309" y="13354"/>
                </a:lnTo>
                <a:lnTo>
                  <a:pt x="24309" y="13354"/>
                </a:lnTo>
                <a:lnTo>
                  <a:pt x="24309" y="13354"/>
                </a:lnTo>
                <a:lnTo>
                  <a:pt x="24308" y="13354"/>
                </a:lnTo>
                <a:lnTo>
                  <a:pt x="24308" y="13354"/>
                </a:lnTo>
                <a:lnTo>
                  <a:pt x="24308" y="13354"/>
                </a:lnTo>
                <a:lnTo>
                  <a:pt x="24307" y="13354"/>
                </a:lnTo>
                <a:lnTo>
                  <a:pt x="24307" y="13354"/>
                </a:lnTo>
                <a:lnTo>
                  <a:pt x="24307" y="13354"/>
                </a:lnTo>
                <a:lnTo>
                  <a:pt x="24307" y="13354"/>
                </a:lnTo>
                <a:lnTo>
                  <a:pt x="24306" y="13354"/>
                </a:lnTo>
                <a:lnTo>
                  <a:pt x="24306" y="13354"/>
                </a:lnTo>
                <a:lnTo>
                  <a:pt x="24306" y="13354"/>
                </a:lnTo>
                <a:lnTo>
                  <a:pt x="24305" y="13354"/>
                </a:lnTo>
                <a:lnTo>
                  <a:pt x="24305" y="13354"/>
                </a:lnTo>
                <a:lnTo>
                  <a:pt x="24305" y="13354"/>
                </a:lnTo>
                <a:lnTo>
                  <a:pt x="24305" y="13354"/>
                </a:lnTo>
                <a:lnTo>
                  <a:pt x="24304" y="13354"/>
                </a:lnTo>
                <a:lnTo>
                  <a:pt x="24304" y="13354"/>
                </a:lnTo>
                <a:lnTo>
                  <a:pt x="24304" y="13354"/>
                </a:lnTo>
                <a:lnTo>
                  <a:pt x="24303" y="13354"/>
                </a:lnTo>
                <a:lnTo>
                  <a:pt x="24303" y="13354"/>
                </a:lnTo>
                <a:lnTo>
                  <a:pt x="24303" y="13354"/>
                </a:lnTo>
                <a:lnTo>
                  <a:pt x="24302" y="13354"/>
                </a:lnTo>
                <a:lnTo>
                  <a:pt x="24302" y="13354"/>
                </a:lnTo>
                <a:lnTo>
                  <a:pt x="24302" y="13354"/>
                </a:lnTo>
                <a:lnTo>
                  <a:pt x="24302" y="13354"/>
                </a:lnTo>
                <a:lnTo>
                  <a:pt x="24301" y="13354"/>
                </a:lnTo>
                <a:lnTo>
                  <a:pt x="24301" y="13354"/>
                </a:lnTo>
                <a:lnTo>
                  <a:pt x="24301" y="13354"/>
                </a:lnTo>
                <a:lnTo>
                  <a:pt x="24300" y="13354"/>
                </a:lnTo>
                <a:lnTo>
                  <a:pt x="24300" y="13354"/>
                </a:lnTo>
                <a:lnTo>
                  <a:pt x="24300" y="13354"/>
                </a:lnTo>
                <a:lnTo>
                  <a:pt x="24300" y="13354"/>
                </a:lnTo>
                <a:lnTo>
                  <a:pt x="24299" y="13354"/>
                </a:lnTo>
                <a:lnTo>
                  <a:pt x="24299" y="13354"/>
                </a:lnTo>
                <a:lnTo>
                  <a:pt x="24299" y="13354"/>
                </a:lnTo>
                <a:lnTo>
                  <a:pt x="24298" y="13354"/>
                </a:lnTo>
                <a:lnTo>
                  <a:pt x="24298" y="13354"/>
                </a:lnTo>
                <a:lnTo>
                  <a:pt x="24298" y="13354"/>
                </a:lnTo>
                <a:lnTo>
                  <a:pt x="24297" y="13354"/>
                </a:lnTo>
                <a:lnTo>
                  <a:pt x="24297" y="13354"/>
                </a:lnTo>
                <a:lnTo>
                  <a:pt x="24297" y="13354"/>
                </a:lnTo>
                <a:lnTo>
                  <a:pt x="24297" y="13354"/>
                </a:lnTo>
                <a:lnTo>
                  <a:pt x="24296" y="13354"/>
                </a:lnTo>
                <a:lnTo>
                  <a:pt x="24296" y="13354"/>
                </a:lnTo>
                <a:lnTo>
                  <a:pt x="24296" y="13354"/>
                </a:lnTo>
                <a:lnTo>
                  <a:pt x="24295" y="13354"/>
                </a:lnTo>
                <a:lnTo>
                  <a:pt x="24295" y="13354"/>
                </a:lnTo>
                <a:lnTo>
                  <a:pt x="24295" y="13354"/>
                </a:lnTo>
                <a:lnTo>
                  <a:pt x="24295" y="13354"/>
                </a:lnTo>
                <a:lnTo>
                  <a:pt x="24294" y="13354"/>
                </a:lnTo>
                <a:lnTo>
                  <a:pt x="24294" y="13354"/>
                </a:lnTo>
                <a:lnTo>
                  <a:pt x="24294" y="13354"/>
                </a:lnTo>
                <a:lnTo>
                  <a:pt x="24293" y="13354"/>
                </a:lnTo>
                <a:lnTo>
                  <a:pt x="24293" y="13354"/>
                </a:lnTo>
                <a:lnTo>
                  <a:pt x="24293" y="13354"/>
                </a:lnTo>
                <a:lnTo>
                  <a:pt x="24293" y="13354"/>
                </a:lnTo>
                <a:lnTo>
                  <a:pt x="24292" y="13354"/>
                </a:lnTo>
                <a:lnTo>
                  <a:pt x="24292" y="13354"/>
                </a:lnTo>
                <a:lnTo>
                  <a:pt x="24292" y="13354"/>
                </a:lnTo>
                <a:lnTo>
                  <a:pt x="24291" y="13354"/>
                </a:lnTo>
                <a:lnTo>
                  <a:pt x="24291" y="13354"/>
                </a:lnTo>
                <a:lnTo>
                  <a:pt x="24291" y="13354"/>
                </a:lnTo>
                <a:lnTo>
                  <a:pt x="24290" y="13354"/>
                </a:lnTo>
                <a:lnTo>
                  <a:pt x="24290" y="13354"/>
                </a:lnTo>
                <a:lnTo>
                  <a:pt x="24290" y="13354"/>
                </a:lnTo>
                <a:lnTo>
                  <a:pt x="24290" y="13354"/>
                </a:lnTo>
                <a:lnTo>
                  <a:pt x="24289" y="13354"/>
                </a:lnTo>
                <a:lnTo>
                  <a:pt x="24289" y="13354"/>
                </a:lnTo>
                <a:lnTo>
                  <a:pt x="24289" y="13354"/>
                </a:lnTo>
                <a:lnTo>
                  <a:pt x="24288" y="13354"/>
                </a:lnTo>
                <a:lnTo>
                  <a:pt x="24288" y="13354"/>
                </a:lnTo>
                <a:lnTo>
                  <a:pt x="24288" y="13354"/>
                </a:lnTo>
                <a:lnTo>
                  <a:pt x="24288" y="13354"/>
                </a:lnTo>
                <a:lnTo>
                  <a:pt x="24287" y="13354"/>
                </a:lnTo>
                <a:lnTo>
                  <a:pt x="24287" y="13354"/>
                </a:lnTo>
                <a:lnTo>
                  <a:pt x="24287" y="13354"/>
                </a:lnTo>
                <a:lnTo>
                  <a:pt x="24286" y="13354"/>
                </a:lnTo>
                <a:lnTo>
                  <a:pt x="24286" y="13354"/>
                </a:lnTo>
                <a:lnTo>
                  <a:pt x="24286" y="13354"/>
                </a:lnTo>
                <a:lnTo>
                  <a:pt x="24286" y="13354"/>
                </a:lnTo>
                <a:lnTo>
                  <a:pt x="24285" y="13354"/>
                </a:lnTo>
                <a:lnTo>
                  <a:pt x="24285" y="13354"/>
                </a:lnTo>
                <a:lnTo>
                  <a:pt x="24285" y="13354"/>
                </a:lnTo>
                <a:lnTo>
                  <a:pt x="24284" y="13354"/>
                </a:lnTo>
                <a:lnTo>
                  <a:pt x="24284" y="13354"/>
                </a:lnTo>
                <a:lnTo>
                  <a:pt x="24284" y="13354"/>
                </a:lnTo>
                <a:lnTo>
                  <a:pt x="24283" y="13354"/>
                </a:lnTo>
                <a:lnTo>
                  <a:pt x="24283" y="13354"/>
                </a:lnTo>
                <a:lnTo>
                  <a:pt x="24283" y="13354"/>
                </a:lnTo>
                <a:lnTo>
                  <a:pt x="24283" y="13354"/>
                </a:lnTo>
                <a:lnTo>
                  <a:pt x="24282" y="13354"/>
                </a:lnTo>
                <a:lnTo>
                  <a:pt x="24282" y="13354"/>
                </a:lnTo>
                <a:lnTo>
                  <a:pt x="24282" y="13354"/>
                </a:lnTo>
                <a:lnTo>
                  <a:pt x="24281" y="13354"/>
                </a:lnTo>
                <a:lnTo>
                  <a:pt x="24281" y="13354"/>
                </a:lnTo>
                <a:lnTo>
                  <a:pt x="24281" y="13354"/>
                </a:lnTo>
                <a:lnTo>
                  <a:pt x="24281" y="13354"/>
                </a:lnTo>
                <a:lnTo>
                  <a:pt x="24280" y="13354"/>
                </a:lnTo>
                <a:lnTo>
                  <a:pt x="24280" y="13354"/>
                </a:lnTo>
                <a:lnTo>
                  <a:pt x="24280" y="13354"/>
                </a:lnTo>
                <a:lnTo>
                  <a:pt x="24279" y="13354"/>
                </a:lnTo>
                <a:lnTo>
                  <a:pt x="24279" y="13354"/>
                </a:lnTo>
                <a:lnTo>
                  <a:pt x="24279" y="13354"/>
                </a:lnTo>
                <a:lnTo>
                  <a:pt x="24279" y="13354"/>
                </a:lnTo>
                <a:lnTo>
                  <a:pt x="24278" y="13354"/>
                </a:lnTo>
                <a:lnTo>
                  <a:pt x="24278" y="13354"/>
                </a:lnTo>
                <a:lnTo>
                  <a:pt x="24278" y="13354"/>
                </a:lnTo>
                <a:lnTo>
                  <a:pt x="24277" y="13354"/>
                </a:lnTo>
                <a:lnTo>
                  <a:pt x="24277" y="13354"/>
                </a:lnTo>
                <a:lnTo>
                  <a:pt x="24277" y="13354"/>
                </a:lnTo>
                <a:lnTo>
                  <a:pt x="24276" y="13354"/>
                </a:lnTo>
                <a:lnTo>
                  <a:pt x="24276" y="13354"/>
                </a:lnTo>
                <a:lnTo>
                  <a:pt x="24276" y="13354"/>
                </a:lnTo>
                <a:lnTo>
                  <a:pt x="24276" y="13354"/>
                </a:lnTo>
                <a:lnTo>
                  <a:pt x="24275" y="13354"/>
                </a:lnTo>
                <a:lnTo>
                  <a:pt x="24275" y="13354"/>
                </a:lnTo>
                <a:lnTo>
                  <a:pt x="24275" y="13354"/>
                </a:lnTo>
                <a:lnTo>
                  <a:pt x="24274" y="13354"/>
                </a:lnTo>
                <a:lnTo>
                  <a:pt x="24274" y="13354"/>
                </a:lnTo>
                <a:lnTo>
                  <a:pt x="24274" y="13354"/>
                </a:lnTo>
                <a:lnTo>
                  <a:pt x="24274" y="13354"/>
                </a:lnTo>
                <a:lnTo>
                  <a:pt x="24273" y="13354"/>
                </a:lnTo>
                <a:lnTo>
                  <a:pt x="24273" y="13354"/>
                </a:lnTo>
                <a:lnTo>
                  <a:pt x="24273" y="13354"/>
                </a:lnTo>
                <a:lnTo>
                  <a:pt x="24272" y="13354"/>
                </a:lnTo>
                <a:lnTo>
                  <a:pt x="24272" y="13354"/>
                </a:lnTo>
                <a:lnTo>
                  <a:pt x="24272" y="13354"/>
                </a:lnTo>
                <a:lnTo>
                  <a:pt x="24272" y="13354"/>
                </a:lnTo>
                <a:lnTo>
                  <a:pt x="24271" y="13354"/>
                </a:lnTo>
                <a:lnTo>
                  <a:pt x="24271" y="13354"/>
                </a:lnTo>
                <a:lnTo>
                  <a:pt x="24271" y="13354"/>
                </a:lnTo>
                <a:lnTo>
                  <a:pt x="24270" y="13354"/>
                </a:lnTo>
                <a:lnTo>
                  <a:pt x="24270" y="13354"/>
                </a:lnTo>
                <a:lnTo>
                  <a:pt x="24270" y="13354"/>
                </a:lnTo>
                <a:lnTo>
                  <a:pt x="24269" y="13354"/>
                </a:lnTo>
                <a:lnTo>
                  <a:pt x="24269" y="13354"/>
                </a:lnTo>
                <a:lnTo>
                  <a:pt x="24269" y="13354"/>
                </a:lnTo>
                <a:lnTo>
                  <a:pt x="24269" y="13354"/>
                </a:lnTo>
                <a:lnTo>
                  <a:pt x="24268" y="13354"/>
                </a:lnTo>
                <a:lnTo>
                  <a:pt x="24268" y="13354"/>
                </a:lnTo>
                <a:lnTo>
                  <a:pt x="24268" y="13354"/>
                </a:lnTo>
                <a:lnTo>
                  <a:pt x="24267" y="13354"/>
                </a:lnTo>
                <a:lnTo>
                  <a:pt x="24267" y="13354"/>
                </a:lnTo>
                <a:lnTo>
                  <a:pt x="24267" y="13354"/>
                </a:lnTo>
                <a:lnTo>
                  <a:pt x="24267" y="13354"/>
                </a:lnTo>
                <a:lnTo>
                  <a:pt x="24266" y="13354"/>
                </a:lnTo>
                <a:lnTo>
                  <a:pt x="24266" y="13354"/>
                </a:lnTo>
                <a:lnTo>
                  <a:pt x="24266" y="13354"/>
                </a:lnTo>
                <a:lnTo>
                  <a:pt x="24265" y="13354"/>
                </a:lnTo>
                <a:lnTo>
                  <a:pt x="24265" y="13354"/>
                </a:lnTo>
                <a:lnTo>
                  <a:pt x="24265" y="13354"/>
                </a:lnTo>
                <a:lnTo>
                  <a:pt x="24265" y="13354"/>
                </a:lnTo>
                <a:lnTo>
                  <a:pt x="24264" y="13354"/>
                </a:lnTo>
                <a:lnTo>
                  <a:pt x="24264" y="13354"/>
                </a:lnTo>
                <a:lnTo>
                  <a:pt x="24264" y="13354"/>
                </a:lnTo>
                <a:lnTo>
                  <a:pt x="24263" y="13354"/>
                </a:lnTo>
                <a:lnTo>
                  <a:pt x="24263" y="13354"/>
                </a:lnTo>
                <a:lnTo>
                  <a:pt x="24263" y="13354"/>
                </a:lnTo>
                <a:lnTo>
                  <a:pt x="24263" y="13354"/>
                </a:lnTo>
                <a:lnTo>
                  <a:pt x="24262" y="13354"/>
                </a:lnTo>
                <a:lnTo>
                  <a:pt x="24262" y="13354"/>
                </a:lnTo>
                <a:lnTo>
                  <a:pt x="24262" y="13354"/>
                </a:lnTo>
                <a:lnTo>
                  <a:pt x="24261" y="13354"/>
                </a:lnTo>
                <a:lnTo>
                  <a:pt x="24261" y="13354"/>
                </a:lnTo>
                <a:lnTo>
                  <a:pt x="24261" y="13354"/>
                </a:lnTo>
                <a:lnTo>
                  <a:pt x="24260" y="13354"/>
                </a:lnTo>
                <a:lnTo>
                  <a:pt x="24260" y="13354"/>
                </a:lnTo>
                <a:lnTo>
                  <a:pt x="24260" y="13354"/>
                </a:lnTo>
                <a:lnTo>
                  <a:pt x="24260" y="13354"/>
                </a:lnTo>
                <a:lnTo>
                  <a:pt x="24259" y="13354"/>
                </a:lnTo>
                <a:lnTo>
                  <a:pt x="24259" y="13354"/>
                </a:lnTo>
                <a:lnTo>
                  <a:pt x="24259" y="13354"/>
                </a:lnTo>
                <a:lnTo>
                  <a:pt x="24258" y="13354"/>
                </a:lnTo>
                <a:lnTo>
                  <a:pt x="24258" y="13354"/>
                </a:lnTo>
                <a:lnTo>
                  <a:pt x="24258" y="13354"/>
                </a:lnTo>
                <a:lnTo>
                  <a:pt x="24258" y="13354"/>
                </a:lnTo>
                <a:lnTo>
                  <a:pt x="24257" y="13354"/>
                </a:lnTo>
                <a:lnTo>
                  <a:pt x="24257" y="13354"/>
                </a:lnTo>
                <a:lnTo>
                  <a:pt x="24257" y="13354"/>
                </a:lnTo>
                <a:lnTo>
                  <a:pt x="24256" y="13354"/>
                </a:lnTo>
                <a:lnTo>
                  <a:pt x="24256" y="13354"/>
                </a:lnTo>
                <a:lnTo>
                  <a:pt x="24256" y="13354"/>
                </a:lnTo>
                <a:lnTo>
                  <a:pt x="24256" y="13354"/>
                </a:lnTo>
                <a:lnTo>
                  <a:pt x="24255" y="13354"/>
                </a:lnTo>
                <a:lnTo>
                  <a:pt x="24255" y="13354"/>
                </a:lnTo>
                <a:lnTo>
                  <a:pt x="24255" y="13354"/>
                </a:lnTo>
                <a:lnTo>
                  <a:pt x="24254" y="13354"/>
                </a:lnTo>
                <a:lnTo>
                  <a:pt x="24254" y="13354"/>
                </a:lnTo>
                <a:lnTo>
                  <a:pt x="24254" y="13354"/>
                </a:lnTo>
                <a:lnTo>
                  <a:pt x="24254" y="13354"/>
                </a:lnTo>
                <a:lnTo>
                  <a:pt x="24253" y="13354"/>
                </a:lnTo>
                <a:lnTo>
                  <a:pt x="24253" y="13354"/>
                </a:lnTo>
                <a:lnTo>
                  <a:pt x="24253" y="13354"/>
                </a:lnTo>
                <a:lnTo>
                  <a:pt x="24252" y="13354"/>
                </a:lnTo>
                <a:lnTo>
                  <a:pt x="24252" y="13354"/>
                </a:lnTo>
                <a:lnTo>
                  <a:pt x="24252" y="13354"/>
                </a:lnTo>
                <a:lnTo>
                  <a:pt x="24251" y="13354"/>
                </a:lnTo>
                <a:lnTo>
                  <a:pt x="24251" y="13354"/>
                </a:lnTo>
                <a:lnTo>
                  <a:pt x="24251" y="13354"/>
                </a:lnTo>
                <a:lnTo>
                  <a:pt x="24251" y="13354"/>
                </a:lnTo>
                <a:lnTo>
                  <a:pt x="24250" y="13354"/>
                </a:lnTo>
                <a:lnTo>
                  <a:pt x="24250" y="13354"/>
                </a:lnTo>
                <a:lnTo>
                  <a:pt x="24250" y="13354"/>
                </a:lnTo>
                <a:lnTo>
                  <a:pt x="24249" y="13354"/>
                </a:lnTo>
                <a:lnTo>
                  <a:pt x="24249" y="13354"/>
                </a:lnTo>
                <a:lnTo>
                  <a:pt x="24249" y="13354"/>
                </a:lnTo>
                <a:lnTo>
                  <a:pt x="24249" y="13354"/>
                </a:lnTo>
                <a:lnTo>
                  <a:pt x="24248" y="13354"/>
                </a:lnTo>
                <a:lnTo>
                  <a:pt x="24248" y="13354"/>
                </a:lnTo>
                <a:lnTo>
                  <a:pt x="24248" y="13354"/>
                </a:lnTo>
                <a:lnTo>
                  <a:pt x="24247" y="13354"/>
                </a:lnTo>
                <a:lnTo>
                  <a:pt x="24247" y="13354"/>
                </a:lnTo>
                <a:lnTo>
                  <a:pt x="24247" y="13354"/>
                </a:lnTo>
                <a:lnTo>
                  <a:pt x="24247" y="13354"/>
                </a:lnTo>
                <a:lnTo>
                  <a:pt x="24246" y="13354"/>
                </a:lnTo>
                <a:lnTo>
                  <a:pt x="24246" y="13354"/>
                </a:lnTo>
                <a:lnTo>
                  <a:pt x="24246" y="13354"/>
                </a:lnTo>
                <a:lnTo>
                  <a:pt x="24245" y="13354"/>
                </a:lnTo>
                <a:lnTo>
                  <a:pt x="24245" y="13354"/>
                </a:lnTo>
                <a:lnTo>
                  <a:pt x="24245" y="13354"/>
                </a:lnTo>
                <a:lnTo>
                  <a:pt x="24245" y="13354"/>
                </a:lnTo>
                <a:lnTo>
                  <a:pt x="24244" y="13354"/>
                </a:lnTo>
                <a:lnTo>
                  <a:pt x="24244" y="13354"/>
                </a:lnTo>
                <a:lnTo>
                  <a:pt x="24244" y="13354"/>
                </a:lnTo>
                <a:lnTo>
                  <a:pt x="24243" y="13354"/>
                </a:lnTo>
                <a:lnTo>
                  <a:pt x="24243" y="13354"/>
                </a:lnTo>
                <a:lnTo>
                  <a:pt x="24243" y="13354"/>
                </a:lnTo>
                <a:lnTo>
                  <a:pt x="24243" y="13354"/>
                </a:lnTo>
                <a:lnTo>
                  <a:pt x="24242" y="13354"/>
                </a:lnTo>
                <a:lnTo>
                  <a:pt x="24242" y="13354"/>
                </a:lnTo>
                <a:lnTo>
                  <a:pt x="24242" y="13354"/>
                </a:lnTo>
                <a:lnTo>
                  <a:pt x="24241" y="13354"/>
                </a:lnTo>
                <a:lnTo>
                  <a:pt x="24241" y="13354"/>
                </a:lnTo>
                <a:lnTo>
                  <a:pt x="24241" y="13354"/>
                </a:lnTo>
                <a:lnTo>
                  <a:pt x="24241" y="13354"/>
                </a:lnTo>
                <a:lnTo>
                  <a:pt x="24240" y="13354"/>
                </a:lnTo>
                <a:lnTo>
                  <a:pt x="24240" y="13354"/>
                </a:lnTo>
                <a:lnTo>
                  <a:pt x="24240" y="13354"/>
                </a:lnTo>
                <a:lnTo>
                  <a:pt x="24239" y="13354"/>
                </a:lnTo>
                <a:lnTo>
                  <a:pt x="24239" y="13354"/>
                </a:lnTo>
                <a:lnTo>
                  <a:pt x="24239" y="13354"/>
                </a:lnTo>
                <a:lnTo>
                  <a:pt x="24238" y="13354"/>
                </a:lnTo>
                <a:lnTo>
                  <a:pt x="24238" y="13354"/>
                </a:lnTo>
                <a:lnTo>
                  <a:pt x="24238" y="13354"/>
                </a:lnTo>
                <a:lnTo>
                  <a:pt x="24238" y="13354"/>
                </a:lnTo>
                <a:lnTo>
                  <a:pt x="24237" y="13354"/>
                </a:lnTo>
                <a:lnTo>
                  <a:pt x="24237" y="13354"/>
                </a:lnTo>
                <a:lnTo>
                  <a:pt x="24237" y="13354"/>
                </a:lnTo>
                <a:lnTo>
                  <a:pt x="24236" y="13354"/>
                </a:lnTo>
                <a:lnTo>
                  <a:pt x="24236" y="13354"/>
                </a:lnTo>
                <a:lnTo>
                  <a:pt x="24236" y="13354"/>
                </a:lnTo>
                <a:lnTo>
                  <a:pt x="24236" y="13354"/>
                </a:lnTo>
                <a:lnTo>
                  <a:pt x="24235" y="13354"/>
                </a:lnTo>
                <a:lnTo>
                  <a:pt x="24235" y="13354"/>
                </a:lnTo>
                <a:lnTo>
                  <a:pt x="24235" y="13354"/>
                </a:lnTo>
                <a:lnTo>
                  <a:pt x="24234" y="13354"/>
                </a:lnTo>
                <a:lnTo>
                  <a:pt x="24234" y="13354"/>
                </a:lnTo>
                <a:lnTo>
                  <a:pt x="24234" y="13354"/>
                </a:lnTo>
                <a:lnTo>
                  <a:pt x="24234" y="13354"/>
                </a:lnTo>
                <a:lnTo>
                  <a:pt x="24233" y="13354"/>
                </a:lnTo>
                <a:lnTo>
                  <a:pt x="24233" y="13354"/>
                </a:lnTo>
                <a:lnTo>
                  <a:pt x="24233" y="13354"/>
                </a:lnTo>
                <a:lnTo>
                  <a:pt x="24232" y="13354"/>
                </a:lnTo>
                <a:lnTo>
                  <a:pt x="24232" y="13354"/>
                </a:lnTo>
                <a:lnTo>
                  <a:pt x="24232" y="13354"/>
                </a:lnTo>
                <a:lnTo>
                  <a:pt x="24232" y="13354"/>
                </a:lnTo>
                <a:lnTo>
                  <a:pt x="24231" y="13354"/>
                </a:lnTo>
                <a:lnTo>
                  <a:pt x="24231" y="13354"/>
                </a:lnTo>
                <a:lnTo>
                  <a:pt x="24231" y="13354"/>
                </a:lnTo>
                <a:lnTo>
                  <a:pt x="24230" y="13354"/>
                </a:lnTo>
                <a:lnTo>
                  <a:pt x="24230" y="13354"/>
                </a:lnTo>
                <a:lnTo>
                  <a:pt x="24230" y="13354"/>
                </a:lnTo>
                <a:lnTo>
                  <a:pt x="24230" y="13354"/>
                </a:lnTo>
                <a:lnTo>
                  <a:pt x="24229" y="13354"/>
                </a:lnTo>
                <a:lnTo>
                  <a:pt x="24229" y="13354"/>
                </a:lnTo>
                <a:lnTo>
                  <a:pt x="24229" y="13354"/>
                </a:lnTo>
                <a:lnTo>
                  <a:pt x="24228" y="13354"/>
                </a:lnTo>
                <a:lnTo>
                  <a:pt x="24228" y="13354"/>
                </a:lnTo>
                <a:lnTo>
                  <a:pt x="24228" y="13354"/>
                </a:lnTo>
                <a:lnTo>
                  <a:pt x="24228" y="13354"/>
                </a:lnTo>
                <a:lnTo>
                  <a:pt x="24227" y="13354"/>
                </a:lnTo>
                <a:lnTo>
                  <a:pt x="24227" y="13354"/>
                </a:lnTo>
                <a:lnTo>
                  <a:pt x="24227" y="13354"/>
                </a:lnTo>
                <a:lnTo>
                  <a:pt x="24226" y="13354"/>
                </a:lnTo>
                <a:lnTo>
                  <a:pt x="24226" y="13354"/>
                </a:lnTo>
                <a:lnTo>
                  <a:pt x="24226" y="13354"/>
                </a:lnTo>
                <a:lnTo>
                  <a:pt x="24226" y="13354"/>
                </a:lnTo>
                <a:lnTo>
                  <a:pt x="24225" y="13354"/>
                </a:lnTo>
                <a:lnTo>
                  <a:pt x="24225" y="13354"/>
                </a:lnTo>
                <a:lnTo>
                  <a:pt x="24225" y="13354"/>
                </a:lnTo>
                <a:lnTo>
                  <a:pt x="24224" y="13354"/>
                </a:lnTo>
                <a:lnTo>
                  <a:pt x="24224" y="13354"/>
                </a:lnTo>
                <a:lnTo>
                  <a:pt x="24224" y="13354"/>
                </a:lnTo>
                <a:lnTo>
                  <a:pt x="24224" y="13354"/>
                </a:lnTo>
                <a:lnTo>
                  <a:pt x="24223" y="13354"/>
                </a:lnTo>
                <a:lnTo>
                  <a:pt x="24223" y="13354"/>
                </a:lnTo>
                <a:lnTo>
                  <a:pt x="24223" y="13354"/>
                </a:lnTo>
                <a:lnTo>
                  <a:pt x="24222" y="13354"/>
                </a:lnTo>
                <a:lnTo>
                  <a:pt x="24222" y="13354"/>
                </a:lnTo>
                <a:lnTo>
                  <a:pt x="24222" y="13354"/>
                </a:lnTo>
                <a:lnTo>
                  <a:pt x="24222" y="13354"/>
                </a:lnTo>
                <a:lnTo>
                  <a:pt x="24221" y="13354"/>
                </a:lnTo>
                <a:lnTo>
                  <a:pt x="24221" y="13354"/>
                </a:lnTo>
                <a:lnTo>
                  <a:pt x="24221" y="13354"/>
                </a:lnTo>
                <a:lnTo>
                  <a:pt x="24220" y="13354"/>
                </a:lnTo>
                <a:lnTo>
                  <a:pt x="24220" y="13354"/>
                </a:lnTo>
                <a:lnTo>
                  <a:pt x="24220" y="13354"/>
                </a:lnTo>
                <a:lnTo>
                  <a:pt x="24220" y="13354"/>
                </a:lnTo>
                <a:lnTo>
                  <a:pt x="24219" y="13354"/>
                </a:lnTo>
                <a:lnTo>
                  <a:pt x="24219" y="13354"/>
                </a:lnTo>
                <a:lnTo>
                  <a:pt x="24219" y="13354"/>
                </a:lnTo>
                <a:lnTo>
                  <a:pt x="24218" y="13354"/>
                </a:lnTo>
                <a:lnTo>
                  <a:pt x="24218" y="13354"/>
                </a:lnTo>
                <a:lnTo>
                  <a:pt x="24218" y="13354"/>
                </a:lnTo>
                <a:lnTo>
                  <a:pt x="24217" y="13354"/>
                </a:lnTo>
                <a:lnTo>
                  <a:pt x="24217" y="13354"/>
                </a:lnTo>
                <a:lnTo>
                  <a:pt x="24217" y="13354"/>
                </a:lnTo>
                <a:lnTo>
                  <a:pt x="24217" y="13354"/>
                </a:lnTo>
                <a:lnTo>
                  <a:pt x="24216" y="13354"/>
                </a:lnTo>
                <a:lnTo>
                  <a:pt x="24216" y="13354"/>
                </a:lnTo>
                <a:lnTo>
                  <a:pt x="24216" y="13354"/>
                </a:lnTo>
                <a:lnTo>
                  <a:pt x="24215" y="13354"/>
                </a:lnTo>
                <a:lnTo>
                  <a:pt x="24215" y="13354"/>
                </a:lnTo>
                <a:lnTo>
                  <a:pt x="24215" y="13354"/>
                </a:lnTo>
                <a:lnTo>
                  <a:pt x="24215" y="13354"/>
                </a:lnTo>
                <a:lnTo>
                  <a:pt x="24214" y="13354"/>
                </a:lnTo>
                <a:lnTo>
                  <a:pt x="24214" y="13354"/>
                </a:lnTo>
                <a:lnTo>
                  <a:pt x="24214" y="13354"/>
                </a:lnTo>
                <a:lnTo>
                  <a:pt x="24213" y="13354"/>
                </a:lnTo>
                <a:lnTo>
                  <a:pt x="24213" y="13354"/>
                </a:lnTo>
                <a:lnTo>
                  <a:pt x="24213" y="13354"/>
                </a:lnTo>
                <a:lnTo>
                  <a:pt x="24213" y="13354"/>
                </a:lnTo>
                <a:lnTo>
                  <a:pt x="24212" y="13354"/>
                </a:lnTo>
                <a:lnTo>
                  <a:pt x="24212" y="13354"/>
                </a:lnTo>
                <a:lnTo>
                  <a:pt x="24212" y="13354"/>
                </a:lnTo>
                <a:lnTo>
                  <a:pt x="24211" y="13354"/>
                </a:lnTo>
                <a:lnTo>
                  <a:pt x="24211" y="13354"/>
                </a:lnTo>
                <a:lnTo>
                  <a:pt x="24211" y="13354"/>
                </a:lnTo>
                <a:lnTo>
                  <a:pt x="24211" y="13354"/>
                </a:lnTo>
                <a:lnTo>
                  <a:pt x="24210" y="13354"/>
                </a:lnTo>
                <a:lnTo>
                  <a:pt x="24210" y="13354"/>
                </a:lnTo>
                <a:lnTo>
                  <a:pt x="24210" y="13354"/>
                </a:lnTo>
                <a:lnTo>
                  <a:pt x="24209" y="13354"/>
                </a:lnTo>
                <a:lnTo>
                  <a:pt x="24209" y="13354"/>
                </a:lnTo>
                <a:lnTo>
                  <a:pt x="24209" y="13354"/>
                </a:lnTo>
                <a:lnTo>
                  <a:pt x="24209" y="13354"/>
                </a:lnTo>
                <a:lnTo>
                  <a:pt x="24208" y="13354"/>
                </a:lnTo>
                <a:lnTo>
                  <a:pt x="24208" y="13354"/>
                </a:lnTo>
                <a:lnTo>
                  <a:pt x="24208" y="13354"/>
                </a:lnTo>
                <a:lnTo>
                  <a:pt x="24207" y="13354"/>
                </a:lnTo>
                <a:lnTo>
                  <a:pt x="24207" y="13354"/>
                </a:lnTo>
                <a:lnTo>
                  <a:pt x="24207" y="13354"/>
                </a:lnTo>
                <a:lnTo>
                  <a:pt x="24207" y="13354"/>
                </a:lnTo>
                <a:lnTo>
                  <a:pt x="24206" y="13354"/>
                </a:lnTo>
                <a:lnTo>
                  <a:pt x="24206" y="13354"/>
                </a:lnTo>
                <a:lnTo>
                  <a:pt x="24206" y="13354"/>
                </a:lnTo>
                <a:lnTo>
                  <a:pt x="24205" y="13354"/>
                </a:lnTo>
                <a:lnTo>
                  <a:pt x="24205" y="13354"/>
                </a:lnTo>
                <a:lnTo>
                  <a:pt x="24205" y="13354"/>
                </a:lnTo>
                <a:lnTo>
                  <a:pt x="24205" y="13354"/>
                </a:lnTo>
                <a:lnTo>
                  <a:pt x="24204" y="13354"/>
                </a:lnTo>
                <a:lnTo>
                  <a:pt x="24204" y="13354"/>
                </a:lnTo>
                <a:lnTo>
                  <a:pt x="24204" y="13354"/>
                </a:lnTo>
                <a:lnTo>
                  <a:pt x="24203" y="13354"/>
                </a:lnTo>
                <a:lnTo>
                  <a:pt x="24203" y="13354"/>
                </a:lnTo>
                <a:lnTo>
                  <a:pt x="24203" y="13354"/>
                </a:lnTo>
                <a:lnTo>
                  <a:pt x="24203" y="13354"/>
                </a:lnTo>
                <a:lnTo>
                  <a:pt x="24202" y="13354"/>
                </a:lnTo>
                <a:lnTo>
                  <a:pt x="24202" y="13354"/>
                </a:lnTo>
                <a:lnTo>
                  <a:pt x="24202" y="13354"/>
                </a:lnTo>
                <a:lnTo>
                  <a:pt x="24201" y="13354"/>
                </a:lnTo>
                <a:lnTo>
                  <a:pt x="24201" y="13354"/>
                </a:lnTo>
                <a:lnTo>
                  <a:pt x="24201" y="13354"/>
                </a:lnTo>
                <a:lnTo>
                  <a:pt x="24201" y="13354"/>
                </a:lnTo>
                <a:lnTo>
                  <a:pt x="24200" y="13354"/>
                </a:lnTo>
                <a:lnTo>
                  <a:pt x="24200" y="13354"/>
                </a:lnTo>
                <a:lnTo>
                  <a:pt x="24200" y="13354"/>
                </a:lnTo>
                <a:lnTo>
                  <a:pt x="24199" y="13354"/>
                </a:lnTo>
                <a:lnTo>
                  <a:pt x="24199" y="13354"/>
                </a:lnTo>
                <a:lnTo>
                  <a:pt x="24199" y="13354"/>
                </a:lnTo>
                <a:lnTo>
                  <a:pt x="24199" y="13354"/>
                </a:lnTo>
                <a:lnTo>
                  <a:pt x="24198" y="13354"/>
                </a:lnTo>
                <a:lnTo>
                  <a:pt x="24198" y="13354"/>
                </a:lnTo>
                <a:lnTo>
                  <a:pt x="24198" y="13354"/>
                </a:lnTo>
                <a:lnTo>
                  <a:pt x="24197" y="13354"/>
                </a:lnTo>
                <a:lnTo>
                  <a:pt x="24197" y="13354"/>
                </a:lnTo>
                <a:lnTo>
                  <a:pt x="24197" y="13354"/>
                </a:lnTo>
                <a:lnTo>
                  <a:pt x="24197" y="13354"/>
                </a:lnTo>
                <a:lnTo>
                  <a:pt x="24196" y="13354"/>
                </a:lnTo>
                <a:lnTo>
                  <a:pt x="24196" y="13354"/>
                </a:lnTo>
                <a:lnTo>
                  <a:pt x="24196" y="13354"/>
                </a:lnTo>
                <a:lnTo>
                  <a:pt x="24195" y="13354"/>
                </a:lnTo>
                <a:lnTo>
                  <a:pt x="24195" y="13354"/>
                </a:lnTo>
                <a:lnTo>
                  <a:pt x="24195" y="13354"/>
                </a:lnTo>
                <a:lnTo>
                  <a:pt x="24195" y="13354"/>
                </a:lnTo>
                <a:lnTo>
                  <a:pt x="24194" y="13354"/>
                </a:lnTo>
                <a:lnTo>
                  <a:pt x="24194" y="13354"/>
                </a:lnTo>
                <a:lnTo>
                  <a:pt x="24194" y="13354"/>
                </a:lnTo>
                <a:lnTo>
                  <a:pt x="24193" y="13354"/>
                </a:lnTo>
                <a:lnTo>
                  <a:pt x="24193" y="13354"/>
                </a:lnTo>
                <a:lnTo>
                  <a:pt x="24193" y="13354"/>
                </a:lnTo>
                <a:lnTo>
                  <a:pt x="24193" y="13354"/>
                </a:lnTo>
                <a:lnTo>
                  <a:pt x="24192" y="13354"/>
                </a:lnTo>
                <a:lnTo>
                  <a:pt x="24192" y="13354"/>
                </a:lnTo>
                <a:lnTo>
                  <a:pt x="24192" y="13354"/>
                </a:lnTo>
                <a:lnTo>
                  <a:pt x="24191" y="13354"/>
                </a:lnTo>
                <a:lnTo>
                  <a:pt x="24191" y="13354"/>
                </a:lnTo>
                <a:lnTo>
                  <a:pt x="24191" y="13354"/>
                </a:lnTo>
                <a:lnTo>
                  <a:pt x="24191" y="13354"/>
                </a:lnTo>
                <a:lnTo>
                  <a:pt x="24190" y="13354"/>
                </a:lnTo>
                <a:lnTo>
                  <a:pt x="24190" y="13354"/>
                </a:lnTo>
                <a:lnTo>
                  <a:pt x="24190" y="13354"/>
                </a:lnTo>
                <a:lnTo>
                  <a:pt x="24189" y="13354"/>
                </a:lnTo>
                <a:lnTo>
                  <a:pt x="24189" y="13354"/>
                </a:lnTo>
                <a:lnTo>
                  <a:pt x="24189" y="13354"/>
                </a:lnTo>
                <a:lnTo>
                  <a:pt x="24189" y="13354"/>
                </a:lnTo>
                <a:lnTo>
                  <a:pt x="24188" y="13354"/>
                </a:lnTo>
                <a:lnTo>
                  <a:pt x="24188" y="13354"/>
                </a:lnTo>
                <a:lnTo>
                  <a:pt x="24188" y="13354"/>
                </a:lnTo>
                <a:lnTo>
                  <a:pt x="24187" y="13354"/>
                </a:lnTo>
                <a:lnTo>
                  <a:pt x="24187" y="13354"/>
                </a:lnTo>
                <a:lnTo>
                  <a:pt x="24187" y="13354"/>
                </a:lnTo>
                <a:lnTo>
                  <a:pt x="24187" y="13354"/>
                </a:lnTo>
                <a:lnTo>
                  <a:pt x="24186" y="13354"/>
                </a:lnTo>
                <a:lnTo>
                  <a:pt x="24186" y="13354"/>
                </a:lnTo>
                <a:lnTo>
                  <a:pt x="24186" y="13354"/>
                </a:lnTo>
                <a:lnTo>
                  <a:pt x="24185" y="13354"/>
                </a:lnTo>
                <a:lnTo>
                  <a:pt x="24185" y="13354"/>
                </a:lnTo>
                <a:lnTo>
                  <a:pt x="24185" y="13354"/>
                </a:lnTo>
                <a:lnTo>
                  <a:pt x="24185" y="13354"/>
                </a:lnTo>
                <a:lnTo>
                  <a:pt x="24184" y="13354"/>
                </a:lnTo>
                <a:lnTo>
                  <a:pt x="24184" y="13354"/>
                </a:lnTo>
                <a:lnTo>
                  <a:pt x="24184" y="13354"/>
                </a:lnTo>
                <a:lnTo>
                  <a:pt x="24184" y="13354"/>
                </a:lnTo>
                <a:lnTo>
                  <a:pt x="24183" y="13354"/>
                </a:lnTo>
                <a:lnTo>
                  <a:pt x="24183" y="13354"/>
                </a:lnTo>
                <a:lnTo>
                  <a:pt x="24183" y="13354"/>
                </a:lnTo>
                <a:lnTo>
                  <a:pt x="24182" y="13354"/>
                </a:lnTo>
                <a:lnTo>
                  <a:pt x="24182" y="13354"/>
                </a:lnTo>
                <a:lnTo>
                  <a:pt x="24182" y="13354"/>
                </a:lnTo>
                <a:lnTo>
                  <a:pt x="24182" y="13354"/>
                </a:lnTo>
                <a:lnTo>
                  <a:pt x="24181" y="13354"/>
                </a:lnTo>
                <a:lnTo>
                  <a:pt x="24181" y="13354"/>
                </a:lnTo>
                <a:lnTo>
                  <a:pt x="24181" y="13354"/>
                </a:lnTo>
                <a:lnTo>
                  <a:pt x="24180" y="13354"/>
                </a:lnTo>
                <a:lnTo>
                  <a:pt x="24180" y="13354"/>
                </a:lnTo>
                <a:lnTo>
                  <a:pt x="24180" y="13354"/>
                </a:lnTo>
                <a:lnTo>
                  <a:pt x="24180" y="13354"/>
                </a:lnTo>
                <a:lnTo>
                  <a:pt x="24179" y="13354"/>
                </a:lnTo>
                <a:lnTo>
                  <a:pt x="24179" y="13354"/>
                </a:lnTo>
                <a:lnTo>
                  <a:pt x="24179" y="13354"/>
                </a:lnTo>
                <a:lnTo>
                  <a:pt x="24178" y="13354"/>
                </a:lnTo>
                <a:lnTo>
                  <a:pt x="24178" y="13354"/>
                </a:lnTo>
                <a:lnTo>
                  <a:pt x="24178" y="13354"/>
                </a:lnTo>
                <a:lnTo>
                  <a:pt x="24178" y="13354"/>
                </a:lnTo>
                <a:lnTo>
                  <a:pt x="24177" y="13354"/>
                </a:lnTo>
                <a:lnTo>
                  <a:pt x="24177" y="13354"/>
                </a:lnTo>
                <a:lnTo>
                  <a:pt x="24177" y="13354"/>
                </a:lnTo>
                <a:lnTo>
                  <a:pt x="24176" y="13354"/>
                </a:lnTo>
                <a:lnTo>
                  <a:pt x="24176" y="13354"/>
                </a:lnTo>
                <a:lnTo>
                  <a:pt x="24176" y="13354"/>
                </a:lnTo>
                <a:lnTo>
                  <a:pt x="24176" y="13354"/>
                </a:lnTo>
                <a:lnTo>
                  <a:pt x="24175" y="13354"/>
                </a:lnTo>
                <a:lnTo>
                  <a:pt x="24175" y="13354"/>
                </a:lnTo>
                <a:lnTo>
                  <a:pt x="24175" y="13354"/>
                </a:lnTo>
                <a:lnTo>
                  <a:pt x="24174" y="13354"/>
                </a:lnTo>
                <a:lnTo>
                  <a:pt x="24174" y="13354"/>
                </a:lnTo>
                <a:lnTo>
                  <a:pt x="24174" y="13354"/>
                </a:lnTo>
                <a:lnTo>
                  <a:pt x="24174" y="13354"/>
                </a:lnTo>
                <a:lnTo>
                  <a:pt x="24173" y="13354"/>
                </a:lnTo>
                <a:lnTo>
                  <a:pt x="24173" y="13354"/>
                </a:lnTo>
                <a:lnTo>
                  <a:pt x="24173" y="13354"/>
                </a:lnTo>
                <a:lnTo>
                  <a:pt x="24172" y="13354"/>
                </a:lnTo>
                <a:lnTo>
                  <a:pt x="24172" y="13354"/>
                </a:lnTo>
                <a:lnTo>
                  <a:pt x="24172" y="13354"/>
                </a:lnTo>
                <a:lnTo>
                  <a:pt x="24172" y="13354"/>
                </a:lnTo>
                <a:lnTo>
                  <a:pt x="24171" y="13354"/>
                </a:lnTo>
                <a:lnTo>
                  <a:pt x="24171" y="13354"/>
                </a:lnTo>
                <a:lnTo>
                  <a:pt x="24171" y="13354"/>
                </a:lnTo>
                <a:lnTo>
                  <a:pt x="24170" y="13354"/>
                </a:lnTo>
                <a:lnTo>
                  <a:pt x="24170" y="13354"/>
                </a:lnTo>
                <a:lnTo>
                  <a:pt x="24170" y="13354"/>
                </a:lnTo>
                <a:lnTo>
                  <a:pt x="24170" y="13354"/>
                </a:lnTo>
                <a:lnTo>
                  <a:pt x="24169" y="13354"/>
                </a:lnTo>
                <a:lnTo>
                  <a:pt x="24169" y="13354"/>
                </a:lnTo>
                <a:lnTo>
                  <a:pt x="24169" y="13354"/>
                </a:lnTo>
                <a:lnTo>
                  <a:pt x="24168" y="13354"/>
                </a:lnTo>
                <a:lnTo>
                  <a:pt x="24168" y="13354"/>
                </a:lnTo>
                <a:lnTo>
                  <a:pt x="24168" y="13354"/>
                </a:lnTo>
                <a:lnTo>
                  <a:pt x="24168" y="13354"/>
                </a:lnTo>
                <a:lnTo>
                  <a:pt x="24167" y="13354"/>
                </a:lnTo>
                <a:lnTo>
                  <a:pt x="24167" y="13354"/>
                </a:lnTo>
                <a:lnTo>
                  <a:pt x="24167" y="13354"/>
                </a:lnTo>
                <a:lnTo>
                  <a:pt x="24166" y="13354"/>
                </a:lnTo>
                <a:lnTo>
                  <a:pt x="24166" y="13354"/>
                </a:lnTo>
                <a:lnTo>
                  <a:pt x="24166" y="13354"/>
                </a:lnTo>
                <a:lnTo>
                  <a:pt x="24166" y="13354"/>
                </a:lnTo>
                <a:lnTo>
                  <a:pt x="24165" y="13354"/>
                </a:lnTo>
                <a:lnTo>
                  <a:pt x="24165" y="13354"/>
                </a:lnTo>
                <a:lnTo>
                  <a:pt x="24165" y="13354"/>
                </a:lnTo>
                <a:lnTo>
                  <a:pt x="24165" y="13354"/>
                </a:lnTo>
                <a:lnTo>
                  <a:pt x="24164" y="13354"/>
                </a:lnTo>
                <a:lnTo>
                  <a:pt x="24164" y="13354"/>
                </a:lnTo>
                <a:lnTo>
                  <a:pt x="24164" y="13354"/>
                </a:lnTo>
                <a:lnTo>
                  <a:pt x="24163" y="13354"/>
                </a:lnTo>
                <a:lnTo>
                  <a:pt x="24163" y="13354"/>
                </a:lnTo>
                <a:lnTo>
                  <a:pt x="24163" y="13354"/>
                </a:lnTo>
                <a:lnTo>
                  <a:pt x="24163" y="13354"/>
                </a:lnTo>
                <a:lnTo>
                  <a:pt x="24162" y="13354"/>
                </a:lnTo>
                <a:lnTo>
                  <a:pt x="24162" y="13354"/>
                </a:lnTo>
                <a:lnTo>
                  <a:pt x="24162" y="13354"/>
                </a:lnTo>
                <a:lnTo>
                  <a:pt x="24161" y="13354"/>
                </a:lnTo>
                <a:lnTo>
                  <a:pt x="24161" y="13354"/>
                </a:lnTo>
                <a:lnTo>
                  <a:pt x="24161" y="13354"/>
                </a:lnTo>
                <a:lnTo>
                  <a:pt x="24161" y="13354"/>
                </a:lnTo>
                <a:lnTo>
                  <a:pt x="24160" y="13354"/>
                </a:lnTo>
                <a:lnTo>
                  <a:pt x="24160" y="13354"/>
                </a:lnTo>
                <a:lnTo>
                  <a:pt x="24160" y="13354"/>
                </a:lnTo>
                <a:lnTo>
                  <a:pt x="24159" y="13354"/>
                </a:lnTo>
                <a:lnTo>
                  <a:pt x="24159" y="13354"/>
                </a:lnTo>
                <a:lnTo>
                  <a:pt x="24159" y="13354"/>
                </a:lnTo>
                <a:lnTo>
                  <a:pt x="24159" y="13354"/>
                </a:lnTo>
                <a:lnTo>
                  <a:pt x="24158" y="13354"/>
                </a:lnTo>
                <a:lnTo>
                  <a:pt x="24158" y="13354"/>
                </a:lnTo>
                <a:lnTo>
                  <a:pt x="24158" y="13354"/>
                </a:lnTo>
                <a:lnTo>
                  <a:pt x="24157" y="13354"/>
                </a:lnTo>
                <a:lnTo>
                  <a:pt x="24157" y="13354"/>
                </a:lnTo>
                <a:lnTo>
                  <a:pt x="24157" y="13354"/>
                </a:lnTo>
                <a:lnTo>
                  <a:pt x="24157" y="13354"/>
                </a:lnTo>
                <a:lnTo>
                  <a:pt x="24156" y="13354"/>
                </a:lnTo>
                <a:lnTo>
                  <a:pt x="24156" y="13354"/>
                </a:lnTo>
                <a:lnTo>
                  <a:pt x="24156" y="13354"/>
                </a:lnTo>
                <a:lnTo>
                  <a:pt x="24155" y="13354"/>
                </a:lnTo>
                <a:lnTo>
                  <a:pt x="24155" y="13354"/>
                </a:lnTo>
                <a:lnTo>
                  <a:pt x="24155" y="13354"/>
                </a:lnTo>
                <a:lnTo>
                  <a:pt x="24155" y="13354"/>
                </a:lnTo>
                <a:lnTo>
                  <a:pt x="24154" y="13354"/>
                </a:lnTo>
                <a:lnTo>
                  <a:pt x="24154" y="13354"/>
                </a:lnTo>
                <a:lnTo>
                  <a:pt x="24154" y="13354"/>
                </a:lnTo>
                <a:lnTo>
                  <a:pt x="24153" y="13354"/>
                </a:lnTo>
                <a:lnTo>
                  <a:pt x="24153" y="13354"/>
                </a:lnTo>
                <a:lnTo>
                  <a:pt x="24153" y="13354"/>
                </a:lnTo>
                <a:lnTo>
                  <a:pt x="24153" y="13354"/>
                </a:lnTo>
                <a:lnTo>
                  <a:pt x="24152" y="13354"/>
                </a:lnTo>
                <a:lnTo>
                  <a:pt x="24152" y="13354"/>
                </a:lnTo>
                <a:lnTo>
                  <a:pt x="24152" y="13354"/>
                </a:lnTo>
                <a:lnTo>
                  <a:pt x="24152" y="13354"/>
                </a:lnTo>
                <a:lnTo>
                  <a:pt x="24151" y="13354"/>
                </a:lnTo>
                <a:lnTo>
                  <a:pt x="24151" y="13354"/>
                </a:lnTo>
                <a:lnTo>
                  <a:pt x="24151" y="13354"/>
                </a:lnTo>
                <a:lnTo>
                  <a:pt x="24150" y="13354"/>
                </a:lnTo>
                <a:lnTo>
                  <a:pt x="24150" y="13354"/>
                </a:lnTo>
                <a:lnTo>
                  <a:pt x="24150" y="13354"/>
                </a:lnTo>
                <a:lnTo>
                  <a:pt x="24150" y="13354"/>
                </a:lnTo>
                <a:lnTo>
                  <a:pt x="24149" y="13354"/>
                </a:lnTo>
                <a:lnTo>
                  <a:pt x="24149" y="13354"/>
                </a:lnTo>
                <a:lnTo>
                  <a:pt x="24149" y="13354"/>
                </a:lnTo>
                <a:lnTo>
                  <a:pt x="24148" y="13354"/>
                </a:lnTo>
                <a:lnTo>
                  <a:pt x="24148" y="13354"/>
                </a:lnTo>
                <a:lnTo>
                  <a:pt x="24148" y="13354"/>
                </a:lnTo>
                <a:lnTo>
                  <a:pt x="24148" y="13354"/>
                </a:lnTo>
                <a:lnTo>
                  <a:pt x="24147" y="13354"/>
                </a:lnTo>
                <a:lnTo>
                  <a:pt x="24147" y="13354"/>
                </a:lnTo>
                <a:lnTo>
                  <a:pt x="24147" y="13354"/>
                </a:lnTo>
                <a:lnTo>
                  <a:pt x="24146" y="13354"/>
                </a:lnTo>
                <a:lnTo>
                  <a:pt x="24146" y="13354"/>
                </a:lnTo>
                <a:lnTo>
                  <a:pt x="24146" y="13354"/>
                </a:lnTo>
                <a:lnTo>
                  <a:pt x="24146" y="13354"/>
                </a:lnTo>
                <a:lnTo>
                  <a:pt x="24145" y="13354"/>
                </a:lnTo>
                <a:lnTo>
                  <a:pt x="24145" y="13354"/>
                </a:lnTo>
                <a:lnTo>
                  <a:pt x="24145" y="13354"/>
                </a:lnTo>
                <a:lnTo>
                  <a:pt x="24144" y="13354"/>
                </a:lnTo>
                <a:lnTo>
                  <a:pt x="24144" y="13354"/>
                </a:lnTo>
                <a:lnTo>
                  <a:pt x="24144" y="13354"/>
                </a:lnTo>
                <a:lnTo>
                  <a:pt x="24144" y="13354"/>
                </a:lnTo>
                <a:lnTo>
                  <a:pt x="24143" y="13354"/>
                </a:lnTo>
                <a:lnTo>
                  <a:pt x="24143" y="13354"/>
                </a:lnTo>
                <a:lnTo>
                  <a:pt x="24143" y="13354"/>
                </a:lnTo>
                <a:lnTo>
                  <a:pt x="24143" y="13354"/>
                </a:lnTo>
                <a:lnTo>
                  <a:pt x="24142" y="13354"/>
                </a:lnTo>
                <a:lnTo>
                  <a:pt x="24142" y="13354"/>
                </a:lnTo>
                <a:lnTo>
                  <a:pt x="24142" y="13354"/>
                </a:lnTo>
                <a:lnTo>
                  <a:pt x="24141" y="13354"/>
                </a:lnTo>
                <a:lnTo>
                  <a:pt x="24141" y="13354"/>
                </a:lnTo>
                <a:lnTo>
                  <a:pt x="24141" y="13354"/>
                </a:lnTo>
                <a:lnTo>
                  <a:pt x="24141" y="13354"/>
                </a:lnTo>
                <a:lnTo>
                  <a:pt x="24140" y="13354"/>
                </a:lnTo>
                <a:lnTo>
                  <a:pt x="24140" y="13354"/>
                </a:lnTo>
                <a:lnTo>
                  <a:pt x="24140" y="13354"/>
                </a:lnTo>
                <a:lnTo>
                  <a:pt x="24139" y="13354"/>
                </a:lnTo>
                <a:lnTo>
                  <a:pt x="24139" y="13354"/>
                </a:lnTo>
                <a:lnTo>
                  <a:pt x="24139" y="13354"/>
                </a:lnTo>
                <a:lnTo>
                  <a:pt x="24139" y="13354"/>
                </a:lnTo>
                <a:lnTo>
                  <a:pt x="24138" y="13354"/>
                </a:lnTo>
                <a:lnTo>
                  <a:pt x="24138" y="13354"/>
                </a:lnTo>
                <a:lnTo>
                  <a:pt x="24138" y="13354"/>
                </a:lnTo>
                <a:lnTo>
                  <a:pt x="24137" y="13354"/>
                </a:lnTo>
                <a:lnTo>
                  <a:pt x="24137" y="13354"/>
                </a:lnTo>
                <a:lnTo>
                  <a:pt x="24137" y="13354"/>
                </a:lnTo>
                <a:lnTo>
                  <a:pt x="24137" y="13354"/>
                </a:lnTo>
                <a:lnTo>
                  <a:pt x="24136" y="13354"/>
                </a:lnTo>
                <a:lnTo>
                  <a:pt x="24136" y="13354"/>
                </a:lnTo>
                <a:lnTo>
                  <a:pt x="24136" y="13354"/>
                </a:lnTo>
                <a:lnTo>
                  <a:pt x="24135" y="13354"/>
                </a:lnTo>
                <a:lnTo>
                  <a:pt x="24135" y="13354"/>
                </a:lnTo>
                <a:lnTo>
                  <a:pt x="24135" y="13354"/>
                </a:lnTo>
                <a:lnTo>
                  <a:pt x="24135" y="13354"/>
                </a:lnTo>
                <a:lnTo>
                  <a:pt x="24134" y="13354"/>
                </a:lnTo>
                <a:lnTo>
                  <a:pt x="24134" y="13354"/>
                </a:lnTo>
                <a:lnTo>
                  <a:pt x="24134" y="13354"/>
                </a:lnTo>
                <a:lnTo>
                  <a:pt x="24134" y="13354"/>
                </a:lnTo>
                <a:lnTo>
                  <a:pt x="24133" y="13354"/>
                </a:lnTo>
                <a:lnTo>
                  <a:pt x="24133" y="13354"/>
                </a:lnTo>
                <a:lnTo>
                  <a:pt x="24133" y="13354"/>
                </a:lnTo>
                <a:lnTo>
                  <a:pt x="24132" y="13354"/>
                </a:lnTo>
                <a:lnTo>
                  <a:pt x="24132" y="13354"/>
                </a:lnTo>
                <a:lnTo>
                  <a:pt x="24132" y="13354"/>
                </a:lnTo>
                <a:lnTo>
                  <a:pt x="24132" y="13354"/>
                </a:lnTo>
                <a:lnTo>
                  <a:pt x="24131" y="13354"/>
                </a:lnTo>
                <a:lnTo>
                  <a:pt x="24131" y="13354"/>
                </a:lnTo>
                <a:lnTo>
                  <a:pt x="24131" y="13354"/>
                </a:lnTo>
                <a:lnTo>
                  <a:pt x="24130" y="13354"/>
                </a:lnTo>
                <a:lnTo>
                  <a:pt x="24130" y="13354"/>
                </a:lnTo>
                <a:lnTo>
                  <a:pt x="24130" y="13354"/>
                </a:lnTo>
                <a:lnTo>
                  <a:pt x="24130" y="13354"/>
                </a:lnTo>
                <a:lnTo>
                  <a:pt x="24129" y="13354"/>
                </a:lnTo>
                <a:lnTo>
                  <a:pt x="24129" y="13354"/>
                </a:lnTo>
                <a:lnTo>
                  <a:pt x="24129" y="13354"/>
                </a:lnTo>
                <a:lnTo>
                  <a:pt x="24128" y="13354"/>
                </a:lnTo>
                <a:lnTo>
                  <a:pt x="24128" y="13354"/>
                </a:lnTo>
                <a:lnTo>
                  <a:pt x="24128" y="13354"/>
                </a:lnTo>
                <a:lnTo>
                  <a:pt x="24128" y="13354"/>
                </a:lnTo>
                <a:lnTo>
                  <a:pt x="24127" y="13354"/>
                </a:lnTo>
                <a:lnTo>
                  <a:pt x="24127" y="13354"/>
                </a:lnTo>
                <a:lnTo>
                  <a:pt x="24127" y="13354"/>
                </a:lnTo>
                <a:lnTo>
                  <a:pt x="24127" y="13354"/>
                </a:lnTo>
                <a:lnTo>
                  <a:pt x="24126" y="13354"/>
                </a:lnTo>
                <a:lnTo>
                  <a:pt x="24126" y="13354"/>
                </a:lnTo>
                <a:lnTo>
                  <a:pt x="24126" y="13354"/>
                </a:lnTo>
                <a:lnTo>
                  <a:pt x="24125" y="13354"/>
                </a:lnTo>
                <a:lnTo>
                  <a:pt x="24125" y="13354"/>
                </a:lnTo>
                <a:lnTo>
                  <a:pt x="24125" y="13354"/>
                </a:lnTo>
                <a:lnTo>
                  <a:pt x="24125" y="13354"/>
                </a:lnTo>
                <a:lnTo>
                  <a:pt x="24124" y="13354"/>
                </a:lnTo>
                <a:lnTo>
                  <a:pt x="24124" y="13354"/>
                </a:lnTo>
                <a:lnTo>
                  <a:pt x="24124" y="13354"/>
                </a:lnTo>
                <a:lnTo>
                  <a:pt x="24123" y="13354"/>
                </a:lnTo>
                <a:lnTo>
                  <a:pt x="24123" y="13354"/>
                </a:lnTo>
                <a:lnTo>
                  <a:pt x="24123" y="13354"/>
                </a:lnTo>
                <a:lnTo>
                  <a:pt x="24123" y="13354"/>
                </a:lnTo>
                <a:lnTo>
                  <a:pt x="24122" y="13354"/>
                </a:lnTo>
                <a:lnTo>
                  <a:pt x="24122" y="13354"/>
                </a:lnTo>
                <a:lnTo>
                  <a:pt x="24122" y="13354"/>
                </a:lnTo>
                <a:lnTo>
                  <a:pt x="24121" y="13354"/>
                </a:lnTo>
                <a:lnTo>
                  <a:pt x="24121" y="13354"/>
                </a:lnTo>
                <a:lnTo>
                  <a:pt x="24121" y="13354"/>
                </a:lnTo>
                <a:lnTo>
                  <a:pt x="24121" y="13354"/>
                </a:lnTo>
                <a:lnTo>
                  <a:pt x="24120" y="13354"/>
                </a:lnTo>
                <a:lnTo>
                  <a:pt x="24120" y="13354"/>
                </a:lnTo>
                <a:lnTo>
                  <a:pt x="24120" y="13354"/>
                </a:lnTo>
                <a:lnTo>
                  <a:pt x="24120" y="13354"/>
                </a:lnTo>
                <a:lnTo>
                  <a:pt x="24119" y="13354"/>
                </a:lnTo>
                <a:lnTo>
                  <a:pt x="24119" y="13354"/>
                </a:lnTo>
                <a:lnTo>
                  <a:pt x="24119" y="13354"/>
                </a:lnTo>
                <a:lnTo>
                  <a:pt x="24118" y="13354"/>
                </a:lnTo>
                <a:lnTo>
                  <a:pt x="24118" y="13354"/>
                </a:lnTo>
                <a:lnTo>
                  <a:pt x="24118" y="13354"/>
                </a:lnTo>
                <a:lnTo>
                  <a:pt x="24118" y="13354"/>
                </a:lnTo>
                <a:lnTo>
                  <a:pt x="24117" y="13354"/>
                </a:lnTo>
                <a:lnTo>
                  <a:pt x="24117" y="13354"/>
                </a:lnTo>
                <a:lnTo>
                  <a:pt x="24117" y="13354"/>
                </a:lnTo>
                <a:lnTo>
                  <a:pt x="24116" y="13354"/>
                </a:lnTo>
                <a:lnTo>
                  <a:pt x="24116" y="13354"/>
                </a:lnTo>
                <a:lnTo>
                  <a:pt x="24116" y="13354"/>
                </a:lnTo>
                <a:lnTo>
                  <a:pt x="24116" y="13354"/>
                </a:lnTo>
                <a:lnTo>
                  <a:pt x="24115" y="13354"/>
                </a:lnTo>
                <a:lnTo>
                  <a:pt x="24115" y="13354"/>
                </a:lnTo>
                <a:lnTo>
                  <a:pt x="24115" y="13354"/>
                </a:lnTo>
                <a:lnTo>
                  <a:pt x="24115" y="13354"/>
                </a:lnTo>
                <a:lnTo>
                  <a:pt x="24114" y="13354"/>
                </a:lnTo>
                <a:lnTo>
                  <a:pt x="24114" y="13354"/>
                </a:lnTo>
                <a:lnTo>
                  <a:pt x="24114" y="13354"/>
                </a:lnTo>
                <a:lnTo>
                  <a:pt x="24113" y="13354"/>
                </a:lnTo>
                <a:lnTo>
                  <a:pt x="24113" y="13354"/>
                </a:lnTo>
                <a:lnTo>
                  <a:pt x="24113" y="13354"/>
                </a:lnTo>
                <a:lnTo>
                  <a:pt x="24113" y="13354"/>
                </a:lnTo>
                <a:lnTo>
                  <a:pt x="24112" y="13354"/>
                </a:lnTo>
                <a:lnTo>
                  <a:pt x="24112" y="13354"/>
                </a:lnTo>
                <a:lnTo>
                  <a:pt x="24112" y="13354"/>
                </a:lnTo>
                <a:lnTo>
                  <a:pt x="24111" y="13354"/>
                </a:lnTo>
                <a:lnTo>
                  <a:pt x="24111" y="13354"/>
                </a:lnTo>
                <a:lnTo>
                  <a:pt x="24111" y="13354"/>
                </a:lnTo>
                <a:lnTo>
                  <a:pt x="24111" y="13354"/>
                </a:lnTo>
                <a:lnTo>
                  <a:pt x="24110" y="13354"/>
                </a:lnTo>
                <a:lnTo>
                  <a:pt x="24110" y="13354"/>
                </a:lnTo>
                <a:lnTo>
                  <a:pt x="24110" y="13354"/>
                </a:lnTo>
                <a:lnTo>
                  <a:pt x="24109" y="13354"/>
                </a:lnTo>
                <a:lnTo>
                  <a:pt x="24109" y="13354"/>
                </a:lnTo>
                <a:lnTo>
                  <a:pt x="24109" y="13354"/>
                </a:lnTo>
                <a:lnTo>
                  <a:pt x="24109" y="13354"/>
                </a:lnTo>
                <a:lnTo>
                  <a:pt x="24108" y="13354"/>
                </a:lnTo>
                <a:lnTo>
                  <a:pt x="24108" y="13354"/>
                </a:lnTo>
                <a:lnTo>
                  <a:pt x="24108" y="13354"/>
                </a:lnTo>
                <a:lnTo>
                  <a:pt x="24108" y="13354"/>
                </a:lnTo>
                <a:lnTo>
                  <a:pt x="24107" y="13354"/>
                </a:lnTo>
                <a:lnTo>
                  <a:pt x="24107" y="13354"/>
                </a:lnTo>
                <a:lnTo>
                  <a:pt x="24107" y="13354"/>
                </a:lnTo>
                <a:lnTo>
                  <a:pt x="24106" y="13354"/>
                </a:lnTo>
                <a:lnTo>
                  <a:pt x="24106" y="13354"/>
                </a:lnTo>
                <a:lnTo>
                  <a:pt x="24106" y="13354"/>
                </a:lnTo>
                <a:lnTo>
                  <a:pt x="24106" y="13354"/>
                </a:lnTo>
                <a:lnTo>
                  <a:pt x="24105" y="13354"/>
                </a:lnTo>
                <a:lnTo>
                  <a:pt x="24105" y="13354"/>
                </a:lnTo>
                <a:lnTo>
                  <a:pt x="24105" y="13354"/>
                </a:lnTo>
                <a:lnTo>
                  <a:pt x="24104" y="13354"/>
                </a:lnTo>
                <a:lnTo>
                  <a:pt x="24104" y="13354"/>
                </a:lnTo>
                <a:lnTo>
                  <a:pt x="24104" y="13354"/>
                </a:lnTo>
                <a:lnTo>
                  <a:pt x="24104" y="13354"/>
                </a:lnTo>
                <a:lnTo>
                  <a:pt x="24103" y="13354"/>
                </a:lnTo>
                <a:lnTo>
                  <a:pt x="24103" y="13354"/>
                </a:lnTo>
                <a:lnTo>
                  <a:pt x="24103" y="13354"/>
                </a:lnTo>
                <a:lnTo>
                  <a:pt x="24103" y="13354"/>
                </a:lnTo>
                <a:lnTo>
                  <a:pt x="24102" y="13354"/>
                </a:lnTo>
                <a:lnTo>
                  <a:pt x="24102" y="13354"/>
                </a:lnTo>
                <a:lnTo>
                  <a:pt x="24102" y="13354"/>
                </a:lnTo>
                <a:lnTo>
                  <a:pt x="24101" y="13354"/>
                </a:lnTo>
                <a:lnTo>
                  <a:pt x="24101" y="13354"/>
                </a:lnTo>
                <a:lnTo>
                  <a:pt x="24101" y="13354"/>
                </a:lnTo>
                <a:lnTo>
                  <a:pt x="24101" y="13354"/>
                </a:lnTo>
                <a:lnTo>
                  <a:pt x="24100" y="13354"/>
                </a:lnTo>
                <a:lnTo>
                  <a:pt x="24100" y="13354"/>
                </a:lnTo>
                <a:lnTo>
                  <a:pt x="24100" y="13354"/>
                </a:lnTo>
                <a:lnTo>
                  <a:pt x="24099" y="13354"/>
                </a:lnTo>
                <a:lnTo>
                  <a:pt x="24099" y="13354"/>
                </a:lnTo>
                <a:lnTo>
                  <a:pt x="24099" y="13354"/>
                </a:lnTo>
                <a:lnTo>
                  <a:pt x="24099" y="13354"/>
                </a:lnTo>
                <a:lnTo>
                  <a:pt x="24098" y="13354"/>
                </a:lnTo>
                <a:lnTo>
                  <a:pt x="24098" y="13354"/>
                </a:lnTo>
                <a:lnTo>
                  <a:pt x="24098" y="13354"/>
                </a:lnTo>
                <a:lnTo>
                  <a:pt x="24098" y="13354"/>
                </a:lnTo>
                <a:lnTo>
                  <a:pt x="24097" y="13354"/>
                </a:lnTo>
                <a:lnTo>
                  <a:pt x="24097" y="13354"/>
                </a:lnTo>
                <a:lnTo>
                  <a:pt x="24097" y="13354"/>
                </a:lnTo>
                <a:lnTo>
                  <a:pt x="24096" y="13354"/>
                </a:lnTo>
                <a:lnTo>
                  <a:pt x="24096" y="13354"/>
                </a:lnTo>
                <a:lnTo>
                  <a:pt x="24096" y="13354"/>
                </a:lnTo>
                <a:lnTo>
                  <a:pt x="24096" y="13354"/>
                </a:lnTo>
                <a:lnTo>
                  <a:pt x="24095" y="13354"/>
                </a:lnTo>
                <a:lnTo>
                  <a:pt x="24095" y="13354"/>
                </a:lnTo>
                <a:lnTo>
                  <a:pt x="24095" y="13354"/>
                </a:lnTo>
                <a:lnTo>
                  <a:pt x="24094" y="13354"/>
                </a:lnTo>
                <a:lnTo>
                  <a:pt x="24094" y="13354"/>
                </a:lnTo>
                <a:lnTo>
                  <a:pt x="24094" y="13354"/>
                </a:lnTo>
                <a:lnTo>
                  <a:pt x="24094" y="13354"/>
                </a:lnTo>
                <a:lnTo>
                  <a:pt x="24093" y="13354"/>
                </a:lnTo>
                <a:lnTo>
                  <a:pt x="24093" y="13354"/>
                </a:lnTo>
                <a:lnTo>
                  <a:pt x="24093" y="13354"/>
                </a:lnTo>
                <a:lnTo>
                  <a:pt x="24093" y="13354"/>
                </a:lnTo>
                <a:lnTo>
                  <a:pt x="24092" y="13354"/>
                </a:lnTo>
                <a:lnTo>
                  <a:pt x="24092" y="13354"/>
                </a:lnTo>
                <a:lnTo>
                  <a:pt x="24092" y="13354"/>
                </a:lnTo>
                <a:lnTo>
                  <a:pt x="24091" y="13354"/>
                </a:lnTo>
                <a:lnTo>
                  <a:pt x="24091" y="13354"/>
                </a:lnTo>
                <a:lnTo>
                  <a:pt x="24091" y="13354"/>
                </a:lnTo>
                <a:lnTo>
                  <a:pt x="24091" y="13354"/>
                </a:lnTo>
                <a:lnTo>
                  <a:pt x="24090" y="13354"/>
                </a:lnTo>
                <a:lnTo>
                  <a:pt x="24090" y="13354"/>
                </a:lnTo>
                <a:lnTo>
                  <a:pt x="24090" y="13354"/>
                </a:lnTo>
                <a:lnTo>
                  <a:pt x="24089" y="13354"/>
                </a:lnTo>
                <a:lnTo>
                  <a:pt x="24089" y="13354"/>
                </a:lnTo>
                <a:lnTo>
                  <a:pt x="24089" y="13354"/>
                </a:lnTo>
                <a:lnTo>
                  <a:pt x="24089" y="13354"/>
                </a:lnTo>
                <a:lnTo>
                  <a:pt x="24088" y="13354"/>
                </a:lnTo>
                <a:lnTo>
                  <a:pt x="24088" y="13354"/>
                </a:lnTo>
                <a:lnTo>
                  <a:pt x="24088" y="13354"/>
                </a:lnTo>
                <a:lnTo>
                  <a:pt x="24088" y="13354"/>
                </a:lnTo>
                <a:lnTo>
                  <a:pt x="24087" y="13354"/>
                </a:lnTo>
                <a:lnTo>
                  <a:pt x="24087" y="13354"/>
                </a:lnTo>
                <a:lnTo>
                  <a:pt x="24087" y="13354"/>
                </a:lnTo>
                <a:lnTo>
                  <a:pt x="24086" y="13354"/>
                </a:lnTo>
                <a:lnTo>
                  <a:pt x="24086" y="13354"/>
                </a:lnTo>
                <a:lnTo>
                  <a:pt x="24086" y="13354"/>
                </a:lnTo>
                <a:lnTo>
                  <a:pt x="24086" y="13354"/>
                </a:lnTo>
                <a:lnTo>
                  <a:pt x="24085" y="13354"/>
                </a:lnTo>
                <a:lnTo>
                  <a:pt x="24085" y="13354"/>
                </a:lnTo>
                <a:lnTo>
                  <a:pt x="24085" y="13354"/>
                </a:lnTo>
                <a:lnTo>
                  <a:pt x="24085" y="13354"/>
                </a:lnTo>
                <a:lnTo>
                  <a:pt x="24084" y="13354"/>
                </a:lnTo>
                <a:lnTo>
                  <a:pt x="24084" y="13354"/>
                </a:lnTo>
                <a:lnTo>
                  <a:pt x="24084" y="13354"/>
                </a:lnTo>
                <a:lnTo>
                  <a:pt x="24083" y="13354"/>
                </a:lnTo>
                <a:lnTo>
                  <a:pt x="24083" y="13354"/>
                </a:lnTo>
                <a:lnTo>
                  <a:pt x="24083" y="13354"/>
                </a:lnTo>
                <a:lnTo>
                  <a:pt x="24083" y="13354"/>
                </a:lnTo>
                <a:lnTo>
                  <a:pt x="24082" y="13354"/>
                </a:lnTo>
                <a:lnTo>
                  <a:pt x="24082" y="13354"/>
                </a:lnTo>
                <a:lnTo>
                  <a:pt x="24082" y="13354"/>
                </a:lnTo>
                <a:lnTo>
                  <a:pt x="24081" y="13354"/>
                </a:lnTo>
                <a:lnTo>
                  <a:pt x="24081" y="13354"/>
                </a:lnTo>
                <a:lnTo>
                  <a:pt x="24081" y="13354"/>
                </a:lnTo>
                <a:lnTo>
                  <a:pt x="24081" y="13354"/>
                </a:lnTo>
                <a:lnTo>
                  <a:pt x="24080" y="13354"/>
                </a:lnTo>
                <a:lnTo>
                  <a:pt x="24080" y="13354"/>
                </a:lnTo>
                <a:lnTo>
                  <a:pt x="24080" y="13354"/>
                </a:lnTo>
                <a:lnTo>
                  <a:pt x="24080" y="13354"/>
                </a:lnTo>
                <a:lnTo>
                  <a:pt x="24079" y="13354"/>
                </a:lnTo>
                <a:lnTo>
                  <a:pt x="24079" y="13354"/>
                </a:lnTo>
                <a:lnTo>
                  <a:pt x="24079" y="13354"/>
                </a:lnTo>
                <a:lnTo>
                  <a:pt x="24078" y="13354"/>
                </a:lnTo>
                <a:lnTo>
                  <a:pt x="24078" y="13354"/>
                </a:lnTo>
                <a:lnTo>
                  <a:pt x="24078" y="13354"/>
                </a:lnTo>
                <a:lnTo>
                  <a:pt x="24078" y="13354"/>
                </a:lnTo>
                <a:lnTo>
                  <a:pt x="24077" y="13354"/>
                </a:lnTo>
                <a:lnTo>
                  <a:pt x="24077" y="13354"/>
                </a:lnTo>
                <a:lnTo>
                  <a:pt x="24077" y="13354"/>
                </a:lnTo>
                <a:lnTo>
                  <a:pt x="24077" y="13354"/>
                </a:lnTo>
                <a:lnTo>
                  <a:pt x="24076" y="13354"/>
                </a:lnTo>
                <a:lnTo>
                  <a:pt x="24076" y="13354"/>
                </a:lnTo>
                <a:lnTo>
                  <a:pt x="24076" y="13354"/>
                </a:lnTo>
                <a:lnTo>
                  <a:pt x="24075" y="13354"/>
                </a:lnTo>
                <a:lnTo>
                  <a:pt x="24075" y="13354"/>
                </a:lnTo>
                <a:lnTo>
                  <a:pt x="24075" y="13354"/>
                </a:lnTo>
                <a:lnTo>
                  <a:pt x="24075" y="13354"/>
                </a:lnTo>
                <a:lnTo>
                  <a:pt x="24074" y="13354"/>
                </a:lnTo>
                <a:lnTo>
                  <a:pt x="24074" y="13354"/>
                </a:lnTo>
                <a:lnTo>
                  <a:pt x="24074" y="13354"/>
                </a:lnTo>
                <a:lnTo>
                  <a:pt x="24073" y="13354"/>
                </a:lnTo>
                <a:lnTo>
                  <a:pt x="24073" y="13354"/>
                </a:lnTo>
                <a:lnTo>
                  <a:pt x="24073" y="13354"/>
                </a:lnTo>
                <a:lnTo>
                  <a:pt x="24073" y="13354"/>
                </a:lnTo>
                <a:lnTo>
                  <a:pt x="24072" y="13354"/>
                </a:lnTo>
                <a:lnTo>
                  <a:pt x="24072" y="13354"/>
                </a:lnTo>
                <a:lnTo>
                  <a:pt x="24072" y="13354"/>
                </a:lnTo>
                <a:lnTo>
                  <a:pt x="24072" y="13354"/>
                </a:lnTo>
                <a:lnTo>
                  <a:pt x="24071" y="13354"/>
                </a:lnTo>
                <a:lnTo>
                  <a:pt x="24071" y="13354"/>
                </a:lnTo>
                <a:lnTo>
                  <a:pt x="24071" y="13354"/>
                </a:lnTo>
                <a:lnTo>
                  <a:pt x="24070" y="13354"/>
                </a:lnTo>
                <a:lnTo>
                  <a:pt x="24070" y="13354"/>
                </a:lnTo>
                <a:lnTo>
                  <a:pt x="24070" y="13354"/>
                </a:lnTo>
                <a:lnTo>
                  <a:pt x="24070" y="13354"/>
                </a:lnTo>
                <a:lnTo>
                  <a:pt x="24069" y="13354"/>
                </a:lnTo>
                <a:lnTo>
                  <a:pt x="24069" y="13354"/>
                </a:lnTo>
                <a:lnTo>
                  <a:pt x="24069" y="13354"/>
                </a:lnTo>
                <a:lnTo>
                  <a:pt x="24069" y="13354"/>
                </a:lnTo>
                <a:lnTo>
                  <a:pt x="24068" y="13354"/>
                </a:lnTo>
                <a:lnTo>
                  <a:pt x="24068" y="13354"/>
                </a:lnTo>
                <a:lnTo>
                  <a:pt x="24068" y="13354"/>
                </a:lnTo>
                <a:lnTo>
                  <a:pt x="24067" y="13354"/>
                </a:lnTo>
                <a:lnTo>
                  <a:pt x="24067" y="13354"/>
                </a:lnTo>
                <a:lnTo>
                  <a:pt x="24067" y="13354"/>
                </a:lnTo>
                <a:lnTo>
                  <a:pt x="24067" y="13354"/>
                </a:lnTo>
                <a:lnTo>
                  <a:pt x="24066" y="13354"/>
                </a:lnTo>
                <a:lnTo>
                  <a:pt x="24066" y="13354"/>
                </a:lnTo>
                <a:lnTo>
                  <a:pt x="24066" y="13354"/>
                </a:lnTo>
                <a:lnTo>
                  <a:pt x="24065" y="13354"/>
                </a:lnTo>
                <a:lnTo>
                  <a:pt x="24065" y="13354"/>
                </a:lnTo>
                <a:lnTo>
                  <a:pt x="24065" y="13354"/>
                </a:lnTo>
                <a:lnTo>
                  <a:pt x="24065" y="13354"/>
                </a:lnTo>
                <a:lnTo>
                  <a:pt x="24064" y="13354"/>
                </a:lnTo>
                <a:lnTo>
                  <a:pt x="24064" y="13354"/>
                </a:lnTo>
                <a:lnTo>
                  <a:pt x="24064" y="13354"/>
                </a:lnTo>
                <a:lnTo>
                  <a:pt x="24064" y="13354"/>
                </a:lnTo>
                <a:lnTo>
                  <a:pt x="24063" y="13354"/>
                </a:lnTo>
                <a:lnTo>
                  <a:pt x="24063" y="13354"/>
                </a:lnTo>
                <a:lnTo>
                  <a:pt x="24063" y="13354"/>
                </a:lnTo>
                <a:lnTo>
                  <a:pt x="24062" y="13354"/>
                </a:lnTo>
                <a:lnTo>
                  <a:pt x="24062" y="13354"/>
                </a:lnTo>
                <a:lnTo>
                  <a:pt x="24062" y="13354"/>
                </a:lnTo>
                <a:lnTo>
                  <a:pt x="24062" y="13354"/>
                </a:lnTo>
                <a:lnTo>
                  <a:pt x="24061" y="13354"/>
                </a:lnTo>
                <a:lnTo>
                  <a:pt x="24061" y="13354"/>
                </a:lnTo>
                <a:lnTo>
                  <a:pt x="24061" y="13354"/>
                </a:lnTo>
                <a:lnTo>
                  <a:pt x="24061" y="13354"/>
                </a:lnTo>
                <a:lnTo>
                  <a:pt x="24060" y="13354"/>
                </a:lnTo>
                <a:lnTo>
                  <a:pt x="24060" y="13354"/>
                </a:lnTo>
                <a:lnTo>
                  <a:pt x="24060" y="13354"/>
                </a:lnTo>
                <a:lnTo>
                  <a:pt x="24059" y="13354"/>
                </a:lnTo>
                <a:lnTo>
                  <a:pt x="24059" y="13354"/>
                </a:lnTo>
                <a:lnTo>
                  <a:pt x="24059" y="13354"/>
                </a:lnTo>
                <a:lnTo>
                  <a:pt x="24059" y="13354"/>
                </a:lnTo>
                <a:lnTo>
                  <a:pt x="24058" y="13354"/>
                </a:lnTo>
                <a:lnTo>
                  <a:pt x="24058" y="13354"/>
                </a:lnTo>
                <a:lnTo>
                  <a:pt x="24058" y="13354"/>
                </a:lnTo>
                <a:lnTo>
                  <a:pt x="24058" y="13354"/>
                </a:lnTo>
                <a:lnTo>
                  <a:pt x="24057" y="13354"/>
                </a:lnTo>
                <a:lnTo>
                  <a:pt x="24057" y="13354"/>
                </a:lnTo>
                <a:lnTo>
                  <a:pt x="24057" y="13354"/>
                </a:lnTo>
                <a:lnTo>
                  <a:pt x="24056" y="13354"/>
                </a:lnTo>
                <a:lnTo>
                  <a:pt x="24056" y="13354"/>
                </a:lnTo>
                <a:lnTo>
                  <a:pt x="24056" y="13354"/>
                </a:lnTo>
                <a:lnTo>
                  <a:pt x="24056" y="13354"/>
                </a:lnTo>
                <a:lnTo>
                  <a:pt x="24055" y="13354"/>
                </a:lnTo>
                <a:lnTo>
                  <a:pt x="24055" y="13354"/>
                </a:lnTo>
                <a:lnTo>
                  <a:pt x="24055" y="13354"/>
                </a:lnTo>
                <a:lnTo>
                  <a:pt x="24054" y="13354"/>
                </a:lnTo>
                <a:lnTo>
                  <a:pt x="24054" y="13354"/>
                </a:lnTo>
                <a:lnTo>
                  <a:pt x="24054" y="13354"/>
                </a:lnTo>
                <a:lnTo>
                  <a:pt x="24054" y="13354"/>
                </a:lnTo>
                <a:lnTo>
                  <a:pt x="24053" y="13354"/>
                </a:lnTo>
                <a:lnTo>
                  <a:pt x="24053" y="13354"/>
                </a:lnTo>
                <a:lnTo>
                  <a:pt x="24053" y="13354"/>
                </a:lnTo>
                <a:lnTo>
                  <a:pt x="24053" y="13354"/>
                </a:lnTo>
                <a:lnTo>
                  <a:pt x="24052" y="13354"/>
                </a:lnTo>
                <a:lnTo>
                  <a:pt x="24052" y="13354"/>
                </a:lnTo>
                <a:lnTo>
                  <a:pt x="24052" y="13354"/>
                </a:lnTo>
                <a:lnTo>
                  <a:pt x="24051" y="13354"/>
                </a:lnTo>
                <a:lnTo>
                  <a:pt x="24051" y="13354"/>
                </a:lnTo>
                <a:lnTo>
                  <a:pt x="24051" y="13354"/>
                </a:lnTo>
                <a:lnTo>
                  <a:pt x="24051" y="13354"/>
                </a:lnTo>
                <a:lnTo>
                  <a:pt x="24050" y="13354"/>
                </a:lnTo>
                <a:lnTo>
                  <a:pt x="24050" y="13354"/>
                </a:lnTo>
                <a:lnTo>
                  <a:pt x="24050" y="13354"/>
                </a:lnTo>
                <a:lnTo>
                  <a:pt x="24050" y="13354"/>
                </a:lnTo>
                <a:lnTo>
                  <a:pt x="24049" y="13354"/>
                </a:lnTo>
                <a:lnTo>
                  <a:pt x="24049" y="13354"/>
                </a:lnTo>
                <a:lnTo>
                  <a:pt x="24049" y="13354"/>
                </a:lnTo>
                <a:lnTo>
                  <a:pt x="24048" y="13354"/>
                </a:lnTo>
                <a:lnTo>
                  <a:pt x="24048" y="13354"/>
                </a:lnTo>
                <a:lnTo>
                  <a:pt x="24048" y="13354"/>
                </a:lnTo>
                <a:lnTo>
                  <a:pt x="24048" y="13354"/>
                </a:lnTo>
                <a:lnTo>
                  <a:pt x="24047" y="13354"/>
                </a:lnTo>
                <a:lnTo>
                  <a:pt x="24047" y="13354"/>
                </a:lnTo>
                <a:lnTo>
                  <a:pt x="24047" y="13354"/>
                </a:lnTo>
                <a:lnTo>
                  <a:pt x="24047" y="13354"/>
                </a:lnTo>
                <a:lnTo>
                  <a:pt x="24046" y="13354"/>
                </a:lnTo>
                <a:lnTo>
                  <a:pt x="24046" y="13354"/>
                </a:lnTo>
                <a:lnTo>
                  <a:pt x="24046" y="13354"/>
                </a:lnTo>
                <a:lnTo>
                  <a:pt x="24045" y="13354"/>
                </a:lnTo>
                <a:lnTo>
                  <a:pt x="24045" y="13354"/>
                </a:lnTo>
                <a:lnTo>
                  <a:pt x="24045" y="13354"/>
                </a:lnTo>
                <a:lnTo>
                  <a:pt x="24045" y="13354"/>
                </a:lnTo>
                <a:lnTo>
                  <a:pt x="24044" y="13354"/>
                </a:lnTo>
                <a:lnTo>
                  <a:pt x="24044" y="13354"/>
                </a:lnTo>
                <a:lnTo>
                  <a:pt x="24044" y="13354"/>
                </a:lnTo>
                <a:lnTo>
                  <a:pt x="24044" y="13354"/>
                </a:lnTo>
                <a:lnTo>
                  <a:pt x="24043" y="13354"/>
                </a:lnTo>
                <a:lnTo>
                  <a:pt x="24043" y="13354"/>
                </a:lnTo>
                <a:lnTo>
                  <a:pt x="24043" y="13354"/>
                </a:lnTo>
                <a:lnTo>
                  <a:pt x="24042" y="13354"/>
                </a:lnTo>
                <a:lnTo>
                  <a:pt x="24042" y="13354"/>
                </a:lnTo>
                <a:lnTo>
                  <a:pt x="24042" y="13354"/>
                </a:lnTo>
                <a:lnTo>
                  <a:pt x="24042" y="13354"/>
                </a:lnTo>
                <a:lnTo>
                  <a:pt x="24041" y="13354"/>
                </a:lnTo>
                <a:lnTo>
                  <a:pt x="24041" y="13354"/>
                </a:lnTo>
                <a:lnTo>
                  <a:pt x="24041" y="13354"/>
                </a:lnTo>
                <a:lnTo>
                  <a:pt x="24041" y="13354"/>
                </a:lnTo>
                <a:lnTo>
                  <a:pt x="24040" y="13354"/>
                </a:lnTo>
                <a:lnTo>
                  <a:pt x="24040" y="13354"/>
                </a:lnTo>
                <a:lnTo>
                  <a:pt x="24040" y="13354"/>
                </a:lnTo>
                <a:lnTo>
                  <a:pt x="24039" y="13354"/>
                </a:lnTo>
                <a:lnTo>
                  <a:pt x="24039" y="13354"/>
                </a:lnTo>
                <a:lnTo>
                  <a:pt x="24039" y="13354"/>
                </a:lnTo>
                <a:lnTo>
                  <a:pt x="24039" y="13354"/>
                </a:lnTo>
                <a:lnTo>
                  <a:pt x="24038" y="13354"/>
                </a:lnTo>
                <a:lnTo>
                  <a:pt x="24038" y="13354"/>
                </a:lnTo>
                <a:lnTo>
                  <a:pt x="24038" y="13354"/>
                </a:lnTo>
                <a:lnTo>
                  <a:pt x="24038" y="13354"/>
                </a:lnTo>
                <a:lnTo>
                  <a:pt x="24037" y="13354"/>
                </a:lnTo>
                <a:lnTo>
                  <a:pt x="24037" y="13354"/>
                </a:lnTo>
                <a:lnTo>
                  <a:pt x="24037" y="13354"/>
                </a:lnTo>
                <a:lnTo>
                  <a:pt x="24036" y="13354"/>
                </a:lnTo>
                <a:lnTo>
                  <a:pt x="24036" y="13354"/>
                </a:lnTo>
                <a:lnTo>
                  <a:pt x="24036" y="13354"/>
                </a:lnTo>
                <a:lnTo>
                  <a:pt x="24036" y="13354"/>
                </a:lnTo>
                <a:lnTo>
                  <a:pt x="24035" y="13354"/>
                </a:lnTo>
                <a:lnTo>
                  <a:pt x="24035" y="13354"/>
                </a:lnTo>
                <a:lnTo>
                  <a:pt x="24035" y="13354"/>
                </a:lnTo>
                <a:lnTo>
                  <a:pt x="24035" y="13354"/>
                </a:lnTo>
                <a:lnTo>
                  <a:pt x="24034" y="13354"/>
                </a:lnTo>
                <a:lnTo>
                  <a:pt x="24034" y="13354"/>
                </a:lnTo>
                <a:lnTo>
                  <a:pt x="24034" y="13354"/>
                </a:lnTo>
                <a:lnTo>
                  <a:pt x="24033" y="13354"/>
                </a:lnTo>
                <a:lnTo>
                  <a:pt x="24033" y="13354"/>
                </a:lnTo>
                <a:lnTo>
                  <a:pt x="24033" y="13354"/>
                </a:lnTo>
                <a:lnTo>
                  <a:pt x="24033" y="13354"/>
                </a:lnTo>
                <a:lnTo>
                  <a:pt x="24032" y="13354"/>
                </a:lnTo>
                <a:lnTo>
                  <a:pt x="24032" y="13354"/>
                </a:lnTo>
                <a:lnTo>
                  <a:pt x="24032" y="13354"/>
                </a:lnTo>
                <a:lnTo>
                  <a:pt x="24032" y="13354"/>
                </a:lnTo>
                <a:lnTo>
                  <a:pt x="24031" y="13354"/>
                </a:lnTo>
                <a:lnTo>
                  <a:pt x="24031" y="13354"/>
                </a:lnTo>
                <a:lnTo>
                  <a:pt x="24031" y="13354"/>
                </a:lnTo>
                <a:lnTo>
                  <a:pt x="24030" y="13354"/>
                </a:lnTo>
                <a:lnTo>
                  <a:pt x="24030" y="13354"/>
                </a:lnTo>
                <a:lnTo>
                  <a:pt x="24030" y="13354"/>
                </a:lnTo>
                <a:lnTo>
                  <a:pt x="24030" y="13354"/>
                </a:lnTo>
                <a:lnTo>
                  <a:pt x="24029" y="13354"/>
                </a:lnTo>
                <a:lnTo>
                  <a:pt x="24029" y="13354"/>
                </a:lnTo>
                <a:lnTo>
                  <a:pt x="24029" y="13354"/>
                </a:lnTo>
                <a:lnTo>
                  <a:pt x="24029" y="13354"/>
                </a:lnTo>
                <a:lnTo>
                  <a:pt x="24028" y="13354"/>
                </a:lnTo>
                <a:lnTo>
                  <a:pt x="24028" y="13354"/>
                </a:lnTo>
                <a:lnTo>
                  <a:pt x="24028" y="13354"/>
                </a:lnTo>
                <a:lnTo>
                  <a:pt x="24027" y="13354"/>
                </a:lnTo>
                <a:lnTo>
                  <a:pt x="24027" y="13354"/>
                </a:lnTo>
                <a:lnTo>
                  <a:pt x="24027" y="13354"/>
                </a:lnTo>
                <a:lnTo>
                  <a:pt x="24027" y="13354"/>
                </a:lnTo>
                <a:lnTo>
                  <a:pt x="24026" y="13354"/>
                </a:lnTo>
                <a:lnTo>
                  <a:pt x="24026" y="13354"/>
                </a:lnTo>
                <a:lnTo>
                  <a:pt x="24026" y="13354"/>
                </a:lnTo>
                <a:lnTo>
                  <a:pt x="24026" y="13354"/>
                </a:lnTo>
                <a:lnTo>
                  <a:pt x="24025" y="13354"/>
                </a:lnTo>
                <a:lnTo>
                  <a:pt x="24025" y="13354"/>
                </a:lnTo>
                <a:lnTo>
                  <a:pt x="24025" y="13354"/>
                </a:lnTo>
                <a:lnTo>
                  <a:pt x="24024" y="13354"/>
                </a:lnTo>
                <a:lnTo>
                  <a:pt x="24024" y="13354"/>
                </a:lnTo>
                <a:lnTo>
                  <a:pt x="24024" y="13354"/>
                </a:lnTo>
                <a:lnTo>
                  <a:pt x="24024" y="13354"/>
                </a:lnTo>
                <a:lnTo>
                  <a:pt x="24023" y="13354"/>
                </a:lnTo>
                <a:lnTo>
                  <a:pt x="24023" y="13354"/>
                </a:lnTo>
                <a:lnTo>
                  <a:pt x="24023" y="13354"/>
                </a:lnTo>
                <a:lnTo>
                  <a:pt x="24023" y="13354"/>
                </a:lnTo>
                <a:lnTo>
                  <a:pt x="24022" y="13354"/>
                </a:lnTo>
                <a:lnTo>
                  <a:pt x="24022" y="13354"/>
                </a:lnTo>
                <a:lnTo>
                  <a:pt x="24022" y="13354"/>
                </a:lnTo>
                <a:lnTo>
                  <a:pt x="24021" y="13354"/>
                </a:lnTo>
                <a:lnTo>
                  <a:pt x="24021" y="13354"/>
                </a:lnTo>
                <a:lnTo>
                  <a:pt x="24021" y="13354"/>
                </a:lnTo>
                <a:lnTo>
                  <a:pt x="24021" y="13354"/>
                </a:lnTo>
                <a:lnTo>
                  <a:pt x="24020" y="13354"/>
                </a:lnTo>
                <a:lnTo>
                  <a:pt x="24020" y="13354"/>
                </a:lnTo>
                <a:lnTo>
                  <a:pt x="24020" y="13354"/>
                </a:lnTo>
                <a:lnTo>
                  <a:pt x="24020" y="13354"/>
                </a:lnTo>
                <a:lnTo>
                  <a:pt x="24019" y="13354"/>
                </a:lnTo>
                <a:lnTo>
                  <a:pt x="24019" y="13354"/>
                </a:lnTo>
                <a:lnTo>
                  <a:pt x="24019" y="13354"/>
                </a:lnTo>
                <a:lnTo>
                  <a:pt x="24018" y="13354"/>
                </a:lnTo>
                <a:lnTo>
                  <a:pt x="24018" y="13354"/>
                </a:lnTo>
                <a:lnTo>
                  <a:pt x="24018" y="13354"/>
                </a:lnTo>
                <a:lnTo>
                  <a:pt x="24018" y="13354"/>
                </a:lnTo>
                <a:lnTo>
                  <a:pt x="24017" y="13354"/>
                </a:lnTo>
                <a:lnTo>
                  <a:pt x="24017" y="13354"/>
                </a:lnTo>
                <a:lnTo>
                  <a:pt x="24017" y="13354"/>
                </a:lnTo>
                <a:lnTo>
                  <a:pt x="24017" y="13354"/>
                </a:lnTo>
                <a:lnTo>
                  <a:pt x="24016" y="13354"/>
                </a:lnTo>
                <a:lnTo>
                  <a:pt x="24016" y="13354"/>
                </a:lnTo>
                <a:lnTo>
                  <a:pt x="24016" y="13354"/>
                </a:lnTo>
                <a:lnTo>
                  <a:pt x="24015" y="13354"/>
                </a:lnTo>
                <a:lnTo>
                  <a:pt x="24015" y="13354"/>
                </a:lnTo>
                <a:lnTo>
                  <a:pt x="24015" y="13354"/>
                </a:lnTo>
                <a:lnTo>
                  <a:pt x="24015" y="13354"/>
                </a:lnTo>
                <a:lnTo>
                  <a:pt x="24014" y="13354"/>
                </a:lnTo>
                <a:lnTo>
                  <a:pt x="24014" y="13354"/>
                </a:lnTo>
                <a:lnTo>
                  <a:pt x="24014" y="13354"/>
                </a:lnTo>
                <a:lnTo>
                  <a:pt x="24014" y="13354"/>
                </a:lnTo>
                <a:lnTo>
                  <a:pt x="24013" y="13354"/>
                </a:lnTo>
                <a:lnTo>
                  <a:pt x="24013" y="13354"/>
                </a:lnTo>
                <a:lnTo>
                  <a:pt x="24013" y="13354"/>
                </a:lnTo>
                <a:lnTo>
                  <a:pt x="24013" y="13354"/>
                </a:lnTo>
                <a:lnTo>
                  <a:pt x="24012" y="13354"/>
                </a:lnTo>
                <a:lnTo>
                  <a:pt x="24012" y="13354"/>
                </a:lnTo>
                <a:lnTo>
                  <a:pt x="24012" y="13354"/>
                </a:lnTo>
                <a:lnTo>
                  <a:pt x="24011" y="13354"/>
                </a:lnTo>
                <a:lnTo>
                  <a:pt x="24011" y="13354"/>
                </a:lnTo>
                <a:lnTo>
                  <a:pt x="24011" y="13354"/>
                </a:lnTo>
                <a:lnTo>
                  <a:pt x="24011" y="13354"/>
                </a:lnTo>
                <a:lnTo>
                  <a:pt x="24010" y="13354"/>
                </a:lnTo>
                <a:lnTo>
                  <a:pt x="24010" y="13354"/>
                </a:lnTo>
                <a:lnTo>
                  <a:pt x="24010" y="13354"/>
                </a:lnTo>
                <a:lnTo>
                  <a:pt x="24010" y="13354"/>
                </a:lnTo>
                <a:lnTo>
                  <a:pt x="24009" y="13354"/>
                </a:lnTo>
                <a:lnTo>
                  <a:pt x="24009" y="13354"/>
                </a:lnTo>
                <a:lnTo>
                  <a:pt x="24009" y="13354"/>
                </a:lnTo>
                <a:lnTo>
                  <a:pt x="24008" y="13354"/>
                </a:lnTo>
                <a:lnTo>
                  <a:pt x="24008" y="13354"/>
                </a:lnTo>
                <a:lnTo>
                  <a:pt x="24008" y="13354"/>
                </a:lnTo>
                <a:lnTo>
                  <a:pt x="24008" y="13354"/>
                </a:lnTo>
                <a:lnTo>
                  <a:pt x="24007" y="13354"/>
                </a:lnTo>
                <a:lnTo>
                  <a:pt x="24007" y="13354"/>
                </a:lnTo>
                <a:lnTo>
                  <a:pt x="24007" y="13354"/>
                </a:lnTo>
                <a:lnTo>
                  <a:pt x="24007" y="13354"/>
                </a:lnTo>
                <a:lnTo>
                  <a:pt x="24006" y="13354"/>
                </a:lnTo>
                <a:lnTo>
                  <a:pt x="24006" y="13354"/>
                </a:lnTo>
                <a:lnTo>
                  <a:pt x="24006" y="13354"/>
                </a:lnTo>
                <a:lnTo>
                  <a:pt x="24005" y="13354"/>
                </a:lnTo>
                <a:lnTo>
                  <a:pt x="24005" y="13354"/>
                </a:lnTo>
                <a:lnTo>
                  <a:pt x="24005" y="13354"/>
                </a:lnTo>
                <a:lnTo>
                  <a:pt x="24005" y="13354"/>
                </a:lnTo>
                <a:lnTo>
                  <a:pt x="24004" y="13354"/>
                </a:lnTo>
                <a:lnTo>
                  <a:pt x="24004" y="13354"/>
                </a:lnTo>
                <a:lnTo>
                  <a:pt x="24004" y="13354"/>
                </a:lnTo>
                <a:lnTo>
                  <a:pt x="24004" y="13354"/>
                </a:lnTo>
                <a:lnTo>
                  <a:pt x="24003" y="13354"/>
                </a:lnTo>
                <a:lnTo>
                  <a:pt x="24003" y="13354"/>
                </a:lnTo>
                <a:lnTo>
                  <a:pt x="24003" y="13354"/>
                </a:lnTo>
                <a:lnTo>
                  <a:pt x="24003" y="13354"/>
                </a:lnTo>
                <a:lnTo>
                  <a:pt x="24002" y="13354"/>
                </a:lnTo>
                <a:lnTo>
                  <a:pt x="24002" y="13354"/>
                </a:lnTo>
                <a:lnTo>
                  <a:pt x="24002" y="13354"/>
                </a:lnTo>
                <a:lnTo>
                  <a:pt x="24001" y="13354"/>
                </a:lnTo>
                <a:lnTo>
                  <a:pt x="24001" y="13354"/>
                </a:lnTo>
                <a:lnTo>
                  <a:pt x="24001" y="13354"/>
                </a:lnTo>
                <a:lnTo>
                  <a:pt x="24001" y="13354"/>
                </a:lnTo>
                <a:lnTo>
                  <a:pt x="24000" y="13354"/>
                </a:lnTo>
                <a:lnTo>
                  <a:pt x="24000" y="13354"/>
                </a:lnTo>
                <a:lnTo>
                  <a:pt x="24000" y="13354"/>
                </a:lnTo>
                <a:lnTo>
                  <a:pt x="24000" y="13354"/>
                </a:lnTo>
                <a:lnTo>
                  <a:pt x="23999" y="13354"/>
                </a:lnTo>
                <a:lnTo>
                  <a:pt x="23999" y="13354"/>
                </a:lnTo>
                <a:lnTo>
                  <a:pt x="23999" y="13354"/>
                </a:lnTo>
                <a:lnTo>
                  <a:pt x="23998" y="13354"/>
                </a:lnTo>
                <a:lnTo>
                  <a:pt x="23998" y="13354"/>
                </a:lnTo>
                <a:lnTo>
                  <a:pt x="23998" y="13354"/>
                </a:lnTo>
                <a:lnTo>
                  <a:pt x="23998" y="13354"/>
                </a:lnTo>
                <a:lnTo>
                  <a:pt x="23997" y="13354"/>
                </a:lnTo>
                <a:lnTo>
                  <a:pt x="23997" y="13354"/>
                </a:lnTo>
                <a:lnTo>
                  <a:pt x="23997" y="13354"/>
                </a:lnTo>
                <a:lnTo>
                  <a:pt x="23997" y="13354"/>
                </a:lnTo>
                <a:lnTo>
                  <a:pt x="23996" y="13354"/>
                </a:lnTo>
                <a:lnTo>
                  <a:pt x="23996" y="13354"/>
                </a:lnTo>
                <a:lnTo>
                  <a:pt x="23996" y="13354"/>
                </a:lnTo>
                <a:lnTo>
                  <a:pt x="23995" y="13354"/>
                </a:lnTo>
                <a:lnTo>
                  <a:pt x="23995" y="13354"/>
                </a:lnTo>
                <a:lnTo>
                  <a:pt x="23995" y="13354"/>
                </a:lnTo>
                <a:lnTo>
                  <a:pt x="23995" y="13354"/>
                </a:lnTo>
                <a:lnTo>
                  <a:pt x="23994" y="13354"/>
                </a:lnTo>
                <a:lnTo>
                  <a:pt x="23994" y="13354"/>
                </a:lnTo>
                <a:lnTo>
                  <a:pt x="23994" y="13354"/>
                </a:lnTo>
                <a:lnTo>
                  <a:pt x="23994" y="13354"/>
                </a:lnTo>
                <a:lnTo>
                  <a:pt x="23993" y="13354"/>
                </a:lnTo>
                <a:lnTo>
                  <a:pt x="23993" y="13354"/>
                </a:lnTo>
                <a:lnTo>
                  <a:pt x="23993" y="13354"/>
                </a:lnTo>
                <a:lnTo>
                  <a:pt x="23993" y="13354"/>
                </a:lnTo>
                <a:lnTo>
                  <a:pt x="23992" y="13354"/>
                </a:lnTo>
                <a:lnTo>
                  <a:pt x="23992" y="13354"/>
                </a:lnTo>
                <a:lnTo>
                  <a:pt x="23992" y="13354"/>
                </a:lnTo>
                <a:lnTo>
                  <a:pt x="23991" y="13354"/>
                </a:lnTo>
                <a:lnTo>
                  <a:pt x="23991" y="13354"/>
                </a:lnTo>
                <a:lnTo>
                  <a:pt x="23991" y="13354"/>
                </a:lnTo>
                <a:lnTo>
                  <a:pt x="23991" y="13354"/>
                </a:lnTo>
                <a:lnTo>
                  <a:pt x="23990" y="13354"/>
                </a:lnTo>
                <a:lnTo>
                  <a:pt x="23990" y="13354"/>
                </a:lnTo>
                <a:lnTo>
                  <a:pt x="23990" y="13354"/>
                </a:lnTo>
                <a:lnTo>
                  <a:pt x="23990" y="13354"/>
                </a:lnTo>
                <a:lnTo>
                  <a:pt x="23989" y="13354"/>
                </a:lnTo>
                <a:lnTo>
                  <a:pt x="23989" y="13354"/>
                </a:lnTo>
                <a:lnTo>
                  <a:pt x="23989" y="13354"/>
                </a:lnTo>
                <a:lnTo>
                  <a:pt x="23988" y="13354"/>
                </a:lnTo>
                <a:lnTo>
                  <a:pt x="23988" y="13354"/>
                </a:lnTo>
                <a:lnTo>
                  <a:pt x="23988" y="13354"/>
                </a:lnTo>
                <a:lnTo>
                  <a:pt x="23988" y="13354"/>
                </a:lnTo>
                <a:lnTo>
                  <a:pt x="23987" y="13354"/>
                </a:lnTo>
                <a:lnTo>
                  <a:pt x="23987" y="13354"/>
                </a:lnTo>
                <a:lnTo>
                  <a:pt x="23987" y="13354"/>
                </a:lnTo>
                <a:lnTo>
                  <a:pt x="23987" y="13354"/>
                </a:lnTo>
                <a:lnTo>
                  <a:pt x="23986" y="13354"/>
                </a:lnTo>
                <a:lnTo>
                  <a:pt x="23986" y="13354"/>
                </a:lnTo>
                <a:lnTo>
                  <a:pt x="23986" y="13354"/>
                </a:lnTo>
                <a:lnTo>
                  <a:pt x="23986" y="13354"/>
                </a:lnTo>
                <a:lnTo>
                  <a:pt x="23985" y="13354"/>
                </a:lnTo>
                <a:lnTo>
                  <a:pt x="23985" y="13354"/>
                </a:lnTo>
                <a:lnTo>
                  <a:pt x="23985" y="13354"/>
                </a:lnTo>
                <a:lnTo>
                  <a:pt x="23984" y="13354"/>
                </a:lnTo>
                <a:lnTo>
                  <a:pt x="23984" y="13354"/>
                </a:lnTo>
                <a:lnTo>
                  <a:pt x="23984" y="13354"/>
                </a:lnTo>
                <a:lnTo>
                  <a:pt x="23984" y="13354"/>
                </a:lnTo>
                <a:lnTo>
                  <a:pt x="23983" y="13354"/>
                </a:lnTo>
                <a:lnTo>
                  <a:pt x="23983" y="13354"/>
                </a:lnTo>
                <a:lnTo>
                  <a:pt x="23983" y="13354"/>
                </a:lnTo>
                <a:lnTo>
                  <a:pt x="23983" y="13354"/>
                </a:lnTo>
                <a:lnTo>
                  <a:pt x="23982" y="13354"/>
                </a:lnTo>
                <a:lnTo>
                  <a:pt x="23982" y="13354"/>
                </a:lnTo>
                <a:lnTo>
                  <a:pt x="23982" y="13354"/>
                </a:lnTo>
                <a:lnTo>
                  <a:pt x="23982" y="13354"/>
                </a:lnTo>
                <a:lnTo>
                  <a:pt x="23981" y="13354"/>
                </a:lnTo>
                <a:lnTo>
                  <a:pt x="23981" y="13354"/>
                </a:lnTo>
                <a:lnTo>
                  <a:pt x="23981" y="13354"/>
                </a:lnTo>
                <a:lnTo>
                  <a:pt x="23980" y="13354"/>
                </a:lnTo>
                <a:lnTo>
                  <a:pt x="23980" y="13354"/>
                </a:lnTo>
                <a:lnTo>
                  <a:pt x="23980" y="13354"/>
                </a:lnTo>
                <a:lnTo>
                  <a:pt x="23980" y="13354"/>
                </a:lnTo>
                <a:lnTo>
                  <a:pt x="23979" y="13354"/>
                </a:lnTo>
                <a:lnTo>
                  <a:pt x="23979" y="13354"/>
                </a:lnTo>
                <a:lnTo>
                  <a:pt x="23979" y="13354"/>
                </a:lnTo>
                <a:lnTo>
                  <a:pt x="23979" y="13354"/>
                </a:lnTo>
                <a:lnTo>
                  <a:pt x="23978" y="13354"/>
                </a:lnTo>
                <a:lnTo>
                  <a:pt x="23978" y="13354"/>
                </a:lnTo>
                <a:lnTo>
                  <a:pt x="23978" y="13354"/>
                </a:lnTo>
                <a:lnTo>
                  <a:pt x="23977" y="13354"/>
                </a:lnTo>
                <a:lnTo>
                  <a:pt x="23977" y="13354"/>
                </a:lnTo>
                <a:lnTo>
                  <a:pt x="23977" y="13354"/>
                </a:lnTo>
                <a:lnTo>
                  <a:pt x="23977" y="13354"/>
                </a:lnTo>
                <a:lnTo>
                  <a:pt x="23976" y="13354"/>
                </a:lnTo>
                <a:lnTo>
                  <a:pt x="23976" y="13354"/>
                </a:lnTo>
                <a:lnTo>
                  <a:pt x="23976" y="13354"/>
                </a:lnTo>
                <a:lnTo>
                  <a:pt x="23976" y="13354"/>
                </a:lnTo>
                <a:lnTo>
                  <a:pt x="23975" y="13354"/>
                </a:lnTo>
                <a:lnTo>
                  <a:pt x="23975" y="13354"/>
                </a:lnTo>
                <a:lnTo>
                  <a:pt x="23975" y="13354"/>
                </a:lnTo>
                <a:lnTo>
                  <a:pt x="23975" y="13354"/>
                </a:lnTo>
                <a:lnTo>
                  <a:pt x="23974" y="13354"/>
                </a:lnTo>
                <a:lnTo>
                  <a:pt x="23974" y="13354"/>
                </a:lnTo>
                <a:lnTo>
                  <a:pt x="23974" y="13354"/>
                </a:lnTo>
                <a:lnTo>
                  <a:pt x="23973" y="13354"/>
                </a:lnTo>
                <a:lnTo>
                  <a:pt x="23973" y="13354"/>
                </a:lnTo>
                <a:lnTo>
                  <a:pt x="23973" y="13354"/>
                </a:lnTo>
                <a:lnTo>
                  <a:pt x="23973" y="13354"/>
                </a:lnTo>
                <a:lnTo>
                  <a:pt x="23972" y="13354"/>
                </a:lnTo>
                <a:lnTo>
                  <a:pt x="23972" y="13354"/>
                </a:lnTo>
                <a:lnTo>
                  <a:pt x="23972" y="13354"/>
                </a:lnTo>
                <a:lnTo>
                  <a:pt x="23972" y="13354"/>
                </a:lnTo>
                <a:lnTo>
                  <a:pt x="23971" y="13354"/>
                </a:lnTo>
                <a:lnTo>
                  <a:pt x="23971" y="13354"/>
                </a:lnTo>
                <a:lnTo>
                  <a:pt x="23971" y="13354"/>
                </a:lnTo>
                <a:lnTo>
                  <a:pt x="23971" y="13354"/>
                </a:lnTo>
                <a:lnTo>
                  <a:pt x="23970" y="13354"/>
                </a:lnTo>
                <a:lnTo>
                  <a:pt x="23970" y="13354"/>
                </a:lnTo>
                <a:lnTo>
                  <a:pt x="23970" y="13354"/>
                </a:lnTo>
                <a:lnTo>
                  <a:pt x="23969" y="13354"/>
                </a:lnTo>
                <a:lnTo>
                  <a:pt x="23969" y="13354"/>
                </a:lnTo>
                <a:lnTo>
                  <a:pt x="23969" y="13354"/>
                </a:lnTo>
                <a:lnTo>
                  <a:pt x="23969" y="13354"/>
                </a:lnTo>
                <a:lnTo>
                  <a:pt x="23968" y="13354"/>
                </a:lnTo>
                <a:lnTo>
                  <a:pt x="23968" y="13354"/>
                </a:lnTo>
                <a:lnTo>
                  <a:pt x="23968" y="13354"/>
                </a:lnTo>
                <a:lnTo>
                  <a:pt x="23968" y="13354"/>
                </a:lnTo>
                <a:lnTo>
                  <a:pt x="23967" y="13354"/>
                </a:lnTo>
                <a:lnTo>
                  <a:pt x="23967" y="13354"/>
                </a:lnTo>
                <a:lnTo>
                  <a:pt x="23967" y="13354"/>
                </a:lnTo>
                <a:lnTo>
                  <a:pt x="23967" y="13354"/>
                </a:lnTo>
                <a:lnTo>
                  <a:pt x="23966" y="13354"/>
                </a:lnTo>
                <a:lnTo>
                  <a:pt x="23966" y="13354"/>
                </a:lnTo>
                <a:lnTo>
                  <a:pt x="23966" y="13354"/>
                </a:lnTo>
                <a:lnTo>
                  <a:pt x="23965" y="13354"/>
                </a:lnTo>
                <a:lnTo>
                  <a:pt x="23965" y="13354"/>
                </a:lnTo>
                <a:lnTo>
                  <a:pt x="23965" y="13354"/>
                </a:lnTo>
                <a:lnTo>
                  <a:pt x="23965" y="13354"/>
                </a:lnTo>
                <a:lnTo>
                  <a:pt x="23964" y="13354"/>
                </a:lnTo>
                <a:lnTo>
                  <a:pt x="23964" y="13354"/>
                </a:lnTo>
                <a:lnTo>
                  <a:pt x="23964" y="13354"/>
                </a:lnTo>
                <a:lnTo>
                  <a:pt x="23964" y="13354"/>
                </a:lnTo>
                <a:lnTo>
                  <a:pt x="23963" y="13354"/>
                </a:lnTo>
                <a:lnTo>
                  <a:pt x="23963" y="13354"/>
                </a:lnTo>
                <a:lnTo>
                  <a:pt x="23963" y="13354"/>
                </a:lnTo>
                <a:lnTo>
                  <a:pt x="23963" y="13354"/>
                </a:lnTo>
                <a:lnTo>
                  <a:pt x="23962" y="13354"/>
                </a:lnTo>
                <a:lnTo>
                  <a:pt x="23962" y="13354"/>
                </a:lnTo>
                <a:lnTo>
                  <a:pt x="23962" y="13354"/>
                </a:lnTo>
                <a:lnTo>
                  <a:pt x="23961" y="13354"/>
                </a:lnTo>
                <a:lnTo>
                  <a:pt x="23961" y="13354"/>
                </a:lnTo>
                <a:lnTo>
                  <a:pt x="23961" y="13354"/>
                </a:lnTo>
                <a:lnTo>
                  <a:pt x="23961" y="13354"/>
                </a:lnTo>
                <a:lnTo>
                  <a:pt x="23960" y="13354"/>
                </a:lnTo>
                <a:lnTo>
                  <a:pt x="23960" y="13354"/>
                </a:lnTo>
                <a:lnTo>
                  <a:pt x="23960" y="13354"/>
                </a:lnTo>
                <a:lnTo>
                  <a:pt x="23960" y="13354"/>
                </a:lnTo>
                <a:lnTo>
                  <a:pt x="23959" y="13354"/>
                </a:lnTo>
                <a:lnTo>
                  <a:pt x="23959" y="13354"/>
                </a:lnTo>
                <a:lnTo>
                  <a:pt x="23959" y="13354"/>
                </a:lnTo>
                <a:lnTo>
                  <a:pt x="23959" y="13354"/>
                </a:lnTo>
                <a:lnTo>
                  <a:pt x="23958" y="13354"/>
                </a:lnTo>
                <a:lnTo>
                  <a:pt x="23958" y="13354"/>
                </a:lnTo>
                <a:lnTo>
                  <a:pt x="23958" y="13354"/>
                </a:lnTo>
                <a:lnTo>
                  <a:pt x="23957" y="13354"/>
                </a:lnTo>
                <a:lnTo>
                  <a:pt x="23957" y="13354"/>
                </a:lnTo>
                <a:lnTo>
                  <a:pt x="23957" y="13354"/>
                </a:lnTo>
                <a:lnTo>
                  <a:pt x="23957" y="13354"/>
                </a:lnTo>
                <a:lnTo>
                  <a:pt x="23956" y="13354"/>
                </a:lnTo>
                <a:lnTo>
                  <a:pt x="23956" y="13354"/>
                </a:lnTo>
                <a:lnTo>
                  <a:pt x="23956" y="13354"/>
                </a:lnTo>
                <a:lnTo>
                  <a:pt x="23956" y="13354"/>
                </a:lnTo>
                <a:lnTo>
                  <a:pt x="23955" y="13354"/>
                </a:lnTo>
                <a:lnTo>
                  <a:pt x="23955" y="13354"/>
                </a:lnTo>
                <a:lnTo>
                  <a:pt x="23955" y="13354"/>
                </a:lnTo>
                <a:lnTo>
                  <a:pt x="23955" y="13354"/>
                </a:lnTo>
                <a:lnTo>
                  <a:pt x="23954" y="13354"/>
                </a:lnTo>
                <a:lnTo>
                  <a:pt x="23954" y="13354"/>
                </a:lnTo>
                <a:lnTo>
                  <a:pt x="23954" y="13354"/>
                </a:lnTo>
                <a:lnTo>
                  <a:pt x="23953" y="13354"/>
                </a:lnTo>
                <a:lnTo>
                  <a:pt x="23953" y="13354"/>
                </a:lnTo>
                <a:lnTo>
                  <a:pt x="23953" y="13354"/>
                </a:lnTo>
                <a:lnTo>
                  <a:pt x="23953" y="13354"/>
                </a:lnTo>
                <a:lnTo>
                  <a:pt x="23952" y="13354"/>
                </a:lnTo>
                <a:lnTo>
                  <a:pt x="23952" y="13354"/>
                </a:lnTo>
                <a:lnTo>
                  <a:pt x="23952" y="13354"/>
                </a:lnTo>
                <a:lnTo>
                  <a:pt x="23952" y="13354"/>
                </a:lnTo>
                <a:lnTo>
                  <a:pt x="23951" y="13354"/>
                </a:lnTo>
                <a:lnTo>
                  <a:pt x="23951" y="13354"/>
                </a:lnTo>
                <a:lnTo>
                  <a:pt x="23951" y="13354"/>
                </a:lnTo>
                <a:lnTo>
                  <a:pt x="23951" y="13354"/>
                </a:lnTo>
                <a:lnTo>
                  <a:pt x="23950" y="13354"/>
                </a:lnTo>
                <a:lnTo>
                  <a:pt x="23950" y="13354"/>
                </a:lnTo>
                <a:lnTo>
                  <a:pt x="23950" y="13354"/>
                </a:lnTo>
                <a:lnTo>
                  <a:pt x="23949" y="13354"/>
                </a:lnTo>
                <a:lnTo>
                  <a:pt x="23949" y="13354"/>
                </a:lnTo>
                <a:lnTo>
                  <a:pt x="23949" y="13354"/>
                </a:lnTo>
                <a:lnTo>
                  <a:pt x="23949" y="13354"/>
                </a:lnTo>
                <a:lnTo>
                  <a:pt x="23948" y="13354"/>
                </a:lnTo>
                <a:lnTo>
                  <a:pt x="23948" y="13354"/>
                </a:lnTo>
                <a:lnTo>
                  <a:pt x="23948" y="13354"/>
                </a:lnTo>
                <a:lnTo>
                  <a:pt x="23948" y="13354"/>
                </a:lnTo>
                <a:lnTo>
                  <a:pt x="23947" y="13354"/>
                </a:lnTo>
                <a:lnTo>
                  <a:pt x="23947" y="13354"/>
                </a:lnTo>
                <a:lnTo>
                  <a:pt x="23947" y="13354"/>
                </a:lnTo>
                <a:lnTo>
                  <a:pt x="23947" y="13354"/>
                </a:lnTo>
                <a:lnTo>
                  <a:pt x="23946" y="13354"/>
                </a:lnTo>
                <a:lnTo>
                  <a:pt x="23946" y="13354"/>
                </a:lnTo>
                <a:lnTo>
                  <a:pt x="23946" y="13354"/>
                </a:lnTo>
                <a:lnTo>
                  <a:pt x="23945" y="13354"/>
                </a:lnTo>
                <a:lnTo>
                  <a:pt x="23945" y="13354"/>
                </a:lnTo>
                <a:lnTo>
                  <a:pt x="23945" y="13354"/>
                </a:lnTo>
                <a:lnTo>
                  <a:pt x="23945" y="13354"/>
                </a:lnTo>
                <a:lnTo>
                  <a:pt x="23944" y="13354"/>
                </a:lnTo>
                <a:lnTo>
                  <a:pt x="23944" y="13354"/>
                </a:lnTo>
                <a:lnTo>
                  <a:pt x="23944" y="13354"/>
                </a:lnTo>
                <a:lnTo>
                  <a:pt x="23944" y="13354"/>
                </a:lnTo>
                <a:lnTo>
                  <a:pt x="23943" y="13354"/>
                </a:lnTo>
                <a:lnTo>
                  <a:pt x="23943" y="13354"/>
                </a:lnTo>
                <a:lnTo>
                  <a:pt x="23943" y="13354"/>
                </a:lnTo>
                <a:lnTo>
                  <a:pt x="23943" y="13354"/>
                </a:lnTo>
                <a:lnTo>
                  <a:pt x="23942" y="13354"/>
                </a:lnTo>
                <a:lnTo>
                  <a:pt x="23942" y="13354"/>
                </a:lnTo>
                <a:lnTo>
                  <a:pt x="23942" y="13354"/>
                </a:lnTo>
                <a:lnTo>
                  <a:pt x="23941" y="13354"/>
                </a:lnTo>
                <a:lnTo>
                  <a:pt x="23941" y="13354"/>
                </a:lnTo>
                <a:lnTo>
                  <a:pt x="23941" y="13354"/>
                </a:lnTo>
                <a:lnTo>
                  <a:pt x="23941" y="13354"/>
                </a:lnTo>
                <a:lnTo>
                  <a:pt x="23940" y="13354"/>
                </a:lnTo>
                <a:lnTo>
                  <a:pt x="23940" y="13354"/>
                </a:lnTo>
                <a:lnTo>
                  <a:pt x="23940" y="13354"/>
                </a:lnTo>
                <a:lnTo>
                  <a:pt x="23940" y="13354"/>
                </a:lnTo>
                <a:lnTo>
                  <a:pt x="23939" y="13354"/>
                </a:lnTo>
                <a:lnTo>
                  <a:pt x="23939" y="13354"/>
                </a:lnTo>
                <a:lnTo>
                  <a:pt x="23939" y="13354"/>
                </a:lnTo>
                <a:lnTo>
                  <a:pt x="23939" y="13354"/>
                </a:lnTo>
                <a:lnTo>
                  <a:pt x="23938" y="13354"/>
                </a:lnTo>
                <a:lnTo>
                  <a:pt x="23938" y="13354"/>
                </a:lnTo>
                <a:lnTo>
                  <a:pt x="23938" y="13354"/>
                </a:lnTo>
                <a:lnTo>
                  <a:pt x="23938" y="13354"/>
                </a:lnTo>
                <a:lnTo>
                  <a:pt x="23937" y="13354"/>
                </a:lnTo>
                <a:lnTo>
                  <a:pt x="23937" y="13354"/>
                </a:lnTo>
                <a:lnTo>
                  <a:pt x="23937" y="13354"/>
                </a:lnTo>
                <a:lnTo>
                  <a:pt x="23936" y="13354"/>
                </a:lnTo>
                <a:lnTo>
                  <a:pt x="23936" y="13354"/>
                </a:lnTo>
                <a:lnTo>
                  <a:pt x="23936" y="13354"/>
                </a:lnTo>
                <a:lnTo>
                  <a:pt x="23936" y="13354"/>
                </a:lnTo>
                <a:lnTo>
                  <a:pt x="23935" y="13354"/>
                </a:lnTo>
                <a:lnTo>
                  <a:pt x="23935" y="13354"/>
                </a:lnTo>
                <a:lnTo>
                  <a:pt x="23935" y="13354"/>
                </a:lnTo>
                <a:lnTo>
                  <a:pt x="23935" y="13354"/>
                </a:lnTo>
                <a:lnTo>
                  <a:pt x="23934" y="13354"/>
                </a:lnTo>
                <a:lnTo>
                  <a:pt x="23934" y="13354"/>
                </a:lnTo>
                <a:lnTo>
                  <a:pt x="23934" y="13354"/>
                </a:lnTo>
                <a:lnTo>
                  <a:pt x="23934" y="13354"/>
                </a:lnTo>
                <a:lnTo>
                  <a:pt x="23933" y="13354"/>
                </a:lnTo>
                <a:lnTo>
                  <a:pt x="23933" y="13354"/>
                </a:lnTo>
                <a:lnTo>
                  <a:pt x="23933" y="13354"/>
                </a:lnTo>
                <a:lnTo>
                  <a:pt x="23932" y="13354"/>
                </a:lnTo>
                <a:lnTo>
                  <a:pt x="23932" y="13354"/>
                </a:lnTo>
                <a:lnTo>
                  <a:pt x="23932" y="13354"/>
                </a:lnTo>
                <a:lnTo>
                  <a:pt x="23932" y="13354"/>
                </a:lnTo>
                <a:lnTo>
                  <a:pt x="23931" y="13354"/>
                </a:lnTo>
                <a:lnTo>
                  <a:pt x="23931" y="13354"/>
                </a:lnTo>
                <a:lnTo>
                  <a:pt x="23931" y="13354"/>
                </a:lnTo>
                <a:lnTo>
                  <a:pt x="23931" y="13354"/>
                </a:lnTo>
                <a:lnTo>
                  <a:pt x="23930" y="13354"/>
                </a:lnTo>
                <a:lnTo>
                  <a:pt x="23930" y="13354"/>
                </a:lnTo>
                <a:lnTo>
                  <a:pt x="23930" y="13354"/>
                </a:lnTo>
                <a:lnTo>
                  <a:pt x="23930" y="13354"/>
                </a:lnTo>
                <a:lnTo>
                  <a:pt x="23929" y="13354"/>
                </a:lnTo>
                <a:lnTo>
                  <a:pt x="23929" y="13354"/>
                </a:lnTo>
                <a:lnTo>
                  <a:pt x="23929" y="13354"/>
                </a:lnTo>
                <a:lnTo>
                  <a:pt x="23929" y="13354"/>
                </a:lnTo>
                <a:lnTo>
                  <a:pt x="23928" y="13354"/>
                </a:lnTo>
                <a:lnTo>
                  <a:pt x="23928" y="13354"/>
                </a:lnTo>
                <a:lnTo>
                  <a:pt x="23928" y="13354"/>
                </a:lnTo>
                <a:lnTo>
                  <a:pt x="23927" y="13354"/>
                </a:lnTo>
                <a:lnTo>
                  <a:pt x="23927" y="13354"/>
                </a:lnTo>
                <a:lnTo>
                  <a:pt x="23927" y="13354"/>
                </a:lnTo>
                <a:lnTo>
                  <a:pt x="23927" y="13354"/>
                </a:lnTo>
                <a:lnTo>
                  <a:pt x="23926" y="13354"/>
                </a:lnTo>
                <a:lnTo>
                  <a:pt x="23926" y="13354"/>
                </a:lnTo>
                <a:lnTo>
                  <a:pt x="23926" y="13354"/>
                </a:lnTo>
                <a:lnTo>
                  <a:pt x="23926" y="13354"/>
                </a:lnTo>
                <a:lnTo>
                  <a:pt x="23925" y="13354"/>
                </a:lnTo>
                <a:lnTo>
                  <a:pt x="23925" y="13354"/>
                </a:lnTo>
                <a:lnTo>
                  <a:pt x="23925" y="13354"/>
                </a:lnTo>
                <a:lnTo>
                  <a:pt x="23925" y="13354"/>
                </a:lnTo>
                <a:lnTo>
                  <a:pt x="23924" y="13354"/>
                </a:lnTo>
                <a:lnTo>
                  <a:pt x="23924" y="13354"/>
                </a:lnTo>
                <a:lnTo>
                  <a:pt x="23924" y="13354"/>
                </a:lnTo>
                <a:lnTo>
                  <a:pt x="23924" y="13354"/>
                </a:lnTo>
                <a:lnTo>
                  <a:pt x="23923" y="13354"/>
                </a:lnTo>
                <a:lnTo>
                  <a:pt x="23923" y="13354"/>
                </a:lnTo>
                <a:lnTo>
                  <a:pt x="23923" y="13354"/>
                </a:lnTo>
                <a:lnTo>
                  <a:pt x="23922" y="13354"/>
                </a:lnTo>
                <a:lnTo>
                  <a:pt x="23922" y="13354"/>
                </a:lnTo>
                <a:lnTo>
                  <a:pt x="23922" y="13354"/>
                </a:lnTo>
                <a:lnTo>
                  <a:pt x="23922" y="13354"/>
                </a:lnTo>
                <a:lnTo>
                  <a:pt x="23921" y="13354"/>
                </a:lnTo>
                <a:lnTo>
                  <a:pt x="23921" y="13354"/>
                </a:lnTo>
                <a:lnTo>
                  <a:pt x="23921" y="13354"/>
                </a:lnTo>
                <a:lnTo>
                  <a:pt x="23921" y="13354"/>
                </a:lnTo>
                <a:lnTo>
                  <a:pt x="23920" y="13354"/>
                </a:lnTo>
                <a:lnTo>
                  <a:pt x="23920" y="13354"/>
                </a:lnTo>
                <a:lnTo>
                  <a:pt x="23920" y="13354"/>
                </a:lnTo>
                <a:lnTo>
                  <a:pt x="23920" y="13354"/>
                </a:lnTo>
                <a:lnTo>
                  <a:pt x="23919" y="13354"/>
                </a:lnTo>
                <a:lnTo>
                  <a:pt x="23919" y="13354"/>
                </a:lnTo>
                <a:lnTo>
                  <a:pt x="23919" y="13354"/>
                </a:lnTo>
                <a:lnTo>
                  <a:pt x="23919" y="13354"/>
                </a:lnTo>
                <a:lnTo>
                  <a:pt x="23918" y="13354"/>
                </a:lnTo>
                <a:lnTo>
                  <a:pt x="23918" y="13354"/>
                </a:lnTo>
                <a:lnTo>
                  <a:pt x="23918" y="13354"/>
                </a:lnTo>
                <a:lnTo>
                  <a:pt x="23917" y="13354"/>
                </a:lnTo>
                <a:lnTo>
                  <a:pt x="23917" y="13354"/>
                </a:lnTo>
                <a:lnTo>
                  <a:pt x="23917" y="13354"/>
                </a:lnTo>
                <a:lnTo>
                  <a:pt x="23917" y="13354"/>
                </a:lnTo>
                <a:lnTo>
                  <a:pt x="23916" y="13354"/>
                </a:lnTo>
                <a:lnTo>
                  <a:pt x="23916" y="13354"/>
                </a:lnTo>
                <a:lnTo>
                  <a:pt x="23916" y="13354"/>
                </a:lnTo>
                <a:lnTo>
                  <a:pt x="23916" y="13354"/>
                </a:lnTo>
                <a:lnTo>
                  <a:pt x="23915" y="13354"/>
                </a:lnTo>
                <a:lnTo>
                  <a:pt x="23915" y="13354"/>
                </a:lnTo>
                <a:lnTo>
                  <a:pt x="23915" y="13354"/>
                </a:lnTo>
                <a:lnTo>
                  <a:pt x="23915" y="13354"/>
                </a:lnTo>
                <a:lnTo>
                  <a:pt x="23914" y="13354"/>
                </a:lnTo>
                <a:lnTo>
                  <a:pt x="23914" y="13354"/>
                </a:lnTo>
                <a:lnTo>
                  <a:pt x="23914" y="13354"/>
                </a:lnTo>
                <a:lnTo>
                  <a:pt x="23914" y="13354"/>
                </a:lnTo>
                <a:lnTo>
                  <a:pt x="23913" y="13354"/>
                </a:lnTo>
                <a:lnTo>
                  <a:pt x="23913" y="13354"/>
                </a:lnTo>
                <a:lnTo>
                  <a:pt x="23913" y="13354"/>
                </a:lnTo>
                <a:lnTo>
                  <a:pt x="23912" y="13354"/>
                </a:lnTo>
                <a:lnTo>
                  <a:pt x="23912" y="13354"/>
                </a:lnTo>
                <a:lnTo>
                  <a:pt x="23912" y="13354"/>
                </a:lnTo>
                <a:lnTo>
                  <a:pt x="23912" y="13354"/>
                </a:lnTo>
                <a:lnTo>
                  <a:pt x="23911" y="13354"/>
                </a:lnTo>
                <a:lnTo>
                  <a:pt x="23911" y="13354"/>
                </a:lnTo>
                <a:lnTo>
                  <a:pt x="23911" y="13354"/>
                </a:lnTo>
                <a:lnTo>
                  <a:pt x="23911" y="13354"/>
                </a:lnTo>
                <a:lnTo>
                  <a:pt x="23910" y="13354"/>
                </a:lnTo>
                <a:lnTo>
                  <a:pt x="23910" y="13354"/>
                </a:lnTo>
                <a:lnTo>
                  <a:pt x="23910" y="13354"/>
                </a:lnTo>
                <a:lnTo>
                  <a:pt x="23910" y="13354"/>
                </a:lnTo>
                <a:lnTo>
                  <a:pt x="23909" y="13354"/>
                </a:lnTo>
                <a:lnTo>
                  <a:pt x="23909" y="13354"/>
                </a:lnTo>
                <a:lnTo>
                  <a:pt x="23909" y="13354"/>
                </a:lnTo>
                <a:lnTo>
                  <a:pt x="23909" y="13354"/>
                </a:lnTo>
                <a:lnTo>
                  <a:pt x="23908" y="13354"/>
                </a:lnTo>
                <a:lnTo>
                  <a:pt x="23908" y="13354"/>
                </a:lnTo>
                <a:lnTo>
                  <a:pt x="23908" y="13354"/>
                </a:lnTo>
                <a:lnTo>
                  <a:pt x="23907" y="13354"/>
                </a:lnTo>
                <a:lnTo>
                  <a:pt x="23907" y="13354"/>
                </a:lnTo>
                <a:lnTo>
                  <a:pt x="23907" y="13354"/>
                </a:lnTo>
                <a:lnTo>
                  <a:pt x="23907" y="13354"/>
                </a:lnTo>
                <a:lnTo>
                  <a:pt x="23906" y="13354"/>
                </a:lnTo>
                <a:lnTo>
                  <a:pt x="23906" y="13354"/>
                </a:lnTo>
                <a:lnTo>
                  <a:pt x="23906" y="13354"/>
                </a:lnTo>
                <a:lnTo>
                  <a:pt x="23906" y="13354"/>
                </a:lnTo>
                <a:lnTo>
                  <a:pt x="23905" y="13354"/>
                </a:lnTo>
                <a:lnTo>
                  <a:pt x="23905" y="13354"/>
                </a:lnTo>
                <a:lnTo>
                  <a:pt x="23905" y="13354"/>
                </a:lnTo>
                <a:lnTo>
                  <a:pt x="23905" y="13354"/>
                </a:lnTo>
                <a:lnTo>
                  <a:pt x="23904" y="13354"/>
                </a:lnTo>
                <a:lnTo>
                  <a:pt x="23904" y="13354"/>
                </a:lnTo>
                <a:lnTo>
                  <a:pt x="23904" y="13354"/>
                </a:lnTo>
                <a:lnTo>
                  <a:pt x="23904" y="13354"/>
                </a:lnTo>
                <a:lnTo>
                  <a:pt x="23903" y="13354"/>
                </a:lnTo>
                <a:lnTo>
                  <a:pt x="23903" y="13354"/>
                </a:lnTo>
                <a:lnTo>
                  <a:pt x="23903" y="13354"/>
                </a:lnTo>
                <a:lnTo>
                  <a:pt x="23902" y="13354"/>
                </a:lnTo>
                <a:lnTo>
                  <a:pt x="23902" y="13354"/>
                </a:lnTo>
                <a:lnTo>
                  <a:pt x="23902" y="13354"/>
                </a:lnTo>
                <a:lnTo>
                  <a:pt x="23902" y="13354"/>
                </a:lnTo>
                <a:lnTo>
                  <a:pt x="23901" y="13354"/>
                </a:lnTo>
                <a:lnTo>
                  <a:pt x="23901" y="13354"/>
                </a:lnTo>
                <a:lnTo>
                  <a:pt x="23901" y="13354"/>
                </a:lnTo>
                <a:lnTo>
                  <a:pt x="23901" y="13354"/>
                </a:lnTo>
                <a:lnTo>
                  <a:pt x="23900" y="13354"/>
                </a:lnTo>
                <a:lnTo>
                  <a:pt x="23900" y="13354"/>
                </a:lnTo>
                <a:lnTo>
                  <a:pt x="23900" y="13354"/>
                </a:lnTo>
                <a:lnTo>
                  <a:pt x="23900" y="13354"/>
                </a:lnTo>
                <a:lnTo>
                  <a:pt x="23899" y="13354"/>
                </a:lnTo>
                <a:lnTo>
                  <a:pt x="23899" y="13354"/>
                </a:lnTo>
                <a:lnTo>
                  <a:pt x="23899" y="13354"/>
                </a:lnTo>
                <a:lnTo>
                  <a:pt x="23899" y="13354"/>
                </a:lnTo>
                <a:lnTo>
                  <a:pt x="23898" y="13354"/>
                </a:lnTo>
                <a:lnTo>
                  <a:pt x="23898" y="13354"/>
                </a:lnTo>
                <a:lnTo>
                  <a:pt x="23898" y="13354"/>
                </a:lnTo>
                <a:lnTo>
                  <a:pt x="23898" y="13354"/>
                </a:lnTo>
                <a:lnTo>
                  <a:pt x="23897" y="13354"/>
                </a:lnTo>
                <a:lnTo>
                  <a:pt x="23897" y="13354"/>
                </a:lnTo>
                <a:lnTo>
                  <a:pt x="23897" y="13354"/>
                </a:lnTo>
                <a:lnTo>
                  <a:pt x="23896" y="13354"/>
                </a:lnTo>
                <a:lnTo>
                  <a:pt x="23896" y="13354"/>
                </a:lnTo>
                <a:lnTo>
                  <a:pt x="23896" y="13354"/>
                </a:lnTo>
                <a:lnTo>
                  <a:pt x="23896" y="13354"/>
                </a:lnTo>
                <a:lnTo>
                  <a:pt x="23895" y="13354"/>
                </a:lnTo>
                <a:lnTo>
                  <a:pt x="23895" y="13354"/>
                </a:lnTo>
                <a:lnTo>
                  <a:pt x="23895" y="13354"/>
                </a:lnTo>
                <a:lnTo>
                  <a:pt x="23895" y="13354"/>
                </a:lnTo>
                <a:lnTo>
                  <a:pt x="23894" y="13354"/>
                </a:lnTo>
                <a:lnTo>
                  <a:pt x="23894" y="13354"/>
                </a:lnTo>
                <a:lnTo>
                  <a:pt x="23894" y="13354"/>
                </a:lnTo>
                <a:lnTo>
                  <a:pt x="23894" y="13354"/>
                </a:lnTo>
                <a:lnTo>
                  <a:pt x="23893" y="13354"/>
                </a:lnTo>
                <a:lnTo>
                  <a:pt x="23893" y="13354"/>
                </a:lnTo>
                <a:lnTo>
                  <a:pt x="23893" y="13354"/>
                </a:lnTo>
                <a:lnTo>
                  <a:pt x="23893" y="13354"/>
                </a:lnTo>
                <a:lnTo>
                  <a:pt x="23892" y="13354"/>
                </a:lnTo>
                <a:lnTo>
                  <a:pt x="23892" y="13354"/>
                </a:lnTo>
                <a:lnTo>
                  <a:pt x="23892" y="13354"/>
                </a:lnTo>
                <a:lnTo>
                  <a:pt x="23892" y="13354"/>
                </a:lnTo>
                <a:lnTo>
                  <a:pt x="23891" y="13354"/>
                </a:lnTo>
                <a:lnTo>
                  <a:pt x="23891" y="13354"/>
                </a:lnTo>
                <a:lnTo>
                  <a:pt x="23891" y="13354"/>
                </a:lnTo>
                <a:lnTo>
                  <a:pt x="23890" y="13354"/>
                </a:lnTo>
                <a:lnTo>
                  <a:pt x="23890" y="13354"/>
                </a:lnTo>
                <a:lnTo>
                  <a:pt x="23890" y="13354"/>
                </a:lnTo>
                <a:lnTo>
                  <a:pt x="23890" y="13354"/>
                </a:lnTo>
                <a:lnTo>
                  <a:pt x="23889" y="13354"/>
                </a:lnTo>
                <a:lnTo>
                  <a:pt x="23889" y="13354"/>
                </a:lnTo>
                <a:lnTo>
                  <a:pt x="23889" y="13354"/>
                </a:lnTo>
                <a:lnTo>
                  <a:pt x="23889" y="13354"/>
                </a:lnTo>
                <a:lnTo>
                  <a:pt x="23888" y="13354"/>
                </a:lnTo>
                <a:lnTo>
                  <a:pt x="23888" y="13354"/>
                </a:lnTo>
                <a:lnTo>
                  <a:pt x="23888" y="13354"/>
                </a:lnTo>
                <a:lnTo>
                  <a:pt x="23888" y="13354"/>
                </a:lnTo>
                <a:lnTo>
                  <a:pt x="23887" y="13354"/>
                </a:lnTo>
                <a:lnTo>
                  <a:pt x="23887" y="13354"/>
                </a:lnTo>
                <a:lnTo>
                  <a:pt x="23887" y="13354"/>
                </a:lnTo>
                <a:lnTo>
                  <a:pt x="23887" y="13354"/>
                </a:lnTo>
                <a:lnTo>
                  <a:pt x="23886" y="13354"/>
                </a:lnTo>
                <a:lnTo>
                  <a:pt x="23886" y="13354"/>
                </a:lnTo>
                <a:lnTo>
                  <a:pt x="23886" y="13354"/>
                </a:lnTo>
                <a:lnTo>
                  <a:pt x="23886" y="13354"/>
                </a:lnTo>
                <a:lnTo>
                  <a:pt x="23885" y="13354"/>
                </a:lnTo>
                <a:lnTo>
                  <a:pt x="23885" y="13354"/>
                </a:lnTo>
                <a:lnTo>
                  <a:pt x="23885" y="13354"/>
                </a:lnTo>
                <a:lnTo>
                  <a:pt x="23884" y="13354"/>
                </a:lnTo>
                <a:lnTo>
                  <a:pt x="23884" y="13354"/>
                </a:lnTo>
                <a:lnTo>
                  <a:pt x="23884" y="13354"/>
                </a:lnTo>
                <a:lnTo>
                  <a:pt x="23884" y="13354"/>
                </a:lnTo>
                <a:lnTo>
                  <a:pt x="23883" y="13354"/>
                </a:lnTo>
                <a:lnTo>
                  <a:pt x="23883" y="13354"/>
                </a:lnTo>
                <a:lnTo>
                  <a:pt x="23883" y="13354"/>
                </a:lnTo>
                <a:lnTo>
                  <a:pt x="23883" y="13354"/>
                </a:lnTo>
                <a:lnTo>
                  <a:pt x="23882" y="13354"/>
                </a:lnTo>
                <a:lnTo>
                  <a:pt x="23882" y="13354"/>
                </a:lnTo>
                <a:lnTo>
                  <a:pt x="23882" y="13354"/>
                </a:lnTo>
                <a:lnTo>
                  <a:pt x="23882" y="13354"/>
                </a:lnTo>
                <a:lnTo>
                  <a:pt x="23881" y="13354"/>
                </a:lnTo>
                <a:lnTo>
                  <a:pt x="23881" y="13354"/>
                </a:lnTo>
                <a:lnTo>
                  <a:pt x="23881" y="13354"/>
                </a:lnTo>
                <a:lnTo>
                  <a:pt x="23881" y="13354"/>
                </a:lnTo>
                <a:lnTo>
                  <a:pt x="23880" y="13354"/>
                </a:lnTo>
                <a:lnTo>
                  <a:pt x="23880" y="13354"/>
                </a:lnTo>
                <a:lnTo>
                  <a:pt x="23880" y="13354"/>
                </a:lnTo>
                <a:lnTo>
                  <a:pt x="23880" y="13354"/>
                </a:lnTo>
                <a:lnTo>
                  <a:pt x="23879" y="13354"/>
                </a:lnTo>
                <a:lnTo>
                  <a:pt x="23879" y="13354"/>
                </a:lnTo>
                <a:lnTo>
                  <a:pt x="23879" y="13354"/>
                </a:lnTo>
                <a:lnTo>
                  <a:pt x="23878" y="13354"/>
                </a:lnTo>
                <a:lnTo>
                  <a:pt x="23878" y="13354"/>
                </a:lnTo>
                <a:lnTo>
                  <a:pt x="23878" y="13354"/>
                </a:lnTo>
                <a:lnTo>
                  <a:pt x="23878" y="13354"/>
                </a:lnTo>
                <a:lnTo>
                  <a:pt x="23877" y="13354"/>
                </a:lnTo>
                <a:lnTo>
                  <a:pt x="23877" y="13354"/>
                </a:lnTo>
                <a:lnTo>
                  <a:pt x="23877" y="13354"/>
                </a:lnTo>
                <a:lnTo>
                  <a:pt x="23877" y="13354"/>
                </a:lnTo>
                <a:lnTo>
                  <a:pt x="23876" y="13354"/>
                </a:lnTo>
                <a:lnTo>
                  <a:pt x="23876" y="13354"/>
                </a:lnTo>
                <a:lnTo>
                  <a:pt x="23876" y="13354"/>
                </a:lnTo>
                <a:lnTo>
                  <a:pt x="23876" y="13354"/>
                </a:lnTo>
                <a:lnTo>
                  <a:pt x="23875" y="13354"/>
                </a:lnTo>
                <a:lnTo>
                  <a:pt x="23875" y="13354"/>
                </a:lnTo>
                <a:lnTo>
                  <a:pt x="23875" y="13354"/>
                </a:lnTo>
                <a:lnTo>
                  <a:pt x="23875" y="13354"/>
                </a:lnTo>
                <a:lnTo>
                  <a:pt x="23874" y="13354"/>
                </a:lnTo>
                <a:lnTo>
                  <a:pt x="23874" y="13354"/>
                </a:lnTo>
                <a:lnTo>
                  <a:pt x="23874" y="13354"/>
                </a:lnTo>
                <a:lnTo>
                  <a:pt x="23874" y="13354"/>
                </a:lnTo>
                <a:lnTo>
                  <a:pt x="23873" y="13354"/>
                </a:lnTo>
                <a:lnTo>
                  <a:pt x="23873" y="13354"/>
                </a:lnTo>
                <a:lnTo>
                  <a:pt x="23873" y="13354"/>
                </a:lnTo>
                <a:lnTo>
                  <a:pt x="23873" y="13354"/>
                </a:lnTo>
                <a:lnTo>
                  <a:pt x="23872" y="13354"/>
                </a:lnTo>
                <a:lnTo>
                  <a:pt x="23872" y="13354"/>
                </a:lnTo>
                <a:lnTo>
                  <a:pt x="23872" y="13354"/>
                </a:lnTo>
                <a:lnTo>
                  <a:pt x="23871" y="13354"/>
                </a:lnTo>
                <a:lnTo>
                  <a:pt x="23871" y="13354"/>
                </a:lnTo>
                <a:lnTo>
                  <a:pt x="23871" y="13354"/>
                </a:lnTo>
                <a:lnTo>
                  <a:pt x="23871" y="13354"/>
                </a:lnTo>
                <a:lnTo>
                  <a:pt x="23870" y="13354"/>
                </a:lnTo>
                <a:lnTo>
                  <a:pt x="23870" y="13354"/>
                </a:lnTo>
                <a:lnTo>
                  <a:pt x="23870" y="13354"/>
                </a:lnTo>
                <a:lnTo>
                  <a:pt x="23870" y="13354"/>
                </a:lnTo>
                <a:lnTo>
                  <a:pt x="23869" y="13354"/>
                </a:lnTo>
                <a:lnTo>
                  <a:pt x="23869" y="13354"/>
                </a:lnTo>
                <a:lnTo>
                  <a:pt x="23869" y="13354"/>
                </a:lnTo>
                <a:lnTo>
                  <a:pt x="23869" y="13354"/>
                </a:lnTo>
                <a:lnTo>
                  <a:pt x="23868" y="13354"/>
                </a:lnTo>
                <a:lnTo>
                  <a:pt x="23868" y="13354"/>
                </a:lnTo>
                <a:lnTo>
                  <a:pt x="23868" y="13354"/>
                </a:lnTo>
                <a:lnTo>
                  <a:pt x="23868" y="13354"/>
                </a:lnTo>
                <a:lnTo>
                  <a:pt x="23867" y="13354"/>
                </a:lnTo>
                <a:lnTo>
                  <a:pt x="23867" y="13354"/>
                </a:lnTo>
                <a:lnTo>
                  <a:pt x="23867" y="13354"/>
                </a:lnTo>
                <a:lnTo>
                  <a:pt x="23867" y="13354"/>
                </a:lnTo>
                <a:lnTo>
                  <a:pt x="23866" y="13354"/>
                </a:lnTo>
                <a:lnTo>
                  <a:pt x="23866" y="13354"/>
                </a:lnTo>
                <a:lnTo>
                  <a:pt x="23866" y="13354"/>
                </a:lnTo>
                <a:lnTo>
                  <a:pt x="23866" y="13354"/>
                </a:lnTo>
                <a:lnTo>
                  <a:pt x="23865" y="13354"/>
                </a:lnTo>
                <a:lnTo>
                  <a:pt x="23865" y="13354"/>
                </a:lnTo>
                <a:lnTo>
                  <a:pt x="23865" y="13354"/>
                </a:lnTo>
                <a:lnTo>
                  <a:pt x="23864" y="13354"/>
                </a:lnTo>
                <a:lnTo>
                  <a:pt x="23864" y="13354"/>
                </a:lnTo>
                <a:lnTo>
                  <a:pt x="23864" y="13354"/>
                </a:lnTo>
                <a:lnTo>
                  <a:pt x="23864" y="13354"/>
                </a:lnTo>
                <a:lnTo>
                  <a:pt x="23863" y="13354"/>
                </a:lnTo>
                <a:lnTo>
                  <a:pt x="23863" y="13354"/>
                </a:lnTo>
                <a:lnTo>
                  <a:pt x="23863" y="13354"/>
                </a:lnTo>
                <a:lnTo>
                  <a:pt x="23863" y="13354"/>
                </a:lnTo>
                <a:lnTo>
                  <a:pt x="23862" y="13354"/>
                </a:lnTo>
                <a:lnTo>
                  <a:pt x="23862" y="13354"/>
                </a:lnTo>
                <a:lnTo>
                  <a:pt x="23862" y="13354"/>
                </a:lnTo>
                <a:lnTo>
                  <a:pt x="23862" y="13354"/>
                </a:lnTo>
                <a:lnTo>
                  <a:pt x="23861" y="13354"/>
                </a:lnTo>
                <a:lnTo>
                  <a:pt x="23861" y="13354"/>
                </a:lnTo>
                <a:lnTo>
                  <a:pt x="23861" y="13354"/>
                </a:lnTo>
                <a:lnTo>
                  <a:pt x="23861" y="13354"/>
                </a:lnTo>
                <a:lnTo>
                  <a:pt x="23860" y="13354"/>
                </a:lnTo>
                <a:lnTo>
                  <a:pt x="23860" y="13354"/>
                </a:lnTo>
                <a:lnTo>
                  <a:pt x="23860" y="13354"/>
                </a:lnTo>
                <a:lnTo>
                  <a:pt x="23860" y="13354"/>
                </a:lnTo>
                <a:lnTo>
                  <a:pt x="23859" y="13354"/>
                </a:lnTo>
                <a:lnTo>
                  <a:pt x="23859" y="13354"/>
                </a:lnTo>
                <a:lnTo>
                  <a:pt x="23859" y="13354"/>
                </a:lnTo>
                <a:lnTo>
                  <a:pt x="23859" y="13354"/>
                </a:lnTo>
                <a:lnTo>
                  <a:pt x="23858" y="13354"/>
                </a:lnTo>
                <a:lnTo>
                  <a:pt x="23858" y="13354"/>
                </a:lnTo>
                <a:lnTo>
                  <a:pt x="23858" y="13354"/>
                </a:lnTo>
                <a:lnTo>
                  <a:pt x="23858" y="13354"/>
                </a:lnTo>
                <a:lnTo>
                  <a:pt x="23857" y="13354"/>
                </a:lnTo>
                <a:lnTo>
                  <a:pt x="23857" y="13354"/>
                </a:lnTo>
                <a:lnTo>
                  <a:pt x="23857" y="13354"/>
                </a:lnTo>
                <a:lnTo>
                  <a:pt x="23856" y="13354"/>
                </a:lnTo>
                <a:lnTo>
                  <a:pt x="23856" y="13354"/>
                </a:lnTo>
                <a:lnTo>
                  <a:pt x="23856" y="13354"/>
                </a:lnTo>
                <a:lnTo>
                  <a:pt x="23856" y="13354"/>
                </a:lnTo>
                <a:lnTo>
                  <a:pt x="23855" y="13354"/>
                </a:lnTo>
                <a:lnTo>
                  <a:pt x="23855" y="13354"/>
                </a:lnTo>
                <a:lnTo>
                  <a:pt x="23855" y="13354"/>
                </a:lnTo>
                <a:lnTo>
                  <a:pt x="23855" y="13354"/>
                </a:lnTo>
                <a:lnTo>
                  <a:pt x="23854" y="13354"/>
                </a:lnTo>
                <a:lnTo>
                  <a:pt x="23854" y="13354"/>
                </a:lnTo>
                <a:lnTo>
                  <a:pt x="23854" y="13354"/>
                </a:lnTo>
                <a:lnTo>
                  <a:pt x="23854" y="13354"/>
                </a:lnTo>
                <a:lnTo>
                  <a:pt x="23853" y="13354"/>
                </a:lnTo>
                <a:lnTo>
                  <a:pt x="23853" y="13354"/>
                </a:lnTo>
                <a:lnTo>
                  <a:pt x="23853" y="13354"/>
                </a:lnTo>
                <a:lnTo>
                  <a:pt x="23853" y="13354"/>
                </a:lnTo>
                <a:lnTo>
                  <a:pt x="23852" y="13354"/>
                </a:lnTo>
                <a:lnTo>
                  <a:pt x="23852" y="13354"/>
                </a:lnTo>
                <a:lnTo>
                  <a:pt x="23852" y="13354"/>
                </a:lnTo>
                <a:lnTo>
                  <a:pt x="23852" y="13354"/>
                </a:lnTo>
                <a:lnTo>
                  <a:pt x="23851" y="13354"/>
                </a:lnTo>
                <a:lnTo>
                  <a:pt x="23851" y="13354"/>
                </a:lnTo>
                <a:lnTo>
                  <a:pt x="23851" y="13354"/>
                </a:lnTo>
                <a:lnTo>
                  <a:pt x="23851" y="13354"/>
                </a:lnTo>
                <a:lnTo>
                  <a:pt x="23850" y="13354"/>
                </a:lnTo>
                <a:lnTo>
                  <a:pt x="23850" y="13354"/>
                </a:lnTo>
                <a:lnTo>
                  <a:pt x="23850" y="13354"/>
                </a:lnTo>
                <a:lnTo>
                  <a:pt x="23850" y="13354"/>
                </a:lnTo>
                <a:lnTo>
                  <a:pt x="23849" y="13354"/>
                </a:lnTo>
                <a:lnTo>
                  <a:pt x="23849" y="13354"/>
                </a:lnTo>
                <a:lnTo>
                  <a:pt x="23849" y="13354"/>
                </a:lnTo>
                <a:lnTo>
                  <a:pt x="23848" y="13354"/>
                </a:lnTo>
                <a:lnTo>
                  <a:pt x="23848" y="13354"/>
                </a:lnTo>
                <a:lnTo>
                  <a:pt x="23848" y="13354"/>
                </a:lnTo>
                <a:lnTo>
                  <a:pt x="23848" y="13354"/>
                </a:lnTo>
                <a:lnTo>
                  <a:pt x="23847" y="13354"/>
                </a:lnTo>
                <a:lnTo>
                  <a:pt x="23847" y="13354"/>
                </a:lnTo>
                <a:lnTo>
                  <a:pt x="23847" y="13354"/>
                </a:lnTo>
                <a:lnTo>
                  <a:pt x="23847" y="13354"/>
                </a:lnTo>
                <a:lnTo>
                  <a:pt x="23846" y="13354"/>
                </a:lnTo>
                <a:lnTo>
                  <a:pt x="23846" y="13354"/>
                </a:lnTo>
                <a:lnTo>
                  <a:pt x="23846" y="13354"/>
                </a:lnTo>
                <a:lnTo>
                  <a:pt x="23846" y="13354"/>
                </a:lnTo>
                <a:lnTo>
                  <a:pt x="23845" y="13354"/>
                </a:lnTo>
                <a:lnTo>
                  <a:pt x="23845" y="13354"/>
                </a:lnTo>
                <a:lnTo>
                  <a:pt x="23845" y="13354"/>
                </a:lnTo>
                <a:lnTo>
                  <a:pt x="23845" y="13354"/>
                </a:lnTo>
                <a:lnTo>
                  <a:pt x="23844" y="13354"/>
                </a:lnTo>
                <a:lnTo>
                  <a:pt x="23844" y="13354"/>
                </a:lnTo>
                <a:lnTo>
                  <a:pt x="23844" y="13354"/>
                </a:lnTo>
                <a:lnTo>
                  <a:pt x="23844" y="13354"/>
                </a:lnTo>
                <a:lnTo>
                  <a:pt x="23843" y="13354"/>
                </a:lnTo>
                <a:lnTo>
                  <a:pt x="23843" y="13354"/>
                </a:lnTo>
                <a:lnTo>
                  <a:pt x="23843" y="13354"/>
                </a:lnTo>
                <a:lnTo>
                  <a:pt x="23843" y="13354"/>
                </a:lnTo>
                <a:lnTo>
                  <a:pt x="23842" y="13354"/>
                </a:lnTo>
                <a:lnTo>
                  <a:pt x="23842" y="13354"/>
                </a:lnTo>
                <a:lnTo>
                  <a:pt x="23842" y="13354"/>
                </a:lnTo>
                <a:lnTo>
                  <a:pt x="23842" y="13354"/>
                </a:lnTo>
                <a:lnTo>
                  <a:pt x="23841" y="13354"/>
                </a:lnTo>
                <a:lnTo>
                  <a:pt x="23841" y="13354"/>
                </a:lnTo>
                <a:lnTo>
                  <a:pt x="23841" y="13354"/>
                </a:lnTo>
                <a:lnTo>
                  <a:pt x="23841" y="13354"/>
                </a:lnTo>
                <a:lnTo>
                  <a:pt x="23840" y="13354"/>
                </a:lnTo>
                <a:lnTo>
                  <a:pt x="23840" y="13354"/>
                </a:lnTo>
                <a:lnTo>
                  <a:pt x="23840" y="13354"/>
                </a:lnTo>
                <a:lnTo>
                  <a:pt x="23839" y="13354"/>
                </a:lnTo>
                <a:lnTo>
                  <a:pt x="23839" y="13354"/>
                </a:lnTo>
                <a:lnTo>
                  <a:pt x="23839" y="13354"/>
                </a:lnTo>
                <a:lnTo>
                  <a:pt x="23839" y="13354"/>
                </a:lnTo>
                <a:lnTo>
                  <a:pt x="23838" y="13354"/>
                </a:lnTo>
                <a:lnTo>
                  <a:pt x="23838" y="13354"/>
                </a:lnTo>
                <a:lnTo>
                  <a:pt x="23838" y="13354"/>
                </a:lnTo>
                <a:lnTo>
                  <a:pt x="23838" y="13354"/>
                </a:lnTo>
                <a:lnTo>
                  <a:pt x="23837" y="13354"/>
                </a:lnTo>
                <a:lnTo>
                  <a:pt x="23837" y="13354"/>
                </a:lnTo>
                <a:lnTo>
                  <a:pt x="23837" y="13354"/>
                </a:lnTo>
                <a:lnTo>
                  <a:pt x="23837" y="13354"/>
                </a:lnTo>
                <a:lnTo>
                  <a:pt x="23836" y="13354"/>
                </a:lnTo>
                <a:lnTo>
                  <a:pt x="23836" y="13354"/>
                </a:lnTo>
                <a:lnTo>
                  <a:pt x="23836" y="13354"/>
                </a:lnTo>
                <a:lnTo>
                  <a:pt x="23836" y="13354"/>
                </a:lnTo>
                <a:lnTo>
                  <a:pt x="23835" y="13354"/>
                </a:lnTo>
                <a:lnTo>
                  <a:pt x="23835" y="13354"/>
                </a:lnTo>
                <a:lnTo>
                  <a:pt x="23835" y="13354"/>
                </a:lnTo>
                <a:lnTo>
                  <a:pt x="23835" y="13354"/>
                </a:lnTo>
                <a:lnTo>
                  <a:pt x="23834" y="13354"/>
                </a:lnTo>
                <a:lnTo>
                  <a:pt x="23834" y="13354"/>
                </a:lnTo>
                <a:lnTo>
                  <a:pt x="23834" y="13354"/>
                </a:lnTo>
                <a:lnTo>
                  <a:pt x="23834" y="13354"/>
                </a:lnTo>
                <a:lnTo>
                  <a:pt x="23833" y="13354"/>
                </a:lnTo>
                <a:lnTo>
                  <a:pt x="23833" y="13354"/>
                </a:lnTo>
                <a:lnTo>
                  <a:pt x="23833" y="13354"/>
                </a:lnTo>
                <a:lnTo>
                  <a:pt x="23833" y="13354"/>
                </a:lnTo>
                <a:lnTo>
                  <a:pt x="23832" y="13354"/>
                </a:lnTo>
                <a:lnTo>
                  <a:pt x="23832" y="13354"/>
                </a:lnTo>
                <a:lnTo>
                  <a:pt x="23832" y="13354"/>
                </a:lnTo>
                <a:lnTo>
                  <a:pt x="23832" y="13354"/>
                </a:lnTo>
                <a:lnTo>
                  <a:pt x="23831" y="13354"/>
                </a:lnTo>
                <a:lnTo>
                  <a:pt x="23831" y="13354"/>
                </a:lnTo>
                <a:lnTo>
                  <a:pt x="23831" y="13354"/>
                </a:lnTo>
                <a:lnTo>
                  <a:pt x="23831" y="13354"/>
                </a:lnTo>
                <a:lnTo>
                  <a:pt x="23830" y="13354"/>
                </a:lnTo>
                <a:lnTo>
                  <a:pt x="23830" y="13354"/>
                </a:lnTo>
                <a:lnTo>
                  <a:pt x="23830" y="13354"/>
                </a:lnTo>
                <a:lnTo>
                  <a:pt x="23829" y="13354"/>
                </a:lnTo>
                <a:lnTo>
                  <a:pt x="23829" y="13354"/>
                </a:lnTo>
                <a:lnTo>
                  <a:pt x="23829" y="13354"/>
                </a:lnTo>
                <a:lnTo>
                  <a:pt x="23829" y="13354"/>
                </a:lnTo>
                <a:lnTo>
                  <a:pt x="23828" y="13354"/>
                </a:lnTo>
                <a:lnTo>
                  <a:pt x="23828" y="13354"/>
                </a:lnTo>
                <a:lnTo>
                  <a:pt x="23828" y="13354"/>
                </a:lnTo>
                <a:lnTo>
                  <a:pt x="23828" y="13354"/>
                </a:lnTo>
                <a:lnTo>
                  <a:pt x="23827" y="13354"/>
                </a:lnTo>
                <a:lnTo>
                  <a:pt x="23827" y="13354"/>
                </a:lnTo>
                <a:lnTo>
                  <a:pt x="23827" y="13354"/>
                </a:lnTo>
                <a:lnTo>
                  <a:pt x="23827" y="13354"/>
                </a:lnTo>
                <a:lnTo>
                  <a:pt x="23826" y="13354"/>
                </a:lnTo>
                <a:lnTo>
                  <a:pt x="23826" y="13354"/>
                </a:lnTo>
                <a:lnTo>
                  <a:pt x="23826" y="13354"/>
                </a:lnTo>
                <a:lnTo>
                  <a:pt x="23826" y="13354"/>
                </a:lnTo>
                <a:lnTo>
                  <a:pt x="23825" y="13354"/>
                </a:lnTo>
                <a:lnTo>
                  <a:pt x="23825" y="13354"/>
                </a:lnTo>
                <a:lnTo>
                  <a:pt x="23825" y="13354"/>
                </a:lnTo>
                <a:lnTo>
                  <a:pt x="23825" y="13354"/>
                </a:lnTo>
                <a:lnTo>
                  <a:pt x="23824" y="13354"/>
                </a:lnTo>
                <a:lnTo>
                  <a:pt x="23824" y="13354"/>
                </a:lnTo>
                <a:lnTo>
                  <a:pt x="23824" y="13354"/>
                </a:lnTo>
                <a:lnTo>
                  <a:pt x="23824" y="13354"/>
                </a:lnTo>
                <a:lnTo>
                  <a:pt x="23823" y="13354"/>
                </a:lnTo>
                <a:lnTo>
                  <a:pt x="23823" y="13354"/>
                </a:lnTo>
                <a:lnTo>
                  <a:pt x="23823" y="13354"/>
                </a:lnTo>
                <a:lnTo>
                  <a:pt x="23823" y="13354"/>
                </a:lnTo>
                <a:lnTo>
                  <a:pt x="23822" y="13354"/>
                </a:lnTo>
                <a:lnTo>
                  <a:pt x="23822" y="13354"/>
                </a:lnTo>
                <a:lnTo>
                  <a:pt x="23822" y="13354"/>
                </a:lnTo>
                <a:lnTo>
                  <a:pt x="23822" y="13354"/>
                </a:lnTo>
                <a:lnTo>
                  <a:pt x="23821" y="13354"/>
                </a:lnTo>
                <a:lnTo>
                  <a:pt x="23821" y="13354"/>
                </a:lnTo>
                <a:lnTo>
                  <a:pt x="23821" y="13354"/>
                </a:lnTo>
                <a:lnTo>
                  <a:pt x="23821" y="13354"/>
                </a:lnTo>
                <a:lnTo>
                  <a:pt x="23820" y="13354"/>
                </a:lnTo>
                <a:lnTo>
                  <a:pt x="23820" y="13354"/>
                </a:lnTo>
                <a:lnTo>
                  <a:pt x="23820" y="13354"/>
                </a:lnTo>
                <a:lnTo>
                  <a:pt x="23820" y="13354"/>
                </a:lnTo>
                <a:lnTo>
                  <a:pt x="23819" y="13354"/>
                </a:lnTo>
                <a:lnTo>
                  <a:pt x="23819" y="13354"/>
                </a:lnTo>
                <a:lnTo>
                  <a:pt x="23819" y="13354"/>
                </a:lnTo>
                <a:lnTo>
                  <a:pt x="23819" y="13354"/>
                </a:lnTo>
                <a:lnTo>
                  <a:pt x="23818" y="13354"/>
                </a:lnTo>
                <a:lnTo>
                  <a:pt x="23818" y="13354"/>
                </a:lnTo>
                <a:lnTo>
                  <a:pt x="23818" y="13354"/>
                </a:lnTo>
                <a:lnTo>
                  <a:pt x="23817" y="13354"/>
                </a:lnTo>
                <a:lnTo>
                  <a:pt x="23817" y="13354"/>
                </a:lnTo>
                <a:lnTo>
                  <a:pt x="23817" y="13354"/>
                </a:lnTo>
                <a:lnTo>
                  <a:pt x="23817" y="13354"/>
                </a:lnTo>
                <a:lnTo>
                  <a:pt x="23816" y="13354"/>
                </a:lnTo>
                <a:lnTo>
                  <a:pt x="23816" y="13354"/>
                </a:lnTo>
                <a:lnTo>
                  <a:pt x="23816" y="13354"/>
                </a:lnTo>
                <a:lnTo>
                  <a:pt x="23816" y="13354"/>
                </a:lnTo>
                <a:lnTo>
                  <a:pt x="23815" y="13354"/>
                </a:lnTo>
                <a:lnTo>
                  <a:pt x="23815" y="13354"/>
                </a:lnTo>
                <a:lnTo>
                  <a:pt x="23815" y="13354"/>
                </a:lnTo>
                <a:lnTo>
                  <a:pt x="23815" y="13354"/>
                </a:lnTo>
                <a:lnTo>
                  <a:pt x="23814" y="13354"/>
                </a:lnTo>
                <a:lnTo>
                  <a:pt x="23814" y="13354"/>
                </a:lnTo>
                <a:lnTo>
                  <a:pt x="23814" y="13354"/>
                </a:lnTo>
                <a:lnTo>
                  <a:pt x="23814" y="13354"/>
                </a:lnTo>
                <a:lnTo>
                  <a:pt x="23813" y="13354"/>
                </a:lnTo>
                <a:lnTo>
                  <a:pt x="23813" y="13354"/>
                </a:lnTo>
                <a:lnTo>
                  <a:pt x="23813" y="13354"/>
                </a:lnTo>
                <a:lnTo>
                  <a:pt x="23813" y="13354"/>
                </a:lnTo>
                <a:lnTo>
                  <a:pt x="23812" y="13354"/>
                </a:lnTo>
                <a:lnTo>
                  <a:pt x="23812" y="13354"/>
                </a:lnTo>
                <a:lnTo>
                  <a:pt x="23812" y="13354"/>
                </a:lnTo>
                <a:lnTo>
                  <a:pt x="23812" y="13354"/>
                </a:lnTo>
                <a:lnTo>
                  <a:pt x="23811" y="13354"/>
                </a:lnTo>
                <a:lnTo>
                  <a:pt x="23811" y="13354"/>
                </a:lnTo>
                <a:lnTo>
                  <a:pt x="23811" y="13354"/>
                </a:lnTo>
                <a:lnTo>
                  <a:pt x="23811" y="13354"/>
                </a:lnTo>
                <a:lnTo>
                  <a:pt x="23810" y="13354"/>
                </a:lnTo>
                <a:lnTo>
                  <a:pt x="23810" y="13354"/>
                </a:lnTo>
                <a:lnTo>
                  <a:pt x="23810" y="13354"/>
                </a:lnTo>
                <a:lnTo>
                  <a:pt x="23810" y="13354"/>
                </a:lnTo>
                <a:lnTo>
                  <a:pt x="23809" y="13354"/>
                </a:lnTo>
                <a:lnTo>
                  <a:pt x="23809" y="13354"/>
                </a:lnTo>
                <a:lnTo>
                  <a:pt x="23809" y="13354"/>
                </a:lnTo>
                <a:lnTo>
                  <a:pt x="23809" y="13354"/>
                </a:lnTo>
                <a:lnTo>
                  <a:pt x="23808" y="13354"/>
                </a:lnTo>
                <a:lnTo>
                  <a:pt x="23808" y="13354"/>
                </a:lnTo>
                <a:lnTo>
                  <a:pt x="23808" y="13354"/>
                </a:lnTo>
                <a:lnTo>
                  <a:pt x="23808" y="13354"/>
                </a:lnTo>
                <a:lnTo>
                  <a:pt x="23807" y="13354"/>
                </a:lnTo>
                <a:lnTo>
                  <a:pt x="23807" y="13354"/>
                </a:lnTo>
                <a:lnTo>
                  <a:pt x="23807" y="13354"/>
                </a:lnTo>
                <a:lnTo>
                  <a:pt x="23807" y="13354"/>
                </a:lnTo>
                <a:lnTo>
                  <a:pt x="23806" y="13354"/>
                </a:lnTo>
                <a:lnTo>
                  <a:pt x="23806" y="13354"/>
                </a:lnTo>
                <a:lnTo>
                  <a:pt x="23806" y="13354"/>
                </a:lnTo>
                <a:lnTo>
                  <a:pt x="23806" y="13354"/>
                </a:lnTo>
                <a:lnTo>
                  <a:pt x="23805" y="13354"/>
                </a:lnTo>
                <a:lnTo>
                  <a:pt x="23805" y="13354"/>
                </a:lnTo>
                <a:lnTo>
                  <a:pt x="23805" y="13354"/>
                </a:lnTo>
                <a:lnTo>
                  <a:pt x="23805" y="13354"/>
                </a:lnTo>
                <a:lnTo>
                  <a:pt x="23804" y="13354"/>
                </a:lnTo>
                <a:lnTo>
                  <a:pt x="23804" y="13354"/>
                </a:lnTo>
                <a:lnTo>
                  <a:pt x="23804" y="13354"/>
                </a:lnTo>
                <a:lnTo>
                  <a:pt x="23804" y="13354"/>
                </a:lnTo>
                <a:lnTo>
                  <a:pt x="23803" y="13354"/>
                </a:lnTo>
                <a:lnTo>
                  <a:pt x="23803" y="13354"/>
                </a:lnTo>
                <a:lnTo>
                  <a:pt x="23803" y="13354"/>
                </a:lnTo>
                <a:lnTo>
                  <a:pt x="23802" y="13354"/>
                </a:lnTo>
                <a:lnTo>
                  <a:pt x="23802" y="13354"/>
                </a:lnTo>
                <a:lnTo>
                  <a:pt x="23802" y="13354"/>
                </a:lnTo>
                <a:lnTo>
                  <a:pt x="23802" y="13354"/>
                </a:lnTo>
                <a:lnTo>
                  <a:pt x="23801" y="13354"/>
                </a:lnTo>
                <a:lnTo>
                  <a:pt x="23801" y="13354"/>
                </a:lnTo>
                <a:lnTo>
                  <a:pt x="23801" y="13354"/>
                </a:lnTo>
                <a:lnTo>
                  <a:pt x="23801" y="13354"/>
                </a:lnTo>
                <a:lnTo>
                  <a:pt x="23800" y="13354"/>
                </a:lnTo>
                <a:lnTo>
                  <a:pt x="23800" y="13354"/>
                </a:lnTo>
                <a:lnTo>
                  <a:pt x="23800" y="13354"/>
                </a:lnTo>
                <a:lnTo>
                  <a:pt x="23800" y="13354"/>
                </a:lnTo>
                <a:lnTo>
                  <a:pt x="23799" y="13354"/>
                </a:lnTo>
                <a:lnTo>
                  <a:pt x="23799" y="13354"/>
                </a:lnTo>
                <a:lnTo>
                  <a:pt x="23799" y="13354"/>
                </a:lnTo>
                <a:lnTo>
                  <a:pt x="23799" y="13354"/>
                </a:lnTo>
                <a:lnTo>
                  <a:pt x="23798" y="13354"/>
                </a:lnTo>
                <a:lnTo>
                  <a:pt x="23798" y="13354"/>
                </a:lnTo>
                <a:lnTo>
                  <a:pt x="23798" y="13354"/>
                </a:lnTo>
                <a:lnTo>
                  <a:pt x="23798" y="13354"/>
                </a:lnTo>
                <a:lnTo>
                  <a:pt x="23797" y="13354"/>
                </a:lnTo>
                <a:lnTo>
                  <a:pt x="23797" y="13354"/>
                </a:lnTo>
                <a:lnTo>
                  <a:pt x="23797" y="13354"/>
                </a:lnTo>
                <a:lnTo>
                  <a:pt x="23797" y="13354"/>
                </a:lnTo>
                <a:lnTo>
                  <a:pt x="23796" y="13354"/>
                </a:lnTo>
                <a:lnTo>
                  <a:pt x="23796" y="13354"/>
                </a:lnTo>
                <a:lnTo>
                  <a:pt x="23796" y="13354"/>
                </a:lnTo>
                <a:lnTo>
                  <a:pt x="23796" y="13354"/>
                </a:lnTo>
                <a:lnTo>
                  <a:pt x="23795" y="13354"/>
                </a:lnTo>
                <a:lnTo>
                  <a:pt x="23795" y="13354"/>
                </a:lnTo>
                <a:lnTo>
                  <a:pt x="23795" y="13354"/>
                </a:lnTo>
                <a:lnTo>
                  <a:pt x="23795" y="13354"/>
                </a:lnTo>
                <a:lnTo>
                  <a:pt x="23794" y="13354"/>
                </a:lnTo>
                <a:lnTo>
                  <a:pt x="23794" y="13354"/>
                </a:lnTo>
                <a:lnTo>
                  <a:pt x="23794" y="13354"/>
                </a:lnTo>
                <a:lnTo>
                  <a:pt x="23794" y="13354"/>
                </a:lnTo>
                <a:lnTo>
                  <a:pt x="23793" y="13354"/>
                </a:lnTo>
                <a:lnTo>
                  <a:pt x="23793" y="13354"/>
                </a:lnTo>
                <a:lnTo>
                  <a:pt x="23793" y="13354"/>
                </a:lnTo>
                <a:lnTo>
                  <a:pt x="23793" y="13354"/>
                </a:lnTo>
                <a:lnTo>
                  <a:pt x="23792" y="13354"/>
                </a:lnTo>
                <a:lnTo>
                  <a:pt x="23792" y="13354"/>
                </a:lnTo>
                <a:lnTo>
                  <a:pt x="23792" y="13354"/>
                </a:lnTo>
                <a:lnTo>
                  <a:pt x="23792" y="13354"/>
                </a:lnTo>
                <a:lnTo>
                  <a:pt x="23791" y="13354"/>
                </a:lnTo>
                <a:lnTo>
                  <a:pt x="23791" y="13354"/>
                </a:lnTo>
                <a:lnTo>
                  <a:pt x="23791" y="13354"/>
                </a:lnTo>
                <a:lnTo>
                  <a:pt x="23791" y="13354"/>
                </a:lnTo>
                <a:lnTo>
                  <a:pt x="23790" y="13354"/>
                </a:lnTo>
                <a:lnTo>
                  <a:pt x="23790" y="13354"/>
                </a:lnTo>
                <a:lnTo>
                  <a:pt x="23790" y="13354"/>
                </a:lnTo>
                <a:lnTo>
                  <a:pt x="23790" y="13354"/>
                </a:lnTo>
                <a:lnTo>
                  <a:pt x="23789" y="13354"/>
                </a:lnTo>
                <a:lnTo>
                  <a:pt x="23789" y="13354"/>
                </a:lnTo>
                <a:lnTo>
                  <a:pt x="23789" y="13354"/>
                </a:lnTo>
                <a:lnTo>
                  <a:pt x="23789" y="13354"/>
                </a:lnTo>
                <a:lnTo>
                  <a:pt x="23788" y="13354"/>
                </a:lnTo>
                <a:lnTo>
                  <a:pt x="23788" y="13354"/>
                </a:lnTo>
                <a:lnTo>
                  <a:pt x="23788" y="13354"/>
                </a:lnTo>
                <a:lnTo>
                  <a:pt x="23788" y="13354"/>
                </a:lnTo>
                <a:lnTo>
                  <a:pt x="23787" y="13354"/>
                </a:lnTo>
                <a:lnTo>
                  <a:pt x="23787" y="13354"/>
                </a:lnTo>
                <a:lnTo>
                  <a:pt x="23787" y="13354"/>
                </a:lnTo>
                <a:lnTo>
                  <a:pt x="23787" y="13354"/>
                </a:lnTo>
                <a:lnTo>
                  <a:pt x="23786" y="13354"/>
                </a:lnTo>
                <a:lnTo>
                  <a:pt x="23786" y="13354"/>
                </a:lnTo>
                <a:lnTo>
                  <a:pt x="23786" y="13354"/>
                </a:lnTo>
                <a:lnTo>
                  <a:pt x="23786" y="13354"/>
                </a:lnTo>
                <a:lnTo>
                  <a:pt x="23785" y="13354"/>
                </a:lnTo>
                <a:lnTo>
                  <a:pt x="23785" y="13354"/>
                </a:lnTo>
                <a:lnTo>
                  <a:pt x="23785" y="13354"/>
                </a:lnTo>
                <a:lnTo>
                  <a:pt x="23785" y="13354"/>
                </a:lnTo>
                <a:lnTo>
                  <a:pt x="23784" y="13354"/>
                </a:lnTo>
                <a:lnTo>
                  <a:pt x="23784" y="13354"/>
                </a:lnTo>
                <a:lnTo>
                  <a:pt x="23784" y="13354"/>
                </a:lnTo>
                <a:lnTo>
                  <a:pt x="23784" y="13354"/>
                </a:lnTo>
                <a:lnTo>
                  <a:pt x="23783" y="13354"/>
                </a:lnTo>
                <a:lnTo>
                  <a:pt x="23783" y="13354"/>
                </a:lnTo>
                <a:lnTo>
                  <a:pt x="23783" y="13354"/>
                </a:lnTo>
                <a:lnTo>
                  <a:pt x="23783" y="13354"/>
                </a:lnTo>
                <a:lnTo>
                  <a:pt x="23782" y="13354"/>
                </a:lnTo>
                <a:lnTo>
                  <a:pt x="23782" y="13354"/>
                </a:lnTo>
                <a:lnTo>
                  <a:pt x="23782" y="13354"/>
                </a:lnTo>
                <a:lnTo>
                  <a:pt x="23782" y="13354"/>
                </a:lnTo>
                <a:lnTo>
                  <a:pt x="23781" y="13354"/>
                </a:lnTo>
                <a:lnTo>
                  <a:pt x="23781" y="13354"/>
                </a:lnTo>
                <a:lnTo>
                  <a:pt x="23781" y="13354"/>
                </a:lnTo>
                <a:lnTo>
                  <a:pt x="23781" y="13354"/>
                </a:lnTo>
                <a:lnTo>
                  <a:pt x="23780" y="13354"/>
                </a:lnTo>
                <a:lnTo>
                  <a:pt x="23780" y="13354"/>
                </a:lnTo>
                <a:lnTo>
                  <a:pt x="23780" y="13354"/>
                </a:lnTo>
                <a:lnTo>
                  <a:pt x="23780" y="13354"/>
                </a:lnTo>
                <a:lnTo>
                  <a:pt x="23779" y="13354"/>
                </a:lnTo>
                <a:lnTo>
                  <a:pt x="23779" y="13354"/>
                </a:lnTo>
                <a:lnTo>
                  <a:pt x="23779" y="13354"/>
                </a:lnTo>
                <a:lnTo>
                  <a:pt x="23779" y="13354"/>
                </a:lnTo>
                <a:lnTo>
                  <a:pt x="23778" y="13354"/>
                </a:lnTo>
                <a:lnTo>
                  <a:pt x="23778" y="13354"/>
                </a:lnTo>
                <a:lnTo>
                  <a:pt x="23778" y="13354"/>
                </a:lnTo>
                <a:lnTo>
                  <a:pt x="23778" y="13354"/>
                </a:lnTo>
                <a:lnTo>
                  <a:pt x="23777" y="13354"/>
                </a:lnTo>
                <a:lnTo>
                  <a:pt x="23777" y="13354"/>
                </a:lnTo>
                <a:lnTo>
                  <a:pt x="23777" y="13354"/>
                </a:lnTo>
                <a:lnTo>
                  <a:pt x="23777" y="13354"/>
                </a:lnTo>
                <a:lnTo>
                  <a:pt x="23776" y="13354"/>
                </a:lnTo>
                <a:lnTo>
                  <a:pt x="23776" y="13354"/>
                </a:lnTo>
                <a:lnTo>
                  <a:pt x="23776" y="13354"/>
                </a:lnTo>
                <a:lnTo>
                  <a:pt x="23775" y="13354"/>
                </a:lnTo>
                <a:lnTo>
                  <a:pt x="23775" y="13354"/>
                </a:lnTo>
                <a:lnTo>
                  <a:pt x="23775" y="13354"/>
                </a:lnTo>
                <a:lnTo>
                  <a:pt x="23775" y="13354"/>
                </a:lnTo>
                <a:lnTo>
                  <a:pt x="23774" y="13354"/>
                </a:lnTo>
                <a:lnTo>
                  <a:pt x="23774" y="13354"/>
                </a:lnTo>
                <a:lnTo>
                  <a:pt x="23774" y="13354"/>
                </a:lnTo>
                <a:lnTo>
                  <a:pt x="23774" y="13354"/>
                </a:lnTo>
                <a:lnTo>
                  <a:pt x="23773" y="13354"/>
                </a:lnTo>
                <a:lnTo>
                  <a:pt x="23773" y="13354"/>
                </a:lnTo>
                <a:lnTo>
                  <a:pt x="23773" y="13354"/>
                </a:lnTo>
                <a:lnTo>
                  <a:pt x="23773" y="13354"/>
                </a:lnTo>
                <a:lnTo>
                  <a:pt x="23772" y="13354"/>
                </a:lnTo>
                <a:lnTo>
                  <a:pt x="23772" y="13354"/>
                </a:lnTo>
                <a:lnTo>
                  <a:pt x="23772" y="13354"/>
                </a:lnTo>
                <a:lnTo>
                  <a:pt x="23772" y="13354"/>
                </a:lnTo>
                <a:lnTo>
                  <a:pt x="23771" y="13354"/>
                </a:lnTo>
                <a:lnTo>
                  <a:pt x="23771" y="13354"/>
                </a:lnTo>
                <a:lnTo>
                  <a:pt x="23771" y="13354"/>
                </a:lnTo>
                <a:lnTo>
                  <a:pt x="23771" y="13354"/>
                </a:lnTo>
                <a:lnTo>
                  <a:pt x="23770" y="13354"/>
                </a:lnTo>
                <a:lnTo>
                  <a:pt x="23770" y="13354"/>
                </a:lnTo>
                <a:lnTo>
                  <a:pt x="23770" y="13354"/>
                </a:lnTo>
                <a:lnTo>
                  <a:pt x="23770" y="13354"/>
                </a:lnTo>
                <a:lnTo>
                  <a:pt x="23769" y="13354"/>
                </a:lnTo>
                <a:lnTo>
                  <a:pt x="23769" y="13354"/>
                </a:lnTo>
                <a:lnTo>
                  <a:pt x="23769" y="13354"/>
                </a:lnTo>
                <a:lnTo>
                  <a:pt x="23769" y="13354"/>
                </a:lnTo>
                <a:lnTo>
                  <a:pt x="23768" y="13354"/>
                </a:lnTo>
                <a:lnTo>
                  <a:pt x="23768" y="13354"/>
                </a:lnTo>
                <a:lnTo>
                  <a:pt x="23768" y="13354"/>
                </a:lnTo>
                <a:lnTo>
                  <a:pt x="23768" y="13354"/>
                </a:lnTo>
                <a:lnTo>
                  <a:pt x="23767" y="13354"/>
                </a:lnTo>
                <a:lnTo>
                  <a:pt x="23767" y="13354"/>
                </a:lnTo>
                <a:lnTo>
                  <a:pt x="23767" y="13354"/>
                </a:lnTo>
                <a:lnTo>
                  <a:pt x="23767" y="13354"/>
                </a:lnTo>
                <a:lnTo>
                  <a:pt x="23766" y="13354"/>
                </a:lnTo>
                <a:lnTo>
                  <a:pt x="23766" y="13354"/>
                </a:lnTo>
                <a:lnTo>
                  <a:pt x="23766" y="13354"/>
                </a:lnTo>
                <a:lnTo>
                  <a:pt x="23766" y="13354"/>
                </a:lnTo>
                <a:lnTo>
                  <a:pt x="23765" y="13354"/>
                </a:lnTo>
                <a:lnTo>
                  <a:pt x="23765" y="13354"/>
                </a:lnTo>
                <a:lnTo>
                  <a:pt x="23765" y="13354"/>
                </a:lnTo>
                <a:lnTo>
                  <a:pt x="23765" y="13354"/>
                </a:lnTo>
                <a:lnTo>
                  <a:pt x="23764" y="13354"/>
                </a:lnTo>
                <a:lnTo>
                  <a:pt x="23764" y="13354"/>
                </a:lnTo>
                <a:lnTo>
                  <a:pt x="23764" y="13354"/>
                </a:lnTo>
                <a:lnTo>
                  <a:pt x="23764" y="13354"/>
                </a:lnTo>
                <a:lnTo>
                  <a:pt x="23763" y="13354"/>
                </a:lnTo>
                <a:lnTo>
                  <a:pt x="23763" y="13354"/>
                </a:lnTo>
                <a:lnTo>
                  <a:pt x="23763" y="13354"/>
                </a:lnTo>
                <a:lnTo>
                  <a:pt x="23763" y="13354"/>
                </a:lnTo>
                <a:lnTo>
                  <a:pt x="23762" y="13354"/>
                </a:lnTo>
                <a:lnTo>
                  <a:pt x="23762" y="13354"/>
                </a:lnTo>
                <a:lnTo>
                  <a:pt x="23762" y="13354"/>
                </a:lnTo>
                <a:lnTo>
                  <a:pt x="23762" y="13354"/>
                </a:lnTo>
                <a:lnTo>
                  <a:pt x="23761" y="13354"/>
                </a:lnTo>
                <a:lnTo>
                  <a:pt x="23761" y="13354"/>
                </a:lnTo>
                <a:lnTo>
                  <a:pt x="23761" y="13354"/>
                </a:lnTo>
                <a:lnTo>
                  <a:pt x="23761" y="13354"/>
                </a:lnTo>
                <a:lnTo>
                  <a:pt x="23760" y="13354"/>
                </a:lnTo>
                <a:lnTo>
                  <a:pt x="23760" y="13354"/>
                </a:lnTo>
                <a:lnTo>
                  <a:pt x="23760" y="13354"/>
                </a:lnTo>
                <a:lnTo>
                  <a:pt x="23760" y="13354"/>
                </a:lnTo>
                <a:lnTo>
                  <a:pt x="23759" y="13354"/>
                </a:lnTo>
                <a:lnTo>
                  <a:pt x="23759" y="13354"/>
                </a:lnTo>
                <a:lnTo>
                  <a:pt x="23759" y="13354"/>
                </a:lnTo>
                <a:lnTo>
                  <a:pt x="23759" y="13354"/>
                </a:lnTo>
                <a:lnTo>
                  <a:pt x="23758" y="13354"/>
                </a:lnTo>
                <a:lnTo>
                  <a:pt x="23758" y="13354"/>
                </a:lnTo>
                <a:lnTo>
                  <a:pt x="23758" y="13354"/>
                </a:lnTo>
                <a:lnTo>
                  <a:pt x="23758" y="13354"/>
                </a:lnTo>
                <a:lnTo>
                  <a:pt x="23757" y="13354"/>
                </a:lnTo>
                <a:lnTo>
                  <a:pt x="23757" y="13354"/>
                </a:lnTo>
                <a:lnTo>
                  <a:pt x="23757" y="13354"/>
                </a:lnTo>
                <a:lnTo>
                  <a:pt x="23757" y="13354"/>
                </a:lnTo>
                <a:lnTo>
                  <a:pt x="23756" y="13354"/>
                </a:lnTo>
                <a:lnTo>
                  <a:pt x="23756" y="13354"/>
                </a:lnTo>
                <a:lnTo>
                  <a:pt x="23756" y="13354"/>
                </a:lnTo>
                <a:lnTo>
                  <a:pt x="23756" y="13354"/>
                </a:lnTo>
                <a:lnTo>
                  <a:pt x="23755" y="13354"/>
                </a:lnTo>
                <a:lnTo>
                  <a:pt x="23755" y="13354"/>
                </a:lnTo>
                <a:lnTo>
                  <a:pt x="23755" y="13354"/>
                </a:lnTo>
                <a:lnTo>
                  <a:pt x="23755" y="13354"/>
                </a:lnTo>
                <a:lnTo>
                  <a:pt x="23754" y="13354"/>
                </a:lnTo>
                <a:lnTo>
                  <a:pt x="23754" y="13354"/>
                </a:lnTo>
                <a:lnTo>
                  <a:pt x="23754" y="13354"/>
                </a:lnTo>
                <a:lnTo>
                  <a:pt x="23754" y="13354"/>
                </a:lnTo>
                <a:lnTo>
                  <a:pt x="23753" y="13354"/>
                </a:lnTo>
                <a:lnTo>
                  <a:pt x="23753" y="13354"/>
                </a:lnTo>
                <a:lnTo>
                  <a:pt x="23753" y="13354"/>
                </a:lnTo>
                <a:lnTo>
                  <a:pt x="23753" y="13354"/>
                </a:lnTo>
                <a:lnTo>
                  <a:pt x="23752" y="13354"/>
                </a:lnTo>
                <a:lnTo>
                  <a:pt x="23752" y="13354"/>
                </a:lnTo>
                <a:lnTo>
                  <a:pt x="23752" y="13354"/>
                </a:lnTo>
                <a:lnTo>
                  <a:pt x="23752" y="13354"/>
                </a:lnTo>
                <a:lnTo>
                  <a:pt x="23751" y="13354"/>
                </a:lnTo>
                <a:lnTo>
                  <a:pt x="23751" y="13354"/>
                </a:lnTo>
                <a:lnTo>
                  <a:pt x="23751" y="13354"/>
                </a:lnTo>
                <a:lnTo>
                  <a:pt x="23751" y="13354"/>
                </a:lnTo>
                <a:lnTo>
                  <a:pt x="23750" y="13354"/>
                </a:lnTo>
                <a:lnTo>
                  <a:pt x="23750" y="13354"/>
                </a:lnTo>
                <a:lnTo>
                  <a:pt x="23750" y="13354"/>
                </a:lnTo>
                <a:lnTo>
                  <a:pt x="23750" y="13354"/>
                </a:lnTo>
                <a:lnTo>
                  <a:pt x="23749" y="13354"/>
                </a:lnTo>
                <a:lnTo>
                  <a:pt x="23749" y="13354"/>
                </a:lnTo>
                <a:lnTo>
                  <a:pt x="23749" y="13354"/>
                </a:lnTo>
                <a:lnTo>
                  <a:pt x="23749" y="13354"/>
                </a:lnTo>
                <a:lnTo>
                  <a:pt x="23748" y="13354"/>
                </a:lnTo>
                <a:lnTo>
                  <a:pt x="23748" y="13354"/>
                </a:lnTo>
                <a:lnTo>
                  <a:pt x="23748" y="13354"/>
                </a:lnTo>
                <a:lnTo>
                  <a:pt x="23748" y="13354"/>
                </a:lnTo>
                <a:lnTo>
                  <a:pt x="23748" y="13354"/>
                </a:lnTo>
                <a:lnTo>
                  <a:pt x="23747" y="13354"/>
                </a:lnTo>
                <a:lnTo>
                  <a:pt x="23747" y="13354"/>
                </a:lnTo>
                <a:lnTo>
                  <a:pt x="23747" y="13354"/>
                </a:lnTo>
                <a:lnTo>
                  <a:pt x="23747" y="13354"/>
                </a:lnTo>
                <a:lnTo>
                  <a:pt x="23746" y="13354"/>
                </a:lnTo>
                <a:lnTo>
                  <a:pt x="23746" y="13354"/>
                </a:lnTo>
                <a:lnTo>
                  <a:pt x="23746" y="13354"/>
                </a:lnTo>
                <a:lnTo>
                  <a:pt x="23746" y="13354"/>
                </a:lnTo>
                <a:lnTo>
                  <a:pt x="23745" y="13354"/>
                </a:lnTo>
                <a:lnTo>
                  <a:pt x="23745" y="13354"/>
                </a:lnTo>
                <a:lnTo>
                  <a:pt x="23745" y="13354"/>
                </a:lnTo>
                <a:lnTo>
                  <a:pt x="23745" y="13354"/>
                </a:lnTo>
                <a:lnTo>
                  <a:pt x="23744" y="13354"/>
                </a:lnTo>
                <a:lnTo>
                  <a:pt x="23744" y="13354"/>
                </a:lnTo>
                <a:lnTo>
                  <a:pt x="23744" y="13354"/>
                </a:lnTo>
                <a:lnTo>
                  <a:pt x="23744" y="13354"/>
                </a:lnTo>
                <a:lnTo>
                  <a:pt x="23743" y="13354"/>
                </a:lnTo>
                <a:lnTo>
                  <a:pt x="23743" y="13354"/>
                </a:lnTo>
                <a:lnTo>
                  <a:pt x="23743" y="13354"/>
                </a:lnTo>
                <a:lnTo>
                  <a:pt x="23743" y="13354"/>
                </a:lnTo>
                <a:lnTo>
                  <a:pt x="23742" y="13354"/>
                </a:lnTo>
                <a:lnTo>
                  <a:pt x="23742" y="13354"/>
                </a:lnTo>
                <a:lnTo>
                  <a:pt x="23742" y="13354"/>
                </a:lnTo>
                <a:lnTo>
                  <a:pt x="23742" y="13354"/>
                </a:lnTo>
                <a:lnTo>
                  <a:pt x="23741" y="13354"/>
                </a:lnTo>
                <a:lnTo>
                  <a:pt x="23741" y="13354"/>
                </a:lnTo>
                <a:lnTo>
                  <a:pt x="23741" y="13354"/>
                </a:lnTo>
                <a:lnTo>
                  <a:pt x="23741" y="13354"/>
                </a:lnTo>
                <a:lnTo>
                  <a:pt x="23740" y="13354"/>
                </a:lnTo>
                <a:lnTo>
                  <a:pt x="23740" y="13354"/>
                </a:lnTo>
                <a:lnTo>
                  <a:pt x="23740" y="13354"/>
                </a:lnTo>
                <a:lnTo>
                  <a:pt x="23740" y="13354"/>
                </a:lnTo>
                <a:lnTo>
                  <a:pt x="23739" y="13354"/>
                </a:lnTo>
                <a:lnTo>
                  <a:pt x="23739" y="13354"/>
                </a:lnTo>
                <a:lnTo>
                  <a:pt x="23739" y="13354"/>
                </a:lnTo>
                <a:lnTo>
                  <a:pt x="23739" y="13354"/>
                </a:lnTo>
                <a:lnTo>
                  <a:pt x="23738" y="13354"/>
                </a:lnTo>
                <a:lnTo>
                  <a:pt x="23738" y="13354"/>
                </a:lnTo>
                <a:lnTo>
                  <a:pt x="23738" y="13354"/>
                </a:lnTo>
                <a:lnTo>
                  <a:pt x="23738" y="13354"/>
                </a:lnTo>
                <a:lnTo>
                  <a:pt x="23737" y="13354"/>
                </a:lnTo>
                <a:lnTo>
                  <a:pt x="23737" y="13354"/>
                </a:lnTo>
                <a:lnTo>
                  <a:pt x="23737" y="13354"/>
                </a:lnTo>
                <a:lnTo>
                  <a:pt x="23737" y="13354"/>
                </a:lnTo>
                <a:lnTo>
                  <a:pt x="23736" y="13354"/>
                </a:lnTo>
                <a:lnTo>
                  <a:pt x="23736" y="13354"/>
                </a:lnTo>
                <a:lnTo>
                  <a:pt x="23736" y="13354"/>
                </a:lnTo>
                <a:lnTo>
                  <a:pt x="23736" y="13354"/>
                </a:lnTo>
                <a:lnTo>
                  <a:pt x="23735" y="13354"/>
                </a:lnTo>
                <a:lnTo>
                  <a:pt x="23735" y="13354"/>
                </a:lnTo>
                <a:lnTo>
                  <a:pt x="23735" y="13354"/>
                </a:lnTo>
                <a:lnTo>
                  <a:pt x="23735" y="13354"/>
                </a:lnTo>
                <a:lnTo>
                  <a:pt x="23734" y="13354"/>
                </a:lnTo>
                <a:lnTo>
                  <a:pt x="23734" y="13354"/>
                </a:lnTo>
                <a:lnTo>
                  <a:pt x="23734" y="13354"/>
                </a:lnTo>
                <a:lnTo>
                  <a:pt x="23734" y="13354"/>
                </a:lnTo>
                <a:lnTo>
                  <a:pt x="23733" y="13354"/>
                </a:lnTo>
                <a:lnTo>
                  <a:pt x="23733" y="13354"/>
                </a:lnTo>
                <a:lnTo>
                  <a:pt x="23733" y="13354"/>
                </a:lnTo>
                <a:lnTo>
                  <a:pt x="23733" y="13354"/>
                </a:lnTo>
                <a:lnTo>
                  <a:pt x="23732" y="13354"/>
                </a:lnTo>
                <a:lnTo>
                  <a:pt x="23732" y="13354"/>
                </a:lnTo>
                <a:lnTo>
                  <a:pt x="23732" y="13354"/>
                </a:lnTo>
                <a:lnTo>
                  <a:pt x="23732" y="13354"/>
                </a:lnTo>
                <a:lnTo>
                  <a:pt x="23731" y="13354"/>
                </a:lnTo>
                <a:lnTo>
                  <a:pt x="23731" y="13354"/>
                </a:lnTo>
                <a:lnTo>
                  <a:pt x="23731" y="13354"/>
                </a:lnTo>
                <a:lnTo>
                  <a:pt x="23731" y="13354"/>
                </a:lnTo>
                <a:lnTo>
                  <a:pt x="23730" y="13354"/>
                </a:lnTo>
                <a:lnTo>
                  <a:pt x="23730" y="13354"/>
                </a:lnTo>
                <a:lnTo>
                  <a:pt x="23730" y="13354"/>
                </a:lnTo>
                <a:lnTo>
                  <a:pt x="23730" y="13354"/>
                </a:lnTo>
                <a:lnTo>
                  <a:pt x="23729" y="13354"/>
                </a:lnTo>
                <a:lnTo>
                  <a:pt x="23729" y="13354"/>
                </a:lnTo>
                <a:lnTo>
                  <a:pt x="23729" y="13354"/>
                </a:lnTo>
                <a:lnTo>
                  <a:pt x="23729" y="13354"/>
                </a:lnTo>
                <a:lnTo>
                  <a:pt x="23728" y="13354"/>
                </a:lnTo>
                <a:lnTo>
                  <a:pt x="23728" y="13354"/>
                </a:lnTo>
                <a:lnTo>
                  <a:pt x="23728" y="13354"/>
                </a:lnTo>
                <a:lnTo>
                  <a:pt x="23728" y="13354"/>
                </a:lnTo>
                <a:lnTo>
                  <a:pt x="23727" y="13354"/>
                </a:lnTo>
                <a:lnTo>
                  <a:pt x="23727" y="13354"/>
                </a:lnTo>
                <a:lnTo>
                  <a:pt x="23727" y="13354"/>
                </a:lnTo>
                <a:lnTo>
                  <a:pt x="23727" y="13354"/>
                </a:lnTo>
                <a:lnTo>
                  <a:pt x="23726" y="13354"/>
                </a:lnTo>
                <a:lnTo>
                  <a:pt x="23726" y="13354"/>
                </a:lnTo>
                <a:lnTo>
                  <a:pt x="23726" y="13354"/>
                </a:lnTo>
                <a:lnTo>
                  <a:pt x="23726" y="13354"/>
                </a:lnTo>
                <a:lnTo>
                  <a:pt x="23725" y="13354"/>
                </a:lnTo>
                <a:lnTo>
                  <a:pt x="23725" y="13354"/>
                </a:lnTo>
                <a:lnTo>
                  <a:pt x="23725" y="13354"/>
                </a:lnTo>
                <a:lnTo>
                  <a:pt x="23725" y="13354"/>
                </a:lnTo>
                <a:lnTo>
                  <a:pt x="23724" y="13354"/>
                </a:lnTo>
                <a:lnTo>
                  <a:pt x="23724" y="13354"/>
                </a:lnTo>
                <a:lnTo>
                  <a:pt x="23724" y="13354"/>
                </a:lnTo>
                <a:lnTo>
                  <a:pt x="23724" y="13354"/>
                </a:lnTo>
                <a:lnTo>
                  <a:pt x="23723" y="13354"/>
                </a:lnTo>
                <a:lnTo>
                  <a:pt x="23723" y="13354"/>
                </a:lnTo>
                <a:lnTo>
                  <a:pt x="23723" y="13354"/>
                </a:lnTo>
                <a:lnTo>
                  <a:pt x="23723" y="13354"/>
                </a:lnTo>
                <a:lnTo>
                  <a:pt x="23722" y="13354"/>
                </a:lnTo>
                <a:lnTo>
                  <a:pt x="23722" y="13354"/>
                </a:lnTo>
                <a:lnTo>
                  <a:pt x="23722" y="13354"/>
                </a:lnTo>
                <a:lnTo>
                  <a:pt x="23722" y="13354"/>
                </a:lnTo>
                <a:lnTo>
                  <a:pt x="23722" y="13354"/>
                </a:lnTo>
                <a:lnTo>
                  <a:pt x="23721" y="13354"/>
                </a:lnTo>
                <a:lnTo>
                  <a:pt x="23721" y="13354"/>
                </a:lnTo>
                <a:lnTo>
                  <a:pt x="23721" y="13354"/>
                </a:lnTo>
                <a:lnTo>
                  <a:pt x="23721" y="13354"/>
                </a:lnTo>
                <a:lnTo>
                  <a:pt x="23720" y="13354"/>
                </a:lnTo>
                <a:lnTo>
                  <a:pt x="23720" y="13354"/>
                </a:lnTo>
                <a:lnTo>
                  <a:pt x="23720" y="13354"/>
                </a:lnTo>
                <a:lnTo>
                  <a:pt x="23720" y="13354"/>
                </a:lnTo>
                <a:lnTo>
                  <a:pt x="23719" y="13354"/>
                </a:lnTo>
                <a:lnTo>
                  <a:pt x="23719" y="13354"/>
                </a:lnTo>
                <a:lnTo>
                  <a:pt x="23719" y="13354"/>
                </a:lnTo>
                <a:lnTo>
                  <a:pt x="23719" y="13354"/>
                </a:lnTo>
                <a:lnTo>
                  <a:pt x="23718" y="13354"/>
                </a:lnTo>
                <a:lnTo>
                  <a:pt x="23718" y="13354"/>
                </a:lnTo>
                <a:lnTo>
                  <a:pt x="23718" y="13354"/>
                </a:lnTo>
                <a:lnTo>
                  <a:pt x="23718" y="13354"/>
                </a:lnTo>
                <a:lnTo>
                  <a:pt x="23717" y="13354"/>
                </a:lnTo>
                <a:lnTo>
                  <a:pt x="23717" y="13354"/>
                </a:lnTo>
                <a:lnTo>
                  <a:pt x="23717" y="13354"/>
                </a:lnTo>
                <a:lnTo>
                  <a:pt x="23717" y="13354"/>
                </a:lnTo>
                <a:lnTo>
                  <a:pt x="23716" y="13354"/>
                </a:lnTo>
                <a:lnTo>
                  <a:pt x="23716" y="13354"/>
                </a:lnTo>
                <a:lnTo>
                  <a:pt x="23716" y="13354"/>
                </a:lnTo>
                <a:lnTo>
                  <a:pt x="23716" y="13354"/>
                </a:lnTo>
                <a:lnTo>
                  <a:pt x="23715" y="13354"/>
                </a:lnTo>
                <a:lnTo>
                  <a:pt x="23715" y="13354"/>
                </a:lnTo>
                <a:lnTo>
                  <a:pt x="23715" y="13354"/>
                </a:lnTo>
                <a:lnTo>
                  <a:pt x="23715" y="13354"/>
                </a:lnTo>
                <a:lnTo>
                  <a:pt x="23714" y="13354"/>
                </a:lnTo>
                <a:lnTo>
                  <a:pt x="23714" y="13354"/>
                </a:lnTo>
                <a:lnTo>
                  <a:pt x="23714" y="13354"/>
                </a:lnTo>
                <a:lnTo>
                  <a:pt x="23714" y="13354"/>
                </a:lnTo>
                <a:lnTo>
                  <a:pt x="23713" y="13354"/>
                </a:lnTo>
                <a:lnTo>
                  <a:pt x="23713" y="13354"/>
                </a:lnTo>
                <a:lnTo>
                  <a:pt x="23713" y="13354"/>
                </a:lnTo>
                <a:lnTo>
                  <a:pt x="23713" y="13354"/>
                </a:lnTo>
                <a:lnTo>
                  <a:pt x="23712" y="13354"/>
                </a:lnTo>
                <a:lnTo>
                  <a:pt x="23712" y="13354"/>
                </a:lnTo>
                <a:lnTo>
                  <a:pt x="23712" y="13354"/>
                </a:lnTo>
                <a:lnTo>
                  <a:pt x="23712" y="13354"/>
                </a:lnTo>
                <a:lnTo>
                  <a:pt x="23711" y="13354"/>
                </a:lnTo>
                <a:lnTo>
                  <a:pt x="23711" y="13354"/>
                </a:lnTo>
                <a:lnTo>
                  <a:pt x="23711" y="13354"/>
                </a:lnTo>
                <a:lnTo>
                  <a:pt x="23711" y="13354"/>
                </a:lnTo>
                <a:lnTo>
                  <a:pt x="23710" y="13354"/>
                </a:lnTo>
                <a:lnTo>
                  <a:pt x="23710" y="13354"/>
                </a:lnTo>
                <a:lnTo>
                  <a:pt x="23710" y="13354"/>
                </a:lnTo>
                <a:lnTo>
                  <a:pt x="23710" y="13354"/>
                </a:lnTo>
                <a:lnTo>
                  <a:pt x="23709" y="13354"/>
                </a:lnTo>
                <a:lnTo>
                  <a:pt x="23709" y="13354"/>
                </a:lnTo>
                <a:lnTo>
                  <a:pt x="23709" y="13354"/>
                </a:lnTo>
                <a:lnTo>
                  <a:pt x="23709" y="13354"/>
                </a:lnTo>
                <a:lnTo>
                  <a:pt x="23708" y="13354"/>
                </a:lnTo>
                <a:lnTo>
                  <a:pt x="23708" y="13354"/>
                </a:lnTo>
                <a:lnTo>
                  <a:pt x="23708" y="13354"/>
                </a:lnTo>
                <a:lnTo>
                  <a:pt x="23708" y="13354"/>
                </a:lnTo>
                <a:lnTo>
                  <a:pt x="23707" y="13354"/>
                </a:lnTo>
                <a:lnTo>
                  <a:pt x="23707" y="13354"/>
                </a:lnTo>
                <a:lnTo>
                  <a:pt x="23707" y="13354"/>
                </a:lnTo>
                <a:lnTo>
                  <a:pt x="23707" y="13354"/>
                </a:lnTo>
                <a:lnTo>
                  <a:pt x="23707" y="13354"/>
                </a:lnTo>
                <a:lnTo>
                  <a:pt x="23706" y="13354"/>
                </a:lnTo>
                <a:lnTo>
                  <a:pt x="23706" y="13354"/>
                </a:lnTo>
                <a:lnTo>
                  <a:pt x="23706" y="13354"/>
                </a:lnTo>
                <a:lnTo>
                  <a:pt x="23706" y="13354"/>
                </a:lnTo>
                <a:lnTo>
                  <a:pt x="23705" y="13354"/>
                </a:lnTo>
                <a:lnTo>
                  <a:pt x="23705" y="13354"/>
                </a:lnTo>
                <a:lnTo>
                  <a:pt x="23705" y="13354"/>
                </a:lnTo>
                <a:lnTo>
                  <a:pt x="23705" y="13354"/>
                </a:lnTo>
                <a:lnTo>
                  <a:pt x="23704" y="13354"/>
                </a:lnTo>
                <a:lnTo>
                  <a:pt x="23704" y="13354"/>
                </a:lnTo>
                <a:lnTo>
                  <a:pt x="23704" y="13354"/>
                </a:lnTo>
                <a:lnTo>
                  <a:pt x="23704" y="13354"/>
                </a:lnTo>
                <a:lnTo>
                  <a:pt x="23703" y="13354"/>
                </a:lnTo>
                <a:lnTo>
                  <a:pt x="23703" y="13354"/>
                </a:lnTo>
                <a:lnTo>
                  <a:pt x="23703" y="13354"/>
                </a:lnTo>
                <a:lnTo>
                  <a:pt x="23703" y="13354"/>
                </a:lnTo>
                <a:lnTo>
                  <a:pt x="23702" y="13354"/>
                </a:lnTo>
                <a:lnTo>
                  <a:pt x="23702" y="13354"/>
                </a:lnTo>
                <a:lnTo>
                  <a:pt x="23702" y="13354"/>
                </a:lnTo>
                <a:lnTo>
                  <a:pt x="23702" y="13354"/>
                </a:lnTo>
                <a:lnTo>
                  <a:pt x="23701" y="13354"/>
                </a:lnTo>
                <a:lnTo>
                  <a:pt x="23701" y="13354"/>
                </a:lnTo>
                <a:lnTo>
                  <a:pt x="23701" y="13354"/>
                </a:lnTo>
                <a:lnTo>
                  <a:pt x="23701" y="13354"/>
                </a:lnTo>
                <a:lnTo>
                  <a:pt x="23700" y="13354"/>
                </a:lnTo>
                <a:lnTo>
                  <a:pt x="23700" y="13354"/>
                </a:lnTo>
                <a:lnTo>
                  <a:pt x="23700" y="13354"/>
                </a:lnTo>
                <a:lnTo>
                  <a:pt x="23700" y="13354"/>
                </a:lnTo>
                <a:lnTo>
                  <a:pt x="23699" y="13354"/>
                </a:lnTo>
                <a:lnTo>
                  <a:pt x="23699" y="13354"/>
                </a:lnTo>
                <a:lnTo>
                  <a:pt x="23699" y="13354"/>
                </a:lnTo>
                <a:lnTo>
                  <a:pt x="23699" y="13354"/>
                </a:lnTo>
                <a:lnTo>
                  <a:pt x="23698" y="13354"/>
                </a:lnTo>
                <a:lnTo>
                  <a:pt x="23698" y="13354"/>
                </a:lnTo>
                <a:lnTo>
                  <a:pt x="23698" y="13354"/>
                </a:lnTo>
                <a:lnTo>
                  <a:pt x="23698" y="13354"/>
                </a:lnTo>
                <a:lnTo>
                  <a:pt x="23697" y="13354"/>
                </a:lnTo>
                <a:lnTo>
                  <a:pt x="23697" y="13354"/>
                </a:lnTo>
                <a:lnTo>
                  <a:pt x="23697" y="13354"/>
                </a:lnTo>
                <a:lnTo>
                  <a:pt x="23697" y="13354"/>
                </a:lnTo>
                <a:lnTo>
                  <a:pt x="23696" y="13354"/>
                </a:lnTo>
                <a:lnTo>
                  <a:pt x="23696" y="13354"/>
                </a:lnTo>
                <a:lnTo>
                  <a:pt x="23696" y="13354"/>
                </a:lnTo>
                <a:lnTo>
                  <a:pt x="23696" y="13354"/>
                </a:lnTo>
                <a:lnTo>
                  <a:pt x="23695" y="13354"/>
                </a:lnTo>
                <a:lnTo>
                  <a:pt x="23695" y="13354"/>
                </a:lnTo>
                <a:lnTo>
                  <a:pt x="23695" y="13354"/>
                </a:lnTo>
                <a:lnTo>
                  <a:pt x="23695" y="13354"/>
                </a:lnTo>
                <a:lnTo>
                  <a:pt x="23695" y="13354"/>
                </a:lnTo>
                <a:lnTo>
                  <a:pt x="23694" y="13354"/>
                </a:lnTo>
                <a:lnTo>
                  <a:pt x="23694" y="13354"/>
                </a:lnTo>
                <a:lnTo>
                  <a:pt x="23694" y="13354"/>
                </a:lnTo>
                <a:lnTo>
                  <a:pt x="23694" y="13354"/>
                </a:lnTo>
                <a:lnTo>
                  <a:pt x="23693" y="13354"/>
                </a:lnTo>
                <a:lnTo>
                  <a:pt x="23693" y="13354"/>
                </a:lnTo>
                <a:lnTo>
                  <a:pt x="23693" y="13354"/>
                </a:lnTo>
                <a:lnTo>
                  <a:pt x="23693" y="13354"/>
                </a:lnTo>
                <a:lnTo>
                  <a:pt x="23692" y="13354"/>
                </a:lnTo>
                <a:lnTo>
                  <a:pt x="23692" y="13354"/>
                </a:lnTo>
                <a:lnTo>
                  <a:pt x="23692" y="13354"/>
                </a:lnTo>
                <a:lnTo>
                  <a:pt x="23692" y="13354"/>
                </a:lnTo>
                <a:lnTo>
                  <a:pt x="23691" y="13354"/>
                </a:lnTo>
                <a:lnTo>
                  <a:pt x="23691" y="13354"/>
                </a:lnTo>
                <a:lnTo>
                  <a:pt x="23691" y="13354"/>
                </a:lnTo>
                <a:lnTo>
                  <a:pt x="23691" y="13354"/>
                </a:lnTo>
                <a:lnTo>
                  <a:pt x="23690" y="13354"/>
                </a:lnTo>
                <a:lnTo>
                  <a:pt x="23690" y="13354"/>
                </a:lnTo>
                <a:lnTo>
                  <a:pt x="23690" y="13354"/>
                </a:lnTo>
                <a:lnTo>
                  <a:pt x="23690" y="13354"/>
                </a:lnTo>
                <a:lnTo>
                  <a:pt x="23689" y="13354"/>
                </a:lnTo>
                <a:lnTo>
                  <a:pt x="23689" y="13354"/>
                </a:lnTo>
                <a:lnTo>
                  <a:pt x="23689" y="13354"/>
                </a:lnTo>
                <a:lnTo>
                  <a:pt x="23689" y="13354"/>
                </a:lnTo>
                <a:lnTo>
                  <a:pt x="23688" y="13354"/>
                </a:lnTo>
                <a:lnTo>
                  <a:pt x="23688" y="13354"/>
                </a:lnTo>
                <a:lnTo>
                  <a:pt x="23688" y="13354"/>
                </a:lnTo>
                <a:lnTo>
                  <a:pt x="23688" y="13354"/>
                </a:lnTo>
                <a:lnTo>
                  <a:pt x="23687" y="13354"/>
                </a:lnTo>
                <a:lnTo>
                  <a:pt x="23687" y="13354"/>
                </a:lnTo>
                <a:lnTo>
                  <a:pt x="23687" y="13354"/>
                </a:lnTo>
                <a:lnTo>
                  <a:pt x="23687" y="13354"/>
                </a:lnTo>
                <a:lnTo>
                  <a:pt x="23686" y="13354"/>
                </a:lnTo>
                <a:lnTo>
                  <a:pt x="23686" y="13354"/>
                </a:lnTo>
                <a:lnTo>
                  <a:pt x="23686" y="13354"/>
                </a:lnTo>
                <a:lnTo>
                  <a:pt x="23686" y="13354"/>
                </a:lnTo>
                <a:lnTo>
                  <a:pt x="23686" y="13354"/>
                </a:lnTo>
                <a:lnTo>
                  <a:pt x="23685" y="13354"/>
                </a:lnTo>
                <a:lnTo>
                  <a:pt x="23685" y="13354"/>
                </a:lnTo>
                <a:lnTo>
                  <a:pt x="23685" y="13354"/>
                </a:lnTo>
                <a:lnTo>
                  <a:pt x="23685" y="13354"/>
                </a:lnTo>
                <a:lnTo>
                  <a:pt x="23684" y="13354"/>
                </a:lnTo>
                <a:lnTo>
                  <a:pt x="23684" y="13354"/>
                </a:lnTo>
                <a:lnTo>
                  <a:pt x="23684" y="13354"/>
                </a:lnTo>
                <a:lnTo>
                  <a:pt x="23684" y="13354"/>
                </a:lnTo>
                <a:lnTo>
                  <a:pt x="23683" y="13354"/>
                </a:lnTo>
                <a:lnTo>
                  <a:pt x="23683" y="13354"/>
                </a:lnTo>
                <a:lnTo>
                  <a:pt x="23683" y="13354"/>
                </a:lnTo>
                <a:lnTo>
                  <a:pt x="23683" y="13354"/>
                </a:lnTo>
                <a:lnTo>
                  <a:pt x="23682" y="13354"/>
                </a:lnTo>
                <a:lnTo>
                  <a:pt x="23682" y="13354"/>
                </a:lnTo>
                <a:lnTo>
                  <a:pt x="23682" y="13354"/>
                </a:lnTo>
                <a:lnTo>
                  <a:pt x="23682" y="13354"/>
                </a:lnTo>
                <a:lnTo>
                  <a:pt x="23681" y="13354"/>
                </a:lnTo>
                <a:lnTo>
                  <a:pt x="23681" y="13354"/>
                </a:lnTo>
                <a:lnTo>
                  <a:pt x="23681" y="13354"/>
                </a:lnTo>
                <a:lnTo>
                  <a:pt x="23681" y="13354"/>
                </a:lnTo>
                <a:lnTo>
                  <a:pt x="23680" y="13354"/>
                </a:lnTo>
                <a:lnTo>
                  <a:pt x="23680" y="13354"/>
                </a:lnTo>
                <a:lnTo>
                  <a:pt x="23680" y="13354"/>
                </a:lnTo>
                <a:lnTo>
                  <a:pt x="23680" y="13354"/>
                </a:lnTo>
                <a:lnTo>
                  <a:pt x="23679" y="13354"/>
                </a:lnTo>
                <a:lnTo>
                  <a:pt x="23679" y="13354"/>
                </a:lnTo>
                <a:lnTo>
                  <a:pt x="23679" y="13354"/>
                </a:lnTo>
                <a:lnTo>
                  <a:pt x="23679" y="13354"/>
                </a:lnTo>
                <a:lnTo>
                  <a:pt x="23678" y="13354"/>
                </a:lnTo>
                <a:lnTo>
                  <a:pt x="23678" y="13354"/>
                </a:lnTo>
                <a:lnTo>
                  <a:pt x="23678" y="13354"/>
                </a:lnTo>
                <a:lnTo>
                  <a:pt x="23678" y="13354"/>
                </a:lnTo>
                <a:lnTo>
                  <a:pt x="23677" y="13354"/>
                </a:lnTo>
                <a:lnTo>
                  <a:pt x="23677" y="13354"/>
                </a:lnTo>
                <a:lnTo>
                  <a:pt x="23677" y="13354"/>
                </a:lnTo>
                <a:lnTo>
                  <a:pt x="23677" y="13354"/>
                </a:lnTo>
                <a:lnTo>
                  <a:pt x="23677" y="13354"/>
                </a:lnTo>
                <a:lnTo>
                  <a:pt x="23676" y="13354"/>
                </a:lnTo>
                <a:lnTo>
                  <a:pt x="23676" y="13354"/>
                </a:lnTo>
                <a:lnTo>
                  <a:pt x="23676" y="13354"/>
                </a:lnTo>
                <a:lnTo>
                  <a:pt x="23676" y="13354"/>
                </a:lnTo>
                <a:lnTo>
                  <a:pt x="23675" y="13354"/>
                </a:lnTo>
                <a:lnTo>
                  <a:pt x="23675" y="13354"/>
                </a:lnTo>
                <a:lnTo>
                  <a:pt x="23675" y="13354"/>
                </a:lnTo>
                <a:lnTo>
                  <a:pt x="23675" y="13354"/>
                </a:lnTo>
                <a:lnTo>
                  <a:pt x="23674" y="13354"/>
                </a:lnTo>
                <a:lnTo>
                  <a:pt x="23674" y="13354"/>
                </a:lnTo>
                <a:lnTo>
                  <a:pt x="23674" y="13354"/>
                </a:lnTo>
                <a:lnTo>
                  <a:pt x="23674" y="13354"/>
                </a:lnTo>
                <a:lnTo>
                  <a:pt x="23673" y="13354"/>
                </a:lnTo>
                <a:lnTo>
                  <a:pt x="23673" y="13354"/>
                </a:lnTo>
                <a:lnTo>
                  <a:pt x="23673" y="13354"/>
                </a:lnTo>
                <a:lnTo>
                  <a:pt x="23673" y="13354"/>
                </a:lnTo>
                <a:lnTo>
                  <a:pt x="23672" y="13354"/>
                </a:lnTo>
                <a:lnTo>
                  <a:pt x="23672" y="13354"/>
                </a:lnTo>
                <a:lnTo>
                  <a:pt x="23672" y="13354"/>
                </a:lnTo>
                <a:lnTo>
                  <a:pt x="23672" y="13354"/>
                </a:lnTo>
                <a:lnTo>
                  <a:pt x="23671" y="13354"/>
                </a:lnTo>
                <a:lnTo>
                  <a:pt x="23671" y="13354"/>
                </a:lnTo>
                <a:lnTo>
                  <a:pt x="23671" y="13354"/>
                </a:lnTo>
                <a:lnTo>
                  <a:pt x="23671" y="13354"/>
                </a:lnTo>
                <a:lnTo>
                  <a:pt x="23670" y="13354"/>
                </a:lnTo>
                <a:lnTo>
                  <a:pt x="23670" y="13354"/>
                </a:lnTo>
                <a:lnTo>
                  <a:pt x="23670" y="13354"/>
                </a:lnTo>
                <a:lnTo>
                  <a:pt x="23670" y="13354"/>
                </a:lnTo>
                <a:lnTo>
                  <a:pt x="23669" y="13354"/>
                </a:lnTo>
                <a:lnTo>
                  <a:pt x="23669" y="13354"/>
                </a:lnTo>
                <a:lnTo>
                  <a:pt x="23669" y="13354"/>
                </a:lnTo>
                <a:lnTo>
                  <a:pt x="23669" y="13354"/>
                </a:lnTo>
                <a:lnTo>
                  <a:pt x="23669" y="13354"/>
                </a:lnTo>
                <a:lnTo>
                  <a:pt x="23668" y="13354"/>
                </a:lnTo>
                <a:lnTo>
                  <a:pt x="23668" y="13354"/>
                </a:lnTo>
                <a:lnTo>
                  <a:pt x="23668" y="13354"/>
                </a:lnTo>
                <a:lnTo>
                  <a:pt x="23668" y="13354"/>
                </a:lnTo>
                <a:lnTo>
                  <a:pt x="23667" y="13354"/>
                </a:lnTo>
                <a:lnTo>
                  <a:pt x="23667" y="13354"/>
                </a:lnTo>
                <a:lnTo>
                  <a:pt x="23667" y="13354"/>
                </a:lnTo>
                <a:lnTo>
                  <a:pt x="23667" y="13354"/>
                </a:lnTo>
                <a:lnTo>
                  <a:pt x="23666" y="13354"/>
                </a:lnTo>
                <a:lnTo>
                  <a:pt x="23666" y="13354"/>
                </a:lnTo>
                <a:lnTo>
                  <a:pt x="23666" y="13354"/>
                </a:lnTo>
                <a:lnTo>
                  <a:pt x="23666" y="13354"/>
                </a:lnTo>
                <a:lnTo>
                  <a:pt x="23665" y="13354"/>
                </a:lnTo>
                <a:lnTo>
                  <a:pt x="23665" y="13354"/>
                </a:lnTo>
                <a:lnTo>
                  <a:pt x="23665" y="13354"/>
                </a:lnTo>
                <a:lnTo>
                  <a:pt x="23665" y="13354"/>
                </a:lnTo>
                <a:lnTo>
                  <a:pt x="23664" y="13354"/>
                </a:lnTo>
                <a:lnTo>
                  <a:pt x="23664" y="13354"/>
                </a:lnTo>
                <a:lnTo>
                  <a:pt x="23664" y="13354"/>
                </a:lnTo>
                <a:lnTo>
                  <a:pt x="23664" y="13354"/>
                </a:lnTo>
                <a:lnTo>
                  <a:pt x="23663" y="13354"/>
                </a:lnTo>
                <a:lnTo>
                  <a:pt x="23663" y="13354"/>
                </a:lnTo>
                <a:lnTo>
                  <a:pt x="23663" y="13354"/>
                </a:lnTo>
                <a:lnTo>
                  <a:pt x="23663" y="13354"/>
                </a:lnTo>
                <a:lnTo>
                  <a:pt x="23662" y="13354"/>
                </a:lnTo>
                <a:lnTo>
                  <a:pt x="23662" y="13354"/>
                </a:lnTo>
                <a:lnTo>
                  <a:pt x="23662" y="13354"/>
                </a:lnTo>
                <a:lnTo>
                  <a:pt x="23662" y="13354"/>
                </a:lnTo>
                <a:lnTo>
                  <a:pt x="23662" y="13354"/>
                </a:lnTo>
                <a:lnTo>
                  <a:pt x="23661" y="13354"/>
                </a:lnTo>
                <a:lnTo>
                  <a:pt x="23661" y="13354"/>
                </a:lnTo>
                <a:lnTo>
                  <a:pt x="23661" y="13354"/>
                </a:lnTo>
                <a:lnTo>
                  <a:pt x="23661" y="13354"/>
                </a:lnTo>
                <a:lnTo>
                  <a:pt x="23660" y="13354"/>
                </a:lnTo>
                <a:lnTo>
                  <a:pt x="23660" y="13354"/>
                </a:lnTo>
                <a:lnTo>
                  <a:pt x="23660" y="13354"/>
                </a:lnTo>
                <a:lnTo>
                  <a:pt x="23660" y="13354"/>
                </a:lnTo>
                <a:lnTo>
                  <a:pt x="23659" y="13354"/>
                </a:lnTo>
                <a:lnTo>
                  <a:pt x="23659" y="13354"/>
                </a:lnTo>
                <a:lnTo>
                  <a:pt x="23659" y="13354"/>
                </a:lnTo>
                <a:lnTo>
                  <a:pt x="23659" y="13354"/>
                </a:lnTo>
                <a:lnTo>
                  <a:pt x="23658" y="13354"/>
                </a:lnTo>
                <a:lnTo>
                  <a:pt x="23658" y="13354"/>
                </a:lnTo>
                <a:lnTo>
                  <a:pt x="23658" y="13354"/>
                </a:lnTo>
                <a:lnTo>
                  <a:pt x="23658" y="13354"/>
                </a:lnTo>
                <a:lnTo>
                  <a:pt x="23657" y="13354"/>
                </a:lnTo>
                <a:lnTo>
                  <a:pt x="23657" y="13354"/>
                </a:lnTo>
                <a:lnTo>
                  <a:pt x="23657" y="13354"/>
                </a:lnTo>
                <a:lnTo>
                  <a:pt x="23657" y="13354"/>
                </a:lnTo>
                <a:lnTo>
                  <a:pt x="23656" y="13354"/>
                </a:lnTo>
                <a:lnTo>
                  <a:pt x="23656" y="13354"/>
                </a:lnTo>
                <a:lnTo>
                  <a:pt x="23656" y="13354"/>
                </a:lnTo>
                <a:lnTo>
                  <a:pt x="23656" y="13354"/>
                </a:lnTo>
                <a:lnTo>
                  <a:pt x="23656" y="13354"/>
                </a:lnTo>
                <a:lnTo>
                  <a:pt x="23655" y="13354"/>
                </a:lnTo>
                <a:lnTo>
                  <a:pt x="23655" y="13354"/>
                </a:lnTo>
                <a:lnTo>
                  <a:pt x="23655" y="13354"/>
                </a:lnTo>
                <a:lnTo>
                  <a:pt x="23655" y="13354"/>
                </a:lnTo>
                <a:lnTo>
                  <a:pt x="23654" y="13354"/>
                </a:lnTo>
                <a:lnTo>
                  <a:pt x="23654" y="13354"/>
                </a:lnTo>
                <a:lnTo>
                  <a:pt x="23654" y="13354"/>
                </a:lnTo>
                <a:lnTo>
                  <a:pt x="23654" y="13354"/>
                </a:lnTo>
                <a:lnTo>
                  <a:pt x="23653" y="13354"/>
                </a:lnTo>
                <a:lnTo>
                  <a:pt x="23653" y="13354"/>
                </a:lnTo>
                <a:lnTo>
                  <a:pt x="23653" y="13354"/>
                </a:lnTo>
                <a:lnTo>
                  <a:pt x="23653" y="13354"/>
                </a:lnTo>
                <a:lnTo>
                  <a:pt x="23652" y="13354"/>
                </a:lnTo>
                <a:lnTo>
                  <a:pt x="23652" y="13354"/>
                </a:lnTo>
                <a:lnTo>
                  <a:pt x="23652" y="13354"/>
                </a:lnTo>
                <a:lnTo>
                  <a:pt x="23652" y="13354"/>
                </a:lnTo>
                <a:lnTo>
                  <a:pt x="23651" y="13354"/>
                </a:lnTo>
                <a:lnTo>
                  <a:pt x="23651" y="13354"/>
                </a:lnTo>
                <a:lnTo>
                  <a:pt x="23651" y="13354"/>
                </a:lnTo>
                <a:lnTo>
                  <a:pt x="23651" y="13354"/>
                </a:lnTo>
                <a:lnTo>
                  <a:pt x="23650" y="13354"/>
                </a:lnTo>
                <a:lnTo>
                  <a:pt x="23650" y="13354"/>
                </a:lnTo>
                <a:lnTo>
                  <a:pt x="23650" y="13354"/>
                </a:lnTo>
                <a:lnTo>
                  <a:pt x="23650" y="13354"/>
                </a:lnTo>
                <a:lnTo>
                  <a:pt x="23650" y="13354"/>
                </a:lnTo>
                <a:lnTo>
                  <a:pt x="23649" y="13354"/>
                </a:lnTo>
                <a:lnTo>
                  <a:pt x="23649" y="13354"/>
                </a:lnTo>
                <a:lnTo>
                  <a:pt x="23649" y="13354"/>
                </a:lnTo>
                <a:lnTo>
                  <a:pt x="23649" y="13354"/>
                </a:lnTo>
                <a:lnTo>
                  <a:pt x="23648" y="13354"/>
                </a:lnTo>
                <a:lnTo>
                  <a:pt x="23648" y="13354"/>
                </a:lnTo>
                <a:lnTo>
                  <a:pt x="23648" y="13354"/>
                </a:lnTo>
                <a:lnTo>
                  <a:pt x="23648" y="13354"/>
                </a:lnTo>
                <a:lnTo>
                  <a:pt x="23647" y="13354"/>
                </a:lnTo>
                <a:lnTo>
                  <a:pt x="23647" y="13354"/>
                </a:lnTo>
                <a:lnTo>
                  <a:pt x="23647" y="13354"/>
                </a:lnTo>
                <a:lnTo>
                  <a:pt x="23647" y="13354"/>
                </a:lnTo>
                <a:lnTo>
                  <a:pt x="23646" y="13354"/>
                </a:lnTo>
                <a:lnTo>
                  <a:pt x="23646" y="13354"/>
                </a:lnTo>
                <a:lnTo>
                  <a:pt x="23646" y="13354"/>
                </a:lnTo>
                <a:lnTo>
                  <a:pt x="23646" y="13354"/>
                </a:lnTo>
                <a:lnTo>
                  <a:pt x="23645" y="13354"/>
                </a:lnTo>
                <a:lnTo>
                  <a:pt x="23645" y="13354"/>
                </a:lnTo>
                <a:lnTo>
                  <a:pt x="23645" y="13354"/>
                </a:lnTo>
                <a:lnTo>
                  <a:pt x="23645" y="13354"/>
                </a:lnTo>
                <a:lnTo>
                  <a:pt x="23644" y="13354"/>
                </a:lnTo>
                <a:lnTo>
                  <a:pt x="23644" y="13354"/>
                </a:lnTo>
                <a:lnTo>
                  <a:pt x="23644" y="13354"/>
                </a:lnTo>
                <a:lnTo>
                  <a:pt x="23644" y="13354"/>
                </a:lnTo>
                <a:lnTo>
                  <a:pt x="23644" y="13354"/>
                </a:lnTo>
                <a:lnTo>
                  <a:pt x="23643" y="13354"/>
                </a:lnTo>
                <a:lnTo>
                  <a:pt x="23643" y="13354"/>
                </a:lnTo>
                <a:lnTo>
                  <a:pt x="23643" y="13354"/>
                </a:lnTo>
                <a:lnTo>
                  <a:pt x="23643" y="13354"/>
                </a:lnTo>
                <a:lnTo>
                  <a:pt x="23642" y="13354"/>
                </a:lnTo>
                <a:lnTo>
                  <a:pt x="23642" y="13354"/>
                </a:lnTo>
                <a:lnTo>
                  <a:pt x="23642" y="13354"/>
                </a:lnTo>
                <a:lnTo>
                  <a:pt x="23642" y="13354"/>
                </a:lnTo>
                <a:lnTo>
                  <a:pt x="23641" y="13354"/>
                </a:lnTo>
                <a:lnTo>
                  <a:pt x="23641" y="13354"/>
                </a:lnTo>
                <a:lnTo>
                  <a:pt x="23641" y="13354"/>
                </a:lnTo>
                <a:lnTo>
                  <a:pt x="23641" y="13354"/>
                </a:lnTo>
                <a:lnTo>
                  <a:pt x="23640" y="13354"/>
                </a:lnTo>
                <a:lnTo>
                  <a:pt x="23640" y="13354"/>
                </a:lnTo>
                <a:lnTo>
                  <a:pt x="23640" y="13354"/>
                </a:lnTo>
                <a:lnTo>
                  <a:pt x="23640" y="13354"/>
                </a:lnTo>
                <a:lnTo>
                  <a:pt x="23639" y="13354"/>
                </a:lnTo>
                <a:lnTo>
                  <a:pt x="23639" y="13354"/>
                </a:lnTo>
                <a:lnTo>
                  <a:pt x="23639" y="13354"/>
                </a:lnTo>
                <a:lnTo>
                  <a:pt x="23639" y="13354"/>
                </a:lnTo>
                <a:lnTo>
                  <a:pt x="23638" y="13354"/>
                </a:lnTo>
                <a:lnTo>
                  <a:pt x="23638" y="13354"/>
                </a:lnTo>
                <a:lnTo>
                  <a:pt x="23638" y="13354"/>
                </a:lnTo>
                <a:lnTo>
                  <a:pt x="23638" y="13354"/>
                </a:lnTo>
                <a:lnTo>
                  <a:pt x="23638" y="13354"/>
                </a:lnTo>
                <a:lnTo>
                  <a:pt x="23637" y="13354"/>
                </a:lnTo>
                <a:lnTo>
                  <a:pt x="23637" y="13354"/>
                </a:lnTo>
                <a:lnTo>
                  <a:pt x="23637" y="13354"/>
                </a:lnTo>
                <a:lnTo>
                  <a:pt x="23637" y="13354"/>
                </a:lnTo>
                <a:lnTo>
                  <a:pt x="23636" y="13354"/>
                </a:lnTo>
                <a:lnTo>
                  <a:pt x="23636" y="13354"/>
                </a:lnTo>
                <a:lnTo>
                  <a:pt x="23636" y="13354"/>
                </a:lnTo>
                <a:lnTo>
                  <a:pt x="23636" y="13354"/>
                </a:lnTo>
                <a:lnTo>
                  <a:pt x="23635" y="13354"/>
                </a:lnTo>
                <a:lnTo>
                  <a:pt x="23635" y="13354"/>
                </a:lnTo>
                <a:lnTo>
                  <a:pt x="23635" y="13354"/>
                </a:lnTo>
                <a:lnTo>
                  <a:pt x="23635" y="13354"/>
                </a:lnTo>
                <a:lnTo>
                  <a:pt x="23634" y="13354"/>
                </a:lnTo>
                <a:lnTo>
                  <a:pt x="23634" y="13354"/>
                </a:lnTo>
                <a:lnTo>
                  <a:pt x="23634" y="13354"/>
                </a:lnTo>
                <a:lnTo>
                  <a:pt x="23634" y="13354"/>
                </a:lnTo>
                <a:lnTo>
                  <a:pt x="23633" y="13354"/>
                </a:lnTo>
                <a:lnTo>
                  <a:pt x="23633" y="13354"/>
                </a:lnTo>
                <a:lnTo>
                  <a:pt x="23633" y="13354"/>
                </a:lnTo>
                <a:lnTo>
                  <a:pt x="23633" y="13354"/>
                </a:lnTo>
                <a:lnTo>
                  <a:pt x="23633" y="13354"/>
                </a:lnTo>
                <a:lnTo>
                  <a:pt x="23632" y="13354"/>
                </a:lnTo>
                <a:lnTo>
                  <a:pt x="23632" y="13354"/>
                </a:lnTo>
                <a:lnTo>
                  <a:pt x="23632" y="13354"/>
                </a:lnTo>
                <a:lnTo>
                  <a:pt x="23632" y="13354"/>
                </a:lnTo>
                <a:lnTo>
                  <a:pt x="23631" y="13354"/>
                </a:lnTo>
                <a:lnTo>
                  <a:pt x="23631" y="13354"/>
                </a:lnTo>
                <a:lnTo>
                  <a:pt x="23631" y="13354"/>
                </a:lnTo>
                <a:lnTo>
                  <a:pt x="23631" y="13354"/>
                </a:lnTo>
                <a:lnTo>
                  <a:pt x="23630" y="13354"/>
                </a:lnTo>
                <a:lnTo>
                  <a:pt x="23630" y="13354"/>
                </a:lnTo>
                <a:lnTo>
                  <a:pt x="23630" y="13354"/>
                </a:lnTo>
                <a:lnTo>
                  <a:pt x="23630" y="13354"/>
                </a:lnTo>
                <a:lnTo>
                  <a:pt x="23629" y="13354"/>
                </a:lnTo>
                <a:lnTo>
                  <a:pt x="23629" y="13354"/>
                </a:lnTo>
                <a:lnTo>
                  <a:pt x="23629" y="13354"/>
                </a:lnTo>
                <a:lnTo>
                  <a:pt x="23629" y="13354"/>
                </a:lnTo>
                <a:lnTo>
                  <a:pt x="23628" y="13354"/>
                </a:lnTo>
                <a:lnTo>
                  <a:pt x="23628" y="13354"/>
                </a:lnTo>
                <a:lnTo>
                  <a:pt x="23628" y="13354"/>
                </a:lnTo>
                <a:lnTo>
                  <a:pt x="23628" y="13354"/>
                </a:lnTo>
                <a:lnTo>
                  <a:pt x="23628" y="13354"/>
                </a:lnTo>
                <a:lnTo>
                  <a:pt x="23627" y="13354"/>
                </a:lnTo>
                <a:lnTo>
                  <a:pt x="23627" y="13354"/>
                </a:lnTo>
                <a:lnTo>
                  <a:pt x="23627" y="13354"/>
                </a:lnTo>
                <a:lnTo>
                  <a:pt x="23627" y="13354"/>
                </a:lnTo>
                <a:lnTo>
                  <a:pt x="23626" y="13354"/>
                </a:lnTo>
                <a:lnTo>
                  <a:pt x="23626" y="13354"/>
                </a:lnTo>
                <a:lnTo>
                  <a:pt x="23626" y="13354"/>
                </a:lnTo>
                <a:lnTo>
                  <a:pt x="23626" y="13354"/>
                </a:lnTo>
                <a:lnTo>
                  <a:pt x="23625" y="13354"/>
                </a:lnTo>
                <a:lnTo>
                  <a:pt x="23625" y="13354"/>
                </a:lnTo>
                <a:lnTo>
                  <a:pt x="23625" y="13354"/>
                </a:lnTo>
                <a:lnTo>
                  <a:pt x="23625" y="13354"/>
                </a:lnTo>
                <a:lnTo>
                  <a:pt x="23624" y="13354"/>
                </a:lnTo>
                <a:lnTo>
                  <a:pt x="23624" y="13354"/>
                </a:lnTo>
                <a:lnTo>
                  <a:pt x="23624" y="13354"/>
                </a:lnTo>
                <a:lnTo>
                  <a:pt x="23624" y="13354"/>
                </a:lnTo>
                <a:lnTo>
                  <a:pt x="23623" y="13354"/>
                </a:lnTo>
                <a:lnTo>
                  <a:pt x="23623" y="13354"/>
                </a:lnTo>
                <a:lnTo>
                  <a:pt x="23623" y="13354"/>
                </a:lnTo>
                <a:lnTo>
                  <a:pt x="23623" y="13354"/>
                </a:lnTo>
                <a:lnTo>
                  <a:pt x="23623" y="13354"/>
                </a:lnTo>
                <a:lnTo>
                  <a:pt x="23622" y="13354"/>
                </a:lnTo>
                <a:lnTo>
                  <a:pt x="23622" y="13354"/>
                </a:lnTo>
                <a:lnTo>
                  <a:pt x="23622" y="13354"/>
                </a:lnTo>
                <a:lnTo>
                  <a:pt x="23622" y="13354"/>
                </a:lnTo>
                <a:lnTo>
                  <a:pt x="23621" y="13354"/>
                </a:lnTo>
                <a:lnTo>
                  <a:pt x="23621" y="13354"/>
                </a:lnTo>
                <a:lnTo>
                  <a:pt x="23621" y="13354"/>
                </a:lnTo>
                <a:lnTo>
                  <a:pt x="23621" y="13354"/>
                </a:lnTo>
                <a:lnTo>
                  <a:pt x="23620" y="13354"/>
                </a:lnTo>
                <a:lnTo>
                  <a:pt x="23620" y="13354"/>
                </a:lnTo>
                <a:lnTo>
                  <a:pt x="23620" y="13354"/>
                </a:lnTo>
                <a:lnTo>
                  <a:pt x="23620" y="13354"/>
                </a:lnTo>
                <a:lnTo>
                  <a:pt x="23619" y="13354"/>
                </a:lnTo>
                <a:lnTo>
                  <a:pt x="23619" y="13354"/>
                </a:lnTo>
                <a:lnTo>
                  <a:pt x="23619" y="13354"/>
                </a:lnTo>
                <a:lnTo>
                  <a:pt x="23619" y="13354"/>
                </a:lnTo>
                <a:lnTo>
                  <a:pt x="23618" y="13354"/>
                </a:lnTo>
                <a:lnTo>
                  <a:pt x="23618" y="13354"/>
                </a:lnTo>
                <a:lnTo>
                  <a:pt x="23618" y="13354"/>
                </a:lnTo>
                <a:lnTo>
                  <a:pt x="23618" y="13354"/>
                </a:lnTo>
                <a:lnTo>
                  <a:pt x="23618" y="13354"/>
                </a:lnTo>
                <a:lnTo>
                  <a:pt x="23617" y="13354"/>
                </a:lnTo>
                <a:lnTo>
                  <a:pt x="23617" y="13354"/>
                </a:lnTo>
                <a:lnTo>
                  <a:pt x="23617" y="13354"/>
                </a:lnTo>
                <a:lnTo>
                  <a:pt x="23617" y="13354"/>
                </a:lnTo>
                <a:lnTo>
                  <a:pt x="23616" y="13354"/>
                </a:lnTo>
                <a:lnTo>
                  <a:pt x="23616" y="13354"/>
                </a:lnTo>
                <a:lnTo>
                  <a:pt x="23616" y="13354"/>
                </a:lnTo>
                <a:lnTo>
                  <a:pt x="23616" y="13354"/>
                </a:lnTo>
                <a:lnTo>
                  <a:pt x="23615" y="13354"/>
                </a:lnTo>
                <a:lnTo>
                  <a:pt x="23615" y="13354"/>
                </a:lnTo>
                <a:lnTo>
                  <a:pt x="23615" y="13354"/>
                </a:lnTo>
                <a:lnTo>
                  <a:pt x="23615" y="13354"/>
                </a:lnTo>
                <a:lnTo>
                  <a:pt x="23614" y="13354"/>
                </a:lnTo>
                <a:lnTo>
                  <a:pt x="23614" y="13354"/>
                </a:lnTo>
                <a:lnTo>
                  <a:pt x="23614" y="13354"/>
                </a:lnTo>
                <a:lnTo>
                  <a:pt x="23614" y="13354"/>
                </a:lnTo>
                <a:lnTo>
                  <a:pt x="23614" y="13354"/>
                </a:lnTo>
                <a:lnTo>
                  <a:pt x="23613" y="13354"/>
                </a:lnTo>
                <a:lnTo>
                  <a:pt x="23613" y="13354"/>
                </a:lnTo>
                <a:lnTo>
                  <a:pt x="23613" y="13354"/>
                </a:lnTo>
                <a:lnTo>
                  <a:pt x="23613" y="13354"/>
                </a:lnTo>
                <a:lnTo>
                  <a:pt x="23612" y="13354"/>
                </a:lnTo>
                <a:lnTo>
                  <a:pt x="23612" y="13354"/>
                </a:lnTo>
                <a:lnTo>
                  <a:pt x="23612" y="13354"/>
                </a:lnTo>
                <a:lnTo>
                  <a:pt x="23612" y="13354"/>
                </a:lnTo>
                <a:lnTo>
                  <a:pt x="23611" y="13354"/>
                </a:lnTo>
                <a:lnTo>
                  <a:pt x="23611" y="13354"/>
                </a:lnTo>
                <a:lnTo>
                  <a:pt x="23611" y="13354"/>
                </a:lnTo>
                <a:lnTo>
                  <a:pt x="23611" y="13354"/>
                </a:lnTo>
                <a:lnTo>
                  <a:pt x="23610" y="13354"/>
                </a:lnTo>
                <a:lnTo>
                  <a:pt x="23610" y="13354"/>
                </a:lnTo>
                <a:lnTo>
                  <a:pt x="23610" y="13354"/>
                </a:lnTo>
                <a:lnTo>
                  <a:pt x="23610" y="13354"/>
                </a:lnTo>
                <a:lnTo>
                  <a:pt x="23609" y="13354"/>
                </a:lnTo>
                <a:lnTo>
                  <a:pt x="23609" y="13354"/>
                </a:lnTo>
                <a:lnTo>
                  <a:pt x="23609" y="13354"/>
                </a:lnTo>
                <a:lnTo>
                  <a:pt x="23609" y="13354"/>
                </a:lnTo>
                <a:lnTo>
                  <a:pt x="23609" y="13354"/>
                </a:lnTo>
                <a:lnTo>
                  <a:pt x="23608" y="13354"/>
                </a:lnTo>
                <a:lnTo>
                  <a:pt x="23608" y="13354"/>
                </a:lnTo>
                <a:lnTo>
                  <a:pt x="23608" y="13354"/>
                </a:lnTo>
                <a:lnTo>
                  <a:pt x="23608" y="13354"/>
                </a:lnTo>
                <a:lnTo>
                  <a:pt x="23607" y="13354"/>
                </a:lnTo>
                <a:lnTo>
                  <a:pt x="23607" y="13354"/>
                </a:lnTo>
                <a:lnTo>
                  <a:pt x="23607" y="13354"/>
                </a:lnTo>
                <a:lnTo>
                  <a:pt x="23607" y="13354"/>
                </a:lnTo>
                <a:lnTo>
                  <a:pt x="23606" y="13354"/>
                </a:lnTo>
                <a:lnTo>
                  <a:pt x="23606" y="13354"/>
                </a:lnTo>
                <a:lnTo>
                  <a:pt x="23606" y="13354"/>
                </a:lnTo>
                <a:lnTo>
                  <a:pt x="23606" y="13354"/>
                </a:lnTo>
                <a:lnTo>
                  <a:pt x="23605" y="13354"/>
                </a:lnTo>
                <a:lnTo>
                  <a:pt x="23605" y="13354"/>
                </a:lnTo>
                <a:lnTo>
                  <a:pt x="23605" y="13354"/>
                </a:lnTo>
                <a:lnTo>
                  <a:pt x="23605" y="13354"/>
                </a:lnTo>
                <a:lnTo>
                  <a:pt x="23605" y="13354"/>
                </a:lnTo>
                <a:lnTo>
                  <a:pt x="23604" y="13354"/>
                </a:lnTo>
                <a:lnTo>
                  <a:pt x="23604" y="13354"/>
                </a:lnTo>
                <a:lnTo>
                  <a:pt x="23604" y="13354"/>
                </a:lnTo>
                <a:lnTo>
                  <a:pt x="23604" y="13354"/>
                </a:lnTo>
                <a:lnTo>
                  <a:pt x="23603" y="13354"/>
                </a:lnTo>
                <a:lnTo>
                  <a:pt x="23603" y="13354"/>
                </a:lnTo>
                <a:lnTo>
                  <a:pt x="23603" y="13354"/>
                </a:lnTo>
                <a:lnTo>
                  <a:pt x="23603" y="13354"/>
                </a:lnTo>
                <a:lnTo>
                  <a:pt x="23602" y="13354"/>
                </a:lnTo>
                <a:lnTo>
                  <a:pt x="23602" y="13354"/>
                </a:lnTo>
                <a:lnTo>
                  <a:pt x="23602" y="13354"/>
                </a:lnTo>
                <a:lnTo>
                  <a:pt x="23602" y="13354"/>
                </a:lnTo>
                <a:lnTo>
                  <a:pt x="23601" y="13354"/>
                </a:lnTo>
                <a:lnTo>
                  <a:pt x="23601" y="13354"/>
                </a:lnTo>
                <a:lnTo>
                  <a:pt x="23601" y="13354"/>
                </a:lnTo>
                <a:lnTo>
                  <a:pt x="23601" y="13354"/>
                </a:lnTo>
                <a:lnTo>
                  <a:pt x="23601" y="13354"/>
                </a:lnTo>
                <a:lnTo>
                  <a:pt x="23600" y="13354"/>
                </a:lnTo>
                <a:lnTo>
                  <a:pt x="23600" y="13354"/>
                </a:lnTo>
                <a:lnTo>
                  <a:pt x="23600" y="13354"/>
                </a:lnTo>
                <a:lnTo>
                  <a:pt x="23600" y="13354"/>
                </a:lnTo>
                <a:lnTo>
                  <a:pt x="23599" y="13354"/>
                </a:lnTo>
                <a:lnTo>
                  <a:pt x="23599" y="13354"/>
                </a:lnTo>
                <a:lnTo>
                  <a:pt x="23599" y="13354"/>
                </a:lnTo>
                <a:lnTo>
                  <a:pt x="23599" y="13354"/>
                </a:lnTo>
                <a:lnTo>
                  <a:pt x="23598" y="13354"/>
                </a:lnTo>
                <a:lnTo>
                  <a:pt x="23598" y="13354"/>
                </a:lnTo>
                <a:lnTo>
                  <a:pt x="23598" y="13354"/>
                </a:lnTo>
                <a:lnTo>
                  <a:pt x="23598" y="13354"/>
                </a:lnTo>
                <a:lnTo>
                  <a:pt x="23597" y="13354"/>
                </a:lnTo>
                <a:lnTo>
                  <a:pt x="23597" y="13354"/>
                </a:lnTo>
                <a:lnTo>
                  <a:pt x="23597" y="13354"/>
                </a:lnTo>
                <a:lnTo>
                  <a:pt x="23597" y="13354"/>
                </a:lnTo>
                <a:lnTo>
                  <a:pt x="23597" y="13354"/>
                </a:lnTo>
                <a:lnTo>
                  <a:pt x="23596" y="13354"/>
                </a:lnTo>
                <a:lnTo>
                  <a:pt x="23596" y="13354"/>
                </a:lnTo>
                <a:lnTo>
                  <a:pt x="23596" y="13354"/>
                </a:lnTo>
                <a:lnTo>
                  <a:pt x="23596" y="13354"/>
                </a:lnTo>
                <a:lnTo>
                  <a:pt x="23595" y="13354"/>
                </a:lnTo>
                <a:lnTo>
                  <a:pt x="23595" y="13354"/>
                </a:lnTo>
                <a:lnTo>
                  <a:pt x="23595" y="13354"/>
                </a:lnTo>
                <a:lnTo>
                  <a:pt x="23595" y="13354"/>
                </a:lnTo>
                <a:lnTo>
                  <a:pt x="23594" y="13354"/>
                </a:lnTo>
                <a:lnTo>
                  <a:pt x="23594" y="13354"/>
                </a:lnTo>
                <a:lnTo>
                  <a:pt x="23594" y="13354"/>
                </a:lnTo>
                <a:lnTo>
                  <a:pt x="23594" y="13354"/>
                </a:lnTo>
                <a:lnTo>
                  <a:pt x="23593" y="13354"/>
                </a:lnTo>
                <a:lnTo>
                  <a:pt x="23593" y="13354"/>
                </a:lnTo>
                <a:lnTo>
                  <a:pt x="23593" y="13354"/>
                </a:lnTo>
                <a:lnTo>
                  <a:pt x="23593" y="13354"/>
                </a:lnTo>
                <a:lnTo>
                  <a:pt x="23593" y="13354"/>
                </a:lnTo>
                <a:lnTo>
                  <a:pt x="23592" y="13354"/>
                </a:lnTo>
                <a:lnTo>
                  <a:pt x="23592" y="13354"/>
                </a:lnTo>
                <a:lnTo>
                  <a:pt x="23592" y="13354"/>
                </a:lnTo>
                <a:lnTo>
                  <a:pt x="23592" y="13354"/>
                </a:lnTo>
                <a:lnTo>
                  <a:pt x="23591" y="13354"/>
                </a:lnTo>
                <a:lnTo>
                  <a:pt x="23591" y="13354"/>
                </a:lnTo>
                <a:lnTo>
                  <a:pt x="23591" y="13354"/>
                </a:lnTo>
                <a:lnTo>
                  <a:pt x="23591" y="13354"/>
                </a:lnTo>
                <a:lnTo>
                  <a:pt x="23590" y="13354"/>
                </a:lnTo>
                <a:lnTo>
                  <a:pt x="23590" y="13354"/>
                </a:lnTo>
                <a:lnTo>
                  <a:pt x="23590" y="13354"/>
                </a:lnTo>
                <a:lnTo>
                  <a:pt x="23590" y="13354"/>
                </a:lnTo>
                <a:lnTo>
                  <a:pt x="23589" y="13354"/>
                </a:lnTo>
                <a:lnTo>
                  <a:pt x="23589" y="13354"/>
                </a:lnTo>
                <a:lnTo>
                  <a:pt x="23589" y="13354"/>
                </a:lnTo>
                <a:lnTo>
                  <a:pt x="23589" y="13354"/>
                </a:lnTo>
                <a:lnTo>
                  <a:pt x="23589" y="13354"/>
                </a:lnTo>
                <a:lnTo>
                  <a:pt x="23588" y="13354"/>
                </a:lnTo>
                <a:lnTo>
                  <a:pt x="23588" y="13354"/>
                </a:lnTo>
                <a:lnTo>
                  <a:pt x="23588" y="13354"/>
                </a:lnTo>
                <a:lnTo>
                  <a:pt x="23588" y="13354"/>
                </a:lnTo>
                <a:lnTo>
                  <a:pt x="23587" y="13354"/>
                </a:lnTo>
                <a:lnTo>
                  <a:pt x="23587" y="13354"/>
                </a:lnTo>
                <a:lnTo>
                  <a:pt x="23587" y="13354"/>
                </a:lnTo>
                <a:lnTo>
                  <a:pt x="23587" y="13354"/>
                </a:lnTo>
                <a:lnTo>
                  <a:pt x="23586" y="13354"/>
                </a:lnTo>
                <a:lnTo>
                  <a:pt x="23586" y="13354"/>
                </a:lnTo>
                <a:lnTo>
                  <a:pt x="23586" y="13354"/>
                </a:lnTo>
                <a:lnTo>
                  <a:pt x="23586" y="13354"/>
                </a:lnTo>
                <a:lnTo>
                  <a:pt x="23585" y="13354"/>
                </a:lnTo>
                <a:lnTo>
                  <a:pt x="23585" y="13354"/>
                </a:lnTo>
                <a:lnTo>
                  <a:pt x="23585" y="13354"/>
                </a:lnTo>
                <a:lnTo>
                  <a:pt x="23585" y="13354"/>
                </a:lnTo>
                <a:lnTo>
                  <a:pt x="23585" y="13354"/>
                </a:lnTo>
                <a:lnTo>
                  <a:pt x="23584" y="13354"/>
                </a:lnTo>
                <a:lnTo>
                  <a:pt x="23584" y="13354"/>
                </a:lnTo>
                <a:lnTo>
                  <a:pt x="23584" y="13354"/>
                </a:lnTo>
                <a:lnTo>
                  <a:pt x="23584" y="13354"/>
                </a:lnTo>
                <a:lnTo>
                  <a:pt x="23583" y="13354"/>
                </a:lnTo>
                <a:lnTo>
                  <a:pt x="23583" y="13354"/>
                </a:lnTo>
                <a:lnTo>
                  <a:pt x="23583" y="13354"/>
                </a:lnTo>
                <a:lnTo>
                  <a:pt x="23583" y="13354"/>
                </a:lnTo>
                <a:lnTo>
                  <a:pt x="23582" y="13354"/>
                </a:lnTo>
                <a:lnTo>
                  <a:pt x="23582" y="13354"/>
                </a:lnTo>
                <a:lnTo>
                  <a:pt x="23582" y="13354"/>
                </a:lnTo>
                <a:lnTo>
                  <a:pt x="23582" y="13354"/>
                </a:lnTo>
                <a:lnTo>
                  <a:pt x="23582" y="13354"/>
                </a:lnTo>
                <a:lnTo>
                  <a:pt x="23581" y="13354"/>
                </a:lnTo>
                <a:lnTo>
                  <a:pt x="23581" y="13354"/>
                </a:lnTo>
                <a:lnTo>
                  <a:pt x="23581" y="13354"/>
                </a:lnTo>
                <a:lnTo>
                  <a:pt x="23581" y="13354"/>
                </a:lnTo>
                <a:lnTo>
                  <a:pt x="23580" y="13354"/>
                </a:lnTo>
                <a:lnTo>
                  <a:pt x="23580" y="13354"/>
                </a:lnTo>
                <a:lnTo>
                  <a:pt x="23580" y="13354"/>
                </a:lnTo>
                <a:lnTo>
                  <a:pt x="23580" y="13354"/>
                </a:lnTo>
                <a:lnTo>
                  <a:pt x="23579" y="13354"/>
                </a:lnTo>
                <a:lnTo>
                  <a:pt x="23579" y="13354"/>
                </a:lnTo>
                <a:lnTo>
                  <a:pt x="23579" y="13354"/>
                </a:lnTo>
                <a:lnTo>
                  <a:pt x="23579" y="13354"/>
                </a:lnTo>
                <a:lnTo>
                  <a:pt x="23578" y="13354"/>
                </a:lnTo>
                <a:lnTo>
                  <a:pt x="23578" y="13354"/>
                </a:lnTo>
                <a:lnTo>
                  <a:pt x="23578" y="13354"/>
                </a:lnTo>
                <a:lnTo>
                  <a:pt x="23578" y="13354"/>
                </a:lnTo>
                <a:lnTo>
                  <a:pt x="23578" y="13354"/>
                </a:lnTo>
                <a:lnTo>
                  <a:pt x="23577" y="13354"/>
                </a:lnTo>
                <a:lnTo>
                  <a:pt x="23577" y="13354"/>
                </a:lnTo>
                <a:lnTo>
                  <a:pt x="23577" y="13354"/>
                </a:lnTo>
                <a:lnTo>
                  <a:pt x="23577" y="13354"/>
                </a:lnTo>
                <a:lnTo>
                  <a:pt x="23576" y="13354"/>
                </a:lnTo>
                <a:lnTo>
                  <a:pt x="23576" y="13354"/>
                </a:lnTo>
                <a:lnTo>
                  <a:pt x="23576" y="13354"/>
                </a:lnTo>
                <a:lnTo>
                  <a:pt x="23576" y="13354"/>
                </a:lnTo>
                <a:lnTo>
                  <a:pt x="23575" y="13354"/>
                </a:lnTo>
                <a:lnTo>
                  <a:pt x="23575" y="13354"/>
                </a:lnTo>
                <a:lnTo>
                  <a:pt x="23575" y="13354"/>
                </a:lnTo>
                <a:lnTo>
                  <a:pt x="23575" y="13354"/>
                </a:lnTo>
                <a:lnTo>
                  <a:pt x="23575" y="13354"/>
                </a:lnTo>
                <a:lnTo>
                  <a:pt x="23574" y="13354"/>
                </a:lnTo>
                <a:lnTo>
                  <a:pt x="23574" y="13354"/>
                </a:lnTo>
                <a:lnTo>
                  <a:pt x="23574" y="13354"/>
                </a:lnTo>
                <a:lnTo>
                  <a:pt x="23574" y="13354"/>
                </a:lnTo>
                <a:lnTo>
                  <a:pt x="23573" y="13354"/>
                </a:lnTo>
                <a:lnTo>
                  <a:pt x="23573" y="13354"/>
                </a:lnTo>
                <a:lnTo>
                  <a:pt x="23573" y="13354"/>
                </a:lnTo>
                <a:lnTo>
                  <a:pt x="23573" y="13354"/>
                </a:lnTo>
                <a:lnTo>
                  <a:pt x="23572" y="13354"/>
                </a:lnTo>
                <a:lnTo>
                  <a:pt x="23572" y="13354"/>
                </a:lnTo>
                <a:lnTo>
                  <a:pt x="23572" y="13354"/>
                </a:lnTo>
                <a:lnTo>
                  <a:pt x="23572" y="13354"/>
                </a:lnTo>
                <a:lnTo>
                  <a:pt x="23571" y="13354"/>
                </a:lnTo>
                <a:lnTo>
                  <a:pt x="23571" y="13354"/>
                </a:lnTo>
                <a:lnTo>
                  <a:pt x="23571" y="13354"/>
                </a:lnTo>
                <a:lnTo>
                  <a:pt x="23571" y="13354"/>
                </a:lnTo>
                <a:lnTo>
                  <a:pt x="23571" y="13354"/>
                </a:lnTo>
                <a:lnTo>
                  <a:pt x="23570" y="13354"/>
                </a:lnTo>
                <a:lnTo>
                  <a:pt x="23570" y="13354"/>
                </a:lnTo>
                <a:lnTo>
                  <a:pt x="23570" y="13354"/>
                </a:lnTo>
                <a:lnTo>
                  <a:pt x="23570" y="13354"/>
                </a:lnTo>
                <a:lnTo>
                  <a:pt x="23569" y="13354"/>
                </a:lnTo>
                <a:lnTo>
                  <a:pt x="23569" y="13354"/>
                </a:lnTo>
                <a:lnTo>
                  <a:pt x="23569" y="13354"/>
                </a:lnTo>
                <a:lnTo>
                  <a:pt x="23569" y="13354"/>
                </a:lnTo>
                <a:lnTo>
                  <a:pt x="23568" y="13354"/>
                </a:lnTo>
                <a:lnTo>
                  <a:pt x="23568" y="13354"/>
                </a:lnTo>
                <a:lnTo>
                  <a:pt x="23568" y="13354"/>
                </a:lnTo>
                <a:lnTo>
                  <a:pt x="23568" y="13354"/>
                </a:lnTo>
                <a:lnTo>
                  <a:pt x="23568" y="13354"/>
                </a:lnTo>
                <a:lnTo>
                  <a:pt x="23567" y="13354"/>
                </a:lnTo>
                <a:lnTo>
                  <a:pt x="23567" y="13354"/>
                </a:lnTo>
                <a:lnTo>
                  <a:pt x="23567" y="13354"/>
                </a:lnTo>
                <a:lnTo>
                  <a:pt x="23567" y="13354"/>
                </a:lnTo>
                <a:lnTo>
                  <a:pt x="23566" y="13354"/>
                </a:lnTo>
                <a:lnTo>
                  <a:pt x="23566" y="13354"/>
                </a:lnTo>
                <a:lnTo>
                  <a:pt x="23566" y="13354"/>
                </a:lnTo>
                <a:lnTo>
                  <a:pt x="23566" y="13354"/>
                </a:lnTo>
                <a:lnTo>
                  <a:pt x="23565" y="13354"/>
                </a:lnTo>
                <a:lnTo>
                  <a:pt x="23565" y="13354"/>
                </a:lnTo>
                <a:lnTo>
                  <a:pt x="23565" y="13354"/>
                </a:lnTo>
                <a:lnTo>
                  <a:pt x="23565" y="13354"/>
                </a:lnTo>
                <a:lnTo>
                  <a:pt x="23565" y="13354"/>
                </a:lnTo>
                <a:lnTo>
                  <a:pt x="23564" y="13354"/>
                </a:lnTo>
                <a:lnTo>
                  <a:pt x="23564" y="13354"/>
                </a:lnTo>
                <a:lnTo>
                  <a:pt x="23564" y="13354"/>
                </a:lnTo>
                <a:lnTo>
                  <a:pt x="23564" y="13354"/>
                </a:lnTo>
                <a:lnTo>
                  <a:pt x="23563" y="13354"/>
                </a:lnTo>
                <a:lnTo>
                  <a:pt x="23563" y="13354"/>
                </a:lnTo>
                <a:lnTo>
                  <a:pt x="23563" y="13354"/>
                </a:lnTo>
                <a:lnTo>
                  <a:pt x="23563" y="13354"/>
                </a:lnTo>
                <a:lnTo>
                  <a:pt x="23562" y="13354"/>
                </a:lnTo>
                <a:lnTo>
                  <a:pt x="23562" y="13354"/>
                </a:lnTo>
                <a:lnTo>
                  <a:pt x="23562" y="13354"/>
                </a:lnTo>
                <a:lnTo>
                  <a:pt x="23562" y="13354"/>
                </a:lnTo>
                <a:lnTo>
                  <a:pt x="23561" y="13354"/>
                </a:lnTo>
                <a:lnTo>
                  <a:pt x="23561" y="13354"/>
                </a:lnTo>
                <a:lnTo>
                  <a:pt x="23561" y="13354"/>
                </a:lnTo>
                <a:lnTo>
                  <a:pt x="23561" y="13354"/>
                </a:lnTo>
                <a:lnTo>
                  <a:pt x="23561" y="13354"/>
                </a:lnTo>
                <a:lnTo>
                  <a:pt x="23560" y="13354"/>
                </a:lnTo>
                <a:lnTo>
                  <a:pt x="23560" y="13354"/>
                </a:lnTo>
                <a:lnTo>
                  <a:pt x="23560" y="13354"/>
                </a:lnTo>
                <a:lnTo>
                  <a:pt x="23560" y="13354"/>
                </a:lnTo>
                <a:lnTo>
                  <a:pt x="23559" y="13354"/>
                </a:lnTo>
                <a:lnTo>
                  <a:pt x="23559" y="13354"/>
                </a:lnTo>
                <a:lnTo>
                  <a:pt x="23559" y="13354"/>
                </a:lnTo>
                <a:lnTo>
                  <a:pt x="23559" y="13354"/>
                </a:lnTo>
                <a:lnTo>
                  <a:pt x="23558" y="13354"/>
                </a:lnTo>
                <a:lnTo>
                  <a:pt x="23558" y="13354"/>
                </a:lnTo>
                <a:lnTo>
                  <a:pt x="23558" y="13354"/>
                </a:lnTo>
                <a:lnTo>
                  <a:pt x="23558" y="13354"/>
                </a:lnTo>
                <a:lnTo>
                  <a:pt x="23558" y="13354"/>
                </a:lnTo>
                <a:lnTo>
                  <a:pt x="23557" y="13354"/>
                </a:lnTo>
                <a:lnTo>
                  <a:pt x="23557" y="13354"/>
                </a:lnTo>
                <a:lnTo>
                  <a:pt x="23557" y="13354"/>
                </a:lnTo>
                <a:lnTo>
                  <a:pt x="23557" y="13354"/>
                </a:lnTo>
                <a:lnTo>
                  <a:pt x="23556" y="13354"/>
                </a:lnTo>
                <a:lnTo>
                  <a:pt x="23556" y="13354"/>
                </a:lnTo>
                <a:lnTo>
                  <a:pt x="23556" y="13354"/>
                </a:lnTo>
                <a:lnTo>
                  <a:pt x="23556" y="13354"/>
                </a:lnTo>
                <a:lnTo>
                  <a:pt x="23555" y="13354"/>
                </a:lnTo>
                <a:lnTo>
                  <a:pt x="23555" y="13354"/>
                </a:lnTo>
                <a:lnTo>
                  <a:pt x="23555" y="13354"/>
                </a:lnTo>
                <a:lnTo>
                  <a:pt x="23555" y="13354"/>
                </a:lnTo>
                <a:lnTo>
                  <a:pt x="23555" y="13354"/>
                </a:lnTo>
                <a:lnTo>
                  <a:pt x="23554" y="13354"/>
                </a:lnTo>
                <a:lnTo>
                  <a:pt x="23554" y="13354"/>
                </a:lnTo>
                <a:lnTo>
                  <a:pt x="23554" y="13354"/>
                </a:lnTo>
                <a:lnTo>
                  <a:pt x="23554" y="13354"/>
                </a:lnTo>
                <a:lnTo>
                  <a:pt x="23553" y="13354"/>
                </a:lnTo>
                <a:lnTo>
                  <a:pt x="23553" y="13354"/>
                </a:lnTo>
                <a:lnTo>
                  <a:pt x="23553" y="13354"/>
                </a:lnTo>
                <a:lnTo>
                  <a:pt x="23553" y="13354"/>
                </a:lnTo>
                <a:lnTo>
                  <a:pt x="23552" y="13354"/>
                </a:lnTo>
                <a:lnTo>
                  <a:pt x="23552" y="13354"/>
                </a:lnTo>
                <a:lnTo>
                  <a:pt x="23552" y="13354"/>
                </a:lnTo>
                <a:lnTo>
                  <a:pt x="23552" y="13354"/>
                </a:lnTo>
                <a:lnTo>
                  <a:pt x="23552" y="13354"/>
                </a:lnTo>
                <a:lnTo>
                  <a:pt x="23551" y="13354"/>
                </a:lnTo>
                <a:lnTo>
                  <a:pt x="23551" y="13354"/>
                </a:lnTo>
                <a:lnTo>
                  <a:pt x="23551" y="13354"/>
                </a:lnTo>
                <a:lnTo>
                  <a:pt x="23551" y="13354"/>
                </a:lnTo>
                <a:lnTo>
                  <a:pt x="23550" y="13354"/>
                </a:lnTo>
                <a:lnTo>
                  <a:pt x="23550" y="13354"/>
                </a:lnTo>
                <a:lnTo>
                  <a:pt x="23550" y="13354"/>
                </a:lnTo>
                <a:lnTo>
                  <a:pt x="23550" y="13354"/>
                </a:lnTo>
                <a:lnTo>
                  <a:pt x="23549" y="13354"/>
                </a:lnTo>
                <a:lnTo>
                  <a:pt x="23549" y="13354"/>
                </a:lnTo>
                <a:lnTo>
                  <a:pt x="23549" y="13354"/>
                </a:lnTo>
                <a:lnTo>
                  <a:pt x="23549" y="13354"/>
                </a:lnTo>
                <a:lnTo>
                  <a:pt x="23549" y="13354"/>
                </a:lnTo>
                <a:lnTo>
                  <a:pt x="23548" y="13354"/>
                </a:lnTo>
                <a:lnTo>
                  <a:pt x="23548" y="13354"/>
                </a:lnTo>
                <a:lnTo>
                  <a:pt x="23548" y="13354"/>
                </a:lnTo>
                <a:lnTo>
                  <a:pt x="23548" y="13354"/>
                </a:lnTo>
                <a:lnTo>
                  <a:pt x="23547" y="13354"/>
                </a:lnTo>
                <a:lnTo>
                  <a:pt x="23547" y="13354"/>
                </a:lnTo>
                <a:lnTo>
                  <a:pt x="23547" y="13354"/>
                </a:lnTo>
                <a:lnTo>
                  <a:pt x="23547" y="13354"/>
                </a:lnTo>
                <a:lnTo>
                  <a:pt x="23546" y="13354"/>
                </a:lnTo>
                <a:lnTo>
                  <a:pt x="23546" y="13354"/>
                </a:lnTo>
                <a:lnTo>
                  <a:pt x="23546" y="13354"/>
                </a:lnTo>
                <a:lnTo>
                  <a:pt x="23546" y="13354"/>
                </a:lnTo>
                <a:lnTo>
                  <a:pt x="23546" y="13354"/>
                </a:lnTo>
                <a:lnTo>
                  <a:pt x="23545" y="13354"/>
                </a:lnTo>
                <a:lnTo>
                  <a:pt x="23545" y="13354"/>
                </a:lnTo>
                <a:lnTo>
                  <a:pt x="23545" y="13354"/>
                </a:lnTo>
                <a:lnTo>
                  <a:pt x="23545" y="13354"/>
                </a:lnTo>
                <a:lnTo>
                  <a:pt x="23544" y="13354"/>
                </a:lnTo>
                <a:lnTo>
                  <a:pt x="23544" y="13354"/>
                </a:lnTo>
                <a:lnTo>
                  <a:pt x="23544" y="13354"/>
                </a:lnTo>
                <a:lnTo>
                  <a:pt x="23544" y="13354"/>
                </a:lnTo>
                <a:lnTo>
                  <a:pt x="23543" y="13354"/>
                </a:lnTo>
                <a:lnTo>
                  <a:pt x="23543" y="13354"/>
                </a:lnTo>
                <a:lnTo>
                  <a:pt x="23543" y="13354"/>
                </a:lnTo>
                <a:lnTo>
                  <a:pt x="23543" y="13354"/>
                </a:lnTo>
                <a:lnTo>
                  <a:pt x="23543" y="13354"/>
                </a:lnTo>
                <a:lnTo>
                  <a:pt x="23542" y="13354"/>
                </a:lnTo>
                <a:lnTo>
                  <a:pt x="23542" y="13354"/>
                </a:lnTo>
                <a:lnTo>
                  <a:pt x="23542" y="13354"/>
                </a:lnTo>
                <a:lnTo>
                  <a:pt x="23542" y="13354"/>
                </a:lnTo>
                <a:lnTo>
                  <a:pt x="23541" y="13354"/>
                </a:lnTo>
                <a:lnTo>
                  <a:pt x="23541" y="13354"/>
                </a:lnTo>
                <a:lnTo>
                  <a:pt x="23541" y="13354"/>
                </a:lnTo>
                <a:lnTo>
                  <a:pt x="23541" y="13354"/>
                </a:lnTo>
                <a:lnTo>
                  <a:pt x="23540" y="13354"/>
                </a:lnTo>
                <a:lnTo>
                  <a:pt x="23540" y="13354"/>
                </a:lnTo>
                <a:lnTo>
                  <a:pt x="23540" y="13354"/>
                </a:lnTo>
                <a:lnTo>
                  <a:pt x="23540" y="13354"/>
                </a:lnTo>
                <a:lnTo>
                  <a:pt x="23540" y="13354"/>
                </a:lnTo>
                <a:lnTo>
                  <a:pt x="23539" y="13354"/>
                </a:lnTo>
                <a:lnTo>
                  <a:pt x="23539" y="13354"/>
                </a:lnTo>
                <a:lnTo>
                  <a:pt x="23539" y="13354"/>
                </a:lnTo>
                <a:lnTo>
                  <a:pt x="23539" y="13354"/>
                </a:lnTo>
                <a:lnTo>
                  <a:pt x="23538" y="13354"/>
                </a:lnTo>
                <a:lnTo>
                  <a:pt x="23538" y="13354"/>
                </a:lnTo>
                <a:lnTo>
                  <a:pt x="23538" y="13354"/>
                </a:lnTo>
                <a:lnTo>
                  <a:pt x="23538" y="13354"/>
                </a:lnTo>
                <a:lnTo>
                  <a:pt x="23537" y="13354"/>
                </a:lnTo>
                <a:lnTo>
                  <a:pt x="23537" y="13354"/>
                </a:lnTo>
                <a:lnTo>
                  <a:pt x="23537" y="13354"/>
                </a:lnTo>
                <a:lnTo>
                  <a:pt x="23537" y="13354"/>
                </a:lnTo>
                <a:lnTo>
                  <a:pt x="23537" y="13354"/>
                </a:lnTo>
                <a:lnTo>
                  <a:pt x="23536" y="13354"/>
                </a:lnTo>
                <a:lnTo>
                  <a:pt x="23536" y="13354"/>
                </a:lnTo>
                <a:lnTo>
                  <a:pt x="23536" y="13354"/>
                </a:lnTo>
                <a:lnTo>
                  <a:pt x="23536" y="13354"/>
                </a:lnTo>
                <a:lnTo>
                  <a:pt x="23535" y="13354"/>
                </a:lnTo>
                <a:lnTo>
                  <a:pt x="23535" y="13354"/>
                </a:lnTo>
                <a:lnTo>
                  <a:pt x="23535" y="13354"/>
                </a:lnTo>
                <a:lnTo>
                  <a:pt x="23535" y="13354"/>
                </a:lnTo>
                <a:lnTo>
                  <a:pt x="23534" y="13354"/>
                </a:lnTo>
                <a:lnTo>
                  <a:pt x="23534" y="13354"/>
                </a:lnTo>
                <a:lnTo>
                  <a:pt x="23534" y="13354"/>
                </a:lnTo>
                <a:lnTo>
                  <a:pt x="23534" y="13354"/>
                </a:lnTo>
                <a:lnTo>
                  <a:pt x="23534" y="13354"/>
                </a:lnTo>
                <a:lnTo>
                  <a:pt x="23533" y="13354"/>
                </a:lnTo>
                <a:lnTo>
                  <a:pt x="23533" y="13354"/>
                </a:lnTo>
                <a:lnTo>
                  <a:pt x="23533" y="13354"/>
                </a:lnTo>
                <a:lnTo>
                  <a:pt x="23533" y="13354"/>
                </a:lnTo>
                <a:lnTo>
                  <a:pt x="23532" y="13354"/>
                </a:lnTo>
                <a:lnTo>
                  <a:pt x="23532" y="13354"/>
                </a:lnTo>
                <a:lnTo>
                  <a:pt x="23532" y="13354"/>
                </a:lnTo>
                <a:lnTo>
                  <a:pt x="23532" y="13354"/>
                </a:lnTo>
                <a:lnTo>
                  <a:pt x="23532" y="13354"/>
                </a:lnTo>
                <a:lnTo>
                  <a:pt x="23531" y="13354"/>
                </a:lnTo>
                <a:lnTo>
                  <a:pt x="23531" y="13354"/>
                </a:lnTo>
                <a:lnTo>
                  <a:pt x="23531" y="13354"/>
                </a:lnTo>
                <a:lnTo>
                  <a:pt x="23531" y="13354"/>
                </a:lnTo>
                <a:lnTo>
                  <a:pt x="23530" y="13354"/>
                </a:lnTo>
                <a:lnTo>
                  <a:pt x="23530" y="13354"/>
                </a:lnTo>
                <a:lnTo>
                  <a:pt x="23530" y="13354"/>
                </a:lnTo>
                <a:lnTo>
                  <a:pt x="23530" y="13354"/>
                </a:lnTo>
                <a:lnTo>
                  <a:pt x="23529" y="13354"/>
                </a:lnTo>
                <a:lnTo>
                  <a:pt x="23529" y="13354"/>
                </a:lnTo>
                <a:lnTo>
                  <a:pt x="23529" y="13354"/>
                </a:lnTo>
                <a:lnTo>
                  <a:pt x="23529" y="13354"/>
                </a:lnTo>
                <a:lnTo>
                  <a:pt x="23529" y="13354"/>
                </a:lnTo>
                <a:lnTo>
                  <a:pt x="23528" y="13354"/>
                </a:lnTo>
                <a:lnTo>
                  <a:pt x="23528" y="13354"/>
                </a:lnTo>
                <a:lnTo>
                  <a:pt x="23528" y="13354"/>
                </a:lnTo>
                <a:lnTo>
                  <a:pt x="23528" y="13354"/>
                </a:lnTo>
                <a:lnTo>
                  <a:pt x="23527" y="13354"/>
                </a:lnTo>
                <a:lnTo>
                  <a:pt x="23527" y="13354"/>
                </a:lnTo>
                <a:lnTo>
                  <a:pt x="23527" y="13354"/>
                </a:lnTo>
                <a:lnTo>
                  <a:pt x="23527" y="13354"/>
                </a:lnTo>
                <a:lnTo>
                  <a:pt x="23526" y="13354"/>
                </a:lnTo>
                <a:lnTo>
                  <a:pt x="23526" y="13354"/>
                </a:lnTo>
                <a:lnTo>
                  <a:pt x="23526" y="13354"/>
                </a:lnTo>
                <a:lnTo>
                  <a:pt x="23526" y="13354"/>
                </a:lnTo>
                <a:lnTo>
                  <a:pt x="23526" y="13354"/>
                </a:lnTo>
                <a:lnTo>
                  <a:pt x="23525" y="13354"/>
                </a:lnTo>
                <a:lnTo>
                  <a:pt x="23525" y="13354"/>
                </a:lnTo>
                <a:lnTo>
                  <a:pt x="23525" y="13354"/>
                </a:lnTo>
                <a:lnTo>
                  <a:pt x="23525" y="13354"/>
                </a:lnTo>
                <a:lnTo>
                  <a:pt x="23524" y="13354"/>
                </a:lnTo>
                <a:lnTo>
                  <a:pt x="23524" y="13354"/>
                </a:lnTo>
                <a:lnTo>
                  <a:pt x="23524" y="13354"/>
                </a:lnTo>
                <a:lnTo>
                  <a:pt x="23524" y="13354"/>
                </a:lnTo>
                <a:lnTo>
                  <a:pt x="23524" y="13354"/>
                </a:lnTo>
                <a:lnTo>
                  <a:pt x="23523" y="13354"/>
                </a:lnTo>
                <a:lnTo>
                  <a:pt x="23523" y="13354"/>
                </a:lnTo>
                <a:lnTo>
                  <a:pt x="23523" y="13354"/>
                </a:lnTo>
                <a:lnTo>
                  <a:pt x="23523" y="13354"/>
                </a:lnTo>
                <a:lnTo>
                  <a:pt x="23522" y="13354"/>
                </a:lnTo>
                <a:lnTo>
                  <a:pt x="23522" y="13354"/>
                </a:lnTo>
                <a:lnTo>
                  <a:pt x="23522" y="13354"/>
                </a:lnTo>
                <a:lnTo>
                  <a:pt x="23522" y="13354"/>
                </a:lnTo>
                <a:lnTo>
                  <a:pt x="23521" y="13354"/>
                </a:lnTo>
                <a:lnTo>
                  <a:pt x="23521" y="13354"/>
                </a:lnTo>
                <a:lnTo>
                  <a:pt x="23521" y="13354"/>
                </a:lnTo>
                <a:lnTo>
                  <a:pt x="23521" y="13354"/>
                </a:lnTo>
                <a:lnTo>
                  <a:pt x="23521" y="13354"/>
                </a:lnTo>
                <a:lnTo>
                  <a:pt x="23520" y="13354"/>
                </a:lnTo>
                <a:lnTo>
                  <a:pt x="23520" y="13354"/>
                </a:lnTo>
                <a:lnTo>
                  <a:pt x="23520" y="13354"/>
                </a:lnTo>
                <a:lnTo>
                  <a:pt x="23520" y="13354"/>
                </a:lnTo>
                <a:lnTo>
                  <a:pt x="23519" y="13354"/>
                </a:lnTo>
                <a:lnTo>
                  <a:pt x="23519" y="13354"/>
                </a:lnTo>
                <a:lnTo>
                  <a:pt x="23519" y="13354"/>
                </a:lnTo>
                <a:lnTo>
                  <a:pt x="23519" y="13354"/>
                </a:lnTo>
                <a:lnTo>
                  <a:pt x="23518" y="13354"/>
                </a:lnTo>
                <a:lnTo>
                  <a:pt x="23518" y="13354"/>
                </a:lnTo>
                <a:lnTo>
                  <a:pt x="23518" y="13354"/>
                </a:lnTo>
                <a:lnTo>
                  <a:pt x="23518" y="13354"/>
                </a:lnTo>
                <a:lnTo>
                  <a:pt x="23518" y="13354"/>
                </a:lnTo>
                <a:lnTo>
                  <a:pt x="23517" y="13354"/>
                </a:lnTo>
                <a:lnTo>
                  <a:pt x="23517" y="13354"/>
                </a:lnTo>
                <a:lnTo>
                  <a:pt x="23517" y="13354"/>
                </a:lnTo>
                <a:lnTo>
                  <a:pt x="23517" y="13354"/>
                </a:lnTo>
                <a:lnTo>
                  <a:pt x="23516" y="13354"/>
                </a:lnTo>
                <a:lnTo>
                  <a:pt x="23516" y="13354"/>
                </a:lnTo>
                <a:lnTo>
                  <a:pt x="23516" y="13354"/>
                </a:lnTo>
                <a:lnTo>
                  <a:pt x="23516" y="13354"/>
                </a:lnTo>
                <a:lnTo>
                  <a:pt x="23516" y="13354"/>
                </a:lnTo>
                <a:lnTo>
                  <a:pt x="23515" y="13354"/>
                </a:lnTo>
                <a:lnTo>
                  <a:pt x="23515" y="13354"/>
                </a:lnTo>
                <a:lnTo>
                  <a:pt x="23515" y="13354"/>
                </a:lnTo>
                <a:lnTo>
                  <a:pt x="23515" y="13354"/>
                </a:lnTo>
                <a:lnTo>
                  <a:pt x="23514" y="13354"/>
                </a:lnTo>
                <a:lnTo>
                  <a:pt x="23514" y="13354"/>
                </a:lnTo>
                <a:lnTo>
                  <a:pt x="23514" y="13354"/>
                </a:lnTo>
                <a:lnTo>
                  <a:pt x="23514" y="13354"/>
                </a:lnTo>
                <a:lnTo>
                  <a:pt x="23513" y="13354"/>
                </a:lnTo>
                <a:lnTo>
                  <a:pt x="23513" y="13354"/>
                </a:lnTo>
                <a:lnTo>
                  <a:pt x="23513" y="13354"/>
                </a:lnTo>
                <a:lnTo>
                  <a:pt x="23513" y="13354"/>
                </a:lnTo>
                <a:lnTo>
                  <a:pt x="23513" y="13354"/>
                </a:lnTo>
                <a:lnTo>
                  <a:pt x="23512" y="13354"/>
                </a:lnTo>
                <a:lnTo>
                  <a:pt x="23512" y="13354"/>
                </a:lnTo>
                <a:lnTo>
                  <a:pt x="23512" y="13354"/>
                </a:lnTo>
                <a:lnTo>
                  <a:pt x="23512" y="13354"/>
                </a:lnTo>
                <a:lnTo>
                  <a:pt x="23511" y="13354"/>
                </a:lnTo>
                <a:lnTo>
                  <a:pt x="23511" y="13354"/>
                </a:lnTo>
                <a:lnTo>
                  <a:pt x="23511" y="13354"/>
                </a:lnTo>
                <a:lnTo>
                  <a:pt x="23511" y="13354"/>
                </a:lnTo>
                <a:lnTo>
                  <a:pt x="23511" y="13354"/>
                </a:lnTo>
                <a:lnTo>
                  <a:pt x="23510" y="13354"/>
                </a:lnTo>
                <a:lnTo>
                  <a:pt x="23510" y="13354"/>
                </a:lnTo>
                <a:lnTo>
                  <a:pt x="23510" y="13354"/>
                </a:lnTo>
                <a:lnTo>
                  <a:pt x="23510" y="13354"/>
                </a:lnTo>
                <a:lnTo>
                  <a:pt x="23509" y="13354"/>
                </a:lnTo>
                <a:lnTo>
                  <a:pt x="23509" y="13354"/>
                </a:lnTo>
                <a:lnTo>
                  <a:pt x="23509" y="13354"/>
                </a:lnTo>
                <a:lnTo>
                  <a:pt x="23509" y="13354"/>
                </a:lnTo>
                <a:lnTo>
                  <a:pt x="23508" y="13354"/>
                </a:lnTo>
                <a:lnTo>
                  <a:pt x="23508" y="13354"/>
                </a:lnTo>
                <a:lnTo>
                  <a:pt x="23508" y="13354"/>
                </a:lnTo>
                <a:lnTo>
                  <a:pt x="23508" y="13354"/>
                </a:lnTo>
                <a:lnTo>
                  <a:pt x="23508" y="13354"/>
                </a:lnTo>
                <a:lnTo>
                  <a:pt x="23507" y="13354"/>
                </a:lnTo>
                <a:lnTo>
                  <a:pt x="23507" y="13354"/>
                </a:lnTo>
                <a:lnTo>
                  <a:pt x="23507" y="13354"/>
                </a:lnTo>
                <a:lnTo>
                  <a:pt x="23507" y="13354"/>
                </a:lnTo>
                <a:lnTo>
                  <a:pt x="23506" y="13354"/>
                </a:lnTo>
                <a:lnTo>
                  <a:pt x="23506" y="13354"/>
                </a:lnTo>
                <a:lnTo>
                  <a:pt x="23506" y="13354"/>
                </a:lnTo>
                <a:lnTo>
                  <a:pt x="23506" y="13354"/>
                </a:lnTo>
                <a:lnTo>
                  <a:pt x="23506" y="13354"/>
                </a:lnTo>
                <a:lnTo>
                  <a:pt x="23505" y="13354"/>
                </a:lnTo>
                <a:lnTo>
                  <a:pt x="23505" y="13354"/>
                </a:lnTo>
                <a:lnTo>
                  <a:pt x="23505" y="13354"/>
                </a:lnTo>
                <a:lnTo>
                  <a:pt x="23505" y="13354"/>
                </a:lnTo>
                <a:lnTo>
                  <a:pt x="23504" y="13354"/>
                </a:lnTo>
                <a:lnTo>
                  <a:pt x="23504" y="13354"/>
                </a:lnTo>
                <a:lnTo>
                  <a:pt x="23504" y="13354"/>
                </a:lnTo>
                <a:lnTo>
                  <a:pt x="23504" y="13354"/>
                </a:lnTo>
                <a:lnTo>
                  <a:pt x="23503" y="13354"/>
                </a:lnTo>
                <a:lnTo>
                  <a:pt x="23503" y="13354"/>
                </a:lnTo>
                <a:lnTo>
                  <a:pt x="23503" y="13354"/>
                </a:lnTo>
                <a:lnTo>
                  <a:pt x="23503" y="13354"/>
                </a:lnTo>
                <a:lnTo>
                  <a:pt x="23503" y="13354"/>
                </a:lnTo>
                <a:lnTo>
                  <a:pt x="23502" y="13354"/>
                </a:lnTo>
                <a:lnTo>
                  <a:pt x="23502" y="13354"/>
                </a:lnTo>
                <a:lnTo>
                  <a:pt x="23502" y="13354"/>
                </a:lnTo>
                <a:lnTo>
                  <a:pt x="23502" y="13354"/>
                </a:lnTo>
                <a:lnTo>
                  <a:pt x="23501" y="13354"/>
                </a:lnTo>
                <a:lnTo>
                  <a:pt x="23501" y="13354"/>
                </a:lnTo>
                <a:lnTo>
                  <a:pt x="23501" y="13354"/>
                </a:lnTo>
                <a:lnTo>
                  <a:pt x="23501" y="13354"/>
                </a:lnTo>
                <a:lnTo>
                  <a:pt x="23501" y="13354"/>
                </a:lnTo>
                <a:lnTo>
                  <a:pt x="23500" y="13354"/>
                </a:lnTo>
                <a:lnTo>
                  <a:pt x="23500" y="13354"/>
                </a:lnTo>
                <a:lnTo>
                  <a:pt x="23500" y="13354"/>
                </a:lnTo>
                <a:lnTo>
                  <a:pt x="23500" y="13354"/>
                </a:lnTo>
                <a:lnTo>
                  <a:pt x="23499" y="13354"/>
                </a:lnTo>
                <a:lnTo>
                  <a:pt x="23499" y="13354"/>
                </a:lnTo>
                <a:lnTo>
                  <a:pt x="23499" y="13354"/>
                </a:lnTo>
                <a:lnTo>
                  <a:pt x="23507" y="13265"/>
                </a:lnTo>
                <a:lnTo>
                  <a:pt x="23523" y="13099"/>
                </a:lnTo>
                <a:lnTo>
                  <a:pt x="23543" y="12929"/>
                </a:lnTo>
                <a:lnTo>
                  <a:pt x="23565" y="12757"/>
                </a:lnTo>
                <a:lnTo>
                  <a:pt x="23590" y="12580"/>
                </a:lnTo>
                <a:lnTo>
                  <a:pt x="23618" y="12400"/>
                </a:lnTo>
                <a:lnTo>
                  <a:pt x="23649" y="12217"/>
                </a:lnTo>
                <a:lnTo>
                  <a:pt x="23682" y="12030"/>
                </a:lnTo>
                <a:lnTo>
                  <a:pt x="23719" y="11840"/>
                </a:lnTo>
                <a:lnTo>
                  <a:pt x="23759" y="11646"/>
                </a:lnTo>
                <a:lnTo>
                  <a:pt x="23801" y="11448"/>
                </a:lnTo>
                <a:lnTo>
                  <a:pt x="23847" y="11247"/>
                </a:lnTo>
                <a:lnTo>
                  <a:pt x="23896" y="11042"/>
                </a:lnTo>
                <a:lnTo>
                  <a:pt x="23948" y="10834"/>
                </a:lnTo>
                <a:lnTo>
                  <a:pt x="24003" y="10622"/>
                </a:lnTo>
                <a:lnTo>
                  <a:pt x="24062" y="10406"/>
                </a:lnTo>
                <a:lnTo>
                  <a:pt x="24124" y="10187"/>
                </a:lnTo>
                <a:lnTo>
                  <a:pt x="24189" y="9964"/>
                </a:lnTo>
                <a:lnTo>
                  <a:pt x="24258" y="9737"/>
                </a:lnTo>
                <a:lnTo>
                  <a:pt x="24272" y="9691"/>
                </a:lnTo>
                <a:lnTo>
                  <a:pt x="24286" y="9647"/>
                </a:lnTo>
                <a:lnTo>
                  <a:pt x="24300" y="9603"/>
                </a:lnTo>
                <a:lnTo>
                  <a:pt x="24314" y="9561"/>
                </a:lnTo>
                <a:lnTo>
                  <a:pt x="24328" y="9519"/>
                </a:lnTo>
                <a:lnTo>
                  <a:pt x="24342" y="9479"/>
                </a:lnTo>
                <a:close/>
                <a:moveTo>
                  <a:pt x="99233" y="73697"/>
                </a:moveTo>
                <a:lnTo>
                  <a:pt x="99233" y="73697"/>
                </a:lnTo>
                <a:lnTo>
                  <a:pt x="99819" y="76822"/>
                </a:lnTo>
                <a:lnTo>
                  <a:pt x="99233" y="73697"/>
                </a:lnTo>
                <a:close/>
                <a:moveTo>
                  <a:pt x="45349" y="106027"/>
                </a:moveTo>
                <a:lnTo>
                  <a:pt x="45349" y="106027"/>
                </a:lnTo>
                <a:lnTo>
                  <a:pt x="43927" y="108871"/>
                </a:lnTo>
                <a:lnTo>
                  <a:pt x="45349" y="106027"/>
                </a:lnTo>
                <a:close/>
                <a:moveTo>
                  <a:pt x="108135" y="135311"/>
                </a:moveTo>
                <a:lnTo>
                  <a:pt x="108135" y="135312"/>
                </a:lnTo>
                <a:lnTo>
                  <a:pt x="105082" y="134424"/>
                </a:lnTo>
                <a:lnTo>
                  <a:pt x="108135" y="135311"/>
                </a:lnTo>
                <a:close/>
                <a:moveTo>
                  <a:pt x="37618" y="21453"/>
                </a:moveTo>
                <a:lnTo>
                  <a:pt x="37618" y="21453"/>
                </a:lnTo>
                <a:lnTo>
                  <a:pt x="40699" y="22239"/>
                </a:lnTo>
                <a:lnTo>
                  <a:pt x="37618" y="21453"/>
                </a:lnTo>
                <a:close/>
                <a:moveTo>
                  <a:pt x="26841" y="16533"/>
                </a:moveTo>
                <a:lnTo>
                  <a:pt x="26841" y="16533"/>
                </a:lnTo>
                <a:lnTo>
                  <a:pt x="27046" y="13360"/>
                </a:lnTo>
                <a:lnTo>
                  <a:pt x="26841" y="16533"/>
                </a:lnTo>
                <a:close/>
                <a:moveTo>
                  <a:pt x="24058" y="8936"/>
                </a:moveTo>
                <a:lnTo>
                  <a:pt x="24047" y="8936"/>
                </a:lnTo>
                <a:lnTo>
                  <a:pt x="24030" y="8936"/>
                </a:lnTo>
                <a:lnTo>
                  <a:pt x="24058" y="8936"/>
                </a:lnTo>
                <a:close/>
                <a:moveTo>
                  <a:pt x="34601" y="114369"/>
                </a:moveTo>
                <a:lnTo>
                  <a:pt x="34601" y="114369"/>
                </a:lnTo>
                <a:lnTo>
                  <a:pt x="34573" y="114227"/>
                </a:lnTo>
                <a:lnTo>
                  <a:pt x="34573" y="114227"/>
                </a:lnTo>
                <a:lnTo>
                  <a:pt x="34601" y="114369"/>
                </a:lnTo>
                <a:close/>
                <a:moveTo>
                  <a:pt x="57643" y="4823"/>
                </a:moveTo>
                <a:lnTo>
                  <a:pt x="57643" y="4825"/>
                </a:lnTo>
                <a:lnTo>
                  <a:pt x="57643" y="4824"/>
                </a:lnTo>
                <a:lnTo>
                  <a:pt x="57644" y="4818"/>
                </a:lnTo>
                <a:lnTo>
                  <a:pt x="57644" y="4814"/>
                </a:lnTo>
                <a:lnTo>
                  <a:pt x="57644" y="4812"/>
                </a:lnTo>
                <a:lnTo>
                  <a:pt x="57644" y="4813"/>
                </a:lnTo>
                <a:lnTo>
                  <a:pt x="57644" y="4817"/>
                </a:lnTo>
                <a:lnTo>
                  <a:pt x="57643" y="4823"/>
                </a:lnTo>
                <a:close/>
                <a:moveTo>
                  <a:pt x="58563" y="6406"/>
                </a:moveTo>
                <a:lnTo>
                  <a:pt x="58562" y="6406"/>
                </a:lnTo>
                <a:lnTo>
                  <a:pt x="58560" y="6405"/>
                </a:lnTo>
                <a:lnTo>
                  <a:pt x="58562" y="6406"/>
                </a:lnTo>
                <a:lnTo>
                  <a:pt x="58563" y="6406"/>
                </a:lnTo>
                <a:lnTo>
                  <a:pt x="58563" y="6406"/>
                </a:lnTo>
                <a:close/>
                <a:moveTo>
                  <a:pt x="40552" y="102278"/>
                </a:moveTo>
                <a:lnTo>
                  <a:pt x="40552" y="102278"/>
                </a:lnTo>
                <a:lnTo>
                  <a:pt x="40551" y="102285"/>
                </a:lnTo>
                <a:lnTo>
                  <a:pt x="40551" y="102290"/>
                </a:lnTo>
                <a:lnTo>
                  <a:pt x="40550" y="102292"/>
                </a:lnTo>
                <a:lnTo>
                  <a:pt x="40550" y="102291"/>
                </a:lnTo>
                <a:lnTo>
                  <a:pt x="40551" y="102288"/>
                </a:lnTo>
                <a:lnTo>
                  <a:pt x="40552" y="102282"/>
                </a:lnTo>
                <a:lnTo>
                  <a:pt x="40552" y="102278"/>
                </a:lnTo>
                <a:close/>
                <a:moveTo>
                  <a:pt x="46485" y="103064"/>
                </a:moveTo>
                <a:lnTo>
                  <a:pt x="46488" y="103065"/>
                </a:lnTo>
                <a:lnTo>
                  <a:pt x="46494" y="103067"/>
                </a:lnTo>
                <a:lnTo>
                  <a:pt x="46502" y="103069"/>
                </a:lnTo>
                <a:lnTo>
                  <a:pt x="46507" y="103071"/>
                </a:lnTo>
                <a:lnTo>
                  <a:pt x="46507" y="103071"/>
                </a:lnTo>
                <a:lnTo>
                  <a:pt x="46497" y="103068"/>
                </a:lnTo>
                <a:lnTo>
                  <a:pt x="46490" y="103066"/>
                </a:lnTo>
                <a:lnTo>
                  <a:pt x="46486" y="103065"/>
                </a:lnTo>
                <a:lnTo>
                  <a:pt x="46484" y="103064"/>
                </a:lnTo>
                <a:lnTo>
                  <a:pt x="46485" y="103064"/>
                </a:lnTo>
                <a:close/>
                <a:moveTo>
                  <a:pt x="102016" y="133360"/>
                </a:moveTo>
                <a:lnTo>
                  <a:pt x="102014" y="133361"/>
                </a:lnTo>
                <a:lnTo>
                  <a:pt x="102014" y="133361"/>
                </a:lnTo>
                <a:lnTo>
                  <a:pt x="102015" y="133361"/>
                </a:lnTo>
                <a:lnTo>
                  <a:pt x="102016" y="133360"/>
                </a:lnTo>
                <a:close/>
                <a:moveTo>
                  <a:pt x="16129" y="163622"/>
                </a:moveTo>
                <a:lnTo>
                  <a:pt x="17939" y="166236"/>
                </a:lnTo>
                <a:lnTo>
                  <a:pt x="17065" y="163179"/>
                </a:lnTo>
                <a:lnTo>
                  <a:pt x="16561" y="163323"/>
                </a:lnTo>
                <a:lnTo>
                  <a:pt x="16129" y="1636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1F46EA-0D50-414C-8DF5-8B56305C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69" y="614942"/>
            <a:ext cx="20042" cy="71222"/>
          </a:xfrm>
          <a:custGeom xmlns:a="http://schemas.openxmlformats.org/drawingml/2006/main">
            <a:pathLst>
              <a:path w="20042" h="71222">
                <a:moveTo>
                  <a:pt x="0" y="9938"/>
                </a:moveTo>
                <a:cubicBezTo>
                  <a:pt x="0" y="7288"/>
                  <a:pt x="939" y="4969"/>
                  <a:pt x="2816" y="2981"/>
                </a:cubicBezTo>
                <a:cubicBezTo>
                  <a:pt x="4693" y="994"/>
                  <a:pt x="7067" y="0"/>
                  <a:pt x="9938" y="0"/>
                </a:cubicBezTo>
                <a:cubicBezTo>
                  <a:pt x="12588" y="0"/>
                  <a:pt x="14907" y="883"/>
                  <a:pt x="16895" y="2650"/>
                </a:cubicBezTo>
                <a:cubicBezTo>
                  <a:pt x="18882" y="4417"/>
                  <a:pt x="19931" y="6791"/>
                  <a:pt x="20042" y="9772"/>
                </a:cubicBezTo>
                <a:cubicBezTo>
                  <a:pt x="20042" y="12533"/>
                  <a:pt x="19103" y="14907"/>
                  <a:pt x="17226" y="16895"/>
                </a:cubicBezTo>
                <a:cubicBezTo>
                  <a:pt x="15349" y="18882"/>
                  <a:pt x="12975" y="19876"/>
                  <a:pt x="10104" y="19876"/>
                </a:cubicBezTo>
                <a:cubicBezTo>
                  <a:pt x="7233" y="19876"/>
                  <a:pt x="4859" y="18937"/>
                  <a:pt x="2981" y="17060"/>
                </a:cubicBezTo>
                <a:cubicBezTo>
                  <a:pt x="1104" y="15183"/>
                  <a:pt x="110" y="12809"/>
                  <a:pt x="0" y="9938"/>
                </a:cubicBezTo>
                <a:close/>
                <a:moveTo>
                  <a:pt x="0" y="61284"/>
                </a:moveTo>
                <a:cubicBezTo>
                  <a:pt x="0" y="58634"/>
                  <a:pt x="939" y="56315"/>
                  <a:pt x="2816" y="54328"/>
                </a:cubicBezTo>
                <a:cubicBezTo>
                  <a:pt x="4693" y="52340"/>
                  <a:pt x="7067" y="51346"/>
                  <a:pt x="9938" y="51346"/>
                </a:cubicBezTo>
                <a:cubicBezTo>
                  <a:pt x="12588" y="51346"/>
                  <a:pt x="14907" y="52230"/>
                  <a:pt x="16895" y="53997"/>
                </a:cubicBezTo>
                <a:cubicBezTo>
                  <a:pt x="18882" y="55763"/>
                  <a:pt x="19931" y="58137"/>
                  <a:pt x="20042" y="61119"/>
                </a:cubicBezTo>
                <a:cubicBezTo>
                  <a:pt x="20042" y="63879"/>
                  <a:pt x="19103" y="66253"/>
                  <a:pt x="17226" y="68241"/>
                </a:cubicBezTo>
                <a:cubicBezTo>
                  <a:pt x="15349" y="70229"/>
                  <a:pt x="12975" y="71222"/>
                  <a:pt x="10104" y="71222"/>
                </a:cubicBezTo>
                <a:cubicBezTo>
                  <a:pt x="7233" y="71222"/>
                  <a:pt x="4859" y="70284"/>
                  <a:pt x="2981" y="68407"/>
                </a:cubicBezTo>
                <a:cubicBezTo>
                  <a:pt x="1104" y="66529"/>
                  <a:pt x="110" y="64155"/>
                  <a:pt x="0" y="612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E4920E-52D3-47B4-9730-880199F7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90" y="611762"/>
            <a:ext cx="26401" cy="77582"/>
          </a:xfrm>
          <a:custGeom xmlns:a="http://schemas.openxmlformats.org/drawingml/2006/main">
            <a:pathLst>
              <a:path w="26401" h="77582">
                <a:moveTo>
                  <a:pt x="12658" y="7"/>
                </a:moveTo>
                <a:lnTo>
                  <a:pt x="12203" y="27"/>
                </a:lnTo>
                <a:lnTo>
                  <a:pt x="11754" y="62"/>
                </a:lnTo>
                <a:lnTo>
                  <a:pt x="11310" y="110"/>
                </a:lnTo>
                <a:lnTo>
                  <a:pt x="10871" y="172"/>
                </a:lnTo>
                <a:lnTo>
                  <a:pt x="10437" y="248"/>
                </a:lnTo>
                <a:lnTo>
                  <a:pt x="10009" y="337"/>
                </a:lnTo>
                <a:lnTo>
                  <a:pt x="9587" y="440"/>
                </a:lnTo>
                <a:lnTo>
                  <a:pt x="9170" y="558"/>
                </a:lnTo>
                <a:lnTo>
                  <a:pt x="8760" y="689"/>
                </a:lnTo>
                <a:lnTo>
                  <a:pt x="8355" y="833"/>
                </a:lnTo>
                <a:lnTo>
                  <a:pt x="7956" y="992"/>
                </a:lnTo>
                <a:lnTo>
                  <a:pt x="7563" y="1164"/>
                </a:lnTo>
                <a:lnTo>
                  <a:pt x="7177" y="1351"/>
                </a:lnTo>
                <a:lnTo>
                  <a:pt x="6797" y="1551"/>
                </a:lnTo>
                <a:lnTo>
                  <a:pt x="6424" y="1765"/>
                </a:lnTo>
                <a:lnTo>
                  <a:pt x="6057" y="1993"/>
                </a:lnTo>
                <a:lnTo>
                  <a:pt x="5697" y="2235"/>
                </a:lnTo>
                <a:lnTo>
                  <a:pt x="5344" y="2490"/>
                </a:lnTo>
                <a:lnTo>
                  <a:pt x="4998" y="2760"/>
                </a:lnTo>
                <a:lnTo>
                  <a:pt x="4658" y="3044"/>
                </a:lnTo>
                <a:lnTo>
                  <a:pt x="4326" y="3341"/>
                </a:lnTo>
                <a:lnTo>
                  <a:pt x="4001" y="3652"/>
                </a:lnTo>
                <a:lnTo>
                  <a:pt x="3684" y="3978"/>
                </a:lnTo>
                <a:lnTo>
                  <a:pt x="3388" y="4300"/>
                </a:lnTo>
                <a:lnTo>
                  <a:pt x="3104" y="4628"/>
                </a:lnTo>
                <a:lnTo>
                  <a:pt x="2832" y="4962"/>
                </a:lnTo>
                <a:lnTo>
                  <a:pt x="2572" y="5300"/>
                </a:lnTo>
                <a:lnTo>
                  <a:pt x="2325" y="5644"/>
                </a:lnTo>
                <a:lnTo>
                  <a:pt x="2089" y="5994"/>
                </a:lnTo>
                <a:lnTo>
                  <a:pt x="1866" y="6349"/>
                </a:lnTo>
                <a:lnTo>
                  <a:pt x="1655" y="6708"/>
                </a:lnTo>
                <a:lnTo>
                  <a:pt x="1457" y="7073"/>
                </a:lnTo>
                <a:lnTo>
                  <a:pt x="1271" y="7443"/>
                </a:lnTo>
                <a:lnTo>
                  <a:pt x="1097" y="7818"/>
                </a:lnTo>
                <a:lnTo>
                  <a:pt x="936" y="8198"/>
                </a:lnTo>
                <a:lnTo>
                  <a:pt x="788" y="8583"/>
                </a:lnTo>
                <a:lnTo>
                  <a:pt x="652" y="8972"/>
                </a:lnTo>
                <a:lnTo>
                  <a:pt x="529" y="9366"/>
                </a:lnTo>
                <a:lnTo>
                  <a:pt x="418" y="9765"/>
                </a:lnTo>
                <a:lnTo>
                  <a:pt x="321" y="10169"/>
                </a:lnTo>
                <a:lnTo>
                  <a:pt x="236" y="10577"/>
                </a:lnTo>
                <a:lnTo>
                  <a:pt x="164" y="10989"/>
                </a:lnTo>
                <a:lnTo>
                  <a:pt x="105" y="11406"/>
                </a:lnTo>
                <a:lnTo>
                  <a:pt x="59" y="11828"/>
                </a:lnTo>
                <a:lnTo>
                  <a:pt x="26" y="12253"/>
                </a:lnTo>
                <a:lnTo>
                  <a:pt x="7" y="12683"/>
                </a:lnTo>
                <a:lnTo>
                  <a:pt x="0" y="13118"/>
                </a:lnTo>
                <a:lnTo>
                  <a:pt x="0" y="13179"/>
                </a:lnTo>
                <a:lnTo>
                  <a:pt x="2" y="13240"/>
                </a:lnTo>
                <a:lnTo>
                  <a:pt x="26" y="13687"/>
                </a:lnTo>
                <a:lnTo>
                  <a:pt x="61" y="14130"/>
                </a:lnTo>
                <a:lnTo>
                  <a:pt x="108" y="14568"/>
                </a:lnTo>
                <a:lnTo>
                  <a:pt x="167" y="15002"/>
                </a:lnTo>
                <a:lnTo>
                  <a:pt x="238" y="15430"/>
                </a:lnTo>
                <a:lnTo>
                  <a:pt x="321" y="15853"/>
                </a:lnTo>
                <a:lnTo>
                  <a:pt x="416" y="16271"/>
                </a:lnTo>
                <a:lnTo>
                  <a:pt x="524" y="16683"/>
                </a:lnTo>
                <a:lnTo>
                  <a:pt x="643" y="17091"/>
                </a:lnTo>
                <a:lnTo>
                  <a:pt x="775" y="17492"/>
                </a:lnTo>
                <a:lnTo>
                  <a:pt x="919" y="17889"/>
                </a:lnTo>
                <a:lnTo>
                  <a:pt x="1075" y="18279"/>
                </a:lnTo>
                <a:lnTo>
                  <a:pt x="1243" y="18664"/>
                </a:lnTo>
                <a:lnTo>
                  <a:pt x="1424" y="19043"/>
                </a:lnTo>
                <a:lnTo>
                  <a:pt x="1617" y="19416"/>
                </a:lnTo>
                <a:lnTo>
                  <a:pt x="1822" y="19783"/>
                </a:lnTo>
                <a:lnTo>
                  <a:pt x="2040" y="20143"/>
                </a:lnTo>
                <a:lnTo>
                  <a:pt x="2270" y="20498"/>
                </a:lnTo>
                <a:lnTo>
                  <a:pt x="2512" y="20846"/>
                </a:lnTo>
                <a:lnTo>
                  <a:pt x="2767" y="21188"/>
                </a:lnTo>
                <a:lnTo>
                  <a:pt x="3035" y="21523"/>
                </a:lnTo>
                <a:lnTo>
                  <a:pt x="3315" y="21851"/>
                </a:lnTo>
                <a:lnTo>
                  <a:pt x="3607" y="22173"/>
                </a:lnTo>
                <a:lnTo>
                  <a:pt x="3913" y="22488"/>
                </a:lnTo>
                <a:lnTo>
                  <a:pt x="4232" y="22797"/>
                </a:lnTo>
                <a:lnTo>
                  <a:pt x="4558" y="23092"/>
                </a:lnTo>
                <a:lnTo>
                  <a:pt x="4891" y="23374"/>
                </a:lnTo>
                <a:lnTo>
                  <a:pt x="5231" y="23642"/>
                </a:lnTo>
                <a:lnTo>
                  <a:pt x="5577" y="23897"/>
                </a:lnTo>
                <a:lnTo>
                  <a:pt x="5930" y="24139"/>
                </a:lnTo>
                <a:lnTo>
                  <a:pt x="6290" y="24367"/>
                </a:lnTo>
                <a:lnTo>
                  <a:pt x="6656" y="24582"/>
                </a:lnTo>
                <a:lnTo>
                  <a:pt x="7028" y="24783"/>
                </a:lnTo>
                <a:lnTo>
                  <a:pt x="7406" y="24972"/>
                </a:lnTo>
                <a:lnTo>
                  <a:pt x="7790" y="25147"/>
                </a:lnTo>
                <a:lnTo>
                  <a:pt x="8180" y="25308"/>
                </a:lnTo>
                <a:lnTo>
                  <a:pt x="8576" y="25457"/>
                </a:lnTo>
                <a:lnTo>
                  <a:pt x="8978" y="25593"/>
                </a:lnTo>
                <a:lnTo>
                  <a:pt x="9385" y="25715"/>
                </a:lnTo>
                <a:lnTo>
                  <a:pt x="9798" y="25825"/>
                </a:lnTo>
                <a:lnTo>
                  <a:pt x="10216" y="25921"/>
                </a:lnTo>
                <a:lnTo>
                  <a:pt x="10639" y="26005"/>
                </a:lnTo>
                <a:lnTo>
                  <a:pt x="11068" y="26075"/>
                </a:lnTo>
                <a:lnTo>
                  <a:pt x="11501" y="26133"/>
                </a:lnTo>
                <a:lnTo>
                  <a:pt x="11940" y="26178"/>
                </a:lnTo>
                <a:lnTo>
                  <a:pt x="12383" y="26210"/>
                </a:lnTo>
                <a:lnTo>
                  <a:pt x="12831" y="26229"/>
                </a:lnTo>
                <a:lnTo>
                  <a:pt x="13283" y="26235"/>
                </a:lnTo>
                <a:lnTo>
                  <a:pt x="13743" y="26228"/>
                </a:lnTo>
                <a:lnTo>
                  <a:pt x="14197" y="26208"/>
                </a:lnTo>
                <a:lnTo>
                  <a:pt x="14647" y="26173"/>
                </a:lnTo>
                <a:lnTo>
                  <a:pt x="15091" y="26125"/>
                </a:lnTo>
                <a:lnTo>
                  <a:pt x="15530" y="26063"/>
                </a:lnTo>
                <a:lnTo>
                  <a:pt x="15964" y="25987"/>
                </a:lnTo>
                <a:lnTo>
                  <a:pt x="16392" y="25898"/>
                </a:lnTo>
                <a:lnTo>
                  <a:pt x="16814" y="25795"/>
                </a:lnTo>
                <a:lnTo>
                  <a:pt x="17231" y="25678"/>
                </a:lnTo>
                <a:lnTo>
                  <a:pt x="17641" y="25547"/>
                </a:lnTo>
                <a:lnTo>
                  <a:pt x="18046" y="25402"/>
                </a:lnTo>
                <a:lnTo>
                  <a:pt x="18445" y="25243"/>
                </a:lnTo>
                <a:lnTo>
                  <a:pt x="18837" y="25071"/>
                </a:lnTo>
                <a:lnTo>
                  <a:pt x="19224" y="24884"/>
                </a:lnTo>
                <a:lnTo>
                  <a:pt x="19603" y="24684"/>
                </a:lnTo>
                <a:lnTo>
                  <a:pt x="19977" y="24470"/>
                </a:lnTo>
                <a:lnTo>
                  <a:pt x="20343" y="24242"/>
                </a:lnTo>
                <a:lnTo>
                  <a:pt x="20704" y="24000"/>
                </a:lnTo>
                <a:lnTo>
                  <a:pt x="21057" y="23745"/>
                </a:lnTo>
                <a:lnTo>
                  <a:pt x="21403" y="23475"/>
                </a:lnTo>
                <a:lnTo>
                  <a:pt x="21742" y="23192"/>
                </a:lnTo>
                <a:lnTo>
                  <a:pt x="22075" y="22894"/>
                </a:lnTo>
                <a:lnTo>
                  <a:pt x="22399" y="22583"/>
                </a:lnTo>
                <a:lnTo>
                  <a:pt x="22717" y="22257"/>
                </a:lnTo>
                <a:lnTo>
                  <a:pt x="23016" y="21931"/>
                </a:lnTo>
                <a:lnTo>
                  <a:pt x="23302" y="21599"/>
                </a:lnTo>
                <a:lnTo>
                  <a:pt x="23576" y="21262"/>
                </a:lnTo>
                <a:lnTo>
                  <a:pt x="23837" y="20918"/>
                </a:lnTo>
                <a:lnTo>
                  <a:pt x="24086" y="20569"/>
                </a:lnTo>
                <a:lnTo>
                  <a:pt x="24322" y="20214"/>
                </a:lnTo>
                <a:lnTo>
                  <a:pt x="24546" y="19854"/>
                </a:lnTo>
                <a:lnTo>
                  <a:pt x="24757" y="19488"/>
                </a:lnTo>
                <a:lnTo>
                  <a:pt x="24955" y="19117"/>
                </a:lnTo>
                <a:lnTo>
                  <a:pt x="25141" y="18741"/>
                </a:lnTo>
                <a:lnTo>
                  <a:pt x="25314" y="18359"/>
                </a:lnTo>
                <a:lnTo>
                  <a:pt x="25474" y="17972"/>
                </a:lnTo>
                <a:lnTo>
                  <a:pt x="25622" y="17580"/>
                </a:lnTo>
                <a:lnTo>
                  <a:pt x="25757" y="17183"/>
                </a:lnTo>
                <a:lnTo>
                  <a:pt x="25879" y="16781"/>
                </a:lnTo>
                <a:lnTo>
                  <a:pt x="25988" y="16374"/>
                </a:lnTo>
                <a:lnTo>
                  <a:pt x="26085" y="15962"/>
                </a:lnTo>
                <a:lnTo>
                  <a:pt x="26168" y="15546"/>
                </a:lnTo>
                <a:lnTo>
                  <a:pt x="26239" y="15125"/>
                </a:lnTo>
                <a:lnTo>
                  <a:pt x="26297" y="14699"/>
                </a:lnTo>
                <a:lnTo>
                  <a:pt x="26343" y="14269"/>
                </a:lnTo>
                <a:lnTo>
                  <a:pt x="26375" y="13834"/>
                </a:lnTo>
                <a:lnTo>
                  <a:pt x="26394" y="13395"/>
                </a:lnTo>
                <a:lnTo>
                  <a:pt x="26401" y="12952"/>
                </a:lnTo>
                <a:lnTo>
                  <a:pt x="26401" y="12893"/>
                </a:lnTo>
                <a:lnTo>
                  <a:pt x="26399" y="12834"/>
                </a:lnTo>
                <a:lnTo>
                  <a:pt x="26375" y="12370"/>
                </a:lnTo>
                <a:lnTo>
                  <a:pt x="26339" y="11912"/>
                </a:lnTo>
                <a:lnTo>
                  <a:pt x="26289" y="11459"/>
                </a:lnTo>
                <a:lnTo>
                  <a:pt x="26227" y="11011"/>
                </a:lnTo>
                <a:lnTo>
                  <a:pt x="26152" y="10570"/>
                </a:lnTo>
                <a:lnTo>
                  <a:pt x="26064" y="10134"/>
                </a:lnTo>
                <a:lnTo>
                  <a:pt x="25963" y="9704"/>
                </a:lnTo>
                <a:lnTo>
                  <a:pt x="25849" y="9280"/>
                </a:lnTo>
                <a:lnTo>
                  <a:pt x="25722" y="8863"/>
                </a:lnTo>
                <a:lnTo>
                  <a:pt x="25581" y="8452"/>
                </a:lnTo>
                <a:lnTo>
                  <a:pt x="25427" y="8048"/>
                </a:lnTo>
                <a:lnTo>
                  <a:pt x="25260" y="7650"/>
                </a:lnTo>
                <a:lnTo>
                  <a:pt x="25079" y="7260"/>
                </a:lnTo>
                <a:lnTo>
                  <a:pt x="24885" y="6876"/>
                </a:lnTo>
                <a:lnTo>
                  <a:pt x="24677" y="6499"/>
                </a:lnTo>
                <a:lnTo>
                  <a:pt x="24456" y="6130"/>
                </a:lnTo>
                <a:lnTo>
                  <a:pt x="24221" y="5768"/>
                </a:lnTo>
                <a:lnTo>
                  <a:pt x="23972" y="5413"/>
                </a:lnTo>
                <a:lnTo>
                  <a:pt x="23709" y="5067"/>
                </a:lnTo>
                <a:lnTo>
                  <a:pt x="23433" y="4728"/>
                </a:lnTo>
                <a:lnTo>
                  <a:pt x="23142" y="4397"/>
                </a:lnTo>
                <a:lnTo>
                  <a:pt x="22838" y="4074"/>
                </a:lnTo>
                <a:lnTo>
                  <a:pt x="22519" y="3759"/>
                </a:lnTo>
                <a:lnTo>
                  <a:pt x="22187" y="3453"/>
                </a:lnTo>
                <a:lnTo>
                  <a:pt x="21863" y="3174"/>
                </a:lnTo>
                <a:lnTo>
                  <a:pt x="21534" y="2906"/>
                </a:lnTo>
                <a:lnTo>
                  <a:pt x="21201" y="2650"/>
                </a:lnTo>
                <a:lnTo>
                  <a:pt x="20862" y="2405"/>
                </a:lnTo>
                <a:lnTo>
                  <a:pt x="20518" y="2172"/>
                </a:lnTo>
                <a:lnTo>
                  <a:pt x="20169" y="1951"/>
                </a:lnTo>
                <a:lnTo>
                  <a:pt x="19815" y="1741"/>
                </a:lnTo>
                <a:lnTo>
                  <a:pt x="19457" y="1544"/>
                </a:lnTo>
                <a:lnTo>
                  <a:pt x="19094" y="1358"/>
                </a:lnTo>
                <a:lnTo>
                  <a:pt x="18726" y="1184"/>
                </a:lnTo>
                <a:lnTo>
                  <a:pt x="18353" y="1021"/>
                </a:lnTo>
                <a:lnTo>
                  <a:pt x="17976" y="871"/>
                </a:lnTo>
                <a:lnTo>
                  <a:pt x="17595" y="732"/>
                </a:lnTo>
                <a:lnTo>
                  <a:pt x="17209" y="606"/>
                </a:lnTo>
                <a:lnTo>
                  <a:pt x="16818" y="491"/>
                </a:lnTo>
                <a:lnTo>
                  <a:pt x="16424" y="388"/>
                </a:lnTo>
                <a:lnTo>
                  <a:pt x="16025" y="297"/>
                </a:lnTo>
                <a:lnTo>
                  <a:pt x="15621" y="219"/>
                </a:lnTo>
                <a:lnTo>
                  <a:pt x="15214" y="152"/>
                </a:lnTo>
                <a:lnTo>
                  <a:pt x="14803" y="97"/>
                </a:lnTo>
                <a:lnTo>
                  <a:pt x="14387" y="55"/>
                </a:lnTo>
                <a:lnTo>
                  <a:pt x="13968" y="24"/>
                </a:lnTo>
                <a:lnTo>
                  <a:pt x="13545" y="6"/>
                </a:lnTo>
                <a:lnTo>
                  <a:pt x="13118" y="0"/>
                </a:lnTo>
                <a:lnTo>
                  <a:pt x="12658" y="7"/>
                </a:lnTo>
                <a:close/>
                <a:moveTo>
                  <a:pt x="3180" y="13118"/>
                </a:moveTo>
                <a:lnTo>
                  <a:pt x="3180" y="13118"/>
                </a:lnTo>
                <a:lnTo>
                  <a:pt x="2" y="13240"/>
                </a:lnTo>
                <a:lnTo>
                  <a:pt x="3180" y="13118"/>
                </a:lnTo>
                <a:close/>
                <a:moveTo>
                  <a:pt x="23221" y="12952"/>
                </a:moveTo>
                <a:lnTo>
                  <a:pt x="23221" y="12952"/>
                </a:lnTo>
                <a:lnTo>
                  <a:pt x="26399" y="12834"/>
                </a:lnTo>
                <a:lnTo>
                  <a:pt x="23221" y="12952"/>
                </a:lnTo>
                <a:close/>
                <a:moveTo>
                  <a:pt x="8953" y="7740"/>
                </a:moveTo>
                <a:lnTo>
                  <a:pt x="9123" y="7606"/>
                </a:lnTo>
                <a:lnTo>
                  <a:pt x="9296" y="7478"/>
                </a:lnTo>
                <a:lnTo>
                  <a:pt x="9472" y="7358"/>
                </a:lnTo>
                <a:lnTo>
                  <a:pt x="9652" y="7244"/>
                </a:lnTo>
                <a:lnTo>
                  <a:pt x="9836" y="7137"/>
                </a:lnTo>
                <a:lnTo>
                  <a:pt x="10024" y="7037"/>
                </a:lnTo>
                <a:lnTo>
                  <a:pt x="10216" y="6944"/>
                </a:lnTo>
                <a:lnTo>
                  <a:pt x="10412" y="6858"/>
                </a:lnTo>
                <a:lnTo>
                  <a:pt x="10612" y="6778"/>
                </a:lnTo>
                <a:lnTo>
                  <a:pt x="10816" y="6706"/>
                </a:lnTo>
                <a:lnTo>
                  <a:pt x="11024" y="6640"/>
                </a:lnTo>
                <a:lnTo>
                  <a:pt x="11238" y="6581"/>
                </a:lnTo>
                <a:lnTo>
                  <a:pt x="11455" y="6529"/>
                </a:lnTo>
                <a:lnTo>
                  <a:pt x="11678" y="6484"/>
                </a:lnTo>
                <a:lnTo>
                  <a:pt x="11905" y="6446"/>
                </a:lnTo>
                <a:lnTo>
                  <a:pt x="12137" y="6415"/>
                </a:lnTo>
                <a:lnTo>
                  <a:pt x="12375" y="6390"/>
                </a:lnTo>
                <a:lnTo>
                  <a:pt x="12617" y="6373"/>
                </a:lnTo>
                <a:lnTo>
                  <a:pt x="12865" y="6363"/>
                </a:lnTo>
                <a:lnTo>
                  <a:pt x="13118" y="6359"/>
                </a:lnTo>
                <a:lnTo>
                  <a:pt x="13350" y="6362"/>
                </a:lnTo>
                <a:lnTo>
                  <a:pt x="13578" y="6372"/>
                </a:lnTo>
                <a:lnTo>
                  <a:pt x="13804" y="6387"/>
                </a:lnTo>
                <a:lnTo>
                  <a:pt x="14027" y="6409"/>
                </a:lnTo>
                <a:lnTo>
                  <a:pt x="14247" y="6437"/>
                </a:lnTo>
                <a:lnTo>
                  <a:pt x="14465" y="6472"/>
                </a:lnTo>
                <a:lnTo>
                  <a:pt x="14679" y="6513"/>
                </a:lnTo>
                <a:lnTo>
                  <a:pt x="14891" y="6560"/>
                </a:lnTo>
                <a:lnTo>
                  <a:pt x="15100" y="6614"/>
                </a:lnTo>
                <a:lnTo>
                  <a:pt x="15307" y="6674"/>
                </a:lnTo>
                <a:lnTo>
                  <a:pt x="15511" y="6740"/>
                </a:lnTo>
                <a:lnTo>
                  <a:pt x="15712" y="6813"/>
                </a:lnTo>
                <a:lnTo>
                  <a:pt x="15912" y="6893"/>
                </a:lnTo>
                <a:lnTo>
                  <a:pt x="16108" y="6979"/>
                </a:lnTo>
                <a:lnTo>
                  <a:pt x="16303" y="7072"/>
                </a:lnTo>
                <a:lnTo>
                  <a:pt x="16495" y="7171"/>
                </a:lnTo>
                <a:lnTo>
                  <a:pt x="16686" y="7277"/>
                </a:lnTo>
                <a:lnTo>
                  <a:pt x="16874" y="7390"/>
                </a:lnTo>
                <a:lnTo>
                  <a:pt x="17060" y="7509"/>
                </a:lnTo>
                <a:lnTo>
                  <a:pt x="17244" y="7635"/>
                </a:lnTo>
                <a:lnTo>
                  <a:pt x="17426" y="7767"/>
                </a:lnTo>
                <a:lnTo>
                  <a:pt x="17606" y="7907"/>
                </a:lnTo>
                <a:lnTo>
                  <a:pt x="17785" y="8053"/>
                </a:lnTo>
                <a:lnTo>
                  <a:pt x="17962" y="8206"/>
                </a:lnTo>
                <a:lnTo>
                  <a:pt x="18116" y="8348"/>
                </a:lnTo>
                <a:lnTo>
                  <a:pt x="18265" y="8494"/>
                </a:lnTo>
                <a:lnTo>
                  <a:pt x="18409" y="8644"/>
                </a:lnTo>
                <a:lnTo>
                  <a:pt x="18547" y="8800"/>
                </a:lnTo>
                <a:lnTo>
                  <a:pt x="18679" y="8959"/>
                </a:lnTo>
                <a:lnTo>
                  <a:pt x="18806" y="9124"/>
                </a:lnTo>
                <a:lnTo>
                  <a:pt x="18927" y="9293"/>
                </a:lnTo>
                <a:lnTo>
                  <a:pt x="19042" y="9468"/>
                </a:lnTo>
                <a:lnTo>
                  <a:pt x="19151" y="9648"/>
                </a:lnTo>
                <a:lnTo>
                  <a:pt x="19255" y="9833"/>
                </a:lnTo>
                <a:lnTo>
                  <a:pt x="19352" y="10024"/>
                </a:lnTo>
                <a:lnTo>
                  <a:pt x="19443" y="10220"/>
                </a:lnTo>
                <a:lnTo>
                  <a:pt x="19529" y="10423"/>
                </a:lnTo>
                <a:lnTo>
                  <a:pt x="19608" y="10631"/>
                </a:lnTo>
                <a:lnTo>
                  <a:pt x="19680" y="10845"/>
                </a:lnTo>
                <a:lnTo>
                  <a:pt x="19747" y="11066"/>
                </a:lnTo>
                <a:lnTo>
                  <a:pt x="19807" y="11292"/>
                </a:lnTo>
                <a:lnTo>
                  <a:pt x="19860" y="11526"/>
                </a:lnTo>
                <a:lnTo>
                  <a:pt x="19908" y="11766"/>
                </a:lnTo>
                <a:lnTo>
                  <a:pt x="19948" y="12012"/>
                </a:lnTo>
                <a:lnTo>
                  <a:pt x="19982" y="12266"/>
                </a:lnTo>
                <a:lnTo>
                  <a:pt x="20010" y="12527"/>
                </a:lnTo>
                <a:lnTo>
                  <a:pt x="20030" y="12794"/>
                </a:lnTo>
                <a:lnTo>
                  <a:pt x="20041" y="13010"/>
                </a:lnTo>
                <a:lnTo>
                  <a:pt x="20038" y="13195"/>
                </a:lnTo>
                <a:lnTo>
                  <a:pt x="20028" y="13434"/>
                </a:lnTo>
                <a:lnTo>
                  <a:pt x="20012" y="13669"/>
                </a:lnTo>
                <a:lnTo>
                  <a:pt x="19989" y="13901"/>
                </a:lnTo>
                <a:lnTo>
                  <a:pt x="19959" y="14129"/>
                </a:lnTo>
                <a:lnTo>
                  <a:pt x="19922" y="14354"/>
                </a:lnTo>
                <a:lnTo>
                  <a:pt x="19879" y="14575"/>
                </a:lnTo>
                <a:lnTo>
                  <a:pt x="19829" y="14793"/>
                </a:lnTo>
                <a:lnTo>
                  <a:pt x="19772" y="15008"/>
                </a:lnTo>
                <a:lnTo>
                  <a:pt x="19708" y="15220"/>
                </a:lnTo>
                <a:lnTo>
                  <a:pt x="19638" y="15428"/>
                </a:lnTo>
                <a:lnTo>
                  <a:pt x="19560" y="15634"/>
                </a:lnTo>
                <a:lnTo>
                  <a:pt x="19476" y="15837"/>
                </a:lnTo>
                <a:lnTo>
                  <a:pt x="19385" y="16036"/>
                </a:lnTo>
                <a:lnTo>
                  <a:pt x="19287" y="16233"/>
                </a:lnTo>
                <a:lnTo>
                  <a:pt x="19183" y="16427"/>
                </a:lnTo>
                <a:lnTo>
                  <a:pt x="19071" y="16619"/>
                </a:lnTo>
                <a:lnTo>
                  <a:pt x="18952" y="16808"/>
                </a:lnTo>
                <a:lnTo>
                  <a:pt x="18827" y="16994"/>
                </a:lnTo>
                <a:lnTo>
                  <a:pt x="18694" y="17178"/>
                </a:lnTo>
                <a:lnTo>
                  <a:pt x="18555" y="17360"/>
                </a:lnTo>
                <a:lnTo>
                  <a:pt x="18408" y="17539"/>
                </a:lnTo>
                <a:lnTo>
                  <a:pt x="18255" y="17716"/>
                </a:lnTo>
                <a:lnTo>
                  <a:pt x="18094" y="17891"/>
                </a:lnTo>
                <a:lnTo>
                  <a:pt x="17937" y="18052"/>
                </a:lnTo>
                <a:lnTo>
                  <a:pt x="17777" y="18207"/>
                </a:lnTo>
                <a:lnTo>
                  <a:pt x="17614" y="18354"/>
                </a:lnTo>
                <a:lnTo>
                  <a:pt x="17448" y="18495"/>
                </a:lnTo>
                <a:lnTo>
                  <a:pt x="17278" y="18629"/>
                </a:lnTo>
                <a:lnTo>
                  <a:pt x="17105" y="18757"/>
                </a:lnTo>
                <a:lnTo>
                  <a:pt x="16929" y="18877"/>
                </a:lnTo>
                <a:lnTo>
                  <a:pt x="16749" y="18991"/>
                </a:lnTo>
                <a:lnTo>
                  <a:pt x="16565" y="19098"/>
                </a:lnTo>
                <a:lnTo>
                  <a:pt x="16377" y="19198"/>
                </a:lnTo>
                <a:lnTo>
                  <a:pt x="16185" y="19291"/>
                </a:lnTo>
                <a:lnTo>
                  <a:pt x="15989" y="19377"/>
                </a:lnTo>
                <a:lnTo>
                  <a:pt x="15789" y="19457"/>
                </a:lnTo>
                <a:lnTo>
                  <a:pt x="15585" y="19529"/>
                </a:lnTo>
                <a:lnTo>
                  <a:pt x="15376" y="19595"/>
                </a:lnTo>
                <a:lnTo>
                  <a:pt x="15163" y="19654"/>
                </a:lnTo>
                <a:lnTo>
                  <a:pt x="14945" y="19706"/>
                </a:lnTo>
                <a:lnTo>
                  <a:pt x="14723" y="19751"/>
                </a:lnTo>
                <a:lnTo>
                  <a:pt x="14496" y="19789"/>
                </a:lnTo>
                <a:lnTo>
                  <a:pt x="14263" y="19820"/>
                </a:lnTo>
                <a:lnTo>
                  <a:pt x="14026" y="19845"/>
                </a:lnTo>
                <a:lnTo>
                  <a:pt x="13784" y="19862"/>
                </a:lnTo>
                <a:lnTo>
                  <a:pt x="13536" y="19873"/>
                </a:lnTo>
                <a:lnTo>
                  <a:pt x="13283" y="19876"/>
                </a:lnTo>
                <a:lnTo>
                  <a:pt x="13023" y="19873"/>
                </a:lnTo>
                <a:lnTo>
                  <a:pt x="12769" y="19862"/>
                </a:lnTo>
                <a:lnTo>
                  <a:pt x="12520" y="19845"/>
                </a:lnTo>
                <a:lnTo>
                  <a:pt x="12277" y="19822"/>
                </a:lnTo>
                <a:lnTo>
                  <a:pt x="12039" y="19791"/>
                </a:lnTo>
                <a:lnTo>
                  <a:pt x="11807" y="19754"/>
                </a:lnTo>
                <a:lnTo>
                  <a:pt x="11580" y="19711"/>
                </a:lnTo>
                <a:lnTo>
                  <a:pt x="11358" y="19661"/>
                </a:lnTo>
                <a:lnTo>
                  <a:pt x="11141" y="19604"/>
                </a:lnTo>
                <a:lnTo>
                  <a:pt x="10929" y="19541"/>
                </a:lnTo>
                <a:lnTo>
                  <a:pt x="10721" y="19471"/>
                </a:lnTo>
                <a:lnTo>
                  <a:pt x="10518" y="19395"/>
                </a:lnTo>
                <a:lnTo>
                  <a:pt x="10320" y="19312"/>
                </a:lnTo>
                <a:lnTo>
                  <a:pt x="10126" y="19223"/>
                </a:lnTo>
                <a:lnTo>
                  <a:pt x="9937" y="19128"/>
                </a:lnTo>
                <a:lnTo>
                  <a:pt x="9752" y="19026"/>
                </a:lnTo>
                <a:lnTo>
                  <a:pt x="9571" y="18919"/>
                </a:lnTo>
                <a:lnTo>
                  <a:pt x="9394" y="18805"/>
                </a:lnTo>
                <a:lnTo>
                  <a:pt x="9220" y="18684"/>
                </a:lnTo>
                <a:lnTo>
                  <a:pt x="9051" y="18558"/>
                </a:lnTo>
                <a:lnTo>
                  <a:pt x="8885" y="18425"/>
                </a:lnTo>
                <a:lnTo>
                  <a:pt x="8723" y="18287"/>
                </a:lnTo>
                <a:lnTo>
                  <a:pt x="8565" y="18142"/>
                </a:lnTo>
                <a:lnTo>
                  <a:pt x="8409" y="17992"/>
                </a:lnTo>
                <a:lnTo>
                  <a:pt x="8254" y="17832"/>
                </a:lnTo>
                <a:lnTo>
                  <a:pt x="8105" y="17669"/>
                </a:lnTo>
                <a:lnTo>
                  <a:pt x="7962" y="17502"/>
                </a:lnTo>
                <a:lnTo>
                  <a:pt x="7825" y="17332"/>
                </a:lnTo>
                <a:lnTo>
                  <a:pt x="7693" y="17158"/>
                </a:lnTo>
                <a:lnTo>
                  <a:pt x="7568" y="16980"/>
                </a:lnTo>
                <a:lnTo>
                  <a:pt x="7448" y="16798"/>
                </a:lnTo>
                <a:lnTo>
                  <a:pt x="7335" y="16611"/>
                </a:lnTo>
                <a:lnTo>
                  <a:pt x="7227" y="16421"/>
                </a:lnTo>
                <a:lnTo>
                  <a:pt x="7125" y="16226"/>
                </a:lnTo>
                <a:lnTo>
                  <a:pt x="7030" y="16027"/>
                </a:lnTo>
                <a:lnTo>
                  <a:pt x="6941" y="15824"/>
                </a:lnTo>
                <a:lnTo>
                  <a:pt x="6857" y="15615"/>
                </a:lnTo>
                <a:lnTo>
                  <a:pt x="6780" y="15403"/>
                </a:lnTo>
                <a:lnTo>
                  <a:pt x="6710" y="15185"/>
                </a:lnTo>
                <a:lnTo>
                  <a:pt x="6645" y="14962"/>
                </a:lnTo>
                <a:lnTo>
                  <a:pt x="6587" y="14735"/>
                </a:lnTo>
                <a:lnTo>
                  <a:pt x="6535" y="14502"/>
                </a:lnTo>
                <a:lnTo>
                  <a:pt x="6489" y="14265"/>
                </a:lnTo>
                <a:lnTo>
                  <a:pt x="6450" y="14022"/>
                </a:lnTo>
                <a:lnTo>
                  <a:pt x="6417" y="13773"/>
                </a:lnTo>
                <a:lnTo>
                  <a:pt x="6390" y="13520"/>
                </a:lnTo>
                <a:lnTo>
                  <a:pt x="6370" y="13260"/>
                </a:lnTo>
                <a:lnTo>
                  <a:pt x="6360" y="13058"/>
                </a:lnTo>
                <a:lnTo>
                  <a:pt x="6362" y="12893"/>
                </a:lnTo>
                <a:lnTo>
                  <a:pt x="6372" y="12670"/>
                </a:lnTo>
                <a:lnTo>
                  <a:pt x="6388" y="12451"/>
                </a:lnTo>
                <a:lnTo>
                  <a:pt x="6410" y="12234"/>
                </a:lnTo>
                <a:lnTo>
                  <a:pt x="6439" y="12019"/>
                </a:lnTo>
                <a:lnTo>
                  <a:pt x="6475" y="11807"/>
                </a:lnTo>
                <a:lnTo>
                  <a:pt x="6517" y="11598"/>
                </a:lnTo>
                <a:lnTo>
                  <a:pt x="6566" y="11391"/>
                </a:lnTo>
                <a:lnTo>
                  <a:pt x="6622" y="11186"/>
                </a:lnTo>
                <a:lnTo>
                  <a:pt x="6685" y="10983"/>
                </a:lnTo>
                <a:lnTo>
                  <a:pt x="6754" y="10782"/>
                </a:lnTo>
                <a:lnTo>
                  <a:pt x="6831" y="10584"/>
                </a:lnTo>
                <a:lnTo>
                  <a:pt x="6914" y="10387"/>
                </a:lnTo>
                <a:lnTo>
                  <a:pt x="7005" y="10193"/>
                </a:lnTo>
                <a:lnTo>
                  <a:pt x="7102" y="10000"/>
                </a:lnTo>
                <a:lnTo>
                  <a:pt x="7207" y="9810"/>
                </a:lnTo>
                <a:lnTo>
                  <a:pt x="7318" y="9621"/>
                </a:lnTo>
                <a:lnTo>
                  <a:pt x="7438" y="9434"/>
                </a:lnTo>
                <a:lnTo>
                  <a:pt x="7564" y="9248"/>
                </a:lnTo>
                <a:lnTo>
                  <a:pt x="7698" y="9064"/>
                </a:lnTo>
                <a:lnTo>
                  <a:pt x="7839" y="8882"/>
                </a:lnTo>
                <a:lnTo>
                  <a:pt x="7987" y="8701"/>
                </a:lnTo>
                <a:lnTo>
                  <a:pt x="8143" y="8522"/>
                </a:lnTo>
                <a:lnTo>
                  <a:pt x="8307" y="8344"/>
                </a:lnTo>
                <a:lnTo>
                  <a:pt x="8464" y="8183"/>
                </a:lnTo>
                <a:lnTo>
                  <a:pt x="8624" y="8028"/>
                </a:lnTo>
                <a:lnTo>
                  <a:pt x="8787" y="7881"/>
                </a:lnTo>
                <a:lnTo>
                  <a:pt x="8953" y="7740"/>
                </a:lnTo>
                <a:close/>
                <a:moveTo>
                  <a:pt x="12658" y="51353"/>
                </a:moveTo>
                <a:lnTo>
                  <a:pt x="12203" y="51374"/>
                </a:lnTo>
                <a:lnTo>
                  <a:pt x="11754" y="51408"/>
                </a:lnTo>
                <a:lnTo>
                  <a:pt x="11310" y="51456"/>
                </a:lnTo>
                <a:lnTo>
                  <a:pt x="10871" y="51518"/>
                </a:lnTo>
                <a:lnTo>
                  <a:pt x="10437" y="51594"/>
                </a:lnTo>
                <a:lnTo>
                  <a:pt x="10009" y="51684"/>
                </a:lnTo>
                <a:lnTo>
                  <a:pt x="9587" y="51787"/>
                </a:lnTo>
                <a:lnTo>
                  <a:pt x="9170" y="51904"/>
                </a:lnTo>
                <a:lnTo>
                  <a:pt x="8760" y="52035"/>
                </a:lnTo>
                <a:lnTo>
                  <a:pt x="8355" y="52180"/>
                </a:lnTo>
                <a:lnTo>
                  <a:pt x="7956" y="52338"/>
                </a:lnTo>
                <a:lnTo>
                  <a:pt x="7563" y="52511"/>
                </a:lnTo>
                <a:lnTo>
                  <a:pt x="7177" y="52697"/>
                </a:lnTo>
                <a:lnTo>
                  <a:pt x="6797" y="52897"/>
                </a:lnTo>
                <a:lnTo>
                  <a:pt x="6424" y="53111"/>
                </a:lnTo>
                <a:lnTo>
                  <a:pt x="6057" y="53339"/>
                </a:lnTo>
                <a:lnTo>
                  <a:pt x="5697" y="53581"/>
                </a:lnTo>
                <a:lnTo>
                  <a:pt x="5344" y="53837"/>
                </a:lnTo>
                <a:lnTo>
                  <a:pt x="4998" y="54106"/>
                </a:lnTo>
                <a:lnTo>
                  <a:pt x="4658" y="54390"/>
                </a:lnTo>
                <a:lnTo>
                  <a:pt x="4326" y="54687"/>
                </a:lnTo>
                <a:lnTo>
                  <a:pt x="4001" y="54999"/>
                </a:lnTo>
                <a:lnTo>
                  <a:pt x="3684" y="55324"/>
                </a:lnTo>
                <a:lnTo>
                  <a:pt x="3388" y="55647"/>
                </a:lnTo>
                <a:lnTo>
                  <a:pt x="3104" y="55975"/>
                </a:lnTo>
                <a:lnTo>
                  <a:pt x="2832" y="56308"/>
                </a:lnTo>
                <a:lnTo>
                  <a:pt x="2572" y="56647"/>
                </a:lnTo>
                <a:lnTo>
                  <a:pt x="2325" y="56991"/>
                </a:lnTo>
                <a:lnTo>
                  <a:pt x="2089" y="57340"/>
                </a:lnTo>
                <a:lnTo>
                  <a:pt x="1866" y="57695"/>
                </a:lnTo>
                <a:lnTo>
                  <a:pt x="1655" y="58055"/>
                </a:lnTo>
                <a:lnTo>
                  <a:pt x="1457" y="58420"/>
                </a:lnTo>
                <a:lnTo>
                  <a:pt x="1271" y="58790"/>
                </a:lnTo>
                <a:lnTo>
                  <a:pt x="1097" y="59164"/>
                </a:lnTo>
                <a:lnTo>
                  <a:pt x="936" y="59544"/>
                </a:lnTo>
                <a:lnTo>
                  <a:pt x="788" y="59929"/>
                </a:lnTo>
                <a:lnTo>
                  <a:pt x="652" y="60318"/>
                </a:lnTo>
                <a:lnTo>
                  <a:pt x="529" y="60713"/>
                </a:lnTo>
                <a:lnTo>
                  <a:pt x="418" y="61112"/>
                </a:lnTo>
                <a:lnTo>
                  <a:pt x="321" y="61515"/>
                </a:lnTo>
                <a:lnTo>
                  <a:pt x="236" y="61923"/>
                </a:lnTo>
                <a:lnTo>
                  <a:pt x="164" y="62336"/>
                </a:lnTo>
                <a:lnTo>
                  <a:pt x="105" y="62753"/>
                </a:lnTo>
                <a:lnTo>
                  <a:pt x="59" y="63174"/>
                </a:lnTo>
                <a:lnTo>
                  <a:pt x="26" y="63600"/>
                </a:lnTo>
                <a:lnTo>
                  <a:pt x="7" y="64030"/>
                </a:lnTo>
                <a:lnTo>
                  <a:pt x="0" y="64464"/>
                </a:lnTo>
                <a:lnTo>
                  <a:pt x="0" y="64525"/>
                </a:lnTo>
                <a:lnTo>
                  <a:pt x="2" y="64586"/>
                </a:lnTo>
                <a:lnTo>
                  <a:pt x="26" y="65034"/>
                </a:lnTo>
                <a:lnTo>
                  <a:pt x="61" y="65477"/>
                </a:lnTo>
                <a:lnTo>
                  <a:pt x="108" y="65915"/>
                </a:lnTo>
                <a:lnTo>
                  <a:pt x="167" y="66348"/>
                </a:lnTo>
                <a:lnTo>
                  <a:pt x="238" y="66776"/>
                </a:lnTo>
                <a:lnTo>
                  <a:pt x="321" y="67199"/>
                </a:lnTo>
                <a:lnTo>
                  <a:pt x="416" y="67617"/>
                </a:lnTo>
                <a:lnTo>
                  <a:pt x="524" y="68030"/>
                </a:lnTo>
                <a:lnTo>
                  <a:pt x="643" y="68437"/>
                </a:lnTo>
                <a:lnTo>
                  <a:pt x="775" y="68839"/>
                </a:lnTo>
                <a:lnTo>
                  <a:pt x="919" y="69235"/>
                </a:lnTo>
                <a:lnTo>
                  <a:pt x="1075" y="69625"/>
                </a:lnTo>
                <a:lnTo>
                  <a:pt x="1243" y="70010"/>
                </a:lnTo>
                <a:lnTo>
                  <a:pt x="1424" y="70389"/>
                </a:lnTo>
                <a:lnTo>
                  <a:pt x="1617" y="70762"/>
                </a:lnTo>
                <a:lnTo>
                  <a:pt x="1822" y="71129"/>
                </a:lnTo>
                <a:lnTo>
                  <a:pt x="2040" y="71490"/>
                </a:lnTo>
                <a:lnTo>
                  <a:pt x="2270" y="71844"/>
                </a:lnTo>
                <a:lnTo>
                  <a:pt x="2512" y="72192"/>
                </a:lnTo>
                <a:lnTo>
                  <a:pt x="2767" y="72534"/>
                </a:lnTo>
                <a:lnTo>
                  <a:pt x="3035" y="72869"/>
                </a:lnTo>
                <a:lnTo>
                  <a:pt x="3315" y="73198"/>
                </a:lnTo>
                <a:lnTo>
                  <a:pt x="3607" y="73519"/>
                </a:lnTo>
                <a:lnTo>
                  <a:pt x="3913" y="73834"/>
                </a:lnTo>
                <a:lnTo>
                  <a:pt x="4232" y="74143"/>
                </a:lnTo>
                <a:lnTo>
                  <a:pt x="4558" y="74439"/>
                </a:lnTo>
                <a:lnTo>
                  <a:pt x="4891" y="74720"/>
                </a:lnTo>
                <a:lnTo>
                  <a:pt x="5231" y="74989"/>
                </a:lnTo>
                <a:lnTo>
                  <a:pt x="5577" y="75244"/>
                </a:lnTo>
                <a:lnTo>
                  <a:pt x="5930" y="75485"/>
                </a:lnTo>
                <a:lnTo>
                  <a:pt x="6290" y="75713"/>
                </a:lnTo>
                <a:lnTo>
                  <a:pt x="6656" y="75928"/>
                </a:lnTo>
                <a:lnTo>
                  <a:pt x="7028" y="76130"/>
                </a:lnTo>
                <a:lnTo>
                  <a:pt x="7406" y="76318"/>
                </a:lnTo>
                <a:lnTo>
                  <a:pt x="7790" y="76493"/>
                </a:lnTo>
                <a:lnTo>
                  <a:pt x="8180" y="76655"/>
                </a:lnTo>
                <a:lnTo>
                  <a:pt x="8576" y="76804"/>
                </a:lnTo>
                <a:lnTo>
                  <a:pt x="8978" y="76939"/>
                </a:lnTo>
                <a:lnTo>
                  <a:pt x="9385" y="77062"/>
                </a:lnTo>
                <a:lnTo>
                  <a:pt x="9798" y="77171"/>
                </a:lnTo>
                <a:lnTo>
                  <a:pt x="10216" y="77268"/>
                </a:lnTo>
                <a:lnTo>
                  <a:pt x="10639" y="77351"/>
                </a:lnTo>
                <a:lnTo>
                  <a:pt x="11068" y="77422"/>
                </a:lnTo>
                <a:lnTo>
                  <a:pt x="11501" y="77479"/>
                </a:lnTo>
                <a:lnTo>
                  <a:pt x="11940" y="77524"/>
                </a:lnTo>
                <a:lnTo>
                  <a:pt x="12383" y="77556"/>
                </a:lnTo>
                <a:lnTo>
                  <a:pt x="12831" y="77575"/>
                </a:lnTo>
                <a:lnTo>
                  <a:pt x="13283" y="77582"/>
                </a:lnTo>
                <a:lnTo>
                  <a:pt x="13743" y="77575"/>
                </a:lnTo>
                <a:lnTo>
                  <a:pt x="14197" y="77554"/>
                </a:lnTo>
                <a:lnTo>
                  <a:pt x="14647" y="77520"/>
                </a:lnTo>
                <a:lnTo>
                  <a:pt x="15091" y="77471"/>
                </a:lnTo>
                <a:lnTo>
                  <a:pt x="15530" y="77410"/>
                </a:lnTo>
                <a:lnTo>
                  <a:pt x="15964" y="77334"/>
                </a:lnTo>
                <a:lnTo>
                  <a:pt x="16392" y="77244"/>
                </a:lnTo>
                <a:lnTo>
                  <a:pt x="16814" y="77141"/>
                </a:lnTo>
                <a:lnTo>
                  <a:pt x="17231" y="77024"/>
                </a:lnTo>
                <a:lnTo>
                  <a:pt x="17641" y="76893"/>
                </a:lnTo>
                <a:lnTo>
                  <a:pt x="18046" y="76748"/>
                </a:lnTo>
                <a:lnTo>
                  <a:pt x="18445" y="76590"/>
                </a:lnTo>
                <a:lnTo>
                  <a:pt x="18837" y="76417"/>
                </a:lnTo>
                <a:lnTo>
                  <a:pt x="19224" y="76231"/>
                </a:lnTo>
                <a:lnTo>
                  <a:pt x="19603" y="76031"/>
                </a:lnTo>
                <a:lnTo>
                  <a:pt x="19977" y="75817"/>
                </a:lnTo>
                <a:lnTo>
                  <a:pt x="20343" y="75589"/>
                </a:lnTo>
                <a:lnTo>
                  <a:pt x="20704" y="75347"/>
                </a:lnTo>
                <a:lnTo>
                  <a:pt x="21057" y="75091"/>
                </a:lnTo>
                <a:lnTo>
                  <a:pt x="21403" y="74821"/>
                </a:lnTo>
                <a:lnTo>
                  <a:pt x="21742" y="74538"/>
                </a:lnTo>
                <a:lnTo>
                  <a:pt x="22075" y="74240"/>
                </a:lnTo>
                <a:lnTo>
                  <a:pt x="22399" y="73929"/>
                </a:lnTo>
                <a:lnTo>
                  <a:pt x="22717" y="73604"/>
                </a:lnTo>
                <a:lnTo>
                  <a:pt x="23016" y="73278"/>
                </a:lnTo>
                <a:lnTo>
                  <a:pt x="23302" y="72946"/>
                </a:lnTo>
                <a:lnTo>
                  <a:pt x="23576" y="72608"/>
                </a:lnTo>
                <a:lnTo>
                  <a:pt x="23837" y="72265"/>
                </a:lnTo>
                <a:lnTo>
                  <a:pt x="24086" y="71915"/>
                </a:lnTo>
                <a:lnTo>
                  <a:pt x="24322" y="71561"/>
                </a:lnTo>
                <a:lnTo>
                  <a:pt x="24546" y="71200"/>
                </a:lnTo>
                <a:lnTo>
                  <a:pt x="24757" y="70835"/>
                </a:lnTo>
                <a:lnTo>
                  <a:pt x="24955" y="70463"/>
                </a:lnTo>
                <a:lnTo>
                  <a:pt x="25141" y="70087"/>
                </a:lnTo>
                <a:lnTo>
                  <a:pt x="25314" y="69705"/>
                </a:lnTo>
                <a:lnTo>
                  <a:pt x="25474" y="69318"/>
                </a:lnTo>
                <a:lnTo>
                  <a:pt x="25622" y="68926"/>
                </a:lnTo>
                <a:lnTo>
                  <a:pt x="25757" y="68529"/>
                </a:lnTo>
                <a:lnTo>
                  <a:pt x="25879" y="68127"/>
                </a:lnTo>
                <a:lnTo>
                  <a:pt x="25988" y="67720"/>
                </a:lnTo>
                <a:lnTo>
                  <a:pt x="26085" y="67309"/>
                </a:lnTo>
                <a:lnTo>
                  <a:pt x="26168" y="66892"/>
                </a:lnTo>
                <a:lnTo>
                  <a:pt x="26239" y="66471"/>
                </a:lnTo>
                <a:lnTo>
                  <a:pt x="26297" y="66046"/>
                </a:lnTo>
                <a:lnTo>
                  <a:pt x="26343" y="65615"/>
                </a:lnTo>
                <a:lnTo>
                  <a:pt x="26375" y="65181"/>
                </a:lnTo>
                <a:lnTo>
                  <a:pt x="26394" y="64742"/>
                </a:lnTo>
                <a:lnTo>
                  <a:pt x="26401" y="64298"/>
                </a:lnTo>
                <a:lnTo>
                  <a:pt x="26401" y="64239"/>
                </a:lnTo>
                <a:lnTo>
                  <a:pt x="26399" y="64181"/>
                </a:lnTo>
                <a:lnTo>
                  <a:pt x="26375" y="63717"/>
                </a:lnTo>
                <a:lnTo>
                  <a:pt x="26339" y="63258"/>
                </a:lnTo>
                <a:lnTo>
                  <a:pt x="26289" y="62805"/>
                </a:lnTo>
                <a:lnTo>
                  <a:pt x="26227" y="62358"/>
                </a:lnTo>
                <a:lnTo>
                  <a:pt x="26152" y="61916"/>
                </a:lnTo>
                <a:lnTo>
                  <a:pt x="26064" y="61480"/>
                </a:lnTo>
                <a:lnTo>
                  <a:pt x="25963" y="61050"/>
                </a:lnTo>
                <a:lnTo>
                  <a:pt x="25849" y="60627"/>
                </a:lnTo>
                <a:lnTo>
                  <a:pt x="25722" y="60209"/>
                </a:lnTo>
                <a:lnTo>
                  <a:pt x="25581" y="59799"/>
                </a:lnTo>
                <a:lnTo>
                  <a:pt x="25427" y="59394"/>
                </a:lnTo>
                <a:lnTo>
                  <a:pt x="25260" y="58997"/>
                </a:lnTo>
                <a:lnTo>
                  <a:pt x="25079" y="58606"/>
                </a:lnTo>
                <a:lnTo>
                  <a:pt x="24885" y="58222"/>
                </a:lnTo>
                <a:lnTo>
                  <a:pt x="24677" y="57846"/>
                </a:lnTo>
                <a:lnTo>
                  <a:pt x="24456" y="57476"/>
                </a:lnTo>
                <a:lnTo>
                  <a:pt x="24221" y="57114"/>
                </a:lnTo>
                <a:lnTo>
                  <a:pt x="23972" y="56760"/>
                </a:lnTo>
                <a:lnTo>
                  <a:pt x="23709" y="56413"/>
                </a:lnTo>
                <a:lnTo>
                  <a:pt x="23433" y="56074"/>
                </a:lnTo>
                <a:lnTo>
                  <a:pt x="23142" y="55743"/>
                </a:lnTo>
                <a:lnTo>
                  <a:pt x="22838" y="55420"/>
                </a:lnTo>
                <a:lnTo>
                  <a:pt x="22519" y="55106"/>
                </a:lnTo>
                <a:lnTo>
                  <a:pt x="22187" y="54800"/>
                </a:lnTo>
                <a:lnTo>
                  <a:pt x="21863" y="54520"/>
                </a:lnTo>
                <a:lnTo>
                  <a:pt x="21534" y="54252"/>
                </a:lnTo>
                <a:lnTo>
                  <a:pt x="21201" y="53996"/>
                </a:lnTo>
                <a:lnTo>
                  <a:pt x="20862" y="53751"/>
                </a:lnTo>
                <a:lnTo>
                  <a:pt x="20518" y="53519"/>
                </a:lnTo>
                <a:lnTo>
                  <a:pt x="20169" y="53297"/>
                </a:lnTo>
                <a:lnTo>
                  <a:pt x="19815" y="53088"/>
                </a:lnTo>
                <a:lnTo>
                  <a:pt x="19457" y="52890"/>
                </a:lnTo>
                <a:lnTo>
                  <a:pt x="19094" y="52704"/>
                </a:lnTo>
                <a:lnTo>
                  <a:pt x="18726" y="52530"/>
                </a:lnTo>
                <a:lnTo>
                  <a:pt x="18353" y="52368"/>
                </a:lnTo>
                <a:lnTo>
                  <a:pt x="17976" y="52217"/>
                </a:lnTo>
                <a:lnTo>
                  <a:pt x="17595" y="52079"/>
                </a:lnTo>
                <a:lnTo>
                  <a:pt x="17209" y="51952"/>
                </a:lnTo>
                <a:lnTo>
                  <a:pt x="16818" y="51837"/>
                </a:lnTo>
                <a:lnTo>
                  <a:pt x="16424" y="51735"/>
                </a:lnTo>
                <a:lnTo>
                  <a:pt x="16025" y="51644"/>
                </a:lnTo>
                <a:lnTo>
                  <a:pt x="15621" y="51565"/>
                </a:lnTo>
                <a:lnTo>
                  <a:pt x="15214" y="51498"/>
                </a:lnTo>
                <a:lnTo>
                  <a:pt x="14803" y="51444"/>
                </a:lnTo>
                <a:lnTo>
                  <a:pt x="14387" y="51401"/>
                </a:lnTo>
                <a:lnTo>
                  <a:pt x="13968" y="51371"/>
                </a:lnTo>
                <a:lnTo>
                  <a:pt x="13545" y="51352"/>
                </a:lnTo>
                <a:lnTo>
                  <a:pt x="13118" y="51346"/>
                </a:lnTo>
                <a:lnTo>
                  <a:pt x="12658" y="51353"/>
                </a:lnTo>
                <a:close/>
                <a:moveTo>
                  <a:pt x="23221" y="64298"/>
                </a:moveTo>
                <a:lnTo>
                  <a:pt x="23221" y="64298"/>
                </a:lnTo>
                <a:lnTo>
                  <a:pt x="26399" y="64181"/>
                </a:lnTo>
                <a:lnTo>
                  <a:pt x="23221" y="64298"/>
                </a:lnTo>
                <a:close/>
                <a:moveTo>
                  <a:pt x="8953" y="59086"/>
                </a:moveTo>
                <a:lnTo>
                  <a:pt x="9123" y="58952"/>
                </a:lnTo>
                <a:lnTo>
                  <a:pt x="9296" y="58825"/>
                </a:lnTo>
                <a:lnTo>
                  <a:pt x="9472" y="58704"/>
                </a:lnTo>
                <a:lnTo>
                  <a:pt x="9652" y="58591"/>
                </a:lnTo>
                <a:lnTo>
                  <a:pt x="9836" y="58484"/>
                </a:lnTo>
                <a:lnTo>
                  <a:pt x="10024" y="58384"/>
                </a:lnTo>
                <a:lnTo>
                  <a:pt x="10216" y="58291"/>
                </a:lnTo>
                <a:lnTo>
                  <a:pt x="10412" y="58204"/>
                </a:lnTo>
                <a:lnTo>
                  <a:pt x="10612" y="58125"/>
                </a:lnTo>
                <a:lnTo>
                  <a:pt x="10816" y="58052"/>
                </a:lnTo>
                <a:lnTo>
                  <a:pt x="11024" y="57986"/>
                </a:lnTo>
                <a:lnTo>
                  <a:pt x="11238" y="57928"/>
                </a:lnTo>
                <a:lnTo>
                  <a:pt x="11455" y="57876"/>
                </a:lnTo>
                <a:lnTo>
                  <a:pt x="11678" y="57830"/>
                </a:lnTo>
                <a:lnTo>
                  <a:pt x="11905" y="57792"/>
                </a:lnTo>
                <a:lnTo>
                  <a:pt x="12137" y="57761"/>
                </a:lnTo>
                <a:lnTo>
                  <a:pt x="12375" y="57737"/>
                </a:lnTo>
                <a:lnTo>
                  <a:pt x="12617" y="57719"/>
                </a:lnTo>
                <a:lnTo>
                  <a:pt x="12865" y="57709"/>
                </a:lnTo>
                <a:lnTo>
                  <a:pt x="13118" y="57705"/>
                </a:lnTo>
                <a:lnTo>
                  <a:pt x="13350" y="57709"/>
                </a:lnTo>
                <a:lnTo>
                  <a:pt x="13578" y="57718"/>
                </a:lnTo>
                <a:lnTo>
                  <a:pt x="13804" y="57734"/>
                </a:lnTo>
                <a:lnTo>
                  <a:pt x="14027" y="57755"/>
                </a:lnTo>
                <a:lnTo>
                  <a:pt x="14247" y="57784"/>
                </a:lnTo>
                <a:lnTo>
                  <a:pt x="14465" y="57818"/>
                </a:lnTo>
                <a:lnTo>
                  <a:pt x="14679" y="57859"/>
                </a:lnTo>
                <a:lnTo>
                  <a:pt x="14891" y="57906"/>
                </a:lnTo>
                <a:lnTo>
                  <a:pt x="15100" y="57960"/>
                </a:lnTo>
                <a:lnTo>
                  <a:pt x="15307" y="58020"/>
                </a:lnTo>
                <a:lnTo>
                  <a:pt x="15511" y="58087"/>
                </a:lnTo>
                <a:lnTo>
                  <a:pt x="15712" y="58160"/>
                </a:lnTo>
                <a:lnTo>
                  <a:pt x="15912" y="58239"/>
                </a:lnTo>
                <a:lnTo>
                  <a:pt x="16108" y="58325"/>
                </a:lnTo>
                <a:lnTo>
                  <a:pt x="16303" y="58418"/>
                </a:lnTo>
                <a:lnTo>
                  <a:pt x="16495" y="58517"/>
                </a:lnTo>
                <a:lnTo>
                  <a:pt x="16686" y="58623"/>
                </a:lnTo>
                <a:lnTo>
                  <a:pt x="16874" y="58736"/>
                </a:lnTo>
                <a:lnTo>
                  <a:pt x="17060" y="58855"/>
                </a:lnTo>
                <a:lnTo>
                  <a:pt x="17244" y="58981"/>
                </a:lnTo>
                <a:lnTo>
                  <a:pt x="17426" y="59114"/>
                </a:lnTo>
                <a:lnTo>
                  <a:pt x="17606" y="59253"/>
                </a:lnTo>
                <a:lnTo>
                  <a:pt x="17785" y="59399"/>
                </a:lnTo>
                <a:lnTo>
                  <a:pt x="17962" y="59552"/>
                </a:lnTo>
                <a:lnTo>
                  <a:pt x="18116" y="59694"/>
                </a:lnTo>
                <a:lnTo>
                  <a:pt x="18265" y="59840"/>
                </a:lnTo>
                <a:lnTo>
                  <a:pt x="18409" y="59991"/>
                </a:lnTo>
                <a:lnTo>
                  <a:pt x="18547" y="60146"/>
                </a:lnTo>
                <a:lnTo>
                  <a:pt x="18679" y="60306"/>
                </a:lnTo>
                <a:lnTo>
                  <a:pt x="18806" y="60470"/>
                </a:lnTo>
                <a:lnTo>
                  <a:pt x="18927" y="60640"/>
                </a:lnTo>
                <a:lnTo>
                  <a:pt x="19042" y="60814"/>
                </a:lnTo>
                <a:lnTo>
                  <a:pt x="19151" y="60994"/>
                </a:lnTo>
                <a:lnTo>
                  <a:pt x="19255" y="61180"/>
                </a:lnTo>
                <a:lnTo>
                  <a:pt x="19352" y="61370"/>
                </a:lnTo>
                <a:lnTo>
                  <a:pt x="19443" y="61567"/>
                </a:lnTo>
                <a:lnTo>
                  <a:pt x="19529" y="61769"/>
                </a:lnTo>
                <a:lnTo>
                  <a:pt x="19608" y="61977"/>
                </a:lnTo>
                <a:lnTo>
                  <a:pt x="19680" y="62191"/>
                </a:lnTo>
                <a:lnTo>
                  <a:pt x="19747" y="62412"/>
                </a:lnTo>
                <a:lnTo>
                  <a:pt x="19807" y="62639"/>
                </a:lnTo>
                <a:lnTo>
                  <a:pt x="19860" y="62872"/>
                </a:lnTo>
                <a:lnTo>
                  <a:pt x="19908" y="63112"/>
                </a:lnTo>
                <a:lnTo>
                  <a:pt x="19948" y="63359"/>
                </a:lnTo>
                <a:lnTo>
                  <a:pt x="19982" y="63612"/>
                </a:lnTo>
                <a:lnTo>
                  <a:pt x="20010" y="63873"/>
                </a:lnTo>
                <a:lnTo>
                  <a:pt x="20030" y="64141"/>
                </a:lnTo>
                <a:lnTo>
                  <a:pt x="20041" y="64357"/>
                </a:lnTo>
                <a:lnTo>
                  <a:pt x="20038" y="64541"/>
                </a:lnTo>
                <a:lnTo>
                  <a:pt x="20028" y="64780"/>
                </a:lnTo>
                <a:lnTo>
                  <a:pt x="20012" y="65016"/>
                </a:lnTo>
                <a:lnTo>
                  <a:pt x="19989" y="65247"/>
                </a:lnTo>
                <a:lnTo>
                  <a:pt x="19959" y="65476"/>
                </a:lnTo>
                <a:lnTo>
                  <a:pt x="19922" y="65700"/>
                </a:lnTo>
                <a:lnTo>
                  <a:pt x="19879" y="65922"/>
                </a:lnTo>
                <a:lnTo>
                  <a:pt x="19829" y="66140"/>
                </a:lnTo>
                <a:lnTo>
                  <a:pt x="19772" y="66355"/>
                </a:lnTo>
                <a:lnTo>
                  <a:pt x="19708" y="66566"/>
                </a:lnTo>
                <a:lnTo>
                  <a:pt x="19638" y="66775"/>
                </a:lnTo>
                <a:lnTo>
                  <a:pt x="19560" y="66980"/>
                </a:lnTo>
                <a:lnTo>
                  <a:pt x="19476" y="67183"/>
                </a:lnTo>
                <a:lnTo>
                  <a:pt x="19385" y="67383"/>
                </a:lnTo>
                <a:lnTo>
                  <a:pt x="19287" y="67580"/>
                </a:lnTo>
                <a:lnTo>
                  <a:pt x="19183" y="67774"/>
                </a:lnTo>
                <a:lnTo>
                  <a:pt x="19071" y="67965"/>
                </a:lnTo>
                <a:lnTo>
                  <a:pt x="18952" y="68154"/>
                </a:lnTo>
                <a:lnTo>
                  <a:pt x="18827" y="68341"/>
                </a:lnTo>
                <a:lnTo>
                  <a:pt x="18694" y="68524"/>
                </a:lnTo>
                <a:lnTo>
                  <a:pt x="18555" y="68706"/>
                </a:lnTo>
                <a:lnTo>
                  <a:pt x="18408" y="68885"/>
                </a:lnTo>
                <a:lnTo>
                  <a:pt x="18255" y="69062"/>
                </a:lnTo>
                <a:lnTo>
                  <a:pt x="18094" y="69237"/>
                </a:lnTo>
                <a:lnTo>
                  <a:pt x="17937" y="69399"/>
                </a:lnTo>
                <a:lnTo>
                  <a:pt x="17777" y="69553"/>
                </a:lnTo>
                <a:lnTo>
                  <a:pt x="17614" y="69701"/>
                </a:lnTo>
                <a:lnTo>
                  <a:pt x="17448" y="69842"/>
                </a:lnTo>
                <a:lnTo>
                  <a:pt x="17278" y="69976"/>
                </a:lnTo>
                <a:lnTo>
                  <a:pt x="17105" y="70103"/>
                </a:lnTo>
                <a:lnTo>
                  <a:pt x="16929" y="70224"/>
                </a:lnTo>
                <a:lnTo>
                  <a:pt x="16749" y="70337"/>
                </a:lnTo>
                <a:lnTo>
                  <a:pt x="16565" y="70444"/>
                </a:lnTo>
                <a:lnTo>
                  <a:pt x="16377" y="70544"/>
                </a:lnTo>
                <a:lnTo>
                  <a:pt x="16185" y="70637"/>
                </a:lnTo>
                <a:lnTo>
                  <a:pt x="15989" y="70724"/>
                </a:lnTo>
                <a:lnTo>
                  <a:pt x="15789" y="70803"/>
                </a:lnTo>
                <a:lnTo>
                  <a:pt x="15585" y="70876"/>
                </a:lnTo>
                <a:lnTo>
                  <a:pt x="15376" y="70942"/>
                </a:lnTo>
                <a:lnTo>
                  <a:pt x="15163" y="71000"/>
                </a:lnTo>
                <a:lnTo>
                  <a:pt x="14945" y="71052"/>
                </a:lnTo>
                <a:lnTo>
                  <a:pt x="14723" y="71097"/>
                </a:lnTo>
                <a:lnTo>
                  <a:pt x="14496" y="71136"/>
                </a:lnTo>
                <a:lnTo>
                  <a:pt x="14263" y="71167"/>
                </a:lnTo>
                <a:lnTo>
                  <a:pt x="14026" y="71191"/>
                </a:lnTo>
                <a:lnTo>
                  <a:pt x="13784" y="71208"/>
                </a:lnTo>
                <a:lnTo>
                  <a:pt x="13536" y="71219"/>
                </a:lnTo>
                <a:lnTo>
                  <a:pt x="13283" y="71222"/>
                </a:lnTo>
                <a:lnTo>
                  <a:pt x="13023" y="71219"/>
                </a:lnTo>
                <a:lnTo>
                  <a:pt x="12769" y="71209"/>
                </a:lnTo>
                <a:lnTo>
                  <a:pt x="12520" y="71192"/>
                </a:lnTo>
                <a:lnTo>
                  <a:pt x="12277" y="71168"/>
                </a:lnTo>
                <a:lnTo>
                  <a:pt x="12039" y="71138"/>
                </a:lnTo>
                <a:lnTo>
                  <a:pt x="11807" y="71101"/>
                </a:lnTo>
                <a:lnTo>
                  <a:pt x="11580" y="71057"/>
                </a:lnTo>
                <a:lnTo>
                  <a:pt x="11358" y="71007"/>
                </a:lnTo>
                <a:lnTo>
                  <a:pt x="11141" y="70950"/>
                </a:lnTo>
                <a:lnTo>
                  <a:pt x="10929" y="70887"/>
                </a:lnTo>
                <a:lnTo>
                  <a:pt x="10721" y="70817"/>
                </a:lnTo>
                <a:lnTo>
                  <a:pt x="10518" y="70741"/>
                </a:lnTo>
                <a:lnTo>
                  <a:pt x="10320" y="70659"/>
                </a:lnTo>
                <a:lnTo>
                  <a:pt x="10126" y="70570"/>
                </a:lnTo>
                <a:lnTo>
                  <a:pt x="9937" y="70474"/>
                </a:lnTo>
                <a:lnTo>
                  <a:pt x="9752" y="70373"/>
                </a:lnTo>
                <a:lnTo>
                  <a:pt x="9571" y="70265"/>
                </a:lnTo>
                <a:lnTo>
                  <a:pt x="9394" y="70151"/>
                </a:lnTo>
                <a:lnTo>
                  <a:pt x="9220" y="70031"/>
                </a:lnTo>
                <a:lnTo>
                  <a:pt x="9051" y="69904"/>
                </a:lnTo>
                <a:lnTo>
                  <a:pt x="8885" y="69772"/>
                </a:lnTo>
                <a:lnTo>
                  <a:pt x="8723" y="69633"/>
                </a:lnTo>
                <a:lnTo>
                  <a:pt x="8565" y="69489"/>
                </a:lnTo>
                <a:lnTo>
                  <a:pt x="8409" y="69338"/>
                </a:lnTo>
                <a:lnTo>
                  <a:pt x="8254" y="69178"/>
                </a:lnTo>
                <a:lnTo>
                  <a:pt x="8105" y="69015"/>
                </a:lnTo>
                <a:lnTo>
                  <a:pt x="7962" y="68849"/>
                </a:lnTo>
                <a:lnTo>
                  <a:pt x="7825" y="68678"/>
                </a:lnTo>
                <a:lnTo>
                  <a:pt x="7693" y="68504"/>
                </a:lnTo>
                <a:lnTo>
                  <a:pt x="7568" y="68326"/>
                </a:lnTo>
                <a:lnTo>
                  <a:pt x="7448" y="68144"/>
                </a:lnTo>
                <a:lnTo>
                  <a:pt x="7335" y="67958"/>
                </a:lnTo>
                <a:lnTo>
                  <a:pt x="7227" y="67767"/>
                </a:lnTo>
                <a:lnTo>
                  <a:pt x="7125" y="67573"/>
                </a:lnTo>
                <a:lnTo>
                  <a:pt x="7030" y="67374"/>
                </a:lnTo>
                <a:lnTo>
                  <a:pt x="6941" y="67170"/>
                </a:lnTo>
                <a:lnTo>
                  <a:pt x="6857" y="66962"/>
                </a:lnTo>
                <a:lnTo>
                  <a:pt x="6780" y="66749"/>
                </a:lnTo>
                <a:lnTo>
                  <a:pt x="6710" y="66531"/>
                </a:lnTo>
                <a:lnTo>
                  <a:pt x="6645" y="66309"/>
                </a:lnTo>
                <a:lnTo>
                  <a:pt x="6587" y="66081"/>
                </a:lnTo>
                <a:lnTo>
                  <a:pt x="6535" y="65849"/>
                </a:lnTo>
                <a:lnTo>
                  <a:pt x="6489" y="65611"/>
                </a:lnTo>
                <a:lnTo>
                  <a:pt x="6450" y="65368"/>
                </a:lnTo>
                <a:lnTo>
                  <a:pt x="6417" y="65120"/>
                </a:lnTo>
                <a:lnTo>
                  <a:pt x="6390" y="64866"/>
                </a:lnTo>
                <a:lnTo>
                  <a:pt x="6370" y="64607"/>
                </a:lnTo>
                <a:lnTo>
                  <a:pt x="6360" y="64404"/>
                </a:lnTo>
                <a:lnTo>
                  <a:pt x="6362" y="64239"/>
                </a:lnTo>
                <a:lnTo>
                  <a:pt x="6372" y="64017"/>
                </a:lnTo>
                <a:lnTo>
                  <a:pt x="6388" y="63797"/>
                </a:lnTo>
                <a:lnTo>
                  <a:pt x="6410" y="63580"/>
                </a:lnTo>
                <a:lnTo>
                  <a:pt x="6439" y="63366"/>
                </a:lnTo>
                <a:lnTo>
                  <a:pt x="6475" y="63154"/>
                </a:lnTo>
                <a:lnTo>
                  <a:pt x="6517" y="62944"/>
                </a:lnTo>
                <a:lnTo>
                  <a:pt x="6566" y="62737"/>
                </a:lnTo>
                <a:lnTo>
                  <a:pt x="6622" y="62532"/>
                </a:lnTo>
                <a:lnTo>
                  <a:pt x="6685" y="62329"/>
                </a:lnTo>
                <a:lnTo>
                  <a:pt x="6754" y="62129"/>
                </a:lnTo>
                <a:lnTo>
                  <a:pt x="6831" y="61930"/>
                </a:lnTo>
                <a:lnTo>
                  <a:pt x="6914" y="61734"/>
                </a:lnTo>
                <a:lnTo>
                  <a:pt x="7005" y="61539"/>
                </a:lnTo>
                <a:lnTo>
                  <a:pt x="7102" y="61347"/>
                </a:lnTo>
                <a:lnTo>
                  <a:pt x="7207" y="61156"/>
                </a:lnTo>
                <a:lnTo>
                  <a:pt x="7318" y="60967"/>
                </a:lnTo>
                <a:lnTo>
                  <a:pt x="7438" y="60780"/>
                </a:lnTo>
                <a:lnTo>
                  <a:pt x="7564" y="60595"/>
                </a:lnTo>
                <a:lnTo>
                  <a:pt x="7698" y="60411"/>
                </a:lnTo>
                <a:lnTo>
                  <a:pt x="7839" y="60228"/>
                </a:lnTo>
                <a:lnTo>
                  <a:pt x="7987" y="60048"/>
                </a:lnTo>
                <a:lnTo>
                  <a:pt x="8143" y="59868"/>
                </a:lnTo>
                <a:lnTo>
                  <a:pt x="8307" y="59690"/>
                </a:lnTo>
                <a:lnTo>
                  <a:pt x="8464" y="59529"/>
                </a:lnTo>
                <a:lnTo>
                  <a:pt x="8624" y="59375"/>
                </a:lnTo>
                <a:lnTo>
                  <a:pt x="8787" y="59227"/>
                </a:lnTo>
                <a:lnTo>
                  <a:pt x="8953" y="590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27F7D7-A9DB-4F55-B608-D02831E3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444" y="582478"/>
            <a:ext cx="51512" cy="105509"/>
          </a:xfrm>
          <a:custGeom xmlns:a="http://schemas.openxmlformats.org/drawingml/2006/main">
            <a:pathLst>
              <a:path w="51512" h="105509">
                <a:moveTo>
                  <a:pt x="1159" y="39918"/>
                </a:moveTo>
                <a:cubicBezTo>
                  <a:pt x="386" y="39145"/>
                  <a:pt x="0" y="38593"/>
                  <a:pt x="0" y="38261"/>
                </a:cubicBezTo>
                <a:cubicBezTo>
                  <a:pt x="0" y="37820"/>
                  <a:pt x="166" y="36936"/>
                  <a:pt x="497" y="35611"/>
                </a:cubicBezTo>
                <a:cubicBezTo>
                  <a:pt x="828" y="34286"/>
                  <a:pt x="1104" y="33513"/>
                  <a:pt x="1325" y="33292"/>
                </a:cubicBezTo>
                <a:cubicBezTo>
                  <a:pt x="1546" y="32740"/>
                  <a:pt x="2043" y="32464"/>
                  <a:pt x="2816" y="32464"/>
                </a:cubicBezTo>
                <a:cubicBezTo>
                  <a:pt x="3589" y="32464"/>
                  <a:pt x="6404" y="32409"/>
                  <a:pt x="11263" y="32299"/>
                </a:cubicBezTo>
                <a:lnTo>
                  <a:pt x="20042" y="32299"/>
                </a:lnTo>
                <a:lnTo>
                  <a:pt x="23189" y="19048"/>
                </a:lnTo>
                <a:cubicBezTo>
                  <a:pt x="23520" y="17833"/>
                  <a:pt x="23906" y="16232"/>
                  <a:pt x="24348" y="14244"/>
                </a:cubicBezTo>
                <a:cubicBezTo>
                  <a:pt x="24790" y="12257"/>
                  <a:pt x="25176" y="10821"/>
                  <a:pt x="25508" y="9938"/>
                </a:cubicBezTo>
                <a:cubicBezTo>
                  <a:pt x="25839" y="9055"/>
                  <a:pt x="26170" y="7950"/>
                  <a:pt x="26501" y="6625"/>
                </a:cubicBezTo>
                <a:cubicBezTo>
                  <a:pt x="26833" y="5300"/>
                  <a:pt x="27274" y="4362"/>
                  <a:pt x="27826" y="3810"/>
                </a:cubicBezTo>
                <a:cubicBezTo>
                  <a:pt x="28379" y="3257"/>
                  <a:pt x="28931" y="2595"/>
                  <a:pt x="29483" y="1822"/>
                </a:cubicBezTo>
                <a:cubicBezTo>
                  <a:pt x="30035" y="1049"/>
                  <a:pt x="30808" y="552"/>
                  <a:pt x="31802" y="331"/>
                </a:cubicBezTo>
                <a:cubicBezTo>
                  <a:pt x="32795" y="110"/>
                  <a:pt x="33789" y="0"/>
                  <a:pt x="34783" y="0"/>
                </a:cubicBezTo>
                <a:cubicBezTo>
                  <a:pt x="36771" y="110"/>
                  <a:pt x="38151" y="718"/>
                  <a:pt x="38924" y="1822"/>
                </a:cubicBezTo>
                <a:cubicBezTo>
                  <a:pt x="39697" y="2926"/>
                  <a:pt x="40083" y="3975"/>
                  <a:pt x="40083" y="4969"/>
                </a:cubicBezTo>
                <a:cubicBezTo>
                  <a:pt x="40083" y="5742"/>
                  <a:pt x="39586" y="8337"/>
                  <a:pt x="38593" y="12754"/>
                </a:cubicBezTo>
                <a:cubicBezTo>
                  <a:pt x="37599" y="17171"/>
                  <a:pt x="36495" y="21532"/>
                  <a:pt x="35280" y="25839"/>
                </a:cubicBezTo>
                <a:lnTo>
                  <a:pt x="33624" y="31967"/>
                </a:lnTo>
                <a:cubicBezTo>
                  <a:pt x="33624" y="32188"/>
                  <a:pt x="36384" y="32299"/>
                  <a:pt x="41905" y="32299"/>
                </a:cubicBezTo>
                <a:lnTo>
                  <a:pt x="50353" y="32299"/>
                </a:lnTo>
                <a:cubicBezTo>
                  <a:pt x="51126" y="33071"/>
                  <a:pt x="51512" y="33679"/>
                  <a:pt x="51512" y="34121"/>
                </a:cubicBezTo>
                <a:cubicBezTo>
                  <a:pt x="51512" y="36550"/>
                  <a:pt x="50794" y="38482"/>
                  <a:pt x="49359" y="39918"/>
                </a:cubicBezTo>
                <a:lnTo>
                  <a:pt x="31636" y="39918"/>
                </a:lnTo>
                <a:lnTo>
                  <a:pt x="25673" y="63935"/>
                </a:lnTo>
                <a:cubicBezTo>
                  <a:pt x="21367" y="81602"/>
                  <a:pt x="19213" y="91098"/>
                  <a:pt x="19213" y="92423"/>
                </a:cubicBezTo>
                <a:cubicBezTo>
                  <a:pt x="19213" y="97061"/>
                  <a:pt x="20704" y="99380"/>
                  <a:pt x="23686" y="99380"/>
                </a:cubicBezTo>
                <a:cubicBezTo>
                  <a:pt x="27550" y="99380"/>
                  <a:pt x="31305" y="97503"/>
                  <a:pt x="34949" y="93749"/>
                </a:cubicBezTo>
                <a:cubicBezTo>
                  <a:pt x="38593" y="89994"/>
                  <a:pt x="41519" y="85356"/>
                  <a:pt x="43727" y="79835"/>
                </a:cubicBezTo>
                <a:cubicBezTo>
                  <a:pt x="43948" y="79173"/>
                  <a:pt x="44224" y="78786"/>
                  <a:pt x="44555" y="78676"/>
                </a:cubicBezTo>
                <a:cubicBezTo>
                  <a:pt x="44887" y="78565"/>
                  <a:pt x="45715" y="78455"/>
                  <a:pt x="47040" y="78345"/>
                </a:cubicBezTo>
                <a:lnTo>
                  <a:pt x="47702" y="78345"/>
                </a:lnTo>
                <a:cubicBezTo>
                  <a:pt x="49359" y="78345"/>
                  <a:pt x="50187" y="78786"/>
                  <a:pt x="50187" y="79670"/>
                </a:cubicBezTo>
                <a:cubicBezTo>
                  <a:pt x="50187" y="80001"/>
                  <a:pt x="50021" y="80664"/>
                  <a:pt x="49690" y="81657"/>
                </a:cubicBezTo>
                <a:cubicBezTo>
                  <a:pt x="49138" y="83424"/>
                  <a:pt x="48144" y="85522"/>
                  <a:pt x="46709" y="87951"/>
                </a:cubicBezTo>
                <a:cubicBezTo>
                  <a:pt x="45273" y="90381"/>
                  <a:pt x="43396" y="92976"/>
                  <a:pt x="41077" y="95736"/>
                </a:cubicBezTo>
                <a:cubicBezTo>
                  <a:pt x="38758" y="98497"/>
                  <a:pt x="35942" y="100816"/>
                  <a:pt x="32630" y="102693"/>
                </a:cubicBezTo>
                <a:cubicBezTo>
                  <a:pt x="29317" y="104570"/>
                  <a:pt x="25949" y="105509"/>
                  <a:pt x="22526" y="105509"/>
                </a:cubicBezTo>
                <a:cubicBezTo>
                  <a:pt x="19213" y="105509"/>
                  <a:pt x="16066" y="104680"/>
                  <a:pt x="13085" y="103024"/>
                </a:cubicBezTo>
                <a:cubicBezTo>
                  <a:pt x="10104" y="101368"/>
                  <a:pt x="7950" y="98497"/>
                  <a:pt x="6625" y="94411"/>
                </a:cubicBezTo>
                <a:cubicBezTo>
                  <a:pt x="6404" y="93528"/>
                  <a:pt x="6294" y="92037"/>
                  <a:pt x="6294" y="89939"/>
                </a:cubicBezTo>
                <a:lnTo>
                  <a:pt x="6294" y="86958"/>
                </a:lnTo>
                <a:lnTo>
                  <a:pt x="12091" y="63769"/>
                </a:lnTo>
                <a:cubicBezTo>
                  <a:pt x="15956" y="48199"/>
                  <a:pt x="17944" y="40359"/>
                  <a:pt x="18054" y="40249"/>
                </a:cubicBezTo>
                <a:cubicBezTo>
                  <a:pt x="18054" y="40028"/>
                  <a:pt x="15238" y="39918"/>
                  <a:pt x="9607" y="39918"/>
                </a:cubicBezTo>
                <a:lnTo>
                  <a:pt x="1159" y="399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044D72-369C-40DA-B545-6FDFE44E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65" y="579299"/>
            <a:ext cx="57871" cy="111868"/>
          </a:xfrm>
          <a:custGeom xmlns:a="http://schemas.openxmlformats.org/drawingml/2006/main">
            <a:pathLst>
              <a:path w="57871" h="111868">
                <a:moveTo>
                  <a:pt x="5414" y="32492"/>
                </a:moveTo>
                <a:lnTo>
                  <a:pt x="5312" y="32503"/>
                </a:lnTo>
                <a:lnTo>
                  <a:pt x="5210" y="32515"/>
                </a:lnTo>
                <a:lnTo>
                  <a:pt x="5107" y="32530"/>
                </a:lnTo>
                <a:lnTo>
                  <a:pt x="5003" y="32547"/>
                </a:lnTo>
                <a:lnTo>
                  <a:pt x="4898" y="32567"/>
                </a:lnTo>
                <a:lnTo>
                  <a:pt x="4792" y="32588"/>
                </a:lnTo>
                <a:lnTo>
                  <a:pt x="4686" y="32613"/>
                </a:lnTo>
                <a:lnTo>
                  <a:pt x="4579" y="32640"/>
                </a:lnTo>
                <a:lnTo>
                  <a:pt x="4472" y="32669"/>
                </a:lnTo>
                <a:lnTo>
                  <a:pt x="4364" y="32701"/>
                </a:lnTo>
                <a:lnTo>
                  <a:pt x="4256" y="32737"/>
                </a:lnTo>
                <a:lnTo>
                  <a:pt x="4148" y="32775"/>
                </a:lnTo>
                <a:lnTo>
                  <a:pt x="4039" y="32816"/>
                </a:lnTo>
                <a:lnTo>
                  <a:pt x="3931" y="32860"/>
                </a:lnTo>
                <a:lnTo>
                  <a:pt x="3823" y="32908"/>
                </a:lnTo>
                <a:lnTo>
                  <a:pt x="3715" y="32959"/>
                </a:lnTo>
                <a:lnTo>
                  <a:pt x="3607" y="33013"/>
                </a:lnTo>
                <a:lnTo>
                  <a:pt x="3499" y="33071"/>
                </a:lnTo>
                <a:lnTo>
                  <a:pt x="3385" y="33137"/>
                </a:lnTo>
                <a:lnTo>
                  <a:pt x="3275" y="33205"/>
                </a:lnTo>
                <a:lnTo>
                  <a:pt x="3166" y="33275"/>
                </a:lnTo>
                <a:lnTo>
                  <a:pt x="3061" y="33349"/>
                </a:lnTo>
                <a:lnTo>
                  <a:pt x="2959" y="33425"/>
                </a:lnTo>
                <a:lnTo>
                  <a:pt x="2859" y="33504"/>
                </a:lnTo>
                <a:lnTo>
                  <a:pt x="2762" y="33585"/>
                </a:lnTo>
                <a:lnTo>
                  <a:pt x="2668" y="33669"/>
                </a:lnTo>
                <a:lnTo>
                  <a:pt x="2576" y="33755"/>
                </a:lnTo>
                <a:lnTo>
                  <a:pt x="2488" y="33844"/>
                </a:lnTo>
                <a:lnTo>
                  <a:pt x="2402" y="33934"/>
                </a:lnTo>
                <a:lnTo>
                  <a:pt x="2319" y="34027"/>
                </a:lnTo>
                <a:lnTo>
                  <a:pt x="2239" y="34122"/>
                </a:lnTo>
                <a:lnTo>
                  <a:pt x="2162" y="34219"/>
                </a:lnTo>
                <a:lnTo>
                  <a:pt x="2088" y="34319"/>
                </a:lnTo>
                <a:lnTo>
                  <a:pt x="2017" y="34420"/>
                </a:lnTo>
                <a:lnTo>
                  <a:pt x="1948" y="34523"/>
                </a:lnTo>
                <a:lnTo>
                  <a:pt x="1883" y="34627"/>
                </a:lnTo>
                <a:lnTo>
                  <a:pt x="1820" y="34734"/>
                </a:lnTo>
                <a:lnTo>
                  <a:pt x="1779" y="34809"/>
                </a:lnTo>
                <a:lnTo>
                  <a:pt x="1758" y="34841"/>
                </a:lnTo>
                <a:lnTo>
                  <a:pt x="1727" y="34888"/>
                </a:lnTo>
                <a:lnTo>
                  <a:pt x="1698" y="34935"/>
                </a:lnTo>
                <a:lnTo>
                  <a:pt x="1670" y="34981"/>
                </a:lnTo>
                <a:lnTo>
                  <a:pt x="1644" y="35025"/>
                </a:lnTo>
                <a:lnTo>
                  <a:pt x="1619" y="35068"/>
                </a:lnTo>
                <a:lnTo>
                  <a:pt x="1596" y="35109"/>
                </a:lnTo>
                <a:lnTo>
                  <a:pt x="1574" y="35149"/>
                </a:lnTo>
                <a:lnTo>
                  <a:pt x="1553" y="35187"/>
                </a:lnTo>
                <a:lnTo>
                  <a:pt x="1534" y="35223"/>
                </a:lnTo>
                <a:lnTo>
                  <a:pt x="1516" y="35257"/>
                </a:lnTo>
                <a:lnTo>
                  <a:pt x="1500" y="35289"/>
                </a:lnTo>
                <a:lnTo>
                  <a:pt x="1485" y="35319"/>
                </a:lnTo>
                <a:lnTo>
                  <a:pt x="1467" y="35354"/>
                </a:lnTo>
                <a:lnTo>
                  <a:pt x="1450" y="35389"/>
                </a:lnTo>
                <a:lnTo>
                  <a:pt x="1434" y="35424"/>
                </a:lnTo>
                <a:lnTo>
                  <a:pt x="1417" y="35459"/>
                </a:lnTo>
                <a:lnTo>
                  <a:pt x="1401" y="35494"/>
                </a:lnTo>
                <a:lnTo>
                  <a:pt x="1385" y="35529"/>
                </a:lnTo>
                <a:lnTo>
                  <a:pt x="1369" y="35564"/>
                </a:lnTo>
                <a:lnTo>
                  <a:pt x="1354" y="35599"/>
                </a:lnTo>
                <a:lnTo>
                  <a:pt x="1338" y="35634"/>
                </a:lnTo>
                <a:lnTo>
                  <a:pt x="1323" y="35670"/>
                </a:lnTo>
                <a:lnTo>
                  <a:pt x="1309" y="35705"/>
                </a:lnTo>
                <a:lnTo>
                  <a:pt x="1294" y="35739"/>
                </a:lnTo>
                <a:lnTo>
                  <a:pt x="1280" y="35774"/>
                </a:lnTo>
                <a:lnTo>
                  <a:pt x="1266" y="35809"/>
                </a:lnTo>
                <a:lnTo>
                  <a:pt x="1252" y="35844"/>
                </a:lnTo>
                <a:lnTo>
                  <a:pt x="1238" y="35878"/>
                </a:lnTo>
                <a:lnTo>
                  <a:pt x="1225" y="35913"/>
                </a:lnTo>
                <a:lnTo>
                  <a:pt x="1212" y="35947"/>
                </a:lnTo>
                <a:lnTo>
                  <a:pt x="1199" y="35981"/>
                </a:lnTo>
                <a:lnTo>
                  <a:pt x="1186" y="36015"/>
                </a:lnTo>
                <a:lnTo>
                  <a:pt x="1174" y="36048"/>
                </a:lnTo>
                <a:lnTo>
                  <a:pt x="1162" y="36082"/>
                </a:lnTo>
                <a:lnTo>
                  <a:pt x="1149" y="36115"/>
                </a:lnTo>
                <a:lnTo>
                  <a:pt x="1138" y="36148"/>
                </a:lnTo>
                <a:lnTo>
                  <a:pt x="1114" y="36214"/>
                </a:lnTo>
                <a:lnTo>
                  <a:pt x="1091" y="36282"/>
                </a:lnTo>
                <a:lnTo>
                  <a:pt x="1067" y="36351"/>
                </a:lnTo>
                <a:lnTo>
                  <a:pt x="1044" y="36420"/>
                </a:lnTo>
                <a:lnTo>
                  <a:pt x="1021" y="36491"/>
                </a:lnTo>
                <a:lnTo>
                  <a:pt x="998" y="36563"/>
                </a:lnTo>
                <a:lnTo>
                  <a:pt x="975" y="36636"/>
                </a:lnTo>
                <a:lnTo>
                  <a:pt x="952" y="36710"/>
                </a:lnTo>
                <a:lnTo>
                  <a:pt x="929" y="36785"/>
                </a:lnTo>
                <a:lnTo>
                  <a:pt x="906" y="36861"/>
                </a:lnTo>
                <a:lnTo>
                  <a:pt x="883" y="36938"/>
                </a:lnTo>
                <a:lnTo>
                  <a:pt x="860" y="37016"/>
                </a:lnTo>
                <a:lnTo>
                  <a:pt x="838" y="37095"/>
                </a:lnTo>
                <a:lnTo>
                  <a:pt x="815" y="37175"/>
                </a:lnTo>
                <a:lnTo>
                  <a:pt x="793" y="37256"/>
                </a:lnTo>
                <a:lnTo>
                  <a:pt x="770" y="37337"/>
                </a:lnTo>
                <a:lnTo>
                  <a:pt x="748" y="37420"/>
                </a:lnTo>
                <a:lnTo>
                  <a:pt x="725" y="37503"/>
                </a:lnTo>
                <a:lnTo>
                  <a:pt x="703" y="37587"/>
                </a:lnTo>
                <a:lnTo>
                  <a:pt x="681" y="37672"/>
                </a:lnTo>
                <a:lnTo>
                  <a:pt x="658" y="37758"/>
                </a:lnTo>
                <a:lnTo>
                  <a:pt x="636" y="37844"/>
                </a:lnTo>
                <a:lnTo>
                  <a:pt x="614" y="37932"/>
                </a:lnTo>
                <a:lnTo>
                  <a:pt x="592" y="38020"/>
                </a:lnTo>
                <a:lnTo>
                  <a:pt x="553" y="38176"/>
                </a:lnTo>
                <a:lnTo>
                  <a:pt x="515" y="38332"/>
                </a:lnTo>
                <a:lnTo>
                  <a:pt x="477" y="38489"/>
                </a:lnTo>
                <a:lnTo>
                  <a:pt x="439" y="38645"/>
                </a:lnTo>
                <a:lnTo>
                  <a:pt x="403" y="38800"/>
                </a:lnTo>
                <a:lnTo>
                  <a:pt x="367" y="38955"/>
                </a:lnTo>
                <a:lnTo>
                  <a:pt x="333" y="39109"/>
                </a:lnTo>
                <a:lnTo>
                  <a:pt x="299" y="39262"/>
                </a:lnTo>
                <a:lnTo>
                  <a:pt x="267" y="39414"/>
                </a:lnTo>
                <a:lnTo>
                  <a:pt x="236" y="39565"/>
                </a:lnTo>
                <a:lnTo>
                  <a:pt x="207" y="39714"/>
                </a:lnTo>
                <a:lnTo>
                  <a:pt x="179" y="39861"/>
                </a:lnTo>
                <a:lnTo>
                  <a:pt x="152" y="40007"/>
                </a:lnTo>
                <a:lnTo>
                  <a:pt x="128" y="40150"/>
                </a:lnTo>
                <a:lnTo>
                  <a:pt x="105" y="40292"/>
                </a:lnTo>
                <a:lnTo>
                  <a:pt x="84" y="40431"/>
                </a:lnTo>
                <a:lnTo>
                  <a:pt x="65" y="40568"/>
                </a:lnTo>
                <a:lnTo>
                  <a:pt x="49" y="40702"/>
                </a:lnTo>
                <a:lnTo>
                  <a:pt x="34" y="40833"/>
                </a:lnTo>
                <a:lnTo>
                  <a:pt x="22" y="40961"/>
                </a:lnTo>
                <a:lnTo>
                  <a:pt x="13" y="41086"/>
                </a:lnTo>
                <a:lnTo>
                  <a:pt x="6" y="41208"/>
                </a:lnTo>
                <a:lnTo>
                  <a:pt x="1" y="41326"/>
                </a:lnTo>
                <a:lnTo>
                  <a:pt x="0" y="41441"/>
                </a:lnTo>
                <a:lnTo>
                  <a:pt x="3" y="41591"/>
                </a:lnTo>
                <a:lnTo>
                  <a:pt x="12" y="41738"/>
                </a:lnTo>
                <a:lnTo>
                  <a:pt x="27" y="41881"/>
                </a:lnTo>
                <a:lnTo>
                  <a:pt x="47" y="42021"/>
                </a:lnTo>
                <a:lnTo>
                  <a:pt x="71" y="42158"/>
                </a:lnTo>
                <a:lnTo>
                  <a:pt x="100" y="42291"/>
                </a:lnTo>
                <a:lnTo>
                  <a:pt x="133" y="42420"/>
                </a:lnTo>
                <a:lnTo>
                  <a:pt x="169" y="42545"/>
                </a:lnTo>
                <a:lnTo>
                  <a:pt x="208" y="42666"/>
                </a:lnTo>
                <a:lnTo>
                  <a:pt x="250" y="42784"/>
                </a:lnTo>
                <a:lnTo>
                  <a:pt x="293" y="42897"/>
                </a:lnTo>
                <a:lnTo>
                  <a:pt x="339" y="43005"/>
                </a:lnTo>
                <a:lnTo>
                  <a:pt x="386" y="43109"/>
                </a:lnTo>
                <a:lnTo>
                  <a:pt x="434" y="43209"/>
                </a:lnTo>
                <a:lnTo>
                  <a:pt x="482" y="43304"/>
                </a:lnTo>
                <a:lnTo>
                  <a:pt x="530" y="43394"/>
                </a:lnTo>
                <a:lnTo>
                  <a:pt x="578" y="43479"/>
                </a:lnTo>
                <a:lnTo>
                  <a:pt x="625" y="43559"/>
                </a:lnTo>
                <a:lnTo>
                  <a:pt x="670" y="43634"/>
                </a:lnTo>
                <a:lnTo>
                  <a:pt x="714" y="43703"/>
                </a:lnTo>
                <a:lnTo>
                  <a:pt x="756" y="43768"/>
                </a:lnTo>
                <a:lnTo>
                  <a:pt x="795" y="43826"/>
                </a:lnTo>
                <a:lnTo>
                  <a:pt x="832" y="43879"/>
                </a:lnTo>
                <a:lnTo>
                  <a:pt x="865" y="43927"/>
                </a:lnTo>
                <a:lnTo>
                  <a:pt x="908" y="43988"/>
                </a:lnTo>
                <a:lnTo>
                  <a:pt x="952" y="44049"/>
                </a:lnTo>
                <a:lnTo>
                  <a:pt x="998" y="44111"/>
                </a:lnTo>
                <a:lnTo>
                  <a:pt x="1044" y="44171"/>
                </a:lnTo>
                <a:lnTo>
                  <a:pt x="1091" y="44232"/>
                </a:lnTo>
                <a:lnTo>
                  <a:pt x="1138" y="44293"/>
                </a:lnTo>
                <a:lnTo>
                  <a:pt x="1187" y="44353"/>
                </a:lnTo>
                <a:lnTo>
                  <a:pt x="1236" y="44414"/>
                </a:lnTo>
                <a:lnTo>
                  <a:pt x="1286" y="44474"/>
                </a:lnTo>
                <a:lnTo>
                  <a:pt x="1336" y="44534"/>
                </a:lnTo>
                <a:lnTo>
                  <a:pt x="1387" y="44593"/>
                </a:lnTo>
                <a:lnTo>
                  <a:pt x="1439" y="44653"/>
                </a:lnTo>
                <a:lnTo>
                  <a:pt x="1491" y="44712"/>
                </a:lnTo>
                <a:lnTo>
                  <a:pt x="1544" y="44771"/>
                </a:lnTo>
                <a:lnTo>
                  <a:pt x="1597" y="44830"/>
                </a:lnTo>
                <a:lnTo>
                  <a:pt x="1650" y="44888"/>
                </a:lnTo>
                <a:lnTo>
                  <a:pt x="1704" y="44946"/>
                </a:lnTo>
                <a:lnTo>
                  <a:pt x="1759" y="45004"/>
                </a:lnTo>
                <a:lnTo>
                  <a:pt x="1813" y="45062"/>
                </a:lnTo>
                <a:lnTo>
                  <a:pt x="1868" y="45119"/>
                </a:lnTo>
                <a:lnTo>
                  <a:pt x="1924" y="45176"/>
                </a:lnTo>
                <a:lnTo>
                  <a:pt x="1979" y="45233"/>
                </a:lnTo>
                <a:lnTo>
                  <a:pt x="2035" y="45289"/>
                </a:lnTo>
                <a:lnTo>
                  <a:pt x="2091" y="45346"/>
                </a:lnTo>
                <a:lnTo>
                  <a:pt x="3022" y="46277"/>
                </a:lnTo>
                <a:lnTo>
                  <a:pt x="4339" y="46277"/>
                </a:lnTo>
                <a:lnTo>
                  <a:pt x="12786" y="46277"/>
                </a:lnTo>
                <a:lnTo>
                  <a:pt x="13133" y="46277"/>
                </a:lnTo>
                <a:lnTo>
                  <a:pt x="13472" y="46277"/>
                </a:lnTo>
                <a:lnTo>
                  <a:pt x="13804" y="46278"/>
                </a:lnTo>
                <a:lnTo>
                  <a:pt x="14128" y="46279"/>
                </a:lnTo>
                <a:lnTo>
                  <a:pt x="14444" y="46280"/>
                </a:lnTo>
                <a:lnTo>
                  <a:pt x="14752" y="46282"/>
                </a:lnTo>
                <a:lnTo>
                  <a:pt x="15052" y="46284"/>
                </a:lnTo>
                <a:lnTo>
                  <a:pt x="15345" y="46286"/>
                </a:lnTo>
                <a:lnTo>
                  <a:pt x="15631" y="46288"/>
                </a:lnTo>
                <a:lnTo>
                  <a:pt x="15908" y="46291"/>
                </a:lnTo>
                <a:lnTo>
                  <a:pt x="16178" y="46294"/>
                </a:lnTo>
                <a:lnTo>
                  <a:pt x="16440" y="46297"/>
                </a:lnTo>
                <a:lnTo>
                  <a:pt x="16695" y="46301"/>
                </a:lnTo>
                <a:lnTo>
                  <a:pt x="16942" y="46305"/>
                </a:lnTo>
                <a:lnTo>
                  <a:pt x="17165" y="46308"/>
                </a:lnTo>
                <a:lnTo>
                  <a:pt x="17140" y="46404"/>
                </a:lnTo>
                <a:lnTo>
                  <a:pt x="17089" y="46602"/>
                </a:lnTo>
                <a:lnTo>
                  <a:pt x="17037" y="46806"/>
                </a:lnTo>
                <a:lnTo>
                  <a:pt x="16984" y="47014"/>
                </a:lnTo>
                <a:lnTo>
                  <a:pt x="16930" y="47227"/>
                </a:lnTo>
                <a:lnTo>
                  <a:pt x="16874" y="47445"/>
                </a:lnTo>
                <a:lnTo>
                  <a:pt x="16817" y="47668"/>
                </a:lnTo>
                <a:lnTo>
                  <a:pt x="16759" y="47896"/>
                </a:lnTo>
                <a:lnTo>
                  <a:pt x="16700" y="48129"/>
                </a:lnTo>
                <a:lnTo>
                  <a:pt x="16640" y="48367"/>
                </a:lnTo>
                <a:lnTo>
                  <a:pt x="16578" y="48610"/>
                </a:lnTo>
                <a:lnTo>
                  <a:pt x="16451" y="49111"/>
                </a:lnTo>
                <a:lnTo>
                  <a:pt x="16319" y="49632"/>
                </a:lnTo>
                <a:lnTo>
                  <a:pt x="16183" y="50173"/>
                </a:lnTo>
                <a:lnTo>
                  <a:pt x="16041" y="50735"/>
                </a:lnTo>
                <a:lnTo>
                  <a:pt x="15895" y="51316"/>
                </a:lnTo>
                <a:lnTo>
                  <a:pt x="15743" y="51918"/>
                </a:lnTo>
                <a:lnTo>
                  <a:pt x="15587" y="52540"/>
                </a:lnTo>
                <a:lnTo>
                  <a:pt x="15426" y="53181"/>
                </a:lnTo>
                <a:lnTo>
                  <a:pt x="15260" y="53843"/>
                </a:lnTo>
                <a:lnTo>
                  <a:pt x="15089" y="54525"/>
                </a:lnTo>
                <a:lnTo>
                  <a:pt x="14913" y="55227"/>
                </a:lnTo>
                <a:lnTo>
                  <a:pt x="14733" y="55949"/>
                </a:lnTo>
                <a:lnTo>
                  <a:pt x="14547" y="56692"/>
                </a:lnTo>
                <a:lnTo>
                  <a:pt x="14357" y="57454"/>
                </a:lnTo>
                <a:lnTo>
                  <a:pt x="14162" y="58237"/>
                </a:lnTo>
                <a:lnTo>
                  <a:pt x="13962" y="59039"/>
                </a:lnTo>
                <a:lnTo>
                  <a:pt x="13757" y="59862"/>
                </a:lnTo>
                <a:lnTo>
                  <a:pt x="13547" y="60704"/>
                </a:lnTo>
                <a:lnTo>
                  <a:pt x="13332" y="61567"/>
                </a:lnTo>
                <a:lnTo>
                  <a:pt x="13112" y="62450"/>
                </a:lnTo>
                <a:lnTo>
                  <a:pt x="12888" y="63353"/>
                </a:lnTo>
                <a:lnTo>
                  <a:pt x="12658" y="64276"/>
                </a:lnTo>
                <a:lnTo>
                  <a:pt x="12424" y="65219"/>
                </a:lnTo>
                <a:lnTo>
                  <a:pt x="12186" y="66180"/>
                </a:lnTo>
                <a:lnTo>
                  <a:pt x="6389" y="89366"/>
                </a:lnTo>
                <a:lnTo>
                  <a:pt x="6294" y="89746"/>
                </a:lnTo>
                <a:lnTo>
                  <a:pt x="6294" y="90137"/>
                </a:lnTo>
                <a:lnTo>
                  <a:pt x="6294" y="93119"/>
                </a:lnTo>
                <a:lnTo>
                  <a:pt x="6295" y="93381"/>
                </a:lnTo>
                <a:lnTo>
                  <a:pt x="6296" y="93640"/>
                </a:lnTo>
                <a:lnTo>
                  <a:pt x="6299" y="93896"/>
                </a:lnTo>
                <a:lnTo>
                  <a:pt x="6303" y="94149"/>
                </a:lnTo>
                <a:lnTo>
                  <a:pt x="6308" y="94399"/>
                </a:lnTo>
                <a:lnTo>
                  <a:pt x="6315" y="94645"/>
                </a:lnTo>
                <a:lnTo>
                  <a:pt x="6323" y="94888"/>
                </a:lnTo>
                <a:lnTo>
                  <a:pt x="6333" y="95127"/>
                </a:lnTo>
                <a:lnTo>
                  <a:pt x="6343" y="95363"/>
                </a:lnTo>
                <a:lnTo>
                  <a:pt x="6356" y="95594"/>
                </a:lnTo>
                <a:lnTo>
                  <a:pt x="6370" y="95822"/>
                </a:lnTo>
                <a:lnTo>
                  <a:pt x="6386" y="96045"/>
                </a:lnTo>
                <a:lnTo>
                  <a:pt x="6403" y="96264"/>
                </a:lnTo>
                <a:lnTo>
                  <a:pt x="6422" y="96479"/>
                </a:lnTo>
                <a:lnTo>
                  <a:pt x="6443" y="96689"/>
                </a:lnTo>
                <a:lnTo>
                  <a:pt x="6466" y="96895"/>
                </a:lnTo>
                <a:lnTo>
                  <a:pt x="6490" y="97096"/>
                </a:lnTo>
                <a:lnTo>
                  <a:pt x="6517" y="97292"/>
                </a:lnTo>
                <a:lnTo>
                  <a:pt x="6545" y="97483"/>
                </a:lnTo>
                <a:lnTo>
                  <a:pt x="6576" y="97670"/>
                </a:lnTo>
                <a:lnTo>
                  <a:pt x="6609" y="97851"/>
                </a:lnTo>
                <a:lnTo>
                  <a:pt x="6644" y="98026"/>
                </a:lnTo>
                <a:lnTo>
                  <a:pt x="6681" y="98197"/>
                </a:lnTo>
                <a:lnTo>
                  <a:pt x="6720" y="98362"/>
                </a:lnTo>
                <a:lnTo>
                  <a:pt x="6747" y="98468"/>
                </a:lnTo>
                <a:lnTo>
                  <a:pt x="6780" y="98572"/>
                </a:lnTo>
                <a:lnTo>
                  <a:pt x="6974" y="99147"/>
                </a:lnTo>
                <a:lnTo>
                  <a:pt x="7179" y="99711"/>
                </a:lnTo>
                <a:lnTo>
                  <a:pt x="7396" y="100264"/>
                </a:lnTo>
                <a:lnTo>
                  <a:pt x="7624" y="100807"/>
                </a:lnTo>
                <a:lnTo>
                  <a:pt x="7863" y="101337"/>
                </a:lnTo>
                <a:lnTo>
                  <a:pt x="8114" y="101856"/>
                </a:lnTo>
                <a:lnTo>
                  <a:pt x="8377" y="102364"/>
                </a:lnTo>
                <a:lnTo>
                  <a:pt x="8652" y="102859"/>
                </a:lnTo>
                <a:lnTo>
                  <a:pt x="8938" y="103342"/>
                </a:lnTo>
                <a:lnTo>
                  <a:pt x="9237" y="103813"/>
                </a:lnTo>
                <a:lnTo>
                  <a:pt x="9547" y="104271"/>
                </a:lnTo>
                <a:lnTo>
                  <a:pt x="9870" y="104716"/>
                </a:lnTo>
                <a:lnTo>
                  <a:pt x="10205" y="105148"/>
                </a:lnTo>
                <a:lnTo>
                  <a:pt x="10552" y="105567"/>
                </a:lnTo>
                <a:lnTo>
                  <a:pt x="10912" y="105972"/>
                </a:lnTo>
                <a:lnTo>
                  <a:pt x="11284" y="106364"/>
                </a:lnTo>
                <a:lnTo>
                  <a:pt x="11668" y="106742"/>
                </a:lnTo>
                <a:lnTo>
                  <a:pt x="12066" y="107106"/>
                </a:lnTo>
                <a:lnTo>
                  <a:pt x="12476" y="107456"/>
                </a:lnTo>
                <a:lnTo>
                  <a:pt x="12899" y="107791"/>
                </a:lnTo>
                <a:lnTo>
                  <a:pt x="13335" y="108111"/>
                </a:lnTo>
                <a:lnTo>
                  <a:pt x="13783" y="108417"/>
                </a:lnTo>
                <a:lnTo>
                  <a:pt x="14245" y="108708"/>
                </a:lnTo>
                <a:lnTo>
                  <a:pt x="14720" y="108983"/>
                </a:lnTo>
                <a:lnTo>
                  <a:pt x="15152" y="109217"/>
                </a:lnTo>
                <a:lnTo>
                  <a:pt x="15585" y="109441"/>
                </a:lnTo>
                <a:lnTo>
                  <a:pt x="16021" y="109656"/>
                </a:lnTo>
                <a:lnTo>
                  <a:pt x="16460" y="109860"/>
                </a:lnTo>
                <a:lnTo>
                  <a:pt x="16900" y="110055"/>
                </a:lnTo>
                <a:lnTo>
                  <a:pt x="17344" y="110240"/>
                </a:lnTo>
                <a:lnTo>
                  <a:pt x="17789" y="110415"/>
                </a:lnTo>
                <a:lnTo>
                  <a:pt x="18237" y="110580"/>
                </a:lnTo>
                <a:lnTo>
                  <a:pt x="18687" y="110735"/>
                </a:lnTo>
                <a:lnTo>
                  <a:pt x="19140" y="110881"/>
                </a:lnTo>
                <a:lnTo>
                  <a:pt x="19595" y="111016"/>
                </a:lnTo>
                <a:lnTo>
                  <a:pt x="20052" y="111142"/>
                </a:lnTo>
                <a:lnTo>
                  <a:pt x="20511" y="111257"/>
                </a:lnTo>
                <a:lnTo>
                  <a:pt x="20973" y="111363"/>
                </a:lnTo>
                <a:lnTo>
                  <a:pt x="21436" y="111459"/>
                </a:lnTo>
                <a:lnTo>
                  <a:pt x="21902" y="111544"/>
                </a:lnTo>
                <a:lnTo>
                  <a:pt x="22370" y="111620"/>
                </a:lnTo>
                <a:lnTo>
                  <a:pt x="22840" y="111686"/>
                </a:lnTo>
                <a:lnTo>
                  <a:pt x="23313" y="111741"/>
                </a:lnTo>
                <a:lnTo>
                  <a:pt x="23787" y="111787"/>
                </a:lnTo>
                <a:lnTo>
                  <a:pt x="24264" y="111822"/>
                </a:lnTo>
                <a:lnTo>
                  <a:pt x="24742" y="111847"/>
                </a:lnTo>
                <a:lnTo>
                  <a:pt x="25223" y="111863"/>
                </a:lnTo>
                <a:lnTo>
                  <a:pt x="25706" y="111868"/>
                </a:lnTo>
                <a:lnTo>
                  <a:pt x="26209" y="111862"/>
                </a:lnTo>
                <a:lnTo>
                  <a:pt x="26711" y="111845"/>
                </a:lnTo>
                <a:lnTo>
                  <a:pt x="27212" y="111816"/>
                </a:lnTo>
                <a:lnTo>
                  <a:pt x="27711" y="111775"/>
                </a:lnTo>
                <a:lnTo>
                  <a:pt x="28209" y="111724"/>
                </a:lnTo>
                <a:lnTo>
                  <a:pt x="28705" y="111661"/>
                </a:lnTo>
                <a:lnTo>
                  <a:pt x="29200" y="111586"/>
                </a:lnTo>
                <a:lnTo>
                  <a:pt x="29694" y="111501"/>
                </a:lnTo>
                <a:lnTo>
                  <a:pt x="30186" y="111404"/>
                </a:lnTo>
                <a:lnTo>
                  <a:pt x="30676" y="111296"/>
                </a:lnTo>
                <a:lnTo>
                  <a:pt x="31165" y="111177"/>
                </a:lnTo>
                <a:lnTo>
                  <a:pt x="31653" y="111047"/>
                </a:lnTo>
                <a:lnTo>
                  <a:pt x="32138" y="110906"/>
                </a:lnTo>
                <a:lnTo>
                  <a:pt x="32623" y="110754"/>
                </a:lnTo>
                <a:lnTo>
                  <a:pt x="33106" y="110591"/>
                </a:lnTo>
                <a:lnTo>
                  <a:pt x="33587" y="110417"/>
                </a:lnTo>
                <a:lnTo>
                  <a:pt x="34066" y="110232"/>
                </a:lnTo>
                <a:lnTo>
                  <a:pt x="34544" y="110036"/>
                </a:lnTo>
                <a:lnTo>
                  <a:pt x="35021" y="109830"/>
                </a:lnTo>
                <a:lnTo>
                  <a:pt x="35495" y="109613"/>
                </a:lnTo>
                <a:lnTo>
                  <a:pt x="35968" y="109385"/>
                </a:lnTo>
                <a:lnTo>
                  <a:pt x="36440" y="109147"/>
                </a:lnTo>
                <a:lnTo>
                  <a:pt x="36909" y="108898"/>
                </a:lnTo>
                <a:lnTo>
                  <a:pt x="37377" y="108639"/>
                </a:lnTo>
                <a:lnTo>
                  <a:pt x="37827" y="108379"/>
                </a:lnTo>
                <a:lnTo>
                  <a:pt x="38272" y="108115"/>
                </a:lnTo>
                <a:lnTo>
                  <a:pt x="38712" y="107845"/>
                </a:lnTo>
                <a:lnTo>
                  <a:pt x="39146" y="107570"/>
                </a:lnTo>
                <a:lnTo>
                  <a:pt x="39575" y="107290"/>
                </a:lnTo>
                <a:lnTo>
                  <a:pt x="39999" y="107004"/>
                </a:lnTo>
                <a:lnTo>
                  <a:pt x="40417" y="106713"/>
                </a:lnTo>
                <a:lnTo>
                  <a:pt x="40830" y="106417"/>
                </a:lnTo>
                <a:lnTo>
                  <a:pt x="41237" y="106116"/>
                </a:lnTo>
                <a:lnTo>
                  <a:pt x="41639" y="105809"/>
                </a:lnTo>
                <a:lnTo>
                  <a:pt x="42036" y="105497"/>
                </a:lnTo>
                <a:lnTo>
                  <a:pt x="42427" y="105180"/>
                </a:lnTo>
                <a:lnTo>
                  <a:pt x="42813" y="104857"/>
                </a:lnTo>
                <a:lnTo>
                  <a:pt x="43193" y="104529"/>
                </a:lnTo>
                <a:lnTo>
                  <a:pt x="43568" y="104196"/>
                </a:lnTo>
                <a:lnTo>
                  <a:pt x="43937" y="103858"/>
                </a:lnTo>
                <a:lnTo>
                  <a:pt x="44301" y="103514"/>
                </a:lnTo>
                <a:lnTo>
                  <a:pt x="44659" y="103165"/>
                </a:lnTo>
                <a:lnTo>
                  <a:pt x="45011" y="102811"/>
                </a:lnTo>
                <a:lnTo>
                  <a:pt x="45358" y="102452"/>
                </a:lnTo>
                <a:lnTo>
                  <a:pt x="45700" y="102087"/>
                </a:lnTo>
                <a:lnTo>
                  <a:pt x="46036" y="101717"/>
                </a:lnTo>
                <a:lnTo>
                  <a:pt x="46366" y="101341"/>
                </a:lnTo>
                <a:lnTo>
                  <a:pt x="46691" y="100961"/>
                </a:lnTo>
                <a:lnTo>
                  <a:pt x="46989" y="100604"/>
                </a:lnTo>
                <a:lnTo>
                  <a:pt x="47283" y="100248"/>
                </a:lnTo>
                <a:lnTo>
                  <a:pt x="47573" y="99894"/>
                </a:lnTo>
                <a:lnTo>
                  <a:pt x="47858" y="99541"/>
                </a:lnTo>
                <a:lnTo>
                  <a:pt x="48138" y="99189"/>
                </a:lnTo>
                <a:lnTo>
                  <a:pt x="48415" y="98839"/>
                </a:lnTo>
                <a:lnTo>
                  <a:pt x="48687" y="98490"/>
                </a:lnTo>
                <a:lnTo>
                  <a:pt x="48954" y="98142"/>
                </a:lnTo>
                <a:lnTo>
                  <a:pt x="49217" y="97795"/>
                </a:lnTo>
                <a:lnTo>
                  <a:pt x="49476" y="97450"/>
                </a:lnTo>
                <a:lnTo>
                  <a:pt x="49730" y="97106"/>
                </a:lnTo>
                <a:lnTo>
                  <a:pt x="49980" y="96763"/>
                </a:lnTo>
                <a:lnTo>
                  <a:pt x="50225" y="96421"/>
                </a:lnTo>
                <a:lnTo>
                  <a:pt x="50466" y="96081"/>
                </a:lnTo>
                <a:lnTo>
                  <a:pt x="50702" y="95742"/>
                </a:lnTo>
                <a:lnTo>
                  <a:pt x="50934" y="95404"/>
                </a:lnTo>
                <a:lnTo>
                  <a:pt x="51162" y="95068"/>
                </a:lnTo>
                <a:lnTo>
                  <a:pt x="51384" y="94733"/>
                </a:lnTo>
                <a:lnTo>
                  <a:pt x="51603" y="94399"/>
                </a:lnTo>
                <a:lnTo>
                  <a:pt x="51816" y="94066"/>
                </a:lnTo>
                <a:lnTo>
                  <a:pt x="52026" y="93735"/>
                </a:lnTo>
                <a:lnTo>
                  <a:pt x="52230" y="93405"/>
                </a:lnTo>
                <a:lnTo>
                  <a:pt x="52430" y="93076"/>
                </a:lnTo>
                <a:lnTo>
                  <a:pt x="52626" y="92748"/>
                </a:lnTo>
                <a:lnTo>
                  <a:pt x="52811" y="92432"/>
                </a:lnTo>
                <a:lnTo>
                  <a:pt x="52993" y="92117"/>
                </a:lnTo>
                <a:lnTo>
                  <a:pt x="53171" y="91805"/>
                </a:lnTo>
                <a:lnTo>
                  <a:pt x="53345" y="91495"/>
                </a:lnTo>
                <a:lnTo>
                  <a:pt x="53514" y="91187"/>
                </a:lnTo>
                <a:lnTo>
                  <a:pt x="53680" y="90882"/>
                </a:lnTo>
                <a:lnTo>
                  <a:pt x="53841" y="90578"/>
                </a:lnTo>
                <a:lnTo>
                  <a:pt x="53998" y="90277"/>
                </a:lnTo>
                <a:lnTo>
                  <a:pt x="54151" y="89979"/>
                </a:lnTo>
                <a:lnTo>
                  <a:pt x="54300" y="89682"/>
                </a:lnTo>
                <a:lnTo>
                  <a:pt x="54444" y="89388"/>
                </a:lnTo>
                <a:lnTo>
                  <a:pt x="54584" y="89097"/>
                </a:lnTo>
                <a:lnTo>
                  <a:pt x="54719" y="88807"/>
                </a:lnTo>
                <a:lnTo>
                  <a:pt x="54850" y="88520"/>
                </a:lnTo>
                <a:lnTo>
                  <a:pt x="54976" y="88236"/>
                </a:lnTo>
                <a:lnTo>
                  <a:pt x="55098" y="87954"/>
                </a:lnTo>
                <a:lnTo>
                  <a:pt x="55215" y="87674"/>
                </a:lnTo>
                <a:lnTo>
                  <a:pt x="55328" y="87397"/>
                </a:lnTo>
                <a:lnTo>
                  <a:pt x="55436" y="87122"/>
                </a:lnTo>
                <a:lnTo>
                  <a:pt x="55539" y="86850"/>
                </a:lnTo>
                <a:lnTo>
                  <a:pt x="55638" y="86580"/>
                </a:lnTo>
                <a:lnTo>
                  <a:pt x="55732" y="86312"/>
                </a:lnTo>
                <a:lnTo>
                  <a:pt x="55820" y="86048"/>
                </a:lnTo>
                <a:lnTo>
                  <a:pt x="55890" y="85830"/>
                </a:lnTo>
                <a:lnTo>
                  <a:pt x="55908" y="85775"/>
                </a:lnTo>
                <a:lnTo>
                  <a:pt x="55930" y="85709"/>
                </a:lnTo>
                <a:lnTo>
                  <a:pt x="55952" y="85642"/>
                </a:lnTo>
                <a:lnTo>
                  <a:pt x="55973" y="85577"/>
                </a:lnTo>
                <a:lnTo>
                  <a:pt x="55994" y="85511"/>
                </a:lnTo>
                <a:lnTo>
                  <a:pt x="56015" y="85446"/>
                </a:lnTo>
                <a:lnTo>
                  <a:pt x="56035" y="85382"/>
                </a:lnTo>
                <a:lnTo>
                  <a:pt x="56056" y="85318"/>
                </a:lnTo>
                <a:lnTo>
                  <a:pt x="56075" y="85255"/>
                </a:lnTo>
                <a:lnTo>
                  <a:pt x="56095" y="85192"/>
                </a:lnTo>
                <a:lnTo>
                  <a:pt x="56114" y="85129"/>
                </a:lnTo>
                <a:lnTo>
                  <a:pt x="56132" y="85067"/>
                </a:lnTo>
                <a:lnTo>
                  <a:pt x="56151" y="85006"/>
                </a:lnTo>
                <a:lnTo>
                  <a:pt x="56169" y="84945"/>
                </a:lnTo>
                <a:lnTo>
                  <a:pt x="56186" y="84884"/>
                </a:lnTo>
                <a:lnTo>
                  <a:pt x="56204" y="84825"/>
                </a:lnTo>
                <a:lnTo>
                  <a:pt x="56220" y="84765"/>
                </a:lnTo>
                <a:lnTo>
                  <a:pt x="56237" y="84706"/>
                </a:lnTo>
                <a:lnTo>
                  <a:pt x="56253" y="84648"/>
                </a:lnTo>
                <a:lnTo>
                  <a:pt x="56269" y="84591"/>
                </a:lnTo>
                <a:lnTo>
                  <a:pt x="56284" y="84533"/>
                </a:lnTo>
                <a:lnTo>
                  <a:pt x="56299" y="84477"/>
                </a:lnTo>
                <a:lnTo>
                  <a:pt x="56313" y="84421"/>
                </a:lnTo>
                <a:lnTo>
                  <a:pt x="56327" y="84366"/>
                </a:lnTo>
                <a:lnTo>
                  <a:pt x="56339" y="84318"/>
                </a:lnTo>
                <a:lnTo>
                  <a:pt x="56351" y="84268"/>
                </a:lnTo>
                <a:lnTo>
                  <a:pt x="56363" y="84216"/>
                </a:lnTo>
                <a:lnTo>
                  <a:pt x="56376" y="84163"/>
                </a:lnTo>
                <a:lnTo>
                  <a:pt x="56388" y="84108"/>
                </a:lnTo>
                <a:lnTo>
                  <a:pt x="56401" y="84051"/>
                </a:lnTo>
                <a:lnTo>
                  <a:pt x="56413" y="83993"/>
                </a:lnTo>
                <a:lnTo>
                  <a:pt x="56426" y="83933"/>
                </a:lnTo>
                <a:lnTo>
                  <a:pt x="56438" y="83873"/>
                </a:lnTo>
                <a:lnTo>
                  <a:pt x="56449" y="83810"/>
                </a:lnTo>
                <a:lnTo>
                  <a:pt x="56461" y="83747"/>
                </a:lnTo>
                <a:lnTo>
                  <a:pt x="56472" y="83683"/>
                </a:lnTo>
                <a:lnTo>
                  <a:pt x="56482" y="83617"/>
                </a:lnTo>
                <a:lnTo>
                  <a:pt x="56492" y="83551"/>
                </a:lnTo>
                <a:lnTo>
                  <a:pt x="56502" y="83483"/>
                </a:lnTo>
                <a:lnTo>
                  <a:pt x="56510" y="83415"/>
                </a:lnTo>
                <a:lnTo>
                  <a:pt x="56518" y="83346"/>
                </a:lnTo>
                <a:lnTo>
                  <a:pt x="56525" y="83276"/>
                </a:lnTo>
                <a:lnTo>
                  <a:pt x="56531" y="83206"/>
                </a:lnTo>
                <a:lnTo>
                  <a:pt x="56536" y="83136"/>
                </a:lnTo>
                <a:lnTo>
                  <a:pt x="56541" y="83064"/>
                </a:lnTo>
                <a:lnTo>
                  <a:pt x="56544" y="82993"/>
                </a:lnTo>
                <a:lnTo>
                  <a:pt x="56545" y="82921"/>
                </a:lnTo>
                <a:lnTo>
                  <a:pt x="56546" y="82849"/>
                </a:lnTo>
                <a:lnTo>
                  <a:pt x="56545" y="82757"/>
                </a:lnTo>
                <a:lnTo>
                  <a:pt x="56542" y="82664"/>
                </a:lnTo>
                <a:lnTo>
                  <a:pt x="56537" y="82571"/>
                </a:lnTo>
                <a:lnTo>
                  <a:pt x="56531" y="82477"/>
                </a:lnTo>
                <a:lnTo>
                  <a:pt x="56522" y="82382"/>
                </a:lnTo>
                <a:lnTo>
                  <a:pt x="56511" y="82288"/>
                </a:lnTo>
                <a:lnTo>
                  <a:pt x="56498" y="82193"/>
                </a:lnTo>
                <a:lnTo>
                  <a:pt x="56483" y="82098"/>
                </a:lnTo>
                <a:lnTo>
                  <a:pt x="56465" y="82003"/>
                </a:lnTo>
                <a:lnTo>
                  <a:pt x="56445" y="81907"/>
                </a:lnTo>
                <a:lnTo>
                  <a:pt x="56423" y="81812"/>
                </a:lnTo>
                <a:lnTo>
                  <a:pt x="56399" y="81716"/>
                </a:lnTo>
                <a:lnTo>
                  <a:pt x="56372" y="81620"/>
                </a:lnTo>
                <a:lnTo>
                  <a:pt x="56343" y="81525"/>
                </a:lnTo>
                <a:lnTo>
                  <a:pt x="56311" y="81430"/>
                </a:lnTo>
                <a:lnTo>
                  <a:pt x="56277" y="81334"/>
                </a:lnTo>
                <a:lnTo>
                  <a:pt x="56240" y="81239"/>
                </a:lnTo>
                <a:lnTo>
                  <a:pt x="56201" y="81145"/>
                </a:lnTo>
                <a:lnTo>
                  <a:pt x="56159" y="81050"/>
                </a:lnTo>
                <a:lnTo>
                  <a:pt x="56114" y="80956"/>
                </a:lnTo>
                <a:lnTo>
                  <a:pt x="56067" y="80862"/>
                </a:lnTo>
                <a:lnTo>
                  <a:pt x="56017" y="80769"/>
                </a:lnTo>
                <a:lnTo>
                  <a:pt x="55963" y="80677"/>
                </a:lnTo>
                <a:lnTo>
                  <a:pt x="55907" y="80584"/>
                </a:lnTo>
                <a:lnTo>
                  <a:pt x="55850" y="80495"/>
                </a:lnTo>
                <a:lnTo>
                  <a:pt x="55791" y="80408"/>
                </a:lnTo>
                <a:lnTo>
                  <a:pt x="55730" y="80324"/>
                </a:lnTo>
                <a:lnTo>
                  <a:pt x="55668" y="80241"/>
                </a:lnTo>
                <a:lnTo>
                  <a:pt x="55605" y="80162"/>
                </a:lnTo>
                <a:lnTo>
                  <a:pt x="55540" y="80084"/>
                </a:lnTo>
                <a:lnTo>
                  <a:pt x="55475" y="80009"/>
                </a:lnTo>
                <a:lnTo>
                  <a:pt x="55408" y="79936"/>
                </a:lnTo>
                <a:lnTo>
                  <a:pt x="55339" y="79865"/>
                </a:lnTo>
                <a:lnTo>
                  <a:pt x="55270" y="79796"/>
                </a:lnTo>
                <a:lnTo>
                  <a:pt x="55200" y="79730"/>
                </a:lnTo>
                <a:lnTo>
                  <a:pt x="55130" y="79665"/>
                </a:lnTo>
                <a:lnTo>
                  <a:pt x="55058" y="79603"/>
                </a:lnTo>
                <a:lnTo>
                  <a:pt x="54986" y="79543"/>
                </a:lnTo>
                <a:lnTo>
                  <a:pt x="54913" y="79485"/>
                </a:lnTo>
                <a:lnTo>
                  <a:pt x="54839" y="79429"/>
                </a:lnTo>
                <a:lnTo>
                  <a:pt x="54765" y="79375"/>
                </a:lnTo>
                <a:lnTo>
                  <a:pt x="54691" y="79323"/>
                </a:lnTo>
                <a:lnTo>
                  <a:pt x="54616" y="79273"/>
                </a:lnTo>
                <a:lnTo>
                  <a:pt x="54542" y="79224"/>
                </a:lnTo>
                <a:lnTo>
                  <a:pt x="54467" y="79178"/>
                </a:lnTo>
                <a:lnTo>
                  <a:pt x="54392" y="79133"/>
                </a:lnTo>
                <a:lnTo>
                  <a:pt x="54317" y="79091"/>
                </a:lnTo>
                <a:lnTo>
                  <a:pt x="54242" y="79050"/>
                </a:lnTo>
                <a:lnTo>
                  <a:pt x="54103" y="78979"/>
                </a:lnTo>
                <a:lnTo>
                  <a:pt x="53963" y="78912"/>
                </a:lnTo>
                <a:lnTo>
                  <a:pt x="53822" y="78851"/>
                </a:lnTo>
                <a:lnTo>
                  <a:pt x="53679" y="78793"/>
                </a:lnTo>
                <a:lnTo>
                  <a:pt x="53536" y="78740"/>
                </a:lnTo>
                <a:lnTo>
                  <a:pt x="53393" y="78691"/>
                </a:lnTo>
                <a:lnTo>
                  <a:pt x="53248" y="78647"/>
                </a:lnTo>
                <a:lnTo>
                  <a:pt x="53104" y="78605"/>
                </a:lnTo>
                <a:lnTo>
                  <a:pt x="52959" y="78568"/>
                </a:lnTo>
                <a:lnTo>
                  <a:pt x="52814" y="78534"/>
                </a:lnTo>
                <a:lnTo>
                  <a:pt x="52670" y="78504"/>
                </a:lnTo>
                <a:lnTo>
                  <a:pt x="52525" y="78477"/>
                </a:lnTo>
                <a:lnTo>
                  <a:pt x="52382" y="78452"/>
                </a:lnTo>
                <a:lnTo>
                  <a:pt x="52239" y="78431"/>
                </a:lnTo>
                <a:lnTo>
                  <a:pt x="52096" y="78413"/>
                </a:lnTo>
                <a:lnTo>
                  <a:pt x="51955" y="78397"/>
                </a:lnTo>
                <a:lnTo>
                  <a:pt x="51815" y="78383"/>
                </a:lnTo>
                <a:lnTo>
                  <a:pt x="51677" y="78372"/>
                </a:lnTo>
                <a:lnTo>
                  <a:pt x="51539" y="78363"/>
                </a:lnTo>
                <a:lnTo>
                  <a:pt x="51404" y="78356"/>
                </a:lnTo>
                <a:lnTo>
                  <a:pt x="51270" y="78351"/>
                </a:lnTo>
                <a:lnTo>
                  <a:pt x="51139" y="78347"/>
                </a:lnTo>
                <a:lnTo>
                  <a:pt x="51009" y="78345"/>
                </a:lnTo>
                <a:lnTo>
                  <a:pt x="50882" y="78345"/>
                </a:lnTo>
                <a:lnTo>
                  <a:pt x="50219" y="78345"/>
                </a:lnTo>
                <a:lnTo>
                  <a:pt x="50087" y="78345"/>
                </a:lnTo>
                <a:lnTo>
                  <a:pt x="49955" y="78356"/>
                </a:lnTo>
                <a:lnTo>
                  <a:pt x="49870" y="78363"/>
                </a:lnTo>
                <a:lnTo>
                  <a:pt x="49785" y="78370"/>
                </a:lnTo>
                <a:lnTo>
                  <a:pt x="49702" y="78377"/>
                </a:lnTo>
                <a:lnTo>
                  <a:pt x="49619" y="78385"/>
                </a:lnTo>
                <a:lnTo>
                  <a:pt x="49537" y="78392"/>
                </a:lnTo>
                <a:lnTo>
                  <a:pt x="49457" y="78399"/>
                </a:lnTo>
                <a:lnTo>
                  <a:pt x="49377" y="78407"/>
                </a:lnTo>
                <a:lnTo>
                  <a:pt x="49299" y="78414"/>
                </a:lnTo>
                <a:lnTo>
                  <a:pt x="49221" y="78421"/>
                </a:lnTo>
                <a:lnTo>
                  <a:pt x="49144" y="78429"/>
                </a:lnTo>
                <a:lnTo>
                  <a:pt x="49069" y="78436"/>
                </a:lnTo>
                <a:lnTo>
                  <a:pt x="48994" y="78444"/>
                </a:lnTo>
                <a:lnTo>
                  <a:pt x="48921" y="78452"/>
                </a:lnTo>
                <a:lnTo>
                  <a:pt x="48849" y="78459"/>
                </a:lnTo>
                <a:lnTo>
                  <a:pt x="48777" y="78467"/>
                </a:lnTo>
                <a:lnTo>
                  <a:pt x="48707" y="78475"/>
                </a:lnTo>
                <a:lnTo>
                  <a:pt x="48638" y="78482"/>
                </a:lnTo>
                <a:lnTo>
                  <a:pt x="48570" y="78490"/>
                </a:lnTo>
                <a:lnTo>
                  <a:pt x="48503" y="78498"/>
                </a:lnTo>
                <a:lnTo>
                  <a:pt x="48437" y="78506"/>
                </a:lnTo>
                <a:lnTo>
                  <a:pt x="48372" y="78514"/>
                </a:lnTo>
                <a:lnTo>
                  <a:pt x="48308" y="78522"/>
                </a:lnTo>
                <a:lnTo>
                  <a:pt x="48246" y="78530"/>
                </a:lnTo>
                <a:lnTo>
                  <a:pt x="48184" y="78538"/>
                </a:lnTo>
                <a:lnTo>
                  <a:pt x="48132" y="78545"/>
                </a:lnTo>
                <a:lnTo>
                  <a:pt x="48078" y="78553"/>
                </a:lnTo>
                <a:lnTo>
                  <a:pt x="48022" y="78560"/>
                </a:lnTo>
                <a:lnTo>
                  <a:pt x="47966" y="78569"/>
                </a:lnTo>
                <a:lnTo>
                  <a:pt x="47908" y="78577"/>
                </a:lnTo>
                <a:lnTo>
                  <a:pt x="47850" y="78586"/>
                </a:lnTo>
                <a:lnTo>
                  <a:pt x="47790" y="78595"/>
                </a:lnTo>
                <a:lnTo>
                  <a:pt x="47730" y="78605"/>
                </a:lnTo>
                <a:lnTo>
                  <a:pt x="47668" y="78615"/>
                </a:lnTo>
                <a:lnTo>
                  <a:pt x="47607" y="78626"/>
                </a:lnTo>
                <a:lnTo>
                  <a:pt x="47544" y="78637"/>
                </a:lnTo>
                <a:lnTo>
                  <a:pt x="47482" y="78649"/>
                </a:lnTo>
                <a:lnTo>
                  <a:pt x="47419" y="78662"/>
                </a:lnTo>
                <a:lnTo>
                  <a:pt x="47355" y="78675"/>
                </a:lnTo>
                <a:lnTo>
                  <a:pt x="47292" y="78688"/>
                </a:lnTo>
                <a:lnTo>
                  <a:pt x="47228" y="78702"/>
                </a:lnTo>
                <a:lnTo>
                  <a:pt x="47165" y="78717"/>
                </a:lnTo>
                <a:lnTo>
                  <a:pt x="47101" y="78732"/>
                </a:lnTo>
                <a:lnTo>
                  <a:pt x="47038" y="78748"/>
                </a:lnTo>
                <a:lnTo>
                  <a:pt x="46975" y="78765"/>
                </a:lnTo>
                <a:lnTo>
                  <a:pt x="46913" y="78782"/>
                </a:lnTo>
                <a:lnTo>
                  <a:pt x="46851" y="78801"/>
                </a:lnTo>
                <a:lnTo>
                  <a:pt x="46790" y="78819"/>
                </a:lnTo>
                <a:lnTo>
                  <a:pt x="46730" y="78839"/>
                </a:lnTo>
                <a:lnTo>
                  <a:pt x="46607" y="78882"/>
                </a:lnTo>
                <a:lnTo>
                  <a:pt x="46487" y="78929"/>
                </a:lnTo>
                <a:lnTo>
                  <a:pt x="46372" y="78978"/>
                </a:lnTo>
                <a:lnTo>
                  <a:pt x="46260" y="79031"/>
                </a:lnTo>
                <a:lnTo>
                  <a:pt x="46151" y="79086"/>
                </a:lnTo>
                <a:lnTo>
                  <a:pt x="46046" y="79143"/>
                </a:lnTo>
                <a:lnTo>
                  <a:pt x="45944" y="79203"/>
                </a:lnTo>
                <a:lnTo>
                  <a:pt x="45845" y="79265"/>
                </a:lnTo>
                <a:lnTo>
                  <a:pt x="45750" y="79329"/>
                </a:lnTo>
                <a:lnTo>
                  <a:pt x="45658" y="79394"/>
                </a:lnTo>
                <a:lnTo>
                  <a:pt x="45569" y="79461"/>
                </a:lnTo>
                <a:lnTo>
                  <a:pt x="45483" y="79529"/>
                </a:lnTo>
                <a:lnTo>
                  <a:pt x="45401" y="79599"/>
                </a:lnTo>
                <a:lnTo>
                  <a:pt x="45322" y="79669"/>
                </a:lnTo>
                <a:lnTo>
                  <a:pt x="45246" y="79740"/>
                </a:lnTo>
                <a:lnTo>
                  <a:pt x="45172" y="79811"/>
                </a:lnTo>
                <a:lnTo>
                  <a:pt x="45102" y="79883"/>
                </a:lnTo>
                <a:lnTo>
                  <a:pt x="45035" y="79955"/>
                </a:lnTo>
                <a:lnTo>
                  <a:pt x="44971" y="80027"/>
                </a:lnTo>
                <a:lnTo>
                  <a:pt x="44909" y="80099"/>
                </a:lnTo>
                <a:lnTo>
                  <a:pt x="44851" y="80171"/>
                </a:lnTo>
                <a:lnTo>
                  <a:pt x="44795" y="80241"/>
                </a:lnTo>
                <a:lnTo>
                  <a:pt x="44742" y="80311"/>
                </a:lnTo>
                <a:lnTo>
                  <a:pt x="44692" y="80380"/>
                </a:lnTo>
                <a:lnTo>
                  <a:pt x="44645" y="80448"/>
                </a:lnTo>
                <a:lnTo>
                  <a:pt x="44598" y="80516"/>
                </a:lnTo>
                <a:lnTo>
                  <a:pt x="44554" y="80585"/>
                </a:lnTo>
                <a:lnTo>
                  <a:pt x="44510" y="80654"/>
                </a:lnTo>
                <a:lnTo>
                  <a:pt x="44468" y="80723"/>
                </a:lnTo>
                <a:lnTo>
                  <a:pt x="44427" y="80792"/>
                </a:lnTo>
                <a:lnTo>
                  <a:pt x="44388" y="80862"/>
                </a:lnTo>
                <a:lnTo>
                  <a:pt x="44350" y="80931"/>
                </a:lnTo>
                <a:lnTo>
                  <a:pt x="44313" y="81001"/>
                </a:lnTo>
                <a:lnTo>
                  <a:pt x="44277" y="81070"/>
                </a:lnTo>
                <a:lnTo>
                  <a:pt x="44243" y="81139"/>
                </a:lnTo>
                <a:lnTo>
                  <a:pt x="44209" y="81209"/>
                </a:lnTo>
                <a:lnTo>
                  <a:pt x="44177" y="81278"/>
                </a:lnTo>
                <a:lnTo>
                  <a:pt x="44146" y="81346"/>
                </a:lnTo>
                <a:lnTo>
                  <a:pt x="44116" y="81415"/>
                </a:lnTo>
                <a:lnTo>
                  <a:pt x="44087" y="81483"/>
                </a:lnTo>
                <a:lnTo>
                  <a:pt x="44059" y="81551"/>
                </a:lnTo>
                <a:lnTo>
                  <a:pt x="44032" y="81618"/>
                </a:lnTo>
                <a:lnTo>
                  <a:pt x="44006" y="81685"/>
                </a:lnTo>
                <a:lnTo>
                  <a:pt x="43981" y="81751"/>
                </a:lnTo>
                <a:lnTo>
                  <a:pt x="43957" y="81817"/>
                </a:lnTo>
                <a:lnTo>
                  <a:pt x="43934" y="81882"/>
                </a:lnTo>
                <a:lnTo>
                  <a:pt x="43928" y="81899"/>
                </a:lnTo>
                <a:lnTo>
                  <a:pt x="43692" y="82478"/>
                </a:lnTo>
                <a:lnTo>
                  <a:pt x="43423" y="83112"/>
                </a:lnTo>
                <a:lnTo>
                  <a:pt x="43147" y="83737"/>
                </a:lnTo>
                <a:lnTo>
                  <a:pt x="42864" y="84352"/>
                </a:lnTo>
                <a:lnTo>
                  <a:pt x="42575" y="84958"/>
                </a:lnTo>
                <a:lnTo>
                  <a:pt x="42279" y="85555"/>
                </a:lnTo>
                <a:lnTo>
                  <a:pt x="41977" y="86142"/>
                </a:lnTo>
                <a:lnTo>
                  <a:pt x="41668" y="86719"/>
                </a:lnTo>
                <a:lnTo>
                  <a:pt x="41352" y="87288"/>
                </a:lnTo>
                <a:lnTo>
                  <a:pt x="41030" y="87847"/>
                </a:lnTo>
                <a:lnTo>
                  <a:pt x="40702" y="88397"/>
                </a:lnTo>
                <a:lnTo>
                  <a:pt x="40367" y="88937"/>
                </a:lnTo>
                <a:lnTo>
                  <a:pt x="40025" y="89469"/>
                </a:lnTo>
                <a:lnTo>
                  <a:pt x="39677" y="89991"/>
                </a:lnTo>
                <a:lnTo>
                  <a:pt x="39323" y="90504"/>
                </a:lnTo>
                <a:lnTo>
                  <a:pt x="38962" y="91008"/>
                </a:lnTo>
                <a:lnTo>
                  <a:pt x="38595" y="91503"/>
                </a:lnTo>
                <a:lnTo>
                  <a:pt x="38222" y="91988"/>
                </a:lnTo>
                <a:lnTo>
                  <a:pt x="37842" y="92465"/>
                </a:lnTo>
                <a:lnTo>
                  <a:pt x="37455" y="92933"/>
                </a:lnTo>
                <a:lnTo>
                  <a:pt x="37063" y="93391"/>
                </a:lnTo>
                <a:lnTo>
                  <a:pt x="36664" y="93841"/>
                </a:lnTo>
                <a:lnTo>
                  <a:pt x="36258" y="94282"/>
                </a:lnTo>
                <a:lnTo>
                  <a:pt x="35847" y="94714"/>
                </a:lnTo>
                <a:lnTo>
                  <a:pt x="35440" y="95123"/>
                </a:lnTo>
                <a:lnTo>
                  <a:pt x="35037" y="95512"/>
                </a:lnTo>
                <a:lnTo>
                  <a:pt x="34636" y="95880"/>
                </a:lnTo>
                <a:lnTo>
                  <a:pt x="34238" y="96227"/>
                </a:lnTo>
                <a:lnTo>
                  <a:pt x="33843" y="96554"/>
                </a:lnTo>
                <a:lnTo>
                  <a:pt x="33451" y="96861"/>
                </a:lnTo>
                <a:lnTo>
                  <a:pt x="33062" y="97149"/>
                </a:lnTo>
                <a:lnTo>
                  <a:pt x="32675" y="97418"/>
                </a:lnTo>
                <a:lnTo>
                  <a:pt x="32292" y="97668"/>
                </a:lnTo>
                <a:lnTo>
                  <a:pt x="31911" y="97899"/>
                </a:lnTo>
                <a:lnTo>
                  <a:pt x="31533" y="98113"/>
                </a:lnTo>
                <a:lnTo>
                  <a:pt x="31158" y="98308"/>
                </a:lnTo>
                <a:lnTo>
                  <a:pt x="30785" y="98486"/>
                </a:lnTo>
                <a:lnTo>
                  <a:pt x="30415" y="98646"/>
                </a:lnTo>
                <a:lnTo>
                  <a:pt x="30048" y="98790"/>
                </a:lnTo>
                <a:lnTo>
                  <a:pt x="29684" y="98918"/>
                </a:lnTo>
                <a:lnTo>
                  <a:pt x="29322" y="99029"/>
                </a:lnTo>
                <a:lnTo>
                  <a:pt x="28963" y="99124"/>
                </a:lnTo>
                <a:lnTo>
                  <a:pt x="28607" y="99204"/>
                </a:lnTo>
                <a:lnTo>
                  <a:pt x="28253" y="99268"/>
                </a:lnTo>
                <a:lnTo>
                  <a:pt x="27902" y="99318"/>
                </a:lnTo>
                <a:lnTo>
                  <a:pt x="27554" y="99352"/>
                </a:lnTo>
                <a:lnTo>
                  <a:pt x="27208" y="99373"/>
                </a:lnTo>
                <a:lnTo>
                  <a:pt x="26865" y="99380"/>
                </a:lnTo>
                <a:lnTo>
                  <a:pt x="26825" y="99380"/>
                </a:lnTo>
                <a:lnTo>
                  <a:pt x="26787" y="99379"/>
                </a:lnTo>
                <a:lnTo>
                  <a:pt x="26751" y="99377"/>
                </a:lnTo>
                <a:lnTo>
                  <a:pt x="26716" y="99375"/>
                </a:lnTo>
                <a:lnTo>
                  <a:pt x="26684" y="99373"/>
                </a:lnTo>
                <a:lnTo>
                  <a:pt x="26654" y="99370"/>
                </a:lnTo>
                <a:lnTo>
                  <a:pt x="26625" y="99367"/>
                </a:lnTo>
                <a:lnTo>
                  <a:pt x="26598" y="99363"/>
                </a:lnTo>
                <a:lnTo>
                  <a:pt x="26573" y="99360"/>
                </a:lnTo>
                <a:lnTo>
                  <a:pt x="26549" y="99356"/>
                </a:lnTo>
                <a:lnTo>
                  <a:pt x="26527" y="99351"/>
                </a:lnTo>
                <a:lnTo>
                  <a:pt x="26507" y="99347"/>
                </a:lnTo>
                <a:lnTo>
                  <a:pt x="26488" y="99343"/>
                </a:lnTo>
                <a:lnTo>
                  <a:pt x="26471" y="99338"/>
                </a:lnTo>
                <a:lnTo>
                  <a:pt x="26455" y="99334"/>
                </a:lnTo>
                <a:lnTo>
                  <a:pt x="26440" y="99329"/>
                </a:lnTo>
                <a:lnTo>
                  <a:pt x="26428" y="99325"/>
                </a:lnTo>
                <a:lnTo>
                  <a:pt x="26416" y="99321"/>
                </a:lnTo>
                <a:lnTo>
                  <a:pt x="26406" y="99317"/>
                </a:lnTo>
                <a:lnTo>
                  <a:pt x="26397" y="99313"/>
                </a:lnTo>
                <a:lnTo>
                  <a:pt x="26389" y="99310"/>
                </a:lnTo>
                <a:lnTo>
                  <a:pt x="26382" y="99307"/>
                </a:lnTo>
                <a:lnTo>
                  <a:pt x="26377" y="99304"/>
                </a:lnTo>
                <a:lnTo>
                  <a:pt x="26372" y="99302"/>
                </a:lnTo>
                <a:lnTo>
                  <a:pt x="26369" y="99301"/>
                </a:lnTo>
                <a:lnTo>
                  <a:pt x="26366" y="99299"/>
                </a:lnTo>
                <a:lnTo>
                  <a:pt x="26363" y="99297"/>
                </a:lnTo>
                <a:lnTo>
                  <a:pt x="26358" y="99295"/>
                </a:lnTo>
                <a:lnTo>
                  <a:pt x="26354" y="99292"/>
                </a:lnTo>
                <a:lnTo>
                  <a:pt x="26349" y="99289"/>
                </a:lnTo>
                <a:lnTo>
                  <a:pt x="26343" y="99285"/>
                </a:lnTo>
                <a:lnTo>
                  <a:pt x="26337" y="99281"/>
                </a:lnTo>
                <a:lnTo>
                  <a:pt x="26331" y="99276"/>
                </a:lnTo>
                <a:lnTo>
                  <a:pt x="26324" y="99270"/>
                </a:lnTo>
                <a:lnTo>
                  <a:pt x="26317" y="99264"/>
                </a:lnTo>
                <a:lnTo>
                  <a:pt x="26309" y="99257"/>
                </a:lnTo>
                <a:lnTo>
                  <a:pt x="26301" y="99249"/>
                </a:lnTo>
                <a:lnTo>
                  <a:pt x="26293" y="99241"/>
                </a:lnTo>
                <a:lnTo>
                  <a:pt x="26284" y="99231"/>
                </a:lnTo>
                <a:lnTo>
                  <a:pt x="26275" y="99221"/>
                </a:lnTo>
                <a:lnTo>
                  <a:pt x="26265" y="99210"/>
                </a:lnTo>
                <a:lnTo>
                  <a:pt x="26255" y="99198"/>
                </a:lnTo>
                <a:lnTo>
                  <a:pt x="26244" y="99184"/>
                </a:lnTo>
                <a:lnTo>
                  <a:pt x="26233" y="99170"/>
                </a:lnTo>
                <a:lnTo>
                  <a:pt x="26222" y="99155"/>
                </a:lnTo>
                <a:lnTo>
                  <a:pt x="26210" y="99138"/>
                </a:lnTo>
                <a:lnTo>
                  <a:pt x="26198" y="99120"/>
                </a:lnTo>
                <a:lnTo>
                  <a:pt x="26186" y="99101"/>
                </a:lnTo>
                <a:lnTo>
                  <a:pt x="26153" y="99047"/>
                </a:lnTo>
                <a:lnTo>
                  <a:pt x="26119" y="98987"/>
                </a:lnTo>
                <a:lnTo>
                  <a:pt x="26085" y="98920"/>
                </a:lnTo>
                <a:lnTo>
                  <a:pt x="26050" y="98846"/>
                </a:lnTo>
                <a:lnTo>
                  <a:pt x="26015" y="98765"/>
                </a:lnTo>
                <a:lnTo>
                  <a:pt x="25980" y="98676"/>
                </a:lnTo>
                <a:lnTo>
                  <a:pt x="25945" y="98580"/>
                </a:lnTo>
                <a:lnTo>
                  <a:pt x="25911" y="98477"/>
                </a:lnTo>
                <a:lnTo>
                  <a:pt x="25877" y="98365"/>
                </a:lnTo>
                <a:lnTo>
                  <a:pt x="25844" y="98245"/>
                </a:lnTo>
                <a:lnTo>
                  <a:pt x="25812" y="98117"/>
                </a:lnTo>
                <a:lnTo>
                  <a:pt x="25782" y="97980"/>
                </a:lnTo>
                <a:lnTo>
                  <a:pt x="25752" y="97835"/>
                </a:lnTo>
                <a:lnTo>
                  <a:pt x="25724" y="97681"/>
                </a:lnTo>
                <a:lnTo>
                  <a:pt x="25698" y="97517"/>
                </a:lnTo>
                <a:lnTo>
                  <a:pt x="25674" y="97345"/>
                </a:lnTo>
                <a:lnTo>
                  <a:pt x="25652" y="97162"/>
                </a:lnTo>
                <a:lnTo>
                  <a:pt x="25632" y="96970"/>
                </a:lnTo>
                <a:lnTo>
                  <a:pt x="25615" y="96768"/>
                </a:lnTo>
                <a:lnTo>
                  <a:pt x="25600" y="96556"/>
                </a:lnTo>
                <a:lnTo>
                  <a:pt x="25588" y="96334"/>
                </a:lnTo>
                <a:lnTo>
                  <a:pt x="25580" y="96101"/>
                </a:lnTo>
                <a:lnTo>
                  <a:pt x="25574" y="95858"/>
                </a:lnTo>
                <a:lnTo>
                  <a:pt x="25573" y="95654"/>
                </a:lnTo>
                <a:lnTo>
                  <a:pt x="25573" y="95654"/>
                </a:lnTo>
                <a:lnTo>
                  <a:pt x="25574" y="95650"/>
                </a:lnTo>
                <a:lnTo>
                  <a:pt x="25574" y="95643"/>
                </a:lnTo>
                <a:lnTo>
                  <a:pt x="25576" y="95634"/>
                </a:lnTo>
                <a:lnTo>
                  <a:pt x="25577" y="95621"/>
                </a:lnTo>
                <a:lnTo>
                  <a:pt x="25579" y="95606"/>
                </a:lnTo>
                <a:lnTo>
                  <a:pt x="25581" y="95588"/>
                </a:lnTo>
                <a:lnTo>
                  <a:pt x="25584" y="95567"/>
                </a:lnTo>
                <a:lnTo>
                  <a:pt x="25587" y="95542"/>
                </a:lnTo>
                <a:lnTo>
                  <a:pt x="25591" y="95515"/>
                </a:lnTo>
                <a:lnTo>
                  <a:pt x="25595" y="95484"/>
                </a:lnTo>
                <a:lnTo>
                  <a:pt x="25600" y="95450"/>
                </a:lnTo>
                <a:lnTo>
                  <a:pt x="25605" y="95412"/>
                </a:lnTo>
                <a:lnTo>
                  <a:pt x="25611" y="95371"/>
                </a:lnTo>
                <a:lnTo>
                  <a:pt x="25618" y="95326"/>
                </a:lnTo>
                <a:lnTo>
                  <a:pt x="25625" y="95277"/>
                </a:lnTo>
                <a:lnTo>
                  <a:pt x="25634" y="95225"/>
                </a:lnTo>
                <a:lnTo>
                  <a:pt x="25641" y="95179"/>
                </a:lnTo>
                <a:lnTo>
                  <a:pt x="25649" y="95131"/>
                </a:lnTo>
                <a:lnTo>
                  <a:pt x="25657" y="95082"/>
                </a:lnTo>
                <a:lnTo>
                  <a:pt x="25666" y="95031"/>
                </a:lnTo>
                <a:lnTo>
                  <a:pt x="25675" y="94979"/>
                </a:lnTo>
                <a:lnTo>
                  <a:pt x="25684" y="94925"/>
                </a:lnTo>
                <a:lnTo>
                  <a:pt x="25693" y="94870"/>
                </a:lnTo>
                <a:lnTo>
                  <a:pt x="25703" y="94813"/>
                </a:lnTo>
                <a:lnTo>
                  <a:pt x="25714" y="94755"/>
                </a:lnTo>
                <a:lnTo>
                  <a:pt x="25725" y="94695"/>
                </a:lnTo>
                <a:lnTo>
                  <a:pt x="25736" y="94634"/>
                </a:lnTo>
                <a:lnTo>
                  <a:pt x="25747" y="94571"/>
                </a:lnTo>
                <a:lnTo>
                  <a:pt x="25759" y="94507"/>
                </a:lnTo>
                <a:lnTo>
                  <a:pt x="25771" y="94441"/>
                </a:lnTo>
                <a:lnTo>
                  <a:pt x="25784" y="94374"/>
                </a:lnTo>
                <a:lnTo>
                  <a:pt x="25797" y="94305"/>
                </a:lnTo>
                <a:lnTo>
                  <a:pt x="25810" y="94234"/>
                </a:lnTo>
                <a:lnTo>
                  <a:pt x="25824" y="94162"/>
                </a:lnTo>
                <a:lnTo>
                  <a:pt x="25838" y="94089"/>
                </a:lnTo>
                <a:lnTo>
                  <a:pt x="25853" y="94014"/>
                </a:lnTo>
                <a:lnTo>
                  <a:pt x="25868" y="93937"/>
                </a:lnTo>
                <a:lnTo>
                  <a:pt x="25883" y="93859"/>
                </a:lnTo>
                <a:lnTo>
                  <a:pt x="25899" y="93779"/>
                </a:lnTo>
                <a:lnTo>
                  <a:pt x="25915" y="93698"/>
                </a:lnTo>
                <a:lnTo>
                  <a:pt x="25949" y="93531"/>
                </a:lnTo>
                <a:lnTo>
                  <a:pt x="25983" y="93359"/>
                </a:lnTo>
                <a:lnTo>
                  <a:pt x="26019" y="93181"/>
                </a:lnTo>
                <a:lnTo>
                  <a:pt x="26057" y="92998"/>
                </a:lnTo>
                <a:lnTo>
                  <a:pt x="26096" y="92810"/>
                </a:lnTo>
                <a:lnTo>
                  <a:pt x="26136" y="92616"/>
                </a:lnTo>
                <a:lnTo>
                  <a:pt x="26178" y="92417"/>
                </a:lnTo>
                <a:lnTo>
                  <a:pt x="26222" y="92212"/>
                </a:lnTo>
                <a:lnTo>
                  <a:pt x="26266" y="92002"/>
                </a:lnTo>
                <a:lnTo>
                  <a:pt x="26312" y="91786"/>
                </a:lnTo>
                <a:lnTo>
                  <a:pt x="26360" y="91565"/>
                </a:lnTo>
                <a:lnTo>
                  <a:pt x="26409" y="91338"/>
                </a:lnTo>
                <a:lnTo>
                  <a:pt x="26459" y="91106"/>
                </a:lnTo>
                <a:lnTo>
                  <a:pt x="26511" y="90869"/>
                </a:lnTo>
                <a:lnTo>
                  <a:pt x="26564" y="90626"/>
                </a:lnTo>
                <a:lnTo>
                  <a:pt x="26619" y="90377"/>
                </a:lnTo>
                <a:lnTo>
                  <a:pt x="26675" y="90123"/>
                </a:lnTo>
                <a:lnTo>
                  <a:pt x="26733" y="89863"/>
                </a:lnTo>
                <a:lnTo>
                  <a:pt x="26792" y="89598"/>
                </a:lnTo>
                <a:lnTo>
                  <a:pt x="26852" y="89328"/>
                </a:lnTo>
                <a:lnTo>
                  <a:pt x="26914" y="89052"/>
                </a:lnTo>
                <a:lnTo>
                  <a:pt x="26978" y="88770"/>
                </a:lnTo>
                <a:lnTo>
                  <a:pt x="27043" y="88483"/>
                </a:lnTo>
                <a:lnTo>
                  <a:pt x="27109" y="88190"/>
                </a:lnTo>
                <a:lnTo>
                  <a:pt x="27245" y="87589"/>
                </a:lnTo>
                <a:lnTo>
                  <a:pt x="27388" y="86967"/>
                </a:lnTo>
                <a:lnTo>
                  <a:pt x="27536" y="86323"/>
                </a:lnTo>
                <a:lnTo>
                  <a:pt x="27689" y="85658"/>
                </a:lnTo>
                <a:lnTo>
                  <a:pt x="27848" y="84971"/>
                </a:lnTo>
                <a:lnTo>
                  <a:pt x="28013" y="84264"/>
                </a:lnTo>
                <a:lnTo>
                  <a:pt x="28184" y="83535"/>
                </a:lnTo>
                <a:lnTo>
                  <a:pt x="28360" y="82784"/>
                </a:lnTo>
                <a:lnTo>
                  <a:pt x="28541" y="82012"/>
                </a:lnTo>
                <a:lnTo>
                  <a:pt x="28728" y="81219"/>
                </a:lnTo>
                <a:lnTo>
                  <a:pt x="28921" y="80404"/>
                </a:lnTo>
                <a:lnTo>
                  <a:pt x="29120" y="79568"/>
                </a:lnTo>
                <a:lnTo>
                  <a:pt x="29324" y="78711"/>
                </a:lnTo>
                <a:lnTo>
                  <a:pt x="29534" y="77832"/>
                </a:lnTo>
                <a:lnTo>
                  <a:pt x="29749" y="76932"/>
                </a:lnTo>
                <a:lnTo>
                  <a:pt x="29970" y="76010"/>
                </a:lnTo>
                <a:lnTo>
                  <a:pt x="30197" y="75067"/>
                </a:lnTo>
                <a:lnTo>
                  <a:pt x="30429" y="74103"/>
                </a:lnTo>
                <a:lnTo>
                  <a:pt x="30667" y="73117"/>
                </a:lnTo>
                <a:lnTo>
                  <a:pt x="30911" y="72110"/>
                </a:lnTo>
                <a:lnTo>
                  <a:pt x="31160" y="71081"/>
                </a:lnTo>
                <a:lnTo>
                  <a:pt x="31415" y="70031"/>
                </a:lnTo>
                <a:lnTo>
                  <a:pt x="31676" y="68960"/>
                </a:lnTo>
                <a:lnTo>
                  <a:pt x="31940" y="67873"/>
                </a:lnTo>
                <a:lnTo>
                  <a:pt x="37302" y="46277"/>
                </a:lnTo>
                <a:lnTo>
                  <a:pt x="52538" y="46277"/>
                </a:lnTo>
                <a:lnTo>
                  <a:pt x="53855" y="46277"/>
                </a:lnTo>
                <a:lnTo>
                  <a:pt x="54787" y="45346"/>
                </a:lnTo>
                <a:lnTo>
                  <a:pt x="55049" y="45074"/>
                </a:lnTo>
                <a:lnTo>
                  <a:pt x="55298" y="44795"/>
                </a:lnTo>
                <a:lnTo>
                  <a:pt x="55535" y="44510"/>
                </a:lnTo>
                <a:lnTo>
                  <a:pt x="55760" y="44219"/>
                </a:lnTo>
                <a:lnTo>
                  <a:pt x="55973" y="43922"/>
                </a:lnTo>
                <a:lnTo>
                  <a:pt x="56174" y="43618"/>
                </a:lnTo>
                <a:lnTo>
                  <a:pt x="56363" y="43309"/>
                </a:lnTo>
                <a:lnTo>
                  <a:pt x="56540" y="42993"/>
                </a:lnTo>
                <a:lnTo>
                  <a:pt x="56706" y="42673"/>
                </a:lnTo>
                <a:lnTo>
                  <a:pt x="56860" y="42346"/>
                </a:lnTo>
                <a:lnTo>
                  <a:pt x="57003" y="42015"/>
                </a:lnTo>
                <a:lnTo>
                  <a:pt x="57134" y="41678"/>
                </a:lnTo>
                <a:lnTo>
                  <a:pt x="57254" y="41337"/>
                </a:lnTo>
                <a:lnTo>
                  <a:pt x="57363" y="40991"/>
                </a:lnTo>
                <a:lnTo>
                  <a:pt x="57461" y="40640"/>
                </a:lnTo>
                <a:lnTo>
                  <a:pt x="57548" y="40284"/>
                </a:lnTo>
                <a:lnTo>
                  <a:pt x="57625" y="39925"/>
                </a:lnTo>
                <a:lnTo>
                  <a:pt x="57691" y="39561"/>
                </a:lnTo>
                <a:lnTo>
                  <a:pt x="57747" y="39193"/>
                </a:lnTo>
                <a:lnTo>
                  <a:pt x="57792" y="38822"/>
                </a:lnTo>
                <a:lnTo>
                  <a:pt x="57827" y="38446"/>
                </a:lnTo>
                <a:lnTo>
                  <a:pt x="57851" y="38068"/>
                </a:lnTo>
                <a:lnTo>
                  <a:pt x="57866" y="37685"/>
                </a:lnTo>
                <a:lnTo>
                  <a:pt x="57871" y="37300"/>
                </a:lnTo>
                <a:lnTo>
                  <a:pt x="57869" y="37164"/>
                </a:lnTo>
                <a:lnTo>
                  <a:pt x="57862" y="37031"/>
                </a:lnTo>
                <a:lnTo>
                  <a:pt x="57851" y="36900"/>
                </a:lnTo>
                <a:lnTo>
                  <a:pt x="57836" y="36771"/>
                </a:lnTo>
                <a:lnTo>
                  <a:pt x="57817" y="36645"/>
                </a:lnTo>
                <a:lnTo>
                  <a:pt x="57795" y="36522"/>
                </a:lnTo>
                <a:lnTo>
                  <a:pt x="57770" y="36401"/>
                </a:lnTo>
                <a:lnTo>
                  <a:pt x="57741" y="36283"/>
                </a:lnTo>
                <a:lnTo>
                  <a:pt x="57710" y="36167"/>
                </a:lnTo>
                <a:lnTo>
                  <a:pt x="57676" y="36055"/>
                </a:lnTo>
                <a:lnTo>
                  <a:pt x="57640" y="35945"/>
                </a:lnTo>
                <a:lnTo>
                  <a:pt x="57603" y="35839"/>
                </a:lnTo>
                <a:lnTo>
                  <a:pt x="57563" y="35735"/>
                </a:lnTo>
                <a:lnTo>
                  <a:pt x="57522" y="35634"/>
                </a:lnTo>
                <a:lnTo>
                  <a:pt x="57480" y="35536"/>
                </a:lnTo>
                <a:lnTo>
                  <a:pt x="57436" y="35442"/>
                </a:lnTo>
                <a:lnTo>
                  <a:pt x="57392" y="35351"/>
                </a:lnTo>
                <a:lnTo>
                  <a:pt x="57348" y="35263"/>
                </a:lnTo>
                <a:lnTo>
                  <a:pt x="57303" y="35178"/>
                </a:lnTo>
                <a:lnTo>
                  <a:pt x="57258" y="35097"/>
                </a:lnTo>
                <a:lnTo>
                  <a:pt x="57214" y="35019"/>
                </a:lnTo>
                <a:lnTo>
                  <a:pt x="57170" y="34944"/>
                </a:lnTo>
                <a:lnTo>
                  <a:pt x="57126" y="34874"/>
                </a:lnTo>
                <a:lnTo>
                  <a:pt x="57084" y="34806"/>
                </a:lnTo>
                <a:lnTo>
                  <a:pt x="57038" y="34735"/>
                </a:lnTo>
                <a:lnTo>
                  <a:pt x="56991" y="34664"/>
                </a:lnTo>
                <a:lnTo>
                  <a:pt x="56943" y="34594"/>
                </a:lnTo>
                <a:lnTo>
                  <a:pt x="56894" y="34524"/>
                </a:lnTo>
                <a:lnTo>
                  <a:pt x="56844" y="34454"/>
                </a:lnTo>
                <a:lnTo>
                  <a:pt x="56794" y="34385"/>
                </a:lnTo>
                <a:lnTo>
                  <a:pt x="56742" y="34317"/>
                </a:lnTo>
                <a:lnTo>
                  <a:pt x="56690" y="34249"/>
                </a:lnTo>
                <a:lnTo>
                  <a:pt x="56637" y="34181"/>
                </a:lnTo>
                <a:lnTo>
                  <a:pt x="56583" y="34114"/>
                </a:lnTo>
                <a:lnTo>
                  <a:pt x="56529" y="34048"/>
                </a:lnTo>
                <a:lnTo>
                  <a:pt x="56474" y="33982"/>
                </a:lnTo>
                <a:lnTo>
                  <a:pt x="56418" y="33916"/>
                </a:lnTo>
                <a:lnTo>
                  <a:pt x="56362" y="33851"/>
                </a:lnTo>
                <a:lnTo>
                  <a:pt x="56306" y="33787"/>
                </a:lnTo>
                <a:lnTo>
                  <a:pt x="56249" y="33723"/>
                </a:lnTo>
                <a:lnTo>
                  <a:pt x="56191" y="33659"/>
                </a:lnTo>
                <a:lnTo>
                  <a:pt x="56133" y="33596"/>
                </a:lnTo>
                <a:lnTo>
                  <a:pt x="56075" y="33534"/>
                </a:lnTo>
                <a:lnTo>
                  <a:pt x="56017" y="33472"/>
                </a:lnTo>
                <a:lnTo>
                  <a:pt x="55958" y="33411"/>
                </a:lnTo>
                <a:lnTo>
                  <a:pt x="55899" y="33350"/>
                </a:lnTo>
                <a:lnTo>
                  <a:pt x="55840" y="33290"/>
                </a:lnTo>
                <a:lnTo>
                  <a:pt x="55780" y="33230"/>
                </a:lnTo>
                <a:lnTo>
                  <a:pt x="54849" y="32299"/>
                </a:lnTo>
                <a:lnTo>
                  <a:pt x="53532" y="32299"/>
                </a:lnTo>
                <a:lnTo>
                  <a:pt x="45085" y="32299"/>
                </a:lnTo>
                <a:lnTo>
                  <a:pt x="44745" y="32298"/>
                </a:lnTo>
                <a:lnTo>
                  <a:pt x="44412" y="32298"/>
                </a:lnTo>
                <a:lnTo>
                  <a:pt x="44087" y="32297"/>
                </a:lnTo>
                <a:lnTo>
                  <a:pt x="43770" y="32296"/>
                </a:lnTo>
                <a:lnTo>
                  <a:pt x="43461" y="32295"/>
                </a:lnTo>
                <a:lnTo>
                  <a:pt x="43158" y="32293"/>
                </a:lnTo>
                <a:lnTo>
                  <a:pt x="42864" y="32292"/>
                </a:lnTo>
                <a:lnTo>
                  <a:pt x="42577" y="32289"/>
                </a:lnTo>
                <a:lnTo>
                  <a:pt x="42297" y="32287"/>
                </a:lnTo>
                <a:lnTo>
                  <a:pt x="42025" y="32284"/>
                </a:lnTo>
                <a:lnTo>
                  <a:pt x="41761" y="32281"/>
                </a:lnTo>
                <a:lnTo>
                  <a:pt x="41504" y="32278"/>
                </a:lnTo>
                <a:lnTo>
                  <a:pt x="41255" y="32275"/>
                </a:lnTo>
                <a:lnTo>
                  <a:pt x="41013" y="32271"/>
                </a:lnTo>
                <a:lnTo>
                  <a:pt x="40875" y="32268"/>
                </a:lnTo>
                <a:lnTo>
                  <a:pt x="41525" y="29863"/>
                </a:lnTo>
                <a:lnTo>
                  <a:pt x="41673" y="29336"/>
                </a:lnTo>
                <a:lnTo>
                  <a:pt x="41825" y="28790"/>
                </a:lnTo>
                <a:lnTo>
                  <a:pt x="41976" y="28243"/>
                </a:lnTo>
                <a:lnTo>
                  <a:pt x="42125" y="27696"/>
                </a:lnTo>
                <a:lnTo>
                  <a:pt x="42274" y="27148"/>
                </a:lnTo>
                <a:lnTo>
                  <a:pt x="42421" y="26600"/>
                </a:lnTo>
                <a:lnTo>
                  <a:pt x="42568" y="26051"/>
                </a:lnTo>
                <a:lnTo>
                  <a:pt x="42713" y="25501"/>
                </a:lnTo>
                <a:lnTo>
                  <a:pt x="42856" y="24951"/>
                </a:lnTo>
                <a:lnTo>
                  <a:pt x="42999" y="24401"/>
                </a:lnTo>
                <a:lnTo>
                  <a:pt x="43141" y="23849"/>
                </a:lnTo>
                <a:lnTo>
                  <a:pt x="43281" y="23298"/>
                </a:lnTo>
                <a:lnTo>
                  <a:pt x="43420" y="22745"/>
                </a:lnTo>
                <a:lnTo>
                  <a:pt x="43558" y="22192"/>
                </a:lnTo>
                <a:lnTo>
                  <a:pt x="43695" y="21639"/>
                </a:lnTo>
                <a:lnTo>
                  <a:pt x="43831" y="21085"/>
                </a:lnTo>
                <a:lnTo>
                  <a:pt x="43965" y="20530"/>
                </a:lnTo>
                <a:lnTo>
                  <a:pt x="44099" y="19975"/>
                </a:lnTo>
                <a:lnTo>
                  <a:pt x="44231" y="19419"/>
                </a:lnTo>
                <a:lnTo>
                  <a:pt x="44362" y="18863"/>
                </a:lnTo>
                <a:lnTo>
                  <a:pt x="44492" y="18306"/>
                </a:lnTo>
                <a:lnTo>
                  <a:pt x="44620" y="17748"/>
                </a:lnTo>
                <a:lnTo>
                  <a:pt x="44748" y="17190"/>
                </a:lnTo>
                <a:lnTo>
                  <a:pt x="44874" y="16631"/>
                </a:lnTo>
                <a:lnTo>
                  <a:pt x="44936" y="16356"/>
                </a:lnTo>
                <a:lnTo>
                  <a:pt x="44997" y="16085"/>
                </a:lnTo>
                <a:lnTo>
                  <a:pt x="45056" y="15818"/>
                </a:lnTo>
                <a:lnTo>
                  <a:pt x="45114" y="15556"/>
                </a:lnTo>
                <a:lnTo>
                  <a:pt x="45171" y="15299"/>
                </a:lnTo>
                <a:lnTo>
                  <a:pt x="45227" y="15046"/>
                </a:lnTo>
                <a:lnTo>
                  <a:pt x="45281" y="14797"/>
                </a:lnTo>
                <a:lnTo>
                  <a:pt x="45334" y="14554"/>
                </a:lnTo>
                <a:lnTo>
                  <a:pt x="45386" y="14314"/>
                </a:lnTo>
                <a:lnTo>
                  <a:pt x="45437" y="14079"/>
                </a:lnTo>
                <a:lnTo>
                  <a:pt x="45486" y="13849"/>
                </a:lnTo>
                <a:lnTo>
                  <a:pt x="45534" y="13623"/>
                </a:lnTo>
                <a:lnTo>
                  <a:pt x="45581" y="13402"/>
                </a:lnTo>
                <a:lnTo>
                  <a:pt x="45627" y="13186"/>
                </a:lnTo>
                <a:lnTo>
                  <a:pt x="45671" y="12974"/>
                </a:lnTo>
                <a:lnTo>
                  <a:pt x="45714" y="12766"/>
                </a:lnTo>
                <a:lnTo>
                  <a:pt x="45756" y="12563"/>
                </a:lnTo>
                <a:lnTo>
                  <a:pt x="45797" y="12365"/>
                </a:lnTo>
                <a:lnTo>
                  <a:pt x="45836" y="12172"/>
                </a:lnTo>
                <a:lnTo>
                  <a:pt x="45874" y="11983"/>
                </a:lnTo>
                <a:lnTo>
                  <a:pt x="45911" y="11798"/>
                </a:lnTo>
                <a:lnTo>
                  <a:pt x="45946" y="11618"/>
                </a:lnTo>
                <a:lnTo>
                  <a:pt x="45980" y="11443"/>
                </a:lnTo>
                <a:lnTo>
                  <a:pt x="46013" y="11272"/>
                </a:lnTo>
                <a:lnTo>
                  <a:pt x="46042" y="11121"/>
                </a:lnTo>
                <a:lnTo>
                  <a:pt x="46070" y="10969"/>
                </a:lnTo>
                <a:lnTo>
                  <a:pt x="46098" y="10819"/>
                </a:lnTo>
                <a:lnTo>
                  <a:pt x="46126" y="10670"/>
                </a:lnTo>
                <a:lnTo>
                  <a:pt x="46153" y="10522"/>
                </a:lnTo>
                <a:lnTo>
                  <a:pt x="46179" y="10376"/>
                </a:lnTo>
                <a:lnTo>
                  <a:pt x="46204" y="10231"/>
                </a:lnTo>
                <a:lnTo>
                  <a:pt x="46228" y="10087"/>
                </a:lnTo>
                <a:lnTo>
                  <a:pt x="46251" y="9946"/>
                </a:lnTo>
                <a:lnTo>
                  <a:pt x="46274" y="9806"/>
                </a:lnTo>
                <a:lnTo>
                  <a:pt x="46295" y="9669"/>
                </a:lnTo>
                <a:lnTo>
                  <a:pt x="46315" y="9534"/>
                </a:lnTo>
                <a:lnTo>
                  <a:pt x="46334" y="9401"/>
                </a:lnTo>
                <a:lnTo>
                  <a:pt x="46352" y="9271"/>
                </a:lnTo>
                <a:lnTo>
                  <a:pt x="46368" y="9144"/>
                </a:lnTo>
                <a:lnTo>
                  <a:pt x="46383" y="9020"/>
                </a:lnTo>
                <a:lnTo>
                  <a:pt x="46396" y="8899"/>
                </a:lnTo>
                <a:lnTo>
                  <a:pt x="46408" y="8781"/>
                </a:lnTo>
                <a:lnTo>
                  <a:pt x="46418" y="8666"/>
                </a:lnTo>
                <a:lnTo>
                  <a:pt x="46427" y="8555"/>
                </a:lnTo>
                <a:lnTo>
                  <a:pt x="46434" y="8447"/>
                </a:lnTo>
                <a:lnTo>
                  <a:pt x="46438" y="8344"/>
                </a:lnTo>
                <a:lnTo>
                  <a:pt x="46441" y="8244"/>
                </a:lnTo>
                <a:lnTo>
                  <a:pt x="46442" y="8149"/>
                </a:lnTo>
                <a:lnTo>
                  <a:pt x="46439" y="7919"/>
                </a:lnTo>
                <a:lnTo>
                  <a:pt x="46428" y="7692"/>
                </a:lnTo>
                <a:lnTo>
                  <a:pt x="46410" y="7466"/>
                </a:lnTo>
                <a:lnTo>
                  <a:pt x="46385" y="7242"/>
                </a:lnTo>
                <a:lnTo>
                  <a:pt x="46353" y="7020"/>
                </a:lnTo>
                <a:lnTo>
                  <a:pt x="46314" y="6799"/>
                </a:lnTo>
                <a:lnTo>
                  <a:pt x="46270" y="6581"/>
                </a:lnTo>
                <a:lnTo>
                  <a:pt x="46219" y="6364"/>
                </a:lnTo>
                <a:lnTo>
                  <a:pt x="46162" y="6149"/>
                </a:lnTo>
                <a:lnTo>
                  <a:pt x="46099" y="5937"/>
                </a:lnTo>
                <a:lnTo>
                  <a:pt x="46030" y="5726"/>
                </a:lnTo>
                <a:lnTo>
                  <a:pt x="45957" y="5517"/>
                </a:lnTo>
                <a:lnTo>
                  <a:pt x="45877" y="5311"/>
                </a:lnTo>
                <a:lnTo>
                  <a:pt x="45793" y="5106"/>
                </a:lnTo>
                <a:lnTo>
                  <a:pt x="45704" y="4903"/>
                </a:lnTo>
                <a:lnTo>
                  <a:pt x="45610" y="4703"/>
                </a:lnTo>
                <a:lnTo>
                  <a:pt x="45511" y="4505"/>
                </a:lnTo>
                <a:lnTo>
                  <a:pt x="45408" y="4308"/>
                </a:lnTo>
                <a:lnTo>
                  <a:pt x="45301" y="4114"/>
                </a:lnTo>
                <a:lnTo>
                  <a:pt x="45190" y="3923"/>
                </a:lnTo>
                <a:lnTo>
                  <a:pt x="45075" y="3733"/>
                </a:lnTo>
                <a:lnTo>
                  <a:pt x="44956" y="3546"/>
                </a:lnTo>
                <a:lnTo>
                  <a:pt x="44834" y="3361"/>
                </a:lnTo>
                <a:lnTo>
                  <a:pt x="44708" y="3178"/>
                </a:lnTo>
                <a:lnTo>
                  <a:pt x="44508" y="2907"/>
                </a:lnTo>
                <a:lnTo>
                  <a:pt x="44299" y="2650"/>
                </a:lnTo>
                <a:lnTo>
                  <a:pt x="44080" y="2408"/>
                </a:lnTo>
                <a:lnTo>
                  <a:pt x="43852" y="2179"/>
                </a:lnTo>
                <a:lnTo>
                  <a:pt x="43616" y="1964"/>
                </a:lnTo>
                <a:lnTo>
                  <a:pt x="43373" y="1762"/>
                </a:lnTo>
                <a:lnTo>
                  <a:pt x="43121" y="1572"/>
                </a:lnTo>
                <a:lnTo>
                  <a:pt x="42863" y="1396"/>
                </a:lnTo>
                <a:lnTo>
                  <a:pt x="42598" y="1231"/>
                </a:lnTo>
                <a:lnTo>
                  <a:pt x="42327" y="1079"/>
                </a:lnTo>
                <a:lnTo>
                  <a:pt x="42051" y="937"/>
                </a:lnTo>
                <a:lnTo>
                  <a:pt x="41769" y="808"/>
                </a:lnTo>
                <a:lnTo>
                  <a:pt x="41482" y="689"/>
                </a:lnTo>
                <a:lnTo>
                  <a:pt x="41191" y="580"/>
                </a:lnTo>
                <a:lnTo>
                  <a:pt x="40897" y="482"/>
                </a:lnTo>
                <a:lnTo>
                  <a:pt x="40598" y="394"/>
                </a:lnTo>
                <a:lnTo>
                  <a:pt x="40297" y="315"/>
                </a:lnTo>
                <a:lnTo>
                  <a:pt x="39993" y="245"/>
                </a:lnTo>
                <a:lnTo>
                  <a:pt x="39687" y="185"/>
                </a:lnTo>
                <a:lnTo>
                  <a:pt x="39379" y="133"/>
                </a:lnTo>
                <a:lnTo>
                  <a:pt x="39070" y="89"/>
                </a:lnTo>
                <a:lnTo>
                  <a:pt x="38760" y="54"/>
                </a:lnTo>
                <a:lnTo>
                  <a:pt x="38449" y="26"/>
                </a:lnTo>
                <a:lnTo>
                  <a:pt x="38139" y="5"/>
                </a:lnTo>
                <a:lnTo>
                  <a:pt x="38051" y="0"/>
                </a:lnTo>
                <a:lnTo>
                  <a:pt x="37963" y="0"/>
                </a:lnTo>
                <a:lnTo>
                  <a:pt x="37809" y="1"/>
                </a:lnTo>
                <a:lnTo>
                  <a:pt x="37655" y="3"/>
                </a:lnTo>
                <a:lnTo>
                  <a:pt x="37501" y="6"/>
                </a:lnTo>
                <a:lnTo>
                  <a:pt x="37347" y="11"/>
                </a:lnTo>
                <a:lnTo>
                  <a:pt x="37194" y="18"/>
                </a:lnTo>
                <a:lnTo>
                  <a:pt x="37040" y="26"/>
                </a:lnTo>
                <a:lnTo>
                  <a:pt x="36887" y="35"/>
                </a:lnTo>
                <a:lnTo>
                  <a:pt x="36733" y="46"/>
                </a:lnTo>
                <a:lnTo>
                  <a:pt x="36580" y="58"/>
                </a:lnTo>
                <a:lnTo>
                  <a:pt x="36427" y="71"/>
                </a:lnTo>
                <a:lnTo>
                  <a:pt x="36274" y="86"/>
                </a:lnTo>
                <a:lnTo>
                  <a:pt x="36121" y="102"/>
                </a:lnTo>
                <a:lnTo>
                  <a:pt x="35968" y="120"/>
                </a:lnTo>
                <a:lnTo>
                  <a:pt x="35815" y="139"/>
                </a:lnTo>
                <a:lnTo>
                  <a:pt x="35662" y="160"/>
                </a:lnTo>
                <a:lnTo>
                  <a:pt x="35509" y="181"/>
                </a:lnTo>
                <a:lnTo>
                  <a:pt x="35357" y="205"/>
                </a:lnTo>
                <a:lnTo>
                  <a:pt x="35204" y="230"/>
                </a:lnTo>
                <a:lnTo>
                  <a:pt x="35052" y="256"/>
                </a:lnTo>
                <a:lnTo>
                  <a:pt x="34900" y="283"/>
                </a:lnTo>
                <a:lnTo>
                  <a:pt x="34747" y="312"/>
                </a:lnTo>
                <a:lnTo>
                  <a:pt x="34595" y="342"/>
                </a:lnTo>
                <a:lnTo>
                  <a:pt x="34443" y="374"/>
                </a:lnTo>
                <a:lnTo>
                  <a:pt x="34291" y="407"/>
                </a:lnTo>
                <a:lnTo>
                  <a:pt x="34080" y="457"/>
                </a:lnTo>
                <a:lnTo>
                  <a:pt x="33871" y="512"/>
                </a:lnTo>
                <a:lnTo>
                  <a:pt x="33665" y="574"/>
                </a:lnTo>
                <a:lnTo>
                  <a:pt x="33461" y="640"/>
                </a:lnTo>
                <a:lnTo>
                  <a:pt x="33260" y="712"/>
                </a:lnTo>
                <a:lnTo>
                  <a:pt x="33062" y="790"/>
                </a:lnTo>
                <a:lnTo>
                  <a:pt x="32867" y="874"/>
                </a:lnTo>
                <a:lnTo>
                  <a:pt x="32675" y="963"/>
                </a:lnTo>
                <a:lnTo>
                  <a:pt x="32485" y="1057"/>
                </a:lnTo>
                <a:lnTo>
                  <a:pt x="32299" y="1157"/>
                </a:lnTo>
                <a:lnTo>
                  <a:pt x="32116" y="1263"/>
                </a:lnTo>
                <a:lnTo>
                  <a:pt x="31937" y="1375"/>
                </a:lnTo>
                <a:lnTo>
                  <a:pt x="31761" y="1492"/>
                </a:lnTo>
                <a:lnTo>
                  <a:pt x="31588" y="1614"/>
                </a:lnTo>
                <a:lnTo>
                  <a:pt x="31419" y="1743"/>
                </a:lnTo>
                <a:lnTo>
                  <a:pt x="31254" y="1877"/>
                </a:lnTo>
                <a:lnTo>
                  <a:pt x="31092" y="2016"/>
                </a:lnTo>
                <a:lnTo>
                  <a:pt x="30935" y="2162"/>
                </a:lnTo>
                <a:lnTo>
                  <a:pt x="30781" y="2313"/>
                </a:lnTo>
                <a:lnTo>
                  <a:pt x="30631" y="2469"/>
                </a:lnTo>
                <a:lnTo>
                  <a:pt x="30486" y="2632"/>
                </a:lnTo>
                <a:lnTo>
                  <a:pt x="30344" y="2800"/>
                </a:lnTo>
                <a:lnTo>
                  <a:pt x="30208" y="2974"/>
                </a:lnTo>
                <a:lnTo>
                  <a:pt x="30075" y="3153"/>
                </a:lnTo>
                <a:lnTo>
                  <a:pt x="30016" y="3235"/>
                </a:lnTo>
                <a:lnTo>
                  <a:pt x="29958" y="3316"/>
                </a:lnTo>
                <a:lnTo>
                  <a:pt x="29900" y="3394"/>
                </a:lnTo>
                <a:lnTo>
                  <a:pt x="29842" y="3472"/>
                </a:lnTo>
                <a:lnTo>
                  <a:pt x="29784" y="3548"/>
                </a:lnTo>
                <a:lnTo>
                  <a:pt x="29727" y="3623"/>
                </a:lnTo>
                <a:lnTo>
                  <a:pt x="29671" y="3696"/>
                </a:lnTo>
                <a:lnTo>
                  <a:pt x="29614" y="3768"/>
                </a:lnTo>
                <a:lnTo>
                  <a:pt x="29558" y="3839"/>
                </a:lnTo>
                <a:lnTo>
                  <a:pt x="29502" y="3908"/>
                </a:lnTo>
                <a:lnTo>
                  <a:pt x="29447" y="3976"/>
                </a:lnTo>
                <a:lnTo>
                  <a:pt x="29392" y="4043"/>
                </a:lnTo>
                <a:lnTo>
                  <a:pt x="29337" y="4108"/>
                </a:lnTo>
                <a:lnTo>
                  <a:pt x="29282" y="4172"/>
                </a:lnTo>
                <a:lnTo>
                  <a:pt x="29228" y="4235"/>
                </a:lnTo>
                <a:lnTo>
                  <a:pt x="29175" y="4296"/>
                </a:lnTo>
                <a:lnTo>
                  <a:pt x="29121" y="4356"/>
                </a:lnTo>
                <a:lnTo>
                  <a:pt x="29068" y="4415"/>
                </a:lnTo>
                <a:lnTo>
                  <a:pt x="29016" y="4472"/>
                </a:lnTo>
                <a:lnTo>
                  <a:pt x="28963" y="4528"/>
                </a:lnTo>
                <a:lnTo>
                  <a:pt x="28911" y="4583"/>
                </a:lnTo>
                <a:lnTo>
                  <a:pt x="28860" y="4637"/>
                </a:lnTo>
                <a:lnTo>
                  <a:pt x="28809" y="4690"/>
                </a:lnTo>
                <a:lnTo>
                  <a:pt x="28758" y="4741"/>
                </a:lnTo>
                <a:lnTo>
                  <a:pt x="28615" y="4888"/>
                </a:lnTo>
                <a:lnTo>
                  <a:pt x="28478" y="5040"/>
                </a:lnTo>
                <a:lnTo>
                  <a:pt x="28347" y="5197"/>
                </a:lnTo>
                <a:lnTo>
                  <a:pt x="28221" y="5357"/>
                </a:lnTo>
                <a:lnTo>
                  <a:pt x="28099" y="5521"/>
                </a:lnTo>
                <a:lnTo>
                  <a:pt x="27983" y="5688"/>
                </a:lnTo>
                <a:lnTo>
                  <a:pt x="27872" y="5859"/>
                </a:lnTo>
                <a:lnTo>
                  <a:pt x="27765" y="6033"/>
                </a:lnTo>
                <a:lnTo>
                  <a:pt x="27663" y="6209"/>
                </a:lnTo>
                <a:lnTo>
                  <a:pt x="27566" y="6388"/>
                </a:lnTo>
                <a:lnTo>
                  <a:pt x="27473" y="6570"/>
                </a:lnTo>
                <a:lnTo>
                  <a:pt x="27384" y="6753"/>
                </a:lnTo>
                <a:lnTo>
                  <a:pt x="27299" y="6939"/>
                </a:lnTo>
                <a:lnTo>
                  <a:pt x="27218" y="7126"/>
                </a:lnTo>
                <a:lnTo>
                  <a:pt x="27141" y="7314"/>
                </a:lnTo>
                <a:lnTo>
                  <a:pt x="27067" y="7504"/>
                </a:lnTo>
                <a:lnTo>
                  <a:pt x="26997" y="7694"/>
                </a:lnTo>
                <a:lnTo>
                  <a:pt x="26931" y="7885"/>
                </a:lnTo>
                <a:lnTo>
                  <a:pt x="26868" y="8077"/>
                </a:lnTo>
                <a:lnTo>
                  <a:pt x="26808" y="8269"/>
                </a:lnTo>
                <a:lnTo>
                  <a:pt x="26751" y="8461"/>
                </a:lnTo>
                <a:lnTo>
                  <a:pt x="26696" y="8652"/>
                </a:lnTo>
                <a:lnTo>
                  <a:pt x="26645" y="8843"/>
                </a:lnTo>
                <a:lnTo>
                  <a:pt x="26596" y="9034"/>
                </a:lnTo>
                <a:lnTo>
                  <a:pt x="26557" y="9189"/>
                </a:lnTo>
                <a:lnTo>
                  <a:pt x="26518" y="9342"/>
                </a:lnTo>
                <a:lnTo>
                  <a:pt x="26479" y="9491"/>
                </a:lnTo>
                <a:lnTo>
                  <a:pt x="26441" y="9638"/>
                </a:lnTo>
                <a:lnTo>
                  <a:pt x="26402" y="9782"/>
                </a:lnTo>
                <a:lnTo>
                  <a:pt x="26364" y="9924"/>
                </a:lnTo>
                <a:lnTo>
                  <a:pt x="26326" y="10062"/>
                </a:lnTo>
                <a:lnTo>
                  <a:pt x="26288" y="10198"/>
                </a:lnTo>
                <a:lnTo>
                  <a:pt x="26250" y="10331"/>
                </a:lnTo>
                <a:lnTo>
                  <a:pt x="26213" y="10461"/>
                </a:lnTo>
                <a:lnTo>
                  <a:pt x="26176" y="10589"/>
                </a:lnTo>
                <a:lnTo>
                  <a:pt x="26139" y="10713"/>
                </a:lnTo>
                <a:lnTo>
                  <a:pt x="26102" y="10835"/>
                </a:lnTo>
                <a:lnTo>
                  <a:pt x="26065" y="10955"/>
                </a:lnTo>
                <a:lnTo>
                  <a:pt x="26028" y="11071"/>
                </a:lnTo>
                <a:lnTo>
                  <a:pt x="25992" y="11185"/>
                </a:lnTo>
                <a:lnTo>
                  <a:pt x="25956" y="11296"/>
                </a:lnTo>
                <a:lnTo>
                  <a:pt x="25920" y="11405"/>
                </a:lnTo>
                <a:lnTo>
                  <a:pt x="25885" y="11511"/>
                </a:lnTo>
                <a:lnTo>
                  <a:pt x="25849" y="11614"/>
                </a:lnTo>
                <a:lnTo>
                  <a:pt x="25814" y="11715"/>
                </a:lnTo>
                <a:lnTo>
                  <a:pt x="25779" y="11813"/>
                </a:lnTo>
                <a:lnTo>
                  <a:pt x="25744" y="11908"/>
                </a:lnTo>
                <a:lnTo>
                  <a:pt x="25710" y="12001"/>
                </a:lnTo>
                <a:lnTo>
                  <a:pt x="25658" y="12142"/>
                </a:lnTo>
                <a:lnTo>
                  <a:pt x="25606" y="12288"/>
                </a:lnTo>
                <a:lnTo>
                  <a:pt x="25554" y="12440"/>
                </a:lnTo>
                <a:lnTo>
                  <a:pt x="25502" y="12596"/>
                </a:lnTo>
                <a:lnTo>
                  <a:pt x="25449" y="12758"/>
                </a:lnTo>
                <a:lnTo>
                  <a:pt x="25397" y="12925"/>
                </a:lnTo>
                <a:lnTo>
                  <a:pt x="25344" y="13097"/>
                </a:lnTo>
                <a:lnTo>
                  <a:pt x="25291" y="13274"/>
                </a:lnTo>
                <a:lnTo>
                  <a:pt x="25238" y="13456"/>
                </a:lnTo>
                <a:lnTo>
                  <a:pt x="25185" y="13642"/>
                </a:lnTo>
                <a:lnTo>
                  <a:pt x="25132" y="13834"/>
                </a:lnTo>
                <a:lnTo>
                  <a:pt x="25079" y="14030"/>
                </a:lnTo>
                <a:lnTo>
                  <a:pt x="25025" y="14231"/>
                </a:lnTo>
                <a:lnTo>
                  <a:pt x="24971" y="14437"/>
                </a:lnTo>
                <a:lnTo>
                  <a:pt x="24917" y="14647"/>
                </a:lnTo>
                <a:lnTo>
                  <a:pt x="24863" y="14861"/>
                </a:lnTo>
                <a:lnTo>
                  <a:pt x="24809" y="15080"/>
                </a:lnTo>
                <a:lnTo>
                  <a:pt x="24755" y="15304"/>
                </a:lnTo>
                <a:lnTo>
                  <a:pt x="24700" y="15532"/>
                </a:lnTo>
                <a:lnTo>
                  <a:pt x="24645" y="15764"/>
                </a:lnTo>
                <a:lnTo>
                  <a:pt x="24590" y="16000"/>
                </a:lnTo>
                <a:lnTo>
                  <a:pt x="24535" y="16241"/>
                </a:lnTo>
                <a:lnTo>
                  <a:pt x="24479" y="16486"/>
                </a:lnTo>
                <a:lnTo>
                  <a:pt x="24424" y="16734"/>
                </a:lnTo>
                <a:lnTo>
                  <a:pt x="24370" y="16978"/>
                </a:lnTo>
                <a:lnTo>
                  <a:pt x="24316" y="17217"/>
                </a:lnTo>
                <a:lnTo>
                  <a:pt x="24263" y="17451"/>
                </a:lnTo>
                <a:lnTo>
                  <a:pt x="24211" y="17682"/>
                </a:lnTo>
                <a:lnTo>
                  <a:pt x="24159" y="17908"/>
                </a:lnTo>
                <a:lnTo>
                  <a:pt x="24108" y="18129"/>
                </a:lnTo>
                <a:lnTo>
                  <a:pt x="24058" y="18347"/>
                </a:lnTo>
                <a:lnTo>
                  <a:pt x="24008" y="18560"/>
                </a:lnTo>
                <a:lnTo>
                  <a:pt x="23959" y="18769"/>
                </a:lnTo>
                <a:lnTo>
                  <a:pt x="23911" y="18973"/>
                </a:lnTo>
                <a:lnTo>
                  <a:pt x="23863" y="19174"/>
                </a:lnTo>
                <a:lnTo>
                  <a:pt x="23816" y="19370"/>
                </a:lnTo>
                <a:lnTo>
                  <a:pt x="23769" y="19561"/>
                </a:lnTo>
                <a:lnTo>
                  <a:pt x="23723" y="19749"/>
                </a:lnTo>
                <a:lnTo>
                  <a:pt x="23678" y="19932"/>
                </a:lnTo>
                <a:lnTo>
                  <a:pt x="23634" y="20111"/>
                </a:lnTo>
                <a:lnTo>
                  <a:pt x="23590" y="20286"/>
                </a:lnTo>
                <a:lnTo>
                  <a:pt x="23547" y="20456"/>
                </a:lnTo>
                <a:lnTo>
                  <a:pt x="23504" y="20622"/>
                </a:lnTo>
                <a:lnTo>
                  <a:pt x="23462" y="20784"/>
                </a:lnTo>
                <a:lnTo>
                  <a:pt x="23421" y="20942"/>
                </a:lnTo>
                <a:lnTo>
                  <a:pt x="23380" y="21096"/>
                </a:lnTo>
                <a:lnTo>
                  <a:pt x="23340" y="21246"/>
                </a:lnTo>
                <a:lnTo>
                  <a:pt x="23301" y="21391"/>
                </a:lnTo>
                <a:lnTo>
                  <a:pt x="26368" y="22227"/>
                </a:lnTo>
                <a:lnTo>
                  <a:pt x="23275" y="21493"/>
                </a:lnTo>
                <a:lnTo>
                  <a:pt x="20708" y="32299"/>
                </a:lnTo>
                <a:lnTo>
                  <a:pt x="14443" y="32299"/>
                </a:lnTo>
                <a:lnTo>
                  <a:pt x="14370" y="32299"/>
                </a:lnTo>
                <a:lnTo>
                  <a:pt x="14370" y="32299"/>
                </a:lnTo>
                <a:lnTo>
                  <a:pt x="13771" y="32313"/>
                </a:lnTo>
                <a:lnTo>
                  <a:pt x="13194" y="32326"/>
                </a:lnTo>
                <a:lnTo>
                  <a:pt x="12639" y="32338"/>
                </a:lnTo>
                <a:lnTo>
                  <a:pt x="12105" y="32350"/>
                </a:lnTo>
                <a:lnTo>
                  <a:pt x="11594" y="32361"/>
                </a:lnTo>
                <a:lnTo>
                  <a:pt x="11104" y="32372"/>
                </a:lnTo>
                <a:lnTo>
                  <a:pt x="10637" y="32382"/>
                </a:lnTo>
                <a:lnTo>
                  <a:pt x="10191" y="32391"/>
                </a:lnTo>
                <a:lnTo>
                  <a:pt x="9767" y="32400"/>
                </a:lnTo>
                <a:lnTo>
                  <a:pt x="9364" y="32409"/>
                </a:lnTo>
                <a:lnTo>
                  <a:pt x="8984" y="32416"/>
                </a:lnTo>
                <a:lnTo>
                  <a:pt x="8625" y="32423"/>
                </a:lnTo>
                <a:lnTo>
                  <a:pt x="8287" y="32430"/>
                </a:lnTo>
                <a:lnTo>
                  <a:pt x="7971" y="32436"/>
                </a:lnTo>
                <a:lnTo>
                  <a:pt x="7677" y="32441"/>
                </a:lnTo>
                <a:lnTo>
                  <a:pt x="7405" y="32446"/>
                </a:lnTo>
                <a:lnTo>
                  <a:pt x="7154" y="32450"/>
                </a:lnTo>
                <a:lnTo>
                  <a:pt x="6924" y="32454"/>
                </a:lnTo>
                <a:lnTo>
                  <a:pt x="6716" y="32457"/>
                </a:lnTo>
                <a:lnTo>
                  <a:pt x="6529" y="32460"/>
                </a:lnTo>
                <a:lnTo>
                  <a:pt x="6364" y="32462"/>
                </a:lnTo>
                <a:lnTo>
                  <a:pt x="6220" y="32463"/>
                </a:lnTo>
                <a:lnTo>
                  <a:pt x="6097" y="32464"/>
                </a:lnTo>
                <a:lnTo>
                  <a:pt x="5995" y="32464"/>
                </a:lnTo>
                <a:lnTo>
                  <a:pt x="5902" y="32465"/>
                </a:lnTo>
                <a:lnTo>
                  <a:pt x="5807" y="32467"/>
                </a:lnTo>
                <a:lnTo>
                  <a:pt x="5711" y="32471"/>
                </a:lnTo>
                <a:lnTo>
                  <a:pt x="5613" y="32476"/>
                </a:lnTo>
                <a:lnTo>
                  <a:pt x="5514" y="32483"/>
                </a:lnTo>
                <a:lnTo>
                  <a:pt x="5414" y="32492"/>
                </a:lnTo>
                <a:close/>
                <a:moveTo>
                  <a:pt x="9474" y="90137"/>
                </a:moveTo>
                <a:lnTo>
                  <a:pt x="9474" y="90137"/>
                </a:lnTo>
                <a:lnTo>
                  <a:pt x="6389" y="89366"/>
                </a:lnTo>
                <a:lnTo>
                  <a:pt x="9474" y="90137"/>
                </a:lnTo>
                <a:close/>
                <a:moveTo>
                  <a:pt x="9805" y="97591"/>
                </a:moveTo>
                <a:lnTo>
                  <a:pt x="9805" y="97591"/>
                </a:lnTo>
                <a:lnTo>
                  <a:pt x="6780" y="98572"/>
                </a:lnTo>
                <a:lnTo>
                  <a:pt x="9805" y="97591"/>
                </a:lnTo>
                <a:close/>
                <a:moveTo>
                  <a:pt x="37963" y="3180"/>
                </a:moveTo>
                <a:lnTo>
                  <a:pt x="37963" y="3180"/>
                </a:lnTo>
                <a:lnTo>
                  <a:pt x="38139" y="5"/>
                </a:lnTo>
                <a:lnTo>
                  <a:pt x="37963" y="3180"/>
                </a:lnTo>
                <a:close/>
                <a:moveTo>
                  <a:pt x="25764" y="66361"/>
                </a:moveTo>
                <a:lnTo>
                  <a:pt x="25497" y="67455"/>
                </a:lnTo>
                <a:lnTo>
                  <a:pt x="25236" y="68529"/>
                </a:lnTo>
                <a:lnTo>
                  <a:pt x="24981" y="69581"/>
                </a:lnTo>
                <a:lnTo>
                  <a:pt x="24731" y="70611"/>
                </a:lnTo>
                <a:lnTo>
                  <a:pt x="24487" y="71621"/>
                </a:lnTo>
                <a:lnTo>
                  <a:pt x="24248" y="72610"/>
                </a:lnTo>
                <a:lnTo>
                  <a:pt x="24015" y="73577"/>
                </a:lnTo>
                <a:lnTo>
                  <a:pt x="23788" y="74524"/>
                </a:lnTo>
                <a:lnTo>
                  <a:pt x="23566" y="75449"/>
                </a:lnTo>
                <a:lnTo>
                  <a:pt x="23349" y="76353"/>
                </a:lnTo>
                <a:lnTo>
                  <a:pt x="23139" y="77235"/>
                </a:lnTo>
                <a:lnTo>
                  <a:pt x="22933" y="78097"/>
                </a:lnTo>
                <a:lnTo>
                  <a:pt x="22734" y="78938"/>
                </a:lnTo>
                <a:lnTo>
                  <a:pt x="22540" y="79757"/>
                </a:lnTo>
                <a:lnTo>
                  <a:pt x="22351" y="80555"/>
                </a:lnTo>
                <a:lnTo>
                  <a:pt x="22168" y="81332"/>
                </a:lnTo>
                <a:lnTo>
                  <a:pt x="21991" y="82088"/>
                </a:lnTo>
                <a:lnTo>
                  <a:pt x="21820" y="82822"/>
                </a:lnTo>
                <a:lnTo>
                  <a:pt x="21654" y="83535"/>
                </a:lnTo>
                <a:lnTo>
                  <a:pt x="21493" y="84227"/>
                </a:lnTo>
                <a:lnTo>
                  <a:pt x="21338" y="84898"/>
                </a:lnTo>
                <a:lnTo>
                  <a:pt x="21189" y="85548"/>
                </a:lnTo>
                <a:lnTo>
                  <a:pt x="21045" y="86177"/>
                </a:lnTo>
                <a:lnTo>
                  <a:pt x="20907" y="86784"/>
                </a:lnTo>
                <a:lnTo>
                  <a:pt x="20840" y="87079"/>
                </a:lnTo>
                <a:lnTo>
                  <a:pt x="20775" y="87370"/>
                </a:lnTo>
                <a:lnTo>
                  <a:pt x="20710" y="87655"/>
                </a:lnTo>
                <a:lnTo>
                  <a:pt x="20648" y="87935"/>
                </a:lnTo>
                <a:lnTo>
                  <a:pt x="20586" y="88210"/>
                </a:lnTo>
                <a:lnTo>
                  <a:pt x="20526" y="88480"/>
                </a:lnTo>
                <a:lnTo>
                  <a:pt x="20467" y="88745"/>
                </a:lnTo>
                <a:lnTo>
                  <a:pt x="20410" y="89005"/>
                </a:lnTo>
                <a:lnTo>
                  <a:pt x="20354" y="89259"/>
                </a:lnTo>
                <a:lnTo>
                  <a:pt x="20299" y="89509"/>
                </a:lnTo>
                <a:lnTo>
                  <a:pt x="20246" y="89753"/>
                </a:lnTo>
                <a:lnTo>
                  <a:pt x="20194" y="89992"/>
                </a:lnTo>
                <a:lnTo>
                  <a:pt x="20143" y="90226"/>
                </a:lnTo>
                <a:lnTo>
                  <a:pt x="20094" y="90454"/>
                </a:lnTo>
                <a:lnTo>
                  <a:pt x="20046" y="90678"/>
                </a:lnTo>
                <a:lnTo>
                  <a:pt x="20000" y="90896"/>
                </a:lnTo>
                <a:lnTo>
                  <a:pt x="19955" y="91110"/>
                </a:lnTo>
                <a:lnTo>
                  <a:pt x="19911" y="91318"/>
                </a:lnTo>
                <a:lnTo>
                  <a:pt x="19869" y="91521"/>
                </a:lnTo>
                <a:lnTo>
                  <a:pt x="19828" y="91718"/>
                </a:lnTo>
                <a:lnTo>
                  <a:pt x="19789" y="91911"/>
                </a:lnTo>
                <a:lnTo>
                  <a:pt x="19750" y="92098"/>
                </a:lnTo>
                <a:lnTo>
                  <a:pt x="19714" y="92280"/>
                </a:lnTo>
                <a:lnTo>
                  <a:pt x="19678" y="92457"/>
                </a:lnTo>
                <a:lnTo>
                  <a:pt x="19661" y="92543"/>
                </a:lnTo>
                <a:lnTo>
                  <a:pt x="19644" y="92628"/>
                </a:lnTo>
                <a:lnTo>
                  <a:pt x="19628" y="92712"/>
                </a:lnTo>
                <a:lnTo>
                  <a:pt x="19612" y="92796"/>
                </a:lnTo>
                <a:lnTo>
                  <a:pt x="19596" y="92878"/>
                </a:lnTo>
                <a:lnTo>
                  <a:pt x="19580" y="92958"/>
                </a:lnTo>
                <a:lnTo>
                  <a:pt x="19565" y="93038"/>
                </a:lnTo>
                <a:lnTo>
                  <a:pt x="19550" y="93117"/>
                </a:lnTo>
                <a:lnTo>
                  <a:pt x="19535" y="93195"/>
                </a:lnTo>
                <a:lnTo>
                  <a:pt x="19521" y="93271"/>
                </a:lnTo>
                <a:lnTo>
                  <a:pt x="19507" y="93346"/>
                </a:lnTo>
                <a:lnTo>
                  <a:pt x="19493" y="93421"/>
                </a:lnTo>
                <a:lnTo>
                  <a:pt x="19480" y="93494"/>
                </a:lnTo>
                <a:lnTo>
                  <a:pt x="19467" y="93566"/>
                </a:lnTo>
                <a:lnTo>
                  <a:pt x="19454" y="93636"/>
                </a:lnTo>
                <a:lnTo>
                  <a:pt x="19441" y="93706"/>
                </a:lnTo>
                <a:lnTo>
                  <a:pt x="19429" y="93775"/>
                </a:lnTo>
                <a:lnTo>
                  <a:pt x="19418" y="93842"/>
                </a:lnTo>
                <a:lnTo>
                  <a:pt x="19406" y="93908"/>
                </a:lnTo>
                <a:lnTo>
                  <a:pt x="19395" y="93973"/>
                </a:lnTo>
                <a:lnTo>
                  <a:pt x="19384" y="94037"/>
                </a:lnTo>
                <a:lnTo>
                  <a:pt x="19374" y="94100"/>
                </a:lnTo>
                <a:lnTo>
                  <a:pt x="19364" y="94161"/>
                </a:lnTo>
                <a:lnTo>
                  <a:pt x="19354" y="94221"/>
                </a:lnTo>
                <a:lnTo>
                  <a:pt x="19346" y="94273"/>
                </a:lnTo>
                <a:lnTo>
                  <a:pt x="19338" y="94326"/>
                </a:lnTo>
                <a:lnTo>
                  <a:pt x="19330" y="94379"/>
                </a:lnTo>
                <a:lnTo>
                  <a:pt x="19321" y="94434"/>
                </a:lnTo>
                <a:lnTo>
                  <a:pt x="19313" y="94490"/>
                </a:lnTo>
                <a:lnTo>
                  <a:pt x="19305" y="94546"/>
                </a:lnTo>
                <a:lnTo>
                  <a:pt x="19297" y="94603"/>
                </a:lnTo>
                <a:lnTo>
                  <a:pt x="19289" y="94661"/>
                </a:lnTo>
                <a:lnTo>
                  <a:pt x="19281" y="94719"/>
                </a:lnTo>
                <a:lnTo>
                  <a:pt x="19274" y="94778"/>
                </a:lnTo>
                <a:lnTo>
                  <a:pt x="19266" y="94837"/>
                </a:lnTo>
                <a:lnTo>
                  <a:pt x="19259" y="94897"/>
                </a:lnTo>
                <a:lnTo>
                  <a:pt x="19253" y="94956"/>
                </a:lnTo>
                <a:lnTo>
                  <a:pt x="19247" y="95016"/>
                </a:lnTo>
                <a:lnTo>
                  <a:pt x="19241" y="95076"/>
                </a:lnTo>
                <a:lnTo>
                  <a:pt x="19236" y="95136"/>
                </a:lnTo>
                <a:lnTo>
                  <a:pt x="19231" y="95195"/>
                </a:lnTo>
                <a:lnTo>
                  <a:pt x="19226" y="95255"/>
                </a:lnTo>
                <a:lnTo>
                  <a:pt x="19223" y="95314"/>
                </a:lnTo>
                <a:lnTo>
                  <a:pt x="19219" y="95373"/>
                </a:lnTo>
                <a:lnTo>
                  <a:pt x="19217" y="95431"/>
                </a:lnTo>
                <a:lnTo>
                  <a:pt x="19215" y="95489"/>
                </a:lnTo>
                <a:lnTo>
                  <a:pt x="19214" y="95546"/>
                </a:lnTo>
                <a:lnTo>
                  <a:pt x="19213" y="95603"/>
                </a:lnTo>
                <a:lnTo>
                  <a:pt x="19216" y="95922"/>
                </a:lnTo>
                <a:lnTo>
                  <a:pt x="19222" y="96240"/>
                </a:lnTo>
                <a:lnTo>
                  <a:pt x="19233" y="96557"/>
                </a:lnTo>
                <a:lnTo>
                  <a:pt x="19248" y="96872"/>
                </a:lnTo>
                <a:lnTo>
                  <a:pt x="19269" y="97185"/>
                </a:lnTo>
                <a:lnTo>
                  <a:pt x="19294" y="97497"/>
                </a:lnTo>
                <a:lnTo>
                  <a:pt x="19325" y="97806"/>
                </a:lnTo>
                <a:lnTo>
                  <a:pt x="19361" y="98113"/>
                </a:lnTo>
                <a:lnTo>
                  <a:pt x="19403" y="98417"/>
                </a:lnTo>
                <a:lnTo>
                  <a:pt x="19450" y="98719"/>
                </a:lnTo>
                <a:lnTo>
                  <a:pt x="19504" y="99017"/>
                </a:lnTo>
                <a:lnTo>
                  <a:pt x="19564" y="99313"/>
                </a:lnTo>
                <a:lnTo>
                  <a:pt x="19630" y="99605"/>
                </a:lnTo>
                <a:lnTo>
                  <a:pt x="19703" y="99893"/>
                </a:lnTo>
                <a:lnTo>
                  <a:pt x="19782" y="100178"/>
                </a:lnTo>
                <a:lnTo>
                  <a:pt x="19869" y="100459"/>
                </a:lnTo>
                <a:lnTo>
                  <a:pt x="19963" y="100736"/>
                </a:lnTo>
                <a:lnTo>
                  <a:pt x="20064" y="101008"/>
                </a:lnTo>
                <a:lnTo>
                  <a:pt x="20173" y="101276"/>
                </a:lnTo>
                <a:lnTo>
                  <a:pt x="20289" y="101539"/>
                </a:lnTo>
                <a:lnTo>
                  <a:pt x="20413" y="101797"/>
                </a:lnTo>
                <a:lnTo>
                  <a:pt x="20546" y="102050"/>
                </a:lnTo>
                <a:lnTo>
                  <a:pt x="20687" y="102298"/>
                </a:lnTo>
                <a:lnTo>
                  <a:pt x="20836" y="102540"/>
                </a:lnTo>
                <a:lnTo>
                  <a:pt x="21014" y="102803"/>
                </a:lnTo>
                <a:lnTo>
                  <a:pt x="21199" y="103055"/>
                </a:lnTo>
                <a:lnTo>
                  <a:pt x="21392" y="103296"/>
                </a:lnTo>
                <a:lnTo>
                  <a:pt x="21593" y="103525"/>
                </a:lnTo>
                <a:lnTo>
                  <a:pt x="21801" y="103743"/>
                </a:lnTo>
                <a:lnTo>
                  <a:pt x="22016" y="103949"/>
                </a:lnTo>
                <a:lnTo>
                  <a:pt x="22238" y="104144"/>
                </a:lnTo>
                <a:lnTo>
                  <a:pt x="22467" y="104327"/>
                </a:lnTo>
                <a:lnTo>
                  <a:pt x="22702" y="104499"/>
                </a:lnTo>
                <a:lnTo>
                  <a:pt x="22944" y="104660"/>
                </a:lnTo>
                <a:lnTo>
                  <a:pt x="23191" y="104809"/>
                </a:lnTo>
                <a:lnTo>
                  <a:pt x="23445" y="104948"/>
                </a:lnTo>
                <a:lnTo>
                  <a:pt x="23704" y="105075"/>
                </a:lnTo>
                <a:lnTo>
                  <a:pt x="23969" y="105190"/>
                </a:lnTo>
                <a:lnTo>
                  <a:pt x="24239" y="105295"/>
                </a:lnTo>
                <a:lnTo>
                  <a:pt x="24513" y="105389"/>
                </a:lnTo>
                <a:lnTo>
                  <a:pt x="24793" y="105471"/>
                </a:lnTo>
                <a:lnTo>
                  <a:pt x="24851" y="105485"/>
                </a:lnTo>
                <a:lnTo>
                  <a:pt x="24679" y="105476"/>
                </a:lnTo>
                <a:lnTo>
                  <a:pt x="24339" y="105451"/>
                </a:lnTo>
                <a:lnTo>
                  <a:pt x="24001" y="105419"/>
                </a:lnTo>
                <a:lnTo>
                  <a:pt x="23664" y="105380"/>
                </a:lnTo>
                <a:lnTo>
                  <a:pt x="23329" y="105333"/>
                </a:lnTo>
                <a:lnTo>
                  <a:pt x="22994" y="105280"/>
                </a:lnTo>
                <a:lnTo>
                  <a:pt x="22661" y="105219"/>
                </a:lnTo>
                <a:lnTo>
                  <a:pt x="22330" y="105150"/>
                </a:lnTo>
                <a:lnTo>
                  <a:pt x="21999" y="105075"/>
                </a:lnTo>
                <a:lnTo>
                  <a:pt x="21670" y="104992"/>
                </a:lnTo>
                <a:lnTo>
                  <a:pt x="21342" y="104902"/>
                </a:lnTo>
                <a:lnTo>
                  <a:pt x="21015" y="104805"/>
                </a:lnTo>
                <a:lnTo>
                  <a:pt x="20690" y="104700"/>
                </a:lnTo>
                <a:lnTo>
                  <a:pt x="20365" y="104588"/>
                </a:lnTo>
                <a:lnTo>
                  <a:pt x="20042" y="104468"/>
                </a:lnTo>
                <a:lnTo>
                  <a:pt x="19720" y="104341"/>
                </a:lnTo>
                <a:lnTo>
                  <a:pt x="19399" y="104207"/>
                </a:lnTo>
                <a:lnTo>
                  <a:pt x="19079" y="104065"/>
                </a:lnTo>
                <a:lnTo>
                  <a:pt x="18760" y="103916"/>
                </a:lnTo>
                <a:lnTo>
                  <a:pt x="18442" y="103760"/>
                </a:lnTo>
                <a:lnTo>
                  <a:pt x="18125" y="103596"/>
                </a:lnTo>
                <a:lnTo>
                  <a:pt x="17809" y="103424"/>
                </a:lnTo>
                <a:lnTo>
                  <a:pt x="17547" y="103273"/>
                </a:lnTo>
                <a:lnTo>
                  <a:pt x="17290" y="103111"/>
                </a:lnTo>
                <a:lnTo>
                  <a:pt x="17036" y="102940"/>
                </a:lnTo>
                <a:lnTo>
                  <a:pt x="16787" y="102758"/>
                </a:lnTo>
                <a:lnTo>
                  <a:pt x="16542" y="102565"/>
                </a:lnTo>
                <a:lnTo>
                  <a:pt x="16302" y="102361"/>
                </a:lnTo>
                <a:lnTo>
                  <a:pt x="16066" y="102147"/>
                </a:lnTo>
                <a:lnTo>
                  <a:pt x="15835" y="101921"/>
                </a:lnTo>
                <a:lnTo>
                  <a:pt x="15608" y="101683"/>
                </a:lnTo>
                <a:lnTo>
                  <a:pt x="15386" y="101434"/>
                </a:lnTo>
                <a:lnTo>
                  <a:pt x="15169" y="101173"/>
                </a:lnTo>
                <a:lnTo>
                  <a:pt x="14957" y="100900"/>
                </a:lnTo>
                <a:lnTo>
                  <a:pt x="14750" y="100615"/>
                </a:lnTo>
                <a:lnTo>
                  <a:pt x="14548" y="100317"/>
                </a:lnTo>
                <a:lnTo>
                  <a:pt x="14352" y="100007"/>
                </a:lnTo>
                <a:lnTo>
                  <a:pt x="14160" y="99684"/>
                </a:lnTo>
                <a:lnTo>
                  <a:pt x="13974" y="99347"/>
                </a:lnTo>
                <a:lnTo>
                  <a:pt x="13793" y="98998"/>
                </a:lnTo>
                <a:lnTo>
                  <a:pt x="13618" y="98635"/>
                </a:lnTo>
                <a:lnTo>
                  <a:pt x="13449" y="98258"/>
                </a:lnTo>
                <a:lnTo>
                  <a:pt x="13285" y="97867"/>
                </a:lnTo>
                <a:lnTo>
                  <a:pt x="13127" y="97462"/>
                </a:lnTo>
                <a:lnTo>
                  <a:pt x="12975" y="97043"/>
                </a:lnTo>
                <a:lnTo>
                  <a:pt x="12868" y="96724"/>
                </a:lnTo>
                <a:lnTo>
                  <a:pt x="12860" y="96688"/>
                </a:lnTo>
                <a:lnTo>
                  <a:pt x="12846" y="96611"/>
                </a:lnTo>
                <a:lnTo>
                  <a:pt x="12831" y="96527"/>
                </a:lnTo>
                <a:lnTo>
                  <a:pt x="12817" y="96436"/>
                </a:lnTo>
                <a:lnTo>
                  <a:pt x="12803" y="96336"/>
                </a:lnTo>
                <a:lnTo>
                  <a:pt x="12789" y="96230"/>
                </a:lnTo>
                <a:lnTo>
                  <a:pt x="12776" y="96115"/>
                </a:lnTo>
                <a:lnTo>
                  <a:pt x="12763" y="95992"/>
                </a:lnTo>
                <a:lnTo>
                  <a:pt x="12751" y="95861"/>
                </a:lnTo>
                <a:lnTo>
                  <a:pt x="12739" y="95722"/>
                </a:lnTo>
                <a:lnTo>
                  <a:pt x="12727" y="95575"/>
                </a:lnTo>
                <a:lnTo>
                  <a:pt x="12717" y="95420"/>
                </a:lnTo>
                <a:lnTo>
                  <a:pt x="12706" y="95255"/>
                </a:lnTo>
                <a:lnTo>
                  <a:pt x="12697" y="95082"/>
                </a:lnTo>
                <a:lnTo>
                  <a:pt x="12688" y="94901"/>
                </a:lnTo>
                <a:lnTo>
                  <a:pt x="12681" y="94710"/>
                </a:lnTo>
                <a:lnTo>
                  <a:pt x="12674" y="94511"/>
                </a:lnTo>
                <a:lnTo>
                  <a:pt x="12668" y="94302"/>
                </a:lnTo>
                <a:lnTo>
                  <a:pt x="12663" y="94084"/>
                </a:lnTo>
                <a:lnTo>
                  <a:pt x="12659" y="93857"/>
                </a:lnTo>
                <a:lnTo>
                  <a:pt x="12656" y="93621"/>
                </a:lnTo>
                <a:lnTo>
                  <a:pt x="12654" y="93374"/>
                </a:lnTo>
                <a:lnTo>
                  <a:pt x="12653" y="93119"/>
                </a:lnTo>
                <a:lnTo>
                  <a:pt x="12653" y="90529"/>
                </a:lnTo>
                <a:lnTo>
                  <a:pt x="18355" y="67720"/>
                </a:lnTo>
                <a:lnTo>
                  <a:pt x="18357" y="67714"/>
                </a:lnTo>
                <a:lnTo>
                  <a:pt x="18596" y="66752"/>
                </a:lnTo>
                <a:lnTo>
                  <a:pt x="18830" y="65809"/>
                </a:lnTo>
                <a:lnTo>
                  <a:pt x="19059" y="64886"/>
                </a:lnTo>
                <a:lnTo>
                  <a:pt x="19284" y="63984"/>
                </a:lnTo>
                <a:lnTo>
                  <a:pt x="19503" y="63102"/>
                </a:lnTo>
                <a:lnTo>
                  <a:pt x="19718" y="62240"/>
                </a:lnTo>
                <a:lnTo>
                  <a:pt x="19927" y="61398"/>
                </a:lnTo>
                <a:lnTo>
                  <a:pt x="20132" y="60577"/>
                </a:lnTo>
                <a:lnTo>
                  <a:pt x="20332" y="59775"/>
                </a:lnTo>
                <a:lnTo>
                  <a:pt x="20527" y="58994"/>
                </a:lnTo>
                <a:lnTo>
                  <a:pt x="20717" y="58233"/>
                </a:lnTo>
                <a:lnTo>
                  <a:pt x="20902" y="57492"/>
                </a:lnTo>
                <a:lnTo>
                  <a:pt x="21082" y="56771"/>
                </a:lnTo>
                <a:lnTo>
                  <a:pt x="21258" y="56070"/>
                </a:lnTo>
                <a:lnTo>
                  <a:pt x="21428" y="55390"/>
                </a:lnTo>
                <a:lnTo>
                  <a:pt x="21594" y="54730"/>
                </a:lnTo>
                <a:lnTo>
                  <a:pt x="21754" y="54089"/>
                </a:lnTo>
                <a:lnTo>
                  <a:pt x="21910" y="53469"/>
                </a:lnTo>
                <a:lnTo>
                  <a:pt x="22061" y="52870"/>
                </a:lnTo>
                <a:lnTo>
                  <a:pt x="22207" y="52290"/>
                </a:lnTo>
                <a:lnTo>
                  <a:pt x="22348" y="51730"/>
                </a:lnTo>
                <a:lnTo>
                  <a:pt x="22484" y="51191"/>
                </a:lnTo>
                <a:lnTo>
                  <a:pt x="22616" y="50672"/>
                </a:lnTo>
                <a:lnTo>
                  <a:pt x="22742" y="50173"/>
                </a:lnTo>
                <a:lnTo>
                  <a:pt x="22804" y="49931"/>
                </a:lnTo>
                <a:lnTo>
                  <a:pt x="22864" y="49694"/>
                </a:lnTo>
                <a:lnTo>
                  <a:pt x="22923" y="49462"/>
                </a:lnTo>
                <a:lnTo>
                  <a:pt x="22980" y="49235"/>
                </a:lnTo>
                <a:lnTo>
                  <a:pt x="23037" y="49013"/>
                </a:lnTo>
                <a:lnTo>
                  <a:pt x="23092" y="48797"/>
                </a:lnTo>
                <a:lnTo>
                  <a:pt x="23146" y="48585"/>
                </a:lnTo>
                <a:lnTo>
                  <a:pt x="23199" y="48379"/>
                </a:lnTo>
                <a:lnTo>
                  <a:pt x="23250" y="48178"/>
                </a:lnTo>
                <a:lnTo>
                  <a:pt x="23300" y="47982"/>
                </a:lnTo>
                <a:lnTo>
                  <a:pt x="23349" y="47791"/>
                </a:lnTo>
                <a:lnTo>
                  <a:pt x="23397" y="47605"/>
                </a:lnTo>
                <a:lnTo>
                  <a:pt x="23443" y="47424"/>
                </a:lnTo>
                <a:lnTo>
                  <a:pt x="23489" y="47249"/>
                </a:lnTo>
                <a:lnTo>
                  <a:pt x="23533" y="47078"/>
                </a:lnTo>
                <a:lnTo>
                  <a:pt x="23575" y="46913"/>
                </a:lnTo>
                <a:lnTo>
                  <a:pt x="23617" y="46752"/>
                </a:lnTo>
                <a:lnTo>
                  <a:pt x="23657" y="46597"/>
                </a:lnTo>
                <a:lnTo>
                  <a:pt x="23696" y="46447"/>
                </a:lnTo>
                <a:lnTo>
                  <a:pt x="23734" y="46302"/>
                </a:lnTo>
                <a:lnTo>
                  <a:pt x="23771" y="46162"/>
                </a:lnTo>
                <a:lnTo>
                  <a:pt x="23806" y="46027"/>
                </a:lnTo>
                <a:lnTo>
                  <a:pt x="23840" y="45897"/>
                </a:lnTo>
                <a:lnTo>
                  <a:pt x="23873" y="45772"/>
                </a:lnTo>
                <a:lnTo>
                  <a:pt x="23889" y="45711"/>
                </a:lnTo>
                <a:lnTo>
                  <a:pt x="23905" y="45652"/>
                </a:lnTo>
                <a:lnTo>
                  <a:pt x="23920" y="45594"/>
                </a:lnTo>
                <a:lnTo>
                  <a:pt x="23935" y="45537"/>
                </a:lnTo>
                <a:lnTo>
                  <a:pt x="23950" y="45482"/>
                </a:lnTo>
                <a:lnTo>
                  <a:pt x="23964" y="45429"/>
                </a:lnTo>
                <a:lnTo>
                  <a:pt x="23978" y="45377"/>
                </a:lnTo>
                <a:lnTo>
                  <a:pt x="23992" y="45326"/>
                </a:lnTo>
                <a:lnTo>
                  <a:pt x="24005" y="45276"/>
                </a:lnTo>
                <a:lnTo>
                  <a:pt x="24018" y="45228"/>
                </a:lnTo>
                <a:lnTo>
                  <a:pt x="24030" y="45182"/>
                </a:lnTo>
                <a:lnTo>
                  <a:pt x="24043" y="45136"/>
                </a:lnTo>
                <a:lnTo>
                  <a:pt x="24050" y="45108"/>
                </a:lnTo>
                <a:lnTo>
                  <a:pt x="24413" y="44746"/>
                </a:lnTo>
                <a:lnTo>
                  <a:pt x="24413" y="43428"/>
                </a:lnTo>
                <a:lnTo>
                  <a:pt x="24406" y="43204"/>
                </a:lnTo>
                <a:lnTo>
                  <a:pt x="24385" y="42989"/>
                </a:lnTo>
                <a:lnTo>
                  <a:pt x="24352" y="42785"/>
                </a:lnTo>
                <a:lnTo>
                  <a:pt x="24307" y="42591"/>
                </a:lnTo>
                <a:lnTo>
                  <a:pt x="24252" y="42407"/>
                </a:lnTo>
                <a:lnTo>
                  <a:pt x="24189" y="42233"/>
                </a:lnTo>
                <a:lnTo>
                  <a:pt x="24117" y="42068"/>
                </a:lnTo>
                <a:lnTo>
                  <a:pt x="24039" y="41914"/>
                </a:lnTo>
                <a:lnTo>
                  <a:pt x="23955" y="41768"/>
                </a:lnTo>
                <a:lnTo>
                  <a:pt x="23866" y="41632"/>
                </a:lnTo>
                <a:lnTo>
                  <a:pt x="23775" y="41506"/>
                </a:lnTo>
                <a:lnTo>
                  <a:pt x="23681" y="41388"/>
                </a:lnTo>
                <a:lnTo>
                  <a:pt x="23586" y="41280"/>
                </a:lnTo>
                <a:lnTo>
                  <a:pt x="23492" y="41180"/>
                </a:lnTo>
                <a:lnTo>
                  <a:pt x="23399" y="41089"/>
                </a:lnTo>
                <a:lnTo>
                  <a:pt x="23308" y="41007"/>
                </a:lnTo>
                <a:lnTo>
                  <a:pt x="23221" y="40934"/>
                </a:lnTo>
                <a:lnTo>
                  <a:pt x="23139" y="40869"/>
                </a:lnTo>
                <a:lnTo>
                  <a:pt x="23063" y="40812"/>
                </a:lnTo>
                <a:lnTo>
                  <a:pt x="22994" y="40763"/>
                </a:lnTo>
                <a:lnTo>
                  <a:pt x="22934" y="40722"/>
                </a:lnTo>
                <a:lnTo>
                  <a:pt x="22882" y="40690"/>
                </a:lnTo>
                <a:lnTo>
                  <a:pt x="22842" y="40665"/>
                </a:lnTo>
                <a:lnTo>
                  <a:pt x="22813" y="40648"/>
                </a:lnTo>
                <a:lnTo>
                  <a:pt x="22765" y="40620"/>
                </a:lnTo>
                <a:lnTo>
                  <a:pt x="22718" y="40594"/>
                </a:lnTo>
                <a:lnTo>
                  <a:pt x="22671" y="40569"/>
                </a:lnTo>
                <a:lnTo>
                  <a:pt x="22625" y="40546"/>
                </a:lnTo>
                <a:lnTo>
                  <a:pt x="22580" y="40523"/>
                </a:lnTo>
                <a:lnTo>
                  <a:pt x="22535" y="40502"/>
                </a:lnTo>
                <a:lnTo>
                  <a:pt x="22491" y="40481"/>
                </a:lnTo>
                <a:lnTo>
                  <a:pt x="22448" y="40462"/>
                </a:lnTo>
                <a:lnTo>
                  <a:pt x="22406" y="40444"/>
                </a:lnTo>
                <a:lnTo>
                  <a:pt x="22365" y="40427"/>
                </a:lnTo>
                <a:lnTo>
                  <a:pt x="22325" y="40411"/>
                </a:lnTo>
                <a:lnTo>
                  <a:pt x="22286" y="40396"/>
                </a:lnTo>
                <a:lnTo>
                  <a:pt x="22249" y="40382"/>
                </a:lnTo>
                <a:lnTo>
                  <a:pt x="22213" y="40369"/>
                </a:lnTo>
                <a:lnTo>
                  <a:pt x="22178" y="40357"/>
                </a:lnTo>
                <a:lnTo>
                  <a:pt x="22145" y="40346"/>
                </a:lnTo>
                <a:lnTo>
                  <a:pt x="22113" y="40335"/>
                </a:lnTo>
                <a:lnTo>
                  <a:pt x="22084" y="40326"/>
                </a:lnTo>
                <a:lnTo>
                  <a:pt x="22055" y="40317"/>
                </a:lnTo>
                <a:lnTo>
                  <a:pt x="22029" y="40309"/>
                </a:lnTo>
                <a:lnTo>
                  <a:pt x="22005" y="40302"/>
                </a:lnTo>
                <a:lnTo>
                  <a:pt x="21982" y="40296"/>
                </a:lnTo>
                <a:lnTo>
                  <a:pt x="21962" y="40290"/>
                </a:lnTo>
                <a:lnTo>
                  <a:pt x="21943" y="40285"/>
                </a:lnTo>
                <a:lnTo>
                  <a:pt x="21903" y="40274"/>
                </a:lnTo>
                <a:lnTo>
                  <a:pt x="21862" y="40263"/>
                </a:lnTo>
                <a:lnTo>
                  <a:pt x="21822" y="40253"/>
                </a:lnTo>
                <a:lnTo>
                  <a:pt x="21781" y="40244"/>
                </a:lnTo>
                <a:lnTo>
                  <a:pt x="21741" y="40235"/>
                </a:lnTo>
                <a:lnTo>
                  <a:pt x="21701" y="40226"/>
                </a:lnTo>
                <a:lnTo>
                  <a:pt x="21661" y="40217"/>
                </a:lnTo>
                <a:lnTo>
                  <a:pt x="21622" y="40209"/>
                </a:lnTo>
                <a:lnTo>
                  <a:pt x="21583" y="40202"/>
                </a:lnTo>
                <a:lnTo>
                  <a:pt x="21545" y="40195"/>
                </a:lnTo>
                <a:lnTo>
                  <a:pt x="21507" y="40188"/>
                </a:lnTo>
                <a:lnTo>
                  <a:pt x="21469" y="40181"/>
                </a:lnTo>
                <a:lnTo>
                  <a:pt x="21432" y="40175"/>
                </a:lnTo>
                <a:lnTo>
                  <a:pt x="21396" y="40169"/>
                </a:lnTo>
                <a:lnTo>
                  <a:pt x="21360" y="40164"/>
                </a:lnTo>
                <a:lnTo>
                  <a:pt x="21326" y="40158"/>
                </a:lnTo>
                <a:lnTo>
                  <a:pt x="21291" y="40153"/>
                </a:lnTo>
                <a:lnTo>
                  <a:pt x="21258" y="40149"/>
                </a:lnTo>
                <a:lnTo>
                  <a:pt x="21225" y="40144"/>
                </a:lnTo>
                <a:lnTo>
                  <a:pt x="21194" y="40140"/>
                </a:lnTo>
                <a:lnTo>
                  <a:pt x="21163" y="40136"/>
                </a:lnTo>
                <a:lnTo>
                  <a:pt x="21133" y="40133"/>
                </a:lnTo>
                <a:lnTo>
                  <a:pt x="21105" y="40129"/>
                </a:lnTo>
                <a:lnTo>
                  <a:pt x="21077" y="40126"/>
                </a:lnTo>
                <a:lnTo>
                  <a:pt x="21016" y="40119"/>
                </a:lnTo>
                <a:lnTo>
                  <a:pt x="20954" y="40112"/>
                </a:lnTo>
                <a:lnTo>
                  <a:pt x="20891" y="40105"/>
                </a:lnTo>
                <a:lnTo>
                  <a:pt x="20825" y="40099"/>
                </a:lnTo>
                <a:lnTo>
                  <a:pt x="20759" y="40093"/>
                </a:lnTo>
                <a:lnTo>
                  <a:pt x="20691" y="40087"/>
                </a:lnTo>
                <a:lnTo>
                  <a:pt x="20621" y="40081"/>
                </a:lnTo>
                <a:lnTo>
                  <a:pt x="20550" y="40075"/>
                </a:lnTo>
                <a:lnTo>
                  <a:pt x="20478" y="40070"/>
                </a:lnTo>
                <a:lnTo>
                  <a:pt x="20404" y="40064"/>
                </a:lnTo>
                <a:lnTo>
                  <a:pt x="20329" y="40059"/>
                </a:lnTo>
                <a:lnTo>
                  <a:pt x="20253" y="40054"/>
                </a:lnTo>
                <a:lnTo>
                  <a:pt x="20176" y="40049"/>
                </a:lnTo>
                <a:lnTo>
                  <a:pt x="20097" y="40044"/>
                </a:lnTo>
                <a:lnTo>
                  <a:pt x="20017" y="40039"/>
                </a:lnTo>
                <a:lnTo>
                  <a:pt x="19936" y="40035"/>
                </a:lnTo>
                <a:lnTo>
                  <a:pt x="19853" y="40030"/>
                </a:lnTo>
                <a:lnTo>
                  <a:pt x="19770" y="40026"/>
                </a:lnTo>
                <a:lnTo>
                  <a:pt x="19685" y="40022"/>
                </a:lnTo>
                <a:lnTo>
                  <a:pt x="19600" y="40018"/>
                </a:lnTo>
                <a:lnTo>
                  <a:pt x="19513" y="40014"/>
                </a:lnTo>
                <a:lnTo>
                  <a:pt x="19425" y="40010"/>
                </a:lnTo>
                <a:lnTo>
                  <a:pt x="19336" y="40007"/>
                </a:lnTo>
                <a:lnTo>
                  <a:pt x="19246" y="40003"/>
                </a:lnTo>
                <a:lnTo>
                  <a:pt x="19059" y="39996"/>
                </a:lnTo>
                <a:lnTo>
                  <a:pt x="18864" y="39989"/>
                </a:lnTo>
                <a:lnTo>
                  <a:pt x="18662" y="39983"/>
                </a:lnTo>
                <a:lnTo>
                  <a:pt x="18453" y="39977"/>
                </a:lnTo>
                <a:lnTo>
                  <a:pt x="18236" y="39971"/>
                </a:lnTo>
                <a:lnTo>
                  <a:pt x="18013" y="39965"/>
                </a:lnTo>
                <a:lnTo>
                  <a:pt x="17783" y="39960"/>
                </a:lnTo>
                <a:lnTo>
                  <a:pt x="17545" y="39955"/>
                </a:lnTo>
                <a:lnTo>
                  <a:pt x="17300" y="39951"/>
                </a:lnTo>
                <a:lnTo>
                  <a:pt x="17048" y="39946"/>
                </a:lnTo>
                <a:lnTo>
                  <a:pt x="16789" y="39942"/>
                </a:lnTo>
                <a:lnTo>
                  <a:pt x="16524" y="39939"/>
                </a:lnTo>
                <a:lnTo>
                  <a:pt x="16251" y="39935"/>
                </a:lnTo>
                <a:lnTo>
                  <a:pt x="15971" y="39932"/>
                </a:lnTo>
                <a:lnTo>
                  <a:pt x="15684" y="39929"/>
                </a:lnTo>
                <a:lnTo>
                  <a:pt x="15389" y="39927"/>
                </a:lnTo>
                <a:lnTo>
                  <a:pt x="15088" y="39925"/>
                </a:lnTo>
                <a:lnTo>
                  <a:pt x="14780" y="39923"/>
                </a:lnTo>
                <a:lnTo>
                  <a:pt x="14465" y="39921"/>
                </a:lnTo>
                <a:lnTo>
                  <a:pt x="14143" y="39920"/>
                </a:lnTo>
                <a:lnTo>
                  <a:pt x="13815" y="39919"/>
                </a:lnTo>
                <a:lnTo>
                  <a:pt x="13479" y="39918"/>
                </a:lnTo>
                <a:lnTo>
                  <a:pt x="13136" y="39918"/>
                </a:lnTo>
                <a:lnTo>
                  <a:pt x="12786" y="39918"/>
                </a:lnTo>
                <a:lnTo>
                  <a:pt x="6674" y="39918"/>
                </a:lnTo>
                <a:lnTo>
                  <a:pt x="6687" y="39865"/>
                </a:lnTo>
                <a:lnTo>
                  <a:pt x="6704" y="39791"/>
                </a:lnTo>
                <a:lnTo>
                  <a:pt x="6723" y="39716"/>
                </a:lnTo>
                <a:lnTo>
                  <a:pt x="6742" y="39640"/>
                </a:lnTo>
                <a:lnTo>
                  <a:pt x="6761" y="39562"/>
                </a:lnTo>
                <a:lnTo>
                  <a:pt x="6780" y="39486"/>
                </a:lnTo>
                <a:lnTo>
                  <a:pt x="6799" y="39412"/>
                </a:lnTo>
                <a:lnTo>
                  <a:pt x="6818" y="39340"/>
                </a:lnTo>
                <a:lnTo>
                  <a:pt x="6836" y="39270"/>
                </a:lnTo>
                <a:lnTo>
                  <a:pt x="6854" y="39202"/>
                </a:lnTo>
                <a:lnTo>
                  <a:pt x="6871" y="39136"/>
                </a:lnTo>
                <a:lnTo>
                  <a:pt x="6888" y="39073"/>
                </a:lnTo>
                <a:lnTo>
                  <a:pt x="6905" y="39011"/>
                </a:lnTo>
                <a:lnTo>
                  <a:pt x="6921" y="38951"/>
                </a:lnTo>
                <a:lnTo>
                  <a:pt x="6938" y="38894"/>
                </a:lnTo>
                <a:lnTo>
                  <a:pt x="6953" y="38838"/>
                </a:lnTo>
                <a:lnTo>
                  <a:pt x="6961" y="38813"/>
                </a:lnTo>
                <a:lnTo>
                  <a:pt x="6992" y="38813"/>
                </a:lnTo>
                <a:lnTo>
                  <a:pt x="7232" y="38809"/>
                </a:lnTo>
                <a:lnTo>
                  <a:pt x="7494" y="38805"/>
                </a:lnTo>
                <a:lnTo>
                  <a:pt x="7776" y="38800"/>
                </a:lnTo>
                <a:lnTo>
                  <a:pt x="8080" y="38794"/>
                </a:lnTo>
                <a:lnTo>
                  <a:pt x="8404" y="38788"/>
                </a:lnTo>
                <a:lnTo>
                  <a:pt x="8749" y="38781"/>
                </a:lnTo>
                <a:lnTo>
                  <a:pt x="9115" y="38774"/>
                </a:lnTo>
                <a:lnTo>
                  <a:pt x="9503" y="38766"/>
                </a:lnTo>
                <a:lnTo>
                  <a:pt x="9910" y="38758"/>
                </a:lnTo>
                <a:lnTo>
                  <a:pt x="10339" y="38749"/>
                </a:lnTo>
                <a:lnTo>
                  <a:pt x="10789" y="38739"/>
                </a:lnTo>
                <a:lnTo>
                  <a:pt x="11259" y="38729"/>
                </a:lnTo>
                <a:lnTo>
                  <a:pt x="11750" y="38719"/>
                </a:lnTo>
                <a:lnTo>
                  <a:pt x="12262" y="38707"/>
                </a:lnTo>
                <a:lnTo>
                  <a:pt x="12794" y="38696"/>
                </a:lnTo>
                <a:lnTo>
                  <a:pt x="13347" y="38683"/>
                </a:lnTo>
                <a:lnTo>
                  <a:pt x="13921" y="38670"/>
                </a:lnTo>
                <a:lnTo>
                  <a:pt x="14479" y="38658"/>
                </a:lnTo>
                <a:lnTo>
                  <a:pt x="23221" y="38658"/>
                </a:lnTo>
                <a:lnTo>
                  <a:pt x="25734" y="38658"/>
                </a:lnTo>
                <a:lnTo>
                  <a:pt x="26315" y="36213"/>
                </a:lnTo>
                <a:lnTo>
                  <a:pt x="29450" y="23011"/>
                </a:lnTo>
                <a:lnTo>
                  <a:pt x="29480" y="22902"/>
                </a:lnTo>
                <a:lnTo>
                  <a:pt x="29524" y="22735"/>
                </a:lnTo>
                <a:lnTo>
                  <a:pt x="29569" y="22565"/>
                </a:lnTo>
                <a:lnTo>
                  <a:pt x="29615" y="22391"/>
                </a:lnTo>
                <a:lnTo>
                  <a:pt x="29661" y="22213"/>
                </a:lnTo>
                <a:lnTo>
                  <a:pt x="29707" y="22032"/>
                </a:lnTo>
                <a:lnTo>
                  <a:pt x="29754" y="21846"/>
                </a:lnTo>
                <a:lnTo>
                  <a:pt x="29802" y="21657"/>
                </a:lnTo>
                <a:lnTo>
                  <a:pt x="29850" y="21464"/>
                </a:lnTo>
                <a:lnTo>
                  <a:pt x="29899" y="21267"/>
                </a:lnTo>
                <a:lnTo>
                  <a:pt x="29948" y="21066"/>
                </a:lnTo>
                <a:lnTo>
                  <a:pt x="29997" y="20862"/>
                </a:lnTo>
                <a:lnTo>
                  <a:pt x="30047" y="20653"/>
                </a:lnTo>
                <a:lnTo>
                  <a:pt x="30098" y="20441"/>
                </a:lnTo>
                <a:lnTo>
                  <a:pt x="30149" y="20225"/>
                </a:lnTo>
                <a:lnTo>
                  <a:pt x="30201" y="20006"/>
                </a:lnTo>
                <a:lnTo>
                  <a:pt x="30253" y="19782"/>
                </a:lnTo>
                <a:lnTo>
                  <a:pt x="30305" y="19555"/>
                </a:lnTo>
                <a:lnTo>
                  <a:pt x="30358" y="19324"/>
                </a:lnTo>
                <a:lnTo>
                  <a:pt x="30412" y="19090"/>
                </a:lnTo>
                <a:lnTo>
                  <a:pt x="30466" y="18851"/>
                </a:lnTo>
                <a:lnTo>
                  <a:pt x="30521" y="18609"/>
                </a:lnTo>
                <a:lnTo>
                  <a:pt x="30576" y="18363"/>
                </a:lnTo>
                <a:lnTo>
                  <a:pt x="30632" y="18114"/>
                </a:lnTo>
                <a:lnTo>
                  <a:pt x="30686" y="17871"/>
                </a:lnTo>
                <a:lnTo>
                  <a:pt x="30739" y="17636"/>
                </a:lnTo>
                <a:lnTo>
                  <a:pt x="30791" y="17409"/>
                </a:lnTo>
                <a:lnTo>
                  <a:pt x="30843" y="17189"/>
                </a:lnTo>
                <a:lnTo>
                  <a:pt x="30893" y="16976"/>
                </a:lnTo>
                <a:lnTo>
                  <a:pt x="30943" y="16770"/>
                </a:lnTo>
                <a:lnTo>
                  <a:pt x="30991" y="16571"/>
                </a:lnTo>
                <a:lnTo>
                  <a:pt x="31039" y="16380"/>
                </a:lnTo>
                <a:lnTo>
                  <a:pt x="31085" y="16195"/>
                </a:lnTo>
                <a:lnTo>
                  <a:pt x="31131" y="16018"/>
                </a:lnTo>
                <a:lnTo>
                  <a:pt x="31175" y="15847"/>
                </a:lnTo>
                <a:lnTo>
                  <a:pt x="31219" y="15683"/>
                </a:lnTo>
                <a:lnTo>
                  <a:pt x="31262" y="15526"/>
                </a:lnTo>
                <a:lnTo>
                  <a:pt x="31303" y="15376"/>
                </a:lnTo>
                <a:lnTo>
                  <a:pt x="31344" y="15233"/>
                </a:lnTo>
                <a:lnTo>
                  <a:pt x="31384" y="15096"/>
                </a:lnTo>
                <a:lnTo>
                  <a:pt x="31422" y="14966"/>
                </a:lnTo>
                <a:lnTo>
                  <a:pt x="31460" y="14842"/>
                </a:lnTo>
                <a:lnTo>
                  <a:pt x="31496" y="14725"/>
                </a:lnTo>
                <a:lnTo>
                  <a:pt x="31532" y="14614"/>
                </a:lnTo>
                <a:lnTo>
                  <a:pt x="31567" y="14510"/>
                </a:lnTo>
                <a:lnTo>
                  <a:pt x="31600" y="14412"/>
                </a:lnTo>
                <a:lnTo>
                  <a:pt x="31633" y="14320"/>
                </a:lnTo>
                <a:lnTo>
                  <a:pt x="31664" y="14234"/>
                </a:lnTo>
                <a:lnTo>
                  <a:pt x="31713" y="14104"/>
                </a:lnTo>
                <a:lnTo>
                  <a:pt x="31761" y="13971"/>
                </a:lnTo>
                <a:lnTo>
                  <a:pt x="31809" y="13837"/>
                </a:lnTo>
                <a:lnTo>
                  <a:pt x="31856" y="13701"/>
                </a:lnTo>
                <a:lnTo>
                  <a:pt x="31904" y="13563"/>
                </a:lnTo>
                <a:lnTo>
                  <a:pt x="31951" y="13422"/>
                </a:lnTo>
                <a:lnTo>
                  <a:pt x="31998" y="13280"/>
                </a:lnTo>
                <a:lnTo>
                  <a:pt x="32045" y="13136"/>
                </a:lnTo>
                <a:lnTo>
                  <a:pt x="32091" y="12990"/>
                </a:lnTo>
                <a:lnTo>
                  <a:pt x="32137" y="12842"/>
                </a:lnTo>
                <a:lnTo>
                  <a:pt x="32184" y="12692"/>
                </a:lnTo>
                <a:lnTo>
                  <a:pt x="32229" y="12541"/>
                </a:lnTo>
                <a:lnTo>
                  <a:pt x="32275" y="12387"/>
                </a:lnTo>
                <a:lnTo>
                  <a:pt x="32321" y="12231"/>
                </a:lnTo>
                <a:lnTo>
                  <a:pt x="32366" y="12074"/>
                </a:lnTo>
                <a:lnTo>
                  <a:pt x="32411" y="11915"/>
                </a:lnTo>
                <a:lnTo>
                  <a:pt x="32456" y="11754"/>
                </a:lnTo>
                <a:lnTo>
                  <a:pt x="32501" y="11591"/>
                </a:lnTo>
                <a:lnTo>
                  <a:pt x="32545" y="11426"/>
                </a:lnTo>
                <a:lnTo>
                  <a:pt x="32590" y="11260"/>
                </a:lnTo>
                <a:lnTo>
                  <a:pt x="32634" y="11091"/>
                </a:lnTo>
                <a:lnTo>
                  <a:pt x="32678" y="10921"/>
                </a:lnTo>
                <a:lnTo>
                  <a:pt x="32722" y="10750"/>
                </a:lnTo>
                <a:lnTo>
                  <a:pt x="32766" y="10576"/>
                </a:lnTo>
                <a:lnTo>
                  <a:pt x="32782" y="10512"/>
                </a:lnTo>
                <a:lnTo>
                  <a:pt x="32798" y="10449"/>
                </a:lnTo>
                <a:lnTo>
                  <a:pt x="32814" y="10388"/>
                </a:lnTo>
                <a:lnTo>
                  <a:pt x="32831" y="10329"/>
                </a:lnTo>
                <a:lnTo>
                  <a:pt x="32847" y="10271"/>
                </a:lnTo>
                <a:lnTo>
                  <a:pt x="32863" y="10215"/>
                </a:lnTo>
                <a:lnTo>
                  <a:pt x="32879" y="10160"/>
                </a:lnTo>
                <a:lnTo>
                  <a:pt x="32895" y="10107"/>
                </a:lnTo>
                <a:lnTo>
                  <a:pt x="32911" y="10056"/>
                </a:lnTo>
                <a:lnTo>
                  <a:pt x="32927" y="10006"/>
                </a:lnTo>
                <a:lnTo>
                  <a:pt x="32943" y="9958"/>
                </a:lnTo>
                <a:lnTo>
                  <a:pt x="32959" y="9911"/>
                </a:lnTo>
                <a:lnTo>
                  <a:pt x="32975" y="9866"/>
                </a:lnTo>
                <a:lnTo>
                  <a:pt x="32990" y="9822"/>
                </a:lnTo>
                <a:lnTo>
                  <a:pt x="33006" y="9779"/>
                </a:lnTo>
                <a:lnTo>
                  <a:pt x="33021" y="9738"/>
                </a:lnTo>
                <a:lnTo>
                  <a:pt x="33036" y="9699"/>
                </a:lnTo>
                <a:lnTo>
                  <a:pt x="33051" y="9661"/>
                </a:lnTo>
                <a:lnTo>
                  <a:pt x="33066" y="9624"/>
                </a:lnTo>
                <a:lnTo>
                  <a:pt x="33081" y="9589"/>
                </a:lnTo>
                <a:lnTo>
                  <a:pt x="33095" y="9555"/>
                </a:lnTo>
                <a:lnTo>
                  <a:pt x="33110" y="9522"/>
                </a:lnTo>
                <a:lnTo>
                  <a:pt x="33124" y="9491"/>
                </a:lnTo>
                <a:lnTo>
                  <a:pt x="33138" y="9461"/>
                </a:lnTo>
                <a:lnTo>
                  <a:pt x="33151" y="9432"/>
                </a:lnTo>
                <a:lnTo>
                  <a:pt x="33165" y="9405"/>
                </a:lnTo>
                <a:lnTo>
                  <a:pt x="33177" y="9380"/>
                </a:lnTo>
                <a:lnTo>
                  <a:pt x="33189" y="9358"/>
                </a:lnTo>
                <a:lnTo>
                  <a:pt x="33200" y="9337"/>
                </a:lnTo>
                <a:lnTo>
                  <a:pt x="33211" y="9317"/>
                </a:lnTo>
                <a:lnTo>
                  <a:pt x="33221" y="9300"/>
                </a:lnTo>
                <a:lnTo>
                  <a:pt x="33230" y="9285"/>
                </a:lnTo>
                <a:lnTo>
                  <a:pt x="33238" y="9271"/>
                </a:lnTo>
                <a:lnTo>
                  <a:pt x="33246" y="9259"/>
                </a:lnTo>
                <a:lnTo>
                  <a:pt x="33252" y="9248"/>
                </a:lnTo>
                <a:lnTo>
                  <a:pt x="33258" y="9239"/>
                </a:lnTo>
                <a:lnTo>
                  <a:pt x="33263" y="9232"/>
                </a:lnTo>
                <a:lnTo>
                  <a:pt x="33267" y="9226"/>
                </a:lnTo>
                <a:lnTo>
                  <a:pt x="33270" y="9222"/>
                </a:lnTo>
                <a:lnTo>
                  <a:pt x="33272" y="9220"/>
                </a:lnTo>
                <a:lnTo>
                  <a:pt x="33341" y="9149"/>
                </a:lnTo>
                <a:lnTo>
                  <a:pt x="33428" y="9060"/>
                </a:lnTo>
                <a:lnTo>
                  <a:pt x="33515" y="8970"/>
                </a:lnTo>
                <a:lnTo>
                  <a:pt x="33601" y="8879"/>
                </a:lnTo>
                <a:lnTo>
                  <a:pt x="33687" y="8787"/>
                </a:lnTo>
                <a:lnTo>
                  <a:pt x="33772" y="8694"/>
                </a:lnTo>
                <a:lnTo>
                  <a:pt x="33857" y="8600"/>
                </a:lnTo>
                <a:lnTo>
                  <a:pt x="33942" y="8505"/>
                </a:lnTo>
                <a:lnTo>
                  <a:pt x="34026" y="8408"/>
                </a:lnTo>
                <a:lnTo>
                  <a:pt x="34110" y="8311"/>
                </a:lnTo>
                <a:lnTo>
                  <a:pt x="34193" y="8213"/>
                </a:lnTo>
                <a:lnTo>
                  <a:pt x="34277" y="8114"/>
                </a:lnTo>
                <a:lnTo>
                  <a:pt x="34360" y="8013"/>
                </a:lnTo>
                <a:lnTo>
                  <a:pt x="34442" y="7912"/>
                </a:lnTo>
                <a:lnTo>
                  <a:pt x="34524" y="7810"/>
                </a:lnTo>
                <a:lnTo>
                  <a:pt x="34606" y="7707"/>
                </a:lnTo>
                <a:lnTo>
                  <a:pt x="34688" y="7603"/>
                </a:lnTo>
                <a:lnTo>
                  <a:pt x="34769" y="7498"/>
                </a:lnTo>
                <a:lnTo>
                  <a:pt x="34850" y="7392"/>
                </a:lnTo>
                <a:lnTo>
                  <a:pt x="34931" y="7286"/>
                </a:lnTo>
                <a:lnTo>
                  <a:pt x="35011" y="7178"/>
                </a:lnTo>
                <a:lnTo>
                  <a:pt x="35091" y="7069"/>
                </a:lnTo>
                <a:lnTo>
                  <a:pt x="35170" y="6960"/>
                </a:lnTo>
                <a:lnTo>
                  <a:pt x="35250" y="6850"/>
                </a:lnTo>
                <a:lnTo>
                  <a:pt x="35257" y="6839"/>
                </a:lnTo>
                <a:lnTo>
                  <a:pt x="35265" y="6828"/>
                </a:lnTo>
                <a:lnTo>
                  <a:pt x="35274" y="6817"/>
                </a:lnTo>
                <a:lnTo>
                  <a:pt x="35282" y="6807"/>
                </a:lnTo>
                <a:lnTo>
                  <a:pt x="35291" y="6796"/>
                </a:lnTo>
                <a:lnTo>
                  <a:pt x="35301" y="6785"/>
                </a:lnTo>
                <a:lnTo>
                  <a:pt x="35311" y="6775"/>
                </a:lnTo>
                <a:lnTo>
                  <a:pt x="35322" y="6764"/>
                </a:lnTo>
                <a:lnTo>
                  <a:pt x="35334" y="6754"/>
                </a:lnTo>
                <a:lnTo>
                  <a:pt x="35347" y="6744"/>
                </a:lnTo>
                <a:lnTo>
                  <a:pt x="35361" y="6734"/>
                </a:lnTo>
                <a:lnTo>
                  <a:pt x="35375" y="6724"/>
                </a:lnTo>
                <a:lnTo>
                  <a:pt x="35391" y="6714"/>
                </a:lnTo>
                <a:lnTo>
                  <a:pt x="35409" y="6704"/>
                </a:lnTo>
                <a:lnTo>
                  <a:pt x="35427" y="6694"/>
                </a:lnTo>
                <a:lnTo>
                  <a:pt x="35447" y="6685"/>
                </a:lnTo>
                <a:lnTo>
                  <a:pt x="35469" y="6675"/>
                </a:lnTo>
                <a:lnTo>
                  <a:pt x="35492" y="6666"/>
                </a:lnTo>
                <a:lnTo>
                  <a:pt x="35517" y="6657"/>
                </a:lnTo>
                <a:lnTo>
                  <a:pt x="35544" y="6648"/>
                </a:lnTo>
                <a:lnTo>
                  <a:pt x="35573" y="6640"/>
                </a:lnTo>
                <a:lnTo>
                  <a:pt x="35603" y="6631"/>
                </a:lnTo>
                <a:lnTo>
                  <a:pt x="35636" y="6623"/>
                </a:lnTo>
                <a:lnTo>
                  <a:pt x="35671" y="6615"/>
                </a:lnTo>
                <a:lnTo>
                  <a:pt x="35767" y="6594"/>
                </a:lnTo>
                <a:lnTo>
                  <a:pt x="35864" y="6574"/>
                </a:lnTo>
                <a:lnTo>
                  <a:pt x="35960" y="6554"/>
                </a:lnTo>
                <a:lnTo>
                  <a:pt x="36057" y="6536"/>
                </a:lnTo>
                <a:lnTo>
                  <a:pt x="36153" y="6519"/>
                </a:lnTo>
                <a:lnTo>
                  <a:pt x="36249" y="6502"/>
                </a:lnTo>
                <a:lnTo>
                  <a:pt x="36345" y="6487"/>
                </a:lnTo>
                <a:lnTo>
                  <a:pt x="36441" y="6472"/>
                </a:lnTo>
                <a:lnTo>
                  <a:pt x="36536" y="6458"/>
                </a:lnTo>
                <a:lnTo>
                  <a:pt x="36632" y="6445"/>
                </a:lnTo>
                <a:lnTo>
                  <a:pt x="36728" y="6434"/>
                </a:lnTo>
                <a:lnTo>
                  <a:pt x="36823" y="6422"/>
                </a:lnTo>
                <a:lnTo>
                  <a:pt x="36918" y="6412"/>
                </a:lnTo>
                <a:lnTo>
                  <a:pt x="37014" y="6403"/>
                </a:lnTo>
                <a:lnTo>
                  <a:pt x="37109" y="6395"/>
                </a:lnTo>
                <a:lnTo>
                  <a:pt x="37204" y="6387"/>
                </a:lnTo>
                <a:lnTo>
                  <a:pt x="37299" y="6381"/>
                </a:lnTo>
                <a:lnTo>
                  <a:pt x="37394" y="6375"/>
                </a:lnTo>
                <a:lnTo>
                  <a:pt x="37489" y="6370"/>
                </a:lnTo>
                <a:lnTo>
                  <a:pt x="37584" y="6366"/>
                </a:lnTo>
                <a:lnTo>
                  <a:pt x="37679" y="6363"/>
                </a:lnTo>
                <a:lnTo>
                  <a:pt x="37773" y="6361"/>
                </a:lnTo>
                <a:lnTo>
                  <a:pt x="37868" y="6360"/>
                </a:lnTo>
                <a:lnTo>
                  <a:pt x="37873" y="6360"/>
                </a:lnTo>
                <a:lnTo>
                  <a:pt x="37876" y="6360"/>
                </a:lnTo>
                <a:lnTo>
                  <a:pt x="37962" y="6366"/>
                </a:lnTo>
                <a:lnTo>
                  <a:pt x="38046" y="6373"/>
                </a:lnTo>
                <a:lnTo>
                  <a:pt x="38127" y="6381"/>
                </a:lnTo>
                <a:lnTo>
                  <a:pt x="38205" y="6389"/>
                </a:lnTo>
                <a:lnTo>
                  <a:pt x="38280" y="6399"/>
                </a:lnTo>
                <a:lnTo>
                  <a:pt x="38353" y="6408"/>
                </a:lnTo>
                <a:lnTo>
                  <a:pt x="38423" y="6419"/>
                </a:lnTo>
                <a:lnTo>
                  <a:pt x="38490" y="6430"/>
                </a:lnTo>
                <a:lnTo>
                  <a:pt x="38555" y="6441"/>
                </a:lnTo>
                <a:lnTo>
                  <a:pt x="38617" y="6453"/>
                </a:lnTo>
                <a:lnTo>
                  <a:pt x="38677" y="6465"/>
                </a:lnTo>
                <a:lnTo>
                  <a:pt x="38734" y="6478"/>
                </a:lnTo>
                <a:lnTo>
                  <a:pt x="38788" y="6491"/>
                </a:lnTo>
                <a:lnTo>
                  <a:pt x="38841" y="6504"/>
                </a:lnTo>
                <a:lnTo>
                  <a:pt x="38890" y="6517"/>
                </a:lnTo>
                <a:lnTo>
                  <a:pt x="38938" y="6531"/>
                </a:lnTo>
                <a:lnTo>
                  <a:pt x="38983" y="6545"/>
                </a:lnTo>
                <a:lnTo>
                  <a:pt x="39026" y="6559"/>
                </a:lnTo>
                <a:lnTo>
                  <a:pt x="39067" y="6573"/>
                </a:lnTo>
                <a:lnTo>
                  <a:pt x="39105" y="6587"/>
                </a:lnTo>
                <a:lnTo>
                  <a:pt x="39142" y="6601"/>
                </a:lnTo>
                <a:lnTo>
                  <a:pt x="39176" y="6614"/>
                </a:lnTo>
                <a:lnTo>
                  <a:pt x="39208" y="6628"/>
                </a:lnTo>
                <a:lnTo>
                  <a:pt x="39235" y="6640"/>
                </a:lnTo>
                <a:lnTo>
                  <a:pt x="39260" y="6652"/>
                </a:lnTo>
                <a:lnTo>
                  <a:pt x="39284" y="6664"/>
                </a:lnTo>
                <a:lnTo>
                  <a:pt x="39306" y="6675"/>
                </a:lnTo>
                <a:lnTo>
                  <a:pt x="39326" y="6686"/>
                </a:lnTo>
                <a:lnTo>
                  <a:pt x="39345" y="6697"/>
                </a:lnTo>
                <a:lnTo>
                  <a:pt x="39363" y="6708"/>
                </a:lnTo>
                <a:lnTo>
                  <a:pt x="39379" y="6718"/>
                </a:lnTo>
                <a:lnTo>
                  <a:pt x="39394" y="6728"/>
                </a:lnTo>
                <a:lnTo>
                  <a:pt x="39408" y="6738"/>
                </a:lnTo>
                <a:lnTo>
                  <a:pt x="39420" y="6747"/>
                </a:lnTo>
                <a:lnTo>
                  <a:pt x="39431" y="6756"/>
                </a:lnTo>
                <a:lnTo>
                  <a:pt x="39442" y="6764"/>
                </a:lnTo>
                <a:lnTo>
                  <a:pt x="39451" y="6772"/>
                </a:lnTo>
                <a:lnTo>
                  <a:pt x="39459" y="6779"/>
                </a:lnTo>
                <a:lnTo>
                  <a:pt x="39466" y="6787"/>
                </a:lnTo>
                <a:lnTo>
                  <a:pt x="39473" y="6793"/>
                </a:lnTo>
                <a:lnTo>
                  <a:pt x="39478" y="6799"/>
                </a:lnTo>
                <a:lnTo>
                  <a:pt x="39483" y="6805"/>
                </a:lnTo>
                <a:lnTo>
                  <a:pt x="39488" y="6810"/>
                </a:lnTo>
                <a:lnTo>
                  <a:pt x="39491" y="6815"/>
                </a:lnTo>
                <a:lnTo>
                  <a:pt x="39494" y="6819"/>
                </a:lnTo>
                <a:lnTo>
                  <a:pt x="39497" y="6822"/>
                </a:lnTo>
                <a:lnTo>
                  <a:pt x="39499" y="6825"/>
                </a:lnTo>
                <a:lnTo>
                  <a:pt x="39562" y="6918"/>
                </a:lnTo>
                <a:lnTo>
                  <a:pt x="39621" y="7007"/>
                </a:lnTo>
                <a:lnTo>
                  <a:pt x="39676" y="7093"/>
                </a:lnTo>
                <a:lnTo>
                  <a:pt x="39726" y="7175"/>
                </a:lnTo>
                <a:lnTo>
                  <a:pt x="39772" y="7255"/>
                </a:lnTo>
                <a:lnTo>
                  <a:pt x="39813" y="7330"/>
                </a:lnTo>
                <a:lnTo>
                  <a:pt x="39851" y="7403"/>
                </a:lnTo>
                <a:lnTo>
                  <a:pt x="39885" y="7472"/>
                </a:lnTo>
                <a:lnTo>
                  <a:pt x="39916" y="7538"/>
                </a:lnTo>
                <a:lnTo>
                  <a:pt x="39944" y="7600"/>
                </a:lnTo>
                <a:lnTo>
                  <a:pt x="39968" y="7660"/>
                </a:lnTo>
                <a:lnTo>
                  <a:pt x="39989" y="7716"/>
                </a:lnTo>
                <a:lnTo>
                  <a:pt x="40008" y="7769"/>
                </a:lnTo>
                <a:lnTo>
                  <a:pt x="40024" y="7818"/>
                </a:lnTo>
                <a:lnTo>
                  <a:pt x="40038" y="7865"/>
                </a:lnTo>
                <a:lnTo>
                  <a:pt x="40049" y="7909"/>
                </a:lnTo>
                <a:lnTo>
                  <a:pt x="40059" y="7949"/>
                </a:lnTo>
                <a:lnTo>
                  <a:pt x="40066" y="7987"/>
                </a:lnTo>
                <a:lnTo>
                  <a:pt x="40072" y="8021"/>
                </a:lnTo>
                <a:lnTo>
                  <a:pt x="40077" y="8052"/>
                </a:lnTo>
                <a:lnTo>
                  <a:pt x="40080" y="8081"/>
                </a:lnTo>
                <a:lnTo>
                  <a:pt x="40082" y="8106"/>
                </a:lnTo>
                <a:lnTo>
                  <a:pt x="40083" y="8129"/>
                </a:lnTo>
                <a:lnTo>
                  <a:pt x="40083" y="8134"/>
                </a:lnTo>
                <a:lnTo>
                  <a:pt x="40083" y="8134"/>
                </a:lnTo>
                <a:lnTo>
                  <a:pt x="40083" y="8136"/>
                </a:lnTo>
                <a:lnTo>
                  <a:pt x="40082" y="8139"/>
                </a:lnTo>
                <a:lnTo>
                  <a:pt x="40082" y="8144"/>
                </a:lnTo>
                <a:lnTo>
                  <a:pt x="40081" y="8152"/>
                </a:lnTo>
                <a:lnTo>
                  <a:pt x="40080" y="8161"/>
                </a:lnTo>
                <a:lnTo>
                  <a:pt x="40079" y="8173"/>
                </a:lnTo>
                <a:lnTo>
                  <a:pt x="40078" y="8187"/>
                </a:lnTo>
                <a:lnTo>
                  <a:pt x="40076" y="8204"/>
                </a:lnTo>
                <a:lnTo>
                  <a:pt x="40074" y="8223"/>
                </a:lnTo>
                <a:lnTo>
                  <a:pt x="40072" y="8244"/>
                </a:lnTo>
                <a:lnTo>
                  <a:pt x="40069" y="8268"/>
                </a:lnTo>
                <a:lnTo>
                  <a:pt x="40066" y="8295"/>
                </a:lnTo>
                <a:lnTo>
                  <a:pt x="40063" y="8324"/>
                </a:lnTo>
                <a:lnTo>
                  <a:pt x="40059" y="8356"/>
                </a:lnTo>
                <a:lnTo>
                  <a:pt x="40054" y="8390"/>
                </a:lnTo>
                <a:lnTo>
                  <a:pt x="40049" y="8427"/>
                </a:lnTo>
                <a:lnTo>
                  <a:pt x="40044" y="8468"/>
                </a:lnTo>
                <a:lnTo>
                  <a:pt x="40038" y="8511"/>
                </a:lnTo>
                <a:lnTo>
                  <a:pt x="40031" y="8557"/>
                </a:lnTo>
                <a:lnTo>
                  <a:pt x="40024" y="8606"/>
                </a:lnTo>
                <a:lnTo>
                  <a:pt x="40017" y="8651"/>
                </a:lnTo>
                <a:lnTo>
                  <a:pt x="40010" y="8698"/>
                </a:lnTo>
                <a:lnTo>
                  <a:pt x="40003" y="8746"/>
                </a:lnTo>
                <a:lnTo>
                  <a:pt x="39995" y="8796"/>
                </a:lnTo>
                <a:lnTo>
                  <a:pt x="39987" y="8847"/>
                </a:lnTo>
                <a:lnTo>
                  <a:pt x="39979" y="8899"/>
                </a:lnTo>
                <a:lnTo>
                  <a:pt x="39970" y="8953"/>
                </a:lnTo>
                <a:lnTo>
                  <a:pt x="39961" y="9008"/>
                </a:lnTo>
                <a:lnTo>
                  <a:pt x="39951" y="9064"/>
                </a:lnTo>
                <a:lnTo>
                  <a:pt x="39941" y="9122"/>
                </a:lnTo>
                <a:lnTo>
                  <a:pt x="39931" y="9181"/>
                </a:lnTo>
                <a:lnTo>
                  <a:pt x="39921" y="9241"/>
                </a:lnTo>
                <a:lnTo>
                  <a:pt x="39910" y="9303"/>
                </a:lnTo>
                <a:lnTo>
                  <a:pt x="39899" y="9366"/>
                </a:lnTo>
                <a:lnTo>
                  <a:pt x="39887" y="9431"/>
                </a:lnTo>
                <a:lnTo>
                  <a:pt x="39875" y="9497"/>
                </a:lnTo>
                <a:lnTo>
                  <a:pt x="39863" y="9564"/>
                </a:lnTo>
                <a:lnTo>
                  <a:pt x="39851" y="9633"/>
                </a:lnTo>
                <a:lnTo>
                  <a:pt x="39838" y="9704"/>
                </a:lnTo>
                <a:lnTo>
                  <a:pt x="39824" y="9775"/>
                </a:lnTo>
                <a:lnTo>
                  <a:pt x="39811" y="9848"/>
                </a:lnTo>
                <a:lnTo>
                  <a:pt x="39797" y="9923"/>
                </a:lnTo>
                <a:lnTo>
                  <a:pt x="39782" y="9999"/>
                </a:lnTo>
                <a:lnTo>
                  <a:pt x="39767" y="10076"/>
                </a:lnTo>
                <a:lnTo>
                  <a:pt x="39737" y="10235"/>
                </a:lnTo>
                <a:lnTo>
                  <a:pt x="39705" y="10398"/>
                </a:lnTo>
                <a:lnTo>
                  <a:pt x="39672" y="10567"/>
                </a:lnTo>
                <a:lnTo>
                  <a:pt x="39637" y="10740"/>
                </a:lnTo>
                <a:lnTo>
                  <a:pt x="39602" y="10918"/>
                </a:lnTo>
                <a:lnTo>
                  <a:pt x="39564" y="11101"/>
                </a:lnTo>
                <a:lnTo>
                  <a:pt x="39526" y="11289"/>
                </a:lnTo>
                <a:lnTo>
                  <a:pt x="39486" y="11481"/>
                </a:lnTo>
                <a:lnTo>
                  <a:pt x="39445" y="11679"/>
                </a:lnTo>
                <a:lnTo>
                  <a:pt x="39403" y="11881"/>
                </a:lnTo>
                <a:lnTo>
                  <a:pt x="39359" y="12089"/>
                </a:lnTo>
                <a:lnTo>
                  <a:pt x="39314" y="12301"/>
                </a:lnTo>
                <a:lnTo>
                  <a:pt x="39268" y="12518"/>
                </a:lnTo>
                <a:lnTo>
                  <a:pt x="39220" y="12741"/>
                </a:lnTo>
                <a:lnTo>
                  <a:pt x="39171" y="12968"/>
                </a:lnTo>
                <a:lnTo>
                  <a:pt x="39121" y="13200"/>
                </a:lnTo>
                <a:lnTo>
                  <a:pt x="39069" y="13437"/>
                </a:lnTo>
                <a:lnTo>
                  <a:pt x="39016" y="13679"/>
                </a:lnTo>
                <a:lnTo>
                  <a:pt x="38962" y="13926"/>
                </a:lnTo>
                <a:lnTo>
                  <a:pt x="38906" y="14178"/>
                </a:lnTo>
                <a:lnTo>
                  <a:pt x="38849" y="14435"/>
                </a:lnTo>
                <a:lnTo>
                  <a:pt x="38791" y="14697"/>
                </a:lnTo>
                <a:lnTo>
                  <a:pt x="38731" y="14964"/>
                </a:lnTo>
                <a:lnTo>
                  <a:pt x="38670" y="15235"/>
                </a:lnTo>
                <a:lnTo>
                  <a:pt x="38547" y="15780"/>
                </a:lnTo>
                <a:lnTo>
                  <a:pt x="38423" y="16325"/>
                </a:lnTo>
                <a:lnTo>
                  <a:pt x="38297" y="16869"/>
                </a:lnTo>
                <a:lnTo>
                  <a:pt x="38170" y="17412"/>
                </a:lnTo>
                <a:lnTo>
                  <a:pt x="38043" y="17954"/>
                </a:lnTo>
                <a:lnTo>
                  <a:pt x="37914" y="18497"/>
                </a:lnTo>
                <a:lnTo>
                  <a:pt x="37784" y="19038"/>
                </a:lnTo>
                <a:lnTo>
                  <a:pt x="37652" y="19579"/>
                </a:lnTo>
                <a:lnTo>
                  <a:pt x="37520" y="20119"/>
                </a:lnTo>
                <a:lnTo>
                  <a:pt x="37387" y="20659"/>
                </a:lnTo>
                <a:lnTo>
                  <a:pt x="37252" y="21198"/>
                </a:lnTo>
                <a:lnTo>
                  <a:pt x="37116" y="21737"/>
                </a:lnTo>
                <a:lnTo>
                  <a:pt x="36979" y="22275"/>
                </a:lnTo>
                <a:lnTo>
                  <a:pt x="36841" y="22812"/>
                </a:lnTo>
                <a:lnTo>
                  <a:pt x="36702" y="23349"/>
                </a:lnTo>
                <a:lnTo>
                  <a:pt x="36562" y="23886"/>
                </a:lnTo>
                <a:lnTo>
                  <a:pt x="36421" y="24421"/>
                </a:lnTo>
                <a:lnTo>
                  <a:pt x="36278" y="24956"/>
                </a:lnTo>
                <a:lnTo>
                  <a:pt x="36135" y="25491"/>
                </a:lnTo>
                <a:lnTo>
                  <a:pt x="35990" y="26025"/>
                </a:lnTo>
                <a:lnTo>
                  <a:pt x="35844" y="26558"/>
                </a:lnTo>
                <a:lnTo>
                  <a:pt x="35697" y="27091"/>
                </a:lnTo>
                <a:lnTo>
                  <a:pt x="35549" y="27624"/>
                </a:lnTo>
                <a:lnTo>
                  <a:pt x="35399" y="28155"/>
                </a:lnTo>
                <a:lnTo>
                  <a:pt x="35390" y="28189"/>
                </a:lnTo>
                <a:lnTo>
                  <a:pt x="38459" y="29018"/>
                </a:lnTo>
                <a:lnTo>
                  <a:pt x="38460" y="29018"/>
                </a:lnTo>
                <a:lnTo>
                  <a:pt x="35390" y="28189"/>
                </a:lnTo>
                <a:lnTo>
                  <a:pt x="33734" y="34317"/>
                </a:lnTo>
                <a:lnTo>
                  <a:pt x="33624" y="34725"/>
                </a:lnTo>
                <a:lnTo>
                  <a:pt x="33624" y="35147"/>
                </a:lnTo>
                <a:lnTo>
                  <a:pt x="33631" y="35368"/>
                </a:lnTo>
                <a:lnTo>
                  <a:pt x="33651" y="35579"/>
                </a:lnTo>
                <a:lnTo>
                  <a:pt x="33683" y="35780"/>
                </a:lnTo>
                <a:lnTo>
                  <a:pt x="33726" y="35971"/>
                </a:lnTo>
                <a:lnTo>
                  <a:pt x="33780" y="36153"/>
                </a:lnTo>
                <a:lnTo>
                  <a:pt x="33842" y="36325"/>
                </a:lnTo>
                <a:lnTo>
                  <a:pt x="33911" y="36488"/>
                </a:lnTo>
                <a:lnTo>
                  <a:pt x="33988" y="36641"/>
                </a:lnTo>
                <a:lnTo>
                  <a:pt x="34069" y="36785"/>
                </a:lnTo>
                <a:lnTo>
                  <a:pt x="34155" y="36920"/>
                </a:lnTo>
                <a:lnTo>
                  <a:pt x="34245" y="37046"/>
                </a:lnTo>
                <a:lnTo>
                  <a:pt x="34336" y="37163"/>
                </a:lnTo>
                <a:lnTo>
                  <a:pt x="34429" y="37271"/>
                </a:lnTo>
                <a:lnTo>
                  <a:pt x="34521" y="37371"/>
                </a:lnTo>
                <a:lnTo>
                  <a:pt x="34613" y="37462"/>
                </a:lnTo>
                <a:lnTo>
                  <a:pt x="34702" y="37544"/>
                </a:lnTo>
                <a:lnTo>
                  <a:pt x="34787" y="37619"/>
                </a:lnTo>
                <a:lnTo>
                  <a:pt x="34869" y="37685"/>
                </a:lnTo>
                <a:lnTo>
                  <a:pt x="34944" y="37742"/>
                </a:lnTo>
                <a:lnTo>
                  <a:pt x="35013" y="37792"/>
                </a:lnTo>
                <a:lnTo>
                  <a:pt x="35074" y="37834"/>
                </a:lnTo>
                <a:lnTo>
                  <a:pt x="35126" y="37868"/>
                </a:lnTo>
                <a:lnTo>
                  <a:pt x="35169" y="37895"/>
                </a:lnTo>
                <a:lnTo>
                  <a:pt x="35200" y="37913"/>
                </a:lnTo>
                <a:lnTo>
                  <a:pt x="35247" y="37942"/>
                </a:lnTo>
                <a:lnTo>
                  <a:pt x="35295" y="37968"/>
                </a:lnTo>
                <a:lnTo>
                  <a:pt x="35342" y="37994"/>
                </a:lnTo>
                <a:lnTo>
                  <a:pt x="35388" y="38018"/>
                </a:lnTo>
                <a:lnTo>
                  <a:pt x="35434" y="38041"/>
                </a:lnTo>
                <a:lnTo>
                  <a:pt x="35479" y="38063"/>
                </a:lnTo>
                <a:lnTo>
                  <a:pt x="35523" y="38084"/>
                </a:lnTo>
                <a:lnTo>
                  <a:pt x="35566" y="38104"/>
                </a:lnTo>
                <a:lnTo>
                  <a:pt x="35609" y="38122"/>
                </a:lnTo>
                <a:lnTo>
                  <a:pt x="35650" y="38140"/>
                </a:lnTo>
                <a:lnTo>
                  <a:pt x="35690" y="38156"/>
                </a:lnTo>
                <a:lnTo>
                  <a:pt x="35729" y="38172"/>
                </a:lnTo>
                <a:lnTo>
                  <a:pt x="35767" y="38186"/>
                </a:lnTo>
                <a:lnTo>
                  <a:pt x="35803" y="38199"/>
                </a:lnTo>
                <a:lnTo>
                  <a:pt x="35838" y="38212"/>
                </a:lnTo>
                <a:lnTo>
                  <a:pt x="35872" y="38223"/>
                </a:lnTo>
                <a:lnTo>
                  <a:pt x="35904" y="38234"/>
                </a:lnTo>
                <a:lnTo>
                  <a:pt x="35934" y="38244"/>
                </a:lnTo>
                <a:lnTo>
                  <a:pt x="35962" y="38253"/>
                </a:lnTo>
                <a:lnTo>
                  <a:pt x="35989" y="38261"/>
                </a:lnTo>
                <a:lnTo>
                  <a:pt x="36013" y="38269"/>
                </a:lnTo>
                <a:lnTo>
                  <a:pt x="36036" y="38275"/>
                </a:lnTo>
                <a:lnTo>
                  <a:pt x="36057" y="38281"/>
                </a:lnTo>
                <a:lnTo>
                  <a:pt x="36075" y="38286"/>
                </a:lnTo>
                <a:lnTo>
                  <a:pt x="36116" y="38297"/>
                </a:lnTo>
                <a:lnTo>
                  <a:pt x="36157" y="38308"/>
                </a:lnTo>
                <a:lnTo>
                  <a:pt x="36198" y="38319"/>
                </a:lnTo>
                <a:lnTo>
                  <a:pt x="36238" y="38328"/>
                </a:lnTo>
                <a:lnTo>
                  <a:pt x="36279" y="38338"/>
                </a:lnTo>
                <a:lnTo>
                  <a:pt x="36319" y="38347"/>
                </a:lnTo>
                <a:lnTo>
                  <a:pt x="36359" y="38355"/>
                </a:lnTo>
                <a:lnTo>
                  <a:pt x="36398" y="38363"/>
                </a:lnTo>
                <a:lnTo>
                  <a:pt x="36437" y="38371"/>
                </a:lnTo>
                <a:lnTo>
                  <a:pt x="36476" y="38379"/>
                </a:lnTo>
                <a:lnTo>
                  <a:pt x="36514" y="38386"/>
                </a:lnTo>
                <a:lnTo>
                  <a:pt x="36551" y="38392"/>
                </a:lnTo>
                <a:lnTo>
                  <a:pt x="36588" y="38399"/>
                </a:lnTo>
                <a:lnTo>
                  <a:pt x="36625" y="38405"/>
                </a:lnTo>
                <a:lnTo>
                  <a:pt x="36660" y="38410"/>
                </a:lnTo>
                <a:lnTo>
                  <a:pt x="36695" y="38416"/>
                </a:lnTo>
                <a:lnTo>
                  <a:pt x="36729" y="38421"/>
                </a:lnTo>
                <a:lnTo>
                  <a:pt x="36762" y="38425"/>
                </a:lnTo>
                <a:lnTo>
                  <a:pt x="36795" y="38430"/>
                </a:lnTo>
                <a:lnTo>
                  <a:pt x="36826" y="38434"/>
                </a:lnTo>
                <a:lnTo>
                  <a:pt x="36857" y="38438"/>
                </a:lnTo>
                <a:lnTo>
                  <a:pt x="36886" y="38442"/>
                </a:lnTo>
                <a:lnTo>
                  <a:pt x="36915" y="38445"/>
                </a:lnTo>
                <a:lnTo>
                  <a:pt x="36942" y="38449"/>
                </a:lnTo>
                <a:lnTo>
                  <a:pt x="37002" y="38456"/>
                </a:lnTo>
                <a:lnTo>
                  <a:pt x="37064" y="38463"/>
                </a:lnTo>
                <a:lnTo>
                  <a:pt x="37127" y="38469"/>
                </a:lnTo>
                <a:lnTo>
                  <a:pt x="37191" y="38476"/>
                </a:lnTo>
                <a:lnTo>
                  <a:pt x="37257" y="38482"/>
                </a:lnTo>
                <a:lnTo>
                  <a:pt x="37324" y="38488"/>
                </a:lnTo>
                <a:lnTo>
                  <a:pt x="37393" y="38494"/>
                </a:lnTo>
                <a:lnTo>
                  <a:pt x="37463" y="38500"/>
                </a:lnTo>
                <a:lnTo>
                  <a:pt x="37535" y="38505"/>
                </a:lnTo>
                <a:lnTo>
                  <a:pt x="37607" y="38511"/>
                </a:lnTo>
                <a:lnTo>
                  <a:pt x="37681" y="38516"/>
                </a:lnTo>
                <a:lnTo>
                  <a:pt x="37756" y="38521"/>
                </a:lnTo>
                <a:lnTo>
                  <a:pt x="37833" y="38526"/>
                </a:lnTo>
                <a:lnTo>
                  <a:pt x="37910" y="38531"/>
                </a:lnTo>
                <a:lnTo>
                  <a:pt x="37989" y="38536"/>
                </a:lnTo>
                <a:lnTo>
                  <a:pt x="38069" y="38540"/>
                </a:lnTo>
                <a:lnTo>
                  <a:pt x="38150" y="38545"/>
                </a:lnTo>
                <a:lnTo>
                  <a:pt x="38232" y="38549"/>
                </a:lnTo>
                <a:lnTo>
                  <a:pt x="38315" y="38553"/>
                </a:lnTo>
                <a:lnTo>
                  <a:pt x="38399" y="38557"/>
                </a:lnTo>
                <a:lnTo>
                  <a:pt x="38485" y="38561"/>
                </a:lnTo>
                <a:lnTo>
                  <a:pt x="38571" y="38565"/>
                </a:lnTo>
                <a:lnTo>
                  <a:pt x="38658" y="38569"/>
                </a:lnTo>
                <a:lnTo>
                  <a:pt x="38746" y="38572"/>
                </a:lnTo>
                <a:lnTo>
                  <a:pt x="38931" y="38579"/>
                </a:lnTo>
                <a:lnTo>
                  <a:pt x="39122" y="38586"/>
                </a:lnTo>
                <a:lnTo>
                  <a:pt x="39320" y="38593"/>
                </a:lnTo>
                <a:lnTo>
                  <a:pt x="39526" y="38599"/>
                </a:lnTo>
                <a:lnTo>
                  <a:pt x="39738" y="38605"/>
                </a:lnTo>
                <a:lnTo>
                  <a:pt x="39957" y="38610"/>
                </a:lnTo>
                <a:lnTo>
                  <a:pt x="40184" y="38615"/>
                </a:lnTo>
                <a:lnTo>
                  <a:pt x="40417" y="38620"/>
                </a:lnTo>
                <a:lnTo>
                  <a:pt x="40657" y="38625"/>
                </a:lnTo>
                <a:lnTo>
                  <a:pt x="40904" y="38629"/>
                </a:lnTo>
                <a:lnTo>
                  <a:pt x="41158" y="38633"/>
                </a:lnTo>
                <a:lnTo>
                  <a:pt x="41419" y="38637"/>
                </a:lnTo>
                <a:lnTo>
                  <a:pt x="41687" y="38640"/>
                </a:lnTo>
                <a:lnTo>
                  <a:pt x="41962" y="38643"/>
                </a:lnTo>
                <a:lnTo>
                  <a:pt x="42243" y="38646"/>
                </a:lnTo>
                <a:lnTo>
                  <a:pt x="42532" y="38648"/>
                </a:lnTo>
                <a:lnTo>
                  <a:pt x="42827" y="38651"/>
                </a:lnTo>
                <a:lnTo>
                  <a:pt x="43129" y="38652"/>
                </a:lnTo>
                <a:lnTo>
                  <a:pt x="43438" y="38654"/>
                </a:lnTo>
                <a:lnTo>
                  <a:pt x="43754" y="38655"/>
                </a:lnTo>
                <a:lnTo>
                  <a:pt x="44076" y="38656"/>
                </a:lnTo>
                <a:lnTo>
                  <a:pt x="44406" y="38657"/>
                </a:lnTo>
                <a:lnTo>
                  <a:pt x="44742" y="38658"/>
                </a:lnTo>
                <a:lnTo>
                  <a:pt x="45085" y="38658"/>
                </a:lnTo>
                <a:lnTo>
                  <a:pt x="51394" y="38658"/>
                </a:lnTo>
                <a:lnTo>
                  <a:pt x="51392" y="38673"/>
                </a:lnTo>
                <a:lnTo>
                  <a:pt x="51356" y="38843"/>
                </a:lnTo>
                <a:lnTo>
                  <a:pt x="51316" y="39007"/>
                </a:lnTo>
                <a:lnTo>
                  <a:pt x="51272" y="39165"/>
                </a:lnTo>
                <a:lnTo>
                  <a:pt x="51224" y="39317"/>
                </a:lnTo>
                <a:lnTo>
                  <a:pt x="51173" y="39464"/>
                </a:lnTo>
                <a:lnTo>
                  <a:pt x="51117" y="39606"/>
                </a:lnTo>
                <a:lnTo>
                  <a:pt x="51058" y="39742"/>
                </a:lnTo>
                <a:lnTo>
                  <a:pt x="50995" y="39873"/>
                </a:lnTo>
                <a:lnTo>
                  <a:pt x="50971" y="39918"/>
                </a:lnTo>
                <a:lnTo>
                  <a:pt x="34816" y="39918"/>
                </a:lnTo>
                <a:lnTo>
                  <a:pt x="32329" y="39918"/>
                </a:lnTo>
                <a:lnTo>
                  <a:pt x="31730" y="42331"/>
                </a:lnTo>
                <a:lnTo>
                  <a:pt x="25767" y="66348"/>
                </a:lnTo>
                <a:lnTo>
                  <a:pt x="25764" y="66361"/>
                </a:lnTo>
                <a:lnTo>
                  <a:pt x="28852" y="67114"/>
                </a:lnTo>
                <a:lnTo>
                  <a:pt x="28853" y="67114"/>
                </a:lnTo>
                <a:lnTo>
                  <a:pt x="25764" y="66361"/>
                </a:lnTo>
                <a:close/>
                <a:moveTo>
                  <a:pt x="15273" y="66949"/>
                </a:moveTo>
                <a:lnTo>
                  <a:pt x="15271" y="66948"/>
                </a:lnTo>
                <a:lnTo>
                  <a:pt x="18357" y="67714"/>
                </a:lnTo>
                <a:lnTo>
                  <a:pt x="15273" y="66949"/>
                </a:lnTo>
                <a:close/>
                <a:moveTo>
                  <a:pt x="36803" y="35147"/>
                </a:moveTo>
                <a:lnTo>
                  <a:pt x="36803" y="35147"/>
                </a:lnTo>
                <a:lnTo>
                  <a:pt x="33734" y="34317"/>
                </a:lnTo>
                <a:lnTo>
                  <a:pt x="36803" y="35147"/>
                </a:lnTo>
                <a:close/>
                <a:moveTo>
                  <a:pt x="5993" y="38823"/>
                </a:moveTo>
                <a:lnTo>
                  <a:pt x="5993" y="38823"/>
                </a:lnTo>
                <a:lnTo>
                  <a:pt x="5995" y="38823"/>
                </a:lnTo>
                <a:lnTo>
                  <a:pt x="5996" y="38823"/>
                </a:lnTo>
                <a:lnTo>
                  <a:pt x="5993" y="38823"/>
                </a:lnTo>
                <a:close/>
                <a:moveTo>
                  <a:pt x="4505" y="36472"/>
                </a:moveTo>
                <a:lnTo>
                  <a:pt x="4505" y="36472"/>
                </a:lnTo>
                <a:lnTo>
                  <a:pt x="5995" y="37068"/>
                </a:lnTo>
                <a:lnTo>
                  <a:pt x="7457" y="37653"/>
                </a:lnTo>
                <a:lnTo>
                  <a:pt x="5995" y="37068"/>
                </a:lnTo>
                <a:lnTo>
                  <a:pt x="4505" y="36472"/>
                </a:lnTo>
                <a:close/>
                <a:moveTo>
                  <a:pt x="24220" y="44508"/>
                </a:moveTo>
                <a:lnTo>
                  <a:pt x="24219" y="44509"/>
                </a:lnTo>
                <a:lnTo>
                  <a:pt x="24219" y="44510"/>
                </a:lnTo>
                <a:lnTo>
                  <a:pt x="24218" y="44511"/>
                </a:lnTo>
                <a:lnTo>
                  <a:pt x="24218" y="44512"/>
                </a:lnTo>
                <a:lnTo>
                  <a:pt x="24219" y="44510"/>
                </a:lnTo>
                <a:lnTo>
                  <a:pt x="24219" y="44509"/>
                </a:lnTo>
                <a:lnTo>
                  <a:pt x="24219" y="44508"/>
                </a:lnTo>
                <a:lnTo>
                  <a:pt x="24220" y="44508"/>
                </a:lnTo>
                <a:lnTo>
                  <a:pt x="24220" y="44508"/>
                </a:lnTo>
                <a:close/>
                <a:moveTo>
                  <a:pt x="20407" y="46451"/>
                </a:moveTo>
                <a:lnTo>
                  <a:pt x="20404" y="46451"/>
                </a:lnTo>
                <a:lnTo>
                  <a:pt x="20404" y="46450"/>
                </a:lnTo>
                <a:lnTo>
                  <a:pt x="20405" y="46451"/>
                </a:lnTo>
                <a:lnTo>
                  <a:pt x="20408" y="46451"/>
                </a:lnTo>
                <a:lnTo>
                  <a:pt x="20410" y="46451"/>
                </a:lnTo>
                <a:lnTo>
                  <a:pt x="20409" y="46451"/>
                </a:lnTo>
                <a:lnTo>
                  <a:pt x="20407" y="46451"/>
                </a:lnTo>
                <a:close/>
                <a:moveTo>
                  <a:pt x="37637" y="32127"/>
                </a:moveTo>
                <a:lnTo>
                  <a:pt x="37637" y="32127"/>
                </a:lnTo>
                <a:lnTo>
                  <a:pt x="37637" y="32126"/>
                </a:lnTo>
                <a:lnTo>
                  <a:pt x="37632" y="32126"/>
                </a:lnTo>
                <a:lnTo>
                  <a:pt x="37630" y="32125"/>
                </a:lnTo>
                <a:lnTo>
                  <a:pt x="37630" y="32125"/>
                </a:lnTo>
                <a:lnTo>
                  <a:pt x="37631" y="32125"/>
                </a:lnTo>
                <a:lnTo>
                  <a:pt x="37633" y="32126"/>
                </a:lnTo>
                <a:lnTo>
                  <a:pt x="37637" y="32127"/>
                </a:lnTo>
                <a:close/>
                <a:moveTo>
                  <a:pt x="46907" y="83015"/>
                </a:moveTo>
                <a:lnTo>
                  <a:pt x="48308" y="83576"/>
                </a:lnTo>
                <a:lnTo>
                  <a:pt x="49749" y="84152"/>
                </a:lnTo>
                <a:lnTo>
                  <a:pt x="49749" y="84152"/>
                </a:lnTo>
                <a:lnTo>
                  <a:pt x="48308" y="83576"/>
                </a:lnTo>
                <a:lnTo>
                  <a:pt x="46907" y="83015"/>
                </a:lnTo>
                <a:lnTo>
                  <a:pt x="46907" y="83015"/>
                </a:lnTo>
                <a:close/>
                <a:moveTo>
                  <a:pt x="48626" y="84905"/>
                </a:moveTo>
                <a:lnTo>
                  <a:pt x="48626" y="84905"/>
                </a:lnTo>
                <a:lnTo>
                  <a:pt x="48627" y="84905"/>
                </a:lnTo>
                <a:lnTo>
                  <a:pt x="48630" y="84904"/>
                </a:lnTo>
                <a:lnTo>
                  <a:pt x="48631" y="84904"/>
                </a:lnTo>
                <a:lnTo>
                  <a:pt x="48629" y="84905"/>
                </a:lnTo>
                <a:lnTo>
                  <a:pt x="48627" y="84905"/>
                </a:lnTo>
                <a:lnTo>
                  <a:pt x="48626" y="84905"/>
                </a:lnTo>
                <a:close/>
                <a:moveTo>
                  <a:pt x="50200" y="82634"/>
                </a:moveTo>
                <a:lnTo>
                  <a:pt x="50199" y="82637"/>
                </a:lnTo>
                <a:lnTo>
                  <a:pt x="50199" y="82638"/>
                </a:lnTo>
                <a:lnTo>
                  <a:pt x="50199" y="82635"/>
                </a:lnTo>
                <a:lnTo>
                  <a:pt x="50200" y="82633"/>
                </a:lnTo>
                <a:lnTo>
                  <a:pt x="50200" y="82631"/>
                </a:lnTo>
                <a:lnTo>
                  <a:pt x="50200" y="82631"/>
                </a:lnTo>
                <a:lnTo>
                  <a:pt x="50200" y="82632"/>
                </a:lnTo>
                <a:lnTo>
                  <a:pt x="50200" y="82634"/>
                </a:lnTo>
                <a:close/>
                <a:moveTo>
                  <a:pt x="52870" y="84837"/>
                </a:moveTo>
                <a:lnTo>
                  <a:pt x="50882" y="84174"/>
                </a:lnTo>
                <a:lnTo>
                  <a:pt x="50600" y="84080"/>
                </a:lnTo>
                <a:lnTo>
                  <a:pt x="50600" y="84080"/>
                </a:lnTo>
                <a:lnTo>
                  <a:pt x="50882" y="84174"/>
                </a:lnTo>
                <a:lnTo>
                  <a:pt x="52870" y="84837"/>
                </a:lnTo>
                <a:lnTo>
                  <a:pt x="52870" y="84837"/>
                </a:lnTo>
                <a:close/>
                <a:moveTo>
                  <a:pt x="50646" y="84142"/>
                </a:moveTo>
                <a:lnTo>
                  <a:pt x="50646" y="84142"/>
                </a:lnTo>
                <a:lnTo>
                  <a:pt x="50882" y="84216"/>
                </a:lnTo>
                <a:lnTo>
                  <a:pt x="51534" y="84419"/>
                </a:lnTo>
                <a:lnTo>
                  <a:pt x="50882" y="84216"/>
                </a:lnTo>
                <a:lnTo>
                  <a:pt x="50646" y="84142"/>
                </a:lnTo>
                <a:close/>
                <a:moveTo>
                  <a:pt x="51442" y="84743"/>
                </a:moveTo>
                <a:lnTo>
                  <a:pt x="51443" y="84743"/>
                </a:lnTo>
                <a:lnTo>
                  <a:pt x="51446" y="84744"/>
                </a:lnTo>
                <a:lnTo>
                  <a:pt x="51448" y="84745"/>
                </a:lnTo>
                <a:lnTo>
                  <a:pt x="51448" y="84745"/>
                </a:lnTo>
                <a:lnTo>
                  <a:pt x="51447" y="84745"/>
                </a:lnTo>
                <a:lnTo>
                  <a:pt x="51444" y="84744"/>
                </a:lnTo>
                <a:lnTo>
                  <a:pt x="51442" y="84743"/>
                </a:lnTo>
                <a:close/>
                <a:moveTo>
                  <a:pt x="23287" y="21442"/>
                </a:moveTo>
                <a:lnTo>
                  <a:pt x="23275" y="21493"/>
                </a:lnTo>
                <a:lnTo>
                  <a:pt x="26368" y="22227"/>
                </a:lnTo>
                <a:lnTo>
                  <a:pt x="23301" y="21391"/>
                </a:lnTo>
                <a:lnTo>
                  <a:pt x="23287" y="214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BA1E76-77C5-4BE5-9945-91040908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84" y="622676"/>
            <a:ext cx="30924" cy="73953"/>
          </a:xfrm>
          <a:custGeom xmlns:a="http://schemas.openxmlformats.org/drawingml/2006/main">
            <a:pathLst>
              <a:path w="30924" h="73953">
                <a:moveTo>
                  <a:pt x="0" y="20148"/>
                </a:moveTo>
                <a:cubicBezTo>
                  <a:pt x="0" y="20148"/>
                  <a:pt x="0" y="18195"/>
                  <a:pt x="0" y="14291"/>
                </a:cubicBezTo>
                <a:cubicBezTo>
                  <a:pt x="0" y="10386"/>
                  <a:pt x="1249" y="7028"/>
                  <a:pt x="3748" y="4217"/>
                </a:cubicBezTo>
                <a:cubicBezTo>
                  <a:pt x="6247" y="1406"/>
                  <a:pt x="9605" y="0"/>
                  <a:pt x="13822" y="0"/>
                </a:cubicBezTo>
                <a:cubicBezTo>
                  <a:pt x="18195" y="0"/>
                  <a:pt x="22100" y="1952"/>
                  <a:pt x="25536" y="5857"/>
                </a:cubicBezTo>
                <a:cubicBezTo>
                  <a:pt x="28972" y="9762"/>
                  <a:pt x="30768" y="16634"/>
                  <a:pt x="30924" y="26473"/>
                </a:cubicBezTo>
                <a:cubicBezTo>
                  <a:pt x="30924" y="31940"/>
                  <a:pt x="30222" y="37250"/>
                  <a:pt x="28816" y="42404"/>
                </a:cubicBezTo>
                <a:cubicBezTo>
                  <a:pt x="27410" y="47558"/>
                  <a:pt x="25770" y="52009"/>
                  <a:pt x="23896" y="55758"/>
                </a:cubicBezTo>
                <a:cubicBezTo>
                  <a:pt x="22022" y="59506"/>
                  <a:pt x="19992" y="62708"/>
                  <a:pt x="17805" y="65363"/>
                </a:cubicBezTo>
                <a:cubicBezTo>
                  <a:pt x="15618" y="68018"/>
                  <a:pt x="13744" y="70127"/>
                  <a:pt x="12182" y="71689"/>
                </a:cubicBezTo>
                <a:cubicBezTo>
                  <a:pt x="10621" y="73250"/>
                  <a:pt x="9605" y="73953"/>
                  <a:pt x="9137" y="73797"/>
                </a:cubicBezTo>
                <a:cubicBezTo>
                  <a:pt x="8512" y="73797"/>
                  <a:pt x="7497" y="73094"/>
                  <a:pt x="6091" y="71689"/>
                </a:cubicBezTo>
                <a:cubicBezTo>
                  <a:pt x="4686" y="70283"/>
                  <a:pt x="3983" y="69268"/>
                  <a:pt x="3983" y="68643"/>
                </a:cubicBezTo>
                <a:cubicBezTo>
                  <a:pt x="3983" y="68018"/>
                  <a:pt x="4842" y="66769"/>
                  <a:pt x="6560" y="64895"/>
                </a:cubicBezTo>
                <a:cubicBezTo>
                  <a:pt x="8278" y="63020"/>
                  <a:pt x="10230" y="60678"/>
                  <a:pt x="12417" y="57866"/>
                </a:cubicBezTo>
                <a:cubicBezTo>
                  <a:pt x="14603" y="55055"/>
                  <a:pt x="16634" y="51150"/>
                  <a:pt x="18508" y="46152"/>
                </a:cubicBezTo>
                <a:cubicBezTo>
                  <a:pt x="20382" y="41155"/>
                  <a:pt x="21632" y="35454"/>
                  <a:pt x="22256" y="29050"/>
                </a:cubicBezTo>
                <a:lnTo>
                  <a:pt x="22256" y="26239"/>
                </a:lnTo>
                <a:lnTo>
                  <a:pt x="22022" y="26473"/>
                </a:lnTo>
                <a:cubicBezTo>
                  <a:pt x="21710" y="26629"/>
                  <a:pt x="21319" y="26786"/>
                  <a:pt x="20851" y="26942"/>
                </a:cubicBezTo>
                <a:cubicBezTo>
                  <a:pt x="20382" y="27098"/>
                  <a:pt x="19914" y="27332"/>
                  <a:pt x="19445" y="27645"/>
                </a:cubicBezTo>
                <a:cubicBezTo>
                  <a:pt x="18976" y="27957"/>
                  <a:pt x="18274" y="28113"/>
                  <a:pt x="17336" y="28113"/>
                </a:cubicBezTo>
                <a:cubicBezTo>
                  <a:pt x="16399" y="28113"/>
                  <a:pt x="15462" y="28191"/>
                  <a:pt x="14525" y="28347"/>
                </a:cubicBezTo>
                <a:cubicBezTo>
                  <a:pt x="10308" y="28347"/>
                  <a:pt x="6872" y="27020"/>
                  <a:pt x="4217" y="24365"/>
                </a:cubicBezTo>
                <a:lnTo>
                  <a:pt x="0" y="20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6B1467-3475-45A1-9E09-F3078AE7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05" y="619497"/>
            <a:ext cx="37284" cy="80362"/>
          </a:xfrm>
          <a:custGeom xmlns:a="http://schemas.openxmlformats.org/drawingml/2006/main">
            <a:pathLst>
              <a:path w="37284" h="80362">
                <a:moveTo>
                  <a:pt x="30609" y="6390"/>
                </a:moveTo>
                <a:lnTo>
                  <a:pt x="30107" y="5865"/>
                </a:lnTo>
                <a:lnTo>
                  <a:pt x="29597" y="5361"/>
                </a:lnTo>
                <a:lnTo>
                  <a:pt x="29078" y="4878"/>
                </a:lnTo>
                <a:lnTo>
                  <a:pt x="28551" y="4416"/>
                </a:lnTo>
                <a:lnTo>
                  <a:pt x="28016" y="3976"/>
                </a:lnTo>
                <a:lnTo>
                  <a:pt x="27472" y="3557"/>
                </a:lnTo>
                <a:lnTo>
                  <a:pt x="26921" y="3161"/>
                </a:lnTo>
                <a:lnTo>
                  <a:pt x="26361" y="2787"/>
                </a:lnTo>
                <a:lnTo>
                  <a:pt x="25793" y="2435"/>
                </a:lnTo>
                <a:lnTo>
                  <a:pt x="25216" y="2106"/>
                </a:lnTo>
                <a:lnTo>
                  <a:pt x="24632" y="1800"/>
                </a:lnTo>
                <a:lnTo>
                  <a:pt x="24040" y="1517"/>
                </a:lnTo>
                <a:lnTo>
                  <a:pt x="23439" y="1258"/>
                </a:lnTo>
                <a:lnTo>
                  <a:pt x="22831" y="1022"/>
                </a:lnTo>
                <a:lnTo>
                  <a:pt x="22215" y="810"/>
                </a:lnTo>
                <a:lnTo>
                  <a:pt x="21591" y="622"/>
                </a:lnTo>
                <a:lnTo>
                  <a:pt x="20958" y="458"/>
                </a:lnTo>
                <a:lnTo>
                  <a:pt x="20318" y="319"/>
                </a:lnTo>
                <a:lnTo>
                  <a:pt x="19671" y="205"/>
                </a:lnTo>
                <a:lnTo>
                  <a:pt x="19015" y="116"/>
                </a:lnTo>
                <a:lnTo>
                  <a:pt x="18352" y="52"/>
                </a:lnTo>
                <a:lnTo>
                  <a:pt x="17681" y="13"/>
                </a:lnTo>
                <a:lnTo>
                  <a:pt x="17002" y="0"/>
                </a:lnTo>
                <a:lnTo>
                  <a:pt x="16380" y="9"/>
                </a:lnTo>
                <a:lnTo>
                  <a:pt x="15767" y="36"/>
                </a:lnTo>
                <a:lnTo>
                  <a:pt x="15161" y="80"/>
                </a:lnTo>
                <a:lnTo>
                  <a:pt x="14563" y="143"/>
                </a:lnTo>
                <a:lnTo>
                  <a:pt x="13974" y="224"/>
                </a:lnTo>
                <a:lnTo>
                  <a:pt x="13393" y="323"/>
                </a:lnTo>
                <a:lnTo>
                  <a:pt x="12821" y="440"/>
                </a:lnTo>
                <a:lnTo>
                  <a:pt x="12257" y="575"/>
                </a:lnTo>
                <a:lnTo>
                  <a:pt x="11702" y="729"/>
                </a:lnTo>
                <a:lnTo>
                  <a:pt x="11157" y="901"/>
                </a:lnTo>
                <a:lnTo>
                  <a:pt x="10620" y="1092"/>
                </a:lnTo>
                <a:lnTo>
                  <a:pt x="10093" y="1301"/>
                </a:lnTo>
                <a:lnTo>
                  <a:pt x="9575" y="1529"/>
                </a:lnTo>
                <a:lnTo>
                  <a:pt x="9067" y="1775"/>
                </a:lnTo>
                <a:lnTo>
                  <a:pt x="8569" y="2040"/>
                </a:lnTo>
                <a:lnTo>
                  <a:pt x="8081" y="2325"/>
                </a:lnTo>
                <a:lnTo>
                  <a:pt x="7603" y="2628"/>
                </a:lnTo>
                <a:lnTo>
                  <a:pt x="7135" y="2950"/>
                </a:lnTo>
                <a:lnTo>
                  <a:pt x="6677" y="3291"/>
                </a:lnTo>
                <a:lnTo>
                  <a:pt x="6230" y="3651"/>
                </a:lnTo>
                <a:lnTo>
                  <a:pt x="5794" y="4030"/>
                </a:lnTo>
                <a:lnTo>
                  <a:pt x="5369" y="4429"/>
                </a:lnTo>
                <a:lnTo>
                  <a:pt x="4955" y="4847"/>
                </a:lnTo>
                <a:lnTo>
                  <a:pt x="4552" y="5284"/>
                </a:lnTo>
                <a:lnTo>
                  <a:pt x="4180" y="5715"/>
                </a:lnTo>
                <a:lnTo>
                  <a:pt x="3824" y="6153"/>
                </a:lnTo>
                <a:lnTo>
                  <a:pt x="3484" y="6598"/>
                </a:lnTo>
                <a:lnTo>
                  <a:pt x="3160" y="7050"/>
                </a:lnTo>
                <a:lnTo>
                  <a:pt x="2851" y="7510"/>
                </a:lnTo>
                <a:lnTo>
                  <a:pt x="2559" y="7976"/>
                </a:lnTo>
                <a:lnTo>
                  <a:pt x="2282" y="8449"/>
                </a:lnTo>
                <a:lnTo>
                  <a:pt x="2022" y="8929"/>
                </a:lnTo>
                <a:lnTo>
                  <a:pt x="1777" y="9415"/>
                </a:lnTo>
                <a:lnTo>
                  <a:pt x="1547" y="9909"/>
                </a:lnTo>
                <a:lnTo>
                  <a:pt x="1334" y="10408"/>
                </a:lnTo>
                <a:lnTo>
                  <a:pt x="1137" y="10915"/>
                </a:lnTo>
                <a:lnTo>
                  <a:pt x="955" y="11427"/>
                </a:lnTo>
                <a:lnTo>
                  <a:pt x="789" y="11946"/>
                </a:lnTo>
                <a:lnTo>
                  <a:pt x="639" y="12472"/>
                </a:lnTo>
                <a:lnTo>
                  <a:pt x="505" y="13003"/>
                </a:lnTo>
                <a:lnTo>
                  <a:pt x="387" y="13541"/>
                </a:lnTo>
                <a:lnTo>
                  <a:pt x="284" y="14085"/>
                </a:lnTo>
                <a:lnTo>
                  <a:pt x="197" y="14635"/>
                </a:lnTo>
                <a:lnTo>
                  <a:pt x="126" y="15190"/>
                </a:lnTo>
                <a:lnTo>
                  <a:pt x="71" y="15752"/>
                </a:lnTo>
                <a:lnTo>
                  <a:pt x="32" y="16319"/>
                </a:lnTo>
                <a:lnTo>
                  <a:pt x="8" y="16892"/>
                </a:lnTo>
                <a:lnTo>
                  <a:pt x="0" y="17470"/>
                </a:lnTo>
                <a:lnTo>
                  <a:pt x="0" y="17471"/>
                </a:lnTo>
                <a:lnTo>
                  <a:pt x="0" y="17472"/>
                </a:lnTo>
                <a:lnTo>
                  <a:pt x="0" y="17473"/>
                </a:lnTo>
                <a:lnTo>
                  <a:pt x="0" y="17474"/>
                </a:lnTo>
                <a:lnTo>
                  <a:pt x="0" y="17475"/>
                </a:lnTo>
                <a:lnTo>
                  <a:pt x="0" y="17476"/>
                </a:lnTo>
                <a:lnTo>
                  <a:pt x="0" y="17477"/>
                </a:lnTo>
                <a:lnTo>
                  <a:pt x="0" y="17478"/>
                </a:lnTo>
                <a:lnTo>
                  <a:pt x="0" y="17479"/>
                </a:lnTo>
                <a:lnTo>
                  <a:pt x="0" y="17480"/>
                </a:lnTo>
                <a:lnTo>
                  <a:pt x="0" y="17481"/>
                </a:lnTo>
                <a:lnTo>
                  <a:pt x="0" y="17482"/>
                </a:lnTo>
                <a:lnTo>
                  <a:pt x="0" y="17483"/>
                </a:lnTo>
                <a:lnTo>
                  <a:pt x="0" y="17484"/>
                </a:lnTo>
                <a:lnTo>
                  <a:pt x="0" y="17485"/>
                </a:lnTo>
                <a:lnTo>
                  <a:pt x="0" y="17486"/>
                </a:lnTo>
                <a:lnTo>
                  <a:pt x="0" y="17487"/>
                </a:lnTo>
                <a:lnTo>
                  <a:pt x="0" y="17488"/>
                </a:lnTo>
                <a:lnTo>
                  <a:pt x="0" y="17489"/>
                </a:lnTo>
                <a:lnTo>
                  <a:pt x="0" y="17489"/>
                </a:lnTo>
                <a:lnTo>
                  <a:pt x="0" y="17490"/>
                </a:lnTo>
                <a:lnTo>
                  <a:pt x="0" y="17491"/>
                </a:lnTo>
                <a:lnTo>
                  <a:pt x="0" y="17492"/>
                </a:lnTo>
                <a:lnTo>
                  <a:pt x="0" y="17493"/>
                </a:lnTo>
                <a:lnTo>
                  <a:pt x="0" y="17494"/>
                </a:lnTo>
                <a:lnTo>
                  <a:pt x="0" y="17495"/>
                </a:lnTo>
                <a:lnTo>
                  <a:pt x="0" y="17496"/>
                </a:lnTo>
                <a:lnTo>
                  <a:pt x="0" y="17497"/>
                </a:lnTo>
                <a:lnTo>
                  <a:pt x="0" y="17498"/>
                </a:lnTo>
                <a:lnTo>
                  <a:pt x="0" y="17499"/>
                </a:lnTo>
                <a:lnTo>
                  <a:pt x="0" y="17500"/>
                </a:lnTo>
                <a:lnTo>
                  <a:pt x="0" y="17501"/>
                </a:lnTo>
                <a:lnTo>
                  <a:pt x="0" y="17502"/>
                </a:lnTo>
                <a:lnTo>
                  <a:pt x="0" y="17503"/>
                </a:lnTo>
                <a:lnTo>
                  <a:pt x="0" y="17504"/>
                </a:lnTo>
                <a:lnTo>
                  <a:pt x="0" y="17505"/>
                </a:lnTo>
                <a:lnTo>
                  <a:pt x="0" y="17506"/>
                </a:lnTo>
                <a:lnTo>
                  <a:pt x="0" y="17507"/>
                </a:lnTo>
                <a:lnTo>
                  <a:pt x="0" y="17508"/>
                </a:lnTo>
                <a:lnTo>
                  <a:pt x="0" y="17508"/>
                </a:lnTo>
                <a:lnTo>
                  <a:pt x="0" y="17509"/>
                </a:lnTo>
                <a:lnTo>
                  <a:pt x="0" y="17510"/>
                </a:lnTo>
                <a:lnTo>
                  <a:pt x="0" y="17511"/>
                </a:lnTo>
                <a:lnTo>
                  <a:pt x="0" y="17512"/>
                </a:lnTo>
                <a:lnTo>
                  <a:pt x="0" y="17513"/>
                </a:lnTo>
                <a:lnTo>
                  <a:pt x="0" y="17514"/>
                </a:lnTo>
                <a:lnTo>
                  <a:pt x="0" y="17515"/>
                </a:lnTo>
                <a:lnTo>
                  <a:pt x="0" y="17516"/>
                </a:lnTo>
                <a:lnTo>
                  <a:pt x="0" y="17517"/>
                </a:lnTo>
                <a:lnTo>
                  <a:pt x="0" y="17518"/>
                </a:lnTo>
                <a:lnTo>
                  <a:pt x="0" y="17519"/>
                </a:lnTo>
                <a:lnTo>
                  <a:pt x="0" y="17520"/>
                </a:lnTo>
                <a:lnTo>
                  <a:pt x="0" y="17521"/>
                </a:lnTo>
                <a:lnTo>
                  <a:pt x="0" y="17522"/>
                </a:lnTo>
                <a:lnTo>
                  <a:pt x="0" y="17523"/>
                </a:lnTo>
                <a:lnTo>
                  <a:pt x="0" y="17524"/>
                </a:lnTo>
                <a:lnTo>
                  <a:pt x="0" y="17525"/>
                </a:lnTo>
                <a:lnTo>
                  <a:pt x="0" y="17526"/>
                </a:lnTo>
                <a:lnTo>
                  <a:pt x="0" y="17527"/>
                </a:lnTo>
                <a:lnTo>
                  <a:pt x="0" y="17527"/>
                </a:lnTo>
                <a:lnTo>
                  <a:pt x="0" y="17528"/>
                </a:lnTo>
                <a:lnTo>
                  <a:pt x="0" y="17529"/>
                </a:lnTo>
                <a:lnTo>
                  <a:pt x="0" y="17530"/>
                </a:lnTo>
                <a:lnTo>
                  <a:pt x="0" y="17531"/>
                </a:lnTo>
                <a:lnTo>
                  <a:pt x="0" y="17532"/>
                </a:lnTo>
                <a:lnTo>
                  <a:pt x="0" y="17533"/>
                </a:lnTo>
                <a:lnTo>
                  <a:pt x="0" y="17534"/>
                </a:lnTo>
                <a:lnTo>
                  <a:pt x="0" y="17535"/>
                </a:lnTo>
                <a:lnTo>
                  <a:pt x="0" y="17536"/>
                </a:lnTo>
                <a:lnTo>
                  <a:pt x="0" y="17537"/>
                </a:lnTo>
                <a:lnTo>
                  <a:pt x="0" y="17538"/>
                </a:lnTo>
                <a:lnTo>
                  <a:pt x="0" y="17539"/>
                </a:lnTo>
                <a:lnTo>
                  <a:pt x="0" y="17540"/>
                </a:lnTo>
                <a:lnTo>
                  <a:pt x="0" y="17541"/>
                </a:lnTo>
                <a:lnTo>
                  <a:pt x="0" y="17542"/>
                </a:lnTo>
                <a:lnTo>
                  <a:pt x="0" y="17543"/>
                </a:lnTo>
                <a:lnTo>
                  <a:pt x="0" y="17544"/>
                </a:lnTo>
                <a:lnTo>
                  <a:pt x="0" y="17545"/>
                </a:lnTo>
                <a:lnTo>
                  <a:pt x="0" y="17545"/>
                </a:lnTo>
                <a:lnTo>
                  <a:pt x="0" y="17546"/>
                </a:lnTo>
                <a:lnTo>
                  <a:pt x="0" y="17547"/>
                </a:lnTo>
                <a:lnTo>
                  <a:pt x="0" y="17548"/>
                </a:lnTo>
                <a:lnTo>
                  <a:pt x="0" y="17549"/>
                </a:lnTo>
                <a:lnTo>
                  <a:pt x="0" y="17550"/>
                </a:lnTo>
                <a:lnTo>
                  <a:pt x="0" y="17551"/>
                </a:lnTo>
                <a:lnTo>
                  <a:pt x="0" y="17552"/>
                </a:lnTo>
                <a:lnTo>
                  <a:pt x="0" y="17553"/>
                </a:lnTo>
                <a:lnTo>
                  <a:pt x="0" y="17554"/>
                </a:lnTo>
                <a:lnTo>
                  <a:pt x="0" y="17555"/>
                </a:lnTo>
                <a:lnTo>
                  <a:pt x="0" y="17556"/>
                </a:lnTo>
                <a:lnTo>
                  <a:pt x="0" y="17557"/>
                </a:lnTo>
                <a:lnTo>
                  <a:pt x="0" y="17558"/>
                </a:lnTo>
                <a:lnTo>
                  <a:pt x="0" y="17559"/>
                </a:lnTo>
                <a:lnTo>
                  <a:pt x="0" y="17560"/>
                </a:lnTo>
                <a:lnTo>
                  <a:pt x="0" y="17561"/>
                </a:lnTo>
                <a:lnTo>
                  <a:pt x="0" y="17562"/>
                </a:lnTo>
                <a:lnTo>
                  <a:pt x="0" y="17563"/>
                </a:lnTo>
                <a:lnTo>
                  <a:pt x="0" y="17563"/>
                </a:lnTo>
                <a:lnTo>
                  <a:pt x="0" y="17564"/>
                </a:lnTo>
                <a:lnTo>
                  <a:pt x="0" y="17565"/>
                </a:lnTo>
                <a:lnTo>
                  <a:pt x="0" y="17566"/>
                </a:lnTo>
                <a:lnTo>
                  <a:pt x="0" y="17567"/>
                </a:lnTo>
                <a:lnTo>
                  <a:pt x="0" y="17568"/>
                </a:lnTo>
                <a:lnTo>
                  <a:pt x="0" y="17569"/>
                </a:lnTo>
                <a:lnTo>
                  <a:pt x="0" y="17570"/>
                </a:lnTo>
                <a:lnTo>
                  <a:pt x="0" y="17571"/>
                </a:lnTo>
                <a:lnTo>
                  <a:pt x="0" y="17572"/>
                </a:lnTo>
                <a:lnTo>
                  <a:pt x="0" y="17573"/>
                </a:lnTo>
                <a:lnTo>
                  <a:pt x="0" y="17574"/>
                </a:lnTo>
                <a:lnTo>
                  <a:pt x="0" y="17575"/>
                </a:lnTo>
                <a:lnTo>
                  <a:pt x="0" y="17576"/>
                </a:lnTo>
                <a:lnTo>
                  <a:pt x="0" y="17577"/>
                </a:lnTo>
                <a:lnTo>
                  <a:pt x="0" y="17578"/>
                </a:lnTo>
                <a:lnTo>
                  <a:pt x="0" y="17579"/>
                </a:lnTo>
                <a:lnTo>
                  <a:pt x="0" y="17580"/>
                </a:lnTo>
                <a:lnTo>
                  <a:pt x="0" y="17580"/>
                </a:lnTo>
                <a:lnTo>
                  <a:pt x="0" y="17581"/>
                </a:lnTo>
                <a:lnTo>
                  <a:pt x="0" y="17582"/>
                </a:lnTo>
                <a:lnTo>
                  <a:pt x="0" y="17583"/>
                </a:lnTo>
                <a:lnTo>
                  <a:pt x="0" y="17584"/>
                </a:lnTo>
                <a:lnTo>
                  <a:pt x="0" y="17585"/>
                </a:lnTo>
                <a:lnTo>
                  <a:pt x="0" y="17586"/>
                </a:lnTo>
                <a:lnTo>
                  <a:pt x="0" y="17587"/>
                </a:lnTo>
                <a:lnTo>
                  <a:pt x="0" y="17588"/>
                </a:lnTo>
                <a:lnTo>
                  <a:pt x="0" y="17589"/>
                </a:lnTo>
                <a:lnTo>
                  <a:pt x="0" y="17590"/>
                </a:lnTo>
                <a:lnTo>
                  <a:pt x="0" y="17591"/>
                </a:lnTo>
                <a:lnTo>
                  <a:pt x="0" y="17592"/>
                </a:lnTo>
                <a:lnTo>
                  <a:pt x="0" y="17593"/>
                </a:lnTo>
                <a:lnTo>
                  <a:pt x="0" y="17594"/>
                </a:lnTo>
                <a:lnTo>
                  <a:pt x="0" y="17595"/>
                </a:lnTo>
                <a:lnTo>
                  <a:pt x="0" y="17596"/>
                </a:lnTo>
                <a:lnTo>
                  <a:pt x="0" y="17597"/>
                </a:lnTo>
                <a:lnTo>
                  <a:pt x="0" y="17597"/>
                </a:lnTo>
                <a:lnTo>
                  <a:pt x="0" y="17598"/>
                </a:lnTo>
                <a:lnTo>
                  <a:pt x="0" y="17599"/>
                </a:lnTo>
                <a:lnTo>
                  <a:pt x="0" y="17600"/>
                </a:lnTo>
                <a:lnTo>
                  <a:pt x="0" y="17601"/>
                </a:lnTo>
                <a:lnTo>
                  <a:pt x="0" y="17602"/>
                </a:lnTo>
                <a:lnTo>
                  <a:pt x="0" y="17603"/>
                </a:lnTo>
                <a:lnTo>
                  <a:pt x="0" y="17604"/>
                </a:lnTo>
                <a:lnTo>
                  <a:pt x="0" y="17605"/>
                </a:lnTo>
                <a:lnTo>
                  <a:pt x="0" y="17606"/>
                </a:lnTo>
                <a:lnTo>
                  <a:pt x="0" y="17607"/>
                </a:lnTo>
                <a:lnTo>
                  <a:pt x="0" y="17608"/>
                </a:lnTo>
                <a:lnTo>
                  <a:pt x="0" y="17609"/>
                </a:lnTo>
                <a:lnTo>
                  <a:pt x="0" y="17610"/>
                </a:lnTo>
                <a:lnTo>
                  <a:pt x="0" y="17611"/>
                </a:lnTo>
                <a:lnTo>
                  <a:pt x="0" y="17612"/>
                </a:lnTo>
                <a:lnTo>
                  <a:pt x="0" y="17613"/>
                </a:lnTo>
                <a:lnTo>
                  <a:pt x="0" y="17613"/>
                </a:lnTo>
                <a:lnTo>
                  <a:pt x="0" y="17614"/>
                </a:lnTo>
                <a:lnTo>
                  <a:pt x="0" y="17615"/>
                </a:lnTo>
                <a:lnTo>
                  <a:pt x="0" y="17616"/>
                </a:lnTo>
                <a:lnTo>
                  <a:pt x="0" y="17617"/>
                </a:lnTo>
                <a:lnTo>
                  <a:pt x="0" y="17618"/>
                </a:lnTo>
                <a:lnTo>
                  <a:pt x="0" y="17619"/>
                </a:lnTo>
                <a:lnTo>
                  <a:pt x="0" y="17620"/>
                </a:lnTo>
                <a:lnTo>
                  <a:pt x="0" y="17621"/>
                </a:lnTo>
                <a:lnTo>
                  <a:pt x="0" y="17622"/>
                </a:lnTo>
                <a:lnTo>
                  <a:pt x="0" y="17623"/>
                </a:lnTo>
                <a:lnTo>
                  <a:pt x="0" y="17624"/>
                </a:lnTo>
                <a:lnTo>
                  <a:pt x="0" y="17625"/>
                </a:lnTo>
                <a:lnTo>
                  <a:pt x="0" y="17626"/>
                </a:lnTo>
                <a:lnTo>
                  <a:pt x="0" y="17627"/>
                </a:lnTo>
                <a:lnTo>
                  <a:pt x="0" y="17628"/>
                </a:lnTo>
                <a:lnTo>
                  <a:pt x="0" y="17629"/>
                </a:lnTo>
                <a:lnTo>
                  <a:pt x="0" y="17629"/>
                </a:lnTo>
                <a:lnTo>
                  <a:pt x="0" y="17630"/>
                </a:lnTo>
                <a:lnTo>
                  <a:pt x="0" y="17631"/>
                </a:lnTo>
                <a:lnTo>
                  <a:pt x="0" y="17632"/>
                </a:lnTo>
                <a:lnTo>
                  <a:pt x="0" y="17633"/>
                </a:lnTo>
                <a:lnTo>
                  <a:pt x="0" y="17634"/>
                </a:lnTo>
                <a:lnTo>
                  <a:pt x="0" y="17635"/>
                </a:lnTo>
                <a:lnTo>
                  <a:pt x="0" y="17636"/>
                </a:lnTo>
                <a:lnTo>
                  <a:pt x="0" y="17637"/>
                </a:lnTo>
                <a:lnTo>
                  <a:pt x="0" y="17638"/>
                </a:lnTo>
                <a:lnTo>
                  <a:pt x="0" y="17639"/>
                </a:lnTo>
                <a:lnTo>
                  <a:pt x="0" y="17640"/>
                </a:lnTo>
                <a:lnTo>
                  <a:pt x="0" y="17641"/>
                </a:lnTo>
                <a:lnTo>
                  <a:pt x="0" y="17642"/>
                </a:lnTo>
                <a:lnTo>
                  <a:pt x="0" y="17643"/>
                </a:lnTo>
                <a:lnTo>
                  <a:pt x="0" y="17644"/>
                </a:lnTo>
                <a:lnTo>
                  <a:pt x="0" y="17645"/>
                </a:lnTo>
                <a:lnTo>
                  <a:pt x="0" y="17645"/>
                </a:lnTo>
                <a:lnTo>
                  <a:pt x="0" y="17646"/>
                </a:lnTo>
                <a:lnTo>
                  <a:pt x="0" y="17647"/>
                </a:lnTo>
                <a:lnTo>
                  <a:pt x="0" y="17648"/>
                </a:lnTo>
                <a:lnTo>
                  <a:pt x="0" y="17649"/>
                </a:lnTo>
                <a:lnTo>
                  <a:pt x="0" y="17650"/>
                </a:lnTo>
                <a:lnTo>
                  <a:pt x="0" y="17651"/>
                </a:lnTo>
                <a:lnTo>
                  <a:pt x="0" y="17652"/>
                </a:lnTo>
                <a:lnTo>
                  <a:pt x="0" y="17653"/>
                </a:lnTo>
                <a:lnTo>
                  <a:pt x="0" y="17654"/>
                </a:lnTo>
                <a:lnTo>
                  <a:pt x="0" y="17655"/>
                </a:lnTo>
                <a:lnTo>
                  <a:pt x="0" y="17656"/>
                </a:lnTo>
                <a:lnTo>
                  <a:pt x="0" y="17657"/>
                </a:lnTo>
                <a:lnTo>
                  <a:pt x="0" y="17658"/>
                </a:lnTo>
                <a:lnTo>
                  <a:pt x="0" y="17659"/>
                </a:lnTo>
                <a:lnTo>
                  <a:pt x="0" y="17660"/>
                </a:lnTo>
                <a:lnTo>
                  <a:pt x="0" y="17660"/>
                </a:lnTo>
                <a:lnTo>
                  <a:pt x="0" y="17661"/>
                </a:lnTo>
                <a:lnTo>
                  <a:pt x="0" y="17662"/>
                </a:lnTo>
                <a:lnTo>
                  <a:pt x="0" y="17663"/>
                </a:lnTo>
                <a:lnTo>
                  <a:pt x="0" y="17664"/>
                </a:lnTo>
                <a:lnTo>
                  <a:pt x="0" y="17665"/>
                </a:lnTo>
                <a:lnTo>
                  <a:pt x="0" y="17666"/>
                </a:lnTo>
                <a:lnTo>
                  <a:pt x="0" y="17667"/>
                </a:lnTo>
                <a:lnTo>
                  <a:pt x="0" y="17668"/>
                </a:lnTo>
                <a:lnTo>
                  <a:pt x="0" y="17669"/>
                </a:lnTo>
                <a:lnTo>
                  <a:pt x="0" y="17670"/>
                </a:lnTo>
                <a:lnTo>
                  <a:pt x="0" y="17671"/>
                </a:lnTo>
                <a:lnTo>
                  <a:pt x="0" y="17672"/>
                </a:lnTo>
                <a:lnTo>
                  <a:pt x="0" y="17673"/>
                </a:lnTo>
                <a:lnTo>
                  <a:pt x="0" y="17674"/>
                </a:lnTo>
                <a:lnTo>
                  <a:pt x="0" y="17675"/>
                </a:lnTo>
                <a:lnTo>
                  <a:pt x="0" y="17675"/>
                </a:lnTo>
                <a:lnTo>
                  <a:pt x="0" y="17676"/>
                </a:lnTo>
                <a:lnTo>
                  <a:pt x="0" y="17677"/>
                </a:lnTo>
                <a:lnTo>
                  <a:pt x="0" y="17678"/>
                </a:lnTo>
                <a:lnTo>
                  <a:pt x="0" y="17679"/>
                </a:lnTo>
                <a:lnTo>
                  <a:pt x="0" y="17680"/>
                </a:lnTo>
                <a:lnTo>
                  <a:pt x="0" y="17681"/>
                </a:lnTo>
                <a:lnTo>
                  <a:pt x="0" y="17682"/>
                </a:lnTo>
                <a:lnTo>
                  <a:pt x="0" y="17683"/>
                </a:lnTo>
                <a:lnTo>
                  <a:pt x="0" y="17684"/>
                </a:lnTo>
                <a:lnTo>
                  <a:pt x="0" y="17685"/>
                </a:lnTo>
                <a:lnTo>
                  <a:pt x="0" y="17686"/>
                </a:lnTo>
                <a:lnTo>
                  <a:pt x="0" y="17687"/>
                </a:lnTo>
                <a:lnTo>
                  <a:pt x="0" y="17688"/>
                </a:lnTo>
                <a:lnTo>
                  <a:pt x="0" y="17689"/>
                </a:lnTo>
                <a:lnTo>
                  <a:pt x="0" y="17689"/>
                </a:lnTo>
                <a:lnTo>
                  <a:pt x="0" y="17690"/>
                </a:lnTo>
                <a:lnTo>
                  <a:pt x="0" y="17691"/>
                </a:lnTo>
                <a:lnTo>
                  <a:pt x="0" y="17692"/>
                </a:lnTo>
                <a:lnTo>
                  <a:pt x="0" y="17693"/>
                </a:lnTo>
                <a:lnTo>
                  <a:pt x="0" y="17694"/>
                </a:lnTo>
                <a:lnTo>
                  <a:pt x="0" y="17695"/>
                </a:lnTo>
                <a:lnTo>
                  <a:pt x="0" y="17696"/>
                </a:lnTo>
                <a:lnTo>
                  <a:pt x="0" y="17697"/>
                </a:lnTo>
                <a:lnTo>
                  <a:pt x="0" y="17698"/>
                </a:lnTo>
                <a:lnTo>
                  <a:pt x="0" y="17699"/>
                </a:lnTo>
                <a:lnTo>
                  <a:pt x="0" y="17700"/>
                </a:lnTo>
                <a:lnTo>
                  <a:pt x="0" y="17701"/>
                </a:lnTo>
                <a:lnTo>
                  <a:pt x="0" y="17702"/>
                </a:lnTo>
                <a:lnTo>
                  <a:pt x="0" y="17703"/>
                </a:lnTo>
                <a:lnTo>
                  <a:pt x="0" y="17704"/>
                </a:lnTo>
                <a:lnTo>
                  <a:pt x="0" y="17704"/>
                </a:lnTo>
                <a:lnTo>
                  <a:pt x="0" y="17705"/>
                </a:lnTo>
                <a:lnTo>
                  <a:pt x="0" y="17706"/>
                </a:lnTo>
                <a:lnTo>
                  <a:pt x="0" y="17707"/>
                </a:lnTo>
                <a:lnTo>
                  <a:pt x="0" y="17708"/>
                </a:lnTo>
                <a:lnTo>
                  <a:pt x="0" y="17709"/>
                </a:lnTo>
                <a:lnTo>
                  <a:pt x="0" y="17710"/>
                </a:lnTo>
                <a:lnTo>
                  <a:pt x="0" y="17711"/>
                </a:lnTo>
                <a:lnTo>
                  <a:pt x="0" y="17712"/>
                </a:lnTo>
                <a:lnTo>
                  <a:pt x="0" y="17713"/>
                </a:lnTo>
                <a:lnTo>
                  <a:pt x="0" y="17714"/>
                </a:lnTo>
                <a:lnTo>
                  <a:pt x="0" y="17715"/>
                </a:lnTo>
                <a:lnTo>
                  <a:pt x="0" y="17716"/>
                </a:lnTo>
                <a:lnTo>
                  <a:pt x="0" y="17717"/>
                </a:lnTo>
                <a:lnTo>
                  <a:pt x="0" y="17718"/>
                </a:lnTo>
                <a:lnTo>
                  <a:pt x="0" y="17718"/>
                </a:lnTo>
                <a:lnTo>
                  <a:pt x="0" y="17719"/>
                </a:lnTo>
                <a:lnTo>
                  <a:pt x="0" y="17720"/>
                </a:lnTo>
                <a:lnTo>
                  <a:pt x="0" y="17721"/>
                </a:lnTo>
                <a:lnTo>
                  <a:pt x="0" y="17722"/>
                </a:lnTo>
                <a:lnTo>
                  <a:pt x="0" y="17723"/>
                </a:lnTo>
                <a:lnTo>
                  <a:pt x="0" y="17724"/>
                </a:lnTo>
                <a:lnTo>
                  <a:pt x="0" y="17725"/>
                </a:lnTo>
                <a:lnTo>
                  <a:pt x="0" y="17726"/>
                </a:lnTo>
                <a:lnTo>
                  <a:pt x="0" y="17727"/>
                </a:lnTo>
                <a:lnTo>
                  <a:pt x="0" y="17728"/>
                </a:lnTo>
                <a:lnTo>
                  <a:pt x="0" y="17729"/>
                </a:lnTo>
                <a:lnTo>
                  <a:pt x="0" y="17730"/>
                </a:lnTo>
                <a:lnTo>
                  <a:pt x="0" y="17731"/>
                </a:lnTo>
                <a:lnTo>
                  <a:pt x="0" y="17732"/>
                </a:lnTo>
                <a:lnTo>
                  <a:pt x="0" y="17732"/>
                </a:lnTo>
                <a:lnTo>
                  <a:pt x="0" y="17733"/>
                </a:lnTo>
                <a:lnTo>
                  <a:pt x="0" y="17734"/>
                </a:lnTo>
                <a:lnTo>
                  <a:pt x="0" y="17735"/>
                </a:lnTo>
                <a:lnTo>
                  <a:pt x="0" y="17736"/>
                </a:lnTo>
                <a:lnTo>
                  <a:pt x="0" y="17737"/>
                </a:lnTo>
                <a:lnTo>
                  <a:pt x="0" y="17738"/>
                </a:lnTo>
                <a:lnTo>
                  <a:pt x="0" y="17739"/>
                </a:lnTo>
                <a:lnTo>
                  <a:pt x="0" y="17740"/>
                </a:lnTo>
                <a:lnTo>
                  <a:pt x="0" y="17741"/>
                </a:lnTo>
                <a:lnTo>
                  <a:pt x="0" y="17742"/>
                </a:lnTo>
                <a:lnTo>
                  <a:pt x="0" y="17743"/>
                </a:lnTo>
                <a:lnTo>
                  <a:pt x="0" y="17744"/>
                </a:lnTo>
                <a:lnTo>
                  <a:pt x="0" y="17745"/>
                </a:lnTo>
                <a:lnTo>
                  <a:pt x="0" y="17745"/>
                </a:lnTo>
                <a:lnTo>
                  <a:pt x="0" y="17746"/>
                </a:lnTo>
                <a:lnTo>
                  <a:pt x="0" y="17747"/>
                </a:lnTo>
                <a:lnTo>
                  <a:pt x="0" y="17748"/>
                </a:lnTo>
                <a:lnTo>
                  <a:pt x="0" y="17749"/>
                </a:lnTo>
                <a:lnTo>
                  <a:pt x="0" y="17750"/>
                </a:lnTo>
                <a:lnTo>
                  <a:pt x="0" y="17751"/>
                </a:lnTo>
                <a:lnTo>
                  <a:pt x="0" y="17752"/>
                </a:lnTo>
                <a:lnTo>
                  <a:pt x="0" y="17753"/>
                </a:lnTo>
                <a:lnTo>
                  <a:pt x="0" y="17754"/>
                </a:lnTo>
                <a:lnTo>
                  <a:pt x="0" y="17755"/>
                </a:lnTo>
                <a:lnTo>
                  <a:pt x="0" y="17756"/>
                </a:lnTo>
                <a:lnTo>
                  <a:pt x="0" y="17757"/>
                </a:lnTo>
                <a:lnTo>
                  <a:pt x="0" y="17758"/>
                </a:lnTo>
                <a:lnTo>
                  <a:pt x="0" y="17758"/>
                </a:lnTo>
                <a:lnTo>
                  <a:pt x="0" y="17759"/>
                </a:lnTo>
                <a:lnTo>
                  <a:pt x="0" y="17760"/>
                </a:lnTo>
                <a:lnTo>
                  <a:pt x="0" y="17761"/>
                </a:lnTo>
                <a:lnTo>
                  <a:pt x="0" y="17762"/>
                </a:lnTo>
                <a:lnTo>
                  <a:pt x="0" y="17763"/>
                </a:lnTo>
                <a:lnTo>
                  <a:pt x="0" y="17764"/>
                </a:lnTo>
                <a:lnTo>
                  <a:pt x="0" y="17765"/>
                </a:lnTo>
                <a:lnTo>
                  <a:pt x="0" y="17766"/>
                </a:lnTo>
                <a:lnTo>
                  <a:pt x="0" y="17767"/>
                </a:lnTo>
                <a:lnTo>
                  <a:pt x="0" y="17768"/>
                </a:lnTo>
                <a:lnTo>
                  <a:pt x="0" y="17769"/>
                </a:lnTo>
                <a:lnTo>
                  <a:pt x="0" y="17770"/>
                </a:lnTo>
                <a:lnTo>
                  <a:pt x="0" y="17771"/>
                </a:lnTo>
                <a:lnTo>
                  <a:pt x="0" y="17772"/>
                </a:lnTo>
                <a:lnTo>
                  <a:pt x="0" y="17772"/>
                </a:lnTo>
                <a:lnTo>
                  <a:pt x="0" y="17773"/>
                </a:lnTo>
                <a:lnTo>
                  <a:pt x="0" y="17774"/>
                </a:lnTo>
                <a:lnTo>
                  <a:pt x="0" y="17775"/>
                </a:lnTo>
                <a:lnTo>
                  <a:pt x="0" y="17776"/>
                </a:lnTo>
                <a:lnTo>
                  <a:pt x="0" y="17777"/>
                </a:lnTo>
                <a:lnTo>
                  <a:pt x="0" y="17778"/>
                </a:lnTo>
                <a:lnTo>
                  <a:pt x="0" y="17779"/>
                </a:lnTo>
                <a:lnTo>
                  <a:pt x="0" y="17780"/>
                </a:lnTo>
                <a:lnTo>
                  <a:pt x="0" y="17781"/>
                </a:lnTo>
                <a:lnTo>
                  <a:pt x="0" y="17782"/>
                </a:lnTo>
                <a:lnTo>
                  <a:pt x="0" y="17783"/>
                </a:lnTo>
                <a:lnTo>
                  <a:pt x="0" y="17784"/>
                </a:lnTo>
                <a:lnTo>
                  <a:pt x="0" y="17784"/>
                </a:lnTo>
                <a:lnTo>
                  <a:pt x="0" y="17785"/>
                </a:lnTo>
                <a:lnTo>
                  <a:pt x="0" y="17786"/>
                </a:lnTo>
                <a:lnTo>
                  <a:pt x="0" y="17787"/>
                </a:lnTo>
                <a:lnTo>
                  <a:pt x="0" y="17788"/>
                </a:lnTo>
                <a:lnTo>
                  <a:pt x="0" y="17789"/>
                </a:lnTo>
                <a:lnTo>
                  <a:pt x="0" y="17790"/>
                </a:lnTo>
                <a:lnTo>
                  <a:pt x="0" y="17791"/>
                </a:lnTo>
                <a:lnTo>
                  <a:pt x="0" y="17792"/>
                </a:lnTo>
                <a:lnTo>
                  <a:pt x="0" y="17793"/>
                </a:lnTo>
                <a:lnTo>
                  <a:pt x="0" y="17794"/>
                </a:lnTo>
                <a:lnTo>
                  <a:pt x="0" y="17795"/>
                </a:lnTo>
                <a:lnTo>
                  <a:pt x="0" y="17796"/>
                </a:lnTo>
                <a:lnTo>
                  <a:pt x="0" y="17797"/>
                </a:lnTo>
                <a:lnTo>
                  <a:pt x="0" y="17797"/>
                </a:lnTo>
                <a:lnTo>
                  <a:pt x="0" y="17798"/>
                </a:lnTo>
                <a:lnTo>
                  <a:pt x="0" y="17799"/>
                </a:lnTo>
                <a:lnTo>
                  <a:pt x="0" y="17800"/>
                </a:lnTo>
                <a:lnTo>
                  <a:pt x="0" y="17801"/>
                </a:lnTo>
                <a:lnTo>
                  <a:pt x="0" y="17802"/>
                </a:lnTo>
                <a:lnTo>
                  <a:pt x="0" y="17803"/>
                </a:lnTo>
                <a:lnTo>
                  <a:pt x="0" y="17804"/>
                </a:lnTo>
                <a:lnTo>
                  <a:pt x="0" y="17805"/>
                </a:lnTo>
                <a:lnTo>
                  <a:pt x="0" y="17806"/>
                </a:lnTo>
                <a:lnTo>
                  <a:pt x="0" y="17807"/>
                </a:lnTo>
                <a:lnTo>
                  <a:pt x="0" y="17808"/>
                </a:lnTo>
                <a:lnTo>
                  <a:pt x="0" y="17809"/>
                </a:lnTo>
                <a:lnTo>
                  <a:pt x="0" y="17810"/>
                </a:lnTo>
                <a:lnTo>
                  <a:pt x="0" y="17810"/>
                </a:lnTo>
                <a:lnTo>
                  <a:pt x="0" y="17811"/>
                </a:lnTo>
                <a:lnTo>
                  <a:pt x="0" y="17812"/>
                </a:lnTo>
                <a:lnTo>
                  <a:pt x="0" y="17813"/>
                </a:lnTo>
                <a:lnTo>
                  <a:pt x="0" y="17814"/>
                </a:lnTo>
                <a:lnTo>
                  <a:pt x="0" y="17815"/>
                </a:lnTo>
                <a:lnTo>
                  <a:pt x="0" y="17816"/>
                </a:lnTo>
                <a:lnTo>
                  <a:pt x="0" y="17817"/>
                </a:lnTo>
                <a:lnTo>
                  <a:pt x="0" y="17818"/>
                </a:lnTo>
                <a:lnTo>
                  <a:pt x="0" y="17819"/>
                </a:lnTo>
                <a:lnTo>
                  <a:pt x="0" y="17820"/>
                </a:lnTo>
                <a:lnTo>
                  <a:pt x="0" y="17821"/>
                </a:lnTo>
                <a:lnTo>
                  <a:pt x="0" y="17822"/>
                </a:lnTo>
                <a:lnTo>
                  <a:pt x="0" y="17822"/>
                </a:lnTo>
                <a:lnTo>
                  <a:pt x="0" y="17823"/>
                </a:lnTo>
                <a:lnTo>
                  <a:pt x="0" y="17824"/>
                </a:lnTo>
                <a:lnTo>
                  <a:pt x="0" y="17825"/>
                </a:lnTo>
                <a:lnTo>
                  <a:pt x="0" y="17826"/>
                </a:lnTo>
                <a:lnTo>
                  <a:pt x="0" y="17827"/>
                </a:lnTo>
                <a:lnTo>
                  <a:pt x="0" y="17828"/>
                </a:lnTo>
                <a:lnTo>
                  <a:pt x="0" y="17829"/>
                </a:lnTo>
                <a:lnTo>
                  <a:pt x="0" y="17830"/>
                </a:lnTo>
                <a:lnTo>
                  <a:pt x="0" y="17831"/>
                </a:lnTo>
                <a:lnTo>
                  <a:pt x="0" y="17832"/>
                </a:lnTo>
                <a:lnTo>
                  <a:pt x="0" y="17833"/>
                </a:lnTo>
                <a:lnTo>
                  <a:pt x="0" y="17834"/>
                </a:lnTo>
                <a:lnTo>
                  <a:pt x="0" y="17834"/>
                </a:lnTo>
                <a:lnTo>
                  <a:pt x="0" y="17835"/>
                </a:lnTo>
                <a:lnTo>
                  <a:pt x="0" y="17836"/>
                </a:lnTo>
                <a:lnTo>
                  <a:pt x="0" y="17837"/>
                </a:lnTo>
                <a:lnTo>
                  <a:pt x="0" y="17838"/>
                </a:lnTo>
                <a:lnTo>
                  <a:pt x="0" y="17839"/>
                </a:lnTo>
                <a:lnTo>
                  <a:pt x="0" y="17840"/>
                </a:lnTo>
                <a:lnTo>
                  <a:pt x="0" y="17841"/>
                </a:lnTo>
                <a:lnTo>
                  <a:pt x="0" y="17842"/>
                </a:lnTo>
                <a:lnTo>
                  <a:pt x="0" y="17843"/>
                </a:lnTo>
                <a:lnTo>
                  <a:pt x="0" y="17844"/>
                </a:lnTo>
                <a:lnTo>
                  <a:pt x="0" y="17845"/>
                </a:lnTo>
                <a:lnTo>
                  <a:pt x="0" y="17846"/>
                </a:lnTo>
                <a:lnTo>
                  <a:pt x="0" y="17846"/>
                </a:lnTo>
                <a:lnTo>
                  <a:pt x="0" y="17847"/>
                </a:lnTo>
                <a:lnTo>
                  <a:pt x="0" y="17848"/>
                </a:lnTo>
                <a:lnTo>
                  <a:pt x="0" y="17849"/>
                </a:lnTo>
                <a:lnTo>
                  <a:pt x="0" y="17850"/>
                </a:lnTo>
                <a:lnTo>
                  <a:pt x="0" y="17851"/>
                </a:lnTo>
                <a:lnTo>
                  <a:pt x="0" y="17852"/>
                </a:lnTo>
                <a:lnTo>
                  <a:pt x="0" y="17853"/>
                </a:lnTo>
                <a:lnTo>
                  <a:pt x="0" y="17854"/>
                </a:lnTo>
                <a:lnTo>
                  <a:pt x="0" y="17855"/>
                </a:lnTo>
                <a:lnTo>
                  <a:pt x="0" y="17856"/>
                </a:lnTo>
                <a:lnTo>
                  <a:pt x="0" y="17857"/>
                </a:lnTo>
                <a:lnTo>
                  <a:pt x="0" y="17858"/>
                </a:lnTo>
                <a:lnTo>
                  <a:pt x="0" y="17858"/>
                </a:lnTo>
                <a:lnTo>
                  <a:pt x="0" y="17859"/>
                </a:lnTo>
                <a:lnTo>
                  <a:pt x="0" y="17860"/>
                </a:lnTo>
                <a:lnTo>
                  <a:pt x="0" y="17861"/>
                </a:lnTo>
                <a:lnTo>
                  <a:pt x="0" y="17862"/>
                </a:lnTo>
                <a:lnTo>
                  <a:pt x="0" y="17863"/>
                </a:lnTo>
                <a:lnTo>
                  <a:pt x="0" y="17864"/>
                </a:lnTo>
                <a:lnTo>
                  <a:pt x="0" y="17865"/>
                </a:lnTo>
                <a:lnTo>
                  <a:pt x="0" y="17866"/>
                </a:lnTo>
                <a:lnTo>
                  <a:pt x="0" y="17867"/>
                </a:lnTo>
                <a:lnTo>
                  <a:pt x="0" y="17868"/>
                </a:lnTo>
                <a:lnTo>
                  <a:pt x="0" y="17869"/>
                </a:lnTo>
                <a:lnTo>
                  <a:pt x="0" y="17869"/>
                </a:lnTo>
                <a:lnTo>
                  <a:pt x="0" y="17870"/>
                </a:lnTo>
                <a:lnTo>
                  <a:pt x="0" y="17871"/>
                </a:lnTo>
                <a:lnTo>
                  <a:pt x="0" y="17872"/>
                </a:lnTo>
                <a:lnTo>
                  <a:pt x="0" y="17873"/>
                </a:lnTo>
                <a:lnTo>
                  <a:pt x="0" y="17874"/>
                </a:lnTo>
                <a:lnTo>
                  <a:pt x="0" y="17875"/>
                </a:lnTo>
                <a:lnTo>
                  <a:pt x="0" y="17876"/>
                </a:lnTo>
                <a:lnTo>
                  <a:pt x="0" y="17877"/>
                </a:lnTo>
                <a:lnTo>
                  <a:pt x="0" y="17878"/>
                </a:lnTo>
                <a:lnTo>
                  <a:pt x="0" y="17879"/>
                </a:lnTo>
                <a:lnTo>
                  <a:pt x="0" y="17880"/>
                </a:lnTo>
                <a:lnTo>
                  <a:pt x="0" y="17881"/>
                </a:lnTo>
                <a:lnTo>
                  <a:pt x="0" y="17881"/>
                </a:lnTo>
                <a:lnTo>
                  <a:pt x="0" y="17882"/>
                </a:lnTo>
                <a:lnTo>
                  <a:pt x="0" y="17883"/>
                </a:lnTo>
                <a:lnTo>
                  <a:pt x="0" y="17884"/>
                </a:lnTo>
                <a:lnTo>
                  <a:pt x="0" y="17885"/>
                </a:lnTo>
                <a:lnTo>
                  <a:pt x="0" y="17886"/>
                </a:lnTo>
                <a:lnTo>
                  <a:pt x="0" y="17887"/>
                </a:lnTo>
                <a:lnTo>
                  <a:pt x="0" y="17888"/>
                </a:lnTo>
                <a:lnTo>
                  <a:pt x="0" y="17889"/>
                </a:lnTo>
                <a:lnTo>
                  <a:pt x="0" y="17890"/>
                </a:lnTo>
                <a:lnTo>
                  <a:pt x="0" y="17891"/>
                </a:lnTo>
                <a:lnTo>
                  <a:pt x="0" y="17892"/>
                </a:lnTo>
                <a:lnTo>
                  <a:pt x="0" y="17892"/>
                </a:lnTo>
                <a:lnTo>
                  <a:pt x="0" y="17893"/>
                </a:lnTo>
                <a:lnTo>
                  <a:pt x="0" y="17894"/>
                </a:lnTo>
                <a:lnTo>
                  <a:pt x="0" y="17895"/>
                </a:lnTo>
                <a:lnTo>
                  <a:pt x="0" y="17896"/>
                </a:lnTo>
                <a:lnTo>
                  <a:pt x="0" y="17897"/>
                </a:lnTo>
                <a:lnTo>
                  <a:pt x="0" y="17898"/>
                </a:lnTo>
                <a:lnTo>
                  <a:pt x="0" y="17899"/>
                </a:lnTo>
                <a:lnTo>
                  <a:pt x="0" y="17900"/>
                </a:lnTo>
                <a:lnTo>
                  <a:pt x="0" y="17901"/>
                </a:lnTo>
                <a:lnTo>
                  <a:pt x="0" y="17902"/>
                </a:lnTo>
                <a:lnTo>
                  <a:pt x="0" y="17903"/>
                </a:lnTo>
                <a:lnTo>
                  <a:pt x="0" y="17903"/>
                </a:lnTo>
                <a:lnTo>
                  <a:pt x="0" y="17904"/>
                </a:lnTo>
                <a:lnTo>
                  <a:pt x="0" y="17905"/>
                </a:lnTo>
                <a:lnTo>
                  <a:pt x="0" y="17906"/>
                </a:lnTo>
                <a:lnTo>
                  <a:pt x="0" y="17907"/>
                </a:lnTo>
                <a:lnTo>
                  <a:pt x="0" y="17908"/>
                </a:lnTo>
                <a:lnTo>
                  <a:pt x="0" y="17909"/>
                </a:lnTo>
                <a:lnTo>
                  <a:pt x="0" y="17910"/>
                </a:lnTo>
                <a:lnTo>
                  <a:pt x="0" y="17911"/>
                </a:lnTo>
                <a:lnTo>
                  <a:pt x="0" y="17912"/>
                </a:lnTo>
                <a:lnTo>
                  <a:pt x="0" y="17913"/>
                </a:lnTo>
                <a:lnTo>
                  <a:pt x="0" y="17914"/>
                </a:lnTo>
                <a:lnTo>
                  <a:pt x="0" y="17914"/>
                </a:lnTo>
                <a:lnTo>
                  <a:pt x="0" y="17915"/>
                </a:lnTo>
                <a:lnTo>
                  <a:pt x="0" y="17916"/>
                </a:lnTo>
                <a:lnTo>
                  <a:pt x="0" y="17917"/>
                </a:lnTo>
                <a:lnTo>
                  <a:pt x="0" y="17918"/>
                </a:lnTo>
                <a:lnTo>
                  <a:pt x="0" y="17919"/>
                </a:lnTo>
                <a:lnTo>
                  <a:pt x="0" y="17920"/>
                </a:lnTo>
                <a:lnTo>
                  <a:pt x="0" y="17921"/>
                </a:lnTo>
                <a:lnTo>
                  <a:pt x="0" y="17922"/>
                </a:lnTo>
                <a:lnTo>
                  <a:pt x="0" y="17923"/>
                </a:lnTo>
                <a:lnTo>
                  <a:pt x="0" y="17924"/>
                </a:lnTo>
                <a:lnTo>
                  <a:pt x="0" y="17925"/>
                </a:lnTo>
                <a:lnTo>
                  <a:pt x="0" y="17925"/>
                </a:lnTo>
                <a:lnTo>
                  <a:pt x="0" y="17926"/>
                </a:lnTo>
                <a:lnTo>
                  <a:pt x="0" y="17927"/>
                </a:lnTo>
                <a:lnTo>
                  <a:pt x="0" y="17928"/>
                </a:lnTo>
                <a:lnTo>
                  <a:pt x="0" y="17929"/>
                </a:lnTo>
                <a:lnTo>
                  <a:pt x="0" y="17930"/>
                </a:lnTo>
                <a:lnTo>
                  <a:pt x="0" y="17931"/>
                </a:lnTo>
                <a:lnTo>
                  <a:pt x="0" y="17932"/>
                </a:lnTo>
                <a:lnTo>
                  <a:pt x="0" y="17933"/>
                </a:lnTo>
                <a:lnTo>
                  <a:pt x="0" y="17934"/>
                </a:lnTo>
                <a:lnTo>
                  <a:pt x="0" y="17935"/>
                </a:lnTo>
                <a:lnTo>
                  <a:pt x="0" y="17936"/>
                </a:lnTo>
                <a:lnTo>
                  <a:pt x="0" y="17936"/>
                </a:lnTo>
                <a:lnTo>
                  <a:pt x="0" y="17937"/>
                </a:lnTo>
                <a:lnTo>
                  <a:pt x="0" y="17938"/>
                </a:lnTo>
                <a:lnTo>
                  <a:pt x="0" y="17939"/>
                </a:lnTo>
                <a:lnTo>
                  <a:pt x="0" y="17940"/>
                </a:lnTo>
                <a:lnTo>
                  <a:pt x="0" y="17941"/>
                </a:lnTo>
                <a:lnTo>
                  <a:pt x="0" y="17942"/>
                </a:lnTo>
                <a:lnTo>
                  <a:pt x="0" y="17943"/>
                </a:lnTo>
                <a:lnTo>
                  <a:pt x="0" y="17944"/>
                </a:lnTo>
                <a:lnTo>
                  <a:pt x="0" y="17945"/>
                </a:lnTo>
                <a:lnTo>
                  <a:pt x="0" y="17946"/>
                </a:lnTo>
                <a:lnTo>
                  <a:pt x="0" y="17947"/>
                </a:lnTo>
                <a:lnTo>
                  <a:pt x="0" y="17947"/>
                </a:lnTo>
                <a:lnTo>
                  <a:pt x="0" y="17948"/>
                </a:lnTo>
                <a:lnTo>
                  <a:pt x="0" y="17949"/>
                </a:lnTo>
                <a:lnTo>
                  <a:pt x="0" y="17950"/>
                </a:lnTo>
                <a:lnTo>
                  <a:pt x="0" y="17951"/>
                </a:lnTo>
                <a:lnTo>
                  <a:pt x="0" y="17952"/>
                </a:lnTo>
                <a:lnTo>
                  <a:pt x="0" y="17953"/>
                </a:lnTo>
                <a:lnTo>
                  <a:pt x="0" y="17954"/>
                </a:lnTo>
                <a:lnTo>
                  <a:pt x="0" y="17955"/>
                </a:lnTo>
                <a:lnTo>
                  <a:pt x="0" y="17956"/>
                </a:lnTo>
                <a:lnTo>
                  <a:pt x="0" y="17957"/>
                </a:lnTo>
                <a:lnTo>
                  <a:pt x="0" y="17957"/>
                </a:lnTo>
                <a:lnTo>
                  <a:pt x="0" y="17958"/>
                </a:lnTo>
                <a:lnTo>
                  <a:pt x="0" y="17959"/>
                </a:lnTo>
                <a:lnTo>
                  <a:pt x="0" y="17960"/>
                </a:lnTo>
                <a:lnTo>
                  <a:pt x="0" y="17961"/>
                </a:lnTo>
                <a:lnTo>
                  <a:pt x="0" y="17962"/>
                </a:lnTo>
                <a:lnTo>
                  <a:pt x="0" y="17963"/>
                </a:lnTo>
                <a:lnTo>
                  <a:pt x="0" y="17964"/>
                </a:lnTo>
                <a:lnTo>
                  <a:pt x="0" y="17965"/>
                </a:lnTo>
                <a:lnTo>
                  <a:pt x="0" y="17966"/>
                </a:lnTo>
                <a:lnTo>
                  <a:pt x="0" y="17967"/>
                </a:lnTo>
                <a:lnTo>
                  <a:pt x="0" y="17967"/>
                </a:lnTo>
                <a:lnTo>
                  <a:pt x="0" y="17968"/>
                </a:lnTo>
                <a:lnTo>
                  <a:pt x="0" y="17969"/>
                </a:lnTo>
                <a:lnTo>
                  <a:pt x="0" y="17970"/>
                </a:lnTo>
                <a:lnTo>
                  <a:pt x="0" y="17971"/>
                </a:lnTo>
                <a:lnTo>
                  <a:pt x="0" y="17972"/>
                </a:lnTo>
                <a:lnTo>
                  <a:pt x="0" y="17973"/>
                </a:lnTo>
                <a:lnTo>
                  <a:pt x="0" y="17974"/>
                </a:lnTo>
                <a:lnTo>
                  <a:pt x="0" y="17975"/>
                </a:lnTo>
                <a:lnTo>
                  <a:pt x="0" y="17976"/>
                </a:lnTo>
                <a:lnTo>
                  <a:pt x="0" y="17977"/>
                </a:lnTo>
                <a:lnTo>
                  <a:pt x="0" y="17978"/>
                </a:lnTo>
                <a:lnTo>
                  <a:pt x="0" y="17978"/>
                </a:lnTo>
                <a:lnTo>
                  <a:pt x="0" y="17979"/>
                </a:lnTo>
                <a:lnTo>
                  <a:pt x="0" y="17980"/>
                </a:lnTo>
                <a:lnTo>
                  <a:pt x="0" y="17981"/>
                </a:lnTo>
                <a:lnTo>
                  <a:pt x="0" y="17982"/>
                </a:lnTo>
                <a:lnTo>
                  <a:pt x="0" y="17983"/>
                </a:lnTo>
                <a:lnTo>
                  <a:pt x="0" y="17984"/>
                </a:lnTo>
                <a:lnTo>
                  <a:pt x="0" y="17985"/>
                </a:lnTo>
                <a:lnTo>
                  <a:pt x="0" y="17986"/>
                </a:lnTo>
                <a:lnTo>
                  <a:pt x="0" y="17987"/>
                </a:lnTo>
                <a:lnTo>
                  <a:pt x="0" y="17988"/>
                </a:lnTo>
                <a:lnTo>
                  <a:pt x="0" y="17988"/>
                </a:lnTo>
                <a:lnTo>
                  <a:pt x="0" y="17989"/>
                </a:lnTo>
                <a:lnTo>
                  <a:pt x="0" y="17990"/>
                </a:lnTo>
                <a:lnTo>
                  <a:pt x="0" y="17991"/>
                </a:lnTo>
                <a:lnTo>
                  <a:pt x="0" y="17992"/>
                </a:lnTo>
                <a:lnTo>
                  <a:pt x="0" y="17993"/>
                </a:lnTo>
                <a:lnTo>
                  <a:pt x="0" y="17994"/>
                </a:lnTo>
                <a:lnTo>
                  <a:pt x="0" y="17995"/>
                </a:lnTo>
                <a:lnTo>
                  <a:pt x="0" y="17996"/>
                </a:lnTo>
                <a:lnTo>
                  <a:pt x="0" y="17997"/>
                </a:lnTo>
                <a:lnTo>
                  <a:pt x="0" y="17998"/>
                </a:lnTo>
                <a:lnTo>
                  <a:pt x="0" y="17998"/>
                </a:lnTo>
                <a:lnTo>
                  <a:pt x="0" y="17999"/>
                </a:lnTo>
                <a:lnTo>
                  <a:pt x="0" y="18000"/>
                </a:lnTo>
                <a:lnTo>
                  <a:pt x="0" y="18001"/>
                </a:lnTo>
                <a:lnTo>
                  <a:pt x="0" y="18002"/>
                </a:lnTo>
                <a:lnTo>
                  <a:pt x="0" y="18003"/>
                </a:lnTo>
                <a:lnTo>
                  <a:pt x="0" y="18004"/>
                </a:lnTo>
                <a:lnTo>
                  <a:pt x="0" y="18005"/>
                </a:lnTo>
                <a:lnTo>
                  <a:pt x="0" y="18006"/>
                </a:lnTo>
                <a:lnTo>
                  <a:pt x="0" y="18007"/>
                </a:lnTo>
                <a:lnTo>
                  <a:pt x="0" y="18008"/>
                </a:lnTo>
                <a:lnTo>
                  <a:pt x="0" y="18008"/>
                </a:lnTo>
                <a:lnTo>
                  <a:pt x="0" y="18009"/>
                </a:lnTo>
                <a:lnTo>
                  <a:pt x="0" y="18010"/>
                </a:lnTo>
                <a:lnTo>
                  <a:pt x="0" y="18011"/>
                </a:lnTo>
                <a:lnTo>
                  <a:pt x="0" y="18012"/>
                </a:lnTo>
                <a:lnTo>
                  <a:pt x="0" y="18013"/>
                </a:lnTo>
                <a:lnTo>
                  <a:pt x="0" y="18014"/>
                </a:lnTo>
                <a:lnTo>
                  <a:pt x="0" y="18015"/>
                </a:lnTo>
                <a:lnTo>
                  <a:pt x="0" y="18016"/>
                </a:lnTo>
                <a:lnTo>
                  <a:pt x="0" y="18017"/>
                </a:lnTo>
                <a:lnTo>
                  <a:pt x="0" y="18018"/>
                </a:lnTo>
                <a:lnTo>
                  <a:pt x="0" y="18018"/>
                </a:lnTo>
                <a:lnTo>
                  <a:pt x="0" y="18019"/>
                </a:lnTo>
                <a:lnTo>
                  <a:pt x="0" y="18020"/>
                </a:lnTo>
                <a:lnTo>
                  <a:pt x="0" y="18021"/>
                </a:lnTo>
                <a:lnTo>
                  <a:pt x="0" y="18022"/>
                </a:lnTo>
                <a:lnTo>
                  <a:pt x="0" y="18023"/>
                </a:lnTo>
                <a:lnTo>
                  <a:pt x="0" y="18024"/>
                </a:lnTo>
                <a:lnTo>
                  <a:pt x="0" y="18025"/>
                </a:lnTo>
                <a:lnTo>
                  <a:pt x="0" y="18026"/>
                </a:lnTo>
                <a:lnTo>
                  <a:pt x="0" y="18027"/>
                </a:lnTo>
                <a:lnTo>
                  <a:pt x="0" y="18028"/>
                </a:lnTo>
                <a:lnTo>
                  <a:pt x="0" y="18028"/>
                </a:lnTo>
                <a:lnTo>
                  <a:pt x="0" y="18029"/>
                </a:lnTo>
                <a:lnTo>
                  <a:pt x="0" y="18030"/>
                </a:lnTo>
                <a:lnTo>
                  <a:pt x="0" y="18031"/>
                </a:lnTo>
                <a:lnTo>
                  <a:pt x="0" y="18032"/>
                </a:lnTo>
                <a:lnTo>
                  <a:pt x="0" y="18033"/>
                </a:lnTo>
                <a:lnTo>
                  <a:pt x="0" y="18034"/>
                </a:lnTo>
                <a:lnTo>
                  <a:pt x="0" y="18035"/>
                </a:lnTo>
                <a:lnTo>
                  <a:pt x="0" y="18036"/>
                </a:lnTo>
                <a:lnTo>
                  <a:pt x="0" y="18037"/>
                </a:lnTo>
                <a:lnTo>
                  <a:pt x="0" y="18037"/>
                </a:lnTo>
                <a:lnTo>
                  <a:pt x="0" y="18038"/>
                </a:lnTo>
                <a:lnTo>
                  <a:pt x="0" y="18039"/>
                </a:lnTo>
                <a:lnTo>
                  <a:pt x="0" y="18040"/>
                </a:lnTo>
                <a:lnTo>
                  <a:pt x="0" y="18041"/>
                </a:lnTo>
                <a:lnTo>
                  <a:pt x="0" y="18042"/>
                </a:lnTo>
                <a:lnTo>
                  <a:pt x="0" y="18043"/>
                </a:lnTo>
                <a:lnTo>
                  <a:pt x="0" y="18044"/>
                </a:lnTo>
                <a:lnTo>
                  <a:pt x="0" y="18045"/>
                </a:lnTo>
                <a:lnTo>
                  <a:pt x="0" y="18046"/>
                </a:lnTo>
                <a:lnTo>
                  <a:pt x="0" y="18047"/>
                </a:lnTo>
                <a:lnTo>
                  <a:pt x="0" y="18047"/>
                </a:lnTo>
                <a:lnTo>
                  <a:pt x="0" y="18048"/>
                </a:lnTo>
                <a:lnTo>
                  <a:pt x="0" y="18049"/>
                </a:lnTo>
                <a:lnTo>
                  <a:pt x="0" y="18050"/>
                </a:lnTo>
                <a:lnTo>
                  <a:pt x="0" y="18051"/>
                </a:lnTo>
                <a:lnTo>
                  <a:pt x="0" y="18052"/>
                </a:lnTo>
                <a:lnTo>
                  <a:pt x="0" y="18053"/>
                </a:lnTo>
                <a:lnTo>
                  <a:pt x="0" y="18054"/>
                </a:lnTo>
                <a:lnTo>
                  <a:pt x="0" y="18055"/>
                </a:lnTo>
                <a:lnTo>
                  <a:pt x="0" y="18056"/>
                </a:lnTo>
                <a:lnTo>
                  <a:pt x="0" y="18056"/>
                </a:lnTo>
                <a:lnTo>
                  <a:pt x="0" y="18057"/>
                </a:lnTo>
                <a:lnTo>
                  <a:pt x="0" y="18058"/>
                </a:lnTo>
                <a:lnTo>
                  <a:pt x="0" y="18059"/>
                </a:lnTo>
                <a:lnTo>
                  <a:pt x="0" y="18060"/>
                </a:lnTo>
                <a:lnTo>
                  <a:pt x="0" y="18061"/>
                </a:lnTo>
                <a:lnTo>
                  <a:pt x="0" y="18062"/>
                </a:lnTo>
                <a:lnTo>
                  <a:pt x="0" y="18063"/>
                </a:lnTo>
                <a:lnTo>
                  <a:pt x="0" y="18064"/>
                </a:lnTo>
                <a:lnTo>
                  <a:pt x="0" y="18065"/>
                </a:lnTo>
                <a:lnTo>
                  <a:pt x="0" y="18066"/>
                </a:lnTo>
                <a:lnTo>
                  <a:pt x="0" y="18066"/>
                </a:lnTo>
                <a:lnTo>
                  <a:pt x="0" y="18067"/>
                </a:lnTo>
                <a:lnTo>
                  <a:pt x="0" y="18068"/>
                </a:lnTo>
                <a:lnTo>
                  <a:pt x="0" y="18069"/>
                </a:lnTo>
                <a:lnTo>
                  <a:pt x="0" y="18070"/>
                </a:lnTo>
                <a:lnTo>
                  <a:pt x="0" y="18071"/>
                </a:lnTo>
                <a:lnTo>
                  <a:pt x="0" y="18072"/>
                </a:lnTo>
                <a:lnTo>
                  <a:pt x="0" y="18073"/>
                </a:lnTo>
                <a:lnTo>
                  <a:pt x="0" y="18074"/>
                </a:lnTo>
                <a:lnTo>
                  <a:pt x="0" y="18075"/>
                </a:lnTo>
                <a:lnTo>
                  <a:pt x="0" y="18075"/>
                </a:lnTo>
                <a:lnTo>
                  <a:pt x="0" y="18076"/>
                </a:lnTo>
                <a:lnTo>
                  <a:pt x="0" y="18077"/>
                </a:lnTo>
                <a:lnTo>
                  <a:pt x="0" y="18078"/>
                </a:lnTo>
                <a:lnTo>
                  <a:pt x="0" y="18079"/>
                </a:lnTo>
                <a:lnTo>
                  <a:pt x="0" y="18080"/>
                </a:lnTo>
                <a:lnTo>
                  <a:pt x="0" y="18081"/>
                </a:lnTo>
                <a:lnTo>
                  <a:pt x="0" y="18082"/>
                </a:lnTo>
                <a:lnTo>
                  <a:pt x="0" y="18083"/>
                </a:lnTo>
                <a:lnTo>
                  <a:pt x="0" y="18084"/>
                </a:lnTo>
                <a:lnTo>
                  <a:pt x="0" y="18084"/>
                </a:lnTo>
                <a:lnTo>
                  <a:pt x="0" y="18085"/>
                </a:lnTo>
                <a:lnTo>
                  <a:pt x="0" y="18086"/>
                </a:lnTo>
                <a:lnTo>
                  <a:pt x="0" y="18087"/>
                </a:lnTo>
                <a:lnTo>
                  <a:pt x="0" y="18088"/>
                </a:lnTo>
                <a:lnTo>
                  <a:pt x="0" y="18089"/>
                </a:lnTo>
                <a:lnTo>
                  <a:pt x="0" y="18090"/>
                </a:lnTo>
                <a:lnTo>
                  <a:pt x="0" y="18091"/>
                </a:lnTo>
                <a:lnTo>
                  <a:pt x="0" y="18092"/>
                </a:lnTo>
                <a:lnTo>
                  <a:pt x="0" y="18093"/>
                </a:lnTo>
                <a:lnTo>
                  <a:pt x="0" y="18094"/>
                </a:lnTo>
                <a:lnTo>
                  <a:pt x="0" y="18094"/>
                </a:lnTo>
                <a:lnTo>
                  <a:pt x="0" y="18095"/>
                </a:lnTo>
                <a:lnTo>
                  <a:pt x="0" y="18096"/>
                </a:lnTo>
                <a:lnTo>
                  <a:pt x="0" y="18097"/>
                </a:lnTo>
                <a:lnTo>
                  <a:pt x="0" y="18098"/>
                </a:lnTo>
                <a:lnTo>
                  <a:pt x="0" y="18099"/>
                </a:lnTo>
                <a:lnTo>
                  <a:pt x="0" y="18100"/>
                </a:lnTo>
                <a:lnTo>
                  <a:pt x="0" y="18101"/>
                </a:lnTo>
                <a:lnTo>
                  <a:pt x="0" y="18102"/>
                </a:lnTo>
                <a:lnTo>
                  <a:pt x="0" y="18103"/>
                </a:lnTo>
                <a:lnTo>
                  <a:pt x="0" y="18103"/>
                </a:lnTo>
                <a:lnTo>
                  <a:pt x="0" y="18104"/>
                </a:lnTo>
                <a:lnTo>
                  <a:pt x="0" y="18105"/>
                </a:lnTo>
                <a:lnTo>
                  <a:pt x="0" y="18106"/>
                </a:lnTo>
                <a:lnTo>
                  <a:pt x="0" y="18107"/>
                </a:lnTo>
                <a:lnTo>
                  <a:pt x="0" y="18108"/>
                </a:lnTo>
                <a:lnTo>
                  <a:pt x="0" y="18109"/>
                </a:lnTo>
                <a:lnTo>
                  <a:pt x="0" y="18110"/>
                </a:lnTo>
                <a:lnTo>
                  <a:pt x="0" y="18111"/>
                </a:lnTo>
                <a:lnTo>
                  <a:pt x="0" y="18112"/>
                </a:lnTo>
                <a:lnTo>
                  <a:pt x="0" y="18112"/>
                </a:lnTo>
                <a:lnTo>
                  <a:pt x="0" y="18113"/>
                </a:lnTo>
                <a:lnTo>
                  <a:pt x="0" y="18114"/>
                </a:lnTo>
                <a:lnTo>
                  <a:pt x="0" y="18115"/>
                </a:lnTo>
                <a:lnTo>
                  <a:pt x="0" y="18116"/>
                </a:lnTo>
                <a:lnTo>
                  <a:pt x="0" y="18117"/>
                </a:lnTo>
                <a:lnTo>
                  <a:pt x="0" y="18118"/>
                </a:lnTo>
                <a:lnTo>
                  <a:pt x="0" y="18119"/>
                </a:lnTo>
                <a:lnTo>
                  <a:pt x="0" y="18120"/>
                </a:lnTo>
                <a:lnTo>
                  <a:pt x="0" y="18121"/>
                </a:lnTo>
                <a:lnTo>
                  <a:pt x="0" y="18121"/>
                </a:lnTo>
                <a:lnTo>
                  <a:pt x="0" y="18122"/>
                </a:lnTo>
                <a:lnTo>
                  <a:pt x="0" y="18123"/>
                </a:lnTo>
                <a:lnTo>
                  <a:pt x="0" y="18124"/>
                </a:lnTo>
                <a:lnTo>
                  <a:pt x="0" y="18125"/>
                </a:lnTo>
                <a:lnTo>
                  <a:pt x="0" y="18126"/>
                </a:lnTo>
                <a:lnTo>
                  <a:pt x="0" y="18127"/>
                </a:lnTo>
                <a:lnTo>
                  <a:pt x="0" y="18128"/>
                </a:lnTo>
                <a:lnTo>
                  <a:pt x="0" y="18129"/>
                </a:lnTo>
                <a:lnTo>
                  <a:pt x="0" y="18129"/>
                </a:lnTo>
                <a:lnTo>
                  <a:pt x="0" y="18130"/>
                </a:lnTo>
                <a:lnTo>
                  <a:pt x="0" y="18131"/>
                </a:lnTo>
                <a:lnTo>
                  <a:pt x="0" y="18132"/>
                </a:lnTo>
                <a:lnTo>
                  <a:pt x="0" y="18133"/>
                </a:lnTo>
                <a:lnTo>
                  <a:pt x="0" y="18134"/>
                </a:lnTo>
                <a:lnTo>
                  <a:pt x="0" y="18135"/>
                </a:lnTo>
                <a:lnTo>
                  <a:pt x="0" y="18136"/>
                </a:lnTo>
                <a:lnTo>
                  <a:pt x="0" y="18137"/>
                </a:lnTo>
                <a:lnTo>
                  <a:pt x="0" y="18138"/>
                </a:lnTo>
                <a:lnTo>
                  <a:pt x="0" y="18138"/>
                </a:lnTo>
                <a:lnTo>
                  <a:pt x="0" y="18139"/>
                </a:lnTo>
                <a:lnTo>
                  <a:pt x="0" y="18140"/>
                </a:lnTo>
                <a:lnTo>
                  <a:pt x="0" y="18141"/>
                </a:lnTo>
                <a:lnTo>
                  <a:pt x="0" y="18142"/>
                </a:lnTo>
                <a:lnTo>
                  <a:pt x="0" y="18143"/>
                </a:lnTo>
                <a:lnTo>
                  <a:pt x="0" y="18144"/>
                </a:lnTo>
                <a:lnTo>
                  <a:pt x="0" y="18145"/>
                </a:lnTo>
                <a:lnTo>
                  <a:pt x="0" y="18146"/>
                </a:lnTo>
                <a:lnTo>
                  <a:pt x="0" y="18147"/>
                </a:lnTo>
                <a:lnTo>
                  <a:pt x="0" y="18147"/>
                </a:lnTo>
                <a:lnTo>
                  <a:pt x="0" y="18148"/>
                </a:lnTo>
                <a:lnTo>
                  <a:pt x="0" y="18149"/>
                </a:lnTo>
                <a:lnTo>
                  <a:pt x="0" y="18150"/>
                </a:lnTo>
                <a:lnTo>
                  <a:pt x="0" y="18151"/>
                </a:lnTo>
                <a:lnTo>
                  <a:pt x="0" y="18152"/>
                </a:lnTo>
                <a:lnTo>
                  <a:pt x="0" y="18153"/>
                </a:lnTo>
                <a:lnTo>
                  <a:pt x="0" y="18154"/>
                </a:lnTo>
                <a:lnTo>
                  <a:pt x="0" y="18155"/>
                </a:lnTo>
                <a:lnTo>
                  <a:pt x="0" y="18156"/>
                </a:lnTo>
                <a:lnTo>
                  <a:pt x="0" y="18156"/>
                </a:lnTo>
                <a:lnTo>
                  <a:pt x="0" y="18157"/>
                </a:lnTo>
                <a:lnTo>
                  <a:pt x="0" y="18158"/>
                </a:lnTo>
                <a:lnTo>
                  <a:pt x="0" y="18159"/>
                </a:lnTo>
                <a:lnTo>
                  <a:pt x="0" y="18160"/>
                </a:lnTo>
                <a:lnTo>
                  <a:pt x="0" y="18161"/>
                </a:lnTo>
                <a:lnTo>
                  <a:pt x="0" y="18162"/>
                </a:lnTo>
                <a:lnTo>
                  <a:pt x="0" y="18163"/>
                </a:lnTo>
                <a:lnTo>
                  <a:pt x="0" y="18164"/>
                </a:lnTo>
                <a:lnTo>
                  <a:pt x="0" y="18164"/>
                </a:lnTo>
                <a:lnTo>
                  <a:pt x="0" y="18165"/>
                </a:lnTo>
                <a:lnTo>
                  <a:pt x="0" y="18166"/>
                </a:lnTo>
                <a:lnTo>
                  <a:pt x="0" y="18167"/>
                </a:lnTo>
                <a:lnTo>
                  <a:pt x="0" y="18168"/>
                </a:lnTo>
                <a:lnTo>
                  <a:pt x="0" y="18169"/>
                </a:lnTo>
                <a:lnTo>
                  <a:pt x="0" y="18170"/>
                </a:lnTo>
                <a:lnTo>
                  <a:pt x="0" y="18171"/>
                </a:lnTo>
                <a:lnTo>
                  <a:pt x="0" y="18172"/>
                </a:lnTo>
                <a:lnTo>
                  <a:pt x="0" y="18173"/>
                </a:lnTo>
                <a:lnTo>
                  <a:pt x="0" y="18173"/>
                </a:lnTo>
                <a:lnTo>
                  <a:pt x="0" y="18174"/>
                </a:lnTo>
                <a:lnTo>
                  <a:pt x="0" y="18175"/>
                </a:lnTo>
                <a:lnTo>
                  <a:pt x="0" y="18176"/>
                </a:lnTo>
                <a:lnTo>
                  <a:pt x="0" y="18177"/>
                </a:lnTo>
                <a:lnTo>
                  <a:pt x="0" y="18178"/>
                </a:lnTo>
                <a:lnTo>
                  <a:pt x="0" y="18179"/>
                </a:lnTo>
                <a:lnTo>
                  <a:pt x="0" y="18180"/>
                </a:lnTo>
                <a:lnTo>
                  <a:pt x="0" y="18181"/>
                </a:lnTo>
                <a:lnTo>
                  <a:pt x="0" y="18181"/>
                </a:lnTo>
                <a:lnTo>
                  <a:pt x="0" y="18182"/>
                </a:lnTo>
                <a:lnTo>
                  <a:pt x="0" y="18183"/>
                </a:lnTo>
                <a:lnTo>
                  <a:pt x="0" y="18184"/>
                </a:lnTo>
                <a:lnTo>
                  <a:pt x="0" y="18185"/>
                </a:lnTo>
                <a:lnTo>
                  <a:pt x="0" y="18186"/>
                </a:lnTo>
                <a:lnTo>
                  <a:pt x="0" y="18187"/>
                </a:lnTo>
                <a:lnTo>
                  <a:pt x="0" y="18188"/>
                </a:lnTo>
                <a:lnTo>
                  <a:pt x="0" y="18189"/>
                </a:lnTo>
                <a:lnTo>
                  <a:pt x="0" y="18189"/>
                </a:lnTo>
                <a:lnTo>
                  <a:pt x="0" y="18190"/>
                </a:lnTo>
                <a:lnTo>
                  <a:pt x="0" y="18191"/>
                </a:lnTo>
                <a:lnTo>
                  <a:pt x="0" y="18192"/>
                </a:lnTo>
                <a:lnTo>
                  <a:pt x="0" y="18193"/>
                </a:lnTo>
                <a:lnTo>
                  <a:pt x="0" y="18194"/>
                </a:lnTo>
                <a:lnTo>
                  <a:pt x="0" y="18195"/>
                </a:lnTo>
                <a:lnTo>
                  <a:pt x="0" y="18196"/>
                </a:lnTo>
                <a:lnTo>
                  <a:pt x="0" y="18197"/>
                </a:lnTo>
                <a:lnTo>
                  <a:pt x="0" y="18198"/>
                </a:lnTo>
                <a:lnTo>
                  <a:pt x="0" y="18198"/>
                </a:lnTo>
                <a:lnTo>
                  <a:pt x="0" y="18199"/>
                </a:lnTo>
                <a:lnTo>
                  <a:pt x="0" y="18200"/>
                </a:lnTo>
                <a:lnTo>
                  <a:pt x="0" y="18201"/>
                </a:lnTo>
                <a:lnTo>
                  <a:pt x="0" y="18202"/>
                </a:lnTo>
                <a:lnTo>
                  <a:pt x="0" y="18203"/>
                </a:lnTo>
                <a:lnTo>
                  <a:pt x="0" y="18204"/>
                </a:lnTo>
                <a:lnTo>
                  <a:pt x="0" y="18205"/>
                </a:lnTo>
                <a:lnTo>
                  <a:pt x="0" y="18206"/>
                </a:lnTo>
                <a:lnTo>
                  <a:pt x="0" y="18206"/>
                </a:lnTo>
                <a:lnTo>
                  <a:pt x="0" y="18207"/>
                </a:lnTo>
                <a:lnTo>
                  <a:pt x="0" y="18208"/>
                </a:lnTo>
                <a:lnTo>
                  <a:pt x="0" y="18209"/>
                </a:lnTo>
                <a:lnTo>
                  <a:pt x="0" y="18210"/>
                </a:lnTo>
                <a:lnTo>
                  <a:pt x="0" y="18211"/>
                </a:lnTo>
                <a:lnTo>
                  <a:pt x="0" y="18212"/>
                </a:lnTo>
                <a:lnTo>
                  <a:pt x="0" y="18213"/>
                </a:lnTo>
                <a:lnTo>
                  <a:pt x="0" y="18214"/>
                </a:lnTo>
                <a:lnTo>
                  <a:pt x="0" y="18214"/>
                </a:lnTo>
                <a:lnTo>
                  <a:pt x="0" y="18215"/>
                </a:lnTo>
                <a:lnTo>
                  <a:pt x="0" y="18216"/>
                </a:lnTo>
                <a:lnTo>
                  <a:pt x="0" y="18217"/>
                </a:lnTo>
                <a:lnTo>
                  <a:pt x="0" y="18218"/>
                </a:lnTo>
                <a:lnTo>
                  <a:pt x="0" y="18219"/>
                </a:lnTo>
                <a:lnTo>
                  <a:pt x="0" y="18220"/>
                </a:lnTo>
                <a:lnTo>
                  <a:pt x="0" y="18221"/>
                </a:lnTo>
                <a:lnTo>
                  <a:pt x="0" y="18222"/>
                </a:lnTo>
                <a:lnTo>
                  <a:pt x="0" y="18222"/>
                </a:lnTo>
                <a:lnTo>
                  <a:pt x="0" y="18223"/>
                </a:lnTo>
                <a:lnTo>
                  <a:pt x="0" y="18224"/>
                </a:lnTo>
                <a:lnTo>
                  <a:pt x="0" y="18225"/>
                </a:lnTo>
                <a:lnTo>
                  <a:pt x="0" y="18226"/>
                </a:lnTo>
                <a:lnTo>
                  <a:pt x="0" y="18227"/>
                </a:lnTo>
                <a:lnTo>
                  <a:pt x="0" y="18228"/>
                </a:lnTo>
                <a:lnTo>
                  <a:pt x="0" y="18229"/>
                </a:lnTo>
                <a:lnTo>
                  <a:pt x="0" y="18230"/>
                </a:lnTo>
                <a:lnTo>
                  <a:pt x="0" y="18230"/>
                </a:lnTo>
                <a:lnTo>
                  <a:pt x="0" y="18231"/>
                </a:lnTo>
                <a:lnTo>
                  <a:pt x="0" y="18232"/>
                </a:lnTo>
                <a:lnTo>
                  <a:pt x="0" y="18233"/>
                </a:lnTo>
                <a:lnTo>
                  <a:pt x="0" y="18234"/>
                </a:lnTo>
                <a:lnTo>
                  <a:pt x="0" y="18235"/>
                </a:lnTo>
                <a:lnTo>
                  <a:pt x="0" y="18236"/>
                </a:lnTo>
                <a:lnTo>
                  <a:pt x="0" y="18237"/>
                </a:lnTo>
                <a:lnTo>
                  <a:pt x="0" y="18238"/>
                </a:lnTo>
                <a:lnTo>
                  <a:pt x="0" y="18238"/>
                </a:lnTo>
                <a:lnTo>
                  <a:pt x="0" y="18239"/>
                </a:lnTo>
                <a:lnTo>
                  <a:pt x="0" y="18240"/>
                </a:lnTo>
                <a:lnTo>
                  <a:pt x="0" y="18241"/>
                </a:lnTo>
                <a:lnTo>
                  <a:pt x="0" y="18242"/>
                </a:lnTo>
                <a:lnTo>
                  <a:pt x="0" y="18243"/>
                </a:lnTo>
                <a:lnTo>
                  <a:pt x="0" y="18244"/>
                </a:lnTo>
                <a:lnTo>
                  <a:pt x="0" y="18245"/>
                </a:lnTo>
                <a:lnTo>
                  <a:pt x="0" y="18246"/>
                </a:lnTo>
                <a:lnTo>
                  <a:pt x="0" y="18246"/>
                </a:lnTo>
                <a:lnTo>
                  <a:pt x="0" y="18247"/>
                </a:lnTo>
                <a:lnTo>
                  <a:pt x="0" y="18248"/>
                </a:lnTo>
                <a:lnTo>
                  <a:pt x="0" y="18249"/>
                </a:lnTo>
                <a:lnTo>
                  <a:pt x="0" y="18250"/>
                </a:lnTo>
                <a:lnTo>
                  <a:pt x="0" y="18251"/>
                </a:lnTo>
                <a:lnTo>
                  <a:pt x="0" y="18252"/>
                </a:lnTo>
                <a:lnTo>
                  <a:pt x="0" y="18253"/>
                </a:lnTo>
                <a:lnTo>
                  <a:pt x="0" y="18254"/>
                </a:lnTo>
                <a:lnTo>
                  <a:pt x="0" y="18254"/>
                </a:lnTo>
                <a:lnTo>
                  <a:pt x="0" y="18255"/>
                </a:lnTo>
                <a:lnTo>
                  <a:pt x="0" y="18256"/>
                </a:lnTo>
                <a:lnTo>
                  <a:pt x="0" y="18257"/>
                </a:lnTo>
                <a:lnTo>
                  <a:pt x="0" y="18258"/>
                </a:lnTo>
                <a:lnTo>
                  <a:pt x="0" y="18259"/>
                </a:lnTo>
                <a:lnTo>
                  <a:pt x="0" y="18260"/>
                </a:lnTo>
                <a:lnTo>
                  <a:pt x="0" y="18261"/>
                </a:lnTo>
                <a:lnTo>
                  <a:pt x="0" y="18262"/>
                </a:lnTo>
                <a:lnTo>
                  <a:pt x="0" y="18262"/>
                </a:lnTo>
                <a:lnTo>
                  <a:pt x="0" y="18263"/>
                </a:lnTo>
                <a:lnTo>
                  <a:pt x="0" y="18264"/>
                </a:lnTo>
                <a:lnTo>
                  <a:pt x="0" y="18265"/>
                </a:lnTo>
                <a:lnTo>
                  <a:pt x="0" y="18266"/>
                </a:lnTo>
                <a:lnTo>
                  <a:pt x="0" y="18267"/>
                </a:lnTo>
                <a:lnTo>
                  <a:pt x="0" y="18268"/>
                </a:lnTo>
                <a:lnTo>
                  <a:pt x="0" y="18269"/>
                </a:lnTo>
                <a:lnTo>
                  <a:pt x="0" y="18270"/>
                </a:lnTo>
                <a:lnTo>
                  <a:pt x="0" y="18270"/>
                </a:lnTo>
                <a:lnTo>
                  <a:pt x="0" y="18271"/>
                </a:lnTo>
                <a:lnTo>
                  <a:pt x="0" y="18272"/>
                </a:lnTo>
                <a:lnTo>
                  <a:pt x="0" y="18273"/>
                </a:lnTo>
                <a:lnTo>
                  <a:pt x="0" y="18274"/>
                </a:lnTo>
                <a:lnTo>
                  <a:pt x="0" y="18275"/>
                </a:lnTo>
                <a:lnTo>
                  <a:pt x="0" y="18276"/>
                </a:lnTo>
                <a:lnTo>
                  <a:pt x="0" y="18277"/>
                </a:lnTo>
                <a:lnTo>
                  <a:pt x="0" y="18277"/>
                </a:lnTo>
                <a:lnTo>
                  <a:pt x="0" y="18278"/>
                </a:lnTo>
                <a:lnTo>
                  <a:pt x="0" y="18279"/>
                </a:lnTo>
                <a:lnTo>
                  <a:pt x="0" y="18280"/>
                </a:lnTo>
                <a:lnTo>
                  <a:pt x="0" y="18281"/>
                </a:lnTo>
                <a:lnTo>
                  <a:pt x="0" y="18282"/>
                </a:lnTo>
                <a:lnTo>
                  <a:pt x="0" y="18283"/>
                </a:lnTo>
                <a:lnTo>
                  <a:pt x="0" y="18284"/>
                </a:lnTo>
                <a:lnTo>
                  <a:pt x="0" y="18285"/>
                </a:lnTo>
                <a:lnTo>
                  <a:pt x="0" y="18285"/>
                </a:lnTo>
                <a:lnTo>
                  <a:pt x="0" y="18286"/>
                </a:lnTo>
                <a:lnTo>
                  <a:pt x="0" y="18287"/>
                </a:lnTo>
                <a:lnTo>
                  <a:pt x="0" y="18288"/>
                </a:lnTo>
                <a:lnTo>
                  <a:pt x="0" y="18289"/>
                </a:lnTo>
                <a:lnTo>
                  <a:pt x="0" y="18290"/>
                </a:lnTo>
                <a:lnTo>
                  <a:pt x="0" y="18291"/>
                </a:lnTo>
                <a:lnTo>
                  <a:pt x="0" y="18292"/>
                </a:lnTo>
                <a:lnTo>
                  <a:pt x="0" y="18293"/>
                </a:lnTo>
                <a:lnTo>
                  <a:pt x="0" y="18293"/>
                </a:lnTo>
                <a:lnTo>
                  <a:pt x="0" y="18294"/>
                </a:lnTo>
                <a:lnTo>
                  <a:pt x="0" y="18295"/>
                </a:lnTo>
                <a:lnTo>
                  <a:pt x="0" y="18296"/>
                </a:lnTo>
                <a:lnTo>
                  <a:pt x="0" y="18297"/>
                </a:lnTo>
                <a:lnTo>
                  <a:pt x="0" y="18298"/>
                </a:lnTo>
                <a:lnTo>
                  <a:pt x="0" y="18299"/>
                </a:lnTo>
                <a:lnTo>
                  <a:pt x="0" y="18300"/>
                </a:lnTo>
                <a:lnTo>
                  <a:pt x="0" y="18300"/>
                </a:lnTo>
                <a:lnTo>
                  <a:pt x="0" y="18301"/>
                </a:lnTo>
                <a:lnTo>
                  <a:pt x="0" y="18302"/>
                </a:lnTo>
                <a:lnTo>
                  <a:pt x="0" y="18303"/>
                </a:lnTo>
                <a:lnTo>
                  <a:pt x="0" y="18304"/>
                </a:lnTo>
                <a:lnTo>
                  <a:pt x="0" y="18305"/>
                </a:lnTo>
                <a:lnTo>
                  <a:pt x="0" y="18306"/>
                </a:lnTo>
                <a:lnTo>
                  <a:pt x="0" y="18307"/>
                </a:lnTo>
                <a:lnTo>
                  <a:pt x="0" y="18308"/>
                </a:lnTo>
                <a:lnTo>
                  <a:pt x="0" y="18308"/>
                </a:lnTo>
                <a:lnTo>
                  <a:pt x="0" y="18309"/>
                </a:lnTo>
                <a:lnTo>
                  <a:pt x="0" y="18310"/>
                </a:lnTo>
                <a:lnTo>
                  <a:pt x="0" y="18311"/>
                </a:lnTo>
                <a:lnTo>
                  <a:pt x="0" y="18312"/>
                </a:lnTo>
                <a:lnTo>
                  <a:pt x="0" y="18313"/>
                </a:lnTo>
                <a:lnTo>
                  <a:pt x="0" y="18314"/>
                </a:lnTo>
                <a:lnTo>
                  <a:pt x="0" y="18315"/>
                </a:lnTo>
                <a:lnTo>
                  <a:pt x="0" y="18315"/>
                </a:lnTo>
                <a:lnTo>
                  <a:pt x="0" y="18316"/>
                </a:lnTo>
                <a:lnTo>
                  <a:pt x="0" y="18317"/>
                </a:lnTo>
                <a:lnTo>
                  <a:pt x="0" y="18318"/>
                </a:lnTo>
                <a:lnTo>
                  <a:pt x="0" y="18319"/>
                </a:lnTo>
                <a:lnTo>
                  <a:pt x="0" y="18320"/>
                </a:lnTo>
                <a:lnTo>
                  <a:pt x="0" y="18321"/>
                </a:lnTo>
                <a:lnTo>
                  <a:pt x="0" y="18322"/>
                </a:lnTo>
                <a:lnTo>
                  <a:pt x="0" y="18323"/>
                </a:lnTo>
                <a:lnTo>
                  <a:pt x="0" y="18323"/>
                </a:lnTo>
                <a:lnTo>
                  <a:pt x="0" y="18324"/>
                </a:lnTo>
                <a:lnTo>
                  <a:pt x="0" y="18325"/>
                </a:lnTo>
                <a:lnTo>
                  <a:pt x="0" y="18326"/>
                </a:lnTo>
                <a:lnTo>
                  <a:pt x="0" y="18327"/>
                </a:lnTo>
                <a:lnTo>
                  <a:pt x="0" y="18328"/>
                </a:lnTo>
                <a:lnTo>
                  <a:pt x="0" y="18329"/>
                </a:lnTo>
                <a:lnTo>
                  <a:pt x="0" y="18330"/>
                </a:lnTo>
                <a:lnTo>
                  <a:pt x="0" y="18330"/>
                </a:lnTo>
                <a:lnTo>
                  <a:pt x="0" y="18331"/>
                </a:lnTo>
                <a:lnTo>
                  <a:pt x="0" y="18332"/>
                </a:lnTo>
                <a:lnTo>
                  <a:pt x="0" y="18333"/>
                </a:lnTo>
                <a:lnTo>
                  <a:pt x="0" y="18334"/>
                </a:lnTo>
                <a:lnTo>
                  <a:pt x="0" y="18335"/>
                </a:lnTo>
                <a:lnTo>
                  <a:pt x="0" y="18336"/>
                </a:lnTo>
                <a:lnTo>
                  <a:pt x="0" y="18337"/>
                </a:lnTo>
                <a:lnTo>
                  <a:pt x="0" y="18338"/>
                </a:lnTo>
                <a:lnTo>
                  <a:pt x="0" y="18338"/>
                </a:lnTo>
                <a:lnTo>
                  <a:pt x="0" y="18339"/>
                </a:lnTo>
                <a:lnTo>
                  <a:pt x="0" y="18340"/>
                </a:lnTo>
                <a:lnTo>
                  <a:pt x="0" y="18341"/>
                </a:lnTo>
                <a:lnTo>
                  <a:pt x="0" y="18342"/>
                </a:lnTo>
                <a:lnTo>
                  <a:pt x="0" y="18343"/>
                </a:lnTo>
                <a:lnTo>
                  <a:pt x="0" y="18344"/>
                </a:lnTo>
                <a:lnTo>
                  <a:pt x="0" y="18345"/>
                </a:lnTo>
                <a:lnTo>
                  <a:pt x="0" y="18345"/>
                </a:lnTo>
                <a:lnTo>
                  <a:pt x="0" y="18346"/>
                </a:lnTo>
                <a:lnTo>
                  <a:pt x="0" y="18347"/>
                </a:lnTo>
                <a:lnTo>
                  <a:pt x="0" y="18348"/>
                </a:lnTo>
                <a:lnTo>
                  <a:pt x="0" y="18349"/>
                </a:lnTo>
                <a:lnTo>
                  <a:pt x="0" y="18350"/>
                </a:lnTo>
                <a:lnTo>
                  <a:pt x="0" y="18351"/>
                </a:lnTo>
                <a:lnTo>
                  <a:pt x="0" y="18352"/>
                </a:lnTo>
                <a:lnTo>
                  <a:pt x="0" y="18352"/>
                </a:lnTo>
                <a:lnTo>
                  <a:pt x="0" y="18353"/>
                </a:lnTo>
                <a:lnTo>
                  <a:pt x="0" y="18354"/>
                </a:lnTo>
                <a:lnTo>
                  <a:pt x="0" y="18355"/>
                </a:lnTo>
                <a:lnTo>
                  <a:pt x="0" y="18356"/>
                </a:lnTo>
                <a:lnTo>
                  <a:pt x="0" y="18357"/>
                </a:lnTo>
                <a:lnTo>
                  <a:pt x="0" y="18358"/>
                </a:lnTo>
                <a:lnTo>
                  <a:pt x="0" y="18359"/>
                </a:lnTo>
                <a:lnTo>
                  <a:pt x="0" y="18359"/>
                </a:lnTo>
                <a:lnTo>
                  <a:pt x="0" y="18360"/>
                </a:lnTo>
                <a:lnTo>
                  <a:pt x="0" y="18361"/>
                </a:lnTo>
                <a:lnTo>
                  <a:pt x="0" y="18362"/>
                </a:lnTo>
                <a:lnTo>
                  <a:pt x="0" y="18363"/>
                </a:lnTo>
                <a:lnTo>
                  <a:pt x="0" y="18364"/>
                </a:lnTo>
                <a:lnTo>
                  <a:pt x="0" y="18365"/>
                </a:lnTo>
                <a:lnTo>
                  <a:pt x="0" y="18366"/>
                </a:lnTo>
                <a:lnTo>
                  <a:pt x="0" y="18367"/>
                </a:lnTo>
                <a:lnTo>
                  <a:pt x="0" y="18367"/>
                </a:lnTo>
                <a:lnTo>
                  <a:pt x="0" y="18368"/>
                </a:lnTo>
                <a:lnTo>
                  <a:pt x="0" y="18369"/>
                </a:lnTo>
                <a:lnTo>
                  <a:pt x="0" y="18370"/>
                </a:lnTo>
                <a:lnTo>
                  <a:pt x="0" y="18371"/>
                </a:lnTo>
                <a:lnTo>
                  <a:pt x="0" y="18372"/>
                </a:lnTo>
                <a:lnTo>
                  <a:pt x="0" y="18373"/>
                </a:lnTo>
                <a:lnTo>
                  <a:pt x="0" y="18374"/>
                </a:lnTo>
                <a:lnTo>
                  <a:pt x="0" y="18374"/>
                </a:lnTo>
                <a:lnTo>
                  <a:pt x="0" y="18375"/>
                </a:lnTo>
                <a:lnTo>
                  <a:pt x="0" y="18376"/>
                </a:lnTo>
                <a:lnTo>
                  <a:pt x="0" y="18377"/>
                </a:lnTo>
                <a:lnTo>
                  <a:pt x="0" y="18378"/>
                </a:lnTo>
                <a:lnTo>
                  <a:pt x="0" y="18379"/>
                </a:lnTo>
                <a:lnTo>
                  <a:pt x="0" y="18380"/>
                </a:lnTo>
                <a:lnTo>
                  <a:pt x="0" y="18381"/>
                </a:lnTo>
                <a:lnTo>
                  <a:pt x="0" y="18381"/>
                </a:lnTo>
                <a:lnTo>
                  <a:pt x="0" y="18382"/>
                </a:lnTo>
                <a:lnTo>
                  <a:pt x="0" y="18383"/>
                </a:lnTo>
                <a:lnTo>
                  <a:pt x="0" y="18384"/>
                </a:lnTo>
                <a:lnTo>
                  <a:pt x="0" y="18385"/>
                </a:lnTo>
                <a:lnTo>
                  <a:pt x="0" y="18386"/>
                </a:lnTo>
                <a:lnTo>
                  <a:pt x="0" y="18387"/>
                </a:lnTo>
                <a:lnTo>
                  <a:pt x="0" y="18388"/>
                </a:lnTo>
                <a:lnTo>
                  <a:pt x="0" y="18388"/>
                </a:lnTo>
                <a:lnTo>
                  <a:pt x="0" y="18389"/>
                </a:lnTo>
                <a:lnTo>
                  <a:pt x="0" y="18390"/>
                </a:lnTo>
                <a:lnTo>
                  <a:pt x="0" y="18391"/>
                </a:lnTo>
                <a:lnTo>
                  <a:pt x="0" y="18392"/>
                </a:lnTo>
                <a:lnTo>
                  <a:pt x="0" y="18393"/>
                </a:lnTo>
                <a:lnTo>
                  <a:pt x="0" y="18394"/>
                </a:lnTo>
                <a:lnTo>
                  <a:pt x="0" y="18395"/>
                </a:lnTo>
                <a:lnTo>
                  <a:pt x="0" y="18395"/>
                </a:lnTo>
                <a:lnTo>
                  <a:pt x="0" y="18396"/>
                </a:lnTo>
                <a:lnTo>
                  <a:pt x="0" y="18397"/>
                </a:lnTo>
                <a:lnTo>
                  <a:pt x="0" y="18398"/>
                </a:lnTo>
                <a:lnTo>
                  <a:pt x="0" y="18399"/>
                </a:lnTo>
                <a:lnTo>
                  <a:pt x="0" y="18400"/>
                </a:lnTo>
                <a:lnTo>
                  <a:pt x="0" y="18401"/>
                </a:lnTo>
                <a:lnTo>
                  <a:pt x="0" y="18402"/>
                </a:lnTo>
                <a:lnTo>
                  <a:pt x="0" y="18402"/>
                </a:lnTo>
                <a:lnTo>
                  <a:pt x="0" y="18403"/>
                </a:lnTo>
                <a:lnTo>
                  <a:pt x="0" y="18404"/>
                </a:lnTo>
                <a:lnTo>
                  <a:pt x="0" y="18405"/>
                </a:lnTo>
                <a:lnTo>
                  <a:pt x="0" y="18406"/>
                </a:lnTo>
                <a:lnTo>
                  <a:pt x="0" y="18407"/>
                </a:lnTo>
                <a:lnTo>
                  <a:pt x="0" y="18408"/>
                </a:lnTo>
                <a:lnTo>
                  <a:pt x="0" y="18409"/>
                </a:lnTo>
                <a:lnTo>
                  <a:pt x="0" y="18409"/>
                </a:lnTo>
                <a:lnTo>
                  <a:pt x="0" y="18410"/>
                </a:lnTo>
                <a:lnTo>
                  <a:pt x="0" y="18411"/>
                </a:lnTo>
                <a:lnTo>
                  <a:pt x="0" y="18412"/>
                </a:lnTo>
                <a:lnTo>
                  <a:pt x="0" y="18413"/>
                </a:lnTo>
                <a:lnTo>
                  <a:pt x="0" y="18414"/>
                </a:lnTo>
                <a:lnTo>
                  <a:pt x="0" y="18415"/>
                </a:lnTo>
                <a:lnTo>
                  <a:pt x="0" y="18416"/>
                </a:lnTo>
                <a:lnTo>
                  <a:pt x="0" y="18416"/>
                </a:lnTo>
                <a:lnTo>
                  <a:pt x="0" y="18417"/>
                </a:lnTo>
                <a:lnTo>
                  <a:pt x="0" y="18418"/>
                </a:lnTo>
                <a:lnTo>
                  <a:pt x="0" y="18419"/>
                </a:lnTo>
                <a:lnTo>
                  <a:pt x="0" y="18420"/>
                </a:lnTo>
                <a:lnTo>
                  <a:pt x="0" y="18421"/>
                </a:lnTo>
                <a:lnTo>
                  <a:pt x="0" y="18422"/>
                </a:lnTo>
                <a:lnTo>
                  <a:pt x="0" y="18422"/>
                </a:lnTo>
                <a:lnTo>
                  <a:pt x="0" y="18423"/>
                </a:lnTo>
                <a:lnTo>
                  <a:pt x="0" y="18424"/>
                </a:lnTo>
                <a:lnTo>
                  <a:pt x="0" y="18425"/>
                </a:lnTo>
                <a:lnTo>
                  <a:pt x="0" y="18426"/>
                </a:lnTo>
                <a:lnTo>
                  <a:pt x="0" y="18427"/>
                </a:lnTo>
                <a:lnTo>
                  <a:pt x="0" y="18428"/>
                </a:lnTo>
                <a:lnTo>
                  <a:pt x="0" y="18429"/>
                </a:lnTo>
                <a:lnTo>
                  <a:pt x="0" y="18429"/>
                </a:lnTo>
                <a:lnTo>
                  <a:pt x="0" y="18430"/>
                </a:lnTo>
                <a:lnTo>
                  <a:pt x="0" y="18431"/>
                </a:lnTo>
                <a:lnTo>
                  <a:pt x="0" y="18432"/>
                </a:lnTo>
                <a:lnTo>
                  <a:pt x="0" y="18433"/>
                </a:lnTo>
                <a:lnTo>
                  <a:pt x="0" y="18434"/>
                </a:lnTo>
                <a:lnTo>
                  <a:pt x="0" y="18435"/>
                </a:lnTo>
                <a:lnTo>
                  <a:pt x="0" y="18436"/>
                </a:lnTo>
                <a:lnTo>
                  <a:pt x="0" y="18436"/>
                </a:lnTo>
                <a:lnTo>
                  <a:pt x="0" y="18437"/>
                </a:lnTo>
                <a:lnTo>
                  <a:pt x="0" y="18438"/>
                </a:lnTo>
                <a:lnTo>
                  <a:pt x="0" y="18439"/>
                </a:lnTo>
                <a:lnTo>
                  <a:pt x="0" y="18440"/>
                </a:lnTo>
                <a:lnTo>
                  <a:pt x="0" y="18441"/>
                </a:lnTo>
                <a:lnTo>
                  <a:pt x="0" y="18442"/>
                </a:lnTo>
                <a:lnTo>
                  <a:pt x="0" y="18443"/>
                </a:lnTo>
                <a:lnTo>
                  <a:pt x="0" y="18443"/>
                </a:lnTo>
                <a:lnTo>
                  <a:pt x="0" y="18444"/>
                </a:lnTo>
                <a:lnTo>
                  <a:pt x="0" y="18445"/>
                </a:lnTo>
                <a:lnTo>
                  <a:pt x="0" y="18446"/>
                </a:lnTo>
                <a:lnTo>
                  <a:pt x="0" y="18447"/>
                </a:lnTo>
                <a:lnTo>
                  <a:pt x="0" y="18448"/>
                </a:lnTo>
                <a:lnTo>
                  <a:pt x="0" y="18449"/>
                </a:lnTo>
                <a:lnTo>
                  <a:pt x="0" y="18449"/>
                </a:lnTo>
                <a:lnTo>
                  <a:pt x="0" y="18450"/>
                </a:lnTo>
                <a:lnTo>
                  <a:pt x="0" y="18451"/>
                </a:lnTo>
                <a:lnTo>
                  <a:pt x="0" y="18452"/>
                </a:lnTo>
                <a:lnTo>
                  <a:pt x="0" y="18453"/>
                </a:lnTo>
                <a:lnTo>
                  <a:pt x="0" y="18454"/>
                </a:lnTo>
                <a:lnTo>
                  <a:pt x="0" y="18455"/>
                </a:lnTo>
                <a:lnTo>
                  <a:pt x="0" y="18456"/>
                </a:lnTo>
                <a:lnTo>
                  <a:pt x="0" y="18456"/>
                </a:lnTo>
                <a:lnTo>
                  <a:pt x="0" y="18457"/>
                </a:lnTo>
                <a:lnTo>
                  <a:pt x="0" y="18458"/>
                </a:lnTo>
                <a:lnTo>
                  <a:pt x="0" y="18459"/>
                </a:lnTo>
                <a:lnTo>
                  <a:pt x="0" y="18460"/>
                </a:lnTo>
                <a:lnTo>
                  <a:pt x="0" y="18461"/>
                </a:lnTo>
                <a:lnTo>
                  <a:pt x="0" y="18462"/>
                </a:lnTo>
                <a:lnTo>
                  <a:pt x="0" y="18463"/>
                </a:lnTo>
                <a:lnTo>
                  <a:pt x="0" y="18463"/>
                </a:lnTo>
                <a:lnTo>
                  <a:pt x="0" y="18464"/>
                </a:lnTo>
                <a:lnTo>
                  <a:pt x="0" y="18465"/>
                </a:lnTo>
                <a:lnTo>
                  <a:pt x="0" y="18466"/>
                </a:lnTo>
                <a:lnTo>
                  <a:pt x="0" y="18467"/>
                </a:lnTo>
                <a:lnTo>
                  <a:pt x="0" y="18468"/>
                </a:lnTo>
                <a:lnTo>
                  <a:pt x="0" y="18469"/>
                </a:lnTo>
                <a:lnTo>
                  <a:pt x="0" y="18469"/>
                </a:lnTo>
                <a:lnTo>
                  <a:pt x="0" y="18470"/>
                </a:lnTo>
                <a:lnTo>
                  <a:pt x="0" y="18471"/>
                </a:lnTo>
                <a:lnTo>
                  <a:pt x="0" y="18472"/>
                </a:lnTo>
                <a:lnTo>
                  <a:pt x="0" y="18473"/>
                </a:lnTo>
                <a:lnTo>
                  <a:pt x="0" y="18474"/>
                </a:lnTo>
                <a:lnTo>
                  <a:pt x="0" y="18475"/>
                </a:lnTo>
                <a:lnTo>
                  <a:pt x="0" y="18476"/>
                </a:lnTo>
                <a:lnTo>
                  <a:pt x="0" y="18476"/>
                </a:lnTo>
                <a:lnTo>
                  <a:pt x="0" y="18477"/>
                </a:lnTo>
                <a:lnTo>
                  <a:pt x="0" y="18478"/>
                </a:lnTo>
                <a:lnTo>
                  <a:pt x="0" y="18479"/>
                </a:lnTo>
                <a:lnTo>
                  <a:pt x="0" y="18480"/>
                </a:lnTo>
                <a:lnTo>
                  <a:pt x="0" y="18481"/>
                </a:lnTo>
                <a:lnTo>
                  <a:pt x="0" y="18482"/>
                </a:lnTo>
                <a:lnTo>
                  <a:pt x="0" y="18483"/>
                </a:lnTo>
                <a:lnTo>
                  <a:pt x="0" y="18483"/>
                </a:lnTo>
                <a:lnTo>
                  <a:pt x="0" y="18484"/>
                </a:lnTo>
                <a:lnTo>
                  <a:pt x="0" y="18485"/>
                </a:lnTo>
                <a:lnTo>
                  <a:pt x="0" y="18486"/>
                </a:lnTo>
                <a:lnTo>
                  <a:pt x="0" y="18487"/>
                </a:lnTo>
                <a:lnTo>
                  <a:pt x="0" y="18488"/>
                </a:lnTo>
                <a:lnTo>
                  <a:pt x="0" y="18489"/>
                </a:lnTo>
                <a:lnTo>
                  <a:pt x="0" y="18489"/>
                </a:lnTo>
                <a:lnTo>
                  <a:pt x="0" y="18490"/>
                </a:lnTo>
                <a:lnTo>
                  <a:pt x="0" y="18491"/>
                </a:lnTo>
                <a:lnTo>
                  <a:pt x="0" y="18492"/>
                </a:lnTo>
                <a:lnTo>
                  <a:pt x="0" y="18493"/>
                </a:lnTo>
                <a:lnTo>
                  <a:pt x="0" y="18494"/>
                </a:lnTo>
                <a:lnTo>
                  <a:pt x="0" y="18495"/>
                </a:lnTo>
                <a:lnTo>
                  <a:pt x="0" y="18495"/>
                </a:lnTo>
                <a:lnTo>
                  <a:pt x="0" y="18496"/>
                </a:lnTo>
                <a:lnTo>
                  <a:pt x="0" y="18497"/>
                </a:lnTo>
                <a:lnTo>
                  <a:pt x="0" y="18498"/>
                </a:lnTo>
                <a:lnTo>
                  <a:pt x="0" y="18499"/>
                </a:lnTo>
                <a:lnTo>
                  <a:pt x="0" y="18500"/>
                </a:lnTo>
                <a:lnTo>
                  <a:pt x="0" y="18501"/>
                </a:lnTo>
                <a:lnTo>
                  <a:pt x="0" y="18502"/>
                </a:lnTo>
                <a:lnTo>
                  <a:pt x="0" y="18502"/>
                </a:lnTo>
                <a:lnTo>
                  <a:pt x="0" y="18503"/>
                </a:lnTo>
                <a:lnTo>
                  <a:pt x="0" y="18504"/>
                </a:lnTo>
                <a:lnTo>
                  <a:pt x="0" y="18505"/>
                </a:lnTo>
                <a:lnTo>
                  <a:pt x="0" y="18506"/>
                </a:lnTo>
                <a:lnTo>
                  <a:pt x="0" y="18507"/>
                </a:lnTo>
                <a:lnTo>
                  <a:pt x="0" y="18508"/>
                </a:lnTo>
                <a:lnTo>
                  <a:pt x="0" y="18508"/>
                </a:lnTo>
                <a:lnTo>
                  <a:pt x="0" y="18509"/>
                </a:lnTo>
                <a:lnTo>
                  <a:pt x="0" y="18510"/>
                </a:lnTo>
                <a:lnTo>
                  <a:pt x="0" y="18511"/>
                </a:lnTo>
                <a:lnTo>
                  <a:pt x="0" y="18512"/>
                </a:lnTo>
                <a:lnTo>
                  <a:pt x="0" y="18513"/>
                </a:lnTo>
                <a:lnTo>
                  <a:pt x="0" y="18514"/>
                </a:lnTo>
                <a:lnTo>
                  <a:pt x="0" y="18515"/>
                </a:lnTo>
                <a:lnTo>
                  <a:pt x="0" y="18515"/>
                </a:lnTo>
                <a:lnTo>
                  <a:pt x="0" y="18516"/>
                </a:lnTo>
                <a:lnTo>
                  <a:pt x="0" y="18517"/>
                </a:lnTo>
                <a:lnTo>
                  <a:pt x="0" y="18518"/>
                </a:lnTo>
                <a:lnTo>
                  <a:pt x="0" y="18519"/>
                </a:lnTo>
                <a:lnTo>
                  <a:pt x="0" y="18520"/>
                </a:lnTo>
                <a:lnTo>
                  <a:pt x="0" y="18521"/>
                </a:lnTo>
                <a:lnTo>
                  <a:pt x="0" y="18521"/>
                </a:lnTo>
                <a:lnTo>
                  <a:pt x="0" y="18522"/>
                </a:lnTo>
                <a:lnTo>
                  <a:pt x="0" y="18523"/>
                </a:lnTo>
                <a:lnTo>
                  <a:pt x="0" y="18524"/>
                </a:lnTo>
                <a:lnTo>
                  <a:pt x="0" y="18525"/>
                </a:lnTo>
                <a:lnTo>
                  <a:pt x="0" y="18526"/>
                </a:lnTo>
                <a:lnTo>
                  <a:pt x="0" y="18527"/>
                </a:lnTo>
                <a:lnTo>
                  <a:pt x="0" y="18527"/>
                </a:lnTo>
                <a:lnTo>
                  <a:pt x="0" y="18528"/>
                </a:lnTo>
                <a:lnTo>
                  <a:pt x="0" y="18529"/>
                </a:lnTo>
                <a:lnTo>
                  <a:pt x="0" y="18530"/>
                </a:lnTo>
                <a:lnTo>
                  <a:pt x="0" y="18531"/>
                </a:lnTo>
                <a:lnTo>
                  <a:pt x="0" y="18532"/>
                </a:lnTo>
                <a:lnTo>
                  <a:pt x="0" y="18533"/>
                </a:lnTo>
                <a:lnTo>
                  <a:pt x="0" y="18534"/>
                </a:lnTo>
                <a:lnTo>
                  <a:pt x="0" y="18534"/>
                </a:lnTo>
                <a:lnTo>
                  <a:pt x="0" y="18535"/>
                </a:lnTo>
                <a:lnTo>
                  <a:pt x="0" y="18536"/>
                </a:lnTo>
                <a:lnTo>
                  <a:pt x="0" y="18537"/>
                </a:lnTo>
                <a:lnTo>
                  <a:pt x="0" y="18538"/>
                </a:lnTo>
                <a:lnTo>
                  <a:pt x="0" y="18539"/>
                </a:lnTo>
                <a:lnTo>
                  <a:pt x="0" y="18540"/>
                </a:lnTo>
                <a:lnTo>
                  <a:pt x="0" y="18540"/>
                </a:lnTo>
                <a:lnTo>
                  <a:pt x="0" y="18541"/>
                </a:lnTo>
                <a:lnTo>
                  <a:pt x="0" y="18542"/>
                </a:lnTo>
                <a:lnTo>
                  <a:pt x="0" y="18543"/>
                </a:lnTo>
                <a:lnTo>
                  <a:pt x="0" y="18544"/>
                </a:lnTo>
                <a:lnTo>
                  <a:pt x="0" y="18545"/>
                </a:lnTo>
                <a:lnTo>
                  <a:pt x="0" y="18546"/>
                </a:lnTo>
                <a:lnTo>
                  <a:pt x="0" y="18546"/>
                </a:lnTo>
                <a:lnTo>
                  <a:pt x="0" y="18547"/>
                </a:lnTo>
                <a:lnTo>
                  <a:pt x="0" y="18548"/>
                </a:lnTo>
                <a:lnTo>
                  <a:pt x="0" y="18549"/>
                </a:lnTo>
                <a:lnTo>
                  <a:pt x="0" y="18550"/>
                </a:lnTo>
                <a:lnTo>
                  <a:pt x="0" y="18551"/>
                </a:lnTo>
                <a:lnTo>
                  <a:pt x="0" y="18552"/>
                </a:lnTo>
                <a:lnTo>
                  <a:pt x="0" y="18552"/>
                </a:lnTo>
                <a:lnTo>
                  <a:pt x="0" y="18553"/>
                </a:lnTo>
                <a:lnTo>
                  <a:pt x="0" y="18554"/>
                </a:lnTo>
                <a:lnTo>
                  <a:pt x="0" y="18555"/>
                </a:lnTo>
                <a:lnTo>
                  <a:pt x="0" y="18556"/>
                </a:lnTo>
                <a:lnTo>
                  <a:pt x="0" y="18557"/>
                </a:lnTo>
                <a:lnTo>
                  <a:pt x="0" y="18558"/>
                </a:lnTo>
                <a:lnTo>
                  <a:pt x="0" y="18558"/>
                </a:lnTo>
                <a:lnTo>
                  <a:pt x="0" y="18559"/>
                </a:lnTo>
                <a:lnTo>
                  <a:pt x="0" y="18560"/>
                </a:lnTo>
                <a:lnTo>
                  <a:pt x="0" y="18561"/>
                </a:lnTo>
                <a:lnTo>
                  <a:pt x="0" y="18562"/>
                </a:lnTo>
                <a:lnTo>
                  <a:pt x="0" y="18563"/>
                </a:lnTo>
                <a:lnTo>
                  <a:pt x="0" y="18564"/>
                </a:lnTo>
                <a:lnTo>
                  <a:pt x="0" y="18565"/>
                </a:lnTo>
                <a:lnTo>
                  <a:pt x="0" y="18565"/>
                </a:lnTo>
                <a:lnTo>
                  <a:pt x="0" y="18566"/>
                </a:lnTo>
                <a:lnTo>
                  <a:pt x="0" y="18567"/>
                </a:lnTo>
                <a:lnTo>
                  <a:pt x="0" y="18568"/>
                </a:lnTo>
                <a:lnTo>
                  <a:pt x="0" y="18569"/>
                </a:lnTo>
                <a:lnTo>
                  <a:pt x="0" y="18570"/>
                </a:lnTo>
                <a:lnTo>
                  <a:pt x="0" y="18571"/>
                </a:lnTo>
                <a:lnTo>
                  <a:pt x="0" y="18571"/>
                </a:lnTo>
                <a:lnTo>
                  <a:pt x="0" y="18572"/>
                </a:lnTo>
                <a:lnTo>
                  <a:pt x="0" y="18573"/>
                </a:lnTo>
                <a:lnTo>
                  <a:pt x="0" y="18574"/>
                </a:lnTo>
                <a:lnTo>
                  <a:pt x="0" y="18575"/>
                </a:lnTo>
                <a:lnTo>
                  <a:pt x="0" y="18576"/>
                </a:lnTo>
                <a:lnTo>
                  <a:pt x="0" y="18577"/>
                </a:lnTo>
                <a:lnTo>
                  <a:pt x="0" y="18577"/>
                </a:lnTo>
                <a:lnTo>
                  <a:pt x="0" y="18578"/>
                </a:lnTo>
                <a:lnTo>
                  <a:pt x="0" y="18579"/>
                </a:lnTo>
                <a:lnTo>
                  <a:pt x="0" y="18580"/>
                </a:lnTo>
                <a:lnTo>
                  <a:pt x="0" y="18581"/>
                </a:lnTo>
                <a:lnTo>
                  <a:pt x="0" y="18582"/>
                </a:lnTo>
                <a:lnTo>
                  <a:pt x="0" y="18583"/>
                </a:lnTo>
                <a:lnTo>
                  <a:pt x="0" y="18583"/>
                </a:lnTo>
                <a:lnTo>
                  <a:pt x="0" y="18584"/>
                </a:lnTo>
                <a:lnTo>
                  <a:pt x="0" y="18585"/>
                </a:lnTo>
                <a:lnTo>
                  <a:pt x="0" y="18586"/>
                </a:lnTo>
                <a:lnTo>
                  <a:pt x="0" y="18587"/>
                </a:lnTo>
                <a:lnTo>
                  <a:pt x="0" y="18588"/>
                </a:lnTo>
                <a:lnTo>
                  <a:pt x="0" y="18589"/>
                </a:lnTo>
                <a:lnTo>
                  <a:pt x="0" y="18589"/>
                </a:lnTo>
                <a:lnTo>
                  <a:pt x="0" y="18590"/>
                </a:lnTo>
                <a:lnTo>
                  <a:pt x="0" y="18591"/>
                </a:lnTo>
                <a:lnTo>
                  <a:pt x="0" y="18592"/>
                </a:lnTo>
                <a:lnTo>
                  <a:pt x="0" y="18593"/>
                </a:lnTo>
                <a:lnTo>
                  <a:pt x="0" y="18594"/>
                </a:lnTo>
                <a:lnTo>
                  <a:pt x="0" y="18595"/>
                </a:lnTo>
                <a:lnTo>
                  <a:pt x="0" y="18595"/>
                </a:lnTo>
                <a:lnTo>
                  <a:pt x="0" y="18596"/>
                </a:lnTo>
                <a:lnTo>
                  <a:pt x="0" y="18597"/>
                </a:lnTo>
                <a:lnTo>
                  <a:pt x="0" y="18598"/>
                </a:lnTo>
                <a:lnTo>
                  <a:pt x="0" y="18599"/>
                </a:lnTo>
                <a:lnTo>
                  <a:pt x="0" y="18600"/>
                </a:lnTo>
                <a:lnTo>
                  <a:pt x="0" y="18601"/>
                </a:lnTo>
                <a:lnTo>
                  <a:pt x="0" y="18601"/>
                </a:lnTo>
                <a:lnTo>
                  <a:pt x="0" y="18602"/>
                </a:lnTo>
                <a:lnTo>
                  <a:pt x="0" y="18603"/>
                </a:lnTo>
                <a:lnTo>
                  <a:pt x="0" y="18604"/>
                </a:lnTo>
                <a:lnTo>
                  <a:pt x="0" y="18605"/>
                </a:lnTo>
                <a:lnTo>
                  <a:pt x="0" y="18606"/>
                </a:lnTo>
                <a:lnTo>
                  <a:pt x="0" y="18607"/>
                </a:lnTo>
                <a:lnTo>
                  <a:pt x="0" y="18607"/>
                </a:lnTo>
                <a:lnTo>
                  <a:pt x="0" y="18608"/>
                </a:lnTo>
                <a:lnTo>
                  <a:pt x="0" y="18609"/>
                </a:lnTo>
                <a:lnTo>
                  <a:pt x="0" y="18610"/>
                </a:lnTo>
                <a:lnTo>
                  <a:pt x="0" y="18611"/>
                </a:lnTo>
                <a:lnTo>
                  <a:pt x="0" y="18612"/>
                </a:lnTo>
                <a:lnTo>
                  <a:pt x="0" y="18613"/>
                </a:lnTo>
                <a:lnTo>
                  <a:pt x="0" y="18613"/>
                </a:lnTo>
                <a:lnTo>
                  <a:pt x="0" y="18614"/>
                </a:lnTo>
                <a:lnTo>
                  <a:pt x="0" y="18615"/>
                </a:lnTo>
                <a:lnTo>
                  <a:pt x="0" y="18616"/>
                </a:lnTo>
                <a:lnTo>
                  <a:pt x="0" y="18617"/>
                </a:lnTo>
                <a:lnTo>
                  <a:pt x="0" y="18618"/>
                </a:lnTo>
                <a:lnTo>
                  <a:pt x="0" y="18619"/>
                </a:lnTo>
                <a:lnTo>
                  <a:pt x="0" y="18619"/>
                </a:lnTo>
                <a:lnTo>
                  <a:pt x="0" y="18620"/>
                </a:lnTo>
                <a:lnTo>
                  <a:pt x="0" y="18621"/>
                </a:lnTo>
                <a:lnTo>
                  <a:pt x="0" y="18622"/>
                </a:lnTo>
                <a:lnTo>
                  <a:pt x="0" y="18623"/>
                </a:lnTo>
                <a:lnTo>
                  <a:pt x="0" y="18624"/>
                </a:lnTo>
                <a:lnTo>
                  <a:pt x="0" y="18625"/>
                </a:lnTo>
                <a:lnTo>
                  <a:pt x="0" y="18625"/>
                </a:lnTo>
                <a:lnTo>
                  <a:pt x="0" y="18626"/>
                </a:lnTo>
                <a:lnTo>
                  <a:pt x="0" y="18627"/>
                </a:lnTo>
                <a:lnTo>
                  <a:pt x="0" y="18628"/>
                </a:lnTo>
                <a:lnTo>
                  <a:pt x="0" y="18629"/>
                </a:lnTo>
                <a:lnTo>
                  <a:pt x="0" y="18630"/>
                </a:lnTo>
                <a:lnTo>
                  <a:pt x="0" y="18630"/>
                </a:lnTo>
                <a:lnTo>
                  <a:pt x="0" y="18631"/>
                </a:lnTo>
                <a:lnTo>
                  <a:pt x="0" y="18632"/>
                </a:lnTo>
                <a:lnTo>
                  <a:pt x="0" y="18633"/>
                </a:lnTo>
                <a:lnTo>
                  <a:pt x="0" y="18634"/>
                </a:lnTo>
                <a:lnTo>
                  <a:pt x="0" y="18635"/>
                </a:lnTo>
                <a:lnTo>
                  <a:pt x="0" y="18636"/>
                </a:lnTo>
                <a:lnTo>
                  <a:pt x="0" y="18636"/>
                </a:lnTo>
                <a:lnTo>
                  <a:pt x="0" y="18637"/>
                </a:lnTo>
                <a:lnTo>
                  <a:pt x="0" y="18638"/>
                </a:lnTo>
                <a:lnTo>
                  <a:pt x="0" y="18639"/>
                </a:lnTo>
                <a:lnTo>
                  <a:pt x="0" y="18640"/>
                </a:lnTo>
                <a:lnTo>
                  <a:pt x="0" y="18641"/>
                </a:lnTo>
                <a:lnTo>
                  <a:pt x="0" y="18642"/>
                </a:lnTo>
                <a:lnTo>
                  <a:pt x="0" y="18642"/>
                </a:lnTo>
                <a:lnTo>
                  <a:pt x="0" y="18643"/>
                </a:lnTo>
                <a:lnTo>
                  <a:pt x="0" y="18644"/>
                </a:lnTo>
                <a:lnTo>
                  <a:pt x="0" y="18645"/>
                </a:lnTo>
                <a:lnTo>
                  <a:pt x="0" y="18646"/>
                </a:lnTo>
                <a:lnTo>
                  <a:pt x="0" y="18647"/>
                </a:lnTo>
                <a:lnTo>
                  <a:pt x="0" y="18648"/>
                </a:lnTo>
                <a:lnTo>
                  <a:pt x="0" y="18648"/>
                </a:lnTo>
                <a:lnTo>
                  <a:pt x="0" y="18649"/>
                </a:lnTo>
                <a:lnTo>
                  <a:pt x="0" y="18650"/>
                </a:lnTo>
                <a:lnTo>
                  <a:pt x="0" y="18651"/>
                </a:lnTo>
                <a:lnTo>
                  <a:pt x="0" y="18652"/>
                </a:lnTo>
                <a:lnTo>
                  <a:pt x="0" y="18653"/>
                </a:lnTo>
                <a:lnTo>
                  <a:pt x="0" y="18653"/>
                </a:lnTo>
                <a:lnTo>
                  <a:pt x="0" y="18654"/>
                </a:lnTo>
                <a:lnTo>
                  <a:pt x="0" y="18655"/>
                </a:lnTo>
                <a:lnTo>
                  <a:pt x="0" y="18656"/>
                </a:lnTo>
                <a:lnTo>
                  <a:pt x="0" y="18657"/>
                </a:lnTo>
                <a:lnTo>
                  <a:pt x="0" y="18658"/>
                </a:lnTo>
                <a:lnTo>
                  <a:pt x="0" y="18659"/>
                </a:lnTo>
                <a:lnTo>
                  <a:pt x="0" y="18659"/>
                </a:lnTo>
                <a:lnTo>
                  <a:pt x="0" y="18660"/>
                </a:lnTo>
                <a:lnTo>
                  <a:pt x="0" y="18661"/>
                </a:lnTo>
                <a:lnTo>
                  <a:pt x="0" y="18662"/>
                </a:lnTo>
                <a:lnTo>
                  <a:pt x="0" y="18663"/>
                </a:lnTo>
                <a:lnTo>
                  <a:pt x="0" y="18664"/>
                </a:lnTo>
                <a:lnTo>
                  <a:pt x="0" y="18665"/>
                </a:lnTo>
                <a:lnTo>
                  <a:pt x="0" y="18665"/>
                </a:lnTo>
                <a:lnTo>
                  <a:pt x="0" y="18666"/>
                </a:lnTo>
                <a:lnTo>
                  <a:pt x="0" y="18667"/>
                </a:lnTo>
                <a:lnTo>
                  <a:pt x="0" y="18668"/>
                </a:lnTo>
                <a:lnTo>
                  <a:pt x="0" y="18669"/>
                </a:lnTo>
                <a:lnTo>
                  <a:pt x="0" y="18670"/>
                </a:lnTo>
                <a:lnTo>
                  <a:pt x="0" y="18671"/>
                </a:lnTo>
                <a:lnTo>
                  <a:pt x="0" y="18671"/>
                </a:lnTo>
                <a:lnTo>
                  <a:pt x="0" y="18672"/>
                </a:lnTo>
                <a:lnTo>
                  <a:pt x="0" y="18673"/>
                </a:lnTo>
                <a:lnTo>
                  <a:pt x="0" y="18674"/>
                </a:lnTo>
                <a:lnTo>
                  <a:pt x="0" y="18675"/>
                </a:lnTo>
                <a:lnTo>
                  <a:pt x="0" y="18676"/>
                </a:lnTo>
                <a:lnTo>
                  <a:pt x="0" y="18676"/>
                </a:lnTo>
                <a:lnTo>
                  <a:pt x="0" y="18677"/>
                </a:lnTo>
                <a:lnTo>
                  <a:pt x="0" y="18678"/>
                </a:lnTo>
                <a:lnTo>
                  <a:pt x="0" y="18679"/>
                </a:lnTo>
                <a:lnTo>
                  <a:pt x="0" y="18680"/>
                </a:lnTo>
                <a:lnTo>
                  <a:pt x="0" y="18681"/>
                </a:lnTo>
                <a:lnTo>
                  <a:pt x="0" y="18682"/>
                </a:lnTo>
                <a:lnTo>
                  <a:pt x="0" y="18682"/>
                </a:lnTo>
                <a:lnTo>
                  <a:pt x="0" y="18683"/>
                </a:lnTo>
                <a:lnTo>
                  <a:pt x="0" y="18684"/>
                </a:lnTo>
                <a:lnTo>
                  <a:pt x="0" y="18685"/>
                </a:lnTo>
                <a:lnTo>
                  <a:pt x="0" y="18686"/>
                </a:lnTo>
                <a:lnTo>
                  <a:pt x="0" y="18687"/>
                </a:lnTo>
                <a:lnTo>
                  <a:pt x="0" y="18688"/>
                </a:lnTo>
                <a:lnTo>
                  <a:pt x="0" y="18688"/>
                </a:lnTo>
                <a:lnTo>
                  <a:pt x="0" y="18689"/>
                </a:lnTo>
                <a:lnTo>
                  <a:pt x="0" y="18690"/>
                </a:lnTo>
                <a:lnTo>
                  <a:pt x="0" y="18691"/>
                </a:lnTo>
                <a:lnTo>
                  <a:pt x="0" y="18692"/>
                </a:lnTo>
                <a:lnTo>
                  <a:pt x="0" y="18693"/>
                </a:lnTo>
                <a:lnTo>
                  <a:pt x="0" y="18693"/>
                </a:lnTo>
                <a:lnTo>
                  <a:pt x="0" y="18694"/>
                </a:lnTo>
                <a:lnTo>
                  <a:pt x="0" y="18695"/>
                </a:lnTo>
                <a:lnTo>
                  <a:pt x="0" y="18696"/>
                </a:lnTo>
                <a:lnTo>
                  <a:pt x="0" y="18697"/>
                </a:lnTo>
                <a:lnTo>
                  <a:pt x="0" y="18698"/>
                </a:lnTo>
                <a:lnTo>
                  <a:pt x="0" y="18699"/>
                </a:lnTo>
                <a:lnTo>
                  <a:pt x="0" y="18699"/>
                </a:lnTo>
                <a:lnTo>
                  <a:pt x="0" y="18700"/>
                </a:lnTo>
                <a:lnTo>
                  <a:pt x="0" y="18701"/>
                </a:lnTo>
                <a:lnTo>
                  <a:pt x="0" y="18702"/>
                </a:lnTo>
                <a:lnTo>
                  <a:pt x="0" y="18703"/>
                </a:lnTo>
                <a:lnTo>
                  <a:pt x="0" y="18704"/>
                </a:lnTo>
                <a:lnTo>
                  <a:pt x="0" y="18704"/>
                </a:lnTo>
                <a:lnTo>
                  <a:pt x="0" y="18705"/>
                </a:lnTo>
                <a:lnTo>
                  <a:pt x="0" y="18706"/>
                </a:lnTo>
                <a:lnTo>
                  <a:pt x="0" y="18707"/>
                </a:lnTo>
                <a:lnTo>
                  <a:pt x="0" y="18708"/>
                </a:lnTo>
                <a:lnTo>
                  <a:pt x="0" y="18709"/>
                </a:lnTo>
                <a:lnTo>
                  <a:pt x="0" y="18710"/>
                </a:lnTo>
                <a:lnTo>
                  <a:pt x="0" y="18710"/>
                </a:lnTo>
                <a:lnTo>
                  <a:pt x="0" y="18711"/>
                </a:lnTo>
                <a:lnTo>
                  <a:pt x="0" y="18712"/>
                </a:lnTo>
                <a:lnTo>
                  <a:pt x="0" y="18713"/>
                </a:lnTo>
                <a:lnTo>
                  <a:pt x="0" y="18714"/>
                </a:lnTo>
                <a:lnTo>
                  <a:pt x="0" y="18715"/>
                </a:lnTo>
                <a:lnTo>
                  <a:pt x="0" y="18715"/>
                </a:lnTo>
                <a:lnTo>
                  <a:pt x="0" y="18716"/>
                </a:lnTo>
                <a:lnTo>
                  <a:pt x="0" y="18717"/>
                </a:lnTo>
                <a:lnTo>
                  <a:pt x="0" y="18718"/>
                </a:lnTo>
                <a:lnTo>
                  <a:pt x="0" y="18719"/>
                </a:lnTo>
                <a:lnTo>
                  <a:pt x="0" y="18720"/>
                </a:lnTo>
                <a:lnTo>
                  <a:pt x="0" y="18721"/>
                </a:lnTo>
                <a:lnTo>
                  <a:pt x="0" y="18721"/>
                </a:lnTo>
                <a:lnTo>
                  <a:pt x="0" y="18722"/>
                </a:lnTo>
                <a:lnTo>
                  <a:pt x="0" y="18723"/>
                </a:lnTo>
                <a:lnTo>
                  <a:pt x="0" y="18724"/>
                </a:lnTo>
                <a:lnTo>
                  <a:pt x="0" y="18725"/>
                </a:lnTo>
                <a:lnTo>
                  <a:pt x="0" y="18726"/>
                </a:lnTo>
                <a:lnTo>
                  <a:pt x="0" y="18726"/>
                </a:lnTo>
                <a:lnTo>
                  <a:pt x="0" y="18727"/>
                </a:lnTo>
                <a:lnTo>
                  <a:pt x="0" y="18728"/>
                </a:lnTo>
                <a:lnTo>
                  <a:pt x="0" y="18729"/>
                </a:lnTo>
                <a:lnTo>
                  <a:pt x="0" y="18730"/>
                </a:lnTo>
                <a:lnTo>
                  <a:pt x="0" y="18731"/>
                </a:lnTo>
                <a:lnTo>
                  <a:pt x="0" y="18732"/>
                </a:lnTo>
                <a:lnTo>
                  <a:pt x="0" y="18732"/>
                </a:lnTo>
                <a:lnTo>
                  <a:pt x="0" y="18733"/>
                </a:lnTo>
                <a:lnTo>
                  <a:pt x="0" y="18734"/>
                </a:lnTo>
                <a:lnTo>
                  <a:pt x="0" y="18735"/>
                </a:lnTo>
                <a:lnTo>
                  <a:pt x="0" y="18736"/>
                </a:lnTo>
                <a:lnTo>
                  <a:pt x="0" y="18737"/>
                </a:lnTo>
                <a:lnTo>
                  <a:pt x="0" y="18737"/>
                </a:lnTo>
                <a:lnTo>
                  <a:pt x="0" y="18738"/>
                </a:lnTo>
                <a:lnTo>
                  <a:pt x="0" y="18739"/>
                </a:lnTo>
                <a:lnTo>
                  <a:pt x="0" y="18740"/>
                </a:lnTo>
                <a:lnTo>
                  <a:pt x="0" y="18741"/>
                </a:lnTo>
                <a:lnTo>
                  <a:pt x="0" y="18742"/>
                </a:lnTo>
                <a:lnTo>
                  <a:pt x="0" y="18742"/>
                </a:lnTo>
                <a:lnTo>
                  <a:pt x="0" y="18743"/>
                </a:lnTo>
                <a:lnTo>
                  <a:pt x="0" y="18744"/>
                </a:lnTo>
                <a:lnTo>
                  <a:pt x="0" y="18745"/>
                </a:lnTo>
                <a:lnTo>
                  <a:pt x="0" y="18746"/>
                </a:lnTo>
                <a:lnTo>
                  <a:pt x="0" y="18747"/>
                </a:lnTo>
                <a:lnTo>
                  <a:pt x="0" y="18748"/>
                </a:lnTo>
                <a:lnTo>
                  <a:pt x="0" y="18748"/>
                </a:lnTo>
                <a:lnTo>
                  <a:pt x="0" y="18749"/>
                </a:lnTo>
                <a:lnTo>
                  <a:pt x="0" y="18750"/>
                </a:lnTo>
                <a:lnTo>
                  <a:pt x="0" y="18751"/>
                </a:lnTo>
                <a:lnTo>
                  <a:pt x="0" y="18752"/>
                </a:lnTo>
                <a:lnTo>
                  <a:pt x="0" y="18753"/>
                </a:lnTo>
                <a:lnTo>
                  <a:pt x="0" y="18753"/>
                </a:lnTo>
                <a:lnTo>
                  <a:pt x="0" y="18754"/>
                </a:lnTo>
                <a:lnTo>
                  <a:pt x="0" y="18755"/>
                </a:lnTo>
                <a:lnTo>
                  <a:pt x="0" y="18756"/>
                </a:lnTo>
                <a:lnTo>
                  <a:pt x="0" y="18757"/>
                </a:lnTo>
                <a:lnTo>
                  <a:pt x="0" y="18758"/>
                </a:lnTo>
                <a:lnTo>
                  <a:pt x="0" y="18758"/>
                </a:lnTo>
                <a:lnTo>
                  <a:pt x="0" y="18759"/>
                </a:lnTo>
                <a:lnTo>
                  <a:pt x="0" y="18760"/>
                </a:lnTo>
                <a:lnTo>
                  <a:pt x="0" y="18761"/>
                </a:lnTo>
                <a:lnTo>
                  <a:pt x="0" y="18762"/>
                </a:lnTo>
                <a:lnTo>
                  <a:pt x="0" y="18763"/>
                </a:lnTo>
                <a:lnTo>
                  <a:pt x="0" y="18764"/>
                </a:lnTo>
                <a:lnTo>
                  <a:pt x="0" y="18764"/>
                </a:lnTo>
                <a:lnTo>
                  <a:pt x="0" y="18765"/>
                </a:lnTo>
                <a:lnTo>
                  <a:pt x="0" y="18766"/>
                </a:lnTo>
                <a:lnTo>
                  <a:pt x="0" y="18767"/>
                </a:lnTo>
                <a:lnTo>
                  <a:pt x="0" y="18768"/>
                </a:lnTo>
                <a:lnTo>
                  <a:pt x="0" y="18769"/>
                </a:lnTo>
                <a:lnTo>
                  <a:pt x="0" y="18769"/>
                </a:lnTo>
                <a:lnTo>
                  <a:pt x="0" y="18770"/>
                </a:lnTo>
                <a:lnTo>
                  <a:pt x="0" y="18771"/>
                </a:lnTo>
                <a:lnTo>
                  <a:pt x="0" y="18772"/>
                </a:lnTo>
                <a:lnTo>
                  <a:pt x="0" y="18773"/>
                </a:lnTo>
                <a:lnTo>
                  <a:pt x="0" y="18774"/>
                </a:lnTo>
                <a:lnTo>
                  <a:pt x="0" y="18774"/>
                </a:lnTo>
                <a:lnTo>
                  <a:pt x="0" y="18775"/>
                </a:lnTo>
                <a:lnTo>
                  <a:pt x="0" y="18776"/>
                </a:lnTo>
                <a:lnTo>
                  <a:pt x="0" y="18777"/>
                </a:lnTo>
                <a:lnTo>
                  <a:pt x="0" y="18778"/>
                </a:lnTo>
                <a:lnTo>
                  <a:pt x="0" y="18779"/>
                </a:lnTo>
                <a:lnTo>
                  <a:pt x="0" y="18780"/>
                </a:lnTo>
                <a:lnTo>
                  <a:pt x="0" y="18780"/>
                </a:lnTo>
                <a:lnTo>
                  <a:pt x="0" y="18781"/>
                </a:lnTo>
                <a:lnTo>
                  <a:pt x="0" y="18782"/>
                </a:lnTo>
                <a:lnTo>
                  <a:pt x="0" y="18783"/>
                </a:lnTo>
                <a:lnTo>
                  <a:pt x="0" y="18784"/>
                </a:lnTo>
                <a:lnTo>
                  <a:pt x="0" y="18785"/>
                </a:lnTo>
                <a:lnTo>
                  <a:pt x="0" y="18785"/>
                </a:lnTo>
                <a:lnTo>
                  <a:pt x="0" y="18786"/>
                </a:lnTo>
                <a:lnTo>
                  <a:pt x="0" y="18787"/>
                </a:lnTo>
                <a:lnTo>
                  <a:pt x="0" y="18788"/>
                </a:lnTo>
                <a:lnTo>
                  <a:pt x="0" y="18789"/>
                </a:lnTo>
                <a:lnTo>
                  <a:pt x="0" y="18790"/>
                </a:lnTo>
                <a:lnTo>
                  <a:pt x="0" y="18790"/>
                </a:lnTo>
                <a:lnTo>
                  <a:pt x="0" y="18791"/>
                </a:lnTo>
                <a:lnTo>
                  <a:pt x="0" y="18792"/>
                </a:lnTo>
                <a:lnTo>
                  <a:pt x="0" y="18793"/>
                </a:lnTo>
                <a:lnTo>
                  <a:pt x="0" y="18794"/>
                </a:lnTo>
                <a:lnTo>
                  <a:pt x="0" y="18795"/>
                </a:lnTo>
                <a:lnTo>
                  <a:pt x="0" y="18795"/>
                </a:lnTo>
                <a:lnTo>
                  <a:pt x="0" y="18796"/>
                </a:lnTo>
                <a:lnTo>
                  <a:pt x="0" y="18797"/>
                </a:lnTo>
                <a:lnTo>
                  <a:pt x="0" y="18798"/>
                </a:lnTo>
                <a:lnTo>
                  <a:pt x="0" y="18799"/>
                </a:lnTo>
                <a:lnTo>
                  <a:pt x="0" y="18800"/>
                </a:lnTo>
                <a:lnTo>
                  <a:pt x="0" y="18800"/>
                </a:lnTo>
                <a:lnTo>
                  <a:pt x="0" y="18801"/>
                </a:lnTo>
                <a:lnTo>
                  <a:pt x="0" y="18802"/>
                </a:lnTo>
                <a:lnTo>
                  <a:pt x="0" y="18803"/>
                </a:lnTo>
                <a:lnTo>
                  <a:pt x="0" y="18804"/>
                </a:lnTo>
                <a:lnTo>
                  <a:pt x="0" y="18805"/>
                </a:lnTo>
                <a:lnTo>
                  <a:pt x="0" y="18806"/>
                </a:lnTo>
                <a:lnTo>
                  <a:pt x="0" y="18806"/>
                </a:lnTo>
                <a:lnTo>
                  <a:pt x="0" y="18807"/>
                </a:lnTo>
                <a:lnTo>
                  <a:pt x="0" y="18808"/>
                </a:lnTo>
                <a:lnTo>
                  <a:pt x="0" y="18809"/>
                </a:lnTo>
                <a:lnTo>
                  <a:pt x="0" y="18810"/>
                </a:lnTo>
                <a:lnTo>
                  <a:pt x="0" y="18811"/>
                </a:lnTo>
                <a:lnTo>
                  <a:pt x="0" y="18811"/>
                </a:lnTo>
                <a:lnTo>
                  <a:pt x="0" y="18812"/>
                </a:lnTo>
                <a:lnTo>
                  <a:pt x="0" y="18813"/>
                </a:lnTo>
                <a:lnTo>
                  <a:pt x="0" y="18814"/>
                </a:lnTo>
                <a:lnTo>
                  <a:pt x="0" y="18815"/>
                </a:lnTo>
                <a:lnTo>
                  <a:pt x="0" y="18816"/>
                </a:lnTo>
                <a:lnTo>
                  <a:pt x="0" y="18816"/>
                </a:lnTo>
                <a:lnTo>
                  <a:pt x="0" y="18817"/>
                </a:lnTo>
                <a:lnTo>
                  <a:pt x="0" y="18818"/>
                </a:lnTo>
                <a:lnTo>
                  <a:pt x="0" y="18819"/>
                </a:lnTo>
                <a:lnTo>
                  <a:pt x="0" y="18820"/>
                </a:lnTo>
                <a:lnTo>
                  <a:pt x="0" y="18821"/>
                </a:lnTo>
                <a:lnTo>
                  <a:pt x="0" y="18821"/>
                </a:lnTo>
                <a:lnTo>
                  <a:pt x="0" y="18822"/>
                </a:lnTo>
                <a:lnTo>
                  <a:pt x="0" y="18823"/>
                </a:lnTo>
                <a:lnTo>
                  <a:pt x="0" y="18824"/>
                </a:lnTo>
                <a:lnTo>
                  <a:pt x="0" y="18825"/>
                </a:lnTo>
                <a:lnTo>
                  <a:pt x="0" y="18826"/>
                </a:lnTo>
                <a:lnTo>
                  <a:pt x="0" y="18826"/>
                </a:lnTo>
                <a:lnTo>
                  <a:pt x="0" y="18827"/>
                </a:lnTo>
                <a:lnTo>
                  <a:pt x="0" y="18828"/>
                </a:lnTo>
                <a:lnTo>
                  <a:pt x="0" y="18829"/>
                </a:lnTo>
                <a:lnTo>
                  <a:pt x="0" y="18830"/>
                </a:lnTo>
                <a:lnTo>
                  <a:pt x="0" y="18831"/>
                </a:lnTo>
                <a:lnTo>
                  <a:pt x="0" y="18831"/>
                </a:lnTo>
                <a:lnTo>
                  <a:pt x="0" y="18832"/>
                </a:lnTo>
                <a:lnTo>
                  <a:pt x="0" y="18833"/>
                </a:lnTo>
                <a:lnTo>
                  <a:pt x="0" y="18834"/>
                </a:lnTo>
                <a:lnTo>
                  <a:pt x="0" y="18835"/>
                </a:lnTo>
                <a:lnTo>
                  <a:pt x="0" y="18836"/>
                </a:lnTo>
                <a:lnTo>
                  <a:pt x="0" y="18836"/>
                </a:lnTo>
                <a:lnTo>
                  <a:pt x="0" y="18837"/>
                </a:lnTo>
                <a:lnTo>
                  <a:pt x="0" y="18838"/>
                </a:lnTo>
                <a:lnTo>
                  <a:pt x="0" y="18839"/>
                </a:lnTo>
                <a:lnTo>
                  <a:pt x="0" y="18840"/>
                </a:lnTo>
                <a:lnTo>
                  <a:pt x="0" y="18841"/>
                </a:lnTo>
                <a:lnTo>
                  <a:pt x="0" y="18841"/>
                </a:lnTo>
                <a:lnTo>
                  <a:pt x="0" y="18842"/>
                </a:lnTo>
                <a:lnTo>
                  <a:pt x="0" y="18843"/>
                </a:lnTo>
                <a:lnTo>
                  <a:pt x="0" y="18844"/>
                </a:lnTo>
                <a:lnTo>
                  <a:pt x="0" y="18845"/>
                </a:lnTo>
                <a:lnTo>
                  <a:pt x="0" y="18846"/>
                </a:lnTo>
                <a:lnTo>
                  <a:pt x="0" y="18846"/>
                </a:lnTo>
                <a:lnTo>
                  <a:pt x="0" y="18847"/>
                </a:lnTo>
                <a:lnTo>
                  <a:pt x="0" y="18848"/>
                </a:lnTo>
                <a:lnTo>
                  <a:pt x="0" y="18849"/>
                </a:lnTo>
                <a:lnTo>
                  <a:pt x="0" y="18850"/>
                </a:lnTo>
                <a:lnTo>
                  <a:pt x="0" y="18851"/>
                </a:lnTo>
                <a:lnTo>
                  <a:pt x="0" y="18851"/>
                </a:lnTo>
                <a:lnTo>
                  <a:pt x="0" y="18852"/>
                </a:lnTo>
                <a:lnTo>
                  <a:pt x="0" y="18853"/>
                </a:lnTo>
                <a:lnTo>
                  <a:pt x="0" y="18854"/>
                </a:lnTo>
                <a:lnTo>
                  <a:pt x="0" y="18855"/>
                </a:lnTo>
                <a:lnTo>
                  <a:pt x="0" y="18856"/>
                </a:lnTo>
                <a:lnTo>
                  <a:pt x="0" y="18856"/>
                </a:lnTo>
                <a:lnTo>
                  <a:pt x="0" y="18857"/>
                </a:lnTo>
                <a:lnTo>
                  <a:pt x="0" y="18858"/>
                </a:lnTo>
                <a:lnTo>
                  <a:pt x="0" y="18859"/>
                </a:lnTo>
                <a:lnTo>
                  <a:pt x="0" y="18860"/>
                </a:lnTo>
                <a:lnTo>
                  <a:pt x="0" y="18861"/>
                </a:lnTo>
                <a:lnTo>
                  <a:pt x="0" y="18861"/>
                </a:lnTo>
                <a:lnTo>
                  <a:pt x="0" y="18862"/>
                </a:lnTo>
                <a:lnTo>
                  <a:pt x="0" y="18863"/>
                </a:lnTo>
                <a:lnTo>
                  <a:pt x="0" y="18864"/>
                </a:lnTo>
                <a:lnTo>
                  <a:pt x="0" y="18865"/>
                </a:lnTo>
                <a:lnTo>
                  <a:pt x="0" y="18866"/>
                </a:lnTo>
                <a:lnTo>
                  <a:pt x="0" y="18866"/>
                </a:lnTo>
                <a:lnTo>
                  <a:pt x="0" y="18867"/>
                </a:lnTo>
                <a:lnTo>
                  <a:pt x="0" y="18868"/>
                </a:lnTo>
                <a:lnTo>
                  <a:pt x="0" y="18869"/>
                </a:lnTo>
                <a:lnTo>
                  <a:pt x="0" y="18870"/>
                </a:lnTo>
                <a:lnTo>
                  <a:pt x="0" y="18871"/>
                </a:lnTo>
                <a:lnTo>
                  <a:pt x="0" y="18871"/>
                </a:lnTo>
                <a:lnTo>
                  <a:pt x="0" y="18872"/>
                </a:lnTo>
                <a:lnTo>
                  <a:pt x="0" y="18873"/>
                </a:lnTo>
                <a:lnTo>
                  <a:pt x="0" y="18874"/>
                </a:lnTo>
                <a:lnTo>
                  <a:pt x="0" y="18875"/>
                </a:lnTo>
                <a:lnTo>
                  <a:pt x="0" y="18876"/>
                </a:lnTo>
                <a:lnTo>
                  <a:pt x="0" y="18876"/>
                </a:lnTo>
                <a:lnTo>
                  <a:pt x="0" y="18877"/>
                </a:lnTo>
                <a:lnTo>
                  <a:pt x="0" y="18878"/>
                </a:lnTo>
                <a:lnTo>
                  <a:pt x="0" y="18879"/>
                </a:lnTo>
                <a:lnTo>
                  <a:pt x="0" y="18880"/>
                </a:lnTo>
                <a:lnTo>
                  <a:pt x="0" y="18881"/>
                </a:lnTo>
                <a:lnTo>
                  <a:pt x="0" y="18881"/>
                </a:lnTo>
                <a:lnTo>
                  <a:pt x="0" y="18882"/>
                </a:lnTo>
                <a:lnTo>
                  <a:pt x="0" y="18883"/>
                </a:lnTo>
                <a:lnTo>
                  <a:pt x="0" y="18884"/>
                </a:lnTo>
                <a:lnTo>
                  <a:pt x="0" y="18885"/>
                </a:lnTo>
                <a:lnTo>
                  <a:pt x="0" y="18886"/>
                </a:lnTo>
                <a:lnTo>
                  <a:pt x="0" y="18886"/>
                </a:lnTo>
                <a:lnTo>
                  <a:pt x="0" y="18887"/>
                </a:lnTo>
                <a:lnTo>
                  <a:pt x="0" y="18888"/>
                </a:lnTo>
                <a:lnTo>
                  <a:pt x="0" y="18889"/>
                </a:lnTo>
                <a:lnTo>
                  <a:pt x="0" y="18890"/>
                </a:lnTo>
                <a:lnTo>
                  <a:pt x="0" y="18891"/>
                </a:lnTo>
                <a:lnTo>
                  <a:pt x="0" y="18891"/>
                </a:lnTo>
                <a:lnTo>
                  <a:pt x="0" y="18892"/>
                </a:lnTo>
                <a:lnTo>
                  <a:pt x="0" y="18893"/>
                </a:lnTo>
                <a:lnTo>
                  <a:pt x="0" y="18894"/>
                </a:lnTo>
                <a:lnTo>
                  <a:pt x="0" y="18895"/>
                </a:lnTo>
                <a:lnTo>
                  <a:pt x="0" y="18896"/>
                </a:lnTo>
                <a:lnTo>
                  <a:pt x="0" y="18896"/>
                </a:lnTo>
                <a:lnTo>
                  <a:pt x="0" y="18897"/>
                </a:lnTo>
                <a:lnTo>
                  <a:pt x="0" y="18898"/>
                </a:lnTo>
                <a:lnTo>
                  <a:pt x="0" y="18899"/>
                </a:lnTo>
                <a:lnTo>
                  <a:pt x="0" y="18900"/>
                </a:lnTo>
                <a:lnTo>
                  <a:pt x="0" y="18901"/>
                </a:lnTo>
                <a:lnTo>
                  <a:pt x="0" y="18901"/>
                </a:lnTo>
                <a:lnTo>
                  <a:pt x="0" y="18902"/>
                </a:lnTo>
                <a:lnTo>
                  <a:pt x="0" y="18903"/>
                </a:lnTo>
                <a:lnTo>
                  <a:pt x="0" y="18904"/>
                </a:lnTo>
                <a:lnTo>
                  <a:pt x="0" y="18905"/>
                </a:lnTo>
                <a:lnTo>
                  <a:pt x="0" y="18905"/>
                </a:lnTo>
                <a:lnTo>
                  <a:pt x="0" y="18906"/>
                </a:lnTo>
                <a:lnTo>
                  <a:pt x="0" y="18907"/>
                </a:lnTo>
                <a:lnTo>
                  <a:pt x="0" y="18908"/>
                </a:lnTo>
                <a:lnTo>
                  <a:pt x="0" y="18909"/>
                </a:lnTo>
                <a:lnTo>
                  <a:pt x="0" y="18910"/>
                </a:lnTo>
                <a:lnTo>
                  <a:pt x="0" y="18910"/>
                </a:lnTo>
                <a:lnTo>
                  <a:pt x="0" y="18911"/>
                </a:lnTo>
                <a:lnTo>
                  <a:pt x="0" y="18912"/>
                </a:lnTo>
                <a:lnTo>
                  <a:pt x="0" y="18913"/>
                </a:lnTo>
                <a:lnTo>
                  <a:pt x="0" y="18914"/>
                </a:lnTo>
                <a:lnTo>
                  <a:pt x="0" y="18915"/>
                </a:lnTo>
                <a:lnTo>
                  <a:pt x="0" y="18915"/>
                </a:lnTo>
                <a:lnTo>
                  <a:pt x="0" y="18916"/>
                </a:lnTo>
                <a:lnTo>
                  <a:pt x="0" y="18917"/>
                </a:lnTo>
                <a:lnTo>
                  <a:pt x="0" y="18918"/>
                </a:lnTo>
                <a:lnTo>
                  <a:pt x="0" y="18919"/>
                </a:lnTo>
                <a:lnTo>
                  <a:pt x="0" y="18920"/>
                </a:lnTo>
                <a:lnTo>
                  <a:pt x="0" y="18920"/>
                </a:lnTo>
                <a:lnTo>
                  <a:pt x="0" y="18921"/>
                </a:lnTo>
                <a:lnTo>
                  <a:pt x="0" y="18922"/>
                </a:lnTo>
                <a:lnTo>
                  <a:pt x="0" y="18923"/>
                </a:lnTo>
                <a:lnTo>
                  <a:pt x="0" y="18924"/>
                </a:lnTo>
                <a:lnTo>
                  <a:pt x="0" y="18925"/>
                </a:lnTo>
                <a:lnTo>
                  <a:pt x="0" y="18925"/>
                </a:lnTo>
                <a:lnTo>
                  <a:pt x="0" y="18926"/>
                </a:lnTo>
                <a:lnTo>
                  <a:pt x="0" y="18927"/>
                </a:lnTo>
                <a:lnTo>
                  <a:pt x="0" y="18928"/>
                </a:lnTo>
                <a:lnTo>
                  <a:pt x="0" y="18929"/>
                </a:lnTo>
                <a:lnTo>
                  <a:pt x="0" y="18929"/>
                </a:lnTo>
                <a:lnTo>
                  <a:pt x="0" y="18930"/>
                </a:lnTo>
                <a:lnTo>
                  <a:pt x="0" y="18931"/>
                </a:lnTo>
                <a:lnTo>
                  <a:pt x="0" y="18932"/>
                </a:lnTo>
                <a:lnTo>
                  <a:pt x="0" y="18933"/>
                </a:lnTo>
                <a:lnTo>
                  <a:pt x="0" y="18934"/>
                </a:lnTo>
                <a:lnTo>
                  <a:pt x="0" y="18934"/>
                </a:lnTo>
                <a:lnTo>
                  <a:pt x="0" y="18935"/>
                </a:lnTo>
                <a:lnTo>
                  <a:pt x="0" y="18936"/>
                </a:lnTo>
                <a:lnTo>
                  <a:pt x="0" y="18937"/>
                </a:lnTo>
                <a:lnTo>
                  <a:pt x="0" y="18938"/>
                </a:lnTo>
                <a:lnTo>
                  <a:pt x="0" y="18939"/>
                </a:lnTo>
                <a:lnTo>
                  <a:pt x="0" y="18939"/>
                </a:lnTo>
                <a:lnTo>
                  <a:pt x="0" y="18940"/>
                </a:lnTo>
                <a:lnTo>
                  <a:pt x="0" y="18941"/>
                </a:lnTo>
                <a:lnTo>
                  <a:pt x="0" y="18942"/>
                </a:lnTo>
                <a:lnTo>
                  <a:pt x="0" y="18943"/>
                </a:lnTo>
                <a:lnTo>
                  <a:pt x="0" y="18944"/>
                </a:lnTo>
                <a:lnTo>
                  <a:pt x="0" y="18944"/>
                </a:lnTo>
                <a:lnTo>
                  <a:pt x="0" y="18945"/>
                </a:lnTo>
                <a:lnTo>
                  <a:pt x="0" y="18946"/>
                </a:lnTo>
                <a:lnTo>
                  <a:pt x="0" y="18947"/>
                </a:lnTo>
                <a:lnTo>
                  <a:pt x="0" y="18948"/>
                </a:lnTo>
                <a:lnTo>
                  <a:pt x="0" y="18948"/>
                </a:lnTo>
                <a:lnTo>
                  <a:pt x="0" y="18949"/>
                </a:lnTo>
                <a:lnTo>
                  <a:pt x="0" y="18950"/>
                </a:lnTo>
                <a:lnTo>
                  <a:pt x="0" y="18951"/>
                </a:lnTo>
                <a:lnTo>
                  <a:pt x="0" y="18952"/>
                </a:lnTo>
                <a:lnTo>
                  <a:pt x="0" y="18953"/>
                </a:lnTo>
                <a:lnTo>
                  <a:pt x="0" y="18953"/>
                </a:lnTo>
                <a:lnTo>
                  <a:pt x="0" y="18954"/>
                </a:lnTo>
                <a:lnTo>
                  <a:pt x="0" y="18955"/>
                </a:lnTo>
                <a:lnTo>
                  <a:pt x="0" y="18956"/>
                </a:lnTo>
                <a:lnTo>
                  <a:pt x="0" y="18957"/>
                </a:lnTo>
                <a:lnTo>
                  <a:pt x="0" y="18958"/>
                </a:lnTo>
                <a:lnTo>
                  <a:pt x="0" y="18958"/>
                </a:lnTo>
                <a:lnTo>
                  <a:pt x="0" y="18959"/>
                </a:lnTo>
                <a:lnTo>
                  <a:pt x="0" y="18960"/>
                </a:lnTo>
                <a:lnTo>
                  <a:pt x="0" y="18961"/>
                </a:lnTo>
                <a:lnTo>
                  <a:pt x="0" y="18962"/>
                </a:lnTo>
                <a:lnTo>
                  <a:pt x="0" y="18962"/>
                </a:lnTo>
                <a:lnTo>
                  <a:pt x="0" y="18963"/>
                </a:lnTo>
                <a:lnTo>
                  <a:pt x="0" y="18964"/>
                </a:lnTo>
                <a:lnTo>
                  <a:pt x="0" y="18965"/>
                </a:lnTo>
                <a:lnTo>
                  <a:pt x="0" y="18966"/>
                </a:lnTo>
                <a:lnTo>
                  <a:pt x="0" y="18967"/>
                </a:lnTo>
                <a:lnTo>
                  <a:pt x="0" y="18967"/>
                </a:lnTo>
                <a:lnTo>
                  <a:pt x="0" y="18968"/>
                </a:lnTo>
                <a:lnTo>
                  <a:pt x="0" y="18969"/>
                </a:lnTo>
                <a:lnTo>
                  <a:pt x="0" y="18970"/>
                </a:lnTo>
                <a:lnTo>
                  <a:pt x="0" y="18971"/>
                </a:lnTo>
                <a:lnTo>
                  <a:pt x="0" y="18971"/>
                </a:lnTo>
                <a:lnTo>
                  <a:pt x="0" y="18972"/>
                </a:lnTo>
                <a:lnTo>
                  <a:pt x="0" y="18973"/>
                </a:lnTo>
                <a:lnTo>
                  <a:pt x="0" y="18974"/>
                </a:lnTo>
                <a:lnTo>
                  <a:pt x="0" y="18975"/>
                </a:lnTo>
                <a:lnTo>
                  <a:pt x="0" y="18976"/>
                </a:lnTo>
                <a:lnTo>
                  <a:pt x="0" y="18976"/>
                </a:lnTo>
                <a:lnTo>
                  <a:pt x="0" y="18977"/>
                </a:lnTo>
                <a:lnTo>
                  <a:pt x="0" y="18978"/>
                </a:lnTo>
                <a:lnTo>
                  <a:pt x="0" y="18979"/>
                </a:lnTo>
                <a:lnTo>
                  <a:pt x="0" y="18980"/>
                </a:lnTo>
                <a:lnTo>
                  <a:pt x="0" y="18981"/>
                </a:lnTo>
                <a:lnTo>
                  <a:pt x="0" y="18981"/>
                </a:lnTo>
                <a:lnTo>
                  <a:pt x="0" y="18982"/>
                </a:lnTo>
                <a:lnTo>
                  <a:pt x="0" y="18983"/>
                </a:lnTo>
                <a:lnTo>
                  <a:pt x="0" y="18984"/>
                </a:lnTo>
                <a:lnTo>
                  <a:pt x="0" y="18985"/>
                </a:lnTo>
                <a:lnTo>
                  <a:pt x="0" y="18985"/>
                </a:lnTo>
                <a:lnTo>
                  <a:pt x="0" y="18986"/>
                </a:lnTo>
                <a:lnTo>
                  <a:pt x="0" y="18987"/>
                </a:lnTo>
                <a:lnTo>
                  <a:pt x="0" y="18988"/>
                </a:lnTo>
                <a:lnTo>
                  <a:pt x="0" y="18989"/>
                </a:lnTo>
                <a:lnTo>
                  <a:pt x="0" y="18990"/>
                </a:lnTo>
                <a:lnTo>
                  <a:pt x="0" y="18990"/>
                </a:lnTo>
                <a:lnTo>
                  <a:pt x="0" y="18991"/>
                </a:lnTo>
                <a:lnTo>
                  <a:pt x="0" y="18992"/>
                </a:lnTo>
                <a:lnTo>
                  <a:pt x="0" y="18993"/>
                </a:lnTo>
                <a:lnTo>
                  <a:pt x="0" y="18994"/>
                </a:lnTo>
                <a:lnTo>
                  <a:pt x="0" y="18994"/>
                </a:lnTo>
                <a:lnTo>
                  <a:pt x="0" y="18995"/>
                </a:lnTo>
                <a:lnTo>
                  <a:pt x="0" y="18996"/>
                </a:lnTo>
                <a:lnTo>
                  <a:pt x="0" y="18997"/>
                </a:lnTo>
                <a:lnTo>
                  <a:pt x="0" y="18998"/>
                </a:lnTo>
                <a:lnTo>
                  <a:pt x="0" y="18999"/>
                </a:lnTo>
                <a:lnTo>
                  <a:pt x="0" y="18999"/>
                </a:lnTo>
                <a:lnTo>
                  <a:pt x="0" y="19000"/>
                </a:lnTo>
                <a:lnTo>
                  <a:pt x="0" y="19001"/>
                </a:lnTo>
                <a:lnTo>
                  <a:pt x="0" y="19002"/>
                </a:lnTo>
                <a:lnTo>
                  <a:pt x="0" y="19003"/>
                </a:lnTo>
                <a:lnTo>
                  <a:pt x="0" y="19003"/>
                </a:lnTo>
                <a:lnTo>
                  <a:pt x="0" y="19004"/>
                </a:lnTo>
                <a:lnTo>
                  <a:pt x="0" y="19005"/>
                </a:lnTo>
                <a:lnTo>
                  <a:pt x="0" y="19006"/>
                </a:lnTo>
                <a:lnTo>
                  <a:pt x="0" y="19007"/>
                </a:lnTo>
                <a:lnTo>
                  <a:pt x="0" y="19008"/>
                </a:lnTo>
                <a:lnTo>
                  <a:pt x="0" y="19008"/>
                </a:lnTo>
                <a:lnTo>
                  <a:pt x="0" y="19009"/>
                </a:lnTo>
                <a:lnTo>
                  <a:pt x="0" y="19010"/>
                </a:lnTo>
                <a:lnTo>
                  <a:pt x="0" y="19011"/>
                </a:lnTo>
                <a:lnTo>
                  <a:pt x="0" y="19012"/>
                </a:lnTo>
                <a:lnTo>
                  <a:pt x="0" y="19013"/>
                </a:lnTo>
                <a:lnTo>
                  <a:pt x="0" y="19013"/>
                </a:lnTo>
                <a:lnTo>
                  <a:pt x="0" y="19014"/>
                </a:lnTo>
                <a:lnTo>
                  <a:pt x="0" y="19015"/>
                </a:lnTo>
                <a:lnTo>
                  <a:pt x="0" y="19016"/>
                </a:lnTo>
                <a:lnTo>
                  <a:pt x="0" y="19017"/>
                </a:lnTo>
                <a:lnTo>
                  <a:pt x="0" y="19017"/>
                </a:lnTo>
                <a:lnTo>
                  <a:pt x="0" y="19018"/>
                </a:lnTo>
                <a:lnTo>
                  <a:pt x="0" y="19019"/>
                </a:lnTo>
                <a:lnTo>
                  <a:pt x="0" y="19020"/>
                </a:lnTo>
                <a:lnTo>
                  <a:pt x="0" y="19021"/>
                </a:lnTo>
                <a:lnTo>
                  <a:pt x="0" y="19021"/>
                </a:lnTo>
                <a:lnTo>
                  <a:pt x="0" y="19022"/>
                </a:lnTo>
                <a:lnTo>
                  <a:pt x="0" y="19023"/>
                </a:lnTo>
                <a:lnTo>
                  <a:pt x="0" y="19024"/>
                </a:lnTo>
                <a:lnTo>
                  <a:pt x="0" y="19025"/>
                </a:lnTo>
                <a:lnTo>
                  <a:pt x="0" y="19026"/>
                </a:lnTo>
                <a:lnTo>
                  <a:pt x="0" y="19026"/>
                </a:lnTo>
                <a:lnTo>
                  <a:pt x="0" y="19027"/>
                </a:lnTo>
                <a:lnTo>
                  <a:pt x="0" y="19028"/>
                </a:lnTo>
                <a:lnTo>
                  <a:pt x="0" y="19029"/>
                </a:lnTo>
                <a:lnTo>
                  <a:pt x="0" y="19030"/>
                </a:lnTo>
                <a:lnTo>
                  <a:pt x="0" y="19030"/>
                </a:lnTo>
                <a:lnTo>
                  <a:pt x="0" y="19031"/>
                </a:lnTo>
                <a:lnTo>
                  <a:pt x="0" y="19032"/>
                </a:lnTo>
                <a:lnTo>
                  <a:pt x="0" y="19033"/>
                </a:lnTo>
                <a:lnTo>
                  <a:pt x="0" y="19034"/>
                </a:lnTo>
                <a:lnTo>
                  <a:pt x="0" y="19035"/>
                </a:lnTo>
                <a:lnTo>
                  <a:pt x="0" y="19035"/>
                </a:lnTo>
                <a:lnTo>
                  <a:pt x="0" y="19036"/>
                </a:lnTo>
                <a:lnTo>
                  <a:pt x="0" y="19037"/>
                </a:lnTo>
                <a:lnTo>
                  <a:pt x="0" y="19038"/>
                </a:lnTo>
                <a:lnTo>
                  <a:pt x="0" y="19039"/>
                </a:lnTo>
                <a:lnTo>
                  <a:pt x="0" y="19039"/>
                </a:lnTo>
                <a:lnTo>
                  <a:pt x="0" y="19040"/>
                </a:lnTo>
                <a:lnTo>
                  <a:pt x="0" y="19041"/>
                </a:lnTo>
                <a:lnTo>
                  <a:pt x="0" y="19042"/>
                </a:lnTo>
                <a:lnTo>
                  <a:pt x="0" y="19043"/>
                </a:lnTo>
                <a:lnTo>
                  <a:pt x="0" y="19044"/>
                </a:lnTo>
                <a:lnTo>
                  <a:pt x="0" y="19044"/>
                </a:lnTo>
                <a:lnTo>
                  <a:pt x="0" y="19045"/>
                </a:lnTo>
                <a:lnTo>
                  <a:pt x="0" y="19046"/>
                </a:lnTo>
                <a:lnTo>
                  <a:pt x="0" y="19047"/>
                </a:lnTo>
                <a:lnTo>
                  <a:pt x="0" y="19048"/>
                </a:lnTo>
                <a:lnTo>
                  <a:pt x="0" y="19048"/>
                </a:lnTo>
                <a:lnTo>
                  <a:pt x="0" y="19049"/>
                </a:lnTo>
                <a:lnTo>
                  <a:pt x="0" y="19050"/>
                </a:lnTo>
                <a:lnTo>
                  <a:pt x="0" y="19051"/>
                </a:lnTo>
                <a:lnTo>
                  <a:pt x="0" y="19052"/>
                </a:lnTo>
                <a:lnTo>
                  <a:pt x="0" y="19053"/>
                </a:lnTo>
                <a:lnTo>
                  <a:pt x="0" y="19053"/>
                </a:lnTo>
                <a:lnTo>
                  <a:pt x="0" y="19054"/>
                </a:lnTo>
                <a:lnTo>
                  <a:pt x="0" y="19055"/>
                </a:lnTo>
                <a:lnTo>
                  <a:pt x="0" y="19056"/>
                </a:lnTo>
                <a:lnTo>
                  <a:pt x="0" y="19057"/>
                </a:lnTo>
                <a:lnTo>
                  <a:pt x="0" y="19057"/>
                </a:lnTo>
                <a:lnTo>
                  <a:pt x="0" y="19058"/>
                </a:lnTo>
                <a:lnTo>
                  <a:pt x="0" y="19059"/>
                </a:lnTo>
                <a:lnTo>
                  <a:pt x="0" y="19060"/>
                </a:lnTo>
                <a:lnTo>
                  <a:pt x="0" y="19061"/>
                </a:lnTo>
                <a:lnTo>
                  <a:pt x="0" y="19061"/>
                </a:lnTo>
                <a:lnTo>
                  <a:pt x="0" y="19062"/>
                </a:lnTo>
                <a:lnTo>
                  <a:pt x="0" y="19063"/>
                </a:lnTo>
                <a:lnTo>
                  <a:pt x="0" y="19064"/>
                </a:lnTo>
                <a:lnTo>
                  <a:pt x="0" y="19065"/>
                </a:lnTo>
                <a:lnTo>
                  <a:pt x="0" y="19066"/>
                </a:lnTo>
                <a:lnTo>
                  <a:pt x="0" y="19066"/>
                </a:lnTo>
                <a:lnTo>
                  <a:pt x="0" y="19067"/>
                </a:lnTo>
                <a:lnTo>
                  <a:pt x="0" y="19068"/>
                </a:lnTo>
                <a:lnTo>
                  <a:pt x="0" y="19069"/>
                </a:lnTo>
                <a:lnTo>
                  <a:pt x="0" y="19070"/>
                </a:lnTo>
                <a:lnTo>
                  <a:pt x="0" y="19070"/>
                </a:lnTo>
                <a:lnTo>
                  <a:pt x="0" y="19071"/>
                </a:lnTo>
                <a:lnTo>
                  <a:pt x="0" y="19072"/>
                </a:lnTo>
                <a:lnTo>
                  <a:pt x="0" y="19073"/>
                </a:lnTo>
                <a:lnTo>
                  <a:pt x="0" y="19074"/>
                </a:lnTo>
                <a:lnTo>
                  <a:pt x="0" y="19074"/>
                </a:lnTo>
                <a:lnTo>
                  <a:pt x="0" y="19075"/>
                </a:lnTo>
                <a:lnTo>
                  <a:pt x="0" y="19076"/>
                </a:lnTo>
                <a:lnTo>
                  <a:pt x="0" y="19077"/>
                </a:lnTo>
                <a:lnTo>
                  <a:pt x="0" y="19078"/>
                </a:lnTo>
                <a:lnTo>
                  <a:pt x="0" y="19079"/>
                </a:lnTo>
                <a:lnTo>
                  <a:pt x="0" y="19079"/>
                </a:lnTo>
                <a:lnTo>
                  <a:pt x="0" y="19080"/>
                </a:lnTo>
                <a:lnTo>
                  <a:pt x="0" y="19081"/>
                </a:lnTo>
                <a:lnTo>
                  <a:pt x="0" y="19082"/>
                </a:lnTo>
                <a:lnTo>
                  <a:pt x="0" y="19083"/>
                </a:lnTo>
                <a:lnTo>
                  <a:pt x="0" y="19083"/>
                </a:lnTo>
                <a:lnTo>
                  <a:pt x="0" y="19084"/>
                </a:lnTo>
                <a:lnTo>
                  <a:pt x="0" y="19085"/>
                </a:lnTo>
                <a:lnTo>
                  <a:pt x="0" y="19086"/>
                </a:lnTo>
                <a:lnTo>
                  <a:pt x="0" y="19087"/>
                </a:lnTo>
                <a:lnTo>
                  <a:pt x="0" y="19087"/>
                </a:lnTo>
                <a:lnTo>
                  <a:pt x="0" y="19088"/>
                </a:lnTo>
                <a:lnTo>
                  <a:pt x="0" y="19089"/>
                </a:lnTo>
                <a:lnTo>
                  <a:pt x="0" y="19090"/>
                </a:lnTo>
                <a:lnTo>
                  <a:pt x="0" y="19091"/>
                </a:lnTo>
                <a:lnTo>
                  <a:pt x="0" y="19092"/>
                </a:lnTo>
                <a:lnTo>
                  <a:pt x="0" y="19092"/>
                </a:lnTo>
                <a:lnTo>
                  <a:pt x="0" y="19093"/>
                </a:lnTo>
                <a:lnTo>
                  <a:pt x="0" y="19094"/>
                </a:lnTo>
                <a:lnTo>
                  <a:pt x="0" y="19095"/>
                </a:lnTo>
                <a:lnTo>
                  <a:pt x="0" y="19096"/>
                </a:lnTo>
                <a:lnTo>
                  <a:pt x="0" y="19096"/>
                </a:lnTo>
                <a:lnTo>
                  <a:pt x="0" y="19097"/>
                </a:lnTo>
                <a:lnTo>
                  <a:pt x="0" y="19098"/>
                </a:lnTo>
                <a:lnTo>
                  <a:pt x="0" y="19099"/>
                </a:lnTo>
                <a:lnTo>
                  <a:pt x="0" y="19100"/>
                </a:lnTo>
                <a:lnTo>
                  <a:pt x="0" y="19100"/>
                </a:lnTo>
                <a:lnTo>
                  <a:pt x="0" y="19101"/>
                </a:lnTo>
                <a:lnTo>
                  <a:pt x="0" y="19102"/>
                </a:lnTo>
                <a:lnTo>
                  <a:pt x="0" y="19103"/>
                </a:lnTo>
                <a:lnTo>
                  <a:pt x="0" y="19104"/>
                </a:lnTo>
                <a:lnTo>
                  <a:pt x="0" y="19104"/>
                </a:lnTo>
                <a:lnTo>
                  <a:pt x="0" y="19105"/>
                </a:lnTo>
                <a:lnTo>
                  <a:pt x="0" y="19106"/>
                </a:lnTo>
                <a:lnTo>
                  <a:pt x="0" y="19107"/>
                </a:lnTo>
                <a:lnTo>
                  <a:pt x="0" y="19108"/>
                </a:lnTo>
                <a:lnTo>
                  <a:pt x="0" y="19109"/>
                </a:lnTo>
                <a:lnTo>
                  <a:pt x="0" y="19109"/>
                </a:lnTo>
                <a:lnTo>
                  <a:pt x="0" y="19110"/>
                </a:lnTo>
                <a:lnTo>
                  <a:pt x="0" y="19111"/>
                </a:lnTo>
                <a:lnTo>
                  <a:pt x="0" y="19112"/>
                </a:lnTo>
                <a:lnTo>
                  <a:pt x="0" y="19113"/>
                </a:lnTo>
                <a:lnTo>
                  <a:pt x="0" y="19113"/>
                </a:lnTo>
                <a:lnTo>
                  <a:pt x="0" y="19114"/>
                </a:lnTo>
                <a:lnTo>
                  <a:pt x="0" y="19115"/>
                </a:lnTo>
                <a:lnTo>
                  <a:pt x="0" y="19116"/>
                </a:lnTo>
                <a:lnTo>
                  <a:pt x="0" y="19117"/>
                </a:lnTo>
                <a:lnTo>
                  <a:pt x="0" y="19117"/>
                </a:lnTo>
                <a:lnTo>
                  <a:pt x="0" y="19118"/>
                </a:lnTo>
                <a:lnTo>
                  <a:pt x="0" y="19119"/>
                </a:lnTo>
                <a:lnTo>
                  <a:pt x="0" y="19120"/>
                </a:lnTo>
                <a:lnTo>
                  <a:pt x="0" y="19121"/>
                </a:lnTo>
                <a:lnTo>
                  <a:pt x="0" y="19121"/>
                </a:lnTo>
                <a:lnTo>
                  <a:pt x="0" y="19122"/>
                </a:lnTo>
                <a:lnTo>
                  <a:pt x="0" y="19123"/>
                </a:lnTo>
                <a:lnTo>
                  <a:pt x="0" y="19124"/>
                </a:lnTo>
                <a:lnTo>
                  <a:pt x="0" y="19125"/>
                </a:lnTo>
                <a:lnTo>
                  <a:pt x="0" y="19125"/>
                </a:lnTo>
                <a:lnTo>
                  <a:pt x="0" y="19126"/>
                </a:lnTo>
                <a:lnTo>
                  <a:pt x="0" y="19127"/>
                </a:lnTo>
                <a:lnTo>
                  <a:pt x="0" y="19128"/>
                </a:lnTo>
                <a:lnTo>
                  <a:pt x="0" y="19129"/>
                </a:lnTo>
                <a:lnTo>
                  <a:pt x="0" y="19130"/>
                </a:lnTo>
                <a:lnTo>
                  <a:pt x="0" y="19130"/>
                </a:lnTo>
                <a:lnTo>
                  <a:pt x="0" y="19131"/>
                </a:lnTo>
                <a:lnTo>
                  <a:pt x="0" y="19132"/>
                </a:lnTo>
                <a:lnTo>
                  <a:pt x="0" y="19133"/>
                </a:lnTo>
                <a:lnTo>
                  <a:pt x="0" y="19134"/>
                </a:lnTo>
                <a:lnTo>
                  <a:pt x="0" y="19134"/>
                </a:lnTo>
                <a:lnTo>
                  <a:pt x="0" y="19135"/>
                </a:lnTo>
                <a:lnTo>
                  <a:pt x="0" y="19136"/>
                </a:lnTo>
                <a:lnTo>
                  <a:pt x="0" y="19137"/>
                </a:lnTo>
                <a:lnTo>
                  <a:pt x="0" y="19138"/>
                </a:lnTo>
                <a:lnTo>
                  <a:pt x="0" y="19138"/>
                </a:lnTo>
                <a:lnTo>
                  <a:pt x="0" y="19139"/>
                </a:lnTo>
                <a:lnTo>
                  <a:pt x="0" y="19140"/>
                </a:lnTo>
                <a:lnTo>
                  <a:pt x="0" y="19141"/>
                </a:lnTo>
                <a:lnTo>
                  <a:pt x="0" y="19142"/>
                </a:lnTo>
                <a:lnTo>
                  <a:pt x="0" y="19142"/>
                </a:lnTo>
                <a:lnTo>
                  <a:pt x="0" y="19143"/>
                </a:lnTo>
                <a:lnTo>
                  <a:pt x="0" y="19144"/>
                </a:lnTo>
                <a:lnTo>
                  <a:pt x="0" y="19145"/>
                </a:lnTo>
                <a:lnTo>
                  <a:pt x="0" y="19146"/>
                </a:lnTo>
                <a:lnTo>
                  <a:pt x="0" y="19146"/>
                </a:lnTo>
                <a:lnTo>
                  <a:pt x="0" y="19147"/>
                </a:lnTo>
                <a:lnTo>
                  <a:pt x="0" y="19148"/>
                </a:lnTo>
                <a:lnTo>
                  <a:pt x="0" y="19149"/>
                </a:lnTo>
                <a:lnTo>
                  <a:pt x="0" y="19150"/>
                </a:lnTo>
                <a:lnTo>
                  <a:pt x="0" y="19150"/>
                </a:lnTo>
                <a:lnTo>
                  <a:pt x="0" y="19151"/>
                </a:lnTo>
                <a:lnTo>
                  <a:pt x="0" y="19152"/>
                </a:lnTo>
                <a:lnTo>
                  <a:pt x="0" y="19153"/>
                </a:lnTo>
                <a:lnTo>
                  <a:pt x="0" y="19154"/>
                </a:lnTo>
                <a:lnTo>
                  <a:pt x="0" y="19154"/>
                </a:lnTo>
                <a:lnTo>
                  <a:pt x="0" y="19155"/>
                </a:lnTo>
                <a:lnTo>
                  <a:pt x="0" y="19156"/>
                </a:lnTo>
                <a:lnTo>
                  <a:pt x="0" y="19157"/>
                </a:lnTo>
                <a:lnTo>
                  <a:pt x="0" y="19158"/>
                </a:lnTo>
                <a:lnTo>
                  <a:pt x="0" y="19159"/>
                </a:lnTo>
                <a:lnTo>
                  <a:pt x="0" y="19159"/>
                </a:lnTo>
                <a:lnTo>
                  <a:pt x="0" y="19160"/>
                </a:lnTo>
                <a:lnTo>
                  <a:pt x="0" y="19161"/>
                </a:lnTo>
                <a:lnTo>
                  <a:pt x="0" y="19162"/>
                </a:lnTo>
                <a:lnTo>
                  <a:pt x="0" y="19163"/>
                </a:lnTo>
                <a:lnTo>
                  <a:pt x="0" y="19163"/>
                </a:lnTo>
                <a:lnTo>
                  <a:pt x="0" y="19164"/>
                </a:lnTo>
                <a:lnTo>
                  <a:pt x="0" y="19165"/>
                </a:lnTo>
                <a:lnTo>
                  <a:pt x="0" y="19166"/>
                </a:lnTo>
                <a:lnTo>
                  <a:pt x="0" y="19167"/>
                </a:lnTo>
                <a:lnTo>
                  <a:pt x="0" y="19167"/>
                </a:lnTo>
                <a:lnTo>
                  <a:pt x="0" y="19168"/>
                </a:lnTo>
                <a:lnTo>
                  <a:pt x="0" y="19169"/>
                </a:lnTo>
                <a:lnTo>
                  <a:pt x="0" y="19170"/>
                </a:lnTo>
                <a:lnTo>
                  <a:pt x="0" y="19171"/>
                </a:lnTo>
                <a:lnTo>
                  <a:pt x="0" y="19171"/>
                </a:lnTo>
                <a:lnTo>
                  <a:pt x="0" y="19172"/>
                </a:lnTo>
                <a:lnTo>
                  <a:pt x="0" y="19173"/>
                </a:lnTo>
                <a:lnTo>
                  <a:pt x="0" y="19174"/>
                </a:lnTo>
                <a:lnTo>
                  <a:pt x="0" y="19175"/>
                </a:lnTo>
                <a:lnTo>
                  <a:pt x="0" y="19175"/>
                </a:lnTo>
                <a:lnTo>
                  <a:pt x="0" y="19176"/>
                </a:lnTo>
                <a:lnTo>
                  <a:pt x="0" y="19177"/>
                </a:lnTo>
                <a:lnTo>
                  <a:pt x="0" y="19178"/>
                </a:lnTo>
                <a:lnTo>
                  <a:pt x="0" y="19179"/>
                </a:lnTo>
                <a:lnTo>
                  <a:pt x="0" y="19179"/>
                </a:lnTo>
                <a:lnTo>
                  <a:pt x="0" y="19180"/>
                </a:lnTo>
                <a:lnTo>
                  <a:pt x="0" y="19181"/>
                </a:lnTo>
                <a:lnTo>
                  <a:pt x="0" y="19182"/>
                </a:lnTo>
                <a:lnTo>
                  <a:pt x="0" y="19183"/>
                </a:lnTo>
                <a:lnTo>
                  <a:pt x="0" y="19183"/>
                </a:lnTo>
                <a:lnTo>
                  <a:pt x="0" y="19184"/>
                </a:lnTo>
                <a:lnTo>
                  <a:pt x="0" y="19185"/>
                </a:lnTo>
                <a:lnTo>
                  <a:pt x="0" y="19186"/>
                </a:lnTo>
                <a:lnTo>
                  <a:pt x="0" y="19187"/>
                </a:lnTo>
                <a:lnTo>
                  <a:pt x="0" y="19187"/>
                </a:lnTo>
                <a:lnTo>
                  <a:pt x="0" y="19188"/>
                </a:lnTo>
                <a:lnTo>
                  <a:pt x="0" y="19189"/>
                </a:lnTo>
                <a:lnTo>
                  <a:pt x="0" y="19190"/>
                </a:lnTo>
                <a:lnTo>
                  <a:pt x="0" y="19191"/>
                </a:lnTo>
                <a:lnTo>
                  <a:pt x="0" y="19191"/>
                </a:lnTo>
                <a:lnTo>
                  <a:pt x="0" y="19192"/>
                </a:lnTo>
                <a:lnTo>
                  <a:pt x="0" y="19193"/>
                </a:lnTo>
                <a:lnTo>
                  <a:pt x="0" y="19194"/>
                </a:lnTo>
                <a:lnTo>
                  <a:pt x="0" y="19195"/>
                </a:lnTo>
                <a:lnTo>
                  <a:pt x="0" y="19195"/>
                </a:lnTo>
                <a:lnTo>
                  <a:pt x="0" y="19196"/>
                </a:lnTo>
                <a:lnTo>
                  <a:pt x="0" y="19197"/>
                </a:lnTo>
                <a:lnTo>
                  <a:pt x="0" y="19198"/>
                </a:lnTo>
                <a:lnTo>
                  <a:pt x="0" y="19199"/>
                </a:lnTo>
                <a:lnTo>
                  <a:pt x="0" y="19199"/>
                </a:lnTo>
                <a:lnTo>
                  <a:pt x="0" y="19200"/>
                </a:lnTo>
                <a:lnTo>
                  <a:pt x="0" y="19201"/>
                </a:lnTo>
                <a:lnTo>
                  <a:pt x="0" y="19202"/>
                </a:lnTo>
                <a:lnTo>
                  <a:pt x="0" y="19203"/>
                </a:lnTo>
                <a:lnTo>
                  <a:pt x="0" y="19203"/>
                </a:lnTo>
                <a:lnTo>
                  <a:pt x="0" y="19204"/>
                </a:lnTo>
                <a:lnTo>
                  <a:pt x="0" y="19205"/>
                </a:lnTo>
                <a:lnTo>
                  <a:pt x="0" y="19206"/>
                </a:lnTo>
                <a:lnTo>
                  <a:pt x="0" y="19207"/>
                </a:lnTo>
                <a:lnTo>
                  <a:pt x="0" y="19207"/>
                </a:lnTo>
                <a:lnTo>
                  <a:pt x="0" y="19208"/>
                </a:lnTo>
                <a:lnTo>
                  <a:pt x="0" y="19209"/>
                </a:lnTo>
                <a:lnTo>
                  <a:pt x="0" y="19210"/>
                </a:lnTo>
                <a:lnTo>
                  <a:pt x="0" y="19211"/>
                </a:lnTo>
                <a:lnTo>
                  <a:pt x="0" y="19211"/>
                </a:lnTo>
                <a:lnTo>
                  <a:pt x="0" y="19212"/>
                </a:lnTo>
                <a:lnTo>
                  <a:pt x="0" y="19213"/>
                </a:lnTo>
                <a:lnTo>
                  <a:pt x="0" y="19214"/>
                </a:lnTo>
                <a:lnTo>
                  <a:pt x="0" y="19215"/>
                </a:lnTo>
                <a:lnTo>
                  <a:pt x="0" y="19215"/>
                </a:lnTo>
                <a:lnTo>
                  <a:pt x="0" y="19216"/>
                </a:lnTo>
                <a:lnTo>
                  <a:pt x="0" y="19217"/>
                </a:lnTo>
                <a:lnTo>
                  <a:pt x="0" y="19218"/>
                </a:lnTo>
                <a:lnTo>
                  <a:pt x="0" y="19219"/>
                </a:lnTo>
                <a:lnTo>
                  <a:pt x="0" y="19219"/>
                </a:lnTo>
                <a:lnTo>
                  <a:pt x="0" y="19220"/>
                </a:lnTo>
                <a:lnTo>
                  <a:pt x="0" y="19221"/>
                </a:lnTo>
                <a:lnTo>
                  <a:pt x="0" y="19222"/>
                </a:lnTo>
                <a:lnTo>
                  <a:pt x="0" y="19223"/>
                </a:lnTo>
                <a:lnTo>
                  <a:pt x="0" y="19223"/>
                </a:lnTo>
                <a:lnTo>
                  <a:pt x="0" y="19224"/>
                </a:lnTo>
                <a:lnTo>
                  <a:pt x="0" y="19225"/>
                </a:lnTo>
                <a:lnTo>
                  <a:pt x="0" y="19226"/>
                </a:lnTo>
                <a:lnTo>
                  <a:pt x="0" y="19227"/>
                </a:lnTo>
                <a:lnTo>
                  <a:pt x="0" y="19227"/>
                </a:lnTo>
                <a:lnTo>
                  <a:pt x="0" y="19228"/>
                </a:lnTo>
                <a:lnTo>
                  <a:pt x="0" y="19229"/>
                </a:lnTo>
                <a:lnTo>
                  <a:pt x="0" y="19230"/>
                </a:lnTo>
                <a:lnTo>
                  <a:pt x="0" y="19231"/>
                </a:lnTo>
                <a:lnTo>
                  <a:pt x="0" y="19231"/>
                </a:lnTo>
                <a:lnTo>
                  <a:pt x="0" y="19232"/>
                </a:lnTo>
                <a:lnTo>
                  <a:pt x="0" y="19233"/>
                </a:lnTo>
                <a:lnTo>
                  <a:pt x="0" y="19234"/>
                </a:lnTo>
                <a:lnTo>
                  <a:pt x="0" y="19235"/>
                </a:lnTo>
                <a:lnTo>
                  <a:pt x="0" y="19235"/>
                </a:lnTo>
                <a:lnTo>
                  <a:pt x="0" y="19236"/>
                </a:lnTo>
                <a:lnTo>
                  <a:pt x="0" y="19237"/>
                </a:lnTo>
                <a:lnTo>
                  <a:pt x="0" y="19238"/>
                </a:lnTo>
                <a:lnTo>
                  <a:pt x="0" y="19239"/>
                </a:lnTo>
                <a:lnTo>
                  <a:pt x="0" y="19239"/>
                </a:lnTo>
                <a:lnTo>
                  <a:pt x="0" y="19240"/>
                </a:lnTo>
                <a:lnTo>
                  <a:pt x="0" y="19241"/>
                </a:lnTo>
                <a:lnTo>
                  <a:pt x="0" y="19242"/>
                </a:lnTo>
                <a:lnTo>
                  <a:pt x="0" y="19243"/>
                </a:lnTo>
                <a:lnTo>
                  <a:pt x="0" y="19243"/>
                </a:lnTo>
                <a:lnTo>
                  <a:pt x="0" y="19244"/>
                </a:lnTo>
                <a:lnTo>
                  <a:pt x="0" y="19245"/>
                </a:lnTo>
                <a:lnTo>
                  <a:pt x="0" y="19246"/>
                </a:lnTo>
                <a:lnTo>
                  <a:pt x="0" y="19247"/>
                </a:lnTo>
                <a:lnTo>
                  <a:pt x="0" y="19247"/>
                </a:lnTo>
                <a:lnTo>
                  <a:pt x="0" y="19248"/>
                </a:lnTo>
                <a:lnTo>
                  <a:pt x="0" y="19249"/>
                </a:lnTo>
                <a:lnTo>
                  <a:pt x="0" y="19250"/>
                </a:lnTo>
                <a:lnTo>
                  <a:pt x="0" y="19250"/>
                </a:lnTo>
                <a:lnTo>
                  <a:pt x="0" y="19251"/>
                </a:lnTo>
                <a:lnTo>
                  <a:pt x="0" y="19252"/>
                </a:lnTo>
                <a:lnTo>
                  <a:pt x="0" y="19253"/>
                </a:lnTo>
                <a:lnTo>
                  <a:pt x="0" y="19254"/>
                </a:lnTo>
                <a:lnTo>
                  <a:pt x="0" y="19254"/>
                </a:lnTo>
                <a:lnTo>
                  <a:pt x="0" y="19255"/>
                </a:lnTo>
                <a:lnTo>
                  <a:pt x="0" y="19256"/>
                </a:lnTo>
                <a:lnTo>
                  <a:pt x="0" y="19257"/>
                </a:lnTo>
                <a:lnTo>
                  <a:pt x="0" y="19258"/>
                </a:lnTo>
                <a:lnTo>
                  <a:pt x="0" y="19258"/>
                </a:lnTo>
                <a:lnTo>
                  <a:pt x="0" y="19259"/>
                </a:lnTo>
                <a:lnTo>
                  <a:pt x="0" y="19260"/>
                </a:lnTo>
                <a:lnTo>
                  <a:pt x="0" y="19261"/>
                </a:lnTo>
                <a:lnTo>
                  <a:pt x="0" y="19262"/>
                </a:lnTo>
                <a:lnTo>
                  <a:pt x="0" y="19262"/>
                </a:lnTo>
                <a:lnTo>
                  <a:pt x="0" y="19263"/>
                </a:lnTo>
                <a:lnTo>
                  <a:pt x="0" y="19264"/>
                </a:lnTo>
                <a:lnTo>
                  <a:pt x="0" y="19265"/>
                </a:lnTo>
                <a:lnTo>
                  <a:pt x="0" y="19266"/>
                </a:lnTo>
                <a:lnTo>
                  <a:pt x="0" y="19266"/>
                </a:lnTo>
                <a:lnTo>
                  <a:pt x="0" y="19267"/>
                </a:lnTo>
                <a:lnTo>
                  <a:pt x="0" y="19268"/>
                </a:lnTo>
                <a:lnTo>
                  <a:pt x="0" y="19269"/>
                </a:lnTo>
                <a:lnTo>
                  <a:pt x="0" y="19270"/>
                </a:lnTo>
                <a:lnTo>
                  <a:pt x="0" y="19270"/>
                </a:lnTo>
                <a:lnTo>
                  <a:pt x="0" y="19271"/>
                </a:lnTo>
                <a:lnTo>
                  <a:pt x="0" y="19272"/>
                </a:lnTo>
                <a:lnTo>
                  <a:pt x="0" y="19273"/>
                </a:lnTo>
                <a:lnTo>
                  <a:pt x="0" y="19274"/>
                </a:lnTo>
                <a:lnTo>
                  <a:pt x="0" y="19274"/>
                </a:lnTo>
                <a:lnTo>
                  <a:pt x="0" y="19275"/>
                </a:lnTo>
                <a:lnTo>
                  <a:pt x="0" y="19276"/>
                </a:lnTo>
                <a:lnTo>
                  <a:pt x="0" y="19277"/>
                </a:lnTo>
                <a:lnTo>
                  <a:pt x="0" y="19277"/>
                </a:lnTo>
                <a:lnTo>
                  <a:pt x="0" y="19278"/>
                </a:lnTo>
                <a:lnTo>
                  <a:pt x="0" y="19279"/>
                </a:lnTo>
                <a:lnTo>
                  <a:pt x="0" y="19280"/>
                </a:lnTo>
                <a:lnTo>
                  <a:pt x="0" y="19281"/>
                </a:lnTo>
                <a:lnTo>
                  <a:pt x="0" y="19281"/>
                </a:lnTo>
                <a:lnTo>
                  <a:pt x="0" y="19282"/>
                </a:lnTo>
                <a:lnTo>
                  <a:pt x="0" y="19283"/>
                </a:lnTo>
                <a:lnTo>
                  <a:pt x="0" y="19284"/>
                </a:lnTo>
                <a:lnTo>
                  <a:pt x="0" y="19285"/>
                </a:lnTo>
                <a:lnTo>
                  <a:pt x="0" y="19285"/>
                </a:lnTo>
                <a:lnTo>
                  <a:pt x="0" y="19286"/>
                </a:lnTo>
                <a:lnTo>
                  <a:pt x="0" y="19287"/>
                </a:lnTo>
                <a:lnTo>
                  <a:pt x="0" y="19288"/>
                </a:lnTo>
                <a:lnTo>
                  <a:pt x="0" y="19289"/>
                </a:lnTo>
                <a:lnTo>
                  <a:pt x="0" y="19289"/>
                </a:lnTo>
                <a:lnTo>
                  <a:pt x="0" y="19290"/>
                </a:lnTo>
                <a:lnTo>
                  <a:pt x="0" y="19291"/>
                </a:lnTo>
                <a:lnTo>
                  <a:pt x="0" y="19292"/>
                </a:lnTo>
                <a:lnTo>
                  <a:pt x="0" y="19293"/>
                </a:lnTo>
                <a:lnTo>
                  <a:pt x="0" y="19293"/>
                </a:lnTo>
                <a:lnTo>
                  <a:pt x="0" y="19294"/>
                </a:lnTo>
                <a:lnTo>
                  <a:pt x="0" y="19295"/>
                </a:lnTo>
                <a:lnTo>
                  <a:pt x="0" y="19296"/>
                </a:lnTo>
                <a:lnTo>
                  <a:pt x="0" y="19296"/>
                </a:lnTo>
                <a:lnTo>
                  <a:pt x="0" y="19297"/>
                </a:lnTo>
                <a:lnTo>
                  <a:pt x="0" y="19298"/>
                </a:lnTo>
                <a:lnTo>
                  <a:pt x="0" y="19299"/>
                </a:lnTo>
                <a:lnTo>
                  <a:pt x="0" y="19300"/>
                </a:lnTo>
                <a:lnTo>
                  <a:pt x="0" y="19300"/>
                </a:lnTo>
                <a:lnTo>
                  <a:pt x="0" y="19301"/>
                </a:lnTo>
                <a:lnTo>
                  <a:pt x="0" y="19302"/>
                </a:lnTo>
                <a:lnTo>
                  <a:pt x="0" y="19303"/>
                </a:lnTo>
                <a:lnTo>
                  <a:pt x="0" y="19304"/>
                </a:lnTo>
                <a:lnTo>
                  <a:pt x="0" y="19304"/>
                </a:lnTo>
                <a:lnTo>
                  <a:pt x="0" y="19305"/>
                </a:lnTo>
                <a:lnTo>
                  <a:pt x="0" y="19306"/>
                </a:lnTo>
                <a:lnTo>
                  <a:pt x="0" y="19307"/>
                </a:lnTo>
                <a:lnTo>
                  <a:pt x="0" y="19308"/>
                </a:lnTo>
                <a:lnTo>
                  <a:pt x="0" y="19308"/>
                </a:lnTo>
                <a:lnTo>
                  <a:pt x="0" y="19309"/>
                </a:lnTo>
                <a:lnTo>
                  <a:pt x="0" y="19310"/>
                </a:lnTo>
                <a:lnTo>
                  <a:pt x="0" y="19311"/>
                </a:lnTo>
                <a:lnTo>
                  <a:pt x="0" y="19312"/>
                </a:lnTo>
                <a:lnTo>
                  <a:pt x="0" y="19312"/>
                </a:lnTo>
                <a:lnTo>
                  <a:pt x="0" y="19313"/>
                </a:lnTo>
                <a:lnTo>
                  <a:pt x="0" y="19314"/>
                </a:lnTo>
                <a:lnTo>
                  <a:pt x="0" y="19315"/>
                </a:lnTo>
                <a:lnTo>
                  <a:pt x="0" y="19315"/>
                </a:lnTo>
                <a:lnTo>
                  <a:pt x="0" y="19316"/>
                </a:lnTo>
                <a:lnTo>
                  <a:pt x="0" y="19317"/>
                </a:lnTo>
                <a:lnTo>
                  <a:pt x="0" y="19318"/>
                </a:lnTo>
                <a:lnTo>
                  <a:pt x="0" y="19319"/>
                </a:lnTo>
                <a:lnTo>
                  <a:pt x="0" y="19319"/>
                </a:lnTo>
                <a:lnTo>
                  <a:pt x="0" y="19320"/>
                </a:lnTo>
                <a:lnTo>
                  <a:pt x="0" y="19321"/>
                </a:lnTo>
                <a:lnTo>
                  <a:pt x="0" y="19322"/>
                </a:lnTo>
                <a:lnTo>
                  <a:pt x="0" y="19323"/>
                </a:lnTo>
                <a:lnTo>
                  <a:pt x="0" y="19323"/>
                </a:lnTo>
                <a:lnTo>
                  <a:pt x="0" y="19324"/>
                </a:lnTo>
                <a:lnTo>
                  <a:pt x="0" y="19325"/>
                </a:lnTo>
                <a:lnTo>
                  <a:pt x="0" y="19326"/>
                </a:lnTo>
                <a:lnTo>
                  <a:pt x="0" y="19326"/>
                </a:lnTo>
                <a:lnTo>
                  <a:pt x="0" y="19327"/>
                </a:lnTo>
                <a:lnTo>
                  <a:pt x="0" y="19328"/>
                </a:lnTo>
                <a:lnTo>
                  <a:pt x="0" y="19329"/>
                </a:lnTo>
                <a:lnTo>
                  <a:pt x="0" y="19330"/>
                </a:lnTo>
                <a:lnTo>
                  <a:pt x="0" y="19330"/>
                </a:lnTo>
                <a:lnTo>
                  <a:pt x="0" y="19331"/>
                </a:lnTo>
                <a:lnTo>
                  <a:pt x="0" y="19332"/>
                </a:lnTo>
                <a:lnTo>
                  <a:pt x="0" y="19333"/>
                </a:lnTo>
                <a:lnTo>
                  <a:pt x="0" y="19334"/>
                </a:lnTo>
                <a:lnTo>
                  <a:pt x="0" y="19334"/>
                </a:lnTo>
                <a:lnTo>
                  <a:pt x="0" y="19335"/>
                </a:lnTo>
                <a:lnTo>
                  <a:pt x="0" y="19336"/>
                </a:lnTo>
                <a:lnTo>
                  <a:pt x="0" y="19337"/>
                </a:lnTo>
                <a:lnTo>
                  <a:pt x="0" y="19338"/>
                </a:lnTo>
                <a:lnTo>
                  <a:pt x="0" y="19338"/>
                </a:lnTo>
                <a:lnTo>
                  <a:pt x="0" y="19339"/>
                </a:lnTo>
                <a:lnTo>
                  <a:pt x="0" y="19340"/>
                </a:lnTo>
                <a:lnTo>
                  <a:pt x="0" y="19341"/>
                </a:lnTo>
                <a:lnTo>
                  <a:pt x="0" y="19341"/>
                </a:lnTo>
                <a:lnTo>
                  <a:pt x="0" y="19342"/>
                </a:lnTo>
                <a:lnTo>
                  <a:pt x="0" y="19343"/>
                </a:lnTo>
                <a:lnTo>
                  <a:pt x="0" y="19344"/>
                </a:lnTo>
                <a:lnTo>
                  <a:pt x="0" y="19345"/>
                </a:lnTo>
                <a:lnTo>
                  <a:pt x="0" y="19345"/>
                </a:lnTo>
                <a:lnTo>
                  <a:pt x="0" y="19346"/>
                </a:lnTo>
                <a:lnTo>
                  <a:pt x="0" y="19347"/>
                </a:lnTo>
                <a:lnTo>
                  <a:pt x="0" y="19348"/>
                </a:lnTo>
                <a:lnTo>
                  <a:pt x="0" y="19349"/>
                </a:lnTo>
                <a:lnTo>
                  <a:pt x="0" y="19349"/>
                </a:lnTo>
                <a:lnTo>
                  <a:pt x="0" y="19350"/>
                </a:lnTo>
                <a:lnTo>
                  <a:pt x="0" y="19351"/>
                </a:lnTo>
                <a:lnTo>
                  <a:pt x="0" y="19352"/>
                </a:lnTo>
                <a:lnTo>
                  <a:pt x="0" y="19352"/>
                </a:lnTo>
                <a:lnTo>
                  <a:pt x="0" y="19353"/>
                </a:lnTo>
                <a:lnTo>
                  <a:pt x="0" y="19354"/>
                </a:lnTo>
                <a:lnTo>
                  <a:pt x="0" y="19355"/>
                </a:lnTo>
                <a:lnTo>
                  <a:pt x="0" y="19356"/>
                </a:lnTo>
                <a:lnTo>
                  <a:pt x="0" y="19356"/>
                </a:lnTo>
                <a:lnTo>
                  <a:pt x="0" y="19357"/>
                </a:lnTo>
                <a:lnTo>
                  <a:pt x="0" y="19358"/>
                </a:lnTo>
                <a:lnTo>
                  <a:pt x="0" y="19359"/>
                </a:lnTo>
                <a:lnTo>
                  <a:pt x="0" y="19360"/>
                </a:lnTo>
                <a:lnTo>
                  <a:pt x="0" y="19360"/>
                </a:lnTo>
                <a:lnTo>
                  <a:pt x="0" y="19361"/>
                </a:lnTo>
                <a:lnTo>
                  <a:pt x="0" y="19362"/>
                </a:lnTo>
                <a:lnTo>
                  <a:pt x="0" y="19363"/>
                </a:lnTo>
                <a:lnTo>
                  <a:pt x="0" y="19363"/>
                </a:lnTo>
                <a:lnTo>
                  <a:pt x="0" y="19364"/>
                </a:lnTo>
                <a:lnTo>
                  <a:pt x="0" y="19365"/>
                </a:lnTo>
                <a:lnTo>
                  <a:pt x="0" y="19366"/>
                </a:lnTo>
                <a:lnTo>
                  <a:pt x="0" y="19367"/>
                </a:lnTo>
                <a:lnTo>
                  <a:pt x="0" y="19367"/>
                </a:lnTo>
                <a:lnTo>
                  <a:pt x="0" y="19368"/>
                </a:lnTo>
                <a:lnTo>
                  <a:pt x="0" y="19369"/>
                </a:lnTo>
                <a:lnTo>
                  <a:pt x="0" y="19370"/>
                </a:lnTo>
                <a:lnTo>
                  <a:pt x="0" y="19370"/>
                </a:lnTo>
                <a:lnTo>
                  <a:pt x="0" y="19371"/>
                </a:lnTo>
                <a:lnTo>
                  <a:pt x="0" y="19372"/>
                </a:lnTo>
                <a:lnTo>
                  <a:pt x="0" y="19373"/>
                </a:lnTo>
                <a:lnTo>
                  <a:pt x="0" y="19374"/>
                </a:lnTo>
                <a:lnTo>
                  <a:pt x="0" y="19374"/>
                </a:lnTo>
                <a:lnTo>
                  <a:pt x="0" y="19375"/>
                </a:lnTo>
                <a:lnTo>
                  <a:pt x="0" y="19376"/>
                </a:lnTo>
                <a:lnTo>
                  <a:pt x="0" y="19377"/>
                </a:lnTo>
                <a:lnTo>
                  <a:pt x="0" y="19378"/>
                </a:lnTo>
                <a:lnTo>
                  <a:pt x="0" y="19378"/>
                </a:lnTo>
                <a:lnTo>
                  <a:pt x="0" y="19379"/>
                </a:lnTo>
                <a:lnTo>
                  <a:pt x="0" y="19380"/>
                </a:lnTo>
                <a:lnTo>
                  <a:pt x="0" y="19381"/>
                </a:lnTo>
                <a:lnTo>
                  <a:pt x="0" y="19381"/>
                </a:lnTo>
                <a:lnTo>
                  <a:pt x="0" y="19382"/>
                </a:lnTo>
                <a:lnTo>
                  <a:pt x="0" y="19383"/>
                </a:lnTo>
                <a:lnTo>
                  <a:pt x="0" y="19384"/>
                </a:lnTo>
                <a:lnTo>
                  <a:pt x="0" y="19385"/>
                </a:lnTo>
                <a:lnTo>
                  <a:pt x="0" y="19385"/>
                </a:lnTo>
                <a:lnTo>
                  <a:pt x="0" y="19386"/>
                </a:lnTo>
                <a:lnTo>
                  <a:pt x="0" y="19387"/>
                </a:lnTo>
                <a:lnTo>
                  <a:pt x="0" y="19388"/>
                </a:lnTo>
                <a:lnTo>
                  <a:pt x="0" y="19388"/>
                </a:lnTo>
                <a:lnTo>
                  <a:pt x="0" y="19389"/>
                </a:lnTo>
                <a:lnTo>
                  <a:pt x="0" y="19390"/>
                </a:lnTo>
                <a:lnTo>
                  <a:pt x="0" y="19391"/>
                </a:lnTo>
                <a:lnTo>
                  <a:pt x="0" y="19392"/>
                </a:lnTo>
                <a:lnTo>
                  <a:pt x="0" y="19392"/>
                </a:lnTo>
                <a:lnTo>
                  <a:pt x="0" y="19393"/>
                </a:lnTo>
                <a:lnTo>
                  <a:pt x="0" y="19394"/>
                </a:lnTo>
                <a:lnTo>
                  <a:pt x="0" y="19395"/>
                </a:lnTo>
                <a:lnTo>
                  <a:pt x="0" y="19396"/>
                </a:lnTo>
                <a:lnTo>
                  <a:pt x="0" y="19396"/>
                </a:lnTo>
                <a:lnTo>
                  <a:pt x="0" y="19397"/>
                </a:lnTo>
                <a:lnTo>
                  <a:pt x="0" y="19398"/>
                </a:lnTo>
                <a:lnTo>
                  <a:pt x="0" y="19399"/>
                </a:lnTo>
                <a:lnTo>
                  <a:pt x="0" y="19399"/>
                </a:lnTo>
                <a:lnTo>
                  <a:pt x="0" y="19400"/>
                </a:lnTo>
                <a:lnTo>
                  <a:pt x="0" y="19401"/>
                </a:lnTo>
                <a:lnTo>
                  <a:pt x="0" y="19402"/>
                </a:lnTo>
                <a:lnTo>
                  <a:pt x="0" y="19403"/>
                </a:lnTo>
                <a:lnTo>
                  <a:pt x="0" y="19403"/>
                </a:lnTo>
                <a:lnTo>
                  <a:pt x="0" y="19404"/>
                </a:lnTo>
                <a:lnTo>
                  <a:pt x="0" y="19405"/>
                </a:lnTo>
                <a:lnTo>
                  <a:pt x="0" y="19406"/>
                </a:lnTo>
                <a:lnTo>
                  <a:pt x="0" y="19406"/>
                </a:lnTo>
                <a:lnTo>
                  <a:pt x="0" y="19407"/>
                </a:lnTo>
                <a:lnTo>
                  <a:pt x="0" y="19408"/>
                </a:lnTo>
                <a:lnTo>
                  <a:pt x="0" y="19409"/>
                </a:lnTo>
                <a:lnTo>
                  <a:pt x="0" y="19410"/>
                </a:lnTo>
                <a:lnTo>
                  <a:pt x="0" y="19410"/>
                </a:lnTo>
                <a:lnTo>
                  <a:pt x="0" y="19411"/>
                </a:lnTo>
                <a:lnTo>
                  <a:pt x="0" y="19412"/>
                </a:lnTo>
                <a:lnTo>
                  <a:pt x="0" y="19413"/>
                </a:lnTo>
                <a:lnTo>
                  <a:pt x="0" y="19413"/>
                </a:lnTo>
                <a:lnTo>
                  <a:pt x="0" y="19414"/>
                </a:lnTo>
                <a:lnTo>
                  <a:pt x="0" y="19415"/>
                </a:lnTo>
                <a:lnTo>
                  <a:pt x="0" y="19416"/>
                </a:lnTo>
                <a:lnTo>
                  <a:pt x="0" y="19417"/>
                </a:lnTo>
                <a:lnTo>
                  <a:pt x="0" y="19417"/>
                </a:lnTo>
                <a:lnTo>
                  <a:pt x="0" y="19418"/>
                </a:lnTo>
                <a:lnTo>
                  <a:pt x="0" y="19419"/>
                </a:lnTo>
                <a:lnTo>
                  <a:pt x="0" y="19420"/>
                </a:lnTo>
                <a:lnTo>
                  <a:pt x="0" y="19420"/>
                </a:lnTo>
                <a:lnTo>
                  <a:pt x="0" y="19421"/>
                </a:lnTo>
                <a:lnTo>
                  <a:pt x="0" y="19422"/>
                </a:lnTo>
                <a:lnTo>
                  <a:pt x="0" y="19423"/>
                </a:lnTo>
                <a:lnTo>
                  <a:pt x="0" y="19424"/>
                </a:lnTo>
                <a:lnTo>
                  <a:pt x="0" y="19424"/>
                </a:lnTo>
                <a:lnTo>
                  <a:pt x="0" y="19425"/>
                </a:lnTo>
                <a:lnTo>
                  <a:pt x="0" y="19426"/>
                </a:lnTo>
                <a:lnTo>
                  <a:pt x="0" y="19427"/>
                </a:lnTo>
                <a:lnTo>
                  <a:pt x="0" y="19427"/>
                </a:lnTo>
                <a:lnTo>
                  <a:pt x="0" y="19428"/>
                </a:lnTo>
                <a:lnTo>
                  <a:pt x="0" y="19429"/>
                </a:lnTo>
                <a:lnTo>
                  <a:pt x="0" y="19430"/>
                </a:lnTo>
                <a:lnTo>
                  <a:pt x="0" y="19431"/>
                </a:lnTo>
                <a:lnTo>
                  <a:pt x="0" y="19431"/>
                </a:lnTo>
                <a:lnTo>
                  <a:pt x="0" y="19432"/>
                </a:lnTo>
                <a:lnTo>
                  <a:pt x="0" y="19433"/>
                </a:lnTo>
                <a:lnTo>
                  <a:pt x="0" y="19434"/>
                </a:lnTo>
                <a:lnTo>
                  <a:pt x="0" y="19434"/>
                </a:lnTo>
                <a:lnTo>
                  <a:pt x="0" y="19435"/>
                </a:lnTo>
                <a:lnTo>
                  <a:pt x="0" y="19436"/>
                </a:lnTo>
                <a:lnTo>
                  <a:pt x="0" y="19437"/>
                </a:lnTo>
                <a:lnTo>
                  <a:pt x="0" y="19438"/>
                </a:lnTo>
                <a:lnTo>
                  <a:pt x="0" y="19438"/>
                </a:lnTo>
                <a:lnTo>
                  <a:pt x="0" y="19439"/>
                </a:lnTo>
                <a:lnTo>
                  <a:pt x="0" y="19440"/>
                </a:lnTo>
                <a:lnTo>
                  <a:pt x="0" y="19441"/>
                </a:lnTo>
                <a:lnTo>
                  <a:pt x="0" y="19441"/>
                </a:lnTo>
                <a:lnTo>
                  <a:pt x="0" y="19442"/>
                </a:lnTo>
                <a:lnTo>
                  <a:pt x="0" y="19443"/>
                </a:lnTo>
                <a:lnTo>
                  <a:pt x="0" y="19444"/>
                </a:lnTo>
                <a:lnTo>
                  <a:pt x="0" y="19445"/>
                </a:lnTo>
                <a:lnTo>
                  <a:pt x="0" y="19445"/>
                </a:lnTo>
                <a:lnTo>
                  <a:pt x="0" y="19446"/>
                </a:lnTo>
                <a:lnTo>
                  <a:pt x="0" y="19447"/>
                </a:lnTo>
                <a:lnTo>
                  <a:pt x="0" y="19448"/>
                </a:lnTo>
                <a:lnTo>
                  <a:pt x="0" y="19448"/>
                </a:lnTo>
                <a:lnTo>
                  <a:pt x="0" y="19449"/>
                </a:lnTo>
                <a:lnTo>
                  <a:pt x="0" y="19450"/>
                </a:lnTo>
                <a:lnTo>
                  <a:pt x="0" y="19451"/>
                </a:lnTo>
                <a:lnTo>
                  <a:pt x="0" y="19452"/>
                </a:lnTo>
                <a:lnTo>
                  <a:pt x="0" y="19452"/>
                </a:lnTo>
                <a:lnTo>
                  <a:pt x="0" y="19453"/>
                </a:lnTo>
                <a:lnTo>
                  <a:pt x="0" y="19454"/>
                </a:lnTo>
                <a:lnTo>
                  <a:pt x="0" y="19455"/>
                </a:lnTo>
                <a:lnTo>
                  <a:pt x="0" y="19455"/>
                </a:lnTo>
                <a:lnTo>
                  <a:pt x="0" y="19456"/>
                </a:lnTo>
                <a:lnTo>
                  <a:pt x="0" y="19457"/>
                </a:lnTo>
                <a:lnTo>
                  <a:pt x="0" y="19458"/>
                </a:lnTo>
                <a:lnTo>
                  <a:pt x="0" y="19459"/>
                </a:lnTo>
                <a:lnTo>
                  <a:pt x="0" y="19459"/>
                </a:lnTo>
                <a:lnTo>
                  <a:pt x="0" y="19460"/>
                </a:lnTo>
                <a:lnTo>
                  <a:pt x="0" y="19461"/>
                </a:lnTo>
                <a:lnTo>
                  <a:pt x="0" y="19462"/>
                </a:lnTo>
                <a:lnTo>
                  <a:pt x="0" y="19462"/>
                </a:lnTo>
                <a:lnTo>
                  <a:pt x="0" y="19463"/>
                </a:lnTo>
                <a:lnTo>
                  <a:pt x="0" y="19464"/>
                </a:lnTo>
                <a:lnTo>
                  <a:pt x="0" y="19465"/>
                </a:lnTo>
                <a:lnTo>
                  <a:pt x="0" y="19466"/>
                </a:lnTo>
                <a:lnTo>
                  <a:pt x="0" y="19466"/>
                </a:lnTo>
                <a:lnTo>
                  <a:pt x="0" y="19467"/>
                </a:lnTo>
                <a:lnTo>
                  <a:pt x="0" y="19468"/>
                </a:lnTo>
                <a:lnTo>
                  <a:pt x="0" y="19469"/>
                </a:lnTo>
                <a:lnTo>
                  <a:pt x="0" y="19469"/>
                </a:lnTo>
                <a:lnTo>
                  <a:pt x="0" y="19470"/>
                </a:lnTo>
                <a:lnTo>
                  <a:pt x="0" y="19471"/>
                </a:lnTo>
                <a:lnTo>
                  <a:pt x="0" y="19472"/>
                </a:lnTo>
                <a:lnTo>
                  <a:pt x="0" y="19472"/>
                </a:lnTo>
                <a:lnTo>
                  <a:pt x="0" y="19473"/>
                </a:lnTo>
                <a:lnTo>
                  <a:pt x="0" y="19474"/>
                </a:lnTo>
                <a:lnTo>
                  <a:pt x="0" y="19475"/>
                </a:lnTo>
                <a:lnTo>
                  <a:pt x="0" y="19476"/>
                </a:lnTo>
                <a:lnTo>
                  <a:pt x="0" y="19476"/>
                </a:lnTo>
                <a:lnTo>
                  <a:pt x="0" y="19477"/>
                </a:lnTo>
                <a:lnTo>
                  <a:pt x="0" y="19478"/>
                </a:lnTo>
                <a:lnTo>
                  <a:pt x="0" y="19479"/>
                </a:lnTo>
                <a:lnTo>
                  <a:pt x="0" y="19479"/>
                </a:lnTo>
                <a:lnTo>
                  <a:pt x="0" y="19480"/>
                </a:lnTo>
                <a:lnTo>
                  <a:pt x="0" y="19481"/>
                </a:lnTo>
                <a:lnTo>
                  <a:pt x="0" y="19482"/>
                </a:lnTo>
                <a:lnTo>
                  <a:pt x="0" y="19483"/>
                </a:lnTo>
                <a:lnTo>
                  <a:pt x="0" y="19483"/>
                </a:lnTo>
                <a:lnTo>
                  <a:pt x="0" y="19484"/>
                </a:lnTo>
                <a:lnTo>
                  <a:pt x="0" y="19485"/>
                </a:lnTo>
                <a:lnTo>
                  <a:pt x="0" y="19486"/>
                </a:lnTo>
                <a:lnTo>
                  <a:pt x="0" y="19486"/>
                </a:lnTo>
                <a:lnTo>
                  <a:pt x="0" y="19487"/>
                </a:lnTo>
                <a:lnTo>
                  <a:pt x="0" y="19488"/>
                </a:lnTo>
                <a:lnTo>
                  <a:pt x="0" y="19489"/>
                </a:lnTo>
                <a:lnTo>
                  <a:pt x="0" y="19489"/>
                </a:lnTo>
                <a:lnTo>
                  <a:pt x="0" y="19490"/>
                </a:lnTo>
                <a:lnTo>
                  <a:pt x="0" y="19491"/>
                </a:lnTo>
                <a:lnTo>
                  <a:pt x="0" y="19492"/>
                </a:lnTo>
                <a:lnTo>
                  <a:pt x="0" y="19493"/>
                </a:lnTo>
                <a:lnTo>
                  <a:pt x="0" y="19493"/>
                </a:lnTo>
                <a:lnTo>
                  <a:pt x="0" y="19494"/>
                </a:lnTo>
                <a:lnTo>
                  <a:pt x="0" y="19495"/>
                </a:lnTo>
                <a:lnTo>
                  <a:pt x="0" y="19496"/>
                </a:lnTo>
                <a:lnTo>
                  <a:pt x="0" y="19496"/>
                </a:lnTo>
                <a:lnTo>
                  <a:pt x="0" y="19497"/>
                </a:lnTo>
                <a:lnTo>
                  <a:pt x="0" y="19498"/>
                </a:lnTo>
                <a:lnTo>
                  <a:pt x="0" y="19499"/>
                </a:lnTo>
                <a:lnTo>
                  <a:pt x="0" y="19499"/>
                </a:lnTo>
                <a:lnTo>
                  <a:pt x="0" y="19500"/>
                </a:lnTo>
                <a:lnTo>
                  <a:pt x="0" y="19501"/>
                </a:lnTo>
                <a:lnTo>
                  <a:pt x="0" y="19502"/>
                </a:lnTo>
                <a:lnTo>
                  <a:pt x="0" y="19503"/>
                </a:lnTo>
                <a:lnTo>
                  <a:pt x="0" y="19503"/>
                </a:lnTo>
                <a:lnTo>
                  <a:pt x="0" y="19504"/>
                </a:lnTo>
                <a:lnTo>
                  <a:pt x="0" y="19505"/>
                </a:lnTo>
                <a:lnTo>
                  <a:pt x="0" y="19506"/>
                </a:lnTo>
                <a:lnTo>
                  <a:pt x="0" y="19506"/>
                </a:lnTo>
                <a:lnTo>
                  <a:pt x="0" y="19507"/>
                </a:lnTo>
                <a:lnTo>
                  <a:pt x="0" y="19508"/>
                </a:lnTo>
                <a:lnTo>
                  <a:pt x="0" y="19509"/>
                </a:lnTo>
                <a:lnTo>
                  <a:pt x="0" y="19509"/>
                </a:lnTo>
                <a:lnTo>
                  <a:pt x="0" y="19510"/>
                </a:lnTo>
                <a:lnTo>
                  <a:pt x="0" y="19511"/>
                </a:lnTo>
                <a:lnTo>
                  <a:pt x="0" y="19512"/>
                </a:lnTo>
                <a:lnTo>
                  <a:pt x="0" y="19513"/>
                </a:lnTo>
                <a:lnTo>
                  <a:pt x="0" y="19513"/>
                </a:lnTo>
                <a:lnTo>
                  <a:pt x="0" y="19514"/>
                </a:lnTo>
                <a:lnTo>
                  <a:pt x="0" y="19515"/>
                </a:lnTo>
                <a:lnTo>
                  <a:pt x="0" y="19516"/>
                </a:lnTo>
                <a:lnTo>
                  <a:pt x="0" y="19516"/>
                </a:lnTo>
                <a:lnTo>
                  <a:pt x="0" y="19517"/>
                </a:lnTo>
                <a:lnTo>
                  <a:pt x="0" y="19518"/>
                </a:lnTo>
                <a:lnTo>
                  <a:pt x="0" y="19519"/>
                </a:lnTo>
                <a:lnTo>
                  <a:pt x="0" y="19519"/>
                </a:lnTo>
                <a:lnTo>
                  <a:pt x="0" y="19520"/>
                </a:lnTo>
                <a:lnTo>
                  <a:pt x="0" y="19521"/>
                </a:lnTo>
                <a:lnTo>
                  <a:pt x="0" y="19522"/>
                </a:lnTo>
                <a:lnTo>
                  <a:pt x="0" y="19523"/>
                </a:lnTo>
                <a:lnTo>
                  <a:pt x="0" y="19523"/>
                </a:lnTo>
                <a:lnTo>
                  <a:pt x="0" y="19524"/>
                </a:lnTo>
                <a:lnTo>
                  <a:pt x="0" y="19525"/>
                </a:lnTo>
                <a:lnTo>
                  <a:pt x="0" y="19526"/>
                </a:lnTo>
                <a:lnTo>
                  <a:pt x="0" y="19526"/>
                </a:lnTo>
                <a:lnTo>
                  <a:pt x="0" y="19527"/>
                </a:lnTo>
                <a:lnTo>
                  <a:pt x="0" y="19528"/>
                </a:lnTo>
                <a:lnTo>
                  <a:pt x="0" y="19529"/>
                </a:lnTo>
                <a:lnTo>
                  <a:pt x="0" y="19529"/>
                </a:lnTo>
                <a:lnTo>
                  <a:pt x="0" y="19530"/>
                </a:lnTo>
                <a:lnTo>
                  <a:pt x="0" y="19531"/>
                </a:lnTo>
                <a:lnTo>
                  <a:pt x="0" y="19532"/>
                </a:lnTo>
                <a:lnTo>
                  <a:pt x="0" y="19533"/>
                </a:lnTo>
                <a:lnTo>
                  <a:pt x="0" y="19533"/>
                </a:lnTo>
                <a:lnTo>
                  <a:pt x="0" y="19534"/>
                </a:lnTo>
                <a:lnTo>
                  <a:pt x="0" y="19535"/>
                </a:lnTo>
                <a:lnTo>
                  <a:pt x="0" y="19536"/>
                </a:lnTo>
                <a:lnTo>
                  <a:pt x="0" y="19536"/>
                </a:lnTo>
                <a:lnTo>
                  <a:pt x="0" y="19537"/>
                </a:lnTo>
                <a:lnTo>
                  <a:pt x="0" y="19538"/>
                </a:lnTo>
                <a:lnTo>
                  <a:pt x="0" y="19539"/>
                </a:lnTo>
                <a:lnTo>
                  <a:pt x="0" y="19539"/>
                </a:lnTo>
                <a:lnTo>
                  <a:pt x="0" y="19540"/>
                </a:lnTo>
                <a:lnTo>
                  <a:pt x="0" y="19541"/>
                </a:lnTo>
                <a:lnTo>
                  <a:pt x="0" y="19542"/>
                </a:lnTo>
                <a:lnTo>
                  <a:pt x="0" y="19543"/>
                </a:lnTo>
                <a:lnTo>
                  <a:pt x="0" y="19543"/>
                </a:lnTo>
                <a:lnTo>
                  <a:pt x="0" y="19544"/>
                </a:lnTo>
                <a:lnTo>
                  <a:pt x="0" y="19545"/>
                </a:lnTo>
                <a:lnTo>
                  <a:pt x="0" y="19546"/>
                </a:lnTo>
                <a:lnTo>
                  <a:pt x="0" y="19546"/>
                </a:lnTo>
                <a:lnTo>
                  <a:pt x="0" y="19547"/>
                </a:lnTo>
                <a:lnTo>
                  <a:pt x="0" y="19548"/>
                </a:lnTo>
                <a:lnTo>
                  <a:pt x="0" y="19549"/>
                </a:lnTo>
                <a:lnTo>
                  <a:pt x="0" y="19549"/>
                </a:lnTo>
                <a:lnTo>
                  <a:pt x="0" y="19550"/>
                </a:lnTo>
                <a:lnTo>
                  <a:pt x="0" y="19551"/>
                </a:lnTo>
                <a:lnTo>
                  <a:pt x="0" y="19552"/>
                </a:lnTo>
                <a:lnTo>
                  <a:pt x="0" y="19552"/>
                </a:lnTo>
                <a:lnTo>
                  <a:pt x="0" y="19553"/>
                </a:lnTo>
                <a:lnTo>
                  <a:pt x="0" y="19554"/>
                </a:lnTo>
                <a:lnTo>
                  <a:pt x="0" y="19555"/>
                </a:lnTo>
                <a:lnTo>
                  <a:pt x="0" y="19556"/>
                </a:lnTo>
                <a:lnTo>
                  <a:pt x="0" y="19556"/>
                </a:lnTo>
                <a:lnTo>
                  <a:pt x="0" y="19557"/>
                </a:lnTo>
                <a:lnTo>
                  <a:pt x="0" y="19558"/>
                </a:lnTo>
                <a:lnTo>
                  <a:pt x="0" y="19559"/>
                </a:lnTo>
                <a:lnTo>
                  <a:pt x="0" y="19559"/>
                </a:lnTo>
                <a:lnTo>
                  <a:pt x="0" y="19560"/>
                </a:lnTo>
                <a:lnTo>
                  <a:pt x="0" y="19561"/>
                </a:lnTo>
                <a:lnTo>
                  <a:pt x="0" y="19562"/>
                </a:lnTo>
                <a:lnTo>
                  <a:pt x="0" y="19562"/>
                </a:lnTo>
                <a:lnTo>
                  <a:pt x="0" y="19563"/>
                </a:lnTo>
                <a:lnTo>
                  <a:pt x="0" y="19564"/>
                </a:lnTo>
                <a:lnTo>
                  <a:pt x="0" y="19565"/>
                </a:lnTo>
                <a:lnTo>
                  <a:pt x="0" y="19565"/>
                </a:lnTo>
                <a:lnTo>
                  <a:pt x="0" y="19566"/>
                </a:lnTo>
                <a:lnTo>
                  <a:pt x="0" y="19567"/>
                </a:lnTo>
                <a:lnTo>
                  <a:pt x="0" y="19568"/>
                </a:lnTo>
                <a:lnTo>
                  <a:pt x="0" y="19569"/>
                </a:lnTo>
                <a:lnTo>
                  <a:pt x="0" y="19569"/>
                </a:lnTo>
                <a:lnTo>
                  <a:pt x="0" y="19570"/>
                </a:lnTo>
                <a:lnTo>
                  <a:pt x="0" y="19571"/>
                </a:lnTo>
                <a:lnTo>
                  <a:pt x="0" y="19572"/>
                </a:lnTo>
                <a:lnTo>
                  <a:pt x="0" y="19572"/>
                </a:lnTo>
                <a:lnTo>
                  <a:pt x="0" y="19573"/>
                </a:lnTo>
                <a:lnTo>
                  <a:pt x="0" y="19574"/>
                </a:lnTo>
                <a:lnTo>
                  <a:pt x="0" y="19575"/>
                </a:lnTo>
                <a:lnTo>
                  <a:pt x="0" y="19575"/>
                </a:lnTo>
                <a:lnTo>
                  <a:pt x="0" y="19576"/>
                </a:lnTo>
                <a:lnTo>
                  <a:pt x="0" y="19577"/>
                </a:lnTo>
                <a:lnTo>
                  <a:pt x="0" y="19578"/>
                </a:lnTo>
                <a:lnTo>
                  <a:pt x="0" y="19578"/>
                </a:lnTo>
                <a:lnTo>
                  <a:pt x="0" y="19579"/>
                </a:lnTo>
                <a:lnTo>
                  <a:pt x="0" y="19580"/>
                </a:lnTo>
                <a:lnTo>
                  <a:pt x="0" y="19581"/>
                </a:lnTo>
                <a:lnTo>
                  <a:pt x="0" y="19582"/>
                </a:lnTo>
                <a:lnTo>
                  <a:pt x="0" y="19582"/>
                </a:lnTo>
                <a:lnTo>
                  <a:pt x="0" y="19583"/>
                </a:lnTo>
                <a:lnTo>
                  <a:pt x="0" y="19584"/>
                </a:lnTo>
                <a:lnTo>
                  <a:pt x="0" y="19585"/>
                </a:lnTo>
                <a:lnTo>
                  <a:pt x="0" y="19585"/>
                </a:lnTo>
                <a:lnTo>
                  <a:pt x="0" y="19586"/>
                </a:lnTo>
                <a:lnTo>
                  <a:pt x="0" y="19587"/>
                </a:lnTo>
                <a:lnTo>
                  <a:pt x="0" y="19588"/>
                </a:lnTo>
                <a:lnTo>
                  <a:pt x="0" y="19588"/>
                </a:lnTo>
                <a:lnTo>
                  <a:pt x="0" y="19589"/>
                </a:lnTo>
                <a:lnTo>
                  <a:pt x="0" y="19590"/>
                </a:lnTo>
                <a:lnTo>
                  <a:pt x="0" y="19591"/>
                </a:lnTo>
                <a:lnTo>
                  <a:pt x="0" y="19591"/>
                </a:lnTo>
                <a:lnTo>
                  <a:pt x="0" y="19592"/>
                </a:lnTo>
                <a:lnTo>
                  <a:pt x="0" y="19593"/>
                </a:lnTo>
                <a:lnTo>
                  <a:pt x="0" y="19594"/>
                </a:lnTo>
                <a:lnTo>
                  <a:pt x="0" y="19594"/>
                </a:lnTo>
                <a:lnTo>
                  <a:pt x="0" y="19595"/>
                </a:lnTo>
                <a:lnTo>
                  <a:pt x="0" y="19596"/>
                </a:lnTo>
                <a:lnTo>
                  <a:pt x="0" y="19597"/>
                </a:lnTo>
                <a:lnTo>
                  <a:pt x="0" y="19597"/>
                </a:lnTo>
                <a:lnTo>
                  <a:pt x="0" y="19598"/>
                </a:lnTo>
                <a:lnTo>
                  <a:pt x="0" y="19599"/>
                </a:lnTo>
                <a:lnTo>
                  <a:pt x="0" y="19600"/>
                </a:lnTo>
                <a:lnTo>
                  <a:pt x="0" y="19601"/>
                </a:lnTo>
                <a:lnTo>
                  <a:pt x="0" y="19601"/>
                </a:lnTo>
                <a:lnTo>
                  <a:pt x="0" y="19602"/>
                </a:lnTo>
                <a:lnTo>
                  <a:pt x="0" y="19603"/>
                </a:lnTo>
                <a:lnTo>
                  <a:pt x="0" y="19604"/>
                </a:lnTo>
                <a:lnTo>
                  <a:pt x="0" y="19604"/>
                </a:lnTo>
                <a:lnTo>
                  <a:pt x="0" y="19605"/>
                </a:lnTo>
                <a:lnTo>
                  <a:pt x="0" y="19606"/>
                </a:lnTo>
                <a:lnTo>
                  <a:pt x="0" y="19607"/>
                </a:lnTo>
                <a:lnTo>
                  <a:pt x="0" y="19607"/>
                </a:lnTo>
                <a:lnTo>
                  <a:pt x="0" y="19608"/>
                </a:lnTo>
                <a:lnTo>
                  <a:pt x="0" y="19609"/>
                </a:lnTo>
                <a:lnTo>
                  <a:pt x="0" y="19610"/>
                </a:lnTo>
                <a:lnTo>
                  <a:pt x="0" y="19610"/>
                </a:lnTo>
                <a:lnTo>
                  <a:pt x="0" y="19611"/>
                </a:lnTo>
                <a:lnTo>
                  <a:pt x="0" y="19612"/>
                </a:lnTo>
                <a:lnTo>
                  <a:pt x="0" y="19613"/>
                </a:lnTo>
                <a:lnTo>
                  <a:pt x="0" y="19613"/>
                </a:lnTo>
                <a:lnTo>
                  <a:pt x="0" y="19614"/>
                </a:lnTo>
                <a:lnTo>
                  <a:pt x="0" y="19615"/>
                </a:lnTo>
                <a:lnTo>
                  <a:pt x="0" y="19616"/>
                </a:lnTo>
                <a:lnTo>
                  <a:pt x="0" y="19616"/>
                </a:lnTo>
                <a:lnTo>
                  <a:pt x="0" y="19617"/>
                </a:lnTo>
                <a:lnTo>
                  <a:pt x="0" y="19618"/>
                </a:lnTo>
                <a:lnTo>
                  <a:pt x="0" y="19619"/>
                </a:lnTo>
                <a:lnTo>
                  <a:pt x="0" y="19620"/>
                </a:lnTo>
                <a:lnTo>
                  <a:pt x="0" y="19620"/>
                </a:lnTo>
                <a:lnTo>
                  <a:pt x="0" y="19621"/>
                </a:lnTo>
                <a:lnTo>
                  <a:pt x="0" y="19622"/>
                </a:lnTo>
                <a:lnTo>
                  <a:pt x="0" y="19623"/>
                </a:lnTo>
                <a:lnTo>
                  <a:pt x="0" y="19623"/>
                </a:lnTo>
                <a:lnTo>
                  <a:pt x="0" y="19624"/>
                </a:lnTo>
                <a:lnTo>
                  <a:pt x="0" y="19625"/>
                </a:lnTo>
                <a:lnTo>
                  <a:pt x="0" y="19626"/>
                </a:lnTo>
                <a:lnTo>
                  <a:pt x="0" y="19626"/>
                </a:lnTo>
                <a:lnTo>
                  <a:pt x="0" y="19627"/>
                </a:lnTo>
                <a:lnTo>
                  <a:pt x="0" y="19628"/>
                </a:lnTo>
                <a:lnTo>
                  <a:pt x="0" y="19629"/>
                </a:lnTo>
                <a:lnTo>
                  <a:pt x="0" y="19629"/>
                </a:lnTo>
                <a:lnTo>
                  <a:pt x="0" y="19630"/>
                </a:lnTo>
                <a:lnTo>
                  <a:pt x="0" y="19631"/>
                </a:lnTo>
                <a:lnTo>
                  <a:pt x="0" y="19632"/>
                </a:lnTo>
                <a:lnTo>
                  <a:pt x="0" y="19632"/>
                </a:lnTo>
                <a:lnTo>
                  <a:pt x="0" y="19633"/>
                </a:lnTo>
                <a:lnTo>
                  <a:pt x="0" y="19634"/>
                </a:lnTo>
                <a:lnTo>
                  <a:pt x="0" y="19635"/>
                </a:lnTo>
                <a:lnTo>
                  <a:pt x="0" y="19635"/>
                </a:lnTo>
                <a:lnTo>
                  <a:pt x="0" y="19636"/>
                </a:lnTo>
                <a:lnTo>
                  <a:pt x="0" y="19637"/>
                </a:lnTo>
                <a:lnTo>
                  <a:pt x="0" y="19638"/>
                </a:lnTo>
                <a:lnTo>
                  <a:pt x="0" y="19638"/>
                </a:lnTo>
                <a:lnTo>
                  <a:pt x="0" y="19639"/>
                </a:lnTo>
                <a:lnTo>
                  <a:pt x="0" y="19640"/>
                </a:lnTo>
                <a:lnTo>
                  <a:pt x="0" y="19641"/>
                </a:lnTo>
                <a:lnTo>
                  <a:pt x="0" y="19641"/>
                </a:lnTo>
                <a:lnTo>
                  <a:pt x="0" y="19642"/>
                </a:lnTo>
                <a:lnTo>
                  <a:pt x="0" y="19643"/>
                </a:lnTo>
                <a:lnTo>
                  <a:pt x="0" y="19644"/>
                </a:lnTo>
                <a:lnTo>
                  <a:pt x="0" y="19645"/>
                </a:lnTo>
                <a:lnTo>
                  <a:pt x="0" y="19645"/>
                </a:lnTo>
                <a:lnTo>
                  <a:pt x="0" y="19646"/>
                </a:lnTo>
                <a:lnTo>
                  <a:pt x="0" y="19647"/>
                </a:lnTo>
                <a:lnTo>
                  <a:pt x="0" y="19648"/>
                </a:lnTo>
                <a:lnTo>
                  <a:pt x="0" y="19648"/>
                </a:lnTo>
                <a:lnTo>
                  <a:pt x="0" y="19649"/>
                </a:lnTo>
                <a:lnTo>
                  <a:pt x="0" y="19650"/>
                </a:lnTo>
                <a:lnTo>
                  <a:pt x="0" y="19651"/>
                </a:lnTo>
                <a:lnTo>
                  <a:pt x="0" y="19651"/>
                </a:lnTo>
                <a:lnTo>
                  <a:pt x="0" y="19652"/>
                </a:lnTo>
                <a:lnTo>
                  <a:pt x="0" y="19653"/>
                </a:lnTo>
                <a:lnTo>
                  <a:pt x="0" y="19654"/>
                </a:lnTo>
                <a:lnTo>
                  <a:pt x="0" y="19654"/>
                </a:lnTo>
                <a:lnTo>
                  <a:pt x="0" y="19655"/>
                </a:lnTo>
                <a:lnTo>
                  <a:pt x="0" y="19656"/>
                </a:lnTo>
                <a:lnTo>
                  <a:pt x="0" y="19657"/>
                </a:lnTo>
                <a:lnTo>
                  <a:pt x="0" y="19657"/>
                </a:lnTo>
                <a:lnTo>
                  <a:pt x="0" y="19658"/>
                </a:lnTo>
                <a:lnTo>
                  <a:pt x="0" y="19659"/>
                </a:lnTo>
                <a:lnTo>
                  <a:pt x="0" y="19660"/>
                </a:lnTo>
                <a:lnTo>
                  <a:pt x="0" y="19660"/>
                </a:lnTo>
                <a:lnTo>
                  <a:pt x="0" y="19661"/>
                </a:lnTo>
                <a:lnTo>
                  <a:pt x="0" y="19662"/>
                </a:lnTo>
                <a:lnTo>
                  <a:pt x="0" y="19663"/>
                </a:lnTo>
                <a:lnTo>
                  <a:pt x="0" y="19663"/>
                </a:lnTo>
                <a:lnTo>
                  <a:pt x="0" y="19664"/>
                </a:lnTo>
                <a:lnTo>
                  <a:pt x="0" y="19665"/>
                </a:lnTo>
                <a:lnTo>
                  <a:pt x="0" y="19666"/>
                </a:lnTo>
                <a:lnTo>
                  <a:pt x="0" y="19666"/>
                </a:lnTo>
                <a:lnTo>
                  <a:pt x="0" y="19667"/>
                </a:lnTo>
                <a:lnTo>
                  <a:pt x="0" y="19668"/>
                </a:lnTo>
                <a:lnTo>
                  <a:pt x="0" y="19669"/>
                </a:lnTo>
                <a:lnTo>
                  <a:pt x="0" y="19669"/>
                </a:lnTo>
                <a:lnTo>
                  <a:pt x="0" y="19670"/>
                </a:lnTo>
                <a:lnTo>
                  <a:pt x="0" y="19671"/>
                </a:lnTo>
                <a:lnTo>
                  <a:pt x="0" y="19672"/>
                </a:lnTo>
                <a:lnTo>
                  <a:pt x="0" y="19672"/>
                </a:lnTo>
                <a:lnTo>
                  <a:pt x="0" y="19673"/>
                </a:lnTo>
                <a:lnTo>
                  <a:pt x="0" y="19674"/>
                </a:lnTo>
                <a:lnTo>
                  <a:pt x="0" y="19675"/>
                </a:lnTo>
                <a:lnTo>
                  <a:pt x="0" y="19675"/>
                </a:lnTo>
                <a:lnTo>
                  <a:pt x="0" y="19676"/>
                </a:lnTo>
                <a:lnTo>
                  <a:pt x="0" y="19677"/>
                </a:lnTo>
                <a:lnTo>
                  <a:pt x="0" y="19678"/>
                </a:lnTo>
                <a:lnTo>
                  <a:pt x="0" y="19678"/>
                </a:lnTo>
                <a:lnTo>
                  <a:pt x="0" y="19679"/>
                </a:lnTo>
                <a:lnTo>
                  <a:pt x="0" y="19680"/>
                </a:lnTo>
                <a:lnTo>
                  <a:pt x="0" y="19681"/>
                </a:lnTo>
                <a:lnTo>
                  <a:pt x="0" y="19681"/>
                </a:lnTo>
                <a:lnTo>
                  <a:pt x="0" y="19682"/>
                </a:lnTo>
                <a:lnTo>
                  <a:pt x="0" y="19683"/>
                </a:lnTo>
                <a:lnTo>
                  <a:pt x="0" y="19684"/>
                </a:lnTo>
                <a:lnTo>
                  <a:pt x="0" y="19684"/>
                </a:lnTo>
                <a:lnTo>
                  <a:pt x="0" y="19685"/>
                </a:lnTo>
                <a:lnTo>
                  <a:pt x="0" y="19686"/>
                </a:lnTo>
                <a:lnTo>
                  <a:pt x="0" y="19687"/>
                </a:lnTo>
                <a:lnTo>
                  <a:pt x="0" y="19687"/>
                </a:lnTo>
                <a:lnTo>
                  <a:pt x="0" y="19688"/>
                </a:lnTo>
                <a:lnTo>
                  <a:pt x="0" y="19689"/>
                </a:lnTo>
                <a:lnTo>
                  <a:pt x="0" y="19690"/>
                </a:lnTo>
                <a:lnTo>
                  <a:pt x="0" y="19690"/>
                </a:lnTo>
                <a:lnTo>
                  <a:pt x="0" y="19691"/>
                </a:lnTo>
                <a:lnTo>
                  <a:pt x="0" y="19692"/>
                </a:lnTo>
                <a:lnTo>
                  <a:pt x="0" y="19693"/>
                </a:lnTo>
                <a:lnTo>
                  <a:pt x="0" y="19693"/>
                </a:lnTo>
                <a:lnTo>
                  <a:pt x="0" y="19694"/>
                </a:lnTo>
                <a:lnTo>
                  <a:pt x="0" y="19695"/>
                </a:lnTo>
                <a:lnTo>
                  <a:pt x="0" y="19696"/>
                </a:lnTo>
                <a:lnTo>
                  <a:pt x="0" y="19696"/>
                </a:lnTo>
                <a:lnTo>
                  <a:pt x="0" y="19697"/>
                </a:lnTo>
                <a:lnTo>
                  <a:pt x="0" y="19698"/>
                </a:lnTo>
                <a:lnTo>
                  <a:pt x="0" y="19699"/>
                </a:lnTo>
                <a:lnTo>
                  <a:pt x="0" y="19699"/>
                </a:lnTo>
                <a:lnTo>
                  <a:pt x="0" y="19700"/>
                </a:lnTo>
                <a:lnTo>
                  <a:pt x="0" y="19701"/>
                </a:lnTo>
                <a:lnTo>
                  <a:pt x="0" y="19702"/>
                </a:lnTo>
                <a:lnTo>
                  <a:pt x="0" y="19702"/>
                </a:lnTo>
                <a:lnTo>
                  <a:pt x="0" y="19703"/>
                </a:lnTo>
                <a:lnTo>
                  <a:pt x="0" y="19704"/>
                </a:lnTo>
                <a:lnTo>
                  <a:pt x="0" y="19705"/>
                </a:lnTo>
                <a:lnTo>
                  <a:pt x="0" y="19705"/>
                </a:lnTo>
                <a:lnTo>
                  <a:pt x="0" y="19706"/>
                </a:lnTo>
                <a:lnTo>
                  <a:pt x="0" y="19707"/>
                </a:lnTo>
                <a:lnTo>
                  <a:pt x="0" y="19708"/>
                </a:lnTo>
                <a:lnTo>
                  <a:pt x="0" y="19708"/>
                </a:lnTo>
                <a:lnTo>
                  <a:pt x="0" y="19709"/>
                </a:lnTo>
                <a:lnTo>
                  <a:pt x="0" y="19710"/>
                </a:lnTo>
                <a:lnTo>
                  <a:pt x="0" y="19711"/>
                </a:lnTo>
                <a:lnTo>
                  <a:pt x="0" y="19711"/>
                </a:lnTo>
                <a:lnTo>
                  <a:pt x="0" y="19712"/>
                </a:lnTo>
                <a:lnTo>
                  <a:pt x="0" y="19713"/>
                </a:lnTo>
                <a:lnTo>
                  <a:pt x="0" y="19714"/>
                </a:lnTo>
                <a:lnTo>
                  <a:pt x="0" y="19714"/>
                </a:lnTo>
                <a:lnTo>
                  <a:pt x="0" y="19715"/>
                </a:lnTo>
                <a:lnTo>
                  <a:pt x="0" y="19716"/>
                </a:lnTo>
                <a:lnTo>
                  <a:pt x="0" y="19717"/>
                </a:lnTo>
                <a:lnTo>
                  <a:pt x="0" y="19717"/>
                </a:lnTo>
                <a:lnTo>
                  <a:pt x="0" y="19718"/>
                </a:lnTo>
                <a:lnTo>
                  <a:pt x="0" y="19719"/>
                </a:lnTo>
                <a:lnTo>
                  <a:pt x="0" y="19720"/>
                </a:lnTo>
                <a:lnTo>
                  <a:pt x="0" y="19720"/>
                </a:lnTo>
                <a:lnTo>
                  <a:pt x="0" y="19721"/>
                </a:lnTo>
                <a:lnTo>
                  <a:pt x="0" y="19722"/>
                </a:lnTo>
                <a:lnTo>
                  <a:pt x="0" y="19723"/>
                </a:lnTo>
                <a:lnTo>
                  <a:pt x="0" y="19723"/>
                </a:lnTo>
                <a:lnTo>
                  <a:pt x="0" y="19724"/>
                </a:lnTo>
                <a:lnTo>
                  <a:pt x="0" y="19725"/>
                </a:lnTo>
                <a:lnTo>
                  <a:pt x="0" y="19726"/>
                </a:lnTo>
                <a:lnTo>
                  <a:pt x="0" y="19726"/>
                </a:lnTo>
                <a:lnTo>
                  <a:pt x="0" y="19727"/>
                </a:lnTo>
                <a:lnTo>
                  <a:pt x="0" y="19728"/>
                </a:lnTo>
                <a:lnTo>
                  <a:pt x="0" y="19729"/>
                </a:lnTo>
                <a:lnTo>
                  <a:pt x="0" y="19729"/>
                </a:lnTo>
                <a:lnTo>
                  <a:pt x="0" y="19730"/>
                </a:lnTo>
                <a:lnTo>
                  <a:pt x="0" y="19731"/>
                </a:lnTo>
                <a:lnTo>
                  <a:pt x="0" y="19732"/>
                </a:lnTo>
                <a:lnTo>
                  <a:pt x="0" y="19732"/>
                </a:lnTo>
                <a:lnTo>
                  <a:pt x="0" y="19733"/>
                </a:lnTo>
                <a:lnTo>
                  <a:pt x="0" y="19734"/>
                </a:lnTo>
                <a:lnTo>
                  <a:pt x="0" y="19735"/>
                </a:lnTo>
                <a:lnTo>
                  <a:pt x="0" y="19735"/>
                </a:lnTo>
                <a:lnTo>
                  <a:pt x="0" y="19736"/>
                </a:lnTo>
                <a:lnTo>
                  <a:pt x="0" y="19737"/>
                </a:lnTo>
                <a:lnTo>
                  <a:pt x="0" y="19738"/>
                </a:lnTo>
                <a:lnTo>
                  <a:pt x="0" y="19738"/>
                </a:lnTo>
                <a:lnTo>
                  <a:pt x="0" y="19739"/>
                </a:lnTo>
                <a:lnTo>
                  <a:pt x="0" y="19740"/>
                </a:lnTo>
                <a:lnTo>
                  <a:pt x="0" y="19741"/>
                </a:lnTo>
                <a:lnTo>
                  <a:pt x="0" y="19741"/>
                </a:lnTo>
                <a:lnTo>
                  <a:pt x="0" y="19742"/>
                </a:lnTo>
                <a:lnTo>
                  <a:pt x="0" y="19743"/>
                </a:lnTo>
                <a:lnTo>
                  <a:pt x="0" y="19744"/>
                </a:lnTo>
                <a:lnTo>
                  <a:pt x="0" y="19744"/>
                </a:lnTo>
                <a:lnTo>
                  <a:pt x="0" y="19745"/>
                </a:lnTo>
                <a:lnTo>
                  <a:pt x="0" y="19746"/>
                </a:lnTo>
                <a:lnTo>
                  <a:pt x="0" y="19747"/>
                </a:lnTo>
                <a:lnTo>
                  <a:pt x="0" y="19747"/>
                </a:lnTo>
                <a:lnTo>
                  <a:pt x="0" y="19748"/>
                </a:lnTo>
                <a:lnTo>
                  <a:pt x="0" y="19749"/>
                </a:lnTo>
                <a:lnTo>
                  <a:pt x="0" y="19750"/>
                </a:lnTo>
                <a:lnTo>
                  <a:pt x="0" y="19750"/>
                </a:lnTo>
                <a:lnTo>
                  <a:pt x="0" y="19751"/>
                </a:lnTo>
                <a:lnTo>
                  <a:pt x="0" y="19752"/>
                </a:lnTo>
                <a:lnTo>
                  <a:pt x="0" y="19753"/>
                </a:lnTo>
                <a:lnTo>
                  <a:pt x="0" y="19753"/>
                </a:lnTo>
                <a:lnTo>
                  <a:pt x="0" y="19754"/>
                </a:lnTo>
                <a:lnTo>
                  <a:pt x="0" y="19755"/>
                </a:lnTo>
                <a:lnTo>
                  <a:pt x="0" y="19756"/>
                </a:lnTo>
                <a:lnTo>
                  <a:pt x="0" y="19756"/>
                </a:lnTo>
                <a:lnTo>
                  <a:pt x="0" y="19757"/>
                </a:lnTo>
                <a:lnTo>
                  <a:pt x="0" y="19758"/>
                </a:lnTo>
                <a:lnTo>
                  <a:pt x="0" y="19759"/>
                </a:lnTo>
                <a:lnTo>
                  <a:pt x="0" y="19759"/>
                </a:lnTo>
                <a:lnTo>
                  <a:pt x="0" y="19760"/>
                </a:lnTo>
                <a:lnTo>
                  <a:pt x="0" y="19761"/>
                </a:lnTo>
                <a:lnTo>
                  <a:pt x="0" y="19761"/>
                </a:lnTo>
                <a:lnTo>
                  <a:pt x="0" y="19762"/>
                </a:lnTo>
                <a:lnTo>
                  <a:pt x="0" y="19763"/>
                </a:lnTo>
                <a:lnTo>
                  <a:pt x="0" y="19764"/>
                </a:lnTo>
                <a:lnTo>
                  <a:pt x="0" y="19764"/>
                </a:lnTo>
                <a:lnTo>
                  <a:pt x="0" y="19765"/>
                </a:lnTo>
                <a:lnTo>
                  <a:pt x="0" y="19766"/>
                </a:lnTo>
                <a:lnTo>
                  <a:pt x="0" y="19767"/>
                </a:lnTo>
                <a:lnTo>
                  <a:pt x="0" y="19767"/>
                </a:lnTo>
                <a:lnTo>
                  <a:pt x="0" y="19768"/>
                </a:lnTo>
                <a:lnTo>
                  <a:pt x="0" y="19769"/>
                </a:lnTo>
                <a:lnTo>
                  <a:pt x="0" y="19770"/>
                </a:lnTo>
                <a:lnTo>
                  <a:pt x="0" y="19770"/>
                </a:lnTo>
                <a:lnTo>
                  <a:pt x="0" y="19771"/>
                </a:lnTo>
                <a:lnTo>
                  <a:pt x="0" y="19772"/>
                </a:lnTo>
                <a:lnTo>
                  <a:pt x="0" y="19773"/>
                </a:lnTo>
                <a:lnTo>
                  <a:pt x="0" y="19773"/>
                </a:lnTo>
                <a:lnTo>
                  <a:pt x="0" y="19774"/>
                </a:lnTo>
                <a:lnTo>
                  <a:pt x="0" y="19775"/>
                </a:lnTo>
                <a:lnTo>
                  <a:pt x="0" y="19776"/>
                </a:lnTo>
                <a:lnTo>
                  <a:pt x="0" y="19776"/>
                </a:lnTo>
                <a:lnTo>
                  <a:pt x="0" y="19777"/>
                </a:lnTo>
                <a:lnTo>
                  <a:pt x="0" y="19778"/>
                </a:lnTo>
                <a:lnTo>
                  <a:pt x="0" y="19779"/>
                </a:lnTo>
                <a:lnTo>
                  <a:pt x="0" y="19779"/>
                </a:lnTo>
                <a:lnTo>
                  <a:pt x="0" y="19780"/>
                </a:lnTo>
                <a:lnTo>
                  <a:pt x="0" y="19781"/>
                </a:lnTo>
                <a:lnTo>
                  <a:pt x="0" y="19782"/>
                </a:lnTo>
                <a:lnTo>
                  <a:pt x="0" y="19782"/>
                </a:lnTo>
                <a:lnTo>
                  <a:pt x="0" y="19783"/>
                </a:lnTo>
                <a:lnTo>
                  <a:pt x="0" y="19784"/>
                </a:lnTo>
                <a:lnTo>
                  <a:pt x="0" y="19785"/>
                </a:lnTo>
                <a:lnTo>
                  <a:pt x="0" y="19785"/>
                </a:lnTo>
                <a:lnTo>
                  <a:pt x="0" y="19786"/>
                </a:lnTo>
                <a:lnTo>
                  <a:pt x="0" y="19787"/>
                </a:lnTo>
                <a:lnTo>
                  <a:pt x="0" y="19787"/>
                </a:lnTo>
                <a:lnTo>
                  <a:pt x="0" y="19788"/>
                </a:lnTo>
                <a:lnTo>
                  <a:pt x="0" y="19789"/>
                </a:lnTo>
                <a:lnTo>
                  <a:pt x="0" y="19790"/>
                </a:lnTo>
                <a:lnTo>
                  <a:pt x="0" y="19790"/>
                </a:lnTo>
                <a:lnTo>
                  <a:pt x="0" y="19791"/>
                </a:lnTo>
                <a:lnTo>
                  <a:pt x="0" y="19792"/>
                </a:lnTo>
                <a:lnTo>
                  <a:pt x="0" y="19793"/>
                </a:lnTo>
                <a:lnTo>
                  <a:pt x="0" y="19793"/>
                </a:lnTo>
                <a:lnTo>
                  <a:pt x="0" y="19794"/>
                </a:lnTo>
                <a:lnTo>
                  <a:pt x="0" y="19795"/>
                </a:lnTo>
                <a:lnTo>
                  <a:pt x="0" y="19796"/>
                </a:lnTo>
                <a:lnTo>
                  <a:pt x="0" y="19796"/>
                </a:lnTo>
                <a:lnTo>
                  <a:pt x="0" y="19797"/>
                </a:lnTo>
                <a:lnTo>
                  <a:pt x="0" y="19798"/>
                </a:lnTo>
                <a:lnTo>
                  <a:pt x="0" y="19799"/>
                </a:lnTo>
                <a:lnTo>
                  <a:pt x="0" y="19799"/>
                </a:lnTo>
                <a:lnTo>
                  <a:pt x="0" y="19800"/>
                </a:lnTo>
                <a:lnTo>
                  <a:pt x="0" y="19801"/>
                </a:lnTo>
                <a:lnTo>
                  <a:pt x="0" y="19802"/>
                </a:lnTo>
                <a:lnTo>
                  <a:pt x="0" y="19802"/>
                </a:lnTo>
                <a:lnTo>
                  <a:pt x="0" y="19803"/>
                </a:lnTo>
                <a:lnTo>
                  <a:pt x="0" y="19804"/>
                </a:lnTo>
                <a:lnTo>
                  <a:pt x="0" y="19804"/>
                </a:lnTo>
                <a:lnTo>
                  <a:pt x="0" y="19805"/>
                </a:lnTo>
                <a:lnTo>
                  <a:pt x="0" y="19806"/>
                </a:lnTo>
                <a:lnTo>
                  <a:pt x="0" y="19807"/>
                </a:lnTo>
                <a:lnTo>
                  <a:pt x="0" y="19807"/>
                </a:lnTo>
                <a:lnTo>
                  <a:pt x="0" y="19808"/>
                </a:lnTo>
                <a:lnTo>
                  <a:pt x="0" y="19809"/>
                </a:lnTo>
                <a:lnTo>
                  <a:pt x="0" y="19810"/>
                </a:lnTo>
                <a:lnTo>
                  <a:pt x="0" y="19810"/>
                </a:lnTo>
                <a:lnTo>
                  <a:pt x="0" y="19811"/>
                </a:lnTo>
                <a:lnTo>
                  <a:pt x="0" y="19812"/>
                </a:lnTo>
                <a:lnTo>
                  <a:pt x="0" y="19813"/>
                </a:lnTo>
                <a:lnTo>
                  <a:pt x="0" y="19813"/>
                </a:lnTo>
                <a:lnTo>
                  <a:pt x="0" y="19814"/>
                </a:lnTo>
                <a:lnTo>
                  <a:pt x="0" y="19815"/>
                </a:lnTo>
                <a:lnTo>
                  <a:pt x="0" y="19816"/>
                </a:lnTo>
                <a:lnTo>
                  <a:pt x="0" y="19816"/>
                </a:lnTo>
                <a:lnTo>
                  <a:pt x="0" y="19817"/>
                </a:lnTo>
                <a:lnTo>
                  <a:pt x="0" y="19818"/>
                </a:lnTo>
                <a:lnTo>
                  <a:pt x="0" y="19819"/>
                </a:lnTo>
                <a:lnTo>
                  <a:pt x="0" y="19819"/>
                </a:lnTo>
                <a:lnTo>
                  <a:pt x="0" y="19820"/>
                </a:lnTo>
                <a:lnTo>
                  <a:pt x="0" y="19821"/>
                </a:lnTo>
                <a:lnTo>
                  <a:pt x="0" y="19821"/>
                </a:lnTo>
                <a:lnTo>
                  <a:pt x="0" y="19822"/>
                </a:lnTo>
                <a:lnTo>
                  <a:pt x="0" y="19823"/>
                </a:lnTo>
                <a:lnTo>
                  <a:pt x="0" y="19824"/>
                </a:lnTo>
                <a:lnTo>
                  <a:pt x="0" y="19824"/>
                </a:lnTo>
                <a:lnTo>
                  <a:pt x="0" y="19825"/>
                </a:lnTo>
                <a:lnTo>
                  <a:pt x="0" y="19826"/>
                </a:lnTo>
                <a:lnTo>
                  <a:pt x="0" y="19827"/>
                </a:lnTo>
                <a:lnTo>
                  <a:pt x="0" y="19827"/>
                </a:lnTo>
                <a:lnTo>
                  <a:pt x="0" y="19828"/>
                </a:lnTo>
                <a:lnTo>
                  <a:pt x="0" y="19829"/>
                </a:lnTo>
                <a:lnTo>
                  <a:pt x="0" y="19830"/>
                </a:lnTo>
                <a:lnTo>
                  <a:pt x="0" y="19830"/>
                </a:lnTo>
                <a:lnTo>
                  <a:pt x="0" y="19831"/>
                </a:lnTo>
                <a:lnTo>
                  <a:pt x="0" y="19832"/>
                </a:lnTo>
                <a:lnTo>
                  <a:pt x="0" y="19833"/>
                </a:lnTo>
                <a:lnTo>
                  <a:pt x="0" y="19833"/>
                </a:lnTo>
                <a:lnTo>
                  <a:pt x="0" y="19834"/>
                </a:lnTo>
                <a:lnTo>
                  <a:pt x="0" y="19835"/>
                </a:lnTo>
                <a:lnTo>
                  <a:pt x="0" y="19835"/>
                </a:lnTo>
                <a:lnTo>
                  <a:pt x="0" y="19836"/>
                </a:lnTo>
                <a:lnTo>
                  <a:pt x="0" y="19837"/>
                </a:lnTo>
                <a:lnTo>
                  <a:pt x="0" y="19838"/>
                </a:lnTo>
                <a:lnTo>
                  <a:pt x="0" y="19838"/>
                </a:lnTo>
                <a:lnTo>
                  <a:pt x="0" y="19839"/>
                </a:lnTo>
                <a:lnTo>
                  <a:pt x="0" y="19840"/>
                </a:lnTo>
                <a:lnTo>
                  <a:pt x="0" y="19841"/>
                </a:lnTo>
                <a:lnTo>
                  <a:pt x="0" y="19841"/>
                </a:lnTo>
                <a:lnTo>
                  <a:pt x="0" y="19842"/>
                </a:lnTo>
                <a:lnTo>
                  <a:pt x="0" y="19843"/>
                </a:lnTo>
                <a:lnTo>
                  <a:pt x="0" y="19844"/>
                </a:lnTo>
                <a:lnTo>
                  <a:pt x="0" y="19844"/>
                </a:lnTo>
                <a:lnTo>
                  <a:pt x="0" y="19845"/>
                </a:lnTo>
                <a:lnTo>
                  <a:pt x="0" y="19846"/>
                </a:lnTo>
                <a:lnTo>
                  <a:pt x="0" y="19847"/>
                </a:lnTo>
                <a:lnTo>
                  <a:pt x="0" y="19847"/>
                </a:lnTo>
                <a:lnTo>
                  <a:pt x="0" y="19848"/>
                </a:lnTo>
                <a:lnTo>
                  <a:pt x="0" y="19849"/>
                </a:lnTo>
                <a:lnTo>
                  <a:pt x="0" y="19849"/>
                </a:lnTo>
                <a:lnTo>
                  <a:pt x="0" y="19850"/>
                </a:lnTo>
                <a:lnTo>
                  <a:pt x="0" y="19851"/>
                </a:lnTo>
                <a:lnTo>
                  <a:pt x="0" y="19852"/>
                </a:lnTo>
                <a:lnTo>
                  <a:pt x="0" y="19852"/>
                </a:lnTo>
                <a:lnTo>
                  <a:pt x="0" y="19853"/>
                </a:lnTo>
                <a:lnTo>
                  <a:pt x="0" y="19854"/>
                </a:lnTo>
                <a:lnTo>
                  <a:pt x="0" y="19855"/>
                </a:lnTo>
                <a:lnTo>
                  <a:pt x="0" y="19855"/>
                </a:lnTo>
                <a:lnTo>
                  <a:pt x="0" y="19856"/>
                </a:lnTo>
                <a:lnTo>
                  <a:pt x="0" y="19857"/>
                </a:lnTo>
                <a:lnTo>
                  <a:pt x="0" y="19858"/>
                </a:lnTo>
                <a:lnTo>
                  <a:pt x="0" y="19858"/>
                </a:lnTo>
                <a:lnTo>
                  <a:pt x="0" y="19859"/>
                </a:lnTo>
                <a:lnTo>
                  <a:pt x="0" y="19860"/>
                </a:lnTo>
                <a:lnTo>
                  <a:pt x="0" y="19860"/>
                </a:lnTo>
                <a:lnTo>
                  <a:pt x="0" y="19861"/>
                </a:lnTo>
                <a:lnTo>
                  <a:pt x="0" y="19862"/>
                </a:lnTo>
                <a:lnTo>
                  <a:pt x="0" y="19863"/>
                </a:lnTo>
                <a:lnTo>
                  <a:pt x="0" y="19863"/>
                </a:lnTo>
                <a:lnTo>
                  <a:pt x="0" y="19864"/>
                </a:lnTo>
                <a:lnTo>
                  <a:pt x="0" y="19865"/>
                </a:lnTo>
                <a:lnTo>
                  <a:pt x="0" y="19866"/>
                </a:lnTo>
                <a:lnTo>
                  <a:pt x="0" y="19866"/>
                </a:lnTo>
                <a:lnTo>
                  <a:pt x="0" y="19867"/>
                </a:lnTo>
                <a:lnTo>
                  <a:pt x="0" y="19868"/>
                </a:lnTo>
                <a:lnTo>
                  <a:pt x="0" y="19869"/>
                </a:lnTo>
                <a:lnTo>
                  <a:pt x="0" y="19869"/>
                </a:lnTo>
                <a:lnTo>
                  <a:pt x="0" y="19870"/>
                </a:lnTo>
                <a:lnTo>
                  <a:pt x="0" y="19871"/>
                </a:lnTo>
                <a:lnTo>
                  <a:pt x="0" y="19871"/>
                </a:lnTo>
                <a:lnTo>
                  <a:pt x="0" y="19872"/>
                </a:lnTo>
                <a:lnTo>
                  <a:pt x="0" y="19873"/>
                </a:lnTo>
                <a:lnTo>
                  <a:pt x="0" y="19874"/>
                </a:lnTo>
                <a:lnTo>
                  <a:pt x="0" y="19874"/>
                </a:lnTo>
                <a:lnTo>
                  <a:pt x="0" y="19875"/>
                </a:lnTo>
                <a:lnTo>
                  <a:pt x="0" y="19876"/>
                </a:lnTo>
                <a:lnTo>
                  <a:pt x="0" y="19877"/>
                </a:lnTo>
                <a:lnTo>
                  <a:pt x="0" y="19877"/>
                </a:lnTo>
                <a:lnTo>
                  <a:pt x="0" y="19878"/>
                </a:lnTo>
                <a:lnTo>
                  <a:pt x="0" y="19879"/>
                </a:lnTo>
                <a:lnTo>
                  <a:pt x="0" y="19880"/>
                </a:lnTo>
                <a:lnTo>
                  <a:pt x="0" y="19880"/>
                </a:lnTo>
                <a:lnTo>
                  <a:pt x="0" y="19881"/>
                </a:lnTo>
                <a:lnTo>
                  <a:pt x="0" y="19882"/>
                </a:lnTo>
                <a:lnTo>
                  <a:pt x="0" y="19882"/>
                </a:lnTo>
                <a:lnTo>
                  <a:pt x="0" y="19883"/>
                </a:lnTo>
                <a:lnTo>
                  <a:pt x="0" y="19884"/>
                </a:lnTo>
                <a:lnTo>
                  <a:pt x="0" y="19885"/>
                </a:lnTo>
                <a:lnTo>
                  <a:pt x="0" y="19885"/>
                </a:lnTo>
                <a:lnTo>
                  <a:pt x="0" y="19886"/>
                </a:lnTo>
                <a:lnTo>
                  <a:pt x="0" y="19887"/>
                </a:lnTo>
                <a:lnTo>
                  <a:pt x="0" y="19888"/>
                </a:lnTo>
                <a:lnTo>
                  <a:pt x="0" y="19888"/>
                </a:lnTo>
                <a:lnTo>
                  <a:pt x="0" y="19889"/>
                </a:lnTo>
                <a:lnTo>
                  <a:pt x="0" y="19890"/>
                </a:lnTo>
                <a:lnTo>
                  <a:pt x="0" y="19890"/>
                </a:lnTo>
                <a:lnTo>
                  <a:pt x="0" y="19891"/>
                </a:lnTo>
                <a:lnTo>
                  <a:pt x="0" y="19892"/>
                </a:lnTo>
                <a:lnTo>
                  <a:pt x="0" y="19893"/>
                </a:lnTo>
                <a:lnTo>
                  <a:pt x="0" y="19893"/>
                </a:lnTo>
                <a:lnTo>
                  <a:pt x="0" y="19894"/>
                </a:lnTo>
                <a:lnTo>
                  <a:pt x="0" y="19895"/>
                </a:lnTo>
                <a:lnTo>
                  <a:pt x="0" y="19896"/>
                </a:lnTo>
                <a:lnTo>
                  <a:pt x="0" y="19896"/>
                </a:lnTo>
                <a:lnTo>
                  <a:pt x="0" y="19897"/>
                </a:lnTo>
                <a:lnTo>
                  <a:pt x="0" y="19898"/>
                </a:lnTo>
                <a:lnTo>
                  <a:pt x="0" y="19898"/>
                </a:lnTo>
                <a:lnTo>
                  <a:pt x="0" y="19899"/>
                </a:lnTo>
                <a:lnTo>
                  <a:pt x="0" y="19900"/>
                </a:lnTo>
                <a:lnTo>
                  <a:pt x="0" y="19901"/>
                </a:lnTo>
                <a:lnTo>
                  <a:pt x="0" y="19901"/>
                </a:lnTo>
                <a:lnTo>
                  <a:pt x="0" y="19902"/>
                </a:lnTo>
                <a:lnTo>
                  <a:pt x="0" y="19903"/>
                </a:lnTo>
                <a:lnTo>
                  <a:pt x="0" y="19904"/>
                </a:lnTo>
                <a:lnTo>
                  <a:pt x="0" y="19904"/>
                </a:lnTo>
                <a:lnTo>
                  <a:pt x="0" y="19905"/>
                </a:lnTo>
                <a:lnTo>
                  <a:pt x="0" y="19906"/>
                </a:lnTo>
                <a:lnTo>
                  <a:pt x="0" y="19907"/>
                </a:lnTo>
                <a:lnTo>
                  <a:pt x="0" y="19907"/>
                </a:lnTo>
                <a:lnTo>
                  <a:pt x="0" y="19908"/>
                </a:lnTo>
                <a:lnTo>
                  <a:pt x="0" y="19909"/>
                </a:lnTo>
                <a:lnTo>
                  <a:pt x="0" y="19909"/>
                </a:lnTo>
                <a:lnTo>
                  <a:pt x="0" y="19910"/>
                </a:lnTo>
                <a:lnTo>
                  <a:pt x="0" y="19911"/>
                </a:lnTo>
                <a:lnTo>
                  <a:pt x="0" y="19912"/>
                </a:lnTo>
                <a:lnTo>
                  <a:pt x="0" y="19912"/>
                </a:lnTo>
                <a:lnTo>
                  <a:pt x="0" y="19913"/>
                </a:lnTo>
                <a:lnTo>
                  <a:pt x="0" y="19914"/>
                </a:lnTo>
                <a:lnTo>
                  <a:pt x="0" y="19915"/>
                </a:lnTo>
                <a:lnTo>
                  <a:pt x="0" y="19915"/>
                </a:lnTo>
                <a:lnTo>
                  <a:pt x="0" y="19916"/>
                </a:lnTo>
                <a:lnTo>
                  <a:pt x="0" y="19917"/>
                </a:lnTo>
                <a:lnTo>
                  <a:pt x="0" y="19917"/>
                </a:lnTo>
                <a:lnTo>
                  <a:pt x="0" y="19918"/>
                </a:lnTo>
                <a:lnTo>
                  <a:pt x="0" y="19919"/>
                </a:lnTo>
                <a:lnTo>
                  <a:pt x="0" y="19920"/>
                </a:lnTo>
                <a:lnTo>
                  <a:pt x="0" y="19920"/>
                </a:lnTo>
                <a:lnTo>
                  <a:pt x="0" y="19921"/>
                </a:lnTo>
                <a:lnTo>
                  <a:pt x="0" y="19922"/>
                </a:lnTo>
                <a:lnTo>
                  <a:pt x="0" y="19923"/>
                </a:lnTo>
                <a:lnTo>
                  <a:pt x="0" y="19923"/>
                </a:lnTo>
                <a:lnTo>
                  <a:pt x="0" y="19924"/>
                </a:lnTo>
                <a:lnTo>
                  <a:pt x="0" y="19925"/>
                </a:lnTo>
                <a:lnTo>
                  <a:pt x="0" y="19925"/>
                </a:lnTo>
                <a:lnTo>
                  <a:pt x="0" y="19926"/>
                </a:lnTo>
                <a:lnTo>
                  <a:pt x="0" y="19927"/>
                </a:lnTo>
                <a:lnTo>
                  <a:pt x="0" y="19928"/>
                </a:lnTo>
                <a:lnTo>
                  <a:pt x="0" y="19928"/>
                </a:lnTo>
                <a:lnTo>
                  <a:pt x="0" y="19929"/>
                </a:lnTo>
                <a:lnTo>
                  <a:pt x="0" y="19930"/>
                </a:lnTo>
                <a:lnTo>
                  <a:pt x="0" y="19931"/>
                </a:lnTo>
                <a:lnTo>
                  <a:pt x="0" y="19931"/>
                </a:lnTo>
                <a:lnTo>
                  <a:pt x="0" y="19932"/>
                </a:lnTo>
                <a:lnTo>
                  <a:pt x="0" y="19933"/>
                </a:lnTo>
                <a:lnTo>
                  <a:pt x="0" y="19933"/>
                </a:lnTo>
                <a:lnTo>
                  <a:pt x="0" y="19934"/>
                </a:lnTo>
                <a:lnTo>
                  <a:pt x="0" y="19935"/>
                </a:lnTo>
                <a:lnTo>
                  <a:pt x="0" y="19936"/>
                </a:lnTo>
                <a:lnTo>
                  <a:pt x="0" y="19936"/>
                </a:lnTo>
                <a:lnTo>
                  <a:pt x="0" y="19937"/>
                </a:lnTo>
                <a:lnTo>
                  <a:pt x="0" y="19938"/>
                </a:lnTo>
                <a:lnTo>
                  <a:pt x="0" y="19938"/>
                </a:lnTo>
                <a:lnTo>
                  <a:pt x="0" y="19939"/>
                </a:lnTo>
                <a:lnTo>
                  <a:pt x="0" y="19940"/>
                </a:lnTo>
                <a:lnTo>
                  <a:pt x="0" y="19941"/>
                </a:lnTo>
                <a:lnTo>
                  <a:pt x="0" y="19941"/>
                </a:lnTo>
                <a:lnTo>
                  <a:pt x="0" y="19942"/>
                </a:lnTo>
                <a:lnTo>
                  <a:pt x="0" y="19943"/>
                </a:lnTo>
                <a:lnTo>
                  <a:pt x="0" y="19944"/>
                </a:lnTo>
                <a:lnTo>
                  <a:pt x="0" y="19944"/>
                </a:lnTo>
                <a:lnTo>
                  <a:pt x="0" y="19945"/>
                </a:lnTo>
                <a:lnTo>
                  <a:pt x="0" y="19946"/>
                </a:lnTo>
                <a:lnTo>
                  <a:pt x="0" y="19946"/>
                </a:lnTo>
                <a:lnTo>
                  <a:pt x="0" y="19947"/>
                </a:lnTo>
                <a:lnTo>
                  <a:pt x="0" y="19948"/>
                </a:lnTo>
                <a:lnTo>
                  <a:pt x="0" y="19949"/>
                </a:lnTo>
                <a:lnTo>
                  <a:pt x="0" y="19949"/>
                </a:lnTo>
                <a:lnTo>
                  <a:pt x="0" y="19950"/>
                </a:lnTo>
                <a:lnTo>
                  <a:pt x="0" y="19951"/>
                </a:lnTo>
                <a:lnTo>
                  <a:pt x="0" y="19952"/>
                </a:lnTo>
                <a:lnTo>
                  <a:pt x="0" y="19952"/>
                </a:lnTo>
                <a:lnTo>
                  <a:pt x="0" y="19953"/>
                </a:lnTo>
                <a:lnTo>
                  <a:pt x="0" y="19954"/>
                </a:lnTo>
                <a:lnTo>
                  <a:pt x="0" y="19954"/>
                </a:lnTo>
                <a:lnTo>
                  <a:pt x="0" y="19955"/>
                </a:lnTo>
                <a:lnTo>
                  <a:pt x="0" y="19956"/>
                </a:lnTo>
                <a:lnTo>
                  <a:pt x="0" y="19957"/>
                </a:lnTo>
                <a:lnTo>
                  <a:pt x="0" y="19957"/>
                </a:lnTo>
                <a:lnTo>
                  <a:pt x="0" y="19958"/>
                </a:lnTo>
                <a:lnTo>
                  <a:pt x="0" y="19959"/>
                </a:lnTo>
                <a:lnTo>
                  <a:pt x="0" y="19959"/>
                </a:lnTo>
                <a:lnTo>
                  <a:pt x="0" y="19960"/>
                </a:lnTo>
                <a:lnTo>
                  <a:pt x="0" y="19961"/>
                </a:lnTo>
                <a:lnTo>
                  <a:pt x="0" y="19962"/>
                </a:lnTo>
                <a:lnTo>
                  <a:pt x="0" y="19962"/>
                </a:lnTo>
                <a:lnTo>
                  <a:pt x="0" y="19963"/>
                </a:lnTo>
                <a:lnTo>
                  <a:pt x="0" y="19964"/>
                </a:lnTo>
                <a:lnTo>
                  <a:pt x="0" y="19965"/>
                </a:lnTo>
                <a:lnTo>
                  <a:pt x="0" y="19965"/>
                </a:lnTo>
                <a:lnTo>
                  <a:pt x="0" y="19966"/>
                </a:lnTo>
                <a:lnTo>
                  <a:pt x="0" y="19967"/>
                </a:lnTo>
                <a:lnTo>
                  <a:pt x="0" y="19967"/>
                </a:lnTo>
                <a:lnTo>
                  <a:pt x="0" y="19968"/>
                </a:lnTo>
                <a:lnTo>
                  <a:pt x="0" y="19969"/>
                </a:lnTo>
                <a:lnTo>
                  <a:pt x="0" y="19970"/>
                </a:lnTo>
                <a:lnTo>
                  <a:pt x="0" y="19970"/>
                </a:lnTo>
                <a:lnTo>
                  <a:pt x="0" y="19971"/>
                </a:lnTo>
                <a:lnTo>
                  <a:pt x="0" y="19972"/>
                </a:lnTo>
                <a:lnTo>
                  <a:pt x="0" y="19972"/>
                </a:lnTo>
                <a:lnTo>
                  <a:pt x="0" y="19973"/>
                </a:lnTo>
                <a:lnTo>
                  <a:pt x="0" y="19974"/>
                </a:lnTo>
                <a:lnTo>
                  <a:pt x="0" y="19975"/>
                </a:lnTo>
                <a:lnTo>
                  <a:pt x="0" y="19975"/>
                </a:lnTo>
                <a:lnTo>
                  <a:pt x="0" y="19976"/>
                </a:lnTo>
                <a:lnTo>
                  <a:pt x="0" y="19977"/>
                </a:lnTo>
                <a:lnTo>
                  <a:pt x="0" y="19978"/>
                </a:lnTo>
                <a:lnTo>
                  <a:pt x="0" y="19978"/>
                </a:lnTo>
                <a:lnTo>
                  <a:pt x="0" y="19979"/>
                </a:lnTo>
                <a:lnTo>
                  <a:pt x="0" y="19980"/>
                </a:lnTo>
                <a:lnTo>
                  <a:pt x="0" y="19980"/>
                </a:lnTo>
                <a:lnTo>
                  <a:pt x="0" y="19981"/>
                </a:lnTo>
                <a:lnTo>
                  <a:pt x="0" y="19982"/>
                </a:lnTo>
                <a:lnTo>
                  <a:pt x="0" y="19983"/>
                </a:lnTo>
                <a:lnTo>
                  <a:pt x="0" y="19983"/>
                </a:lnTo>
                <a:lnTo>
                  <a:pt x="0" y="19984"/>
                </a:lnTo>
                <a:lnTo>
                  <a:pt x="0" y="19985"/>
                </a:lnTo>
                <a:lnTo>
                  <a:pt x="0" y="19985"/>
                </a:lnTo>
                <a:lnTo>
                  <a:pt x="0" y="19986"/>
                </a:lnTo>
                <a:lnTo>
                  <a:pt x="0" y="19987"/>
                </a:lnTo>
                <a:lnTo>
                  <a:pt x="0" y="19988"/>
                </a:lnTo>
                <a:lnTo>
                  <a:pt x="0" y="19988"/>
                </a:lnTo>
                <a:lnTo>
                  <a:pt x="0" y="19989"/>
                </a:lnTo>
                <a:lnTo>
                  <a:pt x="0" y="19990"/>
                </a:lnTo>
                <a:lnTo>
                  <a:pt x="0" y="19991"/>
                </a:lnTo>
                <a:lnTo>
                  <a:pt x="0" y="19991"/>
                </a:lnTo>
                <a:lnTo>
                  <a:pt x="0" y="19992"/>
                </a:lnTo>
                <a:lnTo>
                  <a:pt x="0" y="19993"/>
                </a:lnTo>
                <a:lnTo>
                  <a:pt x="0" y="19993"/>
                </a:lnTo>
                <a:lnTo>
                  <a:pt x="0" y="19994"/>
                </a:lnTo>
                <a:lnTo>
                  <a:pt x="0" y="19995"/>
                </a:lnTo>
                <a:lnTo>
                  <a:pt x="0" y="19996"/>
                </a:lnTo>
                <a:lnTo>
                  <a:pt x="0" y="19996"/>
                </a:lnTo>
                <a:lnTo>
                  <a:pt x="0" y="19997"/>
                </a:lnTo>
                <a:lnTo>
                  <a:pt x="0" y="19998"/>
                </a:lnTo>
                <a:lnTo>
                  <a:pt x="0" y="19998"/>
                </a:lnTo>
                <a:lnTo>
                  <a:pt x="0" y="19999"/>
                </a:lnTo>
                <a:lnTo>
                  <a:pt x="0" y="20000"/>
                </a:lnTo>
                <a:lnTo>
                  <a:pt x="0" y="20001"/>
                </a:lnTo>
                <a:lnTo>
                  <a:pt x="0" y="20001"/>
                </a:lnTo>
                <a:lnTo>
                  <a:pt x="0" y="20002"/>
                </a:lnTo>
                <a:lnTo>
                  <a:pt x="0" y="20003"/>
                </a:lnTo>
                <a:lnTo>
                  <a:pt x="0" y="20003"/>
                </a:lnTo>
                <a:lnTo>
                  <a:pt x="0" y="20004"/>
                </a:lnTo>
                <a:lnTo>
                  <a:pt x="0" y="20005"/>
                </a:lnTo>
                <a:lnTo>
                  <a:pt x="0" y="20006"/>
                </a:lnTo>
                <a:lnTo>
                  <a:pt x="0" y="20006"/>
                </a:lnTo>
                <a:lnTo>
                  <a:pt x="0" y="20007"/>
                </a:lnTo>
                <a:lnTo>
                  <a:pt x="0" y="20008"/>
                </a:lnTo>
                <a:lnTo>
                  <a:pt x="0" y="20008"/>
                </a:lnTo>
                <a:lnTo>
                  <a:pt x="0" y="20009"/>
                </a:lnTo>
                <a:lnTo>
                  <a:pt x="0" y="20010"/>
                </a:lnTo>
                <a:lnTo>
                  <a:pt x="0" y="20011"/>
                </a:lnTo>
                <a:lnTo>
                  <a:pt x="0" y="20011"/>
                </a:lnTo>
                <a:lnTo>
                  <a:pt x="0" y="20012"/>
                </a:lnTo>
                <a:lnTo>
                  <a:pt x="0" y="20013"/>
                </a:lnTo>
                <a:lnTo>
                  <a:pt x="0" y="20013"/>
                </a:lnTo>
                <a:lnTo>
                  <a:pt x="0" y="20014"/>
                </a:lnTo>
                <a:lnTo>
                  <a:pt x="0" y="20015"/>
                </a:lnTo>
                <a:lnTo>
                  <a:pt x="0" y="20016"/>
                </a:lnTo>
                <a:lnTo>
                  <a:pt x="0" y="20016"/>
                </a:lnTo>
                <a:lnTo>
                  <a:pt x="0" y="20017"/>
                </a:lnTo>
                <a:lnTo>
                  <a:pt x="0" y="20018"/>
                </a:lnTo>
                <a:lnTo>
                  <a:pt x="0" y="20019"/>
                </a:lnTo>
                <a:lnTo>
                  <a:pt x="0" y="20019"/>
                </a:lnTo>
                <a:lnTo>
                  <a:pt x="0" y="20020"/>
                </a:lnTo>
                <a:lnTo>
                  <a:pt x="0" y="20021"/>
                </a:lnTo>
                <a:lnTo>
                  <a:pt x="0" y="20021"/>
                </a:lnTo>
                <a:lnTo>
                  <a:pt x="0" y="20022"/>
                </a:lnTo>
                <a:lnTo>
                  <a:pt x="0" y="20023"/>
                </a:lnTo>
                <a:lnTo>
                  <a:pt x="0" y="20024"/>
                </a:lnTo>
                <a:lnTo>
                  <a:pt x="0" y="20024"/>
                </a:lnTo>
                <a:lnTo>
                  <a:pt x="0" y="20025"/>
                </a:lnTo>
                <a:lnTo>
                  <a:pt x="0" y="20026"/>
                </a:lnTo>
                <a:lnTo>
                  <a:pt x="0" y="20026"/>
                </a:lnTo>
                <a:lnTo>
                  <a:pt x="0" y="20027"/>
                </a:lnTo>
                <a:lnTo>
                  <a:pt x="0" y="20028"/>
                </a:lnTo>
                <a:lnTo>
                  <a:pt x="0" y="20029"/>
                </a:lnTo>
                <a:lnTo>
                  <a:pt x="0" y="20029"/>
                </a:lnTo>
                <a:lnTo>
                  <a:pt x="0" y="20030"/>
                </a:lnTo>
                <a:lnTo>
                  <a:pt x="0" y="20031"/>
                </a:lnTo>
                <a:lnTo>
                  <a:pt x="0" y="20031"/>
                </a:lnTo>
                <a:lnTo>
                  <a:pt x="0" y="20032"/>
                </a:lnTo>
                <a:lnTo>
                  <a:pt x="0" y="20033"/>
                </a:lnTo>
                <a:lnTo>
                  <a:pt x="0" y="20034"/>
                </a:lnTo>
                <a:lnTo>
                  <a:pt x="0" y="20034"/>
                </a:lnTo>
                <a:lnTo>
                  <a:pt x="0" y="20035"/>
                </a:lnTo>
                <a:lnTo>
                  <a:pt x="0" y="20036"/>
                </a:lnTo>
                <a:lnTo>
                  <a:pt x="0" y="20036"/>
                </a:lnTo>
                <a:lnTo>
                  <a:pt x="0" y="20037"/>
                </a:lnTo>
                <a:lnTo>
                  <a:pt x="0" y="20038"/>
                </a:lnTo>
                <a:lnTo>
                  <a:pt x="0" y="20039"/>
                </a:lnTo>
                <a:lnTo>
                  <a:pt x="0" y="20039"/>
                </a:lnTo>
                <a:lnTo>
                  <a:pt x="0" y="20040"/>
                </a:lnTo>
                <a:lnTo>
                  <a:pt x="0" y="20041"/>
                </a:lnTo>
                <a:lnTo>
                  <a:pt x="0" y="20041"/>
                </a:lnTo>
                <a:lnTo>
                  <a:pt x="0" y="20042"/>
                </a:lnTo>
                <a:lnTo>
                  <a:pt x="0" y="20043"/>
                </a:lnTo>
                <a:lnTo>
                  <a:pt x="0" y="20044"/>
                </a:lnTo>
                <a:lnTo>
                  <a:pt x="0" y="20044"/>
                </a:lnTo>
                <a:lnTo>
                  <a:pt x="0" y="20045"/>
                </a:lnTo>
                <a:lnTo>
                  <a:pt x="0" y="20046"/>
                </a:lnTo>
                <a:lnTo>
                  <a:pt x="0" y="20046"/>
                </a:lnTo>
                <a:lnTo>
                  <a:pt x="0" y="20047"/>
                </a:lnTo>
                <a:lnTo>
                  <a:pt x="0" y="20048"/>
                </a:lnTo>
                <a:lnTo>
                  <a:pt x="0" y="20049"/>
                </a:lnTo>
                <a:lnTo>
                  <a:pt x="0" y="20049"/>
                </a:lnTo>
                <a:lnTo>
                  <a:pt x="0" y="20050"/>
                </a:lnTo>
                <a:lnTo>
                  <a:pt x="0" y="20051"/>
                </a:lnTo>
                <a:lnTo>
                  <a:pt x="0" y="20051"/>
                </a:lnTo>
                <a:lnTo>
                  <a:pt x="0" y="20052"/>
                </a:lnTo>
                <a:lnTo>
                  <a:pt x="0" y="20053"/>
                </a:lnTo>
                <a:lnTo>
                  <a:pt x="0" y="20054"/>
                </a:lnTo>
                <a:lnTo>
                  <a:pt x="0" y="20054"/>
                </a:lnTo>
                <a:lnTo>
                  <a:pt x="0" y="20055"/>
                </a:lnTo>
                <a:lnTo>
                  <a:pt x="0" y="20056"/>
                </a:lnTo>
                <a:lnTo>
                  <a:pt x="0" y="20056"/>
                </a:lnTo>
                <a:lnTo>
                  <a:pt x="0" y="20057"/>
                </a:lnTo>
                <a:lnTo>
                  <a:pt x="0" y="20058"/>
                </a:lnTo>
                <a:lnTo>
                  <a:pt x="0" y="20059"/>
                </a:lnTo>
                <a:lnTo>
                  <a:pt x="0" y="20059"/>
                </a:lnTo>
                <a:lnTo>
                  <a:pt x="0" y="20060"/>
                </a:lnTo>
                <a:lnTo>
                  <a:pt x="0" y="20061"/>
                </a:lnTo>
                <a:lnTo>
                  <a:pt x="0" y="20061"/>
                </a:lnTo>
                <a:lnTo>
                  <a:pt x="0" y="20062"/>
                </a:lnTo>
                <a:lnTo>
                  <a:pt x="0" y="20063"/>
                </a:lnTo>
                <a:lnTo>
                  <a:pt x="0" y="20063"/>
                </a:lnTo>
                <a:lnTo>
                  <a:pt x="0" y="20064"/>
                </a:lnTo>
                <a:lnTo>
                  <a:pt x="0" y="20065"/>
                </a:lnTo>
                <a:lnTo>
                  <a:pt x="0" y="20066"/>
                </a:lnTo>
                <a:lnTo>
                  <a:pt x="0" y="20066"/>
                </a:lnTo>
                <a:lnTo>
                  <a:pt x="0" y="20067"/>
                </a:lnTo>
                <a:lnTo>
                  <a:pt x="0" y="20068"/>
                </a:lnTo>
                <a:lnTo>
                  <a:pt x="0" y="20068"/>
                </a:lnTo>
                <a:lnTo>
                  <a:pt x="0" y="20069"/>
                </a:lnTo>
                <a:lnTo>
                  <a:pt x="0" y="20070"/>
                </a:lnTo>
                <a:lnTo>
                  <a:pt x="0" y="20071"/>
                </a:lnTo>
                <a:lnTo>
                  <a:pt x="0" y="20071"/>
                </a:lnTo>
                <a:lnTo>
                  <a:pt x="0" y="20072"/>
                </a:lnTo>
                <a:lnTo>
                  <a:pt x="0" y="20073"/>
                </a:lnTo>
                <a:lnTo>
                  <a:pt x="0" y="20073"/>
                </a:lnTo>
                <a:lnTo>
                  <a:pt x="0" y="20074"/>
                </a:lnTo>
                <a:lnTo>
                  <a:pt x="0" y="20075"/>
                </a:lnTo>
                <a:lnTo>
                  <a:pt x="0" y="20076"/>
                </a:lnTo>
                <a:lnTo>
                  <a:pt x="0" y="20076"/>
                </a:lnTo>
                <a:lnTo>
                  <a:pt x="0" y="20077"/>
                </a:lnTo>
                <a:lnTo>
                  <a:pt x="0" y="20078"/>
                </a:lnTo>
                <a:lnTo>
                  <a:pt x="0" y="20078"/>
                </a:lnTo>
                <a:lnTo>
                  <a:pt x="0" y="20079"/>
                </a:lnTo>
                <a:lnTo>
                  <a:pt x="0" y="20080"/>
                </a:lnTo>
                <a:lnTo>
                  <a:pt x="0" y="20081"/>
                </a:lnTo>
                <a:lnTo>
                  <a:pt x="0" y="20081"/>
                </a:lnTo>
                <a:lnTo>
                  <a:pt x="0" y="20082"/>
                </a:lnTo>
                <a:lnTo>
                  <a:pt x="0" y="20083"/>
                </a:lnTo>
                <a:lnTo>
                  <a:pt x="0" y="20083"/>
                </a:lnTo>
                <a:lnTo>
                  <a:pt x="0" y="20084"/>
                </a:lnTo>
                <a:lnTo>
                  <a:pt x="0" y="20085"/>
                </a:lnTo>
                <a:lnTo>
                  <a:pt x="0" y="20086"/>
                </a:lnTo>
                <a:lnTo>
                  <a:pt x="0" y="20086"/>
                </a:lnTo>
                <a:lnTo>
                  <a:pt x="0" y="20087"/>
                </a:lnTo>
                <a:lnTo>
                  <a:pt x="0" y="20088"/>
                </a:lnTo>
                <a:lnTo>
                  <a:pt x="0" y="20088"/>
                </a:lnTo>
                <a:lnTo>
                  <a:pt x="0" y="20089"/>
                </a:lnTo>
                <a:lnTo>
                  <a:pt x="0" y="20090"/>
                </a:lnTo>
                <a:lnTo>
                  <a:pt x="0" y="20090"/>
                </a:lnTo>
                <a:lnTo>
                  <a:pt x="0" y="20091"/>
                </a:lnTo>
                <a:lnTo>
                  <a:pt x="0" y="20092"/>
                </a:lnTo>
                <a:lnTo>
                  <a:pt x="0" y="20093"/>
                </a:lnTo>
                <a:lnTo>
                  <a:pt x="0" y="20093"/>
                </a:lnTo>
                <a:lnTo>
                  <a:pt x="0" y="20094"/>
                </a:lnTo>
                <a:lnTo>
                  <a:pt x="0" y="20095"/>
                </a:lnTo>
                <a:lnTo>
                  <a:pt x="0" y="20095"/>
                </a:lnTo>
                <a:lnTo>
                  <a:pt x="0" y="20096"/>
                </a:lnTo>
                <a:lnTo>
                  <a:pt x="0" y="20097"/>
                </a:lnTo>
                <a:lnTo>
                  <a:pt x="0" y="20098"/>
                </a:lnTo>
                <a:lnTo>
                  <a:pt x="0" y="20098"/>
                </a:lnTo>
                <a:lnTo>
                  <a:pt x="0" y="20099"/>
                </a:lnTo>
                <a:lnTo>
                  <a:pt x="0" y="20100"/>
                </a:lnTo>
                <a:lnTo>
                  <a:pt x="0" y="20100"/>
                </a:lnTo>
                <a:lnTo>
                  <a:pt x="0" y="20101"/>
                </a:lnTo>
                <a:lnTo>
                  <a:pt x="0" y="20102"/>
                </a:lnTo>
                <a:lnTo>
                  <a:pt x="0" y="20103"/>
                </a:lnTo>
                <a:lnTo>
                  <a:pt x="0" y="20103"/>
                </a:lnTo>
                <a:lnTo>
                  <a:pt x="0" y="20104"/>
                </a:lnTo>
                <a:lnTo>
                  <a:pt x="0" y="20105"/>
                </a:lnTo>
                <a:lnTo>
                  <a:pt x="0" y="20105"/>
                </a:lnTo>
                <a:lnTo>
                  <a:pt x="0" y="20106"/>
                </a:lnTo>
                <a:lnTo>
                  <a:pt x="0" y="20107"/>
                </a:lnTo>
                <a:lnTo>
                  <a:pt x="0" y="20107"/>
                </a:lnTo>
                <a:lnTo>
                  <a:pt x="0" y="20108"/>
                </a:lnTo>
                <a:lnTo>
                  <a:pt x="0" y="20109"/>
                </a:lnTo>
                <a:lnTo>
                  <a:pt x="0" y="20110"/>
                </a:lnTo>
                <a:lnTo>
                  <a:pt x="0" y="20110"/>
                </a:lnTo>
                <a:lnTo>
                  <a:pt x="0" y="20111"/>
                </a:lnTo>
                <a:lnTo>
                  <a:pt x="0" y="20112"/>
                </a:lnTo>
                <a:lnTo>
                  <a:pt x="0" y="20112"/>
                </a:lnTo>
                <a:lnTo>
                  <a:pt x="0" y="20113"/>
                </a:lnTo>
                <a:lnTo>
                  <a:pt x="0" y="20114"/>
                </a:lnTo>
                <a:lnTo>
                  <a:pt x="0" y="20115"/>
                </a:lnTo>
                <a:lnTo>
                  <a:pt x="0" y="20115"/>
                </a:lnTo>
                <a:lnTo>
                  <a:pt x="0" y="20116"/>
                </a:lnTo>
                <a:lnTo>
                  <a:pt x="0" y="20117"/>
                </a:lnTo>
                <a:lnTo>
                  <a:pt x="0" y="20117"/>
                </a:lnTo>
                <a:lnTo>
                  <a:pt x="0" y="20118"/>
                </a:lnTo>
                <a:lnTo>
                  <a:pt x="0" y="20119"/>
                </a:lnTo>
                <a:lnTo>
                  <a:pt x="0" y="20119"/>
                </a:lnTo>
                <a:lnTo>
                  <a:pt x="0" y="20120"/>
                </a:lnTo>
                <a:lnTo>
                  <a:pt x="0" y="20121"/>
                </a:lnTo>
                <a:lnTo>
                  <a:pt x="0" y="20122"/>
                </a:lnTo>
                <a:lnTo>
                  <a:pt x="0" y="20122"/>
                </a:lnTo>
                <a:lnTo>
                  <a:pt x="0" y="20123"/>
                </a:lnTo>
                <a:lnTo>
                  <a:pt x="0" y="20124"/>
                </a:lnTo>
                <a:lnTo>
                  <a:pt x="0" y="20124"/>
                </a:lnTo>
                <a:lnTo>
                  <a:pt x="0" y="20125"/>
                </a:lnTo>
                <a:lnTo>
                  <a:pt x="0" y="20126"/>
                </a:lnTo>
                <a:lnTo>
                  <a:pt x="0" y="20127"/>
                </a:lnTo>
                <a:lnTo>
                  <a:pt x="0" y="20127"/>
                </a:lnTo>
                <a:lnTo>
                  <a:pt x="0" y="20128"/>
                </a:lnTo>
                <a:lnTo>
                  <a:pt x="0" y="20129"/>
                </a:lnTo>
                <a:lnTo>
                  <a:pt x="0" y="20129"/>
                </a:lnTo>
                <a:lnTo>
                  <a:pt x="0" y="20130"/>
                </a:lnTo>
                <a:lnTo>
                  <a:pt x="0" y="20131"/>
                </a:lnTo>
                <a:lnTo>
                  <a:pt x="0" y="20131"/>
                </a:lnTo>
                <a:lnTo>
                  <a:pt x="0" y="20132"/>
                </a:lnTo>
                <a:lnTo>
                  <a:pt x="0" y="20133"/>
                </a:lnTo>
                <a:lnTo>
                  <a:pt x="0" y="20134"/>
                </a:lnTo>
                <a:lnTo>
                  <a:pt x="0" y="20134"/>
                </a:lnTo>
                <a:lnTo>
                  <a:pt x="0" y="20135"/>
                </a:lnTo>
                <a:lnTo>
                  <a:pt x="0" y="20136"/>
                </a:lnTo>
                <a:lnTo>
                  <a:pt x="0" y="20136"/>
                </a:lnTo>
                <a:lnTo>
                  <a:pt x="0" y="20137"/>
                </a:lnTo>
                <a:lnTo>
                  <a:pt x="0" y="20138"/>
                </a:lnTo>
                <a:lnTo>
                  <a:pt x="0" y="20138"/>
                </a:lnTo>
                <a:lnTo>
                  <a:pt x="0" y="20139"/>
                </a:lnTo>
                <a:lnTo>
                  <a:pt x="0" y="20140"/>
                </a:lnTo>
                <a:lnTo>
                  <a:pt x="0" y="20141"/>
                </a:lnTo>
                <a:lnTo>
                  <a:pt x="0" y="20141"/>
                </a:lnTo>
                <a:lnTo>
                  <a:pt x="0" y="20142"/>
                </a:lnTo>
                <a:lnTo>
                  <a:pt x="0" y="20143"/>
                </a:lnTo>
                <a:lnTo>
                  <a:pt x="0" y="20143"/>
                </a:lnTo>
                <a:lnTo>
                  <a:pt x="0" y="20144"/>
                </a:lnTo>
                <a:lnTo>
                  <a:pt x="0" y="20145"/>
                </a:lnTo>
                <a:lnTo>
                  <a:pt x="0" y="20146"/>
                </a:lnTo>
                <a:lnTo>
                  <a:pt x="0" y="20146"/>
                </a:lnTo>
                <a:lnTo>
                  <a:pt x="0" y="20147"/>
                </a:lnTo>
                <a:lnTo>
                  <a:pt x="0" y="20148"/>
                </a:lnTo>
                <a:lnTo>
                  <a:pt x="0" y="20148"/>
                </a:lnTo>
                <a:lnTo>
                  <a:pt x="0" y="20149"/>
                </a:lnTo>
                <a:lnTo>
                  <a:pt x="0" y="20150"/>
                </a:lnTo>
                <a:lnTo>
                  <a:pt x="0" y="20150"/>
                </a:lnTo>
                <a:lnTo>
                  <a:pt x="0" y="20151"/>
                </a:lnTo>
                <a:lnTo>
                  <a:pt x="0" y="20152"/>
                </a:lnTo>
                <a:lnTo>
                  <a:pt x="0" y="20153"/>
                </a:lnTo>
                <a:lnTo>
                  <a:pt x="0" y="20153"/>
                </a:lnTo>
                <a:lnTo>
                  <a:pt x="0" y="20154"/>
                </a:lnTo>
                <a:lnTo>
                  <a:pt x="0" y="20155"/>
                </a:lnTo>
                <a:lnTo>
                  <a:pt x="0" y="20155"/>
                </a:lnTo>
                <a:lnTo>
                  <a:pt x="0" y="20156"/>
                </a:lnTo>
                <a:lnTo>
                  <a:pt x="0" y="20157"/>
                </a:lnTo>
                <a:lnTo>
                  <a:pt x="0" y="20157"/>
                </a:lnTo>
                <a:lnTo>
                  <a:pt x="0" y="20158"/>
                </a:lnTo>
                <a:lnTo>
                  <a:pt x="0" y="20159"/>
                </a:lnTo>
                <a:lnTo>
                  <a:pt x="0" y="20160"/>
                </a:lnTo>
                <a:lnTo>
                  <a:pt x="0" y="20160"/>
                </a:lnTo>
                <a:lnTo>
                  <a:pt x="0" y="20161"/>
                </a:lnTo>
                <a:lnTo>
                  <a:pt x="0" y="20162"/>
                </a:lnTo>
                <a:lnTo>
                  <a:pt x="0" y="20162"/>
                </a:lnTo>
                <a:lnTo>
                  <a:pt x="0" y="20163"/>
                </a:lnTo>
                <a:lnTo>
                  <a:pt x="0" y="20164"/>
                </a:lnTo>
                <a:lnTo>
                  <a:pt x="0" y="20164"/>
                </a:lnTo>
                <a:lnTo>
                  <a:pt x="0" y="20165"/>
                </a:lnTo>
                <a:lnTo>
                  <a:pt x="0" y="20166"/>
                </a:lnTo>
                <a:lnTo>
                  <a:pt x="0" y="20167"/>
                </a:lnTo>
                <a:lnTo>
                  <a:pt x="0" y="20167"/>
                </a:lnTo>
                <a:lnTo>
                  <a:pt x="0" y="20168"/>
                </a:lnTo>
                <a:lnTo>
                  <a:pt x="0" y="20169"/>
                </a:lnTo>
                <a:lnTo>
                  <a:pt x="0" y="20169"/>
                </a:lnTo>
                <a:lnTo>
                  <a:pt x="0" y="20170"/>
                </a:lnTo>
                <a:lnTo>
                  <a:pt x="0" y="20171"/>
                </a:lnTo>
                <a:lnTo>
                  <a:pt x="0" y="20171"/>
                </a:lnTo>
                <a:lnTo>
                  <a:pt x="0" y="20172"/>
                </a:lnTo>
                <a:lnTo>
                  <a:pt x="0" y="20173"/>
                </a:lnTo>
                <a:lnTo>
                  <a:pt x="0" y="20174"/>
                </a:lnTo>
                <a:lnTo>
                  <a:pt x="0" y="20174"/>
                </a:lnTo>
                <a:lnTo>
                  <a:pt x="0" y="20175"/>
                </a:lnTo>
                <a:lnTo>
                  <a:pt x="0" y="20176"/>
                </a:lnTo>
                <a:lnTo>
                  <a:pt x="0" y="20176"/>
                </a:lnTo>
                <a:lnTo>
                  <a:pt x="0" y="20177"/>
                </a:lnTo>
                <a:lnTo>
                  <a:pt x="0" y="20178"/>
                </a:lnTo>
                <a:lnTo>
                  <a:pt x="0" y="20178"/>
                </a:lnTo>
                <a:lnTo>
                  <a:pt x="0" y="20179"/>
                </a:lnTo>
                <a:lnTo>
                  <a:pt x="0" y="20180"/>
                </a:lnTo>
                <a:lnTo>
                  <a:pt x="0" y="20181"/>
                </a:lnTo>
                <a:lnTo>
                  <a:pt x="0" y="20181"/>
                </a:lnTo>
                <a:lnTo>
                  <a:pt x="0" y="20182"/>
                </a:lnTo>
                <a:lnTo>
                  <a:pt x="0" y="20183"/>
                </a:lnTo>
                <a:lnTo>
                  <a:pt x="0" y="20183"/>
                </a:lnTo>
                <a:lnTo>
                  <a:pt x="0" y="20184"/>
                </a:lnTo>
                <a:lnTo>
                  <a:pt x="0" y="20185"/>
                </a:lnTo>
                <a:lnTo>
                  <a:pt x="0" y="20185"/>
                </a:lnTo>
                <a:lnTo>
                  <a:pt x="0" y="20186"/>
                </a:lnTo>
                <a:lnTo>
                  <a:pt x="0" y="20187"/>
                </a:lnTo>
                <a:lnTo>
                  <a:pt x="0" y="20188"/>
                </a:lnTo>
                <a:lnTo>
                  <a:pt x="0" y="20188"/>
                </a:lnTo>
                <a:lnTo>
                  <a:pt x="0" y="20189"/>
                </a:lnTo>
                <a:lnTo>
                  <a:pt x="0" y="20190"/>
                </a:lnTo>
                <a:lnTo>
                  <a:pt x="0" y="20190"/>
                </a:lnTo>
                <a:lnTo>
                  <a:pt x="0" y="20191"/>
                </a:lnTo>
                <a:lnTo>
                  <a:pt x="0" y="20192"/>
                </a:lnTo>
                <a:lnTo>
                  <a:pt x="0" y="20192"/>
                </a:lnTo>
                <a:lnTo>
                  <a:pt x="0" y="20193"/>
                </a:lnTo>
                <a:lnTo>
                  <a:pt x="0" y="20194"/>
                </a:lnTo>
                <a:lnTo>
                  <a:pt x="0" y="20195"/>
                </a:lnTo>
                <a:lnTo>
                  <a:pt x="0" y="20195"/>
                </a:lnTo>
                <a:lnTo>
                  <a:pt x="0" y="20196"/>
                </a:lnTo>
                <a:lnTo>
                  <a:pt x="0" y="20197"/>
                </a:lnTo>
                <a:lnTo>
                  <a:pt x="0" y="20197"/>
                </a:lnTo>
                <a:lnTo>
                  <a:pt x="0" y="20198"/>
                </a:lnTo>
                <a:lnTo>
                  <a:pt x="0" y="20199"/>
                </a:lnTo>
                <a:lnTo>
                  <a:pt x="0" y="20199"/>
                </a:lnTo>
                <a:lnTo>
                  <a:pt x="0" y="20200"/>
                </a:lnTo>
                <a:lnTo>
                  <a:pt x="0" y="20201"/>
                </a:lnTo>
                <a:lnTo>
                  <a:pt x="0" y="20201"/>
                </a:lnTo>
                <a:lnTo>
                  <a:pt x="0" y="20202"/>
                </a:lnTo>
                <a:lnTo>
                  <a:pt x="0" y="20203"/>
                </a:lnTo>
                <a:lnTo>
                  <a:pt x="0" y="20204"/>
                </a:lnTo>
                <a:lnTo>
                  <a:pt x="0" y="20204"/>
                </a:lnTo>
                <a:lnTo>
                  <a:pt x="0" y="20205"/>
                </a:lnTo>
                <a:lnTo>
                  <a:pt x="0" y="20206"/>
                </a:lnTo>
                <a:lnTo>
                  <a:pt x="0" y="20206"/>
                </a:lnTo>
                <a:lnTo>
                  <a:pt x="0" y="20207"/>
                </a:lnTo>
                <a:lnTo>
                  <a:pt x="0" y="20208"/>
                </a:lnTo>
                <a:lnTo>
                  <a:pt x="0" y="20208"/>
                </a:lnTo>
                <a:lnTo>
                  <a:pt x="0" y="20209"/>
                </a:lnTo>
                <a:lnTo>
                  <a:pt x="0" y="20210"/>
                </a:lnTo>
                <a:lnTo>
                  <a:pt x="0" y="20211"/>
                </a:lnTo>
                <a:lnTo>
                  <a:pt x="0" y="20211"/>
                </a:lnTo>
                <a:lnTo>
                  <a:pt x="0" y="20212"/>
                </a:lnTo>
                <a:lnTo>
                  <a:pt x="0" y="20213"/>
                </a:lnTo>
                <a:lnTo>
                  <a:pt x="0" y="20213"/>
                </a:lnTo>
                <a:lnTo>
                  <a:pt x="0" y="20214"/>
                </a:lnTo>
                <a:lnTo>
                  <a:pt x="0" y="20215"/>
                </a:lnTo>
                <a:lnTo>
                  <a:pt x="0" y="20215"/>
                </a:lnTo>
                <a:lnTo>
                  <a:pt x="0" y="20216"/>
                </a:lnTo>
                <a:lnTo>
                  <a:pt x="0" y="20217"/>
                </a:lnTo>
                <a:lnTo>
                  <a:pt x="0" y="20217"/>
                </a:lnTo>
                <a:lnTo>
                  <a:pt x="0" y="20218"/>
                </a:lnTo>
                <a:lnTo>
                  <a:pt x="0" y="20219"/>
                </a:lnTo>
                <a:lnTo>
                  <a:pt x="0" y="20220"/>
                </a:lnTo>
                <a:lnTo>
                  <a:pt x="0" y="20220"/>
                </a:lnTo>
                <a:lnTo>
                  <a:pt x="0" y="20221"/>
                </a:lnTo>
                <a:lnTo>
                  <a:pt x="0" y="20222"/>
                </a:lnTo>
                <a:lnTo>
                  <a:pt x="0" y="20222"/>
                </a:lnTo>
                <a:lnTo>
                  <a:pt x="0" y="20223"/>
                </a:lnTo>
                <a:lnTo>
                  <a:pt x="0" y="20224"/>
                </a:lnTo>
                <a:lnTo>
                  <a:pt x="0" y="20224"/>
                </a:lnTo>
                <a:lnTo>
                  <a:pt x="0" y="20225"/>
                </a:lnTo>
                <a:lnTo>
                  <a:pt x="0" y="20226"/>
                </a:lnTo>
                <a:lnTo>
                  <a:pt x="0" y="20227"/>
                </a:lnTo>
                <a:lnTo>
                  <a:pt x="0" y="20227"/>
                </a:lnTo>
                <a:lnTo>
                  <a:pt x="0" y="20228"/>
                </a:lnTo>
                <a:lnTo>
                  <a:pt x="0" y="20229"/>
                </a:lnTo>
                <a:lnTo>
                  <a:pt x="0" y="20229"/>
                </a:lnTo>
                <a:lnTo>
                  <a:pt x="0" y="20230"/>
                </a:lnTo>
                <a:lnTo>
                  <a:pt x="0" y="20231"/>
                </a:lnTo>
                <a:lnTo>
                  <a:pt x="0" y="20231"/>
                </a:lnTo>
                <a:lnTo>
                  <a:pt x="0" y="20232"/>
                </a:lnTo>
                <a:lnTo>
                  <a:pt x="0" y="20233"/>
                </a:lnTo>
                <a:lnTo>
                  <a:pt x="0" y="20233"/>
                </a:lnTo>
                <a:lnTo>
                  <a:pt x="0" y="20234"/>
                </a:lnTo>
                <a:lnTo>
                  <a:pt x="0" y="20235"/>
                </a:lnTo>
                <a:lnTo>
                  <a:pt x="0" y="20236"/>
                </a:lnTo>
                <a:lnTo>
                  <a:pt x="0" y="20236"/>
                </a:lnTo>
                <a:lnTo>
                  <a:pt x="0" y="20237"/>
                </a:lnTo>
                <a:lnTo>
                  <a:pt x="0" y="20238"/>
                </a:lnTo>
                <a:lnTo>
                  <a:pt x="0" y="20238"/>
                </a:lnTo>
                <a:lnTo>
                  <a:pt x="0" y="20239"/>
                </a:lnTo>
                <a:lnTo>
                  <a:pt x="0" y="20240"/>
                </a:lnTo>
                <a:lnTo>
                  <a:pt x="0" y="20240"/>
                </a:lnTo>
                <a:lnTo>
                  <a:pt x="0" y="20241"/>
                </a:lnTo>
                <a:lnTo>
                  <a:pt x="0" y="20242"/>
                </a:lnTo>
                <a:lnTo>
                  <a:pt x="0" y="20242"/>
                </a:lnTo>
                <a:lnTo>
                  <a:pt x="0" y="20243"/>
                </a:lnTo>
                <a:lnTo>
                  <a:pt x="0" y="20244"/>
                </a:lnTo>
                <a:lnTo>
                  <a:pt x="0" y="20245"/>
                </a:lnTo>
                <a:lnTo>
                  <a:pt x="0" y="20245"/>
                </a:lnTo>
                <a:lnTo>
                  <a:pt x="0" y="20246"/>
                </a:lnTo>
                <a:lnTo>
                  <a:pt x="0" y="20247"/>
                </a:lnTo>
                <a:lnTo>
                  <a:pt x="0" y="20247"/>
                </a:lnTo>
                <a:lnTo>
                  <a:pt x="0" y="20248"/>
                </a:lnTo>
                <a:lnTo>
                  <a:pt x="0" y="20249"/>
                </a:lnTo>
                <a:lnTo>
                  <a:pt x="0" y="20249"/>
                </a:lnTo>
                <a:lnTo>
                  <a:pt x="0" y="20250"/>
                </a:lnTo>
                <a:lnTo>
                  <a:pt x="0" y="20251"/>
                </a:lnTo>
                <a:lnTo>
                  <a:pt x="0" y="20251"/>
                </a:lnTo>
                <a:lnTo>
                  <a:pt x="0" y="20252"/>
                </a:lnTo>
                <a:lnTo>
                  <a:pt x="0" y="20253"/>
                </a:lnTo>
                <a:lnTo>
                  <a:pt x="0" y="20253"/>
                </a:lnTo>
                <a:lnTo>
                  <a:pt x="0" y="20254"/>
                </a:lnTo>
                <a:lnTo>
                  <a:pt x="0" y="20255"/>
                </a:lnTo>
                <a:lnTo>
                  <a:pt x="0" y="20256"/>
                </a:lnTo>
                <a:lnTo>
                  <a:pt x="0" y="20256"/>
                </a:lnTo>
                <a:lnTo>
                  <a:pt x="0" y="20257"/>
                </a:lnTo>
                <a:lnTo>
                  <a:pt x="0" y="20258"/>
                </a:lnTo>
                <a:lnTo>
                  <a:pt x="0" y="20258"/>
                </a:lnTo>
                <a:lnTo>
                  <a:pt x="0" y="20259"/>
                </a:lnTo>
                <a:lnTo>
                  <a:pt x="0" y="20260"/>
                </a:lnTo>
                <a:lnTo>
                  <a:pt x="0" y="20260"/>
                </a:lnTo>
                <a:lnTo>
                  <a:pt x="0" y="20261"/>
                </a:lnTo>
                <a:lnTo>
                  <a:pt x="0" y="20262"/>
                </a:lnTo>
                <a:lnTo>
                  <a:pt x="0" y="20262"/>
                </a:lnTo>
                <a:lnTo>
                  <a:pt x="0" y="20263"/>
                </a:lnTo>
                <a:lnTo>
                  <a:pt x="0" y="20264"/>
                </a:lnTo>
                <a:lnTo>
                  <a:pt x="0" y="20265"/>
                </a:lnTo>
                <a:lnTo>
                  <a:pt x="0" y="20265"/>
                </a:lnTo>
                <a:lnTo>
                  <a:pt x="0" y="20266"/>
                </a:lnTo>
                <a:lnTo>
                  <a:pt x="0" y="20267"/>
                </a:lnTo>
                <a:lnTo>
                  <a:pt x="0" y="20267"/>
                </a:lnTo>
                <a:lnTo>
                  <a:pt x="0" y="20268"/>
                </a:lnTo>
                <a:lnTo>
                  <a:pt x="0" y="20269"/>
                </a:lnTo>
                <a:lnTo>
                  <a:pt x="0" y="20269"/>
                </a:lnTo>
                <a:lnTo>
                  <a:pt x="0" y="20270"/>
                </a:lnTo>
                <a:lnTo>
                  <a:pt x="0" y="20271"/>
                </a:lnTo>
                <a:lnTo>
                  <a:pt x="0" y="20271"/>
                </a:lnTo>
                <a:lnTo>
                  <a:pt x="0" y="20272"/>
                </a:lnTo>
                <a:lnTo>
                  <a:pt x="0" y="20273"/>
                </a:lnTo>
                <a:lnTo>
                  <a:pt x="0" y="20273"/>
                </a:lnTo>
                <a:lnTo>
                  <a:pt x="0" y="20274"/>
                </a:lnTo>
                <a:lnTo>
                  <a:pt x="0" y="20275"/>
                </a:lnTo>
                <a:lnTo>
                  <a:pt x="0" y="20276"/>
                </a:lnTo>
                <a:lnTo>
                  <a:pt x="0" y="20276"/>
                </a:lnTo>
                <a:lnTo>
                  <a:pt x="0" y="20277"/>
                </a:lnTo>
                <a:lnTo>
                  <a:pt x="0" y="20278"/>
                </a:lnTo>
                <a:lnTo>
                  <a:pt x="0" y="20278"/>
                </a:lnTo>
                <a:lnTo>
                  <a:pt x="0" y="20279"/>
                </a:lnTo>
                <a:lnTo>
                  <a:pt x="0" y="20280"/>
                </a:lnTo>
                <a:lnTo>
                  <a:pt x="0" y="20280"/>
                </a:lnTo>
                <a:lnTo>
                  <a:pt x="0" y="20281"/>
                </a:lnTo>
                <a:lnTo>
                  <a:pt x="0" y="20282"/>
                </a:lnTo>
                <a:lnTo>
                  <a:pt x="0" y="20282"/>
                </a:lnTo>
                <a:lnTo>
                  <a:pt x="0" y="20283"/>
                </a:lnTo>
                <a:lnTo>
                  <a:pt x="0" y="20284"/>
                </a:lnTo>
                <a:lnTo>
                  <a:pt x="0" y="20284"/>
                </a:lnTo>
                <a:lnTo>
                  <a:pt x="0" y="20285"/>
                </a:lnTo>
                <a:lnTo>
                  <a:pt x="0" y="20286"/>
                </a:lnTo>
                <a:lnTo>
                  <a:pt x="0" y="20287"/>
                </a:lnTo>
                <a:lnTo>
                  <a:pt x="0" y="20287"/>
                </a:lnTo>
                <a:lnTo>
                  <a:pt x="0" y="20288"/>
                </a:lnTo>
                <a:lnTo>
                  <a:pt x="0" y="20289"/>
                </a:lnTo>
                <a:lnTo>
                  <a:pt x="0" y="20289"/>
                </a:lnTo>
                <a:lnTo>
                  <a:pt x="0" y="20290"/>
                </a:lnTo>
                <a:lnTo>
                  <a:pt x="0" y="20291"/>
                </a:lnTo>
                <a:lnTo>
                  <a:pt x="0" y="20291"/>
                </a:lnTo>
                <a:lnTo>
                  <a:pt x="0" y="20292"/>
                </a:lnTo>
                <a:lnTo>
                  <a:pt x="0" y="20293"/>
                </a:lnTo>
                <a:lnTo>
                  <a:pt x="0" y="20293"/>
                </a:lnTo>
                <a:lnTo>
                  <a:pt x="0" y="20294"/>
                </a:lnTo>
                <a:lnTo>
                  <a:pt x="0" y="20295"/>
                </a:lnTo>
                <a:lnTo>
                  <a:pt x="0" y="20295"/>
                </a:lnTo>
                <a:lnTo>
                  <a:pt x="0" y="20296"/>
                </a:lnTo>
                <a:lnTo>
                  <a:pt x="0" y="20297"/>
                </a:lnTo>
                <a:lnTo>
                  <a:pt x="0" y="20298"/>
                </a:lnTo>
                <a:lnTo>
                  <a:pt x="0" y="20298"/>
                </a:lnTo>
                <a:lnTo>
                  <a:pt x="0" y="20299"/>
                </a:lnTo>
                <a:lnTo>
                  <a:pt x="0" y="20300"/>
                </a:lnTo>
                <a:lnTo>
                  <a:pt x="0" y="20300"/>
                </a:lnTo>
                <a:lnTo>
                  <a:pt x="0" y="20301"/>
                </a:lnTo>
                <a:lnTo>
                  <a:pt x="0" y="20302"/>
                </a:lnTo>
                <a:lnTo>
                  <a:pt x="0" y="20302"/>
                </a:lnTo>
                <a:lnTo>
                  <a:pt x="0" y="20303"/>
                </a:lnTo>
                <a:lnTo>
                  <a:pt x="0" y="20304"/>
                </a:lnTo>
                <a:lnTo>
                  <a:pt x="0" y="20304"/>
                </a:lnTo>
                <a:lnTo>
                  <a:pt x="0" y="20305"/>
                </a:lnTo>
                <a:lnTo>
                  <a:pt x="0" y="20306"/>
                </a:lnTo>
                <a:lnTo>
                  <a:pt x="0" y="20306"/>
                </a:lnTo>
                <a:lnTo>
                  <a:pt x="0" y="20307"/>
                </a:lnTo>
                <a:lnTo>
                  <a:pt x="0" y="20308"/>
                </a:lnTo>
                <a:lnTo>
                  <a:pt x="0" y="20308"/>
                </a:lnTo>
                <a:lnTo>
                  <a:pt x="0" y="20309"/>
                </a:lnTo>
                <a:lnTo>
                  <a:pt x="0" y="20310"/>
                </a:lnTo>
                <a:lnTo>
                  <a:pt x="0" y="20311"/>
                </a:lnTo>
                <a:lnTo>
                  <a:pt x="0" y="20311"/>
                </a:lnTo>
                <a:lnTo>
                  <a:pt x="0" y="20312"/>
                </a:lnTo>
                <a:lnTo>
                  <a:pt x="0" y="20313"/>
                </a:lnTo>
                <a:lnTo>
                  <a:pt x="0" y="20313"/>
                </a:lnTo>
                <a:lnTo>
                  <a:pt x="0" y="20314"/>
                </a:lnTo>
                <a:lnTo>
                  <a:pt x="0" y="20315"/>
                </a:lnTo>
                <a:lnTo>
                  <a:pt x="0" y="20315"/>
                </a:lnTo>
                <a:lnTo>
                  <a:pt x="0" y="20316"/>
                </a:lnTo>
                <a:lnTo>
                  <a:pt x="0" y="20317"/>
                </a:lnTo>
                <a:lnTo>
                  <a:pt x="0" y="20317"/>
                </a:lnTo>
                <a:lnTo>
                  <a:pt x="0" y="20318"/>
                </a:lnTo>
                <a:lnTo>
                  <a:pt x="0" y="20319"/>
                </a:lnTo>
                <a:lnTo>
                  <a:pt x="0" y="20319"/>
                </a:lnTo>
                <a:lnTo>
                  <a:pt x="0" y="20320"/>
                </a:lnTo>
                <a:lnTo>
                  <a:pt x="0" y="20321"/>
                </a:lnTo>
                <a:lnTo>
                  <a:pt x="0" y="20321"/>
                </a:lnTo>
                <a:lnTo>
                  <a:pt x="0" y="20322"/>
                </a:lnTo>
                <a:lnTo>
                  <a:pt x="0" y="20323"/>
                </a:lnTo>
                <a:lnTo>
                  <a:pt x="0" y="20324"/>
                </a:lnTo>
                <a:lnTo>
                  <a:pt x="0" y="20324"/>
                </a:lnTo>
                <a:lnTo>
                  <a:pt x="0" y="20325"/>
                </a:lnTo>
                <a:lnTo>
                  <a:pt x="0" y="20326"/>
                </a:lnTo>
                <a:lnTo>
                  <a:pt x="0" y="20326"/>
                </a:lnTo>
                <a:lnTo>
                  <a:pt x="0" y="20327"/>
                </a:lnTo>
                <a:lnTo>
                  <a:pt x="0" y="20328"/>
                </a:lnTo>
                <a:lnTo>
                  <a:pt x="0" y="20328"/>
                </a:lnTo>
                <a:lnTo>
                  <a:pt x="0" y="20329"/>
                </a:lnTo>
                <a:lnTo>
                  <a:pt x="0" y="20330"/>
                </a:lnTo>
                <a:lnTo>
                  <a:pt x="0" y="20330"/>
                </a:lnTo>
                <a:lnTo>
                  <a:pt x="0" y="20331"/>
                </a:lnTo>
                <a:lnTo>
                  <a:pt x="0" y="20332"/>
                </a:lnTo>
                <a:lnTo>
                  <a:pt x="0" y="20332"/>
                </a:lnTo>
                <a:lnTo>
                  <a:pt x="0" y="20333"/>
                </a:lnTo>
                <a:lnTo>
                  <a:pt x="0" y="20334"/>
                </a:lnTo>
                <a:lnTo>
                  <a:pt x="0" y="20334"/>
                </a:lnTo>
                <a:lnTo>
                  <a:pt x="0" y="20335"/>
                </a:lnTo>
                <a:lnTo>
                  <a:pt x="0" y="20336"/>
                </a:lnTo>
                <a:lnTo>
                  <a:pt x="0" y="20336"/>
                </a:lnTo>
                <a:lnTo>
                  <a:pt x="0" y="20337"/>
                </a:lnTo>
                <a:lnTo>
                  <a:pt x="0" y="20338"/>
                </a:lnTo>
                <a:lnTo>
                  <a:pt x="0" y="20339"/>
                </a:lnTo>
                <a:lnTo>
                  <a:pt x="0" y="20339"/>
                </a:lnTo>
                <a:lnTo>
                  <a:pt x="0" y="20340"/>
                </a:lnTo>
                <a:lnTo>
                  <a:pt x="0" y="20341"/>
                </a:lnTo>
                <a:lnTo>
                  <a:pt x="0" y="20341"/>
                </a:lnTo>
                <a:lnTo>
                  <a:pt x="0" y="20342"/>
                </a:lnTo>
                <a:lnTo>
                  <a:pt x="0" y="20343"/>
                </a:lnTo>
                <a:lnTo>
                  <a:pt x="0" y="20343"/>
                </a:lnTo>
                <a:lnTo>
                  <a:pt x="0" y="20344"/>
                </a:lnTo>
                <a:lnTo>
                  <a:pt x="0" y="20345"/>
                </a:lnTo>
                <a:lnTo>
                  <a:pt x="0" y="20345"/>
                </a:lnTo>
                <a:lnTo>
                  <a:pt x="0" y="20346"/>
                </a:lnTo>
                <a:lnTo>
                  <a:pt x="0" y="20347"/>
                </a:lnTo>
                <a:lnTo>
                  <a:pt x="0" y="20347"/>
                </a:lnTo>
                <a:lnTo>
                  <a:pt x="0" y="20348"/>
                </a:lnTo>
                <a:lnTo>
                  <a:pt x="0" y="20349"/>
                </a:lnTo>
                <a:lnTo>
                  <a:pt x="0" y="20349"/>
                </a:lnTo>
                <a:lnTo>
                  <a:pt x="0" y="20350"/>
                </a:lnTo>
                <a:lnTo>
                  <a:pt x="0" y="20351"/>
                </a:lnTo>
                <a:lnTo>
                  <a:pt x="0" y="20351"/>
                </a:lnTo>
                <a:lnTo>
                  <a:pt x="0" y="20352"/>
                </a:lnTo>
                <a:lnTo>
                  <a:pt x="0" y="20353"/>
                </a:lnTo>
                <a:lnTo>
                  <a:pt x="0" y="20353"/>
                </a:lnTo>
                <a:lnTo>
                  <a:pt x="0" y="20354"/>
                </a:lnTo>
                <a:lnTo>
                  <a:pt x="0" y="20355"/>
                </a:lnTo>
                <a:lnTo>
                  <a:pt x="0" y="20356"/>
                </a:lnTo>
                <a:lnTo>
                  <a:pt x="0" y="20356"/>
                </a:lnTo>
                <a:lnTo>
                  <a:pt x="0" y="20357"/>
                </a:lnTo>
                <a:lnTo>
                  <a:pt x="0" y="20358"/>
                </a:lnTo>
                <a:lnTo>
                  <a:pt x="0" y="20358"/>
                </a:lnTo>
                <a:lnTo>
                  <a:pt x="0" y="20359"/>
                </a:lnTo>
                <a:lnTo>
                  <a:pt x="0" y="20360"/>
                </a:lnTo>
                <a:lnTo>
                  <a:pt x="0" y="20360"/>
                </a:lnTo>
                <a:lnTo>
                  <a:pt x="0" y="20361"/>
                </a:lnTo>
                <a:lnTo>
                  <a:pt x="0" y="20362"/>
                </a:lnTo>
                <a:lnTo>
                  <a:pt x="0" y="20362"/>
                </a:lnTo>
                <a:lnTo>
                  <a:pt x="0" y="20363"/>
                </a:lnTo>
                <a:lnTo>
                  <a:pt x="0" y="20364"/>
                </a:lnTo>
                <a:lnTo>
                  <a:pt x="0" y="20364"/>
                </a:lnTo>
                <a:lnTo>
                  <a:pt x="0" y="20365"/>
                </a:lnTo>
                <a:lnTo>
                  <a:pt x="0" y="20366"/>
                </a:lnTo>
                <a:lnTo>
                  <a:pt x="0" y="20366"/>
                </a:lnTo>
                <a:lnTo>
                  <a:pt x="0" y="20367"/>
                </a:lnTo>
                <a:lnTo>
                  <a:pt x="0" y="20368"/>
                </a:lnTo>
                <a:lnTo>
                  <a:pt x="0" y="20368"/>
                </a:lnTo>
                <a:lnTo>
                  <a:pt x="0" y="20369"/>
                </a:lnTo>
                <a:lnTo>
                  <a:pt x="0" y="20370"/>
                </a:lnTo>
                <a:lnTo>
                  <a:pt x="0" y="20370"/>
                </a:lnTo>
                <a:lnTo>
                  <a:pt x="0" y="20371"/>
                </a:lnTo>
                <a:lnTo>
                  <a:pt x="0" y="20372"/>
                </a:lnTo>
                <a:lnTo>
                  <a:pt x="0" y="20372"/>
                </a:lnTo>
                <a:lnTo>
                  <a:pt x="0" y="20373"/>
                </a:lnTo>
                <a:lnTo>
                  <a:pt x="0" y="20374"/>
                </a:lnTo>
                <a:lnTo>
                  <a:pt x="0" y="20375"/>
                </a:lnTo>
                <a:lnTo>
                  <a:pt x="0" y="20375"/>
                </a:lnTo>
                <a:lnTo>
                  <a:pt x="0" y="20376"/>
                </a:lnTo>
                <a:lnTo>
                  <a:pt x="0" y="20377"/>
                </a:lnTo>
                <a:lnTo>
                  <a:pt x="0" y="20377"/>
                </a:lnTo>
                <a:lnTo>
                  <a:pt x="0" y="20378"/>
                </a:lnTo>
                <a:lnTo>
                  <a:pt x="0" y="20379"/>
                </a:lnTo>
                <a:lnTo>
                  <a:pt x="0" y="20379"/>
                </a:lnTo>
                <a:lnTo>
                  <a:pt x="0" y="20380"/>
                </a:lnTo>
                <a:lnTo>
                  <a:pt x="0" y="20381"/>
                </a:lnTo>
                <a:lnTo>
                  <a:pt x="0" y="20381"/>
                </a:lnTo>
                <a:lnTo>
                  <a:pt x="0" y="20382"/>
                </a:lnTo>
                <a:lnTo>
                  <a:pt x="0" y="20383"/>
                </a:lnTo>
                <a:lnTo>
                  <a:pt x="0" y="20383"/>
                </a:lnTo>
                <a:lnTo>
                  <a:pt x="0" y="20384"/>
                </a:lnTo>
                <a:lnTo>
                  <a:pt x="0" y="20385"/>
                </a:lnTo>
                <a:lnTo>
                  <a:pt x="0" y="20385"/>
                </a:lnTo>
                <a:lnTo>
                  <a:pt x="0" y="20386"/>
                </a:lnTo>
                <a:lnTo>
                  <a:pt x="0" y="20387"/>
                </a:lnTo>
                <a:lnTo>
                  <a:pt x="0" y="20387"/>
                </a:lnTo>
                <a:lnTo>
                  <a:pt x="0" y="20388"/>
                </a:lnTo>
                <a:lnTo>
                  <a:pt x="0" y="20389"/>
                </a:lnTo>
                <a:lnTo>
                  <a:pt x="0" y="20389"/>
                </a:lnTo>
                <a:lnTo>
                  <a:pt x="0" y="20390"/>
                </a:lnTo>
                <a:lnTo>
                  <a:pt x="0" y="20391"/>
                </a:lnTo>
                <a:lnTo>
                  <a:pt x="0" y="20391"/>
                </a:lnTo>
                <a:lnTo>
                  <a:pt x="0" y="20392"/>
                </a:lnTo>
                <a:lnTo>
                  <a:pt x="0" y="20393"/>
                </a:lnTo>
                <a:lnTo>
                  <a:pt x="0" y="20393"/>
                </a:lnTo>
                <a:lnTo>
                  <a:pt x="0" y="20394"/>
                </a:lnTo>
                <a:lnTo>
                  <a:pt x="0" y="20395"/>
                </a:lnTo>
                <a:lnTo>
                  <a:pt x="0" y="20395"/>
                </a:lnTo>
                <a:lnTo>
                  <a:pt x="0" y="20396"/>
                </a:lnTo>
                <a:lnTo>
                  <a:pt x="0" y="20397"/>
                </a:lnTo>
                <a:lnTo>
                  <a:pt x="0" y="20397"/>
                </a:lnTo>
                <a:lnTo>
                  <a:pt x="0" y="20398"/>
                </a:lnTo>
                <a:lnTo>
                  <a:pt x="0" y="20399"/>
                </a:lnTo>
                <a:lnTo>
                  <a:pt x="0" y="20400"/>
                </a:lnTo>
                <a:lnTo>
                  <a:pt x="0" y="20400"/>
                </a:lnTo>
                <a:lnTo>
                  <a:pt x="0" y="20401"/>
                </a:lnTo>
                <a:lnTo>
                  <a:pt x="0" y="20402"/>
                </a:lnTo>
                <a:lnTo>
                  <a:pt x="0" y="20402"/>
                </a:lnTo>
                <a:lnTo>
                  <a:pt x="0" y="20403"/>
                </a:lnTo>
                <a:lnTo>
                  <a:pt x="0" y="20404"/>
                </a:lnTo>
                <a:lnTo>
                  <a:pt x="0" y="20404"/>
                </a:lnTo>
                <a:lnTo>
                  <a:pt x="0" y="20405"/>
                </a:lnTo>
                <a:lnTo>
                  <a:pt x="0" y="20406"/>
                </a:lnTo>
                <a:lnTo>
                  <a:pt x="0" y="20406"/>
                </a:lnTo>
                <a:lnTo>
                  <a:pt x="0" y="20407"/>
                </a:lnTo>
                <a:lnTo>
                  <a:pt x="0" y="20408"/>
                </a:lnTo>
                <a:lnTo>
                  <a:pt x="0" y="20408"/>
                </a:lnTo>
                <a:lnTo>
                  <a:pt x="0" y="20409"/>
                </a:lnTo>
                <a:lnTo>
                  <a:pt x="0" y="20410"/>
                </a:lnTo>
                <a:lnTo>
                  <a:pt x="0" y="20410"/>
                </a:lnTo>
                <a:lnTo>
                  <a:pt x="0" y="20411"/>
                </a:lnTo>
                <a:lnTo>
                  <a:pt x="0" y="20412"/>
                </a:lnTo>
                <a:lnTo>
                  <a:pt x="0" y="20412"/>
                </a:lnTo>
                <a:lnTo>
                  <a:pt x="0" y="20413"/>
                </a:lnTo>
                <a:lnTo>
                  <a:pt x="0" y="20414"/>
                </a:lnTo>
                <a:lnTo>
                  <a:pt x="0" y="20414"/>
                </a:lnTo>
                <a:lnTo>
                  <a:pt x="0" y="20415"/>
                </a:lnTo>
                <a:lnTo>
                  <a:pt x="0" y="20416"/>
                </a:lnTo>
                <a:lnTo>
                  <a:pt x="0" y="20416"/>
                </a:lnTo>
                <a:lnTo>
                  <a:pt x="0" y="20417"/>
                </a:lnTo>
                <a:lnTo>
                  <a:pt x="0" y="20418"/>
                </a:lnTo>
                <a:lnTo>
                  <a:pt x="0" y="20418"/>
                </a:lnTo>
                <a:lnTo>
                  <a:pt x="0" y="20419"/>
                </a:lnTo>
                <a:lnTo>
                  <a:pt x="0" y="20420"/>
                </a:lnTo>
                <a:lnTo>
                  <a:pt x="0" y="20420"/>
                </a:lnTo>
                <a:lnTo>
                  <a:pt x="0" y="20421"/>
                </a:lnTo>
                <a:lnTo>
                  <a:pt x="0" y="20422"/>
                </a:lnTo>
                <a:lnTo>
                  <a:pt x="0" y="20422"/>
                </a:lnTo>
                <a:lnTo>
                  <a:pt x="0" y="20423"/>
                </a:lnTo>
                <a:lnTo>
                  <a:pt x="0" y="20424"/>
                </a:lnTo>
                <a:lnTo>
                  <a:pt x="0" y="20424"/>
                </a:lnTo>
                <a:lnTo>
                  <a:pt x="0" y="20425"/>
                </a:lnTo>
                <a:lnTo>
                  <a:pt x="0" y="20426"/>
                </a:lnTo>
                <a:lnTo>
                  <a:pt x="0" y="20426"/>
                </a:lnTo>
                <a:lnTo>
                  <a:pt x="0" y="20427"/>
                </a:lnTo>
                <a:lnTo>
                  <a:pt x="0" y="20428"/>
                </a:lnTo>
                <a:lnTo>
                  <a:pt x="0" y="20428"/>
                </a:lnTo>
                <a:lnTo>
                  <a:pt x="0" y="20429"/>
                </a:lnTo>
                <a:lnTo>
                  <a:pt x="0" y="20430"/>
                </a:lnTo>
                <a:lnTo>
                  <a:pt x="0" y="20430"/>
                </a:lnTo>
                <a:lnTo>
                  <a:pt x="0" y="20431"/>
                </a:lnTo>
                <a:lnTo>
                  <a:pt x="0" y="20432"/>
                </a:lnTo>
                <a:lnTo>
                  <a:pt x="0" y="20432"/>
                </a:lnTo>
                <a:lnTo>
                  <a:pt x="0" y="20433"/>
                </a:lnTo>
                <a:lnTo>
                  <a:pt x="0" y="20434"/>
                </a:lnTo>
                <a:lnTo>
                  <a:pt x="0" y="20434"/>
                </a:lnTo>
                <a:lnTo>
                  <a:pt x="0" y="20435"/>
                </a:lnTo>
                <a:lnTo>
                  <a:pt x="0" y="20436"/>
                </a:lnTo>
                <a:lnTo>
                  <a:pt x="0" y="20436"/>
                </a:lnTo>
                <a:lnTo>
                  <a:pt x="0" y="20437"/>
                </a:lnTo>
                <a:lnTo>
                  <a:pt x="0" y="20438"/>
                </a:lnTo>
                <a:lnTo>
                  <a:pt x="0" y="20438"/>
                </a:lnTo>
                <a:lnTo>
                  <a:pt x="0" y="20439"/>
                </a:lnTo>
                <a:lnTo>
                  <a:pt x="0" y="20440"/>
                </a:lnTo>
                <a:lnTo>
                  <a:pt x="0" y="20440"/>
                </a:lnTo>
                <a:lnTo>
                  <a:pt x="0" y="20441"/>
                </a:lnTo>
                <a:lnTo>
                  <a:pt x="0" y="20442"/>
                </a:lnTo>
                <a:lnTo>
                  <a:pt x="0" y="20442"/>
                </a:lnTo>
                <a:lnTo>
                  <a:pt x="0" y="20443"/>
                </a:lnTo>
                <a:lnTo>
                  <a:pt x="0" y="20444"/>
                </a:lnTo>
                <a:lnTo>
                  <a:pt x="0" y="20444"/>
                </a:lnTo>
                <a:lnTo>
                  <a:pt x="0" y="20445"/>
                </a:lnTo>
                <a:lnTo>
                  <a:pt x="0" y="20446"/>
                </a:lnTo>
                <a:lnTo>
                  <a:pt x="0" y="20446"/>
                </a:lnTo>
                <a:lnTo>
                  <a:pt x="0" y="20447"/>
                </a:lnTo>
                <a:lnTo>
                  <a:pt x="0" y="20448"/>
                </a:lnTo>
                <a:lnTo>
                  <a:pt x="0" y="20448"/>
                </a:lnTo>
                <a:lnTo>
                  <a:pt x="0" y="20449"/>
                </a:lnTo>
                <a:lnTo>
                  <a:pt x="0" y="20450"/>
                </a:lnTo>
                <a:lnTo>
                  <a:pt x="0" y="20451"/>
                </a:lnTo>
                <a:lnTo>
                  <a:pt x="0" y="20451"/>
                </a:lnTo>
                <a:lnTo>
                  <a:pt x="0" y="20452"/>
                </a:lnTo>
                <a:lnTo>
                  <a:pt x="0" y="20453"/>
                </a:lnTo>
                <a:lnTo>
                  <a:pt x="0" y="20453"/>
                </a:lnTo>
                <a:lnTo>
                  <a:pt x="0" y="20454"/>
                </a:lnTo>
                <a:lnTo>
                  <a:pt x="0" y="20455"/>
                </a:lnTo>
                <a:lnTo>
                  <a:pt x="0" y="20455"/>
                </a:lnTo>
                <a:lnTo>
                  <a:pt x="0" y="20456"/>
                </a:lnTo>
                <a:lnTo>
                  <a:pt x="0" y="20457"/>
                </a:lnTo>
                <a:lnTo>
                  <a:pt x="0" y="20457"/>
                </a:lnTo>
                <a:lnTo>
                  <a:pt x="0" y="20458"/>
                </a:lnTo>
                <a:lnTo>
                  <a:pt x="0" y="20459"/>
                </a:lnTo>
                <a:lnTo>
                  <a:pt x="0" y="20459"/>
                </a:lnTo>
                <a:lnTo>
                  <a:pt x="0" y="20460"/>
                </a:lnTo>
                <a:lnTo>
                  <a:pt x="0" y="20461"/>
                </a:lnTo>
                <a:lnTo>
                  <a:pt x="0" y="20461"/>
                </a:lnTo>
                <a:lnTo>
                  <a:pt x="0" y="20462"/>
                </a:lnTo>
                <a:lnTo>
                  <a:pt x="0" y="20463"/>
                </a:lnTo>
                <a:lnTo>
                  <a:pt x="0" y="20463"/>
                </a:lnTo>
                <a:lnTo>
                  <a:pt x="0" y="20464"/>
                </a:lnTo>
                <a:lnTo>
                  <a:pt x="0" y="20465"/>
                </a:lnTo>
                <a:lnTo>
                  <a:pt x="0" y="20465"/>
                </a:lnTo>
                <a:lnTo>
                  <a:pt x="0" y="20466"/>
                </a:lnTo>
                <a:lnTo>
                  <a:pt x="0" y="20467"/>
                </a:lnTo>
                <a:lnTo>
                  <a:pt x="0" y="20467"/>
                </a:lnTo>
                <a:lnTo>
                  <a:pt x="0" y="20468"/>
                </a:lnTo>
                <a:lnTo>
                  <a:pt x="0" y="20469"/>
                </a:lnTo>
                <a:lnTo>
                  <a:pt x="0" y="20469"/>
                </a:lnTo>
                <a:lnTo>
                  <a:pt x="0" y="20470"/>
                </a:lnTo>
                <a:lnTo>
                  <a:pt x="0" y="20471"/>
                </a:lnTo>
                <a:lnTo>
                  <a:pt x="0" y="20471"/>
                </a:lnTo>
                <a:lnTo>
                  <a:pt x="0" y="20472"/>
                </a:lnTo>
                <a:lnTo>
                  <a:pt x="0" y="20473"/>
                </a:lnTo>
                <a:lnTo>
                  <a:pt x="0" y="20473"/>
                </a:lnTo>
                <a:lnTo>
                  <a:pt x="0" y="20474"/>
                </a:lnTo>
                <a:lnTo>
                  <a:pt x="0" y="20475"/>
                </a:lnTo>
                <a:lnTo>
                  <a:pt x="0" y="20475"/>
                </a:lnTo>
                <a:lnTo>
                  <a:pt x="0" y="20476"/>
                </a:lnTo>
                <a:lnTo>
                  <a:pt x="0" y="20477"/>
                </a:lnTo>
                <a:lnTo>
                  <a:pt x="0" y="20477"/>
                </a:lnTo>
                <a:lnTo>
                  <a:pt x="0" y="20478"/>
                </a:lnTo>
                <a:lnTo>
                  <a:pt x="0" y="20478"/>
                </a:lnTo>
                <a:lnTo>
                  <a:pt x="0" y="20479"/>
                </a:lnTo>
                <a:lnTo>
                  <a:pt x="0" y="20480"/>
                </a:lnTo>
                <a:lnTo>
                  <a:pt x="0" y="20480"/>
                </a:lnTo>
                <a:lnTo>
                  <a:pt x="0" y="20481"/>
                </a:lnTo>
                <a:lnTo>
                  <a:pt x="0" y="20482"/>
                </a:lnTo>
                <a:lnTo>
                  <a:pt x="0" y="20482"/>
                </a:lnTo>
                <a:lnTo>
                  <a:pt x="0" y="20483"/>
                </a:lnTo>
                <a:lnTo>
                  <a:pt x="0" y="20484"/>
                </a:lnTo>
                <a:lnTo>
                  <a:pt x="0" y="20484"/>
                </a:lnTo>
                <a:lnTo>
                  <a:pt x="0" y="20485"/>
                </a:lnTo>
                <a:lnTo>
                  <a:pt x="0" y="20486"/>
                </a:lnTo>
                <a:lnTo>
                  <a:pt x="0" y="20486"/>
                </a:lnTo>
                <a:lnTo>
                  <a:pt x="0" y="20487"/>
                </a:lnTo>
                <a:lnTo>
                  <a:pt x="0" y="20488"/>
                </a:lnTo>
                <a:lnTo>
                  <a:pt x="0" y="20488"/>
                </a:lnTo>
                <a:lnTo>
                  <a:pt x="0" y="20489"/>
                </a:lnTo>
                <a:lnTo>
                  <a:pt x="0" y="20490"/>
                </a:lnTo>
                <a:lnTo>
                  <a:pt x="0" y="20490"/>
                </a:lnTo>
                <a:lnTo>
                  <a:pt x="0" y="20491"/>
                </a:lnTo>
                <a:lnTo>
                  <a:pt x="0" y="20492"/>
                </a:lnTo>
                <a:lnTo>
                  <a:pt x="0" y="20492"/>
                </a:lnTo>
                <a:lnTo>
                  <a:pt x="0" y="20493"/>
                </a:lnTo>
                <a:lnTo>
                  <a:pt x="0" y="20494"/>
                </a:lnTo>
                <a:lnTo>
                  <a:pt x="0" y="20494"/>
                </a:lnTo>
                <a:lnTo>
                  <a:pt x="0" y="20495"/>
                </a:lnTo>
                <a:lnTo>
                  <a:pt x="0" y="20496"/>
                </a:lnTo>
                <a:lnTo>
                  <a:pt x="0" y="20496"/>
                </a:lnTo>
                <a:lnTo>
                  <a:pt x="0" y="20497"/>
                </a:lnTo>
                <a:lnTo>
                  <a:pt x="0" y="20498"/>
                </a:lnTo>
                <a:lnTo>
                  <a:pt x="0" y="20498"/>
                </a:lnTo>
                <a:lnTo>
                  <a:pt x="0" y="20499"/>
                </a:lnTo>
                <a:lnTo>
                  <a:pt x="0" y="20500"/>
                </a:lnTo>
                <a:lnTo>
                  <a:pt x="0" y="20500"/>
                </a:lnTo>
                <a:lnTo>
                  <a:pt x="0" y="20501"/>
                </a:lnTo>
                <a:lnTo>
                  <a:pt x="0" y="20502"/>
                </a:lnTo>
                <a:lnTo>
                  <a:pt x="0" y="20502"/>
                </a:lnTo>
                <a:lnTo>
                  <a:pt x="0" y="20503"/>
                </a:lnTo>
                <a:lnTo>
                  <a:pt x="0" y="20504"/>
                </a:lnTo>
                <a:lnTo>
                  <a:pt x="0" y="20504"/>
                </a:lnTo>
                <a:lnTo>
                  <a:pt x="0" y="20505"/>
                </a:lnTo>
                <a:lnTo>
                  <a:pt x="0" y="20506"/>
                </a:lnTo>
                <a:lnTo>
                  <a:pt x="0" y="20506"/>
                </a:lnTo>
                <a:lnTo>
                  <a:pt x="0" y="20507"/>
                </a:lnTo>
                <a:lnTo>
                  <a:pt x="0" y="20508"/>
                </a:lnTo>
                <a:lnTo>
                  <a:pt x="0" y="20508"/>
                </a:lnTo>
                <a:lnTo>
                  <a:pt x="0" y="20509"/>
                </a:lnTo>
                <a:lnTo>
                  <a:pt x="0" y="20510"/>
                </a:lnTo>
                <a:lnTo>
                  <a:pt x="0" y="20510"/>
                </a:lnTo>
                <a:lnTo>
                  <a:pt x="0" y="20511"/>
                </a:lnTo>
                <a:lnTo>
                  <a:pt x="0" y="20512"/>
                </a:lnTo>
                <a:lnTo>
                  <a:pt x="0" y="20512"/>
                </a:lnTo>
                <a:lnTo>
                  <a:pt x="0" y="20513"/>
                </a:lnTo>
                <a:lnTo>
                  <a:pt x="0" y="20514"/>
                </a:lnTo>
                <a:lnTo>
                  <a:pt x="0" y="20514"/>
                </a:lnTo>
                <a:lnTo>
                  <a:pt x="0" y="20515"/>
                </a:lnTo>
                <a:lnTo>
                  <a:pt x="0" y="20516"/>
                </a:lnTo>
                <a:lnTo>
                  <a:pt x="0" y="20516"/>
                </a:lnTo>
                <a:lnTo>
                  <a:pt x="0" y="20517"/>
                </a:lnTo>
                <a:lnTo>
                  <a:pt x="0" y="20518"/>
                </a:lnTo>
                <a:lnTo>
                  <a:pt x="0" y="20518"/>
                </a:lnTo>
                <a:lnTo>
                  <a:pt x="0" y="20519"/>
                </a:lnTo>
                <a:lnTo>
                  <a:pt x="0" y="20520"/>
                </a:lnTo>
                <a:lnTo>
                  <a:pt x="0" y="20520"/>
                </a:lnTo>
                <a:lnTo>
                  <a:pt x="0" y="20521"/>
                </a:lnTo>
                <a:lnTo>
                  <a:pt x="0" y="20522"/>
                </a:lnTo>
                <a:lnTo>
                  <a:pt x="0" y="20522"/>
                </a:lnTo>
                <a:lnTo>
                  <a:pt x="0" y="20523"/>
                </a:lnTo>
                <a:lnTo>
                  <a:pt x="0" y="20524"/>
                </a:lnTo>
                <a:lnTo>
                  <a:pt x="0" y="20524"/>
                </a:lnTo>
                <a:lnTo>
                  <a:pt x="0" y="20525"/>
                </a:lnTo>
                <a:lnTo>
                  <a:pt x="0" y="20526"/>
                </a:lnTo>
                <a:lnTo>
                  <a:pt x="0" y="20526"/>
                </a:lnTo>
                <a:lnTo>
                  <a:pt x="0" y="20527"/>
                </a:lnTo>
                <a:lnTo>
                  <a:pt x="0" y="20527"/>
                </a:lnTo>
                <a:lnTo>
                  <a:pt x="0" y="20528"/>
                </a:lnTo>
                <a:lnTo>
                  <a:pt x="0" y="20529"/>
                </a:lnTo>
                <a:lnTo>
                  <a:pt x="0" y="20529"/>
                </a:lnTo>
                <a:lnTo>
                  <a:pt x="0" y="20530"/>
                </a:lnTo>
                <a:lnTo>
                  <a:pt x="0" y="20531"/>
                </a:lnTo>
                <a:lnTo>
                  <a:pt x="0" y="20531"/>
                </a:lnTo>
                <a:lnTo>
                  <a:pt x="0" y="20532"/>
                </a:lnTo>
                <a:lnTo>
                  <a:pt x="0" y="20533"/>
                </a:lnTo>
                <a:lnTo>
                  <a:pt x="0" y="20533"/>
                </a:lnTo>
                <a:lnTo>
                  <a:pt x="0" y="20534"/>
                </a:lnTo>
                <a:lnTo>
                  <a:pt x="0" y="20535"/>
                </a:lnTo>
                <a:lnTo>
                  <a:pt x="0" y="20535"/>
                </a:lnTo>
                <a:lnTo>
                  <a:pt x="0" y="20536"/>
                </a:lnTo>
                <a:lnTo>
                  <a:pt x="0" y="20537"/>
                </a:lnTo>
                <a:lnTo>
                  <a:pt x="0" y="20537"/>
                </a:lnTo>
                <a:lnTo>
                  <a:pt x="0" y="20538"/>
                </a:lnTo>
                <a:lnTo>
                  <a:pt x="0" y="20539"/>
                </a:lnTo>
                <a:lnTo>
                  <a:pt x="0" y="20539"/>
                </a:lnTo>
                <a:lnTo>
                  <a:pt x="0" y="20540"/>
                </a:lnTo>
                <a:lnTo>
                  <a:pt x="0" y="20541"/>
                </a:lnTo>
                <a:lnTo>
                  <a:pt x="0" y="20541"/>
                </a:lnTo>
                <a:lnTo>
                  <a:pt x="0" y="20542"/>
                </a:lnTo>
                <a:lnTo>
                  <a:pt x="0" y="20543"/>
                </a:lnTo>
                <a:lnTo>
                  <a:pt x="0" y="20543"/>
                </a:lnTo>
                <a:lnTo>
                  <a:pt x="0" y="20544"/>
                </a:lnTo>
                <a:lnTo>
                  <a:pt x="0" y="20545"/>
                </a:lnTo>
                <a:lnTo>
                  <a:pt x="0" y="20545"/>
                </a:lnTo>
                <a:lnTo>
                  <a:pt x="0" y="20546"/>
                </a:lnTo>
                <a:lnTo>
                  <a:pt x="0" y="20547"/>
                </a:lnTo>
                <a:lnTo>
                  <a:pt x="0" y="20547"/>
                </a:lnTo>
                <a:lnTo>
                  <a:pt x="0" y="20548"/>
                </a:lnTo>
                <a:lnTo>
                  <a:pt x="0" y="20549"/>
                </a:lnTo>
                <a:lnTo>
                  <a:pt x="0" y="20549"/>
                </a:lnTo>
                <a:lnTo>
                  <a:pt x="0" y="20550"/>
                </a:lnTo>
                <a:lnTo>
                  <a:pt x="0" y="20551"/>
                </a:lnTo>
                <a:lnTo>
                  <a:pt x="0" y="20551"/>
                </a:lnTo>
                <a:lnTo>
                  <a:pt x="0" y="20552"/>
                </a:lnTo>
                <a:lnTo>
                  <a:pt x="0" y="20552"/>
                </a:lnTo>
                <a:lnTo>
                  <a:pt x="0" y="20553"/>
                </a:lnTo>
                <a:lnTo>
                  <a:pt x="0" y="20554"/>
                </a:lnTo>
                <a:lnTo>
                  <a:pt x="0" y="20554"/>
                </a:lnTo>
                <a:lnTo>
                  <a:pt x="0" y="20555"/>
                </a:lnTo>
                <a:lnTo>
                  <a:pt x="0" y="20556"/>
                </a:lnTo>
                <a:lnTo>
                  <a:pt x="0" y="20556"/>
                </a:lnTo>
                <a:lnTo>
                  <a:pt x="0" y="20557"/>
                </a:lnTo>
                <a:lnTo>
                  <a:pt x="0" y="20558"/>
                </a:lnTo>
                <a:lnTo>
                  <a:pt x="0" y="20558"/>
                </a:lnTo>
                <a:lnTo>
                  <a:pt x="0" y="20559"/>
                </a:lnTo>
                <a:lnTo>
                  <a:pt x="0" y="20560"/>
                </a:lnTo>
                <a:lnTo>
                  <a:pt x="0" y="20560"/>
                </a:lnTo>
                <a:lnTo>
                  <a:pt x="0" y="20561"/>
                </a:lnTo>
                <a:lnTo>
                  <a:pt x="0" y="20562"/>
                </a:lnTo>
                <a:lnTo>
                  <a:pt x="0" y="20562"/>
                </a:lnTo>
                <a:lnTo>
                  <a:pt x="0" y="20563"/>
                </a:lnTo>
                <a:lnTo>
                  <a:pt x="0" y="20564"/>
                </a:lnTo>
                <a:lnTo>
                  <a:pt x="0" y="20564"/>
                </a:lnTo>
                <a:lnTo>
                  <a:pt x="0" y="20565"/>
                </a:lnTo>
                <a:lnTo>
                  <a:pt x="0" y="20566"/>
                </a:lnTo>
                <a:lnTo>
                  <a:pt x="0" y="20566"/>
                </a:lnTo>
                <a:lnTo>
                  <a:pt x="0" y="20567"/>
                </a:lnTo>
                <a:lnTo>
                  <a:pt x="0" y="20568"/>
                </a:lnTo>
                <a:lnTo>
                  <a:pt x="0" y="20568"/>
                </a:lnTo>
                <a:lnTo>
                  <a:pt x="0" y="20569"/>
                </a:lnTo>
                <a:lnTo>
                  <a:pt x="0" y="20570"/>
                </a:lnTo>
                <a:lnTo>
                  <a:pt x="0" y="20570"/>
                </a:lnTo>
                <a:lnTo>
                  <a:pt x="0" y="20571"/>
                </a:lnTo>
                <a:lnTo>
                  <a:pt x="0" y="20571"/>
                </a:lnTo>
                <a:lnTo>
                  <a:pt x="0" y="20572"/>
                </a:lnTo>
                <a:lnTo>
                  <a:pt x="0" y="20573"/>
                </a:lnTo>
                <a:lnTo>
                  <a:pt x="0" y="20573"/>
                </a:lnTo>
                <a:lnTo>
                  <a:pt x="0" y="20574"/>
                </a:lnTo>
                <a:lnTo>
                  <a:pt x="0" y="20575"/>
                </a:lnTo>
                <a:lnTo>
                  <a:pt x="0" y="20575"/>
                </a:lnTo>
                <a:lnTo>
                  <a:pt x="0" y="20576"/>
                </a:lnTo>
                <a:lnTo>
                  <a:pt x="0" y="20577"/>
                </a:lnTo>
                <a:lnTo>
                  <a:pt x="0" y="20577"/>
                </a:lnTo>
                <a:lnTo>
                  <a:pt x="0" y="20578"/>
                </a:lnTo>
                <a:lnTo>
                  <a:pt x="0" y="20579"/>
                </a:lnTo>
                <a:lnTo>
                  <a:pt x="0" y="20579"/>
                </a:lnTo>
                <a:lnTo>
                  <a:pt x="0" y="20580"/>
                </a:lnTo>
                <a:lnTo>
                  <a:pt x="0" y="20581"/>
                </a:lnTo>
                <a:lnTo>
                  <a:pt x="0" y="20581"/>
                </a:lnTo>
                <a:lnTo>
                  <a:pt x="0" y="20582"/>
                </a:lnTo>
                <a:lnTo>
                  <a:pt x="0" y="20583"/>
                </a:lnTo>
                <a:lnTo>
                  <a:pt x="0" y="20583"/>
                </a:lnTo>
                <a:lnTo>
                  <a:pt x="0" y="20584"/>
                </a:lnTo>
                <a:lnTo>
                  <a:pt x="0" y="20585"/>
                </a:lnTo>
                <a:lnTo>
                  <a:pt x="0" y="20585"/>
                </a:lnTo>
                <a:lnTo>
                  <a:pt x="0" y="20586"/>
                </a:lnTo>
                <a:lnTo>
                  <a:pt x="0" y="20586"/>
                </a:lnTo>
                <a:lnTo>
                  <a:pt x="0" y="20587"/>
                </a:lnTo>
                <a:lnTo>
                  <a:pt x="0" y="20588"/>
                </a:lnTo>
                <a:lnTo>
                  <a:pt x="0" y="20588"/>
                </a:lnTo>
                <a:lnTo>
                  <a:pt x="0" y="20589"/>
                </a:lnTo>
                <a:lnTo>
                  <a:pt x="0" y="20590"/>
                </a:lnTo>
                <a:lnTo>
                  <a:pt x="0" y="20590"/>
                </a:lnTo>
                <a:lnTo>
                  <a:pt x="0" y="20591"/>
                </a:lnTo>
                <a:lnTo>
                  <a:pt x="0" y="20592"/>
                </a:lnTo>
                <a:lnTo>
                  <a:pt x="0" y="20592"/>
                </a:lnTo>
                <a:lnTo>
                  <a:pt x="0" y="20593"/>
                </a:lnTo>
                <a:lnTo>
                  <a:pt x="0" y="20594"/>
                </a:lnTo>
                <a:lnTo>
                  <a:pt x="0" y="20594"/>
                </a:lnTo>
                <a:lnTo>
                  <a:pt x="0" y="20595"/>
                </a:lnTo>
                <a:lnTo>
                  <a:pt x="0" y="20596"/>
                </a:lnTo>
                <a:lnTo>
                  <a:pt x="0" y="20596"/>
                </a:lnTo>
                <a:lnTo>
                  <a:pt x="0" y="20597"/>
                </a:lnTo>
                <a:lnTo>
                  <a:pt x="0" y="20598"/>
                </a:lnTo>
                <a:lnTo>
                  <a:pt x="0" y="20598"/>
                </a:lnTo>
                <a:lnTo>
                  <a:pt x="0" y="20599"/>
                </a:lnTo>
                <a:lnTo>
                  <a:pt x="0" y="20600"/>
                </a:lnTo>
                <a:lnTo>
                  <a:pt x="0" y="20600"/>
                </a:lnTo>
                <a:lnTo>
                  <a:pt x="0" y="20601"/>
                </a:lnTo>
                <a:lnTo>
                  <a:pt x="0" y="20601"/>
                </a:lnTo>
                <a:lnTo>
                  <a:pt x="0" y="20602"/>
                </a:lnTo>
                <a:lnTo>
                  <a:pt x="0" y="20603"/>
                </a:lnTo>
                <a:lnTo>
                  <a:pt x="0" y="20603"/>
                </a:lnTo>
                <a:lnTo>
                  <a:pt x="0" y="20604"/>
                </a:lnTo>
                <a:lnTo>
                  <a:pt x="0" y="20605"/>
                </a:lnTo>
                <a:lnTo>
                  <a:pt x="0" y="20605"/>
                </a:lnTo>
                <a:lnTo>
                  <a:pt x="0" y="20606"/>
                </a:lnTo>
                <a:lnTo>
                  <a:pt x="0" y="20607"/>
                </a:lnTo>
                <a:lnTo>
                  <a:pt x="0" y="20607"/>
                </a:lnTo>
                <a:lnTo>
                  <a:pt x="0" y="20608"/>
                </a:lnTo>
                <a:lnTo>
                  <a:pt x="0" y="20609"/>
                </a:lnTo>
                <a:lnTo>
                  <a:pt x="0" y="20609"/>
                </a:lnTo>
                <a:lnTo>
                  <a:pt x="0" y="20610"/>
                </a:lnTo>
                <a:lnTo>
                  <a:pt x="0" y="20611"/>
                </a:lnTo>
                <a:lnTo>
                  <a:pt x="0" y="20611"/>
                </a:lnTo>
                <a:lnTo>
                  <a:pt x="0" y="20612"/>
                </a:lnTo>
                <a:lnTo>
                  <a:pt x="0" y="20613"/>
                </a:lnTo>
                <a:lnTo>
                  <a:pt x="0" y="20613"/>
                </a:lnTo>
                <a:lnTo>
                  <a:pt x="0" y="20614"/>
                </a:lnTo>
                <a:lnTo>
                  <a:pt x="0" y="20614"/>
                </a:lnTo>
                <a:lnTo>
                  <a:pt x="0" y="20615"/>
                </a:lnTo>
                <a:lnTo>
                  <a:pt x="0" y="20616"/>
                </a:lnTo>
                <a:lnTo>
                  <a:pt x="0" y="20616"/>
                </a:lnTo>
                <a:lnTo>
                  <a:pt x="0" y="20617"/>
                </a:lnTo>
                <a:lnTo>
                  <a:pt x="0" y="20618"/>
                </a:lnTo>
                <a:lnTo>
                  <a:pt x="0" y="20618"/>
                </a:lnTo>
                <a:lnTo>
                  <a:pt x="0" y="20619"/>
                </a:lnTo>
                <a:lnTo>
                  <a:pt x="0" y="20620"/>
                </a:lnTo>
                <a:lnTo>
                  <a:pt x="0" y="20620"/>
                </a:lnTo>
                <a:lnTo>
                  <a:pt x="0" y="20621"/>
                </a:lnTo>
                <a:lnTo>
                  <a:pt x="0" y="20622"/>
                </a:lnTo>
                <a:lnTo>
                  <a:pt x="0" y="20622"/>
                </a:lnTo>
                <a:lnTo>
                  <a:pt x="0" y="20623"/>
                </a:lnTo>
                <a:lnTo>
                  <a:pt x="0" y="20624"/>
                </a:lnTo>
                <a:lnTo>
                  <a:pt x="0" y="20624"/>
                </a:lnTo>
                <a:lnTo>
                  <a:pt x="0" y="20625"/>
                </a:lnTo>
                <a:lnTo>
                  <a:pt x="0" y="20625"/>
                </a:lnTo>
                <a:lnTo>
                  <a:pt x="0" y="20626"/>
                </a:lnTo>
                <a:lnTo>
                  <a:pt x="0" y="20627"/>
                </a:lnTo>
                <a:lnTo>
                  <a:pt x="0" y="20627"/>
                </a:lnTo>
                <a:lnTo>
                  <a:pt x="0" y="20628"/>
                </a:lnTo>
                <a:lnTo>
                  <a:pt x="0" y="20629"/>
                </a:lnTo>
                <a:lnTo>
                  <a:pt x="0" y="20629"/>
                </a:lnTo>
                <a:lnTo>
                  <a:pt x="0" y="20630"/>
                </a:lnTo>
                <a:lnTo>
                  <a:pt x="0" y="20631"/>
                </a:lnTo>
                <a:lnTo>
                  <a:pt x="0" y="20631"/>
                </a:lnTo>
                <a:lnTo>
                  <a:pt x="0" y="20632"/>
                </a:lnTo>
                <a:lnTo>
                  <a:pt x="0" y="20633"/>
                </a:lnTo>
                <a:lnTo>
                  <a:pt x="0" y="20633"/>
                </a:lnTo>
                <a:lnTo>
                  <a:pt x="0" y="20634"/>
                </a:lnTo>
                <a:lnTo>
                  <a:pt x="0" y="20635"/>
                </a:lnTo>
                <a:lnTo>
                  <a:pt x="0" y="20635"/>
                </a:lnTo>
                <a:lnTo>
                  <a:pt x="0" y="20636"/>
                </a:lnTo>
                <a:lnTo>
                  <a:pt x="0" y="20636"/>
                </a:lnTo>
                <a:lnTo>
                  <a:pt x="0" y="20637"/>
                </a:lnTo>
                <a:lnTo>
                  <a:pt x="0" y="20638"/>
                </a:lnTo>
                <a:lnTo>
                  <a:pt x="0" y="20638"/>
                </a:lnTo>
                <a:lnTo>
                  <a:pt x="0" y="20639"/>
                </a:lnTo>
                <a:lnTo>
                  <a:pt x="0" y="20640"/>
                </a:lnTo>
                <a:lnTo>
                  <a:pt x="0" y="20640"/>
                </a:lnTo>
                <a:lnTo>
                  <a:pt x="0" y="20641"/>
                </a:lnTo>
                <a:lnTo>
                  <a:pt x="0" y="20642"/>
                </a:lnTo>
                <a:lnTo>
                  <a:pt x="0" y="20642"/>
                </a:lnTo>
                <a:lnTo>
                  <a:pt x="0" y="20643"/>
                </a:lnTo>
                <a:lnTo>
                  <a:pt x="0" y="20644"/>
                </a:lnTo>
                <a:lnTo>
                  <a:pt x="0" y="20644"/>
                </a:lnTo>
                <a:lnTo>
                  <a:pt x="0" y="20645"/>
                </a:lnTo>
                <a:lnTo>
                  <a:pt x="0" y="20646"/>
                </a:lnTo>
                <a:lnTo>
                  <a:pt x="0" y="20646"/>
                </a:lnTo>
                <a:lnTo>
                  <a:pt x="0" y="20647"/>
                </a:lnTo>
                <a:lnTo>
                  <a:pt x="0" y="20647"/>
                </a:lnTo>
                <a:lnTo>
                  <a:pt x="0" y="20648"/>
                </a:lnTo>
                <a:lnTo>
                  <a:pt x="0" y="20649"/>
                </a:lnTo>
                <a:lnTo>
                  <a:pt x="0" y="20649"/>
                </a:lnTo>
                <a:lnTo>
                  <a:pt x="0" y="20650"/>
                </a:lnTo>
                <a:lnTo>
                  <a:pt x="0" y="20651"/>
                </a:lnTo>
                <a:lnTo>
                  <a:pt x="0" y="20651"/>
                </a:lnTo>
                <a:lnTo>
                  <a:pt x="0" y="20652"/>
                </a:lnTo>
                <a:lnTo>
                  <a:pt x="0" y="20653"/>
                </a:lnTo>
                <a:lnTo>
                  <a:pt x="0" y="20653"/>
                </a:lnTo>
                <a:lnTo>
                  <a:pt x="0" y="20654"/>
                </a:lnTo>
                <a:lnTo>
                  <a:pt x="0" y="20655"/>
                </a:lnTo>
                <a:lnTo>
                  <a:pt x="0" y="20655"/>
                </a:lnTo>
                <a:lnTo>
                  <a:pt x="0" y="20656"/>
                </a:lnTo>
                <a:lnTo>
                  <a:pt x="0" y="20656"/>
                </a:lnTo>
                <a:lnTo>
                  <a:pt x="0" y="20657"/>
                </a:lnTo>
                <a:lnTo>
                  <a:pt x="0" y="20658"/>
                </a:lnTo>
                <a:lnTo>
                  <a:pt x="0" y="20658"/>
                </a:lnTo>
                <a:lnTo>
                  <a:pt x="0" y="20659"/>
                </a:lnTo>
                <a:lnTo>
                  <a:pt x="0" y="20660"/>
                </a:lnTo>
                <a:lnTo>
                  <a:pt x="0" y="20660"/>
                </a:lnTo>
                <a:lnTo>
                  <a:pt x="0" y="20661"/>
                </a:lnTo>
                <a:lnTo>
                  <a:pt x="0" y="20662"/>
                </a:lnTo>
                <a:lnTo>
                  <a:pt x="0" y="20662"/>
                </a:lnTo>
                <a:lnTo>
                  <a:pt x="0" y="20663"/>
                </a:lnTo>
                <a:lnTo>
                  <a:pt x="0" y="20664"/>
                </a:lnTo>
                <a:lnTo>
                  <a:pt x="0" y="20664"/>
                </a:lnTo>
                <a:lnTo>
                  <a:pt x="0" y="20665"/>
                </a:lnTo>
                <a:lnTo>
                  <a:pt x="0" y="20665"/>
                </a:lnTo>
                <a:lnTo>
                  <a:pt x="0" y="20666"/>
                </a:lnTo>
                <a:lnTo>
                  <a:pt x="0" y="20667"/>
                </a:lnTo>
                <a:lnTo>
                  <a:pt x="0" y="20667"/>
                </a:lnTo>
                <a:lnTo>
                  <a:pt x="0" y="20668"/>
                </a:lnTo>
                <a:lnTo>
                  <a:pt x="0" y="20669"/>
                </a:lnTo>
                <a:lnTo>
                  <a:pt x="0" y="20669"/>
                </a:lnTo>
                <a:lnTo>
                  <a:pt x="0" y="20670"/>
                </a:lnTo>
                <a:lnTo>
                  <a:pt x="0" y="20671"/>
                </a:lnTo>
                <a:lnTo>
                  <a:pt x="0" y="20671"/>
                </a:lnTo>
                <a:lnTo>
                  <a:pt x="0" y="20672"/>
                </a:lnTo>
                <a:lnTo>
                  <a:pt x="0" y="20673"/>
                </a:lnTo>
                <a:lnTo>
                  <a:pt x="0" y="20673"/>
                </a:lnTo>
                <a:lnTo>
                  <a:pt x="0" y="20674"/>
                </a:lnTo>
                <a:lnTo>
                  <a:pt x="0" y="20674"/>
                </a:lnTo>
                <a:lnTo>
                  <a:pt x="0" y="20675"/>
                </a:lnTo>
                <a:lnTo>
                  <a:pt x="0" y="20676"/>
                </a:lnTo>
                <a:lnTo>
                  <a:pt x="0" y="20676"/>
                </a:lnTo>
                <a:lnTo>
                  <a:pt x="0" y="20677"/>
                </a:lnTo>
                <a:lnTo>
                  <a:pt x="0" y="20678"/>
                </a:lnTo>
                <a:lnTo>
                  <a:pt x="0" y="20678"/>
                </a:lnTo>
                <a:lnTo>
                  <a:pt x="0" y="20679"/>
                </a:lnTo>
                <a:lnTo>
                  <a:pt x="0" y="20680"/>
                </a:lnTo>
                <a:lnTo>
                  <a:pt x="0" y="20680"/>
                </a:lnTo>
                <a:lnTo>
                  <a:pt x="0" y="20681"/>
                </a:lnTo>
                <a:lnTo>
                  <a:pt x="0" y="20682"/>
                </a:lnTo>
                <a:lnTo>
                  <a:pt x="0" y="20682"/>
                </a:lnTo>
                <a:lnTo>
                  <a:pt x="0" y="20683"/>
                </a:lnTo>
                <a:lnTo>
                  <a:pt x="0" y="20683"/>
                </a:lnTo>
                <a:lnTo>
                  <a:pt x="0" y="20684"/>
                </a:lnTo>
                <a:lnTo>
                  <a:pt x="0" y="20685"/>
                </a:lnTo>
                <a:lnTo>
                  <a:pt x="0" y="20685"/>
                </a:lnTo>
                <a:lnTo>
                  <a:pt x="0" y="20686"/>
                </a:lnTo>
                <a:lnTo>
                  <a:pt x="0" y="20687"/>
                </a:lnTo>
                <a:lnTo>
                  <a:pt x="0" y="20687"/>
                </a:lnTo>
                <a:lnTo>
                  <a:pt x="0" y="20688"/>
                </a:lnTo>
                <a:lnTo>
                  <a:pt x="0" y="20689"/>
                </a:lnTo>
                <a:lnTo>
                  <a:pt x="0" y="20689"/>
                </a:lnTo>
                <a:lnTo>
                  <a:pt x="0" y="20690"/>
                </a:lnTo>
                <a:lnTo>
                  <a:pt x="0" y="20690"/>
                </a:lnTo>
                <a:lnTo>
                  <a:pt x="0" y="20691"/>
                </a:lnTo>
                <a:lnTo>
                  <a:pt x="0" y="20692"/>
                </a:lnTo>
                <a:lnTo>
                  <a:pt x="0" y="20692"/>
                </a:lnTo>
                <a:lnTo>
                  <a:pt x="0" y="20693"/>
                </a:lnTo>
                <a:lnTo>
                  <a:pt x="0" y="20694"/>
                </a:lnTo>
                <a:lnTo>
                  <a:pt x="0" y="20694"/>
                </a:lnTo>
                <a:lnTo>
                  <a:pt x="0" y="20695"/>
                </a:lnTo>
                <a:lnTo>
                  <a:pt x="0" y="20696"/>
                </a:lnTo>
                <a:lnTo>
                  <a:pt x="0" y="20696"/>
                </a:lnTo>
                <a:lnTo>
                  <a:pt x="0" y="20697"/>
                </a:lnTo>
                <a:lnTo>
                  <a:pt x="0" y="20698"/>
                </a:lnTo>
                <a:lnTo>
                  <a:pt x="0" y="20698"/>
                </a:lnTo>
                <a:lnTo>
                  <a:pt x="0" y="20699"/>
                </a:lnTo>
                <a:lnTo>
                  <a:pt x="0" y="20699"/>
                </a:lnTo>
                <a:lnTo>
                  <a:pt x="0" y="20700"/>
                </a:lnTo>
                <a:lnTo>
                  <a:pt x="0" y="20701"/>
                </a:lnTo>
                <a:lnTo>
                  <a:pt x="0" y="20701"/>
                </a:lnTo>
                <a:lnTo>
                  <a:pt x="0" y="20702"/>
                </a:lnTo>
                <a:lnTo>
                  <a:pt x="0" y="20703"/>
                </a:lnTo>
                <a:lnTo>
                  <a:pt x="0" y="20703"/>
                </a:lnTo>
                <a:lnTo>
                  <a:pt x="0" y="20704"/>
                </a:lnTo>
                <a:lnTo>
                  <a:pt x="0" y="20705"/>
                </a:lnTo>
                <a:lnTo>
                  <a:pt x="0" y="20705"/>
                </a:lnTo>
                <a:lnTo>
                  <a:pt x="0" y="20706"/>
                </a:lnTo>
                <a:lnTo>
                  <a:pt x="0" y="20706"/>
                </a:lnTo>
                <a:lnTo>
                  <a:pt x="0" y="20707"/>
                </a:lnTo>
                <a:lnTo>
                  <a:pt x="0" y="20708"/>
                </a:lnTo>
                <a:lnTo>
                  <a:pt x="0" y="20708"/>
                </a:lnTo>
                <a:lnTo>
                  <a:pt x="0" y="20709"/>
                </a:lnTo>
                <a:lnTo>
                  <a:pt x="0" y="20710"/>
                </a:lnTo>
                <a:lnTo>
                  <a:pt x="0" y="20710"/>
                </a:lnTo>
                <a:lnTo>
                  <a:pt x="0" y="20711"/>
                </a:lnTo>
                <a:lnTo>
                  <a:pt x="0" y="20712"/>
                </a:lnTo>
                <a:lnTo>
                  <a:pt x="0" y="20712"/>
                </a:lnTo>
                <a:lnTo>
                  <a:pt x="0" y="20713"/>
                </a:lnTo>
                <a:lnTo>
                  <a:pt x="0" y="20713"/>
                </a:lnTo>
                <a:lnTo>
                  <a:pt x="0" y="20714"/>
                </a:lnTo>
                <a:lnTo>
                  <a:pt x="0" y="20715"/>
                </a:lnTo>
                <a:lnTo>
                  <a:pt x="0" y="20715"/>
                </a:lnTo>
                <a:lnTo>
                  <a:pt x="0" y="20716"/>
                </a:lnTo>
                <a:lnTo>
                  <a:pt x="0" y="20717"/>
                </a:lnTo>
                <a:lnTo>
                  <a:pt x="0" y="20717"/>
                </a:lnTo>
                <a:lnTo>
                  <a:pt x="0" y="20718"/>
                </a:lnTo>
                <a:lnTo>
                  <a:pt x="0" y="20719"/>
                </a:lnTo>
                <a:lnTo>
                  <a:pt x="0" y="20719"/>
                </a:lnTo>
                <a:lnTo>
                  <a:pt x="0" y="20720"/>
                </a:lnTo>
                <a:lnTo>
                  <a:pt x="0" y="20720"/>
                </a:lnTo>
                <a:lnTo>
                  <a:pt x="0" y="20721"/>
                </a:lnTo>
                <a:lnTo>
                  <a:pt x="0" y="20722"/>
                </a:lnTo>
                <a:lnTo>
                  <a:pt x="0" y="20722"/>
                </a:lnTo>
                <a:lnTo>
                  <a:pt x="0" y="20723"/>
                </a:lnTo>
                <a:lnTo>
                  <a:pt x="0" y="20724"/>
                </a:lnTo>
                <a:lnTo>
                  <a:pt x="0" y="20724"/>
                </a:lnTo>
                <a:lnTo>
                  <a:pt x="0" y="20725"/>
                </a:lnTo>
                <a:lnTo>
                  <a:pt x="0" y="20726"/>
                </a:lnTo>
                <a:lnTo>
                  <a:pt x="0" y="20726"/>
                </a:lnTo>
                <a:lnTo>
                  <a:pt x="0" y="20727"/>
                </a:lnTo>
                <a:lnTo>
                  <a:pt x="0" y="20727"/>
                </a:lnTo>
                <a:lnTo>
                  <a:pt x="0" y="20728"/>
                </a:lnTo>
                <a:lnTo>
                  <a:pt x="0" y="20729"/>
                </a:lnTo>
                <a:lnTo>
                  <a:pt x="0" y="20729"/>
                </a:lnTo>
                <a:lnTo>
                  <a:pt x="0" y="20730"/>
                </a:lnTo>
                <a:lnTo>
                  <a:pt x="0" y="20731"/>
                </a:lnTo>
                <a:lnTo>
                  <a:pt x="0" y="20731"/>
                </a:lnTo>
                <a:lnTo>
                  <a:pt x="0" y="20732"/>
                </a:lnTo>
                <a:lnTo>
                  <a:pt x="0" y="20733"/>
                </a:lnTo>
                <a:lnTo>
                  <a:pt x="0" y="20733"/>
                </a:lnTo>
                <a:lnTo>
                  <a:pt x="0" y="20734"/>
                </a:lnTo>
                <a:lnTo>
                  <a:pt x="0" y="20734"/>
                </a:lnTo>
                <a:lnTo>
                  <a:pt x="0" y="20735"/>
                </a:lnTo>
                <a:lnTo>
                  <a:pt x="0" y="20736"/>
                </a:lnTo>
                <a:lnTo>
                  <a:pt x="0" y="20736"/>
                </a:lnTo>
                <a:lnTo>
                  <a:pt x="0" y="20737"/>
                </a:lnTo>
                <a:lnTo>
                  <a:pt x="0" y="20738"/>
                </a:lnTo>
                <a:lnTo>
                  <a:pt x="0" y="20738"/>
                </a:lnTo>
                <a:lnTo>
                  <a:pt x="0" y="20739"/>
                </a:lnTo>
                <a:lnTo>
                  <a:pt x="0" y="20739"/>
                </a:lnTo>
                <a:lnTo>
                  <a:pt x="0" y="20740"/>
                </a:lnTo>
                <a:lnTo>
                  <a:pt x="0" y="20741"/>
                </a:lnTo>
                <a:lnTo>
                  <a:pt x="0" y="20741"/>
                </a:lnTo>
                <a:lnTo>
                  <a:pt x="0" y="20742"/>
                </a:lnTo>
                <a:lnTo>
                  <a:pt x="0" y="20743"/>
                </a:lnTo>
                <a:lnTo>
                  <a:pt x="0" y="20743"/>
                </a:lnTo>
                <a:lnTo>
                  <a:pt x="0" y="20744"/>
                </a:lnTo>
                <a:lnTo>
                  <a:pt x="0" y="20745"/>
                </a:lnTo>
                <a:lnTo>
                  <a:pt x="0" y="20745"/>
                </a:lnTo>
                <a:lnTo>
                  <a:pt x="0" y="20746"/>
                </a:lnTo>
                <a:lnTo>
                  <a:pt x="0" y="20746"/>
                </a:lnTo>
                <a:lnTo>
                  <a:pt x="0" y="20747"/>
                </a:lnTo>
                <a:lnTo>
                  <a:pt x="0" y="20748"/>
                </a:lnTo>
                <a:lnTo>
                  <a:pt x="0" y="20748"/>
                </a:lnTo>
                <a:lnTo>
                  <a:pt x="0" y="20749"/>
                </a:lnTo>
                <a:lnTo>
                  <a:pt x="0" y="20750"/>
                </a:lnTo>
                <a:lnTo>
                  <a:pt x="0" y="20750"/>
                </a:lnTo>
                <a:lnTo>
                  <a:pt x="0" y="20751"/>
                </a:lnTo>
                <a:lnTo>
                  <a:pt x="0" y="20752"/>
                </a:lnTo>
                <a:lnTo>
                  <a:pt x="0" y="20752"/>
                </a:lnTo>
                <a:lnTo>
                  <a:pt x="0" y="20753"/>
                </a:lnTo>
                <a:lnTo>
                  <a:pt x="0" y="20753"/>
                </a:lnTo>
                <a:lnTo>
                  <a:pt x="0" y="20754"/>
                </a:lnTo>
                <a:lnTo>
                  <a:pt x="0" y="20755"/>
                </a:lnTo>
                <a:lnTo>
                  <a:pt x="0" y="20755"/>
                </a:lnTo>
                <a:lnTo>
                  <a:pt x="0" y="20756"/>
                </a:lnTo>
                <a:lnTo>
                  <a:pt x="0" y="20757"/>
                </a:lnTo>
                <a:lnTo>
                  <a:pt x="0" y="20757"/>
                </a:lnTo>
                <a:lnTo>
                  <a:pt x="0" y="20758"/>
                </a:lnTo>
                <a:lnTo>
                  <a:pt x="0" y="20758"/>
                </a:lnTo>
                <a:lnTo>
                  <a:pt x="0" y="20759"/>
                </a:lnTo>
                <a:lnTo>
                  <a:pt x="0" y="20760"/>
                </a:lnTo>
                <a:lnTo>
                  <a:pt x="0" y="20760"/>
                </a:lnTo>
                <a:lnTo>
                  <a:pt x="0" y="20761"/>
                </a:lnTo>
                <a:lnTo>
                  <a:pt x="0" y="20762"/>
                </a:lnTo>
                <a:lnTo>
                  <a:pt x="0" y="20762"/>
                </a:lnTo>
                <a:lnTo>
                  <a:pt x="0" y="20763"/>
                </a:lnTo>
                <a:lnTo>
                  <a:pt x="0" y="20764"/>
                </a:lnTo>
                <a:lnTo>
                  <a:pt x="0" y="20764"/>
                </a:lnTo>
                <a:lnTo>
                  <a:pt x="0" y="20765"/>
                </a:lnTo>
                <a:lnTo>
                  <a:pt x="0" y="20765"/>
                </a:lnTo>
                <a:lnTo>
                  <a:pt x="0" y="20766"/>
                </a:lnTo>
                <a:lnTo>
                  <a:pt x="0" y="20767"/>
                </a:lnTo>
                <a:lnTo>
                  <a:pt x="0" y="20767"/>
                </a:lnTo>
                <a:lnTo>
                  <a:pt x="0" y="20768"/>
                </a:lnTo>
                <a:lnTo>
                  <a:pt x="0" y="20769"/>
                </a:lnTo>
                <a:lnTo>
                  <a:pt x="0" y="20769"/>
                </a:lnTo>
                <a:lnTo>
                  <a:pt x="0" y="20770"/>
                </a:lnTo>
                <a:lnTo>
                  <a:pt x="0" y="20770"/>
                </a:lnTo>
                <a:lnTo>
                  <a:pt x="0" y="20771"/>
                </a:lnTo>
                <a:lnTo>
                  <a:pt x="0" y="20772"/>
                </a:lnTo>
                <a:lnTo>
                  <a:pt x="0" y="20772"/>
                </a:lnTo>
                <a:lnTo>
                  <a:pt x="0" y="20773"/>
                </a:lnTo>
                <a:lnTo>
                  <a:pt x="0" y="20774"/>
                </a:lnTo>
                <a:lnTo>
                  <a:pt x="0" y="20774"/>
                </a:lnTo>
                <a:lnTo>
                  <a:pt x="0" y="20775"/>
                </a:lnTo>
                <a:lnTo>
                  <a:pt x="0" y="20775"/>
                </a:lnTo>
                <a:lnTo>
                  <a:pt x="0" y="20776"/>
                </a:lnTo>
                <a:lnTo>
                  <a:pt x="0" y="20777"/>
                </a:lnTo>
                <a:lnTo>
                  <a:pt x="0" y="20777"/>
                </a:lnTo>
                <a:lnTo>
                  <a:pt x="0" y="20778"/>
                </a:lnTo>
                <a:lnTo>
                  <a:pt x="0" y="20779"/>
                </a:lnTo>
                <a:lnTo>
                  <a:pt x="0" y="20779"/>
                </a:lnTo>
                <a:lnTo>
                  <a:pt x="0" y="20780"/>
                </a:lnTo>
                <a:lnTo>
                  <a:pt x="0" y="20781"/>
                </a:lnTo>
                <a:lnTo>
                  <a:pt x="0" y="20781"/>
                </a:lnTo>
                <a:lnTo>
                  <a:pt x="0" y="20782"/>
                </a:lnTo>
                <a:lnTo>
                  <a:pt x="0" y="20782"/>
                </a:lnTo>
                <a:lnTo>
                  <a:pt x="0" y="20783"/>
                </a:lnTo>
                <a:lnTo>
                  <a:pt x="0" y="20784"/>
                </a:lnTo>
                <a:lnTo>
                  <a:pt x="0" y="20784"/>
                </a:lnTo>
                <a:lnTo>
                  <a:pt x="0" y="20785"/>
                </a:lnTo>
                <a:lnTo>
                  <a:pt x="0" y="20786"/>
                </a:lnTo>
                <a:lnTo>
                  <a:pt x="0" y="20786"/>
                </a:lnTo>
                <a:lnTo>
                  <a:pt x="0" y="20787"/>
                </a:lnTo>
                <a:lnTo>
                  <a:pt x="0" y="20787"/>
                </a:lnTo>
                <a:lnTo>
                  <a:pt x="0" y="20788"/>
                </a:lnTo>
                <a:lnTo>
                  <a:pt x="0" y="20789"/>
                </a:lnTo>
                <a:lnTo>
                  <a:pt x="0" y="20789"/>
                </a:lnTo>
                <a:lnTo>
                  <a:pt x="0" y="20790"/>
                </a:lnTo>
                <a:lnTo>
                  <a:pt x="0" y="20791"/>
                </a:lnTo>
                <a:lnTo>
                  <a:pt x="0" y="20791"/>
                </a:lnTo>
                <a:lnTo>
                  <a:pt x="0" y="20792"/>
                </a:lnTo>
                <a:lnTo>
                  <a:pt x="0" y="20792"/>
                </a:lnTo>
                <a:lnTo>
                  <a:pt x="0" y="20793"/>
                </a:lnTo>
                <a:lnTo>
                  <a:pt x="0" y="20794"/>
                </a:lnTo>
                <a:lnTo>
                  <a:pt x="0" y="20794"/>
                </a:lnTo>
                <a:lnTo>
                  <a:pt x="0" y="20795"/>
                </a:lnTo>
                <a:lnTo>
                  <a:pt x="0" y="20796"/>
                </a:lnTo>
                <a:lnTo>
                  <a:pt x="0" y="20796"/>
                </a:lnTo>
                <a:lnTo>
                  <a:pt x="0" y="20797"/>
                </a:lnTo>
                <a:lnTo>
                  <a:pt x="0" y="20797"/>
                </a:lnTo>
                <a:lnTo>
                  <a:pt x="0" y="20798"/>
                </a:lnTo>
                <a:lnTo>
                  <a:pt x="0" y="20799"/>
                </a:lnTo>
                <a:lnTo>
                  <a:pt x="0" y="20799"/>
                </a:lnTo>
                <a:lnTo>
                  <a:pt x="0" y="20800"/>
                </a:lnTo>
                <a:lnTo>
                  <a:pt x="0" y="20801"/>
                </a:lnTo>
                <a:lnTo>
                  <a:pt x="0" y="20801"/>
                </a:lnTo>
                <a:lnTo>
                  <a:pt x="0" y="20802"/>
                </a:lnTo>
                <a:lnTo>
                  <a:pt x="0" y="20802"/>
                </a:lnTo>
                <a:lnTo>
                  <a:pt x="0" y="20803"/>
                </a:lnTo>
                <a:lnTo>
                  <a:pt x="0" y="20804"/>
                </a:lnTo>
                <a:lnTo>
                  <a:pt x="0" y="20804"/>
                </a:lnTo>
                <a:lnTo>
                  <a:pt x="0" y="20805"/>
                </a:lnTo>
                <a:lnTo>
                  <a:pt x="0" y="20806"/>
                </a:lnTo>
                <a:lnTo>
                  <a:pt x="0" y="20806"/>
                </a:lnTo>
                <a:lnTo>
                  <a:pt x="0" y="20807"/>
                </a:lnTo>
                <a:lnTo>
                  <a:pt x="0" y="20807"/>
                </a:lnTo>
                <a:lnTo>
                  <a:pt x="0" y="20808"/>
                </a:lnTo>
                <a:lnTo>
                  <a:pt x="0" y="20809"/>
                </a:lnTo>
                <a:lnTo>
                  <a:pt x="0" y="20809"/>
                </a:lnTo>
                <a:lnTo>
                  <a:pt x="0" y="20810"/>
                </a:lnTo>
                <a:lnTo>
                  <a:pt x="0" y="20811"/>
                </a:lnTo>
                <a:lnTo>
                  <a:pt x="0" y="20811"/>
                </a:lnTo>
                <a:lnTo>
                  <a:pt x="0" y="20812"/>
                </a:lnTo>
                <a:lnTo>
                  <a:pt x="0" y="20812"/>
                </a:lnTo>
                <a:lnTo>
                  <a:pt x="0" y="20813"/>
                </a:lnTo>
                <a:lnTo>
                  <a:pt x="0" y="20814"/>
                </a:lnTo>
                <a:lnTo>
                  <a:pt x="0" y="20814"/>
                </a:lnTo>
                <a:lnTo>
                  <a:pt x="0" y="20815"/>
                </a:lnTo>
                <a:lnTo>
                  <a:pt x="0" y="20816"/>
                </a:lnTo>
                <a:lnTo>
                  <a:pt x="0" y="20816"/>
                </a:lnTo>
                <a:lnTo>
                  <a:pt x="0" y="20817"/>
                </a:lnTo>
                <a:lnTo>
                  <a:pt x="0" y="20817"/>
                </a:lnTo>
                <a:lnTo>
                  <a:pt x="0" y="20818"/>
                </a:lnTo>
                <a:lnTo>
                  <a:pt x="0" y="20819"/>
                </a:lnTo>
                <a:lnTo>
                  <a:pt x="0" y="20819"/>
                </a:lnTo>
                <a:lnTo>
                  <a:pt x="0" y="20820"/>
                </a:lnTo>
                <a:lnTo>
                  <a:pt x="0" y="20821"/>
                </a:lnTo>
                <a:lnTo>
                  <a:pt x="0" y="20821"/>
                </a:lnTo>
                <a:lnTo>
                  <a:pt x="0" y="20822"/>
                </a:lnTo>
                <a:lnTo>
                  <a:pt x="0" y="20822"/>
                </a:lnTo>
                <a:lnTo>
                  <a:pt x="0" y="20823"/>
                </a:lnTo>
                <a:lnTo>
                  <a:pt x="0" y="20824"/>
                </a:lnTo>
                <a:lnTo>
                  <a:pt x="0" y="20824"/>
                </a:lnTo>
                <a:lnTo>
                  <a:pt x="0" y="20825"/>
                </a:lnTo>
                <a:lnTo>
                  <a:pt x="0" y="20826"/>
                </a:lnTo>
                <a:lnTo>
                  <a:pt x="0" y="20826"/>
                </a:lnTo>
                <a:lnTo>
                  <a:pt x="0" y="20827"/>
                </a:lnTo>
                <a:lnTo>
                  <a:pt x="0" y="20827"/>
                </a:lnTo>
                <a:lnTo>
                  <a:pt x="0" y="20828"/>
                </a:lnTo>
                <a:lnTo>
                  <a:pt x="0" y="20829"/>
                </a:lnTo>
                <a:lnTo>
                  <a:pt x="0" y="20829"/>
                </a:lnTo>
                <a:lnTo>
                  <a:pt x="0" y="20830"/>
                </a:lnTo>
                <a:lnTo>
                  <a:pt x="0" y="20831"/>
                </a:lnTo>
                <a:lnTo>
                  <a:pt x="0" y="20831"/>
                </a:lnTo>
                <a:lnTo>
                  <a:pt x="0" y="20832"/>
                </a:lnTo>
                <a:lnTo>
                  <a:pt x="0" y="20832"/>
                </a:lnTo>
                <a:lnTo>
                  <a:pt x="0" y="20833"/>
                </a:lnTo>
                <a:lnTo>
                  <a:pt x="0" y="20834"/>
                </a:lnTo>
                <a:lnTo>
                  <a:pt x="0" y="20834"/>
                </a:lnTo>
                <a:lnTo>
                  <a:pt x="0" y="20835"/>
                </a:lnTo>
                <a:lnTo>
                  <a:pt x="0" y="20836"/>
                </a:lnTo>
                <a:lnTo>
                  <a:pt x="0" y="20836"/>
                </a:lnTo>
                <a:lnTo>
                  <a:pt x="0" y="20837"/>
                </a:lnTo>
                <a:lnTo>
                  <a:pt x="0" y="20837"/>
                </a:lnTo>
                <a:lnTo>
                  <a:pt x="0" y="20838"/>
                </a:lnTo>
                <a:lnTo>
                  <a:pt x="0" y="20839"/>
                </a:lnTo>
                <a:lnTo>
                  <a:pt x="0" y="20839"/>
                </a:lnTo>
                <a:lnTo>
                  <a:pt x="0" y="20840"/>
                </a:lnTo>
                <a:lnTo>
                  <a:pt x="0" y="20841"/>
                </a:lnTo>
                <a:lnTo>
                  <a:pt x="0" y="20841"/>
                </a:lnTo>
                <a:lnTo>
                  <a:pt x="0" y="20842"/>
                </a:lnTo>
                <a:lnTo>
                  <a:pt x="0" y="20842"/>
                </a:lnTo>
                <a:lnTo>
                  <a:pt x="0" y="20843"/>
                </a:lnTo>
                <a:lnTo>
                  <a:pt x="0" y="20844"/>
                </a:lnTo>
                <a:lnTo>
                  <a:pt x="0" y="20844"/>
                </a:lnTo>
                <a:lnTo>
                  <a:pt x="0" y="20845"/>
                </a:lnTo>
                <a:lnTo>
                  <a:pt x="0" y="20845"/>
                </a:lnTo>
                <a:lnTo>
                  <a:pt x="0" y="20846"/>
                </a:lnTo>
                <a:lnTo>
                  <a:pt x="0" y="20847"/>
                </a:lnTo>
                <a:lnTo>
                  <a:pt x="0" y="20847"/>
                </a:lnTo>
                <a:lnTo>
                  <a:pt x="0" y="20848"/>
                </a:lnTo>
                <a:lnTo>
                  <a:pt x="0" y="20849"/>
                </a:lnTo>
                <a:lnTo>
                  <a:pt x="0" y="20849"/>
                </a:lnTo>
                <a:lnTo>
                  <a:pt x="0" y="20850"/>
                </a:lnTo>
                <a:lnTo>
                  <a:pt x="0" y="20850"/>
                </a:lnTo>
                <a:lnTo>
                  <a:pt x="0" y="20851"/>
                </a:lnTo>
                <a:lnTo>
                  <a:pt x="0" y="20852"/>
                </a:lnTo>
                <a:lnTo>
                  <a:pt x="0" y="20852"/>
                </a:lnTo>
                <a:lnTo>
                  <a:pt x="0" y="20853"/>
                </a:lnTo>
                <a:lnTo>
                  <a:pt x="0" y="20854"/>
                </a:lnTo>
                <a:lnTo>
                  <a:pt x="0" y="20854"/>
                </a:lnTo>
                <a:lnTo>
                  <a:pt x="0" y="20855"/>
                </a:lnTo>
                <a:lnTo>
                  <a:pt x="0" y="20855"/>
                </a:lnTo>
                <a:lnTo>
                  <a:pt x="0" y="20856"/>
                </a:lnTo>
                <a:lnTo>
                  <a:pt x="0" y="20857"/>
                </a:lnTo>
                <a:lnTo>
                  <a:pt x="0" y="20857"/>
                </a:lnTo>
                <a:lnTo>
                  <a:pt x="0" y="20858"/>
                </a:lnTo>
                <a:lnTo>
                  <a:pt x="0" y="20858"/>
                </a:lnTo>
                <a:lnTo>
                  <a:pt x="0" y="20859"/>
                </a:lnTo>
                <a:lnTo>
                  <a:pt x="0" y="20860"/>
                </a:lnTo>
                <a:lnTo>
                  <a:pt x="0" y="20860"/>
                </a:lnTo>
                <a:lnTo>
                  <a:pt x="0" y="20861"/>
                </a:lnTo>
                <a:lnTo>
                  <a:pt x="0" y="20862"/>
                </a:lnTo>
                <a:lnTo>
                  <a:pt x="0" y="20862"/>
                </a:lnTo>
                <a:lnTo>
                  <a:pt x="0" y="20863"/>
                </a:lnTo>
                <a:lnTo>
                  <a:pt x="0" y="20863"/>
                </a:lnTo>
                <a:lnTo>
                  <a:pt x="0" y="20864"/>
                </a:lnTo>
                <a:lnTo>
                  <a:pt x="0" y="20865"/>
                </a:lnTo>
                <a:lnTo>
                  <a:pt x="0" y="20865"/>
                </a:lnTo>
                <a:lnTo>
                  <a:pt x="0" y="20866"/>
                </a:lnTo>
                <a:lnTo>
                  <a:pt x="0" y="20867"/>
                </a:lnTo>
                <a:lnTo>
                  <a:pt x="0" y="20867"/>
                </a:lnTo>
                <a:lnTo>
                  <a:pt x="0" y="20868"/>
                </a:lnTo>
                <a:lnTo>
                  <a:pt x="0" y="20868"/>
                </a:lnTo>
                <a:lnTo>
                  <a:pt x="0" y="20869"/>
                </a:lnTo>
                <a:lnTo>
                  <a:pt x="0" y="20870"/>
                </a:lnTo>
                <a:lnTo>
                  <a:pt x="0" y="20870"/>
                </a:lnTo>
                <a:lnTo>
                  <a:pt x="0" y="20871"/>
                </a:lnTo>
                <a:lnTo>
                  <a:pt x="0" y="20871"/>
                </a:lnTo>
                <a:lnTo>
                  <a:pt x="0" y="20872"/>
                </a:lnTo>
                <a:lnTo>
                  <a:pt x="0" y="20873"/>
                </a:lnTo>
                <a:lnTo>
                  <a:pt x="0" y="20873"/>
                </a:lnTo>
                <a:lnTo>
                  <a:pt x="0" y="20874"/>
                </a:lnTo>
                <a:lnTo>
                  <a:pt x="0" y="20875"/>
                </a:lnTo>
                <a:lnTo>
                  <a:pt x="0" y="20875"/>
                </a:lnTo>
                <a:lnTo>
                  <a:pt x="0" y="20876"/>
                </a:lnTo>
                <a:lnTo>
                  <a:pt x="0" y="20876"/>
                </a:lnTo>
                <a:lnTo>
                  <a:pt x="0" y="20877"/>
                </a:lnTo>
                <a:lnTo>
                  <a:pt x="0" y="20878"/>
                </a:lnTo>
                <a:lnTo>
                  <a:pt x="0" y="20878"/>
                </a:lnTo>
                <a:lnTo>
                  <a:pt x="0" y="20879"/>
                </a:lnTo>
                <a:lnTo>
                  <a:pt x="0" y="20879"/>
                </a:lnTo>
                <a:lnTo>
                  <a:pt x="0" y="20880"/>
                </a:lnTo>
                <a:lnTo>
                  <a:pt x="0" y="20881"/>
                </a:lnTo>
                <a:lnTo>
                  <a:pt x="0" y="20881"/>
                </a:lnTo>
                <a:lnTo>
                  <a:pt x="0" y="20882"/>
                </a:lnTo>
                <a:lnTo>
                  <a:pt x="0" y="20883"/>
                </a:lnTo>
                <a:lnTo>
                  <a:pt x="0" y="20883"/>
                </a:lnTo>
                <a:lnTo>
                  <a:pt x="0" y="20884"/>
                </a:lnTo>
                <a:lnTo>
                  <a:pt x="0" y="20884"/>
                </a:lnTo>
                <a:lnTo>
                  <a:pt x="0" y="20885"/>
                </a:lnTo>
                <a:lnTo>
                  <a:pt x="0" y="20886"/>
                </a:lnTo>
                <a:lnTo>
                  <a:pt x="0" y="20886"/>
                </a:lnTo>
                <a:lnTo>
                  <a:pt x="0" y="20887"/>
                </a:lnTo>
                <a:lnTo>
                  <a:pt x="0" y="20887"/>
                </a:lnTo>
                <a:lnTo>
                  <a:pt x="0" y="20888"/>
                </a:lnTo>
                <a:lnTo>
                  <a:pt x="0" y="20889"/>
                </a:lnTo>
                <a:lnTo>
                  <a:pt x="0" y="20889"/>
                </a:lnTo>
                <a:lnTo>
                  <a:pt x="0" y="20890"/>
                </a:lnTo>
                <a:lnTo>
                  <a:pt x="0" y="20891"/>
                </a:lnTo>
                <a:lnTo>
                  <a:pt x="0" y="20891"/>
                </a:lnTo>
                <a:lnTo>
                  <a:pt x="0" y="20892"/>
                </a:lnTo>
                <a:lnTo>
                  <a:pt x="0" y="20892"/>
                </a:lnTo>
                <a:lnTo>
                  <a:pt x="0" y="20893"/>
                </a:lnTo>
                <a:lnTo>
                  <a:pt x="0" y="20894"/>
                </a:lnTo>
                <a:lnTo>
                  <a:pt x="0" y="20894"/>
                </a:lnTo>
                <a:lnTo>
                  <a:pt x="0" y="20895"/>
                </a:lnTo>
                <a:lnTo>
                  <a:pt x="0" y="20895"/>
                </a:lnTo>
                <a:lnTo>
                  <a:pt x="0" y="20896"/>
                </a:lnTo>
                <a:lnTo>
                  <a:pt x="0" y="20897"/>
                </a:lnTo>
                <a:lnTo>
                  <a:pt x="0" y="20897"/>
                </a:lnTo>
                <a:lnTo>
                  <a:pt x="0" y="20898"/>
                </a:lnTo>
                <a:lnTo>
                  <a:pt x="0" y="20899"/>
                </a:lnTo>
                <a:lnTo>
                  <a:pt x="0" y="20899"/>
                </a:lnTo>
                <a:lnTo>
                  <a:pt x="0" y="20900"/>
                </a:lnTo>
                <a:lnTo>
                  <a:pt x="0" y="20900"/>
                </a:lnTo>
                <a:lnTo>
                  <a:pt x="0" y="20901"/>
                </a:lnTo>
                <a:lnTo>
                  <a:pt x="0" y="20902"/>
                </a:lnTo>
                <a:lnTo>
                  <a:pt x="0" y="20902"/>
                </a:lnTo>
                <a:lnTo>
                  <a:pt x="0" y="20903"/>
                </a:lnTo>
                <a:lnTo>
                  <a:pt x="0" y="20903"/>
                </a:lnTo>
                <a:lnTo>
                  <a:pt x="0" y="20904"/>
                </a:lnTo>
                <a:lnTo>
                  <a:pt x="0" y="20905"/>
                </a:lnTo>
                <a:lnTo>
                  <a:pt x="0" y="20905"/>
                </a:lnTo>
                <a:lnTo>
                  <a:pt x="0" y="20906"/>
                </a:lnTo>
                <a:lnTo>
                  <a:pt x="0" y="20907"/>
                </a:lnTo>
                <a:lnTo>
                  <a:pt x="0" y="20907"/>
                </a:lnTo>
                <a:lnTo>
                  <a:pt x="0" y="20908"/>
                </a:lnTo>
                <a:lnTo>
                  <a:pt x="0" y="20908"/>
                </a:lnTo>
                <a:lnTo>
                  <a:pt x="0" y="20909"/>
                </a:lnTo>
                <a:lnTo>
                  <a:pt x="0" y="20910"/>
                </a:lnTo>
                <a:lnTo>
                  <a:pt x="0" y="20910"/>
                </a:lnTo>
                <a:lnTo>
                  <a:pt x="0" y="20911"/>
                </a:lnTo>
                <a:lnTo>
                  <a:pt x="0" y="20911"/>
                </a:lnTo>
                <a:lnTo>
                  <a:pt x="0" y="20912"/>
                </a:lnTo>
                <a:lnTo>
                  <a:pt x="0" y="20913"/>
                </a:lnTo>
                <a:lnTo>
                  <a:pt x="0" y="20913"/>
                </a:lnTo>
                <a:lnTo>
                  <a:pt x="0" y="20914"/>
                </a:lnTo>
                <a:lnTo>
                  <a:pt x="0" y="20914"/>
                </a:lnTo>
                <a:lnTo>
                  <a:pt x="0" y="20915"/>
                </a:lnTo>
                <a:lnTo>
                  <a:pt x="0" y="20916"/>
                </a:lnTo>
                <a:lnTo>
                  <a:pt x="0" y="20916"/>
                </a:lnTo>
                <a:lnTo>
                  <a:pt x="0" y="20917"/>
                </a:lnTo>
                <a:lnTo>
                  <a:pt x="0" y="20918"/>
                </a:lnTo>
                <a:lnTo>
                  <a:pt x="0" y="20918"/>
                </a:lnTo>
                <a:lnTo>
                  <a:pt x="0" y="20919"/>
                </a:lnTo>
                <a:lnTo>
                  <a:pt x="0" y="20919"/>
                </a:lnTo>
                <a:lnTo>
                  <a:pt x="0" y="20920"/>
                </a:lnTo>
                <a:lnTo>
                  <a:pt x="0" y="20921"/>
                </a:lnTo>
                <a:lnTo>
                  <a:pt x="0" y="20921"/>
                </a:lnTo>
                <a:lnTo>
                  <a:pt x="0" y="20922"/>
                </a:lnTo>
                <a:lnTo>
                  <a:pt x="0" y="20922"/>
                </a:lnTo>
                <a:lnTo>
                  <a:pt x="0" y="20923"/>
                </a:lnTo>
                <a:lnTo>
                  <a:pt x="0" y="20924"/>
                </a:lnTo>
                <a:lnTo>
                  <a:pt x="0" y="20924"/>
                </a:lnTo>
                <a:lnTo>
                  <a:pt x="0" y="20925"/>
                </a:lnTo>
                <a:lnTo>
                  <a:pt x="0" y="20925"/>
                </a:lnTo>
                <a:lnTo>
                  <a:pt x="0" y="20926"/>
                </a:lnTo>
                <a:lnTo>
                  <a:pt x="0" y="20927"/>
                </a:lnTo>
                <a:lnTo>
                  <a:pt x="0" y="20927"/>
                </a:lnTo>
                <a:lnTo>
                  <a:pt x="0" y="20928"/>
                </a:lnTo>
                <a:lnTo>
                  <a:pt x="0" y="20929"/>
                </a:lnTo>
                <a:lnTo>
                  <a:pt x="0" y="20929"/>
                </a:lnTo>
                <a:lnTo>
                  <a:pt x="0" y="20930"/>
                </a:lnTo>
                <a:lnTo>
                  <a:pt x="0" y="20930"/>
                </a:lnTo>
                <a:lnTo>
                  <a:pt x="0" y="20931"/>
                </a:lnTo>
                <a:lnTo>
                  <a:pt x="0" y="20932"/>
                </a:lnTo>
                <a:lnTo>
                  <a:pt x="0" y="20932"/>
                </a:lnTo>
                <a:lnTo>
                  <a:pt x="0" y="20933"/>
                </a:lnTo>
                <a:lnTo>
                  <a:pt x="0" y="20933"/>
                </a:lnTo>
                <a:lnTo>
                  <a:pt x="0" y="20934"/>
                </a:lnTo>
                <a:lnTo>
                  <a:pt x="0" y="20935"/>
                </a:lnTo>
                <a:lnTo>
                  <a:pt x="0" y="20935"/>
                </a:lnTo>
                <a:lnTo>
                  <a:pt x="0" y="20936"/>
                </a:lnTo>
                <a:lnTo>
                  <a:pt x="0" y="20936"/>
                </a:lnTo>
                <a:lnTo>
                  <a:pt x="0" y="20937"/>
                </a:lnTo>
                <a:lnTo>
                  <a:pt x="0" y="20938"/>
                </a:lnTo>
                <a:lnTo>
                  <a:pt x="0" y="20938"/>
                </a:lnTo>
                <a:lnTo>
                  <a:pt x="0" y="20939"/>
                </a:lnTo>
                <a:lnTo>
                  <a:pt x="0" y="20940"/>
                </a:lnTo>
                <a:lnTo>
                  <a:pt x="0" y="20940"/>
                </a:lnTo>
                <a:lnTo>
                  <a:pt x="0" y="20941"/>
                </a:lnTo>
                <a:lnTo>
                  <a:pt x="0" y="20941"/>
                </a:lnTo>
                <a:lnTo>
                  <a:pt x="0" y="20942"/>
                </a:lnTo>
                <a:lnTo>
                  <a:pt x="0" y="20943"/>
                </a:lnTo>
                <a:lnTo>
                  <a:pt x="0" y="20943"/>
                </a:lnTo>
                <a:lnTo>
                  <a:pt x="0" y="20944"/>
                </a:lnTo>
                <a:lnTo>
                  <a:pt x="0" y="20944"/>
                </a:lnTo>
                <a:lnTo>
                  <a:pt x="0" y="20945"/>
                </a:lnTo>
                <a:lnTo>
                  <a:pt x="0" y="20946"/>
                </a:lnTo>
                <a:lnTo>
                  <a:pt x="0" y="20946"/>
                </a:lnTo>
                <a:lnTo>
                  <a:pt x="0" y="20947"/>
                </a:lnTo>
                <a:lnTo>
                  <a:pt x="0" y="20947"/>
                </a:lnTo>
                <a:lnTo>
                  <a:pt x="0" y="20948"/>
                </a:lnTo>
                <a:lnTo>
                  <a:pt x="0" y="20949"/>
                </a:lnTo>
                <a:lnTo>
                  <a:pt x="0" y="20949"/>
                </a:lnTo>
                <a:lnTo>
                  <a:pt x="0" y="20950"/>
                </a:lnTo>
                <a:lnTo>
                  <a:pt x="0" y="20950"/>
                </a:lnTo>
                <a:lnTo>
                  <a:pt x="0" y="20951"/>
                </a:lnTo>
                <a:lnTo>
                  <a:pt x="0" y="20952"/>
                </a:lnTo>
                <a:lnTo>
                  <a:pt x="0" y="20952"/>
                </a:lnTo>
                <a:lnTo>
                  <a:pt x="0" y="20953"/>
                </a:lnTo>
                <a:lnTo>
                  <a:pt x="0" y="20953"/>
                </a:lnTo>
                <a:lnTo>
                  <a:pt x="0" y="20954"/>
                </a:lnTo>
                <a:lnTo>
                  <a:pt x="0" y="20955"/>
                </a:lnTo>
                <a:lnTo>
                  <a:pt x="0" y="20955"/>
                </a:lnTo>
                <a:lnTo>
                  <a:pt x="0" y="20956"/>
                </a:lnTo>
                <a:lnTo>
                  <a:pt x="0" y="20957"/>
                </a:lnTo>
                <a:lnTo>
                  <a:pt x="0" y="20957"/>
                </a:lnTo>
                <a:lnTo>
                  <a:pt x="0" y="20958"/>
                </a:lnTo>
                <a:lnTo>
                  <a:pt x="0" y="20958"/>
                </a:lnTo>
                <a:lnTo>
                  <a:pt x="0" y="20959"/>
                </a:lnTo>
                <a:lnTo>
                  <a:pt x="0" y="20960"/>
                </a:lnTo>
                <a:lnTo>
                  <a:pt x="0" y="20960"/>
                </a:lnTo>
                <a:lnTo>
                  <a:pt x="0" y="20961"/>
                </a:lnTo>
                <a:lnTo>
                  <a:pt x="0" y="20961"/>
                </a:lnTo>
                <a:lnTo>
                  <a:pt x="0" y="20962"/>
                </a:lnTo>
                <a:lnTo>
                  <a:pt x="0" y="20963"/>
                </a:lnTo>
                <a:lnTo>
                  <a:pt x="0" y="20963"/>
                </a:lnTo>
                <a:lnTo>
                  <a:pt x="0" y="20964"/>
                </a:lnTo>
                <a:lnTo>
                  <a:pt x="0" y="20964"/>
                </a:lnTo>
                <a:lnTo>
                  <a:pt x="0" y="20965"/>
                </a:lnTo>
                <a:lnTo>
                  <a:pt x="0" y="20966"/>
                </a:lnTo>
                <a:lnTo>
                  <a:pt x="0" y="20966"/>
                </a:lnTo>
                <a:lnTo>
                  <a:pt x="0" y="20967"/>
                </a:lnTo>
                <a:lnTo>
                  <a:pt x="0" y="20967"/>
                </a:lnTo>
                <a:lnTo>
                  <a:pt x="0" y="20968"/>
                </a:lnTo>
                <a:lnTo>
                  <a:pt x="0" y="20969"/>
                </a:lnTo>
                <a:lnTo>
                  <a:pt x="0" y="20969"/>
                </a:lnTo>
                <a:lnTo>
                  <a:pt x="0" y="20970"/>
                </a:lnTo>
                <a:lnTo>
                  <a:pt x="0" y="20970"/>
                </a:lnTo>
                <a:lnTo>
                  <a:pt x="0" y="20971"/>
                </a:lnTo>
                <a:lnTo>
                  <a:pt x="0" y="20972"/>
                </a:lnTo>
                <a:lnTo>
                  <a:pt x="0" y="20972"/>
                </a:lnTo>
                <a:lnTo>
                  <a:pt x="0" y="20973"/>
                </a:lnTo>
                <a:lnTo>
                  <a:pt x="0" y="20973"/>
                </a:lnTo>
                <a:lnTo>
                  <a:pt x="0" y="20974"/>
                </a:lnTo>
                <a:lnTo>
                  <a:pt x="0" y="20975"/>
                </a:lnTo>
                <a:lnTo>
                  <a:pt x="0" y="20975"/>
                </a:lnTo>
                <a:lnTo>
                  <a:pt x="0" y="20976"/>
                </a:lnTo>
                <a:lnTo>
                  <a:pt x="0" y="20976"/>
                </a:lnTo>
                <a:lnTo>
                  <a:pt x="0" y="20977"/>
                </a:lnTo>
                <a:lnTo>
                  <a:pt x="0" y="20978"/>
                </a:lnTo>
                <a:lnTo>
                  <a:pt x="0" y="20978"/>
                </a:lnTo>
                <a:lnTo>
                  <a:pt x="0" y="20979"/>
                </a:lnTo>
                <a:lnTo>
                  <a:pt x="0" y="20980"/>
                </a:lnTo>
                <a:lnTo>
                  <a:pt x="0" y="20980"/>
                </a:lnTo>
                <a:lnTo>
                  <a:pt x="0" y="20981"/>
                </a:lnTo>
                <a:lnTo>
                  <a:pt x="0" y="20981"/>
                </a:lnTo>
                <a:lnTo>
                  <a:pt x="0" y="20982"/>
                </a:lnTo>
                <a:lnTo>
                  <a:pt x="0" y="20983"/>
                </a:lnTo>
                <a:lnTo>
                  <a:pt x="0" y="20983"/>
                </a:lnTo>
                <a:lnTo>
                  <a:pt x="0" y="20984"/>
                </a:lnTo>
                <a:lnTo>
                  <a:pt x="0" y="20984"/>
                </a:lnTo>
                <a:lnTo>
                  <a:pt x="0" y="20985"/>
                </a:lnTo>
                <a:lnTo>
                  <a:pt x="0" y="20986"/>
                </a:lnTo>
                <a:lnTo>
                  <a:pt x="0" y="20986"/>
                </a:lnTo>
                <a:lnTo>
                  <a:pt x="0" y="20987"/>
                </a:lnTo>
                <a:lnTo>
                  <a:pt x="0" y="20987"/>
                </a:lnTo>
                <a:lnTo>
                  <a:pt x="0" y="20988"/>
                </a:lnTo>
                <a:lnTo>
                  <a:pt x="0" y="20989"/>
                </a:lnTo>
                <a:lnTo>
                  <a:pt x="0" y="20989"/>
                </a:lnTo>
                <a:lnTo>
                  <a:pt x="0" y="20990"/>
                </a:lnTo>
                <a:lnTo>
                  <a:pt x="0" y="20990"/>
                </a:lnTo>
                <a:lnTo>
                  <a:pt x="0" y="20991"/>
                </a:lnTo>
                <a:lnTo>
                  <a:pt x="0" y="20992"/>
                </a:lnTo>
                <a:lnTo>
                  <a:pt x="0" y="20992"/>
                </a:lnTo>
                <a:lnTo>
                  <a:pt x="0" y="20993"/>
                </a:lnTo>
                <a:lnTo>
                  <a:pt x="0" y="20993"/>
                </a:lnTo>
                <a:lnTo>
                  <a:pt x="0" y="20994"/>
                </a:lnTo>
                <a:lnTo>
                  <a:pt x="0" y="20995"/>
                </a:lnTo>
                <a:lnTo>
                  <a:pt x="0" y="20995"/>
                </a:lnTo>
                <a:lnTo>
                  <a:pt x="0" y="20996"/>
                </a:lnTo>
                <a:lnTo>
                  <a:pt x="0" y="20996"/>
                </a:lnTo>
                <a:lnTo>
                  <a:pt x="0" y="20997"/>
                </a:lnTo>
                <a:lnTo>
                  <a:pt x="0" y="20998"/>
                </a:lnTo>
                <a:lnTo>
                  <a:pt x="0" y="20998"/>
                </a:lnTo>
                <a:lnTo>
                  <a:pt x="0" y="20999"/>
                </a:lnTo>
                <a:lnTo>
                  <a:pt x="0" y="20999"/>
                </a:lnTo>
                <a:lnTo>
                  <a:pt x="0" y="21000"/>
                </a:lnTo>
                <a:lnTo>
                  <a:pt x="0" y="21001"/>
                </a:lnTo>
                <a:lnTo>
                  <a:pt x="0" y="21001"/>
                </a:lnTo>
                <a:lnTo>
                  <a:pt x="0" y="21002"/>
                </a:lnTo>
                <a:lnTo>
                  <a:pt x="0" y="21002"/>
                </a:lnTo>
                <a:lnTo>
                  <a:pt x="0" y="21003"/>
                </a:lnTo>
                <a:lnTo>
                  <a:pt x="0" y="21004"/>
                </a:lnTo>
                <a:lnTo>
                  <a:pt x="0" y="21004"/>
                </a:lnTo>
                <a:lnTo>
                  <a:pt x="0" y="21005"/>
                </a:lnTo>
                <a:lnTo>
                  <a:pt x="0" y="21005"/>
                </a:lnTo>
                <a:lnTo>
                  <a:pt x="0" y="21006"/>
                </a:lnTo>
                <a:lnTo>
                  <a:pt x="0" y="21007"/>
                </a:lnTo>
                <a:lnTo>
                  <a:pt x="0" y="21007"/>
                </a:lnTo>
                <a:lnTo>
                  <a:pt x="0" y="21008"/>
                </a:lnTo>
                <a:lnTo>
                  <a:pt x="0" y="21008"/>
                </a:lnTo>
                <a:lnTo>
                  <a:pt x="0" y="21009"/>
                </a:lnTo>
                <a:lnTo>
                  <a:pt x="0" y="21010"/>
                </a:lnTo>
                <a:lnTo>
                  <a:pt x="0" y="21010"/>
                </a:lnTo>
                <a:lnTo>
                  <a:pt x="0" y="21011"/>
                </a:lnTo>
                <a:lnTo>
                  <a:pt x="0" y="21011"/>
                </a:lnTo>
                <a:lnTo>
                  <a:pt x="0" y="21012"/>
                </a:lnTo>
                <a:lnTo>
                  <a:pt x="0" y="21013"/>
                </a:lnTo>
                <a:lnTo>
                  <a:pt x="0" y="21013"/>
                </a:lnTo>
                <a:lnTo>
                  <a:pt x="0" y="21014"/>
                </a:lnTo>
                <a:lnTo>
                  <a:pt x="0" y="21014"/>
                </a:lnTo>
                <a:lnTo>
                  <a:pt x="0" y="21015"/>
                </a:lnTo>
                <a:lnTo>
                  <a:pt x="0" y="21016"/>
                </a:lnTo>
                <a:lnTo>
                  <a:pt x="0" y="21016"/>
                </a:lnTo>
                <a:lnTo>
                  <a:pt x="0" y="21017"/>
                </a:lnTo>
                <a:lnTo>
                  <a:pt x="0" y="21017"/>
                </a:lnTo>
                <a:lnTo>
                  <a:pt x="0" y="21018"/>
                </a:lnTo>
                <a:lnTo>
                  <a:pt x="0" y="21019"/>
                </a:lnTo>
                <a:lnTo>
                  <a:pt x="0" y="21019"/>
                </a:lnTo>
                <a:lnTo>
                  <a:pt x="0" y="21020"/>
                </a:lnTo>
                <a:lnTo>
                  <a:pt x="0" y="21020"/>
                </a:lnTo>
                <a:lnTo>
                  <a:pt x="0" y="21021"/>
                </a:lnTo>
                <a:lnTo>
                  <a:pt x="0" y="21022"/>
                </a:lnTo>
                <a:lnTo>
                  <a:pt x="0" y="21022"/>
                </a:lnTo>
                <a:lnTo>
                  <a:pt x="0" y="21023"/>
                </a:lnTo>
                <a:lnTo>
                  <a:pt x="0" y="21023"/>
                </a:lnTo>
                <a:lnTo>
                  <a:pt x="0" y="21024"/>
                </a:lnTo>
                <a:lnTo>
                  <a:pt x="0" y="21025"/>
                </a:lnTo>
                <a:lnTo>
                  <a:pt x="0" y="21025"/>
                </a:lnTo>
                <a:lnTo>
                  <a:pt x="0" y="21026"/>
                </a:lnTo>
                <a:lnTo>
                  <a:pt x="0" y="21026"/>
                </a:lnTo>
                <a:lnTo>
                  <a:pt x="0" y="21027"/>
                </a:lnTo>
                <a:lnTo>
                  <a:pt x="0" y="21028"/>
                </a:lnTo>
                <a:lnTo>
                  <a:pt x="0" y="21028"/>
                </a:lnTo>
                <a:lnTo>
                  <a:pt x="0" y="21029"/>
                </a:lnTo>
                <a:lnTo>
                  <a:pt x="0" y="21029"/>
                </a:lnTo>
                <a:lnTo>
                  <a:pt x="0" y="21030"/>
                </a:lnTo>
                <a:lnTo>
                  <a:pt x="0" y="21031"/>
                </a:lnTo>
                <a:lnTo>
                  <a:pt x="0" y="21031"/>
                </a:lnTo>
                <a:lnTo>
                  <a:pt x="0" y="21032"/>
                </a:lnTo>
                <a:lnTo>
                  <a:pt x="0" y="21032"/>
                </a:lnTo>
                <a:lnTo>
                  <a:pt x="0" y="21033"/>
                </a:lnTo>
                <a:lnTo>
                  <a:pt x="0" y="21034"/>
                </a:lnTo>
                <a:lnTo>
                  <a:pt x="0" y="21034"/>
                </a:lnTo>
                <a:lnTo>
                  <a:pt x="0" y="21035"/>
                </a:lnTo>
                <a:lnTo>
                  <a:pt x="0" y="21035"/>
                </a:lnTo>
                <a:lnTo>
                  <a:pt x="0" y="21036"/>
                </a:lnTo>
                <a:lnTo>
                  <a:pt x="0" y="21036"/>
                </a:lnTo>
                <a:lnTo>
                  <a:pt x="0" y="21037"/>
                </a:lnTo>
                <a:lnTo>
                  <a:pt x="0" y="21038"/>
                </a:lnTo>
                <a:lnTo>
                  <a:pt x="0" y="21038"/>
                </a:lnTo>
                <a:lnTo>
                  <a:pt x="0" y="21039"/>
                </a:lnTo>
                <a:lnTo>
                  <a:pt x="0" y="21039"/>
                </a:lnTo>
                <a:lnTo>
                  <a:pt x="0" y="21040"/>
                </a:lnTo>
                <a:lnTo>
                  <a:pt x="0" y="21041"/>
                </a:lnTo>
                <a:lnTo>
                  <a:pt x="0" y="21041"/>
                </a:lnTo>
                <a:lnTo>
                  <a:pt x="0" y="21042"/>
                </a:lnTo>
                <a:lnTo>
                  <a:pt x="0" y="21042"/>
                </a:lnTo>
                <a:lnTo>
                  <a:pt x="0" y="21043"/>
                </a:lnTo>
                <a:lnTo>
                  <a:pt x="0" y="21044"/>
                </a:lnTo>
                <a:lnTo>
                  <a:pt x="0" y="21044"/>
                </a:lnTo>
                <a:lnTo>
                  <a:pt x="0" y="21045"/>
                </a:lnTo>
                <a:lnTo>
                  <a:pt x="0" y="21045"/>
                </a:lnTo>
                <a:lnTo>
                  <a:pt x="0" y="21046"/>
                </a:lnTo>
                <a:lnTo>
                  <a:pt x="0" y="21047"/>
                </a:lnTo>
                <a:lnTo>
                  <a:pt x="0" y="21047"/>
                </a:lnTo>
                <a:lnTo>
                  <a:pt x="0" y="21048"/>
                </a:lnTo>
                <a:lnTo>
                  <a:pt x="0" y="21048"/>
                </a:lnTo>
                <a:lnTo>
                  <a:pt x="0" y="21049"/>
                </a:lnTo>
                <a:lnTo>
                  <a:pt x="0" y="21050"/>
                </a:lnTo>
                <a:lnTo>
                  <a:pt x="0" y="21050"/>
                </a:lnTo>
                <a:lnTo>
                  <a:pt x="0" y="21051"/>
                </a:lnTo>
                <a:lnTo>
                  <a:pt x="0" y="21051"/>
                </a:lnTo>
                <a:lnTo>
                  <a:pt x="0" y="21052"/>
                </a:lnTo>
                <a:lnTo>
                  <a:pt x="0" y="21053"/>
                </a:lnTo>
                <a:lnTo>
                  <a:pt x="0" y="21053"/>
                </a:lnTo>
                <a:lnTo>
                  <a:pt x="0" y="21054"/>
                </a:lnTo>
                <a:lnTo>
                  <a:pt x="0" y="21054"/>
                </a:lnTo>
                <a:lnTo>
                  <a:pt x="0" y="21055"/>
                </a:lnTo>
                <a:lnTo>
                  <a:pt x="0" y="21056"/>
                </a:lnTo>
                <a:lnTo>
                  <a:pt x="0" y="21056"/>
                </a:lnTo>
                <a:lnTo>
                  <a:pt x="0" y="21057"/>
                </a:lnTo>
                <a:lnTo>
                  <a:pt x="0" y="21057"/>
                </a:lnTo>
                <a:lnTo>
                  <a:pt x="0" y="21058"/>
                </a:lnTo>
                <a:lnTo>
                  <a:pt x="0" y="21059"/>
                </a:lnTo>
                <a:lnTo>
                  <a:pt x="0" y="21059"/>
                </a:lnTo>
                <a:lnTo>
                  <a:pt x="0" y="21060"/>
                </a:lnTo>
                <a:lnTo>
                  <a:pt x="0" y="21060"/>
                </a:lnTo>
                <a:lnTo>
                  <a:pt x="0" y="21061"/>
                </a:lnTo>
                <a:lnTo>
                  <a:pt x="0" y="21061"/>
                </a:lnTo>
                <a:lnTo>
                  <a:pt x="0" y="21062"/>
                </a:lnTo>
                <a:lnTo>
                  <a:pt x="0" y="21063"/>
                </a:lnTo>
                <a:lnTo>
                  <a:pt x="0" y="21063"/>
                </a:lnTo>
                <a:lnTo>
                  <a:pt x="0" y="21064"/>
                </a:lnTo>
                <a:lnTo>
                  <a:pt x="0" y="21064"/>
                </a:lnTo>
                <a:lnTo>
                  <a:pt x="0" y="21065"/>
                </a:lnTo>
                <a:lnTo>
                  <a:pt x="0" y="21066"/>
                </a:lnTo>
                <a:lnTo>
                  <a:pt x="0" y="21066"/>
                </a:lnTo>
                <a:lnTo>
                  <a:pt x="0" y="21067"/>
                </a:lnTo>
                <a:lnTo>
                  <a:pt x="0" y="21067"/>
                </a:lnTo>
                <a:lnTo>
                  <a:pt x="0" y="21068"/>
                </a:lnTo>
                <a:lnTo>
                  <a:pt x="0" y="21069"/>
                </a:lnTo>
                <a:lnTo>
                  <a:pt x="0" y="21069"/>
                </a:lnTo>
                <a:lnTo>
                  <a:pt x="0" y="21070"/>
                </a:lnTo>
                <a:lnTo>
                  <a:pt x="0" y="21070"/>
                </a:lnTo>
                <a:lnTo>
                  <a:pt x="0" y="21071"/>
                </a:lnTo>
                <a:lnTo>
                  <a:pt x="0" y="21072"/>
                </a:lnTo>
                <a:lnTo>
                  <a:pt x="0" y="21072"/>
                </a:lnTo>
                <a:lnTo>
                  <a:pt x="0" y="21073"/>
                </a:lnTo>
                <a:lnTo>
                  <a:pt x="0" y="21073"/>
                </a:lnTo>
                <a:lnTo>
                  <a:pt x="0" y="21074"/>
                </a:lnTo>
                <a:lnTo>
                  <a:pt x="0" y="21074"/>
                </a:lnTo>
                <a:lnTo>
                  <a:pt x="0" y="21075"/>
                </a:lnTo>
                <a:lnTo>
                  <a:pt x="0" y="21076"/>
                </a:lnTo>
                <a:lnTo>
                  <a:pt x="0" y="21076"/>
                </a:lnTo>
                <a:lnTo>
                  <a:pt x="0" y="21077"/>
                </a:lnTo>
                <a:lnTo>
                  <a:pt x="0" y="21077"/>
                </a:lnTo>
                <a:lnTo>
                  <a:pt x="0" y="21078"/>
                </a:lnTo>
                <a:lnTo>
                  <a:pt x="0" y="21079"/>
                </a:lnTo>
                <a:lnTo>
                  <a:pt x="0" y="21079"/>
                </a:lnTo>
                <a:lnTo>
                  <a:pt x="0" y="21080"/>
                </a:lnTo>
                <a:lnTo>
                  <a:pt x="0" y="21080"/>
                </a:lnTo>
                <a:lnTo>
                  <a:pt x="0" y="21081"/>
                </a:lnTo>
                <a:lnTo>
                  <a:pt x="0" y="21082"/>
                </a:lnTo>
                <a:lnTo>
                  <a:pt x="0" y="21082"/>
                </a:lnTo>
                <a:lnTo>
                  <a:pt x="0" y="21083"/>
                </a:lnTo>
                <a:lnTo>
                  <a:pt x="0" y="21083"/>
                </a:lnTo>
                <a:lnTo>
                  <a:pt x="0" y="21084"/>
                </a:lnTo>
                <a:lnTo>
                  <a:pt x="0" y="21085"/>
                </a:lnTo>
                <a:lnTo>
                  <a:pt x="0" y="21085"/>
                </a:lnTo>
                <a:lnTo>
                  <a:pt x="0" y="21086"/>
                </a:lnTo>
                <a:lnTo>
                  <a:pt x="0" y="21086"/>
                </a:lnTo>
                <a:lnTo>
                  <a:pt x="0" y="21087"/>
                </a:lnTo>
                <a:lnTo>
                  <a:pt x="0" y="21087"/>
                </a:lnTo>
                <a:lnTo>
                  <a:pt x="0" y="21088"/>
                </a:lnTo>
                <a:lnTo>
                  <a:pt x="0" y="21089"/>
                </a:lnTo>
                <a:lnTo>
                  <a:pt x="0" y="21089"/>
                </a:lnTo>
                <a:lnTo>
                  <a:pt x="0" y="21090"/>
                </a:lnTo>
                <a:lnTo>
                  <a:pt x="0" y="21090"/>
                </a:lnTo>
                <a:lnTo>
                  <a:pt x="0" y="21091"/>
                </a:lnTo>
                <a:lnTo>
                  <a:pt x="0" y="21092"/>
                </a:lnTo>
                <a:lnTo>
                  <a:pt x="0" y="21092"/>
                </a:lnTo>
                <a:lnTo>
                  <a:pt x="0" y="21093"/>
                </a:lnTo>
                <a:lnTo>
                  <a:pt x="0" y="21093"/>
                </a:lnTo>
                <a:lnTo>
                  <a:pt x="0" y="21094"/>
                </a:lnTo>
                <a:lnTo>
                  <a:pt x="0" y="21095"/>
                </a:lnTo>
                <a:lnTo>
                  <a:pt x="0" y="21095"/>
                </a:lnTo>
                <a:lnTo>
                  <a:pt x="0" y="21096"/>
                </a:lnTo>
                <a:lnTo>
                  <a:pt x="0" y="21096"/>
                </a:lnTo>
                <a:lnTo>
                  <a:pt x="0" y="21097"/>
                </a:lnTo>
                <a:lnTo>
                  <a:pt x="0" y="21098"/>
                </a:lnTo>
                <a:lnTo>
                  <a:pt x="0" y="21098"/>
                </a:lnTo>
                <a:lnTo>
                  <a:pt x="0" y="21099"/>
                </a:lnTo>
                <a:lnTo>
                  <a:pt x="0" y="21099"/>
                </a:lnTo>
                <a:lnTo>
                  <a:pt x="0" y="21100"/>
                </a:lnTo>
                <a:lnTo>
                  <a:pt x="0" y="21100"/>
                </a:lnTo>
                <a:lnTo>
                  <a:pt x="0" y="21101"/>
                </a:lnTo>
                <a:lnTo>
                  <a:pt x="0" y="21102"/>
                </a:lnTo>
                <a:lnTo>
                  <a:pt x="0" y="21102"/>
                </a:lnTo>
                <a:lnTo>
                  <a:pt x="0" y="21103"/>
                </a:lnTo>
                <a:lnTo>
                  <a:pt x="0" y="21103"/>
                </a:lnTo>
                <a:lnTo>
                  <a:pt x="0" y="21104"/>
                </a:lnTo>
                <a:lnTo>
                  <a:pt x="0" y="21105"/>
                </a:lnTo>
                <a:lnTo>
                  <a:pt x="0" y="21105"/>
                </a:lnTo>
                <a:lnTo>
                  <a:pt x="0" y="21106"/>
                </a:lnTo>
                <a:lnTo>
                  <a:pt x="0" y="21106"/>
                </a:lnTo>
                <a:lnTo>
                  <a:pt x="0" y="21107"/>
                </a:lnTo>
                <a:lnTo>
                  <a:pt x="0" y="21107"/>
                </a:lnTo>
                <a:lnTo>
                  <a:pt x="0" y="21108"/>
                </a:lnTo>
                <a:lnTo>
                  <a:pt x="0" y="21109"/>
                </a:lnTo>
                <a:lnTo>
                  <a:pt x="0" y="21109"/>
                </a:lnTo>
                <a:lnTo>
                  <a:pt x="0" y="21110"/>
                </a:lnTo>
                <a:lnTo>
                  <a:pt x="0" y="21110"/>
                </a:lnTo>
                <a:lnTo>
                  <a:pt x="0" y="21111"/>
                </a:lnTo>
                <a:lnTo>
                  <a:pt x="0" y="21112"/>
                </a:lnTo>
                <a:lnTo>
                  <a:pt x="0" y="21112"/>
                </a:lnTo>
                <a:lnTo>
                  <a:pt x="0" y="21113"/>
                </a:lnTo>
                <a:lnTo>
                  <a:pt x="0" y="21113"/>
                </a:lnTo>
                <a:lnTo>
                  <a:pt x="0" y="21114"/>
                </a:lnTo>
                <a:lnTo>
                  <a:pt x="0" y="21115"/>
                </a:lnTo>
                <a:lnTo>
                  <a:pt x="0" y="21115"/>
                </a:lnTo>
                <a:lnTo>
                  <a:pt x="0" y="21116"/>
                </a:lnTo>
                <a:lnTo>
                  <a:pt x="0" y="21116"/>
                </a:lnTo>
                <a:lnTo>
                  <a:pt x="0" y="21117"/>
                </a:lnTo>
                <a:lnTo>
                  <a:pt x="0" y="21117"/>
                </a:lnTo>
                <a:lnTo>
                  <a:pt x="0" y="21118"/>
                </a:lnTo>
                <a:lnTo>
                  <a:pt x="0" y="21119"/>
                </a:lnTo>
                <a:lnTo>
                  <a:pt x="0" y="21119"/>
                </a:lnTo>
                <a:lnTo>
                  <a:pt x="0" y="21120"/>
                </a:lnTo>
                <a:lnTo>
                  <a:pt x="0" y="21120"/>
                </a:lnTo>
                <a:lnTo>
                  <a:pt x="0" y="21121"/>
                </a:lnTo>
                <a:lnTo>
                  <a:pt x="0" y="21122"/>
                </a:lnTo>
                <a:lnTo>
                  <a:pt x="0" y="21122"/>
                </a:lnTo>
                <a:lnTo>
                  <a:pt x="0" y="21123"/>
                </a:lnTo>
                <a:lnTo>
                  <a:pt x="0" y="21123"/>
                </a:lnTo>
                <a:lnTo>
                  <a:pt x="0" y="21124"/>
                </a:lnTo>
                <a:lnTo>
                  <a:pt x="0" y="21124"/>
                </a:lnTo>
                <a:lnTo>
                  <a:pt x="0" y="21125"/>
                </a:lnTo>
                <a:lnTo>
                  <a:pt x="0" y="21126"/>
                </a:lnTo>
                <a:lnTo>
                  <a:pt x="0" y="21126"/>
                </a:lnTo>
                <a:lnTo>
                  <a:pt x="0" y="21127"/>
                </a:lnTo>
                <a:lnTo>
                  <a:pt x="0" y="21127"/>
                </a:lnTo>
                <a:lnTo>
                  <a:pt x="0" y="21128"/>
                </a:lnTo>
                <a:lnTo>
                  <a:pt x="0" y="21129"/>
                </a:lnTo>
                <a:lnTo>
                  <a:pt x="0" y="21129"/>
                </a:lnTo>
                <a:lnTo>
                  <a:pt x="0" y="21130"/>
                </a:lnTo>
                <a:lnTo>
                  <a:pt x="0" y="21130"/>
                </a:lnTo>
                <a:lnTo>
                  <a:pt x="0" y="21131"/>
                </a:lnTo>
                <a:lnTo>
                  <a:pt x="0" y="21131"/>
                </a:lnTo>
                <a:lnTo>
                  <a:pt x="0" y="21132"/>
                </a:lnTo>
                <a:lnTo>
                  <a:pt x="0" y="21133"/>
                </a:lnTo>
                <a:lnTo>
                  <a:pt x="0" y="21133"/>
                </a:lnTo>
                <a:lnTo>
                  <a:pt x="0" y="21134"/>
                </a:lnTo>
                <a:lnTo>
                  <a:pt x="0" y="21134"/>
                </a:lnTo>
                <a:lnTo>
                  <a:pt x="0" y="21135"/>
                </a:lnTo>
                <a:lnTo>
                  <a:pt x="0" y="21136"/>
                </a:lnTo>
                <a:lnTo>
                  <a:pt x="0" y="21136"/>
                </a:lnTo>
                <a:lnTo>
                  <a:pt x="0" y="21137"/>
                </a:lnTo>
                <a:lnTo>
                  <a:pt x="0" y="21137"/>
                </a:lnTo>
                <a:lnTo>
                  <a:pt x="0" y="21138"/>
                </a:lnTo>
                <a:lnTo>
                  <a:pt x="0" y="21138"/>
                </a:lnTo>
                <a:lnTo>
                  <a:pt x="0" y="21139"/>
                </a:lnTo>
                <a:lnTo>
                  <a:pt x="0" y="21140"/>
                </a:lnTo>
                <a:lnTo>
                  <a:pt x="0" y="21140"/>
                </a:lnTo>
                <a:lnTo>
                  <a:pt x="0" y="21141"/>
                </a:lnTo>
                <a:lnTo>
                  <a:pt x="0" y="21141"/>
                </a:lnTo>
                <a:lnTo>
                  <a:pt x="0" y="21142"/>
                </a:lnTo>
                <a:lnTo>
                  <a:pt x="0" y="21143"/>
                </a:lnTo>
                <a:lnTo>
                  <a:pt x="0" y="21143"/>
                </a:lnTo>
                <a:lnTo>
                  <a:pt x="0" y="21144"/>
                </a:lnTo>
                <a:lnTo>
                  <a:pt x="0" y="21144"/>
                </a:lnTo>
                <a:lnTo>
                  <a:pt x="0" y="21145"/>
                </a:lnTo>
                <a:lnTo>
                  <a:pt x="0" y="21145"/>
                </a:lnTo>
                <a:lnTo>
                  <a:pt x="0" y="21146"/>
                </a:lnTo>
                <a:lnTo>
                  <a:pt x="0" y="21147"/>
                </a:lnTo>
                <a:lnTo>
                  <a:pt x="0" y="21147"/>
                </a:lnTo>
                <a:lnTo>
                  <a:pt x="0" y="21148"/>
                </a:lnTo>
                <a:lnTo>
                  <a:pt x="0" y="21148"/>
                </a:lnTo>
                <a:lnTo>
                  <a:pt x="0" y="21149"/>
                </a:lnTo>
                <a:lnTo>
                  <a:pt x="0" y="21150"/>
                </a:lnTo>
                <a:lnTo>
                  <a:pt x="0" y="21150"/>
                </a:lnTo>
                <a:lnTo>
                  <a:pt x="0" y="21151"/>
                </a:lnTo>
                <a:lnTo>
                  <a:pt x="0" y="21151"/>
                </a:lnTo>
                <a:lnTo>
                  <a:pt x="0" y="21152"/>
                </a:lnTo>
                <a:lnTo>
                  <a:pt x="0" y="21152"/>
                </a:lnTo>
                <a:lnTo>
                  <a:pt x="0" y="21153"/>
                </a:lnTo>
                <a:lnTo>
                  <a:pt x="0" y="21154"/>
                </a:lnTo>
                <a:lnTo>
                  <a:pt x="0" y="21154"/>
                </a:lnTo>
                <a:lnTo>
                  <a:pt x="0" y="21155"/>
                </a:lnTo>
                <a:lnTo>
                  <a:pt x="0" y="21155"/>
                </a:lnTo>
                <a:lnTo>
                  <a:pt x="0" y="21156"/>
                </a:lnTo>
                <a:lnTo>
                  <a:pt x="0" y="21157"/>
                </a:lnTo>
                <a:lnTo>
                  <a:pt x="0" y="21157"/>
                </a:lnTo>
                <a:lnTo>
                  <a:pt x="0" y="21158"/>
                </a:lnTo>
                <a:lnTo>
                  <a:pt x="0" y="21158"/>
                </a:lnTo>
                <a:lnTo>
                  <a:pt x="0" y="21159"/>
                </a:lnTo>
                <a:lnTo>
                  <a:pt x="0" y="21159"/>
                </a:lnTo>
                <a:lnTo>
                  <a:pt x="0" y="21160"/>
                </a:lnTo>
                <a:lnTo>
                  <a:pt x="0" y="21161"/>
                </a:lnTo>
                <a:lnTo>
                  <a:pt x="0" y="21161"/>
                </a:lnTo>
                <a:lnTo>
                  <a:pt x="0" y="21162"/>
                </a:lnTo>
                <a:lnTo>
                  <a:pt x="0" y="21162"/>
                </a:lnTo>
                <a:lnTo>
                  <a:pt x="0" y="21163"/>
                </a:lnTo>
                <a:lnTo>
                  <a:pt x="0" y="21163"/>
                </a:lnTo>
                <a:lnTo>
                  <a:pt x="0" y="21164"/>
                </a:lnTo>
                <a:lnTo>
                  <a:pt x="0" y="21165"/>
                </a:lnTo>
                <a:lnTo>
                  <a:pt x="0" y="21165"/>
                </a:lnTo>
                <a:lnTo>
                  <a:pt x="0" y="21166"/>
                </a:lnTo>
                <a:lnTo>
                  <a:pt x="0" y="21166"/>
                </a:lnTo>
                <a:lnTo>
                  <a:pt x="0" y="21167"/>
                </a:lnTo>
                <a:lnTo>
                  <a:pt x="0" y="21168"/>
                </a:lnTo>
                <a:lnTo>
                  <a:pt x="0" y="21168"/>
                </a:lnTo>
                <a:lnTo>
                  <a:pt x="0" y="21169"/>
                </a:lnTo>
                <a:lnTo>
                  <a:pt x="0" y="21169"/>
                </a:lnTo>
                <a:lnTo>
                  <a:pt x="0" y="21170"/>
                </a:lnTo>
                <a:lnTo>
                  <a:pt x="0" y="21170"/>
                </a:lnTo>
                <a:lnTo>
                  <a:pt x="0" y="21171"/>
                </a:lnTo>
                <a:lnTo>
                  <a:pt x="0" y="21172"/>
                </a:lnTo>
                <a:lnTo>
                  <a:pt x="0" y="21172"/>
                </a:lnTo>
                <a:lnTo>
                  <a:pt x="0" y="21173"/>
                </a:lnTo>
                <a:lnTo>
                  <a:pt x="0" y="21173"/>
                </a:lnTo>
                <a:lnTo>
                  <a:pt x="0" y="21174"/>
                </a:lnTo>
                <a:lnTo>
                  <a:pt x="0" y="21174"/>
                </a:lnTo>
                <a:lnTo>
                  <a:pt x="0" y="21175"/>
                </a:lnTo>
                <a:lnTo>
                  <a:pt x="0" y="21176"/>
                </a:lnTo>
                <a:lnTo>
                  <a:pt x="0" y="21176"/>
                </a:lnTo>
                <a:lnTo>
                  <a:pt x="0" y="21177"/>
                </a:lnTo>
                <a:lnTo>
                  <a:pt x="0" y="21177"/>
                </a:lnTo>
                <a:lnTo>
                  <a:pt x="0" y="21178"/>
                </a:lnTo>
                <a:lnTo>
                  <a:pt x="0" y="21179"/>
                </a:lnTo>
                <a:lnTo>
                  <a:pt x="0" y="21179"/>
                </a:lnTo>
                <a:lnTo>
                  <a:pt x="0" y="21180"/>
                </a:lnTo>
                <a:lnTo>
                  <a:pt x="0" y="21180"/>
                </a:lnTo>
                <a:lnTo>
                  <a:pt x="0" y="21181"/>
                </a:lnTo>
                <a:lnTo>
                  <a:pt x="0" y="21181"/>
                </a:lnTo>
                <a:lnTo>
                  <a:pt x="0" y="21182"/>
                </a:lnTo>
                <a:lnTo>
                  <a:pt x="0" y="21183"/>
                </a:lnTo>
                <a:lnTo>
                  <a:pt x="0" y="21183"/>
                </a:lnTo>
                <a:lnTo>
                  <a:pt x="0" y="21184"/>
                </a:lnTo>
                <a:lnTo>
                  <a:pt x="0" y="21184"/>
                </a:lnTo>
                <a:lnTo>
                  <a:pt x="0" y="21185"/>
                </a:lnTo>
                <a:lnTo>
                  <a:pt x="0" y="21185"/>
                </a:lnTo>
                <a:lnTo>
                  <a:pt x="0" y="21186"/>
                </a:lnTo>
                <a:lnTo>
                  <a:pt x="0" y="21187"/>
                </a:lnTo>
                <a:lnTo>
                  <a:pt x="0" y="21187"/>
                </a:lnTo>
                <a:lnTo>
                  <a:pt x="0" y="21188"/>
                </a:lnTo>
                <a:lnTo>
                  <a:pt x="0" y="21188"/>
                </a:lnTo>
                <a:lnTo>
                  <a:pt x="0" y="21189"/>
                </a:lnTo>
                <a:lnTo>
                  <a:pt x="0" y="21189"/>
                </a:lnTo>
                <a:lnTo>
                  <a:pt x="0" y="21190"/>
                </a:lnTo>
                <a:lnTo>
                  <a:pt x="0" y="21191"/>
                </a:lnTo>
                <a:lnTo>
                  <a:pt x="0" y="21191"/>
                </a:lnTo>
                <a:lnTo>
                  <a:pt x="0" y="21192"/>
                </a:lnTo>
                <a:lnTo>
                  <a:pt x="0" y="21192"/>
                </a:lnTo>
                <a:lnTo>
                  <a:pt x="0" y="21193"/>
                </a:lnTo>
                <a:lnTo>
                  <a:pt x="0" y="21193"/>
                </a:lnTo>
                <a:lnTo>
                  <a:pt x="0" y="21194"/>
                </a:lnTo>
                <a:lnTo>
                  <a:pt x="0" y="21195"/>
                </a:lnTo>
                <a:lnTo>
                  <a:pt x="0" y="21195"/>
                </a:lnTo>
                <a:lnTo>
                  <a:pt x="0" y="21196"/>
                </a:lnTo>
                <a:lnTo>
                  <a:pt x="0" y="21196"/>
                </a:lnTo>
                <a:lnTo>
                  <a:pt x="0" y="21197"/>
                </a:lnTo>
                <a:lnTo>
                  <a:pt x="0" y="21198"/>
                </a:lnTo>
                <a:lnTo>
                  <a:pt x="0" y="21198"/>
                </a:lnTo>
                <a:lnTo>
                  <a:pt x="0" y="21199"/>
                </a:lnTo>
                <a:lnTo>
                  <a:pt x="0" y="21199"/>
                </a:lnTo>
                <a:lnTo>
                  <a:pt x="0" y="21200"/>
                </a:lnTo>
                <a:lnTo>
                  <a:pt x="0" y="21200"/>
                </a:lnTo>
                <a:lnTo>
                  <a:pt x="0" y="21201"/>
                </a:lnTo>
                <a:lnTo>
                  <a:pt x="0" y="21202"/>
                </a:lnTo>
                <a:lnTo>
                  <a:pt x="0" y="21202"/>
                </a:lnTo>
                <a:lnTo>
                  <a:pt x="0" y="21203"/>
                </a:lnTo>
                <a:lnTo>
                  <a:pt x="0" y="21203"/>
                </a:lnTo>
                <a:lnTo>
                  <a:pt x="0" y="21204"/>
                </a:lnTo>
                <a:lnTo>
                  <a:pt x="0" y="21204"/>
                </a:lnTo>
                <a:lnTo>
                  <a:pt x="0" y="21205"/>
                </a:lnTo>
                <a:lnTo>
                  <a:pt x="0" y="21206"/>
                </a:lnTo>
                <a:lnTo>
                  <a:pt x="0" y="21206"/>
                </a:lnTo>
                <a:lnTo>
                  <a:pt x="0" y="21207"/>
                </a:lnTo>
                <a:lnTo>
                  <a:pt x="0" y="21207"/>
                </a:lnTo>
                <a:lnTo>
                  <a:pt x="0" y="21208"/>
                </a:lnTo>
                <a:lnTo>
                  <a:pt x="0" y="21208"/>
                </a:lnTo>
                <a:lnTo>
                  <a:pt x="0" y="21209"/>
                </a:lnTo>
                <a:lnTo>
                  <a:pt x="0" y="21210"/>
                </a:lnTo>
                <a:lnTo>
                  <a:pt x="0" y="21210"/>
                </a:lnTo>
                <a:lnTo>
                  <a:pt x="0" y="21211"/>
                </a:lnTo>
                <a:lnTo>
                  <a:pt x="0" y="21211"/>
                </a:lnTo>
                <a:lnTo>
                  <a:pt x="0" y="21212"/>
                </a:lnTo>
                <a:lnTo>
                  <a:pt x="0" y="21212"/>
                </a:lnTo>
                <a:lnTo>
                  <a:pt x="0" y="21213"/>
                </a:lnTo>
                <a:lnTo>
                  <a:pt x="0" y="21214"/>
                </a:lnTo>
                <a:lnTo>
                  <a:pt x="0" y="21214"/>
                </a:lnTo>
                <a:lnTo>
                  <a:pt x="0" y="21215"/>
                </a:lnTo>
                <a:lnTo>
                  <a:pt x="0" y="21215"/>
                </a:lnTo>
                <a:lnTo>
                  <a:pt x="0" y="21216"/>
                </a:lnTo>
                <a:lnTo>
                  <a:pt x="0" y="21216"/>
                </a:lnTo>
                <a:lnTo>
                  <a:pt x="0" y="21217"/>
                </a:lnTo>
                <a:lnTo>
                  <a:pt x="0" y="21218"/>
                </a:lnTo>
                <a:lnTo>
                  <a:pt x="0" y="21218"/>
                </a:lnTo>
                <a:lnTo>
                  <a:pt x="0" y="21219"/>
                </a:lnTo>
                <a:lnTo>
                  <a:pt x="0" y="21219"/>
                </a:lnTo>
                <a:lnTo>
                  <a:pt x="0" y="21220"/>
                </a:lnTo>
                <a:lnTo>
                  <a:pt x="0" y="21220"/>
                </a:lnTo>
                <a:lnTo>
                  <a:pt x="0" y="21221"/>
                </a:lnTo>
                <a:lnTo>
                  <a:pt x="0" y="21222"/>
                </a:lnTo>
                <a:lnTo>
                  <a:pt x="0" y="21222"/>
                </a:lnTo>
                <a:lnTo>
                  <a:pt x="0" y="21223"/>
                </a:lnTo>
                <a:lnTo>
                  <a:pt x="0" y="21223"/>
                </a:lnTo>
                <a:lnTo>
                  <a:pt x="0" y="21224"/>
                </a:lnTo>
                <a:lnTo>
                  <a:pt x="0" y="21224"/>
                </a:lnTo>
                <a:lnTo>
                  <a:pt x="0" y="21225"/>
                </a:lnTo>
                <a:lnTo>
                  <a:pt x="0" y="21226"/>
                </a:lnTo>
                <a:lnTo>
                  <a:pt x="0" y="21226"/>
                </a:lnTo>
                <a:lnTo>
                  <a:pt x="0" y="21227"/>
                </a:lnTo>
                <a:lnTo>
                  <a:pt x="0" y="21227"/>
                </a:lnTo>
                <a:lnTo>
                  <a:pt x="0" y="21228"/>
                </a:lnTo>
                <a:lnTo>
                  <a:pt x="0" y="21228"/>
                </a:lnTo>
                <a:lnTo>
                  <a:pt x="0" y="21229"/>
                </a:lnTo>
                <a:lnTo>
                  <a:pt x="0" y="21230"/>
                </a:lnTo>
                <a:lnTo>
                  <a:pt x="0" y="21230"/>
                </a:lnTo>
                <a:lnTo>
                  <a:pt x="0" y="21231"/>
                </a:lnTo>
                <a:lnTo>
                  <a:pt x="0" y="21231"/>
                </a:lnTo>
                <a:lnTo>
                  <a:pt x="0" y="21232"/>
                </a:lnTo>
                <a:lnTo>
                  <a:pt x="0" y="21232"/>
                </a:lnTo>
                <a:lnTo>
                  <a:pt x="0" y="21233"/>
                </a:lnTo>
                <a:lnTo>
                  <a:pt x="0" y="21234"/>
                </a:lnTo>
                <a:lnTo>
                  <a:pt x="0" y="21234"/>
                </a:lnTo>
                <a:lnTo>
                  <a:pt x="0" y="21235"/>
                </a:lnTo>
                <a:lnTo>
                  <a:pt x="0" y="21235"/>
                </a:lnTo>
                <a:lnTo>
                  <a:pt x="0" y="21236"/>
                </a:lnTo>
                <a:lnTo>
                  <a:pt x="0" y="21236"/>
                </a:lnTo>
                <a:lnTo>
                  <a:pt x="0" y="21237"/>
                </a:lnTo>
                <a:lnTo>
                  <a:pt x="0" y="21238"/>
                </a:lnTo>
                <a:lnTo>
                  <a:pt x="0" y="21238"/>
                </a:lnTo>
                <a:lnTo>
                  <a:pt x="0" y="21239"/>
                </a:lnTo>
                <a:lnTo>
                  <a:pt x="0" y="21239"/>
                </a:lnTo>
                <a:lnTo>
                  <a:pt x="0" y="21240"/>
                </a:lnTo>
                <a:lnTo>
                  <a:pt x="0" y="21240"/>
                </a:lnTo>
                <a:lnTo>
                  <a:pt x="0" y="21241"/>
                </a:lnTo>
                <a:lnTo>
                  <a:pt x="0" y="21242"/>
                </a:lnTo>
                <a:lnTo>
                  <a:pt x="0" y="21242"/>
                </a:lnTo>
                <a:lnTo>
                  <a:pt x="0" y="21243"/>
                </a:lnTo>
                <a:lnTo>
                  <a:pt x="0" y="21243"/>
                </a:lnTo>
                <a:lnTo>
                  <a:pt x="0" y="21244"/>
                </a:lnTo>
                <a:lnTo>
                  <a:pt x="0" y="21244"/>
                </a:lnTo>
                <a:lnTo>
                  <a:pt x="0" y="21245"/>
                </a:lnTo>
                <a:lnTo>
                  <a:pt x="0" y="21246"/>
                </a:lnTo>
                <a:lnTo>
                  <a:pt x="0" y="21246"/>
                </a:lnTo>
                <a:lnTo>
                  <a:pt x="0" y="21247"/>
                </a:lnTo>
                <a:lnTo>
                  <a:pt x="0" y="21247"/>
                </a:lnTo>
                <a:lnTo>
                  <a:pt x="0" y="21248"/>
                </a:lnTo>
                <a:lnTo>
                  <a:pt x="0" y="21248"/>
                </a:lnTo>
                <a:lnTo>
                  <a:pt x="0" y="21249"/>
                </a:lnTo>
                <a:lnTo>
                  <a:pt x="0" y="21250"/>
                </a:lnTo>
                <a:lnTo>
                  <a:pt x="0" y="21250"/>
                </a:lnTo>
                <a:lnTo>
                  <a:pt x="0" y="21251"/>
                </a:lnTo>
                <a:lnTo>
                  <a:pt x="0" y="21251"/>
                </a:lnTo>
                <a:lnTo>
                  <a:pt x="0" y="21252"/>
                </a:lnTo>
                <a:lnTo>
                  <a:pt x="0" y="21252"/>
                </a:lnTo>
                <a:lnTo>
                  <a:pt x="0" y="21253"/>
                </a:lnTo>
                <a:lnTo>
                  <a:pt x="0" y="21253"/>
                </a:lnTo>
                <a:lnTo>
                  <a:pt x="0" y="21254"/>
                </a:lnTo>
                <a:lnTo>
                  <a:pt x="0" y="21255"/>
                </a:lnTo>
                <a:lnTo>
                  <a:pt x="0" y="21255"/>
                </a:lnTo>
                <a:lnTo>
                  <a:pt x="0" y="21256"/>
                </a:lnTo>
                <a:lnTo>
                  <a:pt x="0" y="21256"/>
                </a:lnTo>
                <a:lnTo>
                  <a:pt x="0" y="21257"/>
                </a:lnTo>
                <a:lnTo>
                  <a:pt x="0" y="21257"/>
                </a:lnTo>
                <a:lnTo>
                  <a:pt x="0" y="21258"/>
                </a:lnTo>
                <a:lnTo>
                  <a:pt x="0" y="21259"/>
                </a:lnTo>
                <a:lnTo>
                  <a:pt x="0" y="21259"/>
                </a:lnTo>
                <a:lnTo>
                  <a:pt x="0" y="21260"/>
                </a:lnTo>
                <a:lnTo>
                  <a:pt x="0" y="21260"/>
                </a:lnTo>
                <a:lnTo>
                  <a:pt x="0" y="21261"/>
                </a:lnTo>
                <a:lnTo>
                  <a:pt x="0" y="21261"/>
                </a:lnTo>
                <a:lnTo>
                  <a:pt x="0" y="21262"/>
                </a:lnTo>
                <a:lnTo>
                  <a:pt x="0" y="21263"/>
                </a:lnTo>
                <a:lnTo>
                  <a:pt x="0" y="21263"/>
                </a:lnTo>
                <a:lnTo>
                  <a:pt x="0" y="21264"/>
                </a:lnTo>
                <a:lnTo>
                  <a:pt x="0" y="21264"/>
                </a:lnTo>
                <a:lnTo>
                  <a:pt x="0" y="21265"/>
                </a:lnTo>
                <a:lnTo>
                  <a:pt x="0" y="21265"/>
                </a:lnTo>
                <a:lnTo>
                  <a:pt x="0" y="21266"/>
                </a:lnTo>
                <a:lnTo>
                  <a:pt x="0" y="21267"/>
                </a:lnTo>
                <a:lnTo>
                  <a:pt x="0" y="21267"/>
                </a:lnTo>
                <a:lnTo>
                  <a:pt x="0" y="21268"/>
                </a:lnTo>
                <a:lnTo>
                  <a:pt x="0" y="21268"/>
                </a:lnTo>
                <a:lnTo>
                  <a:pt x="0" y="21269"/>
                </a:lnTo>
                <a:lnTo>
                  <a:pt x="0" y="21269"/>
                </a:lnTo>
                <a:lnTo>
                  <a:pt x="0" y="21270"/>
                </a:lnTo>
                <a:lnTo>
                  <a:pt x="0" y="21270"/>
                </a:lnTo>
                <a:lnTo>
                  <a:pt x="0" y="21271"/>
                </a:lnTo>
                <a:lnTo>
                  <a:pt x="0" y="21272"/>
                </a:lnTo>
                <a:lnTo>
                  <a:pt x="0" y="21272"/>
                </a:lnTo>
                <a:lnTo>
                  <a:pt x="0" y="21273"/>
                </a:lnTo>
                <a:lnTo>
                  <a:pt x="0" y="21273"/>
                </a:lnTo>
                <a:lnTo>
                  <a:pt x="0" y="21274"/>
                </a:lnTo>
                <a:lnTo>
                  <a:pt x="0" y="21274"/>
                </a:lnTo>
                <a:lnTo>
                  <a:pt x="0" y="21275"/>
                </a:lnTo>
                <a:lnTo>
                  <a:pt x="0" y="21276"/>
                </a:lnTo>
                <a:lnTo>
                  <a:pt x="0" y="21276"/>
                </a:lnTo>
                <a:lnTo>
                  <a:pt x="0" y="21277"/>
                </a:lnTo>
                <a:lnTo>
                  <a:pt x="0" y="21277"/>
                </a:lnTo>
                <a:lnTo>
                  <a:pt x="0" y="21278"/>
                </a:lnTo>
                <a:lnTo>
                  <a:pt x="0" y="21278"/>
                </a:lnTo>
                <a:lnTo>
                  <a:pt x="0" y="21279"/>
                </a:lnTo>
                <a:lnTo>
                  <a:pt x="0" y="21279"/>
                </a:lnTo>
                <a:lnTo>
                  <a:pt x="0" y="21280"/>
                </a:lnTo>
                <a:lnTo>
                  <a:pt x="0" y="21281"/>
                </a:lnTo>
                <a:lnTo>
                  <a:pt x="0" y="21281"/>
                </a:lnTo>
                <a:lnTo>
                  <a:pt x="0" y="21282"/>
                </a:lnTo>
                <a:lnTo>
                  <a:pt x="0" y="21282"/>
                </a:lnTo>
                <a:lnTo>
                  <a:pt x="0" y="21283"/>
                </a:lnTo>
                <a:lnTo>
                  <a:pt x="0" y="21283"/>
                </a:lnTo>
                <a:lnTo>
                  <a:pt x="0" y="21284"/>
                </a:lnTo>
                <a:lnTo>
                  <a:pt x="0" y="21285"/>
                </a:lnTo>
                <a:lnTo>
                  <a:pt x="0" y="21285"/>
                </a:lnTo>
                <a:lnTo>
                  <a:pt x="0" y="21286"/>
                </a:lnTo>
                <a:lnTo>
                  <a:pt x="0" y="21286"/>
                </a:lnTo>
                <a:lnTo>
                  <a:pt x="0" y="21287"/>
                </a:lnTo>
                <a:lnTo>
                  <a:pt x="0" y="21287"/>
                </a:lnTo>
                <a:lnTo>
                  <a:pt x="0" y="21288"/>
                </a:lnTo>
                <a:lnTo>
                  <a:pt x="0" y="21288"/>
                </a:lnTo>
                <a:lnTo>
                  <a:pt x="0" y="21289"/>
                </a:lnTo>
                <a:lnTo>
                  <a:pt x="0" y="21290"/>
                </a:lnTo>
                <a:lnTo>
                  <a:pt x="0" y="21290"/>
                </a:lnTo>
                <a:lnTo>
                  <a:pt x="0" y="21291"/>
                </a:lnTo>
                <a:lnTo>
                  <a:pt x="0" y="21291"/>
                </a:lnTo>
                <a:lnTo>
                  <a:pt x="0" y="21292"/>
                </a:lnTo>
                <a:lnTo>
                  <a:pt x="0" y="21292"/>
                </a:lnTo>
                <a:lnTo>
                  <a:pt x="0" y="21293"/>
                </a:lnTo>
                <a:lnTo>
                  <a:pt x="0" y="21294"/>
                </a:lnTo>
                <a:lnTo>
                  <a:pt x="0" y="21294"/>
                </a:lnTo>
                <a:lnTo>
                  <a:pt x="0" y="21295"/>
                </a:lnTo>
                <a:lnTo>
                  <a:pt x="0" y="21295"/>
                </a:lnTo>
                <a:lnTo>
                  <a:pt x="0" y="21296"/>
                </a:lnTo>
                <a:lnTo>
                  <a:pt x="0" y="21296"/>
                </a:lnTo>
                <a:lnTo>
                  <a:pt x="0" y="21297"/>
                </a:lnTo>
                <a:lnTo>
                  <a:pt x="0" y="21297"/>
                </a:lnTo>
                <a:lnTo>
                  <a:pt x="0" y="21298"/>
                </a:lnTo>
                <a:lnTo>
                  <a:pt x="0" y="21299"/>
                </a:lnTo>
                <a:lnTo>
                  <a:pt x="0" y="21299"/>
                </a:lnTo>
                <a:lnTo>
                  <a:pt x="0" y="21300"/>
                </a:lnTo>
                <a:lnTo>
                  <a:pt x="0" y="21300"/>
                </a:lnTo>
                <a:lnTo>
                  <a:pt x="0" y="21301"/>
                </a:lnTo>
                <a:lnTo>
                  <a:pt x="0" y="21301"/>
                </a:lnTo>
                <a:lnTo>
                  <a:pt x="0" y="21302"/>
                </a:lnTo>
                <a:lnTo>
                  <a:pt x="0" y="21303"/>
                </a:lnTo>
                <a:lnTo>
                  <a:pt x="0" y="21303"/>
                </a:lnTo>
                <a:lnTo>
                  <a:pt x="0" y="21304"/>
                </a:lnTo>
                <a:lnTo>
                  <a:pt x="0" y="21304"/>
                </a:lnTo>
                <a:lnTo>
                  <a:pt x="0" y="21305"/>
                </a:lnTo>
                <a:lnTo>
                  <a:pt x="0" y="21305"/>
                </a:lnTo>
                <a:lnTo>
                  <a:pt x="0" y="21306"/>
                </a:lnTo>
                <a:lnTo>
                  <a:pt x="0" y="21306"/>
                </a:lnTo>
                <a:lnTo>
                  <a:pt x="0" y="21307"/>
                </a:lnTo>
                <a:lnTo>
                  <a:pt x="0" y="21308"/>
                </a:lnTo>
                <a:lnTo>
                  <a:pt x="0" y="21308"/>
                </a:lnTo>
                <a:lnTo>
                  <a:pt x="0" y="21309"/>
                </a:lnTo>
                <a:lnTo>
                  <a:pt x="0" y="21309"/>
                </a:lnTo>
                <a:lnTo>
                  <a:pt x="0" y="21310"/>
                </a:lnTo>
                <a:lnTo>
                  <a:pt x="0" y="21310"/>
                </a:lnTo>
                <a:lnTo>
                  <a:pt x="0" y="21311"/>
                </a:lnTo>
                <a:lnTo>
                  <a:pt x="0" y="21311"/>
                </a:lnTo>
                <a:lnTo>
                  <a:pt x="0" y="21312"/>
                </a:lnTo>
                <a:lnTo>
                  <a:pt x="0" y="21313"/>
                </a:lnTo>
                <a:lnTo>
                  <a:pt x="0" y="21313"/>
                </a:lnTo>
                <a:lnTo>
                  <a:pt x="0" y="21314"/>
                </a:lnTo>
                <a:lnTo>
                  <a:pt x="0" y="21314"/>
                </a:lnTo>
                <a:lnTo>
                  <a:pt x="0" y="21315"/>
                </a:lnTo>
                <a:lnTo>
                  <a:pt x="0" y="21315"/>
                </a:lnTo>
                <a:lnTo>
                  <a:pt x="0" y="21316"/>
                </a:lnTo>
                <a:lnTo>
                  <a:pt x="0" y="21317"/>
                </a:lnTo>
                <a:lnTo>
                  <a:pt x="0" y="21317"/>
                </a:lnTo>
                <a:lnTo>
                  <a:pt x="0" y="21318"/>
                </a:lnTo>
                <a:lnTo>
                  <a:pt x="0" y="21318"/>
                </a:lnTo>
                <a:lnTo>
                  <a:pt x="0" y="21319"/>
                </a:lnTo>
                <a:lnTo>
                  <a:pt x="0" y="21319"/>
                </a:lnTo>
                <a:lnTo>
                  <a:pt x="0" y="21320"/>
                </a:lnTo>
                <a:lnTo>
                  <a:pt x="0" y="21320"/>
                </a:lnTo>
                <a:lnTo>
                  <a:pt x="0" y="21321"/>
                </a:lnTo>
                <a:lnTo>
                  <a:pt x="0" y="21322"/>
                </a:lnTo>
                <a:lnTo>
                  <a:pt x="0" y="21322"/>
                </a:lnTo>
                <a:lnTo>
                  <a:pt x="0" y="21323"/>
                </a:lnTo>
                <a:lnTo>
                  <a:pt x="0" y="21323"/>
                </a:lnTo>
                <a:lnTo>
                  <a:pt x="0" y="21324"/>
                </a:lnTo>
                <a:lnTo>
                  <a:pt x="0" y="21324"/>
                </a:lnTo>
                <a:lnTo>
                  <a:pt x="0" y="21325"/>
                </a:lnTo>
                <a:lnTo>
                  <a:pt x="0" y="21325"/>
                </a:lnTo>
                <a:lnTo>
                  <a:pt x="0" y="21326"/>
                </a:lnTo>
                <a:lnTo>
                  <a:pt x="0" y="21327"/>
                </a:lnTo>
                <a:lnTo>
                  <a:pt x="0" y="21327"/>
                </a:lnTo>
                <a:lnTo>
                  <a:pt x="0" y="21328"/>
                </a:lnTo>
                <a:lnTo>
                  <a:pt x="0" y="21328"/>
                </a:lnTo>
                <a:lnTo>
                  <a:pt x="0" y="21329"/>
                </a:lnTo>
                <a:lnTo>
                  <a:pt x="0" y="21329"/>
                </a:lnTo>
                <a:lnTo>
                  <a:pt x="0" y="21330"/>
                </a:lnTo>
                <a:lnTo>
                  <a:pt x="0" y="21330"/>
                </a:lnTo>
                <a:lnTo>
                  <a:pt x="0" y="21331"/>
                </a:lnTo>
                <a:lnTo>
                  <a:pt x="0" y="21332"/>
                </a:lnTo>
                <a:lnTo>
                  <a:pt x="0" y="21332"/>
                </a:lnTo>
                <a:lnTo>
                  <a:pt x="0" y="21333"/>
                </a:lnTo>
                <a:lnTo>
                  <a:pt x="0" y="21333"/>
                </a:lnTo>
                <a:lnTo>
                  <a:pt x="0" y="21334"/>
                </a:lnTo>
                <a:lnTo>
                  <a:pt x="0" y="21334"/>
                </a:lnTo>
                <a:lnTo>
                  <a:pt x="0" y="21335"/>
                </a:lnTo>
                <a:lnTo>
                  <a:pt x="0" y="21335"/>
                </a:lnTo>
                <a:lnTo>
                  <a:pt x="0" y="21336"/>
                </a:lnTo>
                <a:lnTo>
                  <a:pt x="0" y="21337"/>
                </a:lnTo>
                <a:lnTo>
                  <a:pt x="0" y="21337"/>
                </a:lnTo>
                <a:lnTo>
                  <a:pt x="0" y="21338"/>
                </a:lnTo>
                <a:lnTo>
                  <a:pt x="0" y="21338"/>
                </a:lnTo>
                <a:lnTo>
                  <a:pt x="0" y="21339"/>
                </a:lnTo>
                <a:lnTo>
                  <a:pt x="0" y="21339"/>
                </a:lnTo>
                <a:lnTo>
                  <a:pt x="0" y="21340"/>
                </a:lnTo>
                <a:lnTo>
                  <a:pt x="0" y="21340"/>
                </a:lnTo>
                <a:lnTo>
                  <a:pt x="0" y="21341"/>
                </a:lnTo>
                <a:lnTo>
                  <a:pt x="0" y="21342"/>
                </a:lnTo>
                <a:lnTo>
                  <a:pt x="0" y="21342"/>
                </a:lnTo>
                <a:lnTo>
                  <a:pt x="0" y="21343"/>
                </a:lnTo>
                <a:lnTo>
                  <a:pt x="0" y="21343"/>
                </a:lnTo>
                <a:lnTo>
                  <a:pt x="0" y="21344"/>
                </a:lnTo>
                <a:lnTo>
                  <a:pt x="0" y="21344"/>
                </a:lnTo>
                <a:lnTo>
                  <a:pt x="0" y="21345"/>
                </a:lnTo>
                <a:lnTo>
                  <a:pt x="0" y="21345"/>
                </a:lnTo>
                <a:lnTo>
                  <a:pt x="0" y="21346"/>
                </a:lnTo>
                <a:lnTo>
                  <a:pt x="0" y="21347"/>
                </a:lnTo>
                <a:lnTo>
                  <a:pt x="0" y="21347"/>
                </a:lnTo>
                <a:lnTo>
                  <a:pt x="0" y="21348"/>
                </a:lnTo>
                <a:lnTo>
                  <a:pt x="0" y="21348"/>
                </a:lnTo>
                <a:lnTo>
                  <a:pt x="0" y="21349"/>
                </a:lnTo>
                <a:lnTo>
                  <a:pt x="0" y="21349"/>
                </a:lnTo>
                <a:lnTo>
                  <a:pt x="0" y="21350"/>
                </a:lnTo>
                <a:lnTo>
                  <a:pt x="0" y="21350"/>
                </a:lnTo>
                <a:lnTo>
                  <a:pt x="0" y="21351"/>
                </a:lnTo>
                <a:lnTo>
                  <a:pt x="0" y="21352"/>
                </a:lnTo>
                <a:lnTo>
                  <a:pt x="0" y="21352"/>
                </a:lnTo>
                <a:lnTo>
                  <a:pt x="0" y="21353"/>
                </a:lnTo>
                <a:lnTo>
                  <a:pt x="0" y="21353"/>
                </a:lnTo>
                <a:lnTo>
                  <a:pt x="0" y="21354"/>
                </a:lnTo>
                <a:lnTo>
                  <a:pt x="0" y="21354"/>
                </a:lnTo>
                <a:lnTo>
                  <a:pt x="0" y="21355"/>
                </a:lnTo>
                <a:lnTo>
                  <a:pt x="0" y="21355"/>
                </a:lnTo>
                <a:lnTo>
                  <a:pt x="0" y="21356"/>
                </a:lnTo>
                <a:lnTo>
                  <a:pt x="0" y="21357"/>
                </a:lnTo>
                <a:lnTo>
                  <a:pt x="0" y="21357"/>
                </a:lnTo>
                <a:lnTo>
                  <a:pt x="0" y="21358"/>
                </a:lnTo>
                <a:lnTo>
                  <a:pt x="0" y="21358"/>
                </a:lnTo>
                <a:lnTo>
                  <a:pt x="0" y="21359"/>
                </a:lnTo>
                <a:lnTo>
                  <a:pt x="0" y="21359"/>
                </a:lnTo>
                <a:lnTo>
                  <a:pt x="0" y="21360"/>
                </a:lnTo>
                <a:lnTo>
                  <a:pt x="0" y="21360"/>
                </a:lnTo>
                <a:lnTo>
                  <a:pt x="0" y="21361"/>
                </a:lnTo>
                <a:lnTo>
                  <a:pt x="0" y="21362"/>
                </a:lnTo>
                <a:lnTo>
                  <a:pt x="0" y="21362"/>
                </a:lnTo>
                <a:lnTo>
                  <a:pt x="0" y="21363"/>
                </a:lnTo>
                <a:lnTo>
                  <a:pt x="0" y="21363"/>
                </a:lnTo>
                <a:lnTo>
                  <a:pt x="0" y="21364"/>
                </a:lnTo>
                <a:lnTo>
                  <a:pt x="0" y="21364"/>
                </a:lnTo>
                <a:lnTo>
                  <a:pt x="0" y="21365"/>
                </a:lnTo>
                <a:lnTo>
                  <a:pt x="0" y="21365"/>
                </a:lnTo>
                <a:lnTo>
                  <a:pt x="0" y="21366"/>
                </a:lnTo>
                <a:lnTo>
                  <a:pt x="0" y="21366"/>
                </a:lnTo>
                <a:lnTo>
                  <a:pt x="0" y="21367"/>
                </a:lnTo>
                <a:lnTo>
                  <a:pt x="0" y="21368"/>
                </a:lnTo>
                <a:lnTo>
                  <a:pt x="0" y="21368"/>
                </a:lnTo>
                <a:lnTo>
                  <a:pt x="0" y="21369"/>
                </a:lnTo>
                <a:lnTo>
                  <a:pt x="0" y="21369"/>
                </a:lnTo>
                <a:lnTo>
                  <a:pt x="0" y="21370"/>
                </a:lnTo>
                <a:lnTo>
                  <a:pt x="0" y="21370"/>
                </a:lnTo>
                <a:lnTo>
                  <a:pt x="0" y="21371"/>
                </a:lnTo>
                <a:lnTo>
                  <a:pt x="0" y="21371"/>
                </a:lnTo>
                <a:lnTo>
                  <a:pt x="0" y="21372"/>
                </a:lnTo>
                <a:lnTo>
                  <a:pt x="0" y="21373"/>
                </a:lnTo>
                <a:lnTo>
                  <a:pt x="0" y="21373"/>
                </a:lnTo>
                <a:lnTo>
                  <a:pt x="0" y="21374"/>
                </a:lnTo>
                <a:lnTo>
                  <a:pt x="0" y="21374"/>
                </a:lnTo>
                <a:lnTo>
                  <a:pt x="0" y="21375"/>
                </a:lnTo>
                <a:lnTo>
                  <a:pt x="0" y="21375"/>
                </a:lnTo>
                <a:lnTo>
                  <a:pt x="0" y="21376"/>
                </a:lnTo>
                <a:lnTo>
                  <a:pt x="0" y="21376"/>
                </a:lnTo>
                <a:lnTo>
                  <a:pt x="0" y="21377"/>
                </a:lnTo>
                <a:lnTo>
                  <a:pt x="0" y="21377"/>
                </a:lnTo>
                <a:lnTo>
                  <a:pt x="0" y="21378"/>
                </a:lnTo>
                <a:lnTo>
                  <a:pt x="0" y="21379"/>
                </a:lnTo>
                <a:lnTo>
                  <a:pt x="0" y="21379"/>
                </a:lnTo>
                <a:lnTo>
                  <a:pt x="0" y="21380"/>
                </a:lnTo>
                <a:lnTo>
                  <a:pt x="0" y="21380"/>
                </a:lnTo>
                <a:lnTo>
                  <a:pt x="0" y="21381"/>
                </a:lnTo>
                <a:lnTo>
                  <a:pt x="0" y="21381"/>
                </a:lnTo>
                <a:lnTo>
                  <a:pt x="0" y="21382"/>
                </a:lnTo>
                <a:lnTo>
                  <a:pt x="0" y="21382"/>
                </a:lnTo>
                <a:lnTo>
                  <a:pt x="0" y="21383"/>
                </a:lnTo>
                <a:lnTo>
                  <a:pt x="0" y="21384"/>
                </a:lnTo>
                <a:lnTo>
                  <a:pt x="0" y="21384"/>
                </a:lnTo>
                <a:lnTo>
                  <a:pt x="0" y="21385"/>
                </a:lnTo>
                <a:lnTo>
                  <a:pt x="0" y="21385"/>
                </a:lnTo>
                <a:lnTo>
                  <a:pt x="0" y="21386"/>
                </a:lnTo>
                <a:lnTo>
                  <a:pt x="0" y="21386"/>
                </a:lnTo>
                <a:lnTo>
                  <a:pt x="0" y="21387"/>
                </a:lnTo>
                <a:lnTo>
                  <a:pt x="0" y="21387"/>
                </a:lnTo>
                <a:lnTo>
                  <a:pt x="0" y="21388"/>
                </a:lnTo>
                <a:lnTo>
                  <a:pt x="0" y="21388"/>
                </a:lnTo>
                <a:lnTo>
                  <a:pt x="0" y="21389"/>
                </a:lnTo>
                <a:lnTo>
                  <a:pt x="0" y="21390"/>
                </a:lnTo>
                <a:lnTo>
                  <a:pt x="0" y="21390"/>
                </a:lnTo>
                <a:lnTo>
                  <a:pt x="0" y="21391"/>
                </a:lnTo>
                <a:lnTo>
                  <a:pt x="0" y="21391"/>
                </a:lnTo>
                <a:lnTo>
                  <a:pt x="0" y="21392"/>
                </a:lnTo>
                <a:lnTo>
                  <a:pt x="0" y="21392"/>
                </a:lnTo>
                <a:lnTo>
                  <a:pt x="0" y="21393"/>
                </a:lnTo>
                <a:lnTo>
                  <a:pt x="0" y="21393"/>
                </a:lnTo>
                <a:lnTo>
                  <a:pt x="0" y="21394"/>
                </a:lnTo>
                <a:lnTo>
                  <a:pt x="0" y="21395"/>
                </a:lnTo>
                <a:lnTo>
                  <a:pt x="0" y="21395"/>
                </a:lnTo>
                <a:lnTo>
                  <a:pt x="0" y="21396"/>
                </a:lnTo>
                <a:lnTo>
                  <a:pt x="0" y="21396"/>
                </a:lnTo>
                <a:lnTo>
                  <a:pt x="0" y="21397"/>
                </a:lnTo>
                <a:lnTo>
                  <a:pt x="0" y="21397"/>
                </a:lnTo>
                <a:lnTo>
                  <a:pt x="0" y="21398"/>
                </a:lnTo>
                <a:lnTo>
                  <a:pt x="0" y="21398"/>
                </a:lnTo>
                <a:lnTo>
                  <a:pt x="0" y="21399"/>
                </a:lnTo>
                <a:lnTo>
                  <a:pt x="0" y="21399"/>
                </a:lnTo>
                <a:lnTo>
                  <a:pt x="0" y="21400"/>
                </a:lnTo>
                <a:lnTo>
                  <a:pt x="0" y="21401"/>
                </a:lnTo>
                <a:lnTo>
                  <a:pt x="0" y="21401"/>
                </a:lnTo>
                <a:lnTo>
                  <a:pt x="0" y="21402"/>
                </a:lnTo>
                <a:lnTo>
                  <a:pt x="0" y="21402"/>
                </a:lnTo>
                <a:lnTo>
                  <a:pt x="0" y="21403"/>
                </a:lnTo>
                <a:lnTo>
                  <a:pt x="0" y="21403"/>
                </a:lnTo>
                <a:lnTo>
                  <a:pt x="0" y="21404"/>
                </a:lnTo>
                <a:lnTo>
                  <a:pt x="0" y="21404"/>
                </a:lnTo>
                <a:lnTo>
                  <a:pt x="0" y="21405"/>
                </a:lnTo>
                <a:lnTo>
                  <a:pt x="0" y="21405"/>
                </a:lnTo>
                <a:lnTo>
                  <a:pt x="0" y="21406"/>
                </a:lnTo>
                <a:lnTo>
                  <a:pt x="0" y="21407"/>
                </a:lnTo>
                <a:lnTo>
                  <a:pt x="0" y="21407"/>
                </a:lnTo>
                <a:lnTo>
                  <a:pt x="0" y="21408"/>
                </a:lnTo>
                <a:lnTo>
                  <a:pt x="0" y="21408"/>
                </a:lnTo>
                <a:lnTo>
                  <a:pt x="0" y="21409"/>
                </a:lnTo>
                <a:lnTo>
                  <a:pt x="0" y="21409"/>
                </a:lnTo>
                <a:lnTo>
                  <a:pt x="0" y="21410"/>
                </a:lnTo>
                <a:lnTo>
                  <a:pt x="0" y="21410"/>
                </a:lnTo>
                <a:lnTo>
                  <a:pt x="0" y="21411"/>
                </a:lnTo>
                <a:lnTo>
                  <a:pt x="0" y="21411"/>
                </a:lnTo>
                <a:lnTo>
                  <a:pt x="0" y="21412"/>
                </a:lnTo>
                <a:lnTo>
                  <a:pt x="0" y="21413"/>
                </a:lnTo>
                <a:lnTo>
                  <a:pt x="0" y="21413"/>
                </a:lnTo>
                <a:lnTo>
                  <a:pt x="0" y="21414"/>
                </a:lnTo>
                <a:lnTo>
                  <a:pt x="0" y="21414"/>
                </a:lnTo>
                <a:lnTo>
                  <a:pt x="0" y="21415"/>
                </a:lnTo>
                <a:lnTo>
                  <a:pt x="0" y="21415"/>
                </a:lnTo>
                <a:lnTo>
                  <a:pt x="0" y="21416"/>
                </a:lnTo>
                <a:lnTo>
                  <a:pt x="0" y="21416"/>
                </a:lnTo>
                <a:lnTo>
                  <a:pt x="0" y="21417"/>
                </a:lnTo>
                <a:lnTo>
                  <a:pt x="0" y="21417"/>
                </a:lnTo>
                <a:lnTo>
                  <a:pt x="0" y="21418"/>
                </a:lnTo>
                <a:lnTo>
                  <a:pt x="0" y="21419"/>
                </a:lnTo>
                <a:lnTo>
                  <a:pt x="0" y="21419"/>
                </a:lnTo>
                <a:lnTo>
                  <a:pt x="0" y="21420"/>
                </a:lnTo>
                <a:lnTo>
                  <a:pt x="0" y="21420"/>
                </a:lnTo>
                <a:lnTo>
                  <a:pt x="0" y="21421"/>
                </a:lnTo>
                <a:lnTo>
                  <a:pt x="0" y="21421"/>
                </a:lnTo>
                <a:lnTo>
                  <a:pt x="0" y="21422"/>
                </a:lnTo>
                <a:lnTo>
                  <a:pt x="0" y="21422"/>
                </a:lnTo>
                <a:lnTo>
                  <a:pt x="0" y="21423"/>
                </a:lnTo>
                <a:lnTo>
                  <a:pt x="0" y="21423"/>
                </a:lnTo>
                <a:lnTo>
                  <a:pt x="0" y="21424"/>
                </a:lnTo>
                <a:lnTo>
                  <a:pt x="0" y="21425"/>
                </a:lnTo>
                <a:lnTo>
                  <a:pt x="0" y="21425"/>
                </a:lnTo>
                <a:lnTo>
                  <a:pt x="0" y="21426"/>
                </a:lnTo>
                <a:lnTo>
                  <a:pt x="0" y="21426"/>
                </a:lnTo>
                <a:lnTo>
                  <a:pt x="0" y="21427"/>
                </a:lnTo>
                <a:lnTo>
                  <a:pt x="0" y="21427"/>
                </a:lnTo>
                <a:lnTo>
                  <a:pt x="0" y="21428"/>
                </a:lnTo>
                <a:lnTo>
                  <a:pt x="0" y="21428"/>
                </a:lnTo>
                <a:lnTo>
                  <a:pt x="0" y="21429"/>
                </a:lnTo>
                <a:lnTo>
                  <a:pt x="0" y="21429"/>
                </a:lnTo>
                <a:lnTo>
                  <a:pt x="0" y="21430"/>
                </a:lnTo>
                <a:lnTo>
                  <a:pt x="0" y="21430"/>
                </a:lnTo>
                <a:lnTo>
                  <a:pt x="0" y="21431"/>
                </a:lnTo>
                <a:lnTo>
                  <a:pt x="0" y="21432"/>
                </a:lnTo>
                <a:lnTo>
                  <a:pt x="0" y="21432"/>
                </a:lnTo>
                <a:lnTo>
                  <a:pt x="0" y="21433"/>
                </a:lnTo>
                <a:lnTo>
                  <a:pt x="0" y="21433"/>
                </a:lnTo>
                <a:lnTo>
                  <a:pt x="0" y="21434"/>
                </a:lnTo>
                <a:lnTo>
                  <a:pt x="0" y="21434"/>
                </a:lnTo>
                <a:lnTo>
                  <a:pt x="0" y="21435"/>
                </a:lnTo>
                <a:lnTo>
                  <a:pt x="0" y="21435"/>
                </a:lnTo>
                <a:lnTo>
                  <a:pt x="0" y="21436"/>
                </a:lnTo>
                <a:lnTo>
                  <a:pt x="0" y="21436"/>
                </a:lnTo>
                <a:lnTo>
                  <a:pt x="0" y="21437"/>
                </a:lnTo>
                <a:lnTo>
                  <a:pt x="0" y="21438"/>
                </a:lnTo>
                <a:lnTo>
                  <a:pt x="0" y="21438"/>
                </a:lnTo>
                <a:lnTo>
                  <a:pt x="0" y="21439"/>
                </a:lnTo>
                <a:lnTo>
                  <a:pt x="0" y="21439"/>
                </a:lnTo>
                <a:lnTo>
                  <a:pt x="0" y="21440"/>
                </a:lnTo>
                <a:lnTo>
                  <a:pt x="0" y="21440"/>
                </a:lnTo>
                <a:lnTo>
                  <a:pt x="0" y="21441"/>
                </a:lnTo>
                <a:lnTo>
                  <a:pt x="0" y="21441"/>
                </a:lnTo>
                <a:lnTo>
                  <a:pt x="0" y="21442"/>
                </a:lnTo>
                <a:lnTo>
                  <a:pt x="0" y="21442"/>
                </a:lnTo>
                <a:lnTo>
                  <a:pt x="0" y="21443"/>
                </a:lnTo>
                <a:lnTo>
                  <a:pt x="0" y="21443"/>
                </a:lnTo>
                <a:lnTo>
                  <a:pt x="0" y="21444"/>
                </a:lnTo>
                <a:lnTo>
                  <a:pt x="0" y="21445"/>
                </a:lnTo>
                <a:lnTo>
                  <a:pt x="0" y="21445"/>
                </a:lnTo>
                <a:lnTo>
                  <a:pt x="0" y="21446"/>
                </a:lnTo>
                <a:lnTo>
                  <a:pt x="0" y="21446"/>
                </a:lnTo>
                <a:lnTo>
                  <a:pt x="0" y="21447"/>
                </a:lnTo>
                <a:lnTo>
                  <a:pt x="0" y="21447"/>
                </a:lnTo>
                <a:lnTo>
                  <a:pt x="0" y="21448"/>
                </a:lnTo>
                <a:lnTo>
                  <a:pt x="0" y="21448"/>
                </a:lnTo>
                <a:lnTo>
                  <a:pt x="0" y="21449"/>
                </a:lnTo>
                <a:lnTo>
                  <a:pt x="0" y="21449"/>
                </a:lnTo>
                <a:lnTo>
                  <a:pt x="0" y="21450"/>
                </a:lnTo>
                <a:lnTo>
                  <a:pt x="0" y="21451"/>
                </a:lnTo>
                <a:lnTo>
                  <a:pt x="0" y="21451"/>
                </a:lnTo>
                <a:lnTo>
                  <a:pt x="0" y="21452"/>
                </a:lnTo>
                <a:lnTo>
                  <a:pt x="0" y="21452"/>
                </a:lnTo>
                <a:lnTo>
                  <a:pt x="0" y="21453"/>
                </a:lnTo>
                <a:lnTo>
                  <a:pt x="0" y="21453"/>
                </a:lnTo>
                <a:lnTo>
                  <a:pt x="0" y="21454"/>
                </a:lnTo>
                <a:lnTo>
                  <a:pt x="0" y="21454"/>
                </a:lnTo>
                <a:lnTo>
                  <a:pt x="0" y="21455"/>
                </a:lnTo>
                <a:lnTo>
                  <a:pt x="0" y="21455"/>
                </a:lnTo>
                <a:lnTo>
                  <a:pt x="0" y="21456"/>
                </a:lnTo>
                <a:lnTo>
                  <a:pt x="0" y="21456"/>
                </a:lnTo>
                <a:lnTo>
                  <a:pt x="0" y="21457"/>
                </a:lnTo>
                <a:lnTo>
                  <a:pt x="0" y="21458"/>
                </a:lnTo>
                <a:lnTo>
                  <a:pt x="0" y="21458"/>
                </a:lnTo>
                <a:lnTo>
                  <a:pt x="0" y="21459"/>
                </a:lnTo>
                <a:lnTo>
                  <a:pt x="0" y="21459"/>
                </a:lnTo>
                <a:lnTo>
                  <a:pt x="0" y="21460"/>
                </a:lnTo>
                <a:lnTo>
                  <a:pt x="0" y="21460"/>
                </a:lnTo>
                <a:lnTo>
                  <a:pt x="0" y="21461"/>
                </a:lnTo>
                <a:lnTo>
                  <a:pt x="0" y="21461"/>
                </a:lnTo>
                <a:lnTo>
                  <a:pt x="0" y="21462"/>
                </a:lnTo>
                <a:lnTo>
                  <a:pt x="0" y="21462"/>
                </a:lnTo>
                <a:lnTo>
                  <a:pt x="0" y="21463"/>
                </a:lnTo>
                <a:lnTo>
                  <a:pt x="0" y="21463"/>
                </a:lnTo>
                <a:lnTo>
                  <a:pt x="0" y="21464"/>
                </a:lnTo>
                <a:lnTo>
                  <a:pt x="0" y="21465"/>
                </a:lnTo>
                <a:lnTo>
                  <a:pt x="0" y="21465"/>
                </a:lnTo>
                <a:lnTo>
                  <a:pt x="0" y="21466"/>
                </a:lnTo>
                <a:lnTo>
                  <a:pt x="0" y="21466"/>
                </a:lnTo>
                <a:lnTo>
                  <a:pt x="0" y="21467"/>
                </a:lnTo>
                <a:lnTo>
                  <a:pt x="0" y="21467"/>
                </a:lnTo>
                <a:lnTo>
                  <a:pt x="0" y="21468"/>
                </a:lnTo>
                <a:lnTo>
                  <a:pt x="0" y="21468"/>
                </a:lnTo>
                <a:lnTo>
                  <a:pt x="0" y="21469"/>
                </a:lnTo>
                <a:lnTo>
                  <a:pt x="0" y="21469"/>
                </a:lnTo>
                <a:lnTo>
                  <a:pt x="0" y="21470"/>
                </a:lnTo>
                <a:lnTo>
                  <a:pt x="0" y="21470"/>
                </a:lnTo>
                <a:lnTo>
                  <a:pt x="0" y="21471"/>
                </a:lnTo>
                <a:lnTo>
                  <a:pt x="0" y="21471"/>
                </a:lnTo>
                <a:lnTo>
                  <a:pt x="0" y="21472"/>
                </a:lnTo>
                <a:lnTo>
                  <a:pt x="0" y="21473"/>
                </a:lnTo>
                <a:lnTo>
                  <a:pt x="0" y="21473"/>
                </a:lnTo>
                <a:lnTo>
                  <a:pt x="0" y="21474"/>
                </a:lnTo>
                <a:lnTo>
                  <a:pt x="0" y="21474"/>
                </a:lnTo>
                <a:lnTo>
                  <a:pt x="0" y="21475"/>
                </a:lnTo>
                <a:lnTo>
                  <a:pt x="0" y="21475"/>
                </a:lnTo>
                <a:lnTo>
                  <a:pt x="0" y="21476"/>
                </a:lnTo>
                <a:lnTo>
                  <a:pt x="0" y="21476"/>
                </a:lnTo>
                <a:lnTo>
                  <a:pt x="0" y="21477"/>
                </a:lnTo>
                <a:lnTo>
                  <a:pt x="0" y="21477"/>
                </a:lnTo>
                <a:lnTo>
                  <a:pt x="0" y="21478"/>
                </a:lnTo>
                <a:lnTo>
                  <a:pt x="0" y="21478"/>
                </a:lnTo>
                <a:lnTo>
                  <a:pt x="0" y="21479"/>
                </a:lnTo>
                <a:lnTo>
                  <a:pt x="0" y="21480"/>
                </a:lnTo>
                <a:lnTo>
                  <a:pt x="0" y="21480"/>
                </a:lnTo>
                <a:lnTo>
                  <a:pt x="0" y="21481"/>
                </a:lnTo>
                <a:lnTo>
                  <a:pt x="0" y="21481"/>
                </a:lnTo>
                <a:lnTo>
                  <a:pt x="0" y="21482"/>
                </a:lnTo>
                <a:lnTo>
                  <a:pt x="0" y="21482"/>
                </a:lnTo>
                <a:lnTo>
                  <a:pt x="0" y="21483"/>
                </a:lnTo>
                <a:lnTo>
                  <a:pt x="0" y="21483"/>
                </a:lnTo>
                <a:lnTo>
                  <a:pt x="0" y="21484"/>
                </a:lnTo>
                <a:lnTo>
                  <a:pt x="0" y="21484"/>
                </a:lnTo>
                <a:lnTo>
                  <a:pt x="0" y="21485"/>
                </a:lnTo>
                <a:lnTo>
                  <a:pt x="0" y="21485"/>
                </a:lnTo>
                <a:lnTo>
                  <a:pt x="0" y="21486"/>
                </a:lnTo>
                <a:lnTo>
                  <a:pt x="0" y="21486"/>
                </a:lnTo>
                <a:lnTo>
                  <a:pt x="0" y="21487"/>
                </a:lnTo>
                <a:lnTo>
                  <a:pt x="0" y="21488"/>
                </a:lnTo>
                <a:lnTo>
                  <a:pt x="0" y="21488"/>
                </a:lnTo>
                <a:lnTo>
                  <a:pt x="0" y="21489"/>
                </a:lnTo>
                <a:lnTo>
                  <a:pt x="0" y="21489"/>
                </a:lnTo>
                <a:lnTo>
                  <a:pt x="0" y="21490"/>
                </a:lnTo>
                <a:lnTo>
                  <a:pt x="0" y="21490"/>
                </a:lnTo>
                <a:lnTo>
                  <a:pt x="0" y="21491"/>
                </a:lnTo>
                <a:lnTo>
                  <a:pt x="0" y="21491"/>
                </a:lnTo>
                <a:lnTo>
                  <a:pt x="0" y="21492"/>
                </a:lnTo>
                <a:lnTo>
                  <a:pt x="0" y="21492"/>
                </a:lnTo>
                <a:lnTo>
                  <a:pt x="0" y="21493"/>
                </a:lnTo>
                <a:lnTo>
                  <a:pt x="0" y="21493"/>
                </a:lnTo>
                <a:lnTo>
                  <a:pt x="0" y="21494"/>
                </a:lnTo>
                <a:lnTo>
                  <a:pt x="0" y="21494"/>
                </a:lnTo>
                <a:lnTo>
                  <a:pt x="0" y="21495"/>
                </a:lnTo>
                <a:lnTo>
                  <a:pt x="0" y="21496"/>
                </a:lnTo>
                <a:lnTo>
                  <a:pt x="0" y="21496"/>
                </a:lnTo>
                <a:lnTo>
                  <a:pt x="0" y="21497"/>
                </a:lnTo>
                <a:lnTo>
                  <a:pt x="0" y="21497"/>
                </a:lnTo>
                <a:lnTo>
                  <a:pt x="0" y="21498"/>
                </a:lnTo>
                <a:lnTo>
                  <a:pt x="0" y="21498"/>
                </a:lnTo>
                <a:lnTo>
                  <a:pt x="0" y="21499"/>
                </a:lnTo>
                <a:lnTo>
                  <a:pt x="0" y="21499"/>
                </a:lnTo>
                <a:lnTo>
                  <a:pt x="0" y="21500"/>
                </a:lnTo>
                <a:lnTo>
                  <a:pt x="0" y="21500"/>
                </a:lnTo>
                <a:lnTo>
                  <a:pt x="0" y="21501"/>
                </a:lnTo>
                <a:lnTo>
                  <a:pt x="0" y="21501"/>
                </a:lnTo>
                <a:lnTo>
                  <a:pt x="0" y="21502"/>
                </a:lnTo>
                <a:lnTo>
                  <a:pt x="0" y="21502"/>
                </a:lnTo>
                <a:lnTo>
                  <a:pt x="0" y="21503"/>
                </a:lnTo>
                <a:lnTo>
                  <a:pt x="0" y="21504"/>
                </a:lnTo>
                <a:lnTo>
                  <a:pt x="0" y="21504"/>
                </a:lnTo>
                <a:lnTo>
                  <a:pt x="0" y="21505"/>
                </a:lnTo>
                <a:lnTo>
                  <a:pt x="0" y="21505"/>
                </a:lnTo>
                <a:lnTo>
                  <a:pt x="0" y="21506"/>
                </a:lnTo>
                <a:lnTo>
                  <a:pt x="0" y="21506"/>
                </a:lnTo>
                <a:lnTo>
                  <a:pt x="0" y="21507"/>
                </a:lnTo>
                <a:lnTo>
                  <a:pt x="0" y="21507"/>
                </a:lnTo>
                <a:lnTo>
                  <a:pt x="0" y="21508"/>
                </a:lnTo>
                <a:lnTo>
                  <a:pt x="0" y="21508"/>
                </a:lnTo>
                <a:lnTo>
                  <a:pt x="0" y="21509"/>
                </a:lnTo>
                <a:lnTo>
                  <a:pt x="0" y="21509"/>
                </a:lnTo>
                <a:lnTo>
                  <a:pt x="0" y="21510"/>
                </a:lnTo>
                <a:lnTo>
                  <a:pt x="0" y="21510"/>
                </a:lnTo>
                <a:lnTo>
                  <a:pt x="0" y="21511"/>
                </a:lnTo>
                <a:lnTo>
                  <a:pt x="0" y="21512"/>
                </a:lnTo>
                <a:lnTo>
                  <a:pt x="0" y="21512"/>
                </a:lnTo>
                <a:lnTo>
                  <a:pt x="0" y="21513"/>
                </a:lnTo>
                <a:lnTo>
                  <a:pt x="0" y="21513"/>
                </a:lnTo>
                <a:lnTo>
                  <a:pt x="0" y="21514"/>
                </a:lnTo>
                <a:lnTo>
                  <a:pt x="0" y="21514"/>
                </a:lnTo>
                <a:lnTo>
                  <a:pt x="0" y="21515"/>
                </a:lnTo>
                <a:lnTo>
                  <a:pt x="0" y="21515"/>
                </a:lnTo>
                <a:lnTo>
                  <a:pt x="0" y="21516"/>
                </a:lnTo>
                <a:lnTo>
                  <a:pt x="0" y="21516"/>
                </a:lnTo>
                <a:lnTo>
                  <a:pt x="0" y="21517"/>
                </a:lnTo>
                <a:lnTo>
                  <a:pt x="0" y="21517"/>
                </a:lnTo>
                <a:lnTo>
                  <a:pt x="0" y="21518"/>
                </a:lnTo>
                <a:lnTo>
                  <a:pt x="0" y="21518"/>
                </a:lnTo>
                <a:lnTo>
                  <a:pt x="0" y="21519"/>
                </a:lnTo>
                <a:lnTo>
                  <a:pt x="0" y="21519"/>
                </a:lnTo>
                <a:lnTo>
                  <a:pt x="0" y="21520"/>
                </a:lnTo>
                <a:lnTo>
                  <a:pt x="0" y="21521"/>
                </a:lnTo>
                <a:lnTo>
                  <a:pt x="0" y="21521"/>
                </a:lnTo>
                <a:lnTo>
                  <a:pt x="0" y="21522"/>
                </a:lnTo>
                <a:lnTo>
                  <a:pt x="0" y="21522"/>
                </a:lnTo>
                <a:lnTo>
                  <a:pt x="0" y="21523"/>
                </a:lnTo>
                <a:lnTo>
                  <a:pt x="0" y="21523"/>
                </a:lnTo>
                <a:lnTo>
                  <a:pt x="0" y="21524"/>
                </a:lnTo>
                <a:lnTo>
                  <a:pt x="0" y="21524"/>
                </a:lnTo>
                <a:lnTo>
                  <a:pt x="0" y="21525"/>
                </a:lnTo>
                <a:lnTo>
                  <a:pt x="0" y="21525"/>
                </a:lnTo>
                <a:lnTo>
                  <a:pt x="0" y="21526"/>
                </a:lnTo>
                <a:lnTo>
                  <a:pt x="0" y="21526"/>
                </a:lnTo>
                <a:lnTo>
                  <a:pt x="0" y="21527"/>
                </a:lnTo>
                <a:lnTo>
                  <a:pt x="0" y="21527"/>
                </a:lnTo>
                <a:lnTo>
                  <a:pt x="0" y="21528"/>
                </a:lnTo>
                <a:lnTo>
                  <a:pt x="0" y="21528"/>
                </a:lnTo>
                <a:lnTo>
                  <a:pt x="0" y="21529"/>
                </a:lnTo>
                <a:lnTo>
                  <a:pt x="0" y="21530"/>
                </a:lnTo>
                <a:lnTo>
                  <a:pt x="0" y="21530"/>
                </a:lnTo>
                <a:lnTo>
                  <a:pt x="0" y="21531"/>
                </a:lnTo>
                <a:lnTo>
                  <a:pt x="0" y="21531"/>
                </a:lnTo>
                <a:lnTo>
                  <a:pt x="0" y="21532"/>
                </a:lnTo>
                <a:lnTo>
                  <a:pt x="0" y="21532"/>
                </a:lnTo>
                <a:lnTo>
                  <a:pt x="0" y="21533"/>
                </a:lnTo>
                <a:lnTo>
                  <a:pt x="0" y="21533"/>
                </a:lnTo>
                <a:lnTo>
                  <a:pt x="0" y="21534"/>
                </a:lnTo>
                <a:lnTo>
                  <a:pt x="0" y="21534"/>
                </a:lnTo>
                <a:lnTo>
                  <a:pt x="0" y="21535"/>
                </a:lnTo>
                <a:lnTo>
                  <a:pt x="0" y="21535"/>
                </a:lnTo>
                <a:lnTo>
                  <a:pt x="0" y="21536"/>
                </a:lnTo>
                <a:lnTo>
                  <a:pt x="0" y="21536"/>
                </a:lnTo>
                <a:lnTo>
                  <a:pt x="0" y="21537"/>
                </a:lnTo>
                <a:lnTo>
                  <a:pt x="0" y="21537"/>
                </a:lnTo>
                <a:lnTo>
                  <a:pt x="0" y="21538"/>
                </a:lnTo>
                <a:lnTo>
                  <a:pt x="0" y="21538"/>
                </a:lnTo>
                <a:lnTo>
                  <a:pt x="0" y="21539"/>
                </a:lnTo>
                <a:lnTo>
                  <a:pt x="0" y="21540"/>
                </a:lnTo>
                <a:lnTo>
                  <a:pt x="0" y="21540"/>
                </a:lnTo>
                <a:lnTo>
                  <a:pt x="0" y="21541"/>
                </a:lnTo>
                <a:lnTo>
                  <a:pt x="0" y="21541"/>
                </a:lnTo>
                <a:lnTo>
                  <a:pt x="0" y="21542"/>
                </a:lnTo>
                <a:lnTo>
                  <a:pt x="0" y="21542"/>
                </a:lnTo>
                <a:lnTo>
                  <a:pt x="0" y="21543"/>
                </a:lnTo>
                <a:lnTo>
                  <a:pt x="0" y="21543"/>
                </a:lnTo>
                <a:lnTo>
                  <a:pt x="0" y="21544"/>
                </a:lnTo>
                <a:lnTo>
                  <a:pt x="0" y="21544"/>
                </a:lnTo>
                <a:lnTo>
                  <a:pt x="0" y="21545"/>
                </a:lnTo>
                <a:lnTo>
                  <a:pt x="0" y="21545"/>
                </a:lnTo>
                <a:lnTo>
                  <a:pt x="0" y="21546"/>
                </a:lnTo>
                <a:lnTo>
                  <a:pt x="0" y="21546"/>
                </a:lnTo>
                <a:lnTo>
                  <a:pt x="0" y="21547"/>
                </a:lnTo>
                <a:lnTo>
                  <a:pt x="0" y="21547"/>
                </a:lnTo>
                <a:lnTo>
                  <a:pt x="0" y="21548"/>
                </a:lnTo>
                <a:lnTo>
                  <a:pt x="0" y="21548"/>
                </a:lnTo>
                <a:lnTo>
                  <a:pt x="0" y="21549"/>
                </a:lnTo>
                <a:lnTo>
                  <a:pt x="0" y="21550"/>
                </a:lnTo>
                <a:lnTo>
                  <a:pt x="0" y="21550"/>
                </a:lnTo>
                <a:lnTo>
                  <a:pt x="0" y="21551"/>
                </a:lnTo>
                <a:lnTo>
                  <a:pt x="0" y="21551"/>
                </a:lnTo>
                <a:lnTo>
                  <a:pt x="0" y="21552"/>
                </a:lnTo>
                <a:lnTo>
                  <a:pt x="0" y="21552"/>
                </a:lnTo>
                <a:lnTo>
                  <a:pt x="0" y="21553"/>
                </a:lnTo>
                <a:lnTo>
                  <a:pt x="0" y="21553"/>
                </a:lnTo>
                <a:lnTo>
                  <a:pt x="0" y="21554"/>
                </a:lnTo>
                <a:lnTo>
                  <a:pt x="0" y="21554"/>
                </a:lnTo>
                <a:lnTo>
                  <a:pt x="0" y="21555"/>
                </a:lnTo>
                <a:lnTo>
                  <a:pt x="0" y="21555"/>
                </a:lnTo>
                <a:lnTo>
                  <a:pt x="0" y="21556"/>
                </a:lnTo>
                <a:lnTo>
                  <a:pt x="0" y="21556"/>
                </a:lnTo>
                <a:lnTo>
                  <a:pt x="0" y="21557"/>
                </a:lnTo>
                <a:lnTo>
                  <a:pt x="0" y="21557"/>
                </a:lnTo>
                <a:lnTo>
                  <a:pt x="0" y="21558"/>
                </a:lnTo>
                <a:lnTo>
                  <a:pt x="0" y="21558"/>
                </a:lnTo>
                <a:lnTo>
                  <a:pt x="0" y="21559"/>
                </a:lnTo>
                <a:lnTo>
                  <a:pt x="0" y="21559"/>
                </a:lnTo>
                <a:lnTo>
                  <a:pt x="0" y="21560"/>
                </a:lnTo>
                <a:lnTo>
                  <a:pt x="0" y="21561"/>
                </a:lnTo>
                <a:lnTo>
                  <a:pt x="0" y="21561"/>
                </a:lnTo>
                <a:lnTo>
                  <a:pt x="0" y="21562"/>
                </a:lnTo>
                <a:lnTo>
                  <a:pt x="0" y="21562"/>
                </a:lnTo>
                <a:lnTo>
                  <a:pt x="0" y="21563"/>
                </a:lnTo>
                <a:lnTo>
                  <a:pt x="0" y="21563"/>
                </a:lnTo>
                <a:lnTo>
                  <a:pt x="0" y="21564"/>
                </a:lnTo>
                <a:lnTo>
                  <a:pt x="0" y="21564"/>
                </a:lnTo>
                <a:lnTo>
                  <a:pt x="0" y="21565"/>
                </a:lnTo>
                <a:lnTo>
                  <a:pt x="0" y="21565"/>
                </a:lnTo>
                <a:lnTo>
                  <a:pt x="0" y="21566"/>
                </a:lnTo>
                <a:lnTo>
                  <a:pt x="0" y="21566"/>
                </a:lnTo>
                <a:lnTo>
                  <a:pt x="0" y="21567"/>
                </a:lnTo>
                <a:lnTo>
                  <a:pt x="0" y="21567"/>
                </a:lnTo>
                <a:lnTo>
                  <a:pt x="0" y="21568"/>
                </a:lnTo>
                <a:lnTo>
                  <a:pt x="0" y="21568"/>
                </a:lnTo>
                <a:lnTo>
                  <a:pt x="0" y="21569"/>
                </a:lnTo>
                <a:lnTo>
                  <a:pt x="0" y="21569"/>
                </a:lnTo>
                <a:lnTo>
                  <a:pt x="0" y="21570"/>
                </a:lnTo>
                <a:lnTo>
                  <a:pt x="0" y="21570"/>
                </a:lnTo>
                <a:lnTo>
                  <a:pt x="0" y="21571"/>
                </a:lnTo>
                <a:lnTo>
                  <a:pt x="0" y="21572"/>
                </a:lnTo>
                <a:lnTo>
                  <a:pt x="0" y="21572"/>
                </a:lnTo>
                <a:lnTo>
                  <a:pt x="0" y="21573"/>
                </a:lnTo>
                <a:lnTo>
                  <a:pt x="0" y="21573"/>
                </a:lnTo>
                <a:lnTo>
                  <a:pt x="0" y="21574"/>
                </a:lnTo>
                <a:lnTo>
                  <a:pt x="0" y="21574"/>
                </a:lnTo>
                <a:lnTo>
                  <a:pt x="0" y="21575"/>
                </a:lnTo>
                <a:lnTo>
                  <a:pt x="0" y="21575"/>
                </a:lnTo>
                <a:lnTo>
                  <a:pt x="0" y="21576"/>
                </a:lnTo>
                <a:lnTo>
                  <a:pt x="0" y="21576"/>
                </a:lnTo>
                <a:lnTo>
                  <a:pt x="0" y="21577"/>
                </a:lnTo>
                <a:lnTo>
                  <a:pt x="0" y="21577"/>
                </a:lnTo>
                <a:lnTo>
                  <a:pt x="0" y="21578"/>
                </a:lnTo>
                <a:lnTo>
                  <a:pt x="0" y="21578"/>
                </a:lnTo>
                <a:lnTo>
                  <a:pt x="0" y="21579"/>
                </a:lnTo>
                <a:lnTo>
                  <a:pt x="0" y="21579"/>
                </a:lnTo>
                <a:lnTo>
                  <a:pt x="0" y="21580"/>
                </a:lnTo>
                <a:lnTo>
                  <a:pt x="0" y="21580"/>
                </a:lnTo>
                <a:lnTo>
                  <a:pt x="0" y="21581"/>
                </a:lnTo>
                <a:lnTo>
                  <a:pt x="0" y="21581"/>
                </a:lnTo>
                <a:lnTo>
                  <a:pt x="0" y="21582"/>
                </a:lnTo>
                <a:lnTo>
                  <a:pt x="0" y="21582"/>
                </a:lnTo>
                <a:lnTo>
                  <a:pt x="0" y="21583"/>
                </a:lnTo>
                <a:lnTo>
                  <a:pt x="0" y="21584"/>
                </a:lnTo>
                <a:lnTo>
                  <a:pt x="0" y="21584"/>
                </a:lnTo>
                <a:lnTo>
                  <a:pt x="0" y="21585"/>
                </a:lnTo>
                <a:lnTo>
                  <a:pt x="0" y="21585"/>
                </a:lnTo>
                <a:lnTo>
                  <a:pt x="0" y="21586"/>
                </a:lnTo>
                <a:lnTo>
                  <a:pt x="0" y="21586"/>
                </a:lnTo>
                <a:lnTo>
                  <a:pt x="0" y="21587"/>
                </a:lnTo>
                <a:lnTo>
                  <a:pt x="0" y="21587"/>
                </a:lnTo>
                <a:lnTo>
                  <a:pt x="0" y="21588"/>
                </a:lnTo>
                <a:lnTo>
                  <a:pt x="0" y="21588"/>
                </a:lnTo>
                <a:lnTo>
                  <a:pt x="0" y="21589"/>
                </a:lnTo>
                <a:lnTo>
                  <a:pt x="0" y="21589"/>
                </a:lnTo>
                <a:lnTo>
                  <a:pt x="0" y="21590"/>
                </a:lnTo>
                <a:lnTo>
                  <a:pt x="0" y="21590"/>
                </a:lnTo>
                <a:lnTo>
                  <a:pt x="0" y="21591"/>
                </a:lnTo>
                <a:lnTo>
                  <a:pt x="0" y="21591"/>
                </a:lnTo>
                <a:lnTo>
                  <a:pt x="0" y="21592"/>
                </a:lnTo>
                <a:lnTo>
                  <a:pt x="0" y="21592"/>
                </a:lnTo>
                <a:lnTo>
                  <a:pt x="0" y="21593"/>
                </a:lnTo>
                <a:lnTo>
                  <a:pt x="0" y="21593"/>
                </a:lnTo>
                <a:lnTo>
                  <a:pt x="0" y="21594"/>
                </a:lnTo>
                <a:lnTo>
                  <a:pt x="0" y="21594"/>
                </a:lnTo>
                <a:lnTo>
                  <a:pt x="0" y="21595"/>
                </a:lnTo>
                <a:lnTo>
                  <a:pt x="0" y="21595"/>
                </a:lnTo>
                <a:lnTo>
                  <a:pt x="0" y="21596"/>
                </a:lnTo>
                <a:lnTo>
                  <a:pt x="0" y="21596"/>
                </a:lnTo>
                <a:lnTo>
                  <a:pt x="0" y="21597"/>
                </a:lnTo>
                <a:lnTo>
                  <a:pt x="0" y="21598"/>
                </a:lnTo>
                <a:lnTo>
                  <a:pt x="0" y="21598"/>
                </a:lnTo>
                <a:lnTo>
                  <a:pt x="0" y="21599"/>
                </a:lnTo>
                <a:lnTo>
                  <a:pt x="0" y="21599"/>
                </a:lnTo>
                <a:lnTo>
                  <a:pt x="0" y="21600"/>
                </a:lnTo>
                <a:lnTo>
                  <a:pt x="0" y="21600"/>
                </a:lnTo>
                <a:lnTo>
                  <a:pt x="0" y="21601"/>
                </a:lnTo>
                <a:lnTo>
                  <a:pt x="0" y="21601"/>
                </a:lnTo>
                <a:lnTo>
                  <a:pt x="0" y="21602"/>
                </a:lnTo>
                <a:lnTo>
                  <a:pt x="0" y="21602"/>
                </a:lnTo>
                <a:lnTo>
                  <a:pt x="0" y="21603"/>
                </a:lnTo>
                <a:lnTo>
                  <a:pt x="0" y="21603"/>
                </a:lnTo>
                <a:lnTo>
                  <a:pt x="0" y="21604"/>
                </a:lnTo>
                <a:lnTo>
                  <a:pt x="0" y="21604"/>
                </a:lnTo>
                <a:lnTo>
                  <a:pt x="0" y="21605"/>
                </a:lnTo>
                <a:lnTo>
                  <a:pt x="0" y="21605"/>
                </a:lnTo>
                <a:lnTo>
                  <a:pt x="0" y="21606"/>
                </a:lnTo>
                <a:lnTo>
                  <a:pt x="0" y="21606"/>
                </a:lnTo>
                <a:lnTo>
                  <a:pt x="0" y="21607"/>
                </a:lnTo>
                <a:lnTo>
                  <a:pt x="0" y="21607"/>
                </a:lnTo>
                <a:lnTo>
                  <a:pt x="0" y="21608"/>
                </a:lnTo>
                <a:lnTo>
                  <a:pt x="0" y="21608"/>
                </a:lnTo>
                <a:lnTo>
                  <a:pt x="0" y="21609"/>
                </a:lnTo>
                <a:lnTo>
                  <a:pt x="0" y="21609"/>
                </a:lnTo>
                <a:lnTo>
                  <a:pt x="0" y="21610"/>
                </a:lnTo>
                <a:lnTo>
                  <a:pt x="0" y="21610"/>
                </a:lnTo>
                <a:lnTo>
                  <a:pt x="0" y="21611"/>
                </a:lnTo>
                <a:lnTo>
                  <a:pt x="0" y="21611"/>
                </a:lnTo>
                <a:lnTo>
                  <a:pt x="0" y="21612"/>
                </a:lnTo>
                <a:lnTo>
                  <a:pt x="0" y="21613"/>
                </a:lnTo>
                <a:lnTo>
                  <a:pt x="0" y="21613"/>
                </a:lnTo>
                <a:lnTo>
                  <a:pt x="0" y="21614"/>
                </a:lnTo>
                <a:lnTo>
                  <a:pt x="0" y="21614"/>
                </a:lnTo>
                <a:lnTo>
                  <a:pt x="0" y="21615"/>
                </a:lnTo>
                <a:lnTo>
                  <a:pt x="0" y="21615"/>
                </a:lnTo>
                <a:lnTo>
                  <a:pt x="0" y="21616"/>
                </a:lnTo>
                <a:lnTo>
                  <a:pt x="0" y="21616"/>
                </a:lnTo>
                <a:lnTo>
                  <a:pt x="0" y="21617"/>
                </a:lnTo>
                <a:lnTo>
                  <a:pt x="0" y="21617"/>
                </a:lnTo>
                <a:lnTo>
                  <a:pt x="0" y="21618"/>
                </a:lnTo>
                <a:lnTo>
                  <a:pt x="0" y="21618"/>
                </a:lnTo>
                <a:lnTo>
                  <a:pt x="0" y="21619"/>
                </a:lnTo>
                <a:lnTo>
                  <a:pt x="0" y="21619"/>
                </a:lnTo>
                <a:lnTo>
                  <a:pt x="0" y="21620"/>
                </a:lnTo>
                <a:lnTo>
                  <a:pt x="0" y="21620"/>
                </a:lnTo>
                <a:lnTo>
                  <a:pt x="0" y="21621"/>
                </a:lnTo>
                <a:lnTo>
                  <a:pt x="0" y="21621"/>
                </a:lnTo>
                <a:lnTo>
                  <a:pt x="0" y="21622"/>
                </a:lnTo>
                <a:lnTo>
                  <a:pt x="0" y="21622"/>
                </a:lnTo>
                <a:lnTo>
                  <a:pt x="0" y="21623"/>
                </a:lnTo>
                <a:lnTo>
                  <a:pt x="0" y="21623"/>
                </a:lnTo>
                <a:lnTo>
                  <a:pt x="0" y="21624"/>
                </a:lnTo>
                <a:lnTo>
                  <a:pt x="0" y="21624"/>
                </a:lnTo>
                <a:lnTo>
                  <a:pt x="0" y="21625"/>
                </a:lnTo>
                <a:lnTo>
                  <a:pt x="0" y="21625"/>
                </a:lnTo>
                <a:lnTo>
                  <a:pt x="0" y="21626"/>
                </a:lnTo>
                <a:lnTo>
                  <a:pt x="0" y="21626"/>
                </a:lnTo>
                <a:lnTo>
                  <a:pt x="0" y="21627"/>
                </a:lnTo>
                <a:lnTo>
                  <a:pt x="0" y="21627"/>
                </a:lnTo>
                <a:lnTo>
                  <a:pt x="0" y="21628"/>
                </a:lnTo>
                <a:lnTo>
                  <a:pt x="0" y="21628"/>
                </a:lnTo>
                <a:lnTo>
                  <a:pt x="0" y="21629"/>
                </a:lnTo>
                <a:lnTo>
                  <a:pt x="0" y="21629"/>
                </a:lnTo>
                <a:lnTo>
                  <a:pt x="0" y="21630"/>
                </a:lnTo>
                <a:lnTo>
                  <a:pt x="0" y="21631"/>
                </a:lnTo>
                <a:lnTo>
                  <a:pt x="0" y="21631"/>
                </a:lnTo>
                <a:lnTo>
                  <a:pt x="0" y="21632"/>
                </a:lnTo>
                <a:lnTo>
                  <a:pt x="0" y="21632"/>
                </a:lnTo>
                <a:lnTo>
                  <a:pt x="0" y="21633"/>
                </a:lnTo>
                <a:lnTo>
                  <a:pt x="0" y="21633"/>
                </a:lnTo>
                <a:lnTo>
                  <a:pt x="0" y="21634"/>
                </a:lnTo>
                <a:lnTo>
                  <a:pt x="0" y="21634"/>
                </a:lnTo>
                <a:lnTo>
                  <a:pt x="0" y="21635"/>
                </a:lnTo>
                <a:lnTo>
                  <a:pt x="0" y="21635"/>
                </a:lnTo>
                <a:lnTo>
                  <a:pt x="0" y="21636"/>
                </a:lnTo>
                <a:lnTo>
                  <a:pt x="0" y="21636"/>
                </a:lnTo>
                <a:lnTo>
                  <a:pt x="0" y="21637"/>
                </a:lnTo>
                <a:lnTo>
                  <a:pt x="0" y="21637"/>
                </a:lnTo>
                <a:lnTo>
                  <a:pt x="0" y="21638"/>
                </a:lnTo>
                <a:lnTo>
                  <a:pt x="0" y="21638"/>
                </a:lnTo>
                <a:lnTo>
                  <a:pt x="0" y="21639"/>
                </a:lnTo>
                <a:lnTo>
                  <a:pt x="0" y="21639"/>
                </a:lnTo>
                <a:lnTo>
                  <a:pt x="0" y="21640"/>
                </a:lnTo>
                <a:lnTo>
                  <a:pt x="0" y="21640"/>
                </a:lnTo>
                <a:lnTo>
                  <a:pt x="0" y="21641"/>
                </a:lnTo>
                <a:lnTo>
                  <a:pt x="0" y="21641"/>
                </a:lnTo>
                <a:lnTo>
                  <a:pt x="0" y="21642"/>
                </a:lnTo>
                <a:lnTo>
                  <a:pt x="0" y="21642"/>
                </a:lnTo>
                <a:lnTo>
                  <a:pt x="0" y="21643"/>
                </a:lnTo>
                <a:lnTo>
                  <a:pt x="0" y="21643"/>
                </a:lnTo>
                <a:lnTo>
                  <a:pt x="0" y="21644"/>
                </a:lnTo>
                <a:lnTo>
                  <a:pt x="0" y="21644"/>
                </a:lnTo>
                <a:lnTo>
                  <a:pt x="0" y="21645"/>
                </a:lnTo>
                <a:lnTo>
                  <a:pt x="0" y="21645"/>
                </a:lnTo>
                <a:lnTo>
                  <a:pt x="0" y="21646"/>
                </a:lnTo>
                <a:lnTo>
                  <a:pt x="0" y="21646"/>
                </a:lnTo>
                <a:lnTo>
                  <a:pt x="0" y="21647"/>
                </a:lnTo>
                <a:lnTo>
                  <a:pt x="0" y="21647"/>
                </a:lnTo>
                <a:lnTo>
                  <a:pt x="0" y="21648"/>
                </a:lnTo>
                <a:lnTo>
                  <a:pt x="0" y="21648"/>
                </a:lnTo>
                <a:lnTo>
                  <a:pt x="0" y="21649"/>
                </a:lnTo>
                <a:lnTo>
                  <a:pt x="0" y="21649"/>
                </a:lnTo>
                <a:lnTo>
                  <a:pt x="0" y="21650"/>
                </a:lnTo>
                <a:lnTo>
                  <a:pt x="0" y="21650"/>
                </a:lnTo>
                <a:lnTo>
                  <a:pt x="0" y="21651"/>
                </a:lnTo>
                <a:lnTo>
                  <a:pt x="0" y="21651"/>
                </a:lnTo>
                <a:lnTo>
                  <a:pt x="0" y="21652"/>
                </a:lnTo>
                <a:lnTo>
                  <a:pt x="0" y="21653"/>
                </a:lnTo>
                <a:lnTo>
                  <a:pt x="0" y="21653"/>
                </a:lnTo>
                <a:lnTo>
                  <a:pt x="0" y="21654"/>
                </a:lnTo>
                <a:lnTo>
                  <a:pt x="0" y="21654"/>
                </a:lnTo>
                <a:lnTo>
                  <a:pt x="0" y="21655"/>
                </a:lnTo>
                <a:lnTo>
                  <a:pt x="0" y="21655"/>
                </a:lnTo>
                <a:lnTo>
                  <a:pt x="0" y="21656"/>
                </a:lnTo>
                <a:lnTo>
                  <a:pt x="0" y="21656"/>
                </a:lnTo>
                <a:lnTo>
                  <a:pt x="0" y="21657"/>
                </a:lnTo>
                <a:lnTo>
                  <a:pt x="0" y="21657"/>
                </a:lnTo>
                <a:lnTo>
                  <a:pt x="0" y="21658"/>
                </a:lnTo>
                <a:lnTo>
                  <a:pt x="0" y="21658"/>
                </a:lnTo>
                <a:lnTo>
                  <a:pt x="0" y="21659"/>
                </a:lnTo>
                <a:lnTo>
                  <a:pt x="0" y="21659"/>
                </a:lnTo>
                <a:lnTo>
                  <a:pt x="0" y="21660"/>
                </a:lnTo>
                <a:lnTo>
                  <a:pt x="0" y="21660"/>
                </a:lnTo>
                <a:lnTo>
                  <a:pt x="0" y="21661"/>
                </a:lnTo>
                <a:lnTo>
                  <a:pt x="0" y="21661"/>
                </a:lnTo>
                <a:lnTo>
                  <a:pt x="0" y="21662"/>
                </a:lnTo>
                <a:lnTo>
                  <a:pt x="0" y="21662"/>
                </a:lnTo>
                <a:lnTo>
                  <a:pt x="0" y="21663"/>
                </a:lnTo>
                <a:lnTo>
                  <a:pt x="0" y="21663"/>
                </a:lnTo>
                <a:lnTo>
                  <a:pt x="0" y="21664"/>
                </a:lnTo>
                <a:lnTo>
                  <a:pt x="0" y="21664"/>
                </a:lnTo>
                <a:lnTo>
                  <a:pt x="0" y="21665"/>
                </a:lnTo>
                <a:lnTo>
                  <a:pt x="0" y="21665"/>
                </a:lnTo>
                <a:lnTo>
                  <a:pt x="0" y="21666"/>
                </a:lnTo>
                <a:lnTo>
                  <a:pt x="0" y="21666"/>
                </a:lnTo>
                <a:lnTo>
                  <a:pt x="0" y="21667"/>
                </a:lnTo>
                <a:lnTo>
                  <a:pt x="0" y="21667"/>
                </a:lnTo>
                <a:lnTo>
                  <a:pt x="0" y="21668"/>
                </a:lnTo>
                <a:lnTo>
                  <a:pt x="0" y="21668"/>
                </a:lnTo>
                <a:lnTo>
                  <a:pt x="0" y="21669"/>
                </a:lnTo>
                <a:lnTo>
                  <a:pt x="0" y="21669"/>
                </a:lnTo>
                <a:lnTo>
                  <a:pt x="0" y="21670"/>
                </a:lnTo>
                <a:lnTo>
                  <a:pt x="0" y="21670"/>
                </a:lnTo>
                <a:lnTo>
                  <a:pt x="0" y="21671"/>
                </a:lnTo>
                <a:lnTo>
                  <a:pt x="0" y="21671"/>
                </a:lnTo>
                <a:lnTo>
                  <a:pt x="0" y="21672"/>
                </a:lnTo>
                <a:lnTo>
                  <a:pt x="0" y="21672"/>
                </a:lnTo>
                <a:lnTo>
                  <a:pt x="0" y="21673"/>
                </a:lnTo>
                <a:lnTo>
                  <a:pt x="0" y="21673"/>
                </a:lnTo>
                <a:lnTo>
                  <a:pt x="0" y="21674"/>
                </a:lnTo>
                <a:lnTo>
                  <a:pt x="0" y="21674"/>
                </a:lnTo>
                <a:lnTo>
                  <a:pt x="0" y="21675"/>
                </a:lnTo>
                <a:lnTo>
                  <a:pt x="0" y="21675"/>
                </a:lnTo>
                <a:lnTo>
                  <a:pt x="0" y="21676"/>
                </a:lnTo>
                <a:lnTo>
                  <a:pt x="0" y="21676"/>
                </a:lnTo>
                <a:lnTo>
                  <a:pt x="0" y="21677"/>
                </a:lnTo>
                <a:lnTo>
                  <a:pt x="0" y="21677"/>
                </a:lnTo>
                <a:lnTo>
                  <a:pt x="0" y="21678"/>
                </a:lnTo>
                <a:lnTo>
                  <a:pt x="0" y="21678"/>
                </a:lnTo>
                <a:lnTo>
                  <a:pt x="0" y="21679"/>
                </a:lnTo>
                <a:lnTo>
                  <a:pt x="0" y="21679"/>
                </a:lnTo>
                <a:lnTo>
                  <a:pt x="0" y="21680"/>
                </a:lnTo>
                <a:lnTo>
                  <a:pt x="0" y="21680"/>
                </a:lnTo>
                <a:lnTo>
                  <a:pt x="0" y="21681"/>
                </a:lnTo>
                <a:lnTo>
                  <a:pt x="0" y="21681"/>
                </a:lnTo>
                <a:lnTo>
                  <a:pt x="0" y="21682"/>
                </a:lnTo>
                <a:lnTo>
                  <a:pt x="0" y="21682"/>
                </a:lnTo>
                <a:lnTo>
                  <a:pt x="0" y="21683"/>
                </a:lnTo>
                <a:lnTo>
                  <a:pt x="0" y="21683"/>
                </a:lnTo>
                <a:lnTo>
                  <a:pt x="0" y="21684"/>
                </a:lnTo>
                <a:lnTo>
                  <a:pt x="0" y="21684"/>
                </a:lnTo>
                <a:lnTo>
                  <a:pt x="0" y="21685"/>
                </a:lnTo>
                <a:lnTo>
                  <a:pt x="0" y="21685"/>
                </a:lnTo>
                <a:lnTo>
                  <a:pt x="0" y="21686"/>
                </a:lnTo>
                <a:lnTo>
                  <a:pt x="0" y="21686"/>
                </a:lnTo>
                <a:lnTo>
                  <a:pt x="0" y="21687"/>
                </a:lnTo>
                <a:lnTo>
                  <a:pt x="0" y="21687"/>
                </a:lnTo>
                <a:lnTo>
                  <a:pt x="0" y="21688"/>
                </a:lnTo>
                <a:lnTo>
                  <a:pt x="0" y="21689"/>
                </a:lnTo>
                <a:lnTo>
                  <a:pt x="0" y="21689"/>
                </a:lnTo>
                <a:lnTo>
                  <a:pt x="0" y="21690"/>
                </a:lnTo>
                <a:lnTo>
                  <a:pt x="0" y="21690"/>
                </a:lnTo>
                <a:lnTo>
                  <a:pt x="0" y="21691"/>
                </a:lnTo>
                <a:lnTo>
                  <a:pt x="0" y="21691"/>
                </a:lnTo>
                <a:lnTo>
                  <a:pt x="0" y="21692"/>
                </a:lnTo>
                <a:lnTo>
                  <a:pt x="0" y="21692"/>
                </a:lnTo>
                <a:lnTo>
                  <a:pt x="0" y="21693"/>
                </a:lnTo>
                <a:lnTo>
                  <a:pt x="0" y="21693"/>
                </a:lnTo>
                <a:lnTo>
                  <a:pt x="0" y="21694"/>
                </a:lnTo>
                <a:lnTo>
                  <a:pt x="0" y="21694"/>
                </a:lnTo>
                <a:lnTo>
                  <a:pt x="0" y="21695"/>
                </a:lnTo>
                <a:lnTo>
                  <a:pt x="0" y="21695"/>
                </a:lnTo>
                <a:lnTo>
                  <a:pt x="0" y="21696"/>
                </a:lnTo>
                <a:lnTo>
                  <a:pt x="0" y="21696"/>
                </a:lnTo>
                <a:lnTo>
                  <a:pt x="0" y="21697"/>
                </a:lnTo>
                <a:lnTo>
                  <a:pt x="0" y="21697"/>
                </a:lnTo>
                <a:lnTo>
                  <a:pt x="0" y="21698"/>
                </a:lnTo>
                <a:lnTo>
                  <a:pt x="0" y="21698"/>
                </a:lnTo>
                <a:lnTo>
                  <a:pt x="0" y="21699"/>
                </a:lnTo>
                <a:lnTo>
                  <a:pt x="0" y="21699"/>
                </a:lnTo>
                <a:lnTo>
                  <a:pt x="0" y="21700"/>
                </a:lnTo>
                <a:lnTo>
                  <a:pt x="0" y="21700"/>
                </a:lnTo>
                <a:lnTo>
                  <a:pt x="0" y="21701"/>
                </a:lnTo>
                <a:lnTo>
                  <a:pt x="0" y="21701"/>
                </a:lnTo>
                <a:lnTo>
                  <a:pt x="0" y="21702"/>
                </a:lnTo>
                <a:lnTo>
                  <a:pt x="0" y="21702"/>
                </a:lnTo>
                <a:lnTo>
                  <a:pt x="0" y="21703"/>
                </a:lnTo>
                <a:lnTo>
                  <a:pt x="0" y="21703"/>
                </a:lnTo>
                <a:lnTo>
                  <a:pt x="0" y="21704"/>
                </a:lnTo>
                <a:lnTo>
                  <a:pt x="0" y="21704"/>
                </a:lnTo>
                <a:lnTo>
                  <a:pt x="0" y="21705"/>
                </a:lnTo>
                <a:lnTo>
                  <a:pt x="0" y="21705"/>
                </a:lnTo>
                <a:lnTo>
                  <a:pt x="0" y="21706"/>
                </a:lnTo>
                <a:lnTo>
                  <a:pt x="0" y="21706"/>
                </a:lnTo>
                <a:lnTo>
                  <a:pt x="0" y="21707"/>
                </a:lnTo>
                <a:lnTo>
                  <a:pt x="0" y="21707"/>
                </a:lnTo>
                <a:lnTo>
                  <a:pt x="0" y="21708"/>
                </a:lnTo>
                <a:lnTo>
                  <a:pt x="0" y="21708"/>
                </a:lnTo>
                <a:lnTo>
                  <a:pt x="0" y="21709"/>
                </a:lnTo>
                <a:lnTo>
                  <a:pt x="0" y="21709"/>
                </a:lnTo>
                <a:lnTo>
                  <a:pt x="0" y="21710"/>
                </a:lnTo>
                <a:lnTo>
                  <a:pt x="0" y="21710"/>
                </a:lnTo>
                <a:lnTo>
                  <a:pt x="0" y="21711"/>
                </a:lnTo>
                <a:lnTo>
                  <a:pt x="0" y="21711"/>
                </a:lnTo>
                <a:lnTo>
                  <a:pt x="0" y="21712"/>
                </a:lnTo>
                <a:lnTo>
                  <a:pt x="0" y="21712"/>
                </a:lnTo>
                <a:lnTo>
                  <a:pt x="0" y="21713"/>
                </a:lnTo>
                <a:lnTo>
                  <a:pt x="0" y="21713"/>
                </a:lnTo>
                <a:lnTo>
                  <a:pt x="0" y="21714"/>
                </a:lnTo>
                <a:lnTo>
                  <a:pt x="0" y="21714"/>
                </a:lnTo>
                <a:lnTo>
                  <a:pt x="0" y="21715"/>
                </a:lnTo>
                <a:lnTo>
                  <a:pt x="0" y="21715"/>
                </a:lnTo>
                <a:lnTo>
                  <a:pt x="0" y="21716"/>
                </a:lnTo>
                <a:lnTo>
                  <a:pt x="0" y="21716"/>
                </a:lnTo>
                <a:lnTo>
                  <a:pt x="0" y="21717"/>
                </a:lnTo>
                <a:lnTo>
                  <a:pt x="0" y="21717"/>
                </a:lnTo>
                <a:lnTo>
                  <a:pt x="0" y="21718"/>
                </a:lnTo>
                <a:lnTo>
                  <a:pt x="0" y="21718"/>
                </a:lnTo>
                <a:lnTo>
                  <a:pt x="0" y="21719"/>
                </a:lnTo>
                <a:lnTo>
                  <a:pt x="0" y="21719"/>
                </a:lnTo>
                <a:lnTo>
                  <a:pt x="0" y="21720"/>
                </a:lnTo>
                <a:lnTo>
                  <a:pt x="0" y="21720"/>
                </a:lnTo>
                <a:lnTo>
                  <a:pt x="0" y="21721"/>
                </a:lnTo>
                <a:lnTo>
                  <a:pt x="0" y="21721"/>
                </a:lnTo>
                <a:lnTo>
                  <a:pt x="0" y="21722"/>
                </a:lnTo>
                <a:lnTo>
                  <a:pt x="0" y="21722"/>
                </a:lnTo>
                <a:lnTo>
                  <a:pt x="0" y="21723"/>
                </a:lnTo>
                <a:lnTo>
                  <a:pt x="0" y="21723"/>
                </a:lnTo>
                <a:lnTo>
                  <a:pt x="0" y="21724"/>
                </a:lnTo>
                <a:lnTo>
                  <a:pt x="0" y="21724"/>
                </a:lnTo>
                <a:lnTo>
                  <a:pt x="0" y="21725"/>
                </a:lnTo>
                <a:lnTo>
                  <a:pt x="0" y="21725"/>
                </a:lnTo>
                <a:lnTo>
                  <a:pt x="0" y="21726"/>
                </a:lnTo>
                <a:lnTo>
                  <a:pt x="0" y="21726"/>
                </a:lnTo>
                <a:lnTo>
                  <a:pt x="0" y="21727"/>
                </a:lnTo>
                <a:lnTo>
                  <a:pt x="0" y="21727"/>
                </a:lnTo>
                <a:lnTo>
                  <a:pt x="0" y="21728"/>
                </a:lnTo>
                <a:lnTo>
                  <a:pt x="0" y="21728"/>
                </a:lnTo>
                <a:lnTo>
                  <a:pt x="0" y="21729"/>
                </a:lnTo>
                <a:lnTo>
                  <a:pt x="0" y="21729"/>
                </a:lnTo>
                <a:lnTo>
                  <a:pt x="0" y="21730"/>
                </a:lnTo>
                <a:lnTo>
                  <a:pt x="0" y="21730"/>
                </a:lnTo>
                <a:lnTo>
                  <a:pt x="0" y="21731"/>
                </a:lnTo>
                <a:lnTo>
                  <a:pt x="0" y="21731"/>
                </a:lnTo>
                <a:lnTo>
                  <a:pt x="0" y="21732"/>
                </a:lnTo>
                <a:lnTo>
                  <a:pt x="0" y="21732"/>
                </a:lnTo>
                <a:lnTo>
                  <a:pt x="0" y="21733"/>
                </a:lnTo>
                <a:lnTo>
                  <a:pt x="0" y="21733"/>
                </a:lnTo>
                <a:lnTo>
                  <a:pt x="0" y="21734"/>
                </a:lnTo>
                <a:lnTo>
                  <a:pt x="0" y="21734"/>
                </a:lnTo>
                <a:lnTo>
                  <a:pt x="0" y="21735"/>
                </a:lnTo>
                <a:lnTo>
                  <a:pt x="0" y="21735"/>
                </a:lnTo>
                <a:lnTo>
                  <a:pt x="0" y="21736"/>
                </a:lnTo>
                <a:lnTo>
                  <a:pt x="0" y="21736"/>
                </a:lnTo>
                <a:lnTo>
                  <a:pt x="0" y="21737"/>
                </a:lnTo>
                <a:lnTo>
                  <a:pt x="0" y="21737"/>
                </a:lnTo>
                <a:lnTo>
                  <a:pt x="0" y="21738"/>
                </a:lnTo>
                <a:lnTo>
                  <a:pt x="0" y="21738"/>
                </a:lnTo>
                <a:lnTo>
                  <a:pt x="0" y="21739"/>
                </a:lnTo>
                <a:lnTo>
                  <a:pt x="0" y="21739"/>
                </a:lnTo>
                <a:lnTo>
                  <a:pt x="0" y="21740"/>
                </a:lnTo>
                <a:lnTo>
                  <a:pt x="0" y="21740"/>
                </a:lnTo>
                <a:lnTo>
                  <a:pt x="0" y="21741"/>
                </a:lnTo>
                <a:lnTo>
                  <a:pt x="0" y="21741"/>
                </a:lnTo>
                <a:lnTo>
                  <a:pt x="0" y="21742"/>
                </a:lnTo>
                <a:lnTo>
                  <a:pt x="0" y="21742"/>
                </a:lnTo>
                <a:lnTo>
                  <a:pt x="0" y="21743"/>
                </a:lnTo>
                <a:lnTo>
                  <a:pt x="0" y="21743"/>
                </a:lnTo>
                <a:lnTo>
                  <a:pt x="0" y="21744"/>
                </a:lnTo>
                <a:lnTo>
                  <a:pt x="0" y="21744"/>
                </a:lnTo>
                <a:lnTo>
                  <a:pt x="0" y="21744"/>
                </a:lnTo>
                <a:lnTo>
                  <a:pt x="0" y="21745"/>
                </a:lnTo>
                <a:lnTo>
                  <a:pt x="0" y="21745"/>
                </a:lnTo>
                <a:lnTo>
                  <a:pt x="0" y="21746"/>
                </a:lnTo>
                <a:lnTo>
                  <a:pt x="0" y="21746"/>
                </a:lnTo>
                <a:lnTo>
                  <a:pt x="0" y="21747"/>
                </a:lnTo>
                <a:lnTo>
                  <a:pt x="0" y="21747"/>
                </a:lnTo>
                <a:lnTo>
                  <a:pt x="0" y="21748"/>
                </a:lnTo>
                <a:lnTo>
                  <a:pt x="0" y="21748"/>
                </a:lnTo>
                <a:lnTo>
                  <a:pt x="0" y="21749"/>
                </a:lnTo>
                <a:lnTo>
                  <a:pt x="0" y="21749"/>
                </a:lnTo>
                <a:lnTo>
                  <a:pt x="0" y="21750"/>
                </a:lnTo>
                <a:lnTo>
                  <a:pt x="0" y="21750"/>
                </a:lnTo>
                <a:lnTo>
                  <a:pt x="0" y="21751"/>
                </a:lnTo>
                <a:lnTo>
                  <a:pt x="0" y="21751"/>
                </a:lnTo>
                <a:lnTo>
                  <a:pt x="0" y="21752"/>
                </a:lnTo>
                <a:lnTo>
                  <a:pt x="0" y="21752"/>
                </a:lnTo>
                <a:lnTo>
                  <a:pt x="0" y="21753"/>
                </a:lnTo>
                <a:lnTo>
                  <a:pt x="0" y="21753"/>
                </a:lnTo>
                <a:lnTo>
                  <a:pt x="0" y="21754"/>
                </a:lnTo>
                <a:lnTo>
                  <a:pt x="0" y="21754"/>
                </a:lnTo>
                <a:lnTo>
                  <a:pt x="0" y="21755"/>
                </a:lnTo>
                <a:lnTo>
                  <a:pt x="0" y="21755"/>
                </a:lnTo>
                <a:lnTo>
                  <a:pt x="0" y="21756"/>
                </a:lnTo>
                <a:lnTo>
                  <a:pt x="0" y="21756"/>
                </a:lnTo>
                <a:lnTo>
                  <a:pt x="0" y="21757"/>
                </a:lnTo>
                <a:lnTo>
                  <a:pt x="0" y="21757"/>
                </a:lnTo>
                <a:lnTo>
                  <a:pt x="0" y="21758"/>
                </a:lnTo>
                <a:lnTo>
                  <a:pt x="0" y="21758"/>
                </a:lnTo>
                <a:lnTo>
                  <a:pt x="0" y="21759"/>
                </a:lnTo>
                <a:lnTo>
                  <a:pt x="0" y="21759"/>
                </a:lnTo>
                <a:lnTo>
                  <a:pt x="0" y="21760"/>
                </a:lnTo>
                <a:lnTo>
                  <a:pt x="0" y="21760"/>
                </a:lnTo>
                <a:lnTo>
                  <a:pt x="0" y="21761"/>
                </a:lnTo>
                <a:lnTo>
                  <a:pt x="0" y="21761"/>
                </a:lnTo>
                <a:lnTo>
                  <a:pt x="0" y="21762"/>
                </a:lnTo>
                <a:lnTo>
                  <a:pt x="0" y="21762"/>
                </a:lnTo>
                <a:lnTo>
                  <a:pt x="0" y="21763"/>
                </a:lnTo>
                <a:lnTo>
                  <a:pt x="0" y="21763"/>
                </a:lnTo>
                <a:lnTo>
                  <a:pt x="0" y="21764"/>
                </a:lnTo>
                <a:lnTo>
                  <a:pt x="0" y="21764"/>
                </a:lnTo>
                <a:lnTo>
                  <a:pt x="0" y="21765"/>
                </a:lnTo>
                <a:lnTo>
                  <a:pt x="0" y="21765"/>
                </a:lnTo>
                <a:lnTo>
                  <a:pt x="0" y="21766"/>
                </a:lnTo>
                <a:lnTo>
                  <a:pt x="0" y="21766"/>
                </a:lnTo>
                <a:lnTo>
                  <a:pt x="0" y="21767"/>
                </a:lnTo>
                <a:lnTo>
                  <a:pt x="0" y="21767"/>
                </a:lnTo>
                <a:lnTo>
                  <a:pt x="0" y="21768"/>
                </a:lnTo>
                <a:lnTo>
                  <a:pt x="0" y="21768"/>
                </a:lnTo>
                <a:lnTo>
                  <a:pt x="0" y="21769"/>
                </a:lnTo>
                <a:lnTo>
                  <a:pt x="0" y="21769"/>
                </a:lnTo>
                <a:lnTo>
                  <a:pt x="0" y="21770"/>
                </a:lnTo>
                <a:lnTo>
                  <a:pt x="0" y="21770"/>
                </a:lnTo>
                <a:lnTo>
                  <a:pt x="0" y="21771"/>
                </a:lnTo>
                <a:lnTo>
                  <a:pt x="0" y="21771"/>
                </a:lnTo>
                <a:lnTo>
                  <a:pt x="0" y="21772"/>
                </a:lnTo>
                <a:lnTo>
                  <a:pt x="0" y="21772"/>
                </a:lnTo>
                <a:lnTo>
                  <a:pt x="0" y="21773"/>
                </a:lnTo>
                <a:lnTo>
                  <a:pt x="0" y="21773"/>
                </a:lnTo>
                <a:lnTo>
                  <a:pt x="0" y="21774"/>
                </a:lnTo>
                <a:lnTo>
                  <a:pt x="0" y="21774"/>
                </a:lnTo>
                <a:lnTo>
                  <a:pt x="0" y="21775"/>
                </a:lnTo>
                <a:lnTo>
                  <a:pt x="0" y="21775"/>
                </a:lnTo>
                <a:lnTo>
                  <a:pt x="0" y="21776"/>
                </a:lnTo>
                <a:lnTo>
                  <a:pt x="0" y="21776"/>
                </a:lnTo>
                <a:lnTo>
                  <a:pt x="0" y="21777"/>
                </a:lnTo>
                <a:lnTo>
                  <a:pt x="0" y="21777"/>
                </a:lnTo>
                <a:lnTo>
                  <a:pt x="0" y="21778"/>
                </a:lnTo>
                <a:lnTo>
                  <a:pt x="0" y="21778"/>
                </a:lnTo>
                <a:lnTo>
                  <a:pt x="0" y="21779"/>
                </a:lnTo>
                <a:lnTo>
                  <a:pt x="0" y="21779"/>
                </a:lnTo>
                <a:lnTo>
                  <a:pt x="0" y="21779"/>
                </a:lnTo>
                <a:lnTo>
                  <a:pt x="0" y="21780"/>
                </a:lnTo>
                <a:lnTo>
                  <a:pt x="0" y="21780"/>
                </a:lnTo>
                <a:lnTo>
                  <a:pt x="0" y="21781"/>
                </a:lnTo>
                <a:lnTo>
                  <a:pt x="0" y="21781"/>
                </a:lnTo>
                <a:lnTo>
                  <a:pt x="0" y="21782"/>
                </a:lnTo>
                <a:lnTo>
                  <a:pt x="0" y="21782"/>
                </a:lnTo>
                <a:lnTo>
                  <a:pt x="0" y="21783"/>
                </a:lnTo>
                <a:lnTo>
                  <a:pt x="0" y="21783"/>
                </a:lnTo>
                <a:lnTo>
                  <a:pt x="0" y="21784"/>
                </a:lnTo>
                <a:lnTo>
                  <a:pt x="0" y="21784"/>
                </a:lnTo>
                <a:lnTo>
                  <a:pt x="0" y="21785"/>
                </a:lnTo>
                <a:lnTo>
                  <a:pt x="0" y="21785"/>
                </a:lnTo>
                <a:lnTo>
                  <a:pt x="0" y="21786"/>
                </a:lnTo>
                <a:lnTo>
                  <a:pt x="0" y="21786"/>
                </a:lnTo>
                <a:lnTo>
                  <a:pt x="0" y="21787"/>
                </a:lnTo>
                <a:lnTo>
                  <a:pt x="0" y="21787"/>
                </a:lnTo>
                <a:lnTo>
                  <a:pt x="0" y="21788"/>
                </a:lnTo>
                <a:lnTo>
                  <a:pt x="0" y="21788"/>
                </a:lnTo>
                <a:lnTo>
                  <a:pt x="0" y="21789"/>
                </a:lnTo>
                <a:lnTo>
                  <a:pt x="0" y="21789"/>
                </a:lnTo>
                <a:lnTo>
                  <a:pt x="0" y="21790"/>
                </a:lnTo>
                <a:lnTo>
                  <a:pt x="0" y="21790"/>
                </a:lnTo>
                <a:lnTo>
                  <a:pt x="0" y="21791"/>
                </a:lnTo>
                <a:lnTo>
                  <a:pt x="0" y="21791"/>
                </a:lnTo>
                <a:lnTo>
                  <a:pt x="0" y="21792"/>
                </a:lnTo>
                <a:lnTo>
                  <a:pt x="0" y="21792"/>
                </a:lnTo>
                <a:lnTo>
                  <a:pt x="0" y="21793"/>
                </a:lnTo>
                <a:lnTo>
                  <a:pt x="0" y="21793"/>
                </a:lnTo>
                <a:lnTo>
                  <a:pt x="0" y="21794"/>
                </a:lnTo>
                <a:lnTo>
                  <a:pt x="0" y="21794"/>
                </a:lnTo>
                <a:lnTo>
                  <a:pt x="0" y="21795"/>
                </a:lnTo>
                <a:lnTo>
                  <a:pt x="0" y="21795"/>
                </a:lnTo>
                <a:lnTo>
                  <a:pt x="0" y="21796"/>
                </a:lnTo>
                <a:lnTo>
                  <a:pt x="0" y="21796"/>
                </a:lnTo>
                <a:lnTo>
                  <a:pt x="0" y="21797"/>
                </a:lnTo>
                <a:lnTo>
                  <a:pt x="0" y="21797"/>
                </a:lnTo>
                <a:lnTo>
                  <a:pt x="0" y="21798"/>
                </a:lnTo>
                <a:lnTo>
                  <a:pt x="0" y="21798"/>
                </a:lnTo>
                <a:lnTo>
                  <a:pt x="0" y="21799"/>
                </a:lnTo>
                <a:lnTo>
                  <a:pt x="0" y="21799"/>
                </a:lnTo>
                <a:lnTo>
                  <a:pt x="0" y="21800"/>
                </a:lnTo>
                <a:lnTo>
                  <a:pt x="0" y="21800"/>
                </a:lnTo>
                <a:lnTo>
                  <a:pt x="0" y="21800"/>
                </a:lnTo>
                <a:lnTo>
                  <a:pt x="0" y="21801"/>
                </a:lnTo>
                <a:lnTo>
                  <a:pt x="0" y="21801"/>
                </a:lnTo>
                <a:lnTo>
                  <a:pt x="0" y="21802"/>
                </a:lnTo>
                <a:lnTo>
                  <a:pt x="0" y="21802"/>
                </a:lnTo>
                <a:lnTo>
                  <a:pt x="0" y="21803"/>
                </a:lnTo>
                <a:lnTo>
                  <a:pt x="0" y="21803"/>
                </a:lnTo>
                <a:lnTo>
                  <a:pt x="0" y="21804"/>
                </a:lnTo>
                <a:lnTo>
                  <a:pt x="0" y="21804"/>
                </a:lnTo>
                <a:lnTo>
                  <a:pt x="0" y="21805"/>
                </a:lnTo>
                <a:lnTo>
                  <a:pt x="0" y="21805"/>
                </a:lnTo>
                <a:lnTo>
                  <a:pt x="0" y="21806"/>
                </a:lnTo>
                <a:lnTo>
                  <a:pt x="0" y="21806"/>
                </a:lnTo>
                <a:lnTo>
                  <a:pt x="0" y="21807"/>
                </a:lnTo>
                <a:lnTo>
                  <a:pt x="0" y="21807"/>
                </a:lnTo>
                <a:lnTo>
                  <a:pt x="0" y="21808"/>
                </a:lnTo>
                <a:lnTo>
                  <a:pt x="0" y="21808"/>
                </a:lnTo>
                <a:lnTo>
                  <a:pt x="0" y="21809"/>
                </a:lnTo>
                <a:lnTo>
                  <a:pt x="0" y="21809"/>
                </a:lnTo>
                <a:lnTo>
                  <a:pt x="0" y="21810"/>
                </a:lnTo>
                <a:lnTo>
                  <a:pt x="0" y="21810"/>
                </a:lnTo>
                <a:lnTo>
                  <a:pt x="0" y="21811"/>
                </a:lnTo>
                <a:lnTo>
                  <a:pt x="0" y="21811"/>
                </a:lnTo>
                <a:lnTo>
                  <a:pt x="0" y="21812"/>
                </a:lnTo>
                <a:lnTo>
                  <a:pt x="0" y="21812"/>
                </a:lnTo>
                <a:lnTo>
                  <a:pt x="0" y="21813"/>
                </a:lnTo>
                <a:lnTo>
                  <a:pt x="0" y="21813"/>
                </a:lnTo>
                <a:lnTo>
                  <a:pt x="0" y="21814"/>
                </a:lnTo>
                <a:lnTo>
                  <a:pt x="0" y="21814"/>
                </a:lnTo>
                <a:lnTo>
                  <a:pt x="0" y="21815"/>
                </a:lnTo>
                <a:lnTo>
                  <a:pt x="0" y="21815"/>
                </a:lnTo>
                <a:lnTo>
                  <a:pt x="0" y="21816"/>
                </a:lnTo>
                <a:lnTo>
                  <a:pt x="0" y="21816"/>
                </a:lnTo>
                <a:lnTo>
                  <a:pt x="0" y="21817"/>
                </a:lnTo>
                <a:lnTo>
                  <a:pt x="0" y="21817"/>
                </a:lnTo>
                <a:lnTo>
                  <a:pt x="0" y="21817"/>
                </a:lnTo>
                <a:lnTo>
                  <a:pt x="0" y="21818"/>
                </a:lnTo>
                <a:lnTo>
                  <a:pt x="0" y="21818"/>
                </a:lnTo>
                <a:lnTo>
                  <a:pt x="0" y="21819"/>
                </a:lnTo>
                <a:lnTo>
                  <a:pt x="0" y="21819"/>
                </a:lnTo>
                <a:lnTo>
                  <a:pt x="0" y="21820"/>
                </a:lnTo>
                <a:lnTo>
                  <a:pt x="0" y="21820"/>
                </a:lnTo>
                <a:lnTo>
                  <a:pt x="0" y="21821"/>
                </a:lnTo>
                <a:lnTo>
                  <a:pt x="0" y="21821"/>
                </a:lnTo>
                <a:lnTo>
                  <a:pt x="0" y="21822"/>
                </a:lnTo>
                <a:lnTo>
                  <a:pt x="0" y="21822"/>
                </a:lnTo>
                <a:lnTo>
                  <a:pt x="0" y="21823"/>
                </a:lnTo>
                <a:lnTo>
                  <a:pt x="0" y="21823"/>
                </a:lnTo>
                <a:lnTo>
                  <a:pt x="0" y="21824"/>
                </a:lnTo>
                <a:lnTo>
                  <a:pt x="0" y="21824"/>
                </a:lnTo>
                <a:lnTo>
                  <a:pt x="0" y="21825"/>
                </a:lnTo>
                <a:lnTo>
                  <a:pt x="0" y="21825"/>
                </a:lnTo>
                <a:lnTo>
                  <a:pt x="0" y="21826"/>
                </a:lnTo>
                <a:lnTo>
                  <a:pt x="0" y="21826"/>
                </a:lnTo>
                <a:lnTo>
                  <a:pt x="0" y="21827"/>
                </a:lnTo>
                <a:lnTo>
                  <a:pt x="0" y="21827"/>
                </a:lnTo>
                <a:lnTo>
                  <a:pt x="0" y="21828"/>
                </a:lnTo>
                <a:lnTo>
                  <a:pt x="0" y="21828"/>
                </a:lnTo>
                <a:lnTo>
                  <a:pt x="0" y="21829"/>
                </a:lnTo>
                <a:lnTo>
                  <a:pt x="0" y="21829"/>
                </a:lnTo>
                <a:lnTo>
                  <a:pt x="0" y="21830"/>
                </a:lnTo>
                <a:lnTo>
                  <a:pt x="0" y="21830"/>
                </a:lnTo>
                <a:lnTo>
                  <a:pt x="0" y="21831"/>
                </a:lnTo>
                <a:lnTo>
                  <a:pt x="0" y="21831"/>
                </a:lnTo>
                <a:lnTo>
                  <a:pt x="0" y="21831"/>
                </a:lnTo>
                <a:lnTo>
                  <a:pt x="0" y="21832"/>
                </a:lnTo>
                <a:lnTo>
                  <a:pt x="0" y="21832"/>
                </a:lnTo>
                <a:lnTo>
                  <a:pt x="0" y="21833"/>
                </a:lnTo>
                <a:lnTo>
                  <a:pt x="0" y="21833"/>
                </a:lnTo>
                <a:lnTo>
                  <a:pt x="0" y="21834"/>
                </a:lnTo>
                <a:lnTo>
                  <a:pt x="0" y="21834"/>
                </a:lnTo>
                <a:lnTo>
                  <a:pt x="0" y="21835"/>
                </a:lnTo>
                <a:lnTo>
                  <a:pt x="0" y="21835"/>
                </a:lnTo>
                <a:lnTo>
                  <a:pt x="0" y="21836"/>
                </a:lnTo>
                <a:lnTo>
                  <a:pt x="0" y="21836"/>
                </a:lnTo>
                <a:lnTo>
                  <a:pt x="0" y="21837"/>
                </a:lnTo>
                <a:lnTo>
                  <a:pt x="0" y="21837"/>
                </a:lnTo>
                <a:lnTo>
                  <a:pt x="0" y="21838"/>
                </a:lnTo>
                <a:lnTo>
                  <a:pt x="0" y="21838"/>
                </a:lnTo>
                <a:lnTo>
                  <a:pt x="0" y="21839"/>
                </a:lnTo>
                <a:lnTo>
                  <a:pt x="0" y="21839"/>
                </a:lnTo>
                <a:lnTo>
                  <a:pt x="0" y="21840"/>
                </a:lnTo>
                <a:lnTo>
                  <a:pt x="0" y="21840"/>
                </a:lnTo>
                <a:lnTo>
                  <a:pt x="0" y="21841"/>
                </a:lnTo>
                <a:lnTo>
                  <a:pt x="0" y="21841"/>
                </a:lnTo>
                <a:lnTo>
                  <a:pt x="0" y="21842"/>
                </a:lnTo>
                <a:lnTo>
                  <a:pt x="0" y="21842"/>
                </a:lnTo>
                <a:lnTo>
                  <a:pt x="0" y="21843"/>
                </a:lnTo>
                <a:lnTo>
                  <a:pt x="0" y="21843"/>
                </a:lnTo>
                <a:lnTo>
                  <a:pt x="0" y="21844"/>
                </a:lnTo>
                <a:lnTo>
                  <a:pt x="0" y="21844"/>
                </a:lnTo>
                <a:lnTo>
                  <a:pt x="0" y="21844"/>
                </a:lnTo>
                <a:lnTo>
                  <a:pt x="0" y="21845"/>
                </a:lnTo>
                <a:lnTo>
                  <a:pt x="0" y="21845"/>
                </a:lnTo>
                <a:lnTo>
                  <a:pt x="0" y="21846"/>
                </a:lnTo>
                <a:lnTo>
                  <a:pt x="0" y="21846"/>
                </a:lnTo>
                <a:lnTo>
                  <a:pt x="0" y="21847"/>
                </a:lnTo>
                <a:lnTo>
                  <a:pt x="0" y="21847"/>
                </a:lnTo>
                <a:lnTo>
                  <a:pt x="0" y="21848"/>
                </a:lnTo>
                <a:lnTo>
                  <a:pt x="0" y="21848"/>
                </a:lnTo>
                <a:lnTo>
                  <a:pt x="0" y="21849"/>
                </a:lnTo>
                <a:lnTo>
                  <a:pt x="0" y="21849"/>
                </a:lnTo>
                <a:lnTo>
                  <a:pt x="0" y="21850"/>
                </a:lnTo>
                <a:lnTo>
                  <a:pt x="0" y="21850"/>
                </a:lnTo>
                <a:lnTo>
                  <a:pt x="0" y="21851"/>
                </a:lnTo>
                <a:lnTo>
                  <a:pt x="0" y="21851"/>
                </a:lnTo>
                <a:lnTo>
                  <a:pt x="0" y="21852"/>
                </a:lnTo>
                <a:lnTo>
                  <a:pt x="0" y="21852"/>
                </a:lnTo>
                <a:lnTo>
                  <a:pt x="0" y="21853"/>
                </a:lnTo>
                <a:lnTo>
                  <a:pt x="0" y="21853"/>
                </a:lnTo>
                <a:lnTo>
                  <a:pt x="0" y="21854"/>
                </a:lnTo>
                <a:lnTo>
                  <a:pt x="0" y="21854"/>
                </a:lnTo>
                <a:lnTo>
                  <a:pt x="0" y="21855"/>
                </a:lnTo>
                <a:lnTo>
                  <a:pt x="0" y="21855"/>
                </a:lnTo>
                <a:lnTo>
                  <a:pt x="0" y="21855"/>
                </a:lnTo>
                <a:lnTo>
                  <a:pt x="0" y="21856"/>
                </a:lnTo>
                <a:lnTo>
                  <a:pt x="0" y="21856"/>
                </a:lnTo>
                <a:lnTo>
                  <a:pt x="0" y="21857"/>
                </a:lnTo>
                <a:lnTo>
                  <a:pt x="0" y="21857"/>
                </a:lnTo>
                <a:lnTo>
                  <a:pt x="0" y="21858"/>
                </a:lnTo>
                <a:lnTo>
                  <a:pt x="0" y="21858"/>
                </a:lnTo>
                <a:lnTo>
                  <a:pt x="0" y="21859"/>
                </a:lnTo>
                <a:lnTo>
                  <a:pt x="0" y="21859"/>
                </a:lnTo>
                <a:lnTo>
                  <a:pt x="0" y="21860"/>
                </a:lnTo>
                <a:lnTo>
                  <a:pt x="0" y="21860"/>
                </a:lnTo>
                <a:lnTo>
                  <a:pt x="0" y="21861"/>
                </a:lnTo>
                <a:lnTo>
                  <a:pt x="0" y="21861"/>
                </a:lnTo>
                <a:lnTo>
                  <a:pt x="0" y="21862"/>
                </a:lnTo>
                <a:lnTo>
                  <a:pt x="0" y="21862"/>
                </a:lnTo>
                <a:lnTo>
                  <a:pt x="0" y="21863"/>
                </a:lnTo>
                <a:lnTo>
                  <a:pt x="0" y="21863"/>
                </a:lnTo>
                <a:lnTo>
                  <a:pt x="0" y="21864"/>
                </a:lnTo>
                <a:lnTo>
                  <a:pt x="0" y="21864"/>
                </a:lnTo>
                <a:lnTo>
                  <a:pt x="0" y="21865"/>
                </a:lnTo>
                <a:lnTo>
                  <a:pt x="0" y="21865"/>
                </a:lnTo>
                <a:lnTo>
                  <a:pt x="0" y="21865"/>
                </a:lnTo>
                <a:lnTo>
                  <a:pt x="0" y="21866"/>
                </a:lnTo>
                <a:lnTo>
                  <a:pt x="0" y="21866"/>
                </a:lnTo>
                <a:lnTo>
                  <a:pt x="0" y="21867"/>
                </a:lnTo>
                <a:lnTo>
                  <a:pt x="0" y="21867"/>
                </a:lnTo>
                <a:lnTo>
                  <a:pt x="0" y="21868"/>
                </a:lnTo>
                <a:lnTo>
                  <a:pt x="0" y="21868"/>
                </a:lnTo>
                <a:lnTo>
                  <a:pt x="0" y="21869"/>
                </a:lnTo>
                <a:lnTo>
                  <a:pt x="0" y="21869"/>
                </a:lnTo>
                <a:lnTo>
                  <a:pt x="0" y="21870"/>
                </a:lnTo>
                <a:lnTo>
                  <a:pt x="0" y="21870"/>
                </a:lnTo>
                <a:lnTo>
                  <a:pt x="0" y="21871"/>
                </a:lnTo>
                <a:lnTo>
                  <a:pt x="0" y="21871"/>
                </a:lnTo>
                <a:lnTo>
                  <a:pt x="0" y="21872"/>
                </a:lnTo>
                <a:lnTo>
                  <a:pt x="0" y="21872"/>
                </a:lnTo>
                <a:lnTo>
                  <a:pt x="0" y="21873"/>
                </a:lnTo>
                <a:lnTo>
                  <a:pt x="0" y="21873"/>
                </a:lnTo>
                <a:lnTo>
                  <a:pt x="0" y="21874"/>
                </a:lnTo>
                <a:lnTo>
                  <a:pt x="0" y="21874"/>
                </a:lnTo>
                <a:lnTo>
                  <a:pt x="0" y="21875"/>
                </a:lnTo>
                <a:lnTo>
                  <a:pt x="0" y="21875"/>
                </a:lnTo>
                <a:lnTo>
                  <a:pt x="0" y="21875"/>
                </a:lnTo>
                <a:lnTo>
                  <a:pt x="0" y="21876"/>
                </a:lnTo>
                <a:lnTo>
                  <a:pt x="0" y="21876"/>
                </a:lnTo>
                <a:lnTo>
                  <a:pt x="0" y="21877"/>
                </a:lnTo>
                <a:lnTo>
                  <a:pt x="0" y="21877"/>
                </a:lnTo>
                <a:lnTo>
                  <a:pt x="0" y="21878"/>
                </a:lnTo>
                <a:lnTo>
                  <a:pt x="0" y="21878"/>
                </a:lnTo>
                <a:lnTo>
                  <a:pt x="0" y="21879"/>
                </a:lnTo>
                <a:lnTo>
                  <a:pt x="0" y="21879"/>
                </a:lnTo>
                <a:lnTo>
                  <a:pt x="0" y="21880"/>
                </a:lnTo>
                <a:lnTo>
                  <a:pt x="0" y="21880"/>
                </a:lnTo>
                <a:lnTo>
                  <a:pt x="0" y="21881"/>
                </a:lnTo>
                <a:lnTo>
                  <a:pt x="0" y="21881"/>
                </a:lnTo>
                <a:lnTo>
                  <a:pt x="0" y="21882"/>
                </a:lnTo>
                <a:lnTo>
                  <a:pt x="0" y="21882"/>
                </a:lnTo>
                <a:lnTo>
                  <a:pt x="0" y="21883"/>
                </a:lnTo>
                <a:lnTo>
                  <a:pt x="0" y="21883"/>
                </a:lnTo>
                <a:lnTo>
                  <a:pt x="0" y="21884"/>
                </a:lnTo>
                <a:lnTo>
                  <a:pt x="0" y="21884"/>
                </a:lnTo>
                <a:lnTo>
                  <a:pt x="0" y="21884"/>
                </a:lnTo>
                <a:lnTo>
                  <a:pt x="0" y="21885"/>
                </a:lnTo>
                <a:lnTo>
                  <a:pt x="0" y="21885"/>
                </a:lnTo>
                <a:lnTo>
                  <a:pt x="0" y="21886"/>
                </a:lnTo>
                <a:lnTo>
                  <a:pt x="0" y="21886"/>
                </a:lnTo>
                <a:lnTo>
                  <a:pt x="0" y="21887"/>
                </a:lnTo>
                <a:lnTo>
                  <a:pt x="0" y="21887"/>
                </a:lnTo>
                <a:lnTo>
                  <a:pt x="0" y="21888"/>
                </a:lnTo>
                <a:lnTo>
                  <a:pt x="0" y="21888"/>
                </a:lnTo>
                <a:lnTo>
                  <a:pt x="0" y="21889"/>
                </a:lnTo>
                <a:lnTo>
                  <a:pt x="0" y="21889"/>
                </a:lnTo>
                <a:lnTo>
                  <a:pt x="0" y="21890"/>
                </a:lnTo>
                <a:lnTo>
                  <a:pt x="0" y="21890"/>
                </a:lnTo>
                <a:lnTo>
                  <a:pt x="0" y="21891"/>
                </a:lnTo>
                <a:lnTo>
                  <a:pt x="0" y="21891"/>
                </a:lnTo>
                <a:lnTo>
                  <a:pt x="0" y="21892"/>
                </a:lnTo>
                <a:lnTo>
                  <a:pt x="0" y="21892"/>
                </a:lnTo>
                <a:lnTo>
                  <a:pt x="0" y="21893"/>
                </a:lnTo>
                <a:lnTo>
                  <a:pt x="0" y="21893"/>
                </a:lnTo>
                <a:lnTo>
                  <a:pt x="0" y="21893"/>
                </a:lnTo>
                <a:lnTo>
                  <a:pt x="0" y="21894"/>
                </a:lnTo>
                <a:lnTo>
                  <a:pt x="0" y="21894"/>
                </a:lnTo>
                <a:lnTo>
                  <a:pt x="0" y="21895"/>
                </a:lnTo>
                <a:lnTo>
                  <a:pt x="0" y="21895"/>
                </a:lnTo>
                <a:lnTo>
                  <a:pt x="0" y="21896"/>
                </a:lnTo>
                <a:lnTo>
                  <a:pt x="0" y="21896"/>
                </a:lnTo>
                <a:lnTo>
                  <a:pt x="0" y="21897"/>
                </a:lnTo>
                <a:lnTo>
                  <a:pt x="0" y="21897"/>
                </a:lnTo>
                <a:lnTo>
                  <a:pt x="0" y="21898"/>
                </a:lnTo>
                <a:lnTo>
                  <a:pt x="0" y="21898"/>
                </a:lnTo>
                <a:lnTo>
                  <a:pt x="0" y="21899"/>
                </a:lnTo>
                <a:lnTo>
                  <a:pt x="0" y="21899"/>
                </a:lnTo>
                <a:lnTo>
                  <a:pt x="0" y="21900"/>
                </a:lnTo>
                <a:lnTo>
                  <a:pt x="0" y="21900"/>
                </a:lnTo>
                <a:lnTo>
                  <a:pt x="0" y="21901"/>
                </a:lnTo>
                <a:lnTo>
                  <a:pt x="0" y="21901"/>
                </a:lnTo>
                <a:lnTo>
                  <a:pt x="0" y="21901"/>
                </a:lnTo>
                <a:lnTo>
                  <a:pt x="0" y="21902"/>
                </a:lnTo>
                <a:lnTo>
                  <a:pt x="0" y="21902"/>
                </a:lnTo>
                <a:lnTo>
                  <a:pt x="0" y="21903"/>
                </a:lnTo>
                <a:lnTo>
                  <a:pt x="0" y="21903"/>
                </a:lnTo>
                <a:lnTo>
                  <a:pt x="0" y="21904"/>
                </a:lnTo>
                <a:lnTo>
                  <a:pt x="0" y="21904"/>
                </a:lnTo>
                <a:lnTo>
                  <a:pt x="0" y="21905"/>
                </a:lnTo>
                <a:lnTo>
                  <a:pt x="0" y="21905"/>
                </a:lnTo>
                <a:lnTo>
                  <a:pt x="0" y="21906"/>
                </a:lnTo>
                <a:lnTo>
                  <a:pt x="0" y="21906"/>
                </a:lnTo>
                <a:lnTo>
                  <a:pt x="0" y="21907"/>
                </a:lnTo>
                <a:lnTo>
                  <a:pt x="0" y="21907"/>
                </a:lnTo>
                <a:lnTo>
                  <a:pt x="0" y="21908"/>
                </a:lnTo>
                <a:lnTo>
                  <a:pt x="0" y="21908"/>
                </a:lnTo>
                <a:lnTo>
                  <a:pt x="0" y="21909"/>
                </a:lnTo>
                <a:lnTo>
                  <a:pt x="0" y="21909"/>
                </a:lnTo>
                <a:lnTo>
                  <a:pt x="0" y="21909"/>
                </a:lnTo>
                <a:lnTo>
                  <a:pt x="0" y="21910"/>
                </a:lnTo>
                <a:lnTo>
                  <a:pt x="0" y="21910"/>
                </a:lnTo>
                <a:lnTo>
                  <a:pt x="0" y="21911"/>
                </a:lnTo>
                <a:lnTo>
                  <a:pt x="0" y="21911"/>
                </a:lnTo>
                <a:lnTo>
                  <a:pt x="0" y="21912"/>
                </a:lnTo>
                <a:lnTo>
                  <a:pt x="0" y="21912"/>
                </a:lnTo>
                <a:lnTo>
                  <a:pt x="0" y="21913"/>
                </a:lnTo>
                <a:lnTo>
                  <a:pt x="0" y="21913"/>
                </a:lnTo>
                <a:lnTo>
                  <a:pt x="0" y="21914"/>
                </a:lnTo>
                <a:lnTo>
                  <a:pt x="0" y="21914"/>
                </a:lnTo>
                <a:lnTo>
                  <a:pt x="0" y="21915"/>
                </a:lnTo>
                <a:lnTo>
                  <a:pt x="0" y="21915"/>
                </a:lnTo>
                <a:lnTo>
                  <a:pt x="0" y="21916"/>
                </a:lnTo>
                <a:lnTo>
                  <a:pt x="0" y="21916"/>
                </a:lnTo>
                <a:lnTo>
                  <a:pt x="0" y="21916"/>
                </a:lnTo>
                <a:lnTo>
                  <a:pt x="0" y="21917"/>
                </a:lnTo>
                <a:lnTo>
                  <a:pt x="0" y="21917"/>
                </a:lnTo>
                <a:lnTo>
                  <a:pt x="0" y="21918"/>
                </a:lnTo>
                <a:lnTo>
                  <a:pt x="0" y="21918"/>
                </a:lnTo>
                <a:lnTo>
                  <a:pt x="0" y="21919"/>
                </a:lnTo>
                <a:lnTo>
                  <a:pt x="0" y="21919"/>
                </a:lnTo>
                <a:lnTo>
                  <a:pt x="0" y="21920"/>
                </a:lnTo>
                <a:lnTo>
                  <a:pt x="0" y="21920"/>
                </a:lnTo>
                <a:lnTo>
                  <a:pt x="0" y="21921"/>
                </a:lnTo>
                <a:lnTo>
                  <a:pt x="0" y="21921"/>
                </a:lnTo>
                <a:lnTo>
                  <a:pt x="0" y="21922"/>
                </a:lnTo>
                <a:lnTo>
                  <a:pt x="0" y="21922"/>
                </a:lnTo>
                <a:lnTo>
                  <a:pt x="0" y="21923"/>
                </a:lnTo>
                <a:lnTo>
                  <a:pt x="0" y="21923"/>
                </a:lnTo>
                <a:lnTo>
                  <a:pt x="0" y="21923"/>
                </a:lnTo>
                <a:lnTo>
                  <a:pt x="0" y="21924"/>
                </a:lnTo>
                <a:lnTo>
                  <a:pt x="0" y="21924"/>
                </a:lnTo>
                <a:lnTo>
                  <a:pt x="0" y="21925"/>
                </a:lnTo>
                <a:lnTo>
                  <a:pt x="0" y="21925"/>
                </a:lnTo>
                <a:lnTo>
                  <a:pt x="0" y="21926"/>
                </a:lnTo>
                <a:lnTo>
                  <a:pt x="0" y="21926"/>
                </a:lnTo>
                <a:lnTo>
                  <a:pt x="0" y="21927"/>
                </a:lnTo>
                <a:lnTo>
                  <a:pt x="0" y="21927"/>
                </a:lnTo>
                <a:lnTo>
                  <a:pt x="0" y="21928"/>
                </a:lnTo>
                <a:lnTo>
                  <a:pt x="0" y="21928"/>
                </a:lnTo>
                <a:lnTo>
                  <a:pt x="0" y="21929"/>
                </a:lnTo>
                <a:lnTo>
                  <a:pt x="0" y="21929"/>
                </a:lnTo>
                <a:lnTo>
                  <a:pt x="0" y="21930"/>
                </a:lnTo>
                <a:lnTo>
                  <a:pt x="0" y="21930"/>
                </a:lnTo>
                <a:lnTo>
                  <a:pt x="0" y="21930"/>
                </a:lnTo>
                <a:lnTo>
                  <a:pt x="0" y="21931"/>
                </a:lnTo>
                <a:lnTo>
                  <a:pt x="0" y="21931"/>
                </a:lnTo>
                <a:lnTo>
                  <a:pt x="0" y="21932"/>
                </a:lnTo>
                <a:lnTo>
                  <a:pt x="0" y="21932"/>
                </a:lnTo>
                <a:lnTo>
                  <a:pt x="0" y="21933"/>
                </a:lnTo>
                <a:lnTo>
                  <a:pt x="0" y="21933"/>
                </a:lnTo>
                <a:lnTo>
                  <a:pt x="0" y="21934"/>
                </a:lnTo>
                <a:lnTo>
                  <a:pt x="0" y="21934"/>
                </a:lnTo>
                <a:lnTo>
                  <a:pt x="0" y="21935"/>
                </a:lnTo>
                <a:lnTo>
                  <a:pt x="0" y="21935"/>
                </a:lnTo>
                <a:lnTo>
                  <a:pt x="0" y="21936"/>
                </a:lnTo>
                <a:lnTo>
                  <a:pt x="0" y="21936"/>
                </a:lnTo>
                <a:lnTo>
                  <a:pt x="0" y="21937"/>
                </a:lnTo>
                <a:lnTo>
                  <a:pt x="0" y="21937"/>
                </a:lnTo>
                <a:lnTo>
                  <a:pt x="0" y="21937"/>
                </a:lnTo>
                <a:lnTo>
                  <a:pt x="0" y="21938"/>
                </a:lnTo>
                <a:lnTo>
                  <a:pt x="0" y="21938"/>
                </a:lnTo>
                <a:lnTo>
                  <a:pt x="0" y="21939"/>
                </a:lnTo>
                <a:lnTo>
                  <a:pt x="0" y="21939"/>
                </a:lnTo>
                <a:lnTo>
                  <a:pt x="0" y="21940"/>
                </a:lnTo>
                <a:lnTo>
                  <a:pt x="0" y="21940"/>
                </a:lnTo>
                <a:lnTo>
                  <a:pt x="0" y="21941"/>
                </a:lnTo>
                <a:lnTo>
                  <a:pt x="0" y="21941"/>
                </a:lnTo>
                <a:lnTo>
                  <a:pt x="0" y="21942"/>
                </a:lnTo>
                <a:lnTo>
                  <a:pt x="0" y="21942"/>
                </a:lnTo>
                <a:lnTo>
                  <a:pt x="0" y="21943"/>
                </a:lnTo>
                <a:lnTo>
                  <a:pt x="0" y="21943"/>
                </a:lnTo>
                <a:lnTo>
                  <a:pt x="0" y="21943"/>
                </a:lnTo>
                <a:lnTo>
                  <a:pt x="0" y="21944"/>
                </a:lnTo>
                <a:lnTo>
                  <a:pt x="0" y="21944"/>
                </a:lnTo>
                <a:lnTo>
                  <a:pt x="0" y="21945"/>
                </a:lnTo>
                <a:lnTo>
                  <a:pt x="0" y="21945"/>
                </a:lnTo>
                <a:lnTo>
                  <a:pt x="0" y="21946"/>
                </a:lnTo>
                <a:lnTo>
                  <a:pt x="0" y="21946"/>
                </a:lnTo>
                <a:lnTo>
                  <a:pt x="0" y="21947"/>
                </a:lnTo>
                <a:lnTo>
                  <a:pt x="0" y="21947"/>
                </a:lnTo>
                <a:lnTo>
                  <a:pt x="0" y="21948"/>
                </a:lnTo>
                <a:lnTo>
                  <a:pt x="0" y="21948"/>
                </a:lnTo>
                <a:lnTo>
                  <a:pt x="0" y="21949"/>
                </a:lnTo>
                <a:lnTo>
                  <a:pt x="0" y="21949"/>
                </a:lnTo>
                <a:lnTo>
                  <a:pt x="0" y="21949"/>
                </a:lnTo>
                <a:lnTo>
                  <a:pt x="0" y="21950"/>
                </a:lnTo>
                <a:lnTo>
                  <a:pt x="0" y="21950"/>
                </a:lnTo>
                <a:lnTo>
                  <a:pt x="0" y="21951"/>
                </a:lnTo>
                <a:lnTo>
                  <a:pt x="0" y="21951"/>
                </a:lnTo>
                <a:lnTo>
                  <a:pt x="0" y="21952"/>
                </a:lnTo>
                <a:lnTo>
                  <a:pt x="0" y="21952"/>
                </a:lnTo>
                <a:lnTo>
                  <a:pt x="0" y="21953"/>
                </a:lnTo>
                <a:lnTo>
                  <a:pt x="0" y="21953"/>
                </a:lnTo>
                <a:lnTo>
                  <a:pt x="0" y="21954"/>
                </a:lnTo>
                <a:lnTo>
                  <a:pt x="0" y="21954"/>
                </a:lnTo>
                <a:lnTo>
                  <a:pt x="0" y="21955"/>
                </a:lnTo>
                <a:lnTo>
                  <a:pt x="0" y="21955"/>
                </a:lnTo>
                <a:lnTo>
                  <a:pt x="0" y="21956"/>
                </a:lnTo>
                <a:lnTo>
                  <a:pt x="0" y="21956"/>
                </a:lnTo>
                <a:lnTo>
                  <a:pt x="0" y="21956"/>
                </a:lnTo>
                <a:lnTo>
                  <a:pt x="0" y="21957"/>
                </a:lnTo>
                <a:lnTo>
                  <a:pt x="0" y="21957"/>
                </a:lnTo>
                <a:lnTo>
                  <a:pt x="0" y="21958"/>
                </a:lnTo>
                <a:lnTo>
                  <a:pt x="0" y="21958"/>
                </a:lnTo>
                <a:lnTo>
                  <a:pt x="0" y="21959"/>
                </a:lnTo>
                <a:lnTo>
                  <a:pt x="0" y="21959"/>
                </a:lnTo>
                <a:lnTo>
                  <a:pt x="0" y="21960"/>
                </a:lnTo>
                <a:lnTo>
                  <a:pt x="0" y="21960"/>
                </a:lnTo>
                <a:lnTo>
                  <a:pt x="0" y="21961"/>
                </a:lnTo>
                <a:lnTo>
                  <a:pt x="0" y="21961"/>
                </a:lnTo>
                <a:lnTo>
                  <a:pt x="0" y="21961"/>
                </a:lnTo>
                <a:lnTo>
                  <a:pt x="0" y="21962"/>
                </a:lnTo>
                <a:lnTo>
                  <a:pt x="0" y="21962"/>
                </a:lnTo>
                <a:lnTo>
                  <a:pt x="0" y="21963"/>
                </a:lnTo>
                <a:lnTo>
                  <a:pt x="0" y="21963"/>
                </a:lnTo>
                <a:lnTo>
                  <a:pt x="0" y="21964"/>
                </a:lnTo>
                <a:lnTo>
                  <a:pt x="0" y="21964"/>
                </a:lnTo>
                <a:lnTo>
                  <a:pt x="0" y="21965"/>
                </a:lnTo>
                <a:lnTo>
                  <a:pt x="0" y="21965"/>
                </a:lnTo>
                <a:lnTo>
                  <a:pt x="0" y="21966"/>
                </a:lnTo>
                <a:lnTo>
                  <a:pt x="0" y="21966"/>
                </a:lnTo>
                <a:lnTo>
                  <a:pt x="0" y="21967"/>
                </a:lnTo>
                <a:lnTo>
                  <a:pt x="0" y="21967"/>
                </a:lnTo>
                <a:lnTo>
                  <a:pt x="0" y="21967"/>
                </a:lnTo>
                <a:lnTo>
                  <a:pt x="0" y="21968"/>
                </a:lnTo>
                <a:lnTo>
                  <a:pt x="0" y="21968"/>
                </a:lnTo>
                <a:lnTo>
                  <a:pt x="0" y="21969"/>
                </a:lnTo>
                <a:lnTo>
                  <a:pt x="0" y="21969"/>
                </a:lnTo>
                <a:lnTo>
                  <a:pt x="0" y="21970"/>
                </a:lnTo>
                <a:lnTo>
                  <a:pt x="0" y="21970"/>
                </a:lnTo>
                <a:lnTo>
                  <a:pt x="0" y="21971"/>
                </a:lnTo>
                <a:lnTo>
                  <a:pt x="0" y="21971"/>
                </a:lnTo>
                <a:lnTo>
                  <a:pt x="0" y="21972"/>
                </a:lnTo>
                <a:lnTo>
                  <a:pt x="0" y="21972"/>
                </a:lnTo>
                <a:lnTo>
                  <a:pt x="0" y="21973"/>
                </a:lnTo>
                <a:lnTo>
                  <a:pt x="0" y="21973"/>
                </a:lnTo>
                <a:lnTo>
                  <a:pt x="0" y="21973"/>
                </a:lnTo>
                <a:lnTo>
                  <a:pt x="0" y="21974"/>
                </a:lnTo>
                <a:lnTo>
                  <a:pt x="0" y="21974"/>
                </a:lnTo>
                <a:lnTo>
                  <a:pt x="0" y="21975"/>
                </a:lnTo>
                <a:lnTo>
                  <a:pt x="0" y="21975"/>
                </a:lnTo>
                <a:lnTo>
                  <a:pt x="0" y="21976"/>
                </a:lnTo>
                <a:lnTo>
                  <a:pt x="0" y="21976"/>
                </a:lnTo>
                <a:lnTo>
                  <a:pt x="0" y="21977"/>
                </a:lnTo>
                <a:lnTo>
                  <a:pt x="0" y="21977"/>
                </a:lnTo>
                <a:lnTo>
                  <a:pt x="0" y="21978"/>
                </a:lnTo>
                <a:lnTo>
                  <a:pt x="0" y="21978"/>
                </a:lnTo>
                <a:lnTo>
                  <a:pt x="0" y="21978"/>
                </a:lnTo>
                <a:lnTo>
                  <a:pt x="0" y="21979"/>
                </a:lnTo>
                <a:lnTo>
                  <a:pt x="0" y="21979"/>
                </a:lnTo>
                <a:lnTo>
                  <a:pt x="0" y="21980"/>
                </a:lnTo>
                <a:lnTo>
                  <a:pt x="0" y="21980"/>
                </a:lnTo>
                <a:lnTo>
                  <a:pt x="0" y="21981"/>
                </a:lnTo>
                <a:lnTo>
                  <a:pt x="0" y="21981"/>
                </a:lnTo>
                <a:lnTo>
                  <a:pt x="0" y="21982"/>
                </a:lnTo>
                <a:lnTo>
                  <a:pt x="0" y="21982"/>
                </a:lnTo>
                <a:lnTo>
                  <a:pt x="0" y="21983"/>
                </a:lnTo>
                <a:lnTo>
                  <a:pt x="0" y="21983"/>
                </a:lnTo>
                <a:lnTo>
                  <a:pt x="0" y="21984"/>
                </a:lnTo>
                <a:lnTo>
                  <a:pt x="0" y="21984"/>
                </a:lnTo>
                <a:lnTo>
                  <a:pt x="0" y="21984"/>
                </a:lnTo>
                <a:lnTo>
                  <a:pt x="0" y="21985"/>
                </a:lnTo>
                <a:lnTo>
                  <a:pt x="0" y="21985"/>
                </a:lnTo>
                <a:lnTo>
                  <a:pt x="0" y="21986"/>
                </a:lnTo>
                <a:lnTo>
                  <a:pt x="0" y="21986"/>
                </a:lnTo>
                <a:lnTo>
                  <a:pt x="0" y="21987"/>
                </a:lnTo>
                <a:lnTo>
                  <a:pt x="0" y="21987"/>
                </a:lnTo>
                <a:lnTo>
                  <a:pt x="0" y="21988"/>
                </a:lnTo>
                <a:lnTo>
                  <a:pt x="0" y="21988"/>
                </a:lnTo>
                <a:lnTo>
                  <a:pt x="0" y="21989"/>
                </a:lnTo>
                <a:lnTo>
                  <a:pt x="0" y="21989"/>
                </a:lnTo>
                <a:lnTo>
                  <a:pt x="0" y="21989"/>
                </a:lnTo>
                <a:lnTo>
                  <a:pt x="0" y="21990"/>
                </a:lnTo>
                <a:lnTo>
                  <a:pt x="0" y="21990"/>
                </a:lnTo>
                <a:lnTo>
                  <a:pt x="0" y="21991"/>
                </a:lnTo>
                <a:lnTo>
                  <a:pt x="0" y="21991"/>
                </a:lnTo>
                <a:lnTo>
                  <a:pt x="0" y="21992"/>
                </a:lnTo>
                <a:lnTo>
                  <a:pt x="0" y="21992"/>
                </a:lnTo>
                <a:lnTo>
                  <a:pt x="0" y="21993"/>
                </a:lnTo>
                <a:lnTo>
                  <a:pt x="0" y="21993"/>
                </a:lnTo>
                <a:lnTo>
                  <a:pt x="0" y="21994"/>
                </a:lnTo>
                <a:lnTo>
                  <a:pt x="0" y="21994"/>
                </a:lnTo>
                <a:lnTo>
                  <a:pt x="0" y="21994"/>
                </a:lnTo>
                <a:lnTo>
                  <a:pt x="0" y="21995"/>
                </a:lnTo>
                <a:lnTo>
                  <a:pt x="0" y="21995"/>
                </a:lnTo>
                <a:lnTo>
                  <a:pt x="0" y="21996"/>
                </a:lnTo>
                <a:lnTo>
                  <a:pt x="0" y="21996"/>
                </a:lnTo>
                <a:lnTo>
                  <a:pt x="0" y="21997"/>
                </a:lnTo>
                <a:lnTo>
                  <a:pt x="0" y="21997"/>
                </a:lnTo>
                <a:lnTo>
                  <a:pt x="0" y="21998"/>
                </a:lnTo>
                <a:lnTo>
                  <a:pt x="0" y="21998"/>
                </a:lnTo>
                <a:lnTo>
                  <a:pt x="0" y="21999"/>
                </a:lnTo>
                <a:lnTo>
                  <a:pt x="0" y="21999"/>
                </a:lnTo>
                <a:lnTo>
                  <a:pt x="0" y="21999"/>
                </a:lnTo>
                <a:lnTo>
                  <a:pt x="0" y="22000"/>
                </a:lnTo>
                <a:lnTo>
                  <a:pt x="0" y="22000"/>
                </a:lnTo>
                <a:lnTo>
                  <a:pt x="0" y="22001"/>
                </a:lnTo>
                <a:lnTo>
                  <a:pt x="0" y="22001"/>
                </a:lnTo>
                <a:lnTo>
                  <a:pt x="0" y="22002"/>
                </a:lnTo>
                <a:lnTo>
                  <a:pt x="0" y="22002"/>
                </a:lnTo>
                <a:lnTo>
                  <a:pt x="0" y="22003"/>
                </a:lnTo>
                <a:lnTo>
                  <a:pt x="0" y="22003"/>
                </a:lnTo>
                <a:lnTo>
                  <a:pt x="0" y="22004"/>
                </a:lnTo>
                <a:lnTo>
                  <a:pt x="0" y="22004"/>
                </a:lnTo>
                <a:lnTo>
                  <a:pt x="0" y="22004"/>
                </a:lnTo>
                <a:lnTo>
                  <a:pt x="0" y="22005"/>
                </a:lnTo>
                <a:lnTo>
                  <a:pt x="0" y="22005"/>
                </a:lnTo>
                <a:lnTo>
                  <a:pt x="0" y="22006"/>
                </a:lnTo>
                <a:lnTo>
                  <a:pt x="0" y="22006"/>
                </a:lnTo>
                <a:lnTo>
                  <a:pt x="0" y="22007"/>
                </a:lnTo>
                <a:lnTo>
                  <a:pt x="0" y="22007"/>
                </a:lnTo>
                <a:lnTo>
                  <a:pt x="0" y="22008"/>
                </a:lnTo>
                <a:lnTo>
                  <a:pt x="0" y="22008"/>
                </a:lnTo>
                <a:lnTo>
                  <a:pt x="0" y="22008"/>
                </a:lnTo>
                <a:lnTo>
                  <a:pt x="0" y="22009"/>
                </a:lnTo>
                <a:lnTo>
                  <a:pt x="0" y="22009"/>
                </a:lnTo>
                <a:lnTo>
                  <a:pt x="0" y="22010"/>
                </a:lnTo>
                <a:lnTo>
                  <a:pt x="0" y="22010"/>
                </a:lnTo>
                <a:lnTo>
                  <a:pt x="0" y="22011"/>
                </a:lnTo>
                <a:lnTo>
                  <a:pt x="0" y="22011"/>
                </a:lnTo>
                <a:lnTo>
                  <a:pt x="0" y="22012"/>
                </a:lnTo>
                <a:lnTo>
                  <a:pt x="0" y="22012"/>
                </a:lnTo>
                <a:lnTo>
                  <a:pt x="0" y="22013"/>
                </a:lnTo>
                <a:lnTo>
                  <a:pt x="0" y="22013"/>
                </a:lnTo>
                <a:lnTo>
                  <a:pt x="0" y="22013"/>
                </a:lnTo>
                <a:lnTo>
                  <a:pt x="0" y="22014"/>
                </a:lnTo>
                <a:lnTo>
                  <a:pt x="0" y="22014"/>
                </a:lnTo>
                <a:lnTo>
                  <a:pt x="0" y="22015"/>
                </a:lnTo>
                <a:lnTo>
                  <a:pt x="0" y="22015"/>
                </a:lnTo>
                <a:lnTo>
                  <a:pt x="0" y="22016"/>
                </a:lnTo>
                <a:lnTo>
                  <a:pt x="0" y="22016"/>
                </a:lnTo>
                <a:lnTo>
                  <a:pt x="0" y="22017"/>
                </a:lnTo>
                <a:lnTo>
                  <a:pt x="0" y="22017"/>
                </a:lnTo>
                <a:lnTo>
                  <a:pt x="0" y="22018"/>
                </a:lnTo>
                <a:lnTo>
                  <a:pt x="0" y="22018"/>
                </a:lnTo>
                <a:lnTo>
                  <a:pt x="0" y="22018"/>
                </a:lnTo>
                <a:lnTo>
                  <a:pt x="0" y="22019"/>
                </a:lnTo>
                <a:lnTo>
                  <a:pt x="0" y="22019"/>
                </a:lnTo>
                <a:lnTo>
                  <a:pt x="0" y="22020"/>
                </a:lnTo>
                <a:lnTo>
                  <a:pt x="0" y="22020"/>
                </a:lnTo>
                <a:lnTo>
                  <a:pt x="0" y="22021"/>
                </a:lnTo>
                <a:lnTo>
                  <a:pt x="0" y="22021"/>
                </a:lnTo>
                <a:lnTo>
                  <a:pt x="0" y="22022"/>
                </a:lnTo>
                <a:lnTo>
                  <a:pt x="0" y="22022"/>
                </a:lnTo>
                <a:lnTo>
                  <a:pt x="0" y="22022"/>
                </a:lnTo>
                <a:lnTo>
                  <a:pt x="0" y="22023"/>
                </a:lnTo>
                <a:lnTo>
                  <a:pt x="0" y="22023"/>
                </a:lnTo>
                <a:lnTo>
                  <a:pt x="0" y="22024"/>
                </a:lnTo>
                <a:lnTo>
                  <a:pt x="0" y="22024"/>
                </a:lnTo>
                <a:lnTo>
                  <a:pt x="0" y="22025"/>
                </a:lnTo>
                <a:lnTo>
                  <a:pt x="0" y="22025"/>
                </a:lnTo>
                <a:lnTo>
                  <a:pt x="0" y="22026"/>
                </a:lnTo>
                <a:lnTo>
                  <a:pt x="0" y="22026"/>
                </a:lnTo>
                <a:lnTo>
                  <a:pt x="0" y="22027"/>
                </a:lnTo>
                <a:lnTo>
                  <a:pt x="0" y="22027"/>
                </a:lnTo>
                <a:lnTo>
                  <a:pt x="0" y="22027"/>
                </a:lnTo>
                <a:lnTo>
                  <a:pt x="0" y="22028"/>
                </a:lnTo>
                <a:lnTo>
                  <a:pt x="0" y="22028"/>
                </a:lnTo>
                <a:lnTo>
                  <a:pt x="0" y="22029"/>
                </a:lnTo>
                <a:lnTo>
                  <a:pt x="0" y="22029"/>
                </a:lnTo>
                <a:lnTo>
                  <a:pt x="0" y="22030"/>
                </a:lnTo>
                <a:lnTo>
                  <a:pt x="0" y="22030"/>
                </a:lnTo>
                <a:lnTo>
                  <a:pt x="0" y="22031"/>
                </a:lnTo>
                <a:lnTo>
                  <a:pt x="0" y="22031"/>
                </a:lnTo>
                <a:lnTo>
                  <a:pt x="0" y="22031"/>
                </a:lnTo>
                <a:lnTo>
                  <a:pt x="0" y="22032"/>
                </a:lnTo>
                <a:lnTo>
                  <a:pt x="0" y="22032"/>
                </a:lnTo>
                <a:lnTo>
                  <a:pt x="0" y="22033"/>
                </a:lnTo>
                <a:lnTo>
                  <a:pt x="0" y="22033"/>
                </a:lnTo>
                <a:lnTo>
                  <a:pt x="0" y="22034"/>
                </a:lnTo>
                <a:lnTo>
                  <a:pt x="0" y="22034"/>
                </a:lnTo>
                <a:lnTo>
                  <a:pt x="0" y="22035"/>
                </a:lnTo>
                <a:lnTo>
                  <a:pt x="0" y="22035"/>
                </a:lnTo>
                <a:lnTo>
                  <a:pt x="0" y="22035"/>
                </a:lnTo>
                <a:lnTo>
                  <a:pt x="0" y="22036"/>
                </a:lnTo>
                <a:lnTo>
                  <a:pt x="0" y="22036"/>
                </a:lnTo>
                <a:lnTo>
                  <a:pt x="0" y="22037"/>
                </a:lnTo>
                <a:lnTo>
                  <a:pt x="0" y="22037"/>
                </a:lnTo>
                <a:lnTo>
                  <a:pt x="0" y="22038"/>
                </a:lnTo>
                <a:lnTo>
                  <a:pt x="0" y="22038"/>
                </a:lnTo>
                <a:lnTo>
                  <a:pt x="0" y="22039"/>
                </a:lnTo>
                <a:lnTo>
                  <a:pt x="0" y="22039"/>
                </a:lnTo>
                <a:lnTo>
                  <a:pt x="0" y="22040"/>
                </a:lnTo>
                <a:lnTo>
                  <a:pt x="0" y="22040"/>
                </a:lnTo>
                <a:lnTo>
                  <a:pt x="0" y="22040"/>
                </a:lnTo>
                <a:lnTo>
                  <a:pt x="0" y="22041"/>
                </a:lnTo>
                <a:lnTo>
                  <a:pt x="0" y="22041"/>
                </a:lnTo>
                <a:lnTo>
                  <a:pt x="0" y="22042"/>
                </a:lnTo>
                <a:lnTo>
                  <a:pt x="0" y="22042"/>
                </a:lnTo>
                <a:lnTo>
                  <a:pt x="0" y="22043"/>
                </a:lnTo>
                <a:lnTo>
                  <a:pt x="0" y="22043"/>
                </a:lnTo>
                <a:lnTo>
                  <a:pt x="0" y="22044"/>
                </a:lnTo>
                <a:lnTo>
                  <a:pt x="0" y="22044"/>
                </a:lnTo>
                <a:lnTo>
                  <a:pt x="0" y="22044"/>
                </a:lnTo>
                <a:lnTo>
                  <a:pt x="0" y="22045"/>
                </a:lnTo>
                <a:lnTo>
                  <a:pt x="0" y="22045"/>
                </a:lnTo>
                <a:lnTo>
                  <a:pt x="0" y="22046"/>
                </a:lnTo>
                <a:lnTo>
                  <a:pt x="0" y="22046"/>
                </a:lnTo>
                <a:lnTo>
                  <a:pt x="0" y="22047"/>
                </a:lnTo>
                <a:lnTo>
                  <a:pt x="0" y="22047"/>
                </a:lnTo>
                <a:lnTo>
                  <a:pt x="0" y="22048"/>
                </a:lnTo>
                <a:lnTo>
                  <a:pt x="0" y="22048"/>
                </a:lnTo>
                <a:lnTo>
                  <a:pt x="0" y="22048"/>
                </a:lnTo>
                <a:lnTo>
                  <a:pt x="0" y="22049"/>
                </a:lnTo>
                <a:lnTo>
                  <a:pt x="0" y="22049"/>
                </a:lnTo>
                <a:lnTo>
                  <a:pt x="0" y="22050"/>
                </a:lnTo>
                <a:lnTo>
                  <a:pt x="0" y="22050"/>
                </a:lnTo>
                <a:lnTo>
                  <a:pt x="0" y="22051"/>
                </a:lnTo>
                <a:lnTo>
                  <a:pt x="0" y="22051"/>
                </a:lnTo>
                <a:lnTo>
                  <a:pt x="0" y="22052"/>
                </a:lnTo>
                <a:lnTo>
                  <a:pt x="0" y="22052"/>
                </a:lnTo>
                <a:lnTo>
                  <a:pt x="0" y="22052"/>
                </a:lnTo>
                <a:lnTo>
                  <a:pt x="0" y="22053"/>
                </a:lnTo>
                <a:lnTo>
                  <a:pt x="0" y="22053"/>
                </a:lnTo>
                <a:lnTo>
                  <a:pt x="0" y="22054"/>
                </a:lnTo>
                <a:lnTo>
                  <a:pt x="0" y="22054"/>
                </a:lnTo>
                <a:lnTo>
                  <a:pt x="0" y="22055"/>
                </a:lnTo>
                <a:lnTo>
                  <a:pt x="0" y="22055"/>
                </a:lnTo>
                <a:lnTo>
                  <a:pt x="0" y="22056"/>
                </a:lnTo>
                <a:lnTo>
                  <a:pt x="0" y="22056"/>
                </a:lnTo>
                <a:lnTo>
                  <a:pt x="0" y="22056"/>
                </a:lnTo>
                <a:lnTo>
                  <a:pt x="0" y="22057"/>
                </a:lnTo>
                <a:lnTo>
                  <a:pt x="0" y="22057"/>
                </a:lnTo>
                <a:lnTo>
                  <a:pt x="0" y="22058"/>
                </a:lnTo>
                <a:lnTo>
                  <a:pt x="0" y="22058"/>
                </a:lnTo>
                <a:lnTo>
                  <a:pt x="0" y="22059"/>
                </a:lnTo>
                <a:lnTo>
                  <a:pt x="0" y="22059"/>
                </a:lnTo>
                <a:lnTo>
                  <a:pt x="0" y="22060"/>
                </a:lnTo>
                <a:lnTo>
                  <a:pt x="0" y="22060"/>
                </a:lnTo>
                <a:lnTo>
                  <a:pt x="0" y="22060"/>
                </a:lnTo>
                <a:lnTo>
                  <a:pt x="0" y="22061"/>
                </a:lnTo>
                <a:lnTo>
                  <a:pt x="0" y="22061"/>
                </a:lnTo>
                <a:lnTo>
                  <a:pt x="0" y="22062"/>
                </a:lnTo>
                <a:lnTo>
                  <a:pt x="0" y="22062"/>
                </a:lnTo>
                <a:lnTo>
                  <a:pt x="0" y="22063"/>
                </a:lnTo>
                <a:lnTo>
                  <a:pt x="0" y="22063"/>
                </a:lnTo>
                <a:lnTo>
                  <a:pt x="0" y="22064"/>
                </a:lnTo>
                <a:lnTo>
                  <a:pt x="0" y="22064"/>
                </a:lnTo>
                <a:lnTo>
                  <a:pt x="0" y="22064"/>
                </a:lnTo>
                <a:lnTo>
                  <a:pt x="0" y="22065"/>
                </a:lnTo>
                <a:lnTo>
                  <a:pt x="0" y="22065"/>
                </a:lnTo>
                <a:lnTo>
                  <a:pt x="0" y="22066"/>
                </a:lnTo>
                <a:lnTo>
                  <a:pt x="0" y="22066"/>
                </a:lnTo>
                <a:lnTo>
                  <a:pt x="0" y="22067"/>
                </a:lnTo>
                <a:lnTo>
                  <a:pt x="0" y="22067"/>
                </a:lnTo>
                <a:lnTo>
                  <a:pt x="0" y="22068"/>
                </a:lnTo>
                <a:lnTo>
                  <a:pt x="0" y="22068"/>
                </a:lnTo>
                <a:lnTo>
                  <a:pt x="0" y="22068"/>
                </a:lnTo>
                <a:lnTo>
                  <a:pt x="0" y="22069"/>
                </a:lnTo>
                <a:lnTo>
                  <a:pt x="0" y="22069"/>
                </a:lnTo>
                <a:lnTo>
                  <a:pt x="0" y="22070"/>
                </a:lnTo>
                <a:lnTo>
                  <a:pt x="0" y="22070"/>
                </a:lnTo>
                <a:lnTo>
                  <a:pt x="0" y="22071"/>
                </a:lnTo>
                <a:lnTo>
                  <a:pt x="0" y="22071"/>
                </a:lnTo>
                <a:lnTo>
                  <a:pt x="0" y="22072"/>
                </a:lnTo>
                <a:lnTo>
                  <a:pt x="0" y="22072"/>
                </a:lnTo>
                <a:lnTo>
                  <a:pt x="0" y="22072"/>
                </a:lnTo>
                <a:lnTo>
                  <a:pt x="0" y="22073"/>
                </a:lnTo>
                <a:lnTo>
                  <a:pt x="0" y="22073"/>
                </a:lnTo>
                <a:lnTo>
                  <a:pt x="0" y="22074"/>
                </a:lnTo>
                <a:lnTo>
                  <a:pt x="0" y="22074"/>
                </a:lnTo>
                <a:lnTo>
                  <a:pt x="0" y="22075"/>
                </a:lnTo>
                <a:lnTo>
                  <a:pt x="0" y="22075"/>
                </a:lnTo>
                <a:lnTo>
                  <a:pt x="0" y="22075"/>
                </a:lnTo>
                <a:lnTo>
                  <a:pt x="0" y="22076"/>
                </a:lnTo>
                <a:lnTo>
                  <a:pt x="0" y="22076"/>
                </a:lnTo>
                <a:lnTo>
                  <a:pt x="0" y="22077"/>
                </a:lnTo>
                <a:lnTo>
                  <a:pt x="0" y="22077"/>
                </a:lnTo>
                <a:lnTo>
                  <a:pt x="0" y="22078"/>
                </a:lnTo>
                <a:lnTo>
                  <a:pt x="0" y="22078"/>
                </a:lnTo>
                <a:lnTo>
                  <a:pt x="0" y="22079"/>
                </a:lnTo>
                <a:lnTo>
                  <a:pt x="0" y="22079"/>
                </a:lnTo>
                <a:lnTo>
                  <a:pt x="0" y="22079"/>
                </a:lnTo>
                <a:lnTo>
                  <a:pt x="0" y="22080"/>
                </a:lnTo>
                <a:lnTo>
                  <a:pt x="0" y="22080"/>
                </a:lnTo>
                <a:lnTo>
                  <a:pt x="0" y="22081"/>
                </a:lnTo>
                <a:lnTo>
                  <a:pt x="0" y="22081"/>
                </a:lnTo>
                <a:lnTo>
                  <a:pt x="0" y="22082"/>
                </a:lnTo>
                <a:lnTo>
                  <a:pt x="0" y="22082"/>
                </a:lnTo>
                <a:lnTo>
                  <a:pt x="0" y="22083"/>
                </a:lnTo>
                <a:lnTo>
                  <a:pt x="0" y="22083"/>
                </a:lnTo>
                <a:lnTo>
                  <a:pt x="0" y="22083"/>
                </a:lnTo>
                <a:lnTo>
                  <a:pt x="0" y="22084"/>
                </a:lnTo>
                <a:lnTo>
                  <a:pt x="0" y="22084"/>
                </a:lnTo>
                <a:lnTo>
                  <a:pt x="0" y="22085"/>
                </a:lnTo>
                <a:lnTo>
                  <a:pt x="0" y="22085"/>
                </a:lnTo>
                <a:lnTo>
                  <a:pt x="0" y="22086"/>
                </a:lnTo>
                <a:lnTo>
                  <a:pt x="0" y="22086"/>
                </a:lnTo>
                <a:lnTo>
                  <a:pt x="0" y="22086"/>
                </a:lnTo>
                <a:lnTo>
                  <a:pt x="0" y="22087"/>
                </a:lnTo>
                <a:lnTo>
                  <a:pt x="0" y="22087"/>
                </a:lnTo>
                <a:lnTo>
                  <a:pt x="0" y="22088"/>
                </a:lnTo>
                <a:lnTo>
                  <a:pt x="0" y="22088"/>
                </a:lnTo>
                <a:lnTo>
                  <a:pt x="0" y="22089"/>
                </a:lnTo>
                <a:lnTo>
                  <a:pt x="0" y="22089"/>
                </a:lnTo>
                <a:lnTo>
                  <a:pt x="0" y="22090"/>
                </a:lnTo>
                <a:lnTo>
                  <a:pt x="0" y="22090"/>
                </a:lnTo>
                <a:lnTo>
                  <a:pt x="0" y="22090"/>
                </a:lnTo>
                <a:lnTo>
                  <a:pt x="0" y="22091"/>
                </a:lnTo>
                <a:lnTo>
                  <a:pt x="0" y="22091"/>
                </a:lnTo>
                <a:lnTo>
                  <a:pt x="0" y="22092"/>
                </a:lnTo>
                <a:lnTo>
                  <a:pt x="0" y="22092"/>
                </a:lnTo>
                <a:lnTo>
                  <a:pt x="0" y="22093"/>
                </a:lnTo>
                <a:lnTo>
                  <a:pt x="0" y="22093"/>
                </a:lnTo>
                <a:lnTo>
                  <a:pt x="0" y="22093"/>
                </a:lnTo>
                <a:lnTo>
                  <a:pt x="0" y="22094"/>
                </a:lnTo>
                <a:lnTo>
                  <a:pt x="0" y="22094"/>
                </a:lnTo>
                <a:lnTo>
                  <a:pt x="0" y="22095"/>
                </a:lnTo>
                <a:lnTo>
                  <a:pt x="0" y="22095"/>
                </a:lnTo>
                <a:lnTo>
                  <a:pt x="0" y="22096"/>
                </a:lnTo>
                <a:lnTo>
                  <a:pt x="0" y="22096"/>
                </a:lnTo>
                <a:lnTo>
                  <a:pt x="0" y="22097"/>
                </a:lnTo>
                <a:lnTo>
                  <a:pt x="0" y="22097"/>
                </a:lnTo>
                <a:lnTo>
                  <a:pt x="0" y="22097"/>
                </a:lnTo>
                <a:lnTo>
                  <a:pt x="0" y="22098"/>
                </a:lnTo>
                <a:lnTo>
                  <a:pt x="0" y="22098"/>
                </a:lnTo>
                <a:lnTo>
                  <a:pt x="0" y="22099"/>
                </a:lnTo>
                <a:lnTo>
                  <a:pt x="0" y="22099"/>
                </a:lnTo>
                <a:lnTo>
                  <a:pt x="0" y="22100"/>
                </a:lnTo>
                <a:lnTo>
                  <a:pt x="0" y="22100"/>
                </a:lnTo>
                <a:lnTo>
                  <a:pt x="0" y="22100"/>
                </a:lnTo>
                <a:lnTo>
                  <a:pt x="0" y="22101"/>
                </a:lnTo>
                <a:lnTo>
                  <a:pt x="0" y="22101"/>
                </a:lnTo>
                <a:lnTo>
                  <a:pt x="0" y="22102"/>
                </a:lnTo>
                <a:lnTo>
                  <a:pt x="0" y="22102"/>
                </a:lnTo>
                <a:lnTo>
                  <a:pt x="0" y="22103"/>
                </a:lnTo>
                <a:lnTo>
                  <a:pt x="0" y="22103"/>
                </a:lnTo>
                <a:lnTo>
                  <a:pt x="0" y="22104"/>
                </a:lnTo>
                <a:lnTo>
                  <a:pt x="0" y="22104"/>
                </a:lnTo>
                <a:lnTo>
                  <a:pt x="0" y="22104"/>
                </a:lnTo>
                <a:lnTo>
                  <a:pt x="0" y="22105"/>
                </a:lnTo>
                <a:lnTo>
                  <a:pt x="0" y="22105"/>
                </a:lnTo>
                <a:lnTo>
                  <a:pt x="0" y="22106"/>
                </a:lnTo>
                <a:lnTo>
                  <a:pt x="0" y="22106"/>
                </a:lnTo>
                <a:lnTo>
                  <a:pt x="0" y="22107"/>
                </a:lnTo>
                <a:lnTo>
                  <a:pt x="0" y="22107"/>
                </a:lnTo>
                <a:lnTo>
                  <a:pt x="0" y="22107"/>
                </a:lnTo>
                <a:lnTo>
                  <a:pt x="0" y="22108"/>
                </a:lnTo>
                <a:lnTo>
                  <a:pt x="0" y="22108"/>
                </a:lnTo>
                <a:lnTo>
                  <a:pt x="0" y="22109"/>
                </a:lnTo>
                <a:lnTo>
                  <a:pt x="0" y="22109"/>
                </a:lnTo>
                <a:lnTo>
                  <a:pt x="0" y="22110"/>
                </a:lnTo>
                <a:lnTo>
                  <a:pt x="0" y="22110"/>
                </a:lnTo>
                <a:lnTo>
                  <a:pt x="0" y="22110"/>
                </a:lnTo>
                <a:lnTo>
                  <a:pt x="0" y="22111"/>
                </a:lnTo>
                <a:lnTo>
                  <a:pt x="0" y="22111"/>
                </a:lnTo>
                <a:lnTo>
                  <a:pt x="0" y="22112"/>
                </a:lnTo>
                <a:lnTo>
                  <a:pt x="0" y="22112"/>
                </a:lnTo>
                <a:lnTo>
                  <a:pt x="0" y="22113"/>
                </a:lnTo>
                <a:lnTo>
                  <a:pt x="0" y="22113"/>
                </a:lnTo>
                <a:lnTo>
                  <a:pt x="0" y="22114"/>
                </a:lnTo>
                <a:lnTo>
                  <a:pt x="0" y="22114"/>
                </a:lnTo>
                <a:lnTo>
                  <a:pt x="0" y="22114"/>
                </a:lnTo>
                <a:lnTo>
                  <a:pt x="0" y="22115"/>
                </a:lnTo>
                <a:lnTo>
                  <a:pt x="0" y="22115"/>
                </a:lnTo>
                <a:lnTo>
                  <a:pt x="0" y="22116"/>
                </a:lnTo>
                <a:lnTo>
                  <a:pt x="0" y="22116"/>
                </a:lnTo>
                <a:lnTo>
                  <a:pt x="0" y="22117"/>
                </a:lnTo>
                <a:lnTo>
                  <a:pt x="0" y="22117"/>
                </a:lnTo>
                <a:lnTo>
                  <a:pt x="0" y="22117"/>
                </a:lnTo>
                <a:lnTo>
                  <a:pt x="0" y="22118"/>
                </a:lnTo>
                <a:lnTo>
                  <a:pt x="0" y="22118"/>
                </a:lnTo>
                <a:lnTo>
                  <a:pt x="0" y="22119"/>
                </a:lnTo>
                <a:lnTo>
                  <a:pt x="0" y="22119"/>
                </a:lnTo>
                <a:lnTo>
                  <a:pt x="0" y="22120"/>
                </a:lnTo>
                <a:lnTo>
                  <a:pt x="0" y="22120"/>
                </a:lnTo>
                <a:lnTo>
                  <a:pt x="0" y="22120"/>
                </a:lnTo>
                <a:lnTo>
                  <a:pt x="0" y="22121"/>
                </a:lnTo>
                <a:lnTo>
                  <a:pt x="0" y="22121"/>
                </a:lnTo>
                <a:lnTo>
                  <a:pt x="0" y="22122"/>
                </a:lnTo>
                <a:lnTo>
                  <a:pt x="0" y="22122"/>
                </a:lnTo>
                <a:lnTo>
                  <a:pt x="0" y="22123"/>
                </a:lnTo>
                <a:lnTo>
                  <a:pt x="0" y="22123"/>
                </a:lnTo>
                <a:lnTo>
                  <a:pt x="0" y="22123"/>
                </a:lnTo>
                <a:lnTo>
                  <a:pt x="0" y="22124"/>
                </a:lnTo>
                <a:lnTo>
                  <a:pt x="0" y="22124"/>
                </a:lnTo>
                <a:lnTo>
                  <a:pt x="0" y="22125"/>
                </a:lnTo>
                <a:lnTo>
                  <a:pt x="0" y="22125"/>
                </a:lnTo>
                <a:lnTo>
                  <a:pt x="0" y="22126"/>
                </a:lnTo>
                <a:lnTo>
                  <a:pt x="0" y="22126"/>
                </a:lnTo>
                <a:lnTo>
                  <a:pt x="0" y="22127"/>
                </a:lnTo>
                <a:lnTo>
                  <a:pt x="0" y="22127"/>
                </a:lnTo>
                <a:lnTo>
                  <a:pt x="0" y="22127"/>
                </a:lnTo>
                <a:lnTo>
                  <a:pt x="0" y="22128"/>
                </a:lnTo>
                <a:lnTo>
                  <a:pt x="0" y="22128"/>
                </a:lnTo>
                <a:lnTo>
                  <a:pt x="0" y="22129"/>
                </a:lnTo>
                <a:lnTo>
                  <a:pt x="0" y="22129"/>
                </a:lnTo>
                <a:lnTo>
                  <a:pt x="0" y="22130"/>
                </a:lnTo>
                <a:lnTo>
                  <a:pt x="0" y="22130"/>
                </a:lnTo>
                <a:lnTo>
                  <a:pt x="0" y="22130"/>
                </a:lnTo>
                <a:lnTo>
                  <a:pt x="0" y="22131"/>
                </a:lnTo>
                <a:lnTo>
                  <a:pt x="0" y="22131"/>
                </a:lnTo>
                <a:lnTo>
                  <a:pt x="0" y="22132"/>
                </a:lnTo>
                <a:lnTo>
                  <a:pt x="0" y="22132"/>
                </a:lnTo>
                <a:lnTo>
                  <a:pt x="0" y="22133"/>
                </a:lnTo>
                <a:lnTo>
                  <a:pt x="0" y="22133"/>
                </a:lnTo>
                <a:lnTo>
                  <a:pt x="0" y="22133"/>
                </a:lnTo>
                <a:lnTo>
                  <a:pt x="0" y="22134"/>
                </a:lnTo>
                <a:lnTo>
                  <a:pt x="0" y="22134"/>
                </a:lnTo>
                <a:lnTo>
                  <a:pt x="0" y="22135"/>
                </a:lnTo>
                <a:lnTo>
                  <a:pt x="0" y="22135"/>
                </a:lnTo>
                <a:lnTo>
                  <a:pt x="0" y="22136"/>
                </a:lnTo>
                <a:lnTo>
                  <a:pt x="0" y="22136"/>
                </a:lnTo>
                <a:lnTo>
                  <a:pt x="0" y="22136"/>
                </a:lnTo>
                <a:lnTo>
                  <a:pt x="0" y="22137"/>
                </a:lnTo>
                <a:lnTo>
                  <a:pt x="0" y="22137"/>
                </a:lnTo>
                <a:lnTo>
                  <a:pt x="0" y="22138"/>
                </a:lnTo>
                <a:lnTo>
                  <a:pt x="0" y="22138"/>
                </a:lnTo>
                <a:lnTo>
                  <a:pt x="0" y="22139"/>
                </a:lnTo>
                <a:lnTo>
                  <a:pt x="0" y="22139"/>
                </a:lnTo>
                <a:lnTo>
                  <a:pt x="0" y="22139"/>
                </a:lnTo>
                <a:lnTo>
                  <a:pt x="0" y="22140"/>
                </a:lnTo>
                <a:lnTo>
                  <a:pt x="0" y="22140"/>
                </a:lnTo>
                <a:lnTo>
                  <a:pt x="0" y="22141"/>
                </a:lnTo>
                <a:lnTo>
                  <a:pt x="0" y="22141"/>
                </a:lnTo>
                <a:lnTo>
                  <a:pt x="0" y="22142"/>
                </a:lnTo>
                <a:lnTo>
                  <a:pt x="0" y="22142"/>
                </a:lnTo>
                <a:lnTo>
                  <a:pt x="0" y="22142"/>
                </a:lnTo>
                <a:lnTo>
                  <a:pt x="0" y="22143"/>
                </a:lnTo>
                <a:lnTo>
                  <a:pt x="0" y="22143"/>
                </a:lnTo>
                <a:lnTo>
                  <a:pt x="0" y="22144"/>
                </a:lnTo>
                <a:lnTo>
                  <a:pt x="0" y="22144"/>
                </a:lnTo>
                <a:lnTo>
                  <a:pt x="0" y="22145"/>
                </a:lnTo>
                <a:lnTo>
                  <a:pt x="0" y="22145"/>
                </a:lnTo>
                <a:lnTo>
                  <a:pt x="0" y="22145"/>
                </a:lnTo>
                <a:lnTo>
                  <a:pt x="0" y="22146"/>
                </a:lnTo>
                <a:lnTo>
                  <a:pt x="0" y="22146"/>
                </a:lnTo>
                <a:lnTo>
                  <a:pt x="0" y="22147"/>
                </a:lnTo>
                <a:lnTo>
                  <a:pt x="0" y="22147"/>
                </a:lnTo>
                <a:lnTo>
                  <a:pt x="0" y="22148"/>
                </a:lnTo>
                <a:lnTo>
                  <a:pt x="0" y="22148"/>
                </a:lnTo>
                <a:lnTo>
                  <a:pt x="0" y="22148"/>
                </a:lnTo>
                <a:lnTo>
                  <a:pt x="0" y="22149"/>
                </a:lnTo>
                <a:lnTo>
                  <a:pt x="0" y="22149"/>
                </a:lnTo>
                <a:lnTo>
                  <a:pt x="0" y="22150"/>
                </a:lnTo>
                <a:lnTo>
                  <a:pt x="0" y="22150"/>
                </a:lnTo>
                <a:lnTo>
                  <a:pt x="0" y="22151"/>
                </a:lnTo>
                <a:lnTo>
                  <a:pt x="0" y="22151"/>
                </a:lnTo>
                <a:lnTo>
                  <a:pt x="0" y="22151"/>
                </a:lnTo>
                <a:lnTo>
                  <a:pt x="0" y="22152"/>
                </a:lnTo>
                <a:lnTo>
                  <a:pt x="0" y="22152"/>
                </a:lnTo>
                <a:lnTo>
                  <a:pt x="0" y="22153"/>
                </a:lnTo>
                <a:lnTo>
                  <a:pt x="0" y="22153"/>
                </a:lnTo>
                <a:lnTo>
                  <a:pt x="0" y="22154"/>
                </a:lnTo>
                <a:lnTo>
                  <a:pt x="0" y="22154"/>
                </a:lnTo>
                <a:lnTo>
                  <a:pt x="0" y="22154"/>
                </a:lnTo>
                <a:lnTo>
                  <a:pt x="0" y="22155"/>
                </a:lnTo>
                <a:lnTo>
                  <a:pt x="0" y="22155"/>
                </a:lnTo>
                <a:lnTo>
                  <a:pt x="0" y="22156"/>
                </a:lnTo>
                <a:lnTo>
                  <a:pt x="0" y="22156"/>
                </a:lnTo>
                <a:lnTo>
                  <a:pt x="0" y="22157"/>
                </a:lnTo>
                <a:lnTo>
                  <a:pt x="0" y="22157"/>
                </a:lnTo>
                <a:lnTo>
                  <a:pt x="0" y="22157"/>
                </a:lnTo>
                <a:lnTo>
                  <a:pt x="0" y="22158"/>
                </a:lnTo>
                <a:lnTo>
                  <a:pt x="0" y="22158"/>
                </a:lnTo>
                <a:lnTo>
                  <a:pt x="0" y="22159"/>
                </a:lnTo>
                <a:lnTo>
                  <a:pt x="0" y="22159"/>
                </a:lnTo>
                <a:lnTo>
                  <a:pt x="0" y="22160"/>
                </a:lnTo>
                <a:lnTo>
                  <a:pt x="0" y="22160"/>
                </a:lnTo>
                <a:lnTo>
                  <a:pt x="0" y="22160"/>
                </a:lnTo>
                <a:lnTo>
                  <a:pt x="0" y="22161"/>
                </a:lnTo>
                <a:lnTo>
                  <a:pt x="0" y="22161"/>
                </a:lnTo>
                <a:lnTo>
                  <a:pt x="0" y="22162"/>
                </a:lnTo>
                <a:lnTo>
                  <a:pt x="0" y="22162"/>
                </a:lnTo>
                <a:lnTo>
                  <a:pt x="0" y="22162"/>
                </a:lnTo>
                <a:lnTo>
                  <a:pt x="0" y="22163"/>
                </a:lnTo>
                <a:lnTo>
                  <a:pt x="0" y="22163"/>
                </a:lnTo>
                <a:lnTo>
                  <a:pt x="0" y="22164"/>
                </a:lnTo>
                <a:lnTo>
                  <a:pt x="0" y="22164"/>
                </a:lnTo>
                <a:lnTo>
                  <a:pt x="0" y="22165"/>
                </a:lnTo>
                <a:lnTo>
                  <a:pt x="0" y="22165"/>
                </a:lnTo>
                <a:lnTo>
                  <a:pt x="0" y="22165"/>
                </a:lnTo>
                <a:lnTo>
                  <a:pt x="0" y="22166"/>
                </a:lnTo>
                <a:lnTo>
                  <a:pt x="0" y="22166"/>
                </a:lnTo>
                <a:lnTo>
                  <a:pt x="0" y="22167"/>
                </a:lnTo>
                <a:lnTo>
                  <a:pt x="0" y="22167"/>
                </a:lnTo>
                <a:lnTo>
                  <a:pt x="0" y="22168"/>
                </a:lnTo>
                <a:lnTo>
                  <a:pt x="0" y="22168"/>
                </a:lnTo>
                <a:lnTo>
                  <a:pt x="0" y="22168"/>
                </a:lnTo>
                <a:lnTo>
                  <a:pt x="0" y="22169"/>
                </a:lnTo>
                <a:lnTo>
                  <a:pt x="0" y="22169"/>
                </a:lnTo>
                <a:lnTo>
                  <a:pt x="0" y="22170"/>
                </a:lnTo>
                <a:lnTo>
                  <a:pt x="0" y="22170"/>
                </a:lnTo>
                <a:lnTo>
                  <a:pt x="0" y="22171"/>
                </a:lnTo>
                <a:lnTo>
                  <a:pt x="0" y="22171"/>
                </a:lnTo>
                <a:lnTo>
                  <a:pt x="0" y="22171"/>
                </a:lnTo>
                <a:lnTo>
                  <a:pt x="0" y="22172"/>
                </a:lnTo>
                <a:lnTo>
                  <a:pt x="0" y="22172"/>
                </a:lnTo>
                <a:lnTo>
                  <a:pt x="0" y="22173"/>
                </a:lnTo>
                <a:lnTo>
                  <a:pt x="0" y="22173"/>
                </a:lnTo>
                <a:lnTo>
                  <a:pt x="0" y="22174"/>
                </a:lnTo>
                <a:lnTo>
                  <a:pt x="0" y="22174"/>
                </a:lnTo>
                <a:lnTo>
                  <a:pt x="0" y="22174"/>
                </a:lnTo>
                <a:lnTo>
                  <a:pt x="0" y="22175"/>
                </a:lnTo>
                <a:lnTo>
                  <a:pt x="0" y="22175"/>
                </a:lnTo>
                <a:lnTo>
                  <a:pt x="0" y="22176"/>
                </a:lnTo>
                <a:lnTo>
                  <a:pt x="0" y="22176"/>
                </a:lnTo>
                <a:lnTo>
                  <a:pt x="0" y="22176"/>
                </a:lnTo>
                <a:lnTo>
                  <a:pt x="0" y="22177"/>
                </a:lnTo>
                <a:lnTo>
                  <a:pt x="0" y="22177"/>
                </a:lnTo>
                <a:lnTo>
                  <a:pt x="0" y="22178"/>
                </a:lnTo>
                <a:lnTo>
                  <a:pt x="0" y="22178"/>
                </a:lnTo>
                <a:lnTo>
                  <a:pt x="0" y="22179"/>
                </a:lnTo>
                <a:lnTo>
                  <a:pt x="0" y="22179"/>
                </a:lnTo>
                <a:lnTo>
                  <a:pt x="0" y="22179"/>
                </a:lnTo>
                <a:lnTo>
                  <a:pt x="0" y="22180"/>
                </a:lnTo>
                <a:lnTo>
                  <a:pt x="0" y="22180"/>
                </a:lnTo>
                <a:lnTo>
                  <a:pt x="0" y="22181"/>
                </a:lnTo>
                <a:lnTo>
                  <a:pt x="0" y="22181"/>
                </a:lnTo>
                <a:lnTo>
                  <a:pt x="0" y="22182"/>
                </a:lnTo>
                <a:lnTo>
                  <a:pt x="0" y="22182"/>
                </a:lnTo>
                <a:lnTo>
                  <a:pt x="0" y="22182"/>
                </a:lnTo>
                <a:lnTo>
                  <a:pt x="0" y="22183"/>
                </a:lnTo>
                <a:lnTo>
                  <a:pt x="0" y="22183"/>
                </a:lnTo>
                <a:lnTo>
                  <a:pt x="0" y="22184"/>
                </a:lnTo>
                <a:lnTo>
                  <a:pt x="0" y="22184"/>
                </a:lnTo>
                <a:lnTo>
                  <a:pt x="0" y="22184"/>
                </a:lnTo>
                <a:lnTo>
                  <a:pt x="0" y="22185"/>
                </a:lnTo>
                <a:lnTo>
                  <a:pt x="0" y="22185"/>
                </a:lnTo>
                <a:lnTo>
                  <a:pt x="0" y="22186"/>
                </a:lnTo>
                <a:lnTo>
                  <a:pt x="0" y="22186"/>
                </a:lnTo>
                <a:lnTo>
                  <a:pt x="0" y="22187"/>
                </a:lnTo>
                <a:lnTo>
                  <a:pt x="0" y="22187"/>
                </a:lnTo>
                <a:lnTo>
                  <a:pt x="0" y="22187"/>
                </a:lnTo>
                <a:lnTo>
                  <a:pt x="0" y="22188"/>
                </a:lnTo>
                <a:lnTo>
                  <a:pt x="0" y="22188"/>
                </a:lnTo>
                <a:lnTo>
                  <a:pt x="0" y="22189"/>
                </a:lnTo>
                <a:lnTo>
                  <a:pt x="0" y="22189"/>
                </a:lnTo>
                <a:lnTo>
                  <a:pt x="0" y="22190"/>
                </a:lnTo>
                <a:lnTo>
                  <a:pt x="0" y="22190"/>
                </a:lnTo>
                <a:lnTo>
                  <a:pt x="0" y="22190"/>
                </a:lnTo>
                <a:lnTo>
                  <a:pt x="0" y="22191"/>
                </a:lnTo>
                <a:lnTo>
                  <a:pt x="0" y="22191"/>
                </a:lnTo>
                <a:lnTo>
                  <a:pt x="0" y="22192"/>
                </a:lnTo>
                <a:lnTo>
                  <a:pt x="0" y="22192"/>
                </a:lnTo>
                <a:lnTo>
                  <a:pt x="0" y="22192"/>
                </a:lnTo>
                <a:lnTo>
                  <a:pt x="0" y="22193"/>
                </a:lnTo>
                <a:lnTo>
                  <a:pt x="0" y="22193"/>
                </a:lnTo>
                <a:lnTo>
                  <a:pt x="0" y="22194"/>
                </a:lnTo>
                <a:lnTo>
                  <a:pt x="0" y="22194"/>
                </a:lnTo>
                <a:lnTo>
                  <a:pt x="0" y="22195"/>
                </a:lnTo>
                <a:lnTo>
                  <a:pt x="0" y="22195"/>
                </a:lnTo>
                <a:lnTo>
                  <a:pt x="0" y="22195"/>
                </a:lnTo>
                <a:lnTo>
                  <a:pt x="0" y="22196"/>
                </a:lnTo>
                <a:lnTo>
                  <a:pt x="0" y="22196"/>
                </a:lnTo>
                <a:lnTo>
                  <a:pt x="0" y="22197"/>
                </a:lnTo>
                <a:lnTo>
                  <a:pt x="0" y="22197"/>
                </a:lnTo>
                <a:lnTo>
                  <a:pt x="0" y="22198"/>
                </a:lnTo>
                <a:lnTo>
                  <a:pt x="0" y="22198"/>
                </a:lnTo>
                <a:lnTo>
                  <a:pt x="0" y="22198"/>
                </a:lnTo>
                <a:lnTo>
                  <a:pt x="0" y="22199"/>
                </a:lnTo>
                <a:lnTo>
                  <a:pt x="0" y="22199"/>
                </a:lnTo>
                <a:lnTo>
                  <a:pt x="0" y="22200"/>
                </a:lnTo>
                <a:lnTo>
                  <a:pt x="0" y="22200"/>
                </a:lnTo>
                <a:lnTo>
                  <a:pt x="0" y="22200"/>
                </a:lnTo>
                <a:lnTo>
                  <a:pt x="0" y="22201"/>
                </a:lnTo>
                <a:lnTo>
                  <a:pt x="0" y="22201"/>
                </a:lnTo>
                <a:lnTo>
                  <a:pt x="0" y="22202"/>
                </a:lnTo>
                <a:lnTo>
                  <a:pt x="0" y="22202"/>
                </a:lnTo>
                <a:lnTo>
                  <a:pt x="0" y="22203"/>
                </a:lnTo>
                <a:lnTo>
                  <a:pt x="0" y="22203"/>
                </a:lnTo>
                <a:lnTo>
                  <a:pt x="0" y="22203"/>
                </a:lnTo>
                <a:lnTo>
                  <a:pt x="0" y="22204"/>
                </a:lnTo>
                <a:lnTo>
                  <a:pt x="0" y="22204"/>
                </a:lnTo>
                <a:lnTo>
                  <a:pt x="0" y="22205"/>
                </a:lnTo>
                <a:lnTo>
                  <a:pt x="0" y="22205"/>
                </a:lnTo>
                <a:lnTo>
                  <a:pt x="0" y="22205"/>
                </a:lnTo>
                <a:lnTo>
                  <a:pt x="0" y="22206"/>
                </a:lnTo>
                <a:lnTo>
                  <a:pt x="0" y="22206"/>
                </a:lnTo>
                <a:lnTo>
                  <a:pt x="0" y="22207"/>
                </a:lnTo>
                <a:lnTo>
                  <a:pt x="0" y="22207"/>
                </a:lnTo>
                <a:lnTo>
                  <a:pt x="0" y="22208"/>
                </a:lnTo>
                <a:lnTo>
                  <a:pt x="0" y="22208"/>
                </a:lnTo>
                <a:lnTo>
                  <a:pt x="0" y="22208"/>
                </a:lnTo>
                <a:lnTo>
                  <a:pt x="0" y="22209"/>
                </a:lnTo>
                <a:lnTo>
                  <a:pt x="0" y="22209"/>
                </a:lnTo>
                <a:lnTo>
                  <a:pt x="0" y="22210"/>
                </a:lnTo>
                <a:lnTo>
                  <a:pt x="0" y="22210"/>
                </a:lnTo>
                <a:lnTo>
                  <a:pt x="0" y="22210"/>
                </a:lnTo>
                <a:lnTo>
                  <a:pt x="0" y="22211"/>
                </a:lnTo>
                <a:lnTo>
                  <a:pt x="0" y="22211"/>
                </a:lnTo>
                <a:lnTo>
                  <a:pt x="0" y="22212"/>
                </a:lnTo>
                <a:lnTo>
                  <a:pt x="0" y="22212"/>
                </a:lnTo>
                <a:lnTo>
                  <a:pt x="0" y="22213"/>
                </a:lnTo>
                <a:lnTo>
                  <a:pt x="0" y="22213"/>
                </a:lnTo>
                <a:lnTo>
                  <a:pt x="0" y="22213"/>
                </a:lnTo>
                <a:lnTo>
                  <a:pt x="0" y="22214"/>
                </a:lnTo>
                <a:lnTo>
                  <a:pt x="0" y="22214"/>
                </a:lnTo>
                <a:lnTo>
                  <a:pt x="0" y="22215"/>
                </a:lnTo>
                <a:lnTo>
                  <a:pt x="0" y="22215"/>
                </a:lnTo>
                <a:lnTo>
                  <a:pt x="0" y="22215"/>
                </a:lnTo>
                <a:lnTo>
                  <a:pt x="0" y="22216"/>
                </a:lnTo>
                <a:lnTo>
                  <a:pt x="0" y="22216"/>
                </a:lnTo>
                <a:lnTo>
                  <a:pt x="0" y="22217"/>
                </a:lnTo>
                <a:lnTo>
                  <a:pt x="0" y="22217"/>
                </a:lnTo>
                <a:lnTo>
                  <a:pt x="0" y="22218"/>
                </a:lnTo>
                <a:lnTo>
                  <a:pt x="0" y="22218"/>
                </a:lnTo>
                <a:lnTo>
                  <a:pt x="0" y="22218"/>
                </a:lnTo>
                <a:lnTo>
                  <a:pt x="0" y="22219"/>
                </a:lnTo>
                <a:lnTo>
                  <a:pt x="0" y="22219"/>
                </a:lnTo>
                <a:lnTo>
                  <a:pt x="0" y="22220"/>
                </a:lnTo>
                <a:lnTo>
                  <a:pt x="0" y="22220"/>
                </a:lnTo>
                <a:lnTo>
                  <a:pt x="0" y="22220"/>
                </a:lnTo>
                <a:lnTo>
                  <a:pt x="0" y="22221"/>
                </a:lnTo>
                <a:lnTo>
                  <a:pt x="0" y="22221"/>
                </a:lnTo>
                <a:lnTo>
                  <a:pt x="0" y="22222"/>
                </a:lnTo>
                <a:lnTo>
                  <a:pt x="0" y="22222"/>
                </a:lnTo>
                <a:lnTo>
                  <a:pt x="0" y="22222"/>
                </a:lnTo>
                <a:lnTo>
                  <a:pt x="0" y="22223"/>
                </a:lnTo>
                <a:lnTo>
                  <a:pt x="0" y="22223"/>
                </a:lnTo>
                <a:lnTo>
                  <a:pt x="0" y="22224"/>
                </a:lnTo>
                <a:lnTo>
                  <a:pt x="0" y="22224"/>
                </a:lnTo>
                <a:lnTo>
                  <a:pt x="0" y="22225"/>
                </a:lnTo>
                <a:lnTo>
                  <a:pt x="0" y="22225"/>
                </a:lnTo>
                <a:lnTo>
                  <a:pt x="0" y="22225"/>
                </a:lnTo>
                <a:lnTo>
                  <a:pt x="0" y="22226"/>
                </a:lnTo>
                <a:lnTo>
                  <a:pt x="0" y="22226"/>
                </a:lnTo>
                <a:lnTo>
                  <a:pt x="0" y="22227"/>
                </a:lnTo>
                <a:lnTo>
                  <a:pt x="0" y="22227"/>
                </a:lnTo>
                <a:lnTo>
                  <a:pt x="0" y="22227"/>
                </a:lnTo>
                <a:lnTo>
                  <a:pt x="0" y="22228"/>
                </a:lnTo>
                <a:lnTo>
                  <a:pt x="0" y="22228"/>
                </a:lnTo>
                <a:lnTo>
                  <a:pt x="0" y="22229"/>
                </a:lnTo>
                <a:lnTo>
                  <a:pt x="0" y="22229"/>
                </a:lnTo>
                <a:lnTo>
                  <a:pt x="0" y="22230"/>
                </a:lnTo>
                <a:lnTo>
                  <a:pt x="0" y="22230"/>
                </a:lnTo>
                <a:lnTo>
                  <a:pt x="0" y="22230"/>
                </a:lnTo>
                <a:lnTo>
                  <a:pt x="0" y="22231"/>
                </a:lnTo>
                <a:lnTo>
                  <a:pt x="0" y="22231"/>
                </a:lnTo>
                <a:lnTo>
                  <a:pt x="0" y="22232"/>
                </a:lnTo>
                <a:lnTo>
                  <a:pt x="0" y="22232"/>
                </a:lnTo>
                <a:lnTo>
                  <a:pt x="0" y="22232"/>
                </a:lnTo>
                <a:lnTo>
                  <a:pt x="0" y="22233"/>
                </a:lnTo>
                <a:lnTo>
                  <a:pt x="0" y="22233"/>
                </a:lnTo>
                <a:lnTo>
                  <a:pt x="0" y="22234"/>
                </a:lnTo>
                <a:lnTo>
                  <a:pt x="0" y="22234"/>
                </a:lnTo>
                <a:lnTo>
                  <a:pt x="0" y="22234"/>
                </a:lnTo>
                <a:lnTo>
                  <a:pt x="0" y="22235"/>
                </a:lnTo>
                <a:lnTo>
                  <a:pt x="0" y="22235"/>
                </a:lnTo>
                <a:lnTo>
                  <a:pt x="0" y="22236"/>
                </a:lnTo>
                <a:lnTo>
                  <a:pt x="0" y="22236"/>
                </a:lnTo>
                <a:lnTo>
                  <a:pt x="0" y="22237"/>
                </a:lnTo>
                <a:lnTo>
                  <a:pt x="0" y="22237"/>
                </a:lnTo>
                <a:lnTo>
                  <a:pt x="0" y="22237"/>
                </a:lnTo>
                <a:lnTo>
                  <a:pt x="0" y="22238"/>
                </a:lnTo>
                <a:lnTo>
                  <a:pt x="0" y="22238"/>
                </a:lnTo>
                <a:lnTo>
                  <a:pt x="0" y="22239"/>
                </a:lnTo>
                <a:lnTo>
                  <a:pt x="0" y="22239"/>
                </a:lnTo>
                <a:lnTo>
                  <a:pt x="0" y="22239"/>
                </a:lnTo>
                <a:lnTo>
                  <a:pt x="0" y="22240"/>
                </a:lnTo>
                <a:lnTo>
                  <a:pt x="0" y="22240"/>
                </a:lnTo>
                <a:lnTo>
                  <a:pt x="0" y="22241"/>
                </a:lnTo>
                <a:lnTo>
                  <a:pt x="0" y="22241"/>
                </a:lnTo>
                <a:lnTo>
                  <a:pt x="0" y="22241"/>
                </a:lnTo>
                <a:lnTo>
                  <a:pt x="0" y="22242"/>
                </a:lnTo>
                <a:lnTo>
                  <a:pt x="0" y="22242"/>
                </a:lnTo>
                <a:lnTo>
                  <a:pt x="0" y="22243"/>
                </a:lnTo>
                <a:lnTo>
                  <a:pt x="0" y="22243"/>
                </a:lnTo>
                <a:lnTo>
                  <a:pt x="0" y="22244"/>
                </a:lnTo>
                <a:lnTo>
                  <a:pt x="0" y="22244"/>
                </a:lnTo>
                <a:lnTo>
                  <a:pt x="0" y="22244"/>
                </a:lnTo>
                <a:lnTo>
                  <a:pt x="0" y="22245"/>
                </a:lnTo>
                <a:lnTo>
                  <a:pt x="0" y="22245"/>
                </a:lnTo>
                <a:lnTo>
                  <a:pt x="0" y="22246"/>
                </a:lnTo>
                <a:lnTo>
                  <a:pt x="0" y="22246"/>
                </a:lnTo>
                <a:lnTo>
                  <a:pt x="0" y="22246"/>
                </a:lnTo>
                <a:lnTo>
                  <a:pt x="0" y="22247"/>
                </a:lnTo>
                <a:lnTo>
                  <a:pt x="0" y="22247"/>
                </a:lnTo>
                <a:lnTo>
                  <a:pt x="0" y="22248"/>
                </a:lnTo>
                <a:lnTo>
                  <a:pt x="0" y="22248"/>
                </a:lnTo>
                <a:lnTo>
                  <a:pt x="0" y="22248"/>
                </a:lnTo>
                <a:lnTo>
                  <a:pt x="0" y="22249"/>
                </a:lnTo>
                <a:lnTo>
                  <a:pt x="0" y="22249"/>
                </a:lnTo>
                <a:lnTo>
                  <a:pt x="0" y="22250"/>
                </a:lnTo>
                <a:lnTo>
                  <a:pt x="0" y="22250"/>
                </a:lnTo>
                <a:lnTo>
                  <a:pt x="0" y="22250"/>
                </a:lnTo>
                <a:lnTo>
                  <a:pt x="0" y="22251"/>
                </a:lnTo>
                <a:lnTo>
                  <a:pt x="0" y="22251"/>
                </a:lnTo>
                <a:lnTo>
                  <a:pt x="0" y="22252"/>
                </a:lnTo>
                <a:lnTo>
                  <a:pt x="0" y="22252"/>
                </a:lnTo>
                <a:lnTo>
                  <a:pt x="0" y="22253"/>
                </a:lnTo>
                <a:lnTo>
                  <a:pt x="0" y="22253"/>
                </a:lnTo>
                <a:lnTo>
                  <a:pt x="0" y="22253"/>
                </a:lnTo>
                <a:lnTo>
                  <a:pt x="0" y="22254"/>
                </a:lnTo>
                <a:lnTo>
                  <a:pt x="0" y="22254"/>
                </a:lnTo>
                <a:lnTo>
                  <a:pt x="0" y="22255"/>
                </a:lnTo>
                <a:lnTo>
                  <a:pt x="0" y="22255"/>
                </a:lnTo>
                <a:lnTo>
                  <a:pt x="0" y="22255"/>
                </a:lnTo>
                <a:lnTo>
                  <a:pt x="0" y="22256"/>
                </a:lnTo>
                <a:lnTo>
                  <a:pt x="0" y="22256"/>
                </a:lnTo>
                <a:lnTo>
                  <a:pt x="0" y="22257"/>
                </a:lnTo>
                <a:lnTo>
                  <a:pt x="0" y="22257"/>
                </a:lnTo>
                <a:lnTo>
                  <a:pt x="0" y="22257"/>
                </a:lnTo>
                <a:lnTo>
                  <a:pt x="0" y="22258"/>
                </a:lnTo>
                <a:lnTo>
                  <a:pt x="0" y="22258"/>
                </a:lnTo>
                <a:lnTo>
                  <a:pt x="0" y="22259"/>
                </a:lnTo>
                <a:lnTo>
                  <a:pt x="0" y="22259"/>
                </a:lnTo>
                <a:lnTo>
                  <a:pt x="0" y="22259"/>
                </a:lnTo>
                <a:lnTo>
                  <a:pt x="0" y="22260"/>
                </a:lnTo>
                <a:lnTo>
                  <a:pt x="0" y="22260"/>
                </a:lnTo>
                <a:lnTo>
                  <a:pt x="0" y="22261"/>
                </a:lnTo>
                <a:lnTo>
                  <a:pt x="0" y="22261"/>
                </a:lnTo>
                <a:lnTo>
                  <a:pt x="0" y="22261"/>
                </a:lnTo>
                <a:lnTo>
                  <a:pt x="0" y="22262"/>
                </a:lnTo>
                <a:lnTo>
                  <a:pt x="0" y="22262"/>
                </a:lnTo>
                <a:lnTo>
                  <a:pt x="0" y="22263"/>
                </a:lnTo>
                <a:lnTo>
                  <a:pt x="0" y="22263"/>
                </a:lnTo>
                <a:lnTo>
                  <a:pt x="0" y="22264"/>
                </a:lnTo>
                <a:lnTo>
                  <a:pt x="0" y="22264"/>
                </a:lnTo>
                <a:lnTo>
                  <a:pt x="0" y="22264"/>
                </a:lnTo>
                <a:lnTo>
                  <a:pt x="0" y="22265"/>
                </a:lnTo>
                <a:lnTo>
                  <a:pt x="0" y="22265"/>
                </a:lnTo>
                <a:lnTo>
                  <a:pt x="0" y="22266"/>
                </a:lnTo>
                <a:lnTo>
                  <a:pt x="0" y="22266"/>
                </a:lnTo>
                <a:lnTo>
                  <a:pt x="0" y="22266"/>
                </a:lnTo>
                <a:lnTo>
                  <a:pt x="0" y="22267"/>
                </a:lnTo>
                <a:lnTo>
                  <a:pt x="0" y="22267"/>
                </a:lnTo>
                <a:lnTo>
                  <a:pt x="0" y="22268"/>
                </a:lnTo>
                <a:lnTo>
                  <a:pt x="0" y="22268"/>
                </a:lnTo>
                <a:lnTo>
                  <a:pt x="0" y="22268"/>
                </a:lnTo>
                <a:lnTo>
                  <a:pt x="0" y="22269"/>
                </a:lnTo>
                <a:lnTo>
                  <a:pt x="0" y="22269"/>
                </a:lnTo>
                <a:lnTo>
                  <a:pt x="0" y="22270"/>
                </a:lnTo>
                <a:lnTo>
                  <a:pt x="0" y="22270"/>
                </a:lnTo>
                <a:lnTo>
                  <a:pt x="0" y="22270"/>
                </a:lnTo>
                <a:lnTo>
                  <a:pt x="0" y="22271"/>
                </a:lnTo>
                <a:lnTo>
                  <a:pt x="0" y="22271"/>
                </a:lnTo>
                <a:lnTo>
                  <a:pt x="0" y="22272"/>
                </a:lnTo>
                <a:lnTo>
                  <a:pt x="0" y="22272"/>
                </a:lnTo>
                <a:lnTo>
                  <a:pt x="0" y="22272"/>
                </a:lnTo>
                <a:lnTo>
                  <a:pt x="0" y="22273"/>
                </a:lnTo>
                <a:lnTo>
                  <a:pt x="0" y="22273"/>
                </a:lnTo>
                <a:lnTo>
                  <a:pt x="0" y="22274"/>
                </a:lnTo>
                <a:lnTo>
                  <a:pt x="0" y="22274"/>
                </a:lnTo>
                <a:lnTo>
                  <a:pt x="0" y="22274"/>
                </a:lnTo>
                <a:lnTo>
                  <a:pt x="0" y="22275"/>
                </a:lnTo>
                <a:lnTo>
                  <a:pt x="0" y="22275"/>
                </a:lnTo>
                <a:lnTo>
                  <a:pt x="0" y="22276"/>
                </a:lnTo>
                <a:lnTo>
                  <a:pt x="0" y="22276"/>
                </a:lnTo>
                <a:lnTo>
                  <a:pt x="0" y="22276"/>
                </a:lnTo>
                <a:lnTo>
                  <a:pt x="0" y="22277"/>
                </a:lnTo>
                <a:lnTo>
                  <a:pt x="0" y="22277"/>
                </a:lnTo>
                <a:lnTo>
                  <a:pt x="0" y="22278"/>
                </a:lnTo>
                <a:lnTo>
                  <a:pt x="0" y="22278"/>
                </a:lnTo>
                <a:lnTo>
                  <a:pt x="0" y="22278"/>
                </a:lnTo>
                <a:lnTo>
                  <a:pt x="0" y="22279"/>
                </a:lnTo>
                <a:lnTo>
                  <a:pt x="0" y="22279"/>
                </a:lnTo>
                <a:lnTo>
                  <a:pt x="0" y="22280"/>
                </a:lnTo>
                <a:lnTo>
                  <a:pt x="0" y="22280"/>
                </a:lnTo>
                <a:lnTo>
                  <a:pt x="0" y="22281"/>
                </a:lnTo>
                <a:lnTo>
                  <a:pt x="0" y="22281"/>
                </a:lnTo>
                <a:lnTo>
                  <a:pt x="0" y="22281"/>
                </a:lnTo>
                <a:lnTo>
                  <a:pt x="0" y="22282"/>
                </a:lnTo>
                <a:lnTo>
                  <a:pt x="0" y="22282"/>
                </a:lnTo>
                <a:lnTo>
                  <a:pt x="0" y="22283"/>
                </a:lnTo>
                <a:lnTo>
                  <a:pt x="0" y="22283"/>
                </a:lnTo>
                <a:lnTo>
                  <a:pt x="0" y="22283"/>
                </a:lnTo>
                <a:lnTo>
                  <a:pt x="0" y="22284"/>
                </a:lnTo>
                <a:lnTo>
                  <a:pt x="0" y="22284"/>
                </a:lnTo>
                <a:lnTo>
                  <a:pt x="0" y="22285"/>
                </a:lnTo>
                <a:lnTo>
                  <a:pt x="0" y="22285"/>
                </a:lnTo>
                <a:lnTo>
                  <a:pt x="0" y="22285"/>
                </a:lnTo>
                <a:lnTo>
                  <a:pt x="0" y="22286"/>
                </a:lnTo>
                <a:lnTo>
                  <a:pt x="0" y="22286"/>
                </a:lnTo>
                <a:lnTo>
                  <a:pt x="0" y="22287"/>
                </a:lnTo>
                <a:lnTo>
                  <a:pt x="0" y="22287"/>
                </a:lnTo>
                <a:lnTo>
                  <a:pt x="0" y="22287"/>
                </a:lnTo>
                <a:lnTo>
                  <a:pt x="0" y="22288"/>
                </a:lnTo>
                <a:lnTo>
                  <a:pt x="0" y="22288"/>
                </a:lnTo>
                <a:lnTo>
                  <a:pt x="0" y="22289"/>
                </a:lnTo>
                <a:lnTo>
                  <a:pt x="0" y="22289"/>
                </a:lnTo>
                <a:lnTo>
                  <a:pt x="0" y="22289"/>
                </a:lnTo>
                <a:lnTo>
                  <a:pt x="0" y="22290"/>
                </a:lnTo>
                <a:lnTo>
                  <a:pt x="0" y="22290"/>
                </a:lnTo>
                <a:lnTo>
                  <a:pt x="0" y="22291"/>
                </a:lnTo>
                <a:lnTo>
                  <a:pt x="0" y="22291"/>
                </a:lnTo>
                <a:lnTo>
                  <a:pt x="0" y="22291"/>
                </a:lnTo>
                <a:lnTo>
                  <a:pt x="0" y="22292"/>
                </a:lnTo>
                <a:lnTo>
                  <a:pt x="0" y="22292"/>
                </a:lnTo>
                <a:lnTo>
                  <a:pt x="0" y="22293"/>
                </a:lnTo>
                <a:lnTo>
                  <a:pt x="0" y="22293"/>
                </a:lnTo>
                <a:lnTo>
                  <a:pt x="0" y="22293"/>
                </a:lnTo>
                <a:lnTo>
                  <a:pt x="0" y="22294"/>
                </a:lnTo>
                <a:lnTo>
                  <a:pt x="0" y="22294"/>
                </a:lnTo>
                <a:lnTo>
                  <a:pt x="0" y="22295"/>
                </a:lnTo>
                <a:lnTo>
                  <a:pt x="0" y="22295"/>
                </a:lnTo>
                <a:lnTo>
                  <a:pt x="0" y="22295"/>
                </a:lnTo>
                <a:lnTo>
                  <a:pt x="0" y="22296"/>
                </a:lnTo>
                <a:lnTo>
                  <a:pt x="0" y="22296"/>
                </a:lnTo>
                <a:lnTo>
                  <a:pt x="0" y="22297"/>
                </a:lnTo>
                <a:lnTo>
                  <a:pt x="0" y="22297"/>
                </a:lnTo>
                <a:lnTo>
                  <a:pt x="0" y="22297"/>
                </a:lnTo>
                <a:lnTo>
                  <a:pt x="0" y="22298"/>
                </a:lnTo>
                <a:lnTo>
                  <a:pt x="0" y="22298"/>
                </a:lnTo>
                <a:lnTo>
                  <a:pt x="0" y="22299"/>
                </a:lnTo>
                <a:lnTo>
                  <a:pt x="0" y="22299"/>
                </a:lnTo>
                <a:lnTo>
                  <a:pt x="0" y="22299"/>
                </a:lnTo>
                <a:lnTo>
                  <a:pt x="0" y="22300"/>
                </a:lnTo>
                <a:lnTo>
                  <a:pt x="0" y="22300"/>
                </a:lnTo>
                <a:lnTo>
                  <a:pt x="0" y="22301"/>
                </a:lnTo>
                <a:lnTo>
                  <a:pt x="0" y="22301"/>
                </a:lnTo>
                <a:lnTo>
                  <a:pt x="0" y="22301"/>
                </a:lnTo>
                <a:lnTo>
                  <a:pt x="0" y="22302"/>
                </a:lnTo>
                <a:lnTo>
                  <a:pt x="0" y="22302"/>
                </a:lnTo>
                <a:lnTo>
                  <a:pt x="0" y="22303"/>
                </a:lnTo>
                <a:lnTo>
                  <a:pt x="0" y="22303"/>
                </a:lnTo>
                <a:lnTo>
                  <a:pt x="0" y="22303"/>
                </a:lnTo>
                <a:lnTo>
                  <a:pt x="0" y="22304"/>
                </a:lnTo>
                <a:lnTo>
                  <a:pt x="0" y="22304"/>
                </a:lnTo>
                <a:lnTo>
                  <a:pt x="0" y="22305"/>
                </a:lnTo>
                <a:lnTo>
                  <a:pt x="0" y="22305"/>
                </a:lnTo>
                <a:lnTo>
                  <a:pt x="0" y="22305"/>
                </a:lnTo>
                <a:lnTo>
                  <a:pt x="0" y="22306"/>
                </a:lnTo>
                <a:lnTo>
                  <a:pt x="0" y="22306"/>
                </a:lnTo>
                <a:lnTo>
                  <a:pt x="0" y="22307"/>
                </a:lnTo>
                <a:lnTo>
                  <a:pt x="0" y="22307"/>
                </a:lnTo>
                <a:lnTo>
                  <a:pt x="0" y="22307"/>
                </a:lnTo>
                <a:lnTo>
                  <a:pt x="0" y="22308"/>
                </a:lnTo>
                <a:lnTo>
                  <a:pt x="0" y="22308"/>
                </a:lnTo>
                <a:lnTo>
                  <a:pt x="0" y="22309"/>
                </a:lnTo>
                <a:lnTo>
                  <a:pt x="0" y="22309"/>
                </a:lnTo>
                <a:lnTo>
                  <a:pt x="0" y="22309"/>
                </a:lnTo>
                <a:lnTo>
                  <a:pt x="0" y="22310"/>
                </a:lnTo>
                <a:lnTo>
                  <a:pt x="0" y="22310"/>
                </a:lnTo>
                <a:lnTo>
                  <a:pt x="0" y="22311"/>
                </a:lnTo>
                <a:lnTo>
                  <a:pt x="0" y="22311"/>
                </a:lnTo>
                <a:lnTo>
                  <a:pt x="0" y="22311"/>
                </a:lnTo>
                <a:lnTo>
                  <a:pt x="0" y="22312"/>
                </a:lnTo>
                <a:lnTo>
                  <a:pt x="0" y="22312"/>
                </a:lnTo>
                <a:lnTo>
                  <a:pt x="0" y="22312"/>
                </a:lnTo>
                <a:lnTo>
                  <a:pt x="0" y="22313"/>
                </a:lnTo>
                <a:lnTo>
                  <a:pt x="0" y="22313"/>
                </a:lnTo>
                <a:lnTo>
                  <a:pt x="0" y="22314"/>
                </a:lnTo>
                <a:lnTo>
                  <a:pt x="0" y="22314"/>
                </a:lnTo>
                <a:lnTo>
                  <a:pt x="0" y="22314"/>
                </a:lnTo>
                <a:lnTo>
                  <a:pt x="0" y="22315"/>
                </a:lnTo>
                <a:lnTo>
                  <a:pt x="0" y="22315"/>
                </a:lnTo>
                <a:lnTo>
                  <a:pt x="0" y="22316"/>
                </a:lnTo>
                <a:lnTo>
                  <a:pt x="0" y="22316"/>
                </a:lnTo>
                <a:lnTo>
                  <a:pt x="0" y="22316"/>
                </a:lnTo>
                <a:lnTo>
                  <a:pt x="0" y="22317"/>
                </a:lnTo>
                <a:lnTo>
                  <a:pt x="0" y="22317"/>
                </a:lnTo>
                <a:lnTo>
                  <a:pt x="0" y="22318"/>
                </a:lnTo>
                <a:lnTo>
                  <a:pt x="0" y="22318"/>
                </a:lnTo>
                <a:lnTo>
                  <a:pt x="0" y="22318"/>
                </a:lnTo>
                <a:lnTo>
                  <a:pt x="0" y="22319"/>
                </a:lnTo>
                <a:lnTo>
                  <a:pt x="0" y="22319"/>
                </a:lnTo>
                <a:lnTo>
                  <a:pt x="0" y="22320"/>
                </a:lnTo>
                <a:lnTo>
                  <a:pt x="0" y="22320"/>
                </a:lnTo>
                <a:lnTo>
                  <a:pt x="0" y="22320"/>
                </a:lnTo>
                <a:lnTo>
                  <a:pt x="0" y="22321"/>
                </a:lnTo>
                <a:lnTo>
                  <a:pt x="0" y="22321"/>
                </a:lnTo>
                <a:lnTo>
                  <a:pt x="0" y="22322"/>
                </a:lnTo>
                <a:lnTo>
                  <a:pt x="0" y="22322"/>
                </a:lnTo>
                <a:lnTo>
                  <a:pt x="0" y="22322"/>
                </a:lnTo>
                <a:lnTo>
                  <a:pt x="0" y="22323"/>
                </a:lnTo>
                <a:lnTo>
                  <a:pt x="0" y="22323"/>
                </a:lnTo>
                <a:lnTo>
                  <a:pt x="0" y="22324"/>
                </a:lnTo>
                <a:lnTo>
                  <a:pt x="0" y="22324"/>
                </a:lnTo>
                <a:lnTo>
                  <a:pt x="0" y="22324"/>
                </a:lnTo>
                <a:lnTo>
                  <a:pt x="0" y="22325"/>
                </a:lnTo>
                <a:lnTo>
                  <a:pt x="0" y="22325"/>
                </a:lnTo>
                <a:lnTo>
                  <a:pt x="0" y="22326"/>
                </a:lnTo>
                <a:lnTo>
                  <a:pt x="0" y="22326"/>
                </a:lnTo>
                <a:lnTo>
                  <a:pt x="0" y="22326"/>
                </a:lnTo>
                <a:lnTo>
                  <a:pt x="0" y="22327"/>
                </a:lnTo>
                <a:lnTo>
                  <a:pt x="0" y="22327"/>
                </a:lnTo>
                <a:lnTo>
                  <a:pt x="0" y="22328"/>
                </a:lnTo>
                <a:lnTo>
                  <a:pt x="0" y="22328"/>
                </a:lnTo>
                <a:lnTo>
                  <a:pt x="0" y="22328"/>
                </a:lnTo>
                <a:lnTo>
                  <a:pt x="0" y="22329"/>
                </a:lnTo>
                <a:lnTo>
                  <a:pt x="0" y="22329"/>
                </a:lnTo>
                <a:lnTo>
                  <a:pt x="0" y="22329"/>
                </a:lnTo>
                <a:lnTo>
                  <a:pt x="0" y="22330"/>
                </a:lnTo>
                <a:lnTo>
                  <a:pt x="0" y="22330"/>
                </a:lnTo>
                <a:lnTo>
                  <a:pt x="0" y="22331"/>
                </a:lnTo>
                <a:lnTo>
                  <a:pt x="0" y="22331"/>
                </a:lnTo>
                <a:lnTo>
                  <a:pt x="0" y="22331"/>
                </a:lnTo>
                <a:lnTo>
                  <a:pt x="0" y="22332"/>
                </a:lnTo>
                <a:lnTo>
                  <a:pt x="0" y="22332"/>
                </a:lnTo>
                <a:lnTo>
                  <a:pt x="0" y="22333"/>
                </a:lnTo>
                <a:lnTo>
                  <a:pt x="0" y="22333"/>
                </a:lnTo>
                <a:lnTo>
                  <a:pt x="0" y="22333"/>
                </a:lnTo>
                <a:lnTo>
                  <a:pt x="0" y="22334"/>
                </a:lnTo>
                <a:lnTo>
                  <a:pt x="0" y="22334"/>
                </a:lnTo>
                <a:lnTo>
                  <a:pt x="0" y="22335"/>
                </a:lnTo>
                <a:lnTo>
                  <a:pt x="0" y="22335"/>
                </a:lnTo>
                <a:lnTo>
                  <a:pt x="0" y="22335"/>
                </a:lnTo>
                <a:lnTo>
                  <a:pt x="0" y="22336"/>
                </a:lnTo>
                <a:lnTo>
                  <a:pt x="0" y="22336"/>
                </a:lnTo>
                <a:lnTo>
                  <a:pt x="0" y="22337"/>
                </a:lnTo>
                <a:lnTo>
                  <a:pt x="0" y="22337"/>
                </a:lnTo>
                <a:lnTo>
                  <a:pt x="0" y="22337"/>
                </a:lnTo>
                <a:lnTo>
                  <a:pt x="0" y="22338"/>
                </a:lnTo>
                <a:lnTo>
                  <a:pt x="0" y="22338"/>
                </a:lnTo>
                <a:lnTo>
                  <a:pt x="0" y="22339"/>
                </a:lnTo>
                <a:lnTo>
                  <a:pt x="0" y="22339"/>
                </a:lnTo>
                <a:lnTo>
                  <a:pt x="0" y="22339"/>
                </a:lnTo>
                <a:lnTo>
                  <a:pt x="0" y="22340"/>
                </a:lnTo>
                <a:lnTo>
                  <a:pt x="0" y="22340"/>
                </a:lnTo>
                <a:lnTo>
                  <a:pt x="0" y="22340"/>
                </a:lnTo>
                <a:lnTo>
                  <a:pt x="0" y="22341"/>
                </a:lnTo>
                <a:lnTo>
                  <a:pt x="0" y="22341"/>
                </a:lnTo>
                <a:lnTo>
                  <a:pt x="0" y="22342"/>
                </a:lnTo>
                <a:lnTo>
                  <a:pt x="0" y="22342"/>
                </a:lnTo>
                <a:lnTo>
                  <a:pt x="0" y="22342"/>
                </a:lnTo>
                <a:lnTo>
                  <a:pt x="0" y="22343"/>
                </a:lnTo>
                <a:lnTo>
                  <a:pt x="0" y="22343"/>
                </a:lnTo>
                <a:lnTo>
                  <a:pt x="0" y="22344"/>
                </a:lnTo>
                <a:lnTo>
                  <a:pt x="0" y="22344"/>
                </a:lnTo>
                <a:lnTo>
                  <a:pt x="0" y="22344"/>
                </a:lnTo>
                <a:lnTo>
                  <a:pt x="0" y="22345"/>
                </a:lnTo>
                <a:lnTo>
                  <a:pt x="0" y="22345"/>
                </a:lnTo>
                <a:lnTo>
                  <a:pt x="0" y="22346"/>
                </a:lnTo>
                <a:lnTo>
                  <a:pt x="0" y="22346"/>
                </a:lnTo>
                <a:lnTo>
                  <a:pt x="0" y="22346"/>
                </a:lnTo>
                <a:lnTo>
                  <a:pt x="0" y="22347"/>
                </a:lnTo>
                <a:lnTo>
                  <a:pt x="0" y="22347"/>
                </a:lnTo>
                <a:lnTo>
                  <a:pt x="0" y="22348"/>
                </a:lnTo>
                <a:lnTo>
                  <a:pt x="0" y="22348"/>
                </a:lnTo>
                <a:lnTo>
                  <a:pt x="0" y="22348"/>
                </a:lnTo>
                <a:lnTo>
                  <a:pt x="0" y="22349"/>
                </a:lnTo>
                <a:lnTo>
                  <a:pt x="0" y="22349"/>
                </a:lnTo>
                <a:lnTo>
                  <a:pt x="0" y="22349"/>
                </a:lnTo>
                <a:lnTo>
                  <a:pt x="0" y="22350"/>
                </a:lnTo>
                <a:lnTo>
                  <a:pt x="0" y="22350"/>
                </a:lnTo>
                <a:lnTo>
                  <a:pt x="0" y="22351"/>
                </a:lnTo>
                <a:lnTo>
                  <a:pt x="0" y="22351"/>
                </a:lnTo>
                <a:lnTo>
                  <a:pt x="0" y="22351"/>
                </a:lnTo>
                <a:lnTo>
                  <a:pt x="0" y="22352"/>
                </a:lnTo>
                <a:lnTo>
                  <a:pt x="0" y="22352"/>
                </a:lnTo>
                <a:lnTo>
                  <a:pt x="0" y="22353"/>
                </a:lnTo>
                <a:lnTo>
                  <a:pt x="0" y="22353"/>
                </a:lnTo>
                <a:lnTo>
                  <a:pt x="0" y="22353"/>
                </a:lnTo>
                <a:lnTo>
                  <a:pt x="0" y="22354"/>
                </a:lnTo>
                <a:lnTo>
                  <a:pt x="0" y="22354"/>
                </a:lnTo>
                <a:lnTo>
                  <a:pt x="0" y="22355"/>
                </a:lnTo>
                <a:lnTo>
                  <a:pt x="0" y="22355"/>
                </a:lnTo>
                <a:lnTo>
                  <a:pt x="0" y="22355"/>
                </a:lnTo>
                <a:lnTo>
                  <a:pt x="0" y="22356"/>
                </a:lnTo>
                <a:lnTo>
                  <a:pt x="0" y="22356"/>
                </a:lnTo>
                <a:lnTo>
                  <a:pt x="0" y="22356"/>
                </a:lnTo>
                <a:lnTo>
                  <a:pt x="0" y="22357"/>
                </a:lnTo>
                <a:lnTo>
                  <a:pt x="0" y="22357"/>
                </a:lnTo>
                <a:lnTo>
                  <a:pt x="0" y="22358"/>
                </a:lnTo>
                <a:lnTo>
                  <a:pt x="0" y="22358"/>
                </a:lnTo>
                <a:lnTo>
                  <a:pt x="0" y="22358"/>
                </a:lnTo>
                <a:lnTo>
                  <a:pt x="0" y="22359"/>
                </a:lnTo>
                <a:lnTo>
                  <a:pt x="0" y="22359"/>
                </a:lnTo>
                <a:lnTo>
                  <a:pt x="0" y="22360"/>
                </a:lnTo>
                <a:lnTo>
                  <a:pt x="0" y="22360"/>
                </a:lnTo>
                <a:lnTo>
                  <a:pt x="0" y="22360"/>
                </a:lnTo>
                <a:lnTo>
                  <a:pt x="0" y="22361"/>
                </a:lnTo>
                <a:lnTo>
                  <a:pt x="0" y="22361"/>
                </a:lnTo>
                <a:lnTo>
                  <a:pt x="0" y="22361"/>
                </a:lnTo>
                <a:lnTo>
                  <a:pt x="0" y="22362"/>
                </a:lnTo>
                <a:lnTo>
                  <a:pt x="0" y="22362"/>
                </a:lnTo>
                <a:lnTo>
                  <a:pt x="0" y="22363"/>
                </a:lnTo>
                <a:lnTo>
                  <a:pt x="0" y="22363"/>
                </a:lnTo>
                <a:lnTo>
                  <a:pt x="0" y="22363"/>
                </a:lnTo>
                <a:lnTo>
                  <a:pt x="0" y="22364"/>
                </a:lnTo>
                <a:lnTo>
                  <a:pt x="0" y="22364"/>
                </a:lnTo>
                <a:lnTo>
                  <a:pt x="0" y="22365"/>
                </a:lnTo>
                <a:lnTo>
                  <a:pt x="0" y="22365"/>
                </a:lnTo>
                <a:lnTo>
                  <a:pt x="0" y="22365"/>
                </a:lnTo>
                <a:lnTo>
                  <a:pt x="0" y="22366"/>
                </a:lnTo>
                <a:lnTo>
                  <a:pt x="0" y="22366"/>
                </a:lnTo>
                <a:lnTo>
                  <a:pt x="0" y="22367"/>
                </a:lnTo>
                <a:lnTo>
                  <a:pt x="0" y="22367"/>
                </a:lnTo>
                <a:lnTo>
                  <a:pt x="0" y="22367"/>
                </a:lnTo>
                <a:lnTo>
                  <a:pt x="0" y="22368"/>
                </a:lnTo>
                <a:lnTo>
                  <a:pt x="0" y="22368"/>
                </a:lnTo>
                <a:lnTo>
                  <a:pt x="0" y="22368"/>
                </a:lnTo>
                <a:lnTo>
                  <a:pt x="0" y="22369"/>
                </a:lnTo>
                <a:lnTo>
                  <a:pt x="0" y="22369"/>
                </a:lnTo>
                <a:lnTo>
                  <a:pt x="0" y="22370"/>
                </a:lnTo>
                <a:lnTo>
                  <a:pt x="0" y="22370"/>
                </a:lnTo>
                <a:lnTo>
                  <a:pt x="0" y="22370"/>
                </a:lnTo>
                <a:lnTo>
                  <a:pt x="0" y="22371"/>
                </a:lnTo>
                <a:lnTo>
                  <a:pt x="0" y="22371"/>
                </a:lnTo>
                <a:lnTo>
                  <a:pt x="0" y="22372"/>
                </a:lnTo>
                <a:lnTo>
                  <a:pt x="0" y="22372"/>
                </a:lnTo>
                <a:lnTo>
                  <a:pt x="0" y="22372"/>
                </a:lnTo>
                <a:lnTo>
                  <a:pt x="0" y="22373"/>
                </a:lnTo>
                <a:lnTo>
                  <a:pt x="0" y="22373"/>
                </a:lnTo>
                <a:lnTo>
                  <a:pt x="0" y="22373"/>
                </a:lnTo>
                <a:lnTo>
                  <a:pt x="0" y="22374"/>
                </a:lnTo>
                <a:lnTo>
                  <a:pt x="0" y="22374"/>
                </a:lnTo>
                <a:lnTo>
                  <a:pt x="0" y="22375"/>
                </a:lnTo>
                <a:lnTo>
                  <a:pt x="0" y="22375"/>
                </a:lnTo>
                <a:lnTo>
                  <a:pt x="0" y="22375"/>
                </a:lnTo>
                <a:lnTo>
                  <a:pt x="0" y="22376"/>
                </a:lnTo>
                <a:lnTo>
                  <a:pt x="0" y="22376"/>
                </a:lnTo>
                <a:lnTo>
                  <a:pt x="0" y="22377"/>
                </a:lnTo>
                <a:lnTo>
                  <a:pt x="0" y="22377"/>
                </a:lnTo>
                <a:lnTo>
                  <a:pt x="0" y="22377"/>
                </a:lnTo>
                <a:lnTo>
                  <a:pt x="0" y="22378"/>
                </a:lnTo>
                <a:lnTo>
                  <a:pt x="0" y="22378"/>
                </a:lnTo>
                <a:lnTo>
                  <a:pt x="0" y="22378"/>
                </a:lnTo>
                <a:lnTo>
                  <a:pt x="0" y="22379"/>
                </a:lnTo>
                <a:lnTo>
                  <a:pt x="0" y="22379"/>
                </a:lnTo>
                <a:lnTo>
                  <a:pt x="0" y="22380"/>
                </a:lnTo>
                <a:lnTo>
                  <a:pt x="0" y="22380"/>
                </a:lnTo>
                <a:lnTo>
                  <a:pt x="0" y="22380"/>
                </a:lnTo>
                <a:lnTo>
                  <a:pt x="0" y="22381"/>
                </a:lnTo>
                <a:lnTo>
                  <a:pt x="0" y="22381"/>
                </a:lnTo>
                <a:lnTo>
                  <a:pt x="0" y="22382"/>
                </a:lnTo>
                <a:lnTo>
                  <a:pt x="0" y="22382"/>
                </a:lnTo>
                <a:lnTo>
                  <a:pt x="0" y="22382"/>
                </a:lnTo>
                <a:lnTo>
                  <a:pt x="0" y="22383"/>
                </a:lnTo>
                <a:lnTo>
                  <a:pt x="0" y="22383"/>
                </a:lnTo>
                <a:lnTo>
                  <a:pt x="0" y="22383"/>
                </a:lnTo>
                <a:lnTo>
                  <a:pt x="0" y="22384"/>
                </a:lnTo>
                <a:lnTo>
                  <a:pt x="0" y="22384"/>
                </a:lnTo>
                <a:lnTo>
                  <a:pt x="0" y="22385"/>
                </a:lnTo>
                <a:lnTo>
                  <a:pt x="0" y="22385"/>
                </a:lnTo>
                <a:lnTo>
                  <a:pt x="0" y="22385"/>
                </a:lnTo>
                <a:lnTo>
                  <a:pt x="0" y="22386"/>
                </a:lnTo>
                <a:lnTo>
                  <a:pt x="0" y="22386"/>
                </a:lnTo>
                <a:lnTo>
                  <a:pt x="0" y="22386"/>
                </a:lnTo>
                <a:lnTo>
                  <a:pt x="0" y="22387"/>
                </a:lnTo>
                <a:lnTo>
                  <a:pt x="0" y="22387"/>
                </a:lnTo>
                <a:lnTo>
                  <a:pt x="0" y="22388"/>
                </a:lnTo>
                <a:lnTo>
                  <a:pt x="0" y="22388"/>
                </a:lnTo>
                <a:lnTo>
                  <a:pt x="0" y="22388"/>
                </a:lnTo>
                <a:lnTo>
                  <a:pt x="0" y="22389"/>
                </a:lnTo>
                <a:lnTo>
                  <a:pt x="0" y="22389"/>
                </a:lnTo>
                <a:lnTo>
                  <a:pt x="0" y="22390"/>
                </a:lnTo>
                <a:lnTo>
                  <a:pt x="0" y="22390"/>
                </a:lnTo>
                <a:lnTo>
                  <a:pt x="0" y="22390"/>
                </a:lnTo>
                <a:lnTo>
                  <a:pt x="0" y="22391"/>
                </a:lnTo>
                <a:lnTo>
                  <a:pt x="0" y="22391"/>
                </a:lnTo>
                <a:lnTo>
                  <a:pt x="0" y="22391"/>
                </a:lnTo>
                <a:lnTo>
                  <a:pt x="0" y="22392"/>
                </a:lnTo>
                <a:lnTo>
                  <a:pt x="0" y="22392"/>
                </a:lnTo>
                <a:lnTo>
                  <a:pt x="0" y="22393"/>
                </a:lnTo>
                <a:lnTo>
                  <a:pt x="0" y="22393"/>
                </a:lnTo>
                <a:lnTo>
                  <a:pt x="0" y="22393"/>
                </a:lnTo>
                <a:lnTo>
                  <a:pt x="0" y="22394"/>
                </a:lnTo>
                <a:lnTo>
                  <a:pt x="0" y="22394"/>
                </a:lnTo>
                <a:lnTo>
                  <a:pt x="0" y="22394"/>
                </a:lnTo>
                <a:lnTo>
                  <a:pt x="0" y="22395"/>
                </a:lnTo>
                <a:lnTo>
                  <a:pt x="0" y="22395"/>
                </a:lnTo>
                <a:lnTo>
                  <a:pt x="0" y="22396"/>
                </a:lnTo>
                <a:lnTo>
                  <a:pt x="0" y="22396"/>
                </a:lnTo>
                <a:lnTo>
                  <a:pt x="0" y="22396"/>
                </a:lnTo>
                <a:lnTo>
                  <a:pt x="0" y="22397"/>
                </a:lnTo>
                <a:lnTo>
                  <a:pt x="0" y="22397"/>
                </a:lnTo>
                <a:lnTo>
                  <a:pt x="0" y="22398"/>
                </a:lnTo>
                <a:lnTo>
                  <a:pt x="0" y="22398"/>
                </a:lnTo>
                <a:lnTo>
                  <a:pt x="0" y="22398"/>
                </a:lnTo>
                <a:lnTo>
                  <a:pt x="0" y="22399"/>
                </a:lnTo>
                <a:lnTo>
                  <a:pt x="0" y="22399"/>
                </a:lnTo>
                <a:lnTo>
                  <a:pt x="0" y="22399"/>
                </a:lnTo>
                <a:lnTo>
                  <a:pt x="0" y="22400"/>
                </a:lnTo>
                <a:lnTo>
                  <a:pt x="0" y="22400"/>
                </a:lnTo>
                <a:lnTo>
                  <a:pt x="0" y="22401"/>
                </a:lnTo>
                <a:lnTo>
                  <a:pt x="0" y="22401"/>
                </a:lnTo>
                <a:lnTo>
                  <a:pt x="0" y="22401"/>
                </a:lnTo>
                <a:lnTo>
                  <a:pt x="0" y="22402"/>
                </a:lnTo>
                <a:lnTo>
                  <a:pt x="0" y="22402"/>
                </a:lnTo>
                <a:lnTo>
                  <a:pt x="0" y="22402"/>
                </a:lnTo>
                <a:lnTo>
                  <a:pt x="0" y="22403"/>
                </a:lnTo>
                <a:lnTo>
                  <a:pt x="0" y="22403"/>
                </a:lnTo>
                <a:lnTo>
                  <a:pt x="0" y="22404"/>
                </a:lnTo>
                <a:lnTo>
                  <a:pt x="0" y="22404"/>
                </a:lnTo>
                <a:lnTo>
                  <a:pt x="0" y="22404"/>
                </a:lnTo>
                <a:lnTo>
                  <a:pt x="0" y="22405"/>
                </a:lnTo>
                <a:lnTo>
                  <a:pt x="0" y="22405"/>
                </a:lnTo>
                <a:lnTo>
                  <a:pt x="0" y="22405"/>
                </a:lnTo>
                <a:lnTo>
                  <a:pt x="0" y="22406"/>
                </a:lnTo>
                <a:lnTo>
                  <a:pt x="0" y="22406"/>
                </a:lnTo>
                <a:lnTo>
                  <a:pt x="0" y="22407"/>
                </a:lnTo>
                <a:lnTo>
                  <a:pt x="0" y="22407"/>
                </a:lnTo>
                <a:lnTo>
                  <a:pt x="0" y="22407"/>
                </a:lnTo>
                <a:lnTo>
                  <a:pt x="0" y="22408"/>
                </a:lnTo>
                <a:lnTo>
                  <a:pt x="0" y="22408"/>
                </a:lnTo>
                <a:lnTo>
                  <a:pt x="0" y="22409"/>
                </a:lnTo>
                <a:lnTo>
                  <a:pt x="0" y="22409"/>
                </a:lnTo>
                <a:lnTo>
                  <a:pt x="0" y="22409"/>
                </a:lnTo>
                <a:lnTo>
                  <a:pt x="0" y="22410"/>
                </a:lnTo>
                <a:lnTo>
                  <a:pt x="0" y="22410"/>
                </a:lnTo>
                <a:lnTo>
                  <a:pt x="0" y="22410"/>
                </a:lnTo>
                <a:lnTo>
                  <a:pt x="0" y="22411"/>
                </a:lnTo>
                <a:lnTo>
                  <a:pt x="0" y="22411"/>
                </a:lnTo>
                <a:lnTo>
                  <a:pt x="0" y="22412"/>
                </a:lnTo>
                <a:lnTo>
                  <a:pt x="0" y="22412"/>
                </a:lnTo>
                <a:lnTo>
                  <a:pt x="0" y="22412"/>
                </a:lnTo>
                <a:lnTo>
                  <a:pt x="0" y="22413"/>
                </a:lnTo>
                <a:lnTo>
                  <a:pt x="0" y="22413"/>
                </a:lnTo>
                <a:lnTo>
                  <a:pt x="0" y="22413"/>
                </a:lnTo>
                <a:lnTo>
                  <a:pt x="0" y="22414"/>
                </a:lnTo>
                <a:lnTo>
                  <a:pt x="0" y="22414"/>
                </a:lnTo>
                <a:lnTo>
                  <a:pt x="0" y="22415"/>
                </a:lnTo>
                <a:lnTo>
                  <a:pt x="0" y="22415"/>
                </a:lnTo>
                <a:lnTo>
                  <a:pt x="0" y="22415"/>
                </a:lnTo>
                <a:lnTo>
                  <a:pt x="0" y="22416"/>
                </a:lnTo>
                <a:lnTo>
                  <a:pt x="0" y="22416"/>
                </a:lnTo>
                <a:lnTo>
                  <a:pt x="0" y="22416"/>
                </a:lnTo>
                <a:lnTo>
                  <a:pt x="0" y="22417"/>
                </a:lnTo>
                <a:lnTo>
                  <a:pt x="0" y="22417"/>
                </a:lnTo>
                <a:lnTo>
                  <a:pt x="0" y="22418"/>
                </a:lnTo>
                <a:lnTo>
                  <a:pt x="0" y="22418"/>
                </a:lnTo>
                <a:lnTo>
                  <a:pt x="0" y="22418"/>
                </a:lnTo>
                <a:lnTo>
                  <a:pt x="0" y="22419"/>
                </a:lnTo>
                <a:lnTo>
                  <a:pt x="0" y="22419"/>
                </a:lnTo>
                <a:lnTo>
                  <a:pt x="0" y="22419"/>
                </a:lnTo>
                <a:lnTo>
                  <a:pt x="0" y="22420"/>
                </a:lnTo>
                <a:lnTo>
                  <a:pt x="0" y="22420"/>
                </a:lnTo>
                <a:lnTo>
                  <a:pt x="0" y="22421"/>
                </a:lnTo>
                <a:lnTo>
                  <a:pt x="0" y="22421"/>
                </a:lnTo>
                <a:lnTo>
                  <a:pt x="0" y="22421"/>
                </a:lnTo>
                <a:lnTo>
                  <a:pt x="0" y="22422"/>
                </a:lnTo>
                <a:lnTo>
                  <a:pt x="0" y="22422"/>
                </a:lnTo>
                <a:lnTo>
                  <a:pt x="0" y="22422"/>
                </a:lnTo>
                <a:lnTo>
                  <a:pt x="0" y="22423"/>
                </a:lnTo>
                <a:lnTo>
                  <a:pt x="0" y="22423"/>
                </a:lnTo>
                <a:lnTo>
                  <a:pt x="0" y="22424"/>
                </a:lnTo>
                <a:lnTo>
                  <a:pt x="0" y="22424"/>
                </a:lnTo>
                <a:lnTo>
                  <a:pt x="0" y="22424"/>
                </a:lnTo>
                <a:lnTo>
                  <a:pt x="0" y="22425"/>
                </a:lnTo>
                <a:lnTo>
                  <a:pt x="0" y="22425"/>
                </a:lnTo>
                <a:lnTo>
                  <a:pt x="0" y="22425"/>
                </a:lnTo>
                <a:lnTo>
                  <a:pt x="0" y="22426"/>
                </a:lnTo>
                <a:lnTo>
                  <a:pt x="0" y="22426"/>
                </a:lnTo>
                <a:lnTo>
                  <a:pt x="0" y="22427"/>
                </a:lnTo>
                <a:lnTo>
                  <a:pt x="0" y="22427"/>
                </a:lnTo>
                <a:lnTo>
                  <a:pt x="0" y="22427"/>
                </a:lnTo>
                <a:lnTo>
                  <a:pt x="0" y="22428"/>
                </a:lnTo>
                <a:lnTo>
                  <a:pt x="0" y="22428"/>
                </a:lnTo>
                <a:lnTo>
                  <a:pt x="0" y="22428"/>
                </a:lnTo>
                <a:lnTo>
                  <a:pt x="0" y="22429"/>
                </a:lnTo>
                <a:lnTo>
                  <a:pt x="0" y="22429"/>
                </a:lnTo>
                <a:lnTo>
                  <a:pt x="0" y="22430"/>
                </a:lnTo>
                <a:lnTo>
                  <a:pt x="0" y="22430"/>
                </a:lnTo>
                <a:lnTo>
                  <a:pt x="0" y="22430"/>
                </a:lnTo>
                <a:lnTo>
                  <a:pt x="0" y="22431"/>
                </a:lnTo>
                <a:lnTo>
                  <a:pt x="0" y="22431"/>
                </a:lnTo>
                <a:lnTo>
                  <a:pt x="0" y="22431"/>
                </a:lnTo>
                <a:lnTo>
                  <a:pt x="0" y="22432"/>
                </a:lnTo>
                <a:lnTo>
                  <a:pt x="0" y="22432"/>
                </a:lnTo>
                <a:lnTo>
                  <a:pt x="0" y="22433"/>
                </a:lnTo>
                <a:lnTo>
                  <a:pt x="0" y="22433"/>
                </a:lnTo>
                <a:lnTo>
                  <a:pt x="0" y="22433"/>
                </a:lnTo>
                <a:lnTo>
                  <a:pt x="0" y="22434"/>
                </a:lnTo>
                <a:lnTo>
                  <a:pt x="0" y="22434"/>
                </a:lnTo>
                <a:lnTo>
                  <a:pt x="0" y="22434"/>
                </a:lnTo>
                <a:lnTo>
                  <a:pt x="0" y="22435"/>
                </a:lnTo>
                <a:lnTo>
                  <a:pt x="0" y="22435"/>
                </a:lnTo>
                <a:lnTo>
                  <a:pt x="0" y="22436"/>
                </a:lnTo>
                <a:lnTo>
                  <a:pt x="0" y="22436"/>
                </a:lnTo>
                <a:lnTo>
                  <a:pt x="0" y="22436"/>
                </a:lnTo>
                <a:lnTo>
                  <a:pt x="0" y="22437"/>
                </a:lnTo>
                <a:lnTo>
                  <a:pt x="0" y="22437"/>
                </a:lnTo>
                <a:lnTo>
                  <a:pt x="0" y="22437"/>
                </a:lnTo>
                <a:lnTo>
                  <a:pt x="0" y="22438"/>
                </a:lnTo>
                <a:lnTo>
                  <a:pt x="0" y="22438"/>
                </a:lnTo>
                <a:lnTo>
                  <a:pt x="0" y="22438"/>
                </a:lnTo>
                <a:lnTo>
                  <a:pt x="0" y="22439"/>
                </a:lnTo>
                <a:lnTo>
                  <a:pt x="0" y="22439"/>
                </a:lnTo>
                <a:lnTo>
                  <a:pt x="0" y="22440"/>
                </a:lnTo>
                <a:lnTo>
                  <a:pt x="0" y="22440"/>
                </a:lnTo>
                <a:lnTo>
                  <a:pt x="0" y="22440"/>
                </a:lnTo>
                <a:lnTo>
                  <a:pt x="0" y="22441"/>
                </a:lnTo>
                <a:lnTo>
                  <a:pt x="0" y="22441"/>
                </a:lnTo>
                <a:lnTo>
                  <a:pt x="0" y="22441"/>
                </a:lnTo>
                <a:lnTo>
                  <a:pt x="0" y="22442"/>
                </a:lnTo>
                <a:lnTo>
                  <a:pt x="0" y="22442"/>
                </a:lnTo>
                <a:lnTo>
                  <a:pt x="0" y="22443"/>
                </a:lnTo>
                <a:lnTo>
                  <a:pt x="0" y="22443"/>
                </a:lnTo>
                <a:lnTo>
                  <a:pt x="0" y="22443"/>
                </a:lnTo>
                <a:lnTo>
                  <a:pt x="0" y="22444"/>
                </a:lnTo>
                <a:lnTo>
                  <a:pt x="0" y="22444"/>
                </a:lnTo>
                <a:lnTo>
                  <a:pt x="0" y="22444"/>
                </a:lnTo>
                <a:lnTo>
                  <a:pt x="0" y="22445"/>
                </a:lnTo>
                <a:lnTo>
                  <a:pt x="0" y="22445"/>
                </a:lnTo>
                <a:lnTo>
                  <a:pt x="0" y="22446"/>
                </a:lnTo>
                <a:lnTo>
                  <a:pt x="0" y="22446"/>
                </a:lnTo>
                <a:lnTo>
                  <a:pt x="0" y="22446"/>
                </a:lnTo>
                <a:lnTo>
                  <a:pt x="0" y="22447"/>
                </a:lnTo>
                <a:lnTo>
                  <a:pt x="0" y="22447"/>
                </a:lnTo>
                <a:lnTo>
                  <a:pt x="0" y="22447"/>
                </a:lnTo>
                <a:lnTo>
                  <a:pt x="0" y="22448"/>
                </a:lnTo>
                <a:lnTo>
                  <a:pt x="0" y="22448"/>
                </a:lnTo>
                <a:lnTo>
                  <a:pt x="0" y="22448"/>
                </a:lnTo>
                <a:lnTo>
                  <a:pt x="0" y="22449"/>
                </a:lnTo>
                <a:lnTo>
                  <a:pt x="0" y="22449"/>
                </a:lnTo>
                <a:lnTo>
                  <a:pt x="0" y="22450"/>
                </a:lnTo>
                <a:lnTo>
                  <a:pt x="0" y="22450"/>
                </a:lnTo>
                <a:lnTo>
                  <a:pt x="0" y="22450"/>
                </a:lnTo>
                <a:lnTo>
                  <a:pt x="0" y="22451"/>
                </a:lnTo>
                <a:lnTo>
                  <a:pt x="0" y="22451"/>
                </a:lnTo>
                <a:lnTo>
                  <a:pt x="0" y="22451"/>
                </a:lnTo>
                <a:lnTo>
                  <a:pt x="0" y="22452"/>
                </a:lnTo>
                <a:lnTo>
                  <a:pt x="0" y="22452"/>
                </a:lnTo>
                <a:lnTo>
                  <a:pt x="0" y="22453"/>
                </a:lnTo>
                <a:lnTo>
                  <a:pt x="0" y="22453"/>
                </a:lnTo>
                <a:lnTo>
                  <a:pt x="0" y="22453"/>
                </a:lnTo>
                <a:lnTo>
                  <a:pt x="0" y="22454"/>
                </a:lnTo>
                <a:lnTo>
                  <a:pt x="0" y="22454"/>
                </a:lnTo>
                <a:lnTo>
                  <a:pt x="0" y="22454"/>
                </a:lnTo>
                <a:lnTo>
                  <a:pt x="0" y="22455"/>
                </a:lnTo>
                <a:lnTo>
                  <a:pt x="0" y="22455"/>
                </a:lnTo>
                <a:lnTo>
                  <a:pt x="0" y="22455"/>
                </a:lnTo>
                <a:lnTo>
                  <a:pt x="0" y="22456"/>
                </a:lnTo>
                <a:lnTo>
                  <a:pt x="0" y="22456"/>
                </a:lnTo>
                <a:lnTo>
                  <a:pt x="0" y="22457"/>
                </a:lnTo>
                <a:lnTo>
                  <a:pt x="0" y="22457"/>
                </a:lnTo>
                <a:lnTo>
                  <a:pt x="0" y="22457"/>
                </a:lnTo>
                <a:lnTo>
                  <a:pt x="0" y="22458"/>
                </a:lnTo>
                <a:lnTo>
                  <a:pt x="0" y="22458"/>
                </a:lnTo>
                <a:lnTo>
                  <a:pt x="0" y="22458"/>
                </a:lnTo>
                <a:lnTo>
                  <a:pt x="0" y="22459"/>
                </a:lnTo>
                <a:lnTo>
                  <a:pt x="0" y="22459"/>
                </a:lnTo>
                <a:lnTo>
                  <a:pt x="0" y="22460"/>
                </a:lnTo>
                <a:lnTo>
                  <a:pt x="0" y="22460"/>
                </a:lnTo>
                <a:lnTo>
                  <a:pt x="0" y="22460"/>
                </a:lnTo>
                <a:lnTo>
                  <a:pt x="0" y="22461"/>
                </a:lnTo>
                <a:lnTo>
                  <a:pt x="0" y="22461"/>
                </a:lnTo>
                <a:lnTo>
                  <a:pt x="0" y="22461"/>
                </a:lnTo>
                <a:lnTo>
                  <a:pt x="0" y="22462"/>
                </a:lnTo>
                <a:lnTo>
                  <a:pt x="0" y="22462"/>
                </a:lnTo>
                <a:lnTo>
                  <a:pt x="0" y="22462"/>
                </a:lnTo>
                <a:lnTo>
                  <a:pt x="0" y="22463"/>
                </a:lnTo>
                <a:lnTo>
                  <a:pt x="0" y="22463"/>
                </a:lnTo>
                <a:lnTo>
                  <a:pt x="0" y="22464"/>
                </a:lnTo>
                <a:lnTo>
                  <a:pt x="0" y="22464"/>
                </a:lnTo>
                <a:lnTo>
                  <a:pt x="0" y="22464"/>
                </a:lnTo>
                <a:lnTo>
                  <a:pt x="0" y="22465"/>
                </a:lnTo>
                <a:lnTo>
                  <a:pt x="0" y="22465"/>
                </a:lnTo>
                <a:lnTo>
                  <a:pt x="0" y="22465"/>
                </a:lnTo>
                <a:lnTo>
                  <a:pt x="0" y="22466"/>
                </a:lnTo>
                <a:lnTo>
                  <a:pt x="0" y="22466"/>
                </a:lnTo>
                <a:lnTo>
                  <a:pt x="0" y="22466"/>
                </a:lnTo>
                <a:lnTo>
                  <a:pt x="0" y="22467"/>
                </a:lnTo>
                <a:lnTo>
                  <a:pt x="0" y="22467"/>
                </a:lnTo>
                <a:lnTo>
                  <a:pt x="0" y="22468"/>
                </a:lnTo>
                <a:lnTo>
                  <a:pt x="0" y="22468"/>
                </a:lnTo>
                <a:lnTo>
                  <a:pt x="0" y="22468"/>
                </a:lnTo>
                <a:lnTo>
                  <a:pt x="0" y="22469"/>
                </a:lnTo>
                <a:lnTo>
                  <a:pt x="0" y="22469"/>
                </a:lnTo>
                <a:lnTo>
                  <a:pt x="0" y="22469"/>
                </a:lnTo>
                <a:lnTo>
                  <a:pt x="0" y="22470"/>
                </a:lnTo>
                <a:lnTo>
                  <a:pt x="0" y="22470"/>
                </a:lnTo>
                <a:lnTo>
                  <a:pt x="0" y="22470"/>
                </a:lnTo>
                <a:lnTo>
                  <a:pt x="0" y="22471"/>
                </a:lnTo>
                <a:lnTo>
                  <a:pt x="0" y="22471"/>
                </a:lnTo>
                <a:lnTo>
                  <a:pt x="0" y="22472"/>
                </a:lnTo>
                <a:lnTo>
                  <a:pt x="0" y="22472"/>
                </a:lnTo>
                <a:lnTo>
                  <a:pt x="0" y="22472"/>
                </a:lnTo>
                <a:lnTo>
                  <a:pt x="0" y="22473"/>
                </a:lnTo>
                <a:lnTo>
                  <a:pt x="0" y="22473"/>
                </a:lnTo>
                <a:lnTo>
                  <a:pt x="0" y="22473"/>
                </a:lnTo>
                <a:lnTo>
                  <a:pt x="0" y="22474"/>
                </a:lnTo>
                <a:lnTo>
                  <a:pt x="0" y="22474"/>
                </a:lnTo>
                <a:lnTo>
                  <a:pt x="0" y="22474"/>
                </a:lnTo>
                <a:lnTo>
                  <a:pt x="0" y="22475"/>
                </a:lnTo>
                <a:lnTo>
                  <a:pt x="0" y="22475"/>
                </a:lnTo>
                <a:lnTo>
                  <a:pt x="0" y="22476"/>
                </a:lnTo>
                <a:lnTo>
                  <a:pt x="0" y="22476"/>
                </a:lnTo>
                <a:lnTo>
                  <a:pt x="0" y="22476"/>
                </a:lnTo>
                <a:lnTo>
                  <a:pt x="0" y="22477"/>
                </a:lnTo>
                <a:lnTo>
                  <a:pt x="0" y="22477"/>
                </a:lnTo>
                <a:lnTo>
                  <a:pt x="0" y="22477"/>
                </a:lnTo>
                <a:lnTo>
                  <a:pt x="0" y="22478"/>
                </a:lnTo>
                <a:lnTo>
                  <a:pt x="0" y="22478"/>
                </a:lnTo>
                <a:lnTo>
                  <a:pt x="0" y="22478"/>
                </a:lnTo>
                <a:lnTo>
                  <a:pt x="0" y="22479"/>
                </a:lnTo>
                <a:lnTo>
                  <a:pt x="0" y="22479"/>
                </a:lnTo>
                <a:lnTo>
                  <a:pt x="0" y="22480"/>
                </a:lnTo>
                <a:lnTo>
                  <a:pt x="0" y="22480"/>
                </a:lnTo>
                <a:lnTo>
                  <a:pt x="0" y="22480"/>
                </a:lnTo>
                <a:lnTo>
                  <a:pt x="0" y="22481"/>
                </a:lnTo>
                <a:lnTo>
                  <a:pt x="0" y="22481"/>
                </a:lnTo>
                <a:lnTo>
                  <a:pt x="0" y="22481"/>
                </a:lnTo>
                <a:lnTo>
                  <a:pt x="0" y="22482"/>
                </a:lnTo>
                <a:lnTo>
                  <a:pt x="0" y="22482"/>
                </a:lnTo>
                <a:lnTo>
                  <a:pt x="0" y="22482"/>
                </a:lnTo>
                <a:lnTo>
                  <a:pt x="0" y="22483"/>
                </a:lnTo>
                <a:lnTo>
                  <a:pt x="0" y="22483"/>
                </a:lnTo>
                <a:lnTo>
                  <a:pt x="0" y="22484"/>
                </a:lnTo>
                <a:lnTo>
                  <a:pt x="0" y="22484"/>
                </a:lnTo>
                <a:lnTo>
                  <a:pt x="0" y="22484"/>
                </a:lnTo>
                <a:lnTo>
                  <a:pt x="0" y="22485"/>
                </a:lnTo>
                <a:lnTo>
                  <a:pt x="0" y="22485"/>
                </a:lnTo>
                <a:lnTo>
                  <a:pt x="0" y="22485"/>
                </a:lnTo>
                <a:lnTo>
                  <a:pt x="0" y="22486"/>
                </a:lnTo>
                <a:lnTo>
                  <a:pt x="0" y="22486"/>
                </a:lnTo>
                <a:lnTo>
                  <a:pt x="0" y="22486"/>
                </a:lnTo>
                <a:lnTo>
                  <a:pt x="0" y="22487"/>
                </a:lnTo>
                <a:lnTo>
                  <a:pt x="0" y="22487"/>
                </a:lnTo>
                <a:lnTo>
                  <a:pt x="0" y="22488"/>
                </a:lnTo>
                <a:lnTo>
                  <a:pt x="0" y="22488"/>
                </a:lnTo>
                <a:lnTo>
                  <a:pt x="0" y="22488"/>
                </a:lnTo>
                <a:lnTo>
                  <a:pt x="0" y="22489"/>
                </a:lnTo>
                <a:lnTo>
                  <a:pt x="0" y="22489"/>
                </a:lnTo>
                <a:lnTo>
                  <a:pt x="0" y="22489"/>
                </a:lnTo>
                <a:lnTo>
                  <a:pt x="0" y="22490"/>
                </a:lnTo>
                <a:lnTo>
                  <a:pt x="0" y="22490"/>
                </a:lnTo>
                <a:lnTo>
                  <a:pt x="0" y="22490"/>
                </a:lnTo>
                <a:lnTo>
                  <a:pt x="0" y="22491"/>
                </a:lnTo>
                <a:lnTo>
                  <a:pt x="0" y="22491"/>
                </a:lnTo>
                <a:lnTo>
                  <a:pt x="0" y="22492"/>
                </a:lnTo>
                <a:lnTo>
                  <a:pt x="0" y="22492"/>
                </a:lnTo>
                <a:lnTo>
                  <a:pt x="0" y="22492"/>
                </a:lnTo>
                <a:lnTo>
                  <a:pt x="0" y="22493"/>
                </a:lnTo>
                <a:lnTo>
                  <a:pt x="0" y="22493"/>
                </a:lnTo>
                <a:lnTo>
                  <a:pt x="0" y="22493"/>
                </a:lnTo>
                <a:lnTo>
                  <a:pt x="0" y="22494"/>
                </a:lnTo>
                <a:lnTo>
                  <a:pt x="0" y="22494"/>
                </a:lnTo>
                <a:lnTo>
                  <a:pt x="0" y="22494"/>
                </a:lnTo>
                <a:lnTo>
                  <a:pt x="0" y="22495"/>
                </a:lnTo>
                <a:lnTo>
                  <a:pt x="0" y="22495"/>
                </a:lnTo>
                <a:lnTo>
                  <a:pt x="0" y="22495"/>
                </a:lnTo>
                <a:lnTo>
                  <a:pt x="0" y="22496"/>
                </a:lnTo>
                <a:lnTo>
                  <a:pt x="0" y="22496"/>
                </a:lnTo>
                <a:lnTo>
                  <a:pt x="0" y="22497"/>
                </a:lnTo>
                <a:lnTo>
                  <a:pt x="0" y="22497"/>
                </a:lnTo>
                <a:lnTo>
                  <a:pt x="0" y="22497"/>
                </a:lnTo>
                <a:lnTo>
                  <a:pt x="0" y="22498"/>
                </a:lnTo>
                <a:lnTo>
                  <a:pt x="0" y="22498"/>
                </a:lnTo>
                <a:lnTo>
                  <a:pt x="0" y="22498"/>
                </a:lnTo>
                <a:lnTo>
                  <a:pt x="0" y="22499"/>
                </a:lnTo>
                <a:lnTo>
                  <a:pt x="0" y="22499"/>
                </a:lnTo>
                <a:lnTo>
                  <a:pt x="0" y="22499"/>
                </a:lnTo>
                <a:lnTo>
                  <a:pt x="0" y="22500"/>
                </a:lnTo>
                <a:lnTo>
                  <a:pt x="0" y="22500"/>
                </a:lnTo>
                <a:lnTo>
                  <a:pt x="0" y="22500"/>
                </a:lnTo>
                <a:lnTo>
                  <a:pt x="0" y="22501"/>
                </a:lnTo>
                <a:lnTo>
                  <a:pt x="0" y="22501"/>
                </a:lnTo>
                <a:lnTo>
                  <a:pt x="0" y="22502"/>
                </a:lnTo>
                <a:lnTo>
                  <a:pt x="0" y="22502"/>
                </a:lnTo>
                <a:lnTo>
                  <a:pt x="0" y="22502"/>
                </a:lnTo>
                <a:lnTo>
                  <a:pt x="0" y="22503"/>
                </a:lnTo>
                <a:lnTo>
                  <a:pt x="0" y="22503"/>
                </a:lnTo>
                <a:lnTo>
                  <a:pt x="0" y="22503"/>
                </a:lnTo>
                <a:lnTo>
                  <a:pt x="0" y="22504"/>
                </a:lnTo>
                <a:lnTo>
                  <a:pt x="0" y="22504"/>
                </a:lnTo>
                <a:lnTo>
                  <a:pt x="0" y="22504"/>
                </a:lnTo>
                <a:lnTo>
                  <a:pt x="0" y="22505"/>
                </a:lnTo>
                <a:lnTo>
                  <a:pt x="0" y="22505"/>
                </a:lnTo>
                <a:lnTo>
                  <a:pt x="0" y="22505"/>
                </a:lnTo>
                <a:lnTo>
                  <a:pt x="0" y="22506"/>
                </a:lnTo>
                <a:lnTo>
                  <a:pt x="0" y="22506"/>
                </a:lnTo>
                <a:lnTo>
                  <a:pt x="0" y="22507"/>
                </a:lnTo>
                <a:lnTo>
                  <a:pt x="0" y="22507"/>
                </a:lnTo>
                <a:lnTo>
                  <a:pt x="0" y="22507"/>
                </a:lnTo>
                <a:lnTo>
                  <a:pt x="0" y="22508"/>
                </a:lnTo>
                <a:lnTo>
                  <a:pt x="0" y="22508"/>
                </a:lnTo>
                <a:lnTo>
                  <a:pt x="0" y="22508"/>
                </a:lnTo>
                <a:lnTo>
                  <a:pt x="0" y="22509"/>
                </a:lnTo>
                <a:lnTo>
                  <a:pt x="0" y="22509"/>
                </a:lnTo>
                <a:lnTo>
                  <a:pt x="0" y="22509"/>
                </a:lnTo>
                <a:lnTo>
                  <a:pt x="0" y="22510"/>
                </a:lnTo>
                <a:lnTo>
                  <a:pt x="0" y="22510"/>
                </a:lnTo>
                <a:lnTo>
                  <a:pt x="0" y="22510"/>
                </a:lnTo>
                <a:lnTo>
                  <a:pt x="0" y="22511"/>
                </a:lnTo>
                <a:lnTo>
                  <a:pt x="0" y="22511"/>
                </a:lnTo>
                <a:lnTo>
                  <a:pt x="0" y="22512"/>
                </a:lnTo>
                <a:lnTo>
                  <a:pt x="0" y="22512"/>
                </a:lnTo>
                <a:lnTo>
                  <a:pt x="0" y="22512"/>
                </a:lnTo>
                <a:lnTo>
                  <a:pt x="0" y="22513"/>
                </a:lnTo>
                <a:lnTo>
                  <a:pt x="0" y="22513"/>
                </a:lnTo>
                <a:lnTo>
                  <a:pt x="0" y="22513"/>
                </a:lnTo>
                <a:lnTo>
                  <a:pt x="0" y="22514"/>
                </a:lnTo>
                <a:lnTo>
                  <a:pt x="0" y="22514"/>
                </a:lnTo>
                <a:lnTo>
                  <a:pt x="0" y="22514"/>
                </a:lnTo>
                <a:lnTo>
                  <a:pt x="0" y="22515"/>
                </a:lnTo>
                <a:lnTo>
                  <a:pt x="0" y="22515"/>
                </a:lnTo>
                <a:lnTo>
                  <a:pt x="0" y="22515"/>
                </a:lnTo>
                <a:lnTo>
                  <a:pt x="0" y="22516"/>
                </a:lnTo>
                <a:lnTo>
                  <a:pt x="0" y="22516"/>
                </a:lnTo>
                <a:lnTo>
                  <a:pt x="0" y="22517"/>
                </a:lnTo>
                <a:lnTo>
                  <a:pt x="0" y="22517"/>
                </a:lnTo>
                <a:lnTo>
                  <a:pt x="0" y="22517"/>
                </a:lnTo>
                <a:lnTo>
                  <a:pt x="0" y="22518"/>
                </a:lnTo>
                <a:lnTo>
                  <a:pt x="0" y="22518"/>
                </a:lnTo>
                <a:lnTo>
                  <a:pt x="0" y="22518"/>
                </a:lnTo>
                <a:lnTo>
                  <a:pt x="0" y="22519"/>
                </a:lnTo>
                <a:lnTo>
                  <a:pt x="0" y="22519"/>
                </a:lnTo>
                <a:lnTo>
                  <a:pt x="0" y="22519"/>
                </a:lnTo>
                <a:lnTo>
                  <a:pt x="0" y="22520"/>
                </a:lnTo>
                <a:lnTo>
                  <a:pt x="0" y="22520"/>
                </a:lnTo>
                <a:lnTo>
                  <a:pt x="0" y="22520"/>
                </a:lnTo>
                <a:lnTo>
                  <a:pt x="0" y="22521"/>
                </a:lnTo>
                <a:lnTo>
                  <a:pt x="0" y="22521"/>
                </a:lnTo>
                <a:lnTo>
                  <a:pt x="0" y="22521"/>
                </a:lnTo>
                <a:lnTo>
                  <a:pt x="0" y="22522"/>
                </a:lnTo>
                <a:lnTo>
                  <a:pt x="0" y="22522"/>
                </a:lnTo>
                <a:lnTo>
                  <a:pt x="0" y="22523"/>
                </a:lnTo>
                <a:lnTo>
                  <a:pt x="0" y="22523"/>
                </a:lnTo>
                <a:lnTo>
                  <a:pt x="0" y="22523"/>
                </a:lnTo>
                <a:lnTo>
                  <a:pt x="0" y="22524"/>
                </a:lnTo>
                <a:lnTo>
                  <a:pt x="0" y="22524"/>
                </a:lnTo>
                <a:lnTo>
                  <a:pt x="0" y="22524"/>
                </a:lnTo>
                <a:lnTo>
                  <a:pt x="0" y="22525"/>
                </a:lnTo>
                <a:lnTo>
                  <a:pt x="0" y="22525"/>
                </a:lnTo>
                <a:lnTo>
                  <a:pt x="0" y="22525"/>
                </a:lnTo>
                <a:lnTo>
                  <a:pt x="0" y="22526"/>
                </a:lnTo>
                <a:lnTo>
                  <a:pt x="0" y="22526"/>
                </a:lnTo>
                <a:lnTo>
                  <a:pt x="0" y="22526"/>
                </a:lnTo>
                <a:lnTo>
                  <a:pt x="0" y="22527"/>
                </a:lnTo>
                <a:lnTo>
                  <a:pt x="0" y="22527"/>
                </a:lnTo>
                <a:lnTo>
                  <a:pt x="0" y="22527"/>
                </a:lnTo>
                <a:lnTo>
                  <a:pt x="0" y="22528"/>
                </a:lnTo>
                <a:lnTo>
                  <a:pt x="0" y="22528"/>
                </a:lnTo>
                <a:lnTo>
                  <a:pt x="0" y="22529"/>
                </a:lnTo>
                <a:lnTo>
                  <a:pt x="0" y="22529"/>
                </a:lnTo>
                <a:lnTo>
                  <a:pt x="0" y="22529"/>
                </a:lnTo>
                <a:lnTo>
                  <a:pt x="0" y="22530"/>
                </a:lnTo>
                <a:lnTo>
                  <a:pt x="0" y="22530"/>
                </a:lnTo>
                <a:lnTo>
                  <a:pt x="0" y="22530"/>
                </a:lnTo>
                <a:lnTo>
                  <a:pt x="0" y="22531"/>
                </a:lnTo>
                <a:lnTo>
                  <a:pt x="0" y="22531"/>
                </a:lnTo>
                <a:lnTo>
                  <a:pt x="0" y="22531"/>
                </a:lnTo>
                <a:lnTo>
                  <a:pt x="0" y="22532"/>
                </a:lnTo>
                <a:lnTo>
                  <a:pt x="0" y="22532"/>
                </a:lnTo>
                <a:lnTo>
                  <a:pt x="0" y="22532"/>
                </a:lnTo>
                <a:lnTo>
                  <a:pt x="0" y="22533"/>
                </a:lnTo>
                <a:lnTo>
                  <a:pt x="0" y="22533"/>
                </a:lnTo>
                <a:lnTo>
                  <a:pt x="0" y="22533"/>
                </a:lnTo>
                <a:lnTo>
                  <a:pt x="0" y="22534"/>
                </a:lnTo>
                <a:lnTo>
                  <a:pt x="0" y="22534"/>
                </a:lnTo>
                <a:lnTo>
                  <a:pt x="0" y="22535"/>
                </a:lnTo>
                <a:lnTo>
                  <a:pt x="0" y="22535"/>
                </a:lnTo>
                <a:lnTo>
                  <a:pt x="0" y="22535"/>
                </a:lnTo>
                <a:lnTo>
                  <a:pt x="0" y="22536"/>
                </a:lnTo>
                <a:lnTo>
                  <a:pt x="0" y="22536"/>
                </a:lnTo>
                <a:lnTo>
                  <a:pt x="0" y="22536"/>
                </a:lnTo>
                <a:lnTo>
                  <a:pt x="0" y="22537"/>
                </a:lnTo>
                <a:lnTo>
                  <a:pt x="0" y="22537"/>
                </a:lnTo>
                <a:lnTo>
                  <a:pt x="0" y="22537"/>
                </a:lnTo>
                <a:lnTo>
                  <a:pt x="0" y="22538"/>
                </a:lnTo>
                <a:lnTo>
                  <a:pt x="0" y="22538"/>
                </a:lnTo>
                <a:lnTo>
                  <a:pt x="0" y="22538"/>
                </a:lnTo>
                <a:lnTo>
                  <a:pt x="0" y="22539"/>
                </a:lnTo>
                <a:lnTo>
                  <a:pt x="0" y="22539"/>
                </a:lnTo>
                <a:lnTo>
                  <a:pt x="0" y="22539"/>
                </a:lnTo>
                <a:lnTo>
                  <a:pt x="0" y="22540"/>
                </a:lnTo>
                <a:lnTo>
                  <a:pt x="0" y="22540"/>
                </a:lnTo>
                <a:lnTo>
                  <a:pt x="0" y="22540"/>
                </a:lnTo>
                <a:lnTo>
                  <a:pt x="0" y="22541"/>
                </a:lnTo>
                <a:lnTo>
                  <a:pt x="0" y="22541"/>
                </a:lnTo>
                <a:lnTo>
                  <a:pt x="0" y="22542"/>
                </a:lnTo>
                <a:lnTo>
                  <a:pt x="0" y="22542"/>
                </a:lnTo>
                <a:lnTo>
                  <a:pt x="0" y="22542"/>
                </a:lnTo>
                <a:lnTo>
                  <a:pt x="0" y="22543"/>
                </a:lnTo>
                <a:lnTo>
                  <a:pt x="0" y="22543"/>
                </a:lnTo>
                <a:lnTo>
                  <a:pt x="0" y="22543"/>
                </a:lnTo>
                <a:lnTo>
                  <a:pt x="0" y="22544"/>
                </a:lnTo>
                <a:lnTo>
                  <a:pt x="0" y="22544"/>
                </a:lnTo>
                <a:lnTo>
                  <a:pt x="0" y="22544"/>
                </a:lnTo>
                <a:lnTo>
                  <a:pt x="0" y="22545"/>
                </a:lnTo>
                <a:lnTo>
                  <a:pt x="0" y="22545"/>
                </a:lnTo>
                <a:lnTo>
                  <a:pt x="0" y="22545"/>
                </a:lnTo>
                <a:lnTo>
                  <a:pt x="0" y="22546"/>
                </a:lnTo>
                <a:lnTo>
                  <a:pt x="0" y="22546"/>
                </a:lnTo>
                <a:lnTo>
                  <a:pt x="0" y="22546"/>
                </a:lnTo>
                <a:lnTo>
                  <a:pt x="0" y="22547"/>
                </a:lnTo>
                <a:lnTo>
                  <a:pt x="0" y="22547"/>
                </a:lnTo>
                <a:lnTo>
                  <a:pt x="0" y="22547"/>
                </a:lnTo>
                <a:lnTo>
                  <a:pt x="0" y="22548"/>
                </a:lnTo>
                <a:lnTo>
                  <a:pt x="0" y="22548"/>
                </a:lnTo>
                <a:lnTo>
                  <a:pt x="0" y="22548"/>
                </a:lnTo>
                <a:lnTo>
                  <a:pt x="0" y="22549"/>
                </a:lnTo>
                <a:lnTo>
                  <a:pt x="0" y="22549"/>
                </a:lnTo>
                <a:lnTo>
                  <a:pt x="0" y="22550"/>
                </a:lnTo>
                <a:lnTo>
                  <a:pt x="0" y="22550"/>
                </a:lnTo>
                <a:lnTo>
                  <a:pt x="0" y="22550"/>
                </a:lnTo>
                <a:lnTo>
                  <a:pt x="0" y="22551"/>
                </a:lnTo>
                <a:lnTo>
                  <a:pt x="0" y="22551"/>
                </a:lnTo>
                <a:lnTo>
                  <a:pt x="0" y="22551"/>
                </a:lnTo>
                <a:lnTo>
                  <a:pt x="0" y="22552"/>
                </a:lnTo>
                <a:lnTo>
                  <a:pt x="0" y="22552"/>
                </a:lnTo>
                <a:lnTo>
                  <a:pt x="0" y="22552"/>
                </a:lnTo>
                <a:lnTo>
                  <a:pt x="0" y="22553"/>
                </a:lnTo>
                <a:lnTo>
                  <a:pt x="0" y="22553"/>
                </a:lnTo>
                <a:lnTo>
                  <a:pt x="0" y="22553"/>
                </a:lnTo>
                <a:lnTo>
                  <a:pt x="0" y="22554"/>
                </a:lnTo>
                <a:lnTo>
                  <a:pt x="0" y="22554"/>
                </a:lnTo>
                <a:lnTo>
                  <a:pt x="0" y="22554"/>
                </a:lnTo>
                <a:lnTo>
                  <a:pt x="0" y="22555"/>
                </a:lnTo>
                <a:lnTo>
                  <a:pt x="0" y="22555"/>
                </a:lnTo>
                <a:lnTo>
                  <a:pt x="0" y="22555"/>
                </a:lnTo>
                <a:lnTo>
                  <a:pt x="0" y="22556"/>
                </a:lnTo>
                <a:lnTo>
                  <a:pt x="0" y="22556"/>
                </a:lnTo>
                <a:lnTo>
                  <a:pt x="0" y="22556"/>
                </a:lnTo>
                <a:lnTo>
                  <a:pt x="0" y="22557"/>
                </a:lnTo>
                <a:lnTo>
                  <a:pt x="0" y="22557"/>
                </a:lnTo>
                <a:lnTo>
                  <a:pt x="0" y="22557"/>
                </a:lnTo>
                <a:lnTo>
                  <a:pt x="0" y="22558"/>
                </a:lnTo>
                <a:lnTo>
                  <a:pt x="0" y="22558"/>
                </a:lnTo>
                <a:lnTo>
                  <a:pt x="0" y="22559"/>
                </a:lnTo>
                <a:lnTo>
                  <a:pt x="0" y="22559"/>
                </a:lnTo>
                <a:lnTo>
                  <a:pt x="0" y="22559"/>
                </a:lnTo>
                <a:lnTo>
                  <a:pt x="0" y="22560"/>
                </a:lnTo>
                <a:lnTo>
                  <a:pt x="0" y="22560"/>
                </a:lnTo>
                <a:lnTo>
                  <a:pt x="0" y="22560"/>
                </a:lnTo>
                <a:lnTo>
                  <a:pt x="0" y="22561"/>
                </a:lnTo>
                <a:lnTo>
                  <a:pt x="0" y="22561"/>
                </a:lnTo>
                <a:lnTo>
                  <a:pt x="0" y="22561"/>
                </a:lnTo>
                <a:lnTo>
                  <a:pt x="0" y="22562"/>
                </a:lnTo>
                <a:lnTo>
                  <a:pt x="0" y="22562"/>
                </a:lnTo>
                <a:lnTo>
                  <a:pt x="0" y="22562"/>
                </a:lnTo>
                <a:lnTo>
                  <a:pt x="0" y="22563"/>
                </a:lnTo>
                <a:lnTo>
                  <a:pt x="0" y="22563"/>
                </a:lnTo>
                <a:lnTo>
                  <a:pt x="0" y="22563"/>
                </a:lnTo>
                <a:lnTo>
                  <a:pt x="0" y="22564"/>
                </a:lnTo>
                <a:lnTo>
                  <a:pt x="0" y="22564"/>
                </a:lnTo>
                <a:lnTo>
                  <a:pt x="0" y="22564"/>
                </a:lnTo>
                <a:lnTo>
                  <a:pt x="0" y="22565"/>
                </a:lnTo>
                <a:lnTo>
                  <a:pt x="0" y="22565"/>
                </a:lnTo>
                <a:lnTo>
                  <a:pt x="0" y="22565"/>
                </a:lnTo>
                <a:lnTo>
                  <a:pt x="0" y="22566"/>
                </a:lnTo>
                <a:lnTo>
                  <a:pt x="0" y="22566"/>
                </a:lnTo>
                <a:lnTo>
                  <a:pt x="0" y="22566"/>
                </a:lnTo>
                <a:lnTo>
                  <a:pt x="0" y="22567"/>
                </a:lnTo>
                <a:lnTo>
                  <a:pt x="0" y="22567"/>
                </a:lnTo>
                <a:lnTo>
                  <a:pt x="0" y="22567"/>
                </a:lnTo>
                <a:lnTo>
                  <a:pt x="0" y="22568"/>
                </a:lnTo>
                <a:lnTo>
                  <a:pt x="0" y="22568"/>
                </a:lnTo>
                <a:lnTo>
                  <a:pt x="0" y="22569"/>
                </a:lnTo>
                <a:lnTo>
                  <a:pt x="0" y="22569"/>
                </a:lnTo>
                <a:lnTo>
                  <a:pt x="0" y="22569"/>
                </a:lnTo>
                <a:lnTo>
                  <a:pt x="0" y="22570"/>
                </a:lnTo>
                <a:lnTo>
                  <a:pt x="0" y="22570"/>
                </a:lnTo>
                <a:lnTo>
                  <a:pt x="0" y="22570"/>
                </a:lnTo>
                <a:lnTo>
                  <a:pt x="0" y="22571"/>
                </a:lnTo>
                <a:lnTo>
                  <a:pt x="0" y="22571"/>
                </a:lnTo>
                <a:lnTo>
                  <a:pt x="0" y="22571"/>
                </a:lnTo>
                <a:lnTo>
                  <a:pt x="0" y="22572"/>
                </a:lnTo>
                <a:lnTo>
                  <a:pt x="0" y="22572"/>
                </a:lnTo>
                <a:lnTo>
                  <a:pt x="0" y="22572"/>
                </a:lnTo>
                <a:lnTo>
                  <a:pt x="0" y="22573"/>
                </a:lnTo>
                <a:lnTo>
                  <a:pt x="0" y="22573"/>
                </a:lnTo>
                <a:lnTo>
                  <a:pt x="0" y="22573"/>
                </a:lnTo>
                <a:lnTo>
                  <a:pt x="0" y="22574"/>
                </a:lnTo>
                <a:lnTo>
                  <a:pt x="0" y="22574"/>
                </a:lnTo>
                <a:lnTo>
                  <a:pt x="0" y="22574"/>
                </a:lnTo>
                <a:lnTo>
                  <a:pt x="0" y="22575"/>
                </a:lnTo>
                <a:lnTo>
                  <a:pt x="0" y="22575"/>
                </a:lnTo>
                <a:lnTo>
                  <a:pt x="0" y="22575"/>
                </a:lnTo>
                <a:lnTo>
                  <a:pt x="0" y="22576"/>
                </a:lnTo>
                <a:lnTo>
                  <a:pt x="0" y="22576"/>
                </a:lnTo>
                <a:lnTo>
                  <a:pt x="0" y="22576"/>
                </a:lnTo>
                <a:lnTo>
                  <a:pt x="0" y="22577"/>
                </a:lnTo>
                <a:lnTo>
                  <a:pt x="0" y="22577"/>
                </a:lnTo>
                <a:lnTo>
                  <a:pt x="0" y="22577"/>
                </a:lnTo>
                <a:lnTo>
                  <a:pt x="0" y="22578"/>
                </a:lnTo>
                <a:lnTo>
                  <a:pt x="0" y="22578"/>
                </a:lnTo>
                <a:lnTo>
                  <a:pt x="0" y="22578"/>
                </a:lnTo>
                <a:lnTo>
                  <a:pt x="0" y="22579"/>
                </a:lnTo>
                <a:lnTo>
                  <a:pt x="0" y="22579"/>
                </a:lnTo>
                <a:lnTo>
                  <a:pt x="0" y="22579"/>
                </a:lnTo>
                <a:lnTo>
                  <a:pt x="0" y="22580"/>
                </a:lnTo>
                <a:lnTo>
                  <a:pt x="0" y="22580"/>
                </a:lnTo>
                <a:lnTo>
                  <a:pt x="0" y="22580"/>
                </a:lnTo>
                <a:lnTo>
                  <a:pt x="0" y="22581"/>
                </a:lnTo>
                <a:lnTo>
                  <a:pt x="0" y="22581"/>
                </a:lnTo>
                <a:lnTo>
                  <a:pt x="0" y="22581"/>
                </a:lnTo>
                <a:lnTo>
                  <a:pt x="0" y="22582"/>
                </a:lnTo>
                <a:lnTo>
                  <a:pt x="0" y="22582"/>
                </a:lnTo>
                <a:lnTo>
                  <a:pt x="0" y="22583"/>
                </a:lnTo>
                <a:lnTo>
                  <a:pt x="0" y="22583"/>
                </a:lnTo>
                <a:lnTo>
                  <a:pt x="0" y="22583"/>
                </a:lnTo>
                <a:lnTo>
                  <a:pt x="0" y="22584"/>
                </a:lnTo>
                <a:lnTo>
                  <a:pt x="0" y="22584"/>
                </a:lnTo>
                <a:lnTo>
                  <a:pt x="0" y="22584"/>
                </a:lnTo>
                <a:lnTo>
                  <a:pt x="0" y="22585"/>
                </a:lnTo>
                <a:lnTo>
                  <a:pt x="0" y="22585"/>
                </a:lnTo>
                <a:lnTo>
                  <a:pt x="0" y="22585"/>
                </a:lnTo>
                <a:lnTo>
                  <a:pt x="0" y="22586"/>
                </a:lnTo>
                <a:lnTo>
                  <a:pt x="0" y="22586"/>
                </a:lnTo>
                <a:lnTo>
                  <a:pt x="0" y="22586"/>
                </a:lnTo>
                <a:lnTo>
                  <a:pt x="0" y="22587"/>
                </a:lnTo>
                <a:lnTo>
                  <a:pt x="0" y="22587"/>
                </a:lnTo>
                <a:lnTo>
                  <a:pt x="0" y="22587"/>
                </a:lnTo>
                <a:lnTo>
                  <a:pt x="0" y="22588"/>
                </a:lnTo>
                <a:lnTo>
                  <a:pt x="0" y="22588"/>
                </a:lnTo>
                <a:lnTo>
                  <a:pt x="0" y="22588"/>
                </a:lnTo>
                <a:lnTo>
                  <a:pt x="0" y="22589"/>
                </a:lnTo>
                <a:lnTo>
                  <a:pt x="0" y="22589"/>
                </a:lnTo>
                <a:lnTo>
                  <a:pt x="0" y="22589"/>
                </a:lnTo>
                <a:lnTo>
                  <a:pt x="0" y="22590"/>
                </a:lnTo>
                <a:lnTo>
                  <a:pt x="0" y="22590"/>
                </a:lnTo>
                <a:lnTo>
                  <a:pt x="0" y="22590"/>
                </a:lnTo>
                <a:lnTo>
                  <a:pt x="0" y="22591"/>
                </a:lnTo>
                <a:lnTo>
                  <a:pt x="0" y="22591"/>
                </a:lnTo>
                <a:lnTo>
                  <a:pt x="0" y="22591"/>
                </a:lnTo>
                <a:lnTo>
                  <a:pt x="0" y="22592"/>
                </a:lnTo>
                <a:lnTo>
                  <a:pt x="0" y="22592"/>
                </a:lnTo>
                <a:lnTo>
                  <a:pt x="0" y="22592"/>
                </a:lnTo>
                <a:lnTo>
                  <a:pt x="0" y="22593"/>
                </a:lnTo>
                <a:lnTo>
                  <a:pt x="0" y="22593"/>
                </a:lnTo>
                <a:lnTo>
                  <a:pt x="0" y="22593"/>
                </a:lnTo>
                <a:lnTo>
                  <a:pt x="0" y="22594"/>
                </a:lnTo>
                <a:lnTo>
                  <a:pt x="0" y="22594"/>
                </a:lnTo>
                <a:lnTo>
                  <a:pt x="0" y="22594"/>
                </a:lnTo>
                <a:lnTo>
                  <a:pt x="0" y="22595"/>
                </a:lnTo>
                <a:lnTo>
                  <a:pt x="0" y="22595"/>
                </a:lnTo>
                <a:lnTo>
                  <a:pt x="0" y="22595"/>
                </a:lnTo>
                <a:lnTo>
                  <a:pt x="0" y="22596"/>
                </a:lnTo>
                <a:lnTo>
                  <a:pt x="0" y="22596"/>
                </a:lnTo>
                <a:lnTo>
                  <a:pt x="0" y="22596"/>
                </a:lnTo>
                <a:lnTo>
                  <a:pt x="0" y="22597"/>
                </a:lnTo>
                <a:lnTo>
                  <a:pt x="0" y="22597"/>
                </a:lnTo>
                <a:lnTo>
                  <a:pt x="0" y="22597"/>
                </a:lnTo>
                <a:lnTo>
                  <a:pt x="0" y="22598"/>
                </a:lnTo>
                <a:lnTo>
                  <a:pt x="0" y="22598"/>
                </a:lnTo>
                <a:lnTo>
                  <a:pt x="0" y="22598"/>
                </a:lnTo>
                <a:lnTo>
                  <a:pt x="0" y="22599"/>
                </a:lnTo>
                <a:lnTo>
                  <a:pt x="0" y="22599"/>
                </a:lnTo>
                <a:lnTo>
                  <a:pt x="0" y="22599"/>
                </a:lnTo>
                <a:lnTo>
                  <a:pt x="0" y="22600"/>
                </a:lnTo>
                <a:lnTo>
                  <a:pt x="0" y="22600"/>
                </a:lnTo>
                <a:lnTo>
                  <a:pt x="0" y="22600"/>
                </a:lnTo>
                <a:lnTo>
                  <a:pt x="0" y="22601"/>
                </a:lnTo>
                <a:lnTo>
                  <a:pt x="0" y="22601"/>
                </a:lnTo>
                <a:lnTo>
                  <a:pt x="0" y="22601"/>
                </a:lnTo>
                <a:lnTo>
                  <a:pt x="0" y="22602"/>
                </a:lnTo>
                <a:lnTo>
                  <a:pt x="0" y="22602"/>
                </a:lnTo>
                <a:lnTo>
                  <a:pt x="0" y="22602"/>
                </a:lnTo>
                <a:lnTo>
                  <a:pt x="0" y="22603"/>
                </a:lnTo>
                <a:lnTo>
                  <a:pt x="0" y="22603"/>
                </a:lnTo>
                <a:lnTo>
                  <a:pt x="0" y="22603"/>
                </a:lnTo>
                <a:lnTo>
                  <a:pt x="0" y="22604"/>
                </a:lnTo>
                <a:lnTo>
                  <a:pt x="0" y="22604"/>
                </a:lnTo>
                <a:lnTo>
                  <a:pt x="0" y="22604"/>
                </a:lnTo>
                <a:lnTo>
                  <a:pt x="0" y="22605"/>
                </a:lnTo>
                <a:lnTo>
                  <a:pt x="0" y="22605"/>
                </a:lnTo>
                <a:lnTo>
                  <a:pt x="0" y="22605"/>
                </a:lnTo>
                <a:lnTo>
                  <a:pt x="0" y="22606"/>
                </a:lnTo>
                <a:lnTo>
                  <a:pt x="0" y="22606"/>
                </a:lnTo>
                <a:lnTo>
                  <a:pt x="0" y="22606"/>
                </a:lnTo>
                <a:lnTo>
                  <a:pt x="0" y="22607"/>
                </a:lnTo>
                <a:lnTo>
                  <a:pt x="0" y="22607"/>
                </a:lnTo>
                <a:lnTo>
                  <a:pt x="0" y="22607"/>
                </a:lnTo>
                <a:lnTo>
                  <a:pt x="0" y="22608"/>
                </a:lnTo>
                <a:lnTo>
                  <a:pt x="0" y="22608"/>
                </a:lnTo>
                <a:lnTo>
                  <a:pt x="0" y="22608"/>
                </a:lnTo>
                <a:lnTo>
                  <a:pt x="0" y="22609"/>
                </a:lnTo>
                <a:lnTo>
                  <a:pt x="0" y="22609"/>
                </a:lnTo>
                <a:lnTo>
                  <a:pt x="0" y="22609"/>
                </a:lnTo>
                <a:lnTo>
                  <a:pt x="0" y="22610"/>
                </a:lnTo>
                <a:lnTo>
                  <a:pt x="0" y="22610"/>
                </a:lnTo>
                <a:lnTo>
                  <a:pt x="0" y="22610"/>
                </a:lnTo>
                <a:lnTo>
                  <a:pt x="0" y="22611"/>
                </a:lnTo>
                <a:lnTo>
                  <a:pt x="0" y="22611"/>
                </a:lnTo>
                <a:lnTo>
                  <a:pt x="0" y="22611"/>
                </a:lnTo>
                <a:lnTo>
                  <a:pt x="0" y="22612"/>
                </a:lnTo>
                <a:lnTo>
                  <a:pt x="0" y="22612"/>
                </a:lnTo>
                <a:lnTo>
                  <a:pt x="0" y="22612"/>
                </a:lnTo>
                <a:lnTo>
                  <a:pt x="0" y="22613"/>
                </a:lnTo>
                <a:lnTo>
                  <a:pt x="0" y="22613"/>
                </a:lnTo>
                <a:lnTo>
                  <a:pt x="0" y="22613"/>
                </a:lnTo>
                <a:lnTo>
                  <a:pt x="0" y="22614"/>
                </a:lnTo>
                <a:lnTo>
                  <a:pt x="0" y="22614"/>
                </a:lnTo>
                <a:lnTo>
                  <a:pt x="0" y="22614"/>
                </a:lnTo>
                <a:lnTo>
                  <a:pt x="0" y="22615"/>
                </a:lnTo>
                <a:lnTo>
                  <a:pt x="0" y="22615"/>
                </a:lnTo>
                <a:lnTo>
                  <a:pt x="0" y="22615"/>
                </a:lnTo>
                <a:lnTo>
                  <a:pt x="0" y="22616"/>
                </a:lnTo>
                <a:lnTo>
                  <a:pt x="0" y="22616"/>
                </a:lnTo>
                <a:lnTo>
                  <a:pt x="0" y="22616"/>
                </a:lnTo>
                <a:lnTo>
                  <a:pt x="0" y="22617"/>
                </a:lnTo>
                <a:lnTo>
                  <a:pt x="0" y="22617"/>
                </a:lnTo>
                <a:lnTo>
                  <a:pt x="0" y="22617"/>
                </a:lnTo>
                <a:lnTo>
                  <a:pt x="0" y="22618"/>
                </a:lnTo>
                <a:lnTo>
                  <a:pt x="0" y="22618"/>
                </a:lnTo>
                <a:lnTo>
                  <a:pt x="0" y="22618"/>
                </a:lnTo>
                <a:lnTo>
                  <a:pt x="0" y="22619"/>
                </a:lnTo>
                <a:lnTo>
                  <a:pt x="0" y="22619"/>
                </a:lnTo>
                <a:lnTo>
                  <a:pt x="0" y="22619"/>
                </a:lnTo>
                <a:lnTo>
                  <a:pt x="0" y="22620"/>
                </a:lnTo>
                <a:lnTo>
                  <a:pt x="0" y="22620"/>
                </a:lnTo>
                <a:lnTo>
                  <a:pt x="0" y="22620"/>
                </a:lnTo>
                <a:lnTo>
                  <a:pt x="0" y="22621"/>
                </a:lnTo>
                <a:lnTo>
                  <a:pt x="0" y="22621"/>
                </a:lnTo>
                <a:lnTo>
                  <a:pt x="0" y="22621"/>
                </a:lnTo>
                <a:lnTo>
                  <a:pt x="0" y="22622"/>
                </a:lnTo>
                <a:lnTo>
                  <a:pt x="0" y="22622"/>
                </a:lnTo>
                <a:lnTo>
                  <a:pt x="0" y="22622"/>
                </a:lnTo>
                <a:lnTo>
                  <a:pt x="0" y="22623"/>
                </a:lnTo>
                <a:lnTo>
                  <a:pt x="0" y="22623"/>
                </a:lnTo>
                <a:lnTo>
                  <a:pt x="0" y="22623"/>
                </a:lnTo>
                <a:lnTo>
                  <a:pt x="0" y="22624"/>
                </a:lnTo>
                <a:lnTo>
                  <a:pt x="0" y="22624"/>
                </a:lnTo>
                <a:lnTo>
                  <a:pt x="0" y="22624"/>
                </a:lnTo>
                <a:lnTo>
                  <a:pt x="0" y="22625"/>
                </a:lnTo>
                <a:lnTo>
                  <a:pt x="0" y="22625"/>
                </a:lnTo>
                <a:lnTo>
                  <a:pt x="0" y="22625"/>
                </a:lnTo>
                <a:lnTo>
                  <a:pt x="0" y="22626"/>
                </a:lnTo>
                <a:lnTo>
                  <a:pt x="0" y="22626"/>
                </a:lnTo>
                <a:lnTo>
                  <a:pt x="0" y="22626"/>
                </a:lnTo>
                <a:lnTo>
                  <a:pt x="0" y="22627"/>
                </a:lnTo>
                <a:lnTo>
                  <a:pt x="0" y="22627"/>
                </a:lnTo>
                <a:lnTo>
                  <a:pt x="0" y="22627"/>
                </a:lnTo>
                <a:lnTo>
                  <a:pt x="0" y="22628"/>
                </a:lnTo>
                <a:lnTo>
                  <a:pt x="0" y="22628"/>
                </a:lnTo>
                <a:lnTo>
                  <a:pt x="0" y="22628"/>
                </a:lnTo>
                <a:lnTo>
                  <a:pt x="0" y="22629"/>
                </a:lnTo>
                <a:lnTo>
                  <a:pt x="0" y="22629"/>
                </a:lnTo>
                <a:lnTo>
                  <a:pt x="0" y="22629"/>
                </a:lnTo>
                <a:lnTo>
                  <a:pt x="0" y="22630"/>
                </a:lnTo>
                <a:lnTo>
                  <a:pt x="0" y="22630"/>
                </a:lnTo>
                <a:lnTo>
                  <a:pt x="0" y="22630"/>
                </a:lnTo>
                <a:lnTo>
                  <a:pt x="0" y="22631"/>
                </a:lnTo>
                <a:lnTo>
                  <a:pt x="0" y="22631"/>
                </a:lnTo>
                <a:lnTo>
                  <a:pt x="0" y="22631"/>
                </a:lnTo>
                <a:lnTo>
                  <a:pt x="0" y="22632"/>
                </a:lnTo>
                <a:lnTo>
                  <a:pt x="0" y="22632"/>
                </a:lnTo>
                <a:lnTo>
                  <a:pt x="0" y="22632"/>
                </a:lnTo>
                <a:lnTo>
                  <a:pt x="0" y="22633"/>
                </a:lnTo>
                <a:lnTo>
                  <a:pt x="0" y="22633"/>
                </a:lnTo>
                <a:lnTo>
                  <a:pt x="0" y="22633"/>
                </a:lnTo>
                <a:lnTo>
                  <a:pt x="0" y="22634"/>
                </a:lnTo>
                <a:lnTo>
                  <a:pt x="0" y="22634"/>
                </a:lnTo>
                <a:lnTo>
                  <a:pt x="0" y="22634"/>
                </a:lnTo>
                <a:lnTo>
                  <a:pt x="0" y="22635"/>
                </a:lnTo>
                <a:lnTo>
                  <a:pt x="0" y="22635"/>
                </a:lnTo>
                <a:lnTo>
                  <a:pt x="0" y="22635"/>
                </a:lnTo>
                <a:lnTo>
                  <a:pt x="0" y="22636"/>
                </a:lnTo>
                <a:lnTo>
                  <a:pt x="0" y="22636"/>
                </a:lnTo>
                <a:lnTo>
                  <a:pt x="0" y="22636"/>
                </a:lnTo>
                <a:lnTo>
                  <a:pt x="0" y="22637"/>
                </a:lnTo>
                <a:lnTo>
                  <a:pt x="0" y="22637"/>
                </a:lnTo>
                <a:lnTo>
                  <a:pt x="0" y="22637"/>
                </a:lnTo>
                <a:lnTo>
                  <a:pt x="0" y="22638"/>
                </a:lnTo>
                <a:lnTo>
                  <a:pt x="0" y="22638"/>
                </a:lnTo>
                <a:lnTo>
                  <a:pt x="0" y="22638"/>
                </a:lnTo>
                <a:lnTo>
                  <a:pt x="0" y="22639"/>
                </a:lnTo>
                <a:lnTo>
                  <a:pt x="0" y="22639"/>
                </a:lnTo>
                <a:lnTo>
                  <a:pt x="0" y="22639"/>
                </a:lnTo>
                <a:lnTo>
                  <a:pt x="0" y="22640"/>
                </a:lnTo>
                <a:lnTo>
                  <a:pt x="0" y="22640"/>
                </a:lnTo>
                <a:lnTo>
                  <a:pt x="0" y="22640"/>
                </a:lnTo>
                <a:lnTo>
                  <a:pt x="0" y="22640"/>
                </a:lnTo>
                <a:lnTo>
                  <a:pt x="0" y="22641"/>
                </a:lnTo>
                <a:lnTo>
                  <a:pt x="0" y="22641"/>
                </a:lnTo>
                <a:lnTo>
                  <a:pt x="0" y="22641"/>
                </a:lnTo>
                <a:lnTo>
                  <a:pt x="0" y="22642"/>
                </a:lnTo>
                <a:lnTo>
                  <a:pt x="0" y="22642"/>
                </a:lnTo>
                <a:lnTo>
                  <a:pt x="0" y="22642"/>
                </a:lnTo>
                <a:lnTo>
                  <a:pt x="0" y="22643"/>
                </a:lnTo>
                <a:lnTo>
                  <a:pt x="0" y="22643"/>
                </a:lnTo>
                <a:lnTo>
                  <a:pt x="0" y="22643"/>
                </a:lnTo>
                <a:lnTo>
                  <a:pt x="0" y="22644"/>
                </a:lnTo>
                <a:lnTo>
                  <a:pt x="0" y="22644"/>
                </a:lnTo>
                <a:lnTo>
                  <a:pt x="0" y="22644"/>
                </a:lnTo>
                <a:lnTo>
                  <a:pt x="0" y="22645"/>
                </a:lnTo>
                <a:lnTo>
                  <a:pt x="0" y="22645"/>
                </a:lnTo>
                <a:lnTo>
                  <a:pt x="0" y="22645"/>
                </a:lnTo>
                <a:lnTo>
                  <a:pt x="0" y="22646"/>
                </a:lnTo>
                <a:lnTo>
                  <a:pt x="0" y="22646"/>
                </a:lnTo>
                <a:lnTo>
                  <a:pt x="0" y="22646"/>
                </a:lnTo>
                <a:lnTo>
                  <a:pt x="0" y="22647"/>
                </a:lnTo>
                <a:lnTo>
                  <a:pt x="0" y="22647"/>
                </a:lnTo>
                <a:lnTo>
                  <a:pt x="0" y="22647"/>
                </a:lnTo>
                <a:lnTo>
                  <a:pt x="0" y="22648"/>
                </a:lnTo>
                <a:lnTo>
                  <a:pt x="0" y="22648"/>
                </a:lnTo>
                <a:lnTo>
                  <a:pt x="0" y="22648"/>
                </a:lnTo>
                <a:lnTo>
                  <a:pt x="0" y="22649"/>
                </a:lnTo>
                <a:lnTo>
                  <a:pt x="0" y="22649"/>
                </a:lnTo>
                <a:lnTo>
                  <a:pt x="0" y="22649"/>
                </a:lnTo>
                <a:lnTo>
                  <a:pt x="0" y="22650"/>
                </a:lnTo>
                <a:lnTo>
                  <a:pt x="0" y="22650"/>
                </a:lnTo>
                <a:lnTo>
                  <a:pt x="0" y="22650"/>
                </a:lnTo>
                <a:lnTo>
                  <a:pt x="0" y="22651"/>
                </a:lnTo>
                <a:lnTo>
                  <a:pt x="0" y="22651"/>
                </a:lnTo>
                <a:lnTo>
                  <a:pt x="0" y="22651"/>
                </a:lnTo>
                <a:lnTo>
                  <a:pt x="0" y="22652"/>
                </a:lnTo>
                <a:lnTo>
                  <a:pt x="0" y="22652"/>
                </a:lnTo>
                <a:lnTo>
                  <a:pt x="0" y="22652"/>
                </a:lnTo>
                <a:lnTo>
                  <a:pt x="0" y="22653"/>
                </a:lnTo>
                <a:lnTo>
                  <a:pt x="0" y="22653"/>
                </a:lnTo>
                <a:lnTo>
                  <a:pt x="0" y="22653"/>
                </a:lnTo>
                <a:lnTo>
                  <a:pt x="0" y="22653"/>
                </a:lnTo>
                <a:lnTo>
                  <a:pt x="0" y="22654"/>
                </a:lnTo>
                <a:lnTo>
                  <a:pt x="0" y="22654"/>
                </a:lnTo>
                <a:lnTo>
                  <a:pt x="0" y="22654"/>
                </a:lnTo>
                <a:lnTo>
                  <a:pt x="0" y="22655"/>
                </a:lnTo>
                <a:lnTo>
                  <a:pt x="0" y="22655"/>
                </a:lnTo>
                <a:lnTo>
                  <a:pt x="0" y="22655"/>
                </a:lnTo>
                <a:lnTo>
                  <a:pt x="0" y="22656"/>
                </a:lnTo>
                <a:lnTo>
                  <a:pt x="0" y="22656"/>
                </a:lnTo>
                <a:lnTo>
                  <a:pt x="0" y="22656"/>
                </a:lnTo>
                <a:lnTo>
                  <a:pt x="0" y="22657"/>
                </a:lnTo>
                <a:lnTo>
                  <a:pt x="0" y="22657"/>
                </a:lnTo>
                <a:lnTo>
                  <a:pt x="0" y="22657"/>
                </a:lnTo>
                <a:lnTo>
                  <a:pt x="0" y="22658"/>
                </a:lnTo>
                <a:lnTo>
                  <a:pt x="0" y="22658"/>
                </a:lnTo>
                <a:lnTo>
                  <a:pt x="0" y="22658"/>
                </a:lnTo>
                <a:lnTo>
                  <a:pt x="0" y="22659"/>
                </a:lnTo>
                <a:lnTo>
                  <a:pt x="0" y="22659"/>
                </a:lnTo>
                <a:lnTo>
                  <a:pt x="0" y="22659"/>
                </a:lnTo>
                <a:lnTo>
                  <a:pt x="0" y="22660"/>
                </a:lnTo>
                <a:lnTo>
                  <a:pt x="0" y="22660"/>
                </a:lnTo>
                <a:lnTo>
                  <a:pt x="0" y="22660"/>
                </a:lnTo>
                <a:lnTo>
                  <a:pt x="0" y="22661"/>
                </a:lnTo>
                <a:lnTo>
                  <a:pt x="0" y="22661"/>
                </a:lnTo>
                <a:lnTo>
                  <a:pt x="0" y="22661"/>
                </a:lnTo>
                <a:lnTo>
                  <a:pt x="0" y="22662"/>
                </a:lnTo>
                <a:lnTo>
                  <a:pt x="0" y="22662"/>
                </a:lnTo>
                <a:lnTo>
                  <a:pt x="0" y="22662"/>
                </a:lnTo>
                <a:lnTo>
                  <a:pt x="0" y="22663"/>
                </a:lnTo>
                <a:lnTo>
                  <a:pt x="0" y="22663"/>
                </a:lnTo>
                <a:lnTo>
                  <a:pt x="0" y="22663"/>
                </a:lnTo>
                <a:lnTo>
                  <a:pt x="0" y="22663"/>
                </a:lnTo>
                <a:lnTo>
                  <a:pt x="0" y="22664"/>
                </a:lnTo>
                <a:lnTo>
                  <a:pt x="0" y="22664"/>
                </a:lnTo>
                <a:lnTo>
                  <a:pt x="0" y="22664"/>
                </a:lnTo>
                <a:lnTo>
                  <a:pt x="0" y="22665"/>
                </a:lnTo>
                <a:lnTo>
                  <a:pt x="0" y="22665"/>
                </a:lnTo>
                <a:lnTo>
                  <a:pt x="0" y="22665"/>
                </a:lnTo>
                <a:lnTo>
                  <a:pt x="0" y="22666"/>
                </a:lnTo>
                <a:lnTo>
                  <a:pt x="0" y="22666"/>
                </a:lnTo>
                <a:lnTo>
                  <a:pt x="0" y="22666"/>
                </a:lnTo>
                <a:lnTo>
                  <a:pt x="0" y="22667"/>
                </a:lnTo>
                <a:lnTo>
                  <a:pt x="0" y="22667"/>
                </a:lnTo>
                <a:lnTo>
                  <a:pt x="0" y="22667"/>
                </a:lnTo>
                <a:lnTo>
                  <a:pt x="0" y="22668"/>
                </a:lnTo>
                <a:lnTo>
                  <a:pt x="0" y="22668"/>
                </a:lnTo>
                <a:lnTo>
                  <a:pt x="0" y="22668"/>
                </a:lnTo>
                <a:lnTo>
                  <a:pt x="0" y="22669"/>
                </a:lnTo>
                <a:lnTo>
                  <a:pt x="0" y="22669"/>
                </a:lnTo>
                <a:lnTo>
                  <a:pt x="0" y="22669"/>
                </a:lnTo>
                <a:lnTo>
                  <a:pt x="0" y="22670"/>
                </a:lnTo>
                <a:lnTo>
                  <a:pt x="0" y="22670"/>
                </a:lnTo>
                <a:lnTo>
                  <a:pt x="0" y="22670"/>
                </a:lnTo>
                <a:lnTo>
                  <a:pt x="0" y="22671"/>
                </a:lnTo>
                <a:lnTo>
                  <a:pt x="0" y="22671"/>
                </a:lnTo>
                <a:lnTo>
                  <a:pt x="0" y="22671"/>
                </a:lnTo>
                <a:lnTo>
                  <a:pt x="0" y="22671"/>
                </a:lnTo>
                <a:lnTo>
                  <a:pt x="0" y="22672"/>
                </a:lnTo>
                <a:lnTo>
                  <a:pt x="0" y="22672"/>
                </a:lnTo>
                <a:lnTo>
                  <a:pt x="0" y="22672"/>
                </a:lnTo>
                <a:lnTo>
                  <a:pt x="0" y="22673"/>
                </a:lnTo>
                <a:lnTo>
                  <a:pt x="0" y="22673"/>
                </a:lnTo>
                <a:lnTo>
                  <a:pt x="0" y="22673"/>
                </a:lnTo>
                <a:lnTo>
                  <a:pt x="0" y="22674"/>
                </a:lnTo>
                <a:lnTo>
                  <a:pt x="0" y="22674"/>
                </a:lnTo>
                <a:lnTo>
                  <a:pt x="0" y="22674"/>
                </a:lnTo>
                <a:lnTo>
                  <a:pt x="0" y="22675"/>
                </a:lnTo>
                <a:lnTo>
                  <a:pt x="0" y="22675"/>
                </a:lnTo>
                <a:lnTo>
                  <a:pt x="0" y="22675"/>
                </a:lnTo>
                <a:lnTo>
                  <a:pt x="0" y="22676"/>
                </a:lnTo>
                <a:lnTo>
                  <a:pt x="0" y="22676"/>
                </a:lnTo>
                <a:lnTo>
                  <a:pt x="0" y="22676"/>
                </a:lnTo>
                <a:lnTo>
                  <a:pt x="0" y="22677"/>
                </a:lnTo>
                <a:lnTo>
                  <a:pt x="0" y="22677"/>
                </a:lnTo>
                <a:lnTo>
                  <a:pt x="0" y="22677"/>
                </a:lnTo>
                <a:lnTo>
                  <a:pt x="0" y="22678"/>
                </a:lnTo>
                <a:lnTo>
                  <a:pt x="0" y="22678"/>
                </a:lnTo>
                <a:lnTo>
                  <a:pt x="0" y="22678"/>
                </a:lnTo>
                <a:lnTo>
                  <a:pt x="0" y="22678"/>
                </a:lnTo>
                <a:lnTo>
                  <a:pt x="0" y="22679"/>
                </a:lnTo>
                <a:lnTo>
                  <a:pt x="0" y="22679"/>
                </a:lnTo>
                <a:lnTo>
                  <a:pt x="0" y="22679"/>
                </a:lnTo>
                <a:lnTo>
                  <a:pt x="0" y="22680"/>
                </a:lnTo>
                <a:lnTo>
                  <a:pt x="0" y="22680"/>
                </a:lnTo>
                <a:lnTo>
                  <a:pt x="0" y="22680"/>
                </a:lnTo>
                <a:lnTo>
                  <a:pt x="0" y="22681"/>
                </a:lnTo>
                <a:lnTo>
                  <a:pt x="0" y="22681"/>
                </a:lnTo>
                <a:lnTo>
                  <a:pt x="0" y="22681"/>
                </a:lnTo>
                <a:lnTo>
                  <a:pt x="0" y="22682"/>
                </a:lnTo>
                <a:lnTo>
                  <a:pt x="0" y="22682"/>
                </a:lnTo>
                <a:lnTo>
                  <a:pt x="0" y="22682"/>
                </a:lnTo>
                <a:lnTo>
                  <a:pt x="0" y="22683"/>
                </a:lnTo>
                <a:lnTo>
                  <a:pt x="0" y="22683"/>
                </a:lnTo>
                <a:lnTo>
                  <a:pt x="0" y="22683"/>
                </a:lnTo>
                <a:lnTo>
                  <a:pt x="0" y="22684"/>
                </a:lnTo>
                <a:lnTo>
                  <a:pt x="0" y="22684"/>
                </a:lnTo>
                <a:lnTo>
                  <a:pt x="0" y="22684"/>
                </a:lnTo>
                <a:lnTo>
                  <a:pt x="0" y="22684"/>
                </a:lnTo>
                <a:lnTo>
                  <a:pt x="0" y="22685"/>
                </a:lnTo>
                <a:lnTo>
                  <a:pt x="0" y="22685"/>
                </a:lnTo>
                <a:lnTo>
                  <a:pt x="0" y="22685"/>
                </a:lnTo>
                <a:lnTo>
                  <a:pt x="0" y="22686"/>
                </a:lnTo>
                <a:lnTo>
                  <a:pt x="0" y="22686"/>
                </a:lnTo>
                <a:lnTo>
                  <a:pt x="0" y="22686"/>
                </a:lnTo>
                <a:lnTo>
                  <a:pt x="0" y="22687"/>
                </a:lnTo>
                <a:lnTo>
                  <a:pt x="0" y="22687"/>
                </a:lnTo>
                <a:lnTo>
                  <a:pt x="0" y="22687"/>
                </a:lnTo>
                <a:lnTo>
                  <a:pt x="0" y="22688"/>
                </a:lnTo>
                <a:lnTo>
                  <a:pt x="0" y="22688"/>
                </a:lnTo>
                <a:lnTo>
                  <a:pt x="0" y="22688"/>
                </a:lnTo>
                <a:lnTo>
                  <a:pt x="0" y="22689"/>
                </a:lnTo>
                <a:lnTo>
                  <a:pt x="0" y="22689"/>
                </a:lnTo>
                <a:lnTo>
                  <a:pt x="0" y="22689"/>
                </a:lnTo>
                <a:lnTo>
                  <a:pt x="0" y="22690"/>
                </a:lnTo>
                <a:lnTo>
                  <a:pt x="0" y="22690"/>
                </a:lnTo>
                <a:lnTo>
                  <a:pt x="0" y="22690"/>
                </a:lnTo>
                <a:lnTo>
                  <a:pt x="0" y="22690"/>
                </a:lnTo>
                <a:lnTo>
                  <a:pt x="0" y="22691"/>
                </a:lnTo>
                <a:lnTo>
                  <a:pt x="0" y="22691"/>
                </a:lnTo>
                <a:lnTo>
                  <a:pt x="0" y="22691"/>
                </a:lnTo>
                <a:lnTo>
                  <a:pt x="0" y="22692"/>
                </a:lnTo>
                <a:lnTo>
                  <a:pt x="0" y="22692"/>
                </a:lnTo>
                <a:lnTo>
                  <a:pt x="0" y="22692"/>
                </a:lnTo>
                <a:lnTo>
                  <a:pt x="0" y="22693"/>
                </a:lnTo>
                <a:lnTo>
                  <a:pt x="0" y="22693"/>
                </a:lnTo>
                <a:lnTo>
                  <a:pt x="0" y="22693"/>
                </a:lnTo>
                <a:lnTo>
                  <a:pt x="0" y="22694"/>
                </a:lnTo>
                <a:lnTo>
                  <a:pt x="0" y="22694"/>
                </a:lnTo>
                <a:lnTo>
                  <a:pt x="0" y="22694"/>
                </a:lnTo>
                <a:lnTo>
                  <a:pt x="0" y="22695"/>
                </a:lnTo>
                <a:lnTo>
                  <a:pt x="0" y="22695"/>
                </a:lnTo>
                <a:lnTo>
                  <a:pt x="0" y="22695"/>
                </a:lnTo>
                <a:lnTo>
                  <a:pt x="0" y="22695"/>
                </a:lnTo>
                <a:lnTo>
                  <a:pt x="0" y="22696"/>
                </a:lnTo>
                <a:lnTo>
                  <a:pt x="0" y="22696"/>
                </a:lnTo>
                <a:lnTo>
                  <a:pt x="0" y="22696"/>
                </a:lnTo>
                <a:lnTo>
                  <a:pt x="0" y="22697"/>
                </a:lnTo>
                <a:lnTo>
                  <a:pt x="0" y="22697"/>
                </a:lnTo>
                <a:lnTo>
                  <a:pt x="0" y="22697"/>
                </a:lnTo>
                <a:lnTo>
                  <a:pt x="0" y="22698"/>
                </a:lnTo>
                <a:lnTo>
                  <a:pt x="0" y="22698"/>
                </a:lnTo>
                <a:lnTo>
                  <a:pt x="0" y="22698"/>
                </a:lnTo>
                <a:lnTo>
                  <a:pt x="0" y="22699"/>
                </a:lnTo>
                <a:lnTo>
                  <a:pt x="0" y="22699"/>
                </a:lnTo>
                <a:lnTo>
                  <a:pt x="0" y="22699"/>
                </a:lnTo>
                <a:lnTo>
                  <a:pt x="0" y="22700"/>
                </a:lnTo>
                <a:lnTo>
                  <a:pt x="0" y="22700"/>
                </a:lnTo>
                <a:lnTo>
                  <a:pt x="0" y="22700"/>
                </a:lnTo>
                <a:lnTo>
                  <a:pt x="0" y="22700"/>
                </a:lnTo>
                <a:lnTo>
                  <a:pt x="0" y="22701"/>
                </a:lnTo>
                <a:lnTo>
                  <a:pt x="0" y="22701"/>
                </a:lnTo>
                <a:lnTo>
                  <a:pt x="0" y="22701"/>
                </a:lnTo>
                <a:lnTo>
                  <a:pt x="0" y="22702"/>
                </a:lnTo>
                <a:lnTo>
                  <a:pt x="0" y="22702"/>
                </a:lnTo>
                <a:lnTo>
                  <a:pt x="0" y="22702"/>
                </a:lnTo>
                <a:lnTo>
                  <a:pt x="0" y="22703"/>
                </a:lnTo>
                <a:lnTo>
                  <a:pt x="0" y="22703"/>
                </a:lnTo>
                <a:lnTo>
                  <a:pt x="0" y="22703"/>
                </a:lnTo>
                <a:lnTo>
                  <a:pt x="0" y="22704"/>
                </a:lnTo>
                <a:lnTo>
                  <a:pt x="0" y="22704"/>
                </a:lnTo>
                <a:lnTo>
                  <a:pt x="0" y="22704"/>
                </a:lnTo>
                <a:lnTo>
                  <a:pt x="0" y="22705"/>
                </a:lnTo>
                <a:lnTo>
                  <a:pt x="0" y="22705"/>
                </a:lnTo>
                <a:lnTo>
                  <a:pt x="0" y="22705"/>
                </a:lnTo>
                <a:lnTo>
                  <a:pt x="0" y="22705"/>
                </a:lnTo>
                <a:lnTo>
                  <a:pt x="0" y="22706"/>
                </a:lnTo>
                <a:lnTo>
                  <a:pt x="0" y="22706"/>
                </a:lnTo>
                <a:lnTo>
                  <a:pt x="0" y="22706"/>
                </a:lnTo>
                <a:lnTo>
                  <a:pt x="0" y="22707"/>
                </a:lnTo>
                <a:lnTo>
                  <a:pt x="0" y="22707"/>
                </a:lnTo>
                <a:lnTo>
                  <a:pt x="0" y="22707"/>
                </a:lnTo>
                <a:lnTo>
                  <a:pt x="0" y="22708"/>
                </a:lnTo>
                <a:lnTo>
                  <a:pt x="0" y="22708"/>
                </a:lnTo>
                <a:lnTo>
                  <a:pt x="0" y="22708"/>
                </a:lnTo>
                <a:lnTo>
                  <a:pt x="0" y="22709"/>
                </a:lnTo>
                <a:lnTo>
                  <a:pt x="0" y="22709"/>
                </a:lnTo>
                <a:lnTo>
                  <a:pt x="0" y="22709"/>
                </a:lnTo>
                <a:lnTo>
                  <a:pt x="0" y="22710"/>
                </a:lnTo>
                <a:lnTo>
                  <a:pt x="0" y="22710"/>
                </a:lnTo>
                <a:lnTo>
                  <a:pt x="0" y="22710"/>
                </a:lnTo>
                <a:lnTo>
                  <a:pt x="0" y="22710"/>
                </a:lnTo>
                <a:lnTo>
                  <a:pt x="0" y="22711"/>
                </a:lnTo>
                <a:lnTo>
                  <a:pt x="0" y="22711"/>
                </a:lnTo>
                <a:lnTo>
                  <a:pt x="0" y="22711"/>
                </a:lnTo>
                <a:lnTo>
                  <a:pt x="0" y="22712"/>
                </a:lnTo>
                <a:lnTo>
                  <a:pt x="0" y="22712"/>
                </a:lnTo>
                <a:lnTo>
                  <a:pt x="0" y="22712"/>
                </a:lnTo>
                <a:lnTo>
                  <a:pt x="0" y="22713"/>
                </a:lnTo>
                <a:lnTo>
                  <a:pt x="0" y="22713"/>
                </a:lnTo>
                <a:lnTo>
                  <a:pt x="0" y="22713"/>
                </a:lnTo>
                <a:lnTo>
                  <a:pt x="0" y="22714"/>
                </a:lnTo>
                <a:lnTo>
                  <a:pt x="0" y="22714"/>
                </a:lnTo>
                <a:lnTo>
                  <a:pt x="0" y="22714"/>
                </a:lnTo>
                <a:lnTo>
                  <a:pt x="0" y="22714"/>
                </a:lnTo>
                <a:lnTo>
                  <a:pt x="0" y="22715"/>
                </a:lnTo>
                <a:lnTo>
                  <a:pt x="0" y="22715"/>
                </a:lnTo>
                <a:lnTo>
                  <a:pt x="0" y="22715"/>
                </a:lnTo>
                <a:lnTo>
                  <a:pt x="0" y="22716"/>
                </a:lnTo>
                <a:lnTo>
                  <a:pt x="0" y="22716"/>
                </a:lnTo>
                <a:lnTo>
                  <a:pt x="0" y="22716"/>
                </a:lnTo>
                <a:lnTo>
                  <a:pt x="0" y="22717"/>
                </a:lnTo>
                <a:lnTo>
                  <a:pt x="0" y="22717"/>
                </a:lnTo>
                <a:lnTo>
                  <a:pt x="0" y="22717"/>
                </a:lnTo>
                <a:lnTo>
                  <a:pt x="0" y="22718"/>
                </a:lnTo>
                <a:lnTo>
                  <a:pt x="0" y="22718"/>
                </a:lnTo>
                <a:lnTo>
                  <a:pt x="0" y="22718"/>
                </a:lnTo>
                <a:lnTo>
                  <a:pt x="0" y="22718"/>
                </a:lnTo>
                <a:lnTo>
                  <a:pt x="0" y="22719"/>
                </a:lnTo>
                <a:lnTo>
                  <a:pt x="0" y="22719"/>
                </a:lnTo>
                <a:lnTo>
                  <a:pt x="0" y="22719"/>
                </a:lnTo>
                <a:lnTo>
                  <a:pt x="0" y="22720"/>
                </a:lnTo>
                <a:lnTo>
                  <a:pt x="0" y="22720"/>
                </a:lnTo>
                <a:lnTo>
                  <a:pt x="0" y="22720"/>
                </a:lnTo>
                <a:lnTo>
                  <a:pt x="0" y="22721"/>
                </a:lnTo>
                <a:lnTo>
                  <a:pt x="0" y="22721"/>
                </a:lnTo>
                <a:lnTo>
                  <a:pt x="0" y="22721"/>
                </a:lnTo>
                <a:lnTo>
                  <a:pt x="0" y="22722"/>
                </a:lnTo>
                <a:lnTo>
                  <a:pt x="0" y="22722"/>
                </a:lnTo>
                <a:lnTo>
                  <a:pt x="0" y="22722"/>
                </a:lnTo>
                <a:lnTo>
                  <a:pt x="0" y="22722"/>
                </a:lnTo>
                <a:lnTo>
                  <a:pt x="0" y="22723"/>
                </a:lnTo>
                <a:lnTo>
                  <a:pt x="0" y="22723"/>
                </a:lnTo>
                <a:lnTo>
                  <a:pt x="0" y="22723"/>
                </a:lnTo>
                <a:lnTo>
                  <a:pt x="0" y="22724"/>
                </a:lnTo>
                <a:lnTo>
                  <a:pt x="0" y="22724"/>
                </a:lnTo>
                <a:lnTo>
                  <a:pt x="0" y="22724"/>
                </a:lnTo>
                <a:lnTo>
                  <a:pt x="0" y="22725"/>
                </a:lnTo>
                <a:lnTo>
                  <a:pt x="0" y="22725"/>
                </a:lnTo>
                <a:lnTo>
                  <a:pt x="0" y="22725"/>
                </a:lnTo>
                <a:lnTo>
                  <a:pt x="0" y="22726"/>
                </a:lnTo>
                <a:lnTo>
                  <a:pt x="0" y="22726"/>
                </a:lnTo>
                <a:lnTo>
                  <a:pt x="0" y="22726"/>
                </a:lnTo>
                <a:lnTo>
                  <a:pt x="0" y="22726"/>
                </a:lnTo>
                <a:lnTo>
                  <a:pt x="0" y="22727"/>
                </a:lnTo>
                <a:lnTo>
                  <a:pt x="0" y="22727"/>
                </a:lnTo>
                <a:lnTo>
                  <a:pt x="0" y="22727"/>
                </a:lnTo>
                <a:lnTo>
                  <a:pt x="0" y="22728"/>
                </a:lnTo>
                <a:lnTo>
                  <a:pt x="0" y="22728"/>
                </a:lnTo>
                <a:lnTo>
                  <a:pt x="0" y="22728"/>
                </a:lnTo>
                <a:lnTo>
                  <a:pt x="0" y="22729"/>
                </a:lnTo>
                <a:lnTo>
                  <a:pt x="0" y="22729"/>
                </a:lnTo>
                <a:lnTo>
                  <a:pt x="0" y="22729"/>
                </a:lnTo>
                <a:lnTo>
                  <a:pt x="0" y="22729"/>
                </a:lnTo>
                <a:lnTo>
                  <a:pt x="0" y="22730"/>
                </a:lnTo>
                <a:lnTo>
                  <a:pt x="0" y="22730"/>
                </a:lnTo>
                <a:lnTo>
                  <a:pt x="0" y="22730"/>
                </a:lnTo>
                <a:lnTo>
                  <a:pt x="0" y="22731"/>
                </a:lnTo>
                <a:lnTo>
                  <a:pt x="0" y="22731"/>
                </a:lnTo>
                <a:lnTo>
                  <a:pt x="0" y="22731"/>
                </a:lnTo>
                <a:lnTo>
                  <a:pt x="0" y="22732"/>
                </a:lnTo>
                <a:lnTo>
                  <a:pt x="0" y="22732"/>
                </a:lnTo>
                <a:lnTo>
                  <a:pt x="0" y="22732"/>
                </a:lnTo>
                <a:lnTo>
                  <a:pt x="0" y="22733"/>
                </a:lnTo>
                <a:lnTo>
                  <a:pt x="0" y="22733"/>
                </a:lnTo>
                <a:lnTo>
                  <a:pt x="0" y="22733"/>
                </a:lnTo>
                <a:lnTo>
                  <a:pt x="0" y="22733"/>
                </a:lnTo>
                <a:lnTo>
                  <a:pt x="0" y="22734"/>
                </a:lnTo>
                <a:lnTo>
                  <a:pt x="0" y="22734"/>
                </a:lnTo>
                <a:lnTo>
                  <a:pt x="0" y="22734"/>
                </a:lnTo>
                <a:lnTo>
                  <a:pt x="0" y="22735"/>
                </a:lnTo>
                <a:lnTo>
                  <a:pt x="0" y="22735"/>
                </a:lnTo>
                <a:lnTo>
                  <a:pt x="0" y="22735"/>
                </a:lnTo>
                <a:lnTo>
                  <a:pt x="0" y="22736"/>
                </a:lnTo>
                <a:lnTo>
                  <a:pt x="0" y="22736"/>
                </a:lnTo>
                <a:lnTo>
                  <a:pt x="0" y="22736"/>
                </a:lnTo>
                <a:lnTo>
                  <a:pt x="0" y="22736"/>
                </a:lnTo>
                <a:lnTo>
                  <a:pt x="0" y="22737"/>
                </a:lnTo>
                <a:lnTo>
                  <a:pt x="0" y="22737"/>
                </a:lnTo>
                <a:lnTo>
                  <a:pt x="0" y="22737"/>
                </a:lnTo>
                <a:lnTo>
                  <a:pt x="0" y="22738"/>
                </a:lnTo>
                <a:lnTo>
                  <a:pt x="0" y="22738"/>
                </a:lnTo>
                <a:lnTo>
                  <a:pt x="0" y="22738"/>
                </a:lnTo>
                <a:lnTo>
                  <a:pt x="0" y="22739"/>
                </a:lnTo>
                <a:lnTo>
                  <a:pt x="0" y="22739"/>
                </a:lnTo>
                <a:lnTo>
                  <a:pt x="0" y="22739"/>
                </a:lnTo>
                <a:lnTo>
                  <a:pt x="0" y="22739"/>
                </a:lnTo>
                <a:lnTo>
                  <a:pt x="0" y="22740"/>
                </a:lnTo>
                <a:lnTo>
                  <a:pt x="0" y="22740"/>
                </a:lnTo>
                <a:lnTo>
                  <a:pt x="0" y="22740"/>
                </a:lnTo>
                <a:lnTo>
                  <a:pt x="0" y="22741"/>
                </a:lnTo>
                <a:lnTo>
                  <a:pt x="0" y="22741"/>
                </a:lnTo>
                <a:lnTo>
                  <a:pt x="0" y="22741"/>
                </a:lnTo>
                <a:lnTo>
                  <a:pt x="0" y="22742"/>
                </a:lnTo>
                <a:lnTo>
                  <a:pt x="0" y="22742"/>
                </a:lnTo>
                <a:lnTo>
                  <a:pt x="0" y="22742"/>
                </a:lnTo>
                <a:lnTo>
                  <a:pt x="0" y="22742"/>
                </a:lnTo>
                <a:lnTo>
                  <a:pt x="0" y="22743"/>
                </a:lnTo>
                <a:lnTo>
                  <a:pt x="0" y="22743"/>
                </a:lnTo>
                <a:lnTo>
                  <a:pt x="0" y="22743"/>
                </a:lnTo>
                <a:lnTo>
                  <a:pt x="0" y="22744"/>
                </a:lnTo>
                <a:lnTo>
                  <a:pt x="0" y="22744"/>
                </a:lnTo>
                <a:lnTo>
                  <a:pt x="0" y="22744"/>
                </a:lnTo>
                <a:lnTo>
                  <a:pt x="0" y="22745"/>
                </a:lnTo>
                <a:lnTo>
                  <a:pt x="0" y="22745"/>
                </a:lnTo>
                <a:lnTo>
                  <a:pt x="0" y="22745"/>
                </a:lnTo>
                <a:lnTo>
                  <a:pt x="0" y="22746"/>
                </a:lnTo>
                <a:lnTo>
                  <a:pt x="0" y="22746"/>
                </a:lnTo>
                <a:lnTo>
                  <a:pt x="0" y="22746"/>
                </a:lnTo>
                <a:lnTo>
                  <a:pt x="0" y="22746"/>
                </a:lnTo>
                <a:lnTo>
                  <a:pt x="0" y="22747"/>
                </a:lnTo>
                <a:lnTo>
                  <a:pt x="0" y="22747"/>
                </a:lnTo>
                <a:lnTo>
                  <a:pt x="0" y="22747"/>
                </a:lnTo>
                <a:lnTo>
                  <a:pt x="0" y="22748"/>
                </a:lnTo>
                <a:lnTo>
                  <a:pt x="0" y="22748"/>
                </a:lnTo>
                <a:lnTo>
                  <a:pt x="0" y="22748"/>
                </a:lnTo>
                <a:lnTo>
                  <a:pt x="0" y="22748"/>
                </a:lnTo>
                <a:lnTo>
                  <a:pt x="0" y="22749"/>
                </a:lnTo>
                <a:lnTo>
                  <a:pt x="0" y="22749"/>
                </a:lnTo>
                <a:lnTo>
                  <a:pt x="0" y="22749"/>
                </a:lnTo>
                <a:lnTo>
                  <a:pt x="0" y="22750"/>
                </a:lnTo>
                <a:lnTo>
                  <a:pt x="0" y="22750"/>
                </a:lnTo>
                <a:lnTo>
                  <a:pt x="0" y="22750"/>
                </a:lnTo>
                <a:lnTo>
                  <a:pt x="0" y="22751"/>
                </a:lnTo>
                <a:lnTo>
                  <a:pt x="0" y="22751"/>
                </a:lnTo>
                <a:lnTo>
                  <a:pt x="0" y="22751"/>
                </a:lnTo>
                <a:lnTo>
                  <a:pt x="0" y="22751"/>
                </a:lnTo>
                <a:lnTo>
                  <a:pt x="0" y="22752"/>
                </a:lnTo>
                <a:lnTo>
                  <a:pt x="0" y="22752"/>
                </a:lnTo>
                <a:lnTo>
                  <a:pt x="0" y="22752"/>
                </a:lnTo>
                <a:lnTo>
                  <a:pt x="0" y="22753"/>
                </a:lnTo>
                <a:lnTo>
                  <a:pt x="0" y="22753"/>
                </a:lnTo>
                <a:lnTo>
                  <a:pt x="0" y="22753"/>
                </a:lnTo>
                <a:lnTo>
                  <a:pt x="0" y="22754"/>
                </a:lnTo>
                <a:lnTo>
                  <a:pt x="0" y="22754"/>
                </a:lnTo>
                <a:lnTo>
                  <a:pt x="0" y="22754"/>
                </a:lnTo>
                <a:lnTo>
                  <a:pt x="0" y="22754"/>
                </a:lnTo>
                <a:lnTo>
                  <a:pt x="0" y="22755"/>
                </a:lnTo>
                <a:lnTo>
                  <a:pt x="0" y="22755"/>
                </a:lnTo>
                <a:lnTo>
                  <a:pt x="0" y="22755"/>
                </a:lnTo>
                <a:lnTo>
                  <a:pt x="0" y="22756"/>
                </a:lnTo>
                <a:lnTo>
                  <a:pt x="0" y="22756"/>
                </a:lnTo>
                <a:lnTo>
                  <a:pt x="0" y="22756"/>
                </a:lnTo>
                <a:lnTo>
                  <a:pt x="0" y="22757"/>
                </a:lnTo>
                <a:lnTo>
                  <a:pt x="0" y="22757"/>
                </a:lnTo>
                <a:lnTo>
                  <a:pt x="0" y="22757"/>
                </a:lnTo>
                <a:lnTo>
                  <a:pt x="0" y="22757"/>
                </a:lnTo>
                <a:lnTo>
                  <a:pt x="0" y="22758"/>
                </a:lnTo>
                <a:lnTo>
                  <a:pt x="0" y="22758"/>
                </a:lnTo>
                <a:lnTo>
                  <a:pt x="0" y="22758"/>
                </a:lnTo>
                <a:lnTo>
                  <a:pt x="0" y="22759"/>
                </a:lnTo>
                <a:lnTo>
                  <a:pt x="0" y="22759"/>
                </a:lnTo>
                <a:lnTo>
                  <a:pt x="0" y="22759"/>
                </a:lnTo>
                <a:lnTo>
                  <a:pt x="0" y="22760"/>
                </a:lnTo>
                <a:lnTo>
                  <a:pt x="0" y="22760"/>
                </a:lnTo>
                <a:lnTo>
                  <a:pt x="0" y="22760"/>
                </a:lnTo>
                <a:lnTo>
                  <a:pt x="0" y="22760"/>
                </a:lnTo>
                <a:lnTo>
                  <a:pt x="0" y="22761"/>
                </a:lnTo>
                <a:lnTo>
                  <a:pt x="0" y="22761"/>
                </a:lnTo>
                <a:lnTo>
                  <a:pt x="0" y="22761"/>
                </a:lnTo>
                <a:lnTo>
                  <a:pt x="0" y="22762"/>
                </a:lnTo>
                <a:lnTo>
                  <a:pt x="0" y="22762"/>
                </a:lnTo>
                <a:lnTo>
                  <a:pt x="0" y="22762"/>
                </a:lnTo>
                <a:lnTo>
                  <a:pt x="0" y="22763"/>
                </a:lnTo>
                <a:lnTo>
                  <a:pt x="0" y="22763"/>
                </a:lnTo>
                <a:lnTo>
                  <a:pt x="0" y="22763"/>
                </a:lnTo>
                <a:lnTo>
                  <a:pt x="0" y="22763"/>
                </a:lnTo>
                <a:lnTo>
                  <a:pt x="0" y="22764"/>
                </a:lnTo>
                <a:lnTo>
                  <a:pt x="0" y="22764"/>
                </a:lnTo>
                <a:lnTo>
                  <a:pt x="0" y="22764"/>
                </a:lnTo>
                <a:lnTo>
                  <a:pt x="0" y="22765"/>
                </a:lnTo>
                <a:lnTo>
                  <a:pt x="0" y="22765"/>
                </a:lnTo>
                <a:lnTo>
                  <a:pt x="0" y="22765"/>
                </a:lnTo>
                <a:lnTo>
                  <a:pt x="0" y="22765"/>
                </a:lnTo>
                <a:lnTo>
                  <a:pt x="0" y="22766"/>
                </a:lnTo>
                <a:lnTo>
                  <a:pt x="0" y="22766"/>
                </a:lnTo>
                <a:lnTo>
                  <a:pt x="0" y="22766"/>
                </a:lnTo>
                <a:lnTo>
                  <a:pt x="0" y="22767"/>
                </a:lnTo>
                <a:lnTo>
                  <a:pt x="0" y="22767"/>
                </a:lnTo>
                <a:lnTo>
                  <a:pt x="0" y="22767"/>
                </a:lnTo>
                <a:lnTo>
                  <a:pt x="0" y="22768"/>
                </a:lnTo>
                <a:lnTo>
                  <a:pt x="0" y="22768"/>
                </a:lnTo>
                <a:lnTo>
                  <a:pt x="0" y="22768"/>
                </a:lnTo>
                <a:lnTo>
                  <a:pt x="0" y="22768"/>
                </a:lnTo>
                <a:lnTo>
                  <a:pt x="0" y="22769"/>
                </a:lnTo>
                <a:lnTo>
                  <a:pt x="0" y="22769"/>
                </a:lnTo>
                <a:lnTo>
                  <a:pt x="0" y="22769"/>
                </a:lnTo>
                <a:lnTo>
                  <a:pt x="0" y="22770"/>
                </a:lnTo>
                <a:lnTo>
                  <a:pt x="0" y="22770"/>
                </a:lnTo>
                <a:lnTo>
                  <a:pt x="0" y="22770"/>
                </a:lnTo>
                <a:lnTo>
                  <a:pt x="0" y="22770"/>
                </a:lnTo>
                <a:lnTo>
                  <a:pt x="0" y="22771"/>
                </a:lnTo>
                <a:lnTo>
                  <a:pt x="0" y="22771"/>
                </a:lnTo>
                <a:lnTo>
                  <a:pt x="0" y="22771"/>
                </a:lnTo>
                <a:lnTo>
                  <a:pt x="0" y="22772"/>
                </a:lnTo>
                <a:lnTo>
                  <a:pt x="0" y="22772"/>
                </a:lnTo>
                <a:lnTo>
                  <a:pt x="0" y="22772"/>
                </a:lnTo>
                <a:lnTo>
                  <a:pt x="0" y="22773"/>
                </a:lnTo>
                <a:lnTo>
                  <a:pt x="0" y="22773"/>
                </a:lnTo>
                <a:lnTo>
                  <a:pt x="0" y="22773"/>
                </a:lnTo>
                <a:lnTo>
                  <a:pt x="0" y="22773"/>
                </a:lnTo>
                <a:lnTo>
                  <a:pt x="0" y="22774"/>
                </a:lnTo>
                <a:lnTo>
                  <a:pt x="0" y="22774"/>
                </a:lnTo>
                <a:lnTo>
                  <a:pt x="0" y="22774"/>
                </a:lnTo>
                <a:lnTo>
                  <a:pt x="0" y="22775"/>
                </a:lnTo>
                <a:lnTo>
                  <a:pt x="0" y="22775"/>
                </a:lnTo>
                <a:lnTo>
                  <a:pt x="0" y="22775"/>
                </a:lnTo>
                <a:lnTo>
                  <a:pt x="0" y="22775"/>
                </a:lnTo>
                <a:lnTo>
                  <a:pt x="0" y="22776"/>
                </a:lnTo>
                <a:lnTo>
                  <a:pt x="0" y="22776"/>
                </a:lnTo>
                <a:lnTo>
                  <a:pt x="0" y="22776"/>
                </a:lnTo>
                <a:lnTo>
                  <a:pt x="0" y="22777"/>
                </a:lnTo>
                <a:lnTo>
                  <a:pt x="0" y="22777"/>
                </a:lnTo>
                <a:lnTo>
                  <a:pt x="0" y="22777"/>
                </a:lnTo>
                <a:lnTo>
                  <a:pt x="0" y="22777"/>
                </a:lnTo>
                <a:lnTo>
                  <a:pt x="0" y="22778"/>
                </a:lnTo>
                <a:lnTo>
                  <a:pt x="0" y="22778"/>
                </a:lnTo>
                <a:lnTo>
                  <a:pt x="0" y="22778"/>
                </a:lnTo>
                <a:lnTo>
                  <a:pt x="0" y="22779"/>
                </a:lnTo>
                <a:lnTo>
                  <a:pt x="0" y="22779"/>
                </a:lnTo>
                <a:lnTo>
                  <a:pt x="0" y="22779"/>
                </a:lnTo>
                <a:lnTo>
                  <a:pt x="0" y="22780"/>
                </a:lnTo>
                <a:lnTo>
                  <a:pt x="0" y="22780"/>
                </a:lnTo>
                <a:lnTo>
                  <a:pt x="0" y="22780"/>
                </a:lnTo>
                <a:lnTo>
                  <a:pt x="0" y="22780"/>
                </a:lnTo>
                <a:lnTo>
                  <a:pt x="0" y="22781"/>
                </a:lnTo>
                <a:lnTo>
                  <a:pt x="0" y="22781"/>
                </a:lnTo>
                <a:lnTo>
                  <a:pt x="0" y="22781"/>
                </a:lnTo>
                <a:lnTo>
                  <a:pt x="0" y="22782"/>
                </a:lnTo>
                <a:lnTo>
                  <a:pt x="0" y="22782"/>
                </a:lnTo>
                <a:lnTo>
                  <a:pt x="0" y="22782"/>
                </a:lnTo>
                <a:lnTo>
                  <a:pt x="0" y="22782"/>
                </a:lnTo>
                <a:lnTo>
                  <a:pt x="0" y="22783"/>
                </a:lnTo>
                <a:lnTo>
                  <a:pt x="0" y="22783"/>
                </a:lnTo>
                <a:lnTo>
                  <a:pt x="0" y="22783"/>
                </a:lnTo>
                <a:lnTo>
                  <a:pt x="0" y="22784"/>
                </a:lnTo>
                <a:lnTo>
                  <a:pt x="0" y="22784"/>
                </a:lnTo>
                <a:lnTo>
                  <a:pt x="0" y="22784"/>
                </a:lnTo>
                <a:lnTo>
                  <a:pt x="0" y="22784"/>
                </a:lnTo>
                <a:lnTo>
                  <a:pt x="0" y="22785"/>
                </a:lnTo>
                <a:lnTo>
                  <a:pt x="0" y="22785"/>
                </a:lnTo>
                <a:lnTo>
                  <a:pt x="0" y="22785"/>
                </a:lnTo>
                <a:lnTo>
                  <a:pt x="0" y="22786"/>
                </a:lnTo>
                <a:lnTo>
                  <a:pt x="0" y="22786"/>
                </a:lnTo>
                <a:lnTo>
                  <a:pt x="0" y="22786"/>
                </a:lnTo>
                <a:lnTo>
                  <a:pt x="0" y="22787"/>
                </a:lnTo>
                <a:lnTo>
                  <a:pt x="0" y="22787"/>
                </a:lnTo>
                <a:lnTo>
                  <a:pt x="0" y="22787"/>
                </a:lnTo>
                <a:lnTo>
                  <a:pt x="0" y="22787"/>
                </a:lnTo>
                <a:lnTo>
                  <a:pt x="0" y="22788"/>
                </a:lnTo>
                <a:lnTo>
                  <a:pt x="0" y="22788"/>
                </a:lnTo>
                <a:lnTo>
                  <a:pt x="0" y="22788"/>
                </a:lnTo>
                <a:lnTo>
                  <a:pt x="0" y="22789"/>
                </a:lnTo>
                <a:lnTo>
                  <a:pt x="0" y="22789"/>
                </a:lnTo>
                <a:lnTo>
                  <a:pt x="0" y="22789"/>
                </a:lnTo>
                <a:lnTo>
                  <a:pt x="0" y="22789"/>
                </a:lnTo>
                <a:lnTo>
                  <a:pt x="0" y="22790"/>
                </a:lnTo>
                <a:lnTo>
                  <a:pt x="0" y="22790"/>
                </a:lnTo>
                <a:lnTo>
                  <a:pt x="0" y="22790"/>
                </a:lnTo>
                <a:lnTo>
                  <a:pt x="0" y="22791"/>
                </a:lnTo>
                <a:lnTo>
                  <a:pt x="0" y="22791"/>
                </a:lnTo>
                <a:lnTo>
                  <a:pt x="0" y="22791"/>
                </a:lnTo>
                <a:lnTo>
                  <a:pt x="0" y="22791"/>
                </a:lnTo>
                <a:lnTo>
                  <a:pt x="0" y="22792"/>
                </a:lnTo>
                <a:lnTo>
                  <a:pt x="0" y="22792"/>
                </a:lnTo>
                <a:lnTo>
                  <a:pt x="0" y="22792"/>
                </a:lnTo>
                <a:lnTo>
                  <a:pt x="0" y="22793"/>
                </a:lnTo>
                <a:lnTo>
                  <a:pt x="0" y="22793"/>
                </a:lnTo>
                <a:lnTo>
                  <a:pt x="0" y="22793"/>
                </a:lnTo>
                <a:lnTo>
                  <a:pt x="0" y="22793"/>
                </a:lnTo>
                <a:lnTo>
                  <a:pt x="0" y="22794"/>
                </a:lnTo>
                <a:lnTo>
                  <a:pt x="0" y="22794"/>
                </a:lnTo>
                <a:lnTo>
                  <a:pt x="0" y="22794"/>
                </a:lnTo>
                <a:lnTo>
                  <a:pt x="0" y="22795"/>
                </a:lnTo>
                <a:lnTo>
                  <a:pt x="0" y="22795"/>
                </a:lnTo>
                <a:lnTo>
                  <a:pt x="0" y="22795"/>
                </a:lnTo>
                <a:lnTo>
                  <a:pt x="0" y="22795"/>
                </a:lnTo>
                <a:lnTo>
                  <a:pt x="0" y="22796"/>
                </a:lnTo>
                <a:lnTo>
                  <a:pt x="0" y="22796"/>
                </a:lnTo>
                <a:lnTo>
                  <a:pt x="0" y="22796"/>
                </a:lnTo>
                <a:lnTo>
                  <a:pt x="0" y="22797"/>
                </a:lnTo>
                <a:lnTo>
                  <a:pt x="0" y="22797"/>
                </a:lnTo>
                <a:lnTo>
                  <a:pt x="0" y="22797"/>
                </a:lnTo>
                <a:lnTo>
                  <a:pt x="0" y="22797"/>
                </a:lnTo>
                <a:lnTo>
                  <a:pt x="0" y="22798"/>
                </a:lnTo>
                <a:lnTo>
                  <a:pt x="0" y="22798"/>
                </a:lnTo>
                <a:lnTo>
                  <a:pt x="0" y="22798"/>
                </a:lnTo>
                <a:lnTo>
                  <a:pt x="0" y="22799"/>
                </a:lnTo>
                <a:lnTo>
                  <a:pt x="0" y="22799"/>
                </a:lnTo>
                <a:lnTo>
                  <a:pt x="0" y="22799"/>
                </a:lnTo>
                <a:lnTo>
                  <a:pt x="0" y="22799"/>
                </a:lnTo>
                <a:lnTo>
                  <a:pt x="0" y="22800"/>
                </a:lnTo>
                <a:lnTo>
                  <a:pt x="0" y="22800"/>
                </a:lnTo>
                <a:lnTo>
                  <a:pt x="0" y="22800"/>
                </a:lnTo>
                <a:lnTo>
                  <a:pt x="0" y="22801"/>
                </a:lnTo>
                <a:lnTo>
                  <a:pt x="0" y="22801"/>
                </a:lnTo>
                <a:lnTo>
                  <a:pt x="0" y="22801"/>
                </a:lnTo>
                <a:lnTo>
                  <a:pt x="0" y="22801"/>
                </a:lnTo>
                <a:lnTo>
                  <a:pt x="0" y="22802"/>
                </a:lnTo>
                <a:lnTo>
                  <a:pt x="0" y="22802"/>
                </a:lnTo>
                <a:lnTo>
                  <a:pt x="0" y="22802"/>
                </a:lnTo>
                <a:lnTo>
                  <a:pt x="0" y="22803"/>
                </a:lnTo>
                <a:lnTo>
                  <a:pt x="0" y="22803"/>
                </a:lnTo>
                <a:lnTo>
                  <a:pt x="0" y="22803"/>
                </a:lnTo>
                <a:lnTo>
                  <a:pt x="0" y="22803"/>
                </a:lnTo>
                <a:lnTo>
                  <a:pt x="0" y="22804"/>
                </a:lnTo>
                <a:lnTo>
                  <a:pt x="0" y="22804"/>
                </a:lnTo>
                <a:lnTo>
                  <a:pt x="0" y="22804"/>
                </a:lnTo>
                <a:lnTo>
                  <a:pt x="0" y="22805"/>
                </a:lnTo>
                <a:lnTo>
                  <a:pt x="0" y="22805"/>
                </a:lnTo>
                <a:lnTo>
                  <a:pt x="0" y="22805"/>
                </a:lnTo>
                <a:lnTo>
                  <a:pt x="0" y="22805"/>
                </a:lnTo>
                <a:lnTo>
                  <a:pt x="0" y="22806"/>
                </a:lnTo>
                <a:lnTo>
                  <a:pt x="0" y="22806"/>
                </a:lnTo>
                <a:lnTo>
                  <a:pt x="0" y="22806"/>
                </a:lnTo>
                <a:lnTo>
                  <a:pt x="0" y="22807"/>
                </a:lnTo>
                <a:lnTo>
                  <a:pt x="0" y="22807"/>
                </a:lnTo>
                <a:lnTo>
                  <a:pt x="0" y="22807"/>
                </a:lnTo>
                <a:lnTo>
                  <a:pt x="0" y="22807"/>
                </a:lnTo>
                <a:lnTo>
                  <a:pt x="0" y="22808"/>
                </a:lnTo>
                <a:lnTo>
                  <a:pt x="0" y="22808"/>
                </a:lnTo>
                <a:lnTo>
                  <a:pt x="0" y="22808"/>
                </a:lnTo>
                <a:lnTo>
                  <a:pt x="0" y="22809"/>
                </a:lnTo>
                <a:lnTo>
                  <a:pt x="0" y="22809"/>
                </a:lnTo>
                <a:lnTo>
                  <a:pt x="0" y="22809"/>
                </a:lnTo>
                <a:lnTo>
                  <a:pt x="0" y="22809"/>
                </a:lnTo>
                <a:lnTo>
                  <a:pt x="0" y="22810"/>
                </a:lnTo>
                <a:lnTo>
                  <a:pt x="0" y="22810"/>
                </a:lnTo>
                <a:lnTo>
                  <a:pt x="0" y="22810"/>
                </a:lnTo>
                <a:lnTo>
                  <a:pt x="0" y="22811"/>
                </a:lnTo>
                <a:lnTo>
                  <a:pt x="0" y="22811"/>
                </a:lnTo>
                <a:lnTo>
                  <a:pt x="0" y="22811"/>
                </a:lnTo>
                <a:lnTo>
                  <a:pt x="0" y="22811"/>
                </a:lnTo>
                <a:lnTo>
                  <a:pt x="0" y="22812"/>
                </a:lnTo>
                <a:lnTo>
                  <a:pt x="0" y="22812"/>
                </a:lnTo>
                <a:lnTo>
                  <a:pt x="0" y="22812"/>
                </a:lnTo>
                <a:lnTo>
                  <a:pt x="0" y="22813"/>
                </a:lnTo>
                <a:lnTo>
                  <a:pt x="0" y="22813"/>
                </a:lnTo>
                <a:lnTo>
                  <a:pt x="0" y="22813"/>
                </a:lnTo>
                <a:lnTo>
                  <a:pt x="0" y="22813"/>
                </a:lnTo>
                <a:lnTo>
                  <a:pt x="0" y="22814"/>
                </a:lnTo>
                <a:lnTo>
                  <a:pt x="0" y="22814"/>
                </a:lnTo>
                <a:lnTo>
                  <a:pt x="0" y="22814"/>
                </a:lnTo>
                <a:lnTo>
                  <a:pt x="0" y="22815"/>
                </a:lnTo>
                <a:lnTo>
                  <a:pt x="0" y="22815"/>
                </a:lnTo>
                <a:lnTo>
                  <a:pt x="0" y="22815"/>
                </a:lnTo>
                <a:lnTo>
                  <a:pt x="0" y="22815"/>
                </a:lnTo>
                <a:lnTo>
                  <a:pt x="0" y="22816"/>
                </a:lnTo>
                <a:lnTo>
                  <a:pt x="0" y="22816"/>
                </a:lnTo>
                <a:lnTo>
                  <a:pt x="0" y="22816"/>
                </a:lnTo>
                <a:lnTo>
                  <a:pt x="0" y="22817"/>
                </a:lnTo>
                <a:lnTo>
                  <a:pt x="0" y="22817"/>
                </a:lnTo>
                <a:lnTo>
                  <a:pt x="0" y="22817"/>
                </a:lnTo>
                <a:lnTo>
                  <a:pt x="0" y="22817"/>
                </a:lnTo>
                <a:lnTo>
                  <a:pt x="0" y="22818"/>
                </a:lnTo>
                <a:lnTo>
                  <a:pt x="0" y="22818"/>
                </a:lnTo>
                <a:lnTo>
                  <a:pt x="0" y="22818"/>
                </a:lnTo>
                <a:lnTo>
                  <a:pt x="0" y="22818"/>
                </a:lnTo>
                <a:lnTo>
                  <a:pt x="0" y="22819"/>
                </a:lnTo>
                <a:lnTo>
                  <a:pt x="0" y="22819"/>
                </a:lnTo>
                <a:lnTo>
                  <a:pt x="0" y="22819"/>
                </a:lnTo>
                <a:lnTo>
                  <a:pt x="0" y="22820"/>
                </a:lnTo>
                <a:lnTo>
                  <a:pt x="0" y="22820"/>
                </a:lnTo>
                <a:lnTo>
                  <a:pt x="0" y="22820"/>
                </a:lnTo>
                <a:lnTo>
                  <a:pt x="0" y="22820"/>
                </a:lnTo>
                <a:lnTo>
                  <a:pt x="0" y="22821"/>
                </a:lnTo>
                <a:lnTo>
                  <a:pt x="0" y="22821"/>
                </a:lnTo>
                <a:lnTo>
                  <a:pt x="0" y="22821"/>
                </a:lnTo>
                <a:lnTo>
                  <a:pt x="0" y="22822"/>
                </a:lnTo>
                <a:lnTo>
                  <a:pt x="0" y="22822"/>
                </a:lnTo>
                <a:lnTo>
                  <a:pt x="0" y="22822"/>
                </a:lnTo>
                <a:lnTo>
                  <a:pt x="0" y="22822"/>
                </a:lnTo>
                <a:lnTo>
                  <a:pt x="0" y="22823"/>
                </a:lnTo>
                <a:lnTo>
                  <a:pt x="0" y="22823"/>
                </a:lnTo>
                <a:lnTo>
                  <a:pt x="0" y="22823"/>
                </a:lnTo>
                <a:lnTo>
                  <a:pt x="0" y="22824"/>
                </a:lnTo>
                <a:lnTo>
                  <a:pt x="0" y="22824"/>
                </a:lnTo>
                <a:lnTo>
                  <a:pt x="0" y="22824"/>
                </a:lnTo>
                <a:lnTo>
                  <a:pt x="0" y="22824"/>
                </a:lnTo>
                <a:lnTo>
                  <a:pt x="0" y="22825"/>
                </a:lnTo>
                <a:lnTo>
                  <a:pt x="0" y="22825"/>
                </a:lnTo>
                <a:lnTo>
                  <a:pt x="0" y="22825"/>
                </a:lnTo>
                <a:lnTo>
                  <a:pt x="0" y="22825"/>
                </a:lnTo>
                <a:lnTo>
                  <a:pt x="0" y="22826"/>
                </a:lnTo>
                <a:lnTo>
                  <a:pt x="0" y="22826"/>
                </a:lnTo>
                <a:lnTo>
                  <a:pt x="0" y="22826"/>
                </a:lnTo>
                <a:lnTo>
                  <a:pt x="0" y="22827"/>
                </a:lnTo>
                <a:lnTo>
                  <a:pt x="0" y="22827"/>
                </a:lnTo>
                <a:lnTo>
                  <a:pt x="0" y="22827"/>
                </a:lnTo>
                <a:lnTo>
                  <a:pt x="0" y="22827"/>
                </a:lnTo>
                <a:lnTo>
                  <a:pt x="0" y="22828"/>
                </a:lnTo>
                <a:lnTo>
                  <a:pt x="0" y="22828"/>
                </a:lnTo>
                <a:lnTo>
                  <a:pt x="0" y="22828"/>
                </a:lnTo>
                <a:lnTo>
                  <a:pt x="0" y="22829"/>
                </a:lnTo>
                <a:lnTo>
                  <a:pt x="0" y="22829"/>
                </a:lnTo>
                <a:lnTo>
                  <a:pt x="0" y="22829"/>
                </a:lnTo>
                <a:lnTo>
                  <a:pt x="0" y="22829"/>
                </a:lnTo>
                <a:lnTo>
                  <a:pt x="0" y="22830"/>
                </a:lnTo>
                <a:lnTo>
                  <a:pt x="0" y="22830"/>
                </a:lnTo>
                <a:lnTo>
                  <a:pt x="0" y="22830"/>
                </a:lnTo>
                <a:lnTo>
                  <a:pt x="0" y="22830"/>
                </a:lnTo>
                <a:lnTo>
                  <a:pt x="0" y="22831"/>
                </a:lnTo>
                <a:lnTo>
                  <a:pt x="0" y="22831"/>
                </a:lnTo>
                <a:lnTo>
                  <a:pt x="0" y="22831"/>
                </a:lnTo>
                <a:lnTo>
                  <a:pt x="0" y="22832"/>
                </a:lnTo>
                <a:lnTo>
                  <a:pt x="0" y="22832"/>
                </a:lnTo>
                <a:lnTo>
                  <a:pt x="0" y="22832"/>
                </a:lnTo>
                <a:lnTo>
                  <a:pt x="0" y="22832"/>
                </a:lnTo>
                <a:lnTo>
                  <a:pt x="0" y="22833"/>
                </a:lnTo>
                <a:lnTo>
                  <a:pt x="0" y="22833"/>
                </a:lnTo>
                <a:lnTo>
                  <a:pt x="0" y="22833"/>
                </a:lnTo>
                <a:lnTo>
                  <a:pt x="0" y="22834"/>
                </a:lnTo>
                <a:lnTo>
                  <a:pt x="0" y="22834"/>
                </a:lnTo>
                <a:lnTo>
                  <a:pt x="0" y="22834"/>
                </a:lnTo>
                <a:lnTo>
                  <a:pt x="0" y="22834"/>
                </a:lnTo>
                <a:lnTo>
                  <a:pt x="0" y="22835"/>
                </a:lnTo>
                <a:lnTo>
                  <a:pt x="0" y="22835"/>
                </a:lnTo>
                <a:lnTo>
                  <a:pt x="0" y="22835"/>
                </a:lnTo>
                <a:lnTo>
                  <a:pt x="0" y="22835"/>
                </a:lnTo>
                <a:lnTo>
                  <a:pt x="0" y="22836"/>
                </a:lnTo>
                <a:lnTo>
                  <a:pt x="0" y="22836"/>
                </a:lnTo>
                <a:lnTo>
                  <a:pt x="0" y="22836"/>
                </a:lnTo>
                <a:lnTo>
                  <a:pt x="0" y="22837"/>
                </a:lnTo>
                <a:lnTo>
                  <a:pt x="0" y="22837"/>
                </a:lnTo>
                <a:lnTo>
                  <a:pt x="0" y="22837"/>
                </a:lnTo>
                <a:lnTo>
                  <a:pt x="0" y="22837"/>
                </a:lnTo>
                <a:lnTo>
                  <a:pt x="0" y="22838"/>
                </a:lnTo>
                <a:lnTo>
                  <a:pt x="0" y="22838"/>
                </a:lnTo>
                <a:lnTo>
                  <a:pt x="0" y="22838"/>
                </a:lnTo>
                <a:lnTo>
                  <a:pt x="0" y="22839"/>
                </a:lnTo>
                <a:lnTo>
                  <a:pt x="0" y="22839"/>
                </a:lnTo>
                <a:lnTo>
                  <a:pt x="0" y="22839"/>
                </a:lnTo>
                <a:lnTo>
                  <a:pt x="0" y="22839"/>
                </a:lnTo>
                <a:lnTo>
                  <a:pt x="0" y="22840"/>
                </a:lnTo>
                <a:lnTo>
                  <a:pt x="0" y="22840"/>
                </a:lnTo>
                <a:lnTo>
                  <a:pt x="0" y="22840"/>
                </a:lnTo>
                <a:lnTo>
                  <a:pt x="0" y="22840"/>
                </a:lnTo>
                <a:lnTo>
                  <a:pt x="0" y="22841"/>
                </a:lnTo>
                <a:lnTo>
                  <a:pt x="0" y="22841"/>
                </a:lnTo>
                <a:lnTo>
                  <a:pt x="0" y="22841"/>
                </a:lnTo>
                <a:lnTo>
                  <a:pt x="0" y="22842"/>
                </a:lnTo>
                <a:lnTo>
                  <a:pt x="0" y="22842"/>
                </a:lnTo>
                <a:lnTo>
                  <a:pt x="0" y="22842"/>
                </a:lnTo>
                <a:lnTo>
                  <a:pt x="0" y="22842"/>
                </a:lnTo>
                <a:lnTo>
                  <a:pt x="0" y="22843"/>
                </a:lnTo>
                <a:lnTo>
                  <a:pt x="0" y="22843"/>
                </a:lnTo>
                <a:lnTo>
                  <a:pt x="0" y="22843"/>
                </a:lnTo>
                <a:lnTo>
                  <a:pt x="0" y="22843"/>
                </a:lnTo>
                <a:lnTo>
                  <a:pt x="0" y="22844"/>
                </a:lnTo>
                <a:lnTo>
                  <a:pt x="0" y="22844"/>
                </a:lnTo>
                <a:lnTo>
                  <a:pt x="0" y="22844"/>
                </a:lnTo>
                <a:lnTo>
                  <a:pt x="0" y="22845"/>
                </a:lnTo>
                <a:lnTo>
                  <a:pt x="0" y="22845"/>
                </a:lnTo>
                <a:lnTo>
                  <a:pt x="0" y="22845"/>
                </a:lnTo>
                <a:lnTo>
                  <a:pt x="0" y="22845"/>
                </a:lnTo>
                <a:lnTo>
                  <a:pt x="0" y="22846"/>
                </a:lnTo>
                <a:lnTo>
                  <a:pt x="0" y="22846"/>
                </a:lnTo>
                <a:lnTo>
                  <a:pt x="0" y="22846"/>
                </a:lnTo>
                <a:lnTo>
                  <a:pt x="0" y="22846"/>
                </a:lnTo>
                <a:lnTo>
                  <a:pt x="0" y="22847"/>
                </a:lnTo>
                <a:lnTo>
                  <a:pt x="0" y="22847"/>
                </a:lnTo>
                <a:lnTo>
                  <a:pt x="0" y="22847"/>
                </a:lnTo>
                <a:lnTo>
                  <a:pt x="0" y="22848"/>
                </a:lnTo>
                <a:lnTo>
                  <a:pt x="0" y="22848"/>
                </a:lnTo>
                <a:lnTo>
                  <a:pt x="0" y="22848"/>
                </a:lnTo>
                <a:lnTo>
                  <a:pt x="0" y="22848"/>
                </a:lnTo>
                <a:lnTo>
                  <a:pt x="0" y="22849"/>
                </a:lnTo>
                <a:lnTo>
                  <a:pt x="0" y="22849"/>
                </a:lnTo>
                <a:lnTo>
                  <a:pt x="0" y="22849"/>
                </a:lnTo>
                <a:lnTo>
                  <a:pt x="0" y="22849"/>
                </a:lnTo>
                <a:lnTo>
                  <a:pt x="0" y="22850"/>
                </a:lnTo>
                <a:lnTo>
                  <a:pt x="0" y="22850"/>
                </a:lnTo>
                <a:lnTo>
                  <a:pt x="0" y="22850"/>
                </a:lnTo>
                <a:lnTo>
                  <a:pt x="0" y="22851"/>
                </a:lnTo>
                <a:lnTo>
                  <a:pt x="0" y="22851"/>
                </a:lnTo>
                <a:lnTo>
                  <a:pt x="0" y="22851"/>
                </a:lnTo>
                <a:lnTo>
                  <a:pt x="0" y="22851"/>
                </a:lnTo>
                <a:lnTo>
                  <a:pt x="0" y="22852"/>
                </a:lnTo>
                <a:lnTo>
                  <a:pt x="0" y="22852"/>
                </a:lnTo>
                <a:lnTo>
                  <a:pt x="0" y="22852"/>
                </a:lnTo>
                <a:lnTo>
                  <a:pt x="0" y="22852"/>
                </a:lnTo>
                <a:lnTo>
                  <a:pt x="0" y="22853"/>
                </a:lnTo>
                <a:lnTo>
                  <a:pt x="0" y="22853"/>
                </a:lnTo>
                <a:lnTo>
                  <a:pt x="0" y="22853"/>
                </a:lnTo>
                <a:lnTo>
                  <a:pt x="0" y="22854"/>
                </a:lnTo>
                <a:lnTo>
                  <a:pt x="0" y="22854"/>
                </a:lnTo>
                <a:lnTo>
                  <a:pt x="0" y="22854"/>
                </a:lnTo>
                <a:lnTo>
                  <a:pt x="0" y="22854"/>
                </a:lnTo>
                <a:lnTo>
                  <a:pt x="0" y="22855"/>
                </a:lnTo>
                <a:lnTo>
                  <a:pt x="0" y="22855"/>
                </a:lnTo>
                <a:lnTo>
                  <a:pt x="0" y="22855"/>
                </a:lnTo>
                <a:lnTo>
                  <a:pt x="0" y="22855"/>
                </a:lnTo>
                <a:lnTo>
                  <a:pt x="0" y="22856"/>
                </a:lnTo>
                <a:lnTo>
                  <a:pt x="0" y="22856"/>
                </a:lnTo>
                <a:lnTo>
                  <a:pt x="0" y="22856"/>
                </a:lnTo>
                <a:lnTo>
                  <a:pt x="0" y="22857"/>
                </a:lnTo>
                <a:lnTo>
                  <a:pt x="0" y="22857"/>
                </a:lnTo>
                <a:lnTo>
                  <a:pt x="0" y="22857"/>
                </a:lnTo>
                <a:lnTo>
                  <a:pt x="0" y="22857"/>
                </a:lnTo>
                <a:lnTo>
                  <a:pt x="0" y="22858"/>
                </a:lnTo>
                <a:lnTo>
                  <a:pt x="0" y="22858"/>
                </a:lnTo>
                <a:lnTo>
                  <a:pt x="0" y="22858"/>
                </a:lnTo>
                <a:lnTo>
                  <a:pt x="0" y="22858"/>
                </a:lnTo>
                <a:lnTo>
                  <a:pt x="0" y="22859"/>
                </a:lnTo>
                <a:lnTo>
                  <a:pt x="0" y="22859"/>
                </a:lnTo>
                <a:lnTo>
                  <a:pt x="0" y="22859"/>
                </a:lnTo>
                <a:lnTo>
                  <a:pt x="0" y="22859"/>
                </a:lnTo>
                <a:lnTo>
                  <a:pt x="0" y="22860"/>
                </a:lnTo>
                <a:lnTo>
                  <a:pt x="0" y="22860"/>
                </a:lnTo>
                <a:lnTo>
                  <a:pt x="0" y="22860"/>
                </a:lnTo>
                <a:lnTo>
                  <a:pt x="0" y="22861"/>
                </a:lnTo>
                <a:lnTo>
                  <a:pt x="0" y="22861"/>
                </a:lnTo>
                <a:lnTo>
                  <a:pt x="0" y="22861"/>
                </a:lnTo>
                <a:lnTo>
                  <a:pt x="0" y="22861"/>
                </a:lnTo>
                <a:lnTo>
                  <a:pt x="0" y="22862"/>
                </a:lnTo>
                <a:lnTo>
                  <a:pt x="0" y="22862"/>
                </a:lnTo>
                <a:lnTo>
                  <a:pt x="0" y="22862"/>
                </a:lnTo>
                <a:lnTo>
                  <a:pt x="0" y="22862"/>
                </a:lnTo>
                <a:lnTo>
                  <a:pt x="0" y="22863"/>
                </a:lnTo>
                <a:lnTo>
                  <a:pt x="0" y="22863"/>
                </a:lnTo>
                <a:lnTo>
                  <a:pt x="0" y="22863"/>
                </a:lnTo>
                <a:lnTo>
                  <a:pt x="0" y="22864"/>
                </a:lnTo>
                <a:lnTo>
                  <a:pt x="0" y="22864"/>
                </a:lnTo>
                <a:lnTo>
                  <a:pt x="0" y="22864"/>
                </a:lnTo>
                <a:lnTo>
                  <a:pt x="0" y="22864"/>
                </a:lnTo>
                <a:lnTo>
                  <a:pt x="0" y="22865"/>
                </a:lnTo>
                <a:lnTo>
                  <a:pt x="0" y="22865"/>
                </a:lnTo>
                <a:lnTo>
                  <a:pt x="0" y="22865"/>
                </a:lnTo>
                <a:lnTo>
                  <a:pt x="0" y="22865"/>
                </a:lnTo>
                <a:lnTo>
                  <a:pt x="0" y="22866"/>
                </a:lnTo>
                <a:lnTo>
                  <a:pt x="0" y="22866"/>
                </a:lnTo>
                <a:lnTo>
                  <a:pt x="0" y="22866"/>
                </a:lnTo>
                <a:lnTo>
                  <a:pt x="0" y="22866"/>
                </a:lnTo>
                <a:lnTo>
                  <a:pt x="0" y="22867"/>
                </a:lnTo>
                <a:lnTo>
                  <a:pt x="0" y="22867"/>
                </a:lnTo>
                <a:lnTo>
                  <a:pt x="0" y="22867"/>
                </a:lnTo>
                <a:lnTo>
                  <a:pt x="0" y="22868"/>
                </a:lnTo>
                <a:lnTo>
                  <a:pt x="0" y="22868"/>
                </a:lnTo>
                <a:lnTo>
                  <a:pt x="0" y="22868"/>
                </a:lnTo>
                <a:lnTo>
                  <a:pt x="0" y="22868"/>
                </a:lnTo>
                <a:lnTo>
                  <a:pt x="0" y="22869"/>
                </a:lnTo>
                <a:lnTo>
                  <a:pt x="0" y="22869"/>
                </a:lnTo>
                <a:lnTo>
                  <a:pt x="0" y="22869"/>
                </a:lnTo>
                <a:lnTo>
                  <a:pt x="0" y="22869"/>
                </a:lnTo>
                <a:lnTo>
                  <a:pt x="0" y="22870"/>
                </a:lnTo>
                <a:lnTo>
                  <a:pt x="0" y="22870"/>
                </a:lnTo>
                <a:lnTo>
                  <a:pt x="0" y="22870"/>
                </a:lnTo>
                <a:lnTo>
                  <a:pt x="0" y="22870"/>
                </a:lnTo>
                <a:lnTo>
                  <a:pt x="0" y="22871"/>
                </a:lnTo>
                <a:lnTo>
                  <a:pt x="0" y="22871"/>
                </a:lnTo>
                <a:lnTo>
                  <a:pt x="0" y="22871"/>
                </a:lnTo>
                <a:lnTo>
                  <a:pt x="0" y="22872"/>
                </a:lnTo>
                <a:lnTo>
                  <a:pt x="0" y="22872"/>
                </a:lnTo>
                <a:lnTo>
                  <a:pt x="0" y="22872"/>
                </a:lnTo>
                <a:lnTo>
                  <a:pt x="0" y="22872"/>
                </a:lnTo>
                <a:lnTo>
                  <a:pt x="0" y="22873"/>
                </a:lnTo>
                <a:lnTo>
                  <a:pt x="0" y="22873"/>
                </a:lnTo>
                <a:lnTo>
                  <a:pt x="0" y="22873"/>
                </a:lnTo>
                <a:lnTo>
                  <a:pt x="0" y="22873"/>
                </a:lnTo>
                <a:lnTo>
                  <a:pt x="0" y="22874"/>
                </a:lnTo>
                <a:lnTo>
                  <a:pt x="0" y="22874"/>
                </a:lnTo>
                <a:lnTo>
                  <a:pt x="0" y="22874"/>
                </a:lnTo>
                <a:lnTo>
                  <a:pt x="0" y="22874"/>
                </a:lnTo>
                <a:lnTo>
                  <a:pt x="0" y="22875"/>
                </a:lnTo>
                <a:lnTo>
                  <a:pt x="0" y="22875"/>
                </a:lnTo>
                <a:lnTo>
                  <a:pt x="0" y="22875"/>
                </a:lnTo>
                <a:lnTo>
                  <a:pt x="0" y="22876"/>
                </a:lnTo>
                <a:lnTo>
                  <a:pt x="0" y="22876"/>
                </a:lnTo>
                <a:lnTo>
                  <a:pt x="0" y="22876"/>
                </a:lnTo>
                <a:lnTo>
                  <a:pt x="0" y="22876"/>
                </a:lnTo>
                <a:lnTo>
                  <a:pt x="0" y="22877"/>
                </a:lnTo>
                <a:lnTo>
                  <a:pt x="0" y="22877"/>
                </a:lnTo>
                <a:lnTo>
                  <a:pt x="0" y="22877"/>
                </a:lnTo>
                <a:lnTo>
                  <a:pt x="0" y="22877"/>
                </a:lnTo>
                <a:lnTo>
                  <a:pt x="0" y="22878"/>
                </a:lnTo>
                <a:lnTo>
                  <a:pt x="0" y="22878"/>
                </a:lnTo>
                <a:lnTo>
                  <a:pt x="0" y="22878"/>
                </a:lnTo>
                <a:lnTo>
                  <a:pt x="0" y="22878"/>
                </a:lnTo>
                <a:lnTo>
                  <a:pt x="0" y="22879"/>
                </a:lnTo>
                <a:lnTo>
                  <a:pt x="0" y="22879"/>
                </a:lnTo>
                <a:lnTo>
                  <a:pt x="0" y="22879"/>
                </a:lnTo>
                <a:lnTo>
                  <a:pt x="0" y="22879"/>
                </a:lnTo>
                <a:lnTo>
                  <a:pt x="0" y="22880"/>
                </a:lnTo>
                <a:lnTo>
                  <a:pt x="0" y="22880"/>
                </a:lnTo>
                <a:lnTo>
                  <a:pt x="0" y="22880"/>
                </a:lnTo>
                <a:lnTo>
                  <a:pt x="0" y="22881"/>
                </a:lnTo>
                <a:lnTo>
                  <a:pt x="0" y="22881"/>
                </a:lnTo>
                <a:lnTo>
                  <a:pt x="0" y="22881"/>
                </a:lnTo>
                <a:lnTo>
                  <a:pt x="0" y="22881"/>
                </a:lnTo>
                <a:lnTo>
                  <a:pt x="0" y="22882"/>
                </a:lnTo>
                <a:lnTo>
                  <a:pt x="0" y="22882"/>
                </a:lnTo>
                <a:lnTo>
                  <a:pt x="0" y="22882"/>
                </a:lnTo>
                <a:lnTo>
                  <a:pt x="0" y="22882"/>
                </a:lnTo>
                <a:lnTo>
                  <a:pt x="0" y="22883"/>
                </a:lnTo>
                <a:lnTo>
                  <a:pt x="0" y="22883"/>
                </a:lnTo>
                <a:lnTo>
                  <a:pt x="0" y="22883"/>
                </a:lnTo>
                <a:lnTo>
                  <a:pt x="0" y="22883"/>
                </a:lnTo>
                <a:lnTo>
                  <a:pt x="0" y="22884"/>
                </a:lnTo>
                <a:lnTo>
                  <a:pt x="0" y="22884"/>
                </a:lnTo>
                <a:lnTo>
                  <a:pt x="0" y="22884"/>
                </a:lnTo>
                <a:lnTo>
                  <a:pt x="0" y="22884"/>
                </a:lnTo>
                <a:lnTo>
                  <a:pt x="0" y="22885"/>
                </a:lnTo>
                <a:lnTo>
                  <a:pt x="0" y="22885"/>
                </a:lnTo>
                <a:lnTo>
                  <a:pt x="0" y="22885"/>
                </a:lnTo>
                <a:lnTo>
                  <a:pt x="0" y="22886"/>
                </a:lnTo>
                <a:lnTo>
                  <a:pt x="0" y="22886"/>
                </a:lnTo>
                <a:lnTo>
                  <a:pt x="0" y="22886"/>
                </a:lnTo>
                <a:lnTo>
                  <a:pt x="0" y="22886"/>
                </a:lnTo>
                <a:lnTo>
                  <a:pt x="0" y="22887"/>
                </a:lnTo>
                <a:lnTo>
                  <a:pt x="0" y="22887"/>
                </a:lnTo>
                <a:lnTo>
                  <a:pt x="0" y="22887"/>
                </a:lnTo>
                <a:lnTo>
                  <a:pt x="0" y="22887"/>
                </a:lnTo>
                <a:lnTo>
                  <a:pt x="0" y="22888"/>
                </a:lnTo>
                <a:lnTo>
                  <a:pt x="0" y="22888"/>
                </a:lnTo>
                <a:lnTo>
                  <a:pt x="0" y="22888"/>
                </a:lnTo>
                <a:lnTo>
                  <a:pt x="0" y="22888"/>
                </a:lnTo>
                <a:lnTo>
                  <a:pt x="0" y="22889"/>
                </a:lnTo>
                <a:lnTo>
                  <a:pt x="0" y="22889"/>
                </a:lnTo>
                <a:lnTo>
                  <a:pt x="0" y="22889"/>
                </a:lnTo>
                <a:lnTo>
                  <a:pt x="0" y="22889"/>
                </a:lnTo>
                <a:lnTo>
                  <a:pt x="0" y="22890"/>
                </a:lnTo>
                <a:lnTo>
                  <a:pt x="0" y="22890"/>
                </a:lnTo>
                <a:lnTo>
                  <a:pt x="0" y="22890"/>
                </a:lnTo>
                <a:lnTo>
                  <a:pt x="0" y="22890"/>
                </a:lnTo>
                <a:lnTo>
                  <a:pt x="0" y="22891"/>
                </a:lnTo>
                <a:lnTo>
                  <a:pt x="0" y="22891"/>
                </a:lnTo>
                <a:lnTo>
                  <a:pt x="0" y="22891"/>
                </a:lnTo>
                <a:lnTo>
                  <a:pt x="0" y="22892"/>
                </a:lnTo>
                <a:lnTo>
                  <a:pt x="0" y="22892"/>
                </a:lnTo>
                <a:lnTo>
                  <a:pt x="0" y="22892"/>
                </a:lnTo>
                <a:lnTo>
                  <a:pt x="0" y="22892"/>
                </a:lnTo>
                <a:lnTo>
                  <a:pt x="0" y="22893"/>
                </a:lnTo>
                <a:lnTo>
                  <a:pt x="0" y="22893"/>
                </a:lnTo>
                <a:lnTo>
                  <a:pt x="0" y="22893"/>
                </a:lnTo>
                <a:lnTo>
                  <a:pt x="0" y="22893"/>
                </a:lnTo>
                <a:lnTo>
                  <a:pt x="0" y="22894"/>
                </a:lnTo>
                <a:lnTo>
                  <a:pt x="0" y="22894"/>
                </a:lnTo>
                <a:lnTo>
                  <a:pt x="0" y="22894"/>
                </a:lnTo>
                <a:lnTo>
                  <a:pt x="0" y="22894"/>
                </a:lnTo>
                <a:lnTo>
                  <a:pt x="0" y="22895"/>
                </a:lnTo>
                <a:lnTo>
                  <a:pt x="0" y="22895"/>
                </a:lnTo>
                <a:lnTo>
                  <a:pt x="0" y="22895"/>
                </a:lnTo>
                <a:lnTo>
                  <a:pt x="0" y="22895"/>
                </a:lnTo>
                <a:lnTo>
                  <a:pt x="0" y="22896"/>
                </a:lnTo>
                <a:lnTo>
                  <a:pt x="0" y="22896"/>
                </a:lnTo>
                <a:lnTo>
                  <a:pt x="0" y="22896"/>
                </a:lnTo>
                <a:lnTo>
                  <a:pt x="0" y="22896"/>
                </a:lnTo>
                <a:lnTo>
                  <a:pt x="0" y="22897"/>
                </a:lnTo>
                <a:lnTo>
                  <a:pt x="0" y="22897"/>
                </a:lnTo>
                <a:lnTo>
                  <a:pt x="0" y="22897"/>
                </a:lnTo>
                <a:lnTo>
                  <a:pt x="0" y="22897"/>
                </a:lnTo>
                <a:lnTo>
                  <a:pt x="0" y="22898"/>
                </a:lnTo>
                <a:lnTo>
                  <a:pt x="0" y="22898"/>
                </a:lnTo>
                <a:lnTo>
                  <a:pt x="0" y="22898"/>
                </a:lnTo>
                <a:lnTo>
                  <a:pt x="0" y="22899"/>
                </a:lnTo>
                <a:lnTo>
                  <a:pt x="0" y="22899"/>
                </a:lnTo>
                <a:lnTo>
                  <a:pt x="0" y="22899"/>
                </a:lnTo>
                <a:lnTo>
                  <a:pt x="0" y="22899"/>
                </a:lnTo>
                <a:lnTo>
                  <a:pt x="0" y="22900"/>
                </a:lnTo>
                <a:lnTo>
                  <a:pt x="0" y="22900"/>
                </a:lnTo>
                <a:lnTo>
                  <a:pt x="0" y="22900"/>
                </a:lnTo>
                <a:lnTo>
                  <a:pt x="0" y="22900"/>
                </a:lnTo>
                <a:lnTo>
                  <a:pt x="0" y="22901"/>
                </a:lnTo>
                <a:lnTo>
                  <a:pt x="0" y="22901"/>
                </a:lnTo>
                <a:lnTo>
                  <a:pt x="0" y="22901"/>
                </a:lnTo>
                <a:lnTo>
                  <a:pt x="0" y="22901"/>
                </a:lnTo>
                <a:lnTo>
                  <a:pt x="0" y="22902"/>
                </a:lnTo>
                <a:lnTo>
                  <a:pt x="0" y="22902"/>
                </a:lnTo>
                <a:lnTo>
                  <a:pt x="0" y="22902"/>
                </a:lnTo>
                <a:lnTo>
                  <a:pt x="0" y="22902"/>
                </a:lnTo>
                <a:lnTo>
                  <a:pt x="0" y="22903"/>
                </a:lnTo>
                <a:lnTo>
                  <a:pt x="0" y="22903"/>
                </a:lnTo>
                <a:lnTo>
                  <a:pt x="0" y="22903"/>
                </a:lnTo>
                <a:lnTo>
                  <a:pt x="0" y="22903"/>
                </a:lnTo>
                <a:lnTo>
                  <a:pt x="0" y="22904"/>
                </a:lnTo>
                <a:lnTo>
                  <a:pt x="0" y="22904"/>
                </a:lnTo>
                <a:lnTo>
                  <a:pt x="0" y="22904"/>
                </a:lnTo>
                <a:lnTo>
                  <a:pt x="0" y="22904"/>
                </a:lnTo>
                <a:lnTo>
                  <a:pt x="0" y="22905"/>
                </a:lnTo>
                <a:lnTo>
                  <a:pt x="0" y="22905"/>
                </a:lnTo>
                <a:lnTo>
                  <a:pt x="0" y="22905"/>
                </a:lnTo>
                <a:lnTo>
                  <a:pt x="0" y="22905"/>
                </a:lnTo>
                <a:lnTo>
                  <a:pt x="0" y="22906"/>
                </a:lnTo>
                <a:lnTo>
                  <a:pt x="0" y="22906"/>
                </a:lnTo>
                <a:lnTo>
                  <a:pt x="0" y="22906"/>
                </a:lnTo>
                <a:lnTo>
                  <a:pt x="0" y="22906"/>
                </a:lnTo>
                <a:lnTo>
                  <a:pt x="0" y="22907"/>
                </a:lnTo>
                <a:lnTo>
                  <a:pt x="0" y="22907"/>
                </a:lnTo>
                <a:lnTo>
                  <a:pt x="0" y="22907"/>
                </a:lnTo>
                <a:lnTo>
                  <a:pt x="0" y="22907"/>
                </a:lnTo>
                <a:lnTo>
                  <a:pt x="0" y="22908"/>
                </a:lnTo>
                <a:lnTo>
                  <a:pt x="0" y="22908"/>
                </a:lnTo>
                <a:lnTo>
                  <a:pt x="0" y="22908"/>
                </a:lnTo>
                <a:lnTo>
                  <a:pt x="0" y="22909"/>
                </a:lnTo>
                <a:lnTo>
                  <a:pt x="0" y="22909"/>
                </a:lnTo>
                <a:lnTo>
                  <a:pt x="0" y="22909"/>
                </a:lnTo>
                <a:lnTo>
                  <a:pt x="0" y="22909"/>
                </a:lnTo>
                <a:lnTo>
                  <a:pt x="0" y="22910"/>
                </a:lnTo>
                <a:lnTo>
                  <a:pt x="0" y="22910"/>
                </a:lnTo>
                <a:lnTo>
                  <a:pt x="0" y="22910"/>
                </a:lnTo>
                <a:lnTo>
                  <a:pt x="0" y="22910"/>
                </a:lnTo>
                <a:lnTo>
                  <a:pt x="0" y="22911"/>
                </a:lnTo>
                <a:lnTo>
                  <a:pt x="0" y="22911"/>
                </a:lnTo>
                <a:lnTo>
                  <a:pt x="0" y="22911"/>
                </a:lnTo>
                <a:lnTo>
                  <a:pt x="0" y="22911"/>
                </a:lnTo>
                <a:lnTo>
                  <a:pt x="0" y="22912"/>
                </a:lnTo>
                <a:lnTo>
                  <a:pt x="0" y="22912"/>
                </a:lnTo>
                <a:lnTo>
                  <a:pt x="0" y="22912"/>
                </a:lnTo>
                <a:lnTo>
                  <a:pt x="0" y="22912"/>
                </a:lnTo>
                <a:lnTo>
                  <a:pt x="0" y="22913"/>
                </a:lnTo>
                <a:lnTo>
                  <a:pt x="0" y="22913"/>
                </a:lnTo>
                <a:lnTo>
                  <a:pt x="0" y="22913"/>
                </a:lnTo>
                <a:lnTo>
                  <a:pt x="0" y="22913"/>
                </a:lnTo>
                <a:lnTo>
                  <a:pt x="0" y="22914"/>
                </a:lnTo>
                <a:lnTo>
                  <a:pt x="0" y="22914"/>
                </a:lnTo>
                <a:lnTo>
                  <a:pt x="0" y="22914"/>
                </a:lnTo>
                <a:lnTo>
                  <a:pt x="0" y="22914"/>
                </a:lnTo>
                <a:lnTo>
                  <a:pt x="0" y="22915"/>
                </a:lnTo>
                <a:lnTo>
                  <a:pt x="0" y="22915"/>
                </a:lnTo>
                <a:lnTo>
                  <a:pt x="0" y="22915"/>
                </a:lnTo>
                <a:lnTo>
                  <a:pt x="0" y="22915"/>
                </a:lnTo>
                <a:lnTo>
                  <a:pt x="0" y="22916"/>
                </a:lnTo>
                <a:lnTo>
                  <a:pt x="0" y="22916"/>
                </a:lnTo>
                <a:lnTo>
                  <a:pt x="0" y="22916"/>
                </a:lnTo>
                <a:lnTo>
                  <a:pt x="0" y="22916"/>
                </a:lnTo>
                <a:lnTo>
                  <a:pt x="0" y="22917"/>
                </a:lnTo>
                <a:lnTo>
                  <a:pt x="0" y="22917"/>
                </a:lnTo>
                <a:lnTo>
                  <a:pt x="0" y="22917"/>
                </a:lnTo>
                <a:lnTo>
                  <a:pt x="0" y="22917"/>
                </a:lnTo>
                <a:lnTo>
                  <a:pt x="0" y="22918"/>
                </a:lnTo>
                <a:lnTo>
                  <a:pt x="0" y="22918"/>
                </a:lnTo>
                <a:lnTo>
                  <a:pt x="0" y="22918"/>
                </a:lnTo>
                <a:lnTo>
                  <a:pt x="0" y="22918"/>
                </a:lnTo>
                <a:lnTo>
                  <a:pt x="0" y="22919"/>
                </a:lnTo>
                <a:lnTo>
                  <a:pt x="0" y="22919"/>
                </a:lnTo>
                <a:lnTo>
                  <a:pt x="0" y="22919"/>
                </a:lnTo>
                <a:lnTo>
                  <a:pt x="0" y="22919"/>
                </a:lnTo>
                <a:lnTo>
                  <a:pt x="0" y="22920"/>
                </a:lnTo>
                <a:lnTo>
                  <a:pt x="0" y="22920"/>
                </a:lnTo>
                <a:lnTo>
                  <a:pt x="0" y="22920"/>
                </a:lnTo>
                <a:lnTo>
                  <a:pt x="0" y="22920"/>
                </a:lnTo>
                <a:lnTo>
                  <a:pt x="0" y="22921"/>
                </a:lnTo>
                <a:lnTo>
                  <a:pt x="0" y="22921"/>
                </a:lnTo>
                <a:lnTo>
                  <a:pt x="0" y="22921"/>
                </a:lnTo>
                <a:lnTo>
                  <a:pt x="0" y="22921"/>
                </a:lnTo>
                <a:lnTo>
                  <a:pt x="0" y="22922"/>
                </a:lnTo>
                <a:lnTo>
                  <a:pt x="0" y="22922"/>
                </a:lnTo>
                <a:lnTo>
                  <a:pt x="0" y="22922"/>
                </a:lnTo>
                <a:lnTo>
                  <a:pt x="0" y="22922"/>
                </a:lnTo>
                <a:lnTo>
                  <a:pt x="0" y="22923"/>
                </a:lnTo>
                <a:lnTo>
                  <a:pt x="0" y="22923"/>
                </a:lnTo>
                <a:lnTo>
                  <a:pt x="0" y="22923"/>
                </a:lnTo>
                <a:lnTo>
                  <a:pt x="0" y="22923"/>
                </a:lnTo>
                <a:lnTo>
                  <a:pt x="0" y="22924"/>
                </a:lnTo>
                <a:lnTo>
                  <a:pt x="0" y="22924"/>
                </a:lnTo>
                <a:lnTo>
                  <a:pt x="0" y="22924"/>
                </a:lnTo>
                <a:lnTo>
                  <a:pt x="0" y="22924"/>
                </a:lnTo>
                <a:lnTo>
                  <a:pt x="0" y="22925"/>
                </a:lnTo>
                <a:lnTo>
                  <a:pt x="0" y="22925"/>
                </a:lnTo>
                <a:lnTo>
                  <a:pt x="0" y="22925"/>
                </a:lnTo>
                <a:lnTo>
                  <a:pt x="0" y="22925"/>
                </a:lnTo>
                <a:lnTo>
                  <a:pt x="0" y="22926"/>
                </a:lnTo>
                <a:lnTo>
                  <a:pt x="0" y="22926"/>
                </a:lnTo>
                <a:lnTo>
                  <a:pt x="0" y="22926"/>
                </a:lnTo>
                <a:lnTo>
                  <a:pt x="0" y="22926"/>
                </a:lnTo>
                <a:lnTo>
                  <a:pt x="0" y="22927"/>
                </a:lnTo>
                <a:lnTo>
                  <a:pt x="0" y="22927"/>
                </a:lnTo>
                <a:lnTo>
                  <a:pt x="0" y="22927"/>
                </a:lnTo>
                <a:lnTo>
                  <a:pt x="0" y="22927"/>
                </a:lnTo>
                <a:lnTo>
                  <a:pt x="0" y="22928"/>
                </a:lnTo>
                <a:lnTo>
                  <a:pt x="0" y="22928"/>
                </a:lnTo>
                <a:lnTo>
                  <a:pt x="0" y="22928"/>
                </a:lnTo>
                <a:lnTo>
                  <a:pt x="0" y="22928"/>
                </a:lnTo>
                <a:lnTo>
                  <a:pt x="0" y="22929"/>
                </a:lnTo>
                <a:lnTo>
                  <a:pt x="0" y="22929"/>
                </a:lnTo>
                <a:lnTo>
                  <a:pt x="0" y="22929"/>
                </a:lnTo>
                <a:lnTo>
                  <a:pt x="0" y="22929"/>
                </a:lnTo>
                <a:lnTo>
                  <a:pt x="0" y="22930"/>
                </a:lnTo>
                <a:lnTo>
                  <a:pt x="0" y="22930"/>
                </a:lnTo>
                <a:lnTo>
                  <a:pt x="0" y="22930"/>
                </a:lnTo>
                <a:lnTo>
                  <a:pt x="0" y="22930"/>
                </a:lnTo>
                <a:lnTo>
                  <a:pt x="0" y="22931"/>
                </a:lnTo>
                <a:lnTo>
                  <a:pt x="0" y="22931"/>
                </a:lnTo>
                <a:lnTo>
                  <a:pt x="0" y="22931"/>
                </a:lnTo>
                <a:lnTo>
                  <a:pt x="0" y="22931"/>
                </a:lnTo>
                <a:lnTo>
                  <a:pt x="0" y="22932"/>
                </a:lnTo>
                <a:lnTo>
                  <a:pt x="0" y="22932"/>
                </a:lnTo>
                <a:lnTo>
                  <a:pt x="0" y="22932"/>
                </a:lnTo>
                <a:lnTo>
                  <a:pt x="0" y="22932"/>
                </a:lnTo>
                <a:lnTo>
                  <a:pt x="0" y="22933"/>
                </a:lnTo>
                <a:lnTo>
                  <a:pt x="0" y="22933"/>
                </a:lnTo>
                <a:lnTo>
                  <a:pt x="0" y="22933"/>
                </a:lnTo>
                <a:lnTo>
                  <a:pt x="0" y="22933"/>
                </a:lnTo>
                <a:lnTo>
                  <a:pt x="0" y="22934"/>
                </a:lnTo>
                <a:lnTo>
                  <a:pt x="0" y="22934"/>
                </a:lnTo>
                <a:lnTo>
                  <a:pt x="0" y="22934"/>
                </a:lnTo>
                <a:lnTo>
                  <a:pt x="0" y="22934"/>
                </a:lnTo>
                <a:lnTo>
                  <a:pt x="0" y="22935"/>
                </a:lnTo>
                <a:lnTo>
                  <a:pt x="0" y="22935"/>
                </a:lnTo>
                <a:lnTo>
                  <a:pt x="0" y="22935"/>
                </a:lnTo>
                <a:lnTo>
                  <a:pt x="0" y="22935"/>
                </a:lnTo>
                <a:lnTo>
                  <a:pt x="0" y="22936"/>
                </a:lnTo>
                <a:lnTo>
                  <a:pt x="0" y="22936"/>
                </a:lnTo>
                <a:lnTo>
                  <a:pt x="0" y="22936"/>
                </a:lnTo>
                <a:lnTo>
                  <a:pt x="0" y="22936"/>
                </a:lnTo>
                <a:lnTo>
                  <a:pt x="0" y="22937"/>
                </a:lnTo>
                <a:lnTo>
                  <a:pt x="0" y="22937"/>
                </a:lnTo>
                <a:lnTo>
                  <a:pt x="0" y="22937"/>
                </a:lnTo>
                <a:lnTo>
                  <a:pt x="0" y="22937"/>
                </a:lnTo>
                <a:lnTo>
                  <a:pt x="0" y="22938"/>
                </a:lnTo>
                <a:lnTo>
                  <a:pt x="0" y="22938"/>
                </a:lnTo>
                <a:lnTo>
                  <a:pt x="0" y="22938"/>
                </a:lnTo>
                <a:lnTo>
                  <a:pt x="0" y="22938"/>
                </a:lnTo>
                <a:lnTo>
                  <a:pt x="0" y="22939"/>
                </a:lnTo>
                <a:lnTo>
                  <a:pt x="0" y="22939"/>
                </a:lnTo>
                <a:lnTo>
                  <a:pt x="0" y="22939"/>
                </a:lnTo>
                <a:lnTo>
                  <a:pt x="0" y="22939"/>
                </a:lnTo>
                <a:lnTo>
                  <a:pt x="0" y="22940"/>
                </a:lnTo>
                <a:lnTo>
                  <a:pt x="0" y="22940"/>
                </a:lnTo>
                <a:lnTo>
                  <a:pt x="0" y="22940"/>
                </a:lnTo>
                <a:lnTo>
                  <a:pt x="0" y="22940"/>
                </a:lnTo>
                <a:lnTo>
                  <a:pt x="0" y="22940"/>
                </a:lnTo>
                <a:lnTo>
                  <a:pt x="0" y="22941"/>
                </a:lnTo>
                <a:lnTo>
                  <a:pt x="0" y="22941"/>
                </a:lnTo>
                <a:lnTo>
                  <a:pt x="0" y="22941"/>
                </a:lnTo>
                <a:lnTo>
                  <a:pt x="0" y="22941"/>
                </a:lnTo>
                <a:lnTo>
                  <a:pt x="0" y="22942"/>
                </a:lnTo>
                <a:lnTo>
                  <a:pt x="0" y="22942"/>
                </a:lnTo>
                <a:lnTo>
                  <a:pt x="0" y="22942"/>
                </a:lnTo>
                <a:lnTo>
                  <a:pt x="0" y="22942"/>
                </a:lnTo>
                <a:lnTo>
                  <a:pt x="0" y="22943"/>
                </a:lnTo>
                <a:lnTo>
                  <a:pt x="0" y="22943"/>
                </a:lnTo>
                <a:lnTo>
                  <a:pt x="0" y="22943"/>
                </a:lnTo>
                <a:lnTo>
                  <a:pt x="0" y="22943"/>
                </a:lnTo>
                <a:lnTo>
                  <a:pt x="0" y="22944"/>
                </a:lnTo>
                <a:lnTo>
                  <a:pt x="0" y="22944"/>
                </a:lnTo>
                <a:lnTo>
                  <a:pt x="0" y="22944"/>
                </a:lnTo>
                <a:lnTo>
                  <a:pt x="0" y="22944"/>
                </a:lnTo>
                <a:lnTo>
                  <a:pt x="0" y="22945"/>
                </a:lnTo>
                <a:lnTo>
                  <a:pt x="0" y="22945"/>
                </a:lnTo>
                <a:lnTo>
                  <a:pt x="0" y="22945"/>
                </a:lnTo>
                <a:lnTo>
                  <a:pt x="0" y="22945"/>
                </a:lnTo>
                <a:lnTo>
                  <a:pt x="0" y="22946"/>
                </a:lnTo>
                <a:lnTo>
                  <a:pt x="0" y="22946"/>
                </a:lnTo>
                <a:lnTo>
                  <a:pt x="0" y="22946"/>
                </a:lnTo>
                <a:lnTo>
                  <a:pt x="0" y="22946"/>
                </a:lnTo>
                <a:lnTo>
                  <a:pt x="0" y="22947"/>
                </a:lnTo>
                <a:lnTo>
                  <a:pt x="0" y="22947"/>
                </a:lnTo>
                <a:lnTo>
                  <a:pt x="0" y="22947"/>
                </a:lnTo>
                <a:lnTo>
                  <a:pt x="0" y="22947"/>
                </a:lnTo>
                <a:lnTo>
                  <a:pt x="0" y="22948"/>
                </a:lnTo>
                <a:lnTo>
                  <a:pt x="0" y="22948"/>
                </a:lnTo>
                <a:lnTo>
                  <a:pt x="0" y="22948"/>
                </a:lnTo>
                <a:lnTo>
                  <a:pt x="0" y="22948"/>
                </a:lnTo>
                <a:lnTo>
                  <a:pt x="0" y="22949"/>
                </a:lnTo>
                <a:lnTo>
                  <a:pt x="0" y="22949"/>
                </a:lnTo>
                <a:lnTo>
                  <a:pt x="0" y="22949"/>
                </a:lnTo>
                <a:lnTo>
                  <a:pt x="0" y="22949"/>
                </a:lnTo>
                <a:lnTo>
                  <a:pt x="0" y="22950"/>
                </a:lnTo>
                <a:lnTo>
                  <a:pt x="0" y="22950"/>
                </a:lnTo>
                <a:lnTo>
                  <a:pt x="0" y="22950"/>
                </a:lnTo>
                <a:lnTo>
                  <a:pt x="0" y="22950"/>
                </a:lnTo>
                <a:lnTo>
                  <a:pt x="0" y="22950"/>
                </a:lnTo>
                <a:lnTo>
                  <a:pt x="0" y="22951"/>
                </a:lnTo>
                <a:lnTo>
                  <a:pt x="0" y="22951"/>
                </a:lnTo>
                <a:lnTo>
                  <a:pt x="0" y="22951"/>
                </a:lnTo>
                <a:lnTo>
                  <a:pt x="0" y="22951"/>
                </a:lnTo>
                <a:lnTo>
                  <a:pt x="0" y="22952"/>
                </a:lnTo>
                <a:lnTo>
                  <a:pt x="0" y="22952"/>
                </a:lnTo>
                <a:lnTo>
                  <a:pt x="0" y="22952"/>
                </a:lnTo>
                <a:lnTo>
                  <a:pt x="0" y="22952"/>
                </a:lnTo>
                <a:lnTo>
                  <a:pt x="0" y="22953"/>
                </a:lnTo>
                <a:lnTo>
                  <a:pt x="0" y="22953"/>
                </a:lnTo>
                <a:lnTo>
                  <a:pt x="0" y="22953"/>
                </a:lnTo>
                <a:lnTo>
                  <a:pt x="0" y="22953"/>
                </a:lnTo>
                <a:lnTo>
                  <a:pt x="0" y="22954"/>
                </a:lnTo>
                <a:lnTo>
                  <a:pt x="0" y="22954"/>
                </a:lnTo>
                <a:lnTo>
                  <a:pt x="0" y="22954"/>
                </a:lnTo>
                <a:lnTo>
                  <a:pt x="0" y="22954"/>
                </a:lnTo>
                <a:lnTo>
                  <a:pt x="0" y="22955"/>
                </a:lnTo>
                <a:lnTo>
                  <a:pt x="0" y="22955"/>
                </a:lnTo>
                <a:lnTo>
                  <a:pt x="0" y="22955"/>
                </a:lnTo>
                <a:lnTo>
                  <a:pt x="0" y="22955"/>
                </a:lnTo>
                <a:lnTo>
                  <a:pt x="0" y="22956"/>
                </a:lnTo>
                <a:lnTo>
                  <a:pt x="0" y="22956"/>
                </a:lnTo>
                <a:lnTo>
                  <a:pt x="0" y="22956"/>
                </a:lnTo>
                <a:lnTo>
                  <a:pt x="0" y="22956"/>
                </a:lnTo>
                <a:lnTo>
                  <a:pt x="0" y="22956"/>
                </a:lnTo>
                <a:lnTo>
                  <a:pt x="0" y="22957"/>
                </a:lnTo>
                <a:lnTo>
                  <a:pt x="0" y="22957"/>
                </a:lnTo>
                <a:lnTo>
                  <a:pt x="0" y="22957"/>
                </a:lnTo>
                <a:lnTo>
                  <a:pt x="0" y="22957"/>
                </a:lnTo>
                <a:lnTo>
                  <a:pt x="0" y="22958"/>
                </a:lnTo>
                <a:lnTo>
                  <a:pt x="0" y="22958"/>
                </a:lnTo>
                <a:lnTo>
                  <a:pt x="0" y="22958"/>
                </a:lnTo>
                <a:lnTo>
                  <a:pt x="0" y="22958"/>
                </a:lnTo>
                <a:lnTo>
                  <a:pt x="0" y="22959"/>
                </a:lnTo>
                <a:lnTo>
                  <a:pt x="0" y="22959"/>
                </a:lnTo>
                <a:lnTo>
                  <a:pt x="0" y="22959"/>
                </a:lnTo>
                <a:lnTo>
                  <a:pt x="0" y="22959"/>
                </a:lnTo>
                <a:lnTo>
                  <a:pt x="0" y="22960"/>
                </a:lnTo>
                <a:lnTo>
                  <a:pt x="0" y="22960"/>
                </a:lnTo>
                <a:lnTo>
                  <a:pt x="0" y="22960"/>
                </a:lnTo>
                <a:lnTo>
                  <a:pt x="0" y="22960"/>
                </a:lnTo>
                <a:lnTo>
                  <a:pt x="0" y="22961"/>
                </a:lnTo>
                <a:lnTo>
                  <a:pt x="0" y="22961"/>
                </a:lnTo>
                <a:lnTo>
                  <a:pt x="0" y="22961"/>
                </a:lnTo>
                <a:lnTo>
                  <a:pt x="0" y="22961"/>
                </a:lnTo>
                <a:lnTo>
                  <a:pt x="0" y="22962"/>
                </a:lnTo>
                <a:lnTo>
                  <a:pt x="0" y="22962"/>
                </a:lnTo>
                <a:lnTo>
                  <a:pt x="0" y="22962"/>
                </a:lnTo>
                <a:lnTo>
                  <a:pt x="0" y="22962"/>
                </a:lnTo>
                <a:lnTo>
                  <a:pt x="0" y="22962"/>
                </a:lnTo>
                <a:lnTo>
                  <a:pt x="0" y="22963"/>
                </a:lnTo>
                <a:lnTo>
                  <a:pt x="0" y="22963"/>
                </a:lnTo>
                <a:lnTo>
                  <a:pt x="0" y="22963"/>
                </a:lnTo>
                <a:lnTo>
                  <a:pt x="0" y="22963"/>
                </a:lnTo>
                <a:lnTo>
                  <a:pt x="0" y="22964"/>
                </a:lnTo>
                <a:lnTo>
                  <a:pt x="0" y="22964"/>
                </a:lnTo>
                <a:lnTo>
                  <a:pt x="0" y="22964"/>
                </a:lnTo>
                <a:lnTo>
                  <a:pt x="0" y="22964"/>
                </a:lnTo>
                <a:lnTo>
                  <a:pt x="0" y="22965"/>
                </a:lnTo>
                <a:lnTo>
                  <a:pt x="0" y="22965"/>
                </a:lnTo>
                <a:lnTo>
                  <a:pt x="0" y="22965"/>
                </a:lnTo>
                <a:lnTo>
                  <a:pt x="0" y="22965"/>
                </a:lnTo>
                <a:lnTo>
                  <a:pt x="0" y="22966"/>
                </a:lnTo>
                <a:lnTo>
                  <a:pt x="0" y="22966"/>
                </a:lnTo>
                <a:lnTo>
                  <a:pt x="0" y="22966"/>
                </a:lnTo>
                <a:lnTo>
                  <a:pt x="0" y="22966"/>
                </a:lnTo>
                <a:lnTo>
                  <a:pt x="0" y="22967"/>
                </a:lnTo>
                <a:lnTo>
                  <a:pt x="0" y="22967"/>
                </a:lnTo>
                <a:lnTo>
                  <a:pt x="0" y="22967"/>
                </a:lnTo>
                <a:lnTo>
                  <a:pt x="0" y="22967"/>
                </a:lnTo>
                <a:lnTo>
                  <a:pt x="0" y="22967"/>
                </a:lnTo>
                <a:lnTo>
                  <a:pt x="0" y="22968"/>
                </a:lnTo>
                <a:lnTo>
                  <a:pt x="0" y="22968"/>
                </a:lnTo>
                <a:lnTo>
                  <a:pt x="0" y="22968"/>
                </a:lnTo>
                <a:lnTo>
                  <a:pt x="0" y="22968"/>
                </a:lnTo>
                <a:lnTo>
                  <a:pt x="0" y="22969"/>
                </a:lnTo>
                <a:lnTo>
                  <a:pt x="0" y="22969"/>
                </a:lnTo>
                <a:lnTo>
                  <a:pt x="0" y="22969"/>
                </a:lnTo>
                <a:lnTo>
                  <a:pt x="0" y="22969"/>
                </a:lnTo>
                <a:lnTo>
                  <a:pt x="0" y="22970"/>
                </a:lnTo>
                <a:lnTo>
                  <a:pt x="0" y="22970"/>
                </a:lnTo>
                <a:lnTo>
                  <a:pt x="0" y="22970"/>
                </a:lnTo>
                <a:lnTo>
                  <a:pt x="0" y="22970"/>
                </a:lnTo>
                <a:lnTo>
                  <a:pt x="0" y="22971"/>
                </a:lnTo>
                <a:lnTo>
                  <a:pt x="0" y="22971"/>
                </a:lnTo>
                <a:lnTo>
                  <a:pt x="0" y="22971"/>
                </a:lnTo>
                <a:lnTo>
                  <a:pt x="0" y="22971"/>
                </a:lnTo>
                <a:lnTo>
                  <a:pt x="0" y="22971"/>
                </a:lnTo>
                <a:lnTo>
                  <a:pt x="0" y="22972"/>
                </a:lnTo>
                <a:lnTo>
                  <a:pt x="0" y="22972"/>
                </a:lnTo>
                <a:lnTo>
                  <a:pt x="0" y="22972"/>
                </a:lnTo>
                <a:lnTo>
                  <a:pt x="0" y="22972"/>
                </a:lnTo>
                <a:lnTo>
                  <a:pt x="0" y="22973"/>
                </a:lnTo>
                <a:lnTo>
                  <a:pt x="0" y="22973"/>
                </a:lnTo>
                <a:lnTo>
                  <a:pt x="0" y="22973"/>
                </a:lnTo>
                <a:lnTo>
                  <a:pt x="0" y="22973"/>
                </a:lnTo>
                <a:lnTo>
                  <a:pt x="0" y="22974"/>
                </a:lnTo>
                <a:lnTo>
                  <a:pt x="0" y="22974"/>
                </a:lnTo>
                <a:lnTo>
                  <a:pt x="0" y="22974"/>
                </a:lnTo>
                <a:lnTo>
                  <a:pt x="0" y="22974"/>
                </a:lnTo>
                <a:lnTo>
                  <a:pt x="0" y="22975"/>
                </a:lnTo>
                <a:lnTo>
                  <a:pt x="0" y="22975"/>
                </a:lnTo>
                <a:lnTo>
                  <a:pt x="0" y="22975"/>
                </a:lnTo>
                <a:lnTo>
                  <a:pt x="0" y="22975"/>
                </a:lnTo>
                <a:lnTo>
                  <a:pt x="0" y="22975"/>
                </a:lnTo>
                <a:lnTo>
                  <a:pt x="0" y="22976"/>
                </a:lnTo>
                <a:lnTo>
                  <a:pt x="0" y="22976"/>
                </a:lnTo>
                <a:lnTo>
                  <a:pt x="0" y="22976"/>
                </a:lnTo>
                <a:lnTo>
                  <a:pt x="0" y="22976"/>
                </a:lnTo>
                <a:lnTo>
                  <a:pt x="0" y="22977"/>
                </a:lnTo>
                <a:lnTo>
                  <a:pt x="0" y="22977"/>
                </a:lnTo>
                <a:lnTo>
                  <a:pt x="0" y="22977"/>
                </a:lnTo>
                <a:lnTo>
                  <a:pt x="0" y="22977"/>
                </a:lnTo>
                <a:lnTo>
                  <a:pt x="0" y="22978"/>
                </a:lnTo>
                <a:lnTo>
                  <a:pt x="0" y="22978"/>
                </a:lnTo>
                <a:lnTo>
                  <a:pt x="0" y="22978"/>
                </a:lnTo>
                <a:lnTo>
                  <a:pt x="0" y="22978"/>
                </a:lnTo>
                <a:lnTo>
                  <a:pt x="0" y="22978"/>
                </a:lnTo>
                <a:lnTo>
                  <a:pt x="0" y="22979"/>
                </a:lnTo>
                <a:lnTo>
                  <a:pt x="0" y="22979"/>
                </a:lnTo>
                <a:lnTo>
                  <a:pt x="0" y="22979"/>
                </a:lnTo>
                <a:lnTo>
                  <a:pt x="0" y="22979"/>
                </a:lnTo>
                <a:lnTo>
                  <a:pt x="0" y="22980"/>
                </a:lnTo>
                <a:lnTo>
                  <a:pt x="0" y="22980"/>
                </a:lnTo>
                <a:lnTo>
                  <a:pt x="0" y="22980"/>
                </a:lnTo>
                <a:lnTo>
                  <a:pt x="0" y="22980"/>
                </a:lnTo>
                <a:lnTo>
                  <a:pt x="0" y="22981"/>
                </a:lnTo>
                <a:lnTo>
                  <a:pt x="0" y="22981"/>
                </a:lnTo>
                <a:lnTo>
                  <a:pt x="0" y="22981"/>
                </a:lnTo>
                <a:lnTo>
                  <a:pt x="0" y="22981"/>
                </a:lnTo>
                <a:lnTo>
                  <a:pt x="0" y="22981"/>
                </a:lnTo>
                <a:lnTo>
                  <a:pt x="0" y="22982"/>
                </a:lnTo>
                <a:lnTo>
                  <a:pt x="0" y="22982"/>
                </a:lnTo>
                <a:lnTo>
                  <a:pt x="0" y="22982"/>
                </a:lnTo>
                <a:lnTo>
                  <a:pt x="0" y="22982"/>
                </a:lnTo>
                <a:lnTo>
                  <a:pt x="0" y="22983"/>
                </a:lnTo>
                <a:lnTo>
                  <a:pt x="0" y="22983"/>
                </a:lnTo>
                <a:lnTo>
                  <a:pt x="0" y="22983"/>
                </a:lnTo>
                <a:lnTo>
                  <a:pt x="0" y="22983"/>
                </a:lnTo>
                <a:lnTo>
                  <a:pt x="0" y="22984"/>
                </a:lnTo>
                <a:lnTo>
                  <a:pt x="0" y="22984"/>
                </a:lnTo>
                <a:lnTo>
                  <a:pt x="0" y="22984"/>
                </a:lnTo>
                <a:lnTo>
                  <a:pt x="0" y="22984"/>
                </a:lnTo>
                <a:lnTo>
                  <a:pt x="0" y="22984"/>
                </a:lnTo>
                <a:lnTo>
                  <a:pt x="0" y="22985"/>
                </a:lnTo>
                <a:lnTo>
                  <a:pt x="0" y="22985"/>
                </a:lnTo>
                <a:lnTo>
                  <a:pt x="0" y="22985"/>
                </a:lnTo>
                <a:lnTo>
                  <a:pt x="0" y="22985"/>
                </a:lnTo>
                <a:lnTo>
                  <a:pt x="0" y="22986"/>
                </a:lnTo>
                <a:lnTo>
                  <a:pt x="0" y="22986"/>
                </a:lnTo>
                <a:lnTo>
                  <a:pt x="0" y="22986"/>
                </a:lnTo>
                <a:lnTo>
                  <a:pt x="0" y="22986"/>
                </a:lnTo>
                <a:lnTo>
                  <a:pt x="0" y="22987"/>
                </a:lnTo>
                <a:lnTo>
                  <a:pt x="0" y="22987"/>
                </a:lnTo>
                <a:lnTo>
                  <a:pt x="0" y="22987"/>
                </a:lnTo>
                <a:lnTo>
                  <a:pt x="0" y="22987"/>
                </a:lnTo>
                <a:lnTo>
                  <a:pt x="0" y="22987"/>
                </a:lnTo>
                <a:lnTo>
                  <a:pt x="0" y="22988"/>
                </a:lnTo>
                <a:lnTo>
                  <a:pt x="0" y="22988"/>
                </a:lnTo>
                <a:lnTo>
                  <a:pt x="0" y="22988"/>
                </a:lnTo>
                <a:lnTo>
                  <a:pt x="0" y="22988"/>
                </a:lnTo>
                <a:lnTo>
                  <a:pt x="0" y="22989"/>
                </a:lnTo>
                <a:lnTo>
                  <a:pt x="0" y="22989"/>
                </a:lnTo>
                <a:lnTo>
                  <a:pt x="0" y="22989"/>
                </a:lnTo>
                <a:lnTo>
                  <a:pt x="0" y="22989"/>
                </a:lnTo>
                <a:lnTo>
                  <a:pt x="0" y="22990"/>
                </a:lnTo>
                <a:lnTo>
                  <a:pt x="0" y="22990"/>
                </a:lnTo>
                <a:lnTo>
                  <a:pt x="0" y="22990"/>
                </a:lnTo>
                <a:lnTo>
                  <a:pt x="0" y="22990"/>
                </a:lnTo>
                <a:lnTo>
                  <a:pt x="0" y="22990"/>
                </a:lnTo>
                <a:lnTo>
                  <a:pt x="0" y="22991"/>
                </a:lnTo>
                <a:lnTo>
                  <a:pt x="0" y="22991"/>
                </a:lnTo>
                <a:lnTo>
                  <a:pt x="0" y="22991"/>
                </a:lnTo>
                <a:lnTo>
                  <a:pt x="0" y="22991"/>
                </a:lnTo>
                <a:lnTo>
                  <a:pt x="0" y="22992"/>
                </a:lnTo>
                <a:lnTo>
                  <a:pt x="0" y="22992"/>
                </a:lnTo>
                <a:lnTo>
                  <a:pt x="0" y="22992"/>
                </a:lnTo>
                <a:lnTo>
                  <a:pt x="0" y="22992"/>
                </a:lnTo>
                <a:lnTo>
                  <a:pt x="0" y="22993"/>
                </a:lnTo>
                <a:lnTo>
                  <a:pt x="0" y="22993"/>
                </a:lnTo>
                <a:lnTo>
                  <a:pt x="0" y="22993"/>
                </a:lnTo>
                <a:lnTo>
                  <a:pt x="0" y="22993"/>
                </a:lnTo>
                <a:lnTo>
                  <a:pt x="0" y="22993"/>
                </a:lnTo>
                <a:lnTo>
                  <a:pt x="0" y="22994"/>
                </a:lnTo>
                <a:lnTo>
                  <a:pt x="0" y="22994"/>
                </a:lnTo>
                <a:lnTo>
                  <a:pt x="0" y="22994"/>
                </a:lnTo>
                <a:lnTo>
                  <a:pt x="0" y="22994"/>
                </a:lnTo>
                <a:lnTo>
                  <a:pt x="0" y="22995"/>
                </a:lnTo>
                <a:lnTo>
                  <a:pt x="0" y="22995"/>
                </a:lnTo>
                <a:lnTo>
                  <a:pt x="0" y="22995"/>
                </a:lnTo>
                <a:lnTo>
                  <a:pt x="0" y="22995"/>
                </a:lnTo>
                <a:lnTo>
                  <a:pt x="0" y="22995"/>
                </a:lnTo>
                <a:lnTo>
                  <a:pt x="0" y="22996"/>
                </a:lnTo>
                <a:lnTo>
                  <a:pt x="0" y="22996"/>
                </a:lnTo>
                <a:lnTo>
                  <a:pt x="0" y="22996"/>
                </a:lnTo>
                <a:lnTo>
                  <a:pt x="0" y="22996"/>
                </a:lnTo>
                <a:lnTo>
                  <a:pt x="0" y="22997"/>
                </a:lnTo>
                <a:lnTo>
                  <a:pt x="0" y="22997"/>
                </a:lnTo>
                <a:lnTo>
                  <a:pt x="0" y="22997"/>
                </a:lnTo>
                <a:lnTo>
                  <a:pt x="0" y="22997"/>
                </a:lnTo>
                <a:lnTo>
                  <a:pt x="0" y="22998"/>
                </a:lnTo>
                <a:lnTo>
                  <a:pt x="0" y="22998"/>
                </a:lnTo>
                <a:lnTo>
                  <a:pt x="0" y="22998"/>
                </a:lnTo>
                <a:lnTo>
                  <a:pt x="0" y="22998"/>
                </a:lnTo>
                <a:lnTo>
                  <a:pt x="0" y="22998"/>
                </a:lnTo>
                <a:lnTo>
                  <a:pt x="0" y="22999"/>
                </a:lnTo>
                <a:lnTo>
                  <a:pt x="0" y="22999"/>
                </a:lnTo>
                <a:lnTo>
                  <a:pt x="0" y="22999"/>
                </a:lnTo>
                <a:lnTo>
                  <a:pt x="0" y="22999"/>
                </a:lnTo>
                <a:lnTo>
                  <a:pt x="0" y="23000"/>
                </a:lnTo>
                <a:lnTo>
                  <a:pt x="0" y="23000"/>
                </a:lnTo>
                <a:lnTo>
                  <a:pt x="0" y="23000"/>
                </a:lnTo>
                <a:lnTo>
                  <a:pt x="0" y="23000"/>
                </a:lnTo>
                <a:lnTo>
                  <a:pt x="0" y="23000"/>
                </a:lnTo>
                <a:lnTo>
                  <a:pt x="0" y="23001"/>
                </a:lnTo>
                <a:lnTo>
                  <a:pt x="0" y="23001"/>
                </a:lnTo>
                <a:lnTo>
                  <a:pt x="0" y="23001"/>
                </a:lnTo>
                <a:lnTo>
                  <a:pt x="0" y="23001"/>
                </a:lnTo>
                <a:lnTo>
                  <a:pt x="0" y="23002"/>
                </a:lnTo>
                <a:lnTo>
                  <a:pt x="0" y="23002"/>
                </a:lnTo>
                <a:lnTo>
                  <a:pt x="0" y="23002"/>
                </a:lnTo>
                <a:lnTo>
                  <a:pt x="0" y="23002"/>
                </a:lnTo>
                <a:lnTo>
                  <a:pt x="0" y="23002"/>
                </a:lnTo>
                <a:lnTo>
                  <a:pt x="0" y="23003"/>
                </a:lnTo>
                <a:lnTo>
                  <a:pt x="0" y="23003"/>
                </a:lnTo>
                <a:lnTo>
                  <a:pt x="0" y="23003"/>
                </a:lnTo>
                <a:lnTo>
                  <a:pt x="0" y="23003"/>
                </a:lnTo>
                <a:lnTo>
                  <a:pt x="0" y="23004"/>
                </a:lnTo>
                <a:lnTo>
                  <a:pt x="0" y="23004"/>
                </a:lnTo>
                <a:lnTo>
                  <a:pt x="0" y="23004"/>
                </a:lnTo>
                <a:lnTo>
                  <a:pt x="0" y="23004"/>
                </a:lnTo>
                <a:lnTo>
                  <a:pt x="0" y="23004"/>
                </a:lnTo>
                <a:lnTo>
                  <a:pt x="0" y="23005"/>
                </a:lnTo>
                <a:lnTo>
                  <a:pt x="0" y="23005"/>
                </a:lnTo>
                <a:lnTo>
                  <a:pt x="0" y="23005"/>
                </a:lnTo>
                <a:lnTo>
                  <a:pt x="0" y="23005"/>
                </a:lnTo>
                <a:lnTo>
                  <a:pt x="0" y="23006"/>
                </a:lnTo>
                <a:lnTo>
                  <a:pt x="0" y="23006"/>
                </a:lnTo>
                <a:lnTo>
                  <a:pt x="0" y="23006"/>
                </a:lnTo>
                <a:lnTo>
                  <a:pt x="0" y="23006"/>
                </a:lnTo>
                <a:lnTo>
                  <a:pt x="0" y="23007"/>
                </a:lnTo>
                <a:lnTo>
                  <a:pt x="0" y="23007"/>
                </a:lnTo>
                <a:lnTo>
                  <a:pt x="0" y="23007"/>
                </a:lnTo>
                <a:lnTo>
                  <a:pt x="0" y="23007"/>
                </a:lnTo>
                <a:lnTo>
                  <a:pt x="0" y="23007"/>
                </a:lnTo>
                <a:lnTo>
                  <a:pt x="0" y="23008"/>
                </a:lnTo>
                <a:lnTo>
                  <a:pt x="0" y="23008"/>
                </a:lnTo>
                <a:lnTo>
                  <a:pt x="0" y="23008"/>
                </a:lnTo>
                <a:lnTo>
                  <a:pt x="0" y="23008"/>
                </a:lnTo>
                <a:lnTo>
                  <a:pt x="0" y="23009"/>
                </a:lnTo>
                <a:lnTo>
                  <a:pt x="0" y="23009"/>
                </a:lnTo>
                <a:lnTo>
                  <a:pt x="0" y="23009"/>
                </a:lnTo>
                <a:lnTo>
                  <a:pt x="0" y="23009"/>
                </a:lnTo>
                <a:lnTo>
                  <a:pt x="0" y="23009"/>
                </a:lnTo>
                <a:lnTo>
                  <a:pt x="0" y="23010"/>
                </a:lnTo>
                <a:lnTo>
                  <a:pt x="0" y="23010"/>
                </a:lnTo>
                <a:lnTo>
                  <a:pt x="0" y="23010"/>
                </a:lnTo>
                <a:lnTo>
                  <a:pt x="0" y="23010"/>
                </a:lnTo>
                <a:lnTo>
                  <a:pt x="0" y="23011"/>
                </a:lnTo>
                <a:lnTo>
                  <a:pt x="0" y="23011"/>
                </a:lnTo>
                <a:lnTo>
                  <a:pt x="0" y="23011"/>
                </a:lnTo>
                <a:lnTo>
                  <a:pt x="0" y="23011"/>
                </a:lnTo>
                <a:lnTo>
                  <a:pt x="0" y="23011"/>
                </a:lnTo>
                <a:lnTo>
                  <a:pt x="0" y="23012"/>
                </a:lnTo>
                <a:lnTo>
                  <a:pt x="0" y="23012"/>
                </a:lnTo>
                <a:lnTo>
                  <a:pt x="0" y="23012"/>
                </a:lnTo>
                <a:lnTo>
                  <a:pt x="0" y="23012"/>
                </a:lnTo>
                <a:lnTo>
                  <a:pt x="0" y="23012"/>
                </a:lnTo>
                <a:lnTo>
                  <a:pt x="0" y="23013"/>
                </a:lnTo>
                <a:lnTo>
                  <a:pt x="0" y="23013"/>
                </a:lnTo>
                <a:lnTo>
                  <a:pt x="0" y="23013"/>
                </a:lnTo>
                <a:lnTo>
                  <a:pt x="0" y="23013"/>
                </a:lnTo>
                <a:lnTo>
                  <a:pt x="0" y="23014"/>
                </a:lnTo>
                <a:lnTo>
                  <a:pt x="0" y="23014"/>
                </a:lnTo>
                <a:lnTo>
                  <a:pt x="0" y="23014"/>
                </a:lnTo>
                <a:lnTo>
                  <a:pt x="0" y="23014"/>
                </a:lnTo>
                <a:lnTo>
                  <a:pt x="0" y="23014"/>
                </a:lnTo>
                <a:lnTo>
                  <a:pt x="0" y="23015"/>
                </a:lnTo>
                <a:lnTo>
                  <a:pt x="0" y="23015"/>
                </a:lnTo>
                <a:lnTo>
                  <a:pt x="0" y="23015"/>
                </a:lnTo>
                <a:lnTo>
                  <a:pt x="0" y="23015"/>
                </a:lnTo>
                <a:lnTo>
                  <a:pt x="0" y="23016"/>
                </a:lnTo>
                <a:lnTo>
                  <a:pt x="0" y="23016"/>
                </a:lnTo>
                <a:lnTo>
                  <a:pt x="0" y="23016"/>
                </a:lnTo>
                <a:lnTo>
                  <a:pt x="0" y="23016"/>
                </a:lnTo>
                <a:lnTo>
                  <a:pt x="0" y="23016"/>
                </a:lnTo>
                <a:lnTo>
                  <a:pt x="0" y="23017"/>
                </a:lnTo>
                <a:lnTo>
                  <a:pt x="0" y="23017"/>
                </a:lnTo>
                <a:lnTo>
                  <a:pt x="0" y="23017"/>
                </a:lnTo>
                <a:lnTo>
                  <a:pt x="0" y="23017"/>
                </a:lnTo>
                <a:lnTo>
                  <a:pt x="0" y="23018"/>
                </a:lnTo>
                <a:lnTo>
                  <a:pt x="0" y="23018"/>
                </a:lnTo>
                <a:lnTo>
                  <a:pt x="0" y="23018"/>
                </a:lnTo>
                <a:lnTo>
                  <a:pt x="0" y="23018"/>
                </a:lnTo>
                <a:lnTo>
                  <a:pt x="0" y="23018"/>
                </a:lnTo>
                <a:lnTo>
                  <a:pt x="0" y="23019"/>
                </a:lnTo>
                <a:lnTo>
                  <a:pt x="0" y="23019"/>
                </a:lnTo>
                <a:lnTo>
                  <a:pt x="0" y="23019"/>
                </a:lnTo>
                <a:lnTo>
                  <a:pt x="0" y="23019"/>
                </a:lnTo>
                <a:lnTo>
                  <a:pt x="0" y="23020"/>
                </a:lnTo>
                <a:lnTo>
                  <a:pt x="0" y="23020"/>
                </a:lnTo>
                <a:lnTo>
                  <a:pt x="0" y="23020"/>
                </a:lnTo>
                <a:lnTo>
                  <a:pt x="0" y="23020"/>
                </a:lnTo>
                <a:lnTo>
                  <a:pt x="0" y="23020"/>
                </a:lnTo>
                <a:lnTo>
                  <a:pt x="0" y="23021"/>
                </a:lnTo>
                <a:lnTo>
                  <a:pt x="0" y="23021"/>
                </a:lnTo>
                <a:lnTo>
                  <a:pt x="0" y="23021"/>
                </a:lnTo>
                <a:lnTo>
                  <a:pt x="0" y="23021"/>
                </a:lnTo>
                <a:lnTo>
                  <a:pt x="0" y="23021"/>
                </a:lnTo>
                <a:lnTo>
                  <a:pt x="0" y="23022"/>
                </a:lnTo>
                <a:lnTo>
                  <a:pt x="0" y="23022"/>
                </a:lnTo>
                <a:lnTo>
                  <a:pt x="0" y="23022"/>
                </a:lnTo>
                <a:lnTo>
                  <a:pt x="0" y="23022"/>
                </a:lnTo>
                <a:lnTo>
                  <a:pt x="0" y="23023"/>
                </a:lnTo>
                <a:lnTo>
                  <a:pt x="0" y="23023"/>
                </a:lnTo>
                <a:lnTo>
                  <a:pt x="0" y="23023"/>
                </a:lnTo>
                <a:lnTo>
                  <a:pt x="0" y="23023"/>
                </a:lnTo>
                <a:lnTo>
                  <a:pt x="0" y="23023"/>
                </a:lnTo>
                <a:lnTo>
                  <a:pt x="0" y="23024"/>
                </a:lnTo>
                <a:lnTo>
                  <a:pt x="0" y="23024"/>
                </a:lnTo>
                <a:lnTo>
                  <a:pt x="0" y="23024"/>
                </a:lnTo>
                <a:lnTo>
                  <a:pt x="0" y="23024"/>
                </a:lnTo>
                <a:lnTo>
                  <a:pt x="0" y="23025"/>
                </a:lnTo>
                <a:lnTo>
                  <a:pt x="0" y="23025"/>
                </a:lnTo>
                <a:lnTo>
                  <a:pt x="0" y="23025"/>
                </a:lnTo>
                <a:lnTo>
                  <a:pt x="0" y="23025"/>
                </a:lnTo>
                <a:lnTo>
                  <a:pt x="0" y="23025"/>
                </a:lnTo>
                <a:lnTo>
                  <a:pt x="0" y="23026"/>
                </a:lnTo>
                <a:lnTo>
                  <a:pt x="0" y="23026"/>
                </a:lnTo>
                <a:lnTo>
                  <a:pt x="0" y="23026"/>
                </a:lnTo>
                <a:lnTo>
                  <a:pt x="0" y="23026"/>
                </a:lnTo>
                <a:lnTo>
                  <a:pt x="0" y="23026"/>
                </a:lnTo>
                <a:lnTo>
                  <a:pt x="0" y="23027"/>
                </a:lnTo>
                <a:lnTo>
                  <a:pt x="0" y="23027"/>
                </a:lnTo>
                <a:lnTo>
                  <a:pt x="0" y="23027"/>
                </a:lnTo>
                <a:lnTo>
                  <a:pt x="0" y="23027"/>
                </a:lnTo>
                <a:lnTo>
                  <a:pt x="0" y="23028"/>
                </a:lnTo>
                <a:lnTo>
                  <a:pt x="0" y="23028"/>
                </a:lnTo>
                <a:lnTo>
                  <a:pt x="0" y="23028"/>
                </a:lnTo>
                <a:lnTo>
                  <a:pt x="0" y="23028"/>
                </a:lnTo>
                <a:lnTo>
                  <a:pt x="0" y="23028"/>
                </a:lnTo>
                <a:lnTo>
                  <a:pt x="0" y="23029"/>
                </a:lnTo>
                <a:lnTo>
                  <a:pt x="0" y="23029"/>
                </a:lnTo>
                <a:lnTo>
                  <a:pt x="0" y="23029"/>
                </a:lnTo>
                <a:lnTo>
                  <a:pt x="0" y="23029"/>
                </a:lnTo>
                <a:lnTo>
                  <a:pt x="0" y="23030"/>
                </a:lnTo>
                <a:lnTo>
                  <a:pt x="0" y="23030"/>
                </a:lnTo>
                <a:lnTo>
                  <a:pt x="0" y="23030"/>
                </a:lnTo>
                <a:lnTo>
                  <a:pt x="0" y="23030"/>
                </a:lnTo>
                <a:lnTo>
                  <a:pt x="0" y="23030"/>
                </a:lnTo>
                <a:lnTo>
                  <a:pt x="0" y="23031"/>
                </a:lnTo>
                <a:lnTo>
                  <a:pt x="0" y="23031"/>
                </a:lnTo>
                <a:lnTo>
                  <a:pt x="0" y="23031"/>
                </a:lnTo>
                <a:lnTo>
                  <a:pt x="0" y="23031"/>
                </a:lnTo>
                <a:lnTo>
                  <a:pt x="0" y="23031"/>
                </a:lnTo>
                <a:lnTo>
                  <a:pt x="0" y="23032"/>
                </a:lnTo>
                <a:lnTo>
                  <a:pt x="0" y="23032"/>
                </a:lnTo>
                <a:lnTo>
                  <a:pt x="0" y="23032"/>
                </a:lnTo>
                <a:lnTo>
                  <a:pt x="0" y="23032"/>
                </a:lnTo>
                <a:lnTo>
                  <a:pt x="0" y="23032"/>
                </a:lnTo>
                <a:lnTo>
                  <a:pt x="0" y="23033"/>
                </a:lnTo>
                <a:lnTo>
                  <a:pt x="0" y="23033"/>
                </a:lnTo>
                <a:lnTo>
                  <a:pt x="0" y="23033"/>
                </a:lnTo>
                <a:lnTo>
                  <a:pt x="0" y="23033"/>
                </a:lnTo>
                <a:lnTo>
                  <a:pt x="0" y="23034"/>
                </a:lnTo>
                <a:lnTo>
                  <a:pt x="0" y="23034"/>
                </a:lnTo>
                <a:lnTo>
                  <a:pt x="0" y="23034"/>
                </a:lnTo>
                <a:lnTo>
                  <a:pt x="0" y="23034"/>
                </a:lnTo>
                <a:lnTo>
                  <a:pt x="0" y="23034"/>
                </a:lnTo>
                <a:lnTo>
                  <a:pt x="0" y="23035"/>
                </a:lnTo>
                <a:lnTo>
                  <a:pt x="0" y="23035"/>
                </a:lnTo>
                <a:lnTo>
                  <a:pt x="0" y="23035"/>
                </a:lnTo>
                <a:lnTo>
                  <a:pt x="0" y="23035"/>
                </a:lnTo>
                <a:lnTo>
                  <a:pt x="0" y="23035"/>
                </a:lnTo>
                <a:lnTo>
                  <a:pt x="0" y="23036"/>
                </a:lnTo>
                <a:lnTo>
                  <a:pt x="0" y="23036"/>
                </a:lnTo>
                <a:lnTo>
                  <a:pt x="0" y="23036"/>
                </a:lnTo>
                <a:lnTo>
                  <a:pt x="0" y="23036"/>
                </a:lnTo>
                <a:lnTo>
                  <a:pt x="0" y="23037"/>
                </a:lnTo>
                <a:lnTo>
                  <a:pt x="0" y="23037"/>
                </a:lnTo>
                <a:lnTo>
                  <a:pt x="0" y="23037"/>
                </a:lnTo>
                <a:lnTo>
                  <a:pt x="0" y="23037"/>
                </a:lnTo>
                <a:lnTo>
                  <a:pt x="0" y="23037"/>
                </a:lnTo>
                <a:lnTo>
                  <a:pt x="0" y="23038"/>
                </a:lnTo>
                <a:lnTo>
                  <a:pt x="0" y="23038"/>
                </a:lnTo>
                <a:lnTo>
                  <a:pt x="0" y="23038"/>
                </a:lnTo>
                <a:lnTo>
                  <a:pt x="0" y="23038"/>
                </a:lnTo>
                <a:lnTo>
                  <a:pt x="0" y="23038"/>
                </a:lnTo>
                <a:lnTo>
                  <a:pt x="0" y="23039"/>
                </a:lnTo>
                <a:lnTo>
                  <a:pt x="0" y="23039"/>
                </a:lnTo>
                <a:lnTo>
                  <a:pt x="0" y="23039"/>
                </a:lnTo>
                <a:lnTo>
                  <a:pt x="0" y="23039"/>
                </a:lnTo>
                <a:lnTo>
                  <a:pt x="0" y="23040"/>
                </a:lnTo>
                <a:lnTo>
                  <a:pt x="0" y="23040"/>
                </a:lnTo>
                <a:lnTo>
                  <a:pt x="0" y="23040"/>
                </a:lnTo>
                <a:lnTo>
                  <a:pt x="0" y="23040"/>
                </a:lnTo>
                <a:lnTo>
                  <a:pt x="0" y="23040"/>
                </a:lnTo>
                <a:lnTo>
                  <a:pt x="0" y="23041"/>
                </a:lnTo>
                <a:lnTo>
                  <a:pt x="0" y="23041"/>
                </a:lnTo>
                <a:lnTo>
                  <a:pt x="0" y="23041"/>
                </a:lnTo>
                <a:lnTo>
                  <a:pt x="0" y="23041"/>
                </a:lnTo>
                <a:lnTo>
                  <a:pt x="0" y="23041"/>
                </a:lnTo>
                <a:lnTo>
                  <a:pt x="0" y="23042"/>
                </a:lnTo>
                <a:lnTo>
                  <a:pt x="0" y="23042"/>
                </a:lnTo>
                <a:lnTo>
                  <a:pt x="0" y="23042"/>
                </a:lnTo>
                <a:lnTo>
                  <a:pt x="0" y="23042"/>
                </a:lnTo>
                <a:lnTo>
                  <a:pt x="0" y="23042"/>
                </a:lnTo>
                <a:lnTo>
                  <a:pt x="0" y="23043"/>
                </a:lnTo>
                <a:lnTo>
                  <a:pt x="0" y="23043"/>
                </a:lnTo>
                <a:lnTo>
                  <a:pt x="0" y="23043"/>
                </a:lnTo>
                <a:lnTo>
                  <a:pt x="0" y="23043"/>
                </a:lnTo>
                <a:lnTo>
                  <a:pt x="0" y="23044"/>
                </a:lnTo>
                <a:lnTo>
                  <a:pt x="0" y="23044"/>
                </a:lnTo>
                <a:lnTo>
                  <a:pt x="0" y="23044"/>
                </a:lnTo>
                <a:lnTo>
                  <a:pt x="0" y="23044"/>
                </a:lnTo>
                <a:lnTo>
                  <a:pt x="0" y="23044"/>
                </a:lnTo>
                <a:lnTo>
                  <a:pt x="0" y="23045"/>
                </a:lnTo>
                <a:lnTo>
                  <a:pt x="0" y="23045"/>
                </a:lnTo>
                <a:lnTo>
                  <a:pt x="0" y="23045"/>
                </a:lnTo>
                <a:lnTo>
                  <a:pt x="0" y="23045"/>
                </a:lnTo>
                <a:lnTo>
                  <a:pt x="0" y="23045"/>
                </a:lnTo>
                <a:lnTo>
                  <a:pt x="0" y="23046"/>
                </a:lnTo>
                <a:lnTo>
                  <a:pt x="0" y="23046"/>
                </a:lnTo>
                <a:lnTo>
                  <a:pt x="0" y="23046"/>
                </a:lnTo>
                <a:lnTo>
                  <a:pt x="0" y="23046"/>
                </a:lnTo>
                <a:lnTo>
                  <a:pt x="0" y="23046"/>
                </a:lnTo>
                <a:lnTo>
                  <a:pt x="0" y="23047"/>
                </a:lnTo>
                <a:lnTo>
                  <a:pt x="0" y="23047"/>
                </a:lnTo>
                <a:lnTo>
                  <a:pt x="0" y="23047"/>
                </a:lnTo>
                <a:lnTo>
                  <a:pt x="0" y="23047"/>
                </a:lnTo>
                <a:lnTo>
                  <a:pt x="0" y="23047"/>
                </a:lnTo>
                <a:lnTo>
                  <a:pt x="0" y="23048"/>
                </a:lnTo>
                <a:lnTo>
                  <a:pt x="0" y="23048"/>
                </a:lnTo>
                <a:lnTo>
                  <a:pt x="0" y="23048"/>
                </a:lnTo>
                <a:lnTo>
                  <a:pt x="0" y="23048"/>
                </a:lnTo>
                <a:lnTo>
                  <a:pt x="0" y="23049"/>
                </a:lnTo>
                <a:lnTo>
                  <a:pt x="0" y="23049"/>
                </a:lnTo>
                <a:lnTo>
                  <a:pt x="0" y="23049"/>
                </a:lnTo>
                <a:lnTo>
                  <a:pt x="0" y="23049"/>
                </a:lnTo>
                <a:lnTo>
                  <a:pt x="0" y="23049"/>
                </a:lnTo>
                <a:lnTo>
                  <a:pt x="0" y="23050"/>
                </a:lnTo>
                <a:lnTo>
                  <a:pt x="0" y="23050"/>
                </a:lnTo>
                <a:lnTo>
                  <a:pt x="0" y="23050"/>
                </a:lnTo>
                <a:lnTo>
                  <a:pt x="0" y="23050"/>
                </a:lnTo>
                <a:lnTo>
                  <a:pt x="0" y="23050"/>
                </a:lnTo>
                <a:lnTo>
                  <a:pt x="0" y="23051"/>
                </a:lnTo>
                <a:lnTo>
                  <a:pt x="0" y="23051"/>
                </a:lnTo>
                <a:lnTo>
                  <a:pt x="0" y="23051"/>
                </a:lnTo>
                <a:lnTo>
                  <a:pt x="0" y="23051"/>
                </a:lnTo>
                <a:lnTo>
                  <a:pt x="0" y="23051"/>
                </a:lnTo>
                <a:lnTo>
                  <a:pt x="0" y="23052"/>
                </a:lnTo>
                <a:lnTo>
                  <a:pt x="0" y="23052"/>
                </a:lnTo>
                <a:lnTo>
                  <a:pt x="0" y="23052"/>
                </a:lnTo>
                <a:lnTo>
                  <a:pt x="0" y="23052"/>
                </a:lnTo>
                <a:lnTo>
                  <a:pt x="0" y="23052"/>
                </a:lnTo>
                <a:lnTo>
                  <a:pt x="0" y="23053"/>
                </a:lnTo>
                <a:lnTo>
                  <a:pt x="0" y="23053"/>
                </a:lnTo>
                <a:lnTo>
                  <a:pt x="0" y="23053"/>
                </a:lnTo>
                <a:lnTo>
                  <a:pt x="0" y="23053"/>
                </a:lnTo>
                <a:lnTo>
                  <a:pt x="0" y="23054"/>
                </a:lnTo>
                <a:lnTo>
                  <a:pt x="0" y="23054"/>
                </a:lnTo>
                <a:lnTo>
                  <a:pt x="0" y="23054"/>
                </a:lnTo>
                <a:lnTo>
                  <a:pt x="0" y="23054"/>
                </a:lnTo>
                <a:lnTo>
                  <a:pt x="0" y="23054"/>
                </a:lnTo>
                <a:lnTo>
                  <a:pt x="0" y="23055"/>
                </a:lnTo>
                <a:lnTo>
                  <a:pt x="0" y="23055"/>
                </a:lnTo>
                <a:lnTo>
                  <a:pt x="0" y="23055"/>
                </a:lnTo>
                <a:lnTo>
                  <a:pt x="0" y="23055"/>
                </a:lnTo>
                <a:lnTo>
                  <a:pt x="0" y="23055"/>
                </a:lnTo>
                <a:lnTo>
                  <a:pt x="0" y="23056"/>
                </a:lnTo>
                <a:lnTo>
                  <a:pt x="0" y="23056"/>
                </a:lnTo>
                <a:lnTo>
                  <a:pt x="0" y="23056"/>
                </a:lnTo>
                <a:lnTo>
                  <a:pt x="0" y="23056"/>
                </a:lnTo>
                <a:lnTo>
                  <a:pt x="0" y="23056"/>
                </a:lnTo>
                <a:lnTo>
                  <a:pt x="0" y="23057"/>
                </a:lnTo>
                <a:lnTo>
                  <a:pt x="0" y="23057"/>
                </a:lnTo>
                <a:lnTo>
                  <a:pt x="0" y="23057"/>
                </a:lnTo>
                <a:lnTo>
                  <a:pt x="0" y="23057"/>
                </a:lnTo>
                <a:lnTo>
                  <a:pt x="0" y="23057"/>
                </a:lnTo>
                <a:lnTo>
                  <a:pt x="0" y="23058"/>
                </a:lnTo>
                <a:lnTo>
                  <a:pt x="0" y="23058"/>
                </a:lnTo>
                <a:lnTo>
                  <a:pt x="0" y="23058"/>
                </a:lnTo>
                <a:lnTo>
                  <a:pt x="0" y="23058"/>
                </a:lnTo>
                <a:lnTo>
                  <a:pt x="0" y="23058"/>
                </a:lnTo>
                <a:lnTo>
                  <a:pt x="0" y="23059"/>
                </a:lnTo>
                <a:lnTo>
                  <a:pt x="0" y="23059"/>
                </a:lnTo>
                <a:lnTo>
                  <a:pt x="0" y="23059"/>
                </a:lnTo>
                <a:lnTo>
                  <a:pt x="0" y="23059"/>
                </a:lnTo>
                <a:lnTo>
                  <a:pt x="0" y="23059"/>
                </a:lnTo>
                <a:lnTo>
                  <a:pt x="0" y="23060"/>
                </a:lnTo>
                <a:lnTo>
                  <a:pt x="0" y="23060"/>
                </a:lnTo>
                <a:lnTo>
                  <a:pt x="0" y="23060"/>
                </a:lnTo>
                <a:lnTo>
                  <a:pt x="0" y="23060"/>
                </a:lnTo>
                <a:lnTo>
                  <a:pt x="0" y="23060"/>
                </a:lnTo>
                <a:lnTo>
                  <a:pt x="0" y="23061"/>
                </a:lnTo>
                <a:lnTo>
                  <a:pt x="0" y="23061"/>
                </a:lnTo>
                <a:lnTo>
                  <a:pt x="0" y="23061"/>
                </a:lnTo>
                <a:lnTo>
                  <a:pt x="0" y="23061"/>
                </a:lnTo>
                <a:lnTo>
                  <a:pt x="0" y="23061"/>
                </a:lnTo>
                <a:lnTo>
                  <a:pt x="0" y="23062"/>
                </a:lnTo>
                <a:lnTo>
                  <a:pt x="0" y="23062"/>
                </a:lnTo>
                <a:lnTo>
                  <a:pt x="0" y="23062"/>
                </a:lnTo>
                <a:lnTo>
                  <a:pt x="0" y="23062"/>
                </a:lnTo>
                <a:lnTo>
                  <a:pt x="0" y="23062"/>
                </a:lnTo>
                <a:lnTo>
                  <a:pt x="0" y="23063"/>
                </a:lnTo>
                <a:lnTo>
                  <a:pt x="0" y="23063"/>
                </a:lnTo>
                <a:lnTo>
                  <a:pt x="0" y="23063"/>
                </a:lnTo>
                <a:lnTo>
                  <a:pt x="0" y="23063"/>
                </a:lnTo>
                <a:lnTo>
                  <a:pt x="0" y="23064"/>
                </a:lnTo>
                <a:lnTo>
                  <a:pt x="0" y="23064"/>
                </a:lnTo>
                <a:lnTo>
                  <a:pt x="0" y="23064"/>
                </a:lnTo>
                <a:lnTo>
                  <a:pt x="0" y="23064"/>
                </a:lnTo>
                <a:lnTo>
                  <a:pt x="0" y="23064"/>
                </a:lnTo>
                <a:lnTo>
                  <a:pt x="0" y="23065"/>
                </a:lnTo>
                <a:lnTo>
                  <a:pt x="0" y="23065"/>
                </a:lnTo>
                <a:lnTo>
                  <a:pt x="0" y="23065"/>
                </a:lnTo>
                <a:lnTo>
                  <a:pt x="0" y="23065"/>
                </a:lnTo>
                <a:lnTo>
                  <a:pt x="0" y="23065"/>
                </a:lnTo>
                <a:lnTo>
                  <a:pt x="0" y="23066"/>
                </a:lnTo>
                <a:lnTo>
                  <a:pt x="0" y="23066"/>
                </a:lnTo>
                <a:lnTo>
                  <a:pt x="0" y="23066"/>
                </a:lnTo>
                <a:lnTo>
                  <a:pt x="0" y="23066"/>
                </a:lnTo>
                <a:lnTo>
                  <a:pt x="0" y="23066"/>
                </a:lnTo>
                <a:lnTo>
                  <a:pt x="0" y="23067"/>
                </a:lnTo>
                <a:lnTo>
                  <a:pt x="0" y="23067"/>
                </a:lnTo>
                <a:lnTo>
                  <a:pt x="0" y="23067"/>
                </a:lnTo>
                <a:lnTo>
                  <a:pt x="0" y="23067"/>
                </a:lnTo>
                <a:lnTo>
                  <a:pt x="0" y="23067"/>
                </a:lnTo>
                <a:lnTo>
                  <a:pt x="0" y="23068"/>
                </a:lnTo>
                <a:lnTo>
                  <a:pt x="0" y="23068"/>
                </a:lnTo>
                <a:lnTo>
                  <a:pt x="0" y="23068"/>
                </a:lnTo>
                <a:lnTo>
                  <a:pt x="0" y="23068"/>
                </a:lnTo>
                <a:lnTo>
                  <a:pt x="0" y="23068"/>
                </a:lnTo>
                <a:lnTo>
                  <a:pt x="0" y="23069"/>
                </a:lnTo>
                <a:lnTo>
                  <a:pt x="0" y="23069"/>
                </a:lnTo>
                <a:lnTo>
                  <a:pt x="0" y="23069"/>
                </a:lnTo>
                <a:lnTo>
                  <a:pt x="0" y="23069"/>
                </a:lnTo>
                <a:lnTo>
                  <a:pt x="0" y="23069"/>
                </a:lnTo>
                <a:lnTo>
                  <a:pt x="0" y="23070"/>
                </a:lnTo>
                <a:lnTo>
                  <a:pt x="0" y="23070"/>
                </a:lnTo>
                <a:lnTo>
                  <a:pt x="0" y="23070"/>
                </a:lnTo>
                <a:lnTo>
                  <a:pt x="0" y="23070"/>
                </a:lnTo>
                <a:lnTo>
                  <a:pt x="0" y="23070"/>
                </a:lnTo>
                <a:lnTo>
                  <a:pt x="0" y="23071"/>
                </a:lnTo>
                <a:lnTo>
                  <a:pt x="0" y="23071"/>
                </a:lnTo>
                <a:lnTo>
                  <a:pt x="0" y="23071"/>
                </a:lnTo>
                <a:lnTo>
                  <a:pt x="0" y="23071"/>
                </a:lnTo>
                <a:lnTo>
                  <a:pt x="0" y="23071"/>
                </a:lnTo>
                <a:lnTo>
                  <a:pt x="0" y="23072"/>
                </a:lnTo>
                <a:lnTo>
                  <a:pt x="0" y="23072"/>
                </a:lnTo>
                <a:lnTo>
                  <a:pt x="0" y="23072"/>
                </a:lnTo>
                <a:lnTo>
                  <a:pt x="0" y="23072"/>
                </a:lnTo>
                <a:lnTo>
                  <a:pt x="0" y="23072"/>
                </a:lnTo>
                <a:lnTo>
                  <a:pt x="0" y="23073"/>
                </a:lnTo>
                <a:lnTo>
                  <a:pt x="0" y="23073"/>
                </a:lnTo>
                <a:lnTo>
                  <a:pt x="0" y="23073"/>
                </a:lnTo>
                <a:lnTo>
                  <a:pt x="0" y="23073"/>
                </a:lnTo>
                <a:lnTo>
                  <a:pt x="0" y="23073"/>
                </a:lnTo>
                <a:lnTo>
                  <a:pt x="0" y="23074"/>
                </a:lnTo>
                <a:lnTo>
                  <a:pt x="0" y="23074"/>
                </a:lnTo>
                <a:lnTo>
                  <a:pt x="0" y="23074"/>
                </a:lnTo>
                <a:lnTo>
                  <a:pt x="0" y="23074"/>
                </a:lnTo>
                <a:lnTo>
                  <a:pt x="0" y="23074"/>
                </a:lnTo>
                <a:lnTo>
                  <a:pt x="0" y="23075"/>
                </a:lnTo>
                <a:lnTo>
                  <a:pt x="0" y="23075"/>
                </a:lnTo>
                <a:lnTo>
                  <a:pt x="0" y="23075"/>
                </a:lnTo>
                <a:lnTo>
                  <a:pt x="0" y="23075"/>
                </a:lnTo>
                <a:lnTo>
                  <a:pt x="0" y="23075"/>
                </a:lnTo>
                <a:lnTo>
                  <a:pt x="0" y="23076"/>
                </a:lnTo>
                <a:lnTo>
                  <a:pt x="0" y="23076"/>
                </a:lnTo>
                <a:lnTo>
                  <a:pt x="0" y="23076"/>
                </a:lnTo>
                <a:lnTo>
                  <a:pt x="0" y="23076"/>
                </a:lnTo>
                <a:lnTo>
                  <a:pt x="0" y="23076"/>
                </a:lnTo>
                <a:lnTo>
                  <a:pt x="0" y="23076"/>
                </a:lnTo>
                <a:lnTo>
                  <a:pt x="0" y="23077"/>
                </a:lnTo>
                <a:lnTo>
                  <a:pt x="0" y="23077"/>
                </a:lnTo>
                <a:lnTo>
                  <a:pt x="0" y="23077"/>
                </a:lnTo>
                <a:lnTo>
                  <a:pt x="0" y="23077"/>
                </a:lnTo>
                <a:lnTo>
                  <a:pt x="0" y="23077"/>
                </a:lnTo>
                <a:lnTo>
                  <a:pt x="0" y="23078"/>
                </a:lnTo>
                <a:lnTo>
                  <a:pt x="0" y="23078"/>
                </a:lnTo>
                <a:lnTo>
                  <a:pt x="0" y="23078"/>
                </a:lnTo>
                <a:lnTo>
                  <a:pt x="0" y="23078"/>
                </a:lnTo>
                <a:lnTo>
                  <a:pt x="0" y="23078"/>
                </a:lnTo>
                <a:lnTo>
                  <a:pt x="0" y="23079"/>
                </a:lnTo>
                <a:lnTo>
                  <a:pt x="0" y="23079"/>
                </a:lnTo>
                <a:lnTo>
                  <a:pt x="0" y="23079"/>
                </a:lnTo>
                <a:lnTo>
                  <a:pt x="0" y="23079"/>
                </a:lnTo>
                <a:lnTo>
                  <a:pt x="0" y="23079"/>
                </a:lnTo>
                <a:lnTo>
                  <a:pt x="0" y="23080"/>
                </a:lnTo>
                <a:lnTo>
                  <a:pt x="0" y="23080"/>
                </a:lnTo>
                <a:lnTo>
                  <a:pt x="0" y="23080"/>
                </a:lnTo>
                <a:lnTo>
                  <a:pt x="0" y="23080"/>
                </a:lnTo>
                <a:lnTo>
                  <a:pt x="0" y="23080"/>
                </a:lnTo>
                <a:lnTo>
                  <a:pt x="0" y="23081"/>
                </a:lnTo>
                <a:lnTo>
                  <a:pt x="0" y="23081"/>
                </a:lnTo>
                <a:lnTo>
                  <a:pt x="0" y="23081"/>
                </a:lnTo>
                <a:lnTo>
                  <a:pt x="0" y="23081"/>
                </a:lnTo>
                <a:lnTo>
                  <a:pt x="0" y="23081"/>
                </a:lnTo>
                <a:lnTo>
                  <a:pt x="0" y="23082"/>
                </a:lnTo>
                <a:lnTo>
                  <a:pt x="0" y="23082"/>
                </a:lnTo>
                <a:lnTo>
                  <a:pt x="0" y="23082"/>
                </a:lnTo>
                <a:lnTo>
                  <a:pt x="0" y="23082"/>
                </a:lnTo>
                <a:lnTo>
                  <a:pt x="0" y="23082"/>
                </a:lnTo>
                <a:lnTo>
                  <a:pt x="0" y="23083"/>
                </a:lnTo>
                <a:lnTo>
                  <a:pt x="0" y="23083"/>
                </a:lnTo>
                <a:lnTo>
                  <a:pt x="0" y="23083"/>
                </a:lnTo>
                <a:lnTo>
                  <a:pt x="0" y="23083"/>
                </a:lnTo>
                <a:lnTo>
                  <a:pt x="0" y="23083"/>
                </a:lnTo>
                <a:lnTo>
                  <a:pt x="0" y="23084"/>
                </a:lnTo>
                <a:lnTo>
                  <a:pt x="0" y="23084"/>
                </a:lnTo>
                <a:lnTo>
                  <a:pt x="0" y="23084"/>
                </a:lnTo>
                <a:lnTo>
                  <a:pt x="0" y="23084"/>
                </a:lnTo>
                <a:lnTo>
                  <a:pt x="0" y="23084"/>
                </a:lnTo>
                <a:lnTo>
                  <a:pt x="0" y="23085"/>
                </a:lnTo>
                <a:lnTo>
                  <a:pt x="0" y="23085"/>
                </a:lnTo>
                <a:lnTo>
                  <a:pt x="0" y="23085"/>
                </a:lnTo>
                <a:lnTo>
                  <a:pt x="0" y="23085"/>
                </a:lnTo>
                <a:lnTo>
                  <a:pt x="0" y="23085"/>
                </a:lnTo>
                <a:lnTo>
                  <a:pt x="0" y="23085"/>
                </a:lnTo>
                <a:lnTo>
                  <a:pt x="0" y="23086"/>
                </a:lnTo>
                <a:lnTo>
                  <a:pt x="0" y="23086"/>
                </a:lnTo>
                <a:lnTo>
                  <a:pt x="0" y="23086"/>
                </a:lnTo>
                <a:lnTo>
                  <a:pt x="0" y="23086"/>
                </a:lnTo>
                <a:lnTo>
                  <a:pt x="0" y="23086"/>
                </a:lnTo>
                <a:lnTo>
                  <a:pt x="0" y="23087"/>
                </a:lnTo>
                <a:lnTo>
                  <a:pt x="0" y="23087"/>
                </a:lnTo>
                <a:lnTo>
                  <a:pt x="0" y="23087"/>
                </a:lnTo>
                <a:lnTo>
                  <a:pt x="0" y="23087"/>
                </a:lnTo>
                <a:lnTo>
                  <a:pt x="0" y="23087"/>
                </a:lnTo>
                <a:lnTo>
                  <a:pt x="0" y="23088"/>
                </a:lnTo>
                <a:lnTo>
                  <a:pt x="0" y="23088"/>
                </a:lnTo>
                <a:lnTo>
                  <a:pt x="0" y="23088"/>
                </a:lnTo>
                <a:lnTo>
                  <a:pt x="0" y="23088"/>
                </a:lnTo>
                <a:lnTo>
                  <a:pt x="0" y="23088"/>
                </a:lnTo>
                <a:lnTo>
                  <a:pt x="0" y="23089"/>
                </a:lnTo>
                <a:lnTo>
                  <a:pt x="0" y="23089"/>
                </a:lnTo>
                <a:lnTo>
                  <a:pt x="0" y="23089"/>
                </a:lnTo>
                <a:lnTo>
                  <a:pt x="0" y="23089"/>
                </a:lnTo>
                <a:lnTo>
                  <a:pt x="0" y="23089"/>
                </a:lnTo>
                <a:lnTo>
                  <a:pt x="0" y="23090"/>
                </a:lnTo>
                <a:lnTo>
                  <a:pt x="0" y="23090"/>
                </a:lnTo>
                <a:lnTo>
                  <a:pt x="0" y="23090"/>
                </a:lnTo>
                <a:lnTo>
                  <a:pt x="0" y="23090"/>
                </a:lnTo>
                <a:lnTo>
                  <a:pt x="0" y="23090"/>
                </a:lnTo>
                <a:lnTo>
                  <a:pt x="0" y="23090"/>
                </a:lnTo>
                <a:lnTo>
                  <a:pt x="0" y="23091"/>
                </a:lnTo>
                <a:lnTo>
                  <a:pt x="0" y="23091"/>
                </a:lnTo>
                <a:lnTo>
                  <a:pt x="0" y="23091"/>
                </a:lnTo>
                <a:lnTo>
                  <a:pt x="0" y="23091"/>
                </a:lnTo>
                <a:lnTo>
                  <a:pt x="0" y="23091"/>
                </a:lnTo>
                <a:lnTo>
                  <a:pt x="0" y="23092"/>
                </a:lnTo>
                <a:lnTo>
                  <a:pt x="0" y="23092"/>
                </a:lnTo>
                <a:lnTo>
                  <a:pt x="0" y="23092"/>
                </a:lnTo>
                <a:lnTo>
                  <a:pt x="0" y="23092"/>
                </a:lnTo>
                <a:lnTo>
                  <a:pt x="0" y="23092"/>
                </a:lnTo>
                <a:lnTo>
                  <a:pt x="0" y="23093"/>
                </a:lnTo>
                <a:lnTo>
                  <a:pt x="0" y="23093"/>
                </a:lnTo>
                <a:lnTo>
                  <a:pt x="0" y="23093"/>
                </a:lnTo>
                <a:lnTo>
                  <a:pt x="0" y="23093"/>
                </a:lnTo>
                <a:lnTo>
                  <a:pt x="0" y="23093"/>
                </a:lnTo>
                <a:lnTo>
                  <a:pt x="0" y="23094"/>
                </a:lnTo>
                <a:lnTo>
                  <a:pt x="0" y="23094"/>
                </a:lnTo>
                <a:lnTo>
                  <a:pt x="0" y="23094"/>
                </a:lnTo>
                <a:lnTo>
                  <a:pt x="0" y="23094"/>
                </a:lnTo>
                <a:lnTo>
                  <a:pt x="0" y="23094"/>
                </a:lnTo>
                <a:lnTo>
                  <a:pt x="0" y="23095"/>
                </a:lnTo>
                <a:lnTo>
                  <a:pt x="0" y="23095"/>
                </a:lnTo>
                <a:lnTo>
                  <a:pt x="0" y="23095"/>
                </a:lnTo>
                <a:lnTo>
                  <a:pt x="0" y="23095"/>
                </a:lnTo>
                <a:lnTo>
                  <a:pt x="0" y="23095"/>
                </a:lnTo>
                <a:lnTo>
                  <a:pt x="0" y="23095"/>
                </a:lnTo>
                <a:lnTo>
                  <a:pt x="0" y="23096"/>
                </a:lnTo>
                <a:lnTo>
                  <a:pt x="0" y="23096"/>
                </a:lnTo>
                <a:lnTo>
                  <a:pt x="0" y="23096"/>
                </a:lnTo>
                <a:lnTo>
                  <a:pt x="0" y="23096"/>
                </a:lnTo>
                <a:lnTo>
                  <a:pt x="0" y="23096"/>
                </a:lnTo>
                <a:lnTo>
                  <a:pt x="0" y="23097"/>
                </a:lnTo>
                <a:lnTo>
                  <a:pt x="0" y="23097"/>
                </a:lnTo>
                <a:lnTo>
                  <a:pt x="0" y="23097"/>
                </a:lnTo>
                <a:lnTo>
                  <a:pt x="0" y="23097"/>
                </a:lnTo>
                <a:lnTo>
                  <a:pt x="0" y="23097"/>
                </a:lnTo>
                <a:lnTo>
                  <a:pt x="0" y="23098"/>
                </a:lnTo>
                <a:lnTo>
                  <a:pt x="0" y="23098"/>
                </a:lnTo>
                <a:lnTo>
                  <a:pt x="0" y="23098"/>
                </a:lnTo>
                <a:lnTo>
                  <a:pt x="0" y="23098"/>
                </a:lnTo>
                <a:lnTo>
                  <a:pt x="0" y="23098"/>
                </a:lnTo>
                <a:lnTo>
                  <a:pt x="0" y="23098"/>
                </a:lnTo>
                <a:lnTo>
                  <a:pt x="0" y="23099"/>
                </a:lnTo>
                <a:lnTo>
                  <a:pt x="0" y="23099"/>
                </a:lnTo>
                <a:lnTo>
                  <a:pt x="0" y="23099"/>
                </a:lnTo>
                <a:lnTo>
                  <a:pt x="0" y="23099"/>
                </a:lnTo>
                <a:lnTo>
                  <a:pt x="0" y="23099"/>
                </a:lnTo>
                <a:lnTo>
                  <a:pt x="0" y="23100"/>
                </a:lnTo>
                <a:lnTo>
                  <a:pt x="0" y="23100"/>
                </a:lnTo>
                <a:lnTo>
                  <a:pt x="0" y="23100"/>
                </a:lnTo>
                <a:lnTo>
                  <a:pt x="0" y="23100"/>
                </a:lnTo>
                <a:lnTo>
                  <a:pt x="0" y="23100"/>
                </a:lnTo>
                <a:lnTo>
                  <a:pt x="0" y="23101"/>
                </a:lnTo>
                <a:lnTo>
                  <a:pt x="0" y="23101"/>
                </a:lnTo>
                <a:lnTo>
                  <a:pt x="0" y="23101"/>
                </a:lnTo>
                <a:lnTo>
                  <a:pt x="0" y="23101"/>
                </a:lnTo>
                <a:lnTo>
                  <a:pt x="0" y="23101"/>
                </a:lnTo>
                <a:lnTo>
                  <a:pt x="0" y="23101"/>
                </a:lnTo>
                <a:lnTo>
                  <a:pt x="0" y="23102"/>
                </a:lnTo>
                <a:lnTo>
                  <a:pt x="0" y="23102"/>
                </a:lnTo>
                <a:lnTo>
                  <a:pt x="0" y="23102"/>
                </a:lnTo>
                <a:lnTo>
                  <a:pt x="0" y="23102"/>
                </a:lnTo>
                <a:lnTo>
                  <a:pt x="0" y="23102"/>
                </a:lnTo>
                <a:lnTo>
                  <a:pt x="0" y="23103"/>
                </a:lnTo>
                <a:lnTo>
                  <a:pt x="0" y="23103"/>
                </a:lnTo>
                <a:lnTo>
                  <a:pt x="0" y="23103"/>
                </a:lnTo>
                <a:lnTo>
                  <a:pt x="0" y="23103"/>
                </a:lnTo>
                <a:lnTo>
                  <a:pt x="0" y="23103"/>
                </a:lnTo>
                <a:lnTo>
                  <a:pt x="0" y="23104"/>
                </a:lnTo>
                <a:lnTo>
                  <a:pt x="0" y="23104"/>
                </a:lnTo>
                <a:lnTo>
                  <a:pt x="0" y="23104"/>
                </a:lnTo>
                <a:lnTo>
                  <a:pt x="0" y="23104"/>
                </a:lnTo>
                <a:lnTo>
                  <a:pt x="0" y="23104"/>
                </a:lnTo>
                <a:lnTo>
                  <a:pt x="0" y="23104"/>
                </a:lnTo>
                <a:lnTo>
                  <a:pt x="0" y="23105"/>
                </a:lnTo>
                <a:lnTo>
                  <a:pt x="0" y="23105"/>
                </a:lnTo>
                <a:lnTo>
                  <a:pt x="0" y="23105"/>
                </a:lnTo>
                <a:lnTo>
                  <a:pt x="0" y="23105"/>
                </a:lnTo>
                <a:lnTo>
                  <a:pt x="0" y="23105"/>
                </a:lnTo>
                <a:lnTo>
                  <a:pt x="0" y="23106"/>
                </a:lnTo>
                <a:lnTo>
                  <a:pt x="0" y="23106"/>
                </a:lnTo>
                <a:lnTo>
                  <a:pt x="0" y="23106"/>
                </a:lnTo>
                <a:lnTo>
                  <a:pt x="0" y="23106"/>
                </a:lnTo>
                <a:lnTo>
                  <a:pt x="0" y="23106"/>
                </a:lnTo>
                <a:lnTo>
                  <a:pt x="0" y="23107"/>
                </a:lnTo>
                <a:lnTo>
                  <a:pt x="0" y="23107"/>
                </a:lnTo>
                <a:lnTo>
                  <a:pt x="0" y="23107"/>
                </a:lnTo>
                <a:lnTo>
                  <a:pt x="0" y="23107"/>
                </a:lnTo>
                <a:lnTo>
                  <a:pt x="0" y="23107"/>
                </a:lnTo>
                <a:lnTo>
                  <a:pt x="0" y="23107"/>
                </a:lnTo>
                <a:lnTo>
                  <a:pt x="0" y="23108"/>
                </a:lnTo>
                <a:lnTo>
                  <a:pt x="0" y="23108"/>
                </a:lnTo>
                <a:lnTo>
                  <a:pt x="0" y="23108"/>
                </a:lnTo>
                <a:lnTo>
                  <a:pt x="0" y="23108"/>
                </a:lnTo>
                <a:lnTo>
                  <a:pt x="0" y="23108"/>
                </a:lnTo>
                <a:lnTo>
                  <a:pt x="0" y="23109"/>
                </a:lnTo>
                <a:lnTo>
                  <a:pt x="0" y="23109"/>
                </a:lnTo>
                <a:lnTo>
                  <a:pt x="0" y="23109"/>
                </a:lnTo>
                <a:lnTo>
                  <a:pt x="0" y="23109"/>
                </a:lnTo>
                <a:lnTo>
                  <a:pt x="0" y="23109"/>
                </a:lnTo>
                <a:lnTo>
                  <a:pt x="0" y="23109"/>
                </a:lnTo>
                <a:lnTo>
                  <a:pt x="0" y="23110"/>
                </a:lnTo>
                <a:lnTo>
                  <a:pt x="0" y="23110"/>
                </a:lnTo>
                <a:lnTo>
                  <a:pt x="0" y="23110"/>
                </a:lnTo>
                <a:lnTo>
                  <a:pt x="0" y="23110"/>
                </a:lnTo>
                <a:lnTo>
                  <a:pt x="0" y="23110"/>
                </a:lnTo>
                <a:lnTo>
                  <a:pt x="0" y="23111"/>
                </a:lnTo>
                <a:lnTo>
                  <a:pt x="0" y="23111"/>
                </a:lnTo>
                <a:lnTo>
                  <a:pt x="0" y="23111"/>
                </a:lnTo>
                <a:lnTo>
                  <a:pt x="0" y="23111"/>
                </a:lnTo>
                <a:lnTo>
                  <a:pt x="0" y="23111"/>
                </a:lnTo>
                <a:lnTo>
                  <a:pt x="0" y="23111"/>
                </a:lnTo>
                <a:lnTo>
                  <a:pt x="0" y="23112"/>
                </a:lnTo>
                <a:lnTo>
                  <a:pt x="0" y="23112"/>
                </a:lnTo>
                <a:lnTo>
                  <a:pt x="0" y="23112"/>
                </a:lnTo>
                <a:lnTo>
                  <a:pt x="0" y="23112"/>
                </a:lnTo>
                <a:lnTo>
                  <a:pt x="0" y="23112"/>
                </a:lnTo>
                <a:lnTo>
                  <a:pt x="0" y="23113"/>
                </a:lnTo>
                <a:lnTo>
                  <a:pt x="0" y="23113"/>
                </a:lnTo>
                <a:lnTo>
                  <a:pt x="0" y="23113"/>
                </a:lnTo>
                <a:lnTo>
                  <a:pt x="0" y="23113"/>
                </a:lnTo>
                <a:lnTo>
                  <a:pt x="0" y="23113"/>
                </a:lnTo>
                <a:lnTo>
                  <a:pt x="0" y="23113"/>
                </a:lnTo>
                <a:lnTo>
                  <a:pt x="0" y="23114"/>
                </a:lnTo>
                <a:lnTo>
                  <a:pt x="0" y="23114"/>
                </a:lnTo>
                <a:lnTo>
                  <a:pt x="0" y="23114"/>
                </a:lnTo>
                <a:lnTo>
                  <a:pt x="0" y="23114"/>
                </a:lnTo>
                <a:lnTo>
                  <a:pt x="0" y="23114"/>
                </a:lnTo>
                <a:lnTo>
                  <a:pt x="0" y="23115"/>
                </a:lnTo>
                <a:lnTo>
                  <a:pt x="0" y="23115"/>
                </a:lnTo>
                <a:lnTo>
                  <a:pt x="0" y="23115"/>
                </a:lnTo>
                <a:lnTo>
                  <a:pt x="0" y="23115"/>
                </a:lnTo>
                <a:lnTo>
                  <a:pt x="0" y="23115"/>
                </a:lnTo>
                <a:lnTo>
                  <a:pt x="0" y="23115"/>
                </a:lnTo>
                <a:lnTo>
                  <a:pt x="0" y="23116"/>
                </a:lnTo>
                <a:lnTo>
                  <a:pt x="0" y="23116"/>
                </a:lnTo>
                <a:lnTo>
                  <a:pt x="0" y="23116"/>
                </a:lnTo>
                <a:lnTo>
                  <a:pt x="0" y="23116"/>
                </a:lnTo>
                <a:lnTo>
                  <a:pt x="0" y="23116"/>
                </a:lnTo>
                <a:lnTo>
                  <a:pt x="0" y="23117"/>
                </a:lnTo>
                <a:lnTo>
                  <a:pt x="0" y="23117"/>
                </a:lnTo>
                <a:lnTo>
                  <a:pt x="0" y="23117"/>
                </a:lnTo>
                <a:lnTo>
                  <a:pt x="0" y="23117"/>
                </a:lnTo>
                <a:lnTo>
                  <a:pt x="0" y="23117"/>
                </a:lnTo>
                <a:lnTo>
                  <a:pt x="0" y="23117"/>
                </a:lnTo>
                <a:lnTo>
                  <a:pt x="0" y="23118"/>
                </a:lnTo>
                <a:lnTo>
                  <a:pt x="0" y="23118"/>
                </a:lnTo>
                <a:lnTo>
                  <a:pt x="0" y="23118"/>
                </a:lnTo>
                <a:lnTo>
                  <a:pt x="0" y="23118"/>
                </a:lnTo>
                <a:lnTo>
                  <a:pt x="0" y="23118"/>
                </a:lnTo>
                <a:lnTo>
                  <a:pt x="0" y="23119"/>
                </a:lnTo>
                <a:lnTo>
                  <a:pt x="0" y="23119"/>
                </a:lnTo>
                <a:lnTo>
                  <a:pt x="0" y="23119"/>
                </a:lnTo>
                <a:lnTo>
                  <a:pt x="0" y="23119"/>
                </a:lnTo>
                <a:lnTo>
                  <a:pt x="0" y="23119"/>
                </a:lnTo>
                <a:lnTo>
                  <a:pt x="0" y="23119"/>
                </a:lnTo>
                <a:lnTo>
                  <a:pt x="0" y="23120"/>
                </a:lnTo>
                <a:lnTo>
                  <a:pt x="0" y="23120"/>
                </a:lnTo>
                <a:lnTo>
                  <a:pt x="0" y="23120"/>
                </a:lnTo>
                <a:lnTo>
                  <a:pt x="0" y="23120"/>
                </a:lnTo>
                <a:lnTo>
                  <a:pt x="0" y="23120"/>
                </a:lnTo>
                <a:lnTo>
                  <a:pt x="0" y="23121"/>
                </a:lnTo>
                <a:lnTo>
                  <a:pt x="0" y="23121"/>
                </a:lnTo>
                <a:lnTo>
                  <a:pt x="0" y="23121"/>
                </a:lnTo>
                <a:lnTo>
                  <a:pt x="0" y="23121"/>
                </a:lnTo>
                <a:lnTo>
                  <a:pt x="0" y="23121"/>
                </a:lnTo>
                <a:lnTo>
                  <a:pt x="0" y="23121"/>
                </a:lnTo>
                <a:lnTo>
                  <a:pt x="0" y="23122"/>
                </a:lnTo>
                <a:lnTo>
                  <a:pt x="0" y="23122"/>
                </a:lnTo>
                <a:lnTo>
                  <a:pt x="0" y="23122"/>
                </a:lnTo>
                <a:lnTo>
                  <a:pt x="0" y="23122"/>
                </a:lnTo>
                <a:lnTo>
                  <a:pt x="0" y="23122"/>
                </a:lnTo>
                <a:lnTo>
                  <a:pt x="0" y="23122"/>
                </a:lnTo>
                <a:lnTo>
                  <a:pt x="0" y="23123"/>
                </a:lnTo>
                <a:lnTo>
                  <a:pt x="0" y="23123"/>
                </a:lnTo>
                <a:lnTo>
                  <a:pt x="0" y="23123"/>
                </a:lnTo>
                <a:lnTo>
                  <a:pt x="0" y="23123"/>
                </a:lnTo>
                <a:lnTo>
                  <a:pt x="0" y="23123"/>
                </a:lnTo>
                <a:lnTo>
                  <a:pt x="0" y="23124"/>
                </a:lnTo>
                <a:lnTo>
                  <a:pt x="0" y="23124"/>
                </a:lnTo>
                <a:lnTo>
                  <a:pt x="0" y="23124"/>
                </a:lnTo>
                <a:lnTo>
                  <a:pt x="0" y="23124"/>
                </a:lnTo>
                <a:lnTo>
                  <a:pt x="0" y="23124"/>
                </a:lnTo>
                <a:lnTo>
                  <a:pt x="0" y="23124"/>
                </a:lnTo>
                <a:lnTo>
                  <a:pt x="0" y="23125"/>
                </a:lnTo>
                <a:lnTo>
                  <a:pt x="0" y="23125"/>
                </a:lnTo>
                <a:lnTo>
                  <a:pt x="0" y="23125"/>
                </a:lnTo>
                <a:lnTo>
                  <a:pt x="0" y="23125"/>
                </a:lnTo>
                <a:lnTo>
                  <a:pt x="0" y="23125"/>
                </a:lnTo>
                <a:lnTo>
                  <a:pt x="0" y="23126"/>
                </a:lnTo>
                <a:lnTo>
                  <a:pt x="0" y="23126"/>
                </a:lnTo>
                <a:lnTo>
                  <a:pt x="0" y="23126"/>
                </a:lnTo>
                <a:lnTo>
                  <a:pt x="0" y="23126"/>
                </a:lnTo>
                <a:lnTo>
                  <a:pt x="0" y="23126"/>
                </a:lnTo>
                <a:lnTo>
                  <a:pt x="0" y="23126"/>
                </a:lnTo>
                <a:lnTo>
                  <a:pt x="0" y="23127"/>
                </a:lnTo>
                <a:lnTo>
                  <a:pt x="0" y="23127"/>
                </a:lnTo>
                <a:lnTo>
                  <a:pt x="0" y="23127"/>
                </a:lnTo>
                <a:lnTo>
                  <a:pt x="0" y="23127"/>
                </a:lnTo>
                <a:lnTo>
                  <a:pt x="0" y="23127"/>
                </a:lnTo>
                <a:lnTo>
                  <a:pt x="0" y="23127"/>
                </a:lnTo>
                <a:lnTo>
                  <a:pt x="0" y="23128"/>
                </a:lnTo>
                <a:lnTo>
                  <a:pt x="0" y="23128"/>
                </a:lnTo>
                <a:lnTo>
                  <a:pt x="0" y="23128"/>
                </a:lnTo>
                <a:lnTo>
                  <a:pt x="0" y="23128"/>
                </a:lnTo>
                <a:lnTo>
                  <a:pt x="0" y="23128"/>
                </a:lnTo>
                <a:lnTo>
                  <a:pt x="0" y="23129"/>
                </a:lnTo>
                <a:lnTo>
                  <a:pt x="0" y="23129"/>
                </a:lnTo>
                <a:lnTo>
                  <a:pt x="0" y="23129"/>
                </a:lnTo>
                <a:lnTo>
                  <a:pt x="0" y="23129"/>
                </a:lnTo>
                <a:lnTo>
                  <a:pt x="0" y="23129"/>
                </a:lnTo>
                <a:lnTo>
                  <a:pt x="0" y="23129"/>
                </a:lnTo>
                <a:lnTo>
                  <a:pt x="0" y="23130"/>
                </a:lnTo>
                <a:lnTo>
                  <a:pt x="0" y="23130"/>
                </a:lnTo>
                <a:lnTo>
                  <a:pt x="0" y="23130"/>
                </a:lnTo>
                <a:lnTo>
                  <a:pt x="0" y="23130"/>
                </a:lnTo>
                <a:lnTo>
                  <a:pt x="0" y="23130"/>
                </a:lnTo>
                <a:lnTo>
                  <a:pt x="0" y="23130"/>
                </a:lnTo>
                <a:lnTo>
                  <a:pt x="0" y="23131"/>
                </a:lnTo>
                <a:lnTo>
                  <a:pt x="0" y="23131"/>
                </a:lnTo>
                <a:lnTo>
                  <a:pt x="0" y="23131"/>
                </a:lnTo>
                <a:lnTo>
                  <a:pt x="0" y="23131"/>
                </a:lnTo>
                <a:lnTo>
                  <a:pt x="0" y="23131"/>
                </a:lnTo>
                <a:lnTo>
                  <a:pt x="0" y="23131"/>
                </a:lnTo>
                <a:lnTo>
                  <a:pt x="0" y="23132"/>
                </a:lnTo>
                <a:lnTo>
                  <a:pt x="0" y="23132"/>
                </a:lnTo>
                <a:lnTo>
                  <a:pt x="0" y="23132"/>
                </a:lnTo>
                <a:lnTo>
                  <a:pt x="0" y="23132"/>
                </a:lnTo>
                <a:lnTo>
                  <a:pt x="0" y="23132"/>
                </a:lnTo>
                <a:lnTo>
                  <a:pt x="0" y="23133"/>
                </a:lnTo>
                <a:lnTo>
                  <a:pt x="0" y="23133"/>
                </a:lnTo>
                <a:lnTo>
                  <a:pt x="0" y="23133"/>
                </a:lnTo>
                <a:lnTo>
                  <a:pt x="0" y="23133"/>
                </a:lnTo>
                <a:lnTo>
                  <a:pt x="0" y="23133"/>
                </a:lnTo>
                <a:lnTo>
                  <a:pt x="0" y="23133"/>
                </a:lnTo>
                <a:lnTo>
                  <a:pt x="0" y="23134"/>
                </a:lnTo>
                <a:lnTo>
                  <a:pt x="0" y="23134"/>
                </a:lnTo>
                <a:lnTo>
                  <a:pt x="0" y="23134"/>
                </a:lnTo>
                <a:lnTo>
                  <a:pt x="0" y="23134"/>
                </a:lnTo>
                <a:lnTo>
                  <a:pt x="0" y="23134"/>
                </a:lnTo>
                <a:lnTo>
                  <a:pt x="0" y="23134"/>
                </a:lnTo>
                <a:lnTo>
                  <a:pt x="0" y="23135"/>
                </a:lnTo>
                <a:lnTo>
                  <a:pt x="0" y="23135"/>
                </a:lnTo>
                <a:lnTo>
                  <a:pt x="0" y="23135"/>
                </a:lnTo>
                <a:lnTo>
                  <a:pt x="0" y="23135"/>
                </a:lnTo>
                <a:lnTo>
                  <a:pt x="0" y="23135"/>
                </a:lnTo>
                <a:lnTo>
                  <a:pt x="0" y="23135"/>
                </a:lnTo>
                <a:lnTo>
                  <a:pt x="0" y="23136"/>
                </a:lnTo>
                <a:lnTo>
                  <a:pt x="0" y="23136"/>
                </a:lnTo>
                <a:lnTo>
                  <a:pt x="0" y="23136"/>
                </a:lnTo>
                <a:lnTo>
                  <a:pt x="0" y="23136"/>
                </a:lnTo>
                <a:lnTo>
                  <a:pt x="0" y="23136"/>
                </a:lnTo>
                <a:lnTo>
                  <a:pt x="0" y="23137"/>
                </a:lnTo>
                <a:lnTo>
                  <a:pt x="0" y="23137"/>
                </a:lnTo>
                <a:lnTo>
                  <a:pt x="0" y="23137"/>
                </a:lnTo>
                <a:lnTo>
                  <a:pt x="0" y="23137"/>
                </a:lnTo>
                <a:lnTo>
                  <a:pt x="0" y="23137"/>
                </a:lnTo>
                <a:lnTo>
                  <a:pt x="0" y="23137"/>
                </a:lnTo>
                <a:lnTo>
                  <a:pt x="0" y="23138"/>
                </a:lnTo>
                <a:lnTo>
                  <a:pt x="0" y="23138"/>
                </a:lnTo>
                <a:lnTo>
                  <a:pt x="0" y="23138"/>
                </a:lnTo>
                <a:lnTo>
                  <a:pt x="0" y="23138"/>
                </a:lnTo>
                <a:lnTo>
                  <a:pt x="0" y="23138"/>
                </a:lnTo>
                <a:lnTo>
                  <a:pt x="0" y="23138"/>
                </a:lnTo>
                <a:lnTo>
                  <a:pt x="0" y="23139"/>
                </a:lnTo>
                <a:lnTo>
                  <a:pt x="0" y="23139"/>
                </a:lnTo>
                <a:lnTo>
                  <a:pt x="0" y="23139"/>
                </a:lnTo>
                <a:lnTo>
                  <a:pt x="0" y="23139"/>
                </a:lnTo>
                <a:lnTo>
                  <a:pt x="0" y="23139"/>
                </a:lnTo>
                <a:lnTo>
                  <a:pt x="0" y="23139"/>
                </a:lnTo>
                <a:lnTo>
                  <a:pt x="0" y="23140"/>
                </a:lnTo>
                <a:lnTo>
                  <a:pt x="0" y="23140"/>
                </a:lnTo>
                <a:lnTo>
                  <a:pt x="0" y="23140"/>
                </a:lnTo>
                <a:lnTo>
                  <a:pt x="0" y="23140"/>
                </a:lnTo>
                <a:lnTo>
                  <a:pt x="0" y="23140"/>
                </a:lnTo>
                <a:lnTo>
                  <a:pt x="0" y="23140"/>
                </a:lnTo>
                <a:lnTo>
                  <a:pt x="0" y="23141"/>
                </a:lnTo>
                <a:lnTo>
                  <a:pt x="0" y="23141"/>
                </a:lnTo>
                <a:lnTo>
                  <a:pt x="0" y="23141"/>
                </a:lnTo>
                <a:lnTo>
                  <a:pt x="0" y="23141"/>
                </a:lnTo>
                <a:lnTo>
                  <a:pt x="0" y="23141"/>
                </a:lnTo>
                <a:lnTo>
                  <a:pt x="0" y="23141"/>
                </a:lnTo>
                <a:lnTo>
                  <a:pt x="0" y="23142"/>
                </a:lnTo>
                <a:lnTo>
                  <a:pt x="0" y="23142"/>
                </a:lnTo>
                <a:lnTo>
                  <a:pt x="0" y="23142"/>
                </a:lnTo>
                <a:lnTo>
                  <a:pt x="0" y="23142"/>
                </a:lnTo>
                <a:lnTo>
                  <a:pt x="0" y="23142"/>
                </a:lnTo>
                <a:lnTo>
                  <a:pt x="0" y="23142"/>
                </a:lnTo>
                <a:lnTo>
                  <a:pt x="0" y="23143"/>
                </a:lnTo>
                <a:lnTo>
                  <a:pt x="0" y="23143"/>
                </a:lnTo>
                <a:lnTo>
                  <a:pt x="0" y="23143"/>
                </a:lnTo>
                <a:lnTo>
                  <a:pt x="0" y="23143"/>
                </a:lnTo>
                <a:lnTo>
                  <a:pt x="0" y="23143"/>
                </a:lnTo>
                <a:lnTo>
                  <a:pt x="0" y="23144"/>
                </a:lnTo>
                <a:lnTo>
                  <a:pt x="0" y="23144"/>
                </a:lnTo>
                <a:lnTo>
                  <a:pt x="0" y="23144"/>
                </a:lnTo>
                <a:lnTo>
                  <a:pt x="0" y="23144"/>
                </a:lnTo>
                <a:lnTo>
                  <a:pt x="0" y="23144"/>
                </a:lnTo>
                <a:lnTo>
                  <a:pt x="0" y="23144"/>
                </a:lnTo>
                <a:lnTo>
                  <a:pt x="0" y="23145"/>
                </a:lnTo>
                <a:lnTo>
                  <a:pt x="0" y="23145"/>
                </a:lnTo>
                <a:lnTo>
                  <a:pt x="0" y="23145"/>
                </a:lnTo>
                <a:lnTo>
                  <a:pt x="0" y="23145"/>
                </a:lnTo>
                <a:lnTo>
                  <a:pt x="0" y="23145"/>
                </a:lnTo>
                <a:lnTo>
                  <a:pt x="0" y="23145"/>
                </a:lnTo>
                <a:lnTo>
                  <a:pt x="0" y="23146"/>
                </a:lnTo>
                <a:lnTo>
                  <a:pt x="0" y="23146"/>
                </a:lnTo>
                <a:lnTo>
                  <a:pt x="0" y="23146"/>
                </a:lnTo>
                <a:lnTo>
                  <a:pt x="0" y="23146"/>
                </a:lnTo>
                <a:lnTo>
                  <a:pt x="0" y="23146"/>
                </a:lnTo>
                <a:lnTo>
                  <a:pt x="0" y="23146"/>
                </a:lnTo>
                <a:lnTo>
                  <a:pt x="0" y="23147"/>
                </a:lnTo>
                <a:lnTo>
                  <a:pt x="0" y="23147"/>
                </a:lnTo>
                <a:lnTo>
                  <a:pt x="0" y="23147"/>
                </a:lnTo>
                <a:lnTo>
                  <a:pt x="0" y="23147"/>
                </a:lnTo>
                <a:lnTo>
                  <a:pt x="0" y="23147"/>
                </a:lnTo>
                <a:lnTo>
                  <a:pt x="0" y="23147"/>
                </a:lnTo>
                <a:lnTo>
                  <a:pt x="0" y="23148"/>
                </a:lnTo>
                <a:lnTo>
                  <a:pt x="0" y="23148"/>
                </a:lnTo>
                <a:lnTo>
                  <a:pt x="0" y="23148"/>
                </a:lnTo>
                <a:lnTo>
                  <a:pt x="0" y="23148"/>
                </a:lnTo>
                <a:lnTo>
                  <a:pt x="0" y="23148"/>
                </a:lnTo>
                <a:lnTo>
                  <a:pt x="0" y="23148"/>
                </a:lnTo>
                <a:lnTo>
                  <a:pt x="0" y="23149"/>
                </a:lnTo>
                <a:lnTo>
                  <a:pt x="0" y="23149"/>
                </a:lnTo>
                <a:lnTo>
                  <a:pt x="0" y="23149"/>
                </a:lnTo>
                <a:lnTo>
                  <a:pt x="0" y="23149"/>
                </a:lnTo>
                <a:lnTo>
                  <a:pt x="0" y="23149"/>
                </a:lnTo>
                <a:lnTo>
                  <a:pt x="0" y="23149"/>
                </a:lnTo>
                <a:lnTo>
                  <a:pt x="0" y="23150"/>
                </a:lnTo>
                <a:lnTo>
                  <a:pt x="0" y="23150"/>
                </a:lnTo>
                <a:lnTo>
                  <a:pt x="0" y="23150"/>
                </a:lnTo>
                <a:lnTo>
                  <a:pt x="0" y="23150"/>
                </a:lnTo>
                <a:lnTo>
                  <a:pt x="0" y="23150"/>
                </a:lnTo>
                <a:lnTo>
                  <a:pt x="0" y="23150"/>
                </a:lnTo>
                <a:lnTo>
                  <a:pt x="0" y="23151"/>
                </a:lnTo>
                <a:lnTo>
                  <a:pt x="0" y="23151"/>
                </a:lnTo>
                <a:lnTo>
                  <a:pt x="0" y="23151"/>
                </a:lnTo>
                <a:lnTo>
                  <a:pt x="0" y="23151"/>
                </a:lnTo>
                <a:lnTo>
                  <a:pt x="0" y="23151"/>
                </a:lnTo>
                <a:lnTo>
                  <a:pt x="0" y="23151"/>
                </a:lnTo>
                <a:lnTo>
                  <a:pt x="0" y="23152"/>
                </a:lnTo>
                <a:lnTo>
                  <a:pt x="0" y="23152"/>
                </a:lnTo>
                <a:lnTo>
                  <a:pt x="0" y="23152"/>
                </a:lnTo>
                <a:lnTo>
                  <a:pt x="0" y="23152"/>
                </a:lnTo>
                <a:lnTo>
                  <a:pt x="0" y="23152"/>
                </a:lnTo>
                <a:lnTo>
                  <a:pt x="0" y="23152"/>
                </a:lnTo>
                <a:lnTo>
                  <a:pt x="0" y="23153"/>
                </a:lnTo>
                <a:lnTo>
                  <a:pt x="0" y="23153"/>
                </a:lnTo>
                <a:lnTo>
                  <a:pt x="0" y="23153"/>
                </a:lnTo>
                <a:lnTo>
                  <a:pt x="0" y="23153"/>
                </a:lnTo>
                <a:lnTo>
                  <a:pt x="0" y="23153"/>
                </a:lnTo>
                <a:lnTo>
                  <a:pt x="0" y="23153"/>
                </a:lnTo>
                <a:lnTo>
                  <a:pt x="0" y="23153"/>
                </a:lnTo>
                <a:lnTo>
                  <a:pt x="0" y="23154"/>
                </a:lnTo>
                <a:lnTo>
                  <a:pt x="0" y="23154"/>
                </a:lnTo>
                <a:lnTo>
                  <a:pt x="0" y="23154"/>
                </a:lnTo>
                <a:lnTo>
                  <a:pt x="0" y="23154"/>
                </a:lnTo>
                <a:lnTo>
                  <a:pt x="0" y="23154"/>
                </a:lnTo>
                <a:lnTo>
                  <a:pt x="0" y="23154"/>
                </a:lnTo>
                <a:lnTo>
                  <a:pt x="0" y="23155"/>
                </a:lnTo>
                <a:lnTo>
                  <a:pt x="0" y="23155"/>
                </a:lnTo>
                <a:lnTo>
                  <a:pt x="0" y="23155"/>
                </a:lnTo>
                <a:lnTo>
                  <a:pt x="0" y="23155"/>
                </a:lnTo>
                <a:lnTo>
                  <a:pt x="0" y="23155"/>
                </a:lnTo>
                <a:lnTo>
                  <a:pt x="0" y="23155"/>
                </a:lnTo>
                <a:lnTo>
                  <a:pt x="0" y="23156"/>
                </a:lnTo>
                <a:lnTo>
                  <a:pt x="0" y="23156"/>
                </a:lnTo>
                <a:lnTo>
                  <a:pt x="0" y="23156"/>
                </a:lnTo>
                <a:lnTo>
                  <a:pt x="0" y="23156"/>
                </a:lnTo>
                <a:lnTo>
                  <a:pt x="0" y="23156"/>
                </a:lnTo>
                <a:lnTo>
                  <a:pt x="0" y="23156"/>
                </a:lnTo>
                <a:lnTo>
                  <a:pt x="0" y="23157"/>
                </a:lnTo>
                <a:lnTo>
                  <a:pt x="0" y="23157"/>
                </a:lnTo>
                <a:lnTo>
                  <a:pt x="0" y="23157"/>
                </a:lnTo>
                <a:lnTo>
                  <a:pt x="0" y="23157"/>
                </a:lnTo>
                <a:lnTo>
                  <a:pt x="0" y="23157"/>
                </a:lnTo>
                <a:lnTo>
                  <a:pt x="0" y="23157"/>
                </a:lnTo>
                <a:lnTo>
                  <a:pt x="0" y="23158"/>
                </a:lnTo>
                <a:lnTo>
                  <a:pt x="0" y="23158"/>
                </a:lnTo>
                <a:lnTo>
                  <a:pt x="0" y="23158"/>
                </a:lnTo>
                <a:lnTo>
                  <a:pt x="0" y="23158"/>
                </a:lnTo>
                <a:lnTo>
                  <a:pt x="0" y="23158"/>
                </a:lnTo>
                <a:lnTo>
                  <a:pt x="0" y="23158"/>
                </a:lnTo>
                <a:lnTo>
                  <a:pt x="0" y="23159"/>
                </a:lnTo>
                <a:lnTo>
                  <a:pt x="0" y="23159"/>
                </a:lnTo>
                <a:lnTo>
                  <a:pt x="0" y="23159"/>
                </a:lnTo>
                <a:lnTo>
                  <a:pt x="0" y="23159"/>
                </a:lnTo>
                <a:lnTo>
                  <a:pt x="0" y="23159"/>
                </a:lnTo>
                <a:lnTo>
                  <a:pt x="0" y="23159"/>
                </a:lnTo>
                <a:lnTo>
                  <a:pt x="0" y="23160"/>
                </a:lnTo>
                <a:lnTo>
                  <a:pt x="0" y="23160"/>
                </a:lnTo>
                <a:lnTo>
                  <a:pt x="0" y="23160"/>
                </a:lnTo>
                <a:lnTo>
                  <a:pt x="0" y="23160"/>
                </a:lnTo>
                <a:lnTo>
                  <a:pt x="0" y="23160"/>
                </a:lnTo>
                <a:lnTo>
                  <a:pt x="0" y="23160"/>
                </a:lnTo>
                <a:lnTo>
                  <a:pt x="0" y="23160"/>
                </a:lnTo>
                <a:lnTo>
                  <a:pt x="0" y="23161"/>
                </a:lnTo>
                <a:lnTo>
                  <a:pt x="0" y="23161"/>
                </a:lnTo>
                <a:lnTo>
                  <a:pt x="0" y="23161"/>
                </a:lnTo>
                <a:lnTo>
                  <a:pt x="0" y="23161"/>
                </a:lnTo>
                <a:lnTo>
                  <a:pt x="0" y="23161"/>
                </a:lnTo>
                <a:lnTo>
                  <a:pt x="0" y="23161"/>
                </a:lnTo>
                <a:lnTo>
                  <a:pt x="0" y="23162"/>
                </a:lnTo>
                <a:lnTo>
                  <a:pt x="0" y="23162"/>
                </a:lnTo>
                <a:lnTo>
                  <a:pt x="0" y="23162"/>
                </a:lnTo>
                <a:lnTo>
                  <a:pt x="0" y="23162"/>
                </a:lnTo>
                <a:lnTo>
                  <a:pt x="0" y="23162"/>
                </a:lnTo>
                <a:lnTo>
                  <a:pt x="0" y="23162"/>
                </a:lnTo>
                <a:lnTo>
                  <a:pt x="0" y="23163"/>
                </a:lnTo>
                <a:lnTo>
                  <a:pt x="0" y="23163"/>
                </a:lnTo>
                <a:lnTo>
                  <a:pt x="0" y="23163"/>
                </a:lnTo>
                <a:lnTo>
                  <a:pt x="0" y="23163"/>
                </a:lnTo>
                <a:lnTo>
                  <a:pt x="0" y="23163"/>
                </a:lnTo>
                <a:lnTo>
                  <a:pt x="0" y="23163"/>
                </a:lnTo>
                <a:lnTo>
                  <a:pt x="0" y="23164"/>
                </a:lnTo>
                <a:lnTo>
                  <a:pt x="0" y="23164"/>
                </a:lnTo>
                <a:lnTo>
                  <a:pt x="0" y="23164"/>
                </a:lnTo>
                <a:lnTo>
                  <a:pt x="0" y="23164"/>
                </a:lnTo>
                <a:lnTo>
                  <a:pt x="0" y="23164"/>
                </a:lnTo>
                <a:lnTo>
                  <a:pt x="0" y="23164"/>
                </a:lnTo>
                <a:lnTo>
                  <a:pt x="0" y="23164"/>
                </a:lnTo>
                <a:lnTo>
                  <a:pt x="0" y="23165"/>
                </a:lnTo>
                <a:lnTo>
                  <a:pt x="0" y="23165"/>
                </a:lnTo>
                <a:lnTo>
                  <a:pt x="0" y="23165"/>
                </a:lnTo>
                <a:lnTo>
                  <a:pt x="0" y="23165"/>
                </a:lnTo>
                <a:lnTo>
                  <a:pt x="0" y="23165"/>
                </a:lnTo>
                <a:lnTo>
                  <a:pt x="0" y="23165"/>
                </a:lnTo>
                <a:lnTo>
                  <a:pt x="0" y="23166"/>
                </a:lnTo>
                <a:lnTo>
                  <a:pt x="0" y="23166"/>
                </a:lnTo>
                <a:lnTo>
                  <a:pt x="0" y="23166"/>
                </a:lnTo>
                <a:lnTo>
                  <a:pt x="0" y="23166"/>
                </a:lnTo>
                <a:lnTo>
                  <a:pt x="0" y="23166"/>
                </a:lnTo>
                <a:lnTo>
                  <a:pt x="0" y="23166"/>
                </a:lnTo>
                <a:lnTo>
                  <a:pt x="0" y="23167"/>
                </a:lnTo>
                <a:lnTo>
                  <a:pt x="0" y="23167"/>
                </a:lnTo>
                <a:lnTo>
                  <a:pt x="0" y="23167"/>
                </a:lnTo>
                <a:lnTo>
                  <a:pt x="0" y="23167"/>
                </a:lnTo>
                <a:lnTo>
                  <a:pt x="0" y="23167"/>
                </a:lnTo>
                <a:lnTo>
                  <a:pt x="0" y="23167"/>
                </a:lnTo>
                <a:lnTo>
                  <a:pt x="0" y="23167"/>
                </a:lnTo>
                <a:lnTo>
                  <a:pt x="0" y="23168"/>
                </a:lnTo>
                <a:lnTo>
                  <a:pt x="0" y="23168"/>
                </a:lnTo>
                <a:lnTo>
                  <a:pt x="0" y="23168"/>
                </a:lnTo>
                <a:lnTo>
                  <a:pt x="0" y="23168"/>
                </a:lnTo>
                <a:lnTo>
                  <a:pt x="0" y="23168"/>
                </a:lnTo>
                <a:lnTo>
                  <a:pt x="0" y="23168"/>
                </a:lnTo>
                <a:lnTo>
                  <a:pt x="0" y="23169"/>
                </a:lnTo>
                <a:lnTo>
                  <a:pt x="0" y="23169"/>
                </a:lnTo>
                <a:lnTo>
                  <a:pt x="0" y="23169"/>
                </a:lnTo>
                <a:lnTo>
                  <a:pt x="0" y="23169"/>
                </a:lnTo>
                <a:lnTo>
                  <a:pt x="0" y="23169"/>
                </a:lnTo>
                <a:lnTo>
                  <a:pt x="0" y="23169"/>
                </a:lnTo>
                <a:lnTo>
                  <a:pt x="0" y="23170"/>
                </a:lnTo>
                <a:lnTo>
                  <a:pt x="0" y="23170"/>
                </a:lnTo>
                <a:lnTo>
                  <a:pt x="0" y="23170"/>
                </a:lnTo>
                <a:lnTo>
                  <a:pt x="0" y="23170"/>
                </a:lnTo>
                <a:lnTo>
                  <a:pt x="0" y="23170"/>
                </a:lnTo>
                <a:lnTo>
                  <a:pt x="0" y="23170"/>
                </a:lnTo>
                <a:lnTo>
                  <a:pt x="0" y="23170"/>
                </a:lnTo>
                <a:lnTo>
                  <a:pt x="0" y="23171"/>
                </a:lnTo>
                <a:lnTo>
                  <a:pt x="0" y="23171"/>
                </a:lnTo>
                <a:lnTo>
                  <a:pt x="0" y="23171"/>
                </a:lnTo>
                <a:lnTo>
                  <a:pt x="0" y="23171"/>
                </a:lnTo>
                <a:lnTo>
                  <a:pt x="0" y="23171"/>
                </a:lnTo>
                <a:lnTo>
                  <a:pt x="0" y="23171"/>
                </a:lnTo>
                <a:lnTo>
                  <a:pt x="0" y="23172"/>
                </a:lnTo>
                <a:lnTo>
                  <a:pt x="0" y="23172"/>
                </a:lnTo>
                <a:lnTo>
                  <a:pt x="0" y="23172"/>
                </a:lnTo>
                <a:lnTo>
                  <a:pt x="0" y="23172"/>
                </a:lnTo>
                <a:lnTo>
                  <a:pt x="0" y="23172"/>
                </a:lnTo>
                <a:lnTo>
                  <a:pt x="0" y="23172"/>
                </a:lnTo>
                <a:lnTo>
                  <a:pt x="0" y="23172"/>
                </a:lnTo>
                <a:lnTo>
                  <a:pt x="0" y="23173"/>
                </a:lnTo>
                <a:lnTo>
                  <a:pt x="0" y="23173"/>
                </a:lnTo>
                <a:lnTo>
                  <a:pt x="0" y="23173"/>
                </a:lnTo>
                <a:lnTo>
                  <a:pt x="0" y="23173"/>
                </a:lnTo>
                <a:lnTo>
                  <a:pt x="0" y="23173"/>
                </a:lnTo>
                <a:lnTo>
                  <a:pt x="0" y="23173"/>
                </a:lnTo>
                <a:lnTo>
                  <a:pt x="0" y="23174"/>
                </a:lnTo>
                <a:lnTo>
                  <a:pt x="0" y="23174"/>
                </a:lnTo>
                <a:lnTo>
                  <a:pt x="0" y="23174"/>
                </a:lnTo>
                <a:lnTo>
                  <a:pt x="0" y="23174"/>
                </a:lnTo>
                <a:lnTo>
                  <a:pt x="0" y="23174"/>
                </a:lnTo>
                <a:lnTo>
                  <a:pt x="0" y="23174"/>
                </a:lnTo>
                <a:lnTo>
                  <a:pt x="0" y="23175"/>
                </a:lnTo>
                <a:lnTo>
                  <a:pt x="0" y="23175"/>
                </a:lnTo>
                <a:lnTo>
                  <a:pt x="0" y="23175"/>
                </a:lnTo>
                <a:lnTo>
                  <a:pt x="0" y="23175"/>
                </a:lnTo>
                <a:lnTo>
                  <a:pt x="0" y="23175"/>
                </a:lnTo>
                <a:lnTo>
                  <a:pt x="0" y="23175"/>
                </a:lnTo>
                <a:lnTo>
                  <a:pt x="0" y="23175"/>
                </a:lnTo>
                <a:lnTo>
                  <a:pt x="0" y="23176"/>
                </a:lnTo>
                <a:lnTo>
                  <a:pt x="0" y="23176"/>
                </a:lnTo>
                <a:lnTo>
                  <a:pt x="0" y="23176"/>
                </a:lnTo>
                <a:lnTo>
                  <a:pt x="0" y="23176"/>
                </a:lnTo>
                <a:lnTo>
                  <a:pt x="0" y="23176"/>
                </a:lnTo>
                <a:lnTo>
                  <a:pt x="0" y="23176"/>
                </a:lnTo>
                <a:lnTo>
                  <a:pt x="0" y="23176"/>
                </a:lnTo>
                <a:lnTo>
                  <a:pt x="0" y="23177"/>
                </a:lnTo>
                <a:lnTo>
                  <a:pt x="0" y="23177"/>
                </a:lnTo>
                <a:lnTo>
                  <a:pt x="0" y="23177"/>
                </a:lnTo>
                <a:lnTo>
                  <a:pt x="0" y="23177"/>
                </a:lnTo>
                <a:lnTo>
                  <a:pt x="0" y="23177"/>
                </a:lnTo>
                <a:lnTo>
                  <a:pt x="0" y="23177"/>
                </a:lnTo>
                <a:lnTo>
                  <a:pt x="0" y="23178"/>
                </a:lnTo>
                <a:lnTo>
                  <a:pt x="0" y="23178"/>
                </a:lnTo>
                <a:lnTo>
                  <a:pt x="0" y="23178"/>
                </a:lnTo>
                <a:lnTo>
                  <a:pt x="0" y="23178"/>
                </a:lnTo>
                <a:lnTo>
                  <a:pt x="0" y="23178"/>
                </a:lnTo>
                <a:lnTo>
                  <a:pt x="0" y="23178"/>
                </a:lnTo>
                <a:lnTo>
                  <a:pt x="0" y="23178"/>
                </a:lnTo>
                <a:lnTo>
                  <a:pt x="0" y="23179"/>
                </a:lnTo>
                <a:lnTo>
                  <a:pt x="0" y="23179"/>
                </a:lnTo>
                <a:lnTo>
                  <a:pt x="0" y="23179"/>
                </a:lnTo>
                <a:lnTo>
                  <a:pt x="0" y="23179"/>
                </a:lnTo>
                <a:lnTo>
                  <a:pt x="0" y="23179"/>
                </a:lnTo>
                <a:lnTo>
                  <a:pt x="0" y="23179"/>
                </a:lnTo>
                <a:lnTo>
                  <a:pt x="0" y="23180"/>
                </a:lnTo>
                <a:lnTo>
                  <a:pt x="0" y="23180"/>
                </a:lnTo>
                <a:lnTo>
                  <a:pt x="0" y="23180"/>
                </a:lnTo>
                <a:lnTo>
                  <a:pt x="0" y="23180"/>
                </a:lnTo>
                <a:lnTo>
                  <a:pt x="0" y="23180"/>
                </a:lnTo>
                <a:lnTo>
                  <a:pt x="0" y="23180"/>
                </a:lnTo>
                <a:lnTo>
                  <a:pt x="0" y="23180"/>
                </a:lnTo>
                <a:lnTo>
                  <a:pt x="0" y="23181"/>
                </a:lnTo>
                <a:lnTo>
                  <a:pt x="0" y="23181"/>
                </a:lnTo>
                <a:lnTo>
                  <a:pt x="0" y="23181"/>
                </a:lnTo>
                <a:lnTo>
                  <a:pt x="0" y="23181"/>
                </a:lnTo>
                <a:lnTo>
                  <a:pt x="0" y="23181"/>
                </a:lnTo>
                <a:lnTo>
                  <a:pt x="0" y="23181"/>
                </a:lnTo>
                <a:lnTo>
                  <a:pt x="0" y="23182"/>
                </a:lnTo>
                <a:lnTo>
                  <a:pt x="0" y="23182"/>
                </a:lnTo>
                <a:lnTo>
                  <a:pt x="0" y="23182"/>
                </a:lnTo>
                <a:lnTo>
                  <a:pt x="0" y="23182"/>
                </a:lnTo>
                <a:lnTo>
                  <a:pt x="0" y="23182"/>
                </a:lnTo>
                <a:lnTo>
                  <a:pt x="0" y="23182"/>
                </a:lnTo>
                <a:lnTo>
                  <a:pt x="0" y="23182"/>
                </a:lnTo>
                <a:lnTo>
                  <a:pt x="0" y="23183"/>
                </a:lnTo>
                <a:lnTo>
                  <a:pt x="0" y="23183"/>
                </a:lnTo>
                <a:lnTo>
                  <a:pt x="0" y="23183"/>
                </a:lnTo>
                <a:lnTo>
                  <a:pt x="0" y="23183"/>
                </a:lnTo>
                <a:lnTo>
                  <a:pt x="0" y="23183"/>
                </a:lnTo>
                <a:lnTo>
                  <a:pt x="0" y="23183"/>
                </a:lnTo>
                <a:lnTo>
                  <a:pt x="0" y="23183"/>
                </a:lnTo>
                <a:lnTo>
                  <a:pt x="0" y="23184"/>
                </a:lnTo>
                <a:lnTo>
                  <a:pt x="0" y="23184"/>
                </a:lnTo>
                <a:lnTo>
                  <a:pt x="0" y="23184"/>
                </a:lnTo>
                <a:lnTo>
                  <a:pt x="0" y="23184"/>
                </a:lnTo>
                <a:lnTo>
                  <a:pt x="0" y="23184"/>
                </a:lnTo>
                <a:lnTo>
                  <a:pt x="0" y="23184"/>
                </a:lnTo>
                <a:lnTo>
                  <a:pt x="0" y="23184"/>
                </a:lnTo>
                <a:lnTo>
                  <a:pt x="0" y="23185"/>
                </a:lnTo>
                <a:lnTo>
                  <a:pt x="0" y="23185"/>
                </a:lnTo>
                <a:lnTo>
                  <a:pt x="0" y="23185"/>
                </a:lnTo>
                <a:lnTo>
                  <a:pt x="0" y="23185"/>
                </a:lnTo>
                <a:lnTo>
                  <a:pt x="0" y="23185"/>
                </a:lnTo>
                <a:lnTo>
                  <a:pt x="0" y="23185"/>
                </a:lnTo>
                <a:lnTo>
                  <a:pt x="0" y="23186"/>
                </a:lnTo>
                <a:lnTo>
                  <a:pt x="0" y="23186"/>
                </a:lnTo>
                <a:lnTo>
                  <a:pt x="0" y="23186"/>
                </a:lnTo>
                <a:lnTo>
                  <a:pt x="0" y="23186"/>
                </a:lnTo>
                <a:lnTo>
                  <a:pt x="0" y="23186"/>
                </a:lnTo>
                <a:lnTo>
                  <a:pt x="0" y="23186"/>
                </a:lnTo>
                <a:lnTo>
                  <a:pt x="0" y="23186"/>
                </a:lnTo>
                <a:lnTo>
                  <a:pt x="0" y="23187"/>
                </a:lnTo>
                <a:lnTo>
                  <a:pt x="0" y="23187"/>
                </a:lnTo>
                <a:lnTo>
                  <a:pt x="0" y="23187"/>
                </a:lnTo>
                <a:lnTo>
                  <a:pt x="0" y="23187"/>
                </a:lnTo>
                <a:lnTo>
                  <a:pt x="0" y="23187"/>
                </a:lnTo>
                <a:lnTo>
                  <a:pt x="0" y="23187"/>
                </a:lnTo>
                <a:lnTo>
                  <a:pt x="0" y="23187"/>
                </a:lnTo>
                <a:lnTo>
                  <a:pt x="0" y="23188"/>
                </a:lnTo>
                <a:lnTo>
                  <a:pt x="0" y="23188"/>
                </a:lnTo>
                <a:lnTo>
                  <a:pt x="0" y="23188"/>
                </a:lnTo>
                <a:lnTo>
                  <a:pt x="0" y="23188"/>
                </a:lnTo>
                <a:lnTo>
                  <a:pt x="0" y="23188"/>
                </a:lnTo>
                <a:lnTo>
                  <a:pt x="0" y="23188"/>
                </a:lnTo>
                <a:lnTo>
                  <a:pt x="0" y="23188"/>
                </a:lnTo>
                <a:lnTo>
                  <a:pt x="0" y="23189"/>
                </a:lnTo>
                <a:lnTo>
                  <a:pt x="0" y="23189"/>
                </a:lnTo>
                <a:lnTo>
                  <a:pt x="0" y="23189"/>
                </a:lnTo>
                <a:lnTo>
                  <a:pt x="0" y="23189"/>
                </a:lnTo>
                <a:lnTo>
                  <a:pt x="0" y="23189"/>
                </a:lnTo>
                <a:lnTo>
                  <a:pt x="0" y="23189"/>
                </a:lnTo>
                <a:lnTo>
                  <a:pt x="0" y="23190"/>
                </a:lnTo>
                <a:lnTo>
                  <a:pt x="0" y="23190"/>
                </a:lnTo>
                <a:lnTo>
                  <a:pt x="0" y="23190"/>
                </a:lnTo>
                <a:lnTo>
                  <a:pt x="0" y="23190"/>
                </a:lnTo>
                <a:lnTo>
                  <a:pt x="0" y="23190"/>
                </a:lnTo>
                <a:lnTo>
                  <a:pt x="0" y="23190"/>
                </a:lnTo>
                <a:lnTo>
                  <a:pt x="0" y="23190"/>
                </a:lnTo>
                <a:lnTo>
                  <a:pt x="0" y="23191"/>
                </a:lnTo>
                <a:lnTo>
                  <a:pt x="0" y="23191"/>
                </a:lnTo>
                <a:lnTo>
                  <a:pt x="0" y="23191"/>
                </a:lnTo>
                <a:lnTo>
                  <a:pt x="0" y="23191"/>
                </a:lnTo>
                <a:lnTo>
                  <a:pt x="0" y="23191"/>
                </a:lnTo>
                <a:lnTo>
                  <a:pt x="0" y="23191"/>
                </a:lnTo>
                <a:lnTo>
                  <a:pt x="0" y="23191"/>
                </a:lnTo>
                <a:lnTo>
                  <a:pt x="0" y="23192"/>
                </a:lnTo>
                <a:lnTo>
                  <a:pt x="0" y="23192"/>
                </a:lnTo>
                <a:lnTo>
                  <a:pt x="0" y="23192"/>
                </a:lnTo>
                <a:lnTo>
                  <a:pt x="0" y="23192"/>
                </a:lnTo>
                <a:lnTo>
                  <a:pt x="0" y="23192"/>
                </a:lnTo>
                <a:lnTo>
                  <a:pt x="0" y="23192"/>
                </a:lnTo>
                <a:lnTo>
                  <a:pt x="0" y="23192"/>
                </a:lnTo>
                <a:lnTo>
                  <a:pt x="0" y="23193"/>
                </a:lnTo>
                <a:lnTo>
                  <a:pt x="0" y="23193"/>
                </a:lnTo>
                <a:lnTo>
                  <a:pt x="0" y="23193"/>
                </a:lnTo>
                <a:lnTo>
                  <a:pt x="0" y="23193"/>
                </a:lnTo>
                <a:lnTo>
                  <a:pt x="0" y="23193"/>
                </a:lnTo>
                <a:lnTo>
                  <a:pt x="0" y="23193"/>
                </a:lnTo>
                <a:lnTo>
                  <a:pt x="0" y="23193"/>
                </a:lnTo>
                <a:lnTo>
                  <a:pt x="0" y="23194"/>
                </a:lnTo>
                <a:lnTo>
                  <a:pt x="0" y="23194"/>
                </a:lnTo>
                <a:lnTo>
                  <a:pt x="0" y="23194"/>
                </a:lnTo>
                <a:lnTo>
                  <a:pt x="0" y="23194"/>
                </a:lnTo>
                <a:lnTo>
                  <a:pt x="0" y="23194"/>
                </a:lnTo>
                <a:lnTo>
                  <a:pt x="0" y="23194"/>
                </a:lnTo>
                <a:lnTo>
                  <a:pt x="0" y="23194"/>
                </a:lnTo>
                <a:lnTo>
                  <a:pt x="0" y="23195"/>
                </a:lnTo>
                <a:lnTo>
                  <a:pt x="0" y="23195"/>
                </a:lnTo>
                <a:lnTo>
                  <a:pt x="0" y="23195"/>
                </a:lnTo>
                <a:lnTo>
                  <a:pt x="0" y="23195"/>
                </a:lnTo>
                <a:lnTo>
                  <a:pt x="0" y="23195"/>
                </a:lnTo>
                <a:lnTo>
                  <a:pt x="0" y="23195"/>
                </a:lnTo>
                <a:lnTo>
                  <a:pt x="0" y="23195"/>
                </a:lnTo>
                <a:lnTo>
                  <a:pt x="0" y="23196"/>
                </a:lnTo>
                <a:lnTo>
                  <a:pt x="0" y="23196"/>
                </a:lnTo>
                <a:lnTo>
                  <a:pt x="0" y="23196"/>
                </a:lnTo>
                <a:lnTo>
                  <a:pt x="0" y="23196"/>
                </a:lnTo>
                <a:lnTo>
                  <a:pt x="0" y="23196"/>
                </a:lnTo>
                <a:lnTo>
                  <a:pt x="0" y="23196"/>
                </a:lnTo>
                <a:lnTo>
                  <a:pt x="0" y="23196"/>
                </a:lnTo>
                <a:lnTo>
                  <a:pt x="0" y="23197"/>
                </a:lnTo>
                <a:lnTo>
                  <a:pt x="0" y="23197"/>
                </a:lnTo>
                <a:lnTo>
                  <a:pt x="0" y="23197"/>
                </a:lnTo>
                <a:lnTo>
                  <a:pt x="0" y="23197"/>
                </a:lnTo>
                <a:lnTo>
                  <a:pt x="0" y="23197"/>
                </a:lnTo>
                <a:lnTo>
                  <a:pt x="0" y="23197"/>
                </a:lnTo>
                <a:lnTo>
                  <a:pt x="0" y="23197"/>
                </a:lnTo>
                <a:lnTo>
                  <a:pt x="0" y="23198"/>
                </a:lnTo>
                <a:lnTo>
                  <a:pt x="0" y="23198"/>
                </a:lnTo>
                <a:lnTo>
                  <a:pt x="0" y="23198"/>
                </a:lnTo>
                <a:lnTo>
                  <a:pt x="0" y="23198"/>
                </a:lnTo>
                <a:lnTo>
                  <a:pt x="0" y="23198"/>
                </a:lnTo>
                <a:lnTo>
                  <a:pt x="0" y="23198"/>
                </a:lnTo>
                <a:lnTo>
                  <a:pt x="0" y="23198"/>
                </a:lnTo>
                <a:lnTo>
                  <a:pt x="0" y="23199"/>
                </a:lnTo>
                <a:lnTo>
                  <a:pt x="0" y="23199"/>
                </a:lnTo>
                <a:lnTo>
                  <a:pt x="0" y="23199"/>
                </a:lnTo>
                <a:lnTo>
                  <a:pt x="0" y="23199"/>
                </a:lnTo>
                <a:lnTo>
                  <a:pt x="0" y="23199"/>
                </a:lnTo>
                <a:lnTo>
                  <a:pt x="0" y="23199"/>
                </a:lnTo>
                <a:lnTo>
                  <a:pt x="0" y="23199"/>
                </a:lnTo>
                <a:lnTo>
                  <a:pt x="0" y="23200"/>
                </a:lnTo>
                <a:lnTo>
                  <a:pt x="0" y="23200"/>
                </a:lnTo>
                <a:lnTo>
                  <a:pt x="0" y="23200"/>
                </a:lnTo>
                <a:lnTo>
                  <a:pt x="0" y="23200"/>
                </a:lnTo>
                <a:lnTo>
                  <a:pt x="0" y="23200"/>
                </a:lnTo>
                <a:lnTo>
                  <a:pt x="0" y="23200"/>
                </a:lnTo>
                <a:lnTo>
                  <a:pt x="0" y="23200"/>
                </a:lnTo>
                <a:lnTo>
                  <a:pt x="0" y="23201"/>
                </a:lnTo>
                <a:lnTo>
                  <a:pt x="0" y="23201"/>
                </a:lnTo>
                <a:lnTo>
                  <a:pt x="0" y="23201"/>
                </a:lnTo>
                <a:lnTo>
                  <a:pt x="0" y="23201"/>
                </a:lnTo>
                <a:lnTo>
                  <a:pt x="0" y="23201"/>
                </a:lnTo>
                <a:lnTo>
                  <a:pt x="0" y="23201"/>
                </a:lnTo>
                <a:lnTo>
                  <a:pt x="0" y="23201"/>
                </a:lnTo>
                <a:lnTo>
                  <a:pt x="0" y="23202"/>
                </a:lnTo>
                <a:lnTo>
                  <a:pt x="0" y="23202"/>
                </a:lnTo>
                <a:lnTo>
                  <a:pt x="0" y="23202"/>
                </a:lnTo>
                <a:lnTo>
                  <a:pt x="0" y="23202"/>
                </a:lnTo>
                <a:lnTo>
                  <a:pt x="0" y="23202"/>
                </a:lnTo>
                <a:lnTo>
                  <a:pt x="0" y="23202"/>
                </a:lnTo>
                <a:lnTo>
                  <a:pt x="0" y="23202"/>
                </a:lnTo>
                <a:lnTo>
                  <a:pt x="0" y="23202"/>
                </a:lnTo>
                <a:lnTo>
                  <a:pt x="0" y="23203"/>
                </a:lnTo>
                <a:lnTo>
                  <a:pt x="0" y="23203"/>
                </a:lnTo>
                <a:lnTo>
                  <a:pt x="0" y="23203"/>
                </a:lnTo>
                <a:lnTo>
                  <a:pt x="0" y="23203"/>
                </a:lnTo>
                <a:lnTo>
                  <a:pt x="0" y="23203"/>
                </a:lnTo>
                <a:lnTo>
                  <a:pt x="0" y="23203"/>
                </a:lnTo>
                <a:lnTo>
                  <a:pt x="0" y="23203"/>
                </a:lnTo>
                <a:lnTo>
                  <a:pt x="0" y="23204"/>
                </a:lnTo>
                <a:lnTo>
                  <a:pt x="0" y="23204"/>
                </a:lnTo>
                <a:lnTo>
                  <a:pt x="0" y="23204"/>
                </a:lnTo>
                <a:lnTo>
                  <a:pt x="0" y="23204"/>
                </a:lnTo>
                <a:lnTo>
                  <a:pt x="0" y="23204"/>
                </a:lnTo>
                <a:lnTo>
                  <a:pt x="0" y="23204"/>
                </a:lnTo>
                <a:lnTo>
                  <a:pt x="0" y="23204"/>
                </a:lnTo>
                <a:lnTo>
                  <a:pt x="0" y="23205"/>
                </a:lnTo>
                <a:lnTo>
                  <a:pt x="0" y="23205"/>
                </a:lnTo>
                <a:lnTo>
                  <a:pt x="0" y="23205"/>
                </a:lnTo>
                <a:lnTo>
                  <a:pt x="0" y="23205"/>
                </a:lnTo>
                <a:lnTo>
                  <a:pt x="0" y="23205"/>
                </a:lnTo>
                <a:lnTo>
                  <a:pt x="0" y="23205"/>
                </a:lnTo>
                <a:lnTo>
                  <a:pt x="0" y="23205"/>
                </a:lnTo>
                <a:lnTo>
                  <a:pt x="0" y="23206"/>
                </a:lnTo>
                <a:lnTo>
                  <a:pt x="0" y="23206"/>
                </a:lnTo>
                <a:lnTo>
                  <a:pt x="0" y="23206"/>
                </a:lnTo>
                <a:lnTo>
                  <a:pt x="0" y="23206"/>
                </a:lnTo>
                <a:lnTo>
                  <a:pt x="0" y="23206"/>
                </a:lnTo>
                <a:lnTo>
                  <a:pt x="0" y="23206"/>
                </a:lnTo>
                <a:lnTo>
                  <a:pt x="0" y="23206"/>
                </a:lnTo>
                <a:lnTo>
                  <a:pt x="0" y="23207"/>
                </a:lnTo>
                <a:lnTo>
                  <a:pt x="0" y="23207"/>
                </a:lnTo>
                <a:lnTo>
                  <a:pt x="0" y="23207"/>
                </a:lnTo>
                <a:lnTo>
                  <a:pt x="0" y="23207"/>
                </a:lnTo>
                <a:lnTo>
                  <a:pt x="0" y="23207"/>
                </a:lnTo>
                <a:lnTo>
                  <a:pt x="0" y="23207"/>
                </a:lnTo>
                <a:lnTo>
                  <a:pt x="0" y="23207"/>
                </a:lnTo>
                <a:lnTo>
                  <a:pt x="0" y="23207"/>
                </a:lnTo>
                <a:lnTo>
                  <a:pt x="0" y="23208"/>
                </a:lnTo>
                <a:lnTo>
                  <a:pt x="0" y="23208"/>
                </a:lnTo>
                <a:lnTo>
                  <a:pt x="0" y="23208"/>
                </a:lnTo>
                <a:lnTo>
                  <a:pt x="0" y="23208"/>
                </a:lnTo>
                <a:lnTo>
                  <a:pt x="0" y="23208"/>
                </a:lnTo>
                <a:lnTo>
                  <a:pt x="0" y="23208"/>
                </a:lnTo>
                <a:lnTo>
                  <a:pt x="0" y="23208"/>
                </a:lnTo>
                <a:lnTo>
                  <a:pt x="0" y="23209"/>
                </a:lnTo>
                <a:lnTo>
                  <a:pt x="0" y="23209"/>
                </a:lnTo>
                <a:lnTo>
                  <a:pt x="0" y="23209"/>
                </a:lnTo>
                <a:lnTo>
                  <a:pt x="0" y="23209"/>
                </a:lnTo>
                <a:lnTo>
                  <a:pt x="0" y="23209"/>
                </a:lnTo>
                <a:lnTo>
                  <a:pt x="0" y="23209"/>
                </a:lnTo>
                <a:lnTo>
                  <a:pt x="0" y="23209"/>
                </a:lnTo>
                <a:lnTo>
                  <a:pt x="0" y="23209"/>
                </a:lnTo>
                <a:lnTo>
                  <a:pt x="0" y="23210"/>
                </a:lnTo>
                <a:lnTo>
                  <a:pt x="0" y="23210"/>
                </a:lnTo>
                <a:lnTo>
                  <a:pt x="0" y="23210"/>
                </a:lnTo>
                <a:lnTo>
                  <a:pt x="0" y="23210"/>
                </a:lnTo>
                <a:lnTo>
                  <a:pt x="0" y="23210"/>
                </a:lnTo>
                <a:lnTo>
                  <a:pt x="0" y="23210"/>
                </a:lnTo>
                <a:lnTo>
                  <a:pt x="0" y="23210"/>
                </a:lnTo>
                <a:lnTo>
                  <a:pt x="0" y="23211"/>
                </a:lnTo>
                <a:lnTo>
                  <a:pt x="0" y="23211"/>
                </a:lnTo>
                <a:lnTo>
                  <a:pt x="0" y="23211"/>
                </a:lnTo>
                <a:lnTo>
                  <a:pt x="0" y="23211"/>
                </a:lnTo>
                <a:lnTo>
                  <a:pt x="0" y="23211"/>
                </a:lnTo>
                <a:lnTo>
                  <a:pt x="0" y="23211"/>
                </a:lnTo>
                <a:lnTo>
                  <a:pt x="0" y="23211"/>
                </a:lnTo>
                <a:lnTo>
                  <a:pt x="0" y="23212"/>
                </a:lnTo>
                <a:lnTo>
                  <a:pt x="0" y="23212"/>
                </a:lnTo>
                <a:lnTo>
                  <a:pt x="0" y="23212"/>
                </a:lnTo>
                <a:lnTo>
                  <a:pt x="0" y="23212"/>
                </a:lnTo>
                <a:lnTo>
                  <a:pt x="0" y="23212"/>
                </a:lnTo>
                <a:lnTo>
                  <a:pt x="0" y="23212"/>
                </a:lnTo>
                <a:lnTo>
                  <a:pt x="0" y="23212"/>
                </a:lnTo>
                <a:lnTo>
                  <a:pt x="0" y="23212"/>
                </a:lnTo>
                <a:lnTo>
                  <a:pt x="0" y="23213"/>
                </a:lnTo>
                <a:lnTo>
                  <a:pt x="0" y="23213"/>
                </a:lnTo>
                <a:lnTo>
                  <a:pt x="0" y="23213"/>
                </a:lnTo>
                <a:lnTo>
                  <a:pt x="0" y="23213"/>
                </a:lnTo>
                <a:lnTo>
                  <a:pt x="0" y="23213"/>
                </a:lnTo>
                <a:lnTo>
                  <a:pt x="0" y="23213"/>
                </a:lnTo>
                <a:lnTo>
                  <a:pt x="0" y="23213"/>
                </a:lnTo>
                <a:lnTo>
                  <a:pt x="0" y="23214"/>
                </a:lnTo>
                <a:lnTo>
                  <a:pt x="0" y="23214"/>
                </a:lnTo>
                <a:lnTo>
                  <a:pt x="0" y="23214"/>
                </a:lnTo>
                <a:lnTo>
                  <a:pt x="0" y="23214"/>
                </a:lnTo>
                <a:lnTo>
                  <a:pt x="0" y="23214"/>
                </a:lnTo>
                <a:lnTo>
                  <a:pt x="0" y="23214"/>
                </a:lnTo>
                <a:lnTo>
                  <a:pt x="0" y="23214"/>
                </a:lnTo>
                <a:lnTo>
                  <a:pt x="0" y="23214"/>
                </a:lnTo>
                <a:lnTo>
                  <a:pt x="0" y="23215"/>
                </a:lnTo>
                <a:lnTo>
                  <a:pt x="0" y="23215"/>
                </a:lnTo>
                <a:lnTo>
                  <a:pt x="0" y="23215"/>
                </a:lnTo>
                <a:lnTo>
                  <a:pt x="0" y="23215"/>
                </a:lnTo>
                <a:lnTo>
                  <a:pt x="0" y="23215"/>
                </a:lnTo>
                <a:lnTo>
                  <a:pt x="0" y="23215"/>
                </a:lnTo>
                <a:lnTo>
                  <a:pt x="0" y="23215"/>
                </a:lnTo>
                <a:lnTo>
                  <a:pt x="0" y="23216"/>
                </a:lnTo>
                <a:lnTo>
                  <a:pt x="0" y="23216"/>
                </a:lnTo>
                <a:lnTo>
                  <a:pt x="0" y="23216"/>
                </a:lnTo>
                <a:lnTo>
                  <a:pt x="0" y="23216"/>
                </a:lnTo>
                <a:lnTo>
                  <a:pt x="0" y="23216"/>
                </a:lnTo>
                <a:lnTo>
                  <a:pt x="0" y="23216"/>
                </a:lnTo>
                <a:lnTo>
                  <a:pt x="0" y="23216"/>
                </a:lnTo>
                <a:lnTo>
                  <a:pt x="0" y="23216"/>
                </a:lnTo>
                <a:lnTo>
                  <a:pt x="0" y="23217"/>
                </a:lnTo>
                <a:lnTo>
                  <a:pt x="0" y="23217"/>
                </a:lnTo>
                <a:lnTo>
                  <a:pt x="0" y="23217"/>
                </a:lnTo>
                <a:lnTo>
                  <a:pt x="0" y="23217"/>
                </a:lnTo>
                <a:lnTo>
                  <a:pt x="0" y="23217"/>
                </a:lnTo>
                <a:lnTo>
                  <a:pt x="0" y="23217"/>
                </a:lnTo>
                <a:lnTo>
                  <a:pt x="0" y="23217"/>
                </a:lnTo>
                <a:lnTo>
                  <a:pt x="0" y="23217"/>
                </a:lnTo>
                <a:lnTo>
                  <a:pt x="0" y="23218"/>
                </a:lnTo>
                <a:lnTo>
                  <a:pt x="0" y="23218"/>
                </a:lnTo>
                <a:lnTo>
                  <a:pt x="0" y="23218"/>
                </a:lnTo>
                <a:lnTo>
                  <a:pt x="0" y="23218"/>
                </a:lnTo>
                <a:lnTo>
                  <a:pt x="0" y="23218"/>
                </a:lnTo>
                <a:lnTo>
                  <a:pt x="0" y="23218"/>
                </a:lnTo>
                <a:lnTo>
                  <a:pt x="0" y="23218"/>
                </a:lnTo>
                <a:lnTo>
                  <a:pt x="0" y="23219"/>
                </a:lnTo>
                <a:lnTo>
                  <a:pt x="0" y="23219"/>
                </a:lnTo>
                <a:lnTo>
                  <a:pt x="0" y="23219"/>
                </a:lnTo>
                <a:lnTo>
                  <a:pt x="0" y="23219"/>
                </a:lnTo>
                <a:lnTo>
                  <a:pt x="0" y="23219"/>
                </a:lnTo>
                <a:lnTo>
                  <a:pt x="0" y="23219"/>
                </a:lnTo>
                <a:lnTo>
                  <a:pt x="0" y="23219"/>
                </a:lnTo>
                <a:lnTo>
                  <a:pt x="0" y="23219"/>
                </a:lnTo>
                <a:lnTo>
                  <a:pt x="0" y="23220"/>
                </a:lnTo>
                <a:lnTo>
                  <a:pt x="0" y="23220"/>
                </a:lnTo>
                <a:lnTo>
                  <a:pt x="0" y="23220"/>
                </a:lnTo>
                <a:lnTo>
                  <a:pt x="0" y="23220"/>
                </a:lnTo>
                <a:lnTo>
                  <a:pt x="0" y="23220"/>
                </a:lnTo>
                <a:lnTo>
                  <a:pt x="0" y="23220"/>
                </a:lnTo>
                <a:lnTo>
                  <a:pt x="0" y="23220"/>
                </a:lnTo>
                <a:lnTo>
                  <a:pt x="0" y="23220"/>
                </a:lnTo>
                <a:lnTo>
                  <a:pt x="0" y="23221"/>
                </a:lnTo>
                <a:lnTo>
                  <a:pt x="0" y="23221"/>
                </a:lnTo>
                <a:lnTo>
                  <a:pt x="0" y="23221"/>
                </a:lnTo>
                <a:lnTo>
                  <a:pt x="0" y="23221"/>
                </a:lnTo>
                <a:lnTo>
                  <a:pt x="0" y="23221"/>
                </a:lnTo>
                <a:lnTo>
                  <a:pt x="0" y="23221"/>
                </a:lnTo>
                <a:lnTo>
                  <a:pt x="0" y="23221"/>
                </a:lnTo>
                <a:lnTo>
                  <a:pt x="0" y="23221"/>
                </a:lnTo>
                <a:lnTo>
                  <a:pt x="0" y="23222"/>
                </a:lnTo>
                <a:lnTo>
                  <a:pt x="0" y="23222"/>
                </a:lnTo>
                <a:lnTo>
                  <a:pt x="0" y="23222"/>
                </a:lnTo>
                <a:lnTo>
                  <a:pt x="0" y="23222"/>
                </a:lnTo>
                <a:lnTo>
                  <a:pt x="0" y="23222"/>
                </a:lnTo>
                <a:lnTo>
                  <a:pt x="0" y="23222"/>
                </a:lnTo>
                <a:lnTo>
                  <a:pt x="0" y="23222"/>
                </a:lnTo>
                <a:lnTo>
                  <a:pt x="0" y="23222"/>
                </a:lnTo>
                <a:lnTo>
                  <a:pt x="0" y="23223"/>
                </a:lnTo>
                <a:lnTo>
                  <a:pt x="0" y="23223"/>
                </a:lnTo>
                <a:lnTo>
                  <a:pt x="0" y="23223"/>
                </a:lnTo>
                <a:lnTo>
                  <a:pt x="0" y="23223"/>
                </a:lnTo>
                <a:lnTo>
                  <a:pt x="0" y="23223"/>
                </a:lnTo>
                <a:lnTo>
                  <a:pt x="0" y="23223"/>
                </a:lnTo>
                <a:lnTo>
                  <a:pt x="0" y="23223"/>
                </a:lnTo>
                <a:lnTo>
                  <a:pt x="0" y="23224"/>
                </a:lnTo>
                <a:lnTo>
                  <a:pt x="0" y="23224"/>
                </a:lnTo>
                <a:lnTo>
                  <a:pt x="0" y="23224"/>
                </a:lnTo>
                <a:lnTo>
                  <a:pt x="0" y="23224"/>
                </a:lnTo>
                <a:lnTo>
                  <a:pt x="0" y="23224"/>
                </a:lnTo>
                <a:lnTo>
                  <a:pt x="0" y="23224"/>
                </a:lnTo>
                <a:lnTo>
                  <a:pt x="0" y="23224"/>
                </a:lnTo>
                <a:lnTo>
                  <a:pt x="0" y="23224"/>
                </a:lnTo>
                <a:lnTo>
                  <a:pt x="0" y="23225"/>
                </a:lnTo>
                <a:lnTo>
                  <a:pt x="0" y="23225"/>
                </a:lnTo>
                <a:lnTo>
                  <a:pt x="0" y="23225"/>
                </a:lnTo>
                <a:lnTo>
                  <a:pt x="0" y="23225"/>
                </a:lnTo>
                <a:lnTo>
                  <a:pt x="0" y="23225"/>
                </a:lnTo>
                <a:lnTo>
                  <a:pt x="0" y="23225"/>
                </a:lnTo>
                <a:lnTo>
                  <a:pt x="0" y="23225"/>
                </a:lnTo>
                <a:lnTo>
                  <a:pt x="0" y="23225"/>
                </a:lnTo>
                <a:lnTo>
                  <a:pt x="0" y="23226"/>
                </a:lnTo>
                <a:lnTo>
                  <a:pt x="0" y="23226"/>
                </a:lnTo>
                <a:lnTo>
                  <a:pt x="0" y="23226"/>
                </a:lnTo>
                <a:lnTo>
                  <a:pt x="0" y="23226"/>
                </a:lnTo>
                <a:lnTo>
                  <a:pt x="0" y="23226"/>
                </a:lnTo>
                <a:lnTo>
                  <a:pt x="0" y="23226"/>
                </a:lnTo>
                <a:lnTo>
                  <a:pt x="0" y="23226"/>
                </a:lnTo>
                <a:lnTo>
                  <a:pt x="0" y="23226"/>
                </a:lnTo>
                <a:lnTo>
                  <a:pt x="0" y="23227"/>
                </a:lnTo>
                <a:lnTo>
                  <a:pt x="0" y="23227"/>
                </a:lnTo>
                <a:lnTo>
                  <a:pt x="0" y="23227"/>
                </a:lnTo>
                <a:lnTo>
                  <a:pt x="0" y="23227"/>
                </a:lnTo>
                <a:lnTo>
                  <a:pt x="0" y="23227"/>
                </a:lnTo>
                <a:lnTo>
                  <a:pt x="0" y="23227"/>
                </a:lnTo>
                <a:lnTo>
                  <a:pt x="0" y="23227"/>
                </a:lnTo>
                <a:lnTo>
                  <a:pt x="0" y="23227"/>
                </a:lnTo>
                <a:lnTo>
                  <a:pt x="0" y="23228"/>
                </a:lnTo>
                <a:lnTo>
                  <a:pt x="0" y="23228"/>
                </a:lnTo>
                <a:lnTo>
                  <a:pt x="0" y="23228"/>
                </a:lnTo>
                <a:lnTo>
                  <a:pt x="0" y="23228"/>
                </a:lnTo>
                <a:lnTo>
                  <a:pt x="0" y="23228"/>
                </a:lnTo>
                <a:lnTo>
                  <a:pt x="0" y="23228"/>
                </a:lnTo>
                <a:lnTo>
                  <a:pt x="0" y="23228"/>
                </a:lnTo>
                <a:lnTo>
                  <a:pt x="0" y="23228"/>
                </a:lnTo>
                <a:lnTo>
                  <a:pt x="0" y="23229"/>
                </a:lnTo>
                <a:lnTo>
                  <a:pt x="0" y="23229"/>
                </a:lnTo>
                <a:lnTo>
                  <a:pt x="0" y="23229"/>
                </a:lnTo>
                <a:lnTo>
                  <a:pt x="0" y="23229"/>
                </a:lnTo>
                <a:lnTo>
                  <a:pt x="0" y="23229"/>
                </a:lnTo>
                <a:lnTo>
                  <a:pt x="0" y="23229"/>
                </a:lnTo>
                <a:lnTo>
                  <a:pt x="0" y="23229"/>
                </a:lnTo>
                <a:lnTo>
                  <a:pt x="0" y="23229"/>
                </a:lnTo>
                <a:lnTo>
                  <a:pt x="0" y="23230"/>
                </a:lnTo>
                <a:lnTo>
                  <a:pt x="0" y="23230"/>
                </a:lnTo>
                <a:lnTo>
                  <a:pt x="0" y="23230"/>
                </a:lnTo>
                <a:lnTo>
                  <a:pt x="0" y="23230"/>
                </a:lnTo>
                <a:lnTo>
                  <a:pt x="0" y="23230"/>
                </a:lnTo>
                <a:lnTo>
                  <a:pt x="0" y="23230"/>
                </a:lnTo>
                <a:lnTo>
                  <a:pt x="0" y="23230"/>
                </a:lnTo>
                <a:lnTo>
                  <a:pt x="0" y="23230"/>
                </a:lnTo>
                <a:lnTo>
                  <a:pt x="0" y="23231"/>
                </a:lnTo>
                <a:lnTo>
                  <a:pt x="0" y="23231"/>
                </a:lnTo>
                <a:lnTo>
                  <a:pt x="0" y="23231"/>
                </a:lnTo>
                <a:lnTo>
                  <a:pt x="0" y="23231"/>
                </a:lnTo>
                <a:lnTo>
                  <a:pt x="0" y="23231"/>
                </a:lnTo>
                <a:lnTo>
                  <a:pt x="0" y="23231"/>
                </a:lnTo>
                <a:lnTo>
                  <a:pt x="0" y="23231"/>
                </a:lnTo>
                <a:lnTo>
                  <a:pt x="0" y="23231"/>
                </a:lnTo>
                <a:lnTo>
                  <a:pt x="0" y="23231"/>
                </a:lnTo>
                <a:lnTo>
                  <a:pt x="0" y="23232"/>
                </a:lnTo>
                <a:lnTo>
                  <a:pt x="0" y="23232"/>
                </a:lnTo>
                <a:lnTo>
                  <a:pt x="0" y="23232"/>
                </a:lnTo>
                <a:lnTo>
                  <a:pt x="0" y="23232"/>
                </a:lnTo>
                <a:lnTo>
                  <a:pt x="0" y="23232"/>
                </a:lnTo>
                <a:lnTo>
                  <a:pt x="0" y="23232"/>
                </a:lnTo>
                <a:lnTo>
                  <a:pt x="0" y="23232"/>
                </a:lnTo>
                <a:lnTo>
                  <a:pt x="0" y="23232"/>
                </a:lnTo>
                <a:lnTo>
                  <a:pt x="0" y="23233"/>
                </a:lnTo>
                <a:lnTo>
                  <a:pt x="0" y="23233"/>
                </a:lnTo>
                <a:lnTo>
                  <a:pt x="0" y="23233"/>
                </a:lnTo>
                <a:lnTo>
                  <a:pt x="0" y="23233"/>
                </a:lnTo>
                <a:lnTo>
                  <a:pt x="0" y="23233"/>
                </a:lnTo>
                <a:lnTo>
                  <a:pt x="0" y="23233"/>
                </a:lnTo>
                <a:lnTo>
                  <a:pt x="0" y="23233"/>
                </a:lnTo>
                <a:lnTo>
                  <a:pt x="0" y="23233"/>
                </a:lnTo>
                <a:lnTo>
                  <a:pt x="0" y="23234"/>
                </a:lnTo>
                <a:lnTo>
                  <a:pt x="0" y="23234"/>
                </a:lnTo>
                <a:lnTo>
                  <a:pt x="0" y="23234"/>
                </a:lnTo>
                <a:lnTo>
                  <a:pt x="0" y="23234"/>
                </a:lnTo>
                <a:lnTo>
                  <a:pt x="0" y="23234"/>
                </a:lnTo>
                <a:lnTo>
                  <a:pt x="0" y="23234"/>
                </a:lnTo>
                <a:lnTo>
                  <a:pt x="0" y="23234"/>
                </a:lnTo>
                <a:lnTo>
                  <a:pt x="0" y="23234"/>
                </a:lnTo>
                <a:lnTo>
                  <a:pt x="0" y="23235"/>
                </a:lnTo>
                <a:lnTo>
                  <a:pt x="0" y="23235"/>
                </a:lnTo>
                <a:lnTo>
                  <a:pt x="0" y="23235"/>
                </a:lnTo>
                <a:lnTo>
                  <a:pt x="0" y="23235"/>
                </a:lnTo>
                <a:lnTo>
                  <a:pt x="0" y="23235"/>
                </a:lnTo>
                <a:lnTo>
                  <a:pt x="0" y="23235"/>
                </a:lnTo>
                <a:lnTo>
                  <a:pt x="0" y="23235"/>
                </a:lnTo>
                <a:lnTo>
                  <a:pt x="0" y="23235"/>
                </a:lnTo>
                <a:lnTo>
                  <a:pt x="0" y="23235"/>
                </a:lnTo>
                <a:lnTo>
                  <a:pt x="0" y="23236"/>
                </a:lnTo>
                <a:lnTo>
                  <a:pt x="0" y="23236"/>
                </a:lnTo>
                <a:lnTo>
                  <a:pt x="0" y="23236"/>
                </a:lnTo>
                <a:lnTo>
                  <a:pt x="0" y="23236"/>
                </a:lnTo>
                <a:lnTo>
                  <a:pt x="0" y="23236"/>
                </a:lnTo>
                <a:lnTo>
                  <a:pt x="0" y="23236"/>
                </a:lnTo>
                <a:lnTo>
                  <a:pt x="0" y="23236"/>
                </a:lnTo>
                <a:lnTo>
                  <a:pt x="0" y="23236"/>
                </a:lnTo>
                <a:lnTo>
                  <a:pt x="0" y="23237"/>
                </a:lnTo>
                <a:lnTo>
                  <a:pt x="0" y="23237"/>
                </a:lnTo>
                <a:lnTo>
                  <a:pt x="0" y="23237"/>
                </a:lnTo>
                <a:lnTo>
                  <a:pt x="0" y="23237"/>
                </a:lnTo>
                <a:lnTo>
                  <a:pt x="0" y="23237"/>
                </a:lnTo>
                <a:lnTo>
                  <a:pt x="0" y="23237"/>
                </a:lnTo>
                <a:lnTo>
                  <a:pt x="0" y="23237"/>
                </a:lnTo>
                <a:lnTo>
                  <a:pt x="0" y="23237"/>
                </a:lnTo>
                <a:lnTo>
                  <a:pt x="0" y="23237"/>
                </a:lnTo>
                <a:lnTo>
                  <a:pt x="0" y="23238"/>
                </a:lnTo>
                <a:lnTo>
                  <a:pt x="0" y="23238"/>
                </a:lnTo>
                <a:lnTo>
                  <a:pt x="0" y="23238"/>
                </a:lnTo>
                <a:lnTo>
                  <a:pt x="0" y="23238"/>
                </a:lnTo>
                <a:lnTo>
                  <a:pt x="0" y="23238"/>
                </a:lnTo>
                <a:lnTo>
                  <a:pt x="0" y="23238"/>
                </a:lnTo>
                <a:lnTo>
                  <a:pt x="0" y="23238"/>
                </a:lnTo>
                <a:lnTo>
                  <a:pt x="0" y="23238"/>
                </a:lnTo>
                <a:lnTo>
                  <a:pt x="0" y="23239"/>
                </a:lnTo>
                <a:lnTo>
                  <a:pt x="0" y="23239"/>
                </a:lnTo>
                <a:lnTo>
                  <a:pt x="0" y="23239"/>
                </a:lnTo>
                <a:lnTo>
                  <a:pt x="0" y="23239"/>
                </a:lnTo>
                <a:lnTo>
                  <a:pt x="0" y="23239"/>
                </a:lnTo>
                <a:lnTo>
                  <a:pt x="0" y="23239"/>
                </a:lnTo>
                <a:lnTo>
                  <a:pt x="0" y="23239"/>
                </a:lnTo>
                <a:lnTo>
                  <a:pt x="0" y="23239"/>
                </a:lnTo>
                <a:lnTo>
                  <a:pt x="0" y="23239"/>
                </a:lnTo>
                <a:lnTo>
                  <a:pt x="0" y="23240"/>
                </a:lnTo>
                <a:lnTo>
                  <a:pt x="0" y="23240"/>
                </a:lnTo>
                <a:lnTo>
                  <a:pt x="0" y="23240"/>
                </a:lnTo>
                <a:lnTo>
                  <a:pt x="0" y="23240"/>
                </a:lnTo>
                <a:lnTo>
                  <a:pt x="0" y="23240"/>
                </a:lnTo>
                <a:lnTo>
                  <a:pt x="0" y="23240"/>
                </a:lnTo>
                <a:lnTo>
                  <a:pt x="0" y="23240"/>
                </a:lnTo>
                <a:lnTo>
                  <a:pt x="0" y="23240"/>
                </a:lnTo>
                <a:lnTo>
                  <a:pt x="0" y="23241"/>
                </a:lnTo>
                <a:lnTo>
                  <a:pt x="0" y="23241"/>
                </a:lnTo>
                <a:lnTo>
                  <a:pt x="0" y="23241"/>
                </a:lnTo>
                <a:lnTo>
                  <a:pt x="0" y="23241"/>
                </a:lnTo>
                <a:lnTo>
                  <a:pt x="0" y="23241"/>
                </a:lnTo>
                <a:lnTo>
                  <a:pt x="0" y="23241"/>
                </a:lnTo>
                <a:lnTo>
                  <a:pt x="0" y="23241"/>
                </a:lnTo>
                <a:lnTo>
                  <a:pt x="0" y="23241"/>
                </a:lnTo>
                <a:lnTo>
                  <a:pt x="0" y="23241"/>
                </a:lnTo>
                <a:lnTo>
                  <a:pt x="0" y="23242"/>
                </a:lnTo>
                <a:lnTo>
                  <a:pt x="0" y="23242"/>
                </a:lnTo>
                <a:lnTo>
                  <a:pt x="0" y="23242"/>
                </a:lnTo>
                <a:lnTo>
                  <a:pt x="0" y="23242"/>
                </a:lnTo>
                <a:lnTo>
                  <a:pt x="0" y="23242"/>
                </a:lnTo>
                <a:lnTo>
                  <a:pt x="0" y="23242"/>
                </a:lnTo>
                <a:lnTo>
                  <a:pt x="0" y="23242"/>
                </a:lnTo>
                <a:lnTo>
                  <a:pt x="0" y="23242"/>
                </a:lnTo>
                <a:lnTo>
                  <a:pt x="0" y="23242"/>
                </a:lnTo>
                <a:lnTo>
                  <a:pt x="0" y="23243"/>
                </a:lnTo>
                <a:lnTo>
                  <a:pt x="0" y="23243"/>
                </a:lnTo>
                <a:lnTo>
                  <a:pt x="0" y="23243"/>
                </a:lnTo>
                <a:lnTo>
                  <a:pt x="0" y="23243"/>
                </a:lnTo>
                <a:lnTo>
                  <a:pt x="0" y="23243"/>
                </a:lnTo>
                <a:lnTo>
                  <a:pt x="0" y="23243"/>
                </a:lnTo>
                <a:lnTo>
                  <a:pt x="0" y="23243"/>
                </a:lnTo>
                <a:lnTo>
                  <a:pt x="0" y="23243"/>
                </a:lnTo>
                <a:lnTo>
                  <a:pt x="0" y="23244"/>
                </a:lnTo>
                <a:lnTo>
                  <a:pt x="0" y="23244"/>
                </a:lnTo>
                <a:lnTo>
                  <a:pt x="0" y="23244"/>
                </a:lnTo>
                <a:lnTo>
                  <a:pt x="0" y="23244"/>
                </a:lnTo>
                <a:lnTo>
                  <a:pt x="0" y="23244"/>
                </a:lnTo>
                <a:lnTo>
                  <a:pt x="0" y="23244"/>
                </a:lnTo>
                <a:lnTo>
                  <a:pt x="0" y="23244"/>
                </a:lnTo>
                <a:lnTo>
                  <a:pt x="0" y="23244"/>
                </a:lnTo>
                <a:lnTo>
                  <a:pt x="0" y="23244"/>
                </a:lnTo>
                <a:lnTo>
                  <a:pt x="0" y="23245"/>
                </a:lnTo>
                <a:lnTo>
                  <a:pt x="0" y="23245"/>
                </a:lnTo>
                <a:lnTo>
                  <a:pt x="0" y="23245"/>
                </a:lnTo>
                <a:lnTo>
                  <a:pt x="0" y="23245"/>
                </a:lnTo>
                <a:lnTo>
                  <a:pt x="0" y="23245"/>
                </a:lnTo>
                <a:lnTo>
                  <a:pt x="0" y="23245"/>
                </a:lnTo>
                <a:lnTo>
                  <a:pt x="0" y="23245"/>
                </a:lnTo>
                <a:lnTo>
                  <a:pt x="0" y="23245"/>
                </a:lnTo>
                <a:lnTo>
                  <a:pt x="0" y="23245"/>
                </a:lnTo>
                <a:lnTo>
                  <a:pt x="0" y="23246"/>
                </a:lnTo>
                <a:lnTo>
                  <a:pt x="0" y="23246"/>
                </a:lnTo>
                <a:lnTo>
                  <a:pt x="0" y="23246"/>
                </a:lnTo>
                <a:lnTo>
                  <a:pt x="0" y="23246"/>
                </a:lnTo>
                <a:lnTo>
                  <a:pt x="0" y="23246"/>
                </a:lnTo>
                <a:lnTo>
                  <a:pt x="0" y="23246"/>
                </a:lnTo>
                <a:lnTo>
                  <a:pt x="0" y="23246"/>
                </a:lnTo>
                <a:lnTo>
                  <a:pt x="0" y="23246"/>
                </a:lnTo>
                <a:lnTo>
                  <a:pt x="0" y="23246"/>
                </a:lnTo>
                <a:lnTo>
                  <a:pt x="0" y="23247"/>
                </a:lnTo>
                <a:lnTo>
                  <a:pt x="0" y="23247"/>
                </a:lnTo>
                <a:lnTo>
                  <a:pt x="0" y="23247"/>
                </a:lnTo>
                <a:lnTo>
                  <a:pt x="0" y="23247"/>
                </a:lnTo>
                <a:lnTo>
                  <a:pt x="0" y="23247"/>
                </a:lnTo>
                <a:lnTo>
                  <a:pt x="0" y="23247"/>
                </a:lnTo>
                <a:lnTo>
                  <a:pt x="0" y="23247"/>
                </a:lnTo>
                <a:lnTo>
                  <a:pt x="0" y="23247"/>
                </a:lnTo>
                <a:lnTo>
                  <a:pt x="0" y="23247"/>
                </a:lnTo>
                <a:lnTo>
                  <a:pt x="0" y="23248"/>
                </a:lnTo>
                <a:lnTo>
                  <a:pt x="0" y="23248"/>
                </a:lnTo>
                <a:lnTo>
                  <a:pt x="0" y="23248"/>
                </a:lnTo>
                <a:lnTo>
                  <a:pt x="0" y="23248"/>
                </a:lnTo>
                <a:lnTo>
                  <a:pt x="0" y="23248"/>
                </a:lnTo>
                <a:lnTo>
                  <a:pt x="0" y="23248"/>
                </a:lnTo>
                <a:lnTo>
                  <a:pt x="0" y="23248"/>
                </a:lnTo>
                <a:lnTo>
                  <a:pt x="0" y="23248"/>
                </a:lnTo>
                <a:lnTo>
                  <a:pt x="0" y="23248"/>
                </a:lnTo>
                <a:lnTo>
                  <a:pt x="0" y="23249"/>
                </a:lnTo>
                <a:lnTo>
                  <a:pt x="0" y="23249"/>
                </a:lnTo>
                <a:lnTo>
                  <a:pt x="0" y="23249"/>
                </a:lnTo>
                <a:lnTo>
                  <a:pt x="0" y="23249"/>
                </a:lnTo>
                <a:lnTo>
                  <a:pt x="0" y="23249"/>
                </a:lnTo>
                <a:lnTo>
                  <a:pt x="0" y="23249"/>
                </a:lnTo>
                <a:lnTo>
                  <a:pt x="0" y="23249"/>
                </a:lnTo>
                <a:lnTo>
                  <a:pt x="0" y="23249"/>
                </a:lnTo>
                <a:lnTo>
                  <a:pt x="0" y="23249"/>
                </a:lnTo>
                <a:lnTo>
                  <a:pt x="0" y="23250"/>
                </a:lnTo>
                <a:lnTo>
                  <a:pt x="0" y="23250"/>
                </a:lnTo>
                <a:lnTo>
                  <a:pt x="0" y="23250"/>
                </a:lnTo>
                <a:lnTo>
                  <a:pt x="0" y="23250"/>
                </a:lnTo>
                <a:lnTo>
                  <a:pt x="0" y="23250"/>
                </a:lnTo>
                <a:lnTo>
                  <a:pt x="0" y="23250"/>
                </a:lnTo>
                <a:lnTo>
                  <a:pt x="0" y="23250"/>
                </a:lnTo>
                <a:lnTo>
                  <a:pt x="0" y="23250"/>
                </a:lnTo>
                <a:lnTo>
                  <a:pt x="0" y="23250"/>
                </a:lnTo>
                <a:lnTo>
                  <a:pt x="0" y="23251"/>
                </a:lnTo>
                <a:lnTo>
                  <a:pt x="0" y="23251"/>
                </a:lnTo>
                <a:lnTo>
                  <a:pt x="0" y="23251"/>
                </a:lnTo>
                <a:lnTo>
                  <a:pt x="0" y="23251"/>
                </a:lnTo>
                <a:lnTo>
                  <a:pt x="0" y="23251"/>
                </a:lnTo>
                <a:lnTo>
                  <a:pt x="0" y="23251"/>
                </a:lnTo>
                <a:lnTo>
                  <a:pt x="0" y="23251"/>
                </a:lnTo>
                <a:lnTo>
                  <a:pt x="0" y="23251"/>
                </a:lnTo>
                <a:lnTo>
                  <a:pt x="0" y="23251"/>
                </a:lnTo>
                <a:lnTo>
                  <a:pt x="0" y="23252"/>
                </a:lnTo>
                <a:lnTo>
                  <a:pt x="0" y="23252"/>
                </a:lnTo>
                <a:lnTo>
                  <a:pt x="0" y="23252"/>
                </a:lnTo>
                <a:lnTo>
                  <a:pt x="0" y="23252"/>
                </a:lnTo>
                <a:lnTo>
                  <a:pt x="0" y="23252"/>
                </a:lnTo>
                <a:lnTo>
                  <a:pt x="0" y="23252"/>
                </a:lnTo>
                <a:lnTo>
                  <a:pt x="0" y="23252"/>
                </a:lnTo>
                <a:lnTo>
                  <a:pt x="0" y="23252"/>
                </a:lnTo>
                <a:lnTo>
                  <a:pt x="0" y="23252"/>
                </a:lnTo>
                <a:lnTo>
                  <a:pt x="0" y="23252"/>
                </a:lnTo>
                <a:lnTo>
                  <a:pt x="0" y="23253"/>
                </a:lnTo>
                <a:lnTo>
                  <a:pt x="0" y="23253"/>
                </a:lnTo>
                <a:lnTo>
                  <a:pt x="0" y="23253"/>
                </a:lnTo>
                <a:lnTo>
                  <a:pt x="0" y="23253"/>
                </a:lnTo>
                <a:lnTo>
                  <a:pt x="0" y="23253"/>
                </a:lnTo>
                <a:lnTo>
                  <a:pt x="0" y="23253"/>
                </a:lnTo>
                <a:lnTo>
                  <a:pt x="0" y="23253"/>
                </a:lnTo>
                <a:lnTo>
                  <a:pt x="0" y="23253"/>
                </a:lnTo>
                <a:lnTo>
                  <a:pt x="0" y="23253"/>
                </a:lnTo>
                <a:lnTo>
                  <a:pt x="0" y="23254"/>
                </a:lnTo>
                <a:lnTo>
                  <a:pt x="0" y="23254"/>
                </a:lnTo>
                <a:lnTo>
                  <a:pt x="0" y="23254"/>
                </a:lnTo>
                <a:lnTo>
                  <a:pt x="0" y="23254"/>
                </a:lnTo>
                <a:lnTo>
                  <a:pt x="0" y="23254"/>
                </a:lnTo>
                <a:lnTo>
                  <a:pt x="0" y="23254"/>
                </a:lnTo>
                <a:lnTo>
                  <a:pt x="0" y="23254"/>
                </a:lnTo>
                <a:lnTo>
                  <a:pt x="0" y="23254"/>
                </a:lnTo>
                <a:lnTo>
                  <a:pt x="0" y="23254"/>
                </a:lnTo>
                <a:lnTo>
                  <a:pt x="0" y="23255"/>
                </a:lnTo>
                <a:lnTo>
                  <a:pt x="0" y="23255"/>
                </a:lnTo>
                <a:lnTo>
                  <a:pt x="0" y="23255"/>
                </a:lnTo>
                <a:lnTo>
                  <a:pt x="0" y="23255"/>
                </a:lnTo>
                <a:lnTo>
                  <a:pt x="0" y="23255"/>
                </a:lnTo>
                <a:lnTo>
                  <a:pt x="0" y="23255"/>
                </a:lnTo>
                <a:lnTo>
                  <a:pt x="0" y="23255"/>
                </a:lnTo>
                <a:lnTo>
                  <a:pt x="0" y="23255"/>
                </a:lnTo>
                <a:lnTo>
                  <a:pt x="0" y="23255"/>
                </a:lnTo>
                <a:lnTo>
                  <a:pt x="0" y="23255"/>
                </a:lnTo>
                <a:lnTo>
                  <a:pt x="0" y="23256"/>
                </a:lnTo>
                <a:lnTo>
                  <a:pt x="0" y="23256"/>
                </a:lnTo>
                <a:lnTo>
                  <a:pt x="0" y="23256"/>
                </a:lnTo>
                <a:lnTo>
                  <a:pt x="0" y="23256"/>
                </a:lnTo>
                <a:lnTo>
                  <a:pt x="0" y="23256"/>
                </a:lnTo>
                <a:lnTo>
                  <a:pt x="0" y="23256"/>
                </a:lnTo>
                <a:lnTo>
                  <a:pt x="0" y="23256"/>
                </a:lnTo>
                <a:lnTo>
                  <a:pt x="0" y="23256"/>
                </a:lnTo>
                <a:lnTo>
                  <a:pt x="0" y="23256"/>
                </a:lnTo>
                <a:lnTo>
                  <a:pt x="0" y="23257"/>
                </a:lnTo>
                <a:lnTo>
                  <a:pt x="0" y="23257"/>
                </a:lnTo>
                <a:lnTo>
                  <a:pt x="0" y="23257"/>
                </a:lnTo>
                <a:lnTo>
                  <a:pt x="0" y="23257"/>
                </a:lnTo>
                <a:lnTo>
                  <a:pt x="0" y="23257"/>
                </a:lnTo>
                <a:lnTo>
                  <a:pt x="0" y="23257"/>
                </a:lnTo>
                <a:lnTo>
                  <a:pt x="0" y="23257"/>
                </a:lnTo>
                <a:lnTo>
                  <a:pt x="0" y="23257"/>
                </a:lnTo>
                <a:lnTo>
                  <a:pt x="0" y="23257"/>
                </a:lnTo>
                <a:lnTo>
                  <a:pt x="0" y="23257"/>
                </a:lnTo>
                <a:lnTo>
                  <a:pt x="0" y="23258"/>
                </a:lnTo>
                <a:lnTo>
                  <a:pt x="0" y="23258"/>
                </a:lnTo>
                <a:lnTo>
                  <a:pt x="0" y="23258"/>
                </a:lnTo>
                <a:lnTo>
                  <a:pt x="0" y="23258"/>
                </a:lnTo>
                <a:lnTo>
                  <a:pt x="0" y="23258"/>
                </a:lnTo>
                <a:lnTo>
                  <a:pt x="0" y="23258"/>
                </a:lnTo>
                <a:lnTo>
                  <a:pt x="0" y="23258"/>
                </a:lnTo>
                <a:lnTo>
                  <a:pt x="0" y="23258"/>
                </a:lnTo>
                <a:lnTo>
                  <a:pt x="0" y="23258"/>
                </a:lnTo>
                <a:lnTo>
                  <a:pt x="0" y="23259"/>
                </a:lnTo>
                <a:lnTo>
                  <a:pt x="0" y="23259"/>
                </a:lnTo>
                <a:lnTo>
                  <a:pt x="0" y="23259"/>
                </a:lnTo>
                <a:lnTo>
                  <a:pt x="0" y="23259"/>
                </a:lnTo>
                <a:lnTo>
                  <a:pt x="0" y="23259"/>
                </a:lnTo>
                <a:lnTo>
                  <a:pt x="0" y="23259"/>
                </a:lnTo>
                <a:lnTo>
                  <a:pt x="0" y="23259"/>
                </a:lnTo>
                <a:lnTo>
                  <a:pt x="0" y="23259"/>
                </a:lnTo>
                <a:lnTo>
                  <a:pt x="0" y="23259"/>
                </a:lnTo>
                <a:lnTo>
                  <a:pt x="0" y="23259"/>
                </a:lnTo>
                <a:lnTo>
                  <a:pt x="0" y="23260"/>
                </a:lnTo>
                <a:lnTo>
                  <a:pt x="0" y="23260"/>
                </a:lnTo>
                <a:lnTo>
                  <a:pt x="0" y="23260"/>
                </a:lnTo>
                <a:lnTo>
                  <a:pt x="0" y="23260"/>
                </a:lnTo>
                <a:lnTo>
                  <a:pt x="0" y="23260"/>
                </a:lnTo>
                <a:lnTo>
                  <a:pt x="0" y="23260"/>
                </a:lnTo>
                <a:lnTo>
                  <a:pt x="0" y="23260"/>
                </a:lnTo>
                <a:lnTo>
                  <a:pt x="0" y="23260"/>
                </a:lnTo>
                <a:lnTo>
                  <a:pt x="0" y="23260"/>
                </a:lnTo>
                <a:lnTo>
                  <a:pt x="0" y="23260"/>
                </a:lnTo>
                <a:lnTo>
                  <a:pt x="0" y="23261"/>
                </a:lnTo>
                <a:lnTo>
                  <a:pt x="0" y="23261"/>
                </a:lnTo>
                <a:lnTo>
                  <a:pt x="0" y="23261"/>
                </a:lnTo>
                <a:lnTo>
                  <a:pt x="0" y="23261"/>
                </a:lnTo>
                <a:lnTo>
                  <a:pt x="0" y="23261"/>
                </a:lnTo>
                <a:lnTo>
                  <a:pt x="0" y="23261"/>
                </a:lnTo>
                <a:lnTo>
                  <a:pt x="0" y="23261"/>
                </a:lnTo>
                <a:lnTo>
                  <a:pt x="0" y="23261"/>
                </a:lnTo>
                <a:lnTo>
                  <a:pt x="0" y="23261"/>
                </a:lnTo>
                <a:lnTo>
                  <a:pt x="0" y="23261"/>
                </a:lnTo>
                <a:lnTo>
                  <a:pt x="0" y="23262"/>
                </a:lnTo>
                <a:lnTo>
                  <a:pt x="0" y="23262"/>
                </a:lnTo>
                <a:lnTo>
                  <a:pt x="0" y="23262"/>
                </a:lnTo>
                <a:lnTo>
                  <a:pt x="0" y="23262"/>
                </a:lnTo>
                <a:lnTo>
                  <a:pt x="0" y="23262"/>
                </a:lnTo>
                <a:lnTo>
                  <a:pt x="0" y="23262"/>
                </a:lnTo>
                <a:lnTo>
                  <a:pt x="0" y="23262"/>
                </a:lnTo>
                <a:lnTo>
                  <a:pt x="0" y="23262"/>
                </a:lnTo>
                <a:lnTo>
                  <a:pt x="0" y="23262"/>
                </a:lnTo>
                <a:lnTo>
                  <a:pt x="0" y="23262"/>
                </a:lnTo>
                <a:lnTo>
                  <a:pt x="0" y="23263"/>
                </a:lnTo>
                <a:lnTo>
                  <a:pt x="0" y="23263"/>
                </a:lnTo>
                <a:lnTo>
                  <a:pt x="0" y="23263"/>
                </a:lnTo>
                <a:lnTo>
                  <a:pt x="0" y="23263"/>
                </a:lnTo>
                <a:lnTo>
                  <a:pt x="0" y="23263"/>
                </a:lnTo>
                <a:lnTo>
                  <a:pt x="0" y="23263"/>
                </a:lnTo>
                <a:lnTo>
                  <a:pt x="0" y="23263"/>
                </a:lnTo>
                <a:lnTo>
                  <a:pt x="0" y="23263"/>
                </a:lnTo>
                <a:lnTo>
                  <a:pt x="0" y="23263"/>
                </a:lnTo>
                <a:lnTo>
                  <a:pt x="0" y="23263"/>
                </a:lnTo>
                <a:lnTo>
                  <a:pt x="0" y="23264"/>
                </a:lnTo>
                <a:lnTo>
                  <a:pt x="0" y="23264"/>
                </a:lnTo>
                <a:lnTo>
                  <a:pt x="0" y="23264"/>
                </a:lnTo>
                <a:lnTo>
                  <a:pt x="0" y="23264"/>
                </a:lnTo>
                <a:lnTo>
                  <a:pt x="0" y="23264"/>
                </a:lnTo>
                <a:lnTo>
                  <a:pt x="0" y="23264"/>
                </a:lnTo>
                <a:lnTo>
                  <a:pt x="0" y="23264"/>
                </a:lnTo>
                <a:lnTo>
                  <a:pt x="0" y="23264"/>
                </a:lnTo>
                <a:lnTo>
                  <a:pt x="0" y="23264"/>
                </a:lnTo>
                <a:lnTo>
                  <a:pt x="0" y="23264"/>
                </a:lnTo>
                <a:lnTo>
                  <a:pt x="0" y="23265"/>
                </a:lnTo>
                <a:lnTo>
                  <a:pt x="0" y="23265"/>
                </a:lnTo>
                <a:lnTo>
                  <a:pt x="0" y="23265"/>
                </a:lnTo>
                <a:lnTo>
                  <a:pt x="0" y="23265"/>
                </a:lnTo>
                <a:lnTo>
                  <a:pt x="0" y="23265"/>
                </a:lnTo>
                <a:lnTo>
                  <a:pt x="0" y="23265"/>
                </a:lnTo>
                <a:lnTo>
                  <a:pt x="0" y="23265"/>
                </a:lnTo>
                <a:lnTo>
                  <a:pt x="0" y="23265"/>
                </a:lnTo>
                <a:lnTo>
                  <a:pt x="0" y="23265"/>
                </a:lnTo>
                <a:lnTo>
                  <a:pt x="0" y="23265"/>
                </a:lnTo>
                <a:lnTo>
                  <a:pt x="0" y="23266"/>
                </a:lnTo>
                <a:lnTo>
                  <a:pt x="0" y="23266"/>
                </a:lnTo>
                <a:lnTo>
                  <a:pt x="0" y="23266"/>
                </a:lnTo>
                <a:lnTo>
                  <a:pt x="0" y="23266"/>
                </a:lnTo>
                <a:lnTo>
                  <a:pt x="0" y="23266"/>
                </a:lnTo>
                <a:lnTo>
                  <a:pt x="0" y="23266"/>
                </a:lnTo>
                <a:lnTo>
                  <a:pt x="0" y="23266"/>
                </a:lnTo>
                <a:lnTo>
                  <a:pt x="0" y="23266"/>
                </a:lnTo>
                <a:lnTo>
                  <a:pt x="0" y="23266"/>
                </a:lnTo>
                <a:lnTo>
                  <a:pt x="0" y="23266"/>
                </a:lnTo>
                <a:lnTo>
                  <a:pt x="0" y="23267"/>
                </a:lnTo>
                <a:lnTo>
                  <a:pt x="0" y="23267"/>
                </a:lnTo>
                <a:lnTo>
                  <a:pt x="0" y="23267"/>
                </a:lnTo>
                <a:lnTo>
                  <a:pt x="0" y="23267"/>
                </a:lnTo>
                <a:lnTo>
                  <a:pt x="0" y="23267"/>
                </a:lnTo>
                <a:lnTo>
                  <a:pt x="0" y="23267"/>
                </a:lnTo>
                <a:lnTo>
                  <a:pt x="0" y="23267"/>
                </a:lnTo>
                <a:lnTo>
                  <a:pt x="0" y="23267"/>
                </a:lnTo>
                <a:lnTo>
                  <a:pt x="0" y="23267"/>
                </a:lnTo>
                <a:lnTo>
                  <a:pt x="0" y="23267"/>
                </a:lnTo>
                <a:lnTo>
                  <a:pt x="0" y="23268"/>
                </a:lnTo>
                <a:lnTo>
                  <a:pt x="0" y="23268"/>
                </a:lnTo>
                <a:lnTo>
                  <a:pt x="0" y="23268"/>
                </a:lnTo>
                <a:lnTo>
                  <a:pt x="0" y="23268"/>
                </a:lnTo>
                <a:lnTo>
                  <a:pt x="0" y="23268"/>
                </a:lnTo>
                <a:lnTo>
                  <a:pt x="0" y="23268"/>
                </a:lnTo>
                <a:lnTo>
                  <a:pt x="0" y="23268"/>
                </a:lnTo>
                <a:lnTo>
                  <a:pt x="0" y="23268"/>
                </a:lnTo>
                <a:lnTo>
                  <a:pt x="0" y="23268"/>
                </a:lnTo>
                <a:lnTo>
                  <a:pt x="0" y="23268"/>
                </a:lnTo>
                <a:lnTo>
                  <a:pt x="0" y="23268"/>
                </a:lnTo>
                <a:lnTo>
                  <a:pt x="0" y="23269"/>
                </a:lnTo>
                <a:lnTo>
                  <a:pt x="0" y="23269"/>
                </a:lnTo>
                <a:lnTo>
                  <a:pt x="0" y="23269"/>
                </a:lnTo>
                <a:lnTo>
                  <a:pt x="0" y="23269"/>
                </a:lnTo>
                <a:lnTo>
                  <a:pt x="0" y="23269"/>
                </a:lnTo>
                <a:lnTo>
                  <a:pt x="0" y="23269"/>
                </a:lnTo>
                <a:lnTo>
                  <a:pt x="0" y="23269"/>
                </a:lnTo>
                <a:lnTo>
                  <a:pt x="0" y="23269"/>
                </a:lnTo>
                <a:lnTo>
                  <a:pt x="0" y="23269"/>
                </a:lnTo>
                <a:lnTo>
                  <a:pt x="0" y="23269"/>
                </a:lnTo>
                <a:lnTo>
                  <a:pt x="0" y="23270"/>
                </a:lnTo>
                <a:lnTo>
                  <a:pt x="0" y="23270"/>
                </a:lnTo>
                <a:lnTo>
                  <a:pt x="0" y="23270"/>
                </a:lnTo>
                <a:lnTo>
                  <a:pt x="0" y="23270"/>
                </a:lnTo>
                <a:lnTo>
                  <a:pt x="0" y="23270"/>
                </a:lnTo>
                <a:lnTo>
                  <a:pt x="0" y="23270"/>
                </a:lnTo>
                <a:lnTo>
                  <a:pt x="0" y="23270"/>
                </a:lnTo>
                <a:lnTo>
                  <a:pt x="0" y="23270"/>
                </a:lnTo>
                <a:lnTo>
                  <a:pt x="0" y="23270"/>
                </a:lnTo>
                <a:lnTo>
                  <a:pt x="0" y="23270"/>
                </a:lnTo>
                <a:lnTo>
                  <a:pt x="0" y="23270"/>
                </a:lnTo>
                <a:lnTo>
                  <a:pt x="0" y="23271"/>
                </a:lnTo>
                <a:lnTo>
                  <a:pt x="0" y="23271"/>
                </a:lnTo>
                <a:lnTo>
                  <a:pt x="0" y="23271"/>
                </a:lnTo>
                <a:lnTo>
                  <a:pt x="0" y="23271"/>
                </a:lnTo>
                <a:lnTo>
                  <a:pt x="0" y="23271"/>
                </a:lnTo>
                <a:lnTo>
                  <a:pt x="0" y="23271"/>
                </a:lnTo>
                <a:lnTo>
                  <a:pt x="0" y="23271"/>
                </a:lnTo>
                <a:lnTo>
                  <a:pt x="0" y="23271"/>
                </a:lnTo>
                <a:lnTo>
                  <a:pt x="0" y="23271"/>
                </a:lnTo>
                <a:lnTo>
                  <a:pt x="0" y="23271"/>
                </a:lnTo>
                <a:lnTo>
                  <a:pt x="0" y="23271"/>
                </a:lnTo>
                <a:lnTo>
                  <a:pt x="0" y="23272"/>
                </a:lnTo>
                <a:lnTo>
                  <a:pt x="0" y="23272"/>
                </a:lnTo>
                <a:lnTo>
                  <a:pt x="0" y="23272"/>
                </a:lnTo>
                <a:lnTo>
                  <a:pt x="0" y="23272"/>
                </a:lnTo>
                <a:lnTo>
                  <a:pt x="0" y="23272"/>
                </a:lnTo>
                <a:lnTo>
                  <a:pt x="0" y="23272"/>
                </a:lnTo>
                <a:lnTo>
                  <a:pt x="0" y="23272"/>
                </a:lnTo>
                <a:lnTo>
                  <a:pt x="0" y="23272"/>
                </a:lnTo>
                <a:lnTo>
                  <a:pt x="0" y="23272"/>
                </a:lnTo>
                <a:lnTo>
                  <a:pt x="0" y="23272"/>
                </a:lnTo>
                <a:lnTo>
                  <a:pt x="0" y="23272"/>
                </a:lnTo>
                <a:lnTo>
                  <a:pt x="0" y="23273"/>
                </a:lnTo>
                <a:lnTo>
                  <a:pt x="0" y="23273"/>
                </a:lnTo>
                <a:lnTo>
                  <a:pt x="0" y="23273"/>
                </a:lnTo>
                <a:lnTo>
                  <a:pt x="0" y="23273"/>
                </a:lnTo>
                <a:lnTo>
                  <a:pt x="0" y="23273"/>
                </a:lnTo>
                <a:lnTo>
                  <a:pt x="0" y="23273"/>
                </a:lnTo>
                <a:lnTo>
                  <a:pt x="0" y="23273"/>
                </a:lnTo>
                <a:lnTo>
                  <a:pt x="0" y="23273"/>
                </a:lnTo>
                <a:lnTo>
                  <a:pt x="0" y="23273"/>
                </a:lnTo>
                <a:lnTo>
                  <a:pt x="0" y="23273"/>
                </a:lnTo>
                <a:lnTo>
                  <a:pt x="0" y="23274"/>
                </a:lnTo>
                <a:lnTo>
                  <a:pt x="0" y="23274"/>
                </a:lnTo>
                <a:lnTo>
                  <a:pt x="0" y="23274"/>
                </a:lnTo>
                <a:lnTo>
                  <a:pt x="0" y="23274"/>
                </a:lnTo>
                <a:lnTo>
                  <a:pt x="0" y="23274"/>
                </a:lnTo>
                <a:lnTo>
                  <a:pt x="0" y="23274"/>
                </a:lnTo>
                <a:lnTo>
                  <a:pt x="0" y="23274"/>
                </a:lnTo>
                <a:lnTo>
                  <a:pt x="0" y="23274"/>
                </a:lnTo>
                <a:lnTo>
                  <a:pt x="0" y="23274"/>
                </a:lnTo>
                <a:lnTo>
                  <a:pt x="0" y="23274"/>
                </a:lnTo>
                <a:lnTo>
                  <a:pt x="0" y="23274"/>
                </a:lnTo>
                <a:lnTo>
                  <a:pt x="0" y="23275"/>
                </a:lnTo>
                <a:lnTo>
                  <a:pt x="0" y="23275"/>
                </a:lnTo>
                <a:lnTo>
                  <a:pt x="0" y="23275"/>
                </a:lnTo>
                <a:lnTo>
                  <a:pt x="0" y="23275"/>
                </a:lnTo>
                <a:lnTo>
                  <a:pt x="0" y="23275"/>
                </a:lnTo>
                <a:lnTo>
                  <a:pt x="0" y="23275"/>
                </a:lnTo>
                <a:lnTo>
                  <a:pt x="0" y="23275"/>
                </a:lnTo>
                <a:lnTo>
                  <a:pt x="0" y="23275"/>
                </a:lnTo>
                <a:lnTo>
                  <a:pt x="0" y="23275"/>
                </a:lnTo>
                <a:lnTo>
                  <a:pt x="0" y="23275"/>
                </a:lnTo>
                <a:lnTo>
                  <a:pt x="0" y="23275"/>
                </a:lnTo>
                <a:lnTo>
                  <a:pt x="0" y="23276"/>
                </a:lnTo>
                <a:lnTo>
                  <a:pt x="0" y="23276"/>
                </a:lnTo>
                <a:lnTo>
                  <a:pt x="0" y="23276"/>
                </a:lnTo>
                <a:lnTo>
                  <a:pt x="0" y="23276"/>
                </a:lnTo>
                <a:lnTo>
                  <a:pt x="0" y="23276"/>
                </a:lnTo>
                <a:lnTo>
                  <a:pt x="0" y="23276"/>
                </a:lnTo>
                <a:lnTo>
                  <a:pt x="0" y="23276"/>
                </a:lnTo>
                <a:lnTo>
                  <a:pt x="0" y="23276"/>
                </a:lnTo>
                <a:lnTo>
                  <a:pt x="0" y="23276"/>
                </a:lnTo>
                <a:lnTo>
                  <a:pt x="0" y="23276"/>
                </a:lnTo>
                <a:lnTo>
                  <a:pt x="0" y="23276"/>
                </a:lnTo>
                <a:lnTo>
                  <a:pt x="0" y="23276"/>
                </a:lnTo>
                <a:lnTo>
                  <a:pt x="0" y="23277"/>
                </a:lnTo>
                <a:lnTo>
                  <a:pt x="0" y="23277"/>
                </a:lnTo>
                <a:lnTo>
                  <a:pt x="0" y="23277"/>
                </a:lnTo>
                <a:lnTo>
                  <a:pt x="0" y="23277"/>
                </a:lnTo>
                <a:lnTo>
                  <a:pt x="0" y="23277"/>
                </a:lnTo>
                <a:lnTo>
                  <a:pt x="0" y="23277"/>
                </a:lnTo>
                <a:lnTo>
                  <a:pt x="0" y="23277"/>
                </a:lnTo>
                <a:lnTo>
                  <a:pt x="0" y="23277"/>
                </a:lnTo>
                <a:lnTo>
                  <a:pt x="0" y="23277"/>
                </a:lnTo>
                <a:lnTo>
                  <a:pt x="0" y="23277"/>
                </a:lnTo>
                <a:lnTo>
                  <a:pt x="0" y="23277"/>
                </a:lnTo>
                <a:lnTo>
                  <a:pt x="0" y="23278"/>
                </a:lnTo>
                <a:lnTo>
                  <a:pt x="0" y="23278"/>
                </a:lnTo>
                <a:lnTo>
                  <a:pt x="0" y="23278"/>
                </a:lnTo>
                <a:lnTo>
                  <a:pt x="0" y="23278"/>
                </a:lnTo>
                <a:lnTo>
                  <a:pt x="0" y="23278"/>
                </a:lnTo>
                <a:lnTo>
                  <a:pt x="0" y="23278"/>
                </a:lnTo>
                <a:lnTo>
                  <a:pt x="0" y="23278"/>
                </a:lnTo>
                <a:lnTo>
                  <a:pt x="0" y="23278"/>
                </a:lnTo>
                <a:lnTo>
                  <a:pt x="0" y="23278"/>
                </a:lnTo>
                <a:lnTo>
                  <a:pt x="0" y="23278"/>
                </a:lnTo>
                <a:lnTo>
                  <a:pt x="0" y="23278"/>
                </a:lnTo>
                <a:lnTo>
                  <a:pt x="0" y="23279"/>
                </a:lnTo>
                <a:lnTo>
                  <a:pt x="0" y="23279"/>
                </a:lnTo>
                <a:lnTo>
                  <a:pt x="0" y="23279"/>
                </a:lnTo>
                <a:lnTo>
                  <a:pt x="0" y="23279"/>
                </a:lnTo>
                <a:lnTo>
                  <a:pt x="0" y="23279"/>
                </a:lnTo>
                <a:lnTo>
                  <a:pt x="0" y="23279"/>
                </a:lnTo>
                <a:lnTo>
                  <a:pt x="0" y="23279"/>
                </a:lnTo>
                <a:lnTo>
                  <a:pt x="0" y="23279"/>
                </a:lnTo>
                <a:lnTo>
                  <a:pt x="0" y="23279"/>
                </a:lnTo>
                <a:lnTo>
                  <a:pt x="0" y="23279"/>
                </a:lnTo>
                <a:lnTo>
                  <a:pt x="0" y="23279"/>
                </a:lnTo>
                <a:lnTo>
                  <a:pt x="0" y="23279"/>
                </a:lnTo>
                <a:lnTo>
                  <a:pt x="0" y="23280"/>
                </a:lnTo>
                <a:lnTo>
                  <a:pt x="0" y="23280"/>
                </a:lnTo>
                <a:lnTo>
                  <a:pt x="0" y="23280"/>
                </a:lnTo>
                <a:lnTo>
                  <a:pt x="0" y="23280"/>
                </a:lnTo>
                <a:lnTo>
                  <a:pt x="0" y="23280"/>
                </a:lnTo>
                <a:lnTo>
                  <a:pt x="0" y="23280"/>
                </a:lnTo>
                <a:lnTo>
                  <a:pt x="0" y="23280"/>
                </a:lnTo>
                <a:lnTo>
                  <a:pt x="0" y="23280"/>
                </a:lnTo>
                <a:lnTo>
                  <a:pt x="0" y="23280"/>
                </a:lnTo>
                <a:lnTo>
                  <a:pt x="0" y="23280"/>
                </a:lnTo>
                <a:lnTo>
                  <a:pt x="0" y="23280"/>
                </a:lnTo>
                <a:lnTo>
                  <a:pt x="0" y="23280"/>
                </a:lnTo>
                <a:lnTo>
                  <a:pt x="0" y="23281"/>
                </a:lnTo>
                <a:lnTo>
                  <a:pt x="0" y="23281"/>
                </a:lnTo>
                <a:lnTo>
                  <a:pt x="0" y="23281"/>
                </a:lnTo>
                <a:lnTo>
                  <a:pt x="0" y="23281"/>
                </a:lnTo>
                <a:lnTo>
                  <a:pt x="0" y="23281"/>
                </a:lnTo>
                <a:lnTo>
                  <a:pt x="0" y="23281"/>
                </a:lnTo>
                <a:lnTo>
                  <a:pt x="0" y="23281"/>
                </a:lnTo>
                <a:lnTo>
                  <a:pt x="0" y="23281"/>
                </a:lnTo>
                <a:lnTo>
                  <a:pt x="0" y="23281"/>
                </a:lnTo>
                <a:lnTo>
                  <a:pt x="0" y="23281"/>
                </a:lnTo>
                <a:lnTo>
                  <a:pt x="0" y="23281"/>
                </a:lnTo>
                <a:lnTo>
                  <a:pt x="0" y="23282"/>
                </a:lnTo>
                <a:lnTo>
                  <a:pt x="0" y="23282"/>
                </a:lnTo>
                <a:lnTo>
                  <a:pt x="0" y="23282"/>
                </a:lnTo>
                <a:lnTo>
                  <a:pt x="0" y="23282"/>
                </a:lnTo>
                <a:lnTo>
                  <a:pt x="0" y="23282"/>
                </a:lnTo>
                <a:lnTo>
                  <a:pt x="0" y="23282"/>
                </a:lnTo>
                <a:lnTo>
                  <a:pt x="0" y="23282"/>
                </a:lnTo>
                <a:lnTo>
                  <a:pt x="0" y="23282"/>
                </a:lnTo>
                <a:lnTo>
                  <a:pt x="0" y="23282"/>
                </a:lnTo>
                <a:lnTo>
                  <a:pt x="0" y="23282"/>
                </a:lnTo>
                <a:lnTo>
                  <a:pt x="0" y="23282"/>
                </a:lnTo>
                <a:lnTo>
                  <a:pt x="0" y="23282"/>
                </a:lnTo>
                <a:lnTo>
                  <a:pt x="0" y="23283"/>
                </a:lnTo>
                <a:lnTo>
                  <a:pt x="0" y="23283"/>
                </a:lnTo>
                <a:lnTo>
                  <a:pt x="0" y="23283"/>
                </a:lnTo>
                <a:lnTo>
                  <a:pt x="0" y="23283"/>
                </a:lnTo>
                <a:lnTo>
                  <a:pt x="0" y="23283"/>
                </a:lnTo>
                <a:lnTo>
                  <a:pt x="0" y="23283"/>
                </a:lnTo>
                <a:lnTo>
                  <a:pt x="0" y="23283"/>
                </a:lnTo>
                <a:lnTo>
                  <a:pt x="0" y="23283"/>
                </a:lnTo>
                <a:lnTo>
                  <a:pt x="0" y="23283"/>
                </a:lnTo>
                <a:lnTo>
                  <a:pt x="0" y="23283"/>
                </a:lnTo>
                <a:lnTo>
                  <a:pt x="0" y="23283"/>
                </a:lnTo>
                <a:lnTo>
                  <a:pt x="0" y="23283"/>
                </a:lnTo>
                <a:lnTo>
                  <a:pt x="0" y="23284"/>
                </a:lnTo>
                <a:lnTo>
                  <a:pt x="0" y="23284"/>
                </a:lnTo>
                <a:lnTo>
                  <a:pt x="0" y="23284"/>
                </a:lnTo>
                <a:lnTo>
                  <a:pt x="0" y="23284"/>
                </a:lnTo>
                <a:lnTo>
                  <a:pt x="0" y="23284"/>
                </a:lnTo>
                <a:lnTo>
                  <a:pt x="0" y="23284"/>
                </a:lnTo>
                <a:lnTo>
                  <a:pt x="0" y="23284"/>
                </a:lnTo>
                <a:lnTo>
                  <a:pt x="0" y="23284"/>
                </a:lnTo>
                <a:lnTo>
                  <a:pt x="0" y="23284"/>
                </a:lnTo>
                <a:lnTo>
                  <a:pt x="0" y="23284"/>
                </a:lnTo>
                <a:lnTo>
                  <a:pt x="0" y="23284"/>
                </a:lnTo>
                <a:lnTo>
                  <a:pt x="0" y="23284"/>
                </a:lnTo>
                <a:lnTo>
                  <a:pt x="0" y="23284"/>
                </a:lnTo>
                <a:lnTo>
                  <a:pt x="0" y="23285"/>
                </a:lnTo>
                <a:lnTo>
                  <a:pt x="0" y="23285"/>
                </a:lnTo>
                <a:lnTo>
                  <a:pt x="0" y="23285"/>
                </a:lnTo>
                <a:lnTo>
                  <a:pt x="0" y="23285"/>
                </a:lnTo>
                <a:lnTo>
                  <a:pt x="0" y="23285"/>
                </a:lnTo>
                <a:lnTo>
                  <a:pt x="0" y="23285"/>
                </a:lnTo>
                <a:lnTo>
                  <a:pt x="0" y="23285"/>
                </a:lnTo>
                <a:lnTo>
                  <a:pt x="0" y="23285"/>
                </a:lnTo>
                <a:lnTo>
                  <a:pt x="0" y="23285"/>
                </a:lnTo>
                <a:lnTo>
                  <a:pt x="0" y="23285"/>
                </a:lnTo>
                <a:lnTo>
                  <a:pt x="0" y="23285"/>
                </a:lnTo>
                <a:lnTo>
                  <a:pt x="0" y="23285"/>
                </a:lnTo>
                <a:lnTo>
                  <a:pt x="0" y="23286"/>
                </a:lnTo>
                <a:lnTo>
                  <a:pt x="0" y="23286"/>
                </a:lnTo>
                <a:lnTo>
                  <a:pt x="0" y="23286"/>
                </a:lnTo>
                <a:lnTo>
                  <a:pt x="0" y="23286"/>
                </a:lnTo>
                <a:lnTo>
                  <a:pt x="0" y="23286"/>
                </a:lnTo>
                <a:lnTo>
                  <a:pt x="0" y="23286"/>
                </a:lnTo>
                <a:lnTo>
                  <a:pt x="0" y="23286"/>
                </a:lnTo>
                <a:lnTo>
                  <a:pt x="0" y="23286"/>
                </a:lnTo>
                <a:lnTo>
                  <a:pt x="0" y="23286"/>
                </a:lnTo>
                <a:lnTo>
                  <a:pt x="0" y="23286"/>
                </a:lnTo>
                <a:lnTo>
                  <a:pt x="0" y="23286"/>
                </a:lnTo>
                <a:lnTo>
                  <a:pt x="0" y="23286"/>
                </a:lnTo>
                <a:lnTo>
                  <a:pt x="0" y="23287"/>
                </a:lnTo>
                <a:lnTo>
                  <a:pt x="0" y="23287"/>
                </a:lnTo>
                <a:lnTo>
                  <a:pt x="0" y="23287"/>
                </a:lnTo>
                <a:lnTo>
                  <a:pt x="0" y="23287"/>
                </a:lnTo>
                <a:lnTo>
                  <a:pt x="0" y="23287"/>
                </a:lnTo>
                <a:lnTo>
                  <a:pt x="0" y="23287"/>
                </a:lnTo>
                <a:lnTo>
                  <a:pt x="0" y="23287"/>
                </a:lnTo>
                <a:lnTo>
                  <a:pt x="0" y="23287"/>
                </a:lnTo>
                <a:lnTo>
                  <a:pt x="0" y="23287"/>
                </a:lnTo>
                <a:lnTo>
                  <a:pt x="0" y="23287"/>
                </a:lnTo>
                <a:lnTo>
                  <a:pt x="0" y="23287"/>
                </a:lnTo>
                <a:lnTo>
                  <a:pt x="0" y="23287"/>
                </a:lnTo>
                <a:lnTo>
                  <a:pt x="0" y="23287"/>
                </a:lnTo>
                <a:lnTo>
                  <a:pt x="0" y="23288"/>
                </a:lnTo>
                <a:lnTo>
                  <a:pt x="0" y="23288"/>
                </a:lnTo>
                <a:lnTo>
                  <a:pt x="0" y="23288"/>
                </a:lnTo>
                <a:lnTo>
                  <a:pt x="0" y="23288"/>
                </a:lnTo>
                <a:lnTo>
                  <a:pt x="0" y="23288"/>
                </a:lnTo>
                <a:lnTo>
                  <a:pt x="0" y="23288"/>
                </a:lnTo>
                <a:lnTo>
                  <a:pt x="0" y="23288"/>
                </a:lnTo>
                <a:lnTo>
                  <a:pt x="0" y="23288"/>
                </a:lnTo>
                <a:lnTo>
                  <a:pt x="0" y="23288"/>
                </a:lnTo>
                <a:lnTo>
                  <a:pt x="0" y="23288"/>
                </a:lnTo>
                <a:lnTo>
                  <a:pt x="0" y="23288"/>
                </a:lnTo>
                <a:lnTo>
                  <a:pt x="0" y="23288"/>
                </a:lnTo>
                <a:lnTo>
                  <a:pt x="0" y="23288"/>
                </a:lnTo>
                <a:lnTo>
                  <a:pt x="0" y="23289"/>
                </a:lnTo>
                <a:lnTo>
                  <a:pt x="0" y="23289"/>
                </a:lnTo>
                <a:lnTo>
                  <a:pt x="0" y="23289"/>
                </a:lnTo>
                <a:lnTo>
                  <a:pt x="0" y="23289"/>
                </a:lnTo>
                <a:lnTo>
                  <a:pt x="0" y="23289"/>
                </a:lnTo>
                <a:lnTo>
                  <a:pt x="0" y="23289"/>
                </a:lnTo>
                <a:lnTo>
                  <a:pt x="0" y="23289"/>
                </a:lnTo>
                <a:lnTo>
                  <a:pt x="0" y="23289"/>
                </a:lnTo>
                <a:lnTo>
                  <a:pt x="0" y="23289"/>
                </a:lnTo>
                <a:lnTo>
                  <a:pt x="0" y="23289"/>
                </a:lnTo>
                <a:lnTo>
                  <a:pt x="0" y="23289"/>
                </a:lnTo>
                <a:lnTo>
                  <a:pt x="0" y="23289"/>
                </a:lnTo>
                <a:lnTo>
                  <a:pt x="0" y="23289"/>
                </a:lnTo>
                <a:lnTo>
                  <a:pt x="0" y="23290"/>
                </a:lnTo>
                <a:lnTo>
                  <a:pt x="0" y="23290"/>
                </a:lnTo>
                <a:lnTo>
                  <a:pt x="0" y="23290"/>
                </a:lnTo>
                <a:lnTo>
                  <a:pt x="0" y="23290"/>
                </a:lnTo>
                <a:lnTo>
                  <a:pt x="0" y="23290"/>
                </a:lnTo>
                <a:lnTo>
                  <a:pt x="0" y="23290"/>
                </a:lnTo>
                <a:lnTo>
                  <a:pt x="0" y="23290"/>
                </a:lnTo>
                <a:lnTo>
                  <a:pt x="0" y="23290"/>
                </a:lnTo>
                <a:lnTo>
                  <a:pt x="0" y="23290"/>
                </a:lnTo>
                <a:lnTo>
                  <a:pt x="0" y="23290"/>
                </a:lnTo>
                <a:lnTo>
                  <a:pt x="0" y="23290"/>
                </a:lnTo>
                <a:lnTo>
                  <a:pt x="0" y="23290"/>
                </a:lnTo>
                <a:lnTo>
                  <a:pt x="0" y="23290"/>
                </a:lnTo>
                <a:lnTo>
                  <a:pt x="0" y="23291"/>
                </a:lnTo>
                <a:lnTo>
                  <a:pt x="0" y="23291"/>
                </a:lnTo>
                <a:lnTo>
                  <a:pt x="0" y="23291"/>
                </a:lnTo>
                <a:lnTo>
                  <a:pt x="0" y="23291"/>
                </a:lnTo>
                <a:lnTo>
                  <a:pt x="0" y="23291"/>
                </a:lnTo>
                <a:lnTo>
                  <a:pt x="0" y="23291"/>
                </a:lnTo>
                <a:lnTo>
                  <a:pt x="0" y="23291"/>
                </a:lnTo>
                <a:lnTo>
                  <a:pt x="0" y="23291"/>
                </a:lnTo>
                <a:lnTo>
                  <a:pt x="0" y="23291"/>
                </a:lnTo>
                <a:lnTo>
                  <a:pt x="0" y="23291"/>
                </a:lnTo>
                <a:lnTo>
                  <a:pt x="0" y="23291"/>
                </a:lnTo>
                <a:lnTo>
                  <a:pt x="0" y="23291"/>
                </a:lnTo>
                <a:lnTo>
                  <a:pt x="0" y="23291"/>
                </a:lnTo>
                <a:lnTo>
                  <a:pt x="0" y="23292"/>
                </a:lnTo>
                <a:lnTo>
                  <a:pt x="0" y="23292"/>
                </a:lnTo>
                <a:lnTo>
                  <a:pt x="0" y="23292"/>
                </a:lnTo>
                <a:lnTo>
                  <a:pt x="0" y="23292"/>
                </a:lnTo>
                <a:lnTo>
                  <a:pt x="0" y="23292"/>
                </a:lnTo>
                <a:lnTo>
                  <a:pt x="0" y="23292"/>
                </a:lnTo>
                <a:lnTo>
                  <a:pt x="0" y="23292"/>
                </a:lnTo>
                <a:lnTo>
                  <a:pt x="0" y="23292"/>
                </a:lnTo>
                <a:lnTo>
                  <a:pt x="0" y="23292"/>
                </a:lnTo>
                <a:lnTo>
                  <a:pt x="0" y="23292"/>
                </a:lnTo>
                <a:lnTo>
                  <a:pt x="0" y="23292"/>
                </a:lnTo>
                <a:lnTo>
                  <a:pt x="0" y="23292"/>
                </a:lnTo>
                <a:lnTo>
                  <a:pt x="0" y="23292"/>
                </a:lnTo>
                <a:lnTo>
                  <a:pt x="0" y="23292"/>
                </a:lnTo>
                <a:lnTo>
                  <a:pt x="0" y="23293"/>
                </a:lnTo>
                <a:lnTo>
                  <a:pt x="0" y="23293"/>
                </a:lnTo>
                <a:lnTo>
                  <a:pt x="0" y="23293"/>
                </a:lnTo>
                <a:lnTo>
                  <a:pt x="0" y="23293"/>
                </a:lnTo>
                <a:lnTo>
                  <a:pt x="0" y="23293"/>
                </a:lnTo>
                <a:lnTo>
                  <a:pt x="0" y="23293"/>
                </a:lnTo>
                <a:lnTo>
                  <a:pt x="0" y="23293"/>
                </a:lnTo>
                <a:lnTo>
                  <a:pt x="0" y="23293"/>
                </a:lnTo>
                <a:lnTo>
                  <a:pt x="0" y="23293"/>
                </a:lnTo>
                <a:lnTo>
                  <a:pt x="0" y="23293"/>
                </a:lnTo>
                <a:lnTo>
                  <a:pt x="0" y="23293"/>
                </a:lnTo>
                <a:lnTo>
                  <a:pt x="0" y="23293"/>
                </a:lnTo>
                <a:lnTo>
                  <a:pt x="0" y="23293"/>
                </a:lnTo>
                <a:lnTo>
                  <a:pt x="0" y="23293"/>
                </a:lnTo>
                <a:lnTo>
                  <a:pt x="0" y="23294"/>
                </a:lnTo>
                <a:lnTo>
                  <a:pt x="0" y="23294"/>
                </a:lnTo>
                <a:lnTo>
                  <a:pt x="0" y="23294"/>
                </a:lnTo>
                <a:lnTo>
                  <a:pt x="0" y="23294"/>
                </a:lnTo>
                <a:lnTo>
                  <a:pt x="0" y="23294"/>
                </a:lnTo>
                <a:lnTo>
                  <a:pt x="0" y="23294"/>
                </a:lnTo>
                <a:lnTo>
                  <a:pt x="0" y="23294"/>
                </a:lnTo>
                <a:lnTo>
                  <a:pt x="0" y="23294"/>
                </a:lnTo>
                <a:lnTo>
                  <a:pt x="0" y="23294"/>
                </a:lnTo>
                <a:lnTo>
                  <a:pt x="0" y="23294"/>
                </a:lnTo>
                <a:lnTo>
                  <a:pt x="0" y="23294"/>
                </a:lnTo>
                <a:lnTo>
                  <a:pt x="0" y="23294"/>
                </a:lnTo>
                <a:lnTo>
                  <a:pt x="0" y="23294"/>
                </a:lnTo>
                <a:lnTo>
                  <a:pt x="0" y="23295"/>
                </a:lnTo>
                <a:lnTo>
                  <a:pt x="0" y="23295"/>
                </a:lnTo>
                <a:lnTo>
                  <a:pt x="0" y="23295"/>
                </a:lnTo>
                <a:lnTo>
                  <a:pt x="0" y="23295"/>
                </a:lnTo>
                <a:lnTo>
                  <a:pt x="0" y="23295"/>
                </a:lnTo>
                <a:lnTo>
                  <a:pt x="0" y="23295"/>
                </a:lnTo>
                <a:lnTo>
                  <a:pt x="0" y="23295"/>
                </a:lnTo>
                <a:lnTo>
                  <a:pt x="0" y="23295"/>
                </a:lnTo>
                <a:lnTo>
                  <a:pt x="0" y="23295"/>
                </a:lnTo>
                <a:lnTo>
                  <a:pt x="0" y="23295"/>
                </a:lnTo>
                <a:lnTo>
                  <a:pt x="0" y="23295"/>
                </a:lnTo>
                <a:lnTo>
                  <a:pt x="0" y="23295"/>
                </a:lnTo>
                <a:lnTo>
                  <a:pt x="0" y="23295"/>
                </a:lnTo>
                <a:lnTo>
                  <a:pt x="0" y="23295"/>
                </a:lnTo>
                <a:lnTo>
                  <a:pt x="0" y="23295"/>
                </a:lnTo>
                <a:lnTo>
                  <a:pt x="0" y="23296"/>
                </a:lnTo>
                <a:lnTo>
                  <a:pt x="0" y="23296"/>
                </a:lnTo>
                <a:lnTo>
                  <a:pt x="0" y="23296"/>
                </a:lnTo>
                <a:lnTo>
                  <a:pt x="0" y="23296"/>
                </a:lnTo>
                <a:lnTo>
                  <a:pt x="0" y="23296"/>
                </a:lnTo>
                <a:lnTo>
                  <a:pt x="0" y="23296"/>
                </a:lnTo>
                <a:lnTo>
                  <a:pt x="0" y="23296"/>
                </a:lnTo>
                <a:lnTo>
                  <a:pt x="0" y="23296"/>
                </a:lnTo>
                <a:lnTo>
                  <a:pt x="0" y="23296"/>
                </a:lnTo>
                <a:lnTo>
                  <a:pt x="0" y="23296"/>
                </a:lnTo>
                <a:lnTo>
                  <a:pt x="0" y="23296"/>
                </a:lnTo>
                <a:lnTo>
                  <a:pt x="0" y="23296"/>
                </a:lnTo>
                <a:lnTo>
                  <a:pt x="0" y="23296"/>
                </a:lnTo>
                <a:lnTo>
                  <a:pt x="0" y="23296"/>
                </a:lnTo>
                <a:lnTo>
                  <a:pt x="0" y="23297"/>
                </a:lnTo>
                <a:lnTo>
                  <a:pt x="0" y="23297"/>
                </a:lnTo>
                <a:lnTo>
                  <a:pt x="0" y="23297"/>
                </a:lnTo>
                <a:lnTo>
                  <a:pt x="0" y="23297"/>
                </a:lnTo>
                <a:lnTo>
                  <a:pt x="0" y="23297"/>
                </a:lnTo>
                <a:lnTo>
                  <a:pt x="0" y="23297"/>
                </a:lnTo>
                <a:lnTo>
                  <a:pt x="0" y="23297"/>
                </a:lnTo>
                <a:lnTo>
                  <a:pt x="0" y="23297"/>
                </a:lnTo>
                <a:lnTo>
                  <a:pt x="0" y="23297"/>
                </a:lnTo>
                <a:lnTo>
                  <a:pt x="0" y="23297"/>
                </a:lnTo>
                <a:lnTo>
                  <a:pt x="0" y="23297"/>
                </a:lnTo>
                <a:lnTo>
                  <a:pt x="0" y="23297"/>
                </a:lnTo>
                <a:lnTo>
                  <a:pt x="0" y="23297"/>
                </a:lnTo>
                <a:lnTo>
                  <a:pt x="0" y="23297"/>
                </a:lnTo>
                <a:lnTo>
                  <a:pt x="0" y="23298"/>
                </a:lnTo>
                <a:lnTo>
                  <a:pt x="0" y="23298"/>
                </a:lnTo>
                <a:lnTo>
                  <a:pt x="0" y="23298"/>
                </a:lnTo>
                <a:lnTo>
                  <a:pt x="0" y="23298"/>
                </a:lnTo>
                <a:lnTo>
                  <a:pt x="0" y="23298"/>
                </a:lnTo>
                <a:lnTo>
                  <a:pt x="0" y="23298"/>
                </a:lnTo>
                <a:lnTo>
                  <a:pt x="0" y="23298"/>
                </a:lnTo>
                <a:lnTo>
                  <a:pt x="0" y="23298"/>
                </a:lnTo>
                <a:lnTo>
                  <a:pt x="0" y="23298"/>
                </a:lnTo>
                <a:lnTo>
                  <a:pt x="0" y="23298"/>
                </a:lnTo>
                <a:lnTo>
                  <a:pt x="0" y="23298"/>
                </a:lnTo>
                <a:lnTo>
                  <a:pt x="0" y="23298"/>
                </a:lnTo>
                <a:lnTo>
                  <a:pt x="0" y="23298"/>
                </a:lnTo>
                <a:lnTo>
                  <a:pt x="0" y="23298"/>
                </a:lnTo>
                <a:lnTo>
                  <a:pt x="0" y="23298"/>
                </a:lnTo>
                <a:lnTo>
                  <a:pt x="0" y="23299"/>
                </a:lnTo>
                <a:lnTo>
                  <a:pt x="0" y="23299"/>
                </a:lnTo>
                <a:lnTo>
                  <a:pt x="0" y="23299"/>
                </a:lnTo>
                <a:lnTo>
                  <a:pt x="0" y="23299"/>
                </a:lnTo>
                <a:lnTo>
                  <a:pt x="0" y="23299"/>
                </a:lnTo>
                <a:lnTo>
                  <a:pt x="0" y="23299"/>
                </a:lnTo>
                <a:lnTo>
                  <a:pt x="0" y="23299"/>
                </a:lnTo>
                <a:lnTo>
                  <a:pt x="0" y="23299"/>
                </a:lnTo>
                <a:lnTo>
                  <a:pt x="0" y="23299"/>
                </a:lnTo>
                <a:lnTo>
                  <a:pt x="0" y="23299"/>
                </a:lnTo>
                <a:lnTo>
                  <a:pt x="0" y="23299"/>
                </a:lnTo>
                <a:lnTo>
                  <a:pt x="0" y="23299"/>
                </a:lnTo>
                <a:lnTo>
                  <a:pt x="0" y="23299"/>
                </a:lnTo>
                <a:lnTo>
                  <a:pt x="0" y="23299"/>
                </a:lnTo>
                <a:lnTo>
                  <a:pt x="0" y="23299"/>
                </a:lnTo>
                <a:lnTo>
                  <a:pt x="0" y="23300"/>
                </a:lnTo>
                <a:lnTo>
                  <a:pt x="0" y="23300"/>
                </a:lnTo>
                <a:lnTo>
                  <a:pt x="0" y="23300"/>
                </a:lnTo>
                <a:lnTo>
                  <a:pt x="0" y="23300"/>
                </a:lnTo>
                <a:lnTo>
                  <a:pt x="0" y="23300"/>
                </a:lnTo>
                <a:lnTo>
                  <a:pt x="0" y="23300"/>
                </a:lnTo>
                <a:lnTo>
                  <a:pt x="0" y="23300"/>
                </a:lnTo>
                <a:lnTo>
                  <a:pt x="0" y="23300"/>
                </a:lnTo>
                <a:lnTo>
                  <a:pt x="0" y="23300"/>
                </a:lnTo>
                <a:lnTo>
                  <a:pt x="0" y="23300"/>
                </a:lnTo>
                <a:lnTo>
                  <a:pt x="0" y="23300"/>
                </a:lnTo>
                <a:lnTo>
                  <a:pt x="0" y="23300"/>
                </a:lnTo>
                <a:lnTo>
                  <a:pt x="0" y="23300"/>
                </a:lnTo>
                <a:lnTo>
                  <a:pt x="0" y="23300"/>
                </a:lnTo>
                <a:lnTo>
                  <a:pt x="0" y="23300"/>
                </a:lnTo>
                <a:lnTo>
                  <a:pt x="0" y="23300"/>
                </a:lnTo>
                <a:lnTo>
                  <a:pt x="0" y="23301"/>
                </a:lnTo>
                <a:lnTo>
                  <a:pt x="0" y="23301"/>
                </a:lnTo>
                <a:lnTo>
                  <a:pt x="0" y="23301"/>
                </a:lnTo>
                <a:lnTo>
                  <a:pt x="0" y="23301"/>
                </a:lnTo>
                <a:lnTo>
                  <a:pt x="0" y="23301"/>
                </a:lnTo>
                <a:lnTo>
                  <a:pt x="0" y="23301"/>
                </a:lnTo>
                <a:lnTo>
                  <a:pt x="0" y="23301"/>
                </a:lnTo>
                <a:lnTo>
                  <a:pt x="0" y="23301"/>
                </a:lnTo>
                <a:lnTo>
                  <a:pt x="0" y="23301"/>
                </a:lnTo>
                <a:lnTo>
                  <a:pt x="0" y="23301"/>
                </a:lnTo>
                <a:lnTo>
                  <a:pt x="0" y="23301"/>
                </a:lnTo>
                <a:lnTo>
                  <a:pt x="0" y="23301"/>
                </a:lnTo>
                <a:lnTo>
                  <a:pt x="0" y="23301"/>
                </a:lnTo>
                <a:lnTo>
                  <a:pt x="0" y="23301"/>
                </a:lnTo>
                <a:lnTo>
                  <a:pt x="0" y="23301"/>
                </a:lnTo>
                <a:lnTo>
                  <a:pt x="0" y="23302"/>
                </a:lnTo>
                <a:lnTo>
                  <a:pt x="0" y="23302"/>
                </a:lnTo>
                <a:lnTo>
                  <a:pt x="0" y="23302"/>
                </a:lnTo>
                <a:lnTo>
                  <a:pt x="0" y="23302"/>
                </a:lnTo>
                <a:lnTo>
                  <a:pt x="0" y="23302"/>
                </a:lnTo>
                <a:lnTo>
                  <a:pt x="0" y="23302"/>
                </a:lnTo>
                <a:lnTo>
                  <a:pt x="0" y="23302"/>
                </a:lnTo>
                <a:lnTo>
                  <a:pt x="0" y="23302"/>
                </a:lnTo>
                <a:lnTo>
                  <a:pt x="0" y="23302"/>
                </a:lnTo>
                <a:lnTo>
                  <a:pt x="0" y="23302"/>
                </a:lnTo>
                <a:lnTo>
                  <a:pt x="0" y="23302"/>
                </a:lnTo>
                <a:lnTo>
                  <a:pt x="0" y="23302"/>
                </a:lnTo>
                <a:lnTo>
                  <a:pt x="0" y="23302"/>
                </a:lnTo>
                <a:lnTo>
                  <a:pt x="0" y="23302"/>
                </a:lnTo>
                <a:lnTo>
                  <a:pt x="0" y="23302"/>
                </a:lnTo>
                <a:lnTo>
                  <a:pt x="0" y="23302"/>
                </a:lnTo>
                <a:lnTo>
                  <a:pt x="0" y="23303"/>
                </a:lnTo>
                <a:lnTo>
                  <a:pt x="0" y="23303"/>
                </a:lnTo>
                <a:lnTo>
                  <a:pt x="0" y="23303"/>
                </a:lnTo>
                <a:lnTo>
                  <a:pt x="0" y="23303"/>
                </a:lnTo>
                <a:lnTo>
                  <a:pt x="0" y="23303"/>
                </a:lnTo>
                <a:lnTo>
                  <a:pt x="0" y="23303"/>
                </a:lnTo>
                <a:lnTo>
                  <a:pt x="0" y="23303"/>
                </a:lnTo>
                <a:lnTo>
                  <a:pt x="0" y="23303"/>
                </a:lnTo>
                <a:lnTo>
                  <a:pt x="0" y="23303"/>
                </a:lnTo>
                <a:lnTo>
                  <a:pt x="0" y="23303"/>
                </a:lnTo>
                <a:lnTo>
                  <a:pt x="0" y="23303"/>
                </a:lnTo>
                <a:lnTo>
                  <a:pt x="0" y="23303"/>
                </a:lnTo>
                <a:lnTo>
                  <a:pt x="0" y="23303"/>
                </a:lnTo>
                <a:lnTo>
                  <a:pt x="0" y="23303"/>
                </a:lnTo>
                <a:lnTo>
                  <a:pt x="0" y="23303"/>
                </a:lnTo>
                <a:lnTo>
                  <a:pt x="0" y="23303"/>
                </a:lnTo>
                <a:lnTo>
                  <a:pt x="0" y="23303"/>
                </a:lnTo>
                <a:lnTo>
                  <a:pt x="0" y="23304"/>
                </a:lnTo>
                <a:lnTo>
                  <a:pt x="0" y="23304"/>
                </a:lnTo>
                <a:lnTo>
                  <a:pt x="0" y="23304"/>
                </a:lnTo>
                <a:lnTo>
                  <a:pt x="0" y="23304"/>
                </a:lnTo>
                <a:lnTo>
                  <a:pt x="0" y="23304"/>
                </a:lnTo>
                <a:lnTo>
                  <a:pt x="0" y="23304"/>
                </a:lnTo>
                <a:lnTo>
                  <a:pt x="0" y="23304"/>
                </a:lnTo>
                <a:lnTo>
                  <a:pt x="0" y="23304"/>
                </a:lnTo>
                <a:lnTo>
                  <a:pt x="0" y="23304"/>
                </a:lnTo>
                <a:lnTo>
                  <a:pt x="0" y="23304"/>
                </a:lnTo>
                <a:lnTo>
                  <a:pt x="0" y="23304"/>
                </a:lnTo>
                <a:lnTo>
                  <a:pt x="0" y="23304"/>
                </a:lnTo>
                <a:lnTo>
                  <a:pt x="0" y="23304"/>
                </a:lnTo>
                <a:lnTo>
                  <a:pt x="0" y="23304"/>
                </a:lnTo>
                <a:lnTo>
                  <a:pt x="0" y="23304"/>
                </a:lnTo>
                <a:lnTo>
                  <a:pt x="0" y="23304"/>
                </a:lnTo>
                <a:lnTo>
                  <a:pt x="0" y="23305"/>
                </a:lnTo>
                <a:lnTo>
                  <a:pt x="0" y="23305"/>
                </a:lnTo>
                <a:lnTo>
                  <a:pt x="0" y="23305"/>
                </a:lnTo>
                <a:lnTo>
                  <a:pt x="0" y="23305"/>
                </a:lnTo>
                <a:lnTo>
                  <a:pt x="0" y="23305"/>
                </a:lnTo>
                <a:lnTo>
                  <a:pt x="0" y="23305"/>
                </a:lnTo>
                <a:lnTo>
                  <a:pt x="0" y="23305"/>
                </a:lnTo>
                <a:lnTo>
                  <a:pt x="0" y="23305"/>
                </a:lnTo>
                <a:lnTo>
                  <a:pt x="0" y="23305"/>
                </a:lnTo>
                <a:lnTo>
                  <a:pt x="0" y="23305"/>
                </a:lnTo>
                <a:lnTo>
                  <a:pt x="0" y="23305"/>
                </a:lnTo>
                <a:lnTo>
                  <a:pt x="0" y="23305"/>
                </a:lnTo>
                <a:lnTo>
                  <a:pt x="0" y="23305"/>
                </a:lnTo>
                <a:lnTo>
                  <a:pt x="0" y="23305"/>
                </a:lnTo>
                <a:lnTo>
                  <a:pt x="0" y="23305"/>
                </a:lnTo>
                <a:lnTo>
                  <a:pt x="0" y="23305"/>
                </a:lnTo>
                <a:lnTo>
                  <a:pt x="0" y="23305"/>
                </a:lnTo>
                <a:lnTo>
                  <a:pt x="0" y="23306"/>
                </a:lnTo>
                <a:lnTo>
                  <a:pt x="0" y="23306"/>
                </a:lnTo>
                <a:lnTo>
                  <a:pt x="0" y="23306"/>
                </a:lnTo>
                <a:lnTo>
                  <a:pt x="0" y="23306"/>
                </a:lnTo>
                <a:lnTo>
                  <a:pt x="0" y="23306"/>
                </a:lnTo>
                <a:lnTo>
                  <a:pt x="0" y="23306"/>
                </a:lnTo>
                <a:lnTo>
                  <a:pt x="0" y="23306"/>
                </a:lnTo>
                <a:lnTo>
                  <a:pt x="0" y="23306"/>
                </a:lnTo>
                <a:lnTo>
                  <a:pt x="0" y="23306"/>
                </a:lnTo>
                <a:lnTo>
                  <a:pt x="0" y="23306"/>
                </a:lnTo>
                <a:lnTo>
                  <a:pt x="0" y="23306"/>
                </a:lnTo>
                <a:lnTo>
                  <a:pt x="0" y="23306"/>
                </a:lnTo>
                <a:lnTo>
                  <a:pt x="0" y="23306"/>
                </a:lnTo>
                <a:lnTo>
                  <a:pt x="0" y="23306"/>
                </a:lnTo>
                <a:lnTo>
                  <a:pt x="0" y="23306"/>
                </a:lnTo>
                <a:lnTo>
                  <a:pt x="0" y="23306"/>
                </a:lnTo>
                <a:lnTo>
                  <a:pt x="0" y="23306"/>
                </a:lnTo>
                <a:lnTo>
                  <a:pt x="0" y="23306"/>
                </a:lnTo>
                <a:lnTo>
                  <a:pt x="0" y="23307"/>
                </a:lnTo>
                <a:lnTo>
                  <a:pt x="0" y="23307"/>
                </a:lnTo>
                <a:lnTo>
                  <a:pt x="0" y="23307"/>
                </a:lnTo>
                <a:lnTo>
                  <a:pt x="0" y="23307"/>
                </a:lnTo>
                <a:lnTo>
                  <a:pt x="0" y="23307"/>
                </a:lnTo>
                <a:lnTo>
                  <a:pt x="0" y="23307"/>
                </a:lnTo>
                <a:lnTo>
                  <a:pt x="0" y="23307"/>
                </a:lnTo>
                <a:lnTo>
                  <a:pt x="0" y="23307"/>
                </a:lnTo>
                <a:lnTo>
                  <a:pt x="0" y="23307"/>
                </a:lnTo>
                <a:lnTo>
                  <a:pt x="0" y="23307"/>
                </a:lnTo>
                <a:lnTo>
                  <a:pt x="0" y="23307"/>
                </a:lnTo>
                <a:lnTo>
                  <a:pt x="0" y="23307"/>
                </a:lnTo>
                <a:lnTo>
                  <a:pt x="0" y="23307"/>
                </a:lnTo>
                <a:lnTo>
                  <a:pt x="0" y="23307"/>
                </a:lnTo>
                <a:lnTo>
                  <a:pt x="0" y="23307"/>
                </a:lnTo>
                <a:lnTo>
                  <a:pt x="0" y="23307"/>
                </a:lnTo>
                <a:lnTo>
                  <a:pt x="0" y="23307"/>
                </a:lnTo>
                <a:lnTo>
                  <a:pt x="0" y="23308"/>
                </a:lnTo>
                <a:lnTo>
                  <a:pt x="0" y="23308"/>
                </a:lnTo>
                <a:lnTo>
                  <a:pt x="0" y="23308"/>
                </a:lnTo>
                <a:lnTo>
                  <a:pt x="0" y="23308"/>
                </a:lnTo>
                <a:lnTo>
                  <a:pt x="0" y="23308"/>
                </a:lnTo>
                <a:lnTo>
                  <a:pt x="0" y="23308"/>
                </a:lnTo>
                <a:lnTo>
                  <a:pt x="0" y="23308"/>
                </a:lnTo>
                <a:lnTo>
                  <a:pt x="0" y="23308"/>
                </a:lnTo>
                <a:lnTo>
                  <a:pt x="0" y="23308"/>
                </a:lnTo>
                <a:lnTo>
                  <a:pt x="0" y="23308"/>
                </a:lnTo>
                <a:lnTo>
                  <a:pt x="0" y="23308"/>
                </a:lnTo>
                <a:lnTo>
                  <a:pt x="0" y="23308"/>
                </a:lnTo>
                <a:lnTo>
                  <a:pt x="0" y="23308"/>
                </a:lnTo>
                <a:lnTo>
                  <a:pt x="0" y="23308"/>
                </a:lnTo>
                <a:lnTo>
                  <a:pt x="0" y="23308"/>
                </a:lnTo>
                <a:lnTo>
                  <a:pt x="0" y="23308"/>
                </a:lnTo>
                <a:lnTo>
                  <a:pt x="0" y="23308"/>
                </a:lnTo>
                <a:lnTo>
                  <a:pt x="0" y="23308"/>
                </a:lnTo>
                <a:lnTo>
                  <a:pt x="0" y="23308"/>
                </a:lnTo>
                <a:lnTo>
                  <a:pt x="0" y="23309"/>
                </a:lnTo>
                <a:lnTo>
                  <a:pt x="0" y="23309"/>
                </a:lnTo>
                <a:lnTo>
                  <a:pt x="0" y="23309"/>
                </a:lnTo>
                <a:lnTo>
                  <a:pt x="0" y="23309"/>
                </a:lnTo>
                <a:lnTo>
                  <a:pt x="0" y="23309"/>
                </a:lnTo>
                <a:lnTo>
                  <a:pt x="0" y="23309"/>
                </a:lnTo>
                <a:lnTo>
                  <a:pt x="0" y="23309"/>
                </a:lnTo>
                <a:lnTo>
                  <a:pt x="0" y="23309"/>
                </a:lnTo>
                <a:lnTo>
                  <a:pt x="0" y="23309"/>
                </a:lnTo>
                <a:lnTo>
                  <a:pt x="0" y="23309"/>
                </a:lnTo>
                <a:lnTo>
                  <a:pt x="0" y="23309"/>
                </a:lnTo>
                <a:lnTo>
                  <a:pt x="0" y="23309"/>
                </a:lnTo>
                <a:lnTo>
                  <a:pt x="0" y="23309"/>
                </a:lnTo>
                <a:lnTo>
                  <a:pt x="0" y="23309"/>
                </a:lnTo>
                <a:lnTo>
                  <a:pt x="0" y="23309"/>
                </a:lnTo>
                <a:lnTo>
                  <a:pt x="0" y="23309"/>
                </a:lnTo>
                <a:lnTo>
                  <a:pt x="0" y="23309"/>
                </a:lnTo>
                <a:lnTo>
                  <a:pt x="0" y="23309"/>
                </a:lnTo>
                <a:lnTo>
                  <a:pt x="0" y="23310"/>
                </a:lnTo>
                <a:lnTo>
                  <a:pt x="0" y="23310"/>
                </a:lnTo>
                <a:lnTo>
                  <a:pt x="0" y="23310"/>
                </a:lnTo>
                <a:lnTo>
                  <a:pt x="0" y="23310"/>
                </a:lnTo>
                <a:lnTo>
                  <a:pt x="0" y="23310"/>
                </a:lnTo>
                <a:lnTo>
                  <a:pt x="0" y="23310"/>
                </a:lnTo>
                <a:lnTo>
                  <a:pt x="0" y="23310"/>
                </a:lnTo>
                <a:lnTo>
                  <a:pt x="0" y="23310"/>
                </a:lnTo>
                <a:lnTo>
                  <a:pt x="0" y="23310"/>
                </a:lnTo>
                <a:lnTo>
                  <a:pt x="0" y="23310"/>
                </a:lnTo>
                <a:lnTo>
                  <a:pt x="0" y="23310"/>
                </a:lnTo>
                <a:lnTo>
                  <a:pt x="0" y="23310"/>
                </a:lnTo>
                <a:lnTo>
                  <a:pt x="0" y="23310"/>
                </a:lnTo>
                <a:lnTo>
                  <a:pt x="0" y="23310"/>
                </a:lnTo>
                <a:lnTo>
                  <a:pt x="0" y="23310"/>
                </a:lnTo>
                <a:lnTo>
                  <a:pt x="0" y="23310"/>
                </a:lnTo>
                <a:lnTo>
                  <a:pt x="0" y="23310"/>
                </a:lnTo>
                <a:lnTo>
                  <a:pt x="0" y="23310"/>
                </a:lnTo>
                <a:lnTo>
                  <a:pt x="0" y="23310"/>
                </a:lnTo>
                <a:lnTo>
                  <a:pt x="0" y="23310"/>
                </a:lnTo>
                <a:lnTo>
                  <a:pt x="0" y="23311"/>
                </a:lnTo>
                <a:lnTo>
                  <a:pt x="0" y="23311"/>
                </a:lnTo>
                <a:lnTo>
                  <a:pt x="0" y="23311"/>
                </a:lnTo>
                <a:lnTo>
                  <a:pt x="0" y="23311"/>
                </a:lnTo>
                <a:lnTo>
                  <a:pt x="0" y="23311"/>
                </a:lnTo>
                <a:lnTo>
                  <a:pt x="0" y="23311"/>
                </a:lnTo>
                <a:lnTo>
                  <a:pt x="0" y="23311"/>
                </a:lnTo>
                <a:lnTo>
                  <a:pt x="0" y="23311"/>
                </a:lnTo>
                <a:lnTo>
                  <a:pt x="0" y="23311"/>
                </a:lnTo>
                <a:lnTo>
                  <a:pt x="0" y="23311"/>
                </a:lnTo>
                <a:lnTo>
                  <a:pt x="0" y="23311"/>
                </a:lnTo>
                <a:lnTo>
                  <a:pt x="0" y="23311"/>
                </a:lnTo>
                <a:lnTo>
                  <a:pt x="0" y="23311"/>
                </a:lnTo>
                <a:lnTo>
                  <a:pt x="0" y="23311"/>
                </a:lnTo>
                <a:lnTo>
                  <a:pt x="0" y="23311"/>
                </a:lnTo>
                <a:lnTo>
                  <a:pt x="0" y="23311"/>
                </a:lnTo>
                <a:lnTo>
                  <a:pt x="0" y="23311"/>
                </a:lnTo>
                <a:lnTo>
                  <a:pt x="0" y="23311"/>
                </a:lnTo>
                <a:lnTo>
                  <a:pt x="0" y="23311"/>
                </a:lnTo>
                <a:lnTo>
                  <a:pt x="0" y="23311"/>
                </a:lnTo>
                <a:lnTo>
                  <a:pt x="0" y="23312"/>
                </a:lnTo>
                <a:lnTo>
                  <a:pt x="0" y="23312"/>
                </a:lnTo>
                <a:lnTo>
                  <a:pt x="0" y="23312"/>
                </a:lnTo>
                <a:lnTo>
                  <a:pt x="0" y="23312"/>
                </a:lnTo>
                <a:lnTo>
                  <a:pt x="0" y="23312"/>
                </a:lnTo>
                <a:lnTo>
                  <a:pt x="0" y="23312"/>
                </a:lnTo>
                <a:lnTo>
                  <a:pt x="0" y="23312"/>
                </a:lnTo>
                <a:lnTo>
                  <a:pt x="0" y="23312"/>
                </a:lnTo>
                <a:lnTo>
                  <a:pt x="0" y="23312"/>
                </a:lnTo>
                <a:lnTo>
                  <a:pt x="0" y="23312"/>
                </a:lnTo>
                <a:lnTo>
                  <a:pt x="0" y="23312"/>
                </a:lnTo>
                <a:lnTo>
                  <a:pt x="0" y="23312"/>
                </a:lnTo>
                <a:lnTo>
                  <a:pt x="0" y="23312"/>
                </a:lnTo>
                <a:lnTo>
                  <a:pt x="0" y="23312"/>
                </a:lnTo>
                <a:lnTo>
                  <a:pt x="0" y="23312"/>
                </a:lnTo>
                <a:lnTo>
                  <a:pt x="0" y="23312"/>
                </a:lnTo>
                <a:lnTo>
                  <a:pt x="0" y="23312"/>
                </a:lnTo>
                <a:lnTo>
                  <a:pt x="0" y="23312"/>
                </a:lnTo>
                <a:lnTo>
                  <a:pt x="0" y="23312"/>
                </a:lnTo>
                <a:lnTo>
                  <a:pt x="0" y="23312"/>
                </a:lnTo>
                <a:lnTo>
                  <a:pt x="0" y="23313"/>
                </a:lnTo>
                <a:lnTo>
                  <a:pt x="0" y="23313"/>
                </a:lnTo>
                <a:lnTo>
                  <a:pt x="0" y="23313"/>
                </a:lnTo>
                <a:lnTo>
                  <a:pt x="0" y="23313"/>
                </a:lnTo>
                <a:lnTo>
                  <a:pt x="0" y="23313"/>
                </a:lnTo>
                <a:lnTo>
                  <a:pt x="0" y="23313"/>
                </a:lnTo>
                <a:lnTo>
                  <a:pt x="0" y="23313"/>
                </a:lnTo>
                <a:lnTo>
                  <a:pt x="0" y="23313"/>
                </a:lnTo>
                <a:lnTo>
                  <a:pt x="0" y="23313"/>
                </a:lnTo>
                <a:lnTo>
                  <a:pt x="0" y="23313"/>
                </a:lnTo>
                <a:lnTo>
                  <a:pt x="0" y="23313"/>
                </a:lnTo>
                <a:lnTo>
                  <a:pt x="0" y="23313"/>
                </a:lnTo>
                <a:lnTo>
                  <a:pt x="0" y="23313"/>
                </a:lnTo>
                <a:lnTo>
                  <a:pt x="0" y="23313"/>
                </a:lnTo>
                <a:lnTo>
                  <a:pt x="0" y="23313"/>
                </a:lnTo>
                <a:lnTo>
                  <a:pt x="0" y="23313"/>
                </a:lnTo>
                <a:lnTo>
                  <a:pt x="0" y="23313"/>
                </a:lnTo>
                <a:lnTo>
                  <a:pt x="0" y="23313"/>
                </a:lnTo>
                <a:lnTo>
                  <a:pt x="0" y="23313"/>
                </a:lnTo>
                <a:lnTo>
                  <a:pt x="0" y="23313"/>
                </a:lnTo>
                <a:lnTo>
                  <a:pt x="0" y="23313"/>
                </a:lnTo>
                <a:lnTo>
                  <a:pt x="0" y="23314"/>
                </a:lnTo>
                <a:lnTo>
                  <a:pt x="0" y="23314"/>
                </a:lnTo>
                <a:lnTo>
                  <a:pt x="0" y="23314"/>
                </a:lnTo>
                <a:lnTo>
                  <a:pt x="0" y="23314"/>
                </a:lnTo>
                <a:lnTo>
                  <a:pt x="0" y="23314"/>
                </a:lnTo>
                <a:lnTo>
                  <a:pt x="0" y="23314"/>
                </a:lnTo>
                <a:lnTo>
                  <a:pt x="0" y="23314"/>
                </a:lnTo>
                <a:lnTo>
                  <a:pt x="0" y="23314"/>
                </a:lnTo>
                <a:lnTo>
                  <a:pt x="0" y="23314"/>
                </a:lnTo>
                <a:lnTo>
                  <a:pt x="0" y="23314"/>
                </a:lnTo>
                <a:lnTo>
                  <a:pt x="0" y="23314"/>
                </a:lnTo>
                <a:lnTo>
                  <a:pt x="0" y="23314"/>
                </a:lnTo>
                <a:lnTo>
                  <a:pt x="0" y="23314"/>
                </a:lnTo>
                <a:lnTo>
                  <a:pt x="0" y="23314"/>
                </a:lnTo>
                <a:lnTo>
                  <a:pt x="0" y="23314"/>
                </a:lnTo>
                <a:lnTo>
                  <a:pt x="0" y="23314"/>
                </a:lnTo>
                <a:lnTo>
                  <a:pt x="0" y="23314"/>
                </a:lnTo>
                <a:lnTo>
                  <a:pt x="0" y="23314"/>
                </a:lnTo>
                <a:lnTo>
                  <a:pt x="0" y="23314"/>
                </a:lnTo>
                <a:lnTo>
                  <a:pt x="0" y="23314"/>
                </a:lnTo>
                <a:lnTo>
                  <a:pt x="0" y="23314"/>
                </a:lnTo>
                <a:lnTo>
                  <a:pt x="0" y="23314"/>
                </a:lnTo>
                <a:lnTo>
                  <a:pt x="0" y="23315"/>
                </a:lnTo>
                <a:lnTo>
                  <a:pt x="0" y="23315"/>
                </a:lnTo>
                <a:lnTo>
                  <a:pt x="0" y="23315"/>
                </a:lnTo>
                <a:lnTo>
                  <a:pt x="0" y="23315"/>
                </a:lnTo>
                <a:lnTo>
                  <a:pt x="0" y="23315"/>
                </a:lnTo>
                <a:lnTo>
                  <a:pt x="0" y="23315"/>
                </a:lnTo>
                <a:lnTo>
                  <a:pt x="0" y="23315"/>
                </a:lnTo>
                <a:lnTo>
                  <a:pt x="0" y="23315"/>
                </a:lnTo>
                <a:lnTo>
                  <a:pt x="0" y="23315"/>
                </a:lnTo>
                <a:lnTo>
                  <a:pt x="0" y="23315"/>
                </a:lnTo>
                <a:lnTo>
                  <a:pt x="0" y="23315"/>
                </a:lnTo>
                <a:lnTo>
                  <a:pt x="0" y="23315"/>
                </a:lnTo>
                <a:lnTo>
                  <a:pt x="0" y="23315"/>
                </a:lnTo>
                <a:lnTo>
                  <a:pt x="0" y="23315"/>
                </a:lnTo>
                <a:lnTo>
                  <a:pt x="0" y="23315"/>
                </a:lnTo>
                <a:lnTo>
                  <a:pt x="0" y="23315"/>
                </a:lnTo>
                <a:lnTo>
                  <a:pt x="0" y="23315"/>
                </a:lnTo>
                <a:lnTo>
                  <a:pt x="0" y="23315"/>
                </a:lnTo>
                <a:lnTo>
                  <a:pt x="0" y="23315"/>
                </a:lnTo>
                <a:lnTo>
                  <a:pt x="0" y="23315"/>
                </a:lnTo>
                <a:lnTo>
                  <a:pt x="0" y="23315"/>
                </a:lnTo>
                <a:lnTo>
                  <a:pt x="0" y="23315"/>
                </a:lnTo>
                <a:lnTo>
                  <a:pt x="0" y="23315"/>
                </a:lnTo>
                <a:lnTo>
                  <a:pt x="0" y="23316"/>
                </a:lnTo>
                <a:lnTo>
                  <a:pt x="0" y="23316"/>
                </a:lnTo>
                <a:lnTo>
                  <a:pt x="0" y="23316"/>
                </a:lnTo>
                <a:lnTo>
                  <a:pt x="0" y="23316"/>
                </a:lnTo>
                <a:lnTo>
                  <a:pt x="0" y="23316"/>
                </a:lnTo>
                <a:lnTo>
                  <a:pt x="0" y="23316"/>
                </a:lnTo>
                <a:lnTo>
                  <a:pt x="0" y="23316"/>
                </a:lnTo>
                <a:lnTo>
                  <a:pt x="0" y="23316"/>
                </a:lnTo>
                <a:lnTo>
                  <a:pt x="0" y="23316"/>
                </a:lnTo>
                <a:lnTo>
                  <a:pt x="0" y="23316"/>
                </a:lnTo>
                <a:lnTo>
                  <a:pt x="0" y="23316"/>
                </a:lnTo>
                <a:lnTo>
                  <a:pt x="0" y="23316"/>
                </a:lnTo>
                <a:lnTo>
                  <a:pt x="0" y="23316"/>
                </a:lnTo>
                <a:lnTo>
                  <a:pt x="0" y="23316"/>
                </a:lnTo>
                <a:lnTo>
                  <a:pt x="0" y="23316"/>
                </a:lnTo>
                <a:lnTo>
                  <a:pt x="0" y="23316"/>
                </a:lnTo>
                <a:lnTo>
                  <a:pt x="0" y="23316"/>
                </a:lnTo>
                <a:lnTo>
                  <a:pt x="0" y="23316"/>
                </a:lnTo>
                <a:lnTo>
                  <a:pt x="0" y="23316"/>
                </a:lnTo>
                <a:lnTo>
                  <a:pt x="0" y="23316"/>
                </a:lnTo>
                <a:lnTo>
                  <a:pt x="0" y="23316"/>
                </a:lnTo>
                <a:lnTo>
                  <a:pt x="0" y="23316"/>
                </a:lnTo>
                <a:lnTo>
                  <a:pt x="0" y="23316"/>
                </a:lnTo>
                <a:lnTo>
                  <a:pt x="0" y="23316"/>
                </a:lnTo>
                <a:lnTo>
                  <a:pt x="0" y="23317"/>
                </a:lnTo>
                <a:lnTo>
                  <a:pt x="0" y="23317"/>
                </a:lnTo>
                <a:lnTo>
                  <a:pt x="0" y="23317"/>
                </a:lnTo>
                <a:lnTo>
                  <a:pt x="0" y="23317"/>
                </a:lnTo>
                <a:lnTo>
                  <a:pt x="0" y="23317"/>
                </a:lnTo>
                <a:lnTo>
                  <a:pt x="0" y="23317"/>
                </a:lnTo>
                <a:lnTo>
                  <a:pt x="0" y="23317"/>
                </a:lnTo>
                <a:lnTo>
                  <a:pt x="0" y="23317"/>
                </a:lnTo>
                <a:lnTo>
                  <a:pt x="0" y="23317"/>
                </a:lnTo>
                <a:lnTo>
                  <a:pt x="0" y="23317"/>
                </a:lnTo>
                <a:lnTo>
                  <a:pt x="0" y="23317"/>
                </a:lnTo>
                <a:lnTo>
                  <a:pt x="0" y="23317"/>
                </a:lnTo>
                <a:lnTo>
                  <a:pt x="0" y="23317"/>
                </a:lnTo>
                <a:lnTo>
                  <a:pt x="0" y="23317"/>
                </a:lnTo>
                <a:lnTo>
                  <a:pt x="0" y="23317"/>
                </a:lnTo>
                <a:lnTo>
                  <a:pt x="0" y="23317"/>
                </a:lnTo>
                <a:lnTo>
                  <a:pt x="0" y="23317"/>
                </a:lnTo>
                <a:lnTo>
                  <a:pt x="0" y="23317"/>
                </a:lnTo>
                <a:lnTo>
                  <a:pt x="0" y="23317"/>
                </a:lnTo>
                <a:lnTo>
                  <a:pt x="0" y="23317"/>
                </a:lnTo>
                <a:lnTo>
                  <a:pt x="0" y="23317"/>
                </a:lnTo>
                <a:lnTo>
                  <a:pt x="0" y="23317"/>
                </a:lnTo>
                <a:lnTo>
                  <a:pt x="0" y="23317"/>
                </a:lnTo>
                <a:lnTo>
                  <a:pt x="0" y="23317"/>
                </a:lnTo>
                <a:lnTo>
                  <a:pt x="0" y="23317"/>
                </a:lnTo>
                <a:lnTo>
                  <a:pt x="0" y="23318"/>
                </a:lnTo>
                <a:lnTo>
                  <a:pt x="0" y="23318"/>
                </a:lnTo>
                <a:lnTo>
                  <a:pt x="0" y="23318"/>
                </a:lnTo>
                <a:lnTo>
                  <a:pt x="0" y="23318"/>
                </a:lnTo>
                <a:lnTo>
                  <a:pt x="0" y="23318"/>
                </a:lnTo>
                <a:lnTo>
                  <a:pt x="0" y="23318"/>
                </a:lnTo>
                <a:lnTo>
                  <a:pt x="0" y="23318"/>
                </a:lnTo>
                <a:lnTo>
                  <a:pt x="0" y="23318"/>
                </a:lnTo>
                <a:lnTo>
                  <a:pt x="0" y="23318"/>
                </a:lnTo>
                <a:lnTo>
                  <a:pt x="0" y="23318"/>
                </a:lnTo>
                <a:lnTo>
                  <a:pt x="0" y="23318"/>
                </a:lnTo>
                <a:lnTo>
                  <a:pt x="0" y="23318"/>
                </a:lnTo>
                <a:lnTo>
                  <a:pt x="0" y="23318"/>
                </a:lnTo>
                <a:lnTo>
                  <a:pt x="0" y="23318"/>
                </a:lnTo>
                <a:lnTo>
                  <a:pt x="0" y="23318"/>
                </a:lnTo>
                <a:lnTo>
                  <a:pt x="0" y="23318"/>
                </a:lnTo>
                <a:lnTo>
                  <a:pt x="0" y="23318"/>
                </a:lnTo>
                <a:lnTo>
                  <a:pt x="0" y="23318"/>
                </a:lnTo>
                <a:lnTo>
                  <a:pt x="0" y="23318"/>
                </a:lnTo>
                <a:lnTo>
                  <a:pt x="0" y="23318"/>
                </a:lnTo>
                <a:lnTo>
                  <a:pt x="0" y="23318"/>
                </a:lnTo>
                <a:lnTo>
                  <a:pt x="0" y="23318"/>
                </a:lnTo>
                <a:lnTo>
                  <a:pt x="0" y="23318"/>
                </a:lnTo>
                <a:lnTo>
                  <a:pt x="0" y="23318"/>
                </a:lnTo>
                <a:lnTo>
                  <a:pt x="0" y="23318"/>
                </a:lnTo>
                <a:lnTo>
                  <a:pt x="0" y="23318"/>
                </a:lnTo>
                <a:lnTo>
                  <a:pt x="0" y="23319"/>
                </a:lnTo>
                <a:lnTo>
                  <a:pt x="0" y="23319"/>
                </a:lnTo>
                <a:lnTo>
                  <a:pt x="0" y="23319"/>
                </a:lnTo>
                <a:lnTo>
                  <a:pt x="0" y="23319"/>
                </a:lnTo>
                <a:lnTo>
                  <a:pt x="0" y="23319"/>
                </a:lnTo>
                <a:lnTo>
                  <a:pt x="0" y="23319"/>
                </a:lnTo>
                <a:lnTo>
                  <a:pt x="0" y="23319"/>
                </a:lnTo>
                <a:lnTo>
                  <a:pt x="0" y="23319"/>
                </a:lnTo>
                <a:lnTo>
                  <a:pt x="0" y="23319"/>
                </a:lnTo>
                <a:lnTo>
                  <a:pt x="0" y="23319"/>
                </a:lnTo>
                <a:lnTo>
                  <a:pt x="0" y="23319"/>
                </a:lnTo>
                <a:lnTo>
                  <a:pt x="0" y="23319"/>
                </a:lnTo>
                <a:lnTo>
                  <a:pt x="0" y="23319"/>
                </a:lnTo>
                <a:lnTo>
                  <a:pt x="0" y="23319"/>
                </a:lnTo>
                <a:lnTo>
                  <a:pt x="0" y="23319"/>
                </a:lnTo>
                <a:lnTo>
                  <a:pt x="0" y="23319"/>
                </a:lnTo>
                <a:lnTo>
                  <a:pt x="0" y="23319"/>
                </a:lnTo>
                <a:lnTo>
                  <a:pt x="0" y="23319"/>
                </a:lnTo>
                <a:lnTo>
                  <a:pt x="0" y="23319"/>
                </a:lnTo>
                <a:lnTo>
                  <a:pt x="0" y="23319"/>
                </a:lnTo>
                <a:lnTo>
                  <a:pt x="0" y="23319"/>
                </a:lnTo>
                <a:lnTo>
                  <a:pt x="0" y="23319"/>
                </a:lnTo>
                <a:lnTo>
                  <a:pt x="0" y="23319"/>
                </a:lnTo>
                <a:lnTo>
                  <a:pt x="0" y="23319"/>
                </a:lnTo>
                <a:lnTo>
                  <a:pt x="0" y="23319"/>
                </a:lnTo>
                <a:lnTo>
                  <a:pt x="0" y="23319"/>
                </a:lnTo>
                <a:lnTo>
                  <a:pt x="0" y="23319"/>
                </a:lnTo>
                <a:lnTo>
                  <a:pt x="0" y="23319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0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1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2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3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4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5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6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0" y="23327"/>
                </a:lnTo>
                <a:lnTo>
                  <a:pt x="2" y="23327"/>
                </a:lnTo>
                <a:lnTo>
                  <a:pt x="6" y="23327"/>
                </a:lnTo>
                <a:lnTo>
                  <a:pt x="15" y="23327"/>
                </a:lnTo>
                <a:lnTo>
                  <a:pt x="29" y="23327"/>
                </a:lnTo>
                <a:lnTo>
                  <a:pt x="50" y="23327"/>
                </a:lnTo>
                <a:lnTo>
                  <a:pt x="79" y="23327"/>
                </a:lnTo>
                <a:lnTo>
                  <a:pt x="118" y="23327"/>
                </a:lnTo>
                <a:lnTo>
                  <a:pt x="168" y="23327"/>
                </a:lnTo>
                <a:lnTo>
                  <a:pt x="230" y="23327"/>
                </a:lnTo>
                <a:lnTo>
                  <a:pt x="306" y="23327"/>
                </a:lnTo>
                <a:lnTo>
                  <a:pt x="397" y="23327"/>
                </a:lnTo>
                <a:lnTo>
                  <a:pt x="505" y="23327"/>
                </a:lnTo>
                <a:lnTo>
                  <a:pt x="631" y="23327"/>
                </a:lnTo>
                <a:lnTo>
                  <a:pt x="776" y="23327"/>
                </a:lnTo>
                <a:lnTo>
                  <a:pt x="942" y="23327"/>
                </a:lnTo>
                <a:lnTo>
                  <a:pt x="1130" y="23327"/>
                </a:lnTo>
                <a:lnTo>
                  <a:pt x="1341" y="23327"/>
                </a:lnTo>
                <a:lnTo>
                  <a:pt x="1578" y="23327"/>
                </a:lnTo>
                <a:lnTo>
                  <a:pt x="1840" y="23327"/>
                </a:lnTo>
                <a:lnTo>
                  <a:pt x="2130" y="23327"/>
                </a:lnTo>
                <a:lnTo>
                  <a:pt x="2449" y="23327"/>
                </a:lnTo>
                <a:lnTo>
                  <a:pt x="2798" y="23327"/>
                </a:lnTo>
                <a:lnTo>
                  <a:pt x="3180" y="23327"/>
                </a:lnTo>
                <a:lnTo>
                  <a:pt x="0" y="23327"/>
                </a:lnTo>
                <a:lnTo>
                  <a:pt x="0" y="24644"/>
                </a:lnTo>
                <a:lnTo>
                  <a:pt x="931" y="25576"/>
                </a:lnTo>
                <a:lnTo>
                  <a:pt x="5148" y="29793"/>
                </a:lnTo>
                <a:lnTo>
                  <a:pt x="5569" y="30199"/>
                </a:lnTo>
                <a:lnTo>
                  <a:pt x="6000" y="30588"/>
                </a:lnTo>
                <a:lnTo>
                  <a:pt x="6440" y="30959"/>
                </a:lnTo>
                <a:lnTo>
                  <a:pt x="6890" y="31312"/>
                </a:lnTo>
                <a:lnTo>
                  <a:pt x="7349" y="31647"/>
                </a:lnTo>
                <a:lnTo>
                  <a:pt x="7818" y="31964"/>
                </a:lnTo>
                <a:lnTo>
                  <a:pt x="8296" y="32263"/>
                </a:lnTo>
                <a:lnTo>
                  <a:pt x="8783" y="32545"/>
                </a:lnTo>
                <a:lnTo>
                  <a:pt x="9279" y="32809"/>
                </a:lnTo>
                <a:lnTo>
                  <a:pt x="9784" y="33056"/>
                </a:lnTo>
                <a:lnTo>
                  <a:pt x="10297" y="33285"/>
                </a:lnTo>
                <a:lnTo>
                  <a:pt x="10819" y="33497"/>
                </a:lnTo>
                <a:lnTo>
                  <a:pt x="11349" y="33692"/>
                </a:lnTo>
                <a:lnTo>
                  <a:pt x="11888" y="33869"/>
                </a:lnTo>
                <a:lnTo>
                  <a:pt x="12435" y="34029"/>
                </a:lnTo>
                <a:lnTo>
                  <a:pt x="12990" y="34172"/>
                </a:lnTo>
                <a:lnTo>
                  <a:pt x="13553" y="34298"/>
                </a:lnTo>
                <a:lnTo>
                  <a:pt x="14124" y="34407"/>
                </a:lnTo>
                <a:lnTo>
                  <a:pt x="14702" y="34499"/>
                </a:lnTo>
                <a:lnTo>
                  <a:pt x="15288" y="34574"/>
                </a:lnTo>
                <a:lnTo>
                  <a:pt x="15881" y="34632"/>
                </a:lnTo>
                <a:lnTo>
                  <a:pt x="16482" y="34673"/>
                </a:lnTo>
                <a:lnTo>
                  <a:pt x="17090" y="34698"/>
                </a:lnTo>
                <a:lnTo>
                  <a:pt x="17705" y="34707"/>
                </a:lnTo>
                <a:lnTo>
                  <a:pt x="17968" y="34707"/>
                </a:lnTo>
                <a:lnTo>
                  <a:pt x="18227" y="34663"/>
                </a:lnTo>
                <a:lnTo>
                  <a:pt x="18323" y="34648"/>
                </a:lnTo>
                <a:lnTo>
                  <a:pt x="18419" y="34633"/>
                </a:lnTo>
                <a:lnTo>
                  <a:pt x="18515" y="34618"/>
                </a:lnTo>
                <a:lnTo>
                  <a:pt x="18610" y="34605"/>
                </a:lnTo>
                <a:lnTo>
                  <a:pt x="18706" y="34592"/>
                </a:lnTo>
                <a:lnTo>
                  <a:pt x="18802" y="34580"/>
                </a:lnTo>
                <a:lnTo>
                  <a:pt x="18897" y="34568"/>
                </a:lnTo>
                <a:lnTo>
                  <a:pt x="18993" y="34557"/>
                </a:lnTo>
                <a:lnTo>
                  <a:pt x="19088" y="34547"/>
                </a:lnTo>
                <a:lnTo>
                  <a:pt x="19184" y="34537"/>
                </a:lnTo>
                <a:lnTo>
                  <a:pt x="19279" y="34528"/>
                </a:lnTo>
                <a:lnTo>
                  <a:pt x="19374" y="34520"/>
                </a:lnTo>
                <a:lnTo>
                  <a:pt x="19470" y="34512"/>
                </a:lnTo>
                <a:lnTo>
                  <a:pt x="19565" y="34505"/>
                </a:lnTo>
                <a:lnTo>
                  <a:pt x="19660" y="34499"/>
                </a:lnTo>
                <a:lnTo>
                  <a:pt x="19755" y="34493"/>
                </a:lnTo>
                <a:lnTo>
                  <a:pt x="19851" y="34488"/>
                </a:lnTo>
                <a:lnTo>
                  <a:pt x="19946" y="34484"/>
                </a:lnTo>
                <a:lnTo>
                  <a:pt x="20041" y="34481"/>
                </a:lnTo>
                <a:lnTo>
                  <a:pt x="20136" y="34478"/>
                </a:lnTo>
                <a:lnTo>
                  <a:pt x="20231" y="34475"/>
                </a:lnTo>
                <a:lnTo>
                  <a:pt x="20326" y="34474"/>
                </a:lnTo>
                <a:lnTo>
                  <a:pt x="20421" y="34473"/>
                </a:lnTo>
                <a:lnTo>
                  <a:pt x="20516" y="34472"/>
                </a:lnTo>
                <a:lnTo>
                  <a:pt x="20666" y="34471"/>
                </a:lnTo>
                <a:lnTo>
                  <a:pt x="20819" y="34468"/>
                </a:lnTo>
                <a:lnTo>
                  <a:pt x="20973" y="34463"/>
                </a:lnTo>
                <a:lnTo>
                  <a:pt x="21130" y="34455"/>
                </a:lnTo>
                <a:lnTo>
                  <a:pt x="21289" y="34445"/>
                </a:lnTo>
                <a:lnTo>
                  <a:pt x="21450" y="34431"/>
                </a:lnTo>
                <a:lnTo>
                  <a:pt x="21611" y="34415"/>
                </a:lnTo>
                <a:lnTo>
                  <a:pt x="21775" y="34395"/>
                </a:lnTo>
                <a:lnTo>
                  <a:pt x="21939" y="34372"/>
                </a:lnTo>
                <a:lnTo>
                  <a:pt x="21997" y="34363"/>
                </a:lnTo>
                <a:lnTo>
                  <a:pt x="21920" y="34949"/>
                </a:lnTo>
                <a:lnTo>
                  <a:pt x="21817" y="35686"/>
                </a:lnTo>
                <a:lnTo>
                  <a:pt x="21708" y="36415"/>
                </a:lnTo>
                <a:lnTo>
                  <a:pt x="21592" y="37137"/>
                </a:lnTo>
                <a:lnTo>
                  <a:pt x="21471" y="37851"/>
                </a:lnTo>
                <a:lnTo>
                  <a:pt x="21343" y="38556"/>
                </a:lnTo>
                <a:lnTo>
                  <a:pt x="21210" y="39255"/>
                </a:lnTo>
                <a:lnTo>
                  <a:pt x="21070" y="39945"/>
                </a:lnTo>
                <a:lnTo>
                  <a:pt x="20924" y="40627"/>
                </a:lnTo>
                <a:lnTo>
                  <a:pt x="20773" y="41302"/>
                </a:lnTo>
                <a:lnTo>
                  <a:pt x="20615" y="41969"/>
                </a:lnTo>
                <a:lnTo>
                  <a:pt x="20451" y="42628"/>
                </a:lnTo>
                <a:lnTo>
                  <a:pt x="20281" y="43280"/>
                </a:lnTo>
                <a:lnTo>
                  <a:pt x="20106" y="43924"/>
                </a:lnTo>
                <a:lnTo>
                  <a:pt x="19924" y="44560"/>
                </a:lnTo>
                <a:lnTo>
                  <a:pt x="19736" y="45188"/>
                </a:lnTo>
                <a:lnTo>
                  <a:pt x="19543" y="45809"/>
                </a:lnTo>
                <a:lnTo>
                  <a:pt x="19344" y="46422"/>
                </a:lnTo>
                <a:lnTo>
                  <a:pt x="19138" y="47028"/>
                </a:lnTo>
                <a:lnTo>
                  <a:pt x="18927" y="47625"/>
                </a:lnTo>
                <a:lnTo>
                  <a:pt x="18710" y="48216"/>
                </a:lnTo>
                <a:lnTo>
                  <a:pt x="18483" y="48813"/>
                </a:lnTo>
                <a:lnTo>
                  <a:pt x="18256" y="49398"/>
                </a:lnTo>
                <a:lnTo>
                  <a:pt x="18027" y="49969"/>
                </a:lnTo>
                <a:lnTo>
                  <a:pt x="17798" y="50528"/>
                </a:lnTo>
                <a:lnTo>
                  <a:pt x="17568" y="51074"/>
                </a:lnTo>
                <a:lnTo>
                  <a:pt x="17337" y="51607"/>
                </a:lnTo>
                <a:lnTo>
                  <a:pt x="17105" y="52127"/>
                </a:lnTo>
                <a:lnTo>
                  <a:pt x="16873" y="52635"/>
                </a:lnTo>
                <a:lnTo>
                  <a:pt x="16640" y="53131"/>
                </a:lnTo>
                <a:lnTo>
                  <a:pt x="16407" y="53614"/>
                </a:lnTo>
                <a:lnTo>
                  <a:pt x="16173" y="54084"/>
                </a:lnTo>
                <a:lnTo>
                  <a:pt x="15938" y="54542"/>
                </a:lnTo>
                <a:lnTo>
                  <a:pt x="15703" y="54988"/>
                </a:lnTo>
                <a:lnTo>
                  <a:pt x="15467" y="55421"/>
                </a:lnTo>
                <a:lnTo>
                  <a:pt x="15231" y="55842"/>
                </a:lnTo>
                <a:lnTo>
                  <a:pt x="14994" y="56251"/>
                </a:lnTo>
                <a:lnTo>
                  <a:pt x="14757" y="56648"/>
                </a:lnTo>
                <a:lnTo>
                  <a:pt x="14519" y="57033"/>
                </a:lnTo>
                <a:lnTo>
                  <a:pt x="14281" y="57406"/>
                </a:lnTo>
                <a:lnTo>
                  <a:pt x="14043" y="57767"/>
                </a:lnTo>
                <a:lnTo>
                  <a:pt x="13804" y="58117"/>
                </a:lnTo>
                <a:lnTo>
                  <a:pt x="13565" y="58454"/>
                </a:lnTo>
                <a:lnTo>
                  <a:pt x="13326" y="58780"/>
                </a:lnTo>
                <a:lnTo>
                  <a:pt x="13086" y="59094"/>
                </a:lnTo>
                <a:lnTo>
                  <a:pt x="12819" y="59437"/>
                </a:lnTo>
                <a:lnTo>
                  <a:pt x="12554" y="59776"/>
                </a:lnTo>
                <a:lnTo>
                  <a:pt x="12291" y="60109"/>
                </a:lnTo>
                <a:lnTo>
                  <a:pt x="12031" y="60437"/>
                </a:lnTo>
                <a:lnTo>
                  <a:pt x="11774" y="60759"/>
                </a:lnTo>
                <a:lnTo>
                  <a:pt x="11520" y="61077"/>
                </a:lnTo>
                <a:lnTo>
                  <a:pt x="11268" y="61390"/>
                </a:lnTo>
                <a:lnTo>
                  <a:pt x="11019" y="61697"/>
                </a:lnTo>
                <a:lnTo>
                  <a:pt x="10773" y="61999"/>
                </a:lnTo>
                <a:lnTo>
                  <a:pt x="10529" y="62297"/>
                </a:lnTo>
                <a:lnTo>
                  <a:pt x="10288" y="62589"/>
                </a:lnTo>
                <a:lnTo>
                  <a:pt x="10049" y="62876"/>
                </a:lnTo>
                <a:lnTo>
                  <a:pt x="9814" y="63158"/>
                </a:lnTo>
                <a:lnTo>
                  <a:pt x="9581" y="63435"/>
                </a:lnTo>
                <a:lnTo>
                  <a:pt x="9350" y="63707"/>
                </a:lnTo>
                <a:lnTo>
                  <a:pt x="9122" y="63973"/>
                </a:lnTo>
                <a:lnTo>
                  <a:pt x="8897" y="64235"/>
                </a:lnTo>
                <a:lnTo>
                  <a:pt x="8675" y="64492"/>
                </a:lnTo>
                <a:lnTo>
                  <a:pt x="8455" y="64743"/>
                </a:lnTo>
                <a:lnTo>
                  <a:pt x="8238" y="64990"/>
                </a:lnTo>
                <a:lnTo>
                  <a:pt x="8023" y="65231"/>
                </a:lnTo>
                <a:lnTo>
                  <a:pt x="7811" y="65468"/>
                </a:lnTo>
                <a:lnTo>
                  <a:pt x="7602" y="65699"/>
                </a:lnTo>
                <a:lnTo>
                  <a:pt x="7395" y="65926"/>
                </a:lnTo>
                <a:lnTo>
                  <a:pt x="7284" y="66048"/>
                </a:lnTo>
                <a:lnTo>
                  <a:pt x="7173" y="66170"/>
                </a:lnTo>
                <a:lnTo>
                  <a:pt x="7064" y="66291"/>
                </a:lnTo>
                <a:lnTo>
                  <a:pt x="6957" y="66411"/>
                </a:lnTo>
                <a:lnTo>
                  <a:pt x="6851" y="66530"/>
                </a:lnTo>
                <a:lnTo>
                  <a:pt x="6747" y="66648"/>
                </a:lnTo>
                <a:lnTo>
                  <a:pt x="6645" y="66766"/>
                </a:lnTo>
                <a:lnTo>
                  <a:pt x="6544" y="66882"/>
                </a:lnTo>
                <a:lnTo>
                  <a:pt x="6445" y="66998"/>
                </a:lnTo>
                <a:lnTo>
                  <a:pt x="6348" y="67113"/>
                </a:lnTo>
                <a:lnTo>
                  <a:pt x="6253" y="67226"/>
                </a:lnTo>
                <a:lnTo>
                  <a:pt x="6159" y="67339"/>
                </a:lnTo>
                <a:lnTo>
                  <a:pt x="6067" y="67451"/>
                </a:lnTo>
                <a:lnTo>
                  <a:pt x="5978" y="67562"/>
                </a:lnTo>
                <a:lnTo>
                  <a:pt x="5890" y="67672"/>
                </a:lnTo>
                <a:lnTo>
                  <a:pt x="5803" y="67781"/>
                </a:lnTo>
                <a:lnTo>
                  <a:pt x="5719" y="67889"/>
                </a:lnTo>
                <a:lnTo>
                  <a:pt x="5637" y="67996"/>
                </a:lnTo>
                <a:lnTo>
                  <a:pt x="5557" y="68102"/>
                </a:lnTo>
                <a:lnTo>
                  <a:pt x="5479" y="68207"/>
                </a:lnTo>
                <a:lnTo>
                  <a:pt x="5402" y="68310"/>
                </a:lnTo>
                <a:lnTo>
                  <a:pt x="5328" y="68413"/>
                </a:lnTo>
                <a:lnTo>
                  <a:pt x="5256" y="68515"/>
                </a:lnTo>
                <a:lnTo>
                  <a:pt x="5186" y="68616"/>
                </a:lnTo>
                <a:lnTo>
                  <a:pt x="5152" y="68666"/>
                </a:lnTo>
                <a:lnTo>
                  <a:pt x="5118" y="68716"/>
                </a:lnTo>
                <a:lnTo>
                  <a:pt x="5084" y="68767"/>
                </a:lnTo>
                <a:lnTo>
                  <a:pt x="5050" y="68819"/>
                </a:lnTo>
                <a:lnTo>
                  <a:pt x="5016" y="68870"/>
                </a:lnTo>
                <a:lnTo>
                  <a:pt x="4982" y="68922"/>
                </a:lnTo>
                <a:lnTo>
                  <a:pt x="4949" y="68975"/>
                </a:lnTo>
                <a:lnTo>
                  <a:pt x="4916" y="69028"/>
                </a:lnTo>
                <a:lnTo>
                  <a:pt x="4883" y="69081"/>
                </a:lnTo>
                <a:lnTo>
                  <a:pt x="4850" y="69134"/>
                </a:lnTo>
                <a:lnTo>
                  <a:pt x="4817" y="69188"/>
                </a:lnTo>
                <a:lnTo>
                  <a:pt x="4785" y="69242"/>
                </a:lnTo>
                <a:lnTo>
                  <a:pt x="4754" y="69296"/>
                </a:lnTo>
                <a:lnTo>
                  <a:pt x="4722" y="69351"/>
                </a:lnTo>
                <a:lnTo>
                  <a:pt x="4691" y="69406"/>
                </a:lnTo>
                <a:lnTo>
                  <a:pt x="4661" y="69461"/>
                </a:lnTo>
                <a:lnTo>
                  <a:pt x="4630" y="69517"/>
                </a:lnTo>
                <a:lnTo>
                  <a:pt x="4601" y="69572"/>
                </a:lnTo>
                <a:lnTo>
                  <a:pt x="4571" y="69628"/>
                </a:lnTo>
                <a:lnTo>
                  <a:pt x="4543" y="69685"/>
                </a:lnTo>
                <a:lnTo>
                  <a:pt x="4514" y="69741"/>
                </a:lnTo>
                <a:lnTo>
                  <a:pt x="4487" y="69798"/>
                </a:lnTo>
                <a:lnTo>
                  <a:pt x="4459" y="69855"/>
                </a:lnTo>
                <a:lnTo>
                  <a:pt x="4433" y="69912"/>
                </a:lnTo>
                <a:lnTo>
                  <a:pt x="4409" y="69965"/>
                </a:lnTo>
                <a:lnTo>
                  <a:pt x="4384" y="70021"/>
                </a:lnTo>
                <a:lnTo>
                  <a:pt x="4359" y="70079"/>
                </a:lnTo>
                <a:lnTo>
                  <a:pt x="4334" y="70140"/>
                </a:lnTo>
                <a:lnTo>
                  <a:pt x="4308" y="70204"/>
                </a:lnTo>
                <a:lnTo>
                  <a:pt x="4283" y="70270"/>
                </a:lnTo>
                <a:lnTo>
                  <a:pt x="4257" y="70339"/>
                </a:lnTo>
                <a:lnTo>
                  <a:pt x="4232" y="70410"/>
                </a:lnTo>
                <a:lnTo>
                  <a:pt x="4207" y="70483"/>
                </a:lnTo>
                <a:lnTo>
                  <a:pt x="4183" y="70558"/>
                </a:lnTo>
                <a:lnTo>
                  <a:pt x="4159" y="70636"/>
                </a:lnTo>
                <a:lnTo>
                  <a:pt x="4137" y="70716"/>
                </a:lnTo>
                <a:lnTo>
                  <a:pt x="4115" y="70798"/>
                </a:lnTo>
                <a:lnTo>
                  <a:pt x="4095" y="70882"/>
                </a:lnTo>
                <a:lnTo>
                  <a:pt x="4075" y="70968"/>
                </a:lnTo>
                <a:lnTo>
                  <a:pt x="4057" y="71056"/>
                </a:lnTo>
                <a:lnTo>
                  <a:pt x="4041" y="71146"/>
                </a:lnTo>
                <a:lnTo>
                  <a:pt x="4026" y="71238"/>
                </a:lnTo>
                <a:lnTo>
                  <a:pt x="4014" y="71331"/>
                </a:lnTo>
                <a:lnTo>
                  <a:pt x="4003" y="71426"/>
                </a:lnTo>
                <a:lnTo>
                  <a:pt x="3994" y="71523"/>
                </a:lnTo>
                <a:lnTo>
                  <a:pt x="3988" y="71621"/>
                </a:lnTo>
                <a:lnTo>
                  <a:pt x="3984" y="71721"/>
                </a:lnTo>
                <a:lnTo>
                  <a:pt x="3983" y="71823"/>
                </a:lnTo>
                <a:lnTo>
                  <a:pt x="3986" y="71989"/>
                </a:lnTo>
                <a:lnTo>
                  <a:pt x="3996" y="72152"/>
                </a:lnTo>
                <a:lnTo>
                  <a:pt x="4012" y="72312"/>
                </a:lnTo>
                <a:lnTo>
                  <a:pt x="4034" y="72470"/>
                </a:lnTo>
                <a:lnTo>
                  <a:pt x="4062" y="72625"/>
                </a:lnTo>
                <a:lnTo>
                  <a:pt x="4094" y="72777"/>
                </a:lnTo>
                <a:lnTo>
                  <a:pt x="4131" y="72925"/>
                </a:lnTo>
                <a:lnTo>
                  <a:pt x="4173" y="73071"/>
                </a:lnTo>
                <a:lnTo>
                  <a:pt x="4218" y="73212"/>
                </a:lnTo>
                <a:lnTo>
                  <a:pt x="4266" y="73351"/>
                </a:lnTo>
                <a:lnTo>
                  <a:pt x="4318" y="73486"/>
                </a:lnTo>
                <a:lnTo>
                  <a:pt x="4372" y="73617"/>
                </a:lnTo>
                <a:lnTo>
                  <a:pt x="4428" y="73744"/>
                </a:lnTo>
                <a:lnTo>
                  <a:pt x="4486" y="73868"/>
                </a:lnTo>
                <a:lnTo>
                  <a:pt x="4545" y="73987"/>
                </a:lnTo>
                <a:lnTo>
                  <a:pt x="4605" y="74102"/>
                </a:lnTo>
                <a:lnTo>
                  <a:pt x="4666" y="74213"/>
                </a:lnTo>
                <a:lnTo>
                  <a:pt x="4727" y="74320"/>
                </a:lnTo>
                <a:lnTo>
                  <a:pt x="4788" y="74422"/>
                </a:lnTo>
                <a:lnTo>
                  <a:pt x="4849" y="74520"/>
                </a:lnTo>
                <a:lnTo>
                  <a:pt x="4908" y="74613"/>
                </a:lnTo>
                <a:lnTo>
                  <a:pt x="4966" y="74701"/>
                </a:lnTo>
                <a:lnTo>
                  <a:pt x="5021" y="74784"/>
                </a:lnTo>
                <a:lnTo>
                  <a:pt x="5075" y="74862"/>
                </a:lnTo>
                <a:lnTo>
                  <a:pt x="5139" y="74954"/>
                </a:lnTo>
                <a:lnTo>
                  <a:pt x="5205" y="75045"/>
                </a:lnTo>
                <a:lnTo>
                  <a:pt x="5272" y="75137"/>
                </a:lnTo>
                <a:lnTo>
                  <a:pt x="5342" y="75229"/>
                </a:lnTo>
                <a:lnTo>
                  <a:pt x="5412" y="75322"/>
                </a:lnTo>
                <a:lnTo>
                  <a:pt x="5485" y="75414"/>
                </a:lnTo>
                <a:lnTo>
                  <a:pt x="5559" y="75507"/>
                </a:lnTo>
                <a:lnTo>
                  <a:pt x="5634" y="75601"/>
                </a:lnTo>
                <a:lnTo>
                  <a:pt x="5711" y="75694"/>
                </a:lnTo>
                <a:lnTo>
                  <a:pt x="5789" y="75788"/>
                </a:lnTo>
                <a:lnTo>
                  <a:pt x="5869" y="75881"/>
                </a:lnTo>
                <a:lnTo>
                  <a:pt x="5951" y="75975"/>
                </a:lnTo>
                <a:lnTo>
                  <a:pt x="6033" y="76070"/>
                </a:lnTo>
                <a:lnTo>
                  <a:pt x="6117" y="76164"/>
                </a:lnTo>
                <a:lnTo>
                  <a:pt x="6202" y="76259"/>
                </a:lnTo>
                <a:lnTo>
                  <a:pt x="6289" y="76353"/>
                </a:lnTo>
                <a:lnTo>
                  <a:pt x="6377" y="76448"/>
                </a:lnTo>
                <a:lnTo>
                  <a:pt x="6466" y="76543"/>
                </a:lnTo>
                <a:lnTo>
                  <a:pt x="6556" y="76639"/>
                </a:lnTo>
                <a:lnTo>
                  <a:pt x="6647" y="76734"/>
                </a:lnTo>
                <a:lnTo>
                  <a:pt x="6739" y="76829"/>
                </a:lnTo>
                <a:lnTo>
                  <a:pt x="6833" y="76925"/>
                </a:lnTo>
                <a:lnTo>
                  <a:pt x="6927" y="77021"/>
                </a:lnTo>
                <a:lnTo>
                  <a:pt x="7022" y="77116"/>
                </a:lnTo>
                <a:lnTo>
                  <a:pt x="7118" y="77212"/>
                </a:lnTo>
                <a:lnTo>
                  <a:pt x="7214" y="77306"/>
                </a:lnTo>
                <a:lnTo>
                  <a:pt x="7310" y="77400"/>
                </a:lnTo>
                <a:lnTo>
                  <a:pt x="7405" y="77492"/>
                </a:lnTo>
                <a:lnTo>
                  <a:pt x="7500" y="77583"/>
                </a:lnTo>
                <a:lnTo>
                  <a:pt x="7596" y="77673"/>
                </a:lnTo>
                <a:lnTo>
                  <a:pt x="7691" y="77762"/>
                </a:lnTo>
                <a:lnTo>
                  <a:pt x="7786" y="77850"/>
                </a:lnTo>
                <a:lnTo>
                  <a:pt x="7880" y="77936"/>
                </a:lnTo>
                <a:lnTo>
                  <a:pt x="7975" y="78022"/>
                </a:lnTo>
                <a:lnTo>
                  <a:pt x="8069" y="78106"/>
                </a:lnTo>
                <a:lnTo>
                  <a:pt x="8164" y="78188"/>
                </a:lnTo>
                <a:lnTo>
                  <a:pt x="8258" y="78270"/>
                </a:lnTo>
                <a:lnTo>
                  <a:pt x="8351" y="78349"/>
                </a:lnTo>
                <a:lnTo>
                  <a:pt x="8445" y="78428"/>
                </a:lnTo>
                <a:lnTo>
                  <a:pt x="8538" y="78505"/>
                </a:lnTo>
                <a:lnTo>
                  <a:pt x="8631" y="78580"/>
                </a:lnTo>
                <a:lnTo>
                  <a:pt x="8724" y="78654"/>
                </a:lnTo>
                <a:lnTo>
                  <a:pt x="8817" y="78727"/>
                </a:lnTo>
                <a:lnTo>
                  <a:pt x="8910" y="78797"/>
                </a:lnTo>
                <a:lnTo>
                  <a:pt x="9002" y="78867"/>
                </a:lnTo>
                <a:lnTo>
                  <a:pt x="9094" y="78934"/>
                </a:lnTo>
                <a:lnTo>
                  <a:pt x="9185" y="79000"/>
                </a:lnTo>
                <a:lnTo>
                  <a:pt x="9277" y="79064"/>
                </a:lnTo>
                <a:lnTo>
                  <a:pt x="9355" y="79117"/>
                </a:lnTo>
                <a:lnTo>
                  <a:pt x="9438" y="79173"/>
                </a:lnTo>
                <a:lnTo>
                  <a:pt x="9526" y="79231"/>
                </a:lnTo>
                <a:lnTo>
                  <a:pt x="9619" y="79290"/>
                </a:lnTo>
                <a:lnTo>
                  <a:pt x="9717" y="79351"/>
                </a:lnTo>
                <a:lnTo>
                  <a:pt x="9819" y="79411"/>
                </a:lnTo>
                <a:lnTo>
                  <a:pt x="9926" y="79473"/>
                </a:lnTo>
                <a:lnTo>
                  <a:pt x="10037" y="79533"/>
                </a:lnTo>
                <a:lnTo>
                  <a:pt x="10152" y="79594"/>
                </a:lnTo>
                <a:lnTo>
                  <a:pt x="10271" y="79653"/>
                </a:lnTo>
                <a:lnTo>
                  <a:pt x="10395" y="79711"/>
                </a:lnTo>
                <a:lnTo>
                  <a:pt x="10522" y="79767"/>
                </a:lnTo>
                <a:lnTo>
                  <a:pt x="10653" y="79821"/>
                </a:lnTo>
                <a:lnTo>
                  <a:pt x="10788" y="79873"/>
                </a:lnTo>
                <a:lnTo>
                  <a:pt x="10926" y="79921"/>
                </a:lnTo>
                <a:lnTo>
                  <a:pt x="11068" y="79966"/>
                </a:lnTo>
                <a:lnTo>
                  <a:pt x="11214" y="80007"/>
                </a:lnTo>
                <a:lnTo>
                  <a:pt x="11362" y="80045"/>
                </a:lnTo>
                <a:lnTo>
                  <a:pt x="11514" y="80077"/>
                </a:lnTo>
                <a:lnTo>
                  <a:pt x="11669" y="80104"/>
                </a:lnTo>
                <a:lnTo>
                  <a:pt x="11826" y="80126"/>
                </a:lnTo>
                <a:lnTo>
                  <a:pt x="11875" y="80131"/>
                </a:lnTo>
                <a:lnTo>
                  <a:pt x="11981" y="80147"/>
                </a:lnTo>
                <a:lnTo>
                  <a:pt x="12110" y="80162"/>
                </a:lnTo>
                <a:lnTo>
                  <a:pt x="12235" y="80171"/>
                </a:lnTo>
                <a:lnTo>
                  <a:pt x="12359" y="80177"/>
                </a:lnTo>
                <a:lnTo>
                  <a:pt x="12479" y="80178"/>
                </a:lnTo>
                <a:lnTo>
                  <a:pt x="12597" y="80175"/>
                </a:lnTo>
                <a:lnTo>
                  <a:pt x="12712" y="80169"/>
                </a:lnTo>
                <a:lnTo>
                  <a:pt x="12824" y="80160"/>
                </a:lnTo>
                <a:lnTo>
                  <a:pt x="12933" y="80148"/>
                </a:lnTo>
                <a:lnTo>
                  <a:pt x="13038" y="80133"/>
                </a:lnTo>
                <a:lnTo>
                  <a:pt x="13139" y="80116"/>
                </a:lnTo>
                <a:lnTo>
                  <a:pt x="13237" y="80097"/>
                </a:lnTo>
                <a:lnTo>
                  <a:pt x="13331" y="80077"/>
                </a:lnTo>
                <a:lnTo>
                  <a:pt x="13421" y="80055"/>
                </a:lnTo>
                <a:lnTo>
                  <a:pt x="13507" y="80033"/>
                </a:lnTo>
                <a:lnTo>
                  <a:pt x="13589" y="80009"/>
                </a:lnTo>
                <a:lnTo>
                  <a:pt x="13666" y="79986"/>
                </a:lnTo>
                <a:lnTo>
                  <a:pt x="13739" y="79962"/>
                </a:lnTo>
                <a:lnTo>
                  <a:pt x="13807" y="79939"/>
                </a:lnTo>
                <a:lnTo>
                  <a:pt x="13869" y="79916"/>
                </a:lnTo>
                <a:lnTo>
                  <a:pt x="13936" y="79891"/>
                </a:lnTo>
                <a:lnTo>
                  <a:pt x="14002" y="79865"/>
                </a:lnTo>
                <a:lnTo>
                  <a:pt x="14067" y="79838"/>
                </a:lnTo>
                <a:lnTo>
                  <a:pt x="14132" y="79811"/>
                </a:lnTo>
                <a:lnTo>
                  <a:pt x="14195" y="79782"/>
                </a:lnTo>
                <a:lnTo>
                  <a:pt x="14258" y="79754"/>
                </a:lnTo>
                <a:lnTo>
                  <a:pt x="14320" y="79724"/>
                </a:lnTo>
                <a:lnTo>
                  <a:pt x="14382" y="79694"/>
                </a:lnTo>
                <a:lnTo>
                  <a:pt x="14442" y="79663"/>
                </a:lnTo>
                <a:lnTo>
                  <a:pt x="14502" y="79632"/>
                </a:lnTo>
                <a:lnTo>
                  <a:pt x="14560" y="79601"/>
                </a:lnTo>
                <a:lnTo>
                  <a:pt x="14618" y="79569"/>
                </a:lnTo>
                <a:lnTo>
                  <a:pt x="14675" y="79537"/>
                </a:lnTo>
                <a:lnTo>
                  <a:pt x="14731" y="79505"/>
                </a:lnTo>
                <a:lnTo>
                  <a:pt x="14786" y="79473"/>
                </a:lnTo>
                <a:lnTo>
                  <a:pt x="14841" y="79440"/>
                </a:lnTo>
                <a:lnTo>
                  <a:pt x="14894" y="79407"/>
                </a:lnTo>
                <a:lnTo>
                  <a:pt x="14946" y="79375"/>
                </a:lnTo>
                <a:lnTo>
                  <a:pt x="14997" y="79342"/>
                </a:lnTo>
                <a:lnTo>
                  <a:pt x="15048" y="79310"/>
                </a:lnTo>
                <a:lnTo>
                  <a:pt x="15097" y="79277"/>
                </a:lnTo>
                <a:lnTo>
                  <a:pt x="15145" y="79245"/>
                </a:lnTo>
                <a:lnTo>
                  <a:pt x="15193" y="79213"/>
                </a:lnTo>
                <a:lnTo>
                  <a:pt x="15239" y="79181"/>
                </a:lnTo>
                <a:lnTo>
                  <a:pt x="15332" y="79116"/>
                </a:lnTo>
                <a:lnTo>
                  <a:pt x="15426" y="79048"/>
                </a:lnTo>
                <a:lnTo>
                  <a:pt x="15520" y="78979"/>
                </a:lnTo>
                <a:lnTo>
                  <a:pt x="15614" y="78907"/>
                </a:lnTo>
                <a:lnTo>
                  <a:pt x="15710" y="78834"/>
                </a:lnTo>
                <a:lnTo>
                  <a:pt x="15806" y="78758"/>
                </a:lnTo>
                <a:lnTo>
                  <a:pt x="15902" y="78681"/>
                </a:lnTo>
                <a:lnTo>
                  <a:pt x="15999" y="78602"/>
                </a:lnTo>
                <a:lnTo>
                  <a:pt x="16097" y="78521"/>
                </a:lnTo>
                <a:lnTo>
                  <a:pt x="16195" y="78438"/>
                </a:lnTo>
                <a:lnTo>
                  <a:pt x="16293" y="78353"/>
                </a:lnTo>
                <a:lnTo>
                  <a:pt x="16392" y="78267"/>
                </a:lnTo>
                <a:lnTo>
                  <a:pt x="16491" y="78179"/>
                </a:lnTo>
                <a:lnTo>
                  <a:pt x="16591" y="78089"/>
                </a:lnTo>
                <a:lnTo>
                  <a:pt x="16691" y="77998"/>
                </a:lnTo>
                <a:lnTo>
                  <a:pt x="16792" y="77906"/>
                </a:lnTo>
                <a:lnTo>
                  <a:pt x="16893" y="77812"/>
                </a:lnTo>
                <a:lnTo>
                  <a:pt x="16995" y="77716"/>
                </a:lnTo>
                <a:lnTo>
                  <a:pt x="17096" y="77619"/>
                </a:lnTo>
                <a:lnTo>
                  <a:pt x="17198" y="77521"/>
                </a:lnTo>
                <a:lnTo>
                  <a:pt x="17301" y="77422"/>
                </a:lnTo>
                <a:lnTo>
                  <a:pt x="17404" y="77321"/>
                </a:lnTo>
                <a:lnTo>
                  <a:pt x="17507" y="77219"/>
                </a:lnTo>
                <a:lnTo>
                  <a:pt x="17610" y="77116"/>
                </a:lnTo>
                <a:lnTo>
                  <a:pt x="17819" y="76906"/>
                </a:lnTo>
                <a:lnTo>
                  <a:pt x="18032" y="76690"/>
                </a:lnTo>
                <a:lnTo>
                  <a:pt x="18247" y="76468"/>
                </a:lnTo>
                <a:lnTo>
                  <a:pt x="18465" y="76241"/>
                </a:lnTo>
                <a:lnTo>
                  <a:pt x="18686" y="76009"/>
                </a:lnTo>
                <a:lnTo>
                  <a:pt x="18910" y="75770"/>
                </a:lnTo>
                <a:lnTo>
                  <a:pt x="19137" y="75527"/>
                </a:lnTo>
                <a:lnTo>
                  <a:pt x="19367" y="75278"/>
                </a:lnTo>
                <a:lnTo>
                  <a:pt x="19600" y="75024"/>
                </a:lnTo>
                <a:lnTo>
                  <a:pt x="19835" y="74764"/>
                </a:lnTo>
                <a:lnTo>
                  <a:pt x="20074" y="74498"/>
                </a:lnTo>
                <a:lnTo>
                  <a:pt x="20315" y="74228"/>
                </a:lnTo>
                <a:lnTo>
                  <a:pt x="20560" y="73952"/>
                </a:lnTo>
                <a:lnTo>
                  <a:pt x="20807" y="73670"/>
                </a:lnTo>
                <a:lnTo>
                  <a:pt x="21057" y="73384"/>
                </a:lnTo>
                <a:lnTo>
                  <a:pt x="21310" y="73092"/>
                </a:lnTo>
                <a:lnTo>
                  <a:pt x="21566" y="72794"/>
                </a:lnTo>
                <a:lnTo>
                  <a:pt x="21825" y="72491"/>
                </a:lnTo>
                <a:lnTo>
                  <a:pt x="22087" y="72183"/>
                </a:lnTo>
                <a:lnTo>
                  <a:pt x="22352" y="71870"/>
                </a:lnTo>
                <a:lnTo>
                  <a:pt x="22619" y="71551"/>
                </a:lnTo>
                <a:lnTo>
                  <a:pt x="22890" y="71227"/>
                </a:lnTo>
                <a:lnTo>
                  <a:pt x="23163" y="70898"/>
                </a:lnTo>
                <a:lnTo>
                  <a:pt x="23439" y="70564"/>
                </a:lnTo>
                <a:lnTo>
                  <a:pt x="23734" y="70202"/>
                </a:lnTo>
                <a:lnTo>
                  <a:pt x="24026" y="69834"/>
                </a:lnTo>
                <a:lnTo>
                  <a:pt x="24317" y="69461"/>
                </a:lnTo>
                <a:lnTo>
                  <a:pt x="24605" y="69082"/>
                </a:lnTo>
                <a:lnTo>
                  <a:pt x="24891" y="68698"/>
                </a:lnTo>
                <a:lnTo>
                  <a:pt x="25175" y="68308"/>
                </a:lnTo>
                <a:lnTo>
                  <a:pt x="25456" y="67912"/>
                </a:lnTo>
                <a:lnTo>
                  <a:pt x="25736" y="67511"/>
                </a:lnTo>
                <a:lnTo>
                  <a:pt x="26013" y="67105"/>
                </a:lnTo>
                <a:lnTo>
                  <a:pt x="26288" y="66693"/>
                </a:lnTo>
                <a:lnTo>
                  <a:pt x="26562" y="66276"/>
                </a:lnTo>
                <a:lnTo>
                  <a:pt x="26832" y="65853"/>
                </a:lnTo>
                <a:lnTo>
                  <a:pt x="27101" y="65425"/>
                </a:lnTo>
                <a:lnTo>
                  <a:pt x="27368" y="64991"/>
                </a:lnTo>
                <a:lnTo>
                  <a:pt x="27632" y="64552"/>
                </a:lnTo>
                <a:lnTo>
                  <a:pt x="27895" y="64107"/>
                </a:lnTo>
                <a:lnTo>
                  <a:pt x="28155" y="63658"/>
                </a:lnTo>
                <a:lnTo>
                  <a:pt x="28414" y="63202"/>
                </a:lnTo>
                <a:lnTo>
                  <a:pt x="28670" y="62742"/>
                </a:lnTo>
                <a:lnTo>
                  <a:pt x="28924" y="62276"/>
                </a:lnTo>
                <a:lnTo>
                  <a:pt x="29176" y="61805"/>
                </a:lnTo>
                <a:lnTo>
                  <a:pt x="29426" y="61328"/>
                </a:lnTo>
                <a:lnTo>
                  <a:pt x="29674" y="60846"/>
                </a:lnTo>
                <a:lnTo>
                  <a:pt x="29920" y="60359"/>
                </a:lnTo>
                <a:lnTo>
                  <a:pt x="30167" y="59858"/>
                </a:lnTo>
                <a:lnTo>
                  <a:pt x="30411" y="59351"/>
                </a:lnTo>
                <a:lnTo>
                  <a:pt x="30652" y="58836"/>
                </a:lnTo>
                <a:lnTo>
                  <a:pt x="30891" y="58314"/>
                </a:lnTo>
                <a:lnTo>
                  <a:pt x="31126" y="57785"/>
                </a:lnTo>
                <a:lnTo>
                  <a:pt x="31359" y="57249"/>
                </a:lnTo>
                <a:lnTo>
                  <a:pt x="31589" y="56706"/>
                </a:lnTo>
                <a:lnTo>
                  <a:pt x="31816" y="56156"/>
                </a:lnTo>
                <a:lnTo>
                  <a:pt x="32040" y="55599"/>
                </a:lnTo>
                <a:lnTo>
                  <a:pt x="32261" y="55035"/>
                </a:lnTo>
                <a:lnTo>
                  <a:pt x="32479" y="54464"/>
                </a:lnTo>
                <a:lnTo>
                  <a:pt x="32695" y="53887"/>
                </a:lnTo>
                <a:lnTo>
                  <a:pt x="32908" y="53302"/>
                </a:lnTo>
                <a:lnTo>
                  <a:pt x="33117" y="52711"/>
                </a:lnTo>
                <a:lnTo>
                  <a:pt x="33324" y="52112"/>
                </a:lnTo>
                <a:lnTo>
                  <a:pt x="33529" y="51507"/>
                </a:lnTo>
                <a:lnTo>
                  <a:pt x="33730" y="50895"/>
                </a:lnTo>
                <a:lnTo>
                  <a:pt x="33929" y="50276"/>
                </a:lnTo>
                <a:lnTo>
                  <a:pt x="34125" y="49651"/>
                </a:lnTo>
                <a:lnTo>
                  <a:pt x="34318" y="49018"/>
                </a:lnTo>
                <a:lnTo>
                  <a:pt x="34508" y="48379"/>
                </a:lnTo>
                <a:lnTo>
                  <a:pt x="34696" y="47733"/>
                </a:lnTo>
                <a:lnTo>
                  <a:pt x="34881" y="47080"/>
                </a:lnTo>
                <a:lnTo>
                  <a:pt x="35063" y="46420"/>
                </a:lnTo>
                <a:lnTo>
                  <a:pt x="35244" y="45740"/>
                </a:lnTo>
                <a:lnTo>
                  <a:pt x="35418" y="45059"/>
                </a:lnTo>
                <a:lnTo>
                  <a:pt x="35584" y="44375"/>
                </a:lnTo>
                <a:lnTo>
                  <a:pt x="35742" y="43690"/>
                </a:lnTo>
                <a:lnTo>
                  <a:pt x="35892" y="43004"/>
                </a:lnTo>
                <a:lnTo>
                  <a:pt x="36035" y="42316"/>
                </a:lnTo>
                <a:lnTo>
                  <a:pt x="36170" y="41626"/>
                </a:lnTo>
                <a:lnTo>
                  <a:pt x="36297" y="40935"/>
                </a:lnTo>
                <a:lnTo>
                  <a:pt x="36417" y="40241"/>
                </a:lnTo>
                <a:lnTo>
                  <a:pt x="36529" y="39547"/>
                </a:lnTo>
                <a:lnTo>
                  <a:pt x="36633" y="38850"/>
                </a:lnTo>
                <a:lnTo>
                  <a:pt x="36729" y="38153"/>
                </a:lnTo>
                <a:lnTo>
                  <a:pt x="36818" y="37453"/>
                </a:lnTo>
                <a:lnTo>
                  <a:pt x="36899" y="36752"/>
                </a:lnTo>
                <a:lnTo>
                  <a:pt x="36972" y="36049"/>
                </a:lnTo>
                <a:lnTo>
                  <a:pt x="37037" y="35345"/>
                </a:lnTo>
                <a:lnTo>
                  <a:pt x="37095" y="34639"/>
                </a:lnTo>
                <a:lnTo>
                  <a:pt x="37145" y="33931"/>
                </a:lnTo>
                <a:lnTo>
                  <a:pt x="37187" y="33222"/>
                </a:lnTo>
                <a:lnTo>
                  <a:pt x="37222" y="32511"/>
                </a:lnTo>
                <a:lnTo>
                  <a:pt x="37249" y="31799"/>
                </a:lnTo>
                <a:lnTo>
                  <a:pt x="37268" y="31085"/>
                </a:lnTo>
                <a:lnTo>
                  <a:pt x="37280" y="30370"/>
                </a:lnTo>
                <a:lnTo>
                  <a:pt x="37284" y="29653"/>
                </a:lnTo>
                <a:lnTo>
                  <a:pt x="37284" y="29602"/>
                </a:lnTo>
                <a:lnTo>
                  <a:pt x="37283" y="29602"/>
                </a:lnTo>
                <a:lnTo>
                  <a:pt x="37255" y="28363"/>
                </a:lnTo>
                <a:lnTo>
                  <a:pt x="37209" y="27146"/>
                </a:lnTo>
                <a:lnTo>
                  <a:pt x="37145" y="25952"/>
                </a:lnTo>
                <a:lnTo>
                  <a:pt x="37063" y="24782"/>
                </a:lnTo>
                <a:lnTo>
                  <a:pt x="36963" y="23635"/>
                </a:lnTo>
                <a:lnTo>
                  <a:pt x="36844" y="22513"/>
                </a:lnTo>
                <a:lnTo>
                  <a:pt x="36706" y="21416"/>
                </a:lnTo>
                <a:lnTo>
                  <a:pt x="36548" y="20344"/>
                </a:lnTo>
                <a:lnTo>
                  <a:pt x="36371" y="19297"/>
                </a:lnTo>
                <a:lnTo>
                  <a:pt x="36173" y="18277"/>
                </a:lnTo>
                <a:lnTo>
                  <a:pt x="35955" y="17283"/>
                </a:lnTo>
                <a:lnTo>
                  <a:pt x="35716" y="16315"/>
                </a:lnTo>
                <a:lnTo>
                  <a:pt x="35456" y="15375"/>
                </a:lnTo>
                <a:lnTo>
                  <a:pt x="35174" y="14462"/>
                </a:lnTo>
                <a:lnTo>
                  <a:pt x="34871" y="13577"/>
                </a:lnTo>
                <a:lnTo>
                  <a:pt x="34545" y="12720"/>
                </a:lnTo>
                <a:lnTo>
                  <a:pt x="34197" y="11892"/>
                </a:lnTo>
                <a:lnTo>
                  <a:pt x="33827" y="11094"/>
                </a:lnTo>
                <a:lnTo>
                  <a:pt x="33432" y="10325"/>
                </a:lnTo>
                <a:lnTo>
                  <a:pt x="33015" y="9585"/>
                </a:lnTo>
                <a:lnTo>
                  <a:pt x="32573" y="8876"/>
                </a:lnTo>
                <a:lnTo>
                  <a:pt x="32108" y="8198"/>
                </a:lnTo>
                <a:lnTo>
                  <a:pt x="31618" y="7551"/>
                </a:lnTo>
                <a:lnTo>
                  <a:pt x="31103" y="6936"/>
                </a:lnTo>
                <a:lnTo>
                  <a:pt x="30609" y="6390"/>
                </a:lnTo>
                <a:close/>
                <a:moveTo>
                  <a:pt x="34104" y="29653"/>
                </a:moveTo>
                <a:lnTo>
                  <a:pt x="34104" y="29653"/>
                </a:lnTo>
                <a:lnTo>
                  <a:pt x="37283" y="29602"/>
                </a:lnTo>
                <a:lnTo>
                  <a:pt x="34104" y="29653"/>
                </a:lnTo>
                <a:close/>
                <a:moveTo>
                  <a:pt x="10792" y="8154"/>
                </a:moveTo>
                <a:lnTo>
                  <a:pt x="11065" y="7963"/>
                </a:lnTo>
                <a:lnTo>
                  <a:pt x="11346" y="7783"/>
                </a:lnTo>
                <a:lnTo>
                  <a:pt x="11634" y="7613"/>
                </a:lnTo>
                <a:lnTo>
                  <a:pt x="11931" y="7454"/>
                </a:lnTo>
                <a:lnTo>
                  <a:pt x="12236" y="7305"/>
                </a:lnTo>
                <a:lnTo>
                  <a:pt x="12548" y="7167"/>
                </a:lnTo>
                <a:lnTo>
                  <a:pt x="12870" y="7039"/>
                </a:lnTo>
                <a:lnTo>
                  <a:pt x="13199" y="6922"/>
                </a:lnTo>
                <a:lnTo>
                  <a:pt x="13538" y="6816"/>
                </a:lnTo>
                <a:lnTo>
                  <a:pt x="13885" y="6721"/>
                </a:lnTo>
                <a:lnTo>
                  <a:pt x="14242" y="6637"/>
                </a:lnTo>
                <a:lnTo>
                  <a:pt x="14607" y="6564"/>
                </a:lnTo>
                <a:lnTo>
                  <a:pt x="14982" y="6501"/>
                </a:lnTo>
                <a:lnTo>
                  <a:pt x="15367" y="6450"/>
                </a:lnTo>
                <a:lnTo>
                  <a:pt x="15761" y="6411"/>
                </a:lnTo>
                <a:lnTo>
                  <a:pt x="16164" y="6382"/>
                </a:lnTo>
                <a:lnTo>
                  <a:pt x="16578" y="6365"/>
                </a:lnTo>
                <a:lnTo>
                  <a:pt x="17002" y="6359"/>
                </a:lnTo>
                <a:lnTo>
                  <a:pt x="17412" y="6367"/>
                </a:lnTo>
                <a:lnTo>
                  <a:pt x="17819" y="6389"/>
                </a:lnTo>
                <a:lnTo>
                  <a:pt x="18225" y="6427"/>
                </a:lnTo>
                <a:lnTo>
                  <a:pt x="18628" y="6480"/>
                </a:lnTo>
                <a:lnTo>
                  <a:pt x="19030" y="6548"/>
                </a:lnTo>
                <a:lnTo>
                  <a:pt x="19429" y="6633"/>
                </a:lnTo>
                <a:lnTo>
                  <a:pt x="19827" y="6734"/>
                </a:lnTo>
                <a:lnTo>
                  <a:pt x="20223" y="6851"/>
                </a:lnTo>
                <a:lnTo>
                  <a:pt x="20617" y="6985"/>
                </a:lnTo>
                <a:lnTo>
                  <a:pt x="21009" y="7135"/>
                </a:lnTo>
                <a:lnTo>
                  <a:pt x="21400" y="7303"/>
                </a:lnTo>
                <a:lnTo>
                  <a:pt x="21788" y="7488"/>
                </a:lnTo>
                <a:lnTo>
                  <a:pt x="22175" y="7690"/>
                </a:lnTo>
                <a:lnTo>
                  <a:pt x="22561" y="7910"/>
                </a:lnTo>
                <a:lnTo>
                  <a:pt x="22944" y="8148"/>
                </a:lnTo>
                <a:lnTo>
                  <a:pt x="23326" y="8404"/>
                </a:lnTo>
                <a:lnTo>
                  <a:pt x="23707" y="8679"/>
                </a:lnTo>
                <a:lnTo>
                  <a:pt x="24086" y="8973"/>
                </a:lnTo>
                <a:lnTo>
                  <a:pt x="24463" y="9285"/>
                </a:lnTo>
                <a:lnTo>
                  <a:pt x="24839" y="9616"/>
                </a:lnTo>
                <a:lnTo>
                  <a:pt x="25214" y="9967"/>
                </a:lnTo>
                <a:lnTo>
                  <a:pt x="25587" y="10337"/>
                </a:lnTo>
                <a:lnTo>
                  <a:pt x="25958" y="10727"/>
                </a:lnTo>
                <a:lnTo>
                  <a:pt x="26329" y="11137"/>
                </a:lnTo>
                <a:lnTo>
                  <a:pt x="26656" y="11529"/>
                </a:lnTo>
                <a:lnTo>
                  <a:pt x="26973" y="11951"/>
                </a:lnTo>
                <a:lnTo>
                  <a:pt x="27281" y="12403"/>
                </a:lnTo>
                <a:lnTo>
                  <a:pt x="27579" y="12887"/>
                </a:lnTo>
                <a:lnTo>
                  <a:pt x="27867" y="13402"/>
                </a:lnTo>
                <a:lnTo>
                  <a:pt x="28144" y="13949"/>
                </a:lnTo>
                <a:lnTo>
                  <a:pt x="28410" y="14528"/>
                </a:lnTo>
                <a:lnTo>
                  <a:pt x="28665" y="15140"/>
                </a:lnTo>
                <a:lnTo>
                  <a:pt x="28908" y="15785"/>
                </a:lnTo>
                <a:lnTo>
                  <a:pt x="29139" y="16464"/>
                </a:lnTo>
                <a:lnTo>
                  <a:pt x="29358" y="17176"/>
                </a:lnTo>
                <a:lnTo>
                  <a:pt x="29564" y="17923"/>
                </a:lnTo>
                <a:lnTo>
                  <a:pt x="29757" y="18704"/>
                </a:lnTo>
                <a:lnTo>
                  <a:pt x="29936" y="19521"/>
                </a:lnTo>
                <a:lnTo>
                  <a:pt x="30102" y="20373"/>
                </a:lnTo>
                <a:lnTo>
                  <a:pt x="30254" y="21261"/>
                </a:lnTo>
                <a:lnTo>
                  <a:pt x="30392" y="22185"/>
                </a:lnTo>
                <a:lnTo>
                  <a:pt x="30515" y="23146"/>
                </a:lnTo>
                <a:lnTo>
                  <a:pt x="30623" y="24143"/>
                </a:lnTo>
                <a:lnTo>
                  <a:pt x="30715" y="25179"/>
                </a:lnTo>
                <a:lnTo>
                  <a:pt x="30792" y="26252"/>
                </a:lnTo>
                <a:lnTo>
                  <a:pt x="30853" y="27364"/>
                </a:lnTo>
                <a:lnTo>
                  <a:pt x="30897" y="28514"/>
                </a:lnTo>
                <a:lnTo>
                  <a:pt x="30924" y="29680"/>
                </a:lnTo>
                <a:lnTo>
                  <a:pt x="30921" y="30301"/>
                </a:lnTo>
                <a:lnTo>
                  <a:pt x="30911" y="30947"/>
                </a:lnTo>
                <a:lnTo>
                  <a:pt x="30893" y="31592"/>
                </a:lnTo>
                <a:lnTo>
                  <a:pt x="30869" y="32235"/>
                </a:lnTo>
                <a:lnTo>
                  <a:pt x="30838" y="32876"/>
                </a:lnTo>
                <a:lnTo>
                  <a:pt x="30800" y="33515"/>
                </a:lnTo>
                <a:lnTo>
                  <a:pt x="30754" y="34153"/>
                </a:lnTo>
                <a:lnTo>
                  <a:pt x="30702" y="34790"/>
                </a:lnTo>
                <a:lnTo>
                  <a:pt x="30643" y="35424"/>
                </a:lnTo>
                <a:lnTo>
                  <a:pt x="30577" y="36057"/>
                </a:lnTo>
                <a:lnTo>
                  <a:pt x="30505" y="36688"/>
                </a:lnTo>
                <a:lnTo>
                  <a:pt x="30425" y="37318"/>
                </a:lnTo>
                <a:lnTo>
                  <a:pt x="30338" y="37946"/>
                </a:lnTo>
                <a:lnTo>
                  <a:pt x="30245" y="38573"/>
                </a:lnTo>
                <a:lnTo>
                  <a:pt x="30144" y="39197"/>
                </a:lnTo>
                <a:lnTo>
                  <a:pt x="30037" y="39820"/>
                </a:lnTo>
                <a:lnTo>
                  <a:pt x="29922" y="40442"/>
                </a:lnTo>
                <a:lnTo>
                  <a:pt x="29801" y="41062"/>
                </a:lnTo>
                <a:lnTo>
                  <a:pt x="29673" y="41680"/>
                </a:lnTo>
                <a:lnTo>
                  <a:pt x="29538" y="42297"/>
                </a:lnTo>
                <a:lnTo>
                  <a:pt x="29396" y="42912"/>
                </a:lnTo>
                <a:lnTo>
                  <a:pt x="29247" y="43525"/>
                </a:lnTo>
                <a:lnTo>
                  <a:pt x="29091" y="44137"/>
                </a:lnTo>
                <a:lnTo>
                  <a:pt x="28928" y="44747"/>
                </a:lnTo>
                <a:lnTo>
                  <a:pt x="28756" y="45369"/>
                </a:lnTo>
                <a:lnTo>
                  <a:pt x="28583" y="45982"/>
                </a:lnTo>
                <a:lnTo>
                  <a:pt x="28407" y="46588"/>
                </a:lnTo>
                <a:lnTo>
                  <a:pt x="28228" y="47186"/>
                </a:lnTo>
                <a:lnTo>
                  <a:pt x="28048" y="47776"/>
                </a:lnTo>
                <a:lnTo>
                  <a:pt x="27866" y="48358"/>
                </a:lnTo>
                <a:lnTo>
                  <a:pt x="27681" y="48933"/>
                </a:lnTo>
                <a:lnTo>
                  <a:pt x="27495" y="49500"/>
                </a:lnTo>
                <a:lnTo>
                  <a:pt x="27306" y="50058"/>
                </a:lnTo>
                <a:lnTo>
                  <a:pt x="27116" y="50610"/>
                </a:lnTo>
                <a:lnTo>
                  <a:pt x="26923" y="51153"/>
                </a:lnTo>
                <a:lnTo>
                  <a:pt x="26728" y="51688"/>
                </a:lnTo>
                <a:lnTo>
                  <a:pt x="26531" y="52216"/>
                </a:lnTo>
                <a:lnTo>
                  <a:pt x="26332" y="52736"/>
                </a:lnTo>
                <a:lnTo>
                  <a:pt x="26131" y="53249"/>
                </a:lnTo>
                <a:lnTo>
                  <a:pt x="25928" y="53753"/>
                </a:lnTo>
                <a:lnTo>
                  <a:pt x="25723" y="54250"/>
                </a:lnTo>
                <a:lnTo>
                  <a:pt x="25516" y="54740"/>
                </a:lnTo>
                <a:lnTo>
                  <a:pt x="25307" y="55221"/>
                </a:lnTo>
                <a:lnTo>
                  <a:pt x="25096" y="55695"/>
                </a:lnTo>
                <a:lnTo>
                  <a:pt x="24883" y="56162"/>
                </a:lnTo>
                <a:lnTo>
                  <a:pt x="24668" y="56621"/>
                </a:lnTo>
                <a:lnTo>
                  <a:pt x="24451" y="57072"/>
                </a:lnTo>
                <a:lnTo>
                  <a:pt x="24232" y="57515"/>
                </a:lnTo>
                <a:lnTo>
                  <a:pt x="24008" y="57960"/>
                </a:lnTo>
                <a:lnTo>
                  <a:pt x="23782" y="58398"/>
                </a:lnTo>
                <a:lnTo>
                  <a:pt x="23555" y="58830"/>
                </a:lnTo>
                <a:lnTo>
                  <a:pt x="23327" y="59256"/>
                </a:lnTo>
                <a:lnTo>
                  <a:pt x="23098" y="59676"/>
                </a:lnTo>
                <a:lnTo>
                  <a:pt x="22868" y="60090"/>
                </a:lnTo>
                <a:lnTo>
                  <a:pt x="22637" y="60498"/>
                </a:lnTo>
                <a:lnTo>
                  <a:pt x="22404" y="60900"/>
                </a:lnTo>
                <a:lnTo>
                  <a:pt x="22170" y="61296"/>
                </a:lnTo>
                <a:lnTo>
                  <a:pt x="21935" y="61685"/>
                </a:lnTo>
                <a:lnTo>
                  <a:pt x="21699" y="62069"/>
                </a:lnTo>
                <a:lnTo>
                  <a:pt x="21462" y="62447"/>
                </a:lnTo>
                <a:lnTo>
                  <a:pt x="21224" y="62819"/>
                </a:lnTo>
                <a:lnTo>
                  <a:pt x="20984" y="63185"/>
                </a:lnTo>
                <a:lnTo>
                  <a:pt x="20744" y="63545"/>
                </a:lnTo>
                <a:lnTo>
                  <a:pt x="20502" y="63899"/>
                </a:lnTo>
                <a:lnTo>
                  <a:pt x="20259" y="64248"/>
                </a:lnTo>
                <a:lnTo>
                  <a:pt x="20016" y="64590"/>
                </a:lnTo>
                <a:lnTo>
                  <a:pt x="19771" y="64926"/>
                </a:lnTo>
                <a:lnTo>
                  <a:pt x="19525" y="65257"/>
                </a:lnTo>
                <a:lnTo>
                  <a:pt x="19278" y="65582"/>
                </a:lnTo>
                <a:lnTo>
                  <a:pt x="19030" y="65901"/>
                </a:lnTo>
                <a:lnTo>
                  <a:pt x="18780" y="66214"/>
                </a:lnTo>
                <a:lnTo>
                  <a:pt x="18530" y="66521"/>
                </a:lnTo>
                <a:lnTo>
                  <a:pt x="18263" y="66845"/>
                </a:lnTo>
                <a:lnTo>
                  <a:pt x="17999" y="67163"/>
                </a:lnTo>
                <a:lnTo>
                  <a:pt x="17739" y="67474"/>
                </a:lnTo>
                <a:lnTo>
                  <a:pt x="17483" y="67779"/>
                </a:lnTo>
                <a:lnTo>
                  <a:pt x="17230" y="68079"/>
                </a:lnTo>
                <a:lnTo>
                  <a:pt x="16981" y="68372"/>
                </a:lnTo>
                <a:lnTo>
                  <a:pt x="16736" y="68659"/>
                </a:lnTo>
                <a:lnTo>
                  <a:pt x="16494" y="68940"/>
                </a:lnTo>
                <a:lnTo>
                  <a:pt x="16256" y="69215"/>
                </a:lnTo>
                <a:lnTo>
                  <a:pt x="16021" y="69483"/>
                </a:lnTo>
                <a:lnTo>
                  <a:pt x="15790" y="69746"/>
                </a:lnTo>
                <a:lnTo>
                  <a:pt x="15563" y="70003"/>
                </a:lnTo>
                <a:lnTo>
                  <a:pt x="15339" y="70254"/>
                </a:lnTo>
                <a:lnTo>
                  <a:pt x="15119" y="70499"/>
                </a:lnTo>
                <a:lnTo>
                  <a:pt x="14902" y="70737"/>
                </a:lnTo>
                <a:lnTo>
                  <a:pt x="14689" y="70970"/>
                </a:lnTo>
                <a:lnTo>
                  <a:pt x="14480" y="71197"/>
                </a:lnTo>
                <a:lnTo>
                  <a:pt x="14274" y="71418"/>
                </a:lnTo>
                <a:lnTo>
                  <a:pt x="14071" y="71633"/>
                </a:lnTo>
                <a:lnTo>
                  <a:pt x="13873" y="71842"/>
                </a:lnTo>
                <a:lnTo>
                  <a:pt x="13678" y="72045"/>
                </a:lnTo>
                <a:lnTo>
                  <a:pt x="13486" y="72243"/>
                </a:lnTo>
                <a:lnTo>
                  <a:pt x="13298" y="72434"/>
                </a:lnTo>
                <a:lnTo>
                  <a:pt x="13114" y="72620"/>
                </a:lnTo>
                <a:lnTo>
                  <a:pt x="13023" y="72710"/>
                </a:lnTo>
                <a:lnTo>
                  <a:pt x="12935" y="72797"/>
                </a:lnTo>
                <a:lnTo>
                  <a:pt x="12850" y="72880"/>
                </a:lnTo>
                <a:lnTo>
                  <a:pt x="12767" y="72960"/>
                </a:lnTo>
                <a:lnTo>
                  <a:pt x="12687" y="73037"/>
                </a:lnTo>
                <a:lnTo>
                  <a:pt x="12609" y="73111"/>
                </a:lnTo>
                <a:lnTo>
                  <a:pt x="12534" y="73182"/>
                </a:lnTo>
                <a:lnTo>
                  <a:pt x="12461" y="73249"/>
                </a:lnTo>
                <a:lnTo>
                  <a:pt x="12391" y="73314"/>
                </a:lnTo>
                <a:lnTo>
                  <a:pt x="12323" y="73376"/>
                </a:lnTo>
                <a:lnTo>
                  <a:pt x="12321" y="73377"/>
                </a:lnTo>
                <a:lnTo>
                  <a:pt x="12282" y="73342"/>
                </a:lnTo>
                <a:lnTo>
                  <a:pt x="12222" y="73289"/>
                </a:lnTo>
                <a:lnTo>
                  <a:pt x="12160" y="73233"/>
                </a:lnTo>
                <a:lnTo>
                  <a:pt x="12097" y="73175"/>
                </a:lnTo>
                <a:lnTo>
                  <a:pt x="12031" y="73114"/>
                </a:lnTo>
                <a:lnTo>
                  <a:pt x="11964" y="73051"/>
                </a:lnTo>
                <a:lnTo>
                  <a:pt x="11894" y="72986"/>
                </a:lnTo>
                <a:lnTo>
                  <a:pt x="11823" y="72918"/>
                </a:lnTo>
                <a:lnTo>
                  <a:pt x="11750" y="72847"/>
                </a:lnTo>
                <a:lnTo>
                  <a:pt x="11675" y="72774"/>
                </a:lnTo>
                <a:lnTo>
                  <a:pt x="11598" y="72698"/>
                </a:lnTo>
                <a:lnTo>
                  <a:pt x="11519" y="72620"/>
                </a:lnTo>
                <a:lnTo>
                  <a:pt x="11441" y="72541"/>
                </a:lnTo>
                <a:lnTo>
                  <a:pt x="11365" y="72464"/>
                </a:lnTo>
                <a:lnTo>
                  <a:pt x="11292" y="72389"/>
                </a:lnTo>
                <a:lnTo>
                  <a:pt x="11221" y="72316"/>
                </a:lnTo>
                <a:lnTo>
                  <a:pt x="11153" y="72245"/>
                </a:lnTo>
                <a:lnTo>
                  <a:pt x="11087" y="72175"/>
                </a:lnTo>
                <a:lnTo>
                  <a:pt x="11024" y="72108"/>
                </a:lnTo>
                <a:lnTo>
                  <a:pt x="10964" y="72042"/>
                </a:lnTo>
                <a:lnTo>
                  <a:pt x="10906" y="71979"/>
                </a:lnTo>
                <a:lnTo>
                  <a:pt x="10850" y="71917"/>
                </a:lnTo>
                <a:lnTo>
                  <a:pt x="10797" y="71857"/>
                </a:lnTo>
                <a:lnTo>
                  <a:pt x="10746" y="71799"/>
                </a:lnTo>
                <a:lnTo>
                  <a:pt x="10740" y="71792"/>
                </a:lnTo>
                <a:lnTo>
                  <a:pt x="10755" y="71772"/>
                </a:lnTo>
                <a:lnTo>
                  <a:pt x="10812" y="71699"/>
                </a:lnTo>
                <a:lnTo>
                  <a:pt x="10871" y="71624"/>
                </a:lnTo>
                <a:lnTo>
                  <a:pt x="10933" y="71547"/>
                </a:lnTo>
                <a:lnTo>
                  <a:pt x="10997" y="71468"/>
                </a:lnTo>
                <a:lnTo>
                  <a:pt x="11064" y="71386"/>
                </a:lnTo>
                <a:lnTo>
                  <a:pt x="11134" y="71302"/>
                </a:lnTo>
                <a:lnTo>
                  <a:pt x="11207" y="71216"/>
                </a:lnTo>
                <a:lnTo>
                  <a:pt x="11282" y="71127"/>
                </a:lnTo>
                <a:lnTo>
                  <a:pt x="11359" y="71036"/>
                </a:lnTo>
                <a:lnTo>
                  <a:pt x="11440" y="70943"/>
                </a:lnTo>
                <a:lnTo>
                  <a:pt x="11523" y="70847"/>
                </a:lnTo>
                <a:lnTo>
                  <a:pt x="11609" y="70749"/>
                </a:lnTo>
                <a:lnTo>
                  <a:pt x="11698" y="70648"/>
                </a:lnTo>
                <a:lnTo>
                  <a:pt x="11790" y="70546"/>
                </a:lnTo>
                <a:lnTo>
                  <a:pt x="11885" y="70440"/>
                </a:lnTo>
                <a:lnTo>
                  <a:pt x="11983" y="70333"/>
                </a:lnTo>
                <a:lnTo>
                  <a:pt x="12083" y="70223"/>
                </a:lnTo>
                <a:lnTo>
                  <a:pt x="12308" y="69976"/>
                </a:lnTo>
                <a:lnTo>
                  <a:pt x="12536" y="69724"/>
                </a:lnTo>
                <a:lnTo>
                  <a:pt x="12766" y="69467"/>
                </a:lnTo>
                <a:lnTo>
                  <a:pt x="12998" y="69206"/>
                </a:lnTo>
                <a:lnTo>
                  <a:pt x="13232" y="68940"/>
                </a:lnTo>
                <a:lnTo>
                  <a:pt x="13469" y="68670"/>
                </a:lnTo>
                <a:lnTo>
                  <a:pt x="13707" y="68394"/>
                </a:lnTo>
                <a:lnTo>
                  <a:pt x="13948" y="68114"/>
                </a:lnTo>
                <a:lnTo>
                  <a:pt x="14192" y="67829"/>
                </a:lnTo>
                <a:lnTo>
                  <a:pt x="14437" y="67540"/>
                </a:lnTo>
                <a:lnTo>
                  <a:pt x="14685" y="67246"/>
                </a:lnTo>
                <a:lnTo>
                  <a:pt x="14935" y="66947"/>
                </a:lnTo>
                <a:lnTo>
                  <a:pt x="15187" y="66643"/>
                </a:lnTo>
                <a:lnTo>
                  <a:pt x="15441" y="66335"/>
                </a:lnTo>
                <a:lnTo>
                  <a:pt x="15698" y="66022"/>
                </a:lnTo>
                <a:lnTo>
                  <a:pt x="15956" y="65705"/>
                </a:lnTo>
                <a:lnTo>
                  <a:pt x="16217" y="65383"/>
                </a:lnTo>
                <a:lnTo>
                  <a:pt x="16481" y="65056"/>
                </a:lnTo>
                <a:lnTo>
                  <a:pt x="16746" y="64724"/>
                </a:lnTo>
                <a:lnTo>
                  <a:pt x="17014" y="64388"/>
                </a:lnTo>
                <a:lnTo>
                  <a:pt x="17283" y="64048"/>
                </a:lnTo>
                <a:lnTo>
                  <a:pt x="17555" y="63702"/>
                </a:lnTo>
                <a:lnTo>
                  <a:pt x="17830" y="63352"/>
                </a:lnTo>
                <a:lnTo>
                  <a:pt x="18106" y="62998"/>
                </a:lnTo>
                <a:lnTo>
                  <a:pt x="18411" y="62598"/>
                </a:lnTo>
                <a:lnTo>
                  <a:pt x="18714" y="62186"/>
                </a:lnTo>
                <a:lnTo>
                  <a:pt x="19013" y="61764"/>
                </a:lnTo>
                <a:lnTo>
                  <a:pt x="19310" y="61331"/>
                </a:lnTo>
                <a:lnTo>
                  <a:pt x="19604" y="60886"/>
                </a:lnTo>
                <a:lnTo>
                  <a:pt x="19894" y="60431"/>
                </a:lnTo>
                <a:lnTo>
                  <a:pt x="20182" y="59965"/>
                </a:lnTo>
                <a:lnTo>
                  <a:pt x="20467" y="59489"/>
                </a:lnTo>
                <a:lnTo>
                  <a:pt x="20750" y="59001"/>
                </a:lnTo>
                <a:lnTo>
                  <a:pt x="21029" y="58503"/>
                </a:lnTo>
                <a:lnTo>
                  <a:pt x="21306" y="57995"/>
                </a:lnTo>
                <a:lnTo>
                  <a:pt x="21580" y="57476"/>
                </a:lnTo>
                <a:lnTo>
                  <a:pt x="21851" y="56946"/>
                </a:lnTo>
                <a:lnTo>
                  <a:pt x="22120" y="56406"/>
                </a:lnTo>
                <a:lnTo>
                  <a:pt x="22386" y="55856"/>
                </a:lnTo>
                <a:lnTo>
                  <a:pt x="22649" y="55296"/>
                </a:lnTo>
                <a:lnTo>
                  <a:pt x="22910" y="54725"/>
                </a:lnTo>
                <a:lnTo>
                  <a:pt x="23168" y="54144"/>
                </a:lnTo>
                <a:lnTo>
                  <a:pt x="23424" y="53553"/>
                </a:lnTo>
                <a:lnTo>
                  <a:pt x="23677" y="52952"/>
                </a:lnTo>
                <a:lnTo>
                  <a:pt x="23927" y="52341"/>
                </a:lnTo>
                <a:lnTo>
                  <a:pt x="24176" y="51720"/>
                </a:lnTo>
                <a:lnTo>
                  <a:pt x="24421" y="51089"/>
                </a:lnTo>
                <a:lnTo>
                  <a:pt x="24665" y="50448"/>
                </a:lnTo>
                <a:lnTo>
                  <a:pt x="24910" y="49782"/>
                </a:lnTo>
                <a:lnTo>
                  <a:pt x="25147" y="49108"/>
                </a:lnTo>
                <a:lnTo>
                  <a:pt x="25378" y="48428"/>
                </a:lnTo>
                <a:lnTo>
                  <a:pt x="25602" y="47740"/>
                </a:lnTo>
                <a:lnTo>
                  <a:pt x="25818" y="47045"/>
                </a:lnTo>
                <a:lnTo>
                  <a:pt x="26028" y="46344"/>
                </a:lnTo>
                <a:lnTo>
                  <a:pt x="26230" y="45635"/>
                </a:lnTo>
                <a:lnTo>
                  <a:pt x="26425" y="44920"/>
                </a:lnTo>
                <a:lnTo>
                  <a:pt x="26614" y="44197"/>
                </a:lnTo>
                <a:lnTo>
                  <a:pt x="26795" y="43468"/>
                </a:lnTo>
                <a:lnTo>
                  <a:pt x="26969" y="42732"/>
                </a:lnTo>
                <a:lnTo>
                  <a:pt x="27136" y="41989"/>
                </a:lnTo>
                <a:lnTo>
                  <a:pt x="27296" y="41239"/>
                </a:lnTo>
                <a:lnTo>
                  <a:pt x="27449" y="40482"/>
                </a:lnTo>
                <a:lnTo>
                  <a:pt x="27595" y="39718"/>
                </a:lnTo>
                <a:lnTo>
                  <a:pt x="27735" y="38948"/>
                </a:lnTo>
                <a:lnTo>
                  <a:pt x="27867" y="38170"/>
                </a:lnTo>
                <a:lnTo>
                  <a:pt x="27992" y="37386"/>
                </a:lnTo>
                <a:lnTo>
                  <a:pt x="28111" y="36595"/>
                </a:lnTo>
                <a:lnTo>
                  <a:pt x="28223" y="35797"/>
                </a:lnTo>
                <a:lnTo>
                  <a:pt x="28327" y="34993"/>
                </a:lnTo>
                <a:lnTo>
                  <a:pt x="28425" y="34181"/>
                </a:lnTo>
                <a:lnTo>
                  <a:pt x="28516" y="33363"/>
                </a:lnTo>
                <a:lnTo>
                  <a:pt x="28600" y="32539"/>
                </a:lnTo>
                <a:lnTo>
                  <a:pt x="28615" y="32385"/>
                </a:lnTo>
                <a:lnTo>
                  <a:pt x="28615" y="32230"/>
                </a:lnTo>
                <a:lnTo>
                  <a:pt x="28615" y="29419"/>
                </a:lnTo>
                <a:lnTo>
                  <a:pt x="28615" y="21742"/>
                </a:lnTo>
                <a:lnTo>
                  <a:pt x="23378" y="26980"/>
                </a:lnTo>
                <a:lnTo>
                  <a:pt x="23359" y="26987"/>
                </a:lnTo>
                <a:lnTo>
                  <a:pt x="23322" y="27001"/>
                </a:lnTo>
                <a:lnTo>
                  <a:pt x="23284" y="27015"/>
                </a:lnTo>
                <a:lnTo>
                  <a:pt x="23244" y="27029"/>
                </a:lnTo>
                <a:lnTo>
                  <a:pt x="23203" y="27044"/>
                </a:lnTo>
                <a:lnTo>
                  <a:pt x="23160" y="27059"/>
                </a:lnTo>
                <a:lnTo>
                  <a:pt x="23117" y="27074"/>
                </a:lnTo>
                <a:lnTo>
                  <a:pt x="23071" y="27089"/>
                </a:lnTo>
                <a:lnTo>
                  <a:pt x="23025" y="27105"/>
                </a:lnTo>
                <a:lnTo>
                  <a:pt x="22929" y="27138"/>
                </a:lnTo>
                <a:lnTo>
                  <a:pt x="22833" y="27172"/>
                </a:lnTo>
                <a:lnTo>
                  <a:pt x="22738" y="27207"/>
                </a:lnTo>
                <a:lnTo>
                  <a:pt x="22643" y="27243"/>
                </a:lnTo>
                <a:lnTo>
                  <a:pt x="22549" y="27280"/>
                </a:lnTo>
                <a:lnTo>
                  <a:pt x="22456" y="27318"/>
                </a:lnTo>
                <a:lnTo>
                  <a:pt x="22363" y="27358"/>
                </a:lnTo>
                <a:lnTo>
                  <a:pt x="22270" y="27398"/>
                </a:lnTo>
                <a:lnTo>
                  <a:pt x="22178" y="27440"/>
                </a:lnTo>
                <a:lnTo>
                  <a:pt x="22087" y="27482"/>
                </a:lnTo>
                <a:lnTo>
                  <a:pt x="21996" y="27526"/>
                </a:lnTo>
                <a:lnTo>
                  <a:pt x="21905" y="27570"/>
                </a:lnTo>
                <a:lnTo>
                  <a:pt x="21815" y="27616"/>
                </a:lnTo>
                <a:lnTo>
                  <a:pt x="21726" y="27662"/>
                </a:lnTo>
                <a:lnTo>
                  <a:pt x="21637" y="27710"/>
                </a:lnTo>
                <a:lnTo>
                  <a:pt x="21549" y="27758"/>
                </a:lnTo>
                <a:lnTo>
                  <a:pt x="21461" y="27808"/>
                </a:lnTo>
                <a:lnTo>
                  <a:pt x="21374" y="27858"/>
                </a:lnTo>
                <a:lnTo>
                  <a:pt x="21287" y="27909"/>
                </a:lnTo>
                <a:lnTo>
                  <a:pt x="21201" y="27962"/>
                </a:lnTo>
                <a:lnTo>
                  <a:pt x="21115" y="28015"/>
                </a:lnTo>
                <a:lnTo>
                  <a:pt x="21030" y="28068"/>
                </a:lnTo>
                <a:lnTo>
                  <a:pt x="21011" y="28081"/>
                </a:lnTo>
                <a:lnTo>
                  <a:pt x="21000" y="28082"/>
                </a:lnTo>
                <a:lnTo>
                  <a:pt x="20985" y="28085"/>
                </a:lnTo>
                <a:lnTo>
                  <a:pt x="20969" y="28087"/>
                </a:lnTo>
                <a:lnTo>
                  <a:pt x="20953" y="28089"/>
                </a:lnTo>
                <a:lnTo>
                  <a:pt x="20935" y="28092"/>
                </a:lnTo>
                <a:lnTo>
                  <a:pt x="20915" y="28094"/>
                </a:lnTo>
                <a:lnTo>
                  <a:pt x="20895" y="28096"/>
                </a:lnTo>
                <a:lnTo>
                  <a:pt x="20873" y="28098"/>
                </a:lnTo>
                <a:lnTo>
                  <a:pt x="20851" y="28100"/>
                </a:lnTo>
                <a:lnTo>
                  <a:pt x="20827" y="28102"/>
                </a:lnTo>
                <a:lnTo>
                  <a:pt x="20801" y="28104"/>
                </a:lnTo>
                <a:lnTo>
                  <a:pt x="20775" y="28106"/>
                </a:lnTo>
                <a:lnTo>
                  <a:pt x="20747" y="28107"/>
                </a:lnTo>
                <a:lnTo>
                  <a:pt x="20718" y="28109"/>
                </a:lnTo>
                <a:lnTo>
                  <a:pt x="20688" y="28110"/>
                </a:lnTo>
                <a:lnTo>
                  <a:pt x="20656" y="28111"/>
                </a:lnTo>
                <a:lnTo>
                  <a:pt x="20623" y="28112"/>
                </a:lnTo>
                <a:lnTo>
                  <a:pt x="20589" y="28113"/>
                </a:lnTo>
                <a:lnTo>
                  <a:pt x="20553" y="28113"/>
                </a:lnTo>
                <a:lnTo>
                  <a:pt x="20516" y="28113"/>
                </a:lnTo>
                <a:lnTo>
                  <a:pt x="20377" y="28114"/>
                </a:lnTo>
                <a:lnTo>
                  <a:pt x="20237" y="28115"/>
                </a:lnTo>
                <a:lnTo>
                  <a:pt x="20098" y="28118"/>
                </a:lnTo>
                <a:lnTo>
                  <a:pt x="19959" y="28121"/>
                </a:lnTo>
                <a:lnTo>
                  <a:pt x="19820" y="28125"/>
                </a:lnTo>
                <a:lnTo>
                  <a:pt x="19681" y="28131"/>
                </a:lnTo>
                <a:lnTo>
                  <a:pt x="19541" y="28137"/>
                </a:lnTo>
                <a:lnTo>
                  <a:pt x="19402" y="28144"/>
                </a:lnTo>
                <a:lnTo>
                  <a:pt x="19263" y="28152"/>
                </a:lnTo>
                <a:lnTo>
                  <a:pt x="19124" y="28162"/>
                </a:lnTo>
                <a:lnTo>
                  <a:pt x="18985" y="28172"/>
                </a:lnTo>
                <a:lnTo>
                  <a:pt x="18846" y="28183"/>
                </a:lnTo>
                <a:lnTo>
                  <a:pt x="18707" y="28195"/>
                </a:lnTo>
                <a:lnTo>
                  <a:pt x="18569" y="28208"/>
                </a:lnTo>
                <a:lnTo>
                  <a:pt x="18430" y="28222"/>
                </a:lnTo>
                <a:lnTo>
                  <a:pt x="18291" y="28237"/>
                </a:lnTo>
                <a:lnTo>
                  <a:pt x="18152" y="28253"/>
                </a:lnTo>
                <a:lnTo>
                  <a:pt x="18013" y="28269"/>
                </a:lnTo>
                <a:lnTo>
                  <a:pt x="17875" y="28287"/>
                </a:lnTo>
                <a:lnTo>
                  <a:pt x="17736" y="28306"/>
                </a:lnTo>
                <a:lnTo>
                  <a:pt x="17597" y="28326"/>
                </a:lnTo>
                <a:lnTo>
                  <a:pt x="17472" y="28344"/>
                </a:lnTo>
                <a:lnTo>
                  <a:pt x="17273" y="28342"/>
                </a:lnTo>
                <a:lnTo>
                  <a:pt x="16851" y="28325"/>
                </a:lnTo>
                <a:lnTo>
                  <a:pt x="16439" y="28298"/>
                </a:lnTo>
                <a:lnTo>
                  <a:pt x="16035" y="28259"/>
                </a:lnTo>
                <a:lnTo>
                  <a:pt x="15640" y="28210"/>
                </a:lnTo>
                <a:lnTo>
                  <a:pt x="15253" y="28150"/>
                </a:lnTo>
                <a:lnTo>
                  <a:pt x="14875" y="28079"/>
                </a:lnTo>
                <a:lnTo>
                  <a:pt x="14506" y="27997"/>
                </a:lnTo>
                <a:lnTo>
                  <a:pt x="14145" y="27905"/>
                </a:lnTo>
                <a:lnTo>
                  <a:pt x="13792" y="27802"/>
                </a:lnTo>
                <a:lnTo>
                  <a:pt x="13448" y="27689"/>
                </a:lnTo>
                <a:lnTo>
                  <a:pt x="13111" y="27565"/>
                </a:lnTo>
                <a:lnTo>
                  <a:pt x="12782" y="27432"/>
                </a:lnTo>
                <a:lnTo>
                  <a:pt x="12461" y="27287"/>
                </a:lnTo>
                <a:lnTo>
                  <a:pt x="12147" y="27133"/>
                </a:lnTo>
                <a:lnTo>
                  <a:pt x="11841" y="26969"/>
                </a:lnTo>
                <a:lnTo>
                  <a:pt x="11542" y="26794"/>
                </a:lnTo>
                <a:lnTo>
                  <a:pt x="11250" y="26609"/>
                </a:lnTo>
                <a:lnTo>
                  <a:pt x="10966" y="26415"/>
                </a:lnTo>
                <a:lnTo>
                  <a:pt x="10688" y="26211"/>
                </a:lnTo>
                <a:lnTo>
                  <a:pt x="10418" y="25997"/>
                </a:lnTo>
                <a:lnTo>
                  <a:pt x="10153" y="25773"/>
                </a:lnTo>
                <a:lnTo>
                  <a:pt x="9896" y="25539"/>
                </a:lnTo>
                <a:lnTo>
                  <a:pt x="9645" y="25296"/>
                </a:lnTo>
                <a:lnTo>
                  <a:pt x="6359" y="22010"/>
                </a:lnTo>
                <a:lnTo>
                  <a:pt x="6359" y="22010"/>
                </a:lnTo>
                <a:lnTo>
                  <a:pt x="6359" y="22010"/>
                </a:lnTo>
                <a:lnTo>
                  <a:pt x="6359" y="22009"/>
                </a:lnTo>
                <a:lnTo>
                  <a:pt x="6359" y="22009"/>
                </a:lnTo>
                <a:lnTo>
                  <a:pt x="6359" y="22008"/>
                </a:lnTo>
                <a:lnTo>
                  <a:pt x="6359" y="22008"/>
                </a:lnTo>
                <a:lnTo>
                  <a:pt x="6359" y="22008"/>
                </a:lnTo>
                <a:lnTo>
                  <a:pt x="6359" y="22007"/>
                </a:lnTo>
                <a:lnTo>
                  <a:pt x="6359" y="22007"/>
                </a:lnTo>
                <a:lnTo>
                  <a:pt x="6359" y="22006"/>
                </a:lnTo>
                <a:lnTo>
                  <a:pt x="6359" y="22006"/>
                </a:lnTo>
                <a:lnTo>
                  <a:pt x="6359" y="22005"/>
                </a:lnTo>
                <a:lnTo>
                  <a:pt x="6359" y="22005"/>
                </a:lnTo>
                <a:lnTo>
                  <a:pt x="6359" y="22004"/>
                </a:lnTo>
                <a:lnTo>
                  <a:pt x="6359" y="22004"/>
                </a:lnTo>
                <a:lnTo>
                  <a:pt x="6359" y="22004"/>
                </a:lnTo>
                <a:lnTo>
                  <a:pt x="6359" y="22003"/>
                </a:lnTo>
                <a:lnTo>
                  <a:pt x="6359" y="22003"/>
                </a:lnTo>
                <a:lnTo>
                  <a:pt x="6359" y="22002"/>
                </a:lnTo>
                <a:lnTo>
                  <a:pt x="6359" y="22002"/>
                </a:lnTo>
                <a:lnTo>
                  <a:pt x="6359" y="22001"/>
                </a:lnTo>
                <a:lnTo>
                  <a:pt x="6359" y="22001"/>
                </a:lnTo>
                <a:lnTo>
                  <a:pt x="6359" y="22000"/>
                </a:lnTo>
                <a:lnTo>
                  <a:pt x="6359" y="22000"/>
                </a:lnTo>
                <a:lnTo>
                  <a:pt x="6359" y="21999"/>
                </a:lnTo>
                <a:lnTo>
                  <a:pt x="6359" y="21999"/>
                </a:lnTo>
                <a:lnTo>
                  <a:pt x="6359" y="21999"/>
                </a:lnTo>
                <a:lnTo>
                  <a:pt x="6359" y="21998"/>
                </a:lnTo>
                <a:lnTo>
                  <a:pt x="6359" y="21998"/>
                </a:lnTo>
                <a:lnTo>
                  <a:pt x="6359" y="21997"/>
                </a:lnTo>
                <a:lnTo>
                  <a:pt x="6359" y="21997"/>
                </a:lnTo>
                <a:lnTo>
                  <a:pt x="6359" y="21996"/>
                </a:lnTo>
                <a:lnTo>
                  <a:pt x="6359" y="21996"/>
                </a:lnTo>
                <a:lnTo>
                  <a:pt x="6359" y="21995"/>
                </a:lnTo>
                <a:lnTo>
                  <a:pt x="6359" y="21995"/>
                </a:lnTo>
                <a:lnTo>
                  <a:pt x="6359" y="21994"/>
                </a:lnTo>
                <a:lnTo>
                  <a:pt x="6359" y="21994"/>
                </a:lnTo>
                <a:lnTo>
                  <a:pt x="6359" y="21994"/>
                </a:lnTo>
                <a:lnTo>
                  <a:pt x="6359" y="21993"/>
                </a:lnTo>
                <a:lnTo>
                  <a:pt x="6359" y="21993"/>
                </a:lnTo>
                <a:lnTo>
                  <a:pt x="6359" y="21992"/>
                </a:lnTo>
                <a:lnTo>
                  <a:pt x="6359" y="21992"/>
                </a:lnTo>
                <a:lnTo>
                  <a:pt x="6359" y="21991"/>
                </a:lnTo>
                <a:lnTo>
                  <a:pt x="6359" y="21991"/>
                </a:lnTo>
                <a:lnTo>
                  <a:pt x="6359" y="21990"/>
                </a:lnTo>
                <a:lnTo>
                  <a:pt x="6359" y="21990"/>
                </a:lnTo>
                <a:lnTo>
                  <a:pt x="6359" y="21989"/>
                </a:lnTo>
                <a:lnTo>
                  <a:pt x="6359" y="21989"/>
                </a:lnTo>
                <a:lnTo>
                  <a:pt x="6359" y="21989"/>
                </a:lnTo>
                <a:lnTo>
                  <a:pt x="6359" y="21988"/>
                </a:lnTo>
                <a:lnTo>
                  <a:pt x="6359" y="21988"/>
                </a:lnTo>
                <a:lnTo>
                  <a:pt x="6359" y="21987"/>
                </a:lnTo>
                <a:lnTo>
                  <a:pt x="6359" y="21987"/>
                </a:lnTo>
                <a:lnTo>
                  <a:pt x="6359" y="21986"/>
                </a:lnTo>
                <a:lnTo>
                  <a:pt x="6359" y="21986"/>
                </a:lnTo>
                <a:lnTo>
                  <a:pt x="6359" y="21985"/>
                </a:lnTo>
                <a:lnTo>
                  <a:pt x="6359" y="21985"/>
                </a:lnTo>
                <a:lnTo>
                  <a:pt x="6359" y="21984"/>
                </a:lnTo>
                <a:lnTo>
                  <a:pt x="6359" y="21984"/>
                </a:lnTo>
                <a:lnTo>
                  <a:pt x="6359" y="21984"/>
                </a:lnTo>
                <a:lnTo>
                  <a:pt x="6359" y="21983"/>
                </a:lnTo>
                <a:lnTo>
                  <a:pt x="6359" y="21983"/>
                </a:lnTo>
                <a:lnTo>
                  <a:pt x="6359" y="21982"/>
                </a:lnTo>
                <a:lnTo>
                  <a:pt x="6359" y="21982"/>
                </a:lnTo>
                <a:lnTo>
                  <a:pt x="6359" y="21981"/>
                </a:lnTo>
                <a:lnTo>
                  <a:pt x="6359" y="21981"/>
                </a:lnTo>
                <a:lnTo>
                  <a:pt x="6359" y="21980"/>
                </a:lnTo>
                <a:lnTo>
                  <a:pt x="6359" y="21980"/>
                </a:lnTo>
                <a:lnTo>
                  <a:pt x="6359" y="21979"/>
                </a:lnTo>
                <a:lnTo>
                  <a:pt x="6359" y="21979"/>
                </a:lnTo>
                <a:lnTo>
                  <a:pt x="6359" y="21978"/>
                </a:lnTo>
                <a:lnTo>
                  <a:pt x="6359" y="21978"/>
                </a:lnTo>
                <a:lnTo>
                  <a:pt x="6359" y="21978"/>
                </a:lnTo>
                <a:lnTo>
                  <a:pt x="6359" y="21977"/>
                </a:lnTo>
                <a:lnTo>
                  <a:pt x="6359" y="21977"/>
                </a:lnTo>
                <a:lnTo>
                  <a:pt x="6359" y="21976"/>
                </a:lnTo>
                <a:lnTo>
                  <a:pt x="6359" y="21976"/>
                </a:lnTo>
                <a:lnTo>
                  <a:pt x="6359" y="21975"/>
                </a:lnTo>
                <a:lnTo>
                  <a:pt x="6359" y="21975"/>
                </a:lnTo>
                <a:lnTo>
                  <a:pt x="6359" y="21974"/>
                </a:lnTo>
                <a:lnTo>
                  <a:pt x="6359" y="21974"/>
                </a:lnTo>
                <a:lnTo>
                  <a:pt x="6359" y="21973"/>
                </a:lnTo>
                <a:lnTo>
                  <a:pt x="6359" y="21973"/>
                </a:lnTo>
                <a:lnTo>
                  <a:pt x="6359" y="21973"/>
                </a:lnTo>
                <a:lnTo>
                  <a:pt x="6359" y="21972"/>
                </a:lnTo>
                <a:lnTo>
                  <a:pt x="6359" y="21972"/>
                </a:lnTo>
                <a:lnTo>
                  <a:pt x="6359" y="21971"/>
                </a:lnTo>
                <a:lnTo>
                  <a:pt x="6359" y="21971"/>
                </a:lnTo>
                <a:lnTo>
                  <a:pt x="6359" y="21970"/>
                </a:lnTo>
                <a:lnTo>
                  <a:pt x="6359" y="21970"/>
                </a:lnTo>
                <a:lnTo>
                  <a:pt x="6359" y="21969"/>
                </a:lnTo>
                <a:lnTo>
                  <a:pt x="6359" y="21969"/>
                </a:lnTo>
                <a:lnTo>
                  <a:pt x="6359" y="21968"/>
                </a:lnTo>
                <a:lnTo>
                  <a:pt x="6359" y="21968"/>
                </a:lnTo>
                <a:lnTo>
                  <a:pt x="6359" y="21967"/>
                </a:lnTo>
                <a:lnTo>
                  <a:pt x="6359" y="21967"/>
                </a:lnTo>
                <a:lnTo>
                  <a:pt x="6359" y="21967"/>
                </a:lnTo>
                <a:lnTo>
                  <a:pt x="6359" y="21966"/>
                </a:lnTo>
                <a:lnTo>
                  <a:pt x="6359" y="21966"/>
                </a:lnTo>
                <a:lnTo>
                  <a:pt x="6359" y="21965"/>
                </a:lnTo>
                <a:lnTo>
                  <a:pt x="6359" y="21965"/>
                </a:lnTo>
                <a:lnTo>
                  <a:pt x="6359" y="21964"/>
                </a:lnTo>
                <a:lnTo>
                  <a:pt x="6359" y="21964"/>
                </a:lnTo>
                <a:lnTo>
                  <a:pt x="6359" y="21963"/>
                </a:lnTo>
                <a:lnTo>
                  <a:pt x="6359" y="21963"/>
                </a:lnTo>
                <a:lnTo>
                  <a:pt x="6359" y="21962"/>
                </a:lnTo>
                <a:lnTo>
                  <a:pt x="6359" y="21962"/>
                </a:lnTo>
                <a:lnTo>
                  <a:pt x="6359" y="21961"/>
                </a:lnTo>
                <a:lnTo>
                  <a:pt x="6359" y="21961"/>
                </a:lnTo>
                <a:lnTo>
                  <a:pt x="6359" y="21961"/>
                </a:lnTo>
                <a:lnTo>
                  <a:pt x="6359" y="21960"/>
                </a:lnTo>
                <a:lnTo>
                  <a:pt x="6359" y="21960"/>
                </a:lnTo>
                <a:lnTo>
                  <a:pt x="6359" y="21959"/>
                </a:lnTo>
                <a:lnTo>
                  <a:pt x="6359" y="21959"/>
                </a:lnTo>
                <a:lnTo>
                  <a:pt x="6359" y="21958"/>
                </a:lnTo>
                <a:lnTo>
                  <a:pt x="6359" y="21958"/>
                </a:lnTo>
                <a:lnTo>
                  <a:pt x="6359" y="21957"/>
                </a:lnTo>
                <a:lnTo>
                  <a:pt x="6359" y="21957"/>
                </a:lnTo>
                <a:lnTo>
                  <a:pt x="6359" y="21956"/>
                </a:lnTo>
                <a:lnTo>
                  <a:pt x="6359" y="21956"/>
                </a:lnTo>
                <a:lnTo>
                  <a:pt x="6359" y="21956"/>
                </a:lnTo>
                <a:lnTo>
                  <a:pt x="6359" y="21955"/>
                </a:lnTo>
                <a:lnTo>
                  <a:pt x="6359" y="21955"/>
                </a:lnTo>
                <a:lnTo>
                  <a:pt x="6359" y="21954"/>
                </a:lnTo>
                <a:lnTo>
                  <a:pt x="6359" y="21954"/>
                </a:lnTo>
                <a:lnTo>
                  <a:pt x="6359" y="21953"/>
                </a:lnTo>
                <a:lnTo>
                  <a:pt x="6359" y="21953"/>
                </a:lnTo>
                <a:lnTo>
                  <a:pt x="6359" y="21952"/>
                </a:lnTo>
                <a:lnTo>
                  <a:pt x="6359" y="21952"/>
                </a:lnTo>
                <a:lnTo>
                  <a:pt x="6359" y="21951"/>
                </a:lnTo>
                <a:lnTo>
                  <a:pt x="6359" y="21951"/>
                </a:lnTo>
                <a:lnTo>
                  <a:pt x="6359" y="21950"/>
                </a:lnTo>
                <a:lnTo>
                  <a:pt x="6359" y="21950"/>
                </a:lnTo>
                <a:lnTo>
                  <a:pt x="6359" y="21949"/>
                </a:lnTo>
                <a:lnTo>
                  <a:pt x="6359" y="21949"/>
                </a:lnTo>
                <a:lnTo>
                  <a:pt x="6359" y="21949"/>
                </a:lnTo>
                <a:lnTo>
                  <a:pt x="6359" y="21948"/>
                </a:lnTo>
                <a:lnTo>
                  <a:pt x="6359" y="21948"/>
                </a:lnTo>
                <a:lnTo>
                  <a:pt x="6359" y="21947"/>
                </a:lnTo>
                <a:lnTo>
                  <a:pt x="6359" y="21947"/>
                </a:lnTo>
                <a:lnTo>
                  <a:pt x="6359" y="21946"/>
                </a:lnTo>
                <a:lnTo>
                  <a:pt x="6359" y="21946"/>
                </a:lnTo>
                <a:lnTo>
                  <a:pt x="6359" y="21945"/>
                </a:lnTo>
                <a:lnTo>
                  <a:pt x="6359" y="21945"/>
                </a:lnTo>
                <a:lnTo>
                  <a:pt x="6359" y="21944"/>
                </a:lnTo>
                <a:lnTo>
                  <a:pt x="6359" y="21944"/>
                </a:lnTo>
                <a:lnTo>
                  <a:pt x="6359" y="21943"/>
                </a:lnTo>
                <a:lnTo>
                  <a:pt x="6359" y="21943"/>
                </a:lnTo>
                <a:lnTo>
                  <a:pt x="6359" y="21943"/>
                </a:lnTo>
                <a:lnTo>
                  <a:pt x="6359" y="21942"/>
                </a:lnTo>
                <a:lnTo>
                  <a:pt x="6359" y="21942"/>
                </a:lnTo>
                <a:lnTo>
                  <a:pt x="6359" y="21941"/>
                </a:lnTo>
                <a:lnTo>
                  <a:pt x="6359" y="21941"/>
                </a:lnTo>
                <a:lnTo>
                  <a:pt x="6359" y="21940"/>
                </a:lnTo>
                <a:lnTo>
                  <a:pt x="6359" y="21940"/>
                </a:lnTo>
                <a:lnTo>
                  <a:pt x="6359" y="21939"/>
                </a:lnTo>
                <a:lnTo>
                  <a:pt x="6359" y="21939"/>
                </a:lnTo>
                <a:lnTo>
                  <a:pt x="6359" y="21938"/>
                </a:lnTo>
                <a:lnTo>
                  <a:pt x="6359" y="21938"/>
                </a:lnTo>
                <a:lnTo>
                  <a:pt x="6359" y="21937"/>
                </a:lnTo>
                <a:lnTo>
                  <a:pt x="6359" y="21937"/>
                </a:lnTo>
                <a:lnTo>
                  <a:pt x="6359" y="21937"/>
                </a:lnTo>
                <a:lnTo>
                  <a:pt x="6359" y="21936"/>
                </a:lnTo>
                <a:lnTo>
                  <a:pt x="6359" y="21936"/>
                </a:lnTo>
                <a:lnTo>
                  <a:pt x="6359" y="21935"/>
                </a:lnTo>
                <a:lnTo>
                  <a:pt x="6359" y="21935"/>
                </a:lnTo>
                <a:lnTo>
                  <a:pt x="6359" y="21934"/>
                </a:lnTo>
                <a:lnTo>
                  <a:pt x="6359" y="21934"/>
                </a:lnTo>
                <a:lnTo>
                  <a:pt x="6359" y="21933"/>
                </a:lnTo>
                <a:lnTo>
                  <a:pt x="6359" y="21933"/>
                </a:lnTo>
                <a:lnTo>
                  <a:pt x="6359" y="21932"/>
                </a:lnTo>
                <a:lnTo>
                  <a:pt x="6359" y="21932"/>
                </a:lnTo>
                <a:lnTo>
                  <a:pt x="6359" y="21931"/>
                </a:lnTo>
                <a:lnTo>
                  <a:pt x="6359" y="21931"/>
                </a:lnTo>
                <a:lnTo>
                  <a:pt x="6359" y="21930"/>
                </a:lnTo>
                <a:lnTo>
                  <a:pt x="6359" y="21930"/>
                </a:lnTo>
                <a:lnTo>
                  <a:pt x="6359" y="21930"/>
                </a:lnTo>
                <a:lnTo>
                  <a:pt x="6359" y="21929"/>
                </a:lnTo>
                <a:lnTo>
                  <a:pt x="6359" y="21929"/>
                </a:lnTo>
                <a:lnTo>
                  <a:pt x="6359" y="21928"/>
                </a:lnTo>
                <a:lnTo>
                  <a:pt x="6359" y="21928"/>
                </a:lnTo>
                <a:lnTo>
                  <a:pt x="6359" y="21927"/>
                </a:lnTo>
                <a:lnTo>
                  <a:pt x="6359" y="21927"/>
                </a:lnTo>
                <a:lnTo>
                  <a:pt x="6359" y="21926"/>
                </a:lnTo>
                <a:lnTo>
                  <a:pt x="6359" y="21926"/>
                </a:lnTo>
                <a:lnTo>
                  <a:pt x="6359" y="21925"/>
                </a:lnTo>
                <a:lnTo>
                  <a:pt x="6359" y="21925"/>
                </a:lnTo>
                <a:lnTo>
                  <a:pt x="6359" y="21924"/>
                </a:lnTo>
                <a:lnTo>
                  <a:pt x="6359" y="21924"/>
                </a:lnTo>
                <a:lnTo>
                  <a:pt x="6359" y="21923"/>
                </a:lnTo>
                <a:lnTo>
                  <a:pt x="6359" y="21923"/>
                </a:lnTo>
                <a:lnTo>
                  <a:pt x="6359" y="21923"/>
                </a:lnTo>
                <a:lnTo>
                  <a:pt x="6359" y="21922"/>
                </a:lnTo>
                <a:lnTo>
                  <a:pt x="6359" y="21922"/>
                </a:lnTo>
                <a:lnTo>
                  <a:pt x="6359" y="21921"/>
                </a:lnTo>
                <a:lnTo>
                  <a:pt x="6359" y="21921"/>
                </a:lnTo>
                <a:lnTo>
                  <a:pt x="6359" y="21920"/>
                </a:lnTo>
                <a:lnTo>
                  <a:pt x="6359" y="21920"/>
                </a:lnTo>
                <a:lnTo>
                  <a:pt x="6359" y="21919"/>
                </a:lnTo>
                <a:lnTo>
                  <a:pt x="6359" y="21919"/>
                </a:lnTo>
                <a:lnTo>
                  <a:pt x="6359" y="21918"/>
                </a:lnTo>
                <a:lnTo>
                  <a:pt x="6359" y="21918"/>
                </a:lnTo>
                <a:lnTo>
                  <a:pt x="6359" y="21917"/>
                </a:lnTo>
                <a:lnTo>
                  <a:pt x="6359" y="21917"/>
                </a:lnTo>
                <a:lnTo>
                  <a:pt x="6359" y="21916"/>
                </a:lnTo>
                <a:lnTo>
                  <a:pt x="6359" y="21916"/>
                </a:lnTo>
                <a:lnTo>
                  <a:pt x="6359" y="21916"/>
                </a:lnTo>
                <a:lnTo>
                  <a:pt x="6359" y="21915"/>
                </a:lnTo>
                <a:lnTo>
                  <a:pt x="6359" y="21915"/>
                </a:lnTo>
                <a:lnTo>
                  <a:pt x="6359" y="21914"/>
                </a:lnTo>
                <a:lnTo>
                  <a:pt x="6359" y="21914"/>
                </a:lnTo>
                <a:lnTo>
                  <a:pt x="6359" y="21913"/>
                </a:lnTo>
                <a:lnTo>
                  <a:pt x="6359" y="21913"/>
                </a:lnTo>
                <a:lnTo>
                  <a:pt x="6359" y="21912"/>
                </a:lnTo>
                <a:lnTo>
                  <a:pt x="6359" y="21912"/>
                </a:lnTo>
                <a:lnTo>
                  <a:pt x="6359" y="21911"/>
                </a:lnTo>
                <a:lnTo>
                  <a:pt x="6359" y="21911"/>
                </a:lnTo>
                <a:lnTo>
                  <a:pt x="6359" y="21910"/>
                </a:lnTo>
                <a:lnTo>
                  <a:pt x="6359" y="21910"/>
                </a:lnTo>
                <a:lnTo>
                  <a:pt x="6359" y="21909"/>
                </a:lnTo>
                <a:lnTo>
                  <a:pt x="6359" y="21909"/>
                </a:lnTo>
                <a:lnTo>
                  <a:pt x="6359" y="21909"/>
                </a:lnTo>
                <a:lnTo>
                  <a:pt x="6359" y="21908"/>
                </a:lnTo>
                <a:lnTo>
                  <a:pt x="6359" y="21908"/>
                </a:lnTo>
                <a:lnTo>
                  <a:pt x="6359" y="21907"/>
                </a:lnTo>
                <a:lnTo>
                  <a:pt x="6359" y="21907"/>
                </a:lnTo>
                <a:lnTo>
                  <a:pt x="6359" y="21906"/>
                </a:lnTo>
                <a:lnTo>
                  <a:pt x="6359" y="21906"/>
                </a:lnTo>
                <a:lnTo>
                  <a:pt x="6359" y="21905"/>
                </a:lnTo>
                <a:lnTo>
                  <a:pt x="6359" y="21905"/>
                </a:lnTo>
                <a:lnTo>
                  <a:pt x="6359" y="21904"/>
                </a:lnTo>
                <a:lnTo>
                  <a:pt x="6359" y="21904"/>
                </a:lnTo>
                <a:lnTo>
                  <a:pt x="6359" y="21903"/>
                </a:lnTo>
                <a:lnTo>
                  <a:pt x="6359" y="21903"/>
                </a:lnTo>
                <a:lnTo>
                  <a:pt x="6359" y="21902"/>
                </a:lnTo>
                <a:lnTo>
                  <a:pt x="6359" y="21902"/>
                </a:lnTo>
                <a:lnTo>
                  <a:pt x="6359" y="21901"/>
                </a:lnTo>
                <a:lnTo>
                  <a:pt x="6359" y="21901"/>
                </a:lnTo>
                <a:lnTo>
                  <a:pt x="6359" y="21901"/>
                </a:lnTo>
                <a:lnTo>
                  <a:pt x="6359" y="21900"/>
                </a:lnTo>
                <a:lnTo>
                  <a:pt x="6359" y="21900"/>
                </a:lnTo>
                <a:lnTo>
                  <a:pt x="6359" y="21899"/>
                </a:lnTo>
                <a:lnTo>
                  <a:pt x="6359" y="21899"/>
                </a:lnTo>
                <a:lnTo>
                  <a:pt x="6359" y="21898"/>
                </a:lnTo>
                <a:lnTo>
                  <a:pt x="6359" y="21898"/>
                </a:lnTo>
                <a:lnTo>
                  <a:pt x="6359" y="21897"/>
                </a:lnTo>
                <a:lnTo>
                  <a:pt x="6359" y="21897"/>
                </a:lnTo>
                <a:lnTo>
                  <a:pt x="6359" y="21896"/>
                </a:lnTo>
                <a:lnTo>
                  <a:pt x="6359" y="21896"/>
                </a:lnTo>
                <a:lnTo>
                  <a:pt x="6359" y="21895"/>
                </a:lnTo>
                <a:lnTo>
                  <a:pt x="6359" y="21895"/>
                </a:lnTo>
                <a:lnTo>
                  <a:pt x="6359" y="21894"/>
                </a:lnTo>
                <a:lnTo>
                  <a:pt x="6359" y="21894"/>
                </a:lnTo>
                <a:lnTo>
                  <a:pt x="6359" y="21893"/>
                </a:lnTo>
                <a:lnTo>
                  <a:pt x="6359" y="21893"/>
                </a:lnTo>
                <a:lnTo>
                  <a:pt x="6359" y="21893"/>
                </a:lnTo>
                <a:lnTo>
                  <a:pt x="6359" y="21892"/>
                </a:lnTo>
                <a:lnTo>
                  <a:pt x="6359" y="21892"/>
                </a:lnTo>
                <a:lnTo>
                  <a:pt x="6359" y="21891"/>
                </a:lnTo>
                <a:lnTo>
                  <a:pt x="6359" y="21891"/>
                </a:lnTo>
                <a:lnTo>
                  <a:pt x="6359" y="21890"/>
                </a:lnTo>
                <a:lnTo>
                  <a:pt x="6359" y="21890"/>
                </a:lnTo>
                <a:lnTo>
                  <a:pt x="6359" y="21889"/>
                </a:lnTo>
                <a:lnTo>
                  <a:pt x="6359" y="21889"/>
                </a:lnTo>
                <a:lnTo>
                  <a:pt x="6359" y="21888"/>
                </a:lnTo>
                <a:lnTo>
                  <a:pt x="6359" y="21888"/>
                </a:lnTo>
                <a:lnTo>
                  <a:pt x="6359" y="21887"/>
                </a:lnTo>
                <a:lnTo>
                  <a:pt x="6359" y="21887"/>
                </a:lnTo>
                <a:lnTo>
                  <a:pt x="6359" y="21886"/>
                </a:lnTo>
                <a:lnTo>
                  <a:pt x="6359" y="21886"/>
                </a:lnTo>
                <a:lnTo>
                  <a:pt x="6359" y="21885"/>
                </a:lnTo>
                <a:lnTo>
                  <a:pt x="6359" y="21885"/>
                </a:lnTo>
                <a:lnTo>
                  <a:pt x="6359" y="21884"/>
                </a:lnTo>
                <a:lnTo>
                  <a:pt x="6359" y="21884"/>
                </a:lnTo>
                <a:lnTo>
                  <a:pt x="6359" y="21884"/>
                </a:lnTo>
                <a:lnTo>
                  <a:pt x="6359" y="21883"/>
                </a:lnTo>
                <a:lnTo>
                  <a:pt x="6359" y="21883"/>
                </a:lnTo>
                <a:lnTo>
                  <a:pt x="6359" y="21882"/>
                </a:lnTo>
                <a:lnTo>
                  <a:pt x="6359" y="21882"/>
                </a:lnTo>
                <a:lnTo>
                  <a:pt x="6359" y="21881"/>
                </a:lnTo>
                <a:lnTo>
                  <a:pt x="6359" y="21881"/>
                </a:lnTo>
                <a:lnTo>
                  <a:pt x="6359" y="21880"/>
                </a:lnTo>
                <a:lnTo>
                  <a:pt x="6359" y="21880"/>
                </a:lnTo>
                <a:lnTo>
                  <a:pt x="6359" y="21879"/>
                </a:lnTo>
                <a:lnTo>
                  <a:pt x="6359" y="21879"/>
                </a:lnTo>
                <a:lnTo>
                  <a:pt x="6359" y="21878"/>
                </a:lnTo>
                <a:lnTo>
                  <a:pt x="6359" y="21878"/>
                </a:lnTo>
                <a:lnTo>
                  <a:pt x="6359" y="21877"/>
                </a:lnTo>
                <a:lnTo>
                  <a:pt x="6359" y="21877"/>
                </a:lnTo>
                <a:lnTo>
                  <a:pt x="6359" y="21876"/>
                </a:lnTo>
                <a:lnTo>
                  <a:pt x="6359" y="21876"/>
                </a:lnTo>
                <a:lnTo>
                  <a:pt x="6359" y="21875"/>
                </a:lnTo>
                <a:lnTo>
                  <a:pt x="6359" y="21875"/>
                </a:lnTo>
                <a:lnTo>
                  <a:pt x="6359" y="21875"/>
                </a:lnTo>
                <a:lnTo>
                  <a:pt x="6359" y="21874"/>
                </a:lnTo>
                <a:lnTo>
                  <a:pt x="6359" y="21874"/>
                </a:lnTo>
                <a:lnTo>
                  <a:pt x="6359" y="21873"/>
                </a:lnTo>
                <a:lnTo>
                  <a:pt x="6359" y="21873"/>
                </a:lnTo>
                <a:lnTo>
                  <a:pt x="6359" y="21872"/>
                </a:lnTo>
                <a:lnTo>
                  <a:pt x="6359" y="21872"/>
                </a:lnTo>
                <a:lnTo>
                  <a:pt x="6359" y="21871"/>
                </a:lnTo>
                <a:lnTo>
                  <a:pt x="6359" y="21871"/>
                </a:lnTo>
                <a:lnTo>
                  <a:pt x="6359" y="21870"/>
                </a:lnTo>
                <a:lnTo>
                  <a:pt x="6359" y="21870"/>
                </a:lnTo>
                <a:lnTo>
                  <a:pt x="6359" y="21869"/>
                </a:lnTo>
                <a:lnTo>
                  <a:pt x="6359" y="21869"/>
                </a:lnTo>
                <a:lnTo>
                  <a:pt x="6359" y="21868"/>
                </a:lnTo>
                <a:lnTo>
                  <a:pt x="6359" y="21868"/>
                </a:lnTo>
                <a:lnTo>
                  <a:pt x="6359" y="21867"/>
                </a:lnTo>
                <a:lnTo>
                  <a:pt x="6359" y="21867"/>
                </a:lnTo>
                <a:lnTo>
                  <a:pt x="6359" y="21866"/>
                </a:lnTo>
                <a:lnTo>
                  <a:pt x="6359" y="21866"/>
                </a:lnTo>
                <a:lnTo>
                  <a:pt x="6359" y="21865"/>
                </a:lnTo>
                <a:lnTo>
                  <a:pt x="6359" y="21865"/>
                </a:lnTo>
                <a:lnTo>
                  <a:pt x="6359" y="21865"/>
                </a:lnTo>
                <a:lnTo>
                  <a:pt x="6359" y="21864"/>
                </a:lnTo>
                <a:lnTo>
                  <a:pt x="6359" y="21864"/>
                </a:lnTo>
                <a:lnTo>
                  <a:pt x="6359" y="21863"/>
                </a:lnTo>
                <a:lnTo>
                  <a:pt x="6359" y="21863"/>
                </a:lnTo>
                <a:lnTo>
                  <a:pt x="6359" y="21862"/>
                </a:lnTo>
                <a:lnTo>
                  <a:pt x="6359" y="21862"/>
                </a:lnTo>
                <a:lnTo>
                  <a:pt x="6359" y="21861"/>
                </a:lnTo>
                <a:lnTo>
                  <a:pt x="6359" y="21861"/>
                </a:lnTo>
                <a:lnTo>
                  <a:pt x="6359" y="21860"/>
                </a:lnTo>
                <a:lnTo>
                  <a:pt x="6359" y="21860"/>
                </a:lnTo>
                <a:lnTo>
                  <a:pt x="6359" y="21859"/>
                </a:lnTo>
                <a:lnTo>
                  <a:pt x="6359" y="21859"/>
                </a:lnTo>
                <a:lnTo>
                  <a:pt x="6359" y="21858"/>
                </a:lnTo>
                <a:lnTo>
                  <a:pt x="6359" y="21858"/>
                </a:lnTo>
                <a:lnTo>
                  <a:pt x="6359" y="21857"/>
                </a:lnTo>
                <a:lnTo>
                  <a:pt x="6359" y="21857"/>
                </a:lnTo>
                <a:lnTo>
                  <a:pt x="6359" y="21856"/>
                </a:lnTo>
                <a:lnTo>
                  <a:pt x="6359" y="21856"/>
                </a:lnTo>
                <a:lnTo>
                  <a:pt x="6359" y="21855"/>
                </a:lnTo>
                <a:lnTo>
                  <a:pt x="6359" y="21855"/>
                </a:lnTo>
                <a:lnTo>
                  <a:pt x="6359" y="21855"/>
                </a:lnTo>
                <a:lnTo>
                  <a:pt x="6359" y="21854"/>
                </a:lnTo>
                <a:lnTo>
                  <a:pt x="6359" y="21854"/>
                </a:lnTo>
                <a:lnTo>
                  <a:pt x="6359" y="21853"/>
                </a:lnTo>
                <a:lnTo>
                  <a:pt x="6359" y="21853"/>
                </a:lnTo>
                <a:lnTo>
                  <a:pt x="6359" y="21852"/>
                </a:lnTo>
                <a:lnTo>
                  <a:pt x="6359" y="21852"/>
                </a:lnTo>
                <a:lnTo>
                  <a:pt x="6359" y="21851"/>
                </a:lnTo>
                <a:lnTo>
                  <a:pt x="6359" y="21851"/>
                </a:lnTo>
                <a:lnTo>
                  <a:pt x="6359" y="21850"/>
                </a:lnTo>
                <a:lnTo>
                  <a:pt x="6359" y="21850"/>
                </a:lnTo>
                <a:lnTo>
                  <a:pt x="6359" y="21849"/>
                </a:lnTo>
                <a:lnTo>
                  <a:pt x="6359" y="21849"/>
                </a:lnTo>
                <a:lnTo>
                  <a:pt x="6359" y="21848"/>
                </a:lnTo>
                <a:lnTo>
                  <a:pt x="6359" y="21848"/>
                </a:lnTo>
                <a:lnTo>
                  <a:pt x="6359" y="21847"/>
                </a:lnTo>
                <a:lnTo>
                  <a:pt x="6359" y="21847"/>
                </a:lnTo>
                <a:lnTo>
                  <a:pt x="6359" y="21846"/>
                </a:lnTo>
                <a:lnTo>
                  <a:pt x="6359" y="21846"/>
                </a:lnTo>
                <a:lnTo>
                  <a:pt x="6359" y="21845"/>
                </a:lnTo>
                <a:lnTo>
                  <a:pt x="6359" y="21845"/>
                </a:lnTo>
                <a:lnTo>
                  <a:pt x="6359" y="21844"/>
                </a:lnTo>
                <a:lnTo>
                  <a:pt x="6359" y="21844"/>
                </a:lnTo>
                <a:lnTo>
                  <a:pt x="6359" y="21844"/>
                </a:lnTo>
                <a:lnTo>
                  <a:pt x="6359" y="21843"/>
                </a:lnTo>
                <a:lnTo>
                  <a:pt x="6359" y="21843"/>
                </a:lnTo>
                <a:lnTo>
                  <a:pt x="6359" y="21842"/>
                </a:lnTo>
                <a:lnTo>
                  <a:pt x="6359" y="21842"/>
                </a:lnTo>
                <a:lnTo>
                  <a:pt x="6359" y="21841"/>
                </a:lnTo>
                <a:lnTo>
                  <a:pt x="6359" y="21841"/>
                </a:lnTo>
                <a:lnTo>
                  <a:pt x="6359" y="21840"/>
                </a:lnTo>
                <a:lnTo>
                  <a:pt x="6359" y="21840"/>
                </a:lnTo>
                <a:lnTo>
                  <a:pt x="6359" y="21839"/>
                </a:lnTo>
                <a:lnTo>
                  <a:pt x="6359" y="21839"/>
                </a:lnTo>
                <a:lnTo>
                  <a:pt x="6359" y="21838"/>
                </a:lnTo>
                <a:lnTo>
                  <a:pt x="6359" y="21838"/>
                </a:lnTo>
                <a:lnTo>
                  <a:pt x="6359" y="21837"/>
                </a:lnTo>
                <a:lnTo>
                  <a:pt x="6359" y="21837"/>
                </a:lnTo>
                <a:lnTo>
                  <a:pt x="6359" y="21836"/>
                </a:lnTo>
                <a:lnTo>
                  <a:pt x="6359" y="21836"/>
                </a:lnTo>
                <a:lnTo>
                  <a:pt x="6359" y="21835"/>
                </a:lnTo>
                <a:lnTo>
                  <a:pt x="6359" y="21835"/>
                </a:lnTo>
                <a:lnTo>
                  <a:pt x="6359" y="21834"/>
                </a:lnTo>
                <a:lnTo>
                  <a:pt x="6359" y="21834"/>
                </a:lnTo>
                <a:lnTo>
                  <a:pt x="6359" y="21833"/>
                </a:lnTo>
                <a:lnTo>
                  <a:pt x="6359" y="21833"/>
                </a:lnTo>
                <a:lnTo>
                  <a:pt x="6359" y="21832"/>
                </a:lnTo>
                <a:lnTo>
                  <a:pt x="6359" y="21832"/>
                </a:lnTo>
                <a:lnTo>
                  <a:pt x="6359" y="21831"/>
                </a:lnTo>
                <a:lnTo>
                  <a:pt x="6359" y="21831"/>
                </a:lnTo>
                <a:lnTo>
                  <a:pt x="6359" y="21831"/>
                </a:lnTo>
                <a:lnTo>
                  <a:pt x="6359" y="21830"/>
                </a:lnTo>
                <a:lnTo>
                  <a:pt x="6359" y="21830"/>
                </a:lnTo>
                <a:lnTo>
                  <a:pt x="6359" y="21829"/>
                </a:lnTo>
                <a:lnTo>
                  <a:pt x="6359" y="21829"/>
                </a:lnTo>
                <a:lnTo>
                  <a:pt x="6359" y="21828"/>
                </a:lnTo>
                <a:lnTo>
                  <a:pt x="6359" y="21828"/>
                </a:lnTo>
                <a:lnTo>
                  <a:pt x="6359" y="21827"/>
                </a:lnTo>
                <a:lnTo>
                  <a:pt x="6359" y="21827"/>
                </a:lnTo>
                <a:lnTo>
                  <a:pt x="6359" y="21826"/>
                </a:lnTo>
                <a:lnTo>
                  <a:pt x="6359" y="21826"/>
                </a:lnTo>
                <a:lnTo>
                  <a:pt x="6359" y="21825"/>
                </a:lnTo>
                <a:lnTo>
                  <a:pt x="6359" y="21825"/>
                </a:lnTo>
                <a:lnTo>
                  <a:pt x="6359" y="21824"/>
                </a:lnTo>
                <a:lnTo>
                  <a:pt x="6359" y="21824"/>
                </a:lnTo>
                <a:lnTo>
                  <a:pt x="6359" y="21823"/>
                </a:lnTo>
                <a:lnTo>
                  <a:pt x="6359" y="21823"/>
                </a:lnTo>
                <a:lnTo>
                  <a:pt x="6359" y="21822"/>
                </a:lnTo>
                <a:lnTo>
                  <a:pt x="6359" y="21822"/>
                </a:lnTo>
                <a:lnTo>
                  <a:pt x="6359" y="21821"/>
                </a:lnTo>
                <a:lnTo>
                  <a:pt x="6359" y="21821"/>
                </a:lnTo>
                <a:lnTo>
                  <a:pt x="6359" y="21820"/>
                </a:lnTo>
                <a:lnTo>
                  <a:pt x="6359" y="21820"/>
                </a:lnTo>
                <a:lnTo>
                  <a:pt x="6359" y="21819"/>
                </a:lnTo>
                <a:lnTo>
                  <a:pt x="6359" y="21819"/>
                </a:lnTo>
                <a:lnTo>
                  <a:pt x="6359" y="21818"/>
                </a:lnTo>
                <a:lnTo>
                  <a:pt x="6359" y="21818"/>
                </a:lnTo>
                <a:lnTo>
                  <a:pt x="6359" y="21817"/>
                </a:lnTo>
                <a:lnTo>
                  <a:pt x="6359" y="21817"/>
                </a:lnTo>
                <a:lnTo>
                  <a:pt x="6359" y="21817"/>
                </a:lnTo>
                <a:lnTo>
                  <a:pt x="6359" y="21816"/>
                </a:lnTo>
                <a:lnTo>
                  <a:pt x="6359" y="21816"/>
                </a:lnTo>
                <a:lnTo>
                  <a:pt x="6359" y="21815"/>
                </a:lnTo>
                <a:lnTo>
                  <a:pt x="6359" y="21815"/>
                </a:lnTo>
                <a:lnTo>
                  <a:pt x="6359" y="21814"/>
                </a:lnTo>
                <a:lnTo>
                  <a:pt x="6359" y="21814"/>
                </a:lnTo>
                <a:lnTo>
                  <a:pt x="6359" y="21813"/>
                </a:lnTo>
                <a:lnTo>
                  <a:pt x="6359" y="21813"/>
                </a:lnTo>
                <a:lnTo>
                  <a:pt x="6359" y="21812"/>
                </a:lnTo>
                <a:lnTo>
                  <a:pt x="6359" y="21812"/>
                </a:lnTo>
                <a:lnTo>
                  <a:pt x="6359" y="21811"/>
                </a:lnTo>
                <a:lnTo>
                  <a:pt x="6359" y="21811"/>
                </a:lnTo>
                <a:lnTo>
                  <a:pt x="6359" y="21810"/>
                </a:lnTo>
                <a:lnTo>
                  <a:pt x="6359" y="21810"/>
                </a:lnTo>
                <a:lnTo>
                  <a:pt x="6359" y="21809"/>
                </a:lnTo>
                <a:lnTo>
                  <a:pt x="6359" y="21809"/>
                </a:lnTo>
                <a:lnTo>
                  <a:pt x="6359" y="21808"/>
                </a:lnTo>
                <a:lnTo>
                  <a:pt x="6359" y="21808"/>
                </a:lnTo>
                <a:lnTo>
                  <a:pt x="6359" y="21807"/>
                </a:lnTo>
                <a:lnTo>
                  <a:pt x="6359" y="21807"/>
                </a:lnTo>
                <a:lnTo>
                  <a:pt x="6359" y="21806"/>
                </a:lnTo>
                <a:lnTo>
                  <a:pt x="6359" y="21806"/>
                </a:lnTo>
                <a:lnTo>
                  <a:pt x="6359" y="21805"/>
                </a:lnTo>
                <a:lnTo>
                  <a:pt x="6359" y="21805"/>
                </a:lnTo>
                <a:lnTo>
                  <a:pt x="6359" y="21804"/>
                </a:lnTo>
                <a:lnTo>
                  <a:pt x="6359" y="21804"/>
                </a:lnTo>
                <a:lnTo>
                  <a:pt x="6359" y="21803"/>
                </a:lnTo>
                <a:lnTo>
                  <a:pt x="6359" y="21803"/>
                </a:lnTo>
                <a:lnTo>
                  <a:pt x="6359" y="21802"/>
                </a:lnTo>
                <a:lnTo>
                  <a:pt x="6359" y="21802"/>
                </a:lnTo>
                <a:lnTo>
                  <a:pt x="6359" y="21801"/>
                </a:lnTo>
                <a:lnTo>
                  <a:pt x="6359" y="21801"/>
                </a:lnTo>
                <a:lnTo>
                  <a:pt x="6359" y="21800"/>
                </a:lnTo>
                <a:lnTo>
                  <a:pt x="6359" y="21800"/>
                </a:lnTo>
                <a:lnTo>
                  <a:pt x="6359" y="21800"/>
                </a:lnTo>
                <a:lnTo>
                  <a:pt x="6359" y="21799"/>
                </a:lnTo>
                <a:lnTo>
                  <a:pt x="6359" y="21799"/>
                </a:lnTo>
                <a:lnTo>
                  <a:pt x="6359" y="21798"/>
                </a:lnTo>
                <a:lnTo>
                  <a:pt x="6359" y="21798"/>
                </a:lnTo>
                <a:lnTo>
                  <a:pt x="6359" y="21797"/>
                </a:lnTo>
                <a:lnTo>
                  <a:pt x="6359" y="21797"/>
                </a:lnTo>
                <a:lnTo>
                  <a:pt x="6359" y="21796"/>
                </a:lnTo>
                <a:lnTo>
                  <a:pt x="6359" y="21796"/>
                </a:lnTo>
                <a:lnTo>
                  <a:pt x="6359" y="21795"/>
                </a:lnTo>
                <a:lnTo>
                  <a:pt x="6359" y="21795"/>
                </a:lnTo>
                <a:lnTo>
                  <a:pt x="6359" y="21794"/>
                </a:lnTo>
                <a:lnTo>
                  <a:pt x="6359" y="21794"/>
                </a:lnTo>
                <a:lnTo>
                  <a:pt x="6359" y="21793"/>
                </a:lnTo>
                <a:lnTo>
                  <a:pt x="6359" y="21793"/>
                </a:lnTo>
                <a:lnTo>
                  <a:pt x="6359" y="21792"/>
                </a:lnTo>
                <a:lnTo>
                  <a:pt x="6359" y="21792"/>
                </a:lnTo>
                <a:lnTo>
                  <a:pt x="6359" y="21791"/>
                </a:lnTo>
                <a:lnTo>
                  <a:pt x="6359" y="21791"/>
                </a:lnTo>
                <a:lnTo>
                  <a:pt x="6359" y="21790"/>
                </a:lnTo>
                <a:lnTo>
                  <a:pt x="6359" y="21790"/>
                </a:lnTo>
                <a:lnTo>
                  <a:pt x="6359" y="21789"/>
                </a:lnTo>
                <a:lnTo>
                  <a:pt x="6359" y="21789"/>
                </a:lnTo>
                <a:lnTo>
                  <a:pt x="6359" y="21788"/>
                </a:lnTo>
                <a:lnTo>
                  <a:pt x="6359" y="21788"/>
                </a:lnTo>
                <a:lnTo>
                  <a:pt x="6359" y="21787"/>
                </a:lnTo>
                <a:lnTo>
                  <a:pt x="6359" y="21787"/>
                </a:lnTo>
                <a:lnTo>
                  <a:pt x="6359" y="21786"/>
                </a:lnTo>
                <a:lnTo>
                  <a:pt x="6359" y="21786"/>
                </a:lnTo>
                <a:lnTo>
                  <a:pt x="6359" y="21785"/>
                </a:lnTo>
                <a:lnTo>
                  <a:pt x="6359" y="21785"/>
                </a:lnTo>
                <a:lnTo>
                  <a:pt x="6359" y="21784"/>
                </a:lnTo>
                <a:lnTo>
                  <a:pt x="6359" y="21784"/>
                </a:lnTo>
                <a:lnTo>
                  <a:pt x="6359" y="21783"/>
                </a:lnTo>
                <a:lnTo>
                  <a:pt x="6359" y="21783"/>
                </a:lnTo>
                <a:lnTo>
                  <a:pt x="6359" y="21782"/>
                </a:lnTo>
                <a:lnTo>
                  <a:pt x="6359" y="21782"/>
                </a:lnTo>
                <a:lnTo>
                  <a:pt x="6359" y="21781"/>
                </a:lnTo>
                <a:lnTo>
                  <a:pt x="6359" y="21781"/>
                </a:lnTo>
                <a:lnTo>
                  <a:pt x="6359" y="21780"/>
                </a:lnTo>
                <a:lnTo>
                  <a:pt x="6359" y="21780"/>
                </a:lnTo>
                <a:lnTo>
                  <a:pt x="6359" y="21779"/>
                </a:lnTo>
                <a:lnTo>
                  <a:pt x="6359" y="21779"/>
                </a:lnTo>
                <a:lnTo>
                  <a:pt x="6359" y="21779"/>
                </a:lnTo>
                <a:lnTo>
                  <a:pt x="6359" y="21778"/>
                </a:lnTo>
                <a:lnTo>
                  <a:pt x="6359" y="21778"/>
                </a:lnTo>
                <a:lnTo>
                  <a:pt x="6359" y="21777"/>
                </a:lnTo>
                <a:lnTo>
                  <a:pt x="6359" y="21777"/>
                </a:lnTo>
                <a:lnTo>
                  <a:pt x="6359" y="21776"/>
                </a:lnTo>
                <a:lnTo>
                  <a:pt x="6359" y="21776"/>
                </a:lnTo>
                <a:lnTo>
                  <a:pt x="6359" y="21775"/>
                </a:lnTo>
                <a:lnTo>
                  <a:pt x="6359" y="21775"/>
                </a:lnTo>
                <a:lnTo>
                  <a:pt x="6359" y="21774"/>
                </a:lnTo>
                <a:lnTo>
                  <a:pt x="6359" y="21774"/>
                </a:lnTo>
                <a:lnTo>
                  <a:pt x="6359" y="21773"/>
                </a:lnTo>
                <a:lnTo>
                  <a:pt x="6359" y="21773"/>
                </a:lnTo>
                <a:lnTo>
                  <a:pt x="6359" y="21772"/>
                </a:lnTo>
                <a:lnTo>
                  <a:pt x="6359" y="21772"/>
                </a:lnTo>
                <a:lnTo>
                  <a:pt x="6359" y="21771"/>
                </a:lnTo>
                <a:lnTo>
                  <a:pt x="6359" y="21771"/>
                </a:lnTo>
                <a:lnTo>
                  <a:pt x="6359" y="21770"/>
                </a:lnTo>
                <a:lnTo>
                  <a:pt x="6359" y="21770"/>
                </a:lnTo>
                <a:lnTo>
                  <a:pt x="6359" y="21769"/>
                </a:lnTo>
                <a:lnTo>
                  <a:pt x="6359" y="21769"/>
                </a:lnTo>
                <a:lnTo>
                  <a:pt x="6359" y="21768"/>
                </a:lnTo>
                <a:lnTo>
                  <a:pt x="6359" y="21768"/>
                </a:lnTo>
                <a:lnTo>
                  <a:pt x="6359" y="21767"/>
                </a:lnTo>
                <a:lnTo>
                  <a:pt x="6359" y="21767"/>
                </a:lnTo>
                <a:lnTo>
                  <a:pt x="6359" y="21766"/>
                </a:lnTo>
                <a:lnTo>
                  <a:pt x="6359" y="21766"/>
                </a:lnTo>
                <a:lnTo>
                  <a:pt x="6359" y="21765"/>
                </a:lnTo>
                <a:lnTo>
                  <a:pt x="6359" y="21765"/>
                </a:lnTo>
                <a:lnTo>
                  <a:pt x="6359" y="21764"/>
                </a:lnTo>
                <a:lnTo>
                  <a:pt x="6359" y="21764"/>
                </a:lnTo>
                <a:lnTo>
                  <a:pt x="6359" y="21763"/>
                </a:lnTo>
                <a:lnTo>
                  <a:pt x="6359" y="21763"/>
                </a:lnTo>
                <a:lnTo>
                  <a:pt x="6359" y="21762"/>
                </a:lnTo>
                <a:lnTo>
                  <a:pt x="6359" y="21762"/>
                </a:lnTo>
                <a:lnTo>
                  <a:pt x="6359" y="21761"/>
                </a:lnTo>
                <a:lnTo>
                  <a:pt x="6359" y="21761"/>
                </a:lnTo>
                <a:lnTo>
                  <a:pt x="6359" y="21760"/>
                </a:lnTo>
                <a:lnTo>
                  <a:pt x="6359" y="21760"/>
                </a:lnTo>
                <a:lnTo>
                  <a:pt x="6359" y="21759"/>
                </a:lnTo>
                <a:lnTo>
                  <a:pt x="6359" y="21759"/>
                </a:lnTo>
                <a:lnTo>
                  <a:pt x="6359" y="21758"/>
                </a:lnTo>
                <a:lnTo>
                  <a:pt x="6359" y="21758"/>
                </a:lnTo>
                <a:lnTo>
                  <a:pt x="6359" y="21757"/>
                </a:lnTo>
                <a:lnTo>
                  <a:pt x="6359" y="21757"/>
                </a:lnTo>
                <a:lnTo>
                  <a:pt x="6359" y="21756"/>
                </a:lnTo>
                <a:lnTo>
                  <a:pt x="6359" y="21756"/>
                </a:lnTo>
                <a:lnTo>
                  <a:pt x="6359" y="21755"/>
                </a:lnTo>
                <a:lnTo>
                  <a:pt x="6359" y="21755"/>
                </a:lnTo>
                <a:lnTo>
                  <a:pt x="6359" y="21754"/>
                </a:lnTo>
                <a:lnTo>
                  <a:pt x="6359" y="21754"/>
                </a:lnTo>
                <a:lnTo>
                  <a:pt x="6359" y="21753"/>
                </a:lnTo>
                <a:lnTo>
                  <a:pt x="6359" y="21753"/>
                </a:lnTo>
                <a:lnTo>
                  <a:pt x="6359" y="21752"/>
                </a:lnTo>
                <a:lnTo>
                  <a:pt x="6359" y="21752"/>
                </a:lnTo>
                <a:lnTo>
                  <a:pt x="6359" y="21751"/>
                </a:lnTo>
                <a:lnTo>
                  <a:pt x="6359" y="21751"/>
                </a:lnTo>
                <a:lnTo>
                  <a:pt x="6359" y="21750"/>
                </a:lnTo>
                <a:lnTo>
                  <a:pt x="6359" y="21750"/>
                </a:lnTo>
                <a:lnTo>
                  <a:pt x="6359" y="21749"/>
                </a:lnTo>
                <a:lnTo>
                  <a:pt x="6359" y="21749"/>
                </a:lnTo>
                <a:lnTo>
                  <a:pt x="6359" y="21748"/>
                </a:lnTo>
                <a:lnTo>
                  <a:pt x="6359" y="21748"/>
                </a:lnTo>
                <a:lnTo>
                  <a:pt x="6359" y="21747"/>
                </a:lnTo>
                <a:lnTo>
                  <a:pt x="6359" y="21747"/>
                </a:lnTo>
                <a:lnTo>
                  <a:pt x="6359" y="21746"/>
                </a:lnTo>
                <a:lnTo>
                  <a:pt x="6359" y="21746"/>
                </a:lnTo>
                <a:lnTo>
                  <a:pt x="6359" y="21745"/>
                </a:lnTo>
                <a:lnTo>
                  <a:pt x="6359" y="21745"/>
                </a:lnTo>
                <a:lnTo>
                  <a:pt x="6359" y="21744"/>
                </a:lnTo>
                <a:lnTo>
                  <a:pt x="6359" y="21744"/>
                </a:lnTo>
                <a:lnTo>
                  <a:pt x="6359" y="21744"/>
                </a:lnTo>
                <a:lnTo>
                  <a:pt x="6359" y="21743"/>
                </a:lnTo>
                <a:lnTo>
                  <a:pt x="6359" y="21743"/>
                </a:lnTo>
                <a:lnTo>
                  <a:pt x="6359" y="21742"/>
                </a:lnTo>
                <a:lnTo>
                  <a:pt x="6359" y="21742"/>
                </a:lnTo>
                <a:lnTo>
                  <a:pt x="6359" y="21741"/>
                </a:lnTo>
                <a:lnTo>
                  <a:pt x="6359" y="21741"/>
                </a:lnTo>
                <a:lnTo>
                  <a:pt x="6359" y="21740"/>
                </a:lnTo>
                <a:lnTo>
                  <a:pt x="6359" y="21740"/>
                </a:lnTo>
                <a:lnTo>
                  <a:pt x="6359" y="21739"/>
                </a:lnTo>
                <a:lnTo>
                  <a:pt x="6359" y="21739"/>
                </a:lnTo>
                <a:lnTo>
                  <a:pt x="6359" y="21738"/>
                </a:lnTo>
                <a:lnTo>
                  <a:pt x="6359" y="21738"/>
                </a:lnTo>
                <a:lnTo>
                  <a:pt x="6359" y="21737"/>
                </a:lnTo>
                <a:lnTo>
                  <a:pt x="6359" y="21737"/>
                </a:lnTo>
                <a:lnTo>
                  <a:pt x="6359" y="21736"/>
                </a:lnTo>
                <a:lnTo>
                  <a:pt x="6359" y="21736"/>
                </a:lnTo>
                <a:lnTo>
                  <a:pt x="6359" y="21735"/>
                </a:lnTo>
                <a:lnTo>
                  <a:pt x="6359" y="21735"/>
                </a:lnTo>
                <a:lnTo>
                  <a:pt x="6359" y="21734"/>
                </a:lnTo>
                <a:lnTo>
                  <a:pt x="6359" y="21734"/>
                </a:lnTo>
                <a:lnTo>
                  <a:pt x="6359" y="21733"/>
                </a:lnTo>
                <a:lnTo>
                  <a:pt x="6359" y="21733"/>
                </a:lnTo>
                <a:lnTo>
                  <a:pt x="6359" y="21732"/>
                </a:lnTo>
                <a:lnTo>
                  <a:pt x="6359" y="21732"/>
                </a:lnTo>
                <a:lnTo>
                  <a:pt x="6359" y="21731"/>
                </a:lnTo>
                <a:lnTo>
                  <a:pt x="6359" y="21731"/>
                </a:lnTo>
                <a:lnTo>
                  <a:pt x="6359" y="21730"/>
                </a:lnTo>
                <a:lnTo>
                  <a:pt x="6359" y="21730"/>
                </a:lnTo>
                <a:lnTo>
                  <a:pt x="6359" y="21729"/>
                </a:lnTo>
                <a:lnTo>
                  <a:pt x="6359" y="21729"/>
                </a:lnTo>
                <a:lnTo>
                  <a:pt x="6359" y="21728"/>
                </a:lnTo>
                <a:lnTo>
                  <a:pt x="6359" y="21728"/>
                </a:lnTo>
                <a:lnTo>
                  <a:pt x="6359" y="21727"/>
                </a:lnTo>
                <a:lnTo>
                  <a:pt x="6359" y="21727"/>
                </a:lnTo>
                <a:lnTo>
                  <a:pt x="6359" y="21726"/>
                </a:lnTo>
                <a:lnTo>
                  <a:pt x="6359" y="21726"/>
                </a:lnTo>
                <a:lnTo>
                  <a:pt x="6359" y="21725"/>
                </a:lnTo>
                <a:lnTo>
                  <a:pt x="6359" y="21725"/>
                </a:lnTo>
                <a:lnTo>
                  <a:pt x="6359" y="21724"/>
                </a:lnTo>
                <a:lnTo>
                  <a:pt x="6359" y="21724"/>
                </a:lnTo>
                <a:lnTo>
                  <a:pt x="6359" y="21723"/>
                </a:lnTo>
                <a:lnTo>
                  <a:pt x="6359" y="21723"/>
                </a:lnTo>
                <a:lnTo>
                  <a:pt x="6359" y="21722"/>
                </a:lnTo>
                <a:lnTo>
                  <a:pt x="6359" y="21722"/>
                </a:lnTo>
                <a:lnTo>
                  <a:pt x="6359" y="21721"/>
                </a:lnTo>
                <a:lnTo>
                  <a:pt x="6359" y="21721"/>
                </a:lnTo>
                <a:lnTo>
                  <a:pt x="6359" y="21720"/>
                </a:lnTo>
                <a:lnTo>
                  <a:pt x="6359" y="21720"/>
                </a:lnTo>
                <a:lnTo>
                  <a:pt x="6359" y="21719"/>
                </a:lnTo>
                <a:lnTo>
                  <a:pt x="6359" y="21719"/>
                </a:lnTo>
                <a:lnTo>
                  <a:pt x="6359" y="21718"/>
                </a:lnTo>
                <a:lnTo>
                  <a:pt x="6359" y="21718"/>
                </a:lnTo>
                <a:lnTo>
                  <a:pt x="6359" y="21717"/>
                </a:lnTo>
                <a:lnTo>
                  <a:pt x="6359" y="21717"/>
                </a:lnTo>
                <a:lnTo>
                  <a:pt x="6359" y="21716"/>
                </a:lnTo>
                <a:lnTo>
                  <a:pt x="6359" y="21716"/>
                </a:lnTo>
                <a:lnTo>
                  <a:pt x="6359" y="21715"/>
                </a:lnTo>
                <a:lnTo>
                  <a:pt x="6359" y="21715"/>
                </a:lnTo>
                <a:lnTo>
                  <a:pt x="6359" y="21714"/>
                </a:lnTo>
                <a:lnTo>
                  <a:pt x="6359" y="21714"/>
                </a:lnTo>
                <a:lnTo>
                  <a:pt x="6359" y="21713"/>
                </a:lnTo>
                <a:lnTo>
                  <a:pt x="6359" y="21713"/>
                </a:lnTo>
                <a:lnTo>
                  <a:pt x="6359" y="21712"/>
                </a:lnTo>
                <a:lnTo>
                  <a:pt x="6359" y="21712"/>
                </a:lnTo>
                <a:lnTo>
                  <a:pt x="6359" y="21711"/>
                </a:lnTo>
                <a:lnTo>
                  <a:pt x="6359" y="21711"/>
                </a:lnTo>
                <a:lnTo>
                  <a:pt x="6359" y="21710"/>
                </a:lnTo>
                <a:lnTo>
                  <a:pt x="6359" y="21710"/>
                </a:lnTo>
                <a:lnTo>
                  <a:pt x="6359" y="21709"/>
                </a:lnTo>
                <a:lnTo>
                  <a:pt x="6359" y="21709"/>
                </a:lnTo>
                <a:lnTo>
                  <a:pt x="6359" y="21708"/>
                </a:lnTo>
                <a:lnTo>
                  <a:pt x="6359" y="21708"/>
                </a:lnTo>
                <a:lnTo>
                  <a:pt x="6359" y="21707"/>
                </a:lnTo>
                <a:lnTo>
                  <a:pt x="6359" y="21707"/>
                </a:lnTo>
                <a:lnTo>
                  <a:pt x="6359" y="21706"/>
                </a:lnTo>
                <a:lnTo>
                  <a:pt x="6359" y="21706"/>
                </a:lnTo>
                <a:lnTo>
                  <a:pt x="6359" y="21705"/>
                </a:lnTo>
                <a:lnTo>
                  <a:pt x="6359" y="21705"/>
                </a:lnTo>
                <a:lnTo>
                  <a:pt x="6359" y="21704"/>
                </a:lnTo>
                <a:lnTo>
                  <a:pt x="6359" y="21704"/>
                </a:lnTo>
                <a:lnTo>
                  <a:pt x="6359" y="21703"/>
                </a:lnTo>
                <a:lnTo>
                  <a:pt x="6359" y="21703"/>
                </a:lnTo>
                <a:lnTo>
                  <a:pt x="6359" y="21702"/>
                </a:lnTo>
                <a:lnTo>
                  <a:pt x="6359" y="21702"/>
                </a:lnTo>
                <a:lnTo>
                  <a:pt x="6359" y="21701"/>
                </a:lnTo>
                <a:lnTo>
                  <a:pt x="6359" y="21701"/>
                </a:lnTo>
                <a:lnTo>
                  <a:pt x="6359" y="21700"/>
                </a:lnTo>
                <a:lnTo>
                  <a:pt x="6359" y="21700"/>
                </a:lnTo>
                <a:lnTo>
                  <a:pt x="6359" y="21699"/>
                </a:lnTo>
                <a:lnTo>
                  <a:pt x="6359" y="21699"/>
                </a:lnTo>
                <a:lnTo>
                  <a:pt x="6359" y="21698"/>
                </a:lnTo>
                <a:lnTo>
                  <a:pt x="6359" y="21698"/>
                </a:lnTo>
                <a:lnTo>
                  <a:pt x="6359" y="21697"/>
                </a:lnTo>
                <a:lnTo>
                  <a:pt x="6359" y="21697"/>
                </a:lnTo>
                <a:lnTo>
                  <a:pt x="6359" y="21696"/>
                </a:lnTo>
                <a:lnTo>
                  <a:pt x="6359" y="21696"/>
                </a:lnTo>
                <a:lnTo>
                  <a:pt x="6359" y="21695"/>
                </a:lnTo>
                <a:lnTo>
                  <a:pt x="6359" y="21695"/>
                </a:lnTo>
                <a:lnTo>
                  <a:pt x="6359" y="21694"/>
                </a:lnTo>
                <a:lnTo>
                  <a:pt x="6359" y="21694"/>
                </a:lnTo>
                <a:lnTo>
                  <a:pt x="6359" y="21693"/>
                </a:lnTo>
                <a:lnTo>
                  <a:pt x="6359" y="21693"/>
                </a:lnTo>
                <a:lnTo>
                  <a:pt x="6359" y="21692"/>
                </a:lnTo>
                <a:lnTo>
                  <a:pt x="6359" y="21692"/>
                </a:lnTo>
                <a:lnTo>
                  <a:pt x="6359" y="21691"/>
                </a:lnTo>
                <a:lnTo>
                  <a:pt x="6359" y="21691"/>
                </a:lnTo>
                <a:lnTo>
                  <a:pt x="6359" y="21690"/>
                </a:lnTo>
                <a:lnTo>
                  <a:pt x="6359" y="21690"/>
                </a:lnTo>
                <a:lnTo>
                  <a:pt x="6359" y="21689"/>
                </a:lnTo>
                <a:lnTo>
                  <a:pt x="6359" y="21689"/>
                </a:lnTo>
                <a:lnTo>
                  <a:pt x="6359" y="21688"/>
                </a:lnTo>
                <a:lnTo>
                  <a:pt x="6359" y="21687"/>
                </a:lnTo>
                <a:lnTo>
                  <a:pt x="6359" y="21687"/>
                </a:lnTo>
                <a:lnTo>
                  <a:pt x="6359" y="21686"/>
                </a:lnTo>
                <a:lnTo>
                  <a:pt x="6359" y="21686"/>
                </a:lnTo>
                <a:lnTo>
                  <a:pt x="6359" y="21685"/>
                </a:lnTo>
                <a:lnTo>
                  <a:pt x="6359" y="21685"/>
                </a:lnTo>
                <a:lnTo>
                  <a:pt x="6359" y="21684"/>
                </a:lnTo>
                <a:lnTo>
                  <a:pt x="6359" y="21684"/>
                </a:lnTo>
                <a:lnTo>
                  <a:pt x="6359" y="21683"/>
                </a:lnTo>
                <a:lnTo>
                  <a:pt x="6359" y="21683"/>
                </a:lnTo>
                <a:lnTo>
                  <a:pt x="6359" y="21682"/>
                </a:lnTo>
                <a:lnTo>
                  <a:pt x="6359" y="21682"/>
                </a:lnTo>
                <a:lnTo>
                  <a:pt x="6359" y="21681"/>
                </a:lnTo>
                <a:lnTo>
                  <a:pt x="6359" y="21681"/>
                </a:lnTo>
                <a:lnTo>
                  <a:pt x="6359" y="21680"/>
                </a:lnTo>
                <a:lnTo>
                  <a:pt x="6359" y="21680"/>
                </a:lnTo>
                <a:lnTo>
                  <a:pt x="6359" y="21679"/>
                </a:lnTo>
                <a:lnTo>
                  <a:pt x="6359" y="21679"/>
                </a:lnTo>
                <a:lnTo>
                  <a:pt x="6359" y="21678"/>
                </a:lnTo>
                <a:lnTo>
                  <a:pt x="6359" y="21678"/>
                </a:lnTo>
                <a:lnTo>
                  <a:pt x="6359" y="21677"/>
                </a:lnTo>
                <a:lnTo>
                  <a:pt x="6359" y="21677"/>
                </a:lnTo>
                <a:lnTo>
                  <a:pt x="6359" y="21676"/>
                </a:lnTo>
                <a:lnTo>
                  <a:pt x="6359" y="21676"/>
                </a:lnTo>
                <a:lnTo>
                  <a:pt x="6359" y="21675"/>
                </a:lnTo>
                <a:lnTo>
                  <a:pt x="6359" y="21675"/>
                </a:lnTo>
                <a:lnTo>
                  <a:pt x="6359" y="21674"/>
                </a:lnTo>
                <a:lnTo>
                  <a:pt x="6359" y="21674"/>
                </a:lnTo>
                <a:lnTo>
                  <a:pt x="6359" y="21673"/>
                </a:lnTo>
                <a:lnTo>
                  <a:pt x="6359" y="21673"/>
                </a:lnTo>
                <a:lnTo>
                  <a:pt x="6359" y="21672"/>
                </a:lnTo>
                <a:lnTo>
                  <a:pt x="6359" y="21672"/>
                </a:lnTo>
                <a:lnTo>
                  <a:pt x="6359" y="21671"/>
                </a:lnTo>
                <a:lnTo>
                  <a:pt x="6359" y="21671"/>
                </a:lnTo>
                <a:lnTo>
                  <a:pt x="6359" y="21670"/>
                </a:lnTo>
                <a:lnTo>
                  <a:pt x="6359" y="21670"/>
                </a:lnTo>
                <a:lnTo>
                  <a:pt x="6359" y="21669"/>
                </a:lnTo>
                <a:lnTo>
                  <a:pt x="6359" y="21669"/>
                </a:lnTo>
                <a:lnTo>
                  <a:pt x="6359" y="21668"/>
                </a:lnTo>
                <a:lnTo>
                  <a:pt x="6359" y="21668"/>
                </a:lnTo>
                <a:lnTo>
                  <a:pt x="6359" y="21667"/>
                </a:lnTo>
                <a:lnTo>
                  <a:pt x="6359" y="21667"/>
                </a:lnTo>
                <a:lnTo>
                  <a:pt x="6359" y="21666"/>
                </a:lnTo>
                <a:lnTo>
                  <a:pt x="6359" y="21666"/>
                </a:lnTo>
                <a:lnTo>
                  <a:pt x="6359" y="21665"/>
                </a:lnTo>
                <a:lnTo>
                  <a:pt x="6359" y="21665"/>
                </a:lnTo>
                <a:lnTo>
                  <a:pt x="6359" y="21664"/>
                </a:lnTo>
                <a:lnTo>
                  <a:pt x="6359" y="21664"/>
                </a:lnTo>
                <a:lnTo>
                  <a:pt x="6359" y="21663"/>
                </a:lnTo>
                <a:lnTo>
                  <a:pt x="6359" y="21663"/>
                </a:lnTo>
                <a:lnTo>
                  <a:pt x="6359" y="21662"/>
                </a:lnTo>
                <a:lnTo>
                  <a:pt x="6359" y="21662"/>
                </a:lnTo>
                <a:lnTo>
                  <a:pt x="6359" y="21661"/>
                </a:lnTo>
                <a:lnTo>
                  <a:pt x="6359" y="21661"/>
                </a:lnTo>
                <a:lnTo>
                  <a:pt x="6359" y="21660"/>
                </a:lnTo>
                <a:lnTo>
                  <a:pt x="6359" y="21660"/>
                </a:lnTo>
                <a:lnTo>
                  <a:pt x="6359" y="21659"/>
                </a:lnTo>
                <a:lnTo>
                  <a:pt x="6359" y="21659"/>
                </a:lnTo>
                <a:lnTo>
                  <a:pt x="6359" y="21658"/>
                </a:lnTo>
                <a:lnTo>
                  <a:pt x="6359" y="21658"/>
                </a:lnTo>
                <a:lnTo>
                  <a:pt x="6359" y="21657"/>
                </a:lnTo>
                <a:lnTo>
                  <a:pt x="6359" y="21657"/>
                </a:lnTo>
                <a:lnTo>
                  <a:pt x="6359" y="21656"/>
                </a:lnTo>
                <a:lnTo>
                  <a:pt x="6359" y="21656"/>
                </a:lnTo>
                <a:lnTo>
                  <a:pt x="6359" y="21655"/>
                </a:lnTo>
                <a:lnTo>
                  <a:pt x="6359" y="21655"/>
                </a:lnTo>
                <a:lnTo>
                  <a:pt x="6359" y="21654"/>
                </a:lnTo>
                <a:lnTo>
                  <a:pt x="6359" y="21654"/>
                </a:lnTo>
                <a:lnTo>
                  <a:pt x="6359" y="21653"/>
                </a:lnTo>
                <a:lnTo>
                  <a:pt x="6359" y="21653"/>
                </a:lnTo>
                <a:lnTo>
                  <a:pt x="6359" y="21652"/>
                </a:lnTo>
                <a:lnTo>
                  <a:pt x="6359" y="21651"/>
                </a:lnTo>
                <a:lnTo>
                  <a:pt x="6359" y="21651"/>
                </a:lnTo>
                <a:lnTo>
                  <a:pt x="6359" y="21650"/>
                </a:lnTo>
                <a:lnTo>
                  <a:pt x="6359" y="21650"/>
                </a:lnTo>
                <a:lnTo>
                  <a:pt x="6359" y="21649"/>
                </a:lnTo>
                <a:lnTo>
                  <a:pt x="6359" y="21649"/>
                </a:lnTo>
                <a:lnTo>
                  <a:pt x="6359" y="21648"/>
                </a:lnTo>
                <a:lnTo>
                  <a:pt x="6359" y="21648"/>
                </a:lnTo>
                <a:lnTo>
                  <a:pt x="6359" y="21647"/>
                </a:lnTo>
                <a:lnTo>
                  <a:pt x="6359" y="21647"/>
                </a:lnTo>
                <a:lnTo>
                  <a:pt x="6359" y="21646"/>
                </a:lnTo>
                <a:lnTo>
                  <a:pt x="6359" y="21646"/>
                </a:lnTo>
                <a:lnTo>
                  <a:pt x="6359" y="21645"/>
                </a:lnTo>
                <a:lnTo>
                  <a:pt x="6359" y="21645"/>
                </a:lnTo>
                <a:lnTo>
                  <a:pt x="6359" y="21644"/>
                </a:lnTo>
                <a:lnTo>
                  <a:pt x="6359" y="21644"/>
                </a:lnTo>
                <a:lnTo>
                  <a:pt x="6359" y="21643"/>
                </a:lnTo>
                <a:lnTo>
                  <a:pt x="6359" y="21643"/>
                </a:lnTo>
                <a:lnTo>
                  <a:pt x="6359" y="21642"/>
                </a:lnTo>
                <a:lnTo>
                  <a:pt x="6359" y="21642"/>
                </a:lnTo>
                <a:lnTo>
                  <a:pt x="6359" y="21641"/>
                </a:lnTo>
                <a:lnTo>
                  <a:pt x="6359" y="21641"/>
                </a:lnTo>
                <a:lnTo>
                  <a:pt x="6359" y="21640"/>
                </a:lnTo>
                <a:lnTo>
                  <a:pt x="6359" y="21640"/>
                </a:lnTo>
                <a:lnTo>
                  <a:pt x="6359" y="21639"/>
                </a:lnTo>
                <a:lnTo>
                  <a:pt x="6359" y="21639"/>
                </a:lnTo>
                <a:lnTo>
                  <a:pt x="6359" y="21638"/>
                </a:lnTo>
                <a:lnTo>
                  <a:pt x="6359" y="21638"/>
                </a:lnTo>
                <a:lnTo>
                  <a:pt x="6359" y="21637"/>
                </a:lnTo>
                <a:lnTo>
                  <a:pt x="6359" y="21637"/>
                </a:lnTo>
                <a:lnTo>
                  <a:pt x="6359" y="21636"/>
                </a:lnTo>
                <a:lnTo>
                  <a:pt x="6359" y="21636"/>
                </a:lnTo>
                <a:lnTo>
                  <a:pt x="6359" y="21635"/>
                </a:lnTo>
                <a:lnTo>
                  <a:pt x="6359" y="21635"/>
                </a:lnTo>
                <a:lnTo>
                  <a:pt x="6359" y="21634"/>
                </a:lnTo>
                <a:lnTo>
                  <a:pt x="6359" y="21634"/>
                </a:lnTo>
                <a:lnTo>
                  <a:pt x="6359" y="21633"/>
                </a:lnTo>
                <a:lnTo>
                  <a:pt x="6359" y="21633"/>
                </a:lnTo>
                <a:lnTo>
                  <a:pt x="6359" y="21632"/>
                </a:lnTo>
                <a:lnTo>
                  <a:pt x="6359" y="21632"/>
                </a:lnTo>
                <a:lnTo>
                  <a:pt x="6359" y="21631"/>
                </a:lnTo>
                <a:lnTo>
                  <a:pt x="6359" y="21631"/>
                </a:lnTo>
                <a:lnTo>
                  <a:pt x="6359" y="21630"/>
                </a:lnTo>
                <a:lnTo>
                  <a:pt x="6359" y="21629"/>
                </a:lnTo>
                <a:lnTo>
                  <a:pt x="6359" y="21629"/>
                </a:lnTo>
                <a:lnTo>
                  <a:pt x="6359" y="21628"/>
                </a:lnTo>
                <a:lnTo>
                  <a:pt x="6359" y="21628"/>
                </a:lnTo>
                <a:lnTo>
                  <a:pt x="6359" y="21627"/>
                </a:lnTo>
                <a:lnTo>
                  <a:pt x="6359" y="21627"/>
                </a:lnTo>
                <a:lnTo>
                  <a:pt x="6359" y="21626"/>
                </a:lnTo>
                <a:lnTo>
                  <a:pt x="6359" y="21626"/>
                </a:lnTo>
                <a:lnTo>
                  <a:pt x="6359" y="21625"/>
                </a:lnTo>
                <a:lnTo>
                  <a:pt x="6359" y="21625"/>
                </a:lnTo>
                <a:lnTo>
                  <a:pt x="6359" y="21624"/>
                </a:lnTo>
                <a:lnTo>
                  <a:pt x="6359" y="21624"/>
                </a:lnTo>
                <a:lnTo>
                  <a:pt x="6359" y="21623"/>
                </a:lnTo>
                <a:lnTo>
                  <a:pt x="6359" y="21623"/>
                </a:lnTo>
                <a:lnTo>
                  <a:pt x="6359" y="21622"/>
                </a:lnTo>
                <a:lnTo>
                  <a:pt x="6359" y="21622"/>
                </a:lnTo>
                <a:lnTo>
                  <a:pt x="6359" y="21621"/>
                </a:lnTo>
                <a:lnTo>
                  <a:pt x="6359" y="21621"/>
                </a:lnTo>
                <a:lnTo>
                  <a:pt x="6359" y="21620"/>
                </a:lnTo>
                <a:lnTo>
                  <a:pt x="6359" y="21620"/>
                </a:lnTo>
                <a:lnTo>
                  <a:pt x="6359" y="21619"/>
                </a:lnTo>
                <a:lnTo>
                  <a:pt x="6359" y="21619"/>
                </a:lnTo>
                <a:lnTo>
                  <a:pt x="6359" y="21618"/>
                </a:lnTo>
                <a:lnTo>
                  <a:pt x="6359" y="21618"/>
                </a:lnTo>
                <a:lnTo>
                  <a:pt x="6359" y="21617"/>
                </a:lnTo>
                <a:lnTo>
                  <a:pt x="6359" y="21617"/>
                </a:lnTo>
                <a:lnTo>
                  <a:pt x="6359" y="21616"/>
                </a:lnTo>
                <a:lnTo>
                  <a:pt x="6359" y="21616"/>
                </a:lnTo>
                <a:lnTo>
                  <a:pt x="6359" y="21615"/>
                </a:lnTo>
                <a:lnTo>
                  <a:pt x="6359" y="21615"/>
                </a:lnTo>
                <a:lnTo>
                  <a:pt x="6359" y="21614"/>
                </a:lnTo>
                <a:lnTo>
                  <a:pt x="6359" y="21614"/>
                </a:lnTo>
                <a:lnTo>
                  <a:pt x="6359" y="21613"/>
                </a:lnTo>
                <a:lnTo>
                  <a:pt x="6359" y="21613"/>
                </a:lnTo>
                <a:lnTo>
                  <a:pt x="6359" y="21612"/>
                </a:lnTo>
                <a:lnTo>
                  <a:pt x="6359" y="21611"/>
                </a:lnTo>
                <a:lnTo>
                  <a:pt x="6359" y="21611"/>
                </a:lnTo>
                <a:lnTo>
                  <a:pt x="6359" y="21610"/>
                </a:lnTo>
                <a:lnTo>
                  <a:pt x="6359" y="21610"/>
                </a:lnTo>
                <a:lnTo>
                  <a:pt x="6359" y="21609"/>
                </a:lnTo>
                <a:lnTo>
                  <a:pt x="6359" y="21609"/>
                </a:lnTo>
                <a:lnTo>
                  <a:pt x="6359" y="21608"/>
                </a:lnTo>
                <a:lnTo>
                  <a:pt x="6359" y="21608"/>
                </a:lnTo>
                <a:lnTo>
                  <a:pt x="6359" y="21607"/>
                </a:lnTo>
                <a:lnTo>
                  <a:pt x="6359" y="21607"/>
                </a:lnTo>
                <a:lnTo>
                  <a:pt x="6359" y="21606"/>
                </a:lnTo>
                <a:lnTo>
                  <a:pt x="6359" y="21606"/>
                </a:lnTo>
                <a:lnTo>
                  <a:pt x="6359" y="21605"/>
                </a:lnTo>
                <a:lnTo>
                  <a:pt x="6359" y="21605"/>
                </a:lnTo>
                <a:lnTo>
                  <a:pt x="6359" y="21604"/>
                </a:lnTo>
                <a:lnTo>
                  <a:pt x="6359" y="21604"/>
                </a:lnTo>
                <a:lnTo>
                  <a:pt x="6359" y="21603"/>
                </a:lnTo>
                <a:lnTo>
                  <a:pt x="6359" y="21603"/>
                </a:lnTo>
                <a:lnTo>
                  <a:pt x="6359" y="21602"/>
                </a:lnTo>
                <a:lnTo>
                  <a:pt x="6359" y="21602"/>
                </a:lnTo>
                <a:lnTo>
                  <a:pt x="6359" y="21601"/>
                </a:lnTo>
                <a:lnTo>
                  <a:pt x="6359" y="21601"/>
                </a:lnTo>
                <a:lnTo>
                  <a:pt x="6359" y="21600"/>
                </a:lnTo>
                <a:lnTo>
                  <a:pt x="6359" y="21600"/>
                </a:lnTo>
                <a:lnTo>
                  <a:pt x="6359" y="21599"/>
                </a:lnTo>
                <a:lnTo>
                  <a:pt x="6359" y="21599"/>
                </a:lnTo>
                <a:lnTo>
                  <a:pt x="6359" y="21598"/>
                </a:lnTo>
                <a:lnTo>
                  <a:pt x="6359" y="21598"/>
                </a:lnTo>
                <a:lnTo>
                  <a:pt x="6359" y="21597"/>
                </a:lnTo>
                <a:lnTo>
                  <a:pt x="6359" y="21596"/>
                </a:lnTo>
                <a:lnTo>
                  <a:pt x="6359" y="21596"/>
                </a:lnTo>
                <a:lnTo>
                  <a:pt x="6359" y="21595"/>
                </a:lnTo>
                <a:lnTo>
                  <a:pt x="6359" y="21595"/>
                </a:lnTo>
                <a:lnTo>
                  <a:pt x="6359" y="21594"/>
                </a:lnTo>
                <a:lnTo>
                  <a:pt x="6359" y="21594"/>
                </a:lnTo>
                <a:lnTo>
                  <a:pt x="6359" y="21593"/>
                </a:lnTo>
                <a:lnTo>
                  <a:pt x="6359" y="21593"/>
                </a:lnTo>
                <a:lnTo>
                  <a:pt x="6359" y="21592"/>
                </a:lnTo>
                <a:lnTo>
                  <a:pt x="6359" y="21592"/>
                </a:lnTo>
                <a:lnTo>
                  <a:pt x="6359" y="21591"/>
                </a:lnTo>
                <a:lnTo>
                  <a:pt x="6359" y="21591"/>
                </a:lnTo>
                <a:lnTo>
                  <a:pt x="6359" y="21590"/>
                </a:lnTo>
                <a:lnTo>
                  <a:pt x="6359" y="21590"/>
                </a:lnTo>
                <a:lnTo>
                  <a:pt x="6359" y="21589"/>
                </a:lnTo>
                <a:lnTo>
                  <a:pt x="6359" y="21589"/>
                </a:lnTo>
                <a:lnTo>
                  <a:pt x="6359" y="21588"/>
                </a:lnTo>
                <a:lnTo>
                  <a:pt x="6359" y="21588"/>
                </a:lnTo>
                <a:lnTo>
                  <a:pt x="6359" y="21587"/>
                </a:lnTo>
                <a:lnTo>
                  <a:pt x="6359" y="21587"/>
                </a:lnTo>
                <a:lnTo>
                  <a:pt x="6359" y="21586"/>
                </a:lnTo>
                <a:lnTo>
                  <a:pt x="6359" y="21586"/>
                </a:lnTo>
                <a:lnTo>
                  <a:pt x="6359" y="21585"/>
                </a:lnTo>
                <a:lnTo>
                  <a:pt x="6359" y="21585"/>
                </a:lnTo>
                <a:lnTo>
                  <a:pt x="6359" y="21584"/>
                </a:lnTo>
                <a:lnTo>
                  <a:pt x="6359" y="21584"/>
                </a:lnTo>
                <a:lnTo>
                  <a:pt x="6359" y="21583"/>
                </a:lnTo>
                <a:lnTo>
                  <a:pt x="6359" y="21582"/>
                </a:lnTo>
                <a:lnTo>
                  <a:pt x="6359" y="21582"/>
                </a:lnTo>
                <a:lnTo>
                  <a:pt x="6359" y="21581"/>
                </a:lnTo>
                <a:lnTo>
                  <a:pt x="6359" y="21581"/>
                </a:lnTo>
                <a:lnTo>
                  <a:pt x="6359" y="21580"/>
                </a:lnTo>
                <a:lnTo>
                  <a:pt x="6359" y="21580"/>
                </a:lnTo>
                <a:lnTo>
                  <a:pt x="6359" y="21579"/>
                </a:lnTo>
                <a:lnTo>
                  <a:pt x="6359" y="21579"/>
                </a:lnTo>
                <a:lnTo>
                  <a:pt x="6359" y="21578"/>
                </a:lnTo>
                <a:lnTo>
                  <a:pt x="6359" y="21578"/>
                </a:lnTo>
                <a:lnTo>
                  <a:pt x="6359" y="21577"/>
                </a:lnTo>
                <a:lnTo>
                  <a:pt x="6359" y="21577"/>
                </a:lnTo>
                <a:lnTo>
                  <a:pt x="6359" y="21576"/>
                </a:lnTo>
                <a:lnTo>
                  <a:pt x="6359" y="21576"/>
                </a:lnTo>
                <a:lnTo>
                  <a:pt x="6359" y="21575"/>
                </a:lnTo>
                <a:lnTo>
                  <a:pt x="6359" y="21575"/>
                </a:lnTo>
                <a:lnTo>
                  <a:pt x="6359" y="21574"/>
                </a:lnTo>
                <a:lnTo>
                  <a:pt x="6359" y="21574"/>
                </a:lnTo>
                <a:lnTo>
                  <a:pt x="6359" y="21573"/>
                </a:lnTo>
                <a:lnTo>
                  <a:pt x="6359" y="21573"/>
                </a:lnTo>
                <a:lnTo>
                  <a:pt x="6359" y="21572"/>
                </a:lnTo>
                <a:lnTo>
                  <a:pt x="6359" y="21572"/>
                </a:lnTo>
                <a:lnTo>
                  <a:pt x="6359" y="21571"/>
                </a:lnTo>
                <a:lnTo>
                  <a:pt x="6359" y="21570"/>
                </a:lnTo>
                <a:lnTo>
                  <a:pt x="6359" y="21570"/>
                </a:lnTo>
                <a:lnTo>
                  <a:pt x="6359" y="21569"/>
                </a:lnTo>
                <a:lnTo>
                  <a:pt x="6359" y="21569"/>
                </a:lnTo>
                <a:lnTo>
                  <a:pt x="6359" y="21568"/>
                </a:lnTo>
                <a:lnTo>
                  <a:pt x="6359" y="21568"/>
                </a:lnTo>
                <a:lnTo>
                  <a:pt x="6359" y="21567"/>
                </a:lnTo>
                <a:lnTo>
                  <a:pt x="6359" y="21567"/>
                </a:lnTo>
                <a:lnTo>
                  <a:pt x="6359" y="21566"/>
                </a:lnTo>
                <a:lnTo>
                  <a:pt x="6359" y="21566"/>
                </a:lnTo>
                <a:lnTo>
                  <a:pt x="6359" y="21565"/>
                </a:lnTo>
                <a:lnTo>
                  <a:pt x="6359" y="21565"/>
                </a:lnTo>
                <a:lnTo>
                  <a:pt x="6359" y="21564"/>
                </a:lnTo>
                <a:lnTo>
                  <a:pt x="6359" y="21564"/>
                </a:lnTo>
                <a:lnTo>
                  <a:pt x="6359" y="21563"/>
                </a:lnTo>
                <a:lnTo>
                  <a:pt x="6359" y="21563"/>
                </a:lnTo>
                <a:lnTo>
                  <a:pt x="6359" y="21562"/>
                </a:lnTo>
                <a:lnTo>
                  <a:pt x="6359" y="21562"/>
                </a:lnTo>
                <a:lnTo>
                  <a:pt x="6359" y="21561"/>
                </a:lnTo>
                <a:lnTo>
                  <a:pt x="6359" y="21561"/>
                </a:lnTo>
                <a:lnTo>
                  <a:pt x="6359" y="21560"/>
                </a:lnTo>
                <a:lnTo>
                  <a:pt x="6359" y="21559"/>
                </a:lnTo>
                <a:lnTo>
                  <a:pt x="6359" y="21559"/>
                </a:lnTo>
                <a:lnTo>
                  <a:pt x="6359" y="21558"/>
                </a:lnTo>
                <a:lnTo>
                  <a:pt x="6359" y="21558"/>
                </a:lnTo>
                <a:lnTo>
                  <a:pt x="6359" y="21557"/>
                </a:lnTo>
                <a:lnTo>
                  <a:pt x="6359" y="21557"/>
                </a:lnTo>
                <a:lnTo>
                  <a:pt x="6359" y="21556"/>
                </a:lnTo>
                <a:lnTo>
                  <a:pt x="6359" y="21556"/>
                </a:lnTo>
                <a:lnTo>
                  <a:pt x="6359" y="21555"/>
                </a:lnTo>
                <a:lnTo>
                  <a:pt x="6359" y="21555"/>
                </a:lnTo>
                <a:lnTo>
                  <a:pt x="6359" y="21554"/>
                </a:lnTo>
                <a:lnTo>
                  <a:pt x="6359" y="21554"/>
                </a:lnTo>
                <a:lnTo>
                  <a:pt x="6359" y="21553"/>
                </a:lnTo>
                <a:lnTo>
                  <a:pt x="6359" y="21553"/>
                </a:lnTo>
                <a:lnTo>
                  <a:pt x="6359" y="21552"/>
                </a:lnTo>
                <a:lnTo>
                  <a:pt x="6359" y="21552"/>
                </a:lnTo>
                <a:lnTo>
                  <a:pt x="6359" y="21551"/>
                </a:lnTo>
                <a:lnTo>
                  <a:pt x="6359" y="21551"/>
                </a:lnTo>
                <a:lnTo>
                  <a:pt x="6359" y="21550"/>
                </a:lnTo>
                <a:lnTo>
                  <a:pt x="6359" y="21550"/>
                </a:lnTo>
                <a:lnTo>
                  <a:pt x="6359" y="21549"/>
                </a:lnTo>
                <a:lnTo>
                  <a:pt x="6359" y="21548"/>
                </a:lnTo>
                <a:lnTo>
                  <a:pt x="6359" y="21548"/>
                </a:lnTo>
                <a:lnTo>
                  <a:pt x="6359" y="21547"/>
                </a:lnTo>
                <a:lnTo>
                  <a:pt x="6359" y="21547"/>
                </a:lnTo>
                <a:lnTo>
                  <a:pt x="6359" y="21546"/>
                </a:lnTo>
                <a:lnTo>
                  <a:pt x="6359" y="21546"/>
                </a:lnTo>
                <a:lnTo>
                  <a:pt x="6359" y="21545"/>
                </a:lnTo>
                <a:lnTo>
                  <a:pt x="6359" y="21545"/>
                </a:lnTo>
                <a:lnTo>
                  <a:pt x="6359" y="21544"/>
                </a:lnTo>
                <a:lnTo>
                  <a:pt x="6359" y="21544"/>
                </a:lnTo>
                <a:lnTo>
                  <a:pt x="6359" y="21543"/>
                </a:lnTo>
                <a:lnTo>
                  <a:pt x="6359" y="21543"/>
                </a:lnTo>
                <a:lnTo>
                  <a:pt x="6359" y="21542"/>
                </a:lnTo>
                <a:lnTo>
                  <a:pt x="6359" y="21542"/>
                </a:lnTo>
                <a:lnTo>
                  <a:pt x="6359" y="21541"/>
                </a:lnTo>
                <a:lnTo>
                  <a:pt x="6359" y="21541"/>
                </a:lnTo>
                <a:lnTo>
                  <a:pt x="6359" y="21540"/>
                </a:lnTo>
                <a:lnTo>
                  <a:pt x="6359" y="21540"/>
                </a:lnTo>
                <a:lnTo>
                  <a:pt x="6359" y="21539"/>
                </a:lnTo>
                <a:lnTo>
                  <a:pt x="6359" y="21538"/>
                </a:lnTo>
                <a:lnTo>
                  <a:pt x="6359" y="21538"/>
                </a:lnTo>
                <a:lnTo>
                  <a:pt x="6359" y="21537"/>
                </a:lnTo>
                <a:lnTo>
                  <a:pt x="6359" y="21537"/>
                </a:lnTo>
                <a:lnTo>
                  <a:pt x="6359" y="21536"/>
                </a:lnTo>
                <a:lnTo>
                  <a:pt x="6359" y="21536"/>
                </a:lnTo>
                <a:lnTo>
                  <a:pt x="6359" y="21535"/>
                </a:lnTo>
                <a:lnTo>
                  <a:pt x="6359" y="21535"/>
                </a:lnTo>
                <a:lnTo>
                  <a:pt x="6359" y="21534"/>
                </a:lnTo>
                <a:lnTo>
                  <a:pt x="6359" y="21534"/>
                </a:lnTo>
                <a:lnTo>
                  <a:pt x="6359" y="21533"/>
                </a:lnTo>
                <a:lnTo>
                  <a:pt x="6359" y="21533"/>
                </a:lnTo>
                <a:lnTo>
                  <a:pt x="6359" y="21532"/>
                </a:lnTo>
                <a:lnTo>
                  <a:pt x="6359" y="21532"/>
                </a:lnTo>
                <a:lnTo>
                  <a:pt x="6359" y="21531"/>
                </a:lnTo>
                <a:lnTo>
                  <a:pt x="6359" y="21531"/>
                </a:lnTo>
                <a:lnTo>
                  <a:pt x="6359" y="21530"/>
                </a:lnTo>
                <a:lnTo>
                  <a:pt x="6359" y="21530"/>
                </a:lnTo>
                <a:lnTo>
                  <a:pt x="6359" y="21529"/>
                </a:lnTo>
                <a:lnTo>
                  <a:pt x="6359" y="21528"/>
                </a:lnTo>
                <a:lnTo>
                  <a:pt x="6359" y="21528"/>
                </a:lnTo>
                <a:lnTo>
                  <a:pt x="6359" y="21527"/>
                </a:lnTo>
                <a:lnTo>
                  <a:pt x="6359" y="21527"/>
                </a:lnTo>
                <a:lnTo>
                  <a:pt x="6359" y="21526"/>
                </a:lnTo>
                <a:lnTo>
                  <a:pt x="6359" y="21526"/>
                </a:lnTo>
                <a:lnTo>
                  <a:pt x="6359" y="21525"/>
                </a:lnTo>
                <a:lnTo>
                  <a:pt x="6359" y="21525"/>
                </a:lnTo>
                <a:lnTo>
                  <a:pt x="6359" y="21524"/>
                </a:lnTo>
                <a:lnTo>
                  <a:pt x="6359" y="21524"/>
                </a:lnTo>
                <a:lnTo>
                  <a:pt x="6359" y="21523"/>
                </a:lnTo>
                <a:lnTo>
                  <a:pt x="6359" y="21523"/>
                </a:lnTo>
                <a:lnTo>
                  <a:pt x="6359" y="21522"/>
                </a:lnTo>
                <a:lnTo>
                  <a:pt x="6359" y="21522"/>
                </a:lnTo>
                <a:lnTo>
                  <a:pt x="6359" y="21521"/>
                </a:lnTo>
                <a:lnTo>
                  <a:pt x="6359" y="21521"/>
                </a:lnTo>
                <a:lnTo>
                  <a:pt x="6359" y="21520"/>
                </a:lnTo>
                <a:lnTo>
                  <a:pt x="6359" y="21519"/>
                </a:lnTo>
                <a:lnTo>
                  <a:pt x="6359" y="21519"/>
                </a:lnTo>
                <a:lnTo>
                  <a:pt x="6359" y="21518"/>
                </a:lnTo>
                <a:lnTo>
                  <a:pt x="6359" y="21518"/>
                </a:lnTo>
                <a:lnTo>
                  <a:pt x="6359" y="21517"/>
                </a:lnTo>
                <a:lnTo>
                  <a:pt x="6359" y="21517"/>
                </a:lnTo>
                <a:lnTo>
                  <a:pt x="6359" y="21516"/>
                </a:lnTo>
                <a:lnTo>
                  <a:pt x="6359" y="21516"/>
                </a:lnTo>
                <a:lnTo>
                  <a:pt x="6359" y="21515"/>
                </a:lnTo>
                <a:lnTo>
                  <a:pt x="6359" y="21515"/>
                </a:lnTo>
                <a:lnTo>
                  <a:pt x="6359" y="21514"/>
                </a:lnTo>
                <a:lnTo>
                  <a:pt x="6359" y="21514"/>
                </a:lnTo>
                <a:lnTo>
                  <a:pt x="6359" y="21513"/>
                </a:lnTo>
                <a:lnTo>
                  <a:pt x="6359" y="21513"/>
                </a:lnTo>
                <a:lnTo>
                  <a:pt x="6359" y="21512"/>
                </a:lnTo>
                <a:lnTo>
                  <a:pt x="6359" y="21512"/>
                </a:lnTo>
                <a:lnTo>
                  <a:pt x="6359" y="21511"/>
                </a:lnTo>
                <a:lnTo>
                  <a:pt x="6359" y="21510"/>
                </a:lnTo>
                <a:lnTo>
                  <a:pt x="6359" y="21510"/>
                </a:lnTo>
                <a:lnTo>
                  <a:pt x="6359" y="21509"/>
                </a:lnTo>
                <a:lnTo>
                  <a:pt x="6359" y="21509"/>
                </a:lnTo>
                <a:lnTo>
                  <a:pt x="6359" y="21508"/>
                </a:lnTo>
                <a:lnTo>
                  <a:pt x="6359" y="21508"/>
                </a:lnTo>
                <a:lnTo>
                  <a:pt x="6359" y="21507"/>
                </a:lnTo>
                <a:lnTo>
                  <a:pt x="6359" y="21507"/>
                </a:lnTo>
                <a:lnTo>
                  <a:pt x="6359" y="21506"/>
                </a:lnTo>
                <a:lnTo>
                  <a:pt x="6359" y="21506"/>
                </a:lnTo>
                <a:lnTo>
                  <a:pt x="6359" y="21505"/>
                </a:lnTo>
                <a:lnTo>
                  <a:pt x="6359" y="21505"/>
                </a:lnTo>
                <a:lnTo>
                  <a:pt x="6359" y="21504"/>
                </a:lnTo>
                <a:lnTo>
                  <a:pt x="6359" y="21504"/>
                </a:lnTo>
                <a:lnTo>
                  <a:pt x="6359" y="21503"/>
                </a:lnTo>
                <a:lnTo>
                  <a:pt x="6359" y="21502"/>
                </a:lnTo>
                <a:lnTo>
                  <a:pt x="6359" y="21502"/>
                </a:lnTo>
                <a:lnTo>
                  <a:pt x="6359" y="21501"/>
                </a:lnTo>
                <a:lnTo>
                  <a:pt x="6359" y="21501"/>
                </a:lnTo>
                <a:lnTo>
                  <a:pt x="6359" y="21500"/>
                </a:lnTo>
                <a:lnTo>
                  <a:pt x="6359" y="21500"/>
                </a:lnTo>
                <a:lnTo>
                  <a:pt x="6359" y="21499"/>
                </a:lnTo>
                <a:lnTo>
                  <a:pt x="6359" y="21499"/>
                </a:lnTo>
                <a:lnTo>
                  <a:pt x="6359" y="21498"/>
                </a:lnTo>
                <a:lnTo>
                  <a:pt x="6359" y="21498"/>
                </a:lnTo>
                <a:lnTo>
                  <a:pt x="6359" y="21497"/>
                </a:lnTo>
                <a:lnTo>
                  <a:pt x="6359" y="21497"/>
                </a:lnTo>
                <a:lnTo>
                  <a:pt x="6359" y="21496"/>
                </a:lnTo>
                <a:lnTo>
                  <a:pt x="6359" y="21496"/>
                </a:lnTo>
                <a:lnTo>
                  <a:pt x="6359" y="21495"/>
                </a:lnTo>
                <a:lnTo>
                  <a:pt x="6359" y="21494"/>
                </a:lnTo>
                <a:lnTo>
                  <a:pt x="6359" y="21494"/>
                </a:lnTo>
                <a:lnTo>
                  <a:pt x="6359" y="21493"/>
                </a:lnTo>
                <a:lnTo>
                  <a:pt x="6359" y="21493"/>
                </a:lnTo>
                <a:lnTo>
                  <a:pt x="6359" y="21492"/>
                </a:lnTo>
                <a:lnTo>
                  <a:pt x="6359" y="21492"/>
                </a:lnTo>
                <a:lnTo>
                  <a:pt x="6359" y="21491"/>
                </a:lnTo>
                <a:lnTo>
                  <a:pt x="6359" y="21491"/>
                </a:lnTo>
                <a:lnTo>
                  <a:pt x="6359" y="21490"/>
                </a:lnTo>
                <a:lnTo>
                  <a:pt x="6359" y="21490"/>
                </a:lnTo>
                <a:lnTo>
                  <a:pt x="6359" y="21489"/>
                </a:lnTo>
                <a:lnTo>
                  <a:pt x="6359" y="21489"/>
                </a:lnTo>
                <a:lnTo>
                  <a:pt x="6359" y="21488"/>
                </a:lnTo>
                <a:lnTo>
                  <a:pt x="6359" y="21488"/>
                </a:lnTo>
                <a:lnTo>
                  <a:pt x="6359" y="21487"/>
                </a:lnTo>
                <a:lnTo>
                  <a:pt x="6359" y="21486"/>
                </a:lnTo>
                <a:lnTo>
                  <a:pt x="6359" y="21486"/>
                </a:lnTo>
                <a:lnTo>
                  <a:pt x="6359" y="21485"/>
                </a:lnTo>
                <a:lnTo>
                  <a:pt x="6359" y="21485"/>
                </a:lnTo>
                <a:lnTo>
                  <a:pt x="6359" y="21484"/>
                </a:lnTo>
                <a:lnTo>
                  <a:pt x="6359" y="21484"/>
                </a:lnTo>
                <a:lnTo>
                  <a:pt x="6359" y="21483"/>
                </a:lnTo>
                <a:lnTo>
                  <a:pt x="6359" y="21483"/>
                </a:lnTo>
                <a:lnTo>
                  <a:pt x="6359" y="21482"/>
                </a:lnTo>
                <a:lnTo>
                  <a:pt x="6359" y="21482"/>
                </a:lnTo>
                <a:lnTo>
                  <a:pt x="6359" y="21481"/>
                </a:lnTo>
                <a:lnTo>
                  <a:pt x="6359" y="21481"/>
                </a:lnTo>
                <a:lnTo>
                  <a:pt x="6359" y="21480"/>
                </a:lnTo>
                <a:lnTo>
                  <a:pt x="6359" y="21480"/>
                </a:lnTo>
                <a:lnTo>
                  <a:pt x="6359" y="21479"/>
                </a:lnTo>
                <a:lnTo>
                  <a:pt x="6359" y="21478"/>
                </a:lnTo>
                <a:lnTo>
                  <a:pt x="6359" y="21478"/>
                </a:lnTo>
                <a:lnTo>
                  <a:pt x="6359" y="21477"/>
                </a:lnTo>
                <a:lnTo>
                  <a:pt x="6359" y="21477"/>
                </a:lnTo>
                <a:lnTo>
                  <a:pt x="6359" y="21476"/>
                </a:lnTo>
                <a:lnTo>
                  <a:pt x="6359" y="21476"/>
                </a:lnTo>
                <a:lnTo>
                  <a:pt x="6359" y="21475"/>
                </a:lnTo>
                <a:lnTo>
                  <a:pt x="6359" y="21475"/>
                </a:lnTo>
                <a:lnTo>
                  <a:pt x="6359" y="21474"/>
                </a:lnTo>
                <a:lnTo>
                  <a:pt x="6359" y="21474"/>
                </a:lnTo>
                <a:lnTo>
                  <a:pt x="6359" y="21473"/>
                </a:lnTo>
                <a:lnTo>
                  <a:pt x="6359" y="21473"/>
                </a:lnTo>
                <a:lnTo>
                  <a:pt x="6359" y="21472"/>
                </a:lnTo>
                <a:lnTo>
                  <a:pt x="6359" y="21471"/>
                </a:lnTo>
                <a:lnTo>
                  <a:pt x="6359" y="21471"/>
                </a:lnTo>
                <a:lnTo>
                  <a:pt x="6359" y="21470"/>
                </a:lnTo>
                <a:lnTo>
                  <a:pt x="6359" y="21470"/>
                </a:lnTo>
                <a:lnTo>
                  <a:pt x="6359" y="21469"/>
                </a:lnTo>
                <a:lnTo>
                  <a:pt x="6359" y="21469"/>
                </a:lnTo>
                <a:lnTo>
                  <a:pt x="6359" y="21468"/>
                </a:lnTo>
                <a:lnTo>
                  <a:pt x="6359" y="21468"/>
                </a:lnTo>
                <a:lnTo>
                  <a:pt x="6359" y="21467"/>
                </a:lnTo>
                <a:lnTo>
                  <a:pt x="6359" y="21467"/>
                </a:lnTo>
                <a:lnTo>
                  <a:pt x="6359" y="21466"/>
                </a:lnTo>
                <a:lnTo>
                  <a:pt x="6359" y="21466"/>
                </a:lnTo>
                <a:lnTo>
                  <a:pt x="6359" y="21465"/>
                </a:lnTo>
                <a:lnTo>
                  <a:pt x="6359" y="21465"/>
                </a:lnTo>
                <a:lnTo>
                  <a:pt x="6359" y="21464"/>
                </a:lnTo>
                <a:lnTo>
                  <a:pt x="6359" y="21463"/>
                </a:lnTo>
                <a:lnTo>
                  <a:pt x="6359" y="21463"/>
                </a:lnTo>
                <a:lnTo>
                  <a:pt x="6359" y="21462"/>
                </a:lnTo>
                <a:lnTo>
                  <a:pt x="6359" y="21462"/>
                </a:lnTo>
                <a:lnTo>
                  <a:pt x="6359" y="21461"/>
                </a:lnTo>
                <a:lnTo>
                  <a:pt x="6359" y="21461"/>
                </a:lnTo>
                <a:lnTo>
                  <a:pt x="6359" y="21460"/>
                </a:lnTo>
                <a:lnTo>
                  <a:pt x="6359" y="21460"/>
                </a:lnTo>
                <a:lnTo>
                  <a:pt x="6359" y="21459"/>
                </a:lnTo>
                <a:lnTo>
                  <a:pt x="6359" y="21459"/>
                </a:lnTo>
                <a:lnTo>
                  <a:pt x="6359" y="21458"/>
                </a:lnTo>
                <a:lnTo>
                  <a:pt x="6359" y="21458"/>
                </a:lnTo>
                <a:lnTo>
                  <a:pt x="6359" y="21457"/>
                </a:lnTo>
                <a:lnTo>
                  <a:pt x="6359" y="21456"/>
                </a:lnTo>
                <a:lnTo>
                  <a:pt x="6359" y="21456"/>
                </a:lnTo>
                <a:lnTo>
                  <a:pt x="6359" y="21455"/>
                </a:lnTo>
                <a:lnTo>
                  <a:pt x="6359" y="21455"/>
                </a:lnTo>
                <a:lnTo>
                  <a:pt x="6359" y="21454"/>
                </a:lnTo>
                <a:lnTo>
                  <a:pt x="6359" y="21454"/>
                </a:lnTo>
                <a:lnTo>
                  <a:pt x="6359" y="21453"/>
                </a:lnTo>
                <a:lnTo>
                  <a:pt x="6359" y="21453"/>
                </a:lnTo>
                <a:lnTo>
                  <a:pt x="6359" y="21452"/>
                </a:lnTo>
                <a:lnTo>
                  <a:pt x="6359" y="21452"/>
                </a:lnTo>
                <a:lnTo>
                  <a:pt x="6359" y="21451"/>
                </a:lnTo>
                <a:lnTo>
                  <a:pt x="6359" y="21451"/>
                </a:lnTo>
                <a:lnTo>
                  <a:pt x="6359" y="21450"/>
                </a:lnTo>
                <a:lnTo>
                  <a:pt x="6359" y="21449"/>
                </a:lnTo>
                <a:lnTo>
                  <a:pt x="6359" y="21449"/>
                </a:lnTo>
                <a:lnTo>
                  <a:pt x="6359" y="21448"/>
                </a:lnTo>
                <a:lnTo>
                  <a:pt x="6359" y="21448"/>
                </a:lnTo>
                <a:lnTo>
                  <a:pt x="6359" y="21447"/>
                </a:lnTo>
                <a:lnTo>
                  <a:pt x="6359" y="21447"/>
                </a:lnTo>
                <a:lnTo>
                  <a:pt x="6359" y="21446"/>
                </a:lnTo>
                <a:lnTo>
                  <a:pt x="6359" y="21446"/>
                </a:lnTo>
                <a:lnTo>
                  <a:pt x="6359" y="21445"/>
                </a:lnTo>
                <a:lnTo>
                  <a:pt x="6359" y="21445"/>
                </a:lnTo>
                <a:lnTo>
                  <a:pt x="6359" y="21444"/>
                </a:lnTo>
                <a:lnTo>
                  <a:pt x="6359" y="21443"/>
                </a:lnTo>
                <a:lnTo>
                  <a:pt x="6359" y="21443"/>
                </a:lnTo>
                <a:lnTo>
                  <a:pt x="6359" y="21442"/>
                </a:lnTo>
                <a:lnTo>
                  <a:pt x="6359" y="21442"/>
                </a:lnTo>
                <a:lnTo>
                  <a:pt x="6359" y="21441"/>
                </a:lnTo>
                <a:lnTo>
                  <a:pt x="6359" y="21441"/>
                </a:lnTo>
                <a:lnTo>
                  <a:pt x="6359" y="21440"/>
                </a:lnTo>
                <a:lnTo>
                  <a:pt x="6359" y="21440"/>
                </a:lnTo>
                <a:lnTo>
                  <a:pt x="6359" y="21439"/>
                </a:lnTo>
                <a:lnTo>
                  <a:pt x="6359" y="21439"/>
                </a:lnTo>
                <a:lnTo>
                  <a:pt x="6359" y="21438"/>
                </a:lnTo>
                <a:lnTo>
                  <a:pt x="6359" y="21438"/>
                </a:lnTo>
                <a:lnTo>
                  <a:pt x="6359" y="21437"/>
                </a:lnTo>
                <a:lnTo>
                  <a:pt x="6359" y="21436"/>
                </a:lnTo>
                <a:lnTo>
                  <a:pt x="6359" y="21436"/>
                </a:lnTo>
                <a:lnTo>
                  <a:pt x="6359" y="21435"/>
                </a:lnTo>
                <a:lnTo>
                  <a:pt x="6359" y="21435"/>
                </a:lnTo>
                <a:lnTo>
                  <a:pt x="6359" y="21434"/>
                </a:lnTo>
                <a:lnTo>
                  <a:pt x="6359" y="21434"/>
                </a:lnTo>
                <a:lnTo>
                  <a:pt x="6359" y="21433"/>
                </a:lnTo>
                <a:lnTo>
                  <a:pt x="6359" y="21433"/>
                </a:lnTo>
                <a:lnTo>
                  <a:pt x="6359" y="21432"/>
                </a:lnTo>
                <a:lnTo>
                  <a:pt x="6359" y="21432"/>
                </a:lnTo>
                <a:lnTo>
                  <a:pt x="6359" y="21431"/>
                </a:lnTo>
                <a:lnTo>
                  <a:pt x="6359" y="21430"/>
                </a:lnTo>
                <a:lnTo>
                  <a:pt x="6359" y="21430"/>
                </a:lnTo>
                <a:lnTo>
                  <a:pt x="6359" y="21429"/>
                </a:lnTo>
                <a:lnTo>
                  <a:pt x="6359" y="21429"/>
                </a:lnTo>
                <a:lnTo>
                  <a:pt x="6359" y="21428"/>
                </a:lnTo>
                <a:lnTo>
                  <a:pt x="6359" y="21428"/>
                </a:lnTo>
                <a:lnTo>
                  <a:pt x="6359" y="21427"/>
                </a:lnTo>
                <a:lnTo>
                  <a:pt x="6359" y="21427"/>
                </a:lnTo>
                <a:lnTo>
                  <a:pt x="6359" y="21426"/>
                </a:lnTo>
                <a:lnTo>
                  <a:pt x="6359" y="21426"/>
                </a:lnTo>
                <a:lnTo>
                  <a:pt x="6359" y="21425"/>
                </a:lnTo>
                <a:lnTo>
                  <a:pt x="6359" y="21425"/>
                </a:lnTo>
                <a:lnTo>
                  <a:pt x="6359" y="21424"/>
                </a:lnTo>
                <a:lnTo>
                  <a:pt x="6359" y="21423"/>
                </a:lnTo>
                <a:lnTo>
                  <a:pt x="6359" y="21423"/>
                </a:lnTo>
                <a:lnTo>
                  <a:pt x="6359" y="21422"/>
                </a:lnTo>
                <a:lnTo>
                  <a:pt x="6359" y="21422"/>
                </a:lnTo>
                <a:lnTo>
                  <a:pt x="6359" y="21421"/>
                </a:lnTo>
                <a:lnTo>
                  <a:pt x="6359" y="21421"/>
                </a:lnTo>
                <a:lnTo>
                  <a:pt x="6359" y="21420"/>
                </a:lnTo>
                <a:lnTo>
                  <a:pt x="6359" y="21420"/>
                </a:lnTo>
                <a:lnTo>
                  <a:pt x="6359" y="21419"/>
                </a:lnTo>
                <a:lnTo>
                  <a:pt x="6359" y="21419"/>
                </a:lnTo>
                <a:lnTo>
                  <a:pt x="6359" y="21418"/>
                </a:lnTo>
                <a:lnTo>
                  <a:pt x="6359" y="21417"/>
                </a:lnTo>
                <a:lnTo>
                  <a:pt x="6359" y="21417"/>
                </a:lnTo>
                <a:lnTo>
                  <a:pt x="6359" y="21416"/>
                </a:lnTo>
                <a:lnTo>
                  <a:pt x="6359" y="21416"/>
                </a:lnTo>
                <a:lnTo>
                  <a:pt x="6359" y="21415"/>
                </a:lnTo>
                <a:lnTo>
                  <a:pt x="6359" y="21415"/>
                </a:lnTo>
                <a:lnTo>
                  <a:pt x="6359" y="21414"/>
                </a:lnTo>
                <a:lnTo>
                  <a:pt x="6359" y="21414"/>
                </a:lnTo>
                <a:lnTo>
                  <a:pt x="6359" y="21413"/>
                </a:lnTo>
                <a:lnTo>
                  <a:pt x="6359" y="21413"/>
                </a:lnTo>
                <a:lnTo>
                  <a:pt x="6359" y="21412"/>
                </a:lnTo>
                <a:lnTo>
                  <a:pt x="6359" y="21411"/>
                </a:lnTo>
                <a:lnTo>
                  <a:pt x="6359" y="21411"/>
                </a:lnTo>
                <a:lnTo>
                  <a:pt x="6359" y="21410"/>
                </a:lnTo>
                <a:lnTo>
                  <a:pt x="6359" y="21410"/>
                </a:lnTo>
                <a:lnTo>
                  <a:pt x="6359" y="21409"/>
                </a:lnTo>
                <a:lnTo>
                  <a:pt x="6359" y="21409"/>
                </a:lnTo>
                <a:lnTo>
                  <a:pt x="6359" y="21408"/>
                </a:lnTo>
                <a:lnTo>
                  <a:pt x="6359" y="21408"/>
                </a:lnTo>
                <a:lnTo>
                  <a:pt x="6359" y="21407"/>
                </a:lnTo>
                <a:lnTo>
                  <a:pt x="6359" y="21407"/>
                </a:lnTo>
                <a:lnTo>
                  <a:pt x="6359" y="21406"/>
                </a:lnTo>
                <a:lnTo>
                  <a:pt x="6359" y="21405"/>
                </a:lnTo>
                <a:lnTo>
                  <a:pt x="6359" y="21405"/>
                </a:lnTo>
                <a:lnTo>
                  <a:pt x="6359" y="21404"/>
                </a:lnTo>
                <a:lnTo>
                  <a:pt x="6359" y="21404"/>
                </a:lnTo>
                <a:lnTo>
                  <a:pt x="6359" y="21403"/>
                </a:lnTo>
                <a:lnTo>
                  <a:pt x="6359" y="21403"/>
                </a:lnTo>
                <a:lnTo>
                  <a:pt x="6359" y="21402"/>
                </a:lnTo>
                <a:lnTo>
                  <a:pt x="6359" y="21402"/>
                </a:lnTo>
                <a:lnTo>
                  <a:pt x="6359" y="21401"/>
                </a:lnTo>
                <a:lnTo>
                  <a:pt x="6359" y="21401"/>
                </a:lnTo>
                <a:lnTo>
                  <a:pt x="6359" y="21400"/>
                </a:lnTo>
                <a:lnTo>
                  <a:pt x="6359" y="21399"/>
                </a:lnTo>
                <a:lnTo>
                  <a:pt x="6359" y="21399"/>
                </a:lnTo>
                <a:lnTo>
                  <a:pt x="6359" y="21398"/>
                </a:lnTo>
                <a:lnTo>
                  <a:pt x="6359" y="21398"/>
                </a:lnTo>
                <a:lnTo>
                  <a:pt x="6359" y="21397"/>
                </a:lnTo>
                <a:lnTo>
                  <a:pt x="6359" y="21397"/>
                </a:lnTo>
                <a:lnTo>
                  <a:pt x="6359" y="21396"/>
                </a:lnTo>
                <a:lnTo>
                  <a:pt x="6359" y="21396"/>
                </a:lnTo>
                <a:lnTo>
                  <a:pt x="6359" y="21395"/>
                </a:lnTo>
                <a:lnTo>
                  <a:pt x="6359" y="21395"/>
                </a:lnTo>
                <a:lnTo>
                  <a:pt x="6359" y="21394"/>
                </a:lnTo>
                <a:lnTo>
                  <a:pt x="6359" y="21393"/>
                </a:lnTo>
                <a:lnTo>
                  <a:pt x="6359" y="21393"/>
                </a:lnTo>
                <a:lnTo>
                  <a:pt x="6359" y="21392"/>
                </a:lnTo>
                <a:lnTo>
                  <a:pt x="6359" y="21392"/>
                </a:lnTo>
                <a:lnTo>
                  <a:pt x="6359" y="21391"/>
                </a:lnTo>
                <a:lnTo>
                  <a:pt x="6359" y="21391"/>
                </a:lnTo>
                <a:lnTo>
                  <a:pt x="6359" y="21390"/>
                </a:lnTo>
                <a:lnTo>
                  <a:pt x="6359" y="21390"/>
                </a:lnTo>
                <a:lnTo>
                  <a:pt x="6359" y="21389"/>
                </a:lnTo>
                <a:lnTo>
                  <a:pt x="6359" y="21388"/>
                </a:lnTo>
                <a:lnTo>
                  <a:pt x="6359" y="21388"/>
                </a:lnTo>
                <a:lnTo>
                  <a:pt x="6359" y="21387"/>
                </a:lnTo>
                <a:lnTo>
                  <a:pt x="6359" y="21387"/>
                </a:lnTo>
                <a:lnTo>
                  <a:pt x="6359" y="21386"/>
                </a:lnTo>
                <a:lnTo>
                  <a:pt x="6359" y="21386"/>
                </a:lnTo>
                <a:lnTo>
                  <a:pt x="6359" y="21385"/>
                </a:lnTo>
                <a:lnTo>
                  <a:pt x="6359" y="21385"/>
                </a:lnTo>
                <a:lnTo>
                  <a:pt x="6359" y="21384"/>
                </a:lnTo>
                <a:lnTo>
                  <a:pt x="6359" y="21384"/>
                </a:lnTo>
                <a:lnTo>
                  <a:pt x="6359" y="21383"/>
                </a:lnTo>
                <a:lnTo>
                  <a:pt x="6359" y="21382"/>
                </a:lnTo>
                <a:lnTo>
                  <a:pt x="6359" y="21382"/>
                </a:lnTo>
                <a:lnTo>
                  <a:pt x="6359" y="21381"/>
                </a:lnTo>
                <a:lnTo>
                  <a:pt x="6359" y="21381"/>
                </a:lnTo>
                <a:lnTo>
                  <a:pt x="6359" y="21380"/>
                </a:lnTo>
                <a:lnTo>
                  <a:pt x="6359" y="21380"/>
                </a:lnTo>
                <a:lnTo>
                  <a:pt x="6359" y="21379"/>
                </a:lnTo>
                <a:lnTo>
                  <a:pt x="6359" y="21379"/>
                </a:lnTo>
                <a:lnTo>
                  <a:pt x="6359" y="21378"/>
                </a:lnTo>
                <a:lnTo>
                  <a:pt x="6359" y="21377"/>
                </a:lnTo>
                <a:lnTo>
                  <a:pt x="6359" y="21377"/>
                </a:lnTo>
                <a:lnTo>
                  <a:pt x="6359" y="21376"/>
                </a:lnTo>
                <a:lnTo>
                  <a:pt x="6359" y="21376"/>
                </a:lnTo>
                <a:lnTo>
                  <a:pt x="6359" y="21375"/>
                </a:lnTo>
                <a:lnTo>
                  <a:pt x="6359" y="21375"/>
                </a:lnTo>
                <a:lnTo>
                  <a:pt x="6359" y="21374"/>
                </a:lnTo>
                <a:lnTo>
                  <a:pt x="6359" y="21374"/>
                </a:lnTo>
                <a:lnTo>
                  <a:pt x="6359" y="21373"/>
                </a:lnTo>
                <a:lnTo>
                  <a:pt x="6359" y="21373"/>
                </a:lnTo>
                <a:lnTo>
                  <a:pt x="6359" y="21372"/>
                </a:lnTo>
                <a:lnTo>
                  <a:pt x="6359" y="21371"/>
                </a:lnTo>
                <a:lnTo>
                  <a:pt x="6359" y="21371"/>
                </a:lnTo>
                <a:lnTo>
                  <a:pt x="6359" y="21370"/>
                </a:lnTo>
                <a:lnTo>
                  <a:pt x="6359" y="21370"/>
                </a:lnTo>
                <a:lnTo>
                  <a:pt x="6359" y="21369"/>
                </a:lnTo>
                <a:lnTo>
                  <a:pt x="6359" y="21369"/>
                </a:lnTo>
                <a:lnTo>
                  <a:pt x="6359" y="21368"/>
                </a:lnTo>
                <a:lnTo>
                  <a:pt x="6359" y="21368"/>
                </a:lnTo>
                <a:lnTo>
                  <a:pt x="6359" y="21367"/>
                </a:lnTo>
                <a:lnTo>
                  <a:pt x="6359" y="21366"/>
                </a:lnTo>
                <a:lnTo>
                  <a:pt x="6359" y="21366"/>
                </a:lnTo>
                <a:lnTo>
                  <a:pt x="6359" y="21365"/>
                </a:lnTo>
                <a:lnTo>
                  <a:pt x="6359" y="21365"/>
                </a:lnTo>
                <a:lnTo>
                  <a:pt x="6359" y="21364"/>
                </a:lnTo>
                <a:lnTo>
                  <a:pt x="6359" y="21364"/>
                </a:lnTo>
                <a:lnTo>
                  <a:pt x="6359" y="21363"/>
                </a:lnTo>
                <a:lnTo>
                  <a:pt x="6359" y="21363"/>
                </a:lnTo>
                <a:lnTo>
                  <a:pt x="6359" y="21362"/>
                </a:lnTo>
                <a:lnTo>
                  <a:pt x="6359" y="21362"/>
                </a:lnTo>
                <a:lnTo>
                  <a:pt x="6359" y="21361"/>
                </a:lnTo>
                <a:lnTo>
                  <a:pt x="6359" y="21360"/>
                </a:lnTo>
                <a:lnTo>
                  <a:pt x="6359" y="21360"/>
                </a:lnTo>
                <a:lnTo>
                  <a:pt x="6359" y="21359"/>
                </a:lnTo>
                <a:lnTo>
                  <a:pt x="6359" y="21359"/>
                </a:lnTo>
                <a:lnTo>
                  <a:pt x="6359" y="21358"/>
                </a:lnTo>
                <a:lnTo>
                  <a:pt x="6359" y="21358"/>
                </a:lnTo>
                <a:lnTo>
                  <a:pt x="6359" y="21357"/>
                </a:lnTo>
                <a:lnTo>
                  <a:pt x="6359" y="21357"/>
                </a:lnTo>
                <a:lnTo>
                  <a:pt x="6359" y="21356"/>
                </a:lnTo>
                <a:lnTo>
                  <a:pt x="6359" y="21355"/>
                </a:lnTo>
                <a:lnTo>
                  <a:pt x="6359" y="21355"/>
                </a:lnTo>
                <a:lnTo>
                  <a:pt x="6359" y="21354"/>
                </a:lnTo>
                <a:lnTo>
                  <a:pt x="6359" y="21354"/>
                </a:lnTo>
                <a:lnTo>
                  <a:pt x="6359" y="21353"/>
                </a:lnTo>
                <a:lnTo>
                  <a:pt x="6359" y="21353"/>
                </a:lnTo>
                <a:lnTo>
                  <a:pt x="6359" y="21352"/>
                </a:lnTo>
                <a:lnTo>
                  <a:pt x="6359" y="21352"/>
                </a:lnTo>
                <a:lnTo>
                  <a:pt x="6359" y="21351"/>
                </a:lnTo>
                <a:lnTo>
                  <a:pt x="6359" y="21350"/>
                </a:lnTo>
                <a:lnTo>
                  <a:pt x="6359" y="21350"/>
                </a:lnTo>
                <a:lnTo>
                  <a:pt x="6359" y="21349"/>
                </a:lnTo>
                <a:lnTo>
                  <a:pt x="6359" y="21349"/>
                </a:lnTo>
                <a:lnTo>
                  <a:pt x="6359" y="21348"/>
                </a:lnTo>
                <a:lnTo>
                  <a:pt x="6359" y="21348"/>
                </a:lnTo>
                <a:lnTo>
                  <a:pt x="6359" y="21347"/>
                </a:lnTo>
                <a:lnTo>
                  <a:pt x="6359" y="21347"/>
                </a:lnTo>
                <a:lnTo>
                  <a:pt x="6359" y="21346"/>
                </a:lnTo>
                <a:lnTo>
                  <a:pt x="6359" y="21345"/>
                </a:lnTo>
                <a:lnTo>
                  <a:pt x="6359" y="21345"/>
                </a:lnTo>
                <a:lnTo>
                  <a:pt x="6359" y="21344"/>
                </a:lnTo>
                <a:lnTo>
                  <a:pt x="6359" y="21344"/>
                </a:lnTo>
                <a:lnTo>
                  <a:pt x="6359" y="21343"/>
                </a:lnTo>
                <a:lnTo>
                  <a:pt x="6359" y="21343"/>
                </a:lnTo>
                <a:lnTo>
                  <a:pt x="6359" y="21342"/>
                </a:lnTo>
                <a:lnTo>
                  <a:pt x="6359" y="21342"/>
                </a:lnTo>
                <a:lnTo>
                  <a:pt x="6359" y="21341"/>
                </a:lnTo>
                <a:lnTo>
                  <a:pt x="6359" y="21340"/>
                </a:lnTo>
                <a:lnTo>
                  <a:pt x="6359" y="21340"/>
                </a:lnTo>
                <a:lnTo>
                  <a:pt x="6359" y="21339"/>
                </a:lnTo>
                <a:lnTo>
                  <a:pt x="6359" y="21339"/>
                </a:lnTo>
                <a:lnTo>
                  <a:pt x="6359" y="21338"/>
                </a:lnTo>
                <a:lnTo>
                  <a:pt x="6359" y="21338"/>
                </a:lnTo>
                <a:lnTo>
                  <a:pt x="6359" y="21337"/>
                </a:lnTo>
                <a:lnTo>
                  <a:pt x="6359" y="21337"/>
                </a:lnTo>
                <a:lnTo>
                  <a:pt x="6359" y="21336"/>
                </a:lnTo>
                <a:lnTo>
                  <a:pt x="6359" y="21335"/>
                </a:lnTo>
                <a:lnTo>
                  <a:pt x="6359" y="21335"/>
                </a:lnTo>
                <a:lnTo>
                  <a:pt x="6359" y="21334"/>
                </a:lnTo>
                <a:lnTo>
                  <a:pt x="6359" y="21334"/>
                </a:lnTo>
                <a:lnTo>
                  <a:pt x="6359" y="21333"/>
                </a:lnTo>
                <a:lnTo>
                  <a:pt x="6359" y="21333"/>
                </a:lnTo>
                <a:lnTo>
                  <a:pt x="6359" y="21332"/>
                </a:lnTo>
                <a:lnTo>
                  <a:pt x="6359" y="21332"/>
                </a:lnTo>
                <a:lnTo>
                  <a:pt x="6359" y="21331"/>
                </a:lnTo>
                <a:lnTo>
                  <a:pt x="6359" y="21330"/>
                </a:lnTo>
                <a:lnTo>
                  <a:pt x="6359" y="21330"/>
                </a:lnTo>
                <a:lnTo>
                  <a:pt x="6359" y="21329"/>
                </a:lnTo>
                <a:lnTo>
                  <a:pt x="6359" y="21329"/>
                </a:lnTo>
                <a:lnTo>
                  <a:pt x="6359" y="21328"/>
                </a:lnTo>
                <a:lnTo>
                  <a:pt x="6359" y="21328"/>
                </a:lnTo>
                <a:lnTo>
                  <a:pt x="6359" y="21327"/>
                </a:lnTo>
                <a:lnTo>
                  <a:pt x="6359" y="21327"/>
                </a:lnTo>
                <a:lnTo>
                  <a:pt x="6359" y="21326"/>
                </a:lnTo>
                <a:lnTo>
                  <a:pt x="6359" y="21325"/>
                </a:lnTo>
                <a:lnTo>
                  <a:pt x="6359" y="21325"/>
                </a:lnTo>
                <a:lnTo>
                  <a:pt x="6359" y="21324"/>
                </a:lnTo>
                <a:lnTo>
                  <a:pt x="6359" y="21324"/>
                </a:lnTo>
                <a:lnTo>
                  <a:pt x="6359" y="21323"/>
                </a:lnTo>
                <a:lnTo>
                  <a:pt x="6359" y="21323"/>
                </a:lnTo>
                <a:lnTo>
                  <a:pt x="6359" y="21322"/>
                </a:lnTo>
                <a:lnTo>
                  <a:pt x="6359" y="21322"/>
                </a:lnTo>
                <a:lnTo>
                  <a:pt x="6359" y="21321"/>
                </a:lnTo>
                <a:lnTo>
                  <a:pt x="6359" y="21320"/>
                </a:lnTo>
                <a:lnTo>
                  <a:pt x="6359" y="21320"/>
                </a:lnTo>
                <a:lnTo>
                  <a:pt x="6359" y="21319"/>
                </a:lnTo>
                <a:lnTo>
                  <a:pt x="6359" y="21319"/>
                </a:lnTo>
                <a:lnTo>
                  <a:pt x="6359" y="21318"/>
                </a:lnTo>
                <a:lnTo>
                  <a:pt x="6359" y="21318"/>
                </a:lnTo>
                <a:lnTo>
                  <a:pt x="6359" y="21317"/>
                </a:lnTo>
                <a:lnTo>
                  <a:pt x="6359" y="21317"/>
                </a:lnTo>
                <a:lnTo>
                  <a:pt x="6359" y="21316"/>
                </a:lnTo>
                <a:lnTo>
                  <a:pt x="6359" y="21315"/>
                </a:lnTo>
                <a:lnTo>
                  <a:pt x="6359" y="21315"/>
                </a:lnTo>
                <a:lnTo>
                  <a:pt x="6359" y="21314"/>
                </a:lnTo>
                <a:lnTo>
                  <a:pt x="6359" y="21314"/>
                </a:lnTo>
                <a:lnTo>
                  <a:pt x="6359" y="21313"/>
                </a:lnTo>
                <a:lnTo>
                  <a:pt x="6359" y="21313"/>
                </a:lnTo>
                <a:lnTo>
                  <a:pt x="6359" y="21312"/>
                </a:lnTo>
                <a:lnTo>
                  <a:pt x="6359" y="21311"/>
                </a:lnTo>
                <a:lnTo>
                  <a:pt x="6359" y="21311"/>
                </a:lnTo>
                <a:lnTo>
                  <a:pt x="6359" y="21310"/>
                </a:lnTo>
                <a:lnTo>
                  <a:pt x="6359" y="21310"/>
                </a:lnTo>
                <a:lnTo>
                  <a:pt x="6359" y="21309"/>
                </a:lnTo>
                <a:lnTo>
                  <a:pt x="6359" y="21309"/>
                </a:lnTo>
                <a:lnTo>
                  <a:pt x="6359" y="21308"/>
                </a:lnTo>
                <a:lnTo>
                  <a:pt x="6359" y="21308"/>
                </a:lnTo>
                <a:lnTo>
                  <a:pt x="6359" y="21307"/>
                </a:lnTo>
                <a:lnTo>
                  <a:pt x="6359" y="21306"/>
                </a:lnTo>
                <a:lnTo>
                  <a:pt x="6359" y="21306"/>
                </a:lnTo>
                <a:lnTo>
                  <a:pt x="6359" y="21305"/>
                </a:lnTo>
                <a:lnTo>
                  <a:pt x="6359" y="21305"/>
                </a:lnTo>
                <a:lnTo>
                  <a:pt x="6359" y="21304"/>
                </a:lnTo>
                <a:lnTo>
                  <a:pt x="6359" y="21304"/>
                </a:lnTo>
                <a:lnTo>
                  <a:pt x="6359" y="21303"/>
                </a:lnTo>
                <a:lnTo>
                  <a:pt x="6359" y="21303"/>
                </a:lnTo>
                <a:lnTo>
                  <a:pt x="6359" y="21302"/>
                </a:lnTo>
                <a:lnTo>
                  <a:pt x="6359" y="21301"/>
                </a:lnTo>
                <a:lnTo>
                  <a:pt x="6359" y="21301"/>
                </a:lnTo>
                <a:lnTo>
                  <a:pt x="6359" y="21300"/>
                </a:lnTo>
                <a:lnTo>
                  <a:pt x="6359" y="21300"/>
                </a:lnTo>
                <a:lnTo>
                  <a:pt x="6359" y="21299"/>
                </a:lnTo>
                <a:lnTo>
                  <a:pt x="6359" y="21299"/>
                </a:lnTo>
                <a:lnTo>
                  <a:pt x="6359" y="21298"/>
                </a:lnTo>
                <a:lnTo>
                  <a:pt x="6359" y="21297"/>
                </a:lnTo>
                <a:lnTo>
                  <a:pt x="6359" y="21297"/>
                </a:lnTo>
                <a:lnTo>
                  <a:pt x="6359" y="21296"/>
                </a:lnTo>
                <a:lnTo>
                  <a:pt x="6359" y="21296"/>
                </a:lnTo>
                <a:lnTo>
                  <a:pt x="6359" y="21295"/>
                </a:lnTo>
                <a:lnTo>
                  <a:pt x="6359" y="21295"/>
                </a:lnTo>
                <a:lnTo>
                  <a:pt x="6359" y="21294"/>
                </a:lnTo>
                <a:lnTo>
                  <a:pt x="6359" y="21294"/>
                </a:lnTo>
                <a:lnTo>
                  <a:pt x="6359" y="21293"/>
                </a:lnTo>
                <a:lnTo>
                  <a:pt x="6359" y="21292"/>
                </a:lnTo>
                <a:lnTo>
                  <a:pt x="6359" y="21292"/>
                </a:lnTo>
                <a:lnTo>
                  <a:pt x="6359" y="21291"/>
                </a:lnTo>
                <a:lnTo>
                  <a:pt x="6359" y="21291"/>
                </a:lnTo>
                <a:lnTo>
                  <a:pt x="6359" y="21290"/>
                </a:lnTo>
                <a:lnTo>
                  <a:pt x="6359" y="21290"/>
                </a:lnTo>
                <a:lnTo>
                  <a:pt x="6359" y="21289"/>
                </a:lnTo>
                <a:lnTo>
                  <a:pt x="6359" y="21288"/>
                </a:lnTo>
                <a:lnTo>
                  <a:pt x="6359" y="21288"/>
                </a:lnTo>
                <a:lnTo>
                  <a:pt x="6359" y="21287"/>
                </a:lnTo>
                <a:lnTo>
                  <a:pt x="6359" y="21287"/>
                </a:lnTo>
                <a:lnTo>
                  <a:pt x="6359" y="21286"/>
                </a:lnTo>
                <a:lnTo>
                  <a:pt x="6359" y="21286"/>
                </a:lnTo>
                <a:lnTo>
                  <a:pt x="6359" y="21285"/>
                </a:lnTo>
                <a:lnTo>
                  <a:pt x="6359" y="21285"/>
                </a:lnTo>
                <a:lnTo>
                  <a:pt x="6359" y="21284"/>
                </a:lnTo>
                <a:lnTo>
                  <a:pt x="6359" y="21283"/>
                </a:lnTo>
                <a:lnTo>
                  <a:pt x="6359" y="21283"/>
                </a:lnTo>
                <a:lnTo>
                  <a:pt x="6359" y="21282"/>
                </a:lnTo>
                <a:lnTo>
                  <a:pt x="6359" y="21282"/>
                </a:lnTo>
                <a:lnTo>
                  <a:pt x="6359" y="21281"/>
                </a:lnTo>
                <a:lnTo>
                  <a:pt x="6359" y="21281"/>
                </a:lnTo>
                <a:lnTo>
                  <a:pt x="6359" y="21280"/>
                </a:lnTo>
                <a:lnTo>
                  <a:pt x="6359" y="21279"/>
                </a:lnTo>
                <a:lnTo>
                  <a:pt x="6359" y="21279"/>
                </a:lnTo>
                <a:lnTo>
                  <a:pt x="6359" y="21278"/>
                </a:lnTo>
                <a:lnTo>
                  <a:pt x="6359" y="21278"/>
                </a:lnTo>
                <a:lnTo>
                  <a:pt x="6359" y="21277"/>
                </a:lnTo>
                <a:lnTo>
                  <a:pt x="6359" y="21277"/>
                </a:lnTo>
                <a:lnTo>
                  <a:pt x="6359" y="21276"/>
                </a:lnTo>
                <a:lnTo>
                  <a:pt x="6359" y="21276"/>
                </a:lnTo>
                <a:lnTo>
                  <a:pt x="6359" y="21275"/>
                </a:lnTo>
                <a:lnTo>
                  <a:pt x="6359" y="21274"/>
                </a:lnTo>
                <a:lnTo>
                  <a:pt x="6359" y="21274"/>
                </a:lnTo>
                <a:lnTo>
                  <a:pt x="6359" y="21273"/>
                </a:lnTo>
                <a:lnTo>
                  <a:pt x="6359" y="21273"/>
                </a:lnTo>
                <a:lnTo>
                  <a:pt x="6359" y="21272"/>
                </a:lnTo>
                <a:lnTo>
                  <a:pt x="6359" y="21272"/>
                </a:lnTo>
                <a:lnTo>
                  <a:pt x="6359" y="21271"/>
                </a:lnTo>
                <a:lnTo>
                  <a:pt x="6359" y="21270"/>
                </a:lnTo>
                <a:lnTo>
                  <a:pt x="6359" y="21270"/>
                </a:lnTo>
                <a:lnTo>
                  <a:pt x="6359" y="21269"/>
                </a:lnTo>
                <a:lnTo>
                  <a:pt x="6359" y="21269"/>
                </a:lnTo>
                <a:lnTo>
                  <a:pt x="6359" y="21268"/>
                </a:lnTo>
                <a:lnTo>
                  <a:pt x="6359" y="21268"/>
                </a:lnTo>
                <a:lnTo>
                  <a:pt x="6359" y="21267"/>
                </a:lnTo>
                <a:lnTo>
                  <a:pt x="6359" y="21267"/>
                </a:lnTo>
                <a:lnTo>
                  <a:pt x="6359" y="21266"/>
                </a:lnTo>
                <a:lnTo>
                  <a:pt x="6359" y="21265"/>
                </a:lnTo>
                <a:lnTo>
                  <a:pt x="6359" y="21265"/>
                </a:lnTo>
                <a:lnTo>
                  <a:pt x="6359" y="21264"/>
                </a:lnTo>
                <a:lnTo>
                  <a:pt x="6359" y="21264"/>
                </a:lnTo>
                <a:lnTo>
                  <a:pt x="6359" y="21263"/>
                </a:lnTo>
                <a:lnTo>
                  <a:pt x="6359" y="21263"/>
                </a:lnTo>
                <a:lnTo>
                  <a:pt x="6359" y="21262"/>
                </a:lnTo>
                <a:lnTo>
                  <a:pt x="6359" y="21261"/>
                </a:lnTo>
                <a:lnTo>
                  <a:pt x="6359" y="21261"/>
                </a:lnTo>
                <a:lnTo>
                  <a:pt x="6359" y="21260"/>
                </a:lnTo>
                <a:lnTo>
                  <a:pt x="6359" y="21260"/>
                </a:lnTo>
                <a:lnTo>
                  <a:pt x="6359" y="21259"/>
                </a:lnTo>
                <a:lnTo>
                  <a:pt x="6359" y="21259"/>
                </a:lnTo>
                <a:lnTo>
                  <a:pt x="6359" y="21258"/>
                </a:lnTo>
                <a:lnTo>
                  <a:pt x="6359" y="21257"/>
                </a:lnTo>
                <a:lnTo>
                  <a:pt x="6359" y="21257"/>
                </a:lnTo>
                <a:lnTo>
                  <a:pt x="6359" y="21256"/>
                </a:lnTo>
                <a:lnTo>
                  <a:pt x="6359" y="21256"/>
                </a:lnTo>
                <a:lnTo>
                  <a:pt x="6359" y="21255"/>
                </a:lnTo>
                <a:lnTo>
                  <a:pt x="6359" y="21255"/>
                </a:lnTo>
                <a:lnTo>
                  <a:pt x="6359" y="21254"/>
                </a:lnTo>
                <a:lnTo>
                  <a:pt x="6359" y="21253"/>
                </a:lnTo>
                <a:lnTo>
                  <a:pt x="6359" y="21253"/>
                </a:lnTo>
                <a:lnTo>
                  <a:pt x="6359" y="21252"/>
                </a:lnTo>
                <a:lnTo>
                  <a:pt x="6359" y="21252"/>
                </a:lnTo>
                <a:lnTo>
                  <a:pt x="6359" y="21251"/>
                </a:lnTo>
                <a:lnTo>
                  <a:pt x="6359" y="21251"/>
                </a:lnTo>
                <a:lnTo>
                  <a:pt x="6359" y="21250"/>
                </a:lnTo>
                <a:lnTo>
                  <a:pt x="6359" y="21250"/>
                </a:lnTo>
                <a:lnTo>
                  <a:pt x="6359" y="21249"/>
                </a:lnTo>
                <a:lnTo>
                  <a:pt x="6359" y="21248"/>
                </a:lnTo>
                <a:lnTo>
                  <a:pt x="6359" y="21248"/>
                </a:lnTo>
                <a:lnTo>
                  <a:pt x="6359" y="21247"/>
                </a:lnTo>
                <a:lnTo>
                  <a:pt x="6359" y="21247"/>
                </a:lnTo>
                <a:lnTo>
                  <a:pt x="6359" y="21246"/>
                </a:lnTo>
                <a:lnTo>
                  <a:pt x="6359" y="21246"/>
                </a:lnTo>
                <a:lnTo>
                  <a:pt x="6359" y="21245"/>
                </a:lnTo>
                <a:lnTo>
                  <a:pt x="6359" y="21244"/>
                </a:lnTo>
                <a:lnTo>
                  <a:pt x="6359" y="21244"/>
                </a:lnTo>
                <a:lnTo>
                  <a:pt x="6359" y="21243"/>
                </a:lnTo>
                <a:lnTo>
                  <a:pt x="6359" y="21243"/>
                </a:lnTo>
                <a:lnTo>
                  <a:pt x="6359" y="21242"/>
                </a:lnTo>
                <a:lnTo>
                  <a:pt x="6359" y="21242"/>
                </a:lnTo>
                <a:lnTo>
                  <a:pt x="6359" y="21241"/>
                </a:lnTo>
                <a:lnTo>
                  <a:pt x="6359" y="21240"/>
                </a:lnTo>
                <a:lnTo>
                  <a:pt x="6359" y="21240"/>
                </a:lnTo>
                <a:lnTo>
                  <a:pt x="6359" y="21239"/>
                </a:lnTo>
                <a:lnTo>
                  <a:pt x="6359" y="21239"/>
                </a:lnTo>
                <a:lnTo>
                  <a:pt x="6359" y="21238"/>
                </a:lnTo>
                <a:lnTo>
                  <a:pt x="6359" y="21238"/>
                </a:lnTo>
                <a:lnTo>
                  <a:pt x="6359" y="21237"/>
                </a:lnTo>
                <a:lnTo>
                  <a:pt x="6359" y="21236"/>
                </a:lnTo>
                <a:lnTo>
                  <a:pt x="6359" y="21236"/>
                </a:lnTo>
                <a:lnTo>
                  <a:pt x="6359" y="21235"/>
                </a:lnTo>
                <a:lnTo>
                  <a:pt x="6359" y="21235"/>
                </a:lnTo>
                <a:lnTo>
                  <a:pt x="6359" y="21234"/>
                </a:lnTo>
                <a:lnTo>
                  <a:pt x="6359" y="21234"/>
                </a:lnTo>
                <a:lnTo>
                  <a:pt x="6359" y="21233"/>
                </a:lnTo>
                <a:lnTo>
                  <a:pt x="6359" y="21232"/>
                </a:lnTo>
                <a:lnTo>
                  <a:pt x="6359" y="21232"/>
                </a:lnTo>
                <a:lnTo>
                  <a:pt x="6359" y="21231"/>
                </a:lnTo>
                <a:lnTo>
                  <a:pt x="6359" y="21231"/>
                </a:lnTo>
                <a:lnTo>
                  <a:pt x="6359" y="21230"/>
                </a:lnTo>
                <a:lnTo>
                  <a:pt x="6359" y="21230"/>
                </a:lnTo>
                <a:lnTo>
                  <a:pt x="6359" y="21229"/>
                </a:lnTo>
                <a:lnTo>
                  <a:pt x="6359" y="21228"/>
                </a:lnTo>
                <a:lnTo>
                  <a:pt x="6359" y="21228"/>
                </a:lnTo>
                <a:lnTo>
                  <a:pt x="6359" y="21227"/>
                </a:lnTo>
                <a:lnTo>
                  <a:pt x="6359" y="21227"/>
                </a:lnTo>
                <a:lnTo>
                  <a:pt x="6359" y="21226"/>
                </a:lnTo>
                <a:lnTo>
                  <a:pt x="6359" y="21226"/>
                </a:lnTo>
                <a:lnTo>
                  <a:pt x="6359" y="21225"/>
                </a:lnTo>
                <a:lnTo>
                  <a:pt x="6359" y="21224"/>
                </a:lnTo>
                <a:lnTo>
                  <a:pt x="6359" y="21224"/>
                </a:lnTo>
                <a:lnTo>
                  <a:pt x="6359" y="21223"/>
                </a:lnTo>
                <a:lnTo>
                  <a:pt x="6359" y="21223"/>
                </a:lnTo>
                <a:lnTo>
                  <a:pt x="6359" y="21222"/>
                </a:lnTo>
                <a:lnTo>
                  <a:pt x="6359" y="21222"/>
                </a:lnTo>
                <a:lnTo>
                  <a:pt x="6359" y="21221"/>
                </a:lnTo>
                <a:lnTo>
                  <a:pt x="6359" y="21220"/>
                </a:lnTo>
                <a:lnTo>
                  <a:pt x="6359" y="21220"/>
                </a:lnTo>
                <a:lnTo>
                  <a:pt x="6359" y="21219"/>
                </a:lnTo>
                <a:lnTo>
                  <a:pt x="6359" y="21219"/>
                </a:lnTo>
                <a:lnTo>
                  <a:pt x="6359" y="21218"/>
                </a:lnTo>
                <a:lnTo>
                  <a:pt x="6359" y="21218"/>
                </a:lnTo>
                <a:lnTo>
                  <a:pt x="6359" y="21217"/>
                </a:lnTo>
                <a:lnTo>
                  <a:pt x="6359" y="21216"/>
                </a:lnTo>
                <a:lnTo>
                  <a:pt x="6359" y="21216"/>
                </a:lnTo>
                <a:lnTo>
                  <a:pt x="6359" y="21215"/>
                </a:lnTo>
                <a:lnTo>
                  <a:pt x="6359" y="21215"/>
                </a:lnTo>
                <a:lnTo>
                  <a:pt x="6359" y="21214"/>
                </a:lnTo>
                <a:lnTo>
                  <a:pt x="6359" y="21214"/>
                </a:lnTo>
                <a:lnTo>
                  <a:pt x="6359" y="21213"/>
                </a:lnTo>
                <a:lnTo>
                  <a:pt x="6359" y="21212"/>
                </a:lnTo>
                <a:lnTo>
                  <a:pt x="6359" y="21212"/>
                </a:lnTo>
                <a:lnTo>
                  <a:pt x="6359" y="21211"/>
                </a:lnTo>
                <a:lnTo>
                  <a:pt x="6359" y="21211"/>
                </a:lnTo>
                <a:lnTo>
                  <a:pt x="6359" y="21210"/>
                </a:lnTo>
                <a:lnTo>
                  <a:pt x="6359" y="21210"/>
                </a:lnTo>
                <a:lnTo>
                  <a:pt x="6359" y="21209"/>
                </a:lnTo>
                <a:lnTo>
                  <a:pt x="6359" y="21208"/>
                </a:lnTo>
                <a:lnTo>
                  <a:pt x="6359" y="21208"/>
                </a:lnTo>
                <a:lnTo>
                  <a:pt x="6359" y="21207"/>
                </a:lnTo>
                <a:lnTo>
                  <a:pt x="6359" y="21207"/>
                </a:lnTo>
                <a:lnTo>
                  <a:pt x="6359" y="21206"/>
                </a:lnTo>
                <a:lnTo>
                  <a:pt x="6359" y="21206"/>
                </a:lnTo>
                <a:lnTo>
                  <a:pt x="6359" y="21205"/>
                </a:lnTo>
                <a:lnTo>
                  <a:pt x="6359" y="21204"/>
                </a:lnTo>
                <a:lnTo>
                  <a:pt x="6359" y="21204"/>
                </a:lnTo>
                <a:lnTo>
                  <a:pt x="6359" y="21203"/>
                </a:lnTo>
                <a:lnTo>
                  <a:pt x="6359" y="21203"/>
                </a:lnTo>
                <a:lnTo>
                  <a:pt x="6359" y="21202"/>
                </a:lnTo>
                <a:lnTo>
                  <a:pt x="6359" y="21202"/>
                </a:lnTo>
                <a:lnTo>
                  <a:pt x="6359" y="21201"/>
                </a:lnTo>
                <a:lnTo>
                  <a:pt x="6359" y="21200"/>
                </a:lnTo>
                <a:lnTo>
                  <a:pt x="6359" y="21200"/>
                </a:lnTo>
                <a:lnTo>
                  <a:pt x="6359" y="21199"/>
                </a:lnTo>
                <a:lnTo>
                  <a:pt x="6359" y="21199"/>
                </a:lnTo>
                <a:lnTo>
                  <a:pt x="6359" y="21198"/>
                </a:lnTo>
                <a:lnTo>
                  <a:pt x="6359" y="21198"/>
                </a:lnTo>
                <a:lnTo>
                  <a:pt x="6359" y="21197"/>
                </a:lnTo>
                <a:lnTo>
                  <a:pt x="6359" y="21196"/>
                </a:lnTo>
                <a:lnTo>
                  <a:pt x="6359" y="21196"/>
                </a:lnTo>
                <a:lnTo>
                  <a:pt x="6359" y="21195"/>
                </a:lnTo>
                <a:lnTo>
                  <a:pt x="6359" y="21195"/>
                </a:lnTo>
                <a:lnTo>
                  <a:pt x="6359" y="21194"/>
                </a:lnTo>
                <a:lnTo>
                  <a:pt x="6359" y="21193"/>
                </a:lnTo>
                <a:lnTo>
                  <a:pt x="6359" y="21193"/>
                </a:lnTo>
                <a:lnTo>
                  <a:pt x="6359" y="21192"/>
                </a:lnTo>
                <a:lnTo>
                  <a:pt x="6359" y="21192"/>
                </a:lnTo>
                <a:lnTo>
                  <a:pt x="6359" y="21191"/>
                </a:lnTo>
                <a:lnTo>
                  <a:pt x="6359" y="21191"/>
                </a:lnTo>
                <a:lnTo>
                  <a:pt x="6359" y="21190"/>
                </a:lnTo>
                <a:lnTo>
                  <a:pt x="6359" y="21189"/>
                </a:lnTo>
                <a:lnTo>
                  <a:pt x="6359" y="21189"/>
                </a:lnTo>
                <a:lnTo>
                  <a:pt x="6359" y="21188"/>
                </a:lnTo>
                <a:lnTo>
                  <a:pt x="6359" y="21188"/>
                </a:lnTo>
                <a:lnTo>
                  <a:pt x="6359" y="21187"/>
                </a:lnTo>
                <a:lnTo>
                  <a:pt x="6359" y="21187"/>
                </a:lnTo>
                <a:lnTo>
                  <a:pt x="6359" y="21186"/>
                </a:lnTo>
                <a:lnTo>
                  <a:pt x="6359" y="21185"/>
                </a:lnTo>
                <a:lnTo>
                  <a:pt x="6359" y="21185"/>
                </a:lnTo>
                <a:lnTo>
                  <a:pt x="6359" y="21184"/>
                </a:lnTo>
                <a:lnTo>
                  <a:pt x="6359" y="21184"/>
                </a:lnTo>
                <a:lnTo>
                  <a:pt x="6359" y="21183"/>
                </a:lnTo>
                <a:lnTo>
                  <a:pt x="6359" y="21183"/>
                </a:lnTo>
                <a:lnTo>
                  <a:pt x="6359" y="21182"/>
                </a:lnTo>
                <a:lnTo>
                  <a:pt x="6359" y="21181"/>
                </a:lnTo>
                <a:lnTo>
                  <a:pt x="6359" y="21181"/>
                </a:lnTo>
                <a:lnTo>
                  <a:pt x="6359" y="21180"/>
                </a:lnTo>
                <a:lnTo>
                  <a:pt x="6359" y="21180"/>
                </a:lnTo>
                <a:lnTo>
                  <a:pt x="6359" y="21179"/>
                </a:lnTo>
                <a:lnTo>
                  <a:pt x="6359" y="21179"/>
                </a:lnTo>
                <a:lnTo>
                  <a:pt x="6359" y="21178"/>
                </a:lnTo>
                <a:lnTo>
                  <a:pt x="6359" y="21177"/>
                </a:lnTo>
                <a:lnTo>
                  <a:pt x="6359" y="21177"/>
                </a:lnTo>
                <a:lnTo>
                  <a:pt x="6359" y="21176"/>
                </a:lnTo>
                <a:lnTo>
                  <a:pt x="6359" y="21176"/>
                </a:lnTo>
                <a:lnTo>
                  <a:pt x="6359" y="21175"/>
                </a:lnTo>
                <a:lnTo>
                  <a:pt x="6359" y="21174"/>
                </a:lnTo>
                <a:lnTo>
                  <a:pt x="6359" y="21174"/>
                </a:lnTo>
                <a:lnTo>
                  <a:pt x="6359" y="21173"/>
                </a:lnTo>
                <a:lnTo>
                  <a:pt x="6359" y="21173"/>
                </a:lnTo>
                <a:lnTo>
                  <a:pt x="6359" y="21172"/>
                </a:lnTo>
                <a:lnTo>
                  <a:pt x="6359" y="21172"/>
                </a:lnTo>
                <a:lnTo>
                  <a:pt x="6359" y="21171"/>
                </a:lnTo>
                <a:lnTo>
                  <a:pt x="6359" y="21170"/>
                </a:lnTo>
                <a:lnTo>
                  <a:pt x="6359" y="21170"/>
                </a:lnTo>
                <a:lnTo>
                  <a:pt x="6359" y="21169"/>
                </a:lnTo>
                <a:lnTo>
                  <a:pt x="6359" y="21169"/>
                </a:lnTo>
                <a:lnTo>
                  <a:pt x="6359" y="21168"/>
                </a:lnTo>
                <a:lnTo>
                  <a:pt x="6359" y="21168"/>
                </a:lnTo>
                <a:lnTo>
                  <a:pt x="6359" y="21167"/>
                </a:lnTo>
                <a:lnTo>
                  <a:pt x="6359" y="21166"/>
                </a:lnTo>
                <a:lnTo>
                  <a:pt x="6359" y="21166"/>
                </a:lnTo>
                <a:lnTo>
                  <a:pt x="6359" y="21165"/>
                </a:lnTo>
                <a:lnTo>
                  <a:pt x="6359" y="21165"/>
                </a:lnTo>
                <a:lnTo>
                  <a:pt x="6359" y="21164"/>
                </a:lnTo>
                <a:lnTo>
                  <a:pt x="6359" y="21163"/>
                </a:lnTo>
                <a:lnTo>
                  <a:pt x="6359" y="21163"/>
                </a:lnTo>
                <a:lnTo>
                  <a:pt x="6359" y="21162"/>
                </a:lnTo>
                <a:lnTo>
                  <a:pt x="6359" y="21162"/>
                </a:lnTo>
                <a:lnTo>
                  <a:pt x="6359" y="21161"/>
                </a:lnTo>
                <a:lnTo>
                  <a:pt x="6359" y="21161"/>
                </a:lnTo>
                <a:lnTo>
                  <a:pt x="6359" y="21160"/>
                </a:lnTo>
                <a:lnTo>
                  <a:pt x="6359" y="21159"/>
                </a:lnTo>
                <a:lnTo>
                  <a:pt x="6359" y="21159"/>
                </a:lnTo>
                <a:lnTo>
                  <a:pt x="6359" y="21158"/>
                </a:lnTo>
                <a:lnTo>
                  <a:pt x="6359" y="21158"/>
                </a:lnTo>
                <a:lnTo>
                  <a:pt x="6359" y="21157"/>
                </a:lnTo>
                <a:lnTo>
                  <a:pt x="6359" y="21157"/>
                </a:lnTo>
                <a:lnTo>
                  <a:pt x="6359" y="21156"/>
                </a:lnTo>
                <a:lnTo>
                  <a:pt x="6359" y="21155"/>
                </a:lnTo>
                <a:lnTo>
                  <a:pt x="6359" y="21155"/>
                </a:lnTo>
                <a:lnTo>
                  <a:pt x="6359" y="21154"/>
                </a:lnTo>
                <a:lnTo>
                  <a:pt x="6359" y="21154"/>
                </a:lnTo>
                <a:lnTo>
                  <a:pt x="6359" y="21153"/>
                </a:lnTo>
                <a:lnTo>
                  <a:pt x="6359" y="21152"/>
                </a:lnTo>
                <a:lnTo>
                  <a:pt x="6359" y="21152"/>
                </a:lnTo>
                <a:lnTo>
                  <a:pt x="6359" y="21151"/>
                </a:lnTo>
                <a:lnTo>
                  <a:pt x="6359" y="21151"/>
                </a:lnTo>
                <a:lnTo>
                  <a:pt x="6359" y="21150"/>
                </a:lnTo>
                <a:lnTo>
                  <a:pt x="6359" y="21150"/>
                </a:lnTo>
                <a:lnTo>
                  <a:pt x="6359" y="21149"/>
                </a:lnTo>
                <a:lnTo>
                  <a:pt x="6359" y="21148"/>
                </a:lnTo>
                <a:lnTo>
                  <a:pt x="6359" y="21148"/>
                </a:lnTo>
                <a:lnTo>
                  <a:pt x="6359" y="21147"/>
                </a:lnTo>
                <a:lnTo>
                  <a:pt x="6359" y="21147"/>
                </a:lnTo>
                <a:lnTo>
                  <a:pt x="6359" y="21146"/>
                </a:lnTo>
                <a:lnTo>
                  <a:pt x="6359" y="21145"/>
                </a:lnTo>
                <a:lnTo>
                  <a:pt x="6359" y="21145"/>
                </a:lnTo>
                <a:lnTo>
                  <a:pt x="6359" y="21144"/>
                </a:lnTo>
                <a:lnTo>
                  <a:pt x="6359" y="21144"/>
                </a:lnTo>
                <a:lnTo>
                  <a:pt x="6359" y="21143"/>
                </a:lnTo>
                <a:lnTo>
                  <a:pt x="6359" y="21143"/>
                </a:lnTo>
                <a:lnTo>
                  <a:pt x="6359" y="21142"/>
                </a:lnTo>
                <a:lnTo>
                  <a:pt x="6359" y="21141"/>
                </a:lnTo>
                <a:lnTo>
                  <a:pt x="6359" y="21141"/>
                </a:lnTo>
                <a:lnTo>
                  <a:pt x="6359" y="21140"/>
                </a:lnTo>
                <a:lnTo>
                  <a:pt x="6359" y="21140"/>
                </a:lnTo>
                <a:lnTo>
                  <a:pt x="6359" y="21139"/>
                </a:lnTo>
                <a:lnTo>
                  <a:pt x="6359" y="21138"/>
                </a:lnTo>
                <a:lnTo>
                  <a:pt x="6359" y="21138"/>
                </a:lnTo>
                <a:lnTo>
                  <a:pt x="6359" y="21137"/>
                </a:lnTo>
                <a:lnTo>
                  <a:pt x="6359" y="21137"/>
                </a:lnTo>
                <a:lnTo>
                  <a:pt x="6359" y="21136"/>
                </a:lnTo>
                <a:lnTo>
                  <a:pt x="6359" y="21136"/>
                </a:lnTo>
                <a:lnTo>
                  <a:pt x="6359" y="21135"/>
                </a:lnTo>
                <a:lnTo>
                  <a:pt x="6359" y="21134"/>
                </a:lnTo>
                <a:lnTo>
                  <a:pt x="6359" y="21134"/>
                </a:lnTo>
                <a:lnTo>
                  <a:pt x="6359" y="21133"/>
                </a:lnTo>
                <a:lnTo>
                  <a:pt x="6359" y="21133"/>
                </a:lnTo>
                <a:lnTo>
                  <a:pt x="6359" y="21132"/>
                </a:lnTo>
                <a:lnTo>
                  <a:pt x="6359" y="21131"/>
                </a:lnTo>
                <a:lnTo>
                  <a:pt x="6359" y="21131"/>
                </a:lnTo>
                <a:lnTo>
                  <a:pt x="6359" y="21130"/>
                </a:lnTo>
                <a:lnTo>
                  <a:pt x="6359" y="21130"/>
                </a:lnTo>
                <a:lnTo>
                  <a:pt x="6359" y="21129"/>
                </a:lnTo>
                <a:lnTo>
                  <a:pt x="6359" y="21129"/>
                </a:lnTo>
                <a:lnTo>
                  <a:pt x="6359" y="21128"/>
                </a:lnTo>
                <a:lnTo>
                  <a:pt x="6359" y="21127"/>
                </a:lnTo>
                <a:lnTo>
                  <a:pt x="6359" y="21127"/>
                </a:lnTo>
                <a:lnTo>
                  <a:pt x="6359" y="21126"/>
                </a:lnTo>
                <a:lnTo>
                  <a:pt x="6359" y="21126"/>
                </a:lnTo>
                <a:lnTo>
                  <a:pt x="6359" y="21125"/>
                </a:lnTo>
                <a:lnTo>
                  <a:pt x="6359" y="21124"/>
                </a:lnTo>
                <a:lnTo>
                  <a:pt x="6359" y="21124"/>
                </a:lnTo>
                <a:lnTo>
                  <a:pt x="6359" y="21123"/>
                </a:lnTo>
                <a:lnTo>
                  <a:pt x="6359" y="21123"/>
                </a:lnTo>
                <a:lnTo>
                  <a:pt x="6359" y="21122"/>
                </a:lnTo>
                <a:lnTo>
                  <a:pt x="6359" y="21122"/>
                </a:lnTo>
                <a:lnTo>
                  <a:pt x="6359" y="21121"/>
                </a:lnTo>
                <a:lnTo>
                  <a:pt x="6359" y="21120"/>
                </a:lnTo>
                <a:lnTo>
                  <a:pt x="6359" y="21120"/>
                </a:lnTo>
                <a:lnTo>
                  <a:pt x="6359" y="21119"/>
                </a:lnTo>
                <a:lnTo>
                  <a:pt x="6359" y="21119"/>
                </a:lnTo>
                <a:lnTo>
                  <a:pt x="6359" y="21118"/>
                </a:lnTo>
                <a:lnTo>
                  <a:pt x="6359" y="21117"/>
                </a:lnTo>
                <a:lnTo>
                  <a:pt x="6359" y="21117"/>
                </a:lnTo>
                <a:lnTo>
                  <a:pt x="6359" y="21116"/>
                </a:lnTo>
                <a:lnTo>
                  <a:pt x="6359" y="21116"/>
                </a:lnTo>
                <a:lnTo>
                  <a:pt x="6359" y="21115"/>
                </a:lnTo>
                <a:lnTo>
                  <a:pt x="6359" y="21115"/>
                </a:lnTo>
                <a:lnTo>
                  <a:pt x="6359" y="21114"/>
                </a:lnTo>
                <a:lnTo>
                  <a:pt x="6359" y="21113"/>
                </a:lnTo>
                <a:lnTo>
                  <a:pt x="6359" y="21113"/>
                </a:lnTo>
                <a:lnTo>
                  <a:pt x="6359" y="21112"/>
                </a:lnTo>
                <a:lnTo>
                  <a:pt x="6359" y="21112"/>
                </a:lnTo>
                <a:lnTo>
                  <a:pt x="6359" y="21111"/>
                </a:lnTo>
                <a:lnTo>
                  <a:pt x="6359" y="21110"/>
                </a:lnTo>
                <a:lnTo>
                  <a:pt x="6359" y="21110"/>
                </a:lnTo>
                <a:lnTo>
                  <a:pt x="6359" y="21109"/>
                </a:lnTo>
                <a:lnTo>
                  <a:pt x="6359" y="21109"/>
                </a:lnTo>
                <a:lnTo>
                  <a:pt x="6359" y="21108"/>
                </a:lnTo>
                <a:lnTo>
                  <a:pt x="6359" y="21107"/>
                </a:lnTo>
                <a:lnTo>
                  <a:pt x="6359" y="21107"/>
                </a:lnTo>
                <a:lnTo>
                  <a:pt x="6359" y="21106"/>
                </a:lnTo>
                <a:lnTo>
                  <a:pt x="6359" y="21106"/>
                </a:lnTo>
                <a:lnTo>
                  <a:pt x="6359" y="21105"/>
                </a:lnTo>
                <a:lnTo>
                  <a:pt x="6359" y="21105"/>
                </a:lnTo>
                <a:lnTo>
                  <a:pt x="6359" y="21104"/>
                </a:lnTo>
                <a:lnTo>
                  <a:pt x="6359" y="21103"/>
                </a:lnTo>
                <a:lnTo>
                  <a:pt x="6359" y="21103"/>
                </a:lnTo>
                <a:lnTo>
                  <a:pt x="6359" y="21102"/>
                </a:lnTo>
                <a:lnTo>
                  <a:pt x="6359" y="21102"/>
                </a:lnTo>
                <a:lnTo>
                  <a:pt x="6359" y="21101"/>
                </a:lnTo>
                <a:lnTo>
                  <a:pt x="6359" y="21100"/>
                </a:lnTo>
                <a:lnTo>
                  <a:pt x="6359" y="21100"/>
                </a:lnTo>
                <a:lnTo>
                  <a:pt x="6359" y="21099"/>
                </a:lnTo>
                <a:lnTo>
                  <a:pt x="6359" y="21099"/>
                </a:lnTo>
                <a:lnTo>
                  <a:pt x="6359" y="21098"/>
                </a:lnTo>
                <a:lnTo>
                  <a:pt x="6359" y="21098"/>
                </a:lnTo>
                <a:lnTo>
                  <a:pt x="6359" y="21097"/>
                </a:lnTo>
                <a:lnTo>
                  <a:pt x="6359" y="21096"/>
                </a:lnTo>
                <a:lnTo>
                  <a:pt x="6359" y="21096"/>
                </a:lnTo>
                <a:lnTo>
                  <a:pt x="6359" y="21095"/>
                </a:lnTo>
                <a:lnTo>
                  <a:pt x="6359" y="21095"/>
                </a:lnTo>
                <a:lnTo>
                  <a:pt x="6359" y="21094"/>
                </a:lnTo>
                <a:lnTo>
                  <a:pt x="6359" y="21093"/>
                </a:lnTo>
                <a:lnTo>
                  <a:pt x="6359" y="21093"/>
                </a:lnTo>
                <a:lnTo>
                  <a:pt x="6359" y="21092"/>
                </a:lnTo>
                <a:lnTo>
                  <a:pt x="6359" y="21092"/>
                </a:lnTo>
                <a:lnTo>
                  <a:pt x="6359" y="21091"/>
                </a:lnTo>
                <a:lnTo>
                  <a:pt x="6359" y="21090"/>
                </a:lnTo>
                <a:lnTo>
                  <a:pt x="6359" y="21090"/>
                </a:lnTo>
                <a:lnTo>
                  <a:pt x="6359" y="21089"/>
                </a:lnTo>
                <a:lnTo>
                  <a:pt x="6359" y="21089"/>
                </a:lnTo>
                <a:lnTo>
                  <a:pt x="6359" y="21088"/>
                </a:lnTo>
                <a:lnTo>
                  <a:pt x="6359" y="21087"/>
                </a:lnTo>
                <a:lnTo>
                  <a:pt x="6359" y="21087"/>
                </a:lnTo>
                <a:lnTo>
                  <a:pt x="6359" y="21086"/>
                </a:lnTo>
                <a:lnTo>
                  <a:pt x="6359" y="21086"/>
                </a:lnTo>
                <a:lnTo>
                  <a:pt x="6359" y="21085"/>
                </a:lnTo>
                <a:lnTo>
                  <a:pt x="6359" y="21085"/>
                </a:lnTo>
                <a:lnTo>
                  <a:pt x="6359" y="21084"/>
                </a:lnTo>
                <a:lnTo>
                  <a:pt x="6359" y="21083"/>
                </a:lnTo>
                <a:lnTo>
                  <a:pt x="6359" y="21083"/>
                </a:lnTo>
                <a:lnTo>
                  <a:pt x="6359" y="21082"/>
                </a:lnTo>
                <a:lnTo>
                  <a:pt x="6359" y="21082"/>
                </a:lnTo>
                <a:lnTo>
                  <a:pt x="6359" y="21081"/>
                </a:lnTo>
                <a:lnTo>
                  <a:pt x="6359" y="21080"/>
                </a:lnTo>
                <a:lnTo>
                  <a:pt x="6359" y="21080"/>
                </a:lnTo>
                <a:lnTo>
                  <a:pt x="6359" y="21079"/>
                </a:lnTo>
                <a:lnTo>
                  <a:pt x="6359" y="21079"/>
                </a:lnTo>
                <a:lnTo>
                  <a:pt x="6359" y="21078"/>
                </a:lnTo>
                <a:lnTo>
                  <a:pt x="6359" y="21077"/>
                </a:lnTo>
                <a:lnTo>
                  <a:pt x="6359" y="21077"/>
                </a:lnTo>
                <a:lnTo>
                  <a:pt x="6359" y="21076"/>
                </a:lnTo>
                <a:lnTo>
                  <a:pt x="6359" y="21076"/>
                </a:lnTo>
                <a:lnTo>
                  <a:pt x="6359" y="21075"/>
                </a:lnTo>
                <a:lnTo>
                  <a:pt x="6359" y="21074"/>
                </a:lnTo>
                <a:lnTo>
                  <a:pt x="6359" y="21074"/>
                </a:lnTo>
                <a:lnTo>
                  <a:pt x="6359" y="21073"/>
                </a:lnTo>
                <a:lnTo>
                  <a:pt x="6359" y="21073"/>
                </a:lnTo>
                <a:lnTo>
                  <a:pt x="6359" y="21072"/>
                </a:lnTo>
                <a:lnTo>
                  <a:pt x="6359" y="21072"/>
                </a:lnTo>
                <a:lnTo>
                  <a:pt x="6359" y="21071"/>
                </a:lnTo>
                <a:lnTo>
                  <a:pt x="6359" y="21070"/>
                </a:lnTo>
                <a:lnTo>
                  <a:pt x="6359" y="21070"/>
                </a:lnTo>
                <a:lnTo>
                  <a:pt x="6359" y="21069"/>
                </a:lnTo>
                <a:lnTo>
                  <a:pt x="6359" y="21069"/>
                </a:lnTo>
                <a:lnTo>
                  <a:pt x="6359" y="21068"/>
                </a:lnTo>
                <a:lnTo>
                  <a:pt x="6359" y="21067"/>
                </a:lnTo>
                <a:lnTo>
                  <a:pt x="6359" y="21067"/>
                </a:lnTo>
                <a:lnTo>
                  <a:pt x="6359" y="21066"/>
                </a:lnTo>
                <a:lnTo>
                  <a:pt x="6359" y="21066"/>
                </a:lnTo>
                <a:lnTo>
                  <a:pt x="6359" y="21065"/>
                </a:lnTo>
                <a:lnTo>
                  <a:pt x="6359" y="21064"/>
                </a:lnTo>
                <a:lnTo>
                  <a:pt x="6359" y="21064"/>
                </a:lnTo>
                <a:lnTo>
                  <a:pt x="6359" y="21063"/>
                </a:lnTo>
                <a:lnTo>
                  <a:pt x="6359" y="21063"/>
                </a:lnTo>
                <a:lnTo>
                  <a:pt x="6359" y="21062"/>
                </a:lnTo>
                <a:lnTo>
                  <a:pt x="6359" y="21061"/>
                </a:lnTo>
                <a:lnTo>
                  <a:pt x="6359" y="21061"/>
                </a:lnTo>
                <a:lnTo>
                  <a:pt x="6359" y="21060"/>
                </a:lnTo>
                <a:lnTo>
                  <a:pt x="6359" y="21060"/>
                </a:lnTo>
                <a:lnTo>
                  <a:pt x="6359" y="21059"/>
                </a:lnTo>
                <a:lnTo>
                  <a:pt x="6359" y="21059"/>
                </a:lnTo>
                <a:lnTo>
                  <a:pt x="6359" y="21058"/>
                </a:lnTo>
                <a:lnTo>
                  <a:pt x="6359" y="21057"/>
                </a:lnTo>
                <a:lnTo>
                  <a:pt x="6359" y="21057"/>
                </a:lnTo>
                <a:lnTo>
                  <a:pt x="6359" y="21056"/>
                </a:lnTo>
                <a:lnTo>
                  <a:pt x="6359" y="21056"/>
                </a:lnTo>
                <a:lnTo>
                  <a:pt x="6359" y="21055"/>
                </a:lnTo>
                <a:lnTo>
                  <a:pt x="6359" y="21054"/>
                </a:lnTo>
                <a:lnTo>
                  <a:pt x="6359" y="21054"/>
                </a:lnTo>
                <a:lnTo>
                  <a:pt x="6359" y="21053"/>
                </a:lnTo>
                <a:lnTo>
                  <a:pt x="6359" y="21053"/>
                </a:lnTo>
                <a:lnTo>
                  <a:pt x="6359" y="21052"/>
                </a:lnTo>
                <a:lnTo>
                  <a:pt x="6359" y="21051"/>
                </a:lnTo>
                <a:lnTo>
                  <a:pt x="6359" y="21051"/>
                </a:lnTo>
                <a:lnTo>
                  <a:pt x="6359" y="21050"/>
                </a:lnTo>
                <a:lnTo>
                  <a:pt x="6359" y="21050"/>
                </a:lnTo>
                <a:lnTo>
                  <a:pt x="6359" y="21049"/>
                </a:lnTo>
                <a:lnTo>
                  <a:pt x="6359" y="21048"/>
                </a:lnTo>
                <a:lnTo>
                  <a:pt x="6359" y="21048"/>
                </a:lnTo>
                <a:lnTo>
                  <a:pt x="6359" y="21047"/>
                </a:lnTo>
                <a:lnTo>
                  <a:pt x="6359" y="21047"/>
                </a:lnTo>
                <a:lnTo>
                  <a:pt x="6359" y="21046"/>
                </a:lnTo>
                <a:lnTo>
                  <a:pt x="6359" y="21045"/>
                </a:lnTo>
                <a:lnTo>
                  <a:pt x="6359" y="21045"/>
                </a:lnTo>
                <a:lnTo>
                  <a:pt x="6359" y="21044"/>
                </a:lnTo>
                <a:lnTo>
                  <a:pt x="6359" y="21044"/>
                </a:lnTo>
                <a:lnTo>
                  <a:pt x="6359" y="21043"/>
                </a:lnTo>
                <a:lnTo>
                  <a:pt x="6359" y="21042"/>
                </a:lnTo>
                <a:lnTo>
                  <a:pt x="6359" y="21042"/>
                </a:lnTo>
                <a:lnTo>
                  <a:pt x="6359" y="21041"/>
                </a:lnTo>
                <a:lnTo>
                  <a:pt x="6359" y="21041"/>
                </a:lnTo>
                <a:lnTo>
                  <a:pt x="6359" y="21040"/>
                </a:lnTo>
                <a:lnTo>
                  <a:pt x="6359" y="21039"/>
                </a:lnTo>
                <a:lnTo>
                  <a:pt x="6359" y="21039"/>
                </a:lnTo>
                <a:lnTo>
                  <a:pt x="6359" y="21038"/>
                </a:lnTo>
                <a:lnTo>
                  <a:pt x="6359" y="21038"/>
                </a:lnTo>
                <a:lnTo>
                  <a:pt x="6359" y="21037"/>
                </a:lnTo>
                <a:lnTo>
                  <a:pt x="6359" y="21036"/>
                </a:lnTo>
                <a:lnTo>
                  <a:pt x="6359" y="21036"/>
                </a:lnTo>
                <a:lnTo>
                  <a:pt x="6359" y="21035"/>
                </a:lnTo>
                <a:lnTo>
                  <a:pt x="6359" y="21035"/>
                </a:lnTo>
                <a:lnTo>
                  <a:pt x="6359" y="21034"/>
                </a:lnTo>
                <a:lnTo>
                  <a:pt x="6359" y="21034"/>
                </a:lnTo>
                <a:lnTo>
                  <a:pt x="6359" y="21033"/>
                </a:lnTo>
                <a:lnTo>
                  <a:pt x="6359" y="21032"/>
                </a:lnTo>
                <a:lnTo>
                  <a:pt x="6359" y="21032"/>
                </a:lnTo>
                <a:lnTo>
                  <a:pt x="6359" y="21031"/>
                </a:lnTo>
                <a:lnTo>
                  <a:pt x="6359" y="21031"/>
                </a:lnTo>
                <a:lnTo>
                  <a:pt x="6359" y="21030"/>
                </a:lnTo>
                <a:lnTo>
                  <a:pt x="6359" y="21029"/>
                </a:lnTo>
                <a:lnTo>
                  <a:pt x="6359" y="21029"/>
                </a:lnTo>
                <a:lnTo>
                  <a:pt x="6359" y="21028"/>
                </a:lnTo>
                <a:lnTo>
                  <a:pt x="6359" y="21028"/>
                </a:lnTo>
                <a:lnTo>
                  <a:pt x="6359" y="21027"/>
                </a:lnTo>
                <a:lnTo>
                  <a:pt x="6359" y="21026"/>
                </a:lnTo>
                <a:lnTo>
                  <a:pt x="6359" y="21026"/>
                </a:lnTo>
                <a:lnTo>
                  <a:pt x="6359" y="21025"/>
                </a:lnTo>
                <a:lnTo>
                  <a:pt x="6359" y="21025"/>
                </a:lnTo>
                <a:lnTo>
                  <a:pt x="6359" y="21024"/>
                </a:lnTo>
                <a:lnTo>
                  <a:pt x="6359" y="21023"/>
                </a:lnTo>
                <a:lnTo>
                  <a:pt x="6359" y="21023"/>
                </a:lnTo>
                <a:lnTo>
                  <a:pt x="6359" y="21022"/>
                </a:lnTo>
                <a:lnTo>
                  <a:pt x="6359" y="21022"/>
                </a:lnTo>
                <a:lnTo>
                  <a:pt x="6359" y="21021"/>
                </a:lnTo>
                <a:lnTo>
                  <a:pt x="6359" y="21020"/>
                </a:lnTo>
                <a:lnTo>
                  <a:pt x="6359" y="21020"/>
                </a:lnTo>
                <a:lnTo>
                  <a:pt x="6359" y="21019"/>
                </a:lnTo>
                <a:lnTo>
                  <a:pt x="6359" y="21019"/>
                </a:lnTo>
                <a:lnTo>
                  <a:pt x="6359" y="21018"/>
                </a:lnTo>
                <a:lnTo>
                  <a:pt x="6359" y="21017"/>
                </a:lnTo>
                <a:lnTo>
                  <a:pt x="6359" y="21017"/>
                </a:lnTo>
                <a:lnTo>
                  <a:pt x="6359" y="21016"/>
                </a:lnTo>
                <a:lnTo>
                  <a:pt x="6359" y="21016"/>
                </a:lnTo>
                <a:lnTo>
                  <a:pt x="6359" y="21015"/>
                </a:lnTo>
                <a:lnTo>
                  <a:pt x="6359" y="21014"/>
                </a:lnTo>
                <a:lnTo>
                  <a:pt x="6359" y="21014"/>
                </a:lnTo>
                <a:lnTo>
                  <a:pt x="6359" y="21013"/>
                </a:lnTo>
                <a:lnTo>
                  <a:pt x="6359" y="21013"/>
                </a:lnTo>
                <a:lnTo>
                  <a:pt x="6359" y="21012"/>
                </a:lnTo>
                <a:lnTo>
                  <a:pt x="6359" y="21011"/>
                </a:lnTo>
                <a:lnTo>
                  <a:pt x="6359" y="21011"/>
                </a:lnTo>
                <a:lnTo>
                  <a:pt x="6359" y="21010"/>
                </a:lnTo>
                <a:lnTo>
                  <a:pt x="6359" y="21010"/>
                </a:lnTo>
                <a:lnTo>
                  <a:pt x="6359" y="21009"/>
                </a:lnTo>
                <a:lnTo>
                  <a:pt x="6359" y="21008"/>
                </a:lnTo>
                <a:lnTo>
                  <a:pt x="6359" y="21008"/>
                </a:lnTo>
                <a:lnTo>
                  <a:pt x="6359" y="21007"/>
                </a:lnTo>
                <a:lnTo>
                  <a:pt x="6359" y="21007"/>
                </a:lnTo>
                <a:lnTo>
                  <a:pt x="6359" y="21006"/>
                </a:lnTo>
                <a:lnTo>
                  <a:pt x="6359" y="21005"/>
                </a:lnTo>
                <a:lnTo>
                  <a:pt x="6359" y="21005"/>
                </a:lnTo>
                <a:lnTo>
                  <a:pt x="6359" y="21004"/>
                </a:lnTo>
                <a:lnTo>
                  <a:pt x="6359" y="21004"/>
                </a:lnTo>
                <a:lnTo>
                  <a:pt x="6359" y="21003"/>
                </a:lnTo>
                <a:lnTo>
                  <a:pt x="6359" y="21002"/>
                </a:lnTo>
                <a:lnTo>
                  <a:pt x="6359" y="21002"/>
                </a:lnTo>
                <a:lnTo>
                  <a:pt x="6359" y="21001"/>
                </a:lnTo>
                <a:lnTo>
                  <a:pt x="6359" y="21001"/>
                </a:lnTo>
                <a:lnTo>
                  <a:pt x="6359" y="21000"/>
                </a:lnTo>
                <a:lnTo>
                  <a:pt x="6359" y="20999"/>
                </a:lnTo>
                <a:lnTo>
                  <a:pt x="6359" y="20999"/>
                </a:lnTo>
                <a:lnTo>
                  <a:pt x="6359" y="20998"/>
                </a:lnTo>
                <a:lnTo>
                  <a:pt x="6359" y="20998"/>
                </a:lnTo>
                <a:lnTo>
                  <a:pt x="6359" y="20997"/>
                </a:lnTo>
                <a:lnTo>
                  <a:pt x="6359" y="20996"/>
                </a:lnTo>
                <a:lnTo>
                  <a:pt x="6359" y="20996"/>
                </a:lnTo>
                <a:lnTo>
                  <a:pt x="6359" y="20995"/>
                </a:lnTo>
                <a:lnTo>
                  <a:pt x="6359" y="20995"/>
                </a:lnTo>
                <a:lnTo>
                  <a:pt x="6359" y="20994"/>
                </a:lnTo>
                <a:lnTo>
                  <a:pt x="6359" y="20993"/>
                </a:lnTo>
                <a:lnTo>
                  <a:pt x="6359" y="20993"/>
                </a:lnTo>
                <a:lnTo>
                  <a:pt x="6359" y="20992"/>
                </a:lnTo>
                <a:lnTo>
                  <a:pt x="6359" y="20992"/>
                </a:lnTo>
                <a:lnTo>
                  <a:pt x="6359" y="20991"/>
                </a:lnTo>
                <a:lnTo>
                  <a:pt x="6359" y="20990"/>
                </a:lnTo>
                <a:lnTo>
                  <a:pt x="6359" y="20990"/>
                </a:lnTo>
                <a:lnTo>
                  <a:pt x="6359" y="20989"/>
                </a:lnTo>
                <a:lnTo>
                  <a:pt x="6359" y="20989"/>
                </a:lnTo>
                <a:lnTo>
                  <a:pt x="6359" y="20988"/>
                </a:lnTo>
                <a:lnTo>
                  <a:pt x="6359" y="20987"/>
                </a:lnTo>
                <a:lnTo>
                  <a:pt x="6359" y="20987"/>
                </a:lnTo>
                <a:lnTo>
                  <a:pt x="6359" y="20986"/>
                </a:lnTo>
                <a:lnTo>
                  <a:pt x="6359" y="20986"/>
                </a:lnTo>
                <a:lnTo>
                  <a:pt x="6359" y="20985"/>
                </a:lnTo>
                <a:lnTo>
                  <a:pt x="6359" y="20984"/>
                </a:lnTo>
                <a:lnTo>
                  <a:pt x="6359" y="20984"/>
                </a:lnTo>
                <a:lnTo>
                  <a:pt x="6359" y="20983"/>
                </a:lnTo>
                <a:lnTo>
                  <a:pt x="6359" y="20983"/>
                </a:lnTo>
                <a:lnTo>
                  <a:pt x="6359" y="20982"/>
                </a:lnTo>
                <a:lnTo>
                  <a:pt x="6359" y="20981"/>
                </a:lnTo>
                <a:lnTo>
                  <a:pt x="6359" y="20981"/>
                </a:lnTo>
                <a:lnTo>
                  <a:pt x="6359" y="20980"/>
                </a:lnTo>
                <a:lnTo>
                  <a:pt x="6359" y="20980"/>
                </a:lnTo>
                <a:lnTo>
                  <a:pt x="6359" y="20979"/>
                </a:lnTo>
                <a:lnTo>
                  <a:pt x="6359" y="20978"/>
                </a:lnTo>
                <a:lnTo>
                  <a:pt x="6359" y="20978"/>
                </a:lnTo>
                <a:lnTo>
                  <a:pt x="6359" y="20977"/>
                </a:lnTo>
                <a:lnTo>
                  <a:pt x="6359" y="20976"/>
                </a:lnTo>
                <a:lnTo>
                  <a:pt x="6359" y="20976"/>
                </a:lnTo>
                <a:lnTo>
                  <a:pt x="6359" y="20975"/>
                </a:lnTo>
                <a:lnTo>
                  <a:pt x="6359" y="20975"/>
                </a:lnTo>
                <a:lnTo>
                  <a:pt x="6359" y="20974"/>
                </a:lnTo>
                <a:lnTo>
                  <a:pt x="6359" y="20973"/>
                </a:lnTo>
                <a:lnTo>
                  <a:pt x="6359" y="20973"/>
                </a:lnTo>
                <a:lnTo>
                  <a:pt x="6359" y="20972"/>
                </a:lnTo>
                <a:lnTo>
                  <a:pt x="6359" y="20972"/>
                </a:lnTo>
                <a:lnTo>
                  <a:pt x="6359" y="20971"/>
                </a:lnTo>
                <a:lnTo>
                  <a:pt x="6359" y="20970"/>
                </a:lnTo>
                <a:lnTo>
                  <a:pt x="6359" y="20970"/>
                </a:lnTo>
                <a:lnTo>
                  <a:pt x="6359" y="20969"/>
                </a:lnTo>
                <a:lnTo>
                  <a:pt x="6359" y="20969"/>
                </a:lnTo>
                <a:lnTo>
                  <a:pt x="6359" y="20968"/>
                </a:lnTo>
                <a:lnTo>
                  <a:pt x="6359" y="20967"/>
                </a:lnTo>
                <a:lnTo>
                  <a:pt x="6359" y="20967"/>
                </a:lnTo>
                <a:lnTo>
                  <a:pt x="6359" y="20966"/>
                </a:lnTo>
                <a:lnTo>
                  <a:pt x="6359" y="20966"/>
                </a:lnTo>
                <a:lnTo>
                  <a:pt x="6359" y="20965"/>
                </a:lnTo>
                <a:lnTo>
                  <a:pt x="6359" y="20964"/>
                </a:lnTo>
                <a:lnTo>
                  <a:pt x="6359" y="20964"/>
                </a:lnTo>
                <a:lnTo>
                  <a:pt x="6359" y="20963"/>
                </a:lnTo>
                <a:lnTo>
                  <a:pt x="6359" y="20963"/>
                </a:lnTo>
                <a:lnTo>
                  <a:pt x="6359" y="20962"/>
                </a:lnTo>
                <a:lnTo>
                  <a:pt x="6359" y="20961"/>
                </a:lnTo>
                <a:lnTo>
                  <a:pt x="6359" y="20961"/>
                </a:lnTo>
                <a:lnTo>
                  <a:pt x="6359" y="20960"/>
                </a:lnTo>
                <a:lnTo>
                  <a:pt x="6359" y="20960"/>
                </a:lnTo>
                <a:lnTo>
                  <a:pt x="6359" y="20959"/>
                </a:lnTo>
                <a:lnTo>
                  <a:pt x="6359" y="20958"/>
                </a:lnTo>
                <a:lnTo>
                  <a:pt x="6359" y="20958"/>
                </a:lnTo>
                <a:lnTo>
                  <a:pt x="6359" y="20957"/>
                </a:lnTo>
                <a:lnTo>
                  <a:pt x="6359" y="20957"/>
                </a:lnTo>
                <a:lnTo>
                  <a:pt x="6359" y="20956"/>
                </a:lnTo>
                <a:lnTo>
                  <a:pt x="6359" y="20955"/>
                </a:lnTo>
                <a:lnTo>
                  <a:pt x="6359" y="20955"/>
                </a:lnTo>
                <a:lnTo>
                  <a:pt x="6359" y="20954"/>
                </a:lnTo>
                <a:lnTo>
                  <a:pt x="6359" y="20953"/>
                </a:lnTo>
                <a:lnTo>
                  <a:pt x="6359" y="20953"/>
                </a:lnTo>
                <a:lnTo>
                  <a:pt x="6359" y="20952"/>
                </a:lnTo>
                <a:lnTo>
                  <a:pt x="6359" y="20952"/>
                </a:lnTo>
                <a:lnTo>
                  <a:pt x="6359" y="20951"/>
                </a:lnTo>
                <a:lnTo>
                  <a:pt x="6359" y="20950"/>
                </a:lnTo>
                <a:lnTo>
                  <a:pt x="6359" y="20950"/>
                </a:lnTo>
                <a:lnTo>
                  <a:pt x="6359" y="20949"/>
                </a:lnTo>
                <a:lnTo>
                  <a:pt x="6359" y="20949"/>
                </a:lnTo>
                <a:lnTo>
                  <a:pt x="6359" y="20948"/>
                </a:lnTo>
                <a:lnTo>
                  <a:pt x="6359" y="20947"/>
                </a:lnTo>
                <a:lnTo>
                  <a:pt x="6359" y="20947"/>
                </a:lnTo>
                <a:lnTo>
                  <a:pt x="6359" y="20946"/>
                </a:lnTo>
                <a:lnTo>
                  <a:pt x="6359" y="20946"/>
                </a:lnTo>
                <a:lnTo>
                  <a:pt x="6359" y="20945"/>
                </a:lnTo>
                <a:lnTo>
                  <a:pt x="6359" y="20944"/>
                </a:lnTo>
                <a:lnTo>
                  <a:pt x="6359" y="20944"/>
                </a:lnTo>
                <a:lnTo>
                  <a:pt x="6359" y="20943"/>
                </a:lnTo>
                <a:lnTo>
                  <a:pt x="6359" y="20943"/>
                </a:lnTo>
                <a:lnTo>
                  <a:pt x="6359" y="20942"/>
                </a:lnTo>
                <a:lnTo>
                  <a:pt x="6359" y="20941"/>
                </a:lnTo>
                <a:lnTo>
                  <a:pt x="6359" y="20941"/>
                </a:lnTo>
                <a:lnTo>
                  <a:pt x="6359" y="20940"/>
                </a:lnTo>
                <a:lnTo>
                  <a:pt x="6359" y="20940"/>
                </a:lnTo>
                <a:lnTo>
                  <a:pt x="6359" y="20939"/>
                </a:lnTo>
                <a:lnTo>
                  <a:pt x="6359" y="20938"/>
                </a:lnTo>
                <a:lnTo>
                  <a:pt x="6359" y="20938"/>
                </a:lnTo>
                <a:lnTo>
                  <a:pt x="6359" y="20937"/>
                </a:lnTo>
                <a:lnTo>
                  <a:pt x="6359" y="20936"/>
                </a:lnTo>
                <a:lnTo>
                  <a:pt x="6359" y="20936"/>
                </a:lnTo>
                <a:lnTo>
                  <a:pt x="6359" y="20935"/>
                </a:lnTo>
                <a:lnTo>
                  <a:pt x="6359" y="20935"/>
                </a:lnTo>
                <a:lnTo>
                  <a:pt x="6359" y="20934"/>
                </a:lnTo>
                <a:lnTo>
                  <a:pt x="6359" y="20933"/>
                </a:lnTo>
                <a:lnTo>
                  <a:pt x="6359" y="20933"/>
                </a:lnTo>
                <a:lnTo>
                  <a:pt x="6359" y="20932"/>
                </a:lnTo>
                <a:lnTo>
                  <a:pt x="6359" y="20932"/>
                </a:lnTo>
                <a:lnTo>
                  <a:pt x="6359" y="20931"/>
                </a:lnTo>
                <a:lnTo>
                  <a:pt x="6359" y="20930"/>
                </a:lnTo>
                <a:lnTo>
                  <a:pt x="6359" y="20930"/>
                </a:lnTo>
                <a:lnTo>
                  <a:pt x="6359" y="20929"/>
                </a:lnTo>
                <a:lnTo>
                  <a:pt x="6359" y="20929"/>
                </a:lnTo>
                <a:lnTo>
                  <a:pt x="6359" y="20928"/>
                </a:lnTo>
                <a:lnTo>
                  <a:pt x="6359" y="20927"/>
                </a:lnTo>
                <a:lnTo>
                  <a:pt x="6359" y="20927"/>
                </a:lnTo>
                <a:lnTo>
                  <a:pt x="6359" y="20926"/>
                </a:lnTo>
                <a:lnTo>
                  <a:pt x="6359" y="20925"/>
                </a:lnTo>
                <a:lnTo>
                  <a:pt x="6359" y="20925"/>
                </a:lnTo>
                <a:lnTo>
                  <a:pt x="6359" y="20924"/>
                </a:lnTo>
                <a:lnTo>
                  <a:pt x="6359" y="20924"/>
                </a:lnTo>
                <a:lnTo>
                  <a:pt x="6359" y="20923"/>
                </a:lnTo>
                <a:lnTo>
                  <a:pt x="6359" y="20922"/>
                </a:lnTo>
                <a:lnTo>
                  <a:pt x="6359" y="20922"/>
                </a:lnTo>
                <a:lnTo>
                  <a:pt x="6359" y="20921"/>
                </a:lnTo>
                <a:lnTo>
                  <a:pt x="6359" y="20921"/>
                </a:lnTo>
                <a:lnTo>
                  <a:pt x="6359" y="20920"/>
                </a:lnTo>
                <a:lnTo>
                  <a:pt x="6359" y="20919"/>
                </a:lnTo>
                <a:lnTo>
                  <a:pt x="6359" y="20919"/>
                </a:lnTo>
                <a:lnTo>
                  <a:pt x="6359" y="20918"/>
                </a:lnTo>
                <a:lnTo>
                  <a:pt x="6359" y="20918"/>
                </a:lnTo>
                <a:lnTo>
                  <a:pt x="6359" y="20917"/>
                </a:lnTo>
                <a:lnTo>
                  <a:pt x="6359" y="20916"/>
                </a:lnTo>
                <a:lnTo>
                  <a:pt x="6359" y="20916"/>
                </a:lnTo>
                <a:lnTo>
                  <a:pt x="6359" y="20915"/>
                </a:lnTo>
                <a:lnTo>
                  <a:pt x="6359" y="20914"/>
                </a:lnTo>
                <a:lnTo>
                  <a:pt x="6359" y="20914"/>
                </a:lnTo>
                <a:lnTo>
                  <a:pt x="6359" y="20913"/>
                </a:lnTo>
                <a:lnTo>
                  <a:pt x="6359" y="20913"/>
                </a:lnTo>
                <a:lnTo>
                  <a:pt x="6359" y="20912"/>
                </a:lnTo>
                <a:lnTo>
                  <a:pt x="6359" y="20911"/>
                </a:lnTo>
                <a:lnTo>
                  <a:pt x="6359" y="20911"/>
                </a:lnTo>
                <a:lnTo>
                  <a:pt x="6359" y="20910"/>
                </a:lnTo>
                <a:lnTo>
                  <a:pt x="6359" y="20910"/>
                </a:lnTo>
                <a:lnTo>
                  <a:pt x="6359" y="20909"/>
                </a:lnTo>
                <a:lnTo>
                  <a:pt x="6359" y="20908"/>
                </a:lnTo>
                <a:lnTo>
                  <a:pt x="6359" y="20908"/>
                </a:lnTo>
                <a:lnTo>
                  <a:pt x="6359" y="20907"/>
                </a:lnTo>
                <a:lnTo>
                  <a:pt x="6359" y="20907"/>
                </a:lnTo>
                <a:lnTo>
                  <a:pt x="6359" y="20906"/>
                </a:lnTo>
                <a:lnTo>
                  <a:pt x="6359" y="20905"/>
                </a:lnTo>
                <a:lnTo>
                  <a:pt x="6359" y="20905"/>
                </a:lnTo>
                <a:lnTo>
                  <a:pt x="6359" y="20904"/>
                </a:lnTo>
                <a:lnTo>
                  <a:pt x="6359" y="20903"/>
                </a:lnTo>
                <a:lnTo>
                  <a:pt x="6359" y="20903"/>
                </a:lnTo>
                <a:lnTo>
                  <a:pt x="6359" y="20902"/>
                </a:lnTo>
                <a:lnTo>
                  <a:pt x="6359" y="20902"/>
                </a:lnTo>
                <a:lnTo>
                  <a:pt x="6359" y="20901"/>
                </a:lnTo>
                <a:lnTo>
                  <a:pt x="6359" y="20900"/>
                </a:lnTo>
                <a:lnTo>
                  <a:pt x="6359" y="20900"/>
                </a:lnTo>
                <a:lnTo>
                  <a:pt x="6359" y="20899"/>
                </a:lnTo>
                <a:lnTo>
                  <a:pt x="6359" y="20899"/>
                </a:lnTo>
                <a:lnTo>
                  <a:pt x="6359" y="20898"/>
                </a:lnTo>
                <a:lnTo>
                  <a:pt x="6359" y="20897"/>
                </a:lnTo>
                <a:lnTo>
                  <a:pt x="6359" y="20897"/>
                </a:lnTo>
                <a:lnTo>
                  <a:pt x="6359" y="20896"/>
                </a:lnTo>
                <a:lnTo>
                  <a:pt x="6359" y="20895"/>
                </a:lnTo>
                <a:lnTo>
                  <a:pt x="6359" y="20895"/>
                </a:lnTo>
                <a:lnTo>
                  <a:pt x="6359" y="20894"/>
                </a:lnTo>
                <a:lnTo>
                  <a:pt x="6359" y="20894"/>
                </a:lnTo>
                <a:lnTo>
                  <a:pt x="6359" y="20893"/>
                </a:lnTo>
                <a:lnTo>
                  <a:pt x="6359" y="20892"/>
                </a:lnTo>
                <a:lnTo>
                  <a:pt x="6359" y="20892"/>
                </a:lnTo>
                <a:lnTo>
                  <a:pt x="6359" y="20891"/>
                </a:lnTo>
                <a:lnTo>
                  <a:pt x="6359" y="20891"/>
                </a:lnTo>
                <a:lnTo>
                  <a:pt x="6359" y="20890"/>
                </a:lnTo>
                <a:lnTo>
                  <a:pt x="6359" y="20889"/>
                </a:lnTo>
                <a:lnTo>
                  <a:pt x="6359" y="20889"/>
                </a:lnTo>
                <a:lnTo>
                  <a:pt x="6359" y="20888"/>
                </a:lnTo>
                <a:lnTo>
                  <a:pt x="6359" y="20887"/>
                </a:lnTo>
                <a:lnTo>
                  <a:pt x="6359" y="20887"/>
                </a:lnTo>
                <a:lnTo>
                  <a:pt x="6359" y="20886"/>
                </a:lnTo>
                <a:lnTo>
                  <a:pt x="6359" y="20886"/>
                </a:lnTo>
                <a:lnTo>
                  <a:pt x="6359" y="20885"/>
                </a:lnTo>
                <a:lnTo>
                  <a:pt x="6359" y="20884"/>
                </a:lnTo>
                <a:lnTo>
                  <a:pt x="6359" y="20884"/>
                </a:lnTo>
                <a:lnTo>
                  <a:pt x="6359" y="20883"/>
                </a:lnTo>
                <a:lnTo>
                  <a:pt x="6359" y="20883"/>
                </a:lnTo>
                <a:lnTo>
                  <a:pt x="6359" y="20882"/>
                </a:lnTo>
                <a:lnTo>
                  <a:pt x="6359" y="20881"/>
                </a:lnTo>
                <a:lnTo>
                  <a:pt x="6359" y="20881"/>
                </a:lnTo>
                <a:lnTo>
                  <a:pt x="6359" y="20880"/>
                </a:lnTo>
                <a:lnTo>
                  <a:pt x="6359" y="20879"/>
                </a:lnTo>
                <a:lnTo>
                  <a:pt x="6359" y="20879"/>
                </a:lnTo>
                <a:lnTo>
                  <a:pt x="6359" y="20878"/>
                </a:lnTo>
                <a:lnTo>
                  <a:pt x="6359" y="20878"/>
                </a:lnTo>
                <a:lnTo>
                  <a:pt x="6359" y="20877"/>
                </a:lnTo>
                <a:lnTo>
                  <a:pt x="6359" y="20876"/>
                </a:lnTo>
                <a:lnTo>
                  <a:pt x="6359" y="20876"/>
                </a:lnTo>
                <a:lnTo>
                  <a:pt x="6359" y="20875"/>
                </a:lnTo>
                <a:lnTo>
                  <a:pt x="6359" y="20875"/>
                </a:lnTo>
                <a:lnTo>
                  <a:pt x="6359" y="20874"/>
                </a:lnTo>
                <a:lnTo>
                  <a:pt x="6359" y="20873"/>
                </a:lnTo>
                <a:lnTo>
                  <a:pt x="6359" y="20873"/>
                </a:lnTo>
                <a:lnTo>
                  <a:pt x="6359" y="20872"/>
                </a:lnTo>
                <a:lnTo>
                  <a:pt x="6359" y="20871"/>
                </a:lnTo>
                <a:lnTo>
                  <a:pt x="6359" y="20871"/>
                </a:lnTo>
                <a:lnTo>
                  <a:pt x="6359" y="20870"/>
                </a:lnTo>
                <a:lnTo>
                  <a:pt x="6359" y="20870"/>
                </a:lnTo>
                <a:lnTo>
                  <a:pt x="6359" y="20869"/>
                </a:lnTo>
                <a:lnTo>
                  <a:pt x="6359" y="20868"/>
                </a:lnTo>
                <a:lnTo>
                  <a:pt x="6359" y="20868"/>
                </a:lnTo>
                <a:lnTo>
                  <a:pt x="6359" y="20867"/>
                </a:lnTo>
                <a:lnTo>
                  <a:pt x="6359" y="20867"/>
                </a:lnTo>
                <a:lnTo>
                  <a:pt x="6359" y="20866"/>
                </a:lnTo>
                <a:lnTo>
                  <a:pt x="6359" y="20865"/>
                </a:lnTo>
                <a:lnTo>
                  <a:pt x="6359" y="20865"/>
                </a:lnTo>
                <a:lnTo>
                  <a:pt x="6359" y="20864"/>
                </a:lnTo>
                <a:lnTo>
                  <a:pt x="6359" y="20863"/>
                </a:lnTo>
                <a:lnTo>
                  <a:pt x="6359" y="20863"/>
                </a:lnTo>
                <a:lnTo>
                  <a:pt x="6359" y="20862"/>
                </a:lnTo>
                <a:lnTo>
                  <a:pt x="6359" y="20862"/>
                </a:lnTo>
                <a:lnTo>
                  <a:pt x="6359" y="20861"/>
                </a:lnTo>
                <a:lnTo>
                  <a:pt x="6359" y="20860"/>
                </a:lnTo>
                <a:lnTo>
                  <a:pt x="6359" y="20860"/>
                </a:lnTo>
                <a:lnTo>
                  <a:pt x="6359" y="20859"/>
                </a:lnTo>
                <a:lnTo>
                  <a:pt x="6359" y="20858"/>
                </a:lnTo>
                <a:lnTo>
                  <a:pt x="6359" y="20858"/>
                </a:lnTo>
                <a:lnTo>
                  <a:pt x="6359" y="20857"/>
                </a:lnTo>
                <a:lnTo>
                  <a:pt x="6359" y="20857"/>
                </a:lnTo>
                <a:lnTo>
                  <a:pt x="6359" y="20856"/>
                </a:lnTo>
                <a:lnTo>
                  <a:pt x="6359" y="20855"/>
                </a:lnTo>
                <a:lnTo>
                  <a:pt x="6359" y="20855"/>
                </a:lnTo>
                <a:lnTo>
                  <a:pt x="6359" y="20854"/>
                </a:lnTo>
                <a:lnTo>
                  <a:pt x="6359" y="20854"/>
                </a:lnTo>
                <a:lnTo>
                  <a:pt x="6359" y="20853"/>
                </a:lnTo>
                <a:lnTo>
                  <a:pt x="6359" y="20852"/>
                </a:lnTo>
                <a:lnTo>
                  <a:pt x="6359" y="20852"/>
                </a:lnTo>
                <a:lnTo>
                  <a:pt x="6359" y="20851"/>
                </a:lnTo>
                <a:lnTo>
                  <a:pt x="6359" y="20850"/>
                </a:lnTo>
                <a:lnTo>
                  <a:pt x="6359" y="20850"/>
                </a:lnTo>
                <a:lnTo>
                  <a:pt x="6359" y="20849"/>
                </a:lnTo>
                <a:lnTo>
                  <a:pt x="6359" y="20849"/>
                </a:lnTo>
                <a:lnTo>
                  <a:pt x="6359" y="20848"/>
                </a:lnTo>
                <a:lnTo>
                  <a:pt x="6359" y="20847"/>
                </a:lnTo>
                <a:lnTo>
                  <a:pt x="6359" y="20847"/>
                </a:lnTo>
                <a:lnTo>
                  <a:pt x="6359" y="20846"/>
                </a:lnTo>
                <a:lnTo>
                  <a:pt x="6359" y="20845"/>
                </a:lnTo>
                <a:lnTo>
                  <a:pt x="6359" y="20845"/>
                </a:lnTo>
                <a:lnTo>
                  <a:pt x="6359" y="20844"/>
                </a:lnTo>
                <a:lnTo>
                  <a:pt x="6359" y="20844"/>
                </a:lnTo>
                <a:lnTo>
                  <a:pt x="6359" y="20843"/>
                </a:lnTo>
                <a:lnTo>
                  <a:pt x="6359" y="20842"/>
                </a:lnTo>
                <a:lnTo>
                  <a:pt x="6359" y="20842"/>
                </a:lnTo>
                <a:lnTo>
                  <a:pt x="6359" y="20841"/>
                </a:lnTo>
                <a:lnTo>
                  <a:pt x="6359" y="20841"/>
                </a:lnTo>
                <a:lnTo>
                  <a:pt x="6359" y="20840"/>
                </a:lnTo>
                <a:lnTo>
                  <a:pt x="6359" y="20839"/>
                </a:lnTo>
                <a:lnTo>
                  <a:pt x="6359" y="20839"/>
                </a:lnTo>
                <a:lnTo>
                  <a:pt x="6359" y="20838"/>
                </a:lnTo>
                <a:lnTo>
                  <a:pt x="6359" y="20837"/>
                </a:lnTo>
                <a:lnTo>
                  <a:pt x="6359" y="20837"/>
                </a:lnTo>
                <a:lnTo>
                  <a:pt x="6359" y="20836"/>
                </a:lnTo>
                <a:lnTo>
                  <a:pt x="6359" y="20836"/>
                </a:lnTo>
                <a:lnTo>
                  <a:pt x="6359" y="20835"/>
                </a:lnTo>
                <a:lnTo>
                  <a:pt x="6359" y="20834"/>
                </a:lnTo>
                <a:lnTo>
                  <a:pt x="6359" y="20834"/>
                </a:lnTo>
                <a:lnTo>
                  <a:pt x="6359" y="20833"/>
                </a:lnTo>
                <a:lnTo>
                  <a:pt x="6359" y="20832"/>
                </a:lnTo>
                <a:lnTo>
                  <a:pt x="6359" y="20832"/>
                </a:lnTo>
                <a:lnTo>
                  <a:pt x="6359" y="20831"/>
                </a:lnTo>
                <a:lnTo>
                  <a:pt x="6359" y="20831"/>
                </a:lnTo>
                <a:lnTo>
                  <a:pt x="6359" y="20830"/>
                </a:lnTo>
                <a:lnTo>
                  <a:pt x="6359" y="20829"/>
                </a:lnTo>
                <a:lnTo>
                  <a:pt x="6359" y="20829"/>
                </a:lnTo>
                <a:lnTo>
                  <a:pt x="6359" y="20828"/>
                </a:lnTo>
                <a:lnTo>
                  <a:pt x="6359" y="20827"/>
                </a:lnTo>
                <a:lnTo>
                  <a:pt x="6359" y="20827"/>
                </a:lnTo>
                <a:lnTo>
                  <a:pt x="6359" y="20826"/>
                </a:lnTo>
                <a:lnTo>
                  <a:pt x="6359" y="20826"/>
                </a:lnTo>
                <a:lnTo>
                  <a:pt x="6359" y="20825"/>
                </a:lnTo>
                <a:lnTo>
                  <a:pt x="6359" y="20824"/>
                </a:lnTo>
                <a:lnTo>
                  <a:pt x="6359" y="20824"/>
                </a:lnTo>
                <a:lnTo>
                  <a:pt x="6359" y="20823"/>
                </a:lnTo>
                <a:lnTo>
                  <a:pt x="6359" y="20822"/>
                </a:lnTo>
                <a:lnTo>
                  <a:pt x="6359" y="20822"/>
                </a:lnTo>
                <a:lnTo>
                  <a:pt x="6359" y="20821"/>
                </a:lnTo>
                <a:lnTo>
                  <a:pt x="6359" y="20821"/>
                </a:lnTo>
                <a:lnTo>
                  <a:pt x="6359" y="20820"/>
                </a:lnTo>
                <a:lnTo>
                  <a:pt x="6359" y="20819"/>
                </a:lnTo>
                <a:lnTo>
                  <a:pt x="6359" y="20819"/>
                </a:lnTo>
                <a:lnTo>
                  <a:pt x="6359" y="20818"/>
                </a:lnTo>
                <a:lnTo>
                  <a:pt x="6359" y="20817"/>
                </a:lnTo>
                <a:lnTo>
                  <a:pt x="6359" y="20817"/>
                </a:lnTo>
                <a:lnTo>
                  <a:pt x="6359" y="20816"/>
                </a:lnTo>
                <a:lnTo>
                  <a:pt x="6359" y="20816"/>
                </a:lnTo>
                <a:lnTo>
                  <a:pt x="6359" y="20815"/>
                </a:lnTo>
                <a:lnTo>
                  <a:pt x="6359" y="20814"/>
                </a:lnTo>
                <a:lnTo>
                  <a:pt x="6359" y="20814"/>
                </a:lnTo>
                <a:lnTo>
                  <a:pt x="6359" y="20813"/>
                </a:lnTo>
                <a:lnTo>
                  <a:pt x="6359" y="20812"/>
                </a:lnTo>
                <a:lnTo>
                  <a:pt x="6359" y="20812"/>
                </a:lnTo>
                <a:lnTo>
                  <a:pt x="6359" y="20811"/>
                </a:lnTo>
                <a:lnTo>
                  <a:pt x="6359" y="20811"/>
                </a:lnTo>
                <a:lnTo>
                  <a:pt x="6359" y="20810"/>
                </a:lnTo>
                <a:lnTo>
                  <a:pt x="6359" y="20809"/>
                </a:lnTo>
                <a:lnTo>
                  <a:pt x="6359" y="20809"/>
                </a:lnTo>
                <a:lnTo>
                  <a:pt x="6359" y="20808"/>
                </a:lnTo>
                <a:lnTo>
                  <a:pt x="6359" y="20807"/>
                </a:lnTo>
                <a:lnTo>
                  <a:pt x="6359" y="20807"/>
                </a:lnTo>
                <a:lnTo>
                  <a:pt x="6359" y="20806"/>
                </a:lnTo>
                <a:lnTo>
                  <a:pt x="6359" y="20806"/>
                </a:lnTo>
                <a:lnTo>
                  <a:pt x="6359" y="20805"/>
                </a:lnTo>
                <a:lnTo>
                  <a:pt x="6359" y="20804"/>
                </a:lnTo>
                <a:lnTo>
                  <a:pt x="6359" y="20804"/>
                </a:lnTo>
                <a:lnTo>
                  <a:pt x="6359" y="20803"/>
                </a:lnTo>
                <a:lnTo>
                  <a:pt x="6359" y="20802"/>
                </a:lnTo>
                <a:lnTo>
                  <a:pt x="6359" y="20802"/>
                </a:lnTo>
                <a:lnTo>
                  <a:pt x="6359" y="20801"/>
                </a:lnTo>
                <a:lnTo>
                  <a:pt x="6359" y="20801"/>
                </a:lnTo>
                <a:lnTo>
                  <a:pt x="6359" y="20800"/>
                </a:lnTo>
                <a:lnTo>
                  <a:pt x="6359" y="20799"/>
                </a:lnTo>
                <a:lnTo>
                  <a:pt x="6359" y="20799"/>
                </a:lnTo>
                <a:lnTo>
                  <a:pt x="6359" y="20798"/>
                </a:lnTo>
                <a:lnTo>
                  <a:pt x="6359" y="20797"/>
                </a:lnTo>
                <a:lnTo>
                  <a:pt x="6359" y="20797"/>
                </a:lnTo>
                <a:lnTo>
                  <a:pt x="6359" y="20796"/>
                </a:lnTo>
                <a:lnTo>
                  <a:pt x="6359" y="20796"/>
                </a:lnTo>
                <a:lnTo>
                  <a:pt x="6359" y="20795"/>
                </a:lnTo>
                <a:lnTo>
                  <a:pt x="6359" y="20794"/>
                </a:lnTo>
                <a:lnTo>
                  <a:pt x="6359" y="20794"/>
                </a:lnTo>
                <a:lnTo>
                  <a:pt x="6359" y="20793"/>
                </a:lnTo>
                <a:lnTo>
                  <a:pt x="6359" y="20792"/>
                </a:lnTo>
                <a:lnTo>
                  <a:pt x="6359" y="20792"/>
                </a:lnTo>
                <a:lnTo>
                  <a:pt x="6359" y="20791"/>
                </a:lnTo>
                <a:lnTo>
                  <a:pt x="6359" y="20791"/>
                </a:lnTo>
                <a:lnTo>
                  <a:pt x="6359" y="20790"/>
                </a:lnTo>
                <a:lnTo>
                  <a:pt x="6359" y="20789"/>
                </a:lnTo>
                <a:lnTo>
                  <a:pt x="6359" y="20789"/>
                </a:lnTo>
                <a:lnTo>
                  <a:pt x="6359" y="20788"/>
                </a:lnTo>
                <a:lnTo>
                  <a:pt x="6359" y="20787"/>
                </a:lnTo>
                <a:lnTo>
                  <a:pt x="6359" y="20787"/>
                </a:lnTo>
                <a:lnTo>
                  <a:pt x="6359" y="20786"/>
                </a:lnTo>
                <a:lnTo>
                  <a:pt x="6359" y="20786"/>
                </a:lnTo>
                <a:lnTo>
                  <a:pt x="6359" y="20785"/>
                </a:lnTo>
                <a:lnTo>
                  <a:pt x="6359" y="20784"/>
                </a:lnTo>
                <a:lnTo>
                  <a:pt x="6359" y="20784"/>
                </a:lnTo>
                <a:lnTo>
                  <a:pt x="6359" y="20783"/>
                </a:lnTo>
                <a:lnTo>
                  <a:pt x="6359" y="20782"/>
                </a:lnTo>
                <a:lnTo>
                  <a:pt x="6359" y="20782"/>
                </a:lnTo>
                <a:lnTo>
                  <a:pt x="6359" y="20781"/>
                </a:lnTo>
                <a:lnTo>
                  <a:pt x="6359" y="20781"/>
                </a:lnTo>
                <a:lnTo>
                  <a:pt x="6359" y="20780"/>
                </a:lnTo>
                <a:lnTo>
                  <a:pt x="6359" y="20779"/>
                </a:lnTo>
                <a:lnTo>
                  <a:pt x="6359" y="20779"/>
                </a:lnTo>
                <a:lnTo>
                  <a:pt x="6359" y="20778"/>
                </a:lnTo>
                <a:lnTo>
                  <a:pt x="6359" y="20777"/>
                </a:lnTo>
                <a:lnTo>
                  <a:pt x="6359" y="20777"/>
                </a:lnTo>
                <a:lnTo>
                  <a:pt x="6359" y="20776"/>
                </a:lnTo>
                <a:lnTo>
                  <a:pt x="6359" y="20775"/>
                </a:lnTo>
                <a:lnTo>
                  <a:pt x="6359" y="20775"/>
                </a:lnTo>
                <a:lnTo>
                  <a:pt x="6359" y="20774"/>
                </a:lnTo>
                <a:lnTo>
                  <a:pt x="6359" y="20774"/>
                </a:lnTo>
                <a:lnTo>
                  <a:pt x="6359" y="20773"/>
                </a:lnTo>
                <a:lnTo>
                  <a:pt x="6359" y="20772"/>
                </a:lnTo>
                <a:lnTo>
                  <a:pt x="6359" y="20772"/>
                </a:lnTo>
                <a:lnTo>
                  <a:pt x="6359" y="20771"/>
                </a:lnTo>
                <a:lnTo>
                  <a:pt x="6359" y="20770"/>
                </a:lnTo>
                <a:lnTo>
                  <a:pt x="6359" y="20770"/>
                </a:lnTo>
                <a:lnTo>
                  <a:pt x="6359" y="20769"/>
                </a:lnTo>
                <a:lnTo>
                  <a:pt x="6359" y="20769"/>
                </a:lnTo>
                <a:lnTo>
                  <a:pt x="6359" y="20768"/>
                </a:lnTo>
                <a:lnTo>
                  <a:pt x="6359" y="20767"/>
                </a:lnTo>
                <a:lnTo>
                  <a:pt x="6359" y="20767"/>
                </a:lnTo>
                <a:lnTo>
                  <a:pt x="6359" y="20766"/>
                </a:lnTo>
                <a:lnTo>
                  <a:pt x="6359" y="20765"/>
                </a:lnTo>
                <a:lnTo>
                  <a:pt x="6359" y="20765"/>
                </a:lnTo>
                <a:lnTo>
                  <a:pt x="6359" y="20764"/>
                </a:lnTo>
                <a:lnTo>
                  <a:pt x="6359" y="20764"/>
                </a:lnTo>
                <a:lnTo>
                  <a:pt x="6359" y="20763"/>
                </a:lnTo>
                <a:lnTo>
                  <a:pt x="6359" y="20762"/>
                </a:lnTo>
                <a:lnTo>
                  <a:pt x="6359" y="20762"/>
                </a:lnTo>
                <a:lnTo>
                  <a:pt x="6359" y="20761"/>
                </a:lnTo>
                <a:lnTo>
                  <a:pt x="6359" y="20760"/>
                </a:lnTo>
                <a:lnTo>
                  <a:pt x="6359" y="20760"/>
                </a:lnTo>
                <a:lnTo>
                  <a:pt x="6359" y="20759"/>
                </a:lnTo>
                <a:lnTo>
                  <a:pt x="6359" y="20758"/>
                </a:lnTo>
                <a:lnTo>
                  <a:pt x="6359" y="20758"/>
                </a:lnTo>
                <a:lnTo>
                  <a:pt x="6359" y="20757"/>
                </a:lnTo>
                <a:lnTo>
                  <a:pt x="6359" y="20757"/>
                </a:lnTo>
                <a:lnTo>
                  <a:pt x="6359" y="20756"/>
                </a:lnTo>
                <a:lnTo>
                  <a:pt x="6359" y="20755"/>
                </a:lnTo>
                <a:lnTo>
                  <a:pt x="6359" y="20755"/>
                </a:lnTo>
                <a:lnTo>
                  <a:pt x="6359" y="20754"/>
                </a:lnTo>
                <a:lnTo>
                  <a:pt x="6359" y="20753"/>
                </a:lnTo>
                <a:lnTo>
                  <a:pt x="6359" y="20753"/>
                </a:lnTo>
                <a:lnTo>
                  <a:pt x="6359" y="20752"/>
                </a:lnTo>
                <a:lnTo>
                  <a:pt x="6359" y="20752"/>
                </a:lnTo>
                <a:lnTo>
                  <a:pt x="6359" y="20751"/>
                </a:lnTo>
                <a:lnTo>
                  <a:pt x="6359" y="20750"/>
                </a:lnTo>
                <a:lnTo>
                  <a:pt x="6359" y="20750"/>
                </a:lnTo>
                <a:lnTo>
                  <a:pt x="6359" y="20749"/>
                </a:lnTo>
                <a:lnTo>
                  <a:pt x="6359" y="20748"/>
                </a:lnTo>
                <a:lnTo>
                  <a:pt x="6359" y="20748"/>
                </a:lnTo>
                <a:lnTo>
                  <a:pt x="6359" y="20747"/>
                </a:lnTo>
                <a:lnTo>
                  <a:pt x="6359" y="20746"/>
                </a:lnTo>
                <a:lnTo>
                  <a:pt x="6359" y="20746"/>
                </a:lnTo>
                <a:lnTo>
                  <a:pt x="6359" y="20745"/>
                </a:lnTo>
                <a:lnTo>
                  <a:pt x="6359" y="20745"/>
                </a:lnTo>
                <a:lnTo>
                  <a:pt x="6359" y="20744"/>
                </a:lnTo>
                <a:lnTo>
                  <a:pt x="6359" y="20743"/>
                </a:lnTo>
                <a:lnTo>
                  <a:pt x="6359" y="20743"/>
                </a:lnTo>
                <a:lnTo>
                  <a:pt x="6359" y="20742"/>
                </a:lnTo>
                <a:lnTo>
                  <a:pt x="6359" y="20741"/>
                </a:lnTo>
                <a:lnTo>
                  <a:pt x="6359" y="20741"/>
                </a:lnTo>
                <a:lnTo>
                  <a:pt x="6359" y="20740"/>
                </a:lnTo>
                <a:lnTo>
                  <a:pt x="6359" y="20739"/>
                </a:lnTo>
                <a:lnTo>
                  <a:pt x="6359" y="20739"/>
                </a:lnTo>
                <a:lnTo>
                  <a:pt x="6359" y="20738"/>
                </a:lnTo>
                <a:lnTo>
                  <a:pt x="6359" y="20738"/>
                </a:lnTo>
                <a:lnTo>
                  <a:pt x="6359" y="20737"/>
                </a:lnTo>
                <a:lnTo>
                  <a:pt x="6359" y="20736"/>
                </a:lnTo>
                <a:lnTo>
                  <a:pt x="6359" y="20736"/>
                </a:lnTo>
                <a:lnTo>
                  <a:pt x="6359" y="20735"/>
                </a:lnTo>
                <a:lnTo>
                  <a:pt x="6359" y="20734"/>
                </a:lnTo>
                <a:lnTo>
                  <a:pt x="6359" y="20734"/>
                </a:lnTo>
                <a:lnTo>
                  <a:pt x="6359" y="20733"/>
                </a:lnTo>
                <a:lnTo>
                  <a:pt x="6359" y="20733"/>
                </a:lnTo>
                <a:lnTo>
                  <a:pt x="6359" y="20732"/>
                </a:lnTo>
                <a:lnTo>
                  <a:pt x="6359" y="20731"/>
                </a:lnTo>
                <a:lnTo>
                  <a:pt x="6359" y="20731"/>
                </a:lnTo>
                <a:lnTo>
                  <a:pt x="6359" y="20730"/>
                </a:lnTo>
                <a:lnTo>
                  <a:pt x="6359" y="20729"/>
                </a:lnTo>
                <a:lnTo>
                  <a:pt x="6359" y="20729"/>
                </a:lnTo>
                <a:lnTo>
                  <a:pt x="6359" y="20728"/>
                </a:lnTo>
                <a:lnTo>
                  <a:pt x="6359" y="20727"/>
                </a:lnTo>
                <a:lnTo>
                  <a:pt x="6359" y="20727"/>
                </a:lnTo>
                <a:lnTo>
                  <a:pt x="6359" y="20726"/>
                </a:lnTo>
                <a:lnTo>
                  <a:pt x="6359" y="20726"/>
                </a:lnTo>
                <a:lnTo>
                  <a:pt x="6359" y="20725"/>
                </a:lnTo>
                <a:lnTo>
                  <a:pt x="6359" y="20724"/>
                </a:lnTo>
                <a:lnTo>
                  <a:pt x="6359" y="20724"/>
                </a:lnTo>
                <a:lnTo>
                  <a:pt x="6359" y="20723"/>
                </a:lnTo>
                <a:lnTo>
                  <a:pt x="6359" y="20722"/>
                </a:lnTo>
                <a:lnTo>
                  <a:pt x="6359" y="20722"/>
                </a:lnTo>
                <a:lnTo>
                  <a:pt x="6359" y="20721"/>
                </a:lnTo>
                <a:lnTo>
                  <a:pt x="6359" y="20720"/>
                </a:lnTo>
                <a:lnTo>
                  <a:pt x="6359" y="20720"/>
                </a:lnTo>
                <a:lnTo>
                  <a:pt x="6359" y="20719"/>
                </a:lnTo>
                <a:lnTo>
                  <a:pt x="6359" y="20719"/>
                </a:lnTo>
                <a:lnTo>
                  <a:pt x="6359" y="20718"/>
                </a:lnTo>
                <a:lnTo>
                  <a:pt x="6359" y="20717"/>
                </a:lnTo>
                <a:lnTo>
                  <a:pt x="6359" y="20717"/>
                </a:lnTo>
                <a:lnTo>
                  <a:pt x="6359" y="20716"/>
                </a:lnTo>
                <a:lnTo>
                  <a:pt x="6359" y="20715"/>
                </a:lnTo>
                <a:lnTo>
                  <a:pt x="6359" y="20715"/>
                </a:lnTo>
                <a:lnTo>
                  <a:pt x="6359" y="20714"/>
                </a:lnTo>
                <a:lnTo>
                  <a:pt x="6359" y="20713"/>
                </a:lnTo>
                <a:lnTo>
                  <a:pt x="6359" y="20713"/>
                </a:lnTo>
                <a:lnTo>
                  <a:pt x="6359" y="20712"/>
                </a:lnTo>
                <a:lnTo>
                  <a:pt x="6359" y="20712"/>
                </a:lnTo>
                <a:lnTo>
                  <a:pt x="6359" y="20711"/>
                </a:lnTo>
                <a:lnTo>
                  <a:pt x="6359" y="20710"/>
                </a:lnTo>
                <a:lnTo>
                  <a:pt x="6359" y="20710"/>
                </a:lnTo>
                <a:lnTo>
                  <a:pt x="6359" y="20709"/>
                </a:lnTo>
                <a:lnTo>
                  <a:pt x="6359" y="20708"/>
                </a:lnTo>
                <a:lnTo>
                  <a:pt x="6359" y="20708"/>
                </a:lnTo>
                <a:lnTo>
                  <a:pt x="6359" y="20707"/>
                </a:lnTo>
                <a:lnTo>
                  <a:pt x="6359" y="20706"/>
                </a:lnTo>
                <a:lnTo>
                  <a:pt x="6359" y="20706"/>
                </a:lnTo>
                <a:lnTo>
                  <a:pt x="6359" y="20705"/>
                </a:lnTo>
                <a:lnTo>
                  <a:pt x="6359" y="20705"/>
                </a:lnTo>
                <a:lnTo>
                  <a:pt x="6359" y="20704"/>
                </a:lnTo>
                <a:lnTo>
                  <a:pt x="6359" y="20703"/>
                </a:lnTo>
                <a:lnTo>
                  <a:pt x="6359" y="20703"/>
                </a:lnTo>
                <a:lnTo>
                  <a:pt x="6359" y="20702"/>
                </a:lnTo>
                <a:lnTo>
                  <a:pt x="6359" y="20701"/>
                </a:lnTo>
                <a:lnTo>
                  <a:pt x="6359" y="20701"/>
                </a:lnTo>
                <a:lnTo>
                  <a:pt x="6359" y="20700"/>
                </a:lnTo>
                <a:lnTo>
                  <a:pt x="6359" y="20699"/>
                </a:lnTo>
                <a:lnTo>
                  <a:pt x="6359" y="20699"/>
                </a:lnTo>
                <a:lnTo>
                  <a:pt x="6359" y="20698"/>
                </a:lnTo>
                <a:lnTo>
                  <a:pt x="6359" y="20698"/>
                </a:lnTo>
                <a:lnTo>
                  <a:pt x="6359" y="20697"/>
                </a:lnTo>
                <a:lnTo>
                  <a:pt x="6359" y="20696"/>
                </a:lnTo>
                <a:lnTo>
                  <a:pt x="6359" y="20696"/>
                </a:lnTo>
                <a:lnTo>
                  <a:pt x="6359" y="20695"/>
                </a:lnTo>
                <a:lnTo>
                  <a:pt x="6359" y="20694"/>
                </a:lnTo>
                <a:lnTo>
                  <a:pt x="6359" y="20694"/>
                </a:lnTo>
                <a:lnTo>
                  <a:pt x="6359" y="20693"/>
                </a:lnTo>
                <a:lnTo>
                  <a:pt x="6359" y="20692"/>
                </a:lnTo>
                <a:lnTo>
                  <a:pt x="6359" y="20692"/>
                </a:lnTo>
                <a:lnTo>
                  <a:pt x="6359" y="20691"/>
                </a:lnTo>
                <a:lnTo>
                  <a:pt x="6359" y="20690"/>
                </a:lnTo>
                <a:lnTo>
                  <a:pt x="6359" y="20690"/>
                </a:lnTo>
                <a:lnTo>
                  <a:pt x="6359" y="20689"/>
                </a:lnTo>
                <a:lnTo>
                  <a:pt x="6359" y="20689"/>
                </a:lnTo>
                <a:lnTo>
                  <a:pt x="6359" y="20688"/>
                </a:lnTo>
                <a:lnTo>
                  <a:pt x="6359" y="20687"/>
                </a:lnTo>
                <a:lnTo>
                  <a:pt x="6359" y="20687"/>
                </a:lnTo>
                <a:lnTo>
                  <a:pt x="6359" y="20686"/>
                </a:lnTo>
                <a:lnTo>
                  <a:pt x="6359" y="20685"/>
                </a:lnTo>
                <a:lnTo>
                  <a:pt x="6359" y="20685"/>
                </a:lnTo>
                <a:lnTo>
                  <a:pt x="6359" y="20684"/>
                </a:lnTo>
                <a:lnTo>
                  <a:pt x="6359" y="20683"/>
                </a:lnTo>
                <a:lnTo>
                  <a:pt x="6359" y="20683"/>
                </a:lnTo>
                <a:lnTo>
                  <a:pt x="6359" y="20682"/>
                </a:lnTo>
                <a:lnTo>
                  <a:pt x="6359" y="20682"/>
                </a:lnTo>
                <a:lnTo>
                  <a:pt x="6359" y="20681"/>
                </a:lnTo>
                <a:lnTo>
                  <a:pt x="6359" y="20680"/>
                </a:lnTo>
                <a:lnTo>
                  <a:pt x="6359" y="20680"/>
                </a:lnTo>
                <a:lnTo>
                  <a:pt x="6359" y="20679"/>
                </a:lnTo>
                <a:lnTo>
                  <a:pt x="6359" y="20678"/>
                </a:lnTo>
                <a:lnTo>
                  <a:pt x="6359" y="20678"/>
                </a:lnTo>
                <a:lnTo>
                  <a:pt x="6359" y="20677"/>
                </a:lnTo>
                <a:lnTo>
                  <a:pt x="6359" y="20676"/>
                </a:lnTo>
                <a:lnTo>
                  <a:pt x="6359" y="20676"/>
                </a:lnTo>
                <a:lnTo>
                  <a:pt x="6359" y="20675"/>
                </a:lnTo>
                <a:lnTo>
                  <a:pt x="6359" y="20674"/>
                </a:lnTo>
                <a:lnTo>
                  <a:pt x="6359" y="20674"/>
                </a:lnTo>
                <a:lnTo>
                  <a:pt x="6359" y="20673"/>
                </a:lnTo>
                <a:lnTo>
                  <a:pt x="6359" y="20673"/>
                </a:lnTo>
                <a:lnTo>
                  <a:pt x="6359" y="20672"/>
                </a:lnTo>
                <a:lnTo>
                  <a:pt x="6359" y="20671"/>
                </a:lnTo>
                <a:lnTo>
                  <a:pt x="6359" y="20671"/>
                </a:lnTo>
                <a:lnTo>
                  <a:pt x="6359" y="20670"/>
                </a:lnTo>
                <a:lnTo>
                  <a:pt x="6359" y="20669"/>
                </a:lnTo>
                <a:lnTo>
                  <a:pt x="6359" y="20669"/>
                </a:lnTo>
                <a:lnTo>
                  <a:pt x="6359" y="20668"/>
                </a:lnTo>
                <a:lnTo>
                  <a:pt x="6359" y="20667"/>
                </a:lnTo>
                <a:lnTo>
                  <a:pt x="6359" y="20667"/>
                </a:lnTo>
                <a:lnTo>
                  <a:pt x="6359" y="20666"/>
                </a:lnTo>
                <a:lnTo>
                  <a:pt x="6359" y="20665"/>
                </a:lnTo>
                <a:lnTo>
                  <a:pt x="6359" y="20665"/>
                </a:lnTo>
                <a:lnTo>
                  <a:pt x="6359" y="20664"/>
                </a:lnTo>
                <a:lnTo>
                  <a:pt x="6359" y="20664"/>
                </a:lnTo>
                <a:lnTo>
                  <a:pt x="6359" y="20663"/>
                </a:lnTo>
                <a:lnTo>
                  <a:pt x="6359" y="20662"/>
                </a:lnTo>
                <a:lnTo>
                  <a:pt x="6359" y="20662"/>
                </a:lnTo>
                <a:lnTo>
                  <a:pt x="6359" y="20661"/>
                </a:lnTo>
                <a:lnTo>
                  <a:pt x="6359" y="20660"/>
                </a:lnTo>
                <a:lnTo>
                  <a:pt x="6359" y="20660"/>
                </a:lnTo>
                <a:lnTo>
                  <a:pt x="6359" y="20659"/>
                </a:lnTo>
                <a:lnTo>
                  <a:pt x="6359" y="20658"/>
                </a:lnTo>
                <a:lnTo>
                  <a:pt x="6359" y="20658"/>
                </a:lnTo>
                <a:lnTo>
                  <a:pt x="6359" y="20657"/>
                </a:lnTo>
                <a:lnTo>
                  <a:pt x="6359" y="20656"/>
                </a:lnTo>
                <a:lnTo>
                  <a:pt x="6359" y="20656"/>
                </a:lnTo>
                <a:lnTo>
                  <a:pt x="6359" y="20655"/>
                </a:lnTo>
                <a:lnTo>
                  <a:pt x="6359" y="20655"/>
                </a:lnTo>
                <a:lnTo>
                  <a:pt x="6359" y="20654"/>
                </a:lnTo>
                <a:lnTo>
                  <a:pt x="6359" y="20653"/>
                </a:lnTo>
                <a:lnTo>
                  <a:pt x="6359" y="20653"/>
                </a:lnTo>
                <a:lnTo>
                  <a:pt x="6359" y="20652"/>
                </a:lnTo>
                <a:lnTo>
                  <a:pt x="6359" y="20651"/>
                </a:lnTo>
                <a:lnTo>
                  <a:pt x="6359" y="20651"/>
                </a:lnTo>
                <a:lnTo>
                  <a:pt x="6359" y="20650"/>
                </a:lnTo>
                <a:lnTo>
                  <a:pt x="6359" y="20649"/>
                </a:lnTo>
                <a:lnTo>
                  <a:pt x="6359" y="20649"/>
                </a:lnTo>
                <a:lnTo>
                  <a:pt x="6359" y="20648"/>
                </a:lnTo>
                <a:lnTo>
                  <a:pt x="6359" y="20647"/>
                </a:lnTo>
                <a:lnTo>
                  <a:pt x="6359" y="20647"/>
                </a:lnTo>
                <a:lnTo>
                  <a:pt x="6359" y="20646"/>
                </a:lnTo>
                <a:lnTo>
                  <a:pt x="6359" y="20646"/>
                </a:lnTo>
                <a:lnTo>
                  <a:pt x="6359" y="20645"/>
                </a:lnTo>
                <a:lnTo>
                  <a:pt x="6359" y="20644"/>
                </a:lnTo>
                <a:lnTo>
                  <a:pt x="6359" y="20644"/>
                </a:lnTo>
                <a:lnTo>
                  <a:pt x="6359" y="20643"/>
                </a:lnTo>
                <a:lnTo>
                  <a:pt x="6359" y="20642"/>
                </a:lnTo>
                <a:lnTo>
                  <a:pt x="6359" y="20642"/>
                </a:lnTo>
                <a:lnTo>
                  <a:pt x="6359" y="20641"/>
                </a:lnTo>
                <a:lnTo>
                  <a:pt x="6359" y="20640"/>
                </a:lnTo>
                <a:lnTo>
                  <a:pt x="6359" y="20640"/>
                </a:lnTo>
                <a:lnTo>
                  <a:pt x="6359" y="20639"/>
                </a:lnTo>
                <a:lnTo>
                  <a:pt x="6359" y="20638"/>
                </a:lnTo>
                <a:lnTo>
                  <a:pt x="6359" y="20638"/>
                </a:lnTo>
                <a:lnTo>
                  <a:pt x="6359" y="20637"/>
                </a:lnTo>
                <a:lnTo>
                  <a:pt x="6359" y="20636"/>
                </a:lnTo>
                <a:lnTo>
                  <a:pt x="6359" y="20636"/>
                </a:lnTo>
                <a:lnTo>
                  <a:pt x="6359" y="20635"/>
                </a:lnTo>
                <a:lnTo>
                  <a:pt x="6359" y="20635"/>
                </a:lnTo>
                <a:lnTo>
                  <a:pt x="6359" y="20634"/>
                </a:lnTo>
                <a:lnTo>
                  <a:pt x="6359" y="20633"/>
                </a:lnTo>
                <a:lnTo>
                  <a:pt x="6359" y="20633"/>
                </a:lnTo>
                <a:lnTo>
                  <a:pt x="6359" y="20632"/>
                </a:lnTo>
                <a:lnTo>
                  <a:pt x="6359" y="20631"/>
                </a:lnTo>
                <a:lnTo>
                  <a:pt x="6359" y="20631"/>
                </a:lnTo>
                <a:lnTo>
                  <a:pt x="6359" y="20630"/>
                </a:lnTo>
                <a:lnTo>
                  <a:pt x="6359" y="20629"/>
                </a:lnTo>
                <a:lnTo>
                  <a:pt x="6359" y="20629"/>
                </a:lnTo>
                <a:lnTo>
                  <a:pt x="6359" y="20628"/>
                </a:lnTo>
                <a:lnTo>
                  <a:pt x="6359" y="20627"/>
                </a:lnTo>
                <a:lnTo>
                  <a:pt x="6359" y="20627"/>
                </a:lnTo>
                <a:lnTo>
                  <a:pt x="6359" y="20626"/>
                </a:lnTo>
                <a:lnTo>
                  <a:pt x="6359" y="20625"/>
                </a:lnTo>
                <a:lnTo>
                  <a:pt x="6359" y="20625"/>
                </a:lnTo>
                <a:lnTo>
                  <a:pt x="6359" y="20624"/>
                </a:lnTo>
                <a:lnTo>
                  <a:pt x="6359" y="20624"/>
                </a:lnTo>
                <a:lnTo>
                  <a:pt x="6359" y="20623"/>
                </a:lnTo>
                <a:lnTo>
                  <a:pt x="6359" y="20622"/>
                </a:lnTo>
                <a:lnTo>
                  <a:pt x="6359" y="20622"/>
                </a:lnTo>
                <a:lnTo>
                  <a:pt x="6359" y="20621"/>
                </a:lnTo>
                <a:lnTo>
                  <a:pt x="6359" y="20620"/>
                </a:lnTo>
                <a:lnTo>
                  <a:pt x="6359" y="20620"/>
                </a:lnTo>
                <a:lnTo>
                  <a:pt x="6359" y="20619"/>
                </a:lnTo>
                <a:lnTo>
                  <a:pt x="6359" y="20618"/>
                </a:lnTo>
                <a:lnTo>
                  <a:pt x="6359" y="20618"/>
                </a:lnTo>
                <a:lnTo>
                  <a:pt x="6359" y="20617"/>
                </a:lnTo>
                <a:lnTo>
                  <a:pt x="6359" y="20616"/>
                </a:lnTo>
                <a:lnTo>
                  <a:pt x="6359" y="20616"/>
                </a:lnTo>
                <a:lnTo>
                  <a:pt x="6359" y="20615"/>
                </a:lnTo>
                <a:lnTo>
                  <a:pt x="6359" y="20614"/>
                </a:lnTo>
                <a:lnTo>
                  <a:pt x="6359" y="20614"/>
                </a:lnTo>
                <a:lnTo>
                  <a:pt x="6359" y="20613"/>
                </a:lnTo>
                <a:lnTo>
                  <a:pt x="6359" y="20613"/>
                </a:lnTo>
                <a:lnTo>
                  <a:pt x="6359" y="20612"/>
                </a:lnTo>
                <a:lnTo>
                  <a:pt x="6359" y="20611"/>
                </a:lnTo>
                <a:lnTo>
                  <a:pt x="6359" y="20611"/>
                </a:lnTo>
                <a:lnTo>
                  <a:pt x="6359" y="20610"/>
                </a:lnTo>
                <a:lnTo>
                  <a:pt x="6359" y="20609"/>
                </a:lnTo>
                <a:lnTo>
                  <a:pt x="6359" y="20609"/>
                </a:lnTo>
                <a:lnTo>
                  <a:pt x="6359" y="20608"/>
                </a:lnTo>
                <a:lnTo>
                  <a:pt x="6359" y="20607"/>
                </a:lnTo>
                <a:lnTo>
                  <a:pt x="6359" y="20607"/>
                </a:lnTo>
                <a:lnTo>
                  <a:pt x="6359" y="20606"/>
                </a:lnTo>
                <a:lnTo>
                  <a:pt x="6359" y="20605"/>
                </a:lnTo>
                <a:lnTo>
                  <a:pt x="6359" y="20605"/>
                </a:lnTo>
                <a:lnTo>
                  <a:pt x="6359" y="20604"/>
                </a:lnTo>
                <a:lnTo>
                  <a:pt x="6359" y="20603"/>
                </a:lnTo>
                <a:lnTo>
                  <a:pt x="6359" y="20603"/>
                </a:lnTo>
                <a:lnTo>
                  <a:pt x="6359" y="20602"/>
                </a:lnTo>
                <a:lnTo>
                  <a:pt x="6359" y="20601"/>
                </a:lnTo>
                <a:lnTo>
                  <a:pt x="6359" y="20601"/>
                </a:lnTo>
                <a:lnTo>
                  <a:pt x="6359" y="20600"/>
                </a:lnTo>
                <a:lnTo>
                  <a:pt x="6359" y="20600"/>
                </a:lnTo>
                <a:lnTo>
                  <a:pt x="6359" y="20599"/>
                </a:lnTo>
                <a:lnTo>
                  <a:pt x="6359" y="20598"/>
                </a:lnTo>
                <a:lnTo>
                  <a:pt x="6359" y="20598"/>
                </a:lnTo>
                <a:lnTo>
                  <a:pt x="6359" y="20597"/>
                </a:lnTo>
                <a:lnTo>
                  <a:pt x="6359" y="20596"/>
                </a:lnTo>
                <a:lnTo>
                  <a:pt x="6359" y="20596"/>
                </a:lnTo>
                <a:lnTo>
                  <a:pt x="6359" y="20595"/>
                </a:lnTo>
                <a:lnTo>
                  <a:pt x="6359" y="20594"/>
                </a:lnTo>
                <a:lnTo>
                  <a:pt x="6359" y="20594"/>
                </a:lnTo>
                <a:lnTo>
                  <a:pt x="6359" y="20593"/>
                </a:lnTo>
                <a:lnTo>
                  <a:pt x="6359" y="20592"/>
                </a:lnTo>
                <a:lnTo>
                  <a:pt x="6359" y="20592"/>
                </a:lnTo>
                <a:lnTo>
                  <a:pt x="6359" y="20591"/>
                </a:lnTo>
                <a:lnTo>
                  <a:pt x="6359" y="20590"/>
                </a:lnTo>
                <a:lnTo>
                  <a:pt x="6359" y="20590"/>
                </a:lnTo>
                <a:lnTo>
                  <a:pt x="6359" y="20589"/>
                </a:lnTo>
                <a:lnTo>
                  <a:pt x="6359" y="20588"/>
                </a:lnTo>
                <a:lnTo>
                  <a:pt x="6359" y="20588"/>
                </a:lnTo>
                <a:lnTo>
                  <a:pt x="6359" y="20587"/>
                </a:lnTo>
                <a:lnTo>
                  <a:pt x="6359" y="20586"/>
                </a:lnTo>
                <a:lnTo>
                  <a:pt x="6359" y="20586"/>
                </a:lnTo>
                <a:lnTo>
                  <a:pt x="6359" y="20585"/>
                </a:lnTo>
                <a:lnTo>
                  <a:pt x="6359" y="20585"/>
                </a:lnTo>
                <a:lnTo>
                  <a:pt x="6359" y="20584"/>
                </a:lnTo>
                <a:lnTo>
                  <a:pt x="6359" y="20583"/>
                </a:lnTo>
                <a:lnTo>
                  <a:pt x="6359" y="20583"/>
                </a:lnTo>
                <a:lnTo>
                  <a:pt x="6359" y="20582"/>
                </a:lnTo>
                <a:lnTo>
                  <a:pt x="6359" y="20581"/>
                </a:lnTo>
                <a:lnTo>
                  <a:pt x="6359" y="20581"/>
                </a:lnTo>
                <a:lnTo>
                  <a:pt x="6359" y="20580"/>
                </a:lnTo>
                <a:lnTo>
                  <a:pt x="6359" y="20579"/>
                </a:lnTo>
                <a:lnTo>
                  <a:pt x="6359" y="20579"/>
                </a:lnTo>
                <a:lnTo>
                  <a:pt x="6359" y="20578"/>
                </a:lnTo>
                <a:lnTo>
                  <a:pt x="6359" y="20577"/>
                </a:lnTo>
                <a:lnTo>
                  <a:pt x="6359" y="20577"/>
                </a:lnTo>
                <a:lnTo>
                  <a:pt x="6359" y="20576"/>
                </a:lnTo>
                <a:lnTo>
                  <a:pt x="6359" y="20575"/>
                </a:lnTo>
                <a:lnTo>
                  <a:pt x="6359" y="20575"/>
                </a:lnTo>
                <a:lnTo>
                  <a:pt x="6359" y="20574"/>
                </a:lnTo>
                <a:lnTo>
                  <a:pt x="6359" y="20573"/>
                </a:lnTo>
                <a:lnTo>
                  <a:pt x="6359" y="20573"/>
                </a:lnTo>
                <a:lnTo>
                  <a:pt x="6359" y="20572"/>
                </a:lnTo>
                <a:lnTo>
                  <a:pt x="6359" y="20571"/>
                </a:lnTo>
                <a:lnTo>
                  <a:pt x="6359" y="20571"/>
                </a:lnTo>
                <a:lnTo>
                  <a:pt x="6359" y="20570"/>
                </a:lnTo>
                <a:lnTo>
                  <a:pt x="6359" y="20570"/>
                </a:lnTo>
                <a:lnTo>
                  <a:pt x="6359" y="20569"/>
                </a:lnTo>
                <a:lnTo>
                  <a:pt x="6359" y="20568"/>
                </a:lnTo>
                <a:lnTo>
                  <a:pt x="6359" y="20568"/>
                </a:lnTo>
                <a:lnTo>
                  <a:pt x="6359" y="20567"/>
                </a:lnTo>
                <a:lnTo>
                  <a:pt x="6359" y="20566"/>
                </a:lnTo>
                <a:lnTo>
                  <a:pt x="6359" y="20566"/>
                </a:lnTo>
                <a:lnTo>
                  <a:pt x="6359" y="20565"/>
                </a:lnTo>
                <a:lnTo>
                  <a:pt x="6359" y="20564"/>
                </a:lnTo>
                <a:lnTo>
                  <a:pt x="6359" y="20564"/>
                </a:lnTo>
                <a:lnTo>
                  <a:pt x="6359" y="20563"/>
                </a:lnTo>
                <a:lnTo>
                  <a:pt x="6359" y="20562"/>
                </a:lnTo>
                <a:lnTo>
                  <a:pt x="6359" y="20562"/>
                </a:lnTo>
                <a:lnTo>
                  <a:pt x="6359" y="20561"/>
                </a:lnTo>
                <a:lnTo>
                  <a:pt x="6359" y="20560"/>
                </a:lnTo>
                <a:lnTo>
                  <a:pt x="6359" y="20560"/>
                </a:lnTo>
                <a:lnTo>
                  <a:pt x="6359" y="20559"/>
                </a:lnTo>
                <a:lnTo>
                  <a:pt x="6359" y="20558"/>
                </a:lnTo>
                <a:lnTo>
                  <a:pt x="6359" y="20558"/>
                </a:lnTo>
                <a:lnTo>
                  <a:pt x="6359" y="20557"/>
                </a:lnTo>
                <a:lnTo>
                  <a:pt x="6359" y="20556"/>
                </a:lnTo>
                <a:lnTo>
                  <a:pt x="6359" y="20556"/>
                </a:lnTo>
                <a:lnTo>
                  <a:pt x="6359" y="20555"/>
                </a:lnTo>
                <a:lnTo>
                  <a:pt x="6359" y="20554"/>
                </a:lnTo>
                <a:lnTo>
                  <a:pt x="6359" y="20554"/>
                </a:lnTo>
                <a:lnTo>
                  <a:pt x="6359" y="20553"/>
                </a:lnTo>
                <a:lnTo>
                  <a:pt x="6359" y="20552"/>
                </a:lnTo>
                <a:lnTo>
                  <a:pt x="6359" y="20552"/>
                </a:lnTo>
                <a:lnTo>
                  <a:pt x="6359" y="20551"/>
                </a:lnTo>
                <a:lnTo>
                  <a:pt x="6359" y="20551"/>
                </a:lnTo>
                <a:lnTo>
                  <a:pt x="6359" y="20550"/>
                </a:lnTo>
                <a:lnTo>
                  <a:pt x="6359" y="20549"/>
                </a:lnTo>
                <a:lnTo>
                  <a:pt x="6359" y="20549"/>
                </a:lnTo>
                <a:lnTo>
                  <a:pt x="6359" y="20548"/>
                </a:lnTo>
                <a:lnTo>
                  <a:pt x="6359" y="20547"/>
                </a:lnTo>
                <a:lnTo>
                  <a:pt x="6359" y="20547"/>
                </a:lnTo>
                <a:lnTo>
                  <a:pt x="6359" y="20546"/>
                </a:lnTo>
                <a:lnTo>
                  <a:pt x="6359" y="20545"/>
                </a:lnTo>
                <a:lnTo>
                  <a:pt x="6359" y="20545"/>
                </a:lnTo>
                <a:lnTo>
                  <a:pt x="6359" y="20544"/>
                </a:lnTo>
                <a:lnTo>
                  <a:pt x="6359" y="20543"/>
                </a:lnTo>
                <a:lnTo>
                  <a:pt x="6359" y="20543"/>
                </a:lnTo>
                <a:lnTo>
                  <a:pt x="6359" y="20542"/>
                </a:lnTo>
                <a:lnTo>
                  <a:pt x="6359" y="20541"/>
                </a:lnTo>
                <a:lnTo>
                  <a:pt x="6359" y="20541"/>
                </a:lnTo>
                <a:lnTo>
                  <a:pt x="6359" y="20540"/>
                </a:lnTo>
                <a:lnTo>
                  <a:pt x="6359" y="20539"/>
                </a:lnTo>
                <a:lnTo>
                  <a:pt x="6359" y="20539"/>
                </a:lnTo>
                <a:lnTo>
                  <a:pt x="6359" y="20538"/>
                </a:lnTo>
                <a:lnTo>
                  <a:pt x="6359" y="20537"/>
                </a:lnTo>
                <a:lnTo>
                  <a:pt x="6359" y="20537"/>
                </a:lnTo>
                <a:lnTo>
                  <a:pt x="6359" y="20536"/>
                </a:lnTo>
                <a:lnTo>
                  <a:pt x="6359" y="20535"/>
                </a:lnTo>
                <a:lnTo>
                  <a:pt x="6359" y="20535"/>
                </a:lnTo>
                <a:lnTo>
                  <a:pt x="6359" y="20534"/>
                </a:lnTo>
                <a:lnTo>
                  <a:pt x="6359" y="20533"/>
                </a:lnTo>
                <a:lnTo>
                  <a:pt x="6359" y="20533"/>
                </a:lnTo>
                <a:lnTo>
                  <a:pt x="6359" y="20532"/>
                </a:lnTo>
                <a:lnTo>
                  <a:pt x="6359" y="20531"/>
                </a:lnTo>
                <a:lnTo>
                  <a:pt x="6359" y="20531"/>
                </a:lnTo>
                <a:lnTo>
                  <a:pt x="6359" y="20530"/>
                </a:lnTo>
                <a:lnTo>
                  <a:pt x="6359" y="20529"/>
                </a:lnTo>
                <a:lnTo>
                  <a:pt x="6359" y="20529"/>
                </a:lnTo>
                <a:lnTo>
                  <a:pt x="6359" y="20528"/>
                </a:lnTo>
                <a:lnTo>
                  <a:pt x="6359" y="20527"/>
                </a:lnTo>
                <a:lnTo>
                  <a:pt x="6359" y="20527"/>
                </a:lnTo>
                <a:lnTo>
                  <a:pt x="6359" y="20526"/>
                </a:lnTo>
                <a:lnTo>
                  <a:pt x="6359" y="20526"/>
                </a:lnTo>
                <a:lnTo>
                  <a:pt x="6359" y="20525"/>
                </a:lnTo>
                <a:lnTo>
                  <a:pt x="6359" y="20524"/>
                </a:lnTo>
                <a:lnTo>
                  <a:pt x="6359" y="20524"/>
                </a:lnTo>
                <a:lnTo>
                  <a:pt x="6359" y="20523"/>
                </a:lnTo>
                <a:lnTo>
                  <a:pt x="6359" y="20522"/>
                </a:lnTo>
                <a:lnTo>
                  <a:pt x="6359" y="20522"/>
                </a:lnTo>
                <a:lnTo>
                  <a:pt x="6359" y="20521"/>
                </a:lnTo>
                <a:lnTo>
                  <a:pt x="6359" y="20520"/>
                </a:lnTo>
                <a:lnTo>
                  <a:pt x="6359" y="20520"/>
                </a:lnTo>
                <a:lnTo>
                  <a:pt x="6359" y="20519"/>
                </a:lnTo>
                <a:lnTo>
                  <a:pt x="6359" y="20518"/>
                </a:lnTo>
                <a:lnTo>
                  <a:pt x="6359" y="20518"/>
                </a:lnTo>
                <a:lnTo>
                  <a:pt x="6359" y="20517"/>
                </a:lnTo>
                <a:lnTo>
                  <a:pt x="6359" y="20516"/>
                </a:lnTo>
                <a:lnTo>
                  <a:pt x="6359" y="20516"/>
                </a:lnTo>
                <a:lnTo>
                  <a:pt x="6359" y="20515"/>
                </a:lnTo>
                <a:lnTo>
                  <a:pt x="6359" y="20514"/>
                </a:lnTo>
                <a:lnTo>
                  <a:pt x="6359" y="20514"/>
                </a:lnTo>
                <a:lnTo>
                  <a:pt x="6359" y="20513"/>
                </a:lnTo>
                <a:lnTo>
                  <a:pt x="6359" y="20512"/>
                </a:lnTo>
                <a:lnTo>
                  <a:pt x="6359" y="20512"/>
                </a:lnTo>
                <a:lnTo>
                  <a:pt x="6359" y="20511"/>
                </a:lnTo>
                <a:lnTo>
                  <a:pt x="6359" y="20510"/>
                </a:lnTo>
                <a:lnTo>
                  <a:pt x="6359" y="20510"/>
                </a:lnTo>
                <a:lnTo>
                  <a:pt x="6359" y="20509"/>
                </a:lnTo>
                <a:lnTo>
                  <a:pt x="6359" y="20508"/>
                </a:lnTo>
                <a:lnTo>
                  <a:pt x="6359" y="20508"/>
                </a:lnTo>
                <a:lnTo>
                  <a:pt x="6359" y="20507"/>
                </a:lnTo>
                <a:lnTo>
                  <a:pt x="6359" y="20506"/>
                </a:lnTo>
                <a:lnTo>
                  <a:pt x="6359" y="20506"/>
                </a:lnTo>
                <a:lnTo>
                  <a:pt x="6359" y="20505"/>
                </a:lnTo>
                <a:lnTo>
                  <a:pt x="6359" y="20504"/>
                </a:lnTo>
                <a:lnTo>
                  <a:pt x="6359" y="20504"/>
                </a:lnTo>
                <a:lnTo>
                  <a:pt x="6359" y="20503"/>
                </a:lnTo>
                <a:lnTo>
                  <a:pt x="6359" y="20502"/>
                </a:lnTo>
                <a:lnTo>
                  <a:pt x="6359" y="20502"/>
                </a:lnTo>
                <a:lnTo>
                  <a:pt x="6359" y="20501"/>
                </a:lnTo>
                <a:lnTo>
                  <a:pt x="6359" y="20500"/>
                </a:lnTo>
                <a:lnTo>
                  <a:pt x="6359" y="20500"/>
                </a:lnTo>
                <a:lnTo>
                  <a:pt x="6359" y="20499"/>
                </a:lnTo>
                <a:lnTo>
                  <a:pt x="6359" y="20498"/>
                </a:lnTo>
                <a:lnTo>
                  <a:pt x="6359" y="20498"/>
                </a:lnTo>
                <a:lnTo>
                  <a:pt x="6359" y="20497"/>
                </a:lnTo>
                <a:lnTo>
                  <a:pt x="6359" y="20496"/>
                </a:lnTo>
                <a:lnTo>
                  <a:pt x="6359" y="20496"/>
                </a:lnTo>
                <a:lnTo>
                  <a:pt x="6359" y="20495"/>
                </a:lnTo>
                <a:lnTo>
                  <a:pt x="6359" y="20494"/>
                </a:lnTo>
                <a:lnTo>
                  <a:pt x="6359" y="20494"/>
                </a:lnTo>
                <a:lnTo>
                  <a:pt x="6359" y="20493"/>
                </a:lnTo>
                <a:lnTo>
                  <a:pt x="6359" y="20492"/>
                </a:lnTo>
                <a:lnTo>
                  <a:pt x="6359" y="20492"/>
                </a:lnTo>
                <a:lnTo>
                  <a:pt x="6359" y="20491"/>
                </a:lnTo>
                <a:lnTo>
                  <a:pt x="6359" y="20490"/>
                </a:lnTo>
                <a:lnTo>
                  <a:pt x="6359" y="20490"/>
                </a:lnTo>
                <a:lnTo>
                  <a:pt x="6359" y="20489"/>
                </a:lnTo>
                <a:lnTo>
                  <a:pt x="6359" y="20488"/>
                </a:lnTo>
                <a:lnTo>
                  <a:pt x="6359" y="20488"/>
                </a:lnTo>
                <a:lnTo>
                  <a:pt x="6359" y="20487"/>
                </a:lnTo>
                <a:lnTo>
                  <a:pt x="6359" y="20486"/>
                </a:lnTo>
                <a:lnTo>
                  <a:pt x="6359" y="20486"/>
                </a:lnTo>
                <a:lnTo>
                  <a:pt x="6359" y="20485"/>
                </a:lnTo>
                <a:lnTo>
                  <a:pt x="6359" y="20484"/>
                </a:lnTo>
                <a:lnTo>
                  <a:pt x="6359" y="20484"/>
                </a:lnTo>
                <a:lnTo>
                  <a:pt x="6359" y="20483"/>
                </a:lnTo>
                <a:lnTo>
                  <a:pt x="6359" y="20482"/>
                </a:lnTo>
                <a:lnTo>
                  <a:pt x="6359" y="20482"/>
                </a:lnTo>
                <a:lnTo>
                  <a:pt x="6359" y="20481"/>
                </a:lnTo>
                <a:lnTo>
                  <a:pt x="6359" y="20480"/>
                </a:lnTo>
                <a:lnTo>
                  <a:pt x="6359" y="20480"/>
                </a:lnTo>
                <a:lnTo>
                  <a:pt x="6359" y="20479"/>
                </a:lnTo>
                <a:lnTo>
                  <a:pt x="6359" y="20478"/>
                </a:lnTo>
                <a:lnTo>
                  <a:pt x="6359" y="20478"/>
                </a:lnTo>
                <a:lnTo>
                  <a:pt x="6359" y="20477"/>
                </a:lnTo>
                <a:lnTo>
                  <a:pt x="6359" y="20477"/>
                </a:lnTo>
                <a:lnTo>
                  <a:pt x="6359" y="20476"/>
                </a:lnTo>
                <a:lnTo>
                  <a:pt x="6359" y="20475"/>
                </a:lnTo>
                <a:lnTo>
                  <a:pt x="6359" y="20475"/>
                </a:lnTo>
                <a:lnTo>
                  <a:pt x="6359" y="20474"/>
                </a:lnTo>
                <a:lnTo>
                  <a:pt x="6359" y="20473"/>
                </a:lnTo>
                <a:lnTo>
                  <a:pt x="6359" y="20473"/>
                </a:lnTo>
                <a:lnTo>
                  <a:pt x="6359" y="20472"/>
                </a:lnTo>
                <a:lnTo>
                  <a:pt x="6359" y="20471"/>
                </a:lnTo>
                <a:lnTo>
                  <a:pt x="6359" y="20471"/>
                </a:lnTo>
                <a:lnTo>
                  <a:pt x="6359" y="20470"/>
                </a:lnTo>
                <a:lnTo>
                  <a:pt x="6359" y="20469"/>
                </a:lnTo>
                <a:lnTo>
                  <a:pt x="6359" y="20469"/>
                </a:lnTo>
                <a:lnTo>
                  <a:pt x="6359" y="20468"/>
                </a:lnTo>
                <a:lnTo>
                  <a:pt x="6359" y="20467"/>
                </a:lnTo>
                <a:lnTo>
                  <a:pt x="6359" y="20467"/>
                </a:lnTo>
                <a:lnTo>
                  <a:pt x="6359" y="20466"/>
                </a:lnTo>
                <a:lnTo>
                  <a:pt x="6359" y="20465"/>
                </a:lnTo>
                <a:lnTo>
                  <a:pt x="6359" y="20465"/>
                </a:lnTo>
                <a:lnTo>
                  <a:pt x="6359" y="20464"/>
                </a:lnTo>
                <a:lnTo>
                  <a:pt x="6359" y="20463"/>
                </a:lnTo>
                <a:lnTo>
                  <a:pt x="6359" y="20463"/>
                </a:lnTo>
                <a:lnTo>
                  <a:pt x="6359" y="20462"/>
                </a:lnTo>
                <a:lnTo>
                  <a:pt x="6359" y="20461"/>
                </a:lnTo>
                <a:lnTo>
                  <a:pt x="6359" y="20461"/>
                </a:lnTo>
                <a:lnTo>
                  <a:pt x="6359" y="20460"/>
                </a:lnTo>
                <a:lnTo>
                  <a:pt x="6359" y="20459"/>
                </a:lnTo>
                <a:lnTo>
                  <a:pt x="6359" y="20459"/>
                </a:lnTo>
                <a:lnTo>
                  <a:pt x="6359" y="20458"/>
                </a:lnTo>
                <a:lnTo>
                  <a:pt x="6359" y="20457"/>
                </a:lnTo>
                <a:lnTo>
                  <a:pt x="6359" y="20457"/>
                </a:lnTo>
                <a:lnTo>
                  <a:pt x="6359" y="20456"/>
                </a:lnTo>
                <a:lnTo>
                  <a:pt x="6359" y="20455"/>
                </a:lnTo>
                <a:lnTo>
                  <a:pt x="6359" y="20455"/>
                </a:lnTo>
                <a:lnTo>
                  <a:pt x="6359" y="20454"/>
                </a:lnTo>
                <a:lnTo>
                  <a:pt x="6359" y="20453"/>
                </a:lnTo>
                <a:lnTo>
                  <a:pt x="6359" y="20453"/>
                </a:lnTo>
                <a:lnTo>
                  <a:pt x="6359" y="20452"/>
                </a:lnTo>
                <a:lnTo>
                  <a:pt x="6359" y="20451"/>
                </a:lnTo>
                <a:lnTo>
                  <a:pt x="6359" y="20451"/>
                </a:lnTo>
                <a:lnTo>
                  <a:pt x="6359" y="20450"/>
                </a:lnTo>
                <a:lnTo>
                  <a:pt x="6359" y="20449"/>
                </a:lnTo>
                <a:lnTo>
                  <a:pt x="6359" y="20448"/>
                </a:lnTo>
                <a:lnTo>
                  <a:pt x="6359" y="20448"/>
                </a:lnTo>
                <a:lnTo>
                  <a:pt x="6359" y="20447"/>
                </a:lnTo>
                <a:lnTo>
                  <a:pt x="6359" y="20446"/>
                </a:lnTo>
                <a:lnTo>
                  <a:pt x="6359" y="20446"/>
                </a:lnTo>
                <a:lnTo>
                  <a:pt x="6359" y="20445"/>
                </a:lnTo>
                <a:lnTo>
                  <a:pt x="6359" y="20444"/>
                </a:lnTo>
                <a:lnTo>
                  <a:pt x="6359" y="20444"/>
                </a:lnTo>
                <a:lnTo>
                  <a:pt x="6359" y="20443"/>
                </a:lnTo>
                <a:lnTo>
                  <a:pt x="6359" y="20442"/>
                </a:lnTo>
                <a:lnTo>
                  <a:pt x="6359" y="20442"/>
                </a:lnTo>
                <a:lnTo>
                  <a:pt x="6359" y="20441"/>
                </a:lnTo>
                <a:lnTo>
                  <a:pt x="6359" y="20440"/>
                </a:lnTo>
                <a:lnTo>
                  <a:pt x="6359" y="20440"/>
                </a:lnTo>
                <a:lnTo>
                  <a:pt x="6359" y="20439"/>
                </a:lnTo>
                <a:lnTo>
                  <a:pt x="6359" y="20438"/>
                </a:lnTo>
                <a:lnTo>
                  <a:pt x="6359" y="20438"/>
                </a:lnTo>
                <a:lnTo>
                  <a:pt x="6359" y="20437"/>
                </a:lnTo>
                <a:lnTo>
                  <a:pt x="6359" y="20436"/>
                </a:lnTo>
                <a:lnTo>
                  <a:pt x="6359" y="20436"/>
                </a:lnTo>
                <a:lnTo>
                  <a:pt x="6359" y="20435"/>
                </a:lnTo>
                <a:lnTo>
                  <a:pt x="6359" y="20434"/>
                </a:lnTo>
                <a:lnTo>
                  <a:pt x="6359" y="20434"/>
                </a:lnTo>
                <a:lnTo>
                  <a:pt x="6359" y="20433"/>
                </a:lnTo>
                <a:lnTo>
                  <a:pt x="6359" y="20432"/>
                </a:lnTo>
                <a:lnTo>
                  <a:pt x="6359" y="20432"/>
                </a:lnTo>
                <a:lnTo>
                  <a:pt x="6359" y="20431"/>
                </a:lnTo>
                <a:lnTo>
                  <a:pt x="6359" y="20430"/>
                </a:lnTo>
                <a:lnTo>
                  <a:pt x="6359" y="20430"/>
                </a:lnTo>
                <a:lnTo>
                  <a:pt x="6359" y="20429"/>
                </a:lnTo>
                <a:lnTo>
                  <a:pt x="6359" y="20428"/>
                </a:lnTo>
                <a:lnTo>
                  <a:pt x="6359" y="20428"/>
                </a:lnTo>
                <a:lnTo>
                  <a:pt x="6359" y="20427"/>
                </a:lnTo>
                <a:lnTo>
                  <a:pt x="6359" y="20426"/>
                </a:lnTo>
                <a:lnTo>
                  <a:pt x="6359" y="20426"/>
                </a:lnTo>
                <a:lnTo>
                  <a:pt x="6359" y="20425"/>
                </a:lnTo>
                <a:lnTo>
                  <a:pt x="6359" y="20424"/>
                </a:lnTo>
                <a:lnTo>
                  <a:pt x="6359" y="20424"/>
                </a:lnTo>
                <a:lnTo>
                  <a:pt x="6359" y="20423"/>
                </a:lnTo>
                <a:lnTo>
                  <a:pt x="6359" y="20422"/>
                </a:lnTo>
                <a:lnTo>
                  <a:pt x="6359" y="20422"/>
                </a:lnTo>
                <a:lnTo>
                  <a:pt x="6359" y="20421"/>
                </a:lnTo>
                <a:lnTo>
                  <a:pt x="6359" y="20420"/>
                </a:lnTo>
                <a:lnTo>
                  <a:pt x="6359" y="20420"/>
                </a:lnTo>
                <a:lnTo>
                  <a:pt x="6359" y="20419"/>
                </a:lnTo>
                <a:lnTo>
                  <a:pt x="6359" y="20418"/>
                </a:lnTo>
                <a:lnTo>
                  <a:pt x="6359" y="20418"/>
                </a:lnTo>
                <a:lnTo>
                  <a:pt x="6359" y="20417"/>
                </a:lnTo>
                <a:lnTo>
                  <a:pt x="6359" y="20416"/>
                </a:lnTo>
                <a:lnTo>
                  <a:pt x="6359" y="20416"/>
                </a:lnTo>
                <a:lnTo>
                  <a:pt x="6359" y="20415"/>
                </a:lnTo>
                <a:lnTo>
                  <a:pt x="6359" y="20414"/>
                </a:lnTo>
                <a:lnTo>
                  <a:pt x="6359" y="20414"/>
                </a:lnTo>
                <a:lnTo>
                  <a:pt x="6359" y="20413"/>
                </a:lnTo>
                <a:lnTo>
                  <a:pt x="6359" y="20412"/>
                </a:lnTo>
                <a:lnTo>
                  <a:pt x="6359" y="20412"/>
                </a:lnTo>
                <a:lnTo>
                  <a:pt x="6359" y="20411"/>
                </a:lnTo>
                <a:lnTo>
                  <a:pt x="6359" y="20410"/>
                </a:lnTo>
                <a:lnTo>
                  <a:pt x="6359" y="20410"/>
                </a:lnTo>
                <a:lnTo>
                  <a:pt x="6359" y="20409"/>
                </a:lnTo>
                <a:lnTo>
                  <a:pt x="6359" y="20408"/>
                </a:lnTo>
                <a:lnTo>
                  <a:pt x="6359" y="20408"/>
                </a:lnTo>
                <a:lnTo>
                  <a:pt x="6359" y="20407"/>
                </a:lnTo>
                <a:lnTo>
                  <a:pt x="6359" y="20406"/>
                </a:lnTo>
                <a:lnTo>
                  <a:pt x="6359" y="20406"/>
                </a:lnTo>
                <a:lnTo>
                  <a:pt x="6359" y="20405"/>
                </a:lnTo>
                <a:lnTo>
                  <a:pt x="6359" y="20404"/>
                </a:lnTo>
                <a:lnTo>
                  <a:pt x="6359" y="20404"/>
                </a:lnTo>
                <a:lnTo>
                  <a:pt x="6359" y="20403"/>
                </a:lnTo>
                <a:lnTo>
                  <a:pt x="6359" y="20402"/>
                </a:lnTo>
                <a:lnTo>
                  <a:pt x="6359" y="20402"/>
                </a:lnTo>
                <a:lnTo>
                  <a:pt x="6359" y="20401"/>
                </a:lnTo>
                <a:lnTo>
                  <a:pt x="6359" y="20400"/>
                </a:lnTo>
                <a:lnTo>
                  <a:pt x="6359" y="20400"/>
                </a:lnTo>
                <a:lnTo>
                  <a:pt x="6359" y="20399"/>
                </a:lnTo>
                <a:lnTo>
                  <a:pt x="6359" y="20398"/>
                </a:lnTo>
                <a:lnTo>
                  <a:pt x="6359" y="20397"/>
                </a:lnTo>
                <a:lnTo>
                  <a:pt x="6359" y="20397"/>
                </a:lnTo>
                <a:lnTo>
                  <a:pt x="6359" y="20396"/>
                </a:lnTo>
                <a:lnTo>
                  <a:pt x="6359" y="20395"/>
                </a:lnTo>
                <a:lnTo>
                  <a:pt x="6359" y="20395"/>
                </a:lnTo>
                <a:lnTo>
                  <a:pt x="6359" y="20394"/>
                </a:lnTo>
                <a:lnTo>
                  <a:pt x="6359" y="20393"/>
                </a:lnTo>
                <a:lnTo>
                  <a:pt x="6359" y="20393"/>
                </a:lnTo>
                <a:lnTo>
                  <a:pt x="6359" y="20392"/>
                </a:lnTo>
                <a:lnTo>
                  <a:pt x="6359" y="20391"/>
                </a:lnTo>
                <a:lnTo>
                  <a:pt x="6359" y="20391"/>
                </a:lnTo>
                <a:lnTo>
                  <a:pt x="6359" y="20390"/>
                </a:lnTo>
                <a:lnTo>
                  <a:pt x="6359" y="20389"/>
                </a:lnTo>
                <a:lnTo>
                  <a:pt x="6359" y="20389"/>
                </a:lnTo>
                <a:lnTo>
                  <a:pt x="6359" y="20388"/>
                </a:lnTo>
                <a:lnTo>
                  <a:pt x="6359" y="20387"/>
                </a:lnTo>
                <a:lnTo>
                  <a:pt x="6359" y="20387"/>
                </a:lnTo>
                <a:lnTo>
                  <a:pt x="6359" y="20386"/>
                </a:lnTo>
                <a:lnTo>
                  <a:pt x="6359" y="20385"/>
                </a:lnTo>
                <a:lnTo>
                  <a:pt x="6359" y="20385"/>
                </a:lnTo>
                <a:lnTo>
                  <a:pt x="6359" y="20384"/>
                </a:lnTo>
                <a:lnTo>
                  <a:pt x="6359" y="20383"/>
                </a:lnTo>
                <a:lnTo>
                  <a:pt x="6359" y="20383"/>
                </a:lnTo>
                <a:lnTo>
                  <a:pt x="6359" y="20382"/>
                </a:lnTo>
                <a:lnTo>
                  <a:pt x="6359" y="20381"/>
                </a:lnTo>
                <a:lnTo>
                  <a:pt x="6359" y="20381"/>
                </a:lnTo>
                <a:lnTo>
                  <a:pt x="6359" y="20380"/>
                </a:lnTo>
                <a:lnTo>
                  <a:pt x="6359" y="20379"/>
                </a:lnTo>
                <a:lnTo>
                  <a:pt x="6359" y="20379"/>
                </a:lnTo>
                <a:lnTo>
                  <a:pt x="6359" y="20378"/>
                </a:lnTo>
                <a:lnTo>
                  <a:pt x="6359" y="20377"/>
                </a:lnTo>
                <a:lnTo>
                  <a:pt x="6359" y="20377"/>
                </a:lnTo>
                <a:lnTo>
                  <a:pt x="6359" y="20376"/>
                </a:lnTo>
                <a:lnTo>
                  <a:pt x="6359" y="20375"/>
                </a:lnTo>
                <a:lnTo>
                  <a:pt x="6359" y="20375"/>
                </a:lnTo>
                <a:lnTo>
                  <a:pt x="6359" y="20374"/>
                </a:lnTo>
                <a:lnTo>
                  <a:pt x="6359" y="20373"/>
                </a:lnTo>
                <a:lnTo>
                  <a:pt x="6359" y="20372"/>
                </a:lnTo>
                <a:lnTo>
                  <a:pt x="6359" y="20372"/>
                </a:lnTo>
                <a:lnTo>
                  <a:pt x="6359" y="20371"/>
                </a:lnTo>
                <a:lnTo>
                  <a:pt x="6359" y="20370"/>
                </a:lnTo>
                <a:lnTo>
                  <a:pt x="6359" y="20370"/>
                </a:lnTo>
                <a:lnTo>
                  <a:pt x="6359" y="20369"/>
                </a:lnTo>
                <a:lnTo>
                  <a:pt x="6359" y="20368"/>
                </a:lnTo>
                <a:lnTo>
                  <a:pt x="6359" y="20368"/>
                </a:lnTo>
                <a:lnTo>
                  <a:pt x="6359" y="20367"/>
                </a:lnTo>
                <a:lnTo>
                  <a:pt x="6359" y="20366"/>
                </a:lnTo>
                <a:lnTo>
                  <a:pt x="6359" y="20366"/>
                </a:lnTo>
                <a:lnTo>
                  <a:pt x="6359" y="20365"/>
                </a:lnTo>
                <a:lnTo>
                  <a:pt x="6359" y="20364"/>
                </a:lnTo>
                <a:lnTo>
                  <a:pt x="6359" y="20364"/>
                </a:lnTo>
                <a:lnTo>
                  <a:pt x="6359" y="20363"/>
                </a:lnTo>
                <a:lnTo>
                  <a:pt x="6359" y="20362"/>
                </a:lnTo>
                <a:lnTo>
                  <a:pt x="6359" y="20362"/>
                </a:lnTo>
                <a:lnTo>
                  <a:pt x="6359" y="20361"/>
                </a:lnTo>
                <a:lnTo>
                  <a:pt x="6359" y="20360"/>
                </a:lnTo>
                <a:lnTo>
                  <a:pt x="6359" y="20360"/>
                </a:lnTo>
                <a:lnTo>
                  <a:pt x="6359" y="20359"/>
                </a:lnTo>
                <a:lnTo>
                  <a:pt x="6359" y="20358"/>
                </a:lnTo>
                <a:lnTo>
                  <a:pt x="6359" y="20358"/>
                </a:lnTo>
                <a:lnTo>
                  <a:pt x="6359" y="20357"/>
                </a:lnTo>
                <a:lnTo>
                  <a:pt x="6359" y="20356"/>
                </a:lnTo>
                <a:lnTo>
                  <a:pt x="6359" y="20356"/>
                </a:lnTo>
                <a:lnTo>
                  <a:pt x="6359" y="20355"/>
                </a:lnTo>
                <a:lnTo>
                  <a:pt x="6359" y="20354"/>
                </a:lnTo>
                <a:lnTo>
                  <a:pt x="6359" y="20353"/>
                </a:lnTo>
                <a:lnTo>
                  <a:pt x="6359" y="20353"/>
                </a:lnTo>
                <a:lnTo>
                  <a:pt x="6359" y="20352"/>
                </a:lnTo>
                <a:lnTo>
                  <a:pt x="6359" y="20351"/>
                </a:lnTo>
                <a:lnTo>
                  <a:pt x="6359" y="20351"/>
                </a:lnTo>
                <a:lnTo>
                  <a:pt x="6359" y="20350"/>
                </a:lnTo>
                <a:lnTo>
                  <a:pt x="6359" y="20349"/>
                </a:lnTo>
                <a:lnTo>
                  <a:pt x="6359" y="20349"/>
                </a:lnTo>
                <a:lnTo>
                  <a:pt x="6359" y="20348"/>
                </a:lnTo>
                <a:lnTo>
                  <a:pt x="6359" y="20347"/>
                </a:lnTo>
                <a:lnTo>
                  <a:pt x="6359" y="20347"/>
                </a:lnTo>
                <a:lnTo>
                  <a:pt x="6359" y="20346"/>
                </a:lnTo>
                <a:lnTo>
                  <a:pt x="6359" y="20345"/>
                </a:lnTo>
                <a:lnTo>
                  <a:pt x="6359" y="20345"/>
                </a:lnTo>
                <a:lnTo>
                  <a:pt x="6359" y="20344"/>
                </a:lnTo>
                <a:lnTo>
                  <a:pt x="6359" y="20343"/>
                </a:lnTo>
                <a:lnTo>
                  <a:pt x="6359" y="20343"/>
                </a:lnTo>
                <a:lnTo>
                  <a:pt x="6359" y="20342"/>
                </a:lnTo>
                <a:lnTo>
                  <a:pt x="6359" y="20341"/>
                </a:lnTo>
                <a:lnTo>
                  <a:pt x="6359" y="20341"/>
                </a:lnTo>
                <a:lnTo>
                  <a:pt x="6359" y="20340"/>
                </a:lnTo>
                <a:lnTo>
                  <a:pt x="6359" y="20339"/>
                </a:lnTo>
                <a:lnTo>
                  <a:pt x="6359" y="20339"/>
                </a:lnTo>
                <a:lnTo>
                  <a:pt x="6359" y="20338"/>
                </a:lnTo>
                <a:lnTo>
                  <a:pt x="6359" y="20337"/>
                </a:lnTo>
                <a:lnTo>
                  <a:pt x="6359" y="20336"/>
                </a:lnTo>
                <a:lnTo>
                  <a:pt x="6359" y="20336"/>
                </a:lnTo>
                <a:lnTo>
                  <a:pt x="6359" y="20335"/>
                </a:lnTo>
                <a:lnTo>
                  <a:pt x="6359" y="20334"/>
                </a:lnTo>
                <a:lnTo>
                  <a:pt x="6359" y="20334"/>
                </a:lnTo>
                <a:lnTo>
                  <a:pt x="6359" y="20333"/>
                </a:lnTo>
                <a:lnTo>
                  <a:pt x="6359" y="20332"/>
                </a:lnTo>
                <a:lnTo>
                  <a:pt x="6359" y="20332"/>
                </a:lnTo>
                <a:lnTo>
                  <a:pt x="6359" y="20331"/>
                </a:lnTo>
                <a:lnTo>
                  <a:pt x="6359" y="20330"/>
                </a:lnTo>
                <a:lnTo>
                  <a:pt x="6359" y="20330"/>
                </a:lnTo>
                <a:lnTo>
                  <a:pt x="6359" y="20329"/>
                </a:lnTo>
                <a:lnTo>
                  <a:pt x="6359" y="20328"/>
                </a:lnTo>
                <a:lnTo>
                  <a:pt x="6359" y="20328"/>
                </a:lnTo>
                <a:lnTo>
                  <a:pt x="6359" y="20327"/>
                </a:lnTo>
                <a:lnTo>
                  <a:pt x="6359" y="20326"/>
                </a:lnTo>
                <a:lnTo>
                  <a:pt x="6359" y="20326"/>
                </a:lnTo>
                <a:lnTo>
                  <a:pt x="6359" y="20325"/>
                </a:lnTo>
                <a:lnTo>
                  <a:pt x="6359" y="20324"/>
                </a:lnTo>
                <a:lnTo>
                  <a:pt x="6359" y="20324"/>
                </a:lnTo>
                <a:lnTo>
                  <a:pt x="6359" y="20323"/>
                </a:lnTo>
                <a:lnTo>
                  <a:pt x="6359" y="20322"/>
                </a:lnTo>
                <a:lnTo>
                  <a:pt x="6359" y="20321"/>
                </a:lnTo>
                <a:lnTo>
                  <a:pt x="6359" y="20321"/>
                </a:lnTo>
                <a:lnTo>
                  <a:pt x="6359" y="20320"/>
                </a:lnTo>
                <a:lnTo>
                  <a:pt x="6359" y="20319"/>
                </a:lnTo>
                <a:lnTo>
                  <a:pt x="6359" y="20319"/>
                </a:lnTo>
                <a:lnTo>
                  <a:pt x="6359" y="20318"/>
                </a:lnTo>
                <a:lnTo>
                  <a:pt x="6359" y="20317"/>
                </a:lnTo>
                <a:lnTo>
                  <a:pt x="6359" y="20317"/>
                </a:lnTo>
                <a:lnTo>
                  <a:pt x="6359" y="20316"/>
                </a:lnTo>
                <a:lnTo>
                  <a:pt x="6359" y="20315"/>
                </a:lnTo>
                <a:lnTo>
                  <a:pt x="6359" y="20315"/>
                </a:lnTo>
                <a:lnTo>
                  <a:pt x="6359" y="20314"/>
                </a:lnTo>
                <a:lnTo>
                  <a:pt x="6359" y="20313"/>
                </a:lnTo>
                <a:lnTo>
                  <a:pt x="6359" y="20313"/>
                </a:lnTo>
                <a:lnTo>
                  <a:pt x="6359" y="20312"/>
                </a:lnTo>
                <a:lnTo>
                  <a:pt x="6359" y="20311"/>
                </a:lnTo>
                <a:lnTo>
                  <a:pt x="6359" y="20311"/>
                </a:lnTo>
                <a:lnTo>
                  <a:pt x="6359" y="20310"/>
                </a:lnTo>
                <a:lnTo>
                  <a:pt x="6359" y="20309"/>
                </a:lnTo>
                <a:lnTo>
                  <a:pt x="6359" y="20308"/>
                </a:lnTo>
                <a:lnTo>
                  <a:pt x="6359" y="20308"/>
                </a:lnTo>
                <a:lnTo>
                  <a:pt x="6359" y="20307"/>
                </a:lnTo>
                <a:lnTo>
                  <a:pt x="6359" y="20306"/>
                </a:lnTo>
                <a:lnTo>
                  <a:pt x="6359" y="20306"/>
                </a:lnTo>
                <a:lnTo>
                  <a:pt x="6359" y="20305"/>
                </a:lnTo>
                <a:lnTo>
                  <a:pt x="6359" y="20304"/>
                </a:lnTo>
                <a:lnTo>
                  <a:pt x="6359" y="20304"/>
                </a:lnTo>
                <a:lnTo>
                  <a:pt x="6359" y="20303"/>
                </a:lnTo>
                <a:lnTo>
                  <a:pt x="6359" y="20302"/>
                </a:lnTo>
                <a:lnTo>
                  <a:pt x="6359" y="20302"/>
                </a:lnTo>
                <a:lnTo>
                  <a:pt x="6359" y="20301"/>
                </a:lnTo>
                <a:lnTo>
                  <a:pt x="6359" y="20300"/>
                </a:lnTo>
                <a:lnTo>
                  <a:pt x="6359" y="20300"/>
                </a:lnTo>
                <a:lnTo>
                  <a:pt x="6359" y="20299"/>
                </a:lnTo>
                <a:lnTo>
                  <a:pt x="6359" y="20298"/>
                </a:lnTo>
                <a:lnTo>
                  <a:pt x="6359" y="20298"/>
                </a:lnTo>
                <a:lnTo>
                  <a:pt x="6359" y="20297"/>
                </a:lnTo>
                <a:lnTo>
                  <a:pt x="6359" y="20296"/>
                </a:lnTo>
                <a:lnTo>
                  <a:pt x="6359" y="20295"/>
                </a:lnTo>
                <a:lnTo>
                  <a:pt x="6359" y="20295"/>
                </a:lnTo>
                <a:lnTo>
                  <a:pt x="6359" y="20294"/>
                </a:lnTo>
                <a:lnTo>
                  <a:pt x="6359" y="20293"/>
                </a:lnTo>
                <a:lnTo>
                  <a:pt x="6359" y="20293"/>
                </a:lnTo>
                <a:lnTo>
                  <a:pt x="6359" y="20292"/>
                </a:lnTo>
                <a:lnTo>
                  <a:pt x="6359" y="20291"/>
                </a:lnTo>
                <a:lnTo>
                  <a:pt x="6359" y="20291"/>
                </a:lnTo>
                <a:lnTo>
                  <a:pt x="6359" y="20290"/>
                </a:lnTo>
                <a:lnTo>
                  <a:pt x="6359" y="20289"/>
                </a:lnTo>
                <a:lnTo>
                  <a:pt x="6359" y="20289"/>
                </a:lnTo>
                <a:lnTo>
                  <a:pt x="6359" y="20288"/>
                </a:lnTo>
                <a:lnTo>
                  <a:pt x="6359" y="20287"/>
                </a:lnTo>
                <a:lnTo>
                  <a:pt x="6359" y="20287"/>
                </a:lnTo>
                <a:lnTo>
                  <a:pt x="6359" y="20286"/>
                </a:lnTo>
                <a:lnTo>
                  <a:pt x="6359" y="20285"/>
                </a:lnTo>
                <a:lnTo>
                  <a:pt x="6359" y="20284"/>
                </a:lnTo>
                <a:lnTo>
                  <a:pt x="6359" y="20284"/>
                </a:lnTo>
                <a:lnTo>
                  <a:pt x="6359" y="20283"/>
                </a:lnTo>
                <a:lnTo>
                  <a:pt x="6359" y="20282"/>
                </a:lnTo>
                <a:lnTo>
                  <a:pt x="6359" y="20282"/>
                </a:lnTo>
                <a:lnTo>
                  <a:pt x="6359" y="20281"/>
                </a:lnTo>
                <a:lnTo>
                  <a:pt x="6359" y="20280"/>
                </a:lnTo>
                <a:lnTo>
                  <a:pt x="6359" y="20280"/>
                </a:lnTo>
                <a:lnTo>
                  <a:pt x="6359" y="20279"/>
                </a:lnTo>
                <a:lnTo>
                  <a:pt x="6359" y="20278"/>
                </a:lnTo>
                <a:lnTo>
                  <a:pt x="6359" y="20278"/>
                </a:lnTo>
                <a:lnTo>
                  <a:pt x="6359" y="20277"/>
                </a:lnTo>
                <a:lnTo>
                  <a:pt x="6359" y="20276"/>
                </a:lnTo>
                <a:lnTo>
                  <a:pt x="6359" y="20276"/>
                </a:lnTo>
                <a:lnTo>
                  <a:pt x="6359" y="20275"/>
                </a:lnTo>
                <a:lnTo>
                  <a:pt x="6359" y="20274"/>
                </a:lnTo>
                <a:lnTo>
                  <a:pt x="6359" y="20273"/>
                </a:lnTo>
                <a:lnTo>
                  <a:pt x="6359" y="20273"/>
                </a:lnTo>
                <a:lnTo>
                  <a:pt x="6359" y="20272"/>
                </a:lnTo>
                <a:lnTo>
                  <a:pt x="6359" y="20271"/>
                </a:lnTo>
                <a:lnTo>
                  <a:pt x="6359" y="20271"/>
                </a:lnTo>
                <a:lnTo>
                  <a:pt x="6359" y="20270"/>
                </a:lnTo>
                <a:lnTo>
                  <a:pt x="6359" y="20269"/>
                </a:lnTo>
                <a:lnTo>
                  <a:pt x="6359" y="20269"/>
                </a:lnTo>
                <a:lnTo>
                  <a:pt x="6359" y="20268"/>
                </a:lnTo>
                <a:lnTo>
                  <a:pt x="6359" y="20267"/>
                </a:lnTo>
                <a:lnTo>
                  <a:pt x="6359" y="20267"/>
                </a:lnTo>
                <a:lnTo>
                  <a:pt x="6359" y="20266"/>
                </a:lnTo>
                <a:lnTo>
                  <a:pt x="6359" y="20265"/>
                </a:lnTo>
                <a:lnTo>
                  <a:pt x="6359" y="20265"/>
                </a:lnTo>
                <a:lnTo>
                  <a:pt x="6359" y="20264"/>
                </a:lnTo>
                <a:lnTo>
                  <a:pt x="6359" y="20263"/>
                </a:lnTo>
                <a:lnTo>
                  <a:pt x="6359" y="20262"/>
                </a:lnTo>
                <a:lnTo>
                  <a:pt x="6359" y="20262"/>
                </a:lnTo>
                <a:lnTo>
                  <a:pt x="6359" y="20261"/>
                </a:lnTo>
                <a:lnTo>
                  <a:pt x="6359" y="20260"/>
                </a:lnTo>
                <a:lnTo>
                  <a:pt x="6359" y="20260"/>
                </a:lnTo>
                <a:lnTo>
                  <a:pt x="6359" y="20259"/>
                </a:lnTo>
                <a:lnTo>
                  <a:pt x="6359" y="20258"/>
                </a:lnTo>
                <a:lnTo>
                  <a:pt x="6359" y="20258"/>
                </a:lnTo>
                <a:lnTo>
                  <a:pt x="6359" y="20257"/>
                </a:lnTo>
                <a:lnTo>
                  <a:pt x="6359" y="20256"/>
                </a:lnTo>
                <a:lnTo>
                  <a:pt x="6359" y="20256"/>
                </a:lnTo>
                <a:lnTo>
                  <a:pt x="6359" y="20255"/>
                </a:lnTo>
                <a:lnTo>
                  <a:pt x="6359" y="20254"/>
                </a:lnTo>
                <a:lnTo>
                  <a:pt x="6359" y="20253"/>
                </a:lnTo>
                <a:lnTo>
                  <a:pt x="6359" y="20253"/>
                </a:lnTo>
                <a:lnTo>
                  <a:pt x="6359" y="20252"/>
                </a:lnTo>
                <a:lnTo>
                  <a:pt x="6359" y="20251"/>
                </a:lnTo>
                <a:lnTo>
                  <a:pt x="6359" y="20251"/>
                </a:lnTo>
                <a:lnTo>
                  <a:pt x="6359" y="20250"/>
                </a:lnTo>
                <a:lnTo>
                  <a:pt x="6359" y="20249"/>
                </a:lnTo>
                <a:lnTo>
                  <a:pt x="6359" y="20249"/>
                </a:lnTo>
                <a:lnTo>
                  <a:pt x="6359" y="20248"/>
                </a:lnTo>
                <a:lnTo>
                  <a:pt x="6359" y="20247"/>
                </a:lnTo>
                <a:lnTo>
                  <a:pt x="6359" y="20247"/>
                </a:lnTo>
                <a:lnTo>
                  <a:pt x="6359" y="20246"/>
                </a:lnTo>
                <a:lnTo>
                  <a:pt x="6359" y="20245"/>
                </a:lnTo>
                <a:lnTo>
                  <a:pt x="6359" y="20245"/>
                </a:lnTo>
                <a:lnTo>
                  <a:pt x="6359" y="20244"/>
                </a:lnTo>
                <a:lnTo>
                  <a:pt x="6359" y="20243"/>
                </a:lnTo>
                <a:lnTo>
                  <a:pt x="6359" y="20242"/>
                </a:lnTo>
                <a:lnTo>
                  <a:pt x="6359" y="20242"/>
                </a:lnTo>
                <a:lnTo>
                  <a:pt x="6359" y="20241"/>
                </a:lnTo>
                <a:lnTo>
                  <a:pt x="6359" y="20240"/>
                </a:lnTo>
                <a:lnTo>
                  <a:pt x="6359" y="20240"/>
                </a:lnTo>
                <a:lnTo>
                  <a:pt x="6359" y="20239"/>
                </a:lnTo>
                <a:lnTo>
                  <a:pt x="6359" y="20238"/>
                </a:lnTo>
                <a:lnTo>
                  <a:pt x="6359" y="20238"/>
                </a:lnTo>
                <a:lnTo>
                  <a:pt x="6359" y="20237"/>
                </a:lnTo>
                <a:lnTo>
                  <a:pt x="6359" y="20236"/>
                </a:lnTo>
                <a:lnTo>
                  <a:pt x="6359" y="20236"/>
                </a:lnTo>
                <a:lnTo>
                  <a:pt x="6359" y="20235"/>
                </a:lnTo>
                <a:lnTo>
                  <a:pt x="6359" y="20234"/>
                </a:lnTo>
                <a:lnTo>
                  <a:pt x="6359" y="20233"/>
                </a:lnTo>
                <a:lnTo>
                  <a:pt x="6359" y="20233"/>
                </a:lnTo>
                <a:lnTo>
                  <a:pt x="6359" y="20232"/>
                </a:lnTo>
                <a:lnTo>
                  <a:pt x="6359" y="20231"/>
                </a:lnTo>
                <a:lnTo>
                  <a:pt x="6359" y="20231"/>
                </a:lnTo>
                <a:lnTo>
                  <a:pt x="6359" y="20230"/>
                </a:lnTo>
                <a:lnTo>
                  <a:pt x="6359" y="20229"/>
                </a:lnTo>
                <a:lnTo>
                  <a:pt x="6359" y="20229"/>
                </a:lnTo>
                <a:lnTo>
                  <a:pt x="6359" y="20228"/>
                </a:lnTo>
                <a:lnTo>
                  <a:pt x="6359" y="20227"/>
                </a:lnTo>
                <a:lnTo>
                  <a:pt x="6359" y="20227"/>
                </a:lnTo>
                <a:lnTo>
                  <a:pt x="6359" y="20226"/>
                </a:lnTo>
                <a:lnTo>
                  <a:pt x="6359" y="20225"/>
                </a:lnTo>
                <a:lnTo>
                  <a:pt x="6359" y="20224"/>
                </a:lnTo>
                <a:lnTo>
                  <a:pt x="6359" y="20224"/>
                </a:lnTo>
                <a:lnTo>
                  <a:pt x="6359" y="20223"/>
                </a:lnTo>
                <a:lnTo>
                  <a:pt x="6359" y="20222"/>
                </a:lnTo>
                <a:lnTo>
                  <a:pt x="6359" y="20222"/>
                </a:lnTo>
                <a:lnTo>
                  <a:pt x="6359" y="20221"/>
                </a:lnTo>
                <a:lnTo>
                  <a:pt x="6359" y="20220"/>
                </a:lnTo>
                <a:lnTo>
                  <a:pt x="6359" y="20220"/>
                </a:lnTo>
                <a:lnTo>
                  <a:pt x="6359" y="20219"/>
                </a:lnTo>
                <a:lnTo>
                  <a:pt x="6359" y="20218"/>
                </a:lnTo>
                <a:lnTo>
                  <a:pt x="6359" y="20217"/>
                </a:lnTo>
                <a:lnTo>
                  <a:pt x="6359" y="20217"/>
                </a:lnTo>
                <a:lnTo>
                  <a:pt x="6359" y="20216"/>
                </a:lnTo>
                <a:lnTo>
                  <a:pt x="6359" y="20215"/>
                </a:lnTo>
                <a:lnTo>
                  <a:pt x="6359" y="20215"/>
                </a:lnTo>
                <a:lnTo>
                  <a:pt x="6359" y="20214"/>
                </a:lnTo>
                <a:lnTo>
                  <a:pt x="6359" y="20213"/>
                </a:lnTo>
                <a:lnTo>
                  <a:pt x="6359" y="20213"/>
                </a:lnTo>
                <a:lnTo>
                  <a:pt x="6359" y="20212"/>
                </a:lnTo>
                <a:lnTo>
                  <a:pt x="6359" y="20211"/>
                </a:lnTo>
                <a:lnTo>
                  <a:pt x="6359" y="20211"/>
                </a:lnTo>
                <a:lnTo>
                  <a:pt x="6359" y="20210"/>
                </a:lnTo>
                <a:lnTo>
                  <a:pt x="6359" y="20209"/>
                </a:lnTo>
                <a:lnTo>
                  <a:pt x="6359" y="20208"/>
                </a:lnTo>
                <a:lnTo>
                  <a:pt x="6359" y="20208"/>
                </a:lnTo>
                <a:lnTo>
                  <a:pt x="6359" y="20207"/>
                </a:lnTo>
                <a:lnTo>
                  <a:pt x="6359" y="20206"/>
                </a:lnTo>
                <a:lnTo>
                  <a:pt x="6359" y="20206"/>
                </a:lnTo>
                <a:lnTo>
                  <a:pt x="6359" y="20205"/>
                </a:lnTo>
                <a:lnTo>
                  <a:pt x="6359" y="20204"/>
                </a:lnTo>
                <a:lnTo>
                  <a:pt x="6359" y="20204"/>
                </a:lnTo>
                <a:lnTo>
                  <a:pt x="6359" y="20203"/>
                </a:lnTo>
                <a:lnTo>
                  <a:pt x="6359" y="20202"/>
                </a:lnTo>
                <a:lnTo>
                  <a:pt x="6359" y="20201"/>
                </a:lnTo>
                <a:lnTo>
                  <a:pt x="6359" y="20201"/>
                </a:lnTo>
                <a:lnTo>
                  <a:pt x="6359" y="20200"/>
                </a:lnTo>
                <a:lnTo>
                  <a:pt x="6359" y="20199"/>
                </a:lnTo>
                <a:lnTo>
                  <a:pt x="6359" y="20199"/>
                </a:lnTo>
                <a:lnTo>
                  <a:pt x="6359" y="20198"/>
                </a:lnTo>
                <a:lnTo>
                  <a:pt x="6359" y="20197"/>
                </a:lnTo>
                <a:lnTo>
                  <a:pt x="6359" y="20197"/>
                </a:lnTo>
                <a:lnTo>
                  <a:pt x="6359" y="20196"/>
                </a:lnTo>
                <a:lnTo>
                  <a:pt x="6359" y="20195"/>
                </a:lnTo>
                <a:lnTo>
                  <a:pt x="6359" y="20195"/>
                </a:lnTo>
                <a:lnTo>
                  <a:pt x="6359" y="20194"/>
                </a:lnTo>
                <a:lnTo>
                  <a:pt x="6359" y="20193"/>
                </a:lnTo>
                <a:lnTo>
                  <a:pt x="6359" y="20192"/>
                </a:lnTo>
                <a:lnTo>
                  <a:pt x="6359" y="20192"/>
                </a:lnTo>
                <a:lnTo>
                  <a:pt x="6359" y="20191"/>
                </a:lnTo>
                <a:lnTo>
                  <a:pt x="6359" y="20190"/>
                </a:lnTo>
                <a:lnTo>
                  <a:pt x="6359" y="20190"/>
                </a:lnTo>
                <a:lnTo>
                  <a:pt x="6359" y="20189"/>
                </a:lnTo>
                <a:lnTo>
                  <a:pt x="6359" y="20188"/>
                </a:lnTo>
                <a:lnTo>
                  <a:pt x="6359" y="20188"/>
                </a:lnTo>
                <a:lnTo>
                  <a:pt x="6359" y="20187"/>
                </a:lnTo>
                <a:lnTo>
                  <a:pt x="6359" y="20186"/>
                </a:lnTo>
                <a:lnTo>
                  <a:pt x="6359" y="20185"/>
                </a:lnTo>
                <a:lnTo>
                  <a:pt x="6359" y="20185"/>
                </a:lnTo>
                <a:lnTo>
                  <a:pt x="6359" y="20184"/>
                </a:lnTo>
                <a:lnTo>
                  <a:pt x="6359" y="20183"/>
                </a:lnTo>
                <a:lnTo>
                  <a:pt x="6359" y="20183"/>
                </a:lnTo>
                <a:lnTo>
                  <a:pt x="6359" y="20182"/>
                </a:lnTo>
                <a:lnTo>
                  <a:pt x="6359" y="20181"/>
                </a:lnTo>
                <a:lnTo>
                  <a:pt x="6359" y="20181"/>
                </a:lnTo>
                <a:lnTo>
                  <a:pt x="6359" y="20180"/>
                </a:lnTo>
                <a:lnTo>
                  <a:pt x="6359" y="20179"/>
                </a:lnTo>
                <a:lnTo>
                  <a:pt x="6359" y="20178"/>
                </a:lnTo>
                <a:lnTo>
                  <a:pt x="6359" y="20178"/>
                </a:lnTo>
                <a:lnTo>
                  <a:pt x="6359" y="20177"/>
                </a:lnTo>
                <a:lnTo>
                  <a:pt x="6359" y="20176"/>
                </a:lnTo>
                <a:lnTo>
                  <a:pt x="6359" y="20176"/>
                </a:lnTo>
                <a:lnTo>
                  <a:pt x="6359" y="20175"/>
                </a:lnTo>
                <a:lnTo>
                  <a:pt x="6359" y="20174"/>
                </a:lnTo>
                <a:lnTo>
                  <a:pt x="6359" y="20174"/>
                </a:lnTo>
                <a:lnTo>
                  <a:pt x="6359" y="20173"/>
                </a:lnTo>
                <a:lnTo>
                  <a:pt x="6359" y="20172"/>
                </a:lnTo>
                <a:lnTo>
                  <a:pt x="6359" y="20171"/>
                </a:lnTo>
                <a:lnTo>
                  <a:pt x="6359" y="20171"/>
                </a:lnTo>
                <a:lnTo>
                  <a:pt x="6359" y="20170"/>
                </a:lnTo>
                <a:lnTo>
                  <a:pt x="6359" y="20169"/>
                </a:lnTo>
                <a:lnTo>
                  <a:pt x="6359" y="20169"/>
                </a:lnTo>
                <a:lnTo>
                  <a:pt x="6359" y="20168"/>
                </a:lnTo>
                <a:lnTo>
                  <a:pt x="6359" y="20167"/>
                </a:lnTo>
                <a:lnTo>
                  <a:pt x="6359" y="20167"/>
                </a:lnTo>
                <a:lnTo>
                  <a:pt x="6359" y="20166"/>
                </a:lnTo>
                <a:lnTo>
                  <a:pt x="6359" y="20165"/>
                </a:lnTo>
                <a:lnTo>
                  <a:pt x="6359" y="20164"/>
                </a:lnTo>
                <a:lnTo>
                  <a:pt x="6359" y="20164"/>
                </a:lnTo>
                <a:lnTo>
                  <a:pt x="6359" y="20163"/>
                </a:lnTo>
                <a:lnTo>
                  <a:pt x="6359" y="20162"/>
                </a:lnTo>
                <a:lnTo>
                  <a:pt x="6359" y="20162"/>
                </a:lnTo>
                <a:lnTo>
                  <a:pt x="6359" y="20161"/>
                </a:lnTo>
                <a:lnTo>
                  <a:pt x="6359" y="20160"/>
                </a:lnTo>
                <a:lnTo>
                  <a:pt x="6359" y="20160"/>
                </a:lnTo>
                <a:lnTo>
                  <a:pt x="6359" y="20159"/>
                </a:lnTo>
                <a:lnTo>
                  <a:pt x="6359" y="20158"/>
                </a:lnTo>
                <a:lnTo>
                  <a:pt x="6359" y="20157"/>
                </a:lnTo>
                <a:lnTo>
                  <a:pt x="6359" y="20157"/>
                </a:lnTo>
                <a:lnTo>
                  <a:pt x="6359" y="20156"/>
                </a:lnTo>
                <a:lnTo>
                  <a:pt x="6359" y="20155"/>
                </a:lnTo>
                <a:lnTo>
                  <a:pt x="6359" y="20155"/>
                </a:lnTo>
                <a:lnTo>
                  <a:pt x="6359" y="20154"/>
                </a:lnTo>
                <a:lnTo>
                  <a:pt x="6359" y="20153"/>
                </a:lnTo>
                <a:lnTo>
                  <a:pt x="6359" y="20153"/>
                </a:lnTo>
                <a:lnTo>
                  <a:pt x="6359" y="20152"/>
                </a:lnTo>
                <a:lnTo>
                  <a:pt x="6359" y="20151"/>
                </a:lnTo>
                <a:lnTo>
                  <a:pt x="6359" y="20150"/>
                </a:lnTo>
                <a:lnTo>
                  <a:pt x="6359" y="20150"/>
                </a:lnTo>
                <a:lnTo>
                  <a:pt x="6359" y="20149"/>
                </a:lnTo>
                <a:lnTo>
                  <a:pt x="6359" y="20148"/>
                </a:lnTo>
                <a:lnTo>
                  <a:pt x="6359" y="20148"/>
                </a:lnTo>
                <a:lnTo>
                  <a:pt x="6359" y="20147"/>
                </a:lnTo>
                <a:lnTo>
                  <a:pt x="6359" y="20146"/>
                </a:lnTo>
                <a:lnTo>
                  <a:pt x="6359" y="20146"/>
                </a:lnTo>
                <a:lnTo>
                  <a:pt x="6359" y="20145"/>
                </a:lnTo>
                <a:lnTo>
                  <a:pt x="6359" y="20144"/>
                </a:lnTo>
                <a:lnTo>
                  <a:pt x="6359" y="20143"/>
                </a:lnTo>
                <a:lnTo>
                  <a:pt x="6359" y="20143"/>
                </a:lnTo>
                <a:lnTo>
                  <a:pt x="6359" y="20142"/>
                </a:lnTo>
                <a:lnTo>
                  <a:pt x="6359" y="20141"/>
                </a:lnTo>
                <a:lnTo>
                  <a:pt x="6359" y="20141"/>
                </a:lnTo>
                <a:lnTo>
                  <a:pt x="6359" y="20140"/>
                </a:lnTo>
                <a:lnTo>
                  <a:pt x="6359" y="20139"/>
                </a:lnTo>
                <a:lnTo>
                  <a:pt x="6359" y="20138"/>
                </a:lnTo>
                <a:lnTo>
                  <a:pt x="6359" y="20138"/>
                </a:lnTo>
                <a:lnTo>
                  <a:pt x="6359" y="20137"/>
                </a:lnTo>
                <a:lnTo>
                  <a:pt x="6359" y="20136"/>
                </a:lnTo>
                <a:lnTo>
                  <a:pt x="6359" y="20136"/>
                </a:lnTo>
                <a:lnTo>
                  <a:pt x="6359" y="20135"/>
                </a:lnTo>
                <a:lnTo>
                  <a:pt x="6359" y="20134"/>
                </a:lnTo>
                <a:lnTo>
                  <a:pt x="6359" y="20134"/>
                </a:lnTo>
                <a:lnTo>
                  <a:pt x="6359" y="20133"/>
                </a:lnTo>
                <a:lnTo>
                  <a:pt x="6359" y="20132"/>
                </a:lnTo>
                <a:lnTo>
                  <a:pt x="6359" y="20131"/>
                </a:lnTo>
                <a:lnTo>
                  <a:pt x="6359" y="20131"/>
                </a:lnTo>
                <a:lnTo>
                  <a:pt x="6359" y="20130"/>
                </a:lnTo>
                <a:lnTo>
                  <a:pt x="6359" y="20129"/>
                </a:lnTo>
                <a:lnTo>
                  <a:pt x="6359" y="20129"/>
                </a:lnTo>
                <a:lnTo>
                  <a:pt x="6359" y="20128"/>
                </a:lnTo>
                <a:lnTo>
                  <a:pt x="6359" y="20127"/>
                </a:lnTo>
                <a:lnTo>
                  <a:pt x="6359" y="20127"/>
                </a:lnTo>
                <a:lnTo>
                  <a:pt x="6359" y="20126"/>
                </a:lnTo>
                <a:lnTo>
                  <a:pt x="6359" y="20125"/>
                </a:lnTo>
                <a:lnTo>
                  <a:pt x="6359" y="20124"/>
                </a:lnTo>
                <a:lnTo>
                  <a:pt x="6359" y="20124"/>
                </a:lnTo>
                <a:lnTo>
                  <a:pt x="6359" y="20123"/>
                </a:lnTo>
                <a:lnTo>
                  <a:pt x="6359" y="20122"/>
                </a:lnTo>
                <a:lnTo>
                  <a:pt x="6359" y="20122"/>
                </a:lnTo>
                <a:lnTo>
                  <a:pt x="6359" y="20121"/>
                </a:lnTo>
                <a:lnTo>
                  <a:pt x="6359" y="20120"/>
                </a:lnTo>
                <a:lnTo>
                  <a:pt x="6359" y="20119"/>
                </a:lnTo>
                <a:lnTo>
                  <a:pt x="6359" y="20119"/>
                </a:lnTo>
                <a:lnTo>
                  <a:pt x="6359" y="20118"/>
                </a:lnTo>
                <a:lnTo>
                  <a:pt x="6359" y="20117"/>
                </a:lnTo>
                <a:lnTo>
                  <a:pt x="6359" y="20117"/>
                </a:lnTo>
                <a:lnTo>
                  <a:pt x="6359" y="20116"/>
                </a:lnTo>
                <a:lnTo>
                  <a:pt x="6359" y="20115"/>
                </a:lnTo>
                <a:lnTo>
                  <a:pt x="6359" y="20115"/>
                </a:lnTo>
                <a:lnTo>
                  <a:pt x="6359" y="20114"/>
                </a:lnTo>
                <a:lnTo>
                  <a:pt x="6359" y="20113"/>
                </a:lnTo>
                <a:lnTo>
                  <a:pt x="6359" y="20112"/>
                </a:lnTo>
                <a:lnTo>
                  <a:pt x="6359" y="20112"/>
                </a:lnTo>
                <a:lnTo>
                  <a:pt x="6359" y="20111"/>
                </a:lnTo>
                <a:lnTo>
                  <a:pt x="6359" y="20110"/>
                </a:lnTo>
                <a:lnTo>
                  <a:pt x="6359" y="20110"/>
                </a:lnTo>
                <a:lnTo>
                  <a:pt x="6359" y="20109"/>
                </a:lnTo>
                <a:lnTo>
                  <a:pt x="6359" y="20108"/>
                </a:lnTo>
                <a:lnTo>
                  <a:pt x="6359" y="20107"/>
                </a:lnTo>
                <a:lnTo>
                  <a:pt x="6359" y="20107"/>
                </a:lnTo>
                <a:lnTo>
                  <a:pt x="6359" y="20106"/>
                </a:lnTo>
                <a:lnTo>
                  <a:pt x="6359" y="20105"/>
                </a:lnTo>
                <a:lnTo>
                  <a:pt x="6359" y="20105"/>
                </a:lnTo>
                <a:lnTo>
                  <a:pt x="6359" y="20104"/>
                </a:lnTo>
                <a:lnTo>
                  <a:pt x="6359" y="20103"/>
                </a:lnTo>
                <a:lnTo>
                  <a:pt x="6359" y="20103"/>
                </a:lnTo>
                <a:lnTo>
                  <a:pt x="6359" y="20102"/>
                </a:lnTo>
                <a:lnTo>
                  <a:pt x="6359" y="20101"/>
                </a:lnTo>
                <a:lnTo>
                  <a:pt x="6359" y="20100"/>
                </a:lnTo>
                <a:lnTo>
                  <a:pt x="6359" y="20100"/>
                </a:lnTo>
                <a:lnTo>
                  <a:pt x="6359" y="20099"/>
                </a:lnTo>
                <a:lnTo>
                  <a:pt x="6359" y="20098"/>
                </a:lnTo>
                <a:lnTo>
                  <a:pt x="6359" y="20098"/>
                </a:lnTo>
                <a:lnTo>
                  <a:pt x="6359" y="20097"/>
                </a:lnTo>
                <a:lnTo>
                  <a:pt x="6359" y="20096"/>
                </a:lnTo>
                <a:lnTo>
                  <a:pt x="6359" y="20095"/>
                </a:lnTo>
                <a:lnTo>
                  <a:pt x="6359" y="20095"/>
                </a:lnTo>
                <a:lnTo>
                  <a:pt x="6359" y="20094"/>
                </a:lnTo>
                <a:lnTo>
                  <a:pt x="6359" y="20093"/>
                </a:lnTo>
                <a:lnTo>
                  <a:pt x="6359" y="20093"/>
                </a:lnTo>
                <a:lnTo>
                  <a:pt x="6359" y="20092"/>
                </a:lnTo>
                <a:lnTo>
                  <a:pt x="6359" y="20091"/>
                </a:lnTo>
                <a:lnTo>
                  <a:pt x="6359" y="20090"/>
                </a:lnTo>
                <a:lnTo>
                  <a:pt x="6359" y="20090"/>
                </a:lnTo>
                <a:lnTo>
                  <a:pt x="6359" y="20089"/>
                </a:lnTo>
                <a:lnTo>
                  <a:pt x="6359" y="20088"/>
                </a:lnTo>
                <a:lnTo>
                  <a:pt x="6359" y="20088"/>
                </a:lnTo>
                <a:lnTo>
                  <a:pt x="6359" y="20087"/>
                </a:lnTo>
                <a:lnTo>
                  <a:pt x="6359" y="20086"/>
                </a:lnTo>
                <a:lnTo>
                  <a:pt x="6359" y="20086"/>
                </a:lnTo>
                <a:lnTo>
                  <a:pt x="6359" y="20085"/>
                </a:lnTo>
                <a:lnTo>
                  <a:pt x="6359" y="20084"/>
                </a:lnTo>
                <a:lnTo>
                  <a:pt x="6359" y="20083"/>
                </a:lnTo>
                <a:lnTo>
                  <a:pt x="6359" y="20083"/>
                </a:lnTo>
                <a:lnTo>
                  <a:pt x="6359" y="20082"/>
                </a:lnTo>
                <a:lnTo>
                  <a:pt x="6359" y="20081"/>
                </a:lnTo>
                <a:lnTo>
                  <a:pt x="6359" y="20081"/>
                </a:lnTo>
                <a:lnTo>
                  <a:pt x="6359" y="20080"/>
                </a:lnTo>
                <a:lnTo>
                  <a:pt x="6359" y="20079"/>
                </a:lnTo>
                <a:lnTo>
                  <a:pt x="6359" y="20078"/>
                </a:lnTo>
                <a:lnTo>
                  <a:pt x="6359" y="20078"/>
                </a:lnTo>
                <a:lnTo>
                  <a:pt x="6359" y="20077"/>
                </a:lnTo>
                <a:lnTo>
                  <a:pt x="6359" y="20076"/>
                </a:lnTo>
                <a:lnTo>
                  <a:pt x="6359" y="20076"/>
                </a:lnTo>
                <a:lnTo>
                  <a:pt x="6359" y="20075"/>
                </a:lnTo>
                <a:lnTo>
                  <a:pt x="6359" y="20074"/>
                </a:lnTo>
                <a:lnTo>
                  <a:pt x="6359" y="20073"/>
                </a:lnTo>
                <a:lnTo>
                  <a:pt x="6359" y="20073"/>
                </a:lnTo>
                <a:lnTo>
                  <a:pt x="6359" y="20072"/>
                </a:lnTo>
                <a:lnTo>
                  <a:pt x="6359" y="20071"/>
                </a:lnTo>
                <a:lnTo>
                  <a:pt x="6359" y="20071"/>
                </a:lnTo>
                <a:lnTo>
                  <a:pt x="6359" y="20070"/>
                </a:lnTo>
                <a:lnTo>
                  <a:pt x="6359" y="20069"/>
                </a:lnTo>
                <a:lnTo>
                  <a:pt x="6359" y="20068"/>
                </a:lnTo>
                <a:lnTo>
                  <a:pt x="6359" y="20068"/>
                </a:lnTo>
                <a:lnTo>
                  <a:pt x="6359" y="20067"/>
                </a:lnTo>
                <a:lnTo>
                  <a:pt x="6359" y="20066"/>
                </a:lnTo>
                <a:lnTo>
                  <a:pt x="6359" y="20066"/>
                </a:lnTo>
                <a:lnTo>
                  <a:pt x="6359" y="20065"/>
                </a:lnTo>
                <a:lnTo>
                  <a:pt x="6359" y="20064"/>
                </a:lnTo>
                <a:lnTo>
                  <a:pt x="6359" y="20063"/>
                </a:lnTo>
                <a:lnTo>
                  <a:pt x="6359" y="20063"/>
                </a:lnTo>
                <a:lnTo>
                  <a:pt x="6359" y="20062"/>
                </a:lnTo>
                <a:lnTo>
                  <a:pt x="6359" y="20061"/>
                </a:lnTo>
                <a:lnTo>
                  <a:pt x="6359" y="20061"/>
                </a:lnTo>
                <a:lnTo>
                  <a:pt x="6359" y="20060"/>
                </a:lnTo>
                <a:lnTo>
                  <a:pt x="6359" y="20059"/>
                </a:lnTo>
                <a:lnTo>
                  <a:pt x="6359" y="20059"/>
                </a:lnTo>
                <a:lnTo>
                  <a:pt x="6359" y="20058"/>
                </a:lnTo>
                <a:lnTo>
                  <a:pt x="6359" y="20057"/>
                </a:lnTo>
                <a:lnTo>
                  <a:pt x="6359" y="20056"/>
                </a:lnTo>
                <a:lnTo>
                  <a:pt x="6359" y="20056"/>
                </a:lnTo>
                <a:lnTo>
                  <a:pt x="6359" y="20055"/>
                </a:lnTo>
                <a:lnTo>
                  <a:pt x="6359" y="20054"/>
                </a:lnTo>
                <a:lnTo>
                  <a:pt x="6359" y="20054"/>
                </a:lnTo>
                <a:lnTo>
                  <a:pt x="6359" y="20053"/>
                </a:lnTo>
                <a:lnTo>
                  <a:pt x="6359" y="20052"/>
                </a:lnTo>
                <a:lnTo>
                  <a:pt x="6359" y="20051"/>
                </a:lnTo>
                <a:lnTo>
                  <a:pt x="6359" y="20051"/>
                </a:lnTo>
                <a:lnTo>
                  <a:pt x="6359" y="20050"/>
                </a:lnTo>
                <a:lnTo>
                  <a:pt x="6359" y="20049"/>
                </a:lnTo>
                <a:lnTo>
                  <a:pt x="6359" y="20049"/>
                </a:lnTo>
                <a:lnTo>
                  <a:pt x="6359" y="20048"/>
                </a:lnTo>
                <a:lnTo>
                  <a:pt x="6359" y="20047"/>
                </a:lnTo>
                <a:lnTo>
                  <a:pt x="6359" y="20046"/>
                </a:lnTo>
                <a:lnTo>
                  <a:pt x="6359" y="20046"/>
                </a:lnTo>
                <a:lnTo>
                  <a:pt x="6359" y="20045"/>
                </a:lnTo>
                <a:lnTo>
                  <a:pt x="6359" y="20044"/>
                </a:lnTo>
                <a:lnTo>
                  <a:pt x="6359" y="20044"/>
                </a:lnTo>
                <a:lnTo>
                  <a:pt x="6359" y="20043"/>
                </a:lnTo>
                <a:lnTo>
                  <a:pt x="6359" y="20042"/>
                </a:lnTo>
                <a:lnTo>
                  <a:pt x="6359" y="20041"/>
                </a:lnTo>
                <a:lnTo>
                  <a:pt x="6359" y="20041"/>
                </a:lnTo>
                <a:lnTo>
                  <a:pt x="6359" y="20040"/>
                </a:lnTo>
                <a:lnTo>
                  <a:pt x="6359" y="20039"/>
                </a:lnTo>
                <a:lnTo>
                  <a:pt x="6359" y="20039"/>
                </a:lnTo>
                <a:lnTo>
                  <a:pt x="6359" y="20038"/>
                </a:lnTo>
                <a:lnTo>
                  <a:pt x="6359" y="20037"/>
                </a:lnTo>
                <a:lnTo>
                  <a:pt x="6359" y="20036"/>
                </a:lnTo>
                <a:lnTo>
                  <a:pt x="6359" y="20036"/>
                </a:lnTo>
                <a:lnTo>
                  <a:pt x="6359" y="20035"/>
                </a:lnTo>
                <a:lnTo>
                  <a:pt x="6359" y="20034"/>
                </a:lnTo>
                <a:lnTo>
                  <a:pt x="6359" y="20034"/>
                </a:lnTo>
                <a:lnTo>
                  <a:pt x="6359" y="20033"/>
                </a:lnTo>
                <a:lnTo>
                  <a:pt x="6359" y="20032"/>
                </a:lnTo>
                <a:lnTo>
                  <a:pt x="6359" y="20031"/>
                </a:lnTo>
                <a:lnTo>
                  <a:pt x="6359" y="20031"/>
                </a:lnTo>
                <a:lnTo>
                  <a:pt x="6359" y="20030"/>
                </a:lnTo>
                <a:lnTo>
                  <a:pt x="6359" y="20029"/>
                </a:lnTo>
                <a:lnTo>
                  <a:pt x="6359" y="20029"/>
                </a:lnTo>
                <a:lnTo>
                  <a:pt x="6359" y="20028"/>
                </a:lnTo>
                <a:lnTo>
                  <a:pt x="6359" y="20027"/>
                </a:lnTo>
                <a:lnTo>
                  <a:pt x="6359" y="20026"/>
                </a:lnTo>
                <a:lnTo>
                  <a:pt x="6359" y="20026"/>
                </a:lnTo>
                <a:lnTo>
                  <a:pt x="6359" y="20025"/>
                </a:lnTo>
                <a:lnTo>
                  <a:pt x="6359" y="20024"/>
                </a:lnTo>
                <a:lnTo>
                  <a:pt x="6359" y="20024"/>
                </a:lnTo>
                <a:lnTo>
                  <a:pt x="6359" y="20023"/>
                </a:lnTo>
                <a:lnTo>
                  <a:pt x="6359" y="20022"/>
                </a:lnTo>
                <a:lnTo>
                  <a:pt x="6359" y="20021"/>
                </a:lnTo>
                <a:lnTo>
                  <a:pt x="6359" y="20021"/>
                </a:lnTo>
                <a:lnTo>
                  <a:pt x="6359" y="20020"/>
                </a:lnTo>
                <a:lnTo>
                  <a:pt x="6359" y="20019"/>
                </a:lnTo>
                <a:lnTo>
                  <a:pt x="6359" y="20019"/>
                </a:lnTo>
                <a:lnTo>
                  <a:pt x="6359" y="20018"/>
                </a:lnTo>
                <a:lnTo>
                  <a:pt x="6359" y="20017"/>
                </a:lnTo>
                <a:lnTo>
                  <a:pt x="6359" y="20016"/>
                </a:lnTo>
                <a:lnTo>
                  <a:pt x="6359" y="20016"/>
                </a:lnTo>
                <a:lnTo>
                  <a:pt x="6359" y="20015"/>
                </a:lnTo>
                <a:lnTo>
                  <a:pt x="6359" y="20014"/>
                </a:lnTo>
                <a:lnTo>
                  <a:pt x="6359" y="20013"/>
                </a:lnTo>
                <a:lnTo>
                  <a:pt x="6359" y="20013"/>
                </a:lnTo>
                <a:lnTo>
                  <a:pt x="6359" y="20012"/>
                </a:lnTo>
                <a:lnTo>
                  <a:pt x="6359" y="20011"/>
                </a:lnTo>
                <a:lnTo>
                  <a:pt x="6359" y="20011"/>
                </a:lnTo>
                <a:lnTo>
                  <a:pt x="6359" y="20010"/>
                </a:lnTo>
                <a:lnTo>
                  <a:pt x="6359" y="20009"/>
                </a:lnTo>
                <a:lnTo>
                  <a:pt x="6359" y="20008"/>
                </a:lnTo>
                <a:lnTo>
                  <a:pt x="6359" y="20008"/>
                </a:lnTo>
                <a:lnTo>
                  <a:pt x="6359" y="20007"/>
                </a:lnTo>
                <a:lnTo>
                  <a:pt x="6359" y="20006"/>
                </a:lnTo>
                <a:lnTo>
                  <a:pt x="6359" y="20006"/>
                </a:lnTo>
                <a:lnTo>
                  <a:pt x="6359" y="20005"/>
                </a:lnTo>
                <a:lnTo>
                  <a:pt x="6359" y="20004"/>
                </a:lnTo>
                <a:lnTo>
                  <a:pt x="6359" y="20003"/>
                </a:lnTo>
                <a:lnTo>
                  <a:pt x="6359" y="20003"/>
                </a:lnTo>
                <a:lnTo>
                  <a:pt x="6359" y="20002"/>
                </a:lnTo>
                <a:lnTo>
                  <a:pt x="6359" y="20001"/>
                </a:lnTo>
                <a:lnTo>
                  <a:pt x="6359" y="20001"/>
                </a:lnTo>
                <a:lnTo>
                  <a:pt x="6359" y="20000"/>
                </a:lnTo>
                <a:lnTo>
                  <a:pt x="6359" y="19999"/>
                </a:lnTo>
                <a:lnTo>
                  <a:pt x="6359" y="19998"/>
                </a:lnTo>
                <a:lnTo>
                  <a:pt x="6359" y="19998"/>
                </a:lnTo>
                <a:lnTo>
                  <a:pt x="6359" y="19997"/>
                </a:lnTo>
                <a:lnTo>
                  <a:pt x="6359" y="19996"/>
                </a:lnTo>
                <a:lnTo>
                  <a:pt x="6359" y="19996"/>
                </a:lnTo>
                <a:lnTo>
                  <a:pt x="6359" y="19995"/>
                </a:lnTo>
                <a:lnTo>
                  <a:pt x="6359" y="19994"/>
                </a:lnTo>
                <a:lnTo>
                  <a:pt x="6359" y="19993"/>
                </a:lnTo>
                <a:lnTo>
                  <a:pt x="6359" y="19993"/>
                </a:lnTo>
                <a:lnTo>
                  <a:pt x="6359" y="19992"/>
                </a:lnTo>
                <a:lnTo>
                  <a:pt x="6359" y="19991"/>
                </a:lnTo>
                <a:lnTo>
                  <a:pt x="6359" y="19991"/>
                </a:lnTo>
                <a:lnTo>
                  <a:pt x="6359" y="19990"/>
                </a:lnTo>
                <a:lnTo>
                  <a:pt x="6359" y="19989"/>
                </a:lnTo>
                <a:lnTo>
                  <a:pt x="6359" y="19988"/>
                </a:lnTo>
                <a:lnTo>
                  <a:pt x="6359" y="19988"/>
                </a:lnTo>
                <a:lnTo>
                  <a:pt x="6359" y="19987"/>
                </a:lnTo>
                <a:lnTo>
                  <a:pt x="6359" y="19986"/>
                </a:lnTo>
                <a:lnTo>
                  <a:pt x="6359" y="19985"/>
                </a:lnTo>
                <a:lnTo>
                  <a:pt x="6359" y="19985"/>
                </a:lnTo>
                <a:lnTo>
                  <a:pt x="6359" y="19984"/>
                </a:lnTo>
                <a:lnTo>
                  <a:pt x="6359" y="19983"/>
                </a:lnTo>
                <a:lnTo>
                  <a:pt x="6359" y="19983"/>
                </a:lnTo>
                <a:lnTo>
                  <a:pt x="6359" y="19982"/>
                </a:lnTo>
                <a:lnTo>
                  <a:pt x="6359" y="19981"/>
                </a:lnTo>
                <a:lnTo>
                  <a:pt x="6359" y="19980"/>
                </a:lnTo>
                <a:lnTo>
                  <a:pt x="6359" y="19980"/>
                </a:lnTo>
                <a:lnTo>
                  <a:pt x="6359" y="19979"/>
                </a:lnTo>
                <a:lnTo>
                  <a:pt x="6359" y="19978"/>
                </a:lnTo>
                <a:lnTo>
                  <a:pt x="6359" y="19978"/>
                </a:lnTo>
                <a:lnTo>
                  <a:pt x="6359" y="19977"/>
                </a:lnTo>
                <a:lnTo>
                  <a:pt x="6359" y="19976"/>
                </a:lnTo>
                <a:lnTo>
                  <a:pt x="6359" y="19975"/>
                </a:lnTo>
                <a:lnTo>
                  <a:pt x="6359" y="19975"/>
                </a:lnTo>
                <a:lnTo>
                  <a:pt x="6359" y="19974"/>
                </a:lnTo>
                <a:lnTo>
                  <a:pt x="6359" y="19973"/>
                </a:lnTo>
                <a:lnTo>
                  <a:pt x="6359" y="19972"/>
                </a:lnTo>
                <a:lnTo>
                  <a:pt x="6359" y="19972"/>
                </a:lnTo>
                <a:lnTo>
                  <a:pt x="6359" y="19971"/>
                </a:lnTo>
                <a:lnTo>
                  <a:pt x="6359" y="19970"/>
                </a:lnTo>
                <a:lnTo>
                  <a:pt x="6359" y="19970"/>
                </a:lnTo>
                <a:lnTo>
                  <a:pt x="6359" y="19969"/>
                </a:lnTo>
                <a:lnTo>
                  <a:pt x="6359" y="19968"/>
                </a:lnTo>
                <a:lnTo>
                  <a:pt x="6359" y="19967"/>
                </a:lnTo>
                <a:lnTo>
                  <a:pt x="6359" y="19967"/>
                </a:lnTo>
                <a:lnTo>
                  <a:pt x="6359" y="19966"/>
                </a:lnTo>
                <a:lnTo>
                  <a:pt x="6359" y="19965"/>
                </a:lnTo>
                <a:lnTo>
                  <a:pt x="6359" y="19965"/>
                </a:lnTo>
                <a:lnTo>
                  <a:pt x="6359" y="19964"/>
                </a:lnTo>
                <a:lnTo>
                  <a:pt x="6359" y="19963"/>
                </a:lnTo>
                <a:lnTo>
                  <a:pt x="6359" y="19962"/>
                </a:lnTo>
                <a:lnTo>
                  <a:pt x="6359" y="19962"/>
                </a:lnTo>
                <a:lnTo>
                  <a:pt x="6359" y="19961"/>
                </a:lnTo>
                <a:lnTo>
                  <a:pt x="6359" y="19960"/>
                </a:lnTo>
                <a:lnTo>
                  <a:pt x="6359" y="19959"/>
                </a:lnTo>
                <a:lnTo>
                  <a:pt x="6359" y="19959"/>
                </a:lnTo>
                <a:lnTo>
                  <a:pt x="6359" y="19958"/>
                </a:lnTo>
                <a:lnTo>
                  <a:pt x="6359" y="19957"/>
                </a:lnTo>
                <a:lnTo>
                  <a:pt x="6359" y="19957"/>
                </a:lnTo>
                <a:lnTo>
                  <a:pt x="6359" y="19956"/>
                </a:lnTo>
                <a:lnTo>
                  <a:pt x="6359" y="19955"/>
                </a:lnTo>
                <a:lnTo>
                  <a:pt x="6359" y="19954"/>
                </a:lnTo>
                <a:lnTo>
                  <a:pt x="6359" y="19954"/>
                </a:lnTo>
                <a:lnTo>
                  <a:pt x="6359" y="19953"/>
                </a:lnTo>
                <a:lnTo>
                  <a:pt x="6359" y="19952"/>
                </a:lnTo>
                <a:lnTo>
                  <a:pt x="6359" y="19952"/>
                </a:lnTo>
                <a:lnTo>
                  <a:pt x="6359" y="19951"/>
                </a:lnTo>
                <a:lnTo>
                  <a:pt x="6359" y="19950"/>
                </a:lnTo>
                <a:lnTo>
                  <a:pt x="6359" y="19949"/>
                </a:lnTo>
                <a:lnTo>
                  <a:pt x="6359" y="19949"/>
                </a:lnTo>
                <a:lnTo>
                  <a:pt x="6359" y="19948"/>
                </a:lnTo>
                <a:lnTo>
                  <a:pt x="6359" y="19947"/>
                </a:lnTo>
                <a:lnTo>
                  <a:pt x="6359" y="19946"/>
                </a:lnTo>
                <a:lnTo>
                  <a:pt x="6359" y="19946"/>
                </a:lnTo>
                <a:lnTo>
                  <a:pt x="6359" y="19945"/>
                </a:lnTo>
                <a:lnTo>
                  <a:pt x="6359" y="19944"/>
                </a:lnTo>
                <a:lnTo>
                  <a:pt x="6359" y="19944"/>
                </a:lnTo>
                <a:lnTo>
                  <a:pt x="6359" y="19943"/>
                </a:lnTo>
                <a:lnTo>
                  <a:pt x="6359" y="19942"/>
                </a:lnTo>
                <a:lnTo>
                  <a:pt x="6359" y="19941"/>
                </a:lnTo>
                <a:lnTo>
                  <a:pt x="6359" y="19941"/>
                </a:lnTo>
                <a:lnTo>
                  <a:pt x="6359" y="19940"/>
                </a:lnTo>
                <a:lnTo>
                  <a:pt x="6359" y="19939"/>
                </a:lnTo>
                <a:lnTo>
                  <a:pt x="6359" y="19938"/>
                </a:lnTo>
                <a:lnTo>
                  <a:pt x="6359" y="19938"/>
                </a:lnTo>
                <a:lnTo>
                  <a:pt x="6359" y="19937"/>
                </a:lnTo>
                <a:lnTo>
                  <a:pt x="6359" y="19936"/>
                </a:lnTo>
                <a:lnTo>
                  <a:pt x="6359" y="19936"/>
                </a:lnTo>
                <a:lnTo>
                  <a:pt x="6359" y="19935"/>
                </a:lnTo>
                <a:lnTo>
                  <a:pt x="6359" y="19934"/>
                </a:lnTo>
                <a:lnTo>
                  <a:pt x="6359" y="19933"/>
                </a:lnTo>
                <a:lnTo>
                  <a:pt x="6359" y="19933"/>
                </a:lnTo>
                <a:lnTo>
                  <a:pt x="6359" y="19932"/>
                </a:lnTo>
                <a:lnTo>
                  <a:pt x="6359" y="19931"/>
                </a:lnTo>
                <a:lnTo>
                  <a:pt x="6359" y="19931"/>
                </a:lnTo>
                <a:lnTo>
                  <a:pt x="6359" y="19930"/>
                </a:lnTo>
                <a:lnTo>
                  <a:pt x="6359" y="19929"/>
                </a:lnTo>
                <a:lnTo>
                  <a:pt x="6359" y="19928"/>
                </a:lnTo>
                <a:lnTo>
                  <a:pt x="6359" y="19928"/>
                </a:lnTo>
                <a:lnTo>
                  <a:pt x="6359" y="19927"/>
                </a:lnTo>
                <a:lnTo>
                  <a:pt x="6359" y="19926"/>
                </a:lnTo>
                <a:lnTo>
                  <a:pt x="6359" y="19925"/>
                </a:lnTo>
                <a:lnTo>
                  <a:pt x="6359" y="19925"/>
                </a:lnTo>
                <a:lnTo>
                  <a:pt x="6359" y="19924"/>
                </a:lnTo>
                <a:lnTo>
                  <a:pt x="6359" y="19923"/>
                </a:lnTo>
                <a:lnTo>
                  <a:pt x="6359" y="19923"/>
                </a:lnTo>
                <a:lnTo>
                  <a:pt x="6359" y="19922"/>
                </a:lnTo>
                <a:lnTo>
                  <a:pt x="6359" y="19921"/>
                </a:lnTo>
                <a:lnTo>
                  <a:pt x="6359" y="19920"/>
                </a:lnTo>
                <a:lnTo>
                  <a:pt x="6359" y="19920"/>
                </a:lnTo>
                <a:lnTo>
                  <a:pt x="6359" y="19919"/>
                </a:lnTo>
                <a:lnTo>
                  <a:pt x="6359" y="19918"/>
                </a:lnTo>
                <a:lnTo>
                  <a:pt x="6359" y="19917"/>
                </a:lnTo>
                <a:lnTo>
                  <a:pt x="6359" y="19917"/>
                </a:lnTo>
                <a:lnTo>
                  <a:pt x="6359" y="19916"/>
                </a:lnTo>
                <a:lnTo>
                  <a:pt x="6359" y="19915"/>
                </a:lnTo>
                <a:lnTo>
                  <a:pt x="6359" y="19915"/>
                </a:lnTo>
                <a:lnTo>
                  <a:pt x="6359" y="19914"/>
                </a:lnTo>
                <a:lnTo>
                  <a:pt x="6359" y="19913"/>
                </a:lnTo>
                <a:lnTo>
                  <a:pt x="6359" y="19912"/>
                </a:lnTo>
                <a:lnTo>
                  <a:pt x="6359" y="19912"/>
                </a:lnTo>
                <a:lnTo>
                  <a:pt x="6359" y="19911"/>
                </a:lnTo>
                <a:lnTo>
                  <a:pt x="6359" y="19910"/>
                </a:lnTo>
                <a:lnTo>
                  <a:pt x="6359" y="19909"/>
                </a:lnTo>
                <a:lnTo>
                  <a:pt x="6359" y="19909"/>
                </a:lnTo>
                <a:lnTo>
                  <a:pt x="6359" y="19908"/>
                </a:lnTo>
                <a:lnTo>
                  <a:pt x="6359" y="19907"/>
                </a:lnTo>
                <a:lnTo>
                  <a:pt x="6359" y="19907"/>
                </a:lnTo>
                <a:lnTo>
                  <a:pt x="6359" y="19906"/>
                </a:lnTo>
                <a:lnTo>
                  <a:pt x="6359" y="19905"/>
                </a:lnTo>
                <a:lnTo>
                  <a:pt x="6359" y="19904"/>
                </a:lnTo>
                <a:lnTo>
                  <a:pt x="6359" y="19904"/>
                </a:lnTo>
                <a:lnTo>
                  <a:pt x="6359" y="19903"/>
                </a:lnTo>
                <a:lnTo>
                  <a:pt x="6359" y="19902"/>
                </a:lnTo>
                <a:lnTo>
                  <a:pt x="6359" y="19901"/>
                </a:lnTo>
                <a:lnTo>
                  <a:pt x="6359" y="19901"/>
                </a:lnTo>
                <a:lnTo>
                  <a:pt x="6359" y="19900"/>
                </a:lnTo>
                <a:lnTo>
                  <a:pt x="6359" y="19899"/>
                </a:lnTo>
                <a:lnTo>
                  <a:pt x="6359" y="19898"/>
                </a:lnTo>
                <a:lnTo>
                  <a:pt x="6359" y="19898"/>
                </a:lnTo>
                <a:lnTo>
                  <a:pt x="6359" y="19897"/>
                </a:lnTo>
                <a:lnTo>
                  <a:pt x="6359" y="19896"/>
                </a:lnTo>
                <a:lnTo>
                  <a:pt x="6359" y="19896"/>
                </a:lnTo>
                <a:lnTo>
                  <a:pt x="6359" y="19895"/>
                </a:lnTo>
                <a:lnTo>
                  <a:pt x="6359" y="19894"/>
                </a:lnTo>
                <a:lnTo>
                  <a:pt x="6359" y="19893"/>
                </a:lnTo>
                <a:lnTo>
                  <a:pt x="6359" y="19893"/>
                </a:lnTo>
                <a:lnTo>
                  <a:pt x="6359" y="19892"/>
                </a:lnTo>
                <a:lnTo>
                  <a:pt x="6359" y="19891"/>
                </a:lnTo>
                <a:lnTo>
                  <a:pt x="6359" y="19890"/>
                </a:lnTo>
                <a:lnTo>
                  <a:pt x="6359" y="19890"/>
                </a:lnTo>
                <a:lnTo>
                  <a:pt x="6359" y="19889"/>
                </a:lnTo>
                <a:lnTo>
                  <a:pt x="6359" y="19888"/>
                </a:lnTo>
                <a:lnTo>
                  <a:pt x="6359" y="19888"/>
                </a:lnTo>
                <a:lnTo>
                  <a:pt x="6359" y="19887"/>
                </a:lnTo>
                <a:lnTo>
                  <a:pt x="6359" y="19886"/>
                </a:lnTo>
                <a:lnTo>
                  <a:pt x="6359" y="19885"/>
                </a:lnTo>
                <a:lnTo>
                  <a:pt x="6359" y="19885"/>
                </a:lnTo>
                <a:lnTo>
                  <a:pt x="6359" y="19884"/>
                </a:lnTo>
                <a:lnTo>
                  <a:pt x="6359" y="19883"/>
                </a:lnTo>
                <a:lnTo>
                  <a:pt x="6359" y="19882"/>
                </a:lnTo>
                <a:lnTo>
                  <a:pt x="6359" y="19882"/>
                </a:lnTo>
                <a:lnTo>
                  <a:pt x="6359" y="19881"/>
                </a:lnTo>
                <a:lnTo>
                  <a:pt x="6359" y="19880"/>
                </a:lnTo>
                <a:lnTo>
                  <a:pt x="6359" y="19880"/>
                </a:lnTo>
                <a:lnTo>
                  <a:pt x="6359" y="19879"/>
                </a:lnTo>
                <a:lnTo>
                  <a:pt x="6359" y="19878"/>
                </a:lnTo>
                <a:lnTo>
                  <a:pt x="6359" y="19877"/>
                </a:lnTo>
                <a:lnTo>
                  <a:pt x="6359" y="19877"/>
                </a:lnTo>
                <a:lnTo>
                  <a:pt x="6359" y="19876"/>
                </a:lnTo>
                <a:lnTo>
                  <a:pt x="6359" y="19875"/>
                </a:lnTo>
                <a:lnTo>
                  <a:pt x="6359" y="19874"/>
                </a:lnTo>
                <a:lnTo>
                  <a:pt x="6359" y="19874"/>
                </a:lnTo>
                <a:lnTo>
                  <a:pt x="6359" y="19873"/>
                </a:lnTo>
                <a:lnTo>
                  <a:pt x="6359" y="19872"/>
                </a:lnTo>
                <a:lnTo>
                  <a:pt x="6359" y="19871"/>
                </a:lnTo>
                <a:lnTo>
                  <a:pt x="6359" y="19871"/>
                </a:lnTo>
                <a:lnTo>
                  <a:pt x="6359" y="19870"/>
                </a:lnTo>
                <a:lnTo>
                  <a:pt x="6359" y="19869"/>
                </a:lnTo>
                <a:lnTo>
                  <a:pt x="6359" y="19869"/>
                </a:lnTo>
                <a:lnTo>
                  <a:pt x="6359" y="19868"/>
                </a:lnTo>
                <a:lnTo>
                  <a:pt x="6359" y="19867"/>
                </a:lnTo>
                <a:lnTo>
                  <a:pt x="6359" y="19866"/>
                </a:lnTo>
                <a:lnTo>
                  <a:pt x="6359" y="19866"/>
                </a:lnTo>
                <a:lnTo>
                  <a:pt x="6359" y="19865"/>
                </a:lnTo>
                <a:lnTo>
                  <a:pt x="6359" y="19864"/>
                </a:lnTo>
                <a:lnTo>
                  <a:pt x="6359" y="19863"/>
                </a:lnTo>
                <a:lnTo>
                  <a:pt x="6359" y="19863"/>
                </a:lnTo>
                <a:lnTo>
                  <a:pt x="6359" y="19862"/>
                </a:lnTo>
                <a:lnTo>
                  <a:pt x="6359" y="19861"/>
                </a:lnTo>
                <a:lnTo>
                  <a:pt x="6359" y="19860"/>
                </a:lnTo>
                <a:lnTo>
                  <a:pt x="6359" y="19860"/>
                </a:lnTo>
                <a:lnTo>
                  <a:pt x="6359" y="19859"/>
                </a:lnTo>
                <a:lnTo>
                  <a:pt x="6359" y="19858"/>
                </a:lnTo>
                <a:lnTo>
                  <a:pt x="6359" y="19858"/>
                </a:lnTo>
                <a:lnTo>
                  <a:pt x="6359" y="19857"/>
                </a:lnTo>
                <a:lnTo>
                  <a:pt x="6359" y="19856"/>
                </a:lnTo>
                <a:lnTo>
                  <a:pt x="6359" y="19855"/>
                </a:lnTo>
                <a:lnTo>
                  <a:pt x="6359" y="19855"/>
                </a:lnTo>
                <a:lnTo>
                  <a:pt x="6359" y="19854"/>
                </a:lnTo>
                <a:lnTo>
                  <a:pt x="6359" y="19853"/>
                </a:lnTo>
                <a:lnTo>
                  <a:pt x="6359" y="19852"/>
                </a:lnTo>
                <a:lnTo>
                  <a:pt x="6359" y="19852"/>
                </a:lnTo>
                <a:lnTo>
                  <a:pt x="6359" y="19851"/>
                </a:lnTo>
                <a:lnTo>
                  <a:pt x="6359" y="19850"/>
                </a:lnTo>
                <a:lnTo>
                  <a:pt x="6359" y="19849"/>
                </a:lnTo>
                <a:lnTo>
                  <a:pt x="6359" y="19849"/>
                </a:lnTo>
                <a:lnTo>
                  <a:pt x="6359" y="19848"/>
                </a:lnTo>
                <a:lnTo>
                  <a:pt x="6359" y="19847"/>
                </a:lnTo>
                <a:lnTo>
                  <a:pt x="6359" y="19847"/>
                </a:lnTo>
                <a:lnTo>
                  <a:pt x="6359" y="19846"/>
                </a:lnTo>
                <a:lnTo>
                  <a:pt x="6359" y="19845"/>
                </a:lnTo>
                <a:lnTo>
                  <a:pt x="6359" y="19844"/>
                </a:lnTo>
                <a:lnTo>
                  <a:pt x="6359" y="19844"/>
                </a:lnTo>
                <a:lnTo>
                  <a:pt x="6359" y="19843"/>
                </a:lnTo>
                <a:lnTo>
                  <a:pt x="6359" y="19842"/>
                </a:lnTo>
                <a:lnTo>
                  <a:pt x="6359" y="19841"/>
                </a:lnTo>
                <a:lnTo>
                  <a:pt x="6359" y="19841"/>
                </a:lnTo>
                <a:lnTo>
                  <a:pt x="6359" y="19840"/>
                </a:lnTo>
                <a:lnTo>
                  <a:pt x="6359" y="19839"/>
                </a:lnTo>
                <a:lnTo>
                  <a:pt x="6359" y="19838"/>
                </a:lnTo>
                <a:lnTo>
                  <a:pt x="6359" y="19838"/>
                </a:lnTo>
                <a:lnTo>
                  <a:pt x="6359" y="19837"/>
                </a:lnTo>
                <a:lnTo>
                  <a:pt x="6359" y="19836"/>
                </a:lnTo>
                <a:lnTo>
                  <a:pt x="6359" y="19835"/>
                </a:lnTo>
                <a:lnTo>
                  <a:pt x="6359" y="19835"/>
                </a:lnTo>
                <a:lnTo>
                  <a:pt x="6359" y="19834"/>
                </a:lnTo>
                <a:lnTo>
                  <a:pt x="6359" y="19833"/>
                </a:lnTo>
                <a:lnTo>
                  <a:pt x="6359" y="19833"/>
                </a:lnTo>
                <a:lnTo>
                  <a:pt x="6359" y="19832"/>
                </a:lnTo>
                <a:lnTo>
                  <a:pt x="6359" y="19831"/>
                </a:lnTo>
                <a:lnTo>
                  <a:pt x="6359" y="19830"/>
                </a:lnTo>
                <a:lnTo>
                  <a:pt x="6359" y="19830"/>
                </a:lnTo>
                <a:lnTo>
                  <a:pt x="6359" y="19829"/>
                </a:lnTo>
                <a:lnTo>
                  <a:pt x="6359" y="19828"/>
                </a:lnTo>
                <a:lnTo>
                  <a:pt x="6359" y="19827"/>
                </a:lnTo>
                <a:lnTo>
                  <a:pt x="6359" y="19827"/>
                </a:lnTo>
                <a:lnTo>
                  <a:pt x="6359" y="19826"/>
                </a:lnTo>
                <a:lnTo>
                  <a:pt x="6359" y="19825"/>
                </a:lnTo>
                <a:lnTo>
                  <a:pt x="6359" y="19824"/>
                </a:lnTo>
                <a:lnTo>
                  <a:pt x="6359" y="19824"/>
                </a:lnTo>
                <a:lnTo>
                  <a:pt x="6359" y="19823"/>
                </a:lnTo>
                <a:lnTo>
                  <a:pt x="6359" y="19822"/>
                </a:lnTo>
                <a:lnTo>
                  <a:pt x="6359" y="19821"/>
                </a:lnTo>
                <a:lnTo>
                  <a:pt x="6359" y="19821"/>
                </a:lnTo>
                <a:lnTo>
                  <a:pt x="6359" y="19820"/>
                </a:lnTo>
                <a:lnTo>
                  <a:pt x="6359" y="19819"/>
                </a:lnTo>
                <a:lnTo>
                  <a:pt x="6359" y="19819"/>
                </a:lnTo>
                <a:lnTo>
                  <a:pt x="6359" y="19818"/>
                </a:lnTo>
                <a:lnTo>
                  <a:pt x="6359" y="19817"/>
                </a:lnTo>
                <a:lnTo>
                  <a:pt x="6359" y="19816"/>
                </a:lnTo>
                <a:lnTo>
                  <a:pt x="6359" y="19816"/>
                </a:lnTo>
                <a:lnTo>
                  <a:pt x="6359" y="19815"/>
                </a:lnTo>
                <a:lnTo>
                  <a:pt x="6359" y="19814"/>
                </a:lnTo>
                <a:lnTo>
                  <a:pt x="6359" y="19813"/>
                </a:lnTo>
                <a:lnTo>
                  <a:pt x="6359" y="19813"/>
                </a:lnTo>
                <a:lnTo>
                  <a:pt x="6359" y="19812"/>
                </a:lnTo>
                <a:lnTo>
                  <a:pt x="6359" y="19811"/>
                </a:lnTo>
                <a:lnTo>
                  <a:pt x="6359" y="19810"/>
                </a:lnTo>
                <a:lnTo>
                  <a:pt x="6359" y="19810"/>
                </a:lnTo>
                <a:lnTo>
                  <a:pt x="6359" y="19809"/>
                </a:lnTo>
                <a:lnTo>
                  <a:pt x="6359" y="19808"/>
                </a:lnTo>
                <a:lnTo>
                  <a:pt x="6359" y="19807"/>
                </a:lnTo>
                <a:lnTo>
                  <a:pt x="6359" y="19807"/>
                </a:lnTo>
                <a:lnTo>
                  <a:pt x="6359" y="19806"/>
                </a:lnTo>
                <a:lnTo>
                  <a:pt x="6359" y="19805"/>
                </a:lnTo>
                <a:lnTo>
                  <a:pt x="6359" y="19804"/>
                </a:lnTo>
                <a:lnTo>
                  <a:pt x="6359" y="19804"/>
                </a:lnTo>
                <a:lnTo>
                  <a:pt x="6359" y="19803"/>
                </a:lnTo>
                <a:lnTo>
                  <a:pt x="6359" y="19802"/>
                </a:lnTo>
                <a:lnTo>
                  <a:pt x="6359" y="19802"/>
                </a:lnTo>
                <a:lnTo>
                  <a:pt x="6359" y="19801"/>
                </a:lnTo>
                <a:lnTo>
                  <a:pt x="6359" y="19800"/>
                </a:lnTo>
                <a:lnTo>
                  <a:pt x="6359" y="19799"/>
                </a:lnTo>
                <a:lnTo>
                  <a:pt x="6359" y="19799"/>
                </a:lnTo>
                <a:lnTo>
                  <a:pt x="6359" y="19798"/>
                </a:lnTo>
                <a:lnTo>
                  <a:pt x="6359" y="19797"/>
                </a:lnTo>
                <a:lnTo>
                  <a:pt x="6359" y="19796"/>
                </a:lnTo>
                <a:lnTo>
                  <a:pt x="6359" y="19796"/>
                </a:lnTo>
                <a:lnTo>
                  <a:pt x="6359" y="19795"/>
                </a:lnTo>
                <a:lnTo>
                  <a:pt x="6359" y="19794"/>
                </a:lnTo>
                <a:lnTo>
                  <a:pt x="6359" y="19793"/>
                </a:lnTo>
                <a:lnTo>
                  <a:pt x="6359" y="19793"/>
                </a:lnTo>
                <a:lnTo>
                  <a:pt x="6359" y="19792"/>
                </a:lnTo>
                <a:lnTo>
                  <a:pt x="6359" y="19791"/>
                </a:lnTo>
                <a:lnTo>
                  <a:pt x="6359" y="19790"/>
                </a:lnTo>
                <a:lnTo>
                  <a:pt x="6359" y="19790"/>
                </a:lnTo>
                <a:lnTo>
                  <a:pt x="6359" y="19789"/>
                </a:lnTo>
                <a:lnTo>
                  <a:pt x="6359" y="19788"/>
                </a:lnTo>
                <a:lnTo>
                  <a:pt x="6359" y="19787"/>
                </a:lnTo>
                <a:lnTo>
                  <a:pt x="6359" y="19787"/>
                </a:lnTo>
                <a:lnTo>
                  <a:pt x="6359" y="19786"/>
                </a:lnTo>
                <a:lnTo>
                  <a:pt x="6359" y="19785"/>
                </a:lnTo>
                <a:lnTo>
                  <a:pt x="6359" y="19785"/>
                </a:lnTo>
                <a:lnTo>
                  <a:pt x="6359" y="19784"/>
                </a:lnTo>
                <a:lnTo>
                  <a:pt x="6359" y="19783"/>
                </a:lnTo>
                <a:lnTo>
                  <a:pt x="6359" y="19782"/>
                </a:lnTo>
                <a:lnTo>
                  <a:pt x="6359" y="19782"/>
                </a:lnTo>
                <a:lnTo>
                  <a:pt x="6359" y="19781"/>
                </a:lnTo>
                <a:lnTo>
                  <a:pt x="6359" y="19780"/>
                </a:lnTo>
                <a:lnTo>
                  <a:pt x="6359" y="19779"/>
                </a:lnTo>
                <a:lnTo>
                  <a:pt x="6359" y="19779"/>
                </a:lnTo>
                <a:lnTo>
                  <a:pt x="6359" y="19778"/>
                </a:lnTo>
                <a:lnTo>
                  <a:pt x="6359" y="19777"/>
                </a:lnTo>
                <a:lnTo>
                  <a:pt x="6359" y="19776"/>
                </a:lnTo>
                <a:lnTo>
                  <a:pt x="6359" y="19776"/>
                </a:lnTo>
                <a:lnTo>
                  <a:pt x="6359" y="19775"/>
                </a:lnTo>
                <a:lnTo>
                  <a:pt x="6359" y="19774"/>
                </a:lnTo>
                <a:lnTo>
                  <a:pt x="6359" y="19773"/>
                </a:lnTo>
                <a:lnTo>
                  <a:pt x="6359" y="19773"/>
                </a:lnTo>
                <a:lnTo>
                  <a:pt x="6359" y="19772"/>
                </a:lnTo>
                <a:lnTo>
                  <a:pt x="6359" y="19771"/>
                </a:lnTo>
                <a:lnTo>
                  <a:pt x="6359" y="19770"/>
                </a:lnTo>
                <a:lnTo>
                  <a:pt x="6359" y="19770"/>
                </a:lnTo>
                <a:lnTo>
                  <a:pt x="6359" y="19769"/>
                </a:lnTo>
                <a:lnTo>
                  <a:pt x="6359" y="19768"/>
                </a:lnTo>
                <a:lnTo>
                  <a:pt x="6359" y="19767"/>
                </a:lnTo>
                <a:lnTo>
                  <a:pt x="6359" y="19767"/>
                </a:lnTo>
                <a:lnTo>
                  <a:pt x="6359" y="19766"/>
                </a:lnTo>
                <a:lnTo>
                  <a:pt x="6359" y="19765"/>
                </a:lnTo>
                <a:lnTo>
                  <a:pt x="6359" y="19764"/>
                </a:lnTo>
                <a:lnTo>
                  <a:pt x="6359" y="19764"/>
                </a:lnTo>
                <a:lnTo>
                  <a:pt x="6359" y="19763"/>
                </a:lnTo>
                <a:lnTo>
                  <a:pt x="6359" y="19762"/>
                </a:lnTo>
                <a:lnTo>
                  <a:pt x="6359" y="19761"/>
                </a:lnTo>
                <a:lnTo>
                  <a:pt x="6359" y="19761"/>
                </a:lnTo>
                <a:lnTo>
                  <a:pt x="6359" y="19760"/>
                </a:lnTo>
                <a:lnTo>
                  <a:pt x="6359" y="19759"/>
                </a:lnTo>
                <a:lnTo>
                  <a:pt x="6359" y="19759"/>
                </a:lnTo>
                <a:lnTo>
                  <a:pt x="6359" y="19758"/>
                </a:lnTo>
                <a:lnTo>
                  <a:pt x="6359" y="19757"/>
                </a:lnTo>
                <a:lnTo>
                  <a:pt x="6359" y="19756"/>
                </a:lnTo>
                <a:lnTo>
                  <a:pt x="6359" y="19756"/>
                </a:lnTo>
                <a:lnTo>
                  <a:pt x="6359" y="19755"/>
                </a:lnTo>
                <a:lnTo>
                  <a:pt x="6359" y="19754"/>
                </a:lnTo>
                <a:lnTo>
                  <a:pt x="6359" y="19753"/>
                </a:lnTo>
                <a:lnTo>
                  <a:pt x="6359" y="19753"/>
                </a:lnTo>
                <a:lnTo>
                  <a:pt x="6359" y="19752"/>
                </a:lnTo>
                <a:lnTo>
                  <a:pt x="6359" y="19751"/>
                </a:lnTo>
                <a:lnTo>
                  <a:pt x="6359" y="19750"/>
                </a:lnTo>
                <a:lnTo>
                  <a:pt x="6359" y="19750"/>
                </a:lnTo>
                <a:lnTo>
                  <a:pt x="6359" y="19749"/>
                </a:lnTo>
                <a:lnTo>
                  <a:pt x="6359" y="19748"/>
                </a:lnTo>
                <a:lnTo>
                  <a:pt x="6359" y="19747"/>
                </a:lnTo>
                <a:lnTo>
                  <a:pt x="6359" y="19747"/>
                </a:lnTo>
                <a:lnTo>
                  <a:pt x="6359" y="19746"/>
                </a:lnTo>
                <a:lnTo>
                  <a:pt x="6359" y="19745"/>
                </a:lnTo>
                <a:lnTo>
                  <a:pt x="6359" y="19744"/>
                </a:lnTo>
                <a:lnTo>
                  <a:pt x="6359" y="19744"/>
                </a:lnTo>
                <a:lnTo>
                  <a:pt x="6359" y="19743"/>
                </a:lnTo>
                <a:lnTo>
                  <a:pt x="6359" y="19742"/>
                </a:lnTo>
                <a:lnTo>
                  <a:pt x="6359" y="19741"/>
                </a:lnTo>
                <a:lnTo>
                  <a:pt x="6359" y="19741"/>
                </a:lnTo>
                <a:lnTo>
                  <a:pt x="6359" y="19740"/>
                </a:lnTo>
                <a:lnTo>
                  <a:pt x="6359" y="19739"/>
                </a:lnTo>
                <a:lnTo>
                  <a:pt x="6359" y="19738"/>
                </a:lnTo>
                <a:lnTo>
                  <a:pt x="6359" y="19738"/>
                </a:lnTo>
                <a:lnTo>
                  <a:pt x="6359" y="19737"/>
                </a:lnTo>
                <a:lnTo>
                  <a:pt x="6359" y="19736"/>
                </a:lnTo>
                <a:lnTo>
                  <a:pt x="6359" y="19735"/>
                </a:lnTo>
                <a:lnTo>
                  <a:pt x="6359" y="19735"/>
                </a:lnTo>
                <a:lnTo>
                  <a:pt x="6359" y="19734"/>
                </a:lnTo>
                <a:lnTo>
                  <a:pt x="6359" y="19733"/>
                </a:lnTo>
                <a:lnTo>
                  <a:pt x="6359" y="19732"/>
                </a:lnTo>
                <a:lnTo>
                  <a:pt x="6359" y="19732"/>
                </a:lnTo>
                <a:lnTo>
                  <a:pt x="6359" y="19731"/>
                </a:lnTo>
                <a:lnTo>
                  <a:pt x="6359" y="19730"/>
                </a:lnTo>
                <a:lnTo>
                  <a:pt x="6359" y="19729"/>
                </a:lnTo>
                <a:lnTo>
                  <a:pt x="6359" y="19729"/>
                </a:lnTo>
                <a:lnTo>
                  <a:pt x="6359" y="19728"/>
                </a:lnTo>
                <a:lnTo>
                  <a:pt x="6359" y="19727"/>
                </a:lnTo>
                <a:lnTo>
                  <a:pt x="6359" y="19726"/>
                </a:lnTo>
                <a:lnTo>
                  <a:pt x="6359" y="19726"/>
                </a:lnTo>
                <a:lnTo>
                  <a:pt x="6359" y="19725"/>
                </a:lnTo>
                <a:lnTo>
                  <a:pt x="6359" y="19724"/>
                </a:lnTo>
                <a:lnTo>
                  <a:pt x="6359" y="19723"/>
                </a:lnTo>
                <a:lnTo>
                  <a:pt x="6359" y="19723"/>
                </a:lnTo>
                <a:lnTo>
                  <a:pt x="6359" y="19722"/>
                </a:lnTo>
                <a:lnTo>
                  <a:pt x="6359" y="19721"/>
                </a:lnTo>
                <a:lnTo>
                  <a:pt x="6359" y="19720"/>
                </a:lnTo>
                <a:lnTo>
                  <a:pt x="6359" y="19720"/>
                </a:lnTo>
                <a:lnTo>
                  <a:pt x="6359" y="19719"/>
                </a:lnTo>
                <a:lnTo>
                  <a:pt x="6359" y="19718"/>
                </a:lnTo>
                <a:lnTo>
                  <a:pt x="6359" y="19717"/>
                </a:lnTo>
                <a:lnTo>
                  <a:pt x="6359" y="19717"/>
                </a:lnTo>
                <a:lnTo>
                  <a:pt x="6359" y="19716"/>
                </a:lnTo>
                <a:lnTo>
                  <a:pt x="6359" y="19715"/>
                </a:lnTo>
                <a:lnTo>
                  <a:pt x="6359" y="19714"/>
                </a:lnTo>
                <a:lnTo>
                  <a:pt x="6359" y="19714"/>
                </a:lnTo>
                <a:lnTo>
                  <a:pt x="6359" y="19713"/>
                </a:lnTo>
                <a:lnTo>
                  <a:pt x="6359" y="19712"/>
                </a:lnTo>
                <a:lnTo>
                  <a:pt x="6359" y="19711"/>
                </a:lnTo>
                <a:lnTo>
                  <a:pt x="6359" y="19711"/>
                </a:lnTo>
                <a:lnTo>
                  <a:pt x="6359" y="19710"/>
                </a:lnTo>
                <a:lnTo>
                  <a:pt x="6359" y="19709"/>
                </a:lnTo>
                <a:lnTo>
                  <a:pt x="6359" y="19708"/>
                </a:lnTo>
                <a:lnTo>
                  <a:pt x="6359" y="19708"/>
                </a:lnTo>
                <a:lnTo>
                  <a:pt x="6359" y="19707"/>
                </a:lnTo>
                <a:lnTo>
                  <a:pt x="6359" y="19706"/>
                </a:lnTo>
                <a:lnTo>
                  <a:pt x="6359" y="19705"/>
                </a:lnTo>
                <a:lnTo>
                  <a:pt x="6359" y="19705"/>
                </a:lnTo>
                <a:lnTo>
                  <a:pt x="6359" y="19704"/>
                </a:lnTo>
                <a:lnTo>
                  <a:pt x="6359" y="19703"/>
                </a:lnTo>
                <a:lnTo>
                  <a:pt x="6359" y="19702"/>
                </a:lnTo>
                <a:lnTo>
                  <a:pt x="6359" y="19702"/>
                </a:lnTo>
                <a:lnTo>
                  <a:pt x="6359" y="19701"/>
                </a:lnTo>
                <a:lnTo>
                  <a:pt x="6359" y="19700"/>
                </a:lnTo>
                <a:lnTo>
                  <a:pt x="6359" y="19699"/>
                </a:lnTo>
                <a:lnTo>
                  <a:pt x="6359" y="19699"/>
                </a:lnTo>
                <a:lnTo>
                  <a:pt x="6359" y="19698"/>
                </a:lnTo>
                <a:lnTo>
                  <a:pt x="6359" y="19697"/>
                </a:lnTo>
                <a:lnTo>
                  <a:pt x="6359" y="19696"/>
                </a:lnTo>
                <a:lnTo>
                  <a:pt x="6359" y="19696"/>
                </a:lnTo>
                <a:lnTo>
                  <a:pt x="6359" y="19695"/>
                </a:lnTo>
                <a:lnTo>
                  <a:pt x="6359" y="19694"/>
                </a:lnTo>
                <a:lnTo>
                  <a:pt x="6359" y="19693"/>
                </a:lnTo>
                <a:lnTo>
                  <a:pt x="6359" y="19693"/>
                </a:lnTo>
                <a:lnTo>
                  <a:pt x="6359" y="19692"/>
                </a:lnTo>
                <a:lnTo>
                  <a:pt x="6359" y="19691"/>
                </a:lnTo>
                <a:lnTo>
                  <a:pt x="6359" y="19690"/>
                </a:lnTo>
                <a:lnTo>
                  <a:pt x="6359" y="19690"/>
                </a:lnTo>
                <a:lnTo>
                  <a:pt x="6359" y="19689"/>
                </a:lnTo>
                <a:lnTo>
                  <a:pt x="6359" y="19688"/>
                </a:lnTo>
                <a:lnTo>
                  <a:pt x="6359" y="19687"/>
                </a:lnTo>
                <a:lnTo>
                  <a:pt x="6359" y="19687"/>
                </a:lnTo>
                <a:lnTo>
                  <a:pt x="6359" y="19686"/>
                </a:lnTo>
                <a:lnTo>
                  <a:pt x="6359" y="19685"/>
                </a:lnTo>
                <a:lnTo>
                  <a:pt x="6359" y="19684"/>
                </a:lnTo>
                <a:lnTo>
                  <a:pt x="6359" y="19684"/>
                </a:lnTo>
                <a:lnTo>
                  <a:pt x="6359" y="19683"/>
                </a:lnTo>
                <a:lnTo>
                  <a:pt x="6359" y="19682"/>
                </a:lnTo>
                <a:lnTo>
                  <a:pt x="6359" y="19681"/>
                </a:lnTo>
                <a:lnTo>
                  <a:pt x="6359" y="19681"/>
                </a:lnTo>
                <a:lnTo>
                  <a:pt x="6359" y="19680"/>
                </a:lnTo>
                <a:lnTo>
                  <a:pt x="6359" y="19679"/>
                </a:lnTo>
                <a:lnTo>
                  <a:pt x="6359" y="19678"/>
                </a:lnTo>
                <a:lnTo>
                  <a:pt x="6359" y="19678"/>
                </a:lnTo>
                <a:lnTo>
                  <a:pt x="6359" y="19677"/>
                </a:lnTo>
                <a:lnTo>
                  <a:pt x="6359" y="19676"/>
                </a:lnTo>
                <a:lnTo>
                  <a:pt x="6359" y="19675"/>
                </a:lnTo>
                <a:lnTo>
                  <a:pt x="6359" y="19675"/>
                </a:lnTo>
                <a:lnTo>
                  <a:pt x="6359" y="19674"/>
                </a:lnTo>
                <a:lnTo>
                  <a:pt x="6359" y="19673"/>
                </a:lnTo>
                <a:lnTo>
                  <a:pt x="6359" y="19672"/>
                </a:lnTo>
                <a:lnTo>
                  <a:pt x="6359" y="19672"/>
                </a:lnTo>
                <a:lnTo>
                  <a:pt x="6359" y="19671"/>
                </a:lnTo>
                <a:lnTo>
                  <a:pt x="6359" y="19670"/>
                </a:lnTo>
                <a:lnTo>
                  <a:pt x="6359" y="19669"/>
                </a:lnTo>
                <a:lnTo>
                  <a:pt x="6359" y="19669"/>
                </a:lnTo>
                <a:lnTo>
                  <a:pt x="6359" y="19668"/>
                </a:lnTo>
                <a:lnTo>
                  <a:pt x="6359" y="19667"/>
                </a:lnTo>
                <a:lnTo>
                  <a:pt x="6359" y="19666"/>
                </a:lnTo>
                <a:lnTo>
                  <a:pt x="6359" y="19666"/>
                </a:lnTo>
                <a:lnTo>
                  <a:pt x="6359" y="19665"/>
                </a:lnTo>
                <a:lnTo>
                  <a:pt x="6359" y="19664"/>
                </a:lnTo>
                <a:lnTo>
                  <a:pt x="6359" y="19663"/>
                </a:lnTo>
                <a:lnTo>
                  <a:pt x="6359" y="19663"/>
                </a:lnTo>
                <a:lnTo>
                  <a:pt x="6359" y="19662"/>
                </a:lnTo>
                <a:lnTo>
                  <a:pt x="6359" y="19661"/>
                </a:lnTo>
                <a:lnTo>
                  <a:pt x="6359" y="19660"/>
                </a:lnTo>
                <a:lnTo>
                  <a:pt x="6359" y="19660"/>
                </a:lnTo>
                <a:lnTo>
                  <a:pt x="6359" y="19659"/>
                </a:lnTo>
                <a:lnTo>
                  <a:pt x="6359" y="19658"/>
                </a:lnTo>
                <a:lnTo>
                  <a:pt x="6359" y="19657"/>
                </a:lnTo>
                <a:lnTo>
                  <a:pt x="6359" y="19657"/>
                </a:lnTo>
                <a:lnTo>
                  <a:pt x="6359" y="19656"/>
                </a:lnTo>
                <a:lnTo>
                  <a:pt x="6359" y="19655"/>
                </a:lnTo>
                <a:lnTo>
                  <a:pt x="6359" y="19654"/>
                </a:lnTo>
                <a:lnTo>
                  <a:pt x="6359" y="19654"/>
                </a:lnTo>
                <a:lnTo>
                  <a:pt x="6359" y="19653"/>
                </a:lnTo>
                <a:lnTo>
                  <a:pt x="6359" y="19652"/>
                </a:lnTo>
                <a:lnTo>
                  <a:pt x="6359" y="19651"/>
                </a:lnTo>
                <a:lnTo>
                  <a:pt x="6359" y="19651"/>
                </a:lnTo>
                <a:lnTo>
                  <a:pt x="6359" y="19650"/>
                </a:lnTo>
                <a:lnTo>
                  <a:pt x="6359" y="19649"/>
                </a:lnTo>
                <a:lnTo>
                  <a:pt x="6359" y="19648"/>
                </a:lnTo>
                <a:lnTo>
                  <a:pt x="6359" y="19648"/>
                </a:lnTo>
                <a:lnTo>
                  <a:pt x="6359" y="19647"/>
                </a:lnTo>
                <a:lnTo>
                  <a:pt x="6359" y="19646"/>
                </a:lnTo>
                <a:lnTo>
                  <a:pt x="6359" y="19645"/>
                </a:lnTo>
                <a:lnTo>
                  <a:pt x="6359" y="19645"/>
                </a:lnTo>
                <a:lnTo>
                  <a:pt x="6359" y="19644"/>
                </a:lnTo>
                <a:lnTo>
                  <a:pt x="6359" y="19643"/>
                </a:lnTo>
                <a:lnTo>
                  <a:pt x="6359" y="19642"/>
                </a:lnTo>
                <a:lnTo>
                  <a:pt x="6359" y="19641"/>
                </a:lnTo>
                <a:lnTo>
                  <a:pt x="6359" y="19641"/>
                </a:lnTo>
                <a:lnTo>
                  <a:pt x="6359" y="19640"/>
                </a:lnTo>
                <a:lnTo>
                  <a:pt x="6359" y="19639"/>
                </a:lnTo>
                <a:lnTo>
                  <a:pt x="6359" y="19638"/>
                </a:lnTo>
                <a:lnTo>
                  <a:pt x="6359" y="19638"/>
                </a:lnTo>
                <a:lnTo>
                  <a:pt x="6359" y="19637"/>
                </a:lnTo>
                <a:lnTo>
                  <a:pt x="6359" y="19636"/>
                </a:lnTo>
                <a:lnTo>
                  <a:pt x="6359" y="19635"/>
                </a:lnTo>
                <a:lnTo>
                  <a:pt x="6359" y="19635"/>
                </a:lnTo>
                <a:lnTo>
                  <a:pt x="6359" y="19634"/>
                </a:lnTo>
                <a:lnTo>
                  <a:pt x="6359" y="19633"/>
                </a:lnTo>
                <a:lnTo>
                  <a:pt x="6359" y="19632"/>
                </a:lnTo>
                <a:lnTo>
                  <a:pt x="6359" y="19632"/>
                </a:lnTo>
                <a:lnTo>
                  <a:pt x="6359" y="19631"/>
                </a:lnTo>
                <a:lnTo>
                  <a:pt x="6359" y="19630"/>
                </a:lnTo>
                <a:lnTo>
                  <a:pt x="6359" y="19629"/>
                </a:lnTo>
                <a:lnTo>
                  <a:pt x="6359" y="19629"/>
                </a:lnTo>
                <a:lnTo>
                  <a:pt x="6359" y="19628"/>
                </a:lnTo>
                <a:lnTo>
                  <a:pt x="6359" y="19627"/>
                </a:lnTo>
                <a:lnTo>
                  <a:pt x="6359" y="19626"/>
                </a:lnTo>
                <a:lnTo>
                  <a:pt x="6359" y="19626"/>
                </a:lnTo>
                <a:lnTo>
                  <a:pt x="6359" y="19625"/>
                </a:lnTo>
                <a:lnTo>
                  <a:pt x="6359" y="19624"/>
                </a:lnTo>
                <a:lnTo>
                  <a:pt x="6359" y="19623"/>
                </a:lnTo>
                <a:lnTo>
                  <a:pt x="6359" y="19623"/>
                </a:lnTo>
                <a:lnTo>
                  <a:pt x="6359" y="19622"/>
                </a:lnTo>
                <a:lnTo>
                  <a:pt x="6359" y="19621"/>
                </a:lnTo>
                <a:lnTo>
                  <a:pt x="6359" y="19620"/>
                </a:lnTo>
                <a:lnTo>
                  <a:pt x="6359" y="19620"/>
                </a:lnTo>
                <a:lnTo>
                  <a:pt x="6359" y="19619"/>
                </a:lnTo>
                <a:lnTo>
                  <a:pt x="6359" y="19618"/>
                </a:lnTo>
                <a:lnTo>
                  <a:pt x="6359" y="19617"/>
                </a:lnTo>
                <a:lnTo>
                  <a:pt x="6359" y="19616"/>
                </a:lnTo>
                <a:lnTo>
                  <a:pt x="6359" y="19616"/>
                </a:lnTo>
                <a:lnTo>
                  <a:pt x="6359" y="19615"/>
                </a:lnTo>
                <a:lnTo>
                  <a:pt x="6359" y="19614"/>
                </a:lnTo>
                <a:lnTo>
                  <a:pt x="6359" y="19613"/>
                </a:lnTo>
                <a:lnTo>
                  <a:pt x="6359" y="19613"/>
                </a:lnTo>
                <a:lnTo>
                  <a:pt x="6359" y="19612"/>
                </a:lnTo>
                <a:lnTo>
                  <a:pt x="6359" y="19611"/>
                </a:lnTo>
                <a:lnTo>
                  <a:pt x="6359" y="19610"/>
                </a:lnTo>
                <a:lnTo>
                  <a:pt x="6359" y="19610"/>
                </a:lnTo>
                <a:lnTo>
                  <a:pt x="6359" y="19609"/>
                </a:lnTo>
                <a:lnTo>
                  <a:pt x="6359" y="19608"/>
                </a:lnTo>
                <a:lnTo>
                  <a:pt x="6359" y="19607"/>
                </a:lnTo>
                <a:lnTo>
                  <a:pt x="6359" y="19607"/>
                </a:lnTo>
                <a:lnTo>
                  <a:pt x="6359" y="19606"/>
                </a:lnTo>
                <a:lnTo>
                  <a:pt x="6359" y="19605"/>
                </a:lnTo>
                <a:lnTo>
                  <a:pt x="6359" y="19604"/>
                </a:lnTo>
                <a:lnTo>
                  <a:pt x="6359" y="19604"/>
                </a:lnTo>
                <a:lnTo>
                  <a:pt x="6359" y="19603"/>
                </a:lnTo>
                <a:lnTo>
                  <a:pt x="6359" y="19602"/>
                </a:lnTo>
                <a:lnTo>
                  <a:pt x="6359" y="19601"/>
                </a:lnTo>
                <a:lnTo>
                  <a:pt x="6359" y="19601"/>
                </a:lnTo>
                <a:lnTo>
                  <a:pt x="6359" y="19600"/>
                </a:lnTo>
                <a:lnTo>
                  <a:pt x="6359" y="19599"/>
                </a:lnTo>
                <a:lnTo>
                  <a:pt x="6359" y="19598"/>
                </a:lnTo>
                <a:lnTo>
                  <a:pt x="6359" y="19597"/>
                </a:lnTo>
                <a:lnTo>
                  <a:pt x="6359" y="19597"/>
                </a:lnTo>
                <a:lnTo>
                  <a:pt x="6359" y="19596"/>
                </a:lnTo>
                <a:lnTo>
                  <a:pt x="6359" y="19595"/>
                </a:lnTo>
                <a:lnTo>
                  <a:pt x="6359" y="19594"/>
                </a:lnTo>
                <a:lnTo>
                  <a:pt x="6359" y="19594"/>
                </a:lnTo>
                <a:lnTo>
                  <a:pt x="6359" y="19593"/>
                </a:lnTo>
                <a:lnTo>
                  <a:pt x="6359" y="19592"/>
                </a:lnTo>
                <a:lnTo>
                  <a:pt x="6359" y="19591"/>
                </a:lnTo>
                <a:lnTo>
                  <a:pt x="6359" y="19591"/>
                </a:lnTo>
                <a:lnTo>
                  <a:pt x="6359" y="19590"/>
                </a:lnTo>
                <a:lnTo>
                  <a:pt x="6359" y="19589"/>
                </a:lnTo>
                <a:lnTo>
                  <a:pt x="6359" y="19588"/>
                </a:lnTo>
                <a:lnTo>
                  <a:pt x="6359" y="19588"/>
                </a:lnTo>
                <a:lnTo>
                  <a:pt x="6359" y="19587"/>
                </a:lnTo>
                <a:lnTo>
                  <a:pt x="6359" y="19586"/>
                </a:lnTo>
                <a:lnTo>
                  <a:pt x="6359" y="19585"/>
                </a:lnTo>
                <a:lnTo>
                  <a:pt x="6359" y="19585"/>
                </a:lnTo>
                <a:lnTo>
                  <a:pt x="6359" y="19584"/>
                </a:lnTo>
                <a:lnTo>
                  <a:pt x="6359" y="19583"/>
                </a:lnTo>
                <a:lnTo>
                  <a:pt x="6359" y="19582"/>
                </a:lnTo>
                <a:lnTo>
                  <a:pt x="6359" y="19582"/>
                </a:lnTo>
                <a:lnTo>
                  <a:pt x="6359" y="19581"/>
                </a:lnTo>
                <a:lnTo>
                  <a:pt x="6359" y="19580"/>
                </a:lnTo>
                <a:lnTo>
                  <a:pt x="6359" y="19579"/>
                </a:lnTo>
                <a:lnTo>
                  <a:pt x="6359" y="19578"/>
                </a:lnTo>
                <a:lnTo>
                  <a:pt x="6359" y="19578"/>
                </a:lnTo>
                <a:lnTo>
                  <a:pt x="6359" y="19577"/>
                </a:lnTo>
                <a:lnTo>
                  <a:pt x="6359" y="19576"/>
                </a:lnTo>
                <a:lnTo>
                  <a:pt x="6359" y="19575"/>
                </a:lnTo>
                <a:lnTo>
                  <a:pt x="6359" y="19575"/>
                </a:lnTo>
                <a:lnTo>
                  <a:pt x="6359" y="19574"/>
                </a:lnTo>
                <a:lnTo>
                  <a:pt x="6359" y="19573"/>
                </a:lnTo>
                <a:lnTo>
                  <a:pt x="6359" y="19572"/>
                </a:lnTo>
                <a:lnTo>
                  <a:pt x="6359" y="19572"/>
                </a:lnTo>
                <a:lnTo>
                  <a:pt x="6359" y="19571"/>
                </a:lnTo>
                <a:lnTo>
                  <a:pt x="6359" y="19570"/>
                </a:lnTo>
                <a:lnTo>
                  <a:pt x="6359" y="19569"/>
                </a:lnTo>
                <a:lnTo>
                  <a:pt x="6359" y="19569"/>
                </a:lnTo>
                <a:lnTo>
                  <a:pt x="6359" y="19568"/>
                </a:lnTo>
                <a:lnTo>
                  <a:pt x="6359" y="19567"/>
                </a:lnTo>
                <a:lnTo>
                  <a:pt x="6359" y="19566"/>
                </a:lnTo>
                <a:lnTo>
                  <a:pt x="6359" y="19565"/>
                </a:lnTo>
                <a:lnTo>
                  <a:pt x="6359" y="19565"/>
                </a:lnTo>
                <a:lnTo>
                  <a:pt x="6359" y="19564"/>
                </a:lnTo>
                <a:lnTo>
                  <a:pt x="6359" y="19563"/>
                </a:lnTo>
                <a:lnTo>
                  <a:pt x="6359" y="19562"/>
                </a:lnTo>
                <a:lnTo>
                  <a:pt x="6359" y="19562"/>
                </a:lnTo>
                <a:lnTo>
                  <a:pt x="6359" y="19561"/>
                </a:lnTo>
                <a:lnTo>
                  <a:pt x="6359" y="19560"/>
                </a:lnTo>
                <a:lnTo>
                  <a:pt x="6359" y="19559"/>
                </a:lnTo>
                <a:lnTo>
                  <a:pt x="6359" y="19559"/>
                </a:lnTo>
                <a:lnTo>
                  <a:pt x="6359" y="19558"/>
                </a:lnTo>
                <a:lnTo>
                  <a:pt x="6359" y="19557"/>
                </a:lnTo>
                <a:lnTo>
                  <a:pt x="6359" y="19556"/>
                </a:lnTo>
                <a:lnTo>
                  <a:pt x="6359" y="19556"/>
                </a:lnTo>
                <a:lnTo>
                  <a:pt x="6359" y="19555"/>
                </a:lnTo>
                <a:lnTo>
                  <a:pt x="6359" y="19554"/>
                </a:lnTo>
                <a:lnTo>
                  <a:pt x="6359" y="19553"/>
                </a:lnTo>
                <a:lnTo>
                  <a:pt x="6359" y="19552"/>
                </a:lnTo>
                <a:lnTo>
                  <a:pt x="6359" y="19552"/>
                </a:lnTo>
                <a:lnTo>
                  <a:pt x="6359" y="19551"/>
                </a:lnTo>
                <a:lnTo>
                  <a:pt x="6359" y="19550"/>
                </a:lnTo>
                <a:lnTo>
                  <a:pt x="6359" y="19549"/>
                </a:lnTo>
                <a:lnTo>
                  <a:pt x="6359" y="19549"/>
                </a:lnTo>
                <a:lnTo>
                  <a:pt x="6359" y="19548"/>
                </a:lnTo>
                <a:lnTo>
                  <a:pt x="6359" y="19547"/>
                </a:lnTo>
                <a:lnTo>
                  <a:pt x="6359" y="19546"/>
                </a:lnTo>
                <a:lnTo>
                  <a:pt x="6359" y="19546"/>
                </a:lnTo>
                <a:lnTo>
                  <a:pt x="6359" y="19545"/>
                </a:lnTo>
                <a:lnTo>
                  <a:pt x="6359" y="19544"/>
                </a:lnTo>
                <a:lnTo>
                  <a:pt x="6359" y="19543"/>
                </a:lnTo>
                <a:lnTo>
                  <a:pt x="6359" y="19543"/>
                </a:lnTo>
                <a:lnTo>
                  <a:pt x="6359" y="19542"/>
                </a:lnTo>
                <a:lnTo>
                  <a:pt x="6359" y="19541"/>
                </a:lnTo>
                <a:lnTo>
                  <a:pt x="6359" y="19540"/>
                </a:lnTo>
                <a:lnTo>
                  <a:pt x="6359" y="19539"/>
                </a:lnTo>
                <a:lnTo>
                  <a:pt x="6359" y="19539"/>
                </a:lnTo>
                <a:lnTo>
                  <a:pt x="6359" y="19538"/>
                </a:lnTo>
                <a:lnTo>
                  <a:pt x="6359" y="19537"/>
                </a:lnTo>
                <a:lnTo>
                  <a:pt x="6359" y="19536"/>
                </a:lnTo>
                <a:lnTo>
                  <a:pt x="6359" y="19536"/>
                </a:lnTo>
                <a:lnTo>
                  <a:pt x="6359" y="19535"/>
                </a:lnTo>
                <a:lnTo>
                  <a:pt x="6359" y="19534"/>
                </a:lnTo>
                <a:lnTo>
                  <a:pt x="6359" y="19533"/>
                </a:lnTo>
                <a:lnTo>
                  <a:pt x="6359" y="19533"/>
                </a:lnTo>
                <a:lnTo>
                  <a:pt x="6359" y="19532"/>
                </a:lnTo>
                <a:lnTo>
                  <a:pt x="6359" y="19531"/>
                </a:lnTo>
                <a:lnTo>
                  <a:pt x="6359" y="19530"/>
                </a:lnTo>
                <a:lnTo>
                  <a:pt x="6359" y="19529"/>
                </a:lnTo>
                <a:lnTo>
                  <a:pt x="6359" y="19529"/>
                </a:lnTo>
                <a:lnTo>
                  <a:pt x="6359" y="19528"/>
                </a:lnTo>
                <a:lnTo>
                  <a:pt x="6359" y="19527"/>
                </a:lnTo>
                <a:lnTo>
                  <a:pt x="6359" y="19526"/>
                </a:lnTo>
                <a:lnTo>
                  <a:pt x="6359" y="19526"/>
                </a:lnTo>
                <a:lnTo>
                  <a:pt x="6359" y="19525"/>
                </a:lnTo>
                <a:lnTo>
                  <a:pt x="6359" y="19524"/>
                </a:lnTo>
                <a:lnTo>
                  <a:pt x="6359" y="19523"/>
                </a:lnTo>
                <a:lnTo>
                  <a:pt x="6359" y="19523"/>
                </a:lnTo>
                <a:lnTo>
                  <a:pt x="6359" y="19522"/>
                </a:lnTo>
                <a:lnTo>
                  <a:pt x="6359" y="19521"/>
                </a:lnTo>
                <a:lnTo>
                  <a:pt x="6359" y="19520"/>
                </a:lnTo>
                <a:lnTo>
                  <a:pt x="6359" y="19519"/>
                </a:lnTo>
                <a:lnTo>
                  <a:pt x="6359" y="19519"/>
                </a:lnTo>
                <a:lnTo>
                  <a:pt x="6359" y="19518"/>
                </a:lnTo>
                <a:lnTo>
                  <a:pt x="6359" y="19517"/>
                </a:lnTo>
                <a:lnTo>
                  <a:pt x="6359" y="19516"/>
                </a:lnTo>
                <a:lnTo>
                  <a:pt x="6359" y="19516"/>
                </a:lnTo>
                <a:lnTo>
                  <a:pt x="6359" y="19515"/>
                </a:lnTo>
                <a:lnTo>
                  <a:pt x="6359" y="19514"/>
                </a:lnTo>
                <a:lnTo>
                  <a:pt x="6359" y="19513"/>
                </a:lnTo>
                <a:lnTo>
                  <a:pt x="6359" y="19513"/>
                </a:lnTo>
                <a:lnTo>
                  <a:pt x="6359" y="19512"/>
                </a:lnTo>
                <a:lnTo>
                  <a:pt x="6359" y="19511"/>
                </a:lnTo>
                <a:lnTo>
                  <a:pt x="6359" y="19510"/>
                </a:lnTo>
                <a:lnTo>
                  <a:pt x="6359" y="19509"/>
                </a:lnTo>
                <a:lnTo>
                  <a:pt x="6359" y="19509"/>
                </a:lnTo>
                <a:lnTo>
                  <a:pt x="6359" y="19508"/>
                </a:lnTo>
                <a:lnTo>
                  <a:pt x="6359" y="19507"/>
                </a:lnTo>
                <a:lnTo>
                  <a:pt x="6359" y="19506"/>
                </a:lnTo>
                <a:lnTo>
                  <a:pt x="6359" y="19506"/>
                </a:lnTo>
                <a:lnTo>
                  <a:pt x="6359" y="19505"/>
                </a:lnTo>
                <a:lnTo>
                  <a:pt x="6359" y="19504"/>
                </a:lnTo>
                <a:lnTo>
                  <a:pt x="6359" y="19503"/>
                </a:lnTo>
                <a:lnTo>
                  <a:pt x="6359" y="19503"/>
                </a:lnTo>
                <a:lnTo>
                  <a:pt x="6359" y="19502"/>
                </a:lnTo>
                <a:lnTo>
                  <a:pt x="6359" y="19501"/>
                </a:lnTo>
                <a:lnTo>
                  <a:pt x="6359" y="19500"/>
                </a:lnTo>
                <a:lnTo>
                  <a:pt x="6359" y="19499"/>
                </a:lnTo>
                <a:lnTo>
                  <a:pt x="6359" y="19499"/>
                </a:lnTo>
                <a:lnTo>
                  <a:pt x="6359" y="19498"/>
                </a:lnTo>
                <a:lnTo>
                  <a:pt x="6359" y="19497"/>
                </a:lnTo>
                <a:lnTo>
                  <a:pt x="6359" y="19496"/>
                </a:lnTo>
                <a:lnTo>
                  <a:pt x="6359" y="19496"/>
                </a:lnTo>
                <a:lnTo>
                  <a:pt x="6359" y="19495"/>
                </a:lnTo>
                <a:lnTo>
                  <a:pt x="6359" y="19494"/>
                </a:lnTo>
                <a:lnTo>
                  <a:pt x="6359" y="19493"/>
                </a:lnTo>
                <a:lnTo>
                  <a:pt x="6359" y="19493"/>
                </a:lnTo>
                <a:lnTo>
                  <a:pt x="6359" y="19492"/>
                </a:lnTo>
                <a:lnTo>
                  <a:pt x="6359" y="19491"/>
                </a:lnTo>
                <a:lnTo>
                  <a:pt x="6359" y="19490"/>
                </a:lnTo>
                <a:lnTo>
                  <a:pt x="6359" y="19489"/>
                </a:lnTo>
                <a:lnTo>
                  <a:pt x="6359" y="19489"/>
                </a:lnTo>
                <a:lnTo>
                  <a:pt x="6359" y="19488"/>
                </a:lnTo>
                <a:lnTo>
                  <a:pt x="6359" y="19487"/>
                </a:lnTo>
                <a:lnTo>
                  <a:pt x="6359" y="19486"/>
                </a:lnTo>
                <a:lnTo>
                  <a:pt x="6359" y="19486"/>
                </a:lnTo>
                <a:lnTo>
                  <a:pt x="6359" y="19485"/>
                </a:lnTo>
                <a:lnTo>
                  <a:pt x="6359" y="19484"/>
                </a:lnTo>
                <a:lnTo>
                  <a:pt x="6359" y="19483"/>
                </a:lnTo>
                <a:lnTo>
                  <a:pt x="6359" y="19483"/>
                </a:lnTo>
                <a:lnTo>
                  <a:pt x="6359" y="19482"/>
                </a:lnTo>
                <a:lnTo>
                  <a:pt x="6359" y="19481"/>
                </a:lnTo>
                <a:lnTo>
                  <a:pt x="6359" y="19480"/>
                </a:lnTo>
                <a:lnTo>
                  <a:pt x="6359" y="19479"/>
                </a:lnTo>
                <a:lnTo>
                  <a:pt x="6359" y="19479"/>
                </a:lnTo>
                <a:lnTo>
                  <a:pt x="6359" y="19478"/>
                </a:lnTo>
                <a:lnTo>
                  <a:pt x="6359" y="19477"/>
                </a:lnTo>
                <a:lnTo>
                  <a:pt x="6359" y="19476"/>
                </a:lnTo>
                <a:lnTo>
                  <a:pt x="6359" y="19476"/>
                </a:lnTo>
                <a:lnTo>
                  <a:pt x="6359" y="19475"/>
                </a:lnTo>
                <a:lnTo>
                  <a:pt x="6359" y="19474"/>
                </a:lnTo>
                <a:lnTo>
                  <a:pt x="6359" y="19473"/>
                </a:lnTo>
                <a:lnTo>
                  <a:pt x="6359" y="19472"/>
                </a:lnTo>
                <a:lnTo>
                  <a:pt x="6359" y="19472"/>
                </a:lnTo>
                <a:lnTo>
                  <a:pt x="6359" y="19471"/>
                </a:lnTo>
                <a:lnTo>
                  <a:pt x="6359" y="19470"/>
                </a:lnTo>
                <a:lnTo>
                  <a:pt x="6359" y="19469"/>
                </a:lnTo>
                <a:lnTo>
                  <a:pt x="6359" y="19469"/>
                </a:lnTo>
                <a:lnTo>
                  <a:pt x="6359" y="19468"/>
                </a:lnTo>
                <a:lnTo>
                  <a:pt x="6359" y="19467"/>
                </a:lnTo>
                <a:lnTo>
                  <a:pt x="6359" y="19466"/>
                </a:lnTo>
                <a:lnTo>
                  <a:pt x="6359" y="19466"/>
                </a:lnTo>
                <a:lnTo>
                  <a:pt x="6359" y="19465"/>
                </a:lnTo>
                <a:lnTo>
                  <a:pt x="6359" y="19464"/>
                </a:lnTo>
                <a:lnTo>
                  <a:pt x="6359" y="19463"/>
                </a:lnTo>
                <a:lnTo>
                  <a:pt x="6359" y="19462"/>
                </a:lnTo>
                <a:lnTo>
                  <a:pt x="6359" y="19462"/>
                </a:lnTo>
                <a:lnTo>
                  <a:pt x="6359" y="19461"/>
                </a:lnTo>
                <a:lnTo>
                  <a:pt x="6359" y="19460"/>
                </a:lnTo>
                <a:lnTo>
                  <a:pt x="6359" y="19459"/>
                </a:lnTo>
                <a:lnTo>
                  <a:pt x="6359" y="19459"/>
                </a:lnTo>
                <a:lnTo>
                  <a:pt x="6359" y="19458"/>
                </a:lnTo>
                <a:lnTo>
                  <a:pt x="6359" y="19457"/>
                </a:lnTo>
                <a:lnTo>
                  <a:pt x="6359" y="19456"/>
                </a:lnTo>
                <a:lnTo>
                  <a:pt x="6359" y="19455"/>
                </a:lnTo>
                <a:lnTo>
                  <a:pt x="6359" y="19455"/>
                </a:lnTo>
                <a:lnTo>
                  <a:pt x="6359" y="19454"/>
                </a:lnTo>
                <a:lnTo>
                  <a:pt x="6359" y="19453"/>
                </a:lnTo>
                <a:lnTo>
                  <a:pt x="6359" y="19452"/>
                </a:lnTo>
                <a:lnTo>
                  <a:pt x="6359" y="19452"/>
                </a:lnTo>
                <a:lnTo>
                  <a:pt x="6359" y="19451"/>
                </a:lnTo>
                <a:lnTo>
                  <a:pt x="6359" y="19450"/>
                </a:lnTo>
                <a:lnTo>
                  <a:pt x="6359" y="19449"/>
                </a:lnTo>
                <a:lnTo>
                  <a:pt x="6359" y="19448"/>
                </a:lnTo>
                <a:lnTo>
                  <a:pt x="6359" y="19448"/>
                </a:lnTo>
                <a:lnTo>
                  <a:pt x="6359" y="19447"/>
                </a:lnTo>
                <a:lnTo>
                  <a:pt x="6359" y="19446"/>
                </a:lnTo>
                <a:lnTo>
                  <a:pt x="6359" y="19445"/>
                </a:lnTo>
                <a:lnTo>
                  <a:pt x="6359" y="19445"/>
                </a:lnTo>
                <a:lnTo>
                  <a:pt x="6359" y="19444"/>
                </a:lnTo>
                <a:lnTo>
                  <a:pt x="6359" y="19443"/>
                </a:lnTo>
                <a:lnTo>
                  <a:pt x="6359" y="19442"/>
                </a:lnTo>
                <a:lnTo>
                  <a:pt x="6359" y="19441"/>
                </a:lnTo>
                <a:lnTo>
                  <a:pt x="6359" y="19441"/>
                </a:lnTo>
                <a:lnTo>
                  <a:pt x="6359" y="19440"/>
                </a:lnTo>
                <a:lnTo>
                  <a:pt x="6359" y="19439"/>
                </a:lnTo>
                <a:lnTo>
                  <a:pt x="6359" y="19438"/>
                </a:lnTo>
                <a:lnTo>
                  <a:pt x="6359" y="19438"/>
                </a:lnTo>
                <a:lnTo>
                  <a:pt x="6359" y="19437"/>
                </a:lnTo>
                <a:lnTo>
                  <a:pt x="6359" y="19436"/>
                </a:lnTo>
                <a:lnTo>
                  <a:pt x="6359" y="19435"/>
                </a:lnTo>
                <a:lnTo>
                  <a:pt x="6359" y="19434"/>
                </a:lnTo>
                <a:lnTo>
                  <a:pt x="6359" y="19434"/>
                </a:lnTo>
                <a:lnTo>
                  <a:pt x="6359" y="19433"/>
                </a:lnTo>
                <a:lnTo>
                  <a:pt x="6359" y="19432"/>
                </a:lnTo>
                <a:lnTo>
                  <a:pt x="6359" y="19431"/>
                </a:lnTo>
                <a:lnTo>
                  <a:pt x="6359" y="19431"/>
                </a:lnTo>
                <a:lnTo>
                  <a:pt x="6359" y="19430"/>
                </a:lnTo>
                <a:lnTo>
                  <a:pt x="6359" y="19429"/>
                </a:lnTo>
                <a:lnTo>
                  <a:pt x="6359" y="19428"/>
                </a:lnTo>
                <a:lnTo>
                  <a:pt x="6359" y="19427"/>
                </a:lnTo>
                <a:lnTo>
                  <a:pt x="6359" y="19427"/>
                </a:lnTo>
                <a:lnTo>
                  <a:pt x="6359" y="19426"/>
                </a:lnTo>
                <a:lnTo>
                  <a:pt x="6359" y="19425"/>
                </a:lnTo>
                <a:lnTo>
                  <a:pt x="6359" y="19424"/>
                </a:lnTo>
                <a:lnTo>
                  <a:pt x="6359" y="19424"/>
                </a:lnTo>
                <a:lnTo>
                  <a:pt x="6359" y="19423"/>
                </a:lnTo>
                <a:lnTo>
                  <a:pt x="6359" y="19422"/>
                </a:lnTo>
                <a:lnTo>
                  <a:pt x="6359" y="19421"/>
                </a:lnTo>
                <a:lnTo>
                  <a:pt x="6359" y="19420"/>
                </a:lnTo>
                <a:lnTo>
                  <a:pt x="6359" y="19420"/>
                </a:lnTo>
                <a:lnTo>
                  <a:pt x="6359" y="19419"/>
                </a:lnTo>
                <a:lnTo>
                  <a:pt x="6359" y="19418"/>
                </a:lnTo>
                <a:lnTo>
                  <a:pt x="6359" y="19417"/>
                </a:lnTo>
                <a:lnTo>
                  <a:pt x="6359" y="19417"/>
                </a:lnTo>
                <a:lnTo>
                  <a:pt x="6359" y="19416"/>
                </a:lnTo>
                <a:lnTo>
                  <a:pt x="6359" y="19415"/>
                </a:lnTo>
                <a:lnTo>
                  <a:pt x="6359" y="19414"/>
                </a:lnTo>
                <a:lnTo>
                  <a:pt x="6359" y="19413"/>
                </a:lnTo>
                <a:lnTo>
                  <a:pt x="6359" y="19413"/>
                </a:lnTo>
                <a:lnTo>
                  <a:pt x="6359" y="19412"/>
                </a:lnTo>
                <a:lnTo>
                  <a:pt x="6359" y="19411"/>
                </a:lnTo>
                <a:lnTo>
                  <a:pt x="6359" y="19410"/>
                </a:lnTo>
                <a:lnTo>
                  <a:pt x="6359" y="19410"/>
                </a:lnTo>
                <a:lnTo>
                  <a:pt x="6359" y="19409"/>
                </a:lnTo>
                <a:lnTo>
                  <a:pt x="6359" y="19408"/>
                </a:lnTo>
                <a:lnTo>
                  <a:pt x="6359" y="19407"/>
                </a:lnTo>
                <a:lnTo>
                  <a:pt x="6359" y="19406"/>
                </a:lnTo>
                <a:lnTo>
                  <a:pt x="6359" y="19406"/>
                </a:lnTo>
                <a:lnTo>
                  <a:pt x="6359" y="19405"/>
                </a:lnTo>
                <a:lnTo>
                  <a:pt x="6359" y="19404"/>
                </a:lnTo>
                <a:lnTo>
                  <a:pt x="6359" y="19403"/>
                </a:lnTo>
                <a:lnTo>
                  <a:pt x="6359" y="19403"/>
                </a:lnTo>
                <a:lnTo>
                  <a:pt x="6359" y="19402"/>
                </a:lnTo>
                <a:lnTo>
                  <a:pt x="6359" y="19401"/>
                </a:lnTo>
                <a:lnTo>
                  <a:pt x="6359" y="19400"/>
                </a:lnTo>
                <a:lnTo>
                  <a:pt x="6359" y="19399"/>
                </a:lnTo>
                <a:lnTo>
                  <a:pt x="6359" y="19399"/>
                </a:lnTo>
                <a:lnTo>
                  <a:pt x="6359" y="19398"/>
                </a:lnTo>
                <a:lnTo>
                  <a:pt x="6359" y="19397"/>
                </a:lnTo>
                <a:lnTo>
                  <a:pt x="6359" y="19396"/>
                </a:lnTo>
                <a:lnTo>
                  <a:pt x="6359" y="19396"/>
                </a:lnTo>
                <a:lnTo>
                  <a:pt x="6359" y="19395"/>
                </a:lnTo>
                <a:lnTo>
                  <a:pt x="6359" y="19394"/>
                </a:lnTo>
                <a:lnTo>
                  <a:pt x="6359" y="19393"/>
                </a:lnTo>
                <a:lnTo>
                  <a:pt x="6359" y="19392"/>
                </a:lnTo>
                <a:lnTo>
                  <a:pt x="6359" y="19392"/>
                </a:lnTo>
                <a:lnTo>
                  <a:pt x="6359" y="19391"/>
                </a:lnTo>
                <a:lnTo>
                  <a:pt x="6359" y="19390"/>
                </a:lnTo>
                <a:lnTo>
                  <a:pt x="6359" y="19389"/>
                </a:lnTo>
                <a:lnTo>
                  <a:pt x="6359" y="19388"/>
                </a:lnTo>
                <a:lnTo>
                  <a:pt x="6359" y="19388"/>
                </a:lnTo>
                <a:lnTo>
                  <a:pt x="6359" y="19387"/>
                </a:lnTo>
                <a:lnTo>
                  <a:pt x="6359" y="19386"/>
                </a:lnTo>
                <a:lnTo>
                  <a:pt x="6359" y="19385"/>
                </a:lnTo>
                <a:lnTo>
                  <a:pt x="6359" y="19385"/>
                </a:lnTo>
                <a:lnTo>
                  <a:pt x="6359" y="19384"/>
                </a:lnTo>
                <a:lnTo>
                  <a:pt x="6359" y="19383"/>
                </a:lnTo>
                <a:lnTo>
                  <a:pt x="6359" y="19382"/>
                </a:lnTo>
                <a:lnTo>
                  <a:pt x="6359" y="19381"/>
                </a:lnTo>
                <a:lnTo>
                  <a:pt x="6359" y="19381"/>
                </a:lnTo>
                <a:lnTo>
                  <a:pt x="6359" y="19380"/>
                </a:lnTo>
                <a:lnTo>
                  <a:pt x="6359" y="19379"/>
                </a:lnTo>
                <a:lnTo>
                  <a:pt x="6359" y="19378"/>
                </a:lnTo>
                <a:lnTo>
                  <a:pt x="6359" y="19378"/>
                </a:lnTo>
                <a:lnTo>
                  <a:pt x="6359" y="19377"/>
                </a:lnTo>
                <a:lnTo>
                  <a:pt x="6359" y="19376"/>
                </a:lnTo>
                <a:lnTo>
                  <a:pt x="6359" y="19375"/>
                </a:lnTo>
                <a:lnTo>
                  <a:pt x="6359" y="19374"/>
                </a:lnTo>
                <a:lnTo>
                  <a:pt x="6359" y="19374"/>
                </a:lnTo>
                <a:lnTo>
                  <a:pt x="6359" y="19373"/>
                </a:lnTo>
                <a:lnTo>
                  <a:pt x="6359" y="19372"/>
                </a:lnTo>
                <a:lnTo>
                  <a:pt x="6359" y="19371"/>
                </a:lnTo>
                <a:lnTo>
                  <a:pt x="6359" y="19370"/>
                </a:lnTo>
                <a:lnTo>
                  <a:pt x="6359" y="19370"/>
                </a:lnTo>
                <a:lnTo>
                  <a:pt x="6359" y="19369"/>
                </a:lnTo>
                <a:lnTo>
                  <a:pt x="6359" y="19368"/>
                </a:lnTo>
                <a:lnTo>
                  <a:pt x="6359" y="19367"/>
                </a:lnTo>
                <a:lnTo>
                  <a:pt x="6359" y="19367"/>
                </a:lnTo>
                <a:lnTo>
                  <a:pt x="6359" y="19366"/>
                </a:lnTo>
                <a:lnTo>
                  <a:pt x="6359" y="19365"/>
                </a:lnTo>
                <a:lnTo>
                  <a:pt x="6359" y="19364"/>
                </a:lnTo>
                <a:lnTo>
                  <a:pt x="6359" y="19363"/>
                </a:lnTo>
                <a:lnTo>
                  <a:pt x="6359" y="19363"/>
                </a:lnTo>
                <a:lnTo>
                  <a:pt x="6359" y="19362"/>
                </a:lnTo>
                <a:lnTo>
                  <a:pt x="6359" y="19361"/>
                </a:lnTo>
                <a:lnTo>
                  <a:pt x="6359" y="19360"/>
                </a:lnTo>
                <a:lnTo>
                  <a:pt x="6359" y="19360"/>
                </a:lnTo>
                <a:lnTo>
                  <a:pt x="6359" y="19359"/>
                </a:lnTo>
                <a:lnTo>
                  <a:pt x="6359" y="19358"/>
                </a:lnTo>
                <a:lnTo>
                  <a:pt x="6359" y="19357"/>
                </a:lnTo>
                <a:lnTo>
                  <a:pt x="6359" y="19356"/>
                </a:lnTo>
                <a:lnTo>
                  <a:pt x="6359" y="19356"/>
                </a:lnTo>
                <a:lnTo>
                  <a:pt x="6359" y="19355"/>
                </a:lnTo>
                <a:lnTo>
                  <a:pt x="6359" y="19354"/>
                </a:lnTo>
                <a:lnTo>
                  <a:pt x="6359" y="19353"/>
                </a:lnTo>
                <a:lnTo>
                  <a:pt x="6359" y="19352"/>
                </a:lnTo>
                <a:lnTo>
                  <a:pt x="6359" y="19352"/>
                </a:lnTo>
                <a:lnTo>
                  <a:pt x="6359" y="19351"/>
                </a:lnTo>
                <a:lnTo>
                  <a:pt x="6359" y="19350"/>
                </a:lnTo>
                <a:lnTo>
                  <a:pt x="6359" y="19349"/>
                </a:lnTo>
                <a:lnTo>
                  <a:pt x="6359" y="19349"/>
                </a:lnTo>
                <a:lnTo>
                  <a:pt x="6359" y="19348"/>
                </a:lnTo>
                <a:lnTo>
                  <a:pt x="6359" y="19347"/>
                </a:lnTo>
                <a:lnTo>
                  <a:pt x="6359" y="19346"/>
                </a:lnTo>
                <a:lnTo>
                  <a:pt x="6359" y="19345"/>
                </a:lnTo>
                <a:lnTo>
                  <a:pt x="6359" y="19345"/>
                </a:lnTo>
                <a:lnTo>
                  <a:pt x="6359" y="19344"/>
                </a:lnTo>
                <a:lnTo>
                  <a:pt x="6359" y="19343"/>
                </a:lnTo>
                <a:lnTo>
                  <a:pt x="6359" y="19342"/>
                </a:lnTo>
                <a:lnTo>
                  <a:pt x="6359" y="19341"/>
                </a:lnTo>
                <a:lnTo>
                  <a:pt x="6359" y="19341"/>
                </a:lnTo>
                <a:lnTo>
                  <a:pt x="6359" y="19340"/>
                </a:lnTo>
                <a:lnTo>
                  <a:pt x="6359" y="19339"/>
                </a:lnTo>
                <a:lnTo>
                  <a:pt x="6359" y="19338"/>
                </a:lnTo>
                <a:lnTo>
                  <a:pt x="6359" y="19338"/>
                </a:lnTo>
                <a:lnTo>
                  <a:pt x="6359" y="19337"/>
                </a:lnTo>
                <a:lnTo>
                  <a:pt x="6359" y="19336"/>
                </a:lnTo>
                <a:lnTo>
                  <a:pt x="6359" y="19335"/>
                </a:lnTo>
                <a:lnTo>
                  <a:pt x="6359" y="19334"/>
                </a:lnTo>
                <a:lnTo>
                  <a:pt x="6359" y="19334"/>
                </a:lnTo>
                <a:lnTo>
                  <a:pt x="6359" y="19333"/>
                </a:lnTo>
                <a:lnTo>
                  <a:pt x="6359" y="19332"/>
                </a:lnTo>
                <a:lnTo>
                  <a:pt x="6359" y="19331"/>
                </a:lnTo>
                <a:lnTo>
                  <a:pt x="6359" y="19330"/>
                </a:lnTo>
                <a:lnTo>
                  <a:pt x="6359" y="19330"/>
                </a:lnTo>
                <a:lnTo>
                  <a:pt x="6359" y="19329"/>
                </a:lnTo>
                <a:lnTo>
                  <a:pt x="6359" y="19328"/>
                </a:lnTo>
                <a:lnTo>
                  <a:pt x="6359" y="19327"/>
                </a:lnTo>
                <a:lnTo>
                  <a:pt x="6359" y="19326"/>
                </a:lnTo>
                <a:lnTo>
                  <a:pt x="6359" y="19326"/>
                </a:lnTo>
                <a:lnTo>
                  <a:pt x="6359" y="19325"/>
                </a:lnTo>
                <a:lnTo>
                  <a:pt x="6359" y="19324"/>
                </a:lnTo>
                <a:lnTo>
                  <a:pt x="6359" y="19323"/>
                </a:lnTo>
                <a:lnTo>
                  <a:pt x="6359" y="19323"/>
                </a:lnTo>
                <a:lnTo>
                  <a:pt x="6359" y="19322"/>
                </a:lnTo>
                <a:lnTo>
                  <a:pt x="6359" y="19321"/>
                </a:lnTo>
                <a:lnTo>
                  <a:pt x="6359" y="19320"/>
                </a:lnTo>
                <a:lnTo>
                  <a:pt x="6359" y="19319"/>
                </a:lnTo>
                <a:lnTo>
                  <a:pt x="6359" y="19319"/>
                </a:lnTo>
                <a:lnTo>
                  <a:pt x="6359" y="19318"/>
                </a:lnTo>
                <a:lnTo>
                  <a:pt x="6359" y="19317"/>
                </a:lnTo>
                <a:lnTo>
                  <a:pt x="6359" y="19316"/>
                </a:lnTo>
                <a:lnTo>
                  <a:pt x="6359" y="19315"/>
                </a:lnTo>
                <a:lnTo>
                  <a:pt x="6359" y="19315"/>
                </a:lnTo>
                <a:lnTo>
                  <a:pt x="6359" y="19314"/>
                </a:lnTo>
                <a:lnTo>
                  <a:pt x="6359" y="19313"/>
                </a:lnTo>
                <a:lnTo>
                  <a:pt x="6359" y="19312"/>
                </a:lnTo>
                <a:lnTo>
                  <a:pt x="6359" y="19312"/>
                </a:lnTo>
                <a:lnTo>
                  <a:pt x="6359" y="19311"/>
                </a:lnTo>
                <a:lnTo>
                  <a:pt x="6359" y="19310"/>
                </a:lnTo>
                <a:lnTo>
                  <a:pt x="6359" y="19309"/>
                </a:lnTo>
                <a:lnTo>
                  <a:pt x="6359" y="19308"/>
                </a:lnTo>
                <a:lnTo>
                  <a:pt x="6359" y="19308"/>
                </a:lnTo>
                <a:lnTo>
                  <a:pt x="6359" y="19307"/>
                </a:lnTo>
                <a:lnTo>
                  <a:pt x="6359" y="19306"/>
                </a:lnTo>
                <a:lnTo>
                  <a:pt x="6359" y="19305"/>
                </a:lnTo>
                <a:lnTo>
                  <a:pt x="6359" y="19304"/>
                </a:lnTo>
                <a:lnTo>
                  <a:pt x="6359" y="19304"/>
                </a:lnTo>
                <a:lnTo>
                  <a:pt x="6359" y="19303"/>
                </a:lnTo>
                <a:lnTo>
                  <a:pt x="6359" y="19302"/>
                </a:lnTo>
                <a:lnTo>
                  <a:pt x="6359" y="19301"/>
                </a:lnTo>
                <a:lnTo>
                  <a:pt x="6359" y="19300"/>
                </a:lnTo>
                <a:lnTo>
                  <a:pt x="6359" y="19300"/>
                </a:lnTo>
                <a:lnTo>
                  <a:pt x="6359" y="19299"/>
                </a:lnTo>
                <a:lnTo>
                  <a:pt x="6359" y="19298"/>
                </a:lnTo>
                <a:lnTo>
                  <a:pt x="6359" y="19297"/>
                </a:lnTo>
                <a:lnTo>
                  <a:pt x="6359" y="19296"/>
                </a:lnTo>
                <a:lnTo>
                  <a:pt x="6359" y="19296"/>
                </a:lnTo>
                <a:lnTo>
                  <a:pt x="6359" y="19295"/>
                </a:lnTo>
                <a:lnTo>
                  <a:pt x="6359" y="19294"/>
                </a:lnTo>
                <a:lnTo>
                  <a:pt x="6359" y="19293"/>
                </a:lnTo>
                <a:lnTo>
                  <a:pt x="6359" y="19293"/>
                </a:lnTo>
                <a:lnTo>
                  <a:pt x="6359" y="19292"/>
                </a:lnTo>
                <a:lnTo>
                  <a:pt x="6359" y="19291"/>
                </a:lnTo>
                <a:lnTo>
                  <a:pt x="6359" y="19290"/>
                </a:lnTo>
                <a:lnTo>
                  <a:pt x="6359" y="19289"/>
                </a:lnTo>
                <a:lnTo>
                  <a:pt x="6359" y="19289"/>
                </a:lnTo>
                <a:lnTo>
                  <a:pt x="6359" y="19288"/>
                </a:lnTo>
                <a:lnTo>
                  <a:pt x="6359" y="19287"/>
                </a:lnTo>
                <a:lnTo>
                  <a:pt x="6359" y="19286"/>
                </a:lnTo>
                <a:lnTo>
                  <a:pt x="6359" y="19285"/>
                </a:lnTo>
                <a:lnTo>
                  <a:pt x="6359" y="19285"/>
                </a:lnTo>
                <a:lnTo>
                  <a:pt x="6359" y="19284"/>
                </a:lnTo>
                <a:lnTo>
                  <a:pt x="6359" y="19283"/>
                </a:lnTo>
                <a:lnTo>
                  <a:pt x="6359" y="19282"/>
                </a:lnTo>
                <a:lnTo>
                  <a:pt x="6359" y="19281"/>
                </a:lnTo>
                <a:lnTo>
                  <a:pt x="6359" y="19281"/>
                </a:lnTo>
                <a:lnTo>
                  <a:pt x="6359" y="19280"/>
                </a:lnTo>
                <a:lnTo>
                  <a:pt x="6359" y="19279"/>
                </a:lnTo>
                <a:lnTo>
                  <a:pt x="6359" y="19278"/>
                </a:lnTo>
                <a:lnTo>
                  <a:pt x="6359" y="19277"/>
                </a:lnTo>
                <a:lnTo>
                  <a:pt x="6359" y="19277"/>
                </a:lnTo>
                <a:lnTo>
                  <a:pt x="6359" y="19276"/>
                </a:lnTo>
                <a:lnTo>
                  <a:pt x="6359" y="19275"/>
                </a:lnTo>
                <a:lnTo>
                  <a:pt x="6359" y="19274"/>
                </a:lnTo>
                <a:lnTo>
                  <a:pt x="6359" y="19274"/>
                </a:lnTo>
                <a:lnTo>
                  <a:pt x="6359" y="19273"/>
                </a:lnTo>
                <a:lnTo>
                  <a:pt x="6359" y="19272"/>
                </a:lnTo>
                <a:lnTo>
                  <a:pt x="6359" y="19271"/>
                </a:lnTo>
                <a:lnTo>
                  <a:pt x="6359" y="19270"/>
                </a:lnTo>
                <a:lnTo>
                  <a:pt x="6359" y="19270"/>
                </a:lnTo>
                <a:lnTo>
                  <a:pt x="6359" y="19269"/>
                </a:lnTo>
                <a:lnTo>
                  <a:pt x="6359" y="19268"/>
                </a:lnTo>
                <a:lnTo>
                  <a:pt x="6359" y="19267"/>
                </a:lnTo>
                <a:lnTo>
                  <a:pt x="6359" y="19266"/>
                </a:lnTo>
                <a:lnTo>
                  <a:pt x="6359" y="19266"/>
                </a:lnTo>
                <a:lnTo>
                  <a:pt x="6359" y="19265"/>
                </a:lnTo>
                <a:lnTo>
                  <a:pt x="6359" y="19264"/>
                </a:lnTo>
                <a:lnTo>
                  <a:pt x="6359" y="19263"/>
                </a:lnTo>
                <a:lnTo>
                  <a:pt x="6359" y="19262"/>
                </a:lnTo>
                <a:lnTo>
                  <a:pt x="6359" y="19262"/>
                </a:lnTo>
                <a:lnTo>
                  <a:pt x="6359" y="19261"/>
                </a:lnTo>
                <a:lnTo>
                  <a:pt x="6359" y="19260"/>
                </a:lnTo>
                <a:lnTo>
                  <a:pt x="6359" y="19259"/>
                </a:lnTo>
                <a:lnTo>
                  <a:pt x="6359" y="19258"/>
                </a:lnTo>
                <a:lnTo>
                  <a:pt x="6359" y="19258"/>
                </a:lnTo>
                <a:lnTo>
                  <a:pt x="6359" y="19257"/>
                </a:lnTo>
                <a:lnTo>
                  <a:pt x="6359" y="19256"/>
                </a:lnTo>
                <a:lnTo>
                  <a:pt x="6359" y="19255"/>
                </a:lnTo>
                <a:lnTo>
                  <a:pt x="6359" y="19254"/>
                </a:lnTo>
                <a:lnTo>
                  <a:pt x="6359" y="19254"/>
                </a:lnTo>
                <a:lnTo>
                  <a:pt x="6359" y="19253"/>
                </a:lnTo>
                <a:lnTo>
                  <a:pt x="6359" y="19252"/>
                </a:lnTo>
                <a:lnTo>
                  <a:pt x="6359" y="19251"/>
                </a:lnTo>
                <a:lnTo>
                  <a:pt x="6359" y="19250"/>
                </a:lnTo>
                <a:lnTo>
                  <a:pt x="6359" y="19250"/>
                </a:lnTo>
                <a:lnTo>
                  <a:pt x="6359" y="19249"/>
                </a:lnTo>
                <a:lnTo>
                  <a:pt x="6359" y="19248"/>
                </a:lnTo>
                <a:lnTo>
                  <a:pt x="6359" y="19247"/>
                </a:lnTo>
                <a:lnTo>
                  <a:pt x="6359" y="19247"/>
                </a:lnTo>
                <a:lnTo>
                  <a:pt x="6359" y="19246"/>
                </a:lnTo>
                <a:lnTo>
                  <a:pt x="6359" y="19245"/>
                </a:lnTo>
                <a:lnTo>
                  <a:pt x="6359" y="19244"/>
                </a:lnTo>
                <a:lnTo>
                  <a:pt x="6359" y="19243"/>
                </a:lnTo>
                <a:lnTo>
                  <a:pt x="6359" y="19243"/>
                </a:lnTo>
                <a:lnTo>
                  <a:pt x="6359" y="19242"/>
                </a:lnTo>
                <a:lnTo>
                  <a:pt x="6359" y="19241"/>
                </a:lnTo>
                <a:lnTo>
                  <a:pt x="6359" y="19240"/>
                </a:lnTo>
                <a:lnTo>
                  <a:pt x="6359" y="19239"/>
                </a:lnTo>
                <a:lnTo>
                  <a:pt x="6359" y="19239"/>
                </a:lnTo>
                <a:lnTo>
                  <a:pt x="6359" y="19238"/>
                </a:lnTo>
                <a:lnTo>
                  <a:pt x="6359" y="19237"/>
                </a:lnTo>
                <a:lnTo>
                  <a:pt x="6359" y="19236"/>
                </a:lnTo>
                <a:lnTo>
                  <a:pt x="6359" y="19235"/>
                </a:lnTo>
                <a:lnTo>
                  <a:pt x="6359" y="19235"/>
                </a:lnTo>
                <a:lnTo>
                  <a:pt x="6359" y="19234"/>
                </a:lnTo>
                <a:lnTo>
                  <a:pt x="6359" y="19233"/>
                </a:lnTo>
                <a:lnTo>
                  <a:pt x="6359" y="19232"/>
                </a:lnTo>
                <a:lnTo>
                  <a:pt x="6359" y="19231"/>
                </a:lnTo>
                <a:lnTo>
                  <a:pt x="6359" y="19231"/>
                </a:lnTo>
                <a:lnTo>
                  <a:pt x="6359" y="19230"/>
                </a:lnTo>
                <a:lnTo>
                  <a:pt x="6359" y="19229"/>
                </a:lnTo>
                <a:lnTo>
                  <a:pt x="6359" y="19228"/>
                </a:lnTo>
                <a:lnTo>
                  <a:pt x="6359" y="19227"/>
                </a:lnTo>
                <a:lnTo>
                  <a:pt x="6359" y="19227"/>
                </a:lnTo>
                <a:lnTo>
                  <a:pt x="6359" y="19226"/>
                </a:lnTo>
                <a:lnTo>
                  <a:pt x="6359" y="19225"/>
                </a:lnTo>
                <a:lnTo>
                  <a:pt x="6359" y="19224"/>
                </a:lnTo>
                <a:lnTo>
                  <a:pt x="6359" y="19223"/>
                </a:lnTo>
                <a:lnTo>
                  <a:pt x="6359" y="19223"/>
                </a:lnTo>
                <a:lnTo>
                  <a:pt x="6359" y="19222"/>
                </a:lnTo>
                <a:lnTo>
                  <a:pt x="6359" y="19221"/>
                </a:lnTo>
                <a:lnTo>
                  <a:pt x="6359" y="19220"/>
                </a:lnTo>
                <a:lnTo>
                  <a:pt x="6359" y="19219"/>
                </a:lnTo>
                <a:lnTo>
                  <a:pt x="6359" y="19219"/>
                </a:lnTo>
                <a:lnTo>
                  <a:pt x="6359" y="19218"/>
                </a:lnTo>
                <a:lnTo>
                  <a:pt x="6359" y="19217"/>
                </a:lnTo>
                <a:lnTo>
                  <a:pt x="6359" y="19216"/>
                </a:lnTo>
                <a:lnTo>
                  <a:pt x="6359" y="19215"/>
                </a:lnTo>
                <a:lnTo>
                  <a:pt x="6359" y="19215"/>
                </a:lnTo>
                <a:lnTo>
                  <a:pt x="6359" y="19214"/>
                </a:lnTo>
                <a:lnTo>
                  <a:pt x="6359" y="19213"/>
                </a:lnTo>
                <a:lnTo>
                  <a:pt x="6359" y="19212"/>
                </a:lnTo>
                <a:lnTo>
                  <a:pt x="6359" y="19211"/>
                </a:lnTo>
                <a:lnTo>
                  <a:pt x="6359" y="19211"/>
                </a:lnTo>
                <a:lnTo>
                  <a:pt x="6359" y="19210"/>
                </a:lnTo>
                <a:lnTo>
                  <a:pt x="6359" y="19209"/>
                </a:lnTo>
                <a:lnTo>
                  <a:pt x="6359" y="19208"/>
                </a:lnTo>
                <a:lnTo>
                  <a:pt x="6359" y="19207"/>
                </a:lnTo>
                <a:lnTo>
                  <a:pt x="6359" y="19207"/>
                </a:lnTo>
                <a:lnTo>
                  <a:pt x="6359" y="19206"/>
                </a:lnTo>
                <a:lnTo>
                  <a:pt x="6359" y="19205"/>
                </a:lnTo>
                <a:lnTo>
                  <a:pt x="6359" y="19204"/>
                </a:lnTo>
                <a:lnTo>
                  <a:pt x="6359" y="19203"/>
                </a:lnTo>
                <a:lnTo>
                  <a:pt x="6359" y="19203"/>
                </a:lnTo>
                <a:lnTo>
                  <a:pt x="6359" y="19202"/>
                </a:lnTo>
                <a:lnTo>
                  <a:pt x="6359" y="19201"/>
                </a:lnTo>
                <a:lnTo>
                  <a:pt x="6359" y="19200"/>
                </a:lnTo>
                <a:lnTo>
                  <a:pt x="6359" y="19199"/>
                </a:lnTo>
                <a:lnTo>
                  <a:pt x="6359" y="19199"/>
                </a:lnTo>
                <a:lnTo>
                  <a:pt x="6359" y="19198"/>
                </a:lnTo>
                <a:lnTo>
                  <a:pt x="6359" y="19197"/>
                </a:lnTo>
                <a:lnTo>
                  <a:pt x="6359" y="19196"/>
                </a:lnTo>
                <a:lnTo>
                  <a:pt x="6359" y="19195"/>
                </a:lnTo>
                <a:lnTo>
                  <a:pt x="6359" y="19195"/>
                </a:lnTo>
                <a:lnTo>
                  <a:pt x="6359" y="19194"/>
                </a:lnTo>
                <a:lnTo>
                  <a:pt x="6359" y="19193"/>
                </a:lnTo>
                <a:lnTo>
                  <a:pt x="6359" y="19192"/>
                </a:lnTo>
                <a:lnTo>
                  <a:pt x="6359" y="19191"/>
                </a:lnTo>
                <a:lnTo>
                  <a:pt x="6359" y="19191"/>
                </a:lnTo>
                <a:lnTo>
                  <a:pt x="6359" y="19190"/>
                </a:lnTo>
                <a:lnTo>
                  <a:pt x="6359" y="19189"/>
                </a:lnTo>
                <a:lnTo>
                  <a:pt x="6359" y="19188"/>
                </a:lnTo>
                <a:lnTo>
                  <a:pt x="6359" y="19187"/>
                </a:lnTo>
                <a:lnTo>
                  <a:pt x="6359" y="19187"/>
                </a:lnTo>
                <a:lnTo>
                  <a:pt x="6359" y="19186"/>
                </a:lnTo>
                <a:lnTo>
                  <a:pt x="6359" y="19185"/>
                </a:lnTo>
                <a:lnTo>
                  <a:pt x="6359" y="19184"/>
                </a:lnTo>
                <a:lnTo>
                  <a:pt x="6359" y="19183"/>
                </a:lnTo>
                <a:lnTo>
                  <a:pt x="6359" y="19183"/>
                </a:lnTo>
                <a:lnTo>
                  <a:pt x="6359" y="19182"/>
                </a:lnTo>
                <a:lnTo>
                  <a:pt x="6359" y="19181"/>
                </a:lnTo>
                <a:lnTo>
                  <a:pt x="6359" y="19180"/>
                </a:lnTo>
                <a:lnTo>
                  <a:pt x="6359" y="19179"/>
                </a:lnTo>
                <a:lnTo>
                  <a:pt x="6359" y="19179"/>
                </a:lnTo>
                <a:lnTo>
                  <a:pt x="6359" y="19178"/>
                </a:lnTo>
                <a:lnTo>
                  <a:pt x="6359" y="19177"/>
                </a:lnTo>
                <a:lnTo>
                  <a:pt x="6359" y="19176"/>
                </a:lnTo>
                <a:lnTo>
                  <a:pt x="6359" y="19175"/>
                </a:lnTo>
                <a:lnTo>
                  <a:pt x="6359" y="19175"/>
                </a:lnTo>
                <a:lnTo>
                  <a:pt x="6359" y="19174"/>
                </a:lnTo>
                <a:lnTo>
                  <a:pt x="6359" y="19173"/>
                </a:lnTo>
                <a:lnTo>
                  <a:pt x="6359" y="19172"/>
                </a:lnTo>
                <a:lnTo>
                  <a:pt x="6359" y="19171"/>
                </a:lnTo>
                <a:lnTo>
                  <a:pt x="6359" y="19171"/>
                </a:lnTo>
                <a:lnTo>
                  <a:pt x="6359" y="19170"/>
                </a:lnTo>
                <a:lnTo>
                  <a:pt x="6359" y="19169"/>
                </a:lnTo>
                <a:lnTo>
                  <a:pt x="6359" y="19168"/>
                </a:lnTo>
                <a:lnTo>
                  <a:pt x="6359" y="19167"/>
                </a:lnTo>
                <a:lnTo>
                  <a:pt x="6359" y="19167"/>
                </a:lnTo>
                <a:lnTo>
                  <a:pt x="6359" y="19166"/>
                </a:lnTo>
                <a:lnTo>
                  <a:pt x="6359" y="19165"/>
                </a:lnTo>
                <a:lnTo>
                  <a:pt x="6359" y="19164"/>
                </a:lnTo>
                <a:lnTo>
                  <a:pt x="6359" y="19163"/>
                </a:lnTo>
                <a:lnTo>
                  <a:pt x="6359" y="19163"/>
                </a:lnTo>
                <a:lnTo>
                  <a:pt x="6359" y="19162"/>
                </a:lnTo>
                <a:lnTo>
                  <a:pt x="6359" y="19161"/>
                </a:lnTo>
                <a:lnTo>
                  <a:pt x="6359" y="19160"/>
                </a:lnTo>
                <a:lnTo>
                  <a:pt x="6359" y="19159"/>
                </a:lnTo>
                <a:lnTo>
                  <a:pt x="6359" y="19159"/>
                </a:lnTo>
                <a:lnTo>
                  <a:pt x="6359" y="19158"/>
                </a:lnTo>
                <a:lnTo>
                  <a:pt x="6359" y="19157"/>
                </a:lnTo>
                <a:lnTo>
                  <a:pt x="6359" y="19156"/>
                </a:lnTo>
                <a:lnTo>
                  <a:pt x="6359" y="19155"/>
                </a:lnTo>
                <a:lnTo>
                  <a:pt x="6359" y="19154"/>
                </a:lnTo>
                <a:lnTo>
                  <a:pt x="6359" y="19154"/>
                </a:lnTo>
                <a:lnTo>
                  <a:pt x="6359" y="19153"/>
                </a:lnTo>
                <a:lnTo>
                  <a:pt x="6359" y="19152"/>
                </a:lnTo>
                <a:lnTo>
                  <a:pt x="6359" y="19151"/>
                </a:lnTo>
                <a:lnTo>
                  <a:pt x="6359" y="19150"/>
                </a:lnTo>
                <a:lnTo>
                  <a:pt x="6359" y="19150"/>
                </a:lnTo>
                <a:lnTo>
                  <a:pt x="6359" y="19149"/>
                </a:lnTo>
                <a:lnTo>
                  <a:pt x="6359" y="19148"/>
                </a:lnTo>
                <a:lnTo>
                  <a:pt x="6359" y="19147"/>
                </a:lnTo>
                <a:lnTo>
                  <a:pt x="6359" y="19146"/>
                </a:lnTo>
                <a:lnTo>
                  <a:pt x="6359" y="19146"/>
                </a:lnTo>
                <a:lnTo>
                  <a:pt x="6359" y="19145"/>
                </a:lnTo>
                <a:lnTo>
                  <a:pt x="6359" y="19144"/>
                </a:lnTo>
                <a:lnTo>
                  <a:pt x="6359" y="19143"/>
                </a:lnTo>
                <a:lnTo>
                  <a:pt x="6359" y="19142"/>
                </a:lnTo>
                <a:lnTo>
                  <a:pt x="6359" y="19142"/>
                </a:lnTo>
                <a:lnTo>
                  <a:pt x="6359" y="19141"/>
                </a:lnTo>
                <a:lnTo>
                  <a:pt x="6359" y="19140"/>
                </a:lnTo>
                <a:lnTo>
                  <a:pt x="6359" y="19139"/>
                </a:lnTo>
                <a:lnTo>
                  <a:pt x="6359" y="19138"/>
                </a:lnTo>
                <a:lnTo>
                  <a:pt x="6359" y="19138"/>
                </a:lnTo>
                <a:lnTo>
                  <a:pt x="6359" y="19137"/>
                </a:lnTo>
                <a:lnTo>
                  <a:pt x="6359" y="19136"/>
                </a:lnTo>
                <a:lnTo>
                  <a:pt x="6359" y="19135"/>
                </a:lnTo>
                <a:lnTo>
                  <a:pt x="6359" y="19134"/>
                </a:lnTo>
                <a:lnTo>
                  <a:pt x="6359" y="19134"/>
                </a:lnTo>
                <a:lnTo>
                  <a:pt x="6359" y="19133"/>
                </a:lnTo>
                <a:lnTo>
                  <a:pt x="6359" y="19132"/>
                </a:lnTo>
                <a:lnTo>
                  <a:pt x="6359" y="19131"/>
                </a:lnTo>
                <a:lnTo>
                  <a:pt x="6359" y="19130"/>
                </a:lnTo>
                <a:lnTo>
                  <a:pt x="6359" y="19130"/>
                </a:lnTo>
                <a:lnTo>
                  <a:pt x="6359" y="19129"/>
                </a:lnTo>
                <a:lnTo>
                  <a:pt x="6359" y="19128"/>
                </a:lnTo>
                <a:lnTo>
                  <a:pt x="6359" y="19127"/>
                </a:lnTo>
                <a:lnTo>
                  <a:pt x="6359" y="19126"/>
                </a:lnTo>
                <a:lnTo>
                  <a:pt x="6359" y="19125"/>
                </a:lnTo>
                <a:lnTo>
                  <a:pt x="6359" y="19125"/>
                </a:lnTo>
                <a:lnTo>
                  <a:pt x="6359" y="19124"/>
                </a:lnTo>
                <a:lnTo>
                  <a:pt x="6359" y="19123"/>
                </a:lnTo>
                <a:lnTo>
                  <a:pt x="6359" y="19122"/>
                </a:lnTo>
                <a:lnTo>
                  <a:pt x="6359" y="19121"/>
                </a:lnTo>
                <a:lnTo>
                  <a:pt x="6359" y="19121"/>
                </a:lnTo>
                <a:lnTo>
                  <a:pt x="6359" y="19120"/>
                </a:lnTo>
                <a:lnTo>
                  <a:pt x="6359" y="19119"/>
                </a:lnTo>
                <a:lnTo>
                  <a:pt x="6359" y="19118"/>
                </a:lnTo>
                <a:lnTo>
                  <a:pt x="6359" y="19117"/>
                </a:lnTo>
                <a:lnTo>
                  <a:pt x="6359" y="19117"/>
                </a:lnTo>
                <a:lnTo>
                  <a:pt x="6359" y="19116"/>
                </a:lnTo>
                <a:lnTo>
                  <a:pt x="6359" y="19115"/>
                </a:lnTo>
                <a:lnTo>
                  <a:pt x="6359" y="19114"/>
                </a:lnTo>
                <a:lnTo>
                  <a:pt x="6359" y="19113"/>
                </a:lnTo>
                <a:lnTo>
                  <a:pt x="6359" y="19113"/>
                </a:lnTo>
                <a:lnTo>
                  <a:pt x="6359" y="19112"/>
                </a:lnTo>
                <a:lnTo>
                  <a:pt x="6359" y="19111"/>
                </a:lnTo>
                <a:lnTo>
                  <a:pt x="6359" y="19110"/>
                </a:lnTo>
                <a:lnTo>
                  <a:pt x="6359" y="19109"/>
                </a:lnTo>
                <a:lnTo>
                  <a:pt x="6359" y="19109"/>
                </a:lnTo>
                <a:lnTo>
                  <a:pt x="6359" y="19108"/>
                </a:lnTo>
                <a:lnTo>
                  <a:pt x="6359" y="19107"/>
                </a:lnTo>
                <a:lnTo>
                  <a:pt x="6359" y="19106"/>
                </a:lnTo>
                <a:lnTo>
                  <a:pt x="6359" y="19105"/>
                </a:lnTo>
                <a:lnTo>
                  <a:pt x="6359" y="19104"/>
                </a:lnTo>
                <a:lnTo>
                  <a:pt x="6359" y="19104"/>
                </a:lnTo>
                <a:lnTo>
                  <a:pt x="6359" y="19103"/>
                </a:lnTo>
                <a:lnTo>
                  <a:pt x="6359" y="19102"/>
                </a:lnTo>
                <a:lnTo>
                  <a:pt x="6359" y="19101"/>
                </a:lnTo>
                <a:lnTo>
                  <a:pt x="6359" y="19100"/>
                </a:lnTo>
                <a:lnTo>
                  <a:pt x="6359" y="19100"/>
                </a:lnTo>
                <a:lnTo>
                  <a:pt x="6359" y="19099"/>
                </a:lnTo>
                <a:lnTo>
                  <a:pt x="6359" y="19098"/>
                </a:lnTo>
                <a:lnTo>
                  <a:pt x="6359" y="19097"/>
                </a:lnTo>
                <a:lnTo>
                  <a:pt x="6359" y="19096"/>
                </a:lnTo>
                <a:lnTo>
                  <a:pt x="6359" y="19096"/>
                </a:lnTo>
                <a:lnTo>
                  <a:pt x="6359" y="19095"/>
                </a:lnTo>
                <a:lnTo>
                  <a:pt x="6359" y="19094"/>
                </a:lnTo>
                <a:lnTo>
                  <a:pt x="6359" y="19093"/>
                </a:lnTo>
                <a:lnTo>
                  <a:pt x="6359" y="19092"/>
                </a:lnTo>
                <a:lnTo>
                  <a:pt x="6359" y="19092"/>
                </a:lnTo>
                <a:lnTo>
                  <a:pt x="6359" y="19091"/>
                </a:lnTo>
                <a:lnTo>
                  <a:pt x="6359" y="19090"/>
                </a:lnTo>
                <a:lnTo>
                  <a:pt x="6359" y="19089"/>
                </a:lnTo>
                <a:lnTo>
                  <a:pt x="6359" y="19088"/>
                </a:lnTo>
                <a:lnTo>
                  <a:pt x="6359" y="19087"/>
                </a:lnTo>
                <a:lnTo>
                  <a:pt x="6359" y="19087"/>
                </a:lnTo>
                <a:lnTo>
                  <a:pt x="6359" y="19086"/>
                </a:lnTo>
                <a:lnTo>
                  <a:pt x="6359" y="19085"/>
                </a:lnTo>
                <a:lnTo>
                  <a:pt x="6359" y="19084"/>
                </a:lnTo>
                <a:lnTo>
                  <a:pt x="6359" y="19083"/>
                </a:lnTo>
                <a:lnTo>
                  <a:pt x="6359" y="19083"/>
                </a:lnTo>
                <a:lnTo>
                  <a:pt x="6359" y="19082"/>
                </a:lnTo>
                <a:lnTo>
                  <a:pt x="6359" y="19081"/>
                </a:lnTo>
                <a:lnTo>
                  <a:pt x="6359" y="19080"/>
                </a:lnTo>
                <a:lnTo>
                  <a:pt x="6359" y="19079"/>
                </a:lnTo>
                <a:lnTo>
                  <a:pt x="6359" y="19079"/>
                </a:lnTo>
                <a:lnTo>
                  <a:pt x="6359" y="19078"/>
                </a:lnTo>
                <a:lnTo>
                  <a:pt x="6359" y="19077"/>
                </a:lnTo>
                <a:lnTo>
                  <a:pt x="6359" y="19076"/>
                </a:lnTo>
                <a:lnTo>
                  <a:pt x="6359" y="19075"/>
                </a:lnTo>
                <a:lnTo>
                  <a:pt x="6359" y="19074"/>
                </a:lnTo>
                <a:lnTo>
                  <a:pt x="6359" y="19074"/>
                </a:lnTo>
                <a:lnTo>
                  <a:pt x="6359" y="19073"/>
                </a:lnTo>
                <a:lnTo>
                  <a:pt x="6359" y="19072"/>
                </a:lnTo>
                <a:lnTo>
                  <a:pt x="6359" y="19071"/>
                </a:lnTo>
                <a:lnTo>
                  <a:pt x="6359" y="19070"/>
                </a:lnTo>
                <a:lnTo>
                  <a:pt x="6359" y="19070"/>
                </a:lnTo>
                <a:lnTo>
                  <a:pt x="6359" y="19069"/>
                </a:lnTo>
                <a:lnTo>
                  <a:pt x="6359" y="19068"/>
                </a:lnTo>
                <a:lnTo>
                  <a:pt x="6359" y="19067"/>
                </a:lnTo>
                <a:lnTo>
                  <a:pt x="6359" y="19066"/>
                </a:lnTo>
                <a:lnTo>
                  <a:pt x="6359" y="19066"/>
                </a:lnTo>
                <a:lnTo>
                  <a:pt x="6359" y="19065"/>
                </a:lnTo>
                <a:lnTo>
                  <a:pt x="6359" y="19064"/>
                </a:lnTo>
                <a:lnTo>
                  <a:pt x="6359" y="19063"/>
                </a:lnTo>
                <a:lnTo>
                  <a:pt x="6359" y="19062"/>
                </a:lnTo>
                <a:lnTo>
                  <a:pt x="6359" y="19061"/>
                </a:lnTo>
                <a:lnTo>
                  <a:pt x="6359" y="19061"/>
                </a:lnTo>
                <a:lnTo>
                  <a:pt x="6359" y="19060"/>
                </a:lnTo>
                <a:lnTo>
                  <a:pt x="6359" y="19059"/>
                </a:lnTo>
                <a:lnTo>
                  <a:pt x="6359" y="19058"/>
                </a:lnTo>
                <a:lnTo>
                  <a:pt x="6359" y="19057"/>
                </a:lnTo>
                <a:lnTo>
                  <a:pt x="6359" y="19057"/>
                </a:lnTo>
                <a:lnTo>
                  <a:pt x="6359" y="19056"/>
                </a:lnTo>
                <a:lnTo>
                  <a:pt x="6359" y="19055"/>
                </a:lnTo>
                <a:lnTo>
                  <a:pt x="6359" y="19054"/>
                </a:lnTo>
                <a:lnTo>
                  <a:pt x="6359" y="19053"/>
                </a:lnTo>
                <a:lnTo>
                  <a:pt x="6359" y="19053"/>
                </a:lnTo>
                <a:lnTo>
                  <a:pt x="6359" y="19052"/>
                </a:lnTo>
                <a:lnTo>
                  <a:pt x="6359" y="19051"/>
                </a:lnTo>
                <a:lnTo>
                  <a:pt x="6359" y="19050"/>
                </a:lnTo>
                <a:lnTo>
                  <a:pt x="6359" y="19049"/>
                </a:lnTo>
                <a:lnTo>
                  <a:pt x="6359" y="19048"/>
                </a:lnTo>
                <a:lnTo>
                  <a:pt x="6359" y="19048"/>
                </a:lnTo>
                <a:lnTo>
                  <a:pt x="6359" y="19047"/>
                </a:lnTo>
                <a:lnTo>
                  <a:pt x="6359" y="19046"/>
                </a:lnTo>
                <a:lnTo>
                  <a:pt x="6359" y="19045"/>
                </a:lnTo>
                <a:lnTo>
                  <a:pt x="6359" y="19044"/>
                </a:lnTo>
                <a:lnTo>
                  <a:pt x="6359" y="19044"/>
                </a:lnTo>
                <a:lnTo>
                  <a:pt x="6359" y="19043"/>
                </a:lnTo>
                <a:lnTo>
                  <a:pt x="6359" y="19042"/>
                </a:lnTo>
                <a:lnTo>
                  <a:pt x="6359" y="19041"/>
                </a:lnTo>
                <a:lnTo>
                  <a:pt x="6359" y="19040"/>
                </a:lnTo>
                <a:lnTo>
                  <a:pt x="6359" y="19039"/>
                </a:lnTo>
                <a:lnTo>
                  <a:pt x="6359" y="19039"/>
                </a:lnTo>
                <a:lnTo>
                  <a:pt x="6359" y="19038"/>
                </a:lnTo>
                <a:lnTo>
                  <a:pt x="6359" y="19037"/>
                </a:lnTo>
                <a:lnTo>
                  <a:pt x="6359" y="19036"/>
                </a:lnTo>
                <a:lnTo>
                  <a:pt x="6359" y="19035"/>
                </a:lnTo>
                <a:lnTo>
                  <a:pt x="6359" y="19035"/>
                </a:lnTo>
                <a:lnTo>
                  <a:pt x="6359" y="19034"/>
                </a:lnTo>
                <a:lnTo>
                  <a:pt x="6359" y="19033"/>
                </a:lnTo>
                <a:lnTo>
                  <a:pt x="6359" y="19032"/>
                </a:lnTo>
                <a:lnTo>
                  <a:pt x="6359" y="19031"/>
                </a:lnTo>
                <a:lnTo>
                  <a:pt x="6359" y="19030"/>
                </a:lnTo>
                <a:lnTo>
                  <a:pt x="6359" y="19030"/>
                </a:lnTo>
                <a:lnTo>
                  <a:pt x="6359" y="19029"/>
                </a:lnTo>
                <a:lnTo>
                  <a:pt x="6359" y="19028"/>
                </a:lnTo>
                <a:lnTo>
                  <a:pt x="6359" y="19027"/>
                </a:lnTo>
                <a:lnTo>
                  <a:pt x="6359" y="19026"/>
                </a:lnTo>
                <a:lnTo>
                  <a:pt x="6359" y="19026"/>
                </a:lnTo>
                <a:lnTo>
                  <a:pt x="6359" y="19025"/>
                </a:lnTo>
                <a:lnTo>
                  <a:pt x="6359" y="19024"/>
                </a:lnTo>
                <a:lnTo>
                  <a:pt x="6359" y="19023"/>
                </a:lnTo>
                <a:lnTo>
                  <a:pt x="6359" y="19022"/>
                </a:lnTo>
                <a:lnTo>
                  <a:pt x="6359" y="19021"/>
                </a:lnTo>
                <a:lnTo>
                  <a:pt x="6359" y="19021"/>
                </a:lnTo>
                <a:lnTo>
                  <a:pt x="6359" y="19020"/>
                </a:lnTo>
                <a:lnTo>
                  <a:pt x="6359" y="19019"/>
                </a:lnTo>
                <a:lnTo>
                  <a:pt x="6359" y="19018"/>
                </a:lnTo>
                <a:lnTo>
                  <a:pt x="6359" y="19017"/>
                </a:lnTo>
                <a:lnTo>
                  <a:pt x="6359" y="19017"/>
                </a:lnTo>
                <a:lnTo>
                  <a:pt x="6359" y="19016"/>
                </a:lnTo>
                <a:lnTo>
                  <a:pt x="6359" y="19015"/>
                </a:lnTo>
                <a:lnTo>
                  <a:pt x="6359" y="19014"/>
                </a:lnTo>
                <a:lnTo>
                  <a:pt x="6359" y="19013"/>
                </a:lnTo>
                <a:lnTo>
                  <a:pt x="6359" y="19013"/>
                </a:lnTo>
                <a:lnTo>
                  <a:pt x="6359" y="19012"/>
                </a:lnTo>
                <a:lnTo>
                  <a:pt x="6359" y="19011"/>
                </a:lnTo>
                <a:lnTo>
                  <a:pt x="6359" y="19010"/>
                </a:lnTo>
                <a:lnTo>
                  <a:pt x="6359" y="19009"/>
                </a:lnTo>
                <a:lnTo>
                  <a:pt x="6359" y="19008"/>
                </a:lnTo>
                <a:lnTo>
                  <a:pt x="6359" y="19008"/>
                </a:lnTo>
                <a:lnTo>
                  <a:pt x="6359" y="19007"/>
                </a:lnTo>
                <a:lnTo>
                  <a:pt x="6359" y="19006"/>
                </a:lnTo>
                <a:lnTo>
                  <a:pt x="6359" y="19005"/>
                </a:lnTo>
                <a:lnTo>
                  <a:pt x="6359" y="19004"/>
                </a:lnTo>
                <a:lnTo>
                  <a:pt x="6359" y="19003"/>
                </a:lnTo>
                <a:lnTo>
                  <a:pt x="6359" y="19003"/>
                </a:lnTo>
                <a:lnTo>
                  <a:pt x="6359" y="19002"/>
                </a:lnTo>
                <a:lnTo>
                  <a:pt x="6359" y="19001"/>
                </a:lnTo>
                <a:lnTo>
                  <a:pt x="6359" y="19000"/>
                </a:lnTo>
                <a:lnTo>
                  <a:pt x="6359" y="18999"/>
                </a:lnTo>
                <a:lnTo>
                  <a:pt x="6359" y="18999"/>
                </a:lnTo>
                <a:lnTo>
                  <a:pt x="6359" y="18998"/>
                </a:lnTo>
                <a:lnTo>
                  <a:pt x="6359" y="18997"/>
                </a:lnTo>
                <a:lnTo>
                  <a:pt x="6359" y="18996"/>
                </a:lnTo>
                <a:lnTo>
                  <a:pt x="6359" y="18995"/>
                </a:lnTo>
                <a:lnTo>
                  <a:pt x="6359" y="18994"/>
                </a:lnTo>
                <a:lnTo>
                  <a:pt x="6359" y="18994"/>
                </a:lnTo>
                <a:lnTo>
                  <a:pt x="6359" y="18993"/>
                </a:lnTo>
                <a:lnTo>
                  <a:pt x="6359" y="18992"/>
                </a:lnTo>
                <a:lnTo>
                  <a:pt x="6359" y="18991"/>
                </a:lnTo>
                <a:lnTo>
                  <a:pt x="6359" y="18990"/>
                </a:lnTo>
                <a:lnTo>
                  <a:pt x="6359" y="18990"/>
                </a:lnTo>
                <a:lnTo>
                  <a:pt x="6359" y="18989"/>
                </a:lnTo>
                <a:lnTo>
                  <a:pt x="6359" y="18988"/>
                </a:lnTo>
                <a:lnTo>
                  <a:pt x="6359" y="18987"/>
                </a:lnTo>
                <a:lnTo>
                  <a:pt x="6359" y="18986"/>
                </a:lnTo>
                <a:lnTo>
                  <a:pt x="6359" y="18985"/>
                </a:lnTo>
                <a:lnTo>
                  <a:pt x="6359" y="18985"/>
                </a:lnTo>
                <a:lnTo>
                  <a:pt x="6359" y="18984"/>
                </a:lnTo>
                <a:lnTo>
                  <a:pt x="6359" y="18983"/>
                </a:lnTo>
                <a:lnTo>
                  <a:pt x="6359" y="18982"/>
                </a:lnTo>
                <a:lnTo>
                  <a:pt x="6359" y="18981"/>
                </a:lnTo>
                <a:lnTo>
                  <a:pt x="6359" y="18981"/>
                </a:lnTo>
                <a:lnTo>
                  <a:pt x="6359" y="18980"/>
                </a:lnTo>
                <a:lnTo>
                  <a:pt x="6359" y="18979"/>
                </a:lnTo>
                <a:lnTo>
                  <a:pt x="6359" y="18978"/>
                </a:lnTo>
                <a:lnTo>
                  <a:pt x="6359" y="18977"/>
                </a:lnTo>
                <a:lnTo>
                  <a:pt x="6359" y="18976"/>
                </a:lnTo>
                <a:lnTo>
                  <a:pt x="6359" y="18976"/>
                </a:lnTo>
                <a:lnTo>
                  <a:pt x="6359" y="18975"/>
                </a:lnTo>
                <a:lnTo>
                  <a:pt x="6359" y="18974"/>
                </a:lnTo>
                <a:lnTo>
                  <a:pt x="6359" y="18973"/>
                </a:lnTo>
                <a:lnTo>
                  <a:pt x="6359" y="18972"/>
                </a:lnTo>
                <a:lnTo>
                  <a:pt x="6359" y="18971"/>
                </a:lnTo>
                <a:lnTo>
                  <a:pt x="6359" y="18971"/>
                </a:lnTo>
                <a:lnTo>
                  <a:pt x="6359" y="18970"/>
                </a:lnTo>
                <a:lnTo>
                  <a:pt x="6359" y="18969"/>
                </a:lnTo>
                <a:lnTo>
                  <a:pt x="6359" y="18968"/>
                </a:lnTo>
                <a:lnTo>
                  <a:pt x="6359" y="18967"/>
                </a:lnTo>
                <a:lnTo>
                  <a:pt x="6359" y="18967"/>
                </a:lnTo>
                <a:lnTo>
                  <a:pt x="6359" y="18966"/>
                </a:lnTo>
                <a:lnTo>
                  <a:pt x="6359" y="18965"/>
                </a:lnTo>
                <a:lnTo>
                  <a:pt x="6359" y="18964"/>
                </a:lnTo>
                <a:lnTo>
                  <a:pt x="6359" y="18963"/>
                </a:lnTo>
                <a:lnTo>
                  <a:pt x="6359" y="18962"/>
                </a:lnTo>
                <a:lnTo>
                  <a:pt x="6359" y="18962"/>
                </a:lnTo>
                <a:lnTo>
                  <a:pt x="6359" y="18961"/>
                </a:lnTo>
                <a:lnTo>
                  <a:pt x="6359" y="18960"/>
                </a:lnTo>
                <a:lnTo>
                  <a:pt x="6359" y="18959"/>
                </a:lnTo>
                <a:lnTo>
                  <a:pt x="6359" y="18958"/>
                </a:lnTo>
                <a:lnTo>
                  <a:pt x="6359" y="18958"/>
                </a:lnTo>
                <a:lnTo>
                  <a:pt x="6359" y="18957"/>
                </a:lnTo>
                <a:lnTo>
                  <a:pt x="6359" y="18956"/>
                </a:lnTo>
                <a:lnTo>
                  <a:pt x="6359" y="18955"/>
                </a:lnTo>
                <a:lnTo>
                  <a:pt x="6359" y="18954"/>
                </a:lnTo>
                <a:lnTo>
                  <a:pt x="6359" y="18953"/>
                </a:lnTo>
                <a:lnTo>
                  <a:pt x="6359" y="18953"/>
                </a:lnTo>
                <a:lnTo>
                  <a:pt x="6359" y="18952"/>
                </a:lnTo>
                <a:lnTo>
                  <a:pt x="6359" y="18951"/>
                </a:lnTo>
                <a:lnTo>
                  <a:pt x="6359" y="18950"/>
                </a:lnTo>
                <a:lnTo>
                  <a:pt x="6359" y="18949"/>
                </a:lnTo>
                <a:lnTo>
                  <a:pt x="6359" y="18948"/>
                </a:lnTo>
                <a:lnTo>
                  <a:pt x="6359" y="18948"/>
                </a:lnTo>
                <a:lnTo>
                  <a:pt x="6359" y="18947"/>
                </a:lnTo>
                <a:lnTo>
                  <a:pt x="6359" y="18946"/>
                </a:lnTo>
                <a:lnTo>
                  <a:pt x="6359" y="18945"/>
                </a:lnTo>
                <a:lnTo>
                  <a:pt x="6359" y="18944"/>
                </a:lnTo>
                <a:lnTo>
                  <a:pt x="6359" y="18944"/>
                </a:lnTo>
                <a:lnTo>
                  <a:pt x="6359" y="18943"/>
                </a:lnTo>
                <a:lnTo>
                  <a:pt x="6359" y="18942"/>
                </a:lnTo>
                <a:lnTo>
                  <a:pt x="6359" y="18941"/>
                </a:lnTo>
                <a:lnTo>
                  <a:pt x="6359" y="18940"/>
                </a:lnTo>
                <a:lnTo>
                  <a:pt x="6359" y="18939"/>
                </a:lnTo>
                <a:lnTo>
                  <a:pt x="6359" y="18939"/>
                </a:lnTo>
                <a:lnTo>
                  <a:pt x="6359" y="18938"/>
                </a:lnTo>
                <a:lnTo>
                  <a:pt x="6359" y="18937"/>
                </a:lnTo>
                <a:lnTo>
                  <a:pt x="6359" y="18936"/>
                </a:lnTo>
                <a:lnTo>
                  <a:pt x="6359" y="18935"/>
                </a:lnTo>
                <a:lnTo>
                  <a:pt x="6359" y="18934"/>
                </a:lnTo>
                <a:lnTo>
                  <a:pt x="6359" y="18934"/>
                </a:lnTo>
                <a:lnTo>
                  <a:pt x="6359" y="18933"/>
                </a:lnTo>
                <a:lnTo>
                  <a:pt x="6359" y="18932"/>
                </a:lnTo>
                <a:lnTo>
                  <a:pt x="6359" y="18931"/>
                </a:lnTo>
                <a:lnTo>
                  <a:pt x="6359" y="18930"/>
                </a:lnTo>
                <a:lnTo>
                  <a:pt x="6359" y="18929"/>
                </a:lnTo>
                <a:lnTo>
                  <a:pt x="6359" y="18929"/>
                </a:lnTo>
                <a:lnTo>
                  <a:pt x="6359" y="18928"/>
                </a:lnTo>
                <a:lnTo>
                  <a:pt x="6359" y="18927"/>
                </a:lnTo>
                <a:lnTo>
                  <a:pt x="6359" y="18926"/>
                </a:lnTo>
                <a:lnTo>
                  <a:pt x="6359" y="18925"/>
                </a:lnTo>
                <a:lnTo>
                  <a:pt x="6359" y="18925"/>
                </a:lnTo>
                <a:lnTo>
                  <a:pt x="6359" y="18924"/>
                </a:lnTo>
                <a:lnTo>
                  <a:pt x="6359" y="18923"/>
                </a:lnTo>
                <a:lnTo>
                  <a:pt x="6359" y="18922"/>
                </a:lnTo>
                <a:lnTo>
                  <a:pt x="6359" y="18921"/>
                </a:lnTo>
                <a:lnTo>
                  <a:pt x="6359" y="18920"/>
                </a:lnTo>
                <a:lnTo>
                  <a:pt x="6359" y="18920"/>
                </a:lnTo>
                <a:lnTo>
                  <a:pt x="6359" y="18919"/>
                </a:lnTo>
                <a:lnTo>
                  <a:pt x="6359" y="18918"/>
                </a:lnTo>
                <a:lnTo>
                  <a:pt x="6359" y="18917"/>
                </a:lnTo>
                <a:lnTo>
                  <a:pt x="6359" y="18916"/>
                </a:lnTo>
                <a:lnTo>
                  <a:pt x="6359" y="18915"/>
                </a:lnTo>
                <a:lnTo>
                  <a:pt x="6359" y="18915"/>
                </a:lnTo>
                <a:lnTo>
                  <a:pt x="6359" y="18914"/>
                </a:lnTo>
                <a:lnTo>
                  <a:pt x="6359" y="18913"/>
                </a:lnTo>
                <a:lnTo>
                  <a:pt x="6359" y="18912"/>
                </a:lnTo>
                <a:lnTo>
                  <a:pt x="6359" y="18911"/>
                </a:lnTo>
                <a:lnTo>
                  <a:pt x="6359" y="18910"/>
                </a:lnTo>
                <a:lnTo>
                  <a:pt x="6359" y="18910"/>
                </a:lnTo>
                <a:lnTo>
                  <a:pt x="6359" y="18909"/>
                </a:lnTo>
                <a:lnTo>
                  <a:pt x="6359" y="18908"/>
                </a:lnTo>
                <a:lnTo>
                  <a:pt x="6359" y="18907"/>
                </a:lnTo>
                <a:lnTo>
                  <a:pt x="6359" y="18906"/>
                </a:lnTo>
                <a:lnTo>
                  <a:pt x="6359" y="18905"/>
                </a:lnTo>
                <a:lnTo>
                  <a:pt x="6359" y="18905"/>
                </a:lnTo>
                <a:lnTo>
                  <a:pt x="6359" y="18904"/>
                </a:lnTo>
                <a:lnTo>
                  <a:pt x="6359" y="18903"/>
                </a:lnTo>
                <a:lnTo>
                  <a:pt x="6359" y="18902"/>
                </a:lnTo>
                <a:lnTo>
                  <a:pt x="6359" y="18901"/>
                </a:lnTo>
                <a:lnTo>
                  <a:pt x="6359" y="18901"/>
                </a:lnTo>
                <a:lnTo>
                  <a:pt x="6359" y="18900"/>
                </a:lnTo>
                <a:lnTo>
                  <a:pt x="6359" y="18899"/>
                </a:lnTo>
                <a:lnTo>
                  <a:pt x="6359" y="18898"/>
                </a:lnTo>
                <a:lnTo>
                  <a:pt x="6359" y="18897"/>
                </a:lnTo>
                <a:lnTo>
                  <a:pt x="6359" y="18896"/>
                </a:lnTo>
                <a:lnTo>
                  <a:pt x="6359" y="18896"/>
                </a:lnTo>
                <a:lnTo>
                  <a:pt x="6359" y="18895"/>
                </a:lnTo>
                <a:lnTo>
                  <a:pt x="6359" y="18894"/>
                </a:lnTo>
                <a:lnTo>
                  <a:pt x="6359" y="18893"/>
                </a:lnTo>
                <a:lnTo>
                  <a:pt x="6359" y="18892"/>
                </a:lnTo>
                <a:lnTo>
                  <a:pt x="6359" y="18891"/>
                </a:lnTo>
                <a:lnTo>
                  <a:pt x="6359" y="18891"/>
                </a:lnTo>
                <a:lnTo>
                  <a:pt x="6359" y="18890"/>
                </a:lnTo>
                <a:lnTo>
                  <a:pt x="6359" y="18889"/>
                </a:lnTo>
                <a:lnTo>
                  <a:pt x="6359" y="18888"/>
                </a:lnTo>
                <a:lnTo>
                  <a:pt x="6359" y="18887"/>
                </a:lnTo>
                <a:lnTo>
                  <a:pt x="6359" y="18886"/>
                </a:lnTo>
                <a:lnTo>
                  <a:pt x="6359" y="18886"/>
                </a:lnTo>
                <a:lnTo>
                  <a:pt x="6359" y="18885"/>
                </a:lnTo>
                <a:lnTo>
                  <a:pt x="6359" y="18884"/>
                </a:lnTo>
                <a:lnTo>
                  <a:pt x="6359" y="18883"/>
                </a:lnTo>
                <a:lnTo>
                  <a:pt x="6359" y="18882"/>
                </a:lnTo>
                <a:lnTo>
                  <a:pt x="6359" y="18881"/>
                </a:lnTo>
                <a:lnTo>
                  <a:pt x="6359" y="18881"/>
                </a:lnTo>
                <a:lnTo>
                  <a:pt x="6359" y="18880"/>
                </a:lnTo>
                <a:lnTo>
                  <a:pt x="6359" y="18879"/>
                </a:lnTo>
                <a:lnTo>
                  <a:pt x="6359" y="18878"/>
                </a:lnTo>
                <a:lnTo>
                  <a:pt x="6359" y="18877"/>
                </a:lnTo>
                <a:lnTo>
                  <a:pt x="6359" y="18876"/>
                </a:lnTo>
                <a:lnTo>
                  <a:pt x="6359" y="18876"/>
                </a:lnTo>
                <a:lnTo>
                  <a:pt x="6359" y="18875"/>
                </a:lnTo>
                <a:lnTo>
                  <a:pt x="6359" y="18874"/>
                </a:lnTo>
                <a:lnTo>
                  <a:pt x="6359" y="18873"/>
                </a:lnTo>
                <a:lnTo>
                  <a:pt x="6359" y="18872"/>
                </a:lnTo>
                <a:lnTo>
                  <a:pt x="6359" y="18871"/>
                </a:lnTo>
                <a:lnTo>
                  <a:pt x="6359" y="18871"/>
                </a:lnTo>
                <a:lnTo>
                  <a:pt x="6359" y="18870"/>
                </a:lnTo>
                <a:lnTo>
                  <a:pt x="6359" y="18869"/>
                </a:lnTo>
                <a:lnTo>
                  <a:pt x="6359" y="18868"/>
                </a:lnTo>
                <a:lnTo>
                  <a:pt x="6359" y="18867"/>
                </a:lnTo>
                <a:lnTo>
                  <a:pt x="6359" y="18866"/>
                </a:lnTo>
                <a:lnTo>
                  <a:pt x="6359" y="18866"/>
                </a:lnTo>
                <a:lnTo>
                  <a:pt x="6359" y="18865"/>
                </a:lnTo>
                <a:lnTo>
                  <a:pt x="6359" y="18864"/>
                </a:lnTo>
                <a:lnTo>
                  <a:pt x="6359" y="18863"/>
                </a:lnTo>
                <a:lnTo>
                  <a:pt x="6359" y="18862"/>
                </a:lnTo>
                <a:lnTo>
                  <a:pt x="6359" y="18861"/>
                </a:lnTo>
                <a:lnTo>
                  <a:pt x="6359" y="18861"/>
                </a:lnTo>
                <a:lnTo>
                  <a:pt x="6359" y="18860"/>
                </a:lnTo>
                <a:lnTo>
                  <a:pt x="6359" y="18859"/>
                </a:lnTo>
                <a:lnTo>
                  <a:pt x="6359" y="18858"/>
                </a:lnTo>
                <a:lnTo>
                  <a:pt x="6359" y="18857"/>
                </a:lnTo>
                <a:lnTo>
                  <a:pt x="6359" y="18856"/>
                </a:lnTo>
                <a:lnTo>
                  <a:pt x="6359" y="18856"/>
                </a:lnTo>
                <a:lnTo>
                  <a:pt x="6359" y="18855"/>
                </a:lnTo>
                <a:lnTo>
                  <a:pt x="6359" y="18854"/>
                </a:lnTo>
                <a:lnTo>
                  <a:pt x="6359" y="18853"/>
                </a:lnTo>
                <a:lnTo>
                  <a:pt x="6359" y="18852"/>
                </a:lnTo>
                <a:lnTo>
                  <a:pt x="6359" y="18851"/>
                </a:lnTo>
                <a:lnTo>
                  <a:pt x="6359" y="18851"/>
                </a:lnTo>
                <a:lnTo>
                  <a:pt x="6359" y="18850"/>
                </a:lnTo>
                <a:lnTo>
                  <a:pt x="6359" y="18849"/>
                </a:lnTo>
                <a:lnTo>
                  <a:pt x="6359" y="18848"/>
                </a:lnTo>
                <a:lnTo>
                  <a:pt x="6359" y="18847"/>
                </a:lnTo>
                <a:lnTo>
                  <a:pt x="6359" y="18846"/>
                </a:lnTo>
                <a:lnTo>
                  <a:pt x="6359" y="18846"/>
                </a:lnTo>
                <a:lnTo>
                  <a:pt x="6359" y="18845"/>
                </a:lnTo>
                <a:lnTo>
                  <a:pt x="6359" y="18844"/>
                </a:lnTo>
                <a:lnTo>
                  <a:pt x="6359" y="18843"/>
                </a:lnTo>
                <a:lnTo>
                  <a:pt x="6359" y="18842"/>
                </a:lnTo>
                <a:lnTo>
                  <a:pt x="6359" y="18841"/>
                </a:lnTo>
                <a:lnTo>
                  <a:pt x="6359" y="18841"/>
                </a:lnTo>
                <a:lnTo>
                  <a:pt x="6359" y="18840"/>
                </a:lnTo>
                <a:lnTo>
                  <a:pt x="6359" y="18839"/>
                </a:lnTo>
                <a:lnTo>
                  <a:pt x="6359" y="18838"/>
                </a:lnTo>
                <a:lnTo>
                  <a:pt x="6359" y="18837"/>
                </a:lnTo>
                <a:lnTo>
                  <a:pt x="6359" y="18836"/>
                </a:lnTo>
                <a:lnTo>
                  <a:pt x="6359" y="18836"/>
                </a:lnTo>
                <a:lnTo>
                  <a:pt x="6359" y="18835"/>
                </a:lnTo>
                <a:lnTo>
                  <a:pt x="6359" y="18834"/>
                </a:lnTo>
                <a:lnTo>
                  <a:pt x="6359" y="18833"/>
                </a:lnTo>
                <a:lnTo>
                  <a:pt x="6359" y="18832"/>
                </a:lnTo>
                <a:lnTo>
                  <a:pt x="6359" y="18831"/>
                </a:lnTo>
                <a:lnTo>
                  <a:pt x="6359" y="18831"/>
                </a:lnTo>
                <a:lnTo>
                  <a:pt x="6359" y="18830"/>
                </a:lnTo>
                <a:lnTo>
                  <a:pt x="6359" y="18829"/>
                </a:lnTo>
                <a:lnTo>
                  <a:pt x="6359" y="18828"/>
                </a:lnTo>
                <a:lnTo>
                  <a:pt x="6359" y="18827"/>
                </a:lnTo>
                <a:lnTo>
                  <a:pt x="6359" y="18826"/>
                </a:lnTo>
                <a:lnTo>
                  <a:pt x="6359" y="18826"/>
                </a:lnTo>
                <a:lnTo>
                  <a:pt x="6359" y="18825"/>
                </a:lnTo>
                <a:lnTo>
                  <a:pt x="6359" y="18824"/>
                </a:lnTo>
                <a:lnTo>
                  <a:pt x="6359" y="18823"/>
                </a:lnTo>
                <a:lnTo>
                  <a:pt x="6359" y="18822"/>
                </a:lnTo>
                <a:lnTo>
                  <a:pt x="6359" y="18821"/>
                </a:lnTo>
                <a:lnTo>
                  <a:pt x="6359" y="18821"/>
                </a:lnTo>
                <a:lnTo>
                  <a:pt x="6359" y="18820"/>
                </a:lnTo>
                <a:lnTo>
                  <a:pt x="6359" y="18819"/>
                </a:lnTo>
                <a:lnTo>
                  <a:pt x="6359" y="18818"/>
                </a:lnTo>
                <a:lnTo>
                  <a:pt x="6359" y="18817"/>
                </a:lnTo>
                <a:lnTo>
                  <a:pt x="6359" y="18816"/>
                </a:lnTo>
                <a:lnTo>
                  <a:pt x="6359" y="18816"/>
                </a:lnTo>
                <a:lnTo>
                  <a:pt x="6359" y="18815"/>
                </a:lnTo>
                <a:lnTo>
                  <a:pt x="6359" y="18814"/>
                </a:lnTo>
                <a:lnTo>
                  <a:pt x="6359" y="18813"/>
                </a:lnTo>
                <a:lnTo>
                  <a:pt x="6359" y="18812"/>
                </a:lnTo>
                <a:lnTo>
                  <a:pt x="6359" y="18811"/>
                </a:lnTo>
                <a:lnTo>
                  <a:pt x="6359" y="18811"/>
                </a:lnTo>
                <a:lnTo>
                  <a:pt x="6359" y="18810"/>
                </a:lnTo>
                <a:lnTo>
                  <a:pt x="6359" y="18809"/>
                </a:lnTo>
                <a:lnTo>
                  <a:pt x="6359" y="18808"/>
                </a:lnTo>
                <a:lnTo>
                  <a:pt x="6359" y="18807"/>
                </a:lnTo>
                <a:lnTo>
                  <a:pt x="6359" y="18806"/>
                </a:lnTo>
                <a:lnTo>
                  <a:pt x="6359" y="18806"/>
                </a:lnTo>
                <a:lnTo>
                  <a:pt x="6359" y="18805"/>
                </a:lnTo>
                <a:lnTo>
                  <a:pt x="6359" y="18804"/>
                </a:lnTo>
                <a:lnTo>
                  <a:pt x="6359" y="18803"/>
                </a:lnTo>
                <a:lnTo>
                  <a:pt x="6359" y="18802"/>
                </a:lnTo>
                <a:lnTo>
                  <a:pt x="6359" y="18801"/>
                </a:lnTo>
                <a:lnTo>
                  <a:pt x="6359" y="18800"/>
                </a:lnTo>
                <a:lnTo>
                  <a:pt x="6359" y="18800"/>
                </a:lnTo>
                <a:lnTo>
                  <a:pt x="6359" y="18799"/>
                </a:lnTo>
                <a:lnTo>
                  <a:pt x="6359" y="18798"/>
                </a:lnTo>
                <a:lnTo>
                  <a:pt x="6359" y="18797"/>
                </a:lnTo>
                <a:lnTo>
                  <a:pt x="6359" y="18796"/>
                </a:lnTo>
                <a:lnTo>
                  <a:pt x="6359" y="18795"/>
                </a:lnTo>
                <a:lnTo>
                  <a:pt x="6359" y="18795"/>
                </a:lnTo>
                <a:lnTo>
                  <a:pt x="6359" y="18794"/>
                </a:lnTo>
                <a:lnTo>
                  <a:pt x="6359" y="18793"/>
                </a:lnTo>
                <a:lnTo>
                  <a:pt x="6359" y="18792"/>
                </a:lnTo>
                <a:lnTo>
                  <a:pt x="6359" y="18791"/>
                </a:lnTo>
                <a:lnTo>
                  <a:pt x="6359" y="18790"/>
                </a:lnTo>
                <a:lnTo>
                  <a:pt x="6359" y="18790"/>
                </a:lnTo>
                <a:lnTo>
                  <a:pt x="6359" y="18789"/>
                </a:lnTo>
                <a:lnTo>
                  <a:pt x="6359" y="18788"/>
                </a:lnTo>
                <a:lnTo>
                  <a:pt x="6359" y="18787"/>
                </a:lnTo>
                <a:lnTo>
                  <a:pt x="6359" y="18786"/>
                </a:lnTo>
                <a:lnTo>
                  <a:pt x="6359" y="18785"/>
                </a:lnTo>
                <a:lnTo>
                  <a:pt x="6359" y="18785"/>
                </a:lnTo>
                <a:lnTo>
                  <a:pt x="6359" y="18784"/>
                </a:lnTo>
                <a:lnTo>
                  <a:pt x="6359" y="18783"/>
                </a:lnTo>
                <a:lnTo>
                  <a:pt x="6359" y="18782"/>
                </a:lnTo>
                <a:lnTo>
                  <a:pt x="6359" y="18781"/>
                </a:lnTo>
                <a:lnTo>
                  <a:pt x="6359" y="18780"/>
                </a:lnTo>
                <a:lnTo>
                  <a:pt x="6359" y="18780"/>
                </a:lnTo>
                <a:lnTo>
                  <a:pt x="6359" y="18779"/>
                </a:lnTo>
                <a:lnTo>
                  <a:pt x="6359" y="18778"/>
                </a:lnTo>
                <a:lnTo>
                  <a:pt x="6359" y="18777"/>
                </a:lnTo>
                <a:lnTo>
                  <a:pt x="6359" y="18776"/>
                </a:lnTo>
                <a:lnTo>
                  <a:pt x="6359" y="18775"/>
                </a:lnTo>
                <a:lnTo>
                  <a:pt x="6359" y="18774"/>
                </a:lnTo>
                <a:lnTo>
                  <a:pt x="6359" y="18774"/>
                </a:lnTo>
                <a:lnTo>
                  <a:pt x="6359" y="18773"/>
                </a:lnTo>
                <a:lnTo>
                  <a:pt x="6359" y="18772"/>
                </a:lnTo>
                <a:lnTo>
                  <a:pt x="6359" y="18771"/>
                </a:lnTo>
                <a:lnTo>
                  <a:pt x="6359" y="18770"/>
                </a:lnTo>
                <a:lnTo>
                  <a:pt x="6359" y="18769"/>
                </a:lnTo>
                <a:lnTo>
                  <a:pt x="6359" y="18769"/>
                </a:lnTo>
                <a:lnTo>
                  <a:pt x="6359" y="18768"/>
                </a:lnTo>
                <a:lnTo>
                  <a:pt x="6359" y="18767"/>
                </a:lnTo>
                <a:lnTo>
                  <a:pt x="6359" y="18766"/>
                </a:lnTo>
                <a:lnTo>
                  <a:pt x="6359" y="18765"/>
                </a:lnTo>
                <a:lnTo>
                  <a:pt x="6359" y="18764"/>
                </a:lnTo>
                <a:lnTo>
                  <a:pt x="6359" y="18764"/>
                </a:lnTo>
                <a:lnTo>
                  <a:pt x="6359" y="18763"/>
                </a:lnTo>
                <a:lnTo>
                  <a:pt x="6359" y="18762"/>
                </a:lnTo>
                <a:lnTo>
                  <a:pt x="6359" y="18761"/>
                </a:lnTo>
                <a:lnTo>
                  <a:pt x="6359" y="18760"/>
                </a:lnTo>
                <a:lnTo>
                  <a:pt x="6359" y="18759"/>
                </a:lnTo>
                <a:lnTo>
                  <a:pt x="6359" y="18758"/>
                </a:lnTo>
                <a:lnTo>
                  <a:pt x="6359" y="18758"/>
                </a:lnTo>
                <a:lnTo>
                  <a:pt x="6359" y="18757"/>
                </a:lnTo>
                <a:lnTo>
                  <a:pt x="6359" y="18756"/>
                </a:lnTo>
                <a:lnTo>
                  <a:pt x="6359" y="18755"/>
                </a:lnTo>
                <a:lnTo>
                  <a:pt x="6359" y="18754"/>
                </a:lnTo>
                <a:lnTo>
                  <a:pt x="6359" y="18753"/>
                </a:lnTo>
                <a:lnTo>
                  <a:pt x="6359" y="18753"/>
                </a:lnTo>
                <a:lnTo>
                  <a:pt x="6359" y="18752"/>
                </a:lnTo>
                <a:lnTo>
                  <a:pt x="6359" y="18751"/>
                </a:lnTo>
                <a:lnTo>
                  <a:pt x="6359" y="18750"/>
                </a:lnTo>
                <a:lnTo>
                  <a:pt x="6359" y="18749"/>
                </a:lnTo>
                <a:lnTo>
                  <a:pt x="6359" y="18748"/>
                </a:lnTo>
                <a:lnTo>
                  <a:pt x="6359" y="18748"/>
                </a:lnTo>
                <a:lnTo>
                  <a:pt x="6359" y="18747"/>
                </a:lnTo>
                <a:lnTo>
                  <a:pt x="6359" y="18746"/>
                </a:lnTo>
                <a:lnTo>
                  <a:pt x="6359" y="18745"/>
                </a:lnTo>
                <a:lnTo>
                  <a:pt x="6359" y="18744"/>
                </a:lnTo>
                <a:lnTo>
                  <a:pt x="6359" y="18743"/>
                </a:lnTo>
                <a:lnTo>
                  <a:pt x="6359" y="18742"/>
                </a:lnTo>
                <a:lnTo>
                  <a:pt x="6359" y="18742"/>
                </a:lnTo>
                <a:lnTo>
                  <a:pt x="6359" y="18741"/>
                </a:lnTo>
                <a:lnTo>
                  <a:pt x="6359" y="18740"/>
                </a:lnTo>
                <a:lnTo>
                  <a:pt x="6359" y="18739"/>
                </a:lnTo>
                <a:lnTo>
                  <a:pt x="6359" y="18738"/>
                </a:lnTo>
                <a:lnTo>
                  <a:pt x="6359" y="18737"/>
                </a:lnTo>
                <a:lnTo>
                  <a:pt x="6359" y="18737"/>
                </a:lnTo>
                <a:lnTo>
                  <a:pt x="6359" y="18736"/>
                </a:lnTo>
                <a:lnTo>
                  <a:pt x="6359" y="18735"/>
                </a:lnTo>
                <a:lnTo>
                  <a:pt x="6359" y="18734"/>
                </a:lnTo>
                <a:lnTo>
                  <a:pt x="6359" y="18733"/>
                </a:lnTo>
                <a:lnTo>
                  <a:pt x="6359" y="18732"/>
                </a:lnTo>
                <a:lnTo>
                  <a:pt x="6359" y="18732"/>
                </a:lnTo>
                <a:lnTo>
                  <a:pt x="6359" y="18731"/>
                </a:lnTo>
                <a:lnTo>
                  <a:pt x="6359" y="18730"/>
                </a:lnTo>
                <a:lnTo>
                  <a:pt x="6359" y="18729"/>
                </a:lnTo>
                <a:lnTo>
                  <a:pt x="6359" y="18728"/>
                </a:lnTo>
                <a:lnTo>
                  <a:pt x="6359" y="18727"/>
                </a:lnTo>
                <a:lnTo>
                  <a:pt x="6359" y="18726"/>
                </a:lnTo>
                <a:lnTo>
                  <a:pt x="6359" y="18726"/>
                </a:lnTo>
                <a:lnTo>
                  <a:pt x="6359" y="18725"/>
                </a:lnTo>
                <a:lnTo>
                  <a:pt x="6359" y="18724"/>
                </a:lnTo>
                <a:lnTo>
                  <a:pt x="6359" y="18723"/>
                </a:lnTo>
                <a:lnTo>
                  <a:pt x="6359" y="18722"/>
                </a:lnTo>
                <a:lnTo>
                  <a:pt x="6359" y="18721"/>
                </a:lnTo>
                <a:lnTo>
                  <a:pt x="6359" y="18721"/>
                </a:lnTo>
                <a:lnTo>
                  <a:pt x="6359" y="18720"/>
                </a:lnTo>
                <a:lnTo>
                  <a:pt x="6359" y="18719"/>
                </a:lnTo>
                <a:lnTo>
                  <a:pt x="6359" y="18718"/>
                </a:lnTo>
                <a:lnTo>
                  <a:pt x="6359" y="18717"/>
                </a:lnTo>
                <a:lnTo>
                  <a:pt x="6359" y="18716"/>
                </a:lnTo>
                <a:lnTo>
                  <a:pt x="6359" y="18715"/>
                </a:lnTo>
                <a:lnTo>
                  <a:pt x="6359" y="18715"/>
                </a:lnTo>
                <a:lnTo>
                  <a:pt x="6359" y="18714"/>
                </a:lnTo>
                <a:lnTo>
                  <a:pt x="6359" y="18713"/>
                </a:lnTo>
                <a:lnTo>
                  <a:pt x="6359" y="18712"/>
                </a:lnTo>
                <a:lnTo>
                  <a:pt x="6359" y="18711"/>
                </a:lnTo>
                <a:lnTo>
                  <a:pt x="6359" y="18710"/>
                </a:lnTo>
                <a:lnTo>
                  <a:pt x="6359" y="18710"/>
                </a:lnTo>
                <a:lnTo>
                  <a:pt x="6359" y="18709"/>
                </a:lnTo>
                <a:lnTo>
                  <a:pt x="6359" y="18708"/>
                </a:lnTo>
                <a:lnTo>
                  <a:pt x="6359" y="18707"/>
                </a:lnTo>
                <a:lnTo>
                  <a:pt x="6359" y="18706"/>
                </a:lnTo>
                <a:lnTo>
                  <a:pt x="6359" y="18705"/>
                </a:lnTo>
                <a:lnTo>
                  <a:pt x="6359" y="18704"/>
                </a:lnTo>
                <a:lnTo>
                  <a:pt x="6359" y="18704"/>
                </a:lnTo>
                <a:lnTo>
                  <a:pt x="6359" y="18703"/>
                </a:lnTo>
                <a:lnTo>
                  <a:pt x="6359" y="18702"/>
                </a:lnTo>
                <a:lnTo>
                  <a:pt x="6359" y="18701"/>
                </a:lnTo>
                <a:lnTo>
                  <a:pt x="6359" y="18700"/>
                </a:lnTo>
                <a:lnTo>
                  <a:pt x="6359" y="18699"/>
                </a:lnTo>
                <a:lnTo>
                  <a:pt x="6359" y="18699"/>
                </a:lnTo>
                <a:lnTo>
                  <a:pt x="6359" y="18698"/>
                </a:lnTo>
                <a:lnTo>
                  <a:pt x="6359" y="18697"/>
                </a:lnTo>
                <a:lnTo>
                  <a:pt x="6359" y="18696"/>
                </a:lnTo>
                <a:lnTo>
                  <a:pt x="6359" y="18695"/>
                </a:lnTo>
                <a:lnTo>
                  <a:pt x="6359" y="18694"/>
                </a:lnTo>
                <a:lnTo>
                  <a:pt x="6359" y="18693"/>
                </a:lnTo>
                <a:lnTo>
                  <a:pt x="6359" y="18693"/>
                </a:lnTo>
                <a:lnTo>
                  <a:pt x="6359" y="18692"/>
                </a:lnTo>
                <a:lnTo>
                  <a:pt x="6359" y="18691"/>
                </a:lnTo>
                <a:lnTo>
                  <a:pt x="6359" y="18690"/>
                </a:lnTo>
                <a:lnTo>
                  <a:pt x="6359" y="18689"/>
                </a:lnTo>
                <a:lnTo>
                  <a:pt x="6359" y="18688"/>
                </a:lnTo>
                <a:lnTo>
                  <a:pt x="6359" y="18688"/>
                </a:lnTo>
                <a:lnTo>
                  <a:pt x="6359" y="18687"/>
                </a:lnTo>
                <a:lnTo>
                  <a:pt x="6359" y="18686"/>
                </a:lnTo>
                <a:lnTo>
                  <a:pt x="6359" y="18685"/>
                </a:lnTo>
                <a:lnTo>
                  <a:pt x="6359" y="18684"/>
                </a:lnTo>
                <a:lnTo>
                  <a:pt x="6359" y="18683"/>
                </a:lnTo>
                <a:lnTo>
                  <a:pt x="6359" y="18682"/>
                </a:lnTo>
                <a:lnTo>
                  <a:pt x="6359" y="18682"/>
                </a:lnTo>
                <a:lnTo>
                  <a:pt x="6359" y="18681"/>
                </a:lnTo>
                <a:lnTo>
                  <a:pt x="6359" y="18680"/>
                </a:lnTo>
                <a:lnTo>
                  <a:pt x="6359" y="18679"/>
                </a:lnTo>
                <a:lnTo>
                  <a:pt x="6359" y="18678"/>
                </a:lnTo>
                <a:lnTo>
                  <a:pt x="6359" y="18677"/>
                </a:lnTo>
                <a:lnTo>
                  <a:pt x="6359" y="18676"/>
                </a:lnTo>
                <a:lnTo>
                  <a:pt x="6359" y="18676"/>
                </a:lnTo>
                <a:lnTo>
                  <a:pt x="6359" y="18675"/>
                </a:lnTo>
                <a:lnTo>
                  <a:pt x="6359" y="18674"/>
                </a:lnTo>
                <a:lnTo>
                  <a:pt x="6359" y="18673"/>
                </a:lnTo>
                <a:lnTo>
                  <a:pt x="6359" y="18672"/>
                </a:lnTo>
                <a:lnTo>
                  <a:pt x="6359" y="18671"/>
                </a:lnTo>
                <a:lnTo>
                  <a:pt x="6359" y="18671"/>
                </a:lnTo>
                <a:lnTo>
                  <a:pt x="6359" y="18670"/>
                </a:lnTo>
                <a:lnTo>
                  <a:pt x="6359" y="18669"/>
                </a:lnTo>
                <a:lnTo>
                  <a:pt x="6359" y="18668"/>
                </a:lnTo>
                <a:lnTo>
                  <a:pt x="6359" y="18667"/>
                </a:lnTo>
                <a:lnTo>
                  <a:pt x="6359" y="18666"/>
                </a:lnTo>
                <a:lnTo>
                  <a:pt x="6359" y="18665"/>
                </a:lnTo>
                <a:lnTo>
                  <a:pt x="6359" y="18665"/>
                </a:lnTo>
                <a:lnTo>
                  <a:pt x="6359" y="18664"/>
                </a:lnTo>
                <a:lnTo>
                  <a:pt x="6359" y="18663"/>
                </a:lnTo>
                <a:lnTo>
                  <a:pt x="6359" y="18662"/>
                </a:lnTo>
                <a:lnTo>
                  <a:pt x="6359" y="18661"/>
                </a:lnTo>
                <a:lnTo>
                  <a:pt x="6359" y="18660"/>
                </a:lnTo>
                <a:lnTo>
                  <a:pt x="6359" y="18659"/>
                </a:lnTo>
                <a:lnTo>
                  <a:pt x="6359" y="18659"/>
                </a:lnTo>
                <a:lnTo>
                  <a:pt x="6359" y="18658"/>
                </a:lnTo>
                <a:lnTo>
                  <a:pt x="6359" y="18657"/>
                </a:lnTo>
                <a:lnTo>
                  <a:pt x="6359" y="18656"/>
                </a:lnTo>
                <a:lnTo>
                  <a:pt x="6359" y="18655"/>
                </a:lnTo>
                <a:lnTo>
                  <a:pt x="6359" y="18654"/>
                </a:lnTo>
                <a:lnTo>
                  <a:pt x="6359" y="18653"/>
                </a:lnTo>
                <a:lnTo>
                  <a:pt x="6359" y="18653"/>
                </a:lnTo>
                <a:lnTo>
                  <a:pt x="6359" y="18652"/>
                </a:lnTo>
                <a:lnTo>
                  <a:pt x="6359" y="18651"/>
                </a:lnTo>
                <a:lnTo>
                  <a:pt x="6359" y="18650"/>
                </a:lnTo>
                <a:lnTo>
                  <a:pt x="6359" y="18649"/>
                </a:lnTo>
                <a:lnTo>
                  <a:pt x="6359" y="18648"/>
                </a:lnTo>
                <a:lnTo>
                  <a:pt x="6359" y="18648"/>
                </a:lnTo>
                <a:lnTo>
                  <a:pt x="6359" y="18647"/>
                </a:lnTo>
                <a:lnTo>
                  <a:pt x="6359" y="18646"/>
                </a:lnTo>
                <a:lnTo>
                  <a:pt x="6359" y="18645"/>
                </a:lnTo>
                <a:lnTo>
                  <a:pt x="6359" y="18644"/>
                </a:lnTo>
                <a:lnTo>
                  <a:pt x="6359" y="18643"/>
                </a:lnTo>
                <a:lnTo>
                  <a:pt x="6359" y="18642"/>
                </a:lnTo>
                <a:lnTo>
                  <a:pt x="6359" y="18642"/>
                </a:lnTo>
                <a:lnTo>
                  <a:pt x="6359" y="18641"/>
                </a:lnTo>
                <a:lnTo>
                  <a:pt x="6359" y="18640"/>
                </a:lnTo>
                <a:lnTo>
                  <a:pt x="6359" y="18639"/>
                </a:lnTo>
                <a:lnTo>
                  <a:pt x="6359" y="18638"/>
                </a:lnTo>
                <a:lnTo>
                  <a:pt x="6359" y="18637"/>
                </a:lnTo>
                <a:lnTo>
                  <a:pt x="6359" y="18636"/>
                </a:lnTo>
                <a:lnTo>
                  <a:pt x="6359" y="18636"/>
                </a:lnTo>
                <a:lnTo>
                  <a:pt x="6359" y="18635"/>
                </a:lnTo>
                <a:lnTo>
                  <a:pt x="6359" y="18634"/>
                </a:lnTo>
                <a:lnTo>
                  <a:pt x="6359" y="18633"/>
                </a:lnTo>
                <a:lnTo>
                  <a:pt x="6359" y="18632"/>
                </a:lnTo>
                <a:lnTo>
                  <a:pt x="6359" y="18631"/>
                </a:lnTo>
                <a:lnTo>
                  <a:pt x="6359" y="18630"/>
                </a:lnTo>
                <a:lnTo>
                  <a:pt x="6359" y="18630"/>
                </a:lnTo>
                <a:lnTo>
                  <a:pt x="6359" y="18629"/>
                </a:lnTo>
                <a:lnTo>
                  <a:pt x="6359" y="18628"/>
                </a:lnTo>
                <a:lnTo>
                  <a:pt x="6359" y="18627"/>
                </a:lnTo>
                <a:lnTo>
                  <a:pt x="6359" y="18626"/>
                </a:lnTo>
                <a:lnTo>
                  <a:pt x="6359" y="18625"/>
                </a:lnTo>
                <a:lnTo>
                  <a:pt x="6359" y="18625"/>
                </a:lnTo>
                <a:lnTo>
                  <a:pt x="6359" y="18624"/>
                </a:lnTo>
                <a:lnTo>
                  <a:pt x="6359" y="18623"/>
                </a:lnTo>
                <a:lnTo>
                  <a:pt x="6359" y="18622"/>
                </a:lnTo>
                <a:lnTo>
                  <a:pt x="6359" y="18621"/>
                </a:lnTo>
                <a:lnTo>
                  <a:pt x="6359" y="18620"/>
                </a:lnTo>
                <a:lnTo>
                  <a:pt x="6359" y="18619"/>
                </a:lnTo>
                <a:lnTo>
                  <a:pt x="6359" y="18619"/>
                </a:lnTo>
                <a:lnTo>
                  <a:pt x="6359" y="18618"/>
                </a:lnTo>
                <a:lnTo>
                  <a:pt x="6359" y="18617"/>
                </a:lnTo>
                <a:lnTo>
                  <a:pt x="6359" y="18616"/>
                </a:lnTo>
                <a:lnTo>
                  <a:pt x="6359" y="18615"/>
                </a:lnTo>
                <a:lnTo>
                  <a:pt x="6359" y="18614"/>
                </a:lnTo>
                <a:lnTo>
                  <a:pt x="6359" y="18613"/>
                </a:lnTo>
                <a:lnTo>
                  <a:pt x="6359" y="18613"/>
                </a:lnTo>
                <a:lnTo>
                  <a:pt x="6359" y="18612"/>
                </a:lnTo>
                <a:lnTo>
                  <a:pt x="6359" y="18611"/>
                </a:lnTo>
                <a:lnTo>
                  <a:pt x="6359" y="18610"/>
                </a:lnTo>
                <a:lnTo>
                  <a:pt x="6359" y="18609"/>
                </a:lnTo>
                <a:lnTo>
                  <a:pt x="6359" y="18608"/>
                </a:lnTo>
                <a:lnTo>
                  <a:pt x="6359" y="18607"/>
                </a:lnTo>
                <a:lnTo>
                  <a:pt x="6359" y="18607"/>
                </a:lnTo>
                <a:lnTo>
                  <a:pt x="6359" y="18606"/>
                </a:lnTo>
                <a:lnTo>
                  <a:pt x="6359" y="18605"/>
                </a:lnTo>
                <a:lnTo>
                  <a:pt x="6359" y="18604"/>
                </a:lnTo>
                <a:lnTo>
                  <a:pt x="6359" y="18603"/>
                </a:lnTo>
                <a:lnTo>
                  <a:pt x="6359" y="18602"/>
                </a:lnTo>
                <a:lnTo>
                  <a:pt x="6359" y="18601"/>
                </a:lnTo>
                <a:lnTo>
                  <a:pt x="6359" y="18601"/>
                </a:lnTo>
                <a:lnTo>
                  <a:pt x="6359" y="18600"/>
                </a:lnTo>
                <a:lnTo>
                  <a:pt x="6359" y="18599"/>
                </a:lnTo>
                <a:lnTo>
                  <a:pt x="6359" y="18598"/>
                </a:lnTo>
                <a:lnTo>
                  <a:pt x="6359" y="18597"/>
                </a:lnTo>
                <a:lnTo>
                  <a:pt x="6359" y="18596"/>
                </a:lnTo>
                <a:lnTo>
                  <a:pt x="6359" y="18595"/>
                </a:lnTo>
                <a:lnTo>
                  <a:pt x="6359" y="18595"/>
                </a:lnTo>
                <a:lnTo>
                  <a:pt x="6359" y="18594"/>
                </a:lnTo>
                <a:lnTo>
                  <a:pt x="6359" y="18593"/>
                </a:lnTo>
                <a:lnTo>
                  <a:pt x="6359" y="18592"/>
                </a:lnTo>
                <a:lnTo>
                  <a:pt x="6359" y="18591"/>
                </a:lnTo>
                <a:lnTo>
                  <a:pt x="6359" y="18590"/>
                </a:lnTo>
                <a:lnTo>
                  <a:pt x="6359" y="18589"/>
                </a:lnTo>
                <a:lnTo>
                  <a:pt x="6359" y="18589"/>
                </a:lnTo>
                <a:lnTo>
                  <a:pt x="6359" y="18588"/>
                </a:lnTo>
                <a:lnTo>
                  <a:pt x="6359" y="18587"/>
                </a:lnTo>
                <a:lnTo>
                  <a:pt x="6359" y="18586"/>
                </a:lnTo>
                <a:lnTo>
                  <a:pt x="6359" y="18585"/>
                </a:lnTo>
                <a:lnTo>
                  <a:pt x="6359" y="18584"/>
                </a:lnTo>
                <a:lnTo>
                  <a:pt x="6359" y="18583"/>
                </a:lnTo>
                <a:lnTo>
                  <a:pt x="6359" y="18583"/>
                </a:lnTo>
                <a:lnTo>
                  <a:pt x="6359" y="18582"/>
                </a:lnTo>
                <a:lnTo>
                  <a:pt x="6359" y="18581"/>
                </a:lnTo>
                <a:lnTo>
                  <a:pt x="6359" y="18580"/>
                </a:lnTo>
                <a:lnTo>
                  <a:pt x="6359" y="18579"/>
                </a:lnTo>
                <a:lnTo>
                  <a:pt x="6359" y="18578"/>
                </a:lnTo>
                <a:lnTo>
                  <a:pt x="6359" y="18577"/>
                </a:lnTo>
                <a:lnTo>
                  <a:pt x="6359" y="18577"/>
                </a:lnTo>
                <a:lnTo>
                  <a:pt x="6359" y="18576"/>
                </a:lnTo>
                <a:lnTo>
                  <a:pt x="6359" y="18575"/>
                </a:lnTo>
                <a:lnTo>
                  <a:pt x="6359" y="18574"/>
                </a:lnTo>
                <a:lnTo>
                  <a:pt x="6359" y="18573"/>
                </a:lnTo>
                <a:lnTo>
                  <a:pt x="6359" y="18572"/>
                </a:lnTo>
                <a:lnTo>
                  <a:pt x="6359" y="18571"/>
                </a:lnTo>
                <a:lnTo>
                  <a:pt x="6359" y="18571"/>
                </a:lnTo>
                <a:lnTo>
                  <a:pt x="6359" y="18570"/>
                </a:lnTo>
                <a:lnTo>
                  <a:pt x="6359" y="18569"/>
                </a:lnTo>
                <a:lnTo>
                  <a:pt x="6359" y="18568"/>
                </a:lnTo>
                <a:lnTo>
                  <a:pt x="6359" y="18567"/>
                </a:lnTo>
                <a:lnTo>
                  <a:pt x="6359" y="18566"/>
                </a:lnTo>
                <a:lnTo>
                  <a:pt x="6359" y="18565"/>
                </a:lnTo>
                <a:lnTo>
                  <a:pt x="6359" y="18565"/>
                </a:lnTo>
                <a:lnTo>
                  <a:pt x="6359" y="18564"/>
                </a:lnTo>
                <a:lnTo>
                  <a:pt x="6359" y="18563"/>
                </a:lnTo>
                <a:lnTo>
                  <a:pt x="6359" y="18562"/>
                </a:lnTo>
                <a:lnTo>
                  <a:pt x="6359" y="18561"/>
                </a:lnTo>
                <a:lnTo>
                  <a:pt x="6359" y="18560"/>
                </a:lnTo>
                <a:lnTo>
                  <a:pt x="6359" y="18559"/>
                </a:lnTo>
                <a:lnTo>
                  <a:pt x="6359" y="18558"/>
                </a:lnTo>
                <a:lnTo>
                  <a:pt x="6359" y="18558"/>
                </a:lnTo>
                <a:lnTo>
                  <a:pt x="6359" y="18557"/>
                </a:lnTo>
                <a:lnTo>
                  <a:pt x="6359" y="18556"/>
                </a:lnTo>
                <a:lnTo>
                  <a:pt x="6359" y="18555"/>
                </a:lnTo>
                <a:lnTo>
                  <a:pt x="6359" y="18554"/>
                </a:lnTo>
                <a:lnTo>
                  <a:pt x="6359" y="18553"/>
                </a:lnTo>
                <a:lnTo>
                  <a:pt x="6359" y="18552"/>
                </a:lnTo>
                <a:lnTo>
                  <a:pt x="6359" y="18552"/>
                </a:lnTo>
                <a:lnTo>
                  <a:pt x="6359" y="18551"/>
                </a:lnTo>
                <a:lnTo>
                  <a:pt x="6359" y="18550"/>
                </a:lnTo>
                <a:lnTo>
                  <a:pt x="6359" y="18549"/>
                </a:lnTo>
                <a:lnTo>
                  <a:pt x="6359" y="18548"/>
                </a:lnTo>
                <a:lnTo>
                  <a:pt x="6359" y="18547"/>
                </a:lnTo>
                <a:lnTo>
                  <a:pt x="6359" y="18546"/>
                </a:lnTo>
                <a:lnTo>
                  <a:pt x="6359" y="18546"/>
                </a:lnTo>
                <a:lnTo>
                  <a:pt x="6359" y="18545"/>
                </a:lnTo>
                <a:lnTo>
                  <a:pt x="6359" y="18544"/>
                </a:lnTo>
                <a:lnTo>
                  <a:pt x="6359" y="18543"/>
                </a:lnTo>
                <a:lnTo>
                  <a:pt x="6359" y="18542"/>
                </a:lnTo>
                <a:lnTo>
                  <a:pt x="6359" y="18541"/>
                </a:lnTo>
                <a:lnTo>
                  <a:pt x="6359" y="18540"/>
                </a:lnTo>
                <a:lnTo>
                  <a:pt x="6359" y="18540"/>
                </a:lnTo>
                <a:lnTo>
                  <a:pt x="6359" y="18539"/>
                </a:lnTo>
                <a:lnTo>
                  <a:pt x="6359" y="18538"/>
                </a:lnTo>
                <a:lnTo>
                  <a:pt x="6359" y="18537"/>
                </a:lnTo>
                <a:lnTo>
                  <a:pt x="6359" y="18536"/>
                </a:lnTo>
                <a:lnTo>
                  <a:pt x="6359" y="18535"/>
                </a:lnTo>
                <a:lnTo>
                  <a:pt x="6359" y="18534"/>
                </a:lnTo>
                <a:lnTo>
                  <a:pt x="6359" y="18534"/>
                </a:lnTo>
                <a:lnTo>
                  <a:pt x="6359" y="18533"/>
                </a:lnTo>
                <a:lnTo>
                  <a:pt x="6359" y="18532"/>
                </a:lnTo>
                <a:lnTo>
                  <a:pt x="6359" y="18531"/>
                </a:lnTo>
                <a:lnTo>
                  <a:pt x="6359" y="18530"/>
                </a:lnTo>
                <a:lnTo>
                  <a:pt x="6359" y="18529"/>
                </a:lnTo>
                <a:lnTo>
                  <a:pt x="6359" y="18528"/>
                </a:lnTo>
                <a:lnTo>
                  <a:pt x="6359" y="18527"/>
                </a:lnTo>
                <a:lnTo>
                  <a:pt x="6359" y="18527"/>
                </a:lnTo>
                <a:lnTo>
                  <a:pt x="6359" y="18526"/>
                </a:lnTo>
                <a:lnTo>
                  <a:pt x="6359" y="18525"/>
                </a:lnTo>
                <a:lnTo>
                  <a:pt x="6359" y="18524"/>
                </a:lnTo>
                <a:lnTo>
                  <a:pt x="6359" y="18523"/>
                </a:lnTo>
                <a:lnTo>
                  <a:pt x="6359" y="18522"/>
                </a:lnTo>
                <a:lnTo>
                  <a:pt x="6359" y="18521"/>
                </a:lnTo>
                <a:lnTo>
                  <a:pt x="6359" y="18521"/>
                </a:lnTo>
                <a:lnTo>
                  <a:pt x="6359" y="18520"/>
                </a:lnTo>
                <a:lnTo>
                  <a:pt x="6359" y="18519"/>
                </a:lnTo>
                <a:lnTo>
                  <a:pt x="6359" y="18518"/>
                </a:lnTo>
                <a:lnTo>
                  <a:pt x="6359" y="18517"/>
                </a:lnTo>
                <a:lnTo>
                  <a:pt x="6359" y="18516"/>
                </a:lnTo>
                <a:lnTo>
                  <a:pt x="6359" y="18515"/>
                </a:lnTo>
                <a:lnTo>
                  <a:pt x="6359" y="18515"/>
                </a:lnTo>
                <a:lnTo>
                  <a:pt x="6359" y="18514"/>
                </a:lnTo>
                <a:lnTo>
                  <a:pt x="6359" y="18513"/>
                </a:lnTo>
                <a:lnTo>
                  <a:pt x="6359" y="18512"/>
                </a:lnTo>
                <a:lnTo>
                  <a:pt x="6359" y="18511"/>
                </a:lnTo>
                <a:lnTo>
                  <a:pt x="6359" y="18510"/>
                </a:lnTo>
                <a:lnTo>
                  <a:pt x="6359" y="18509"/>
                </a:lnTo>
                <a:lnTo>
                  <a:pt x="6359" y="18508"/>
                </a:lnTo>
                <a:lnTo>
                  <a:pt x="6359" y="18508"/>
                </a:lnTo>
                <a:lnTo>
                  <a:pt x="6359" y="18507"/>
                </a:lnTo>
                <a:lnTo>
                  <a:pt x="6359" y="18506"/>
                </a:lnTo>
                <a:lnTo>
                  <a:pt x="6359" y="18505"/>
                </a:lnTo>
                <a:lnTo>
                  <a:pt x="6359" y="18504"/>
                </a:lnTo>
                <a:lnTo>
                  <a:pt x="6359" y="18503"/>
                </a:lnTo>
                <a:lnTo>
                  <a:pt x="6359" y="18502"/>
                </a:lnTo>
                <a:lnTo>
                  <a:pt x="6359" y="18502"/>
                </a:lnTo>
                <a:lnTo>
                  <a:pt x="6359" y="18501"/>
                </a:lnTo>
                <a:lnTo>
                  <a:pt x="6359" y="18500"/>
                </a:lnTo>
                <a:lnTo>
                  <a:pt x="6359" y="18499"/>
                </a:lnTo>
                <a:lnTo>
                  <a:pt x="6359" y="18498"/>
                </a:lnTo>
                <a:lnTo>
                  <a:pt x="6359" y="18497"/>
                </a:lnTo>
                <a:lnTo>
                  <a:pt x="6359" y="18496"/>
                </a:lnTo>
                <a:lnTo>
                  <a:pt x="6359" y="18495"/>
                </a:lnTo>
                <a:lnTo>
                  <a:pt x="6359" y="18495"/>
                </a:lnTo>
                <a:lnTo>
                  <a:pt x="6359" y="18494"/>
                </a:lnTo>
                <a:lnTo>
                  <a:pt x="6359" y="18493"/>
                </a:lnTo>
                <a:lnTo>
                  <a:pt x="6359" y="18492"/>
                </a:lnTo>
                <a:lnTo>
                  <a:pt x="6359" y="18491"/>
                </a:lnTo>
                <a:lnTo>
                  <a:pt x="6359" y="18490"/>
                </a:lnTo>
                <a:lnTo>
                  <a:pt x="6359" y="18489"/>
                </a:lnTo>
                <a:lnTo>
                  <a:pt x="6359" y="18489"/>
                </a:lnTo>
                <a:lnTo>
                  <a:pt x="6359" y="18488"/>
                </a:lnTo>
                <a:lnTo>
                  <a:pt x="6359" y="18487"/>
                </a:lnTo>
                <a:lnTo>
                  <a:pt x="6359" y="18486"/>
                </a:lnTo>
                <a:lnTo>
                  <a:pt x="6359" y="18485"/>
                </a:lnTo>
                <a:lnTo>
                  <a:pt x="6359" y="18484"/>
                </a:lnTo>
                <a:lnTo>
                  <a:pt x="6359" y="18483"/>
                </a:lnTo>
                <a:lnTo>
                  <a:pt x="6359" y="18483"/>
                </a:lnTo>
                <a:lnTo>
                  <a:pt x="6359" y="18482"/>
                </a:lnTo>
                <a:lnTo>
                  <a:pt x="6359" y="18481"/>
                </a:lnTo>
                <a:lnTo>
                  <a:pt x="6359" y="18480"/>
                </a:lnTo>
                <a:lnTo>
                  <a:pt x="6359" y="18479"/>
                </a:lnTo>
                <a:lnTo>
                  <a:pt x="6359" y="18478"/>
                </a:lnTo>
                <a:lnTo>
                  <a:pt x="6359" y="18477"/>
                </a:lnTo>
                <a:lnTo>
                  <a:pt x="6359" y="18476"/>
                </a:lnTo>
                <a:lnTo>
                  <a:pt x="6359" y="18476"/>
                </a:lnTo>
                <a:lnTo>
                  <a:pt x="6359" y="18475"/>
                </a:lnTo>
                <a:lnTo>
                  <a:pt x="6359" y="18474"/>
                </a:lnTo>
                <a:lnTo>
                  <a:pt x="6359" y="18473"/>
                </a:lnTo>
                <a:lnTo>
                  <a:pt x="6359" y="18472"/>
                </a:lnTo>
                <a:lnTo>
                  <a:pt x="6359" y="18471"/>
                </a:lnTo>
                <a:lnTo>
                  <a:pt x="6359" y="18470"/>
                </a:lnTo>
                <a:lnTo>
                  <a:pt x="6359" y="18469"/>
                </a:lnTo>
                <a:lnTo>
                  <a:pt x="6359" y="18469"/>
                </a:lnTo>
                <a:lnTo>
                  <a:pt x="6359" y="18468"/>
                </a:lnTo>
                <a:lnTo>
                  <a:pt x="6359" y="18467"/>
                </a:lnTo>
                <a:lnTo>
                  <a:pt x="6359" y="18466"/>
                </a:lnTo>
                <a:lnTo>
                  <a:pt x="6359" y="18465"/>
                </a:lnTo>
                <a:lnTo>
                  <a:pt x="6359" y="18464"/>
                </a:lnTo>
                <a:lnTo>
                  <a:pt x="6359" y="18463"/>
                </a:lnTo>
                <a:lnTo>
                  <a:pt x="6359" y="18463"/>
                </a:lnTo>
                <a:lnTo>
                  <a:pt x="6359" y="18462"/>
                </a:lnTo>
                <a:lnTo>
                  <a:pt x="6359" y="18461"/>
                </a:lnTo>
                <a:lnTo>
                  <a:pt x="6359" y="18460"/>
                </a:lnTo>
                <a:lnTo>
                  <a:pt x="6359" y="18459"/>
                </a:lnTo>
                <a:lnTo>
                  <a:pt x="6359" y="18458"/>
                </a:lnTo>
                <a:lnTo>
                  <a:pt x="6359" y="18457"/>
                </a:lnTo>
                <a:lnTo>
                  <a:pt x="6359" y="18456"/>
                </a:lnTo>
                <a:lnTo>
                  <a:pt x="6359" y="18456"/>
                </a:lnTo>
                <a:lnTo>
                  <a:pt x="6359" y="18455"/>
                </a:lnTo>
                <a:lnTo>
                  <a:pt x="6359" y="18454"/>
                </a:lnTo>
                <a:lnTo>
                  <a:pt x="6359" y="18453"/>
                </a:lnTo>
                <a:lnTo>
                  <a:pt x="6359" y="18452"/>
                </a:lnTo>
                <a:lnTo>
                  <a:pt x="6359" y="18451"/>
                </a:lnTo>
                <a:lnTo>
                  <a:pt x="6359" y="18450"/>
                </a:lnTo>
                <a:lnTo>
                  <a:pt x="6359" y="18449"/>
                </a:lnTo>
                <a:lnTo>
                  <a:pt x="6359" y="18449"/>
                </a:lnTo>
                <a:lnTo>
                  <a:pt x="6359" y="18448"/>
                </a:lnTo>
                <a:lnTo>
                  <a:pt x="6359" y="18447"/>
                </a:lnTo>
                <a:lnTo>
                  <a:pt x="6359" y="18446"/>
                </a:lnTo>
                <a:lnTo>
                  <a:pt x="6359" y="18445"/>
                </a:lnTo>
                <a:lnTo>
                  <a:pt x="6359" y="18444"/>
                </a:lnTo>
                <a:lnTo>
                  <a:pt x="6359" y="18443"/>
                </a:lnTo>
                <a:lnTo>
                  <a:pt x="6359" y="18443"/>
                </a:lnTo>
                <a:lnTo>
                  <a:pt x="6359" y="18442"/>
                </a:lnTo>
                <a:lnTo>
                  <a:pt x="6359" y="18441"/>
                </a:lnTo>
                <a:lnTo>
                  <a:pt x="6359" y="18440"/>
                </a:lnTo>
                <a:lnTo>
                  <a:pt x="6359" y="18439"/>
                </a:lnTo>
                <a:lnTo>
                  <a:pt x="6359" y="18438"/>
                </a:lnTo>
                <a:lnTo>
                  <a:pt x="6359" y="18437"/>
                </a:lnTo>
                <a:lnTo>
                  <a:pt x="6359" y="18436"/>
                </a:lnTo>
                <a:lnTo>
                  <a:pt x="6359" y="18436"/>
                </a:lnTo>
                <a:lnTo>
                  <a:pt x="6359" y="18435"/>
                </a:lnTo>
                <a:lnTo>
                  <a:pt x="6359" y="18434"/>
                </a:lnTo>
                <a:lnTo>
                  <a:pt x="6359" y="18433"/>
                </a:lnTo>
                <a:lnTo>
                  <a:pt x="6359" y="18432"/>
                </a:lnTo>
                <a:lnTo>
                  <a:pt x="6359" y="18431"/>
                </a:lnTo>
                <a:lnTo>
                  <a:pt x="6359" y="18430"/>
                </a:lnTo>
                <a:lnTo>
                  <a:pt x="6359" y="18429"/>
                </a:lnTo>
                <a:lnTo>
                  <a:pt x="6359" y="18429"/>
                </a:lnTo>
                <a:lnTo>
                  <a:pt x="6359" y="18428"/>
                </a:lnTo>
                <a:lnTo>
                  <a:pt x="6359" y="18427"/>
                </a:lnTo>
                <a:lnTo>
                  <a:pt x="6359" y="18426"/>
                </a:lnTo>
                <a:lnTo>
                  <a:pt x="6359" y="18425"/>
                </a:lnTo>
                <a:lnTo>
                  <a:pt x="6359" y="18424"/>
                </a:lnTo>
                <a:lnTo>
                  <a:pt x="6359" y="18423"/>
                </a:lnTo>
                <a:lnTo>
                  <a:pt x="6359" y="18422"/>
                </a:lnTo>
                <a:lnTo>
                  <a:pt x="6359" y="18422"/>
                </a:lnTo>
                <a:lnTo>
                  <a:pt x="6359" y="18421"/>
                </a:lnTo>
                <a:lnTo>
                  <a:pt x="6359" y="18420"/>
                </a:lnTo>
                <a:lnTo>
                  <a:pt x="6359" y="18419"/>
                </a:lnTo>
                <a:lnTo>
                  <a:pt x="6359" y="18418"/>
                </a:lnTo>
                <a:lnTo>
                  <a:pt x="6359" y="18417"/>
                </a:lnTo>
                <a:lnTo>
                  <a:pt x="6359" y="18416"/>
                </a:lnTo>
                <a:lnTo>
                  <a:pt x="6359" y="18416"/>
                </a:lnTo>
                <a:lnTo>
                  <a:pt x="6359" y="18415"/>
                </a:lnTo>
                <a:lnTo>
                  <a:pt x="6359" y="18414"/>
                </a:lnTo>
                <a:lnTo>
                  <a:pt x="6359" y="18413"/>
                </a:lnTo>
                <a:lnTo>
                  <a:pt x="6359" y="18412"/>
                </a:lnTo>
                <a:lnTo>
                  <a:pt x="6359" y="18411"/>
                </a:lnTo>
                <a:lnTo>
                  <a:pt x="6359" y="18410"/>
                </a:lnTo>
                <a:lnTo>
                  <a:pt x="6359" y="18409"/>
                </a:lnTo>
                <a:lnTo>
                  <a:pt x="6359" y="18409"/>
                </a:lnTo>
                <a:lnTo>
                  <a:pt x="6359" y="18408"/>
                </a:lnTo>
                <a:lnTo>
                  <a:pt x="6359" y="18407"/>
                </a:lnTo>
                <a:lnTo>
                  <a:pt x="6359" y="18406"/>
                </a:lnTo>
                <a:lnTo>
                  <a:pt x="6359" y="18405"/>
                </a:lnTo>
                <a:lnTo>
                  <a:pt x="6359" y="18404"/>
                </a:lnTo>
                <a:lnTo>
                  <a:pt x="6359" y="18403"/>
                </a:lnTo>
                <a:lnTo>
                  <a:pt x="6359" y="18402"/>
                </a:lnTo>
                <a:lnTo>
                  <a:pt x="6359" y="18402"/>
                </a:lnTo>
                <a:lnTo>
                  <a:pt x="6359" y="18401"/>
                </a:lnTo>
                <a:lnTo>
                  <a:pt x="6359" y="18400"/>
                </a:lnTo>
                <a:lnTo>
                  <a:pt x="6359" y="18399"/>
                </a:lnTo>
                <a:lnTo>
                  <a:pt x="6359" y="18398"/>
                </a:lnTo>
                <a:lnTo>
                  <a:pt x="6359" y="18397"/>
                </a:lnTo>
                <a:lnTo>
                  <a:pt x="6359" y="18396"/>
                </a:lnTo>
                <a:lnTo>
                  <a:pt x="6359" y="18395"/>
                </a:lnTo>
                <a:lnTo>
                  <a:pt x="6359" y="18395"/>
                </a:lnTo>
                <a:lnTo>
                  <a:pt x="6359" y="18394"/>
                </a:lnTo>
                <a:lnTo>
                  <a:pt x="6359" y="18393"/>
                </a:lnTo>
                <a:lnTo>
                  <a:pt x="6359" y="18392"/>
                </a:lnTo>
                <a:lnTo>
                  <a:pt x="6359" y="18391"/>
                </a:lnTo>
                <a:lnTo>
                  <a:pt x="6359" y="18390"/>
                </a:lnTo>
                <a:lnTo>
                  <a:pt x="6359" y="18389"/>
                </a:lnTo>
                <a:lnTo>
                  <a:pt x="6359" y="18388"/>
                </a:lnTo>
                <a:lnTo>
                  <a:pt x="6359" y="18388"/>
                </a:lnTo>
                <a:lnTo>
                  <a:pt x="6359" y="18387"/>
                </a:lnTo>
                <a:lnTo>
                  <a:pt x="6359" y="18386"/>
                </a:lnTo>
                <a:lnTo>
                  <a:pt x="6359" y="18385"/>
                </a:lnTo>
                <a:lnTo>
                  <a:pt x="6359" y="18384"/>
                </a:lnTo>
                <a:lnTo>
                  <a:pt x="6359" y="18383"/>
                </a:lnTo>
                <a:lnTo>
                  <a:pt x="6359" y="18382"/>
                </a:lnTo>
                <a:lnTo>
                  <a:pt x="6359" y="18381"/>
                </a:lnTo>
                <a:lnTo>
                  <a:pt x="6359" y="18381"/>
                </a:lnTo>
                <a:lnTo>
                  <a:pt x="6359" y="18380"/>
                </a:lnTo>
                <a:lnTo>
                  <a:pt x="6359" y="18379"/>
                </a:lnTo>
                <a:lnTo>
                  <a:pt x="6359" y="18378"/>
                </a:lnTo>
                <a:lnTo>
                  <a:pt x="6359" y="18377"/>
                </a:lnTo>
                <a:lnTo>
                  <a:pt x="6359" y="18376"/>
                </a:lnTo>
                <a:lnTo>
                  <a:pt x="6359" y="18375"/>
                </a:lnTo>
                <a:lnTo>
                  <a:pt x="6359" y="18374"/>
                </a:lnTo>
                <a:lnTo>
                  <a:pt x="6359" y="18374"/>
                </a:lnTo>
                <a:lnTo>
                  <a:pt x="6359" y="18373"/>
                </a:lnTo>
                <a:lnTo>
                  <a:pt x="6359" y="18372"/>
                </a:lnTo>
                <a:lnTo>
                  <a:pt x="6359" y="18371"/>
                </a:lnTo>
                <a:lnTo>
                  <a:pt x="6359" y="18370"/>
                </a:lnTo>
                <a:lnTo>
                  <a:pt x="6359" y="18369"/>
                </a:lnTo>
                <a:lnTo>
                  <a:pt x="6359" y="18368"/>
                </a:lnTo>
                <a:lnTo>
                  <a:pt x="6359" y="18367"/>
                </a:lnTo>
                <a:lnTo>
                  <a:pt x="6359" y="18367"/>
                </a:lnTo>
                <a:lnTo>
                  <a:pt x="6359" y="18366"/>
                </a:lnTo>
                <a:lnTo>
                  <a:pt x="6359" y="18365"/>
                </a:lnTo>
                <a:lnTo>
                  <a:pt x="6359" y="18364"/>
                </a:lnTo>
                <a:lnTo>
                  <a:pt x="6359" y="18363"/>
                </a:lnTo>
                <a:lnTo>
                  <a:pt x="6359" y="18362"/>
                </a:lnTo>
                <a:lnTo>
                  <a:pt x="6359" y="18361"/>
                </a:lnTo>
                <a:lnTo>
                  <a:pt x="6359" y="18360"/>
                </a:lnTo>
                <a:lnTo>
                  <a:pt x="6359" y="18359"/>
                </a:lnTo>
                <a:lnTo>
                  <a:pt x="6359" y="18359"/>
                </a:lnTo>
                <a:lnTo>
                  <a:pt x="6359" y="18358"/>
                </a:lnTo>
                <a:lnTo>
                  <a:pt x="6359" y="18357"/>
                </a:lnTo>
                <a:lnTo>
                  <a:pt x="6359" y="18356"/>
                </a:lnTo>
                <a:lnTo>
                  <a:pt x="6359" y="18355"/>
                </a:lnTo>
                <a:lnTo>
                  <a:pt x="6359" y="18354"/>
                </a:lnTo>
                <a:lnTo>
                  <a:pt x="6359" y="18353"/>
                </a:lnTo>
                <a:lnTo>
                  <a:pt x="6359" y="18352"/>
                </a:lnTo>
                <a:lnTo>
                  <a:pt x="6359" y="18352"/>
                </a:lnTo>
                <a:lnTo>
                  <a:pt x="6359" y="18351"/>
                </a:lnTo>
                <a:lnTo>
                  <a:pt x="6359" y="18350"/>
                </a:lnTo>
                <a:lnTo>
                  <a:pt x="6359" y="18349"/>
                </a:lnTo>
                <a:lnTo>
                  <a:pt x="6359" y="18348"/>
                </a:lnTo>
                <a:lnTo>
                  <a:pt x="6359" y="18347"/>
                </a:lnTo>
                <a:lnTo>
                  <a:pt x="6359" y="18346"/>
                </a:lnTo>
                <a:lnTo>
                  <a:pt x="6359" y="18345"/>
                </a:lnTo>
                <a:lnTo>
                  <a:pt x="6359" y="18345"/>
                </a:lnTo>
                <a:lnTo>
                  <a:pt x="6359" y="18344"/>
                </a:lnTo>
                <a:lnTo>
                  <a:pt x="6359" y="18343"/>
                </a:lnTo>
                <a:lnTo>
                  <a:pt x="6359" y="18342"/>
                </a:lnTo>
                <a:lnTo>
                  <a:pt x="6359" y="18341"/>
                </a:lnTo>
                <a:lnTo>
                  <a:pt x="6359" y="18340"/>
                </a:lnTo>
                <a:lnTo>
                  <a:pt x="6359" y="18339"/>
                </a:lnTo>
                <a:lnTo>
                  <a:pt x="6359" y="18338"/>
                </a:lnTo>
                <a:lnTo>
                  <a:pt x="6359" y="18338"/>
                </a:lnTo>
                <a:lnTo>
                  <a:pt x="6359" y="18337"/>
                </a:lnTo>
                <a:lnTo>
                  <a:pt x="6359" y="18336"/>
                </a:lnTo>
                <a:lnTo>
                  <a:pt x="6359" y="18335"/>
                </a:lnTo>
                <a:lnTo>
                  <a:pt x="6359" y="18334"/>
                </a:lnTo>
                <a:lnTo>
                  <a:pt x="6359" y="18333"/>
                </a:lnTo>
                <a:lnTo>
                  <a:pt x="6359" y="18332"/>
                </a:lnTo>
                <a:lnTo>
                  <a:pt x="6359" y="18331"/>
                </a:lnTo>
                <a:lnTo>
                  <a:pt x="6359" y="18330"/>
                </a:lnTo>
                <a:lnTo>
                  <a:pt x="6359" y="18330"/>
                </a:lnTo>
                <a:lnTo>
                  <a:pt x="6359" y="18329"/>
                </a:lnTo>
                <a:lnTo>
                  <a:pt x="6359" y="18328"/>
                </a:lnTo>
                <a:lnTo>
                  <a:pt x="6359" y="18327"/>
                </a:lnTo>
                <a:lnTo>
                  <a:pt x="6359" y="18326"/>
                </a:lnTo>
                <a:lnTo>
                  <a:pt x="6359" y="18325"/>
                </a:lnTo>
                <a:lnTo>
                  <a:pt x="6359" y="18324"/>
                </a:lnTo>
                <a:lnTo>
                  <a:pt x="6359" y="18323"/>
                </a:lnTo>
                <a:lnTo>
                  <a:pt x="6359" y="18323"/>
                </a:lnTo>
                <a:lnTo>
                  <a:pt x="6359" y="18322"/>
                </a:lnTo>
                <a:lnTo>
                  <a:pt x="6359" y="18321"/>
                </a:lnTo>
                <a:lnTo>
                  <a:pt x="6359" y="18320"/>
                </a:lnTo>
                <a:lnTo>
                  <a:pt x="6359" y="18319"/>
                </a:lnTo>
                <a:lnTo>
                  <a:pt x="6359" y="18318"/>
                </a:lnTo>
                <a:lnTo>
                  <a:pt x="6359" y="18317"/>
                </a:lnTo>
                <a:lnTo>
                  <a:pt x="6359" y="18316"/>
                </a:lnTo>
                <a:lnTo>
                  <a:pt x="6359" y="18315"/>
                </a:lnTo>
                <a:lnTo>
                  <a:pt x="6359" y="18315"/>
                </a:lnTo>
                <a:lnTo>
                  <a:pt x="6359" y="18314"/>
                </a:lnTo>
                <a:lnTo>
                  <a:pt x="6359" y="18313"/>
                </a:lnTo>
                <a:lnTo>
                  <a:pt x="6359" y="18312"/>
                </a:lnTo>
                <a:lnTo>
                  <a:pt x="6359" y="18311"/>
                </a:lnTo>
                <a:lnTo>
                  <a:pt x="6359" y="18310"/>
                </a:lnTo>
                <a:lnTo>
                  <a:pt x="6359" y="18309"/>
                </a:lnTo>
                <a:lnTo>
                  <a:pt x="6359" y="18308"/>
                </a:lnTo>
                <a:lnTo>
                  <a:pt x="6359" y="18308"/>
                </a:lnTo>
                <a:lnTo>
                  <a:pt x="6359" y="18307"/>
                </a:lnTo>
                <a:lnTo>
                  <a:pt x="6359" y="18306"/>
                </a:lnTo>
                <a:lnTo>
                  <a:pt x="6359" y="18305"/>
                </a:lnTo>
                <a:lnTo>
                  <a:pt x="6359" y="18304"/>
                </a:lnTo>
                <a:lnTo>
                  <a:pt x="6359" y="18303"/>
                </a:lnTo>
                <a:lnTo>
                  <a:pt x="6359" y="18302"/>
                </a:lnTo>
                <a:lnTo>
                  <a:pt x="6359" y="18301"/>
                </a:lnTo>
                <a:lnTo>
                  <a:pt x="6359" y="18300"/>
                </a:lnTo>
                <a:lnTo>
                  <a:pt x="6359" y="18300"/>
                </a:lnTo>
                <a:lnTo>
                  <a:pt x="6359" y="18299"/>
                </a:lnTo>
                <a:lnTo>
                  <a:pt x="6359" y="18298"/>
                </a:lnTo>
                <a:lnTo>
                  <a:pt x="6359" y="18297"/>
                </a:lnTo>
                <a:lnTo>
                  <a:pt x="6359" y="18296"/>
                </a:lnTo>
                <a:lnTo>
                  <a:pt x="6359" y="18295"/>
                </a:lnTo>
                <a:lnTo>
                  <a:pt x="6359" y="18294"/>
                </a:lnTo>
                <a:lnTo>
                  <a:pt x="6359" y="18293"/>
                </a:lnTo>
                <a:lnTo>
                  <a:pt x="6359" y="18293"/>
                </a:lnTo>
                <a:lnTo>
                  <a:pt x="6359" y="18292"/>
                </a:lnTo>
                <a:lnTo>
                  <a:pt x="6359" y="18291"/>
                </a:lnTo>
                <a:lnTo>
                  <a:pt x="6359" y="18290"/>
                </a:lnTo>
                <a:lnTo>
                  <a:pt x="6359" y="18289"/>
                </a:lnTo>
                <a:lnTo>
                  <a:pt x="6359" y="18288"/>
                </a:lnTo>
                <a:lnTo>
                  <a:pt x="6359" y="18287"/>
                </a:lnTo>
                <a:lnTo>
                  <a:pt x="6359" y="18286"/>
                </a:lnTo>
                <a:lnTo>
                  <a:pt x="6359" y="18285"/>
                </a:lnTo>
                <a:lnTo>
                  <a:pt x="6359" y="18285"/>
                </a:lnTo>
                <a:lnTo>
                  <a:pt x="6359" y="18284"/>
                </a:lnTo>
                <a:lnTo>
                  <a:pt x="6359" y="18283"/>
                </a:lnTo>
                <a:lnTo>
                  <a:pt x="6359" y="18282"/>
                </a:lnTo>
                <a:lnTo>
                  <a:pt x="6359" y="18281"/>
                </a:lnTo>
                <a:lnTo>
                  <a:pt x="6359" y="18280"/>
                </a:lnTo>
                <a:lnTo>
                  <a:pt x="6359" y="18279"/>
                </a:lnTo>
                <a:lnTo>
                  <a:pt x="6359" y="18278"/>
                </a:lnTo>
                <a:lnTo>
                  <a:pt x="6359" y="18277"/>
                </a:lnTo>
                <a:lnTo>
                  <a:pt x="6359" y="18277"/>
                </a:lnTo>
                <a:lnTo>
                  <a:pt x="6359" y="18276"/>
                </a:lnTo>
                <a:lnTo>
                  <a:pt x="6359" y="18275"/>
                </a:lnTo>
                <a:lnTo>
                  <a:pt x="6359" y="18274"/>
                </a:lnTo>
                <a:lnTo>
                  <a:pt x="6359" y="18273"/>
                </a:lnTo>
                <a:lnTo>
                  <a:pt x="6359" y="18272"/>
                </a:lnTo>
                <a:lnTo>
                  <a:pt x="6359" y="18271"/>
                </a:lnTo>
                <a:lnTo>
                  <a:pt x="6359" y="18270"/>
                </a:lnTo>
                <a:lnTo>
                  <a:pt x="6359" y="18270"/>
                </a:lnTo>
                <a:lnTo>
                  <a:pt x="6359" y="18269"/>
                </a:lnTo>
                <a:lnTo>
                  <a:pt x="6359" y="18268"/>
                </a:lnTo>
                <a:lnTo>
                  <a:pt x="6359" y="18267"/>
                </a:lnTo>
                <a:lnTo>
                  <a:pt x="6359" y="18266"/>
                </a:lnTo>
                <a:lnTo>
                  <a:pt x="6359" y="18265"/>
                </a:lnTo>
                <a:lnTo>
                  <a:pt x="6359" y="18264"/>
                </a:lnTo>
                <a:lnTo>
                  <a:pt x="6359" y="18263"/>
                </a:lnTo>
                <a:lnTo>
                  <a:pt x="6359" y="18262"/>
                </a:lnTo>
                <a:lnTo>
                  <a:pt x="6359" y="18262"/>
                </a:lnTo>
                <a:lnTo>
                  <a:pt x="6359" y="18261"/>
                </a:lnTo>
                <a:lnTo>
                  <a:pt x="6359" y="18260"/>
                </a:lnTo>
                <a:lnTo>
                  <a:pt x="6359" y="18259"/>
                </a:lnTo>
                <a:lnTo>
                  <a:pt x="6359" y="18258"/>
                </a:lnTo>
                <a:lnTo>
                  <a:pt x="6359" y="18257"/>
                </a:lnTo>
                <a:lnTo>
                  <a:pt x="6359" y="18256"/>
                </a:lnTo>
                <a:lnTo>
                  <a:pt x="6359" y="18255"/>
                </a:lnTo>
                <a:lnTo>
                  <a:pt x="6359" y="18254"/>
                </a:lnTo>
                <a:lnTo>
                  <a:pt x="6359" y="18254"/>
                </a:lnTo>
                <a:lnTo>
                  <a:pt x="6359" y="18253"/>
                </a:lnTo>
                <a:lnTo>
                  <a:pt x="6359" y="18252"/>
                </a:lnTo>
                <a:lnTo>
                  <a:pt x="6359" y="18251"/>
                </a:lnTo>
                <a:lnTo>
                  <a:pt x="6359" y="18250"/>
                </a:lnTo>
                <a:lnTo>
                  <a:pt x="6359" y="18249"/>
                </a:lnTo>
                <a:lnTo>
                  <a:pt x="6359" y="18248"/>
                </a:lnTo>
                <a:lnTo>
                  <a:pt x="6359" y="18247"/>
                </a:lnTo>
                <a:lnTo>
                  <a:pt x="6359" y="18246"/>
                </a:lnTo>
                <a:lnTo>
                  <a:pt x="6359" y="18246"/>
                </a:lnTo>
                <a:lnTo>
                  <a:pt x="6359" y="18245"/>
                </a:lnTo>
                <a:lnTo>
                  <a:pt x="6359" y="18244"/>
                </a:lnTo>
                <a:lnTo>
                  <a:pt x="6359" y="18243"/>
                </a:lnTo>
                <a:lnTo>
                  <a:pt x="6359" y="18242"/>
                </a:lnTo>
                <a:lnTo>
                  <a:pt x="6359" y="18241"/>
                </a:lnTo>
                <a:lnTo>
                  <a:pt x="6359" y="18240"/>
                </a:lnTo>
                <a:lnTo>
                  <a:pt x="6359" y="18239"/>
                </a:lnTo>
                <a:lnTo>
                  <a:pt x="6359" y="18238"/>
                </a:lnTo>
                <a:lnTo>
                  <a:pt x="6359" y="18238"/>
                </a:lnTo>
                <a:lnTo>
                  <a:pt x="6359" y="18237"/>
                </a:lnTo>
                <a:lnTo>
                  <a:pt x="6359" y="18236"/>
                </a:lnTo>
                <a:lnTo>
                  <a:pt x="6359" y="18235"/>
                </a:lnTo>
                <a:lnTo>
                  <a:pt x="6359" y="18234"/>
                </a:lnTo>
                <a:lnTo>
                  <a:pt x="6359" y="18233"/>
                </a:lnTo>
                <a:lnTo>
                  <a:pt x="6359" y="18232"/>
                </a:lnTo>
                <a:lnTo>
                  <a:pt x="6359" y="18231"/>
                </a:lnTo>
                <a:lnTo>
                  <a:pt x="6359" y="18230"/>
                </a:lnTo>
                <a:lnTo>
                  <a:pt x="6359" y="18230"/>
                </a:lnTo>
                <a:lnTo>
                  <a:pt x="6359" y="18229"/>
                </a:lnTo>
                <a:lnTo>
                  <a:pt x="6359" y="18228"/>
                </a:lnTo>
                <a:lnTo>
                  <a:pt x="6359" y="18227"/>
                </a:lnTo>
                <a:lnTo>
                  <a:pt x="6359" y="18226"/>
                </a:lnTo>
                <a:lnTo>
                  <a:pt x="6359" y="18225"/>
                </a:lnTo>
                <a:lnTo>
                  <a:pt x="6359" y="18224"/>
                </a:lnTo>
                <a:lnTo>
                  <a:pt x="6359" y="18223"/>
                </a:lnTo>
                <a:lnTo>
                  <a:pt x="6359" y="18222"/>
                </a:lnTo>
                <a:lnTo>
                  <a:pt x="6359" y="18222"/>
                </a:lnTo>
                <a:lnTo>
                  <a:pt x="6359" y="18221"/>
                </a:lnTo>
                <a:lnTo>
                  <a:pt x="6359" y="18220"/>
                </a:lnTo>
                <a:lnTo>
                  <a:pt x="6359" y="18219"/>
                </a:lnTo>
                <a:lnTo>
                  <a:pt x="6359" y="18218"/>
                </a:lnTo>
                <a:lnTo>
                  <a:pt x="6359" y="18217"/>
                </a:lnTo>
                <a:lnTo>
                  <a:pt x="6359" y="18216"/>
                </a:lnTo>
                <a:lnTo>
                  <a:pt x="6359" y="18215"/>
                </a:lnTo>
                <a:lnTo>
                  <a:pt x="6359" y="18214"/>
                </a:lnTo>
                <a:lnTo>
                  <a:pt x="6359" y="18214"/>
                </a:lnTo>
                <a:lnTo>
                  <a:pt x="6359" y="18213"/>
                </a:lnTo>
                <a:lnTo>
                  <a:pt x="6359" y="18212"/>
                </a:lnTo>
                <a:lnTo>
                  <a:pt x="6359" y="18211"/>
                </a:lnTo>
                <a:lnTo>
                  <a:pt x="6359" y="18210"/>
                </a:lnTo>
                <a:lnTo>
                  <a:pt x="6359" y="18209"/>
                </a:lnTo>
                <a:lnTo>
                  <a:pt x="6359" y="18208"/>
                </a:lnTo>
                <a:lnTo>
                  <a:pt x="6359" y="18207"/>
                </a:lnTo>
                <a:lnTo>
                  <a:pt x="6359" y="18206"/>
                </a:lnTo>
                <a:lnTo>
                  <a:pt x="6359" y="18206"/>
                </a:lnTo>
                <a:lnTo>
                  <a:pt x="6359" y="18205"/>
                </a:lnTo>
                <a:lnTo>
                  <a:pt x="6359" y="18204"/>
                </a:lnTo>
                <a:lnTo>
                  <a:pt x="6359" y="18203"/>
                </a:lnTo>
                <a:lnTo>
                  <a:pt x="6359" y="18202"/>
                </a:lnTo>
                <a:lnTo>
                  <a:pt x="6359" y="18201"/>
                </a:lnTo>
                <a:lnTo>
                  <a:pt x="6359" y="18200"/>
                </a:lnTo>
                <a:lnTo>
                  <a:pt x="6359" y="18199"/>
                </a:lnTo>
                <a:lnTo>
                  <a:pt x="6359" y="18198"/>
                </a:lnTo>
                <a:lnTo>
                  <a:pt x="6359" y="18198"/>
                </a:lnTo>
                <a:lnTo>
                  <a:pt x="6359" y="18197"/>
                </a:lnTo>
                <a:lnTo>
                  <a:pt x="6359" y="18196"/>
                </a:lnTo>
                <a:lnTo>
                  <a:pt x="6359" y="18195"/>
                </a:lnTo>
                <a:lnTo>
                  <a:pt x="6359" y="18194"/>
                </a:lnTo>
                <a:lnTo>
                  <a:pt x="6359" y="18193"/>
                </a:lnTo>
                <a:lnTo>
                  <a:pt x="6359" y="18192"/>
                </a:lnTo>
                <a:lnTo>
                  <a:pt x="6359" y="18191"/>
                </a:lnTo>
                <a:lnTo>
                  <a:pt x="6359" y="18190"/>
                </a:lnTo>
                <a:lnTo>
                  <a:pt x="6359" y="18189"/>
                </a:lnTo>
                <a:lnTo>
                  <a:pt x="6359" y="18189"/>
                </a:lnTo>
                <a:lnTo>
                  <a:pt x="6359" y="18188"/>
                </a:lnTo>
                <a:lnTo>
                  <a:pt x="6359" y="18187"/>
                </a:lnTo>
                <a:lnTo>
                  <a:pt x="6359" y="18186"/>
                </a:lnTo>
                <a:lnTo>
                  <a:pt x="6359" y="18185"/>
                </a:lnTo>
                <a:lnTo>
                  <a:pt x="6359" y="18184"/>
                </a:lnTo>
                <a:lnTo>
                  <a:pt x="6359" y="18183"/>
                </a:lnTo>
                <a:lnTo>
                  <a:pt x="6359" y="18182"/>
                </a:lnTo>
                <a:lnTo>
                  <a:pt x="6359" y="18181"/>
                </a:lnTo>
                <a:lnTo>
                  <a:pt x="6359" y="18181"/>
                </a:lnTo>
                <a:lnTo>
                  <a:pt x="6359" y="18180"/>
                </a:lnTo>
                <a:lnTo>
                  <a:pt x="6359" y="18179"/>
                </a:lnTo>
                <a:lnTo>
                  <a:pt x="6359" y="18178"/>
                </a:lnTo>
                <a:lnTo>
                  <a:pt x="6359" y="18177"/>
                </a:lnTo>
                <a:lnTo>
                  <a:pt x="6359" y="18176"/>
                </a:lnTo>
                <a:lnTo>
                  <a:pt x="6359" y="18175"/>
                </a:lnTo>
                <a:lnTo>
                  <a:pt x="6359" y="18174"/>
                </a:lnTo>
                <a:lnTo>
                  <a:pt x="6359" y="18173"/>
                </a:lnTo>
                <a:lnTo>
                  <a:pt x="6359" y="18173"/>
                </a:lnTo>
                <a:lnTo>
                  <a:pt x="6359" y="18172"/>
                </a:lnTo>
                <a:lnTo>
                  <a:pt x="6359" y="18171"/>
                </a:lnTo>
                <a:lnTo>
                  <a:pt x="6359" y="18170"/>
                </a:lnTo>
                <a:lnTo>
                  <a:pt x="6359" y="18169"/>
                </a:lnTo>
                <a:lnTo>
                  <a:pt x="6359" y="18168"/>
                </a:lnTo>
                <a:lnTo>
                  <a:pt x="6359" y="18167"/>
                </a:lnTo>
                <a:lnTo>
                  <a:pt x="6359" y="18166"/>
                </a:lnTo>
                <a:lnTo>
                  <a:pt x="6359" y="18165"/>
                </a:lnTo>
                <a:lnTo>
                  <a:pt x="6359" y="18164"/>
                </a:lnTo>
                <a:lnTo>
                  <a:pt x="6359" y="18164"/>
                </a:lnTo>
                <a:lnTo>
                  <a:pt x="6359" y="18163"/>
                </a:lnTo>
                <a:lnTo>
                  <a:pt x="6359" y="18162"/>
                </a:lnTo>
                <a:lnTo>
                  <a:pt x="6359" y="18161"/>
                </a:lnTo>
                <a:lnTo>
                  <a:pt x="6359" y="18160"/>
                </a:lnTo>
                <a:lnTo>
                  <a:pt x="6359" y="18159"/>
                </a:lnTo>
                <a:lnTo>
                  <a:pt x="6359" y="18158"/>
                </a:lnTo>
                <a:lnTo>
                  <a:pt x="6359" y="18157"/>
                </a:lnTo>
                <a:lnTo>
                  <a:pt x="6359" y="18156"/>
                </a:lnTo>
                <a:lnTo>
                  <a:pt x="6359" y="18156"/>
                </a:lnTo>
                <a:lnTo>
                  <a:pt x="6359" y="18155"/>
                </a:lnTo>
                <a:lnTo>
                  <a:pt x="6359" y="18154"/>
                </a:lnTo>
                <a:lnTo>
                  <a:pt x="6359" y="18153"/>
                </a:lnTo>
                <a:lnTo>
                  <a:pt x="6359" y="18152"/>
                </a:lnTo>
                <a:lnTo>
                  <a:pt x="6359" y="18151"/>
                </a:lnTo>
                <a:lnTo>
                  <a:pt x="6359" y="18150"/>
                </a:lnTo>
                <a:lnTo>
                  <a:pt x="6359" y="18149"/>
                </a:lnTo>
                <a:lnTo>
                  <a:pt x="6359" y="18148"/>
                </a:lnTo>
                <a:lnTo>
                  <a:pt x="6359" y="18147"/>
                </a:lnTo>
                <a:lnTo>
                  <a:pt x="6359" y="18147"/>
                </a:lnTo>
                <a:lnTo>
                  <a:pt x="6359" y="18146"/>
                </a:lnTo>
                <a:lnTo>
                  <a:pt x="6359" y="18145"/>
                </a:lnTo>
                <a:lnTo>
                  <a:pt x="6359" y="18144"/>
                </a:lnTo>
                <a:lnTo>
                  <a:pt x="6359" y="18143"/>
                </a:lnTo>
                <a:lnTo>
                  <a:pt x="6359" y="18142"/>
                </a:lnTo>
                <a:lnTo>
                  <a:pt x="6359" y="18141"/>
                </a:lnTo>
                <a:lnTo>
                  <a:pt x="6359" y="18140"/>
                </a:lnTo>
                <a:lnTo>
                  <a:pt x="6359" y="18139"/>
                </a:lnTo>
                <a:lnTo>
                  <a:pt x="6359" y="18138"/>
                </a:lnTo>
                <a:lnTo>
                  <a:pt x="6359" y="18138"/>
                </a:lnTo>
                <a:lnTo>
                  <a:pt x="6359" y="18137"/>
                </a:lnTo>
                <a:lnTo>
                  <a:pt x="6359" y="18136"/>
                </a:lnTo>
                <a:lnTo>
                  <a:pt x="6359" y="18135"/>
                </a:lnTo>
                <a:lnTo>
                  <a:pt x="6359" y="18134"/>
                </a:lnTo>
                <a:lnTo>
                  <a:pt x="6359" y="18133"/>
                </a:lnTo>
                <a:lnTo>
                  <a:pt x="6359" y="18132"/>
                </a:lnTo>
                <a:lnTo>
                  <a:pt x="6359" y="18131"/>
                </a:lnTo>
                <a:lnTo>
                  <a:pt x="6359" y="18130"/>
                </a:lnTo>
                <a:lnTo>
                  <a:pt x="6359" y="18129"/>
                </a:lnTo>
                <a:lnTo>
                  <a:pt x="6359" y="18129"/>
                </a:lnTo>
                <a:lnTo>
                  <a:pt x="6359" y="18128"/>
                </a:lnTo>
                <a:lnTo>
                  <a:pt x="6359" y="18127"/>
                </a:lnTo>
                <a:lnTo>
                  <a:pt x="6359" y="18126"/>
                </a:lnTo>
                <a:lnTo>
                  <a:pt x="6359" y="18125"/>
                </a:lnTo>
                <a:lnTo>
                  <a:pt x="6359" y="18124"/>
                </a:lnTo>
                <a:lnTo>
                  <a:pt x="6359" y="18123"/>
                </a:lnTo>
                <a:lnTo>
                  <a:pt x="6359" y="18122"/>
                </a:lnTo>
                <a:lnTo>
                  <a:pt x="6359" y="18121"/>
                </a:lnTo>
                <a:lnTo>
                  <a:pt x="6359" y="18121"/>
                </a:lnTo>
                <a:lnTo>
                  <a:pt x="6359" y="18120"/>
                </a:lnTo>
                <a:lnTo>
                  <a:pt x="6359" y="18119"/>
                </a:lnTo>
                <a:lnTo>
                  <a:pt x="6359" y="18118"/>
                </a:lnTo>
                <a:lnTo>
                  <a:pt x="6359" y="18117"/>
                </a:lnTo>
                <a:lnTo>
                  <a:pt x="6359" y="18116"/>
                </a:lnTo>
                <a:lnTo>
                  <a:pt x="6359" y="18115"/>
                </a:lnTo>
                <a:lnTo>
                  <a:pt x="6359" y="18114"/>
                </a:lnTo>
                <a:lnTo>
                  <a:pt x="6359" y="18113"/>
                </a:lnTo>
                <a:lnTo>
                  <a:pt x="6359" y="18112"/>
                </a:lnTo>
                <a:lnTo>
                  <a:pt x="6359" y="18112"/>
                </a:lnTo>
                <a:lnTo>
                  <a:pt x="6359" y="18111"/>
                </a:lnTo>
                <a:lnTo>
                  <a:pt x="6359" y="18110"/>
                </a:lnTo>
                <a:lnTo>
                  <a:pt x="6359" y="18109"/>
                </a:lnTo>
                <a:lnTo>
                  <a:pt x="6359" y="18108"/>
                </a:lnTo>
                <a:lnTo>
                  <a:pt x="6359" y="18107"/>
                </a:lnTo>
                <a:lnTo>
                  <a:pt x="6359" y="18106"/>
                </a:lnTo>
                <a:lnTo>
                  <a:pt x="6359" y="18105"/>
                </a:lnTo>
                <a:lnTo>
                  <a:pt x="6359" y="18104"/>
                </a:lnTo>
                <a:lnTo>
                  <a:pt x="6359" y="18103"/>
                </a:lnTo>
                <a:lnTo>
                  <a:pt x="6359" y="18103"/>
                </a:lnTo>
                <a:lnTo>
                  <a:pt x="6359" y="18102"/>
                </a:lnTo>
                <a:lnTo>
                  <a:pt x="6359" y="18101"/>
                </a:lnTo>
                <a:lnTo>
                  <a:pt x="6359" y="18100"/>
                </a:lnTo>
                <a:lnTo>
                  <a:pt x="6359" y="18099"/>
                </a:lnTo>
                <a:lnTo>
                  <a:pt x="6359" y="18098"/>
                </a:lnTo>
                <a:lnTo>
                  <a:pt x="6359" y="18097"/>
                </a:lnTo>
                <a:lnTo>
                  <a:pt x="6359" y="18096"/>
                </a:lnTo>
                <a:lnTo>
                  <a:pt x="6359" y="18095"/>
                </a:lnTo>
                <a:lnTo>
                  <a:pt x="6359" y="18094"/>
                </a:lnTo>
                <a:lnTo>
                  <a:pt x="6359" y="18094"/>
                </a:lnTo>
                <a:lnTo>
                  <a:pt x="6359" y="18093"/>
                </a:lnTo>
                <a:lnTo>
                  <a:pt x="6359" y="18092"/>
                </a:lnTo>
                <a:lnTo>
                  <a:pt x="6359" y="18091"/>
                </a:lnTo>
                <a:lnTo>
                  <a:pt x="6359" y="18090"/>
                </a:lnTo>
                <a:lnTo>
                  <a:pt x="6359" y="18089"/>
                </a:lnTo>
                <a:lnTo>
                  <a:pt x="6359" y="18088"/>
                </a:lnTo>
                <a:lnTo>
                  <a:pt x="6359" y="18087"/>
                </a:lnTo>
                <a:lnTo>
                  <a:pt x="6359" y="18086"/>
                </a:lnTo>
                <a:lnTo>
                  <a:pt x="6359" y="18085"/>
                </a:lnTo>
                <a:lnTo>
                  <a:pt x="6359" y="18084"/>
                </a:lnTo>
                <a:lnTo>
                  <a:pt x="6359" y="18084"/>
                </a:lnTo>
                <a:lnTo>
                  <a:pt x="6359" y="18083"/>
                </a:lnTo>
                <a:lnTo>
                  <a:pt x="6359" y="18082"/>
                </a:lnTo>
                <a:lnTo>
                  <a:pt x="6359" y="18081"/>
                </a:lnTo>
                <a:lnTo>
                  <a:pt x="6359" y="18080"/>
                </a:lnTo>
                <a:lnTo>
                  <a:pt x="6359" y="18079"/>
                </a:lnTo>
                <a:lnTo>
                  <a:pt x="6359" y="18078"/>
                </a:lnTo>
                <a:lnTo>
                  <a:pt x="6359" y="18077"/>
                </a:lnTo>
                <a:lnTo>
                  <a:pt x="6359" y="18076"/>
                </a:lnTo>
                <a:lnTo>
                  <a:pt x="6359" y="18075"/>
                </a:lnTo>
                <a:lnTo>
                  <a:pt x="6359" y="18075"/>
                </a:lnTo>
                <a:lnTo>
                  <a:pt x="6359" y="18074"/>
                </a:lnTo>
                <a:lnTo>
                  <a:pt x="6359" y="18073"/>
                </a:lnTo>
                <a:lnTo>
                  <a:pt x="6359" y="18072"/>
                </a:lnTo>
                <a:lnTo>
                  <a:pt x="6359" y="18071"/>
                </a:lnTo>
                <a:lnTo>
                  <a:pt x="6359" y="18070"/>
                </a:lnTo>
                <a:lnTo>
                  <a:pt x="6359" y="18069"/>
                </a:lnTo>
                <a:lnTo>
                  <a:pt x="6359" y="18068"/>
                </a:lnTo>
                <a:lnTo>
                  <a:pt x="6359" y="18067"/>
                </a:lnTo>
                <a:lnTo>
                  <a:pt x="6359" y="18066"/>
                </a:lnTo>
                <a:lnTo>
                  <a:pt x="6359" y="18066"/>
                </a:lnTo>
                <a:lnTo>
                  <a:pt x="6359" y="18065"/>
                </a:lnTo>
                <a:lnTo>
                  <a:pt x="6359" y="18064"/>
                </a:lnTo>
                <a:lnTo>
                  <a:pt x="6359" y="18063"/>
                </a:lnTo>
                <a:lnTo>
                  <a:pt x="6359" y="18062"/>
                </a:lnTo>
                <a:lnTo>
                  <a:pt x="6359" y="18061"/>
                </a:lnTo>
                <a:lnTo>
                  <a:pt x="6359" y="18060"/>
                </a:lnTo>
                <a:lnTo>
                  <a:pt x="6359" y="18059"/>
                </a:lnTo>
                <a:lnTo>
                  <a:pt x="6359" y="18058"/>
                </a:lnTo>
                <a:lnTo>
                  <a:pt x="6359" y="18057"/>
                </a:lnTo>
                <a:lnTo>
                  <a:pt x="6359" y="18056"/>
                </a:lnTo>
                <a:lnTo>
                  <a:pt x="6359" y="18056"/>
                </a:lnTo>
                <a:lnTo>
                  <a:pt x="6359" y="18055"/>
                </a:lnTo>
                <a:lnTo>
                  <a:pt x="6359" y="18054"/>
                </a:lnTo>
                <a:lnTo>
                  <a:pt x="6359" y="18053"/>
                </a:lnTo>
                <a:lnTo>
                  <a:pt x="6359" y="18052"/>
                </a:lnTo>
                <a:lnTo>
                  <a:pt x="6359" y="18051"/>
                </a:lnTo>
                <a:lnTo>
                  <a:pt x="6359" y="18050"/>
                </a:lnTo>
                <a:lnTo>
                  <a:pt x="6359" y="18049"/>
                </a:lnTo>
                <a:lnTo>
                  <a:pt x="6359" y="18048"/>
                </a:lnTo>
                <a:lnTo>
                  <a:pt x="6359" y="18047"/>
                </a:lnTo>
                <a:lnTo>
                  <a:pt x="6359" y="18047"/>
                </a:lnTo>
                <a:lnTo>
                  <a:pt x="6359" y="18046"/>
                </a:lnTo>
                <a:lnTo>
                  <a:pt x="6359" y="18045"/>
                </a:lnTo>
                <a:lnTo>
                  <a:pt x="6359" y="18044"/>
                </a:lnTo>
                <a:lnTo>
                  <a:pt x="6359" y="18043"/>
                </a:lnTo>
                <a:lnTo>
                  <a:pt x="6359" y="18042"/>
                </a:lnTo>
                <a:lnTo>
                  <a:pt x="6359" y="18041"/>
                </a:lnTo>
                <a:lnTo>
                  <a:pt x="6359" y="18040"/>
                </a:lnTo>
                <a:lnTo>
                  <a:pt x="6359" y="18039"/>
                </a:lnTo>
                <a:lnTo>
                  <a:pt x="6359" y="18038"/>
                </a:lnTo>
                <a:lnTo>
                  <a:pt x="6359" y="18037"/>
                </a:lnTo>
                <a:lnTo>
                  <a:pt x="6359" y="18037"/>
                </a:lnTo>
                <a:lnTo>
                  <a:pt x="6359" y="18036"/>
                </a:lnTo>
                <a:lnTo>
                  <a:pt x="6359" y="18035"/>
                </a:lnTo>
                <a:lnTo>
                  <a:pt x="6359" y="18034"/>
                </a:lnTo>
                <a:lnTo>
                  <a:pt x="6359" y="18033"/>
                </a:lnTo>
                <a:lnTo>
                  <a:pt x="6359" y="18032"/>
                </a:lnTo>
                <a:lnTo>
                  <a:pt x="6359" y="18031"/>
                </a:lnTo>
                <a:lnTo>
                  <a:pt x="6359" y="18030"/>
                </a:lnTo>
                <a:lnTo>
                  <a:pt x="6359" y="18029"/>
                </a:lnTo>
                <a:lnTo>
                  <a:pt x="6359" y="18028"/>
                </a:lnTo>
                <a:lnTo>
                  <a:pt x="6359" y="18028"/>
                </a:lnTo>
                <a:lnTo>
                  <a:pt x="6359" y="18027"/>
                </a:lnTo>
                <a:lnTo>
                  <a:pt x="6359" y="18026"/>
                </a:lnTo>
                <a:lnTo>
                  <a:pt x="6359" y="18025"/>
                </a:lnTo>
                <a:lnTo>
                  <a:pt x="6359" y="18024"/>
                </a:lnTo>
                <a:lnTo>
                  <a:pt x="6359" y="18023"/>
                </a:lnTo>
                <a:lnTo>
                  <a:pt x="6359" y="18022"/>
                </a:lnTo>
                <a:lnTo>
                  <a:pt x="6359" y="18021"/>
                </a:lnTo>
                <a:lnTo>
                  <a:pt x="6359" y="18020"/>
                </a:lnTo>
                <a:lnTo>
                  <a:pt x="6359" y="18019"/>
                </a:lnTo>
                <a:lnTo>
                  <a:pt x="6359" y="18018"/>
                </a:lnTo>
                <a:lnTo>
                  <a:pt x="6359" y="18018"/>
                </a:lnTo>
                <a:lnTo>
                  <a:pt x="6359" y="18017"/>
                </a:lnTo>
                <a:lnTo>
                  <a:pt x="6359" y="18016"/>
                </a:lnTo>
                <a:lnTo>
                  <a:pt x="6359" y="18015"/>
                </a:lnTo>
                <a:lnTo>
                  <a:pt x="6359" y="18014"/>
                </a:lnTo>
                <a:lnTo>
                  <a:pt x="6359" y="18013"/>
                </a:lnTo>
                <a:lnTo>
                  <a:pt x="6359" y="18012"/>
                </a:lnTo>
                <a:lnTo>
                  <a:pt x="6359" y="18011"/>
                </a:lnTo>
                <a:lnTo>
                  <a:pt x="6359" y="18010"/>
                </a:lnTo>
                <a:lnTo>
                  <a:pt x="6359" y="18009"/>
                </a:lnTo>
                <a:lnTo>
                  <a:pt x="6359" y="18008"/>
                </a:lnTo>
                <a:lnTo>
                  <a:pt x="6359" y="18008"/>
                </a:lnTo>
                <a:lnTo>
                  <a:pt x="6359" y="18007"/>
                </a:lnTo>
                <a:lnTo>
                  <a:pt x="6359" y="18006"/>
                </a:lnTo>
                <a:lnTo>
                  <a:pt x="6359" y="18005"/>
                </a:lnTo>
                <a:lnTo>
                  <a:pt x="6359" y="18004"/>
                </a:lnTo>
                <a:lnTo>
                  <a:pt x="6359" y="18003"/>
                </a:lnTo>
                <a:lnTo>
                  <a:pt x="6359" y="18002"/>
                </a:lnTo>
                <a:lnTo>
                  <a:pt x="6359" y="18001"/>
                </a:lnTo>
                <a:lnTo>
                  <a:pt x="6359" y="18000"/>
                </a:lnTo>
                <a:lnTo>
                  <a:pt x="6359" y="17999"/>
                </a:lnTo>
                <a:lnTo>
                  <a:pt x="6359" y="17998"/>
                </a:lnTo>
                <a:lnTo>
                  <a:pt x="6359" y="17998"/>
                </a:lnTo>
                <a:lnTo>
                  <a:pt x="6359" y="17997"/>
                </a:lnTo>
                <a:lnTo>
                  <a:pt x="6359" y="17996"/>
                </a:lnTo>
                <a:lnTo>
                  <a:pt x="6359" y="17995"/>
                </a:lnTo>
                <a:lnTo>
                  <a:pt x="6359" y="17994"/>
                </a:lnTo>
                <a:lnTo>
                  <a:pt x="6359" y="17993"/>
                </a:lnTo>
                <a:lnTo>
                  <a:pt x="6359" y="17992"/>
                </a:lnTo>
                <a:lnTo>
                  <a:pt x="6359" y="17991"/>
                </a:lnTo>
                <a:lnTo>
                  <a:pt x="6359" y="17990"/>
                </a:lnTo>
                <a:lnTo>
                  <a:pt x="6359" y="17989"/>
                </a:lnTo>
                <a:lnTo>
                  <a:pt x="6359" y="17988"/>
                </a:lnTo>
                <a:lnTo>
                  <a:pt x="6359" y="17988"/>
                </a:lnTo>
                <a:lnTo>
                  <a:pt x="6359" y="17987"/>
                </a:lnTo>
                <a:lnTo>
                  <a:pt x="6359" y="17986"/>
                </a:lnTo>
                <a:lnTo>
                  <a:pt x="6359" y="17985"/>
                </a:lnTo>
                <a:lnTo>
                  <a:pt x="6359" y="17984"/>
                </a:lnTo>
                <a:lnTo>
                  <a:pt x="6359" y="17983"/>
                </a:lnTo>
                <a:lnTo>
                  <a:pt x="6359" y="17982"/>
                </a:lnTo>
                <a:lnTo>
                  <a:pt x="6359" y="17981"/>
                </a:lnTo>
                <a:lnTo>
                  <a:pt x="6359" y="17980"/>
                </a:lnTo>
                <a:lnTo>
                  <a:pt x="6359" y="17979"/>
                </a:lnTo>
                <a:lnTo>
                  <a:pt x="6359" y="17978"/>
                </a:lnTo>
                <a:lnTo>
                  <a:pt x="6359" y="17978"/>
                </a:lnTo>
                <a:lnTo>
                  <a:pt x="6359" y="17977"/>
                </a:lnTo>
                <a:lnTo>
                  <a:pt x="6359" y="17976"/>
                </a:lnTo>
                <a:lnTo>
                  <a:pt x="6359" y="17975"/>
                </a:lnTo>
                <a:lnTo>
                  <a:pt x="6359" y="17974"/>
                </a:lnTo>
                <a:lnTo>
                  <a:pt x="6359" y="17973"/>
                </a:lnTo>
                <a:lnTo>
                  <a:pt x="6359" y="17972"/>
                </a:lnTo>
                <a:lnTo>
                  <a:pt x="6359" y="17971"/>
                </a:lnTo>
                <a:lnTo>
                  <a:pt x="6359" y="17970"/>
                </a:lnTo>
                <a:lnTo>
                  <a:pt x="6359" y="17969"/>
                </a:lnTo>
                <a:lnTo>
                  <a:pt x="6359" y="17968"/>
                </a:lnTo>
                <a:lnTo>
                  <a:pt x="6359" y="17967"/>
                </a:lnTo>
                <a:lnTo>
                  <a:pt x="6359" y="17967"/>
                </a:lnTo>
                <a:lnTo>
                  <a:pt x="6359" y="17966"/>
                </a:lnTo>
                <a:lnTo>
                  <a:pt x="6359" y="17965"/>
                </a:lnTo>
                <a:lnTo>
                  <a:pt x="6359" y="17964"/>
                </a:lnTo>
                <a:lnTo>
                  <a:pt x="6359" y="17963"/>
                </a:lnTo>
                <a:lnTo>
                  <a:pt x="6359" y="17962"/>
                </a:lnTo>
                <a:lnTo>
                  <a:pt x="6359" y="17961"/>
                </a:lnTo>
                <a:lnTo>
                  <a:pt x="6359" y="17960"/>
                </a:lnTo>
                <a:lnTo>
                  <a:pt x="6359" y="17959"/>
                </a:lnTo>
                <a:lnTo>
                  <a:pt x="6359" y="17958"/>
                </a:lnTo>
                <a:lnTo>
                  <a:pt x="6359" y="17957"/>
                </a:lnTo>
                <a:lnTo>
                  <a:pt x="6359" y="17957"/>
                </a:lnTo>
                <a:lnTo>
                  <a:pt x="6359" y="17956"/>
                </a:lnTo>
                <a:lnTo>
                  <a:pt x="6359" y="17955"/>
                </a:lnTo>
                <a:lnTo>
                  <a:pt x="6359" y="17954"/>
                </a:lnTo>
                <a:lnTo>
                  <a:pt x="6359" y="17953"/>
                </a:lnTo>
                <a:lnTo>
                  <a:pt x="6359" y="17952"/>
                </a:lnTo>
                <a:lnTo>
                  <a:pt x="6359" y="17951"/>
                </a:lnTo>
                <a:lnTo>
                  <a:pt x="6359" y="17950"/>
                </a:lnTo>
                <a:lnTo>
                  <a:pt x="6359" y="17949"/>
                </a:lnTo>
                <a:lnTo>
                  <a:pt x="6359" y="17948"/>
                </a:lnTo>
                <a:lnTo>
                  <a:pt x="6359" y="17947"/>
                </a:lnTo>
                <a:lnTo>
                  <a:pt x="6359" y="17947"/>
                </a:lnTo>
                <a:lnTo>
                  <a:pt x="6359" y="17946"/>
                </a:lnTo>
                <a:lnTo>
                  <a:pt x="6359" y="17945"/>
                </a:lnTo>
                <a:lnTo>
                  <a:pt x="6359" y="17944"/>
                </a:lnTo>
                <a:lnTo>
                  <a:pt x="6359" y="17943"/>
                </a:lnTo>
                <a:lnTo>
                  <a:pt x="6359" y="17942"/>
                </a:lnTo>
                <a:lnTo>
                  <a:pt x="6359" y="17941"/>
                </a:lnTo>
                <a:lnTo>
                  <a:pt x="6359" y="17940"/>
                </a:lnTo>
                <a:lnTo>
                  <a:pt x="6359" y="17939"/>
                </a:lnTo>
                <a:lnTo>
                  <a:pt x="6359" y="17938"/>
                </a:lnTo>
                <a:lnTo>
                  <a:pt x="6359" y="17937"/>
                </a:lnTo>
                <a:lnTo>
                  <a:pt x="6359" y="17936"/>
                </a:lnTo>
                <a:lnTo>
                  <a:pt x="6359" y="17936"/>
                </a:lnTo>
                <a:lnTo>
                  <a:pt x="6359" y="17935"/>
                </a:lnTo>
                <a:lnTo>
                  <a:pt x="6359" y="17934"/>
                </a:lnTo>
                <a:lnTo>
                  <a:pt x="6359" y="17933"/>
                </a:lnTo>
                <a:lnTo>
                  <a:pt x="6359" y="17932"/>
                </a:lnTo>
                <a:lnTo>
                  <a:pt x="6359" y="17931"/>
                </a:lnTo>
                <a:lnTo>
                  <a:pt x="6359" y="17930"/>
                </a:lnTo>
                <a:lnTo>
                  <a:pt x="6359" y="17929"/>
                </a:lnTo>
                <a:lnTo>
                  <a:pt x="6359" y="17928"/>
                </a:lnTo>
                <a:lnTo>
                  <a:pt x="6359" y="17927"/>
                </a:lnTo>
                <a:lnTo>
                  <a:pt x="6359" y="17926"/>
                </a:lnTo>
                <a:lnTo>
                  <a:pt x="6359" y="17925"/>
                </a:lnTo>
                <a:lnTo>
                  <a:pt x="6359" y="17925"/>
                </a:lnTo>
                <a:lnTo>
                  <a:pt x="6359" y="17924"/>
                </a:lnTo>
                <a:lnTo>
                  <a:pt x="6359" y="17923"/>
                </a:lnTo>
                <a:lnTo>
                  <a:pt x="6359" y="17922"/>
                </a:lnTo>
                <a:lnTo>
                  <a:pt x="6359" y="17921"/>
                </a:lnTo>
                <a:lnTo>
                  <a:pt x="6359" y="17920"/>
                </a:lnTo>
                <a:lnTo>
                  <a:pt x="6359" y="17919"/>
                </a:lnTo>
                <a:lnTo>
                  <a:pt x="6359" y="17918"/>
                </a:lnTo>
                <a:lnTo>
                  <a:pt x="6359" y="17917"/>
                </a:lnTo>
                <a:lnTo>
                  <a:pt x="6359" y="17916"/>
                </a:lnTo>
                <a:lnTo>
                  <a:pt x="6359" y="17915"/>
                </a:lnTo>
                <a:lnTo>
                  <a:pt x="6359" y="17914"/>
                </a:lnTo>
                <a:lnTo>
                  <a:pt x="6359" y="17914"/>
                </a:lnTo>
                <a:lnTo>
                  <a:pt x="6359" y="17913"/>
                </a:lnTo>
                <a:lnTo>
                  <a:pt x="6359" y="17912"/>
                </a:lnTo>
                <a:lnTo>
                  <a:pt x="6359" y="17911"/>
                </a:lnTo>
                <a:lnTo>
                  <a:pt x="6359" y="17910"/>
                </a:lnTo>
                <a:lnTo>
                  <a:pt x="6359" y="17909"/>
                </a:lnTo>
                <a:lnTo>
                  <a:pt x="6359" y="17908"/>
                </a:lnTo>
                <a:lnTo>
                  <a:pt x="6359" y="17907"/>
                </a:lnTo>
                <a:lnTo>
                  <a:pt x="6359" y="17906"/>
                </a:lnTo>
                <a:lnTo>
                  <a:pt x="6359" y="17905"/>
                </a:lnTo>
                <a:lnTo>
                  <a:pt x="6359" y="17904"/>
                </a:lnTo>
                <a:lnTo>
                  <a:pt x="6359" y="17903"/>
                </a:lnTo>
                <a:lnTo>
                  <a:pt x="6359" y="17903"/>
                </a:lnTo>
                <a:lnTo>
                  <a:pt x="6359" y="17902"/>
                </a:lnTo>
                <a:lnTo>
                  <a:pt x="6359" y="17901"/>
                </a:lnTo>
                <a:lnTo>
                  <a:pt x="6359" y="17900"/>
                </a:lnTo>
                <a:lnTo>
                  <a:pt x="6359" y="17899"/>
                </a:lnTo>
                <a:lnTo>
                  <a:pt x="6359" y="17898"/>
                </a:lnTo>
                <a:lnTo>
                  <a:pt x="6359" y="17897"/>
                </a:lnTo>
                <a:lnTo>
                  <a:pt x="6359" y="17896"/>
                </a:lnTo>
                <a:lnTo>
                  <a:pt x="6359" y="17895"/>
                </a:lnTo>
                <a:lnTo>
                  <a:pt x="6359" y="17894"/>
                </a:lnTo>
                <a:lnTo>
                  <a:pt x="6359" y="17893"/>
                </a:lnTo>
                <a:lnTo>
                  <a:pt x="6359" y="17892"/>
                </a:lnTo>
                <a:lnTo>
                  <a:pt x="6359" y="17892"/>
                </a:lnTo>
                <a:lnTo>
                  <a:pt x="6359" y="17891"/>
                </a:lnTo>
                <a:lnTo>
                  <a:pt x="6359" y="17890"/>
                </a:lnTo>
                <a:lnTo>
                  <a:pt x="6359" y="17889"/>
                </a:lnTo>
                <a:lnTo>
                  <a:pt x="6359" y="17888"/>
                </a:lnTo>
                <a:lnTo>
                  <a:pt x="6359" y="17887"/>
                </a:lnTo>
                <a:lnTo>
                  <a:pt x="6359" y="17886"/>
                </a:lnTo>
                <a:lnTo>
                  <a:pt x="6359" y="17885"/>
                </a:lnTo>
                <a:lnTo>
                  <a:pt x="6359" y="17884"/>
                </a:lnTo>
                <a:lnTo>
                  <a:pt x="6359" y="17883"/>
                </a:lnTo>
                <a:lnTo>
                  <a:pt x="6359" y="17882"/>
                </a:lnTo>
                <a:lnTo>
                  <a:pt x="6359" y="17881"/>
                </a:lnTo>
                <a:lnTo>
                  <a:pt x="6359" y="17881"/>
                </a:lnTo>
                <a:lnTo>
                  <a:pt x="6359" y="17880"/>
                </a:lnTo>
                <a:lnTo>
                  <a:pt x="6359" y="17879"/>
                </a:lnTo>
                <a:lnTo>
                  <a:pt x="6359" y="17878"/>
                </a:lnTo>
                <a:lnTo>
                  <a:pt x="6359" y="17877"/>
                </a:lnTo>
                <a:lnTo>
                  <a:pt x="6359" y="17876"/>
                </a:lnTo>
                <a:lnTo>
                  <a:pt x="6359" y="17875"/>
                </a:lnTo>
                <a:lnTo>
                  <a:pt x="6359" y="17874"/>
                </a:lnTo>
                <a:lnTo>
                  <a:pt x="6359" y="17873"/>
                </a:lnTo>
                <a:lnTo>
                  <a:pt x="6359" y="17872"/>
                </a:lnTo>
                <a:lnTo>
                  <a:pt x="6359" y="17871"/>
                </a:lnTo>
                <a:lnTo>
                  <a:pt x="6359" y="17870"/>
                </a:lnTo>
                <a:lnTo>
                  <a:pt x="6359" y="17869"/>
                </a:lnTo>
                <a:lnTo>
                  <a:pt x="6359" y="17869"/>
                </a:lnTo>
                <a:lnTo>
                  <a:pt x="6359" y="17868"/>
                </a:lnTo>
                <a:lnTo>
                  <a:pt x="6359" y="17867"/>
                </a:lnTo>
                <a:lnTo>
                  <a:pt x="6359" y="17866"/>
                </a:lnTo>
                <a:lnTo>
                  <a:pt x="6359" y="17865"/>
                </a:lnTo>
                <a:lnTo>
                  <a:pt x="6359" y="17864"/>
                </a:lnTo>
                <a:lnTo>
                  <a:pt x="6359" y="17863"/>
                </a:lnTo>
                <a:lnTo>
                  <a:pt x="6359" y="17862"/>
                </a:lnTo>
                <a:lnTo>
                  <a:pt x="6359" y="17861"/>
                </a:lnTo>
                <a:lnTo>
                  <a:pt x="6359" y="17860"/>
                </a:lnTo>
                <a:lnTo>
                  <a:pt x="6359" y="17859"/>
                </a:lnTo>
                <a:lnTo>
                  <a:pt x="6359" y="17858"/>
                </a:lnTo>
                <a:lnTo>
                  <a:pt x="6359" y="17858"/>
                </a:lnTo>
                <a:lnTo>
                  <a:pt x="6359" y="17857"/>
                </a:lnTo>
                <a:lnTo>
                  <a:pt x="6359" y="17856"/>
                </a:lnTo>
                <a:lnTo>
                  <a:pt x="6359" y="17855"/>
                </a:lnTo>
                <a:lnTo>
                  <a:pt x="6359" y="17854"/>
                </a:lnTo>
                <a:lnTo>
                  <a:pt x="6359" y="17853"/>
                </a:lnTo>
                <a:lnTo>
                  <a:pt x="6359" y="17852"/>
                </a:lnTo>
                <a:lnTo>
                  <a:pt x="6359" y="17851"/>
                </a:lnTo>
                <a:lnTo>
                  <a:pt x="6359" y="17850"/>
                </a:lnTo>
                <a:lnTo>
                  <a:pt x="6359" y="17849"/>
                </a:lnTo>
                <a:lnTo>
                  <a:pt x="6359" y="17848"/>
                </a:lnTo>
                <a:lnTo>
                  <a:pt x="6359" y="17847"/>
                </a:lnTo>
                <a:lnTo>
                  <a:pt x="6359" y="17846"/>
                </a:lnTo>
                <a:lnTo>
                  <a:pt x="6359" y="17846"/>
                </a:lnTo>
                <a:lnTo>
                  <a:pt x="6359" y="17845"/>
                </a:lnTo>
                <a:lnTo>
                  <a:pt x="6359" y="17844"/>
                </a:lnTo>
                <a:lnTo>
                  <a:pt x="6359" y="17843"/>
                </a:lnTo>
                <a:lnTo>
                  <a:pt x="6359" y="17842"/>
                </a:lnTo>
                <a:lnTo>
                  <a:pt x="6359" y="17841"/>
                </a:lnTo>
                <a:lnTo>
                  <a:pt x="6359" y="17840"/>
                </a:lnTo>
                <a:lnTo>
                  <a:pt x="6359" y="17839"/>
                </a:lnTo>
                <a:lnTo>
                  <a:pt x="6359" y="17838"/>
                </a:lnTo>
                <a:lnTo>
                  <a:pt x="6359" y="17837"/>
                </a:lnTo>
                <a:lnTo>
                  <a:pt x="6359" y="17836"/>
                </a:lnTo>
                <a:lnTo>
                  <a:pt x="6359" y="17835"/>
                </a:lnTo>
                <a:lnTo>
                  <a:pt x="6359" y="17834"/>
                </a:lnTo>
                <a:lnTo>
                  <a:pt x="6359" y="17834"/>
                </a:lnTo>
                <a:lnTo>
                  <a:pt x="6359" y="17833"/>
                </a:lnTo>
                <a:lnTo>
                  <a:pt x="6359" y="17832"/>
                </a:lnTo>
                <a:lnTo>
                  <a:pt x="6359" y="17831"/>
                </a:lnTo>
                <a:lnTo>
                  <a:pt x="6359" y="17830"/>
                </a:lnTo>
                <a:lnTo>
                  <a:pt x="6359" y="17829"/>
                </a:lnTo>
                <a:lnTo>
                  <a:pt x="6359" y="17828"/>
                </a:lnTo>
                <a:lnTo>
                  <a:pt x="6359" y="17827"/>
                </a:lnTo>
                <a:lnTo>
                  <a:pt x="6359" y="17826"/>
                </a:lnTo>
                <a:lnTo>
                  <a:pt x="6359" y="17825"/>
                </a:lnTo>
                <a:lnTo>
                  <a:pt x="6359" y="17824"/>
                </a:lnTo>
                <a:lnTo>
                  <a:pt x="6359" y="17823"/>
                </a:lnTo>
                <a:lnTo>
                  <a:pt x="6359" y="17822"/>
                </a:lnTo>
                <a:lnTo>
                  <a:pt x="6359" y="17822"/>
                </a:lnTo>
                <a:lnTo>
                  <a:pt x="6359" y="17821"/>
                </a:lnTo>
                <a:lnTo>
                  <a:pt x="6359" y="17820"/>
                </a:lnTo>
                <a:lnTo>
                  <a:pt x="6359" y="17819"/>
                </a:lnTo>
                <a:lnTo>
                  <a:pt x="6359" y="17818"/>
                </a:lnTo>
                <a:lnTo>
                  <a:pt x="6359" y="17817"/>
                </a:lnTo>
                <a:lnTo>
                  <a:pt x="6359" y="17816"/>
                </a:lnTo>
                <a:lnTo>
                  <a:pt x="6359" y="17815"/>
                </a:lnTo>
                <a:lnTo>
                  <a:pt x="6359" y="17814"/>
                </a:lnTo>
                <a:lnTo>
                  <a:pt x="6359" y="17813"/>
                </a:lnTo>
                <a:lnTo>
                  <a:pt x="6359" y="17812"/>
                </a:lnTo>
                <a:lnTo>
                  <a:pt x="6359" y="17811"/>
                </a:lnTo>
                <a:lnTo>
                  <a:pt x="6359" y="17810"/>
                </a:lnTo>
                <a:lnTo>
                  <a:pt x="6359" y="17810"/>
                </a:lnTo>
                <a:lnTo>
                  <a:pt x="6359" y="17809"/>
                </a:lnTo>
                <a:lnTo>
                  <a:pt x="6359" y="17808"/>
                </a:lnTo>
                <a:lnTo>
                  <a:pt x="6359" y="17807"/>
                </a:lnTo>
                <a:lnTo>
                  <a:pt x="6359" y="17806"/>
                </a:lnTo>
                <a:lnTo>
                  <a:pt x="6359" y="17805"/>
                </a:lnTo>
                <a:lnTo>
                  <a:pt x="6359" y="17804"/>
                </a:lnTo>
                <a:lnTo>
                  <a:pt x="6359" y="17803"/>
                </a:lnTo>
                <a:lnTo>
                  <a:pt x="6359" y="17802"/>
                </a:lnTo>
                <a:lnTo>
                  <a:pt x="6359" y="17801"/>
                </a:lnTo>
                <a:lnTo>
                  <a:pt x="6359" y="17800"/>
                </a:lnTo>
                <a:lnTo>
                  <a:pt x="6359" y="17799"/>
                </a:lnTo>
                <a:lnTo>
                  <a:pt x="6359" y="17798"/>
                </a:lnTo>
                <a:lnTo>
                  <a:pt x="6359" y="17797"/>
                </a:lnTo>
                <a:lnTo>
                  <a:pt x="6359" y="17797"/>
                </a:lnTo>
                <a:lnTo>
                  <a:pt x="6359" y="17796"/>
                </a:lnTo>
                <a:lnTo>
                  <a:pt x="6359" y="17795"/>
                </a:lnTo>
                <a:lnTo>
                  <a:pt x="6359" y="17794"/>
                </a:lnTo>
                <a:lnTo>
                  <a:pt x="6359" y="17793"/>
                </a:lnTo>
                <a:lnTo>
                  <a:pt x="6359" y="17792"/>
                </a:lnTo>
                <a:lnTo>
                  <a:pt x="6359" y="17791"/>
                </a:lnTo>
                <a:lnTo>
                  <a:pt x="6359" y="17790"/>
                </a:lnTo>
                <a:lnTo>
                  <a:pt x="6359" y="17789"/>
                </a:lnTo>
                <a:lnTo>
                  <a:pt x="6359" y="17788"/>
                </a:lnTo>
                <a:lnTo>
                  <a:pt x="6359" y="17787"/>
                </a:lnTo>
                <a:lnTo>
                  <a:pt x="6359" y="17786"/>
                </a:lnTo>
                <a:lnTo>
                  <a:pt x="6359" y="17785"/>
                </a:lnTo>
                <a:lnTo>
                  <a:pt x="6359" y="17784"/>
                </a:lnTo>
                <a:lnTo>
                  <a:pt x="6359" y="17784"/>
                </a:lnTo>
                <a:lnTo>
                  <a:pt x="6359" y="17783"/>
                </a:lnTo>
                <a:lnTo>
                  <a:pt x="6359" y="17782"/>
                </a:lnTo>
                <a:lnTo>
                  <a:pt x="6359" y="17781"/>
                </a:lnTo>
                <a:lnTo>
                  <a:pt x="6359" y="17780"/>
                </a:lnTo>
                <a:lnTo>
                  <a:pt x="6359" y="17779"/>
                </a:lnTo>
                <a:lnTo>
                  <a:pt x="6359" y="17778"/>
                </a:lnTo>
                <a:lnTo>
                  <a:pt x="6359" y="17777"/>
                </a:lnTo>
                <a:lnTo>
                  <a:pt x="6359" y="17776"/>
                </a:lnTo>
                <a:lnTo>
                  <a:pt x="6359" y="17775"/>
                </a:lnTo>
                <a:lnTo>
                  <a:pt x="6359" y="17774"/>
                </a:lnTo>
                <a:lnTo>
                  <a:pt x="6359" y="17773"/>
                </a:lnTo>
                <a:lnTo>
                  <a:pt x="6359" y="17772"/>
                </a:lnTo>
                <a:lnTo>
                  <a:pt x="6359" y="17772"/>
                </a:lnTo>
                <a:lnTo>
                  <a:pt x="6359" y="17771"/>
                </a:lnTo>
                <a:lnTo>
                  <a:pt x="6359" y="17770"/>
                </a:lnTo>
                <a:lnTo>
                  <a:pt x="6359" y="17769"/>
                </a:lnTo>
                <a:lnTo>
                  <a:pt x="6359" y="17768"/>
                </a:lnTo>
                <a:lnTo>
                  <a:pt x="6359" y="17767"/>
                </a:lnTo>
                <a:lnTo>
                  <a:pt x="6359" y="17766"/>
                </a:lnTo>
                <a:lnTo>
                  <a:pt x="6359" y="17765"/>
                </a:lnTo>
                <a:lnTo>
                  <a:pt x="6359" y="17764"/>
                </a:lnTo>
                <a:lnTo>
                  <a:pt x="6359" y="17763"/>
                </a:lnTo>
                <a:lnTo>
                  <a:pt x="6359" y="17762"/>
                </a:lnTo>
                <a:lnTo>
                  <a:pt x="6359" y="17761"/>
                </a:lnTo>
                <a:lnTo>
                  <a:pt x="6359" y="17760"/>
                </a:lnTo>
                <a:lnTo>
                  <a:pt x="6359" y="17759"/>
                </a:lnTo>
                <a:lnTo>
                  <a:pt x="6359" y="17758"/>
                </a:lnTo>
                <a:lnTo>
                  <a:pt x="6359" y="17758"/>
                </a:lnTo>
                <a:lnTo>
                  <a:pt x="6359" y="17757"/>
                </a:lnTo>
                <a:lnTo>
                  <a:pt x="6359" y="17756"/>
                </a:lnTo>
                <a:lnTo>
                  <a:pt x="6359" y="17755"/>
                </a:lnTo>
                <a:lnTo>
                  <a:pt x="6359" y="17754"/>
                </a:lnTo>
                <a:lnTo>
                  <a:pt x="6359" y="17753"/>
                </a:lnTo>
                <a:lnTo>
                  <a:pt x="6359" y="17752"/>
                </a:lnTo>
                <a:lnTo>
                  <a:pt x="6359" y="17751"/>
                </a:lnTo>
                <a:lnTo>
                  <a:pt x="6359" y="17750"/>
                </a:lnTo>
                <a:lnTo>
                  <a:pt x="6359" y="17749"/>
                </a:lnTo>
                <a:lnTo>
                  <a:pt x="6359" y="17748"/>
                </a:lnTo>
                <a:lnTo>
                  <a:pt x="6359" y="17747"/>
                </a:lnTo>
                <a:lnTo>
                  <a:pt x="6359" y="17746"/>
                </a:lnTo>
                <a:lnTo>
                  <a:pt x="6359" y="17745"/>
                </a:lnTo>
                <a:lnTo>
                  <a:pt x="6359" y="17745"/>
                </a:lnTo>
                <a:lnTo>
                  <a:pt x="6359" y="17744"/>
                </a:lnTo>
                <a:lnTo>
                  <a:pt x="6359" y="17743"/>
                </a:lnTo>
                <a:lnTo>
                  <a:pt x="6359" y="17742"/>
                </a:lnTo>
                <a:lnTo>
                  <a:pt x="6359" y="17741"/>
                </a:lnTo>
                <a:lnTo>
                  <a:pt x="6359" y="17740"/>
                </a:lnTo>
                <a:lnTo>
                  <a:pt x="6359" y="17739"/>
                </a:lnTo>
                <a:lnTo>
                  <a:pt x="6359" y="17738"/>
                </a:lnTo>
                <a:lnTo>
                  <a:pt x="6359" y="17737"/>
                </a:lnTo>
                <a:lnTo>
                  <a:pt x="6359" y="17736"/>
                </a:lnTo>
                <a:lnTo>
                  <a:pt x="6359" y="17735"/>
                </a:lnTo>
                <a:lnTo>
                  <a:pt x="6359" y="17734"/>
                </a:lnTo>
                <a:lnTo>
                  <a:pt x="6359" y="17733"/>
                </a:lnTo>
                <a:lnTo>
                  <a:pt x="6359" y="17732"/>
                </a:lnTo>
                <a:lnTo>
                  <a:pt x="6359" y="17732"/>
                </a:lnTo>
                <a:lnTo>
                  <a:pt x="6359" y="17731"/>
                </a:lnTo>
                <a:lnTo>
                  <a:pt x="6359" y="17730"/>
                </a:lnTo>
                <a:lnTo>
                  <a:pt x="6359" y="17729"/>
                </a:lnTo>
                <a:lnTo>
                  <a:pt x="6359" y="17728"/>
                </a:lnTo>
                <a:lnTo>
                  <a:pt x="6359" y="17727"/>
                </a:lnTo>
                <a:lnTo>
                  <a:pt x="6359" y="17726"/>
                </a:lnTo>
                <a:lnTo>
                  <a:pt x="6359" y="17725"/>
                </a:lnTo>
                <a:lnTo>
                  <a:pt x="6359" y="17724"/>
                </a:lnTo>
                <a:lnTo>
                  <a:pt x="6359" y="17723"/>
                </a:lnTo>
                <a:lnTo>
                  <a:pt x="6359" y="17722"/>
                </a:lnTo>
                <a:lnTo>
                  <a:pt x="6359" y="17721"/>
                </a:lnTo>
                <a:lnTo>
                  <a:pt x="6359" y="17720"/>
                </a:lnTo>
                <a:lnTo>
                  <a:pt x="6359" y="17719"/>
                </a:lnTo>
                <a:lnTo>
                  <a:pt x="6359" y="17718"/>
                </a:lnTo>
                <a:lnTo>
                  <a:pt x="6359" y="17718"/>
                </a:lnTo>
                <a:lnTo>
                  <a:pt x="6359" y="17717"/>
                </a:lnTo>
                <a:lnTo>
                  <a:pt x="6359" y="17716"/>
                </a:lnTo>
                <a:lnTo>
                  <a:pt x="6359" y="17715"/>
                </a:lnTo>
                <a:lnTo>
                  <a:pt x="6359" y="17714"/>
                </a:lnTo>
                <a:lnTo>
                  <a:pt x="6359" y="17713"/>
                </a:lnTo>
                <a:lnTo>
                  <a:pt x="6359" y="17712"/>
                </a:lnTo>
                <a:lnTo>
                  <a:pt x="6359" y="17711"/>
                </a:lnTo>
                <a:lnTo>
                  <a:pt x="6359" y="17710"/>
                </a:lnTo>
                <a:lnTo>
                  <a:pt x="6359" y="17709"/>
                </a:lnTo>
                <a:lnTo>
                  <a:pt x="6359" y="17708"/>
                </a:lnTo>
                <a:lnTo>
                  <a:pt x="6359" y="17707"/>
                </a:lnTo>
                <a:lnTo>
                  <a:pt x="6359" y="17706"/>
                </a:lnTo>
                <a:lnTo>
                  <a:pt x="6359" y="17705"/>
                </a:lnTo>
                <a:lnTo>
                  <a:pt x="6359" y="17704"/>
                </a:lnTo>
                <a:lnTo>
                  <a:pt x="6359" y="17704"/>
                </a:lnTo>
                <a:lnTo>
                  <a:pt x="6359" y="17703"/>
                </a:lnTo>
                <a:lnTo>
                  <a:pt x="6359" y="17702"/>
                </a:lnTo>
                <a:lnTo>
                  <a:pt x="6359" y="17701"/>
                </a:lnTo>
                <a:lnTo>
                  <a:pt x="6359" y="17700"/>
                </a:lnTo>
                <a:lnTo>
                  <a:pt x="6359" y="17699"/>
                </a:lnTo>
                <a:lnTo>
                  <a:pt x="6359" y="17698"/>
                </a:lnTo>
                <a:lnTo>
                  <a:pt x="6359" y="17697"/>
                </a:lnTo>
                <a:lnTo>
                  <a:pt x="6359" y="17696"/>
                </a:lnTo>
                <a:lnTo>
                  <a:pt x="6359" y="17695"/>
                </a:lnTo>
                <a:lnTo>
                  <a:pt x="6359" y="17694"/>
                </a:lnTo>
                <a:lnTo>
                  <a:pt x="6359" y="17693"/>
                </a:lnTo>
                <a:lnTo>
                  <a:pt x="6359" y="17692"/>
                </a:lnTo>
                <a:lnTo>
                  <a:pt x="6359" y="17691"/>
                </a:lnTo>
                <a:lnTo>
                  <a:pt x="6359" y="17690"/>
                </a:lnTo>
                <a:lnTo>
                  <a:pt x="6359" y="17689"/>
                </a:lnTo>
                <a:lnTo>
                  <a:pt x="6359" y="17689"/>
                </a:lnTo>
                <a:lnTo>
                  <a:pt x="6359" y="17688"/>
                </a:lnTo>
                <a:lnTo>
                  <a:pt x="6359" y="17687"/>
                </a:lnTo>
                <a:lnTo>
                  <a:pt x="6359" y="17686"/>
                </a:lnTo>
                <a:lnTo>
                  <a:pt x="6359" y="17685"/>
                </a:lnTo>
                <a:lnTo>
                  <a:pt x="6359" y="17684"/>
                </a:lnTo>
                <a:lnTo>
                  <a:pt x="6359" y="17683"/>
                </a:lnTo>
                <a:lnTo>
                  <a:pt x="6359" y="17682"/>
                </a:lnTo>
                <a:lnTo>
                  <a:pt x="6359" y="17681"/>
                </a:lnTo>
                <a:lnTo>
                  <a:pt x="6359" y="17680"/>
                </a:lnTo>
                <a:lnTo>
                  <a:pt x="6359" y="17679"/>
                </a:lnTo>
                <a:lnTo>
                  <a:pt x="6359" y="17678"/>
                </a:lnTo>
                <a:lnTo>
                  <a:pt x="6359" y="17677"/>
                </a:lnTo>
                <a:lnTo>
                  <a:pt x="6359" y="17676"/>
                </a:lnTo>
                <a:lnTo>
                  <a:pt x="6359" y="17675"/>
                </a:lnTo>
                <a:lnTo>
                  <a:pt x="6359" y="17675"/>
                </a:lnTo>
                <a:lnTo>
                  <a:pt x="6359" y="17674"/>
                </a:lnTo>
                <a:lnTo>
                  <a:pt x="6359" y="17673"/>
                </a:lnTo>
                <a:lnTo>
                  <a:pt x="6359" y="17672"/>
                </a:lnTo>
                <a:lnTo>
                  <a:pt x="6359" y="17671"/>
                </a:lnTo>
                <a:lnTo>
                  <a:pt x="6359" y="17670"/>
                </a:lnTo>
                <a:lnTo>
                  <a:pt x="6359" y="17669"/>
                </a:lnTo>
                <a:lnTo>
                  <a:pt x="6359" y="17668"/>
                </a:lnTo>
                <a:lnTo>
                  <a:pt x="6359" y="17667"/>
                </a:lnTo>
                <a:lnTo>
                  <a:pt x="6359" y="17666"/>
                </a:lnTo>
                <a:lnTo>
                  <a:pt x="6359" y="17665"/>
                </a:lnTo>
                <a:lnTo>
                  <a:pt x="6359" y="17664"/>
                </a:lnTo>
                <a:lnTo>
                  <a:pt x="6359" y="17663"/>
                </a:lnTo>
                <a:lnTo>
                  <a:pt x="6359" y="17662"/>
                </a:lnTo>
                <a:lnTo>
                  <a:pt x="6359" y="17661"/>
                </a:lnTo>
                <a:lnTo>
                  <a:pt x="6359" y="17660"/>
                </a:lnTo>
                <a:lnTo>
                  <a:pt x="6359" y="17660"/>
                </a:lnTo>
                <a:lnTo>
                  <a:pt x="6359" y="17659"/>
                </a:lnTo>
                <a:lnTo>
                  <a:pt x="6359" y="17658"/>
                </a:lnTo>
                <a:lnTo>
                  <a:pt x="6359" y="17657"/>
                </a:lnTo>
                <a:lnTo>
                  <a:pt x="6359" y="17656"/>
                </a:lnTo>
                <a:lnTo>
                  <a:pt x="6359" y="17655"/>
                </a:lnTo>
                <a:lnTo>
                  <a:pt x="6359" y="17654"/>
                </a:lnTo>
                <a:lnTo>
                  <a:pt x="6359" y="17653"/>
                </a:lnTo>
                <a:lnTo>
                  <a:pt x="6359" y="17652"/>
                </a:lnTo>
                <a:lnTo>
                  <a:pt x="6359" y="17651"/>
                </a:lnTo>
                <a:lnTo>
                  <a:pt x="6359" y="17650"/>
                </a:lnTo>
                <a:lnTo>
                  <a:pt x="6359" y="17649"/>
                </a:lnTo>
                <a:lnTo>
                  <a:pt x="6359" y="17648"/>
                </a:lnTo>
                <a:lnTo>
                  <a:pt x="6359" y="17647"/>
                </a:lnTo>
                <a:lnTo>
                  <a:pt x="6359" y="17646"/>
                </a:lnTo>
                <a:lnTo>
                  <a:pt x="6359" y="17645"/>
                </a:lnTo>
                <a:lnTo>
                  <a:pt x="6359" y="17645"/>
                </a:lnTo>
                <a:lnTo>
                  <a:pt x="6359" y="17644"/>
                </a:lnTo>
                <a:lnTo>
                  <a:pt x="6359" y="17643"/>
                </a:lnTo>
                <a:lnTo>
                  <a:pt x="6359" y="17642"/>
                </a:lnTo>
                <a:lnTo>
                  <a:pt x="6359" y="17641"/>
                </a:lnTo>
                <a:lnTo>
                  <a:pt x="6359" y="17640"/>
                </a:lnTo>
                <a:lnTo>
                  <a:pt x="6359" y="17639"/>
                </a:lnTo>
                <a:lnTo>
                  <a:pt x="6359" y="17638"/>
                </a:lnTo>
                <a:lnTo>
                  <a:pt x="6359" y="17637"/>
                </a:lnTo>
                <a:lnTo>
                  <a:pt x="6359" y="17636"/>
                </a:lnTo>
                <a:lnTo>
                  <a:pt x="6359" y="17635"/>
                </a:lnTo>
                <a:lnTo>
                  <a:pt x="6359" y="17634"/>
                </a:lnTo>
                <a:lnTo>
                  <a:pt x="6359" y="17633"/>
                </a:lnTo>
                <a:lnTo>
                  <a:pt x="6359" y="17632"/>
                </a:lnTo>
                <a:lnTo>
                  <a:pt x="6359" y="17631"/>
                </a:lnTo>
                <a:lnTo>
                  <a:pt x="6359" y="17630"/>
                </a:lnTo>
                <a:lnTo>
                  <a:pt x="6359" y="17629"/>
                </a:lnTo>
                <a:lnTo>
                  <a:pt x="6359" y="17629"/>
                </a:lnTo>
                <a:lnTo>
                  <a:pt x="6359" y="17628"/>
                </a:lnTo>
                <a:lnTo>
                  <a:pt x="6359" y="17627"/>
                </a:lnTo>
                <a:lnTo>
                  <a:pt x="6359" y="17626"/>
                </a:lnTo>
                <a:lnTo>
                  <a:pt x="6359" y="17625"/>
                </a:lnTo>
                <a:lnTo>
                  <a:pt x="6359" y="17624"/>
                </a:lnTo>
                <a:lnTo>
                  <a:pt x="6359" y="17623"/>
                </a:lnTo>
                <a:lnTo>
                  <a:pt x="6359" y="17622"/>
                </a:lnTo>
                <a:lnTo>
                  <a:pt x="6359" y="17621"/>
                </a:lnTo>
                <a:lnTo>
                  <a:pt x="6359" y="17620"/>
                </a:lnTo>
                <a:lnTo>
                  <a:pt x="6359" y="17619"/>
                </a:lnTo>
                <a:lnTo>
                  <a:pt x="6359" y="17618"/>
                </a:lnTo>
                <a:lnTo>
                  <a:pt x="6359" y="17617"/>
                </a:lnTo>
                <a:lnTo>
                  <a:pt x="6359" y="17616"/>
                </a:lnTo>
                <a:lnTo>
                  <a:pt x="6359" y="17615"/>
                </a:lnTo>
                <a:lnTo>
                  <a:pt x="6359" y="17614"/>
                </a:lnTo>
                <a:lnTo>
                  <a:pt x="6359" y="17613"/>
                </a:lnTo>
                <a:lnTo>
                  <a:pt x="6359" y="17613"/>
                </a:lnTo>
                <a:lnTo>
                  <a:pt x="6359" y="17612"/>
                </a:lnTo>
                <a:lnTo>
                  <a:pt x="6359" y="17611"/>
                </a:lnTo>
                <a:lnTo>
                  <a:pt x="6359" y="17610"/>
                </a:lnTo>
                <a:lnTo>
                  <a:pt x="6359" y="17609"/>
                </a:lnTo>
                <a:lnTo>
                  <a:pt x="6359" y="17608"/>
                </a:lnTo>
                <a:lnTo>
                  <a:pt x="6359" y="17607"/>
                </a:lnTo>
                <a:lnTo>
                  <a:pt x="6359" y="17606"/>
                </a:lnTo>
                <a:lnTo>
                  <a:pt x="6359" y="17605"/>
                </a:lnTo>
                <a:lnTo>
                  <a:pt x="6359" y="17604"/>
                </a:lnTo>
                <a:lnTo>
                  <a:pt x="6359" y="17603"/>
                </a:lnTo>
                <a:lnTo>
                  <a:pt x="6359" y="17602"/>
                </a:lnTo>
                <a:lnTo>
                  <a:pt x="6359" y="17601"/>
                </a:lnTo>
                <a:lnTo>
                  <a:pt x="6359" y="17600"/>
                </a:lnTo>
                <a:lnTo>
                  <a:pt x="6359" y="17599"/>
                </a:lnTo>
                <a:lnTo>
                  <a:pt x="6359" y="17598"/>
                </a:lnTo>
                <a:lnTo>
                  <a:pt x="6359" y="17597"/>
                </a:lnTo>
                <a:lnTo>
                  <a:pt x="6359" y="17597"/>
                </a:lnTo>
                <a:lnTo>
                  <a:pt x="6359" y="17596"/>
                </a:lnTo>
                <a:lnTo>
                  <a:pt x="6359" y="17595"/>
                </a:lnTo>
                <a:lnTo>
                  <a:pt x="6359" y="17594"/>
                </a:lnTo>
                <a:lnTo>
                  <a:pt x="6359" y="17593"/>
                </a:lnTo>
                <a:lnTo>
                  <a:pt x="6359" y="17592"/>
                </a:lnTo>
                <a:lnTo>
                  <a:pt x="6359" y="17591"/>
                </a:lnTo>
                <a:lnTo>
                  <a:pt x="6359" y="17590"/>
                </a:lnTo>
                <a:lnTo>
                  <a:pt x="6359" y="17589"/>
                </a:lnTo>
                <a:lnTo>
                  <a:pt x="6359" y="17588"/>
                </a:lnTo>
                <a:lnTo>
                  <a:pt x="6359" y="17587"/>
                </a:lnTo>
                <a:lnTo>
                  <a:pt x="6359" y="17586"/>
                </a:lnTo>
                <a:lnTo>
                  <a:pt x="6359" y="17585"/>
                </a:lnTo>
                <a:lnTo>
                  <a:pt x="6359" y="17584"/>
                </a:lnTo>
                <a:lnTo>
                  <a:pt x="6359" y="17583"/>
                </a:lnTo>
                <a:lnTo>
                  <a:pt x="6359" y="17582"/>
                </a:lnTo>
                <a:lnTo>
                  <a:pt x="6359" y="17581"/>
                </a:lnTo>
                <a:lnTo>
                  <a:pt x="6359" y="17580"/>
                </a:lnTo>
                <a:lnTo>
                  <a:pt x="6359" y="17580"/>
                </a:lnTo>
                <a:lnTo>
                  <a:pt x="6359" y="17579"/>
                </a:lnTo>
                <a:lnTo>
                  <a:pt x="6359" y="17578"/>
                </a:lnTo>
                <a:lnTo>
                  <a:pt x="6359" y="17577"/>
                </a:lnTo>
                <a:lnTo>
                  <a:pt x="6359" y="17576"/>
                </a:lnTo>
                <a:lnTo>
                  <a:pt x="6359" y="17575"/>
                </a:lnTo>
                <a:lnTo>
                  <a:pt x="6359" y="17574"/>
                </a:lnTo>
                <a:lnTo>
                  <a:pt x="6359" y="17573"/>
                </a:lnTo>
                <a:lnTo>
                  <a:pt x="6359" y="17572"/>
                </a:lnTo>
                <a:lnTo>
                  <a:pt x="6359" y="17571"/>
                </a:lnTo>
                <a:lnTo>
                  <a:pt x="6359" y="17570"/>
                </a:lnTo>
                <a:lnTo>
                  <a:pt x="6359" y="17569"/>
                </a:lnTo>
                <a:lnTo>
                  <a:pt x="6359" y="17568"/>
                </a:lnTo>
                <a:lnTo>
                  <a:pt x="6359" y="17567"/>
                </a:lnTo>
                <a:lnTo>
                  <a:pt x="6359" y="17566"/>
                </a:lnTo>
                <a:lnTo>
                  <a:pt x="6359" y="17565"/>
                </a:lnTo>
                <a:lnTo>
                  <a:pt x="6359" y="17564"/>
                </a:lnTo>
                <a:lnTo>
                  <a:pt x="6359" y="17563"/>
                </a:lnTo>
                <a:lnTo>
                  <a:pt x="6359" y="17563"/>
                </a:lnTo>
                <a:lnTo>
                  <a:pt x="6359" y="17562"/>
                </a:lnTo>
                <a:lnTo>
                  <a:pt x="6359" y="17561"/>
                </a:lnTo>
                <a:lnTo>
                  <a:pt x="6359" y="17560"/>
                </a:lnTo>
                <a:lnTo>
                  <a:pt x="6359" y="17559"/>
                </a:lnTo>
                <a:lnTo>
                  <a:pt x="6359" y="17558"/>
                </a:lnTo>
                <a:lnTo>
                  <a:pt x="6359" y="17557"/>
                </a:lnTo>
                <a:lnTo>
                  <a:pt x="6359" y="17556"/>
                </a:lnTo>
                <a:lnTo>
                  <a:pt x="6359" y="17555"/>
                </a:lnTo>
                <a:lnTo>
                  <a:pt x="6359" y="17554"/>
                </a:lnTo>
                <a:lnTo>
                  <a:pt x="6359" y="17553"/>
                </a:lnTo>
                <a:lnTo>
                  <a:pt x="6359" y="17552"/>
                </a:lnTo>
                <a:lnTo>
                  <a:pt x="6359" y="17551"/>
                </a:lnTo>
                <a:lnTo>
                  <a:pt x="6359" y="17550"/>
                </a:lnTo>
                <a:lnTo>
                  <a:pt x="6359" y="17549"/>
                </a:lnTo>
                <a:lnTo>
                  <a:pt x="6359" y="17548"/>
                </a:lnTo>
                <a:lnTo>
                  <a:pt x="6359" y="17547"/>
                </a:lnTo>
                <a:lnTo>
                  <a:pt x="6359" y="17546"/>
                </a:lnTo>
                <a:lnTo>
                  <a:pt x="6359" y="17545"/>
                </a:lnTo>
                <a:lnTo>
                  <a:pt x="6359" y="17545"/>
                </a:lnTo>
                <a:lnTo>
                  <a:pt x="6359" y="17544"/>
                </a:lnTo>
                <a:lnTo>
                  <a:pt x="6359" y="17543"/>
                </a:lnTo>
                <a:lnTo>
                  <a:pt x="6359" y="17542"/>
                </a:lnTo>
                <a:lnTo>
                  <a:pt x="6359" y="17541"/>
                </a:lnTo>
                <a:lnTo>
                  <a:pt x="6359" y="17540"/>
                </a:lnTo>
                <a:lnTo>
                  <a:pt x="6359" y="17539"/>
                </a:lnTo>
                <a:lnTo>
                  <a:pt x="6359" y="17538"/>
                </a:lnTo>
                <a:lnTo>
                  <a:pt x="6359" y="17537"/>
                </a:lnTo>
                <a:lnTo>
                  <a:pt x="6359" y="17536"/>
                </a:lnTo>
                <a:lnTo>
                  <a:pt x="6359" y="17535"/>
                </a:lnTo>
                <a:lnTo>
                  <a:pt x="6359" y="17534"/>
                </a:lnTo>
                <a:lnTo>
                  <a:pt x="6359" y="17533"/>
                </a:lnTo>
                <a:lnTo>
                  <a:pt x="6359" y="17532"/>
                </a:lnTo>
                <a:lnTo>
                  <a:pt x="6359" y="17531"/>
                </a:lnTo>
                <a:lnTo>
                  <a:pt x="6359" y="17530"/>
                </a:lnTo>
                <a:lnTo>
                  <a:pt x="6359" y="17529"/>
                </a:lnTo>
                <a:lnTo>
                  <a:pt x="6359" y="17528"/>
                </a:lnTo>
                <a:lnTo>
                  <a:pt x="6359" y="17527"/>
                </a:lnTo>
                <a:lnTo>
                  <a:pt x="6359" y="17527"/>
                </a:lnTo>
                <a:lnTo>
                  <a:pt x="6359" y="17526"/>
                </a:lnTo>
                <a:lnTo>
                  <a:pt x="6359" y="17525"/>
                </a:lnTo>
                <a:lnTo>
                  <a:pt x="6359" y="17524"/>
                </a:lnTo>
                <a:lnTo>
                  <a:pt x="6359" y="17523"/>
                </a:lnTo>
                <a:lnTo>
                  <a:pt x="6359" y="17522"/>
                </a:lnTo>
                <a:lnTo>
                  <a:pt x="6359" y="17521"/>
                </a:lnTo>
                <a:lnTo>
                  <a:pt x="6359" y="17520"/>
                </a:lnTo>
                <a:lnTo>
                  <a:pt x="6359" y="17519"/>
                </a:lnTo>
                <a:lnTo>
                  <a:pt x="6359" y="17518"/>
                </a:lnTo>
                <a:lnTo>
                  <a:pt x="6359" y="17517"/>
                </a:lnTo>
                <a:lnTo>
                  <a:pt x="6359" y="17516"/>
                </a:lnTo>
                <a:lnTo>
                  <a:pt x="6359" y="17515"/>
                </a:lnTo>
                <a:lnTo>
                  <a:pt x="6359" y="17514"/>
                </a:lnTo>
                <a:lnTo>
                  <a:pt x="6359" y="17513"/>
                </a:lnTo>
                <a:lnTo>
                  <a:pt x="6359" y="17512"/>
                </a:lnTo>
                <a:lnTo>
                  <a:pt x="6359" y="17511"/>
                </a:lnTo>
                <a:lnTo>
                  <a:pt x="6359" y="17510"/>
                </a:lnTo>
                <a:lnTo>
                  <a:pt x="6359" y="17509"/>
                </a:lnTo>
                <a:lnTo>
                  <a:pt x="6359" y="17508"/>
                </a:lnTo>
                <a:lnTo>
                  <a:pt x="6359" y="17508"/>
                </a:lnTo>
                <a:lnTo>
                  <a:pt x="6359" y="17507"/>
                </a:lnTo>
                <a:lnTo>
                  <a:pt x="6359" y="17506"/>
                </a:lnTo>
                <a:lnTo>
                  <a:pt x="6359" y="17505"/>
                </a:lnTo>
                <a:lnTo>
                  <a:pt x="6359" y="17504"/>
                </a:lnTo>
                <a:lnTo>
                  <a:pt x="6359" y="17503"/>
                </a:lnTo>
                <a:lnTo>
                  <a:pt x="6359" y="17502"/>
                </a:lnTo>
                <a:lnTo>
                  <a:pt x="6359" y="17501"/>
                </a:lnTo>
                <a:lnTo>
                  <a:pt x="6359" y="17500"/>
                </a:lnTo>
                <a:lnTo>
                  <a:pt x="6359" y="17499"/>
                </a:lnTo>
                <a:lnTo>
                  <a:pt x="6359" y="17498"/>
                </a:lnTo>
                <a:lnTo>
                  <a:pt x="6359" y="17497"/>
                </a:lnTo>
                <a:lnTo>
                  <a:pt x="6359" y="17496"/>
                </a:lnTo>
                <a:lnTo>
                  <a:pt x="6359" y="17495"/>
                </a:lnTo>
                <a:lnTo>
                  <a:pt x="6359" y="17494"/>
                </a:lnTo>
                <a:lnTo>
                  <a:pt x="6359" y="17493"/>
                </a:lnTo>
                <a:lnTo>
                  <a:pt x="6359" y="17492"/>
                </a:lnTo>
                <a:lnTo>
                  <a:pt x="6359" y="17491"/>
                </a:lnTo>
                <a:lnTo>
                  <a:pt x="6359" y="17490"/>
                </a:lnTo>
                <a:lnTo>
                  <a:pt x="6359" y="17489"/>
                </a:lnTo>
                <a:lnTo>
                  <a:pt x="6359" y="17489"/>
                </a:lnTo>
                <a:lnTo>
                  <a:pt x="6359" y="17488"/>
                </a:lnTo>
                <a:lnTo>
                  <a:pt x="6359" y="17487"/>
                </a:lnTo>
                <a:lnTo>
                  <a:pt x="6359" y="17486"/>
                </a:lnTo>
                <a:lnTo>
                  <a:pt x="6359" y="17485"/>
                </a:lnTo>
                <a:lnTo>
                  <a:pt x="6359" y="17484"/>
                </a:lnTo>
                <a:lnTo>
                  <a:pt x="6359" y="17483"/>
                </a:lnTo>
                <a:lnTo>
                  <a:pt x="6359" y="17482"/>
                </a:lnTo>
                <a:lnTo>
                  <a:pt x="6359" y="17481"/>
                </a:lnTo>
                <a:lnTo>
                  <a:pt x="6359" y="17480"/>
                </a:lnTo>
                <a:lnTo>
                  <a:pt x="6359" y="17479"/>
                </a:lnTo>
                <a:lnTo>
                  <a:pt x="6359" y="17478"/>
                </a:lnTo>
                <a:lnTo>
                  <a:pt x="6359" y="17477"/>
                </a:lnTo>
                <a:lnTo>
                  <a:pt x="6359" y="17476"/>
                </a:lnTo>
                <a:lnTo>
                  <a:pt x="6359" y="17475"/>
                </a:lnTo>
                <a:lnTo>
                  <a:pt x="6359" y="17474"/>
                </a:lnTo>
                <a:lnTo>
                  <a:pt x="6359" y="17473"/>
                </a:lnTo>
                <a:lnTo>
                  <a:pt x="6359" y="17472"/>
                </a:lnTo>
                <a:lnTo>
                  <a:pt x="6359" y="17471"/>
                </a:lnTo>
                <a:lnTo>
                  <a:pt x="6359" y="17470"/>
                </a:lnTo>
                <a:lnTo>
                  <a:pt x="6364" y="17079"/>
                </a:lnTo>
                <a:lnTo>
                  <a:pt x="6380" y="16692"/>
                </a:lnTo>
                <a:lnTo>
                  <a:pt x="6405" y="16312"/>
                </a:lnTo>
                <a:lnTo>
                  <a:pt x="6441" y="15937"/>
                </a:lnTo>
                <a:lnTo>
                  <a:pt x="6487" y="15568"/>
                </a:lnTo>
                <a:lnTo>
                  <a:pt x="6544" y="15204"/>
                </a:lnTo>
                <a:lnTo>
                  <a:pt x="6610" y="14846"/>
                </a:lnTo>
                <a:lnTo>
                  <a:pt x="6687" y="14493"/>
                </a:lnTo>
                <a:lnTo>
                  <a:pt x="6774" y="14145"/>
                </a:lnTo>
                <a:lnTo>
                  <a:pt x="6871" y="13802"/>
                </a:lnTo>
                <a:lnTo>
                  <a:pt x="6979" y="13465"/>
                </a:lnTo>
                <a:lnTo>
                  <a:pt x="7097" y="13132"/>
                </a:lnTo>
                <a:lnTo>
                  <a:pt x="7225" y="12805"/>
                </a:lnTo>
                <a:lnTo>
                  <a:pt x="7363" y="12482"/>
                </a:lnTo>
                <a:lnTo>
                  <a:pt x="7511" y="12164"/>
                </a:lnTo>
                <a:lnTo>
                  <a:pt x="7670" y="11851"/>
                </a:lnTo>
                <a:lnTo>
                  <a:pt x="7838" y="11543"/>
                </a:lnTo>
                <a:lnTo>
                  <a:pt x="8017" y="11239"/>
                </a:lnTo>
                <a:lnTo>
                  <a:pt x="8206" y="10940"/>
                </a:lnTo>
                <a:lnTo>
                  <a:pt x="8406" y="10645"/>
                </a:lnTo>
                <a:lnTo>
                  <a:pt x="8615" y="10355"/>
                </a:lnTo>
                <a:lnTo>
                  <a:pt x="8835" y="10069"/>
                </a:lnTo>
                <a:lnTo>
                  <a:pt x="9064" y="9787"/>
                </a:lnTo>
                <a:lnTo>
                  <a:pt x="9304" y="9509"/>
                </a:lnTo>
                <a:lnTo>
                  <a:pt x="9535" y="9258"/>
                </a:lnTo>
                <a:lnTo>
                  <a:pt x="9772" y="9017"/>
                </a:lnTo>
                <a:lnTo>
                  <a:pt x="10017" y="8786"/>
                </a:lnTo>
                <a:lnTo>
                  <a:pt x="10268" y="8565"/>
                </a:lnTo>
                <a:lnTo>
                  <a:pt x="10526" y="8354"/>
                </a:lnTo>
                <a:lnTo>
                  <a:pt x="10792" y="8154"/>
                </a:lnTo>
                <a:close/>
                <a:moveTo>
                  <a:pt x="26876" y="32370"/>
                </a:moveTo>
                <a:lnTo>
                  <a:pt x="26876" y="32370"/>
                </a:lnTo>
                <a:lnTo>
                  <a:pt x="28600" y="32539"/>
                </a:lnTo>
                <a:lnTo>
                  <a:pt x="26876" y="32370"/>
                </a:lnTo>
                <a:close/>
                <a:moveTo>
                  <a:pt x="11528" y="74011"/>
                </a:moveTo>
                <a:lnTo>
                  <a:pt x="11530" y="74011"/>
                </a:lnTo>
                <a:lnTo>
                  <a:pt x="11530" y="74010"/>
                </a:lnTo>
                <a:lnTo>
                  <a:pt x="11530" y="74011"/>
                </a:lnTo>
                <a:lnTo>
                  <a:pt x="11528" y="74012"/>
                </a:lnTo>
                <a:lnTo>
                  <a:pt x="11528" y="74011"/>
                </a:lnTo>
                <a:close/>
                <a:moveTo>
                  <a:pt x="21076" y="28067"/>
                </a:moveTo>
                <a:lnTo>
                  <a:pt x="21077" y="28066"/>
                </a:lnTo>
                <a:lnTo>
                  <a:pt x="21079" y="28066"/>
                </a:lnTo>
                <a:lnTo>
                  <a:pt x="21079" y="28066"/>
                </a:lnTo>
                <a:lnTo>
                  <a:pt x="21078" y="28066"/>
                </a:lnTo>
                <a:lnTo>
                  <a:pt x="21076" y="28067"/>
                </a:lnTo>
                <a:close/>
                <a:moveTo>
                  <a:pt x="26544" y="32338"/>
                </a:moveTo>
                <a:lnTo>
                  <a:pt x="26544" y="32338"/>
                </a:lnTo>
                <a:lnTo>
                  <a:pt x="26544" y="32338"/>
                </a:lnTo>
                <a:lnTo>
                  <a:pt x="26544" y="32338"/>
                </a:lnTo>
                <a:lnTo>
                  <a:pt x="26544" y="323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AE244C-B2CF-4414-B0C5-6D0BA9A5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13" y="547238"/>
            <a:ext cx="104487" cy="106362"/>
          </a:xfrm>
          <a:custGeom xmlns:a="http://schemas.openxmlformats.org/drawingml/2006/main">
            <a:pathLst>
              <a:path w="104487" h="106362">
                <a:moveTo>
                  <a:pt x="35610" y="14759"/>
                </a:moveTo>
                <a:cubicBezTo>
                  <a:pt x="35610" y="10855"/>
                  <a:pt x="34126" y="8903"/>
                  <a:pt x="31159" y="8903"/>
                </a:cubicBezTo>
                <a:cubicBezTo>
                  <a:pt x="27410" y="8903"/>
                  <a:pt x="23506" y="11167"/>
                  <a:pt x="19445" y="15697"/>
                </a:cubicBezTo>
                <a:cubicBezTo>
                  <a:pt x="15384" y="20226"/>
                  <a:pt x="12026" y="27176"/>
                  <a:pt x="9371" y="36547"/>
                </a:cubicBezTo>
                <a:cubicBezTo>
                  <a:pt x="9215" y="36703"/>
                  <a:pt x="9059" y="36938"/>
                  <a:pt x="8903" y="37250"/>
                </a:cubicBezTo>
                <a:cubicBezTo>
                  <a:pt x="8746" y="37562"/>
                  <a:pt x="8668" y="37797"/>
                  <a:pt x="8668" y="37953"/>
                </a:cubicBezTo>
                <a:cubicBezTo>
                  <a:pt x="8668" y="38109"/>
                  <a:pt x="8512" y="38265"/>
                  <a:pt x="8200" y="38421"/>
                </a:cubicBezTo>
                <a:cubicBezTo>
                  <a:pt x="7887" y="38578"/>
                  <a:pt x="7653" y="38656"/>
                  <a:pt x="7497" y="38656"/>
                </a:cubicBezTo>
                <a:cubicBezTo>
                  <a:pt x="7341" y="38656"/>
                  <a:pt x="7028" y="38656"/>
                  <a:pt x="6560" y="38656"/>
                </a:cubicBezTo>
                <a:cubicBezTo>
                  <a:pt x="6091" y="38656"/>
                  <a:pt x="5466" y="38656"/>
                  <a:pt x="4686" y="38656"/>
                </a:cubicBezTo>
                <a:lnTo>
                  <a:pt x="1406" y="38656"/>
                </a:lnTo>
                <a:cubicBezTo>
                  <a:pt x="469" y="37719"/>
                  <a:pt x="0" y="37016"/>
                  <a:pt x="0" y="36547"/>
                </a:cubicBezTo>
                <a:cubicBezTo>
                  <a:pt x="0" y="35454"/>
                  <a:pt x="625" y="33189"/>
                  <a:pt x="1874" y="29753"/>
                </a:cubicBezTo>
                <a:cubicBezTo>
                  <a:pt x="3124" y="26317"/>
                  <a:pt x="4998" y="22256"/>
                  <a:pt x="7497" y="17571"/>
                </a:cubicBezTo>
                <a:cubicBezTo>
                  <a:pt x="9996" y="12885"/>
                  <a:pt x="13432" y="8903"/>
                  <a:pt x="17805" y="5623"/>
                </a:cubicBezTo>
                <a:cubicBezTo>
                  <a:pt x="22178" y="2343"/>
                  <a:pt x="27098" y="625"/>
                  <a:pt x="32564" y="469"/>
                </a:cubicBezTo>
                <a:cubicBezTo>
                  <a:pt x="39124" y="469"/>
                  <a:pt x="44200" y="2343"/>
                  <a:pt x="47792" y="6091"/>
                </a:cubicBezTo>
                <a:cubicBezTo>
                  <a:pt x="51385" y="9840"/>
                  <a:pt x="53259" y="14213"/>
                  <a:pt x="53415" y="19211"/>
                </a:cubicBezTo>
                <a:cubicBezTo>
                  <a:pt x="53415" y="21866"/>
                  <a:pt x="53181" y="23896"/>
                  <a:pt x="52712" y="25302"/>
                </a:cubicBezTo>
                <a:cubicBezTo>
                  <a:pt x="52712" y="26239"/>
                  <a:pt x="51541" y="29675"/>
                  <a:pt x="49198" y="35610"/>
                </a:cubicBezTo>
                <a:cubicBezTo>
                  <a:pt x="46855" y="41545"/>
                  <a:pt x="44434" y="48495"/>
                  <a:pt x="41935" y="56461"/>
                </a:cubicBezTo>
                <a:cubicBezTo>
                  <a:pt x="39437" y="64426"/>
                  <a:pt x="38031" y="71376"/>
                  <a:pt x="37719" y="77311"/>
                </a:cubicBezTo>
                <a:cubicBezTo>
                  <a:pt x="37719" y="81528"/>
                  <a:pt x="38109" y="84964"/>
                  <a:pt x="38890" y="87619"/>
                </a:cubicBezTo>
                <a:cubicBezTo>
                  <a:pt x="40920" y="94335"/>
                  <a:pt x="45840" y="97693"/>
                  <a:pt x="53649" y="97693"/>
                </a:cubicBezTo>
                <a:cubicBezTo>
                  <a:pt x="59428" y="97693"/>
                  <a:pt x="64817" y="95038"/>
                  <a:pt x="69814" y="89728"/>
                </a:cubicBezTo>
                <a:cubicBezTo>
                  <a:pt x="74812" y="84418"/>
                  <a:pt x="78717" y="78248"/>
                  <a:pt x="81528" y="71220"/>
                </a:cubicBezTo>
                <a:cubicBezTo>
                  <a:pt x="84340" y="64192"/>
                  <a:pt x="86604" y="57710"/>
                  <a:pt x="88322" y="51775"/>
                </a:cubicBezTo>
                <a:cubicBezTo>
                  <a:pt x="90040" y="45840"/>
                  <a:pt x="90899" y="41545"/>
                  <a:pt x="90899" y="38890"/>
                </a:cubicBezTo>
                <a:cubicBezTo>
                  <a:pt x="90899" y="35298"/>
                  <a:pt x="90275" y="32174"/>
                  <a:pt x="89025" y="29519"/>
                </a:cubicBezTo>
                <a:cubicBezTo>
                  <a:pt x="87776" y="26864"/>
                  <a:pt x="86370" y="24833"/>
                  <a:pt x="84808" y="23428"/>
                </a:cubicBezTo>
                <a:cubicBezTo>
                  <a:pt x="83246" y="22022"/>
                  <a:pt x="81841" y="20616"/>
                  <a:pt x="80591" y="19211"/>
                </a:cubicBezTo>
                <a:cubicBezTo>
                  <a:pt x="79342" y="17805"/>
                  <a:pt x="78717" y="16087"/>
                  <a:pt x="78717" y="14057"/>
                </a:cubicBezTo>
                <a:cubicBezTo>
                  <a:pt x="78717" y="10621"/>
                  <a:pt x="80201" y="7419"/>
                  <a:pt x="83168" y="4451"/>
                </a:cubicBezTo>
                <a:cubicBezTo>
                  <a:pt x="86136" y="1484"/>
                  <a:pt x="89337" y="0"/>
                  <a:pt x="92773" y="0"/>
                </a:cubicBezTo>
                <a:cubicBezTo>
                  <a:pt x="95741" y="0"/>
                  <a:pt x="98396" y="1406"/>
                  <a:pt x="100739" y="4217"/>
                </a:cubicBezTo>
                <a:cubicBezTo>
                  <a:pt x="103082" y="7028"/>
                  <a:pt x="104331" y="11558"/>
                  <a:pt x="104487" y="17805"/>
                </a:cubicBezTo>
                <a:cubicBezTo>
                  <a:pt x="104487" y="22022"/>
                  <a:pt x="103550" y="28504"/>
                  <a:pt x="101676" y="37250"/>
                </a:cubicBezTo>
                <a:cubicBezTo>
                  <a:pt x="99802" y="45996"/>
                  <a:pt x="96912" y="55758"/>
                  <a:pt x="93008" y="66535"/>
                </a:cubicBezTo>
                <a:cubicBezTo>
                  <a:pt x="89103" y="77311"/>
                  <a:pt x="83559" y="86604"/>
                  <a:pt x="76374" y="94413"/>
                </a:cubicBezTo>
                <a:cubicBezTo>
                  <a:pt x="69190" y="102223"/>
                  <a:pt x="60912" y="106205"/>
                  <a:pt x="51541" y="106362"/>
                </a:cubicBezTo>
                <a:cubicBezTo>
                  <a:pt x="41545" y="106362"/>
                  <a:pt x="33580" y="103784"/>
                  <a:pt x="27645" y="98630"/>
                </a:cubicBezTo>
                <a:cubicBezTo>
                  <a:pt x="21866" y="93633"/>
                  <a:pt x="18976" y="86214"/>
                  <a:pt x="18976" y="76374"/>
                </a:cubicBezTo>
                <a:cubicBezTo>
                  <a:pt x="18976" y="71532"/>
                  <a:pt x="19601" y="66535"/>
                  <a:pt x="20851" y="61380"/>
                </a:cubicBezTo>
                <a:cubicBezTo>
                  <a:pt x="22100" y="56226"/>
                  <a:pt x="25302" y="47090"/>
                  <a:pt x="30456" y="33970"/>
                </a:cubicBezTo>
                <a:cubicBezTo>
                  <a:pt x="33892" y="23974"/>
                  <a:pt x="35610" y="17571"/>
                  <a:pt x="35610" y="147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0441DA-297A-4778-A317-D71B88FC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34" y="544059"/>
            <a:ext cx="110846" cy="112721"/>
          </a:xfrm>
          <a:custGeom xmlns:a="http://schemas.openxmlformats.org/drawingml/2006/main">
            <a:pathLst>
              <a:path w="110846" h="112721">
                <a:moveTo>
                  <a:pt x="34891" y="501"/>
                </a:moveTo>
                <a:lnTo>
                  <a:pt x="34134" y="550"/>
                </a:lnTo>
                <a:lnTo>
                  <a:pt x="33384" y="618"/>
                </a:lnTo>
                <a:lnTo>
                  <a:pt x="32640" y="704"/>
                </a:lnTo>
                <a:lnTo>
                  <a:pt x="31901" y="809"/>
                </a:lnTo>
                <a:lnTo>
                  <a:pt x="31169" y="931"/>
                </a:lnTo>
                <a:lnTo>
                  <a:pt x="30443" y="1073"/>
                </a:lnTo>
                <a:lnTo>
                  <a:pt x="29723" y="1232"/>
                </a:lnTo>
                <a:lnTo>
                  <a:pt x="29009" y="1410"/>
                </a:lnTo>
                <a:lnTo>
                  <a:pt x="28302" y="1605"/>
                </a:lnTo>
                <a:lnTo>
                  <a:pt x="27601" y="1820"/>
                </a:lnTo>
                <a:lnTo>
                  <a:pt x="26906" y="2052"/>
                </a:lnTo>
                <a:lnTo>
                  <a:pt x="26218" y="2303"/>
                </a:lnTo>
                <a:lnTo>
                  <a:pt x="25536" y="2571"/>
                </a:lnTo>
                <a:lnTo>
                  <a:pt x="24860" y="2858"/>
                </a:lnTo>
                <a:lnTo>
                  <a:pt x="24191" y="3164"/>
                </a:lnTo>
                <a:lnTo>
                  <a:pt x="23529" y="3487"/>
                </a:lnTo>
                <a:lnTo>
                  <a:pt x="22873" y="3829"/>
                </a:lnTo>
                <a:lnTo>
                  <a:pt x="22223" y="4188"/>
                </a:lnTo>
                <a:lnTo>
                  <a:pt x="21581" y="4566"/>
                </a:lnTo>
                <a:lnTo>
                  <a:pt x="20944" y="4962"/>
                </a:lnTo>
                <a:lnTo>
                  <a:pt x="20315" y="5376"/>
                </a:lnTo>
                <a:lnTo>
                  <a:pt x="19693" y="5808"/>
                </a:lnTo>
                <a:lnTo>
                  <a:pt x="19077" y="6259"/>
                </a:lnTo>
                <a:lnTo>
                  <a:pt x="18490" y="6706"/>
                </a:lnTo>
                <a:lnTo>
                  <a:pt x="17914" y="7163"/>
                </a:lnTo>
                <a:lnTo>
                  <a:pt x="17348" y="7627"/>
                </a:lnTo>
                <a:lnTo>
                  <a:pt x="16792" y="8099"/>
                </a:lnTo>
                <a:lnTo>
                  <a:pt x="16247" y="8580"/>
                </a:lnTo>
                <a:lnTo>
                  <a:pt x="15712" y="9069"/>
                </a:lnTo>
                <a:lnTo>
                  <a:pt x="15187" y="9566"/>
                </a:lnTo>
                <a:lnTo>
                  <a:pt x="14673" y="10071"/>
                </a:lnTo>
                <a:lnTo>
                  <a:pt x="14169" y="10584"/>
                </a:lnTo>
                <a:lnTo>
                  <a:pt x="13676" y="11105"/>
                </a:lnTo>
                <a:lnTo>
                  <a:pt x="13193" y="11635"/>
                </a:lnTo>
                <a:lnTo>
                  <a:pt x="12720" y="12172"/>
                </a:lnTo>
                <a:lnTo>
                  <a:pt x="12258" y="12718"/>
                </a:lnTo>
                <a:lnTo>
                  <a:pt x="11807" y="13272"/>
                </a:lnTo>
                <a:lnTo>
                  <a:pt x="11366" y="13833"/>
                </a:lnTo>
                <a:lnTo>
                  <a:pt x="10935" y="14403"/>
                </a:lnTo>
                <a:lnTo>
                  <a:pt x="10515" y="14982"/>
                </a:lnTo>
                <a:lnTo>
                  <a:pt x="10105" y="15568"/>
                </a:lnTo>
                <a:lnTo>
                  <a:pt x="9707" y="16162"/>
                </a:lnTo>
                <a:lnTo>
                  <a:pt x="9318" y="16764"/>
                </a:lnTo>
                <a:lnTo>
                  <a:pt x="8940" y="17375"/>
                </a:lnTo>
                <a:lnTo>
                  <a:pt x="8573" y="17993"/>
                </a:lnTo>
                <a:lnTo>
                  <a:pt x="8217" y="18619"/>
                </a:lnTo>
                <a:lnTo>
                  <a:pt x="7871" y="19254"/>
                </a:lnTo>
                <a:lnTo>
                  <a:pt x="7556" y="19847"/>
                </a:lnTo>
                <a:lnTo>
                  <a:pt x="7248" y="20433"/>
                </a:lnTo>
                <a:lnTo>
                  <a:pt x="6946" y="21014"/>
                </a:lnTo>
                <a:lnTo>
                  <a:pt x="6650" y="21589"/>
                </a:lnTo>
                <a:lnTo>
                  <a:pt x="6361" y="22159"/>
                </a:lnTo>
                <a:lnTo>
                  <a:pt x="6077" y="22722"/>
                </a:lnTo>
                <a:lnTo>
                  <a:pt x="5800" y="23279"/>
                </a:lnTo>
                <a:lnTo>
                  <a:pt x="5529" y="23831"/>
                </a:lnTo>
                <a:lnTo>
                  <a:pt x="5265" y="24376"/>
                </a:lnTo>
                <a:lnTo>
                  <a:pt x="5007" y="24916"/>
                </a:lnTo>
                <a:lnTo>
                  <a:pt x="4755" y="25450"/>
                </a:lnTo>
                <a:lnTo>
                  <a:pt x="4510" y="25978"/>
                </a:lnTo>
                <a:lnTo>
                  <a:pt x="4271" y="26500"/>
                </a:lnTo>
                <a:lnTo>
                  <a:pt x="4038" y="27015"/>
                </a:lnTo>
                <a:lnTo>
                  <a:pt x="3812" y="27525"/>
                </a:lnTo>
                <a:lnTo>
                  <a:pt x="3592" y="28030"/>
                </a:lnTo>
                <a:lnTo>
                  <a:pt x="3378" y="28528"/>
                </a:lnTo>
                <a:lnTo>
                  <a:pt x="3171" y="29020"/>
                </a:lnTo>
                <a:lnTo>
                  <a:pt x="2971" y="29506"/>
                </a:lnTo>
                <a:lnTo>
                  <a:pt x="2777" y="29986"/>
                </a:lnTo>
                <a:lnTo>
                  <a:pt x="2589" y="30460"/>
                </a:lnTo>
                <a:lnTo>
                  <a:pt x="2408" y="30928"/>
                </a:lnTo>
                <a:lnTo>
                  <a:pt x="2234" y="31390"/>
                </a:lnTo>
                <a:lnTo>
                  <a:pt x="2066" y="31846"/>
                </a:lnTo>
                <a:lnTo>
                  <a:pt x="1986" y="32065"/>
                </a:lnTo>
                <a:lnTo>
                  <a:pt x="1909" y="32281"/>
                </a:lnTo>
                <a:lnTo>
                  <a:pt x="1832" y="32494"/>
                </a:lnTo>
                <a:lnTo>
                  <a:pt x="1758" y="32705"/>
                </a:lnTo>
                <a:lnTo>
                  <a:pt x="1684" y="32913"/>
                </a:lnTo>
                <a:lnTo>
                  <a:pt x="1612" y="33119"/>
                </a:lnTo>
                <a:lnTo>
                  <a:pt x="1542" y="33322"/>
                </a:lnTo>
                <a:lnTo>
                  <a:pt x="1473" y="33522"/>
                </a:lnTo>
                <a:lnTo>
                  <a:pt x="1406" y="33720"/>
                </a:lnTo>
                <a:lnTo>
                  <a:pt x="1340" y="33915"/>
                </a:lnTo>
                <a:lnTo>
                  <a:pt x="1276" y="34107"/>
                </a:lnTo>
                <a:lnTo>
                  <a:pt x="1213" y="34297"/>
                </a:lnTo>
                <a:lnTo>
                  <a:pt x="1152" y="34484"/>
                </a:lnTo>
                <a:lnTo>
                  <a:pt x="1093" y="34668"/>
                </a:lnTo>
                <a:lnTo>
                  <a:pt x="1034" y="34850"/>
                </a:lnTo>
                <a:lnTo>
                  <a:pt x="978" y="35029"/>
                </a:lnTo>
                <a:lnTo>
                  <a:pt x="923" y="35205"/>
                </a:lnTo>
                <a:lnTo>
                  <a:pt x="870" y="35379"/>
                </a:lnTo>
                <a:lnTo>
                  <a:pt x="818" y="35550"/>
                </a:lnTo>
                <a:lnTo>
                  <a:pt x="768" y="35718"/>
                </a:lnTo>
                <a:lnTo>
                  <a:pt x="719" y="35883"/>
                </a:lnTo>
                <a:lnTo>
                  <a:pt x="672" y="36046"/>
                </a:lnTo>
                <a:lnTo>
                  <a:pt x="627" y="36206"/>
                </a:lnTo>
                <a:lnTo>
                  <a:pt x="583" y="36363"/>
                </a:lnTo>
                <a:lnTo>
                  <a:pt x="543" y="36509"/>
                </a:lnTo>
                <a:lnTo>
                  <a:pt x="504" y="36655"/>
                </a:lnTo>
                <a:lnTo>
                  <a:pt x="466" y="36801"/>
                </a:lnTo>
                <a:lnTo>
                  <a:pt x="428" y="36947"/>
                </a:lnTo>
                <a:lnTo>
                  <a:pt x="392" y="37093"/>
                </a:lnTo>
                <a:lnTo>
                  <a:pt x="356" y="37239"/>
                </a:lnTo>
                <a:lnTo>
                  <a:pt x="322" y="37385"/>
                </a:lnTo>
                <a:lnTo>
                  <a:pt x="289" y="37530"/>
                </a:lnTo>
                <a:lnTo>
                  <a:pt x="257" y="37675"/>
                </a:lnTo>
                <a:lnTo>
                  <a:pt x="227" y="37819"/>
                </a:lnTo>
                <a:lnTo>
                  <a:pt x="198" y="37963"/>
                </a:lnTo>
                <a:lnTo>
                  <a:pt x="171" y="38106"/>
                </a:lnTo>
                <a:lnTo>
                  <a:pt x="145" y="38247"/>
                </a:lnTo>
                <a:lnTo>
                  <a:pt x="121" y="38388"/>
                </a:lnTo>
                <a:lnTo>
                  <a:pt x="100" y="38528"/>
                </a:lnTo>
                <a:lnTo>
                  <a:pt x="80" y="38667"/>
                </a:lnTo>
                <a:lnTo>
                  <a:pt x="62" y="38805"/>
                </a:lnTo>
                <a:lnTo>
                  <a:pt x="46" y="38941"/>
                </a:lnTo>
                <a:lnTo>
                  <a:pt x="32" y="39076"/>
                </a:lnTo>
                <a:lnTo>
                  <a:pt x="21" y="39210"/>
                </a:lnTo>
                <a:lnTo>
                  <a:pt x="12" y="39341"/>
                </a:lnTo>
                <a:lnTo>
                  <a:pt x="5" y="39472"/>
                </a:lnTo>
                <a:lnTo>
                  <a:pt x="1" y="39600"/>
                </a:lnTo>
                <a:lnTo>
                  <a:pt x="0" y="39727"/>
                </a:lnTo>
                <a:lnTo>
                  <a:pt x="3" y="39874"/>
                </a:lnTo>
                <a:lnTo>
                  <a:pt x="11" y="40019"/>
                </a:lnTo>
                <a:lnTo>
                  <a:pt x="24" y="40161"/>
                </a:lnTo>
                <a:lnTo>
                  <a:pt x="42" y="40300"/>
                </a:lnTo>
                <a:lnTo>
                  <a:pt x="64" y="40437"/>
                </a:lnTo>
                <a:lnTo>
                  <a:pt x="91" y="40570"/>
                </a:lnTo>
                <a:lnTo>
                  <a:pt x="121" y="40700"/>
                </a:lnTo>
                <a:lnTo>
                  <a:pt x="154" y="40827"/>
                </a:lnTo>
                <a:lnTo>
                  <a:pt x="191" y="40951"/>
                </a:lnTo>
                <a:lnTo>
                  <a:pt x="230" y="41072"/>
                </a:lnTo>
                <a:lnTo>
                  <a:pt x="271" y="41189"/>
                </a:lnTo>
                <a:lnTo>
                  <a:pt x="315" y="41303"/>
                </a:lnTo>
                <a:lnTo>
                  <a:pt x="361" y="41413"/>
                </a:lnTo>
                <a:lnTo>
                  <a:pt x="408" y="41520"/>
                </a:lnTo>
                <a:lnTo>
                  <a:pt x="456" y="41623"/>
                </a:lnTo>
                <a:lnTo>
                  <a:pt x="505" y="41722"/>
                </a:lnTo>
                <a:lnTo>
                  <a:pt x="554" y="41817"/>
                </a:lnTo>
                <a:lnTo>
                  <a:pt x="604" y="41908"/>
                </a:lnTo>
                <a:lnTo>
                  <a:pt x="653" y="41996"/>
                </a:lnTo>
                <a:lnTo>
                  <a:pt x="702" y="42079"/>
                </a:lnTo>
                <a:lnTo>
                  <a:pt x="750" y="42158"/>
                </a:lnTo>
                <a:lnTo>
                  <a:pt x="797" y="42233"/>
                </a:lnTo>
                <a:lnTo>
                  <a:pt x="842" y="42303"/>
                </a:lnTo>
                <a:lnTo>
                  <a:pt x="885" y="42369"/>
                </a:lnTo>
                <a:lnTo>
                  <a:pt x="936" y="42443"/>
                </a:lnTo>
                <a:lnTo>
                  <a:pt x="987" y="42517"/>
                </a:lnTo>
                <a:lnTo>
                  <a:pt x="1039" y="42591"/>
                </a:lnTo>
                <a:lnTo>
                  <a:pt x="1093" y="42665"/>
                </a:lnTo>
                <a:lnTo>
                  <a:pt x="1147" y="42738"/>
                </a:lnTo>
                <a:lnTo>
                  <a:pt x="1203" y="42811"/>
                </a:lnTo>
                <a:lnTo>
                  <a:pt x="1260" y="42884"/>
                </a:lnTo>
                <a:lnTo>
                  <a:pt x="1317" y="42957"/>
                </a:lnTo>
                <a:lnTo>
                  <a:pt x="1376" y="43030"/>
                </a:lnTo>
                <a:lnTo>
                  <a:pt x="1435" y="43102"/>
                </a:lnTo>
                <a:lnTo>
                  <a:pt x="1495" y="43174"/>
                </a:lnTo>
                <a:lnTo>
                  <a:pt x="1556" y="43246"/>
                </a:lnTo>
                <a:lnTo>
                  <a:pt x="1618" y="43317"/>
                </a:lnTo>
                <a:lnTo>
                  <a:pt x="1680" y="43388"/>
                </a:lnTo>
                <a:lnTo>
                  <a:pt x="1743" y="43459"/>
                </a:lnTo>
                <a:lnTo>
                  <a:pt x="1807" y="43530"/>
                </a:lnTo>
                <a:lnTo>
                  <a:pt x="1872" y="43600"/>
                </a:lnTo>
                <a:lnTo>
                  <a:pt x="1937" y="43670"/>
                </a:lnTo>
                <a:lnTo>
                  <a:pt x="2002" y="43740"/>
                </a:lnTo>
                <a:lnTo>
                  <a:pt x="2068" y="43809"/>
                </a:lnTo>
                <a:lnTo>
                  <a:pt x="2135" y="43878"/>
                </a:lnTo>
                <a:lnTo>
                  <a:pt x="2202" y="43947"/>
                </a:lnTo>
                <a:lnTo>
                  <a:pt x="2269" y="44015"/>
                </a:lnTo>
                <a:lnTo>
                  <a:pt x="2337" y="44083"/>
                </a:lnTo>
                <a:lnTo>
                  <a:pt x="3268" y="45015"/>
                </a:lnTo>
                <a:lnTo>
                  <a:pt x="4585" y="45015"/>
                </a:lnTo>
                <a:lnTo>
                  <a:pt x="7865" y="45015"/>
                </a:lnTo>
                <a:lnTo>
                  <a:pt x="7865" y="45015"/>
                </a:lnTo>
                <a:lnTo>
                  <a:pt x="7865" y="45015"/>
                </a:lnTo>
                <a:lnTo>
                  <a:pt x="7866" y="45015"/>
                </a:lnTo>
                <a:lnTo>
                  <a:pt x="7866" y="45015"/>
                </a:lnTo>
                <a:lnTo>
                  <a:pt x="7866" y="45015"/>
                </a:lnTo>
                <a:lnTo>
                  <a:pt x="7866" y="45015"/>
                </a:lnTo>
                <a:lnTo>
                  <a:pt x="7866" y="45015"/>
                </a:lnTo>
                <a:lnTo>
                  <a:pt x="7867" y="45015"/>
                </a:lnTo>
                <a:lnTo>
                  <a:pt x="7867" y="45015"/>
                </a:lnTo>
                <a:lnTo>
                  <a:pt x="7867" y="45015"/>
                </a:lnTo>
                <a:lnTo>
                  <a:pt x="7867" y="45015"/>
                </a:lnTo>
                <a:lnTo>
                  <a:pt x="7867" y="45015"/>
                </a:lnTo>
                <a:lnTo>
                  <a:pt x="7868" y="45015"/>
                </a:lnTo>
                <a:lnTo>
                  <a:pt x="7868" y="45015"/>
                </a:lnTo>
                <a:lnTo>
                  <a:pt x="7868" y="45015"/>
                </a:lnTo>
                <a:lnTo>
                  <a:pt x="7868" y="45015"/>
                </a:lnTo>
                <a:lnTo>
                  <a:pt x="7868" y="45015"/>
                </a:lnTo>
                <a:lnTo>
                  <a:pt x="7869" y="45015"/>
                </a:lnTo>
                <a:lnTo>
                  <a:pt x="7869" y="45015"/>
                </a:lnTo>
                <a:lnTo>
                  <a:pt x="7869" y="45015"/>
                </a:lnTo>
                <a:lnTo>
                  <a:pt x="7869" y="45015"/>
                </a:lnTo>
                <a:lnTo>
                  <a:pt x="7869" y="45015"/>
                </a:lnTo>
                <a:lnTo>
                  <a:pt x="7869" y="45015"/>
                </a:lnTo>
                <a:lnTo>
                  <a:pt x="7870" y="45015"/>
                </a:lnTo>
                <a:lnTo>
                  <a:pt x="7870" y="45015"/>
                </a:lnTo>
                <a:lnTo>
                  <a:pt x="7870" y="45015"/>
                </a:lnTo>
                <a:lnTo>
                  <a:pt x="7870" y="45015"/>
                </a:lnTo>
                <a:lnTo>
                  <a:pt x="7870" y="45015"/>
                </a:lnTo>
                <a:lnTo>
                  <a:pt x="7871" y="45015"/>
                </a:lnTo>
                <a:lnTo>
                  <a:pt x="7871" y="45015"/>
                </a:lnTo>
                <a:lnTo>
                  <a:pt x="7871" y="45015"/>
                </a:lnTo>
                <a:lnTo>
                  <a:pt x="7871" y="45015"/>
                </a:lnTo>
                <a:lnTo>
                  <a:pt x="7871" y="45015"/>
                </a:lnTo>
                <a:lnTo>
                  <a:pt x="7872" y="45015"/>
                </a:lnTo>
                <a:lnTo>
                  <a:pt x="7872" y="45015"/>
                </a:lnTo>
                <a:lnTo>
                  <a:pt x="7872" y="45015"/>
                </a:lnTo>
                <a:lnTo>
                  <a:pt x="7872" y="45015"/>
                </a:lnTo>
                <a:lnTo>
                  <a:pt x="7872" y="45015"/>
                </a:lnTo>
                <a:lnTo>
                  <a:pt x="7873" y="45015"/>
                </a:lnTo>
                <a:lnTo>
                  <a:pt x="7873" y="45015"/>
                </a:lnTo>
                <a:lnTo>
                  <a:pt x="7873" y="45015"/>
                </a:lnTo>
                <a:lnTo>
                  <a:pt x="7873" y="45015"/>
                </a:lnTo>
                <a:lnTo>
                  <a:pt x="7873" y="45015"/>
                </a:lnTo>
                <a:lnTo>
                  <a:pt x="7873" y="45015"/>
                </a:lnTo>
                <a:lnTo>
                  <a:pt x="7874" y="45015"/>
                </a:lnTo>
                <a:lnTo>
                  <a:pt x="7874" y="45015"/>
                </a:lnTo>
                <a:lnTo>
                  <a:pt x="7874" y="45015"/>
                </a:lnTo>
                <a:lnTo>
                  <a:pt x="7874" y="45015"/>
                </a:lnTo>
                <a:lnTo>
                  <a:pt x="7874" y="45015"/>
                </a:lnTo>
                <a:lnTo>
                  <a:pt x="7875" y="45015"/>
                </a:lnTo>
                <a:lnTo>
                  <a:pt x="7875" y="45015"/>
                </a:lnTo>
                <a:lnTo>
                  <a:pt x="7875" y="45015"/>
                </a:lnTo>
                <a:lnTo>
                  <a:pt x="7875" y="45015"/>
                </a:lnTo>
                <a:lnTo>
                  <a:pt x="7875" y="45015"/>
                </a:lnTo>
                <a:lnTo>
                  <a:pt x="7876" y="45015"/>
                </a:lnTo>
                <a:lnTo>
                  <a:pt x="7876" y="45015"/>
                </a:lnTo>
                <a:lnTo>
                  <a:pt x="7876" y="45015"/>
                </a:lnTo>
                <a:lnTo>
                  <a:pt x="7876" y="45015"/>
                </a:lnTo>
                <a:lnTo>
                  <a:pt x="7876" y="45015"/>
                </a:lnTo>
                <a:lnTo>
                  <a:pt x="7877" y="45015"/>
                </a:lnTo>
                <a:lnTo>
                  <a:pt x="7877" y="45015"/>
                </a:lnTo>
                <a:lnTo>
                  <a:pt x="7877" y="45015"/>
                </a:lnTo>
                <a:lnTo>
                  <a:pt x="7877" y="45015"/>
                </a:lnTo>
                <a:lnTo>
                  <a:pt x="7877" y="45015"/>
                </a:lnTo>
                <a:lnTo>
                  <a:pt x="7877" y="45015"/>
                </a:lnTo>
                <a:lnTo>
                  <a:pt x="7878" y="45015"/>
                </a:lnTo>
                <a:lnTo>
                  <a:pt x="7878" y="45015"/>
                </a:lnTo>
                <a:lnTo>
                  <a:pt x="7878" y="45015"/>
                </a:lnTo>
                <a:lnTo>
                  <a:pt x="7878" y="45015"/>
                </a:lnTo>
                <a:lnTo>
                  <a:pt x="7878" y="45015"/>
                </a:lnTo>
                <a:lnTo>
                  <a:pt x="7879" y="45015"/>
                </a:lnTo>
                <a:lnTo>
                  <a:pt x="7879" y="45015"/>
                </a:lnTo>
                <a:lnTo>
                  <a:pt x="7879" y="45015"/>
                </a:lnTo>
                <a:lnTo>
                  <a:pt x="7879" y="45015"/>
                </a:lnTo>
                <a:lnTo>
                  <a:pt x="7879" y="45015"/>
                </a:lnTo>
                <a:lnTo>
                  <a:pt x="7880" y="45015"/>
                </a:lnTo>
                <a:lnTo>
                  <a:pt x="7880" y="45015"/>
                </a:lnTo>
                <a:lnTo>
                  <a:pt x="7880" y="45015"/>
                </a:lnTo>
                <a:lnTo>
                  <a:pt x="7880" y="45015"/>
                </a:lnTo>
                <a:lnTo>
                  <a:pt x="7880" y="45015"/>
                </a:lnTo>
                <a:lnTo>
                  <a:pt x="7881" y="45015"/>
                </a:lnTo>
                <a:lnTo>
                  <a:pt x="7881" y="45015"/>
                </a:lnTo>
                <a:lnTo>
                  <a:pt x="7881" y="45015"/>
                </a:lnTo>
                <a:lnTo>
                  <a:pt x="7881" y="45015"/>
                </a:lnTo>
                <a:lnTo>
                  <a:pt x="7881" y="45015"/>
                </a:lnTo>
                <a:lnTo>
                  <a:pt x="7881" y="45015"/>
                </a:lnTo>
                <a:lnTo>
                  <a:pt x="7882" y="45015"/>
                </a:lnTo>
                <a:lnTo>
                  <a:pt x="7882" y="45015"/>
                </a:lnTo>
                <a:lnTo>
                  <a:pt x="7882" y="45015"/>
                </a:lnTo>
                <a:lnTo>
                  <a:pt x="7882" y="45015"/>
                </a:lnTo>
                <a:lnTo>
                  <a:pt x="7882" y="45015"/>
                </a:lnTo>
                <a:lnTo>
                  <a:pt x="7883" y="45015"/>
                </a:lnTo>
                <a:lnTo>
                  <a:pt x="7883" y="45015"/>
                </a:lnTo>
                <a:lnTo>
                  <a:pt x="7883" y="45015"/>
                </a:lnTo>
                <a:lnTo>
                  <a:pt x="7883" y="45015"/>
                </a:lnTo>
                <a:lnTo>
                  <a:pt x="7883" y="45015"/>
                </a:lnTo>
                <a:lnTo>
                  <a:pt x="7884" y="45015"/>
                </a:lnTo>
                <a:lnTo>
                  <a:pt x="7884" y="45015"/>
                </a:lnTo>
                <a:lnTo>
                  <a:pt x="7884" y="45015"/>
                </a:lnTo>
                <a:lnTo>
                  <a:pt x="7884" y="45015"/>
                </a:lnTo>
                <a:lnTo>
                  <a:pt x="7884" y="45015"/>
                </a:lnTo>
                <a:lnTo>
                  <a:pt x="7885" y="45015"/>
                </a:lnTo>
                <a:lnTo>
                  <a:pt x="7885" y="45015"/>
                </a:lnTo>
                <a:lnTo>
                  <a:pt x="7885" y="45015"/>
                </a:lnTo>
                <a:lnTo>
                  <a:pt x="7885" y="45015"/>
                </a:lnTo>
                <a:lnTo>
                  <a:pt x="7885" y="45015"/>
                </a:lnTo>
                <a:lnTo>
                  <a:pt x="7885" y="45015"/>
                </a:lnTo>
                <a:lnTo>
                  <a:pt x="7886" y="45015"/>
                </a:lnTo>
                <a:lnTo>
                  <a:pt x="7886" y="45015"/>
                </a:lnTo>
                <a:lnTo>
                  <a:pt x="7886" y="45015"/>
                </a:lnTo>
                <a:lnTo>
                  <a:pt x="7886" y="45015"/>
                </a:lnTo>
                <a:lnTo>
                  <a:pt x="7886" y="45015"/>
                </a:lnTo>
                <a:lnTo>
                  <a:pt x="7887" y="45015"/>
                </a:lnTo>
                <a:lnTo>
                  <a:pt x="7887" y="45015"/>
                </a:lnTo>
                <a:lnTo>
                  <a:pt x="7887" y="45015"/>
                </a:lnTo>
                <a:lnTo>
                  <a:pt x="7887" y="45015"/>
                </a:lnTo>
                <a:lnTo>
                  <a:pt x="7887" y="45015"/>
                </a:lnTo>
                <a:lnTo>
                  <a:pt x="7888" y="45015"/>
                </a:lnTo>
                <a:lnTo>
                  <a:pt x="7888" y="45015"/>
                </a:lnTo>
                <a:lnTo>
                  <a:pt x="7888" y="45015"/>
                </a:lnTo>
                <a:lnTo>
                  <a:pt x="7888" y="45015"/>
                </a:lnTo>
                <a:lnTo>
                  <a:pt x="7888" y="45015"/>
                </a:lnTo>
                <a:lnTo>
                  <a:pt x="7888" y="45015"/>
                </a:lnTo>
                <a:lnTo>
                  <a:pt x="7889" y="45015"/>
                </a:lnTo>
                <a:lnTo>
                  <a:pt x="7889" y="45015"/>
                </a:lnTo>
                <a:lnTo>
                  <a:pt x="7889" y="45015"/>
                </a:lnTo>
                <a:lnTo>
                  <a:pt x="7889" y="45015"/>
                </a:lnTo>
                <a:lnTo>
                  <a:pt x="7889" y="45015"/>
                </a:lnTo>
                <a:lnTo>
                  <a:pt x="7890" y="45015"/>
                </a:lnTo>
                <a:lnTo>
                  <a:pt x="7890" y="45015"/>
                </a:lnTo>
                <a:lnTo>
                  <a:pt x="7890" y="45015"/>
                </a:lnTo>
                <a:lnTo>
                  <a:pt x="7890" y="45015"/>
                </a:lnTo>
                <a:lnTo>
                  <a:pt x="7890" y="45015"/>
                </a:lnTo>
                <a:lnTo>
                  <a:pt x="7891" y="45015"/>
                </a:lnTo>
                <a:lnTo>
                  <a:pt x="7891" y="45015"/>
                </a:lnTo>
                <a:lnTo>
                  <a:pt x="7891" y="45015"/>
                </a:lnTo>
                <a:lnTo>
                  <a:pt x="7891" y="45015"/>
                </a:lnTo>
                <a:lnTo>
                  <a:pt x="7891" y="45015"/>
                </a:lnTo>
                <a:lnTo>
                  <a:pt x="7892" y="45015"/>
                </a:lnTo>
                <a:lnTo>
                  <a:pt x="7892" y="45015"/>
                </a:lnTo>
                <a:lnTo>
                  <a:pt x="7892" y="45015"/>
                </a:lnTo>
                <a:lnTo>
                  <a:pt x="7892" y="45015"/>
                </a:lnTo>
                <a:lnTo>
                  <a:pt x="7892" y="45015"/>
                </a:lnTo>
                <a:lnTo>
                  <a:pt x="7892" y="45015"/>
                </a:lnTo>
                <a:lnTo>
                  <a:pt x="7893" y="45015"/>
                </a:lnTo>
                <a:lnTo>
                  <a:pt x="7893" y="45015"/>
                </a:lnTo>
                <a:lnTo>
                  <a:pt x="7893" y="45015"/>
                </a:lnTo>
                <a:lnTo>
                  <a:pt x="7893" y="45015"/>
                </a:lnTo>
                <a:lnTo>
                  <a:pt x="7893" y="45015"/>
                </a:lnTo>
                <a:lnTo>
                  <a:pt x="7894" y="45015"/>
                </a:lnTo>
                <a:lnTo>
                  <a:pt x="7894" y="45015"/>
                </a:lnTo>
                <a:lnTo>
                  <a:pt x="7894" y="45015"/>
                </a:lnTo>
                <a:lnTo>
                  <a:pt x="7894" y="45015"/>
                </a:lnTo>
                <a:lnTo>
                  <a:pt x="7894" y="45015"/>
                </a:lnTo>
                <a:lnTo>
                  <a:pt x="7895" y="45015"/>
                </a:lnTo>
                <a:lnTo>
                  <a:pt x="7895" y="45015"/>
                </a:lnTo>
                <a:lnTo>
                  <a:pt x="7895" y="45015"/>
                </a:lnTo>
                <a:lnTo>
                  <a:pt x="7895" y="45015"/>
                </a:lnTo>
                <a:lnTo>
                  <a:pt x="7895" y="45015"/>
                </a:lnTo>
                <a:lnTo>
                  <a:pt x="7896" y="45015"/>
                </a:lnTo>
                <a:lnTo>
                  <a:pt x="7896" y="45015"/>
                </a:lnTo>
                <a:lnTo>
                  <a:pt x="7896" y="45015"/>
                </a:lnTo>
                <a:lnTo>
                  <a:pt x="7896" y="45015"/>
                </a:lnTo>
                <a:lnTo>
                  <a:pt x="7896" y="45015"/>
                </a:lnTo>
                <a:lnTo>
                  <a:pt x="7896" y="45015"/>
                </a:lnTo>
                <a:lnTo>
                  <a:pt x="7897" y="45015"/>
                </a:lnTo>
                <a:lnTo>
                  <a:pt x="7897" y="45015"/>
                </a:lnTo>
                <a:lnTo>
                  <a:pt x="7897" y="45015"/>
                </a:lnTo>
                <a:lnTo>
                  <a:pt x="7897" y="45015"/>
                </a:lnTo>
                <a:lnTo>
                  <a:pt x="7897" y="45015"/>
                </a:lnTo>
                <a:lnTo>
                  <a:pt x="7898" y="45015"/>
                </a:lnTo>
                <a:lnTo>
                  <a:pt x="7898" y="45015"/>
                </a:lnTo>
                <a:lnTo>
                  <a:pt x="7898" y="45015"/>
                </a:lnTo>
                <a:lnTo>
                  <a:pt x="7898" y="45015"/>
                </a:lnTo>
                <a:lnTo>
                  <a:pt x="7898" y="45015"/>
                </a:lnTo>
                <a:lnTo>
                  <a:pt x="7899" y="45015"/>
                </a:lnTo>
                <a:lnTo>
                  <a:pt x="7899" y="45015"/>
                </a:lnTo>
                <a:lnTo>
                  <a:pt x="7899" y="45015"/>
                </a:lnTo>
                <a:lnTo>
                  <a:pt x="7899" y="45015"/>
                </a:lnTo>
                <a:lnTo>
                  <a:pt x="7899" y="45015"/>
                </a:lnTo>
                <a:lnTo>
                  <a:pt x="7899" y="45015"/>
                </a:lnTo>
                <a:lnTo>
                  <a:pt x="7900" y="45015"/>
                </a:lnTo>
                <a:lnTo>
                  <a:pt x="7900" y="45015"/>
                </a:lnTo>
                <a:lnTo>
                  <a:pt x="7900" y="45015"/>
                </a:lnTo>
                <a:lnTo>
                  <a:pt x="7900" y="45015"/>
                </a:lnTo>
                <a:lnTo>
                  <a:pt x="7900" y="45015"/>
                </a:lnTo>
                <a:lnTo>
                  <a:pt x="7901" y="45015"/>
                </a:lnTo>
                <a:lnTo>
                  <a:pt x="7901" y="45015"/>
                </a:lnTo>
                <a:lnTo>
                  <a:pt x="7901" y="45015"/>
                </a:lnTo>
                <a:lnTo>
                  <a:pt x="7901" y="45015"/>
                </a:lnTo>
                <a:lnTo>
                  <a:pt x="7901" y="45015"/>
                </a:lnTo>
                <a:lnTo>
                  <a:pt x="7902" y="45015"/>
                </a:lnTo>
                <a:lnTo>
                  <a:pt x="7902" y="45015"/>
                </a:lnTo>
                <a:lnTo>
                  <a:pt x="7902" y="45015"/>
                </a:lnTo>
                <a:lnTo>
                  <a:pt x="7902" y="45015"/>
                </a:lnTo>
                <a:lnTo>
                  <a:pt x="7902" y="45015"/>
                </a:lnTo>
                <a:lnTo>
                  <a:pt x="7903" y="45015"/>
                </a:lnTo>
                <a:lnTo>
                  <a:pt x="7903" y="45015"/>
                </a:lnTo>
                <a:lnTo>
                  <a:pt x="7903" y="45015"/>
                </a:lnTo>
                <a:lnTo>
                  <a:pt x="7903" y="45015"/>
                </a:lnTo>
                <a:lnTo>
                  <a:pt x="7903" y="45015"/>
                </a:lnTo>
                <a:lnTo>
                  <a:pt x="7903" y="45015"/>
                </a:lnTo>
                <a:lnTo>
                  <a:pt x="7904" y="45015"/>
                </a:lnTo>
                <a:lnTo>
                  <a:pt x="7904" y="45015"/>
                </a:lnTo>
                <a:lnTo>
                  <a:pt x="7904" y="45015"/>
                </a:lnTo>
                <a:lnTo>
                  <a:pt x="7904" y="45015"/>
                </a:lnTo>
                <a:lnTo>
                  <a:pt x="7904" y="45015"/>
                </a:lnTo>
                <a:lnTo>
                  <a:pt x="7905" y="45015"/>
                </a:lnTo>
                <a:lnTo>
                  <a:pt x="7905" y="45015"/>
                </a:lnTo>
                <a:lnTo>
                  <a:pt x="7905" y="45015"/>
                </a:lnTo>
                <a:lnTo>
                  <a:pt x="7905" y="45015"/>
                </a:lnTo>
                <a:lnTo>
                  <a:pt x="7905" y="45015"/>
                </a:lnTo>
                <a:lnTo>
                  <a:pt x="7906" y="45015"/>
                </a:lnTo>
                <a:lnTo>
                  <a:pt x="7906" y="45015"/>
                </a:lnTo>
                <a:lnTo>
                  <a:pt x="7906" y="45015"/>
                </a:lnTo>
                <a:lnTo>
                  <a:pt x="7906" y="45015"/>
                </a:lnTo>
                <a:lnTo>
                  <a:pt x="7906" y="45015"/>
                </a:lnTo>
                <a:lnTo>
                  <a:pt x="7907" y="45015"/>
                </a:lnTo>
                <a:lnTo>
                  <a:pt x="7907" y="45015"/>
                </a:lnTo>
                <a:lnTo>
                  <a:pt x="7907" y="45015"/>
                </a:lnTo>
                <a:lnTo>
                  <a:pt x="7907" y="45015"/>
                </a:lnTo>
                <a:lnTo>
                  <a:pt x="7907" y="45015"/>
                </a:lnTo>
                <a:lnTo>
                  <a:pt x="7907" y="45015"/>
                </a:lnTo>
                <a:lnTo>
                  <a:pt x="7908" y="45015"/>
                </a:lnTo>
                <a:lnTo>
                  <a:pt x="7908" y="45015"/>
                </a:lnTo>
                <a:lnTo>
                  <a:pt x="7908" y="45015"/>
                </a:lnTo>
                <a:lnTo>
                  <a:pt x="7908" y="45015"/>
                </a:lnTo>
                <a:lnTo>
                  <a:pt x="7908" y="45015"/>
                </a:lnTo>
                <a:lnTo>
                  <a:pt x="7909" y="45015"/>
                </a:lnTo>
                <a:lnTo>
                  <a:pt x="7909" y="45015"/>
                </a:lnTo>
                <a:lnTo>
                  <a:pt x="7909" y="45015"/>
                </a:lnTo>
                <a:lnTo>
                  <a:pt x="7909" y="45015"/>
                </a:lnTo>
                <a:lnTo>
                  <a:pt x="7909" y="45015"/>
                </a:lnTo>
                <a:lnTo>
                  <a:pt x="7910" y="45015"/>
                </a:lnTo>
                <a:lnTo>
                  <a:pt x="7910" y="45015"/>
                </a:lnTo>
                <a:lnTo>
                  <a:pt x="7910" y="45015"/>
                </a:lnTo>
                <a:lnTo>
                  <a:pt x="7910" y="45015"/>
                </a:lnTo>
                <a:lnTo>
                  <a:pt x="7910" y="45015"/>
                </a:lnTo>
                <a:lnTo>
                  <a:pt x="7910" y="45015"/>
                </a:lnTo>
                <a:lnTo>
                  <a:pt x="7911" y="45015"/>
                </a:lnTo>
                <a:lnTo>
                  <a:pt x="7911" y="45015"/>
                </a:lnTo>
                <a:lnTo>
                  <a:pt x="7911" y="45015"/>
                </a:lnTo>
                <a:lnTo>
                  <a:pt x="7911" y="45015"/>
                </a:lnTo>
                <a:lnTo>
                  <a:pt x="7911" y="45015"/>
                </a:lnTo>
                <a:lnTo>
                  <a:pt x="7912" y="45015"/>
                </a:lnTo>
                <a:lnTo>
                  <a:pt x="7912" y="45015"/>
                </a:lnTo>
                <a:lnTo>
                  <a:pt x="7912" y="45015"/>
                </a:lnTo>
                <a:lnTo>
                  <a:pt x="7912" y="45015"/>
                </a:lnTo>
                <a:lnTo>
                  <a:pt x="7912" y="45015"/>
                </a:lnTo>
                <a:lnTo>
                  <a:pt x="7913" y="45015"/>
                </a:lnTo>
                <a:lnTo>
                  <a:pt x="7913" y="45015"/>
                </a:lnTo>
                <a:lnTo>
                  <a:pt x="7913" y="45015"/>
                </a:lnTo>
                <a:lnTo>
                  <a:pt x="7913" y="45015"/>
                </a:lnTo>
                <a:lnTo>
                  <a:pt x="7913" y="45015"/>
                </a:lnTo>
                <a:lnTo>
                  <a:pt x="7914" y="45015"/>
                </a:lnTo>
                <a:lnTo>
                  <a:pt x="7914" y="45015"/>
                </a:lnTo>
                <a:lnTo>
                  <a:pt x="7914" y="45015"/>
                </a:lnTo>
                <a:lnTo>
                  <a:pt x="7914" y="45015"/>
                </a:lnTo>
                <a:lnTo>
                  <a:pt x="7914" y="45015"/>
                </a:lnTo>
                <a:lnTo>
                  <a:pt x="7914" y="45015"/>
                </a:lnTo>
                <a:lnTo>
                  <a:pt x="7915" y="45015"/>
                </a:lnTo>
                <a:lnTo>
                  <a:pt x="7915" y="45015"/>
                </a:lnTo>
                <a:lnTo>
                  <a:pt x="7915" y="45015"/>
                </a:lnTo>
                <a:lnTo>
                  <a:pt x="7915" y="45015"/>
                </a:lnTo>
                <a:lnTo>
                  <a:pt x="7915" y="45015"/>
                </a:lnTo>
                <a:lnTo>
                  <a:pt x="7916" y="45015"/>
                </a:lnTo>
                <a:lnTo>
                  <a:pt x="7916" y="45015"/>
                </a:lnTo>
                <a:lnTo>
                  <a:pt x="7916" y="45015"/>
                </a:lnTo>
                <a:lnTo>
                  <a:pt x="7916" y="45015"/>
                </a:lnTo>
                <a:lnTo>
                  <a:pt x="7916" y="45015"/>
                </a:lnTo>
                <a:lnTo>
                  <a:pt x="7917" y="45015"/>
                </a:lnTo>
                <a:lnTo>
                  <a:pt x="7917" y="45015"/>
                </a:lnTo>
                <a:lnTo>
                  <a:pt x="7917" y="45015"/>
                </a:lnTo>
                <a:lnTo>
                  <a:pt x="7917" y="45015"/>
                </a:lnTo>
                <a:lnTo>
                  <a:pt x="7917" y="45015"/>
                </a:lnTo>
                <a:lnTo>
                  <a:pt x="7917" y="45015"/>
                </a:lnTo>
                <a:lnTo>
                  <a:pt x="7918" y="45015"/>
                </a:lnTo>
                <a:lnTo>
                  <a:pt x="7918" y="45015"/>
                </a:lnTo>
                <a:lnTo>
                  <a:pt x="7918" y="45015"/>
                </a:lnTo>
                <a:lnTo>
                  <a:pt x="7918" y="45015"/>
                </a:lnTo>
                <a:lnTo>
                  <a:pt x="7918" y="45015"/>
                </a:lnTo>
                <a:lnTo>
                  <a:pt x="7919" y="45015"/>
                </a:lnTo>
                <a:lnTo>
                  <a:pt x="7919" y="45015"/>
                </a:lnTo>
                <a:lnTo>
                  <a:pt x="7919" y="45015"/>
                </a:lnTo>
                <a:lnTo>
                  <a:pt x="7919" y="45015"/>
                </a:lnTo>
                <a:lnTo>
                  <a:pt x="7919" y="45015"/>
                </a:lnTo>
                <a:lnTo>
                  <a:pt x="7920" y="45015"/>
                </a:lnTo>
                <a:lnTo>
                  <a:pt x="7920" y="45015"/>
                </a:lnTo>
                <a:lnTo>
                  <a:pt x="7920" y="45015"/>
                </a:lnTo>
                <a:lnTo>
                  <a:pt x="7920" y="45015"/>
                </a:lnTo>
                <a:lnTo>
                  <a:pt x="7920" y="45015"/>
                </a:lnTo>
                <a:lnTo>
                  <a:pt x="7920" y="45015"/>
                </a:lnTo>
                <a:lnTo>
                  <a:pt x="7921" y="45015"/>
                </a:lnTo>
                <a:lnTo>
                  <a:pt x="7921" y="45015"/>
                </a:lnTo>
                <a:lnTo>
                  <a:pt x="7921" y="45015"/>
                </a:lnTo>
                <a:lnTo>
                  <a:pt x="7921" y="45015"/>
                </a:lnTo>
                <a:lnTo>
                  <a:pt x="7921" y="45015"/>
                </a:lnTo>
                <a:lnTo>
                  <a:pt x="7922" y="45015"/>
                </a:lnTo>
                <a:lnTo>
                  <a:pt x="7922" y="45015"/>
                </a:lnTo>
                <a:lnTo>
                  <a:pt x="7922" y="45015"/>
                </a:lnTo>
                <a:lnTo>
                  <a:pt x="7922" y="45015"/>
                </a:lnTo>
                <a:lnTo>
                  <a:pt x="7922" y="45015"/>
                </a:lnTo>
                <a:lnTo>
                  <a:pt x="7923" y="45015"/>
                </a:lnTo>
                <a:lnTo>
                  <a:pt x="7923" y="45015"/>
                </a:lnTo>
                <a:lnTo>
                  <a:pt x="7923" y="45015"/>
                </a:lnTo>
                <a:lnTo>
                  <a:pt x="7923" y="45015"/>
                </a:lnTo>
                <a:lnTo>
                  <a:pt x="7923" y="45015"/>
                </a:lnTo>
                <a:lnTo>
                  <a:pt x="7924" y="45015"/>
                </a:lnTo>
                <a:lnTo>
                  <a:pt x="7924" y="45015"/>
                </a:lnTo>
                <a:lnTo>
                  <a:pt x="7924" y="45015"/>
                </a:lnTo>
                <a:lnTo>
                  <a:pt x="7924" y="45015"/>
                </a:lnTo>
                <a:lnTo>
                  <a:pt x="7924" y="45015"/>
                </a:lnTo>
                <a:lnTo>
                  <a:pt x="7924" y="45015"/>
                </a:lnTo>
                <a:lnTo>
                  <a:pt x="7925" y="45015"/>
                </a:lnTo>
                <a:lnTo>
                  <a:pt x="7925" y="45015"/>
                </a:lnTo>
                <a:lnTo>
                  <a:pt x="7925" y="45015"/>
                </a:lnTo>
                <a:lnTo>
                  <a:pt x="7925" y="45015"/>
                </a:lnTo>
                <a:lnTo>
                  <a:pt x="7925" y="45015"/>
                </a:lnTo>
                <a:lnTo>
                  <a:pt x="7926" y="45015"/>
                </a:lnTo>
                <a:lnTo>
                  <a:pt x="7926" y="45015"/>
                </a:lnTo>
                <a:lnTo>
                  <a:pt x="7926" y="45015"/>
                </a:lnTo>
                <a:lnTo>
                  <a:pt x="7926" y="45015"/>
                </a:lnTo>
                <a:lnTo>
                  <a:pt x="7926" y="45015"/>
                </a:lnTo>
                <a:lnTo>
                  <a:pt x="7927" y="45015"/>
                </a:lnTo>
                <a:lnTo>
                  <a:pt x="7927" y="45015"/>
                </a:lnTo>
                <a:lnTo>
                  <a:pt x="7927" y="45015"/>
                </a:lnTo>
                <a:lnTo>
                  <a:pt x="7927" y="45015"/>
                </a:lnTo>
                <a:lnTo>
                  <a:pt x="7927" y="45015"/>
                </a:lnTo>
                <a:lnTo>
                  <a:pt x="7927" y="45015"/>
                </a:lnTo>
                <a:lnTo>
                  <a:pt x="7928" y="45015"/>
                </a:lnTo>
                <a:lnTo>
                  <a:pt x="7928" y="45015"/>
                </a:lnTo>
                <a:lnTo>
                  <a:pt x="7928" y="45015"/>
                </a:lnTo>
                <a:lnTo>
                  <a:pt x="7928" y="45015"/>
                </a:lnTo>
                <a:lnTo>
                  <a:pt x="7928" y="45015"/>
                </a:lnTo>
                <a:lnTo>
                  <a:pt x="7929" y="45015"/>
                </a:lnTo>
                <a:lnTo>
                  <a:pt x="7929" y="45015"/>
                </a:lnTo>
                <a:lnTo>
                  <a:pt x="7929" y="45015"/>
                </a:lnTo>
                <a:lnTo>
                  <a:pt x="7929" y="45015"/>
                </a:lnTo>
                <a:lnTo>
                  <a:pt x="7929" y="45015"/>
                </a:lnTo>
                <a:lnTo>
                  <a:pt x="7930" y="45015"/>
                </a:lnTo>
                <a:lnTo>
                  <a:pt x="7930" y="45015"/>
                </a:lnTo>
                <a:lnTo>
                  <a:pt x="7930" y="45015"/>
                </a:lnTo>
                <a:lnTo>
                  <a:pt x="7930" y="45015"/>
                </a:lnTo>
                <a:lnTo>
                  <a:pt x="7930" y="45015"/>
                </a:lnTo>
                <a:lnTo>
                  <a:pt x="7930" y="45015"/>
                </a:lnTo>
                <a:lnTo>
                  <a:pt x="7931" y="45015"/>
                </a:lnTo>
                <a:lnTo>
                  <a:pt x="7931" y="45015"/>
                </a:lnTo>
                <a:lnTo>
                  <a:pt x="7931" y="45015"/>
                </a:lnTo>
                <a:lnTo>
                  <a:pt x="7931" y="45015"/>
                </a:lnTo>
                <a:lnTo>
                  <a:pt x="7931" y="45015"/>
                </a:lnTo>
                <a:lnTo>
                  <a:pt x="7932" y="45015"/>
                </a:lnTo>
                <a:lnTo>
                  <a:pt x="7932" y="45015"/>
                </a:lnTo>
                <a:lnTo>
                  <a:pt x="7932" y="45015"/>
                </a:lnTo>
                <a:lnTo>
                  <a:pt x="7932" y="45015"/>
                </a:lnTo>
                <a:lnTo>
                  <a:pt x="7932" y="45015"/>
                </a:lnTo>
                <a:lnTo>
                  <a:pt x="7933" y="45015"/>
                </a:lnTo>
                <a:lnTo>
                  <a:pt x="7933" y="45015"/>
                </a:lnTo>
                <a:lnTo>
                  <a:pt x="7933" y="45015"/>
                </a:lnTo>
                <a:lnTo>
                  <a:pt x="7933" y="45015"/>
                </a:lnTo>
                <a:lnTo>
                  <a:pt x="7933" y="45015"/>
                </a:lnTo>
                <a:lnTo>
                  <a:pt x="7934" y="45015"/>
                </a:lnTo>
                <a:lnTo>
                  <a:pt x="7934" y="45015"/>
                </a:lnTo>
                <a:lnTo>
                  <a:pt x="7934" y="45015"/>
                </a:lnTo>
                <a:lnTo>
                  <a:pt x="7934" y="45015"/>
                </a:lnTo>
                <a:lnTo>
                  <a:pt x="7934" y="45015"/>
                </a:lnTo>
                <a:lnTo>
                  <a:pt x="7934" y="45015"/>
                </a:lnTo>
                <a:lnTo>
                  <a:pt x="7935" y="45015"/>
                </a:lnTo>
                <a:lnTo>
                  <a:pt x="7935" y="45015"/>
                </a:lnTo>
                <a:lnTo>
                  <a:pt x="7935" y="45015"/>
                </a:lnTo>
                <a:lnTo>
                  <a:pt x="7935" y="45015"/>
                </a:lnTo>
                <a:lnTo>
                  <a:pt x="7935" y="45015"/>
                </a:lnTo>
                <a:lnTo>
                  <a:pt x="7936" y="45015"/>
                </a:lnTo>
                <a:lnTo>
                  <a:pt x="7936" y="45015"/>
                </a:lnTo>
                <a:lnTo>
                  <a:pt x="7936" y="45015"/>
                </a:lnTo>
                <a:lnTo>
                  <a:pt x="7936" y="45015"/>
                </a:lnTo>
                <a:lnTo>
                  <a:pt x="7936" y="45015"/>
                </a:lnTo>
                <a:lnTo>
                  <a:pt x="7937" y="45015"/>
                </a:lnTo>
                <a:lnTo>
                  <a:pt x="7937" y="45015"/>
                </a:lnTo>
                <a:lnTo>
                  <a:pt x="7937" y="45015"/>
                </a:lnTo>
                <a:lnTo>
                  <a:pt x="7937" y="45015"/>
                </a:lnTo>
                <a:lnTo>
                  <a:pt x="7937" y="45015"/>
                </a:lnTo>
                <a:lnTo>
                  <a:pt x="7937" y="45015"/>
                </a:lnTo>
                <a:lnTo>
                  <a:pt x="7938" y="45015"/>
                </a:lnTo>
                <a:lnTo>
                  <a:pt x="7938" y="45015"/>
                </a:lnTo>
                <a:lnTo>
                  <a:pt x="7938" y="45015"/>
                </a:lnTo>
                <a:lnTo>
                  <a:pt x="7938" y="45015"/>
                </a:lnTo>
                <a:lnTo>
                  <a:pt x="7938" y="45015"/>
                </a:lnTo>
                <a:lnTo>
                  <a:pt x="7939" y="45015"/>
                </a:lnTo>
                <a:lnTo>
                  <a:pt x="7939" y="45015"/>
                </a:lnTo>
                <a:lnTo>
                  <a:pt x="7939" y="45015"/>
                </a:lnTo>
                <a:lnTo>
                  <a:pt x="7939" y="45015"/>
                </a:lnTo>
                <a:lnTo>
                  <a:pt x="7939" y="45015"/>
                </a:lnTo>
                <a:lnTo>
                  <a:pt x="7940" y="45015"/>
                </a:lnTo>
                <a:lnTo>
                  <a:pt x="7940" y="45015"/>
                </a:lnTo>
                <a:lnTo>
                  <a:pt x="7940" y="45015"/>
                </a:lnTo>
                <a:lnTo>
                  <a:pt x="7940" y="45015"/>
                </a:lnTo>
                <a:lnTo>
                  <a:pt x="7940" y="45015"/>
                </a:lnTo>
                <a:lnTo>
                  <a:pt x="7940" y="45015"/>
                </a:lnTo>
                <a:lnTo>
                  <a:pt x="7941" y="45015"/>
                </a:lnTo>
                <a:lnTo>
                  <a:pt x="7941" y="45015"/>
                </a:lnTo>
                <a:lnTo>
                  <a:pt x="7941" y="45015"/>
                </a:lnTo>
                <a:lnTo>
                  <a:pt x="7941" y="45015"/>
                </a:lnTo>
                <a:lnTo>
                  <a:pt x="7941" y="45015"/>
                </a:lnTo>
                <a:lnTo>
                  <a:pt x="7942" y="45015"/>
                </a:lnTo>
                <a:lnTo>
                  <a:pt x="7942" y="45015"/>
                </a:lnTo>
                <a:lnTo>
                  <a:pt x="7942" y="45015"/>
                </a:lnTo>
                <a:lnTo>
                  <a:pt x="7942" y="45015"/>
                </a:lnTo>
                <a:lnTo>
                  <a:pt x="7942" y="45015"/>
                </a:lnTo>
                <a:lnTo>
                  <a:pt x="7943" y="45015"/>
                </a:lnTo>
                <a:lnTo>
                  <a:pt x="7943" y="45015"/>
                </a:lnTo>
                <a:lnTo>
                  <a:pt x="7943" y="45015"/>
                </a:lnTo>
                <a:lnTo>
                  <a:pt x="7943" y="45015"/>
                </a:lnTo>
                <a:lnTo>
                  <a:pt x="7943" y="45015"/>
                </a:lnTo>
                <a:lnTo>
                  <a:pt x="7943" y="45015"/>
                </a:lnTo>
                <a:lnTo>
                  <a:pt x="7944" y="45015"/>
                </a:lnTo>
                <a:lnTo>
                  <a:pt x="7944" y="45015"/>
                </a:lnTo>
                <a:lnTo>
                  <a:pt x="7944" y="45015"/>
                </a:lnTo>
                <a:lnTo>
                  <a:pt x="7944" y="45015"/>
                </a:lnTo>
                <a:lnTo>
                  <a:pt x="7944" y="45015"/>
                </a:lnTo>
                <a:lnTo>
                  <a:pt x="7945" y="45015"/>
                </a:lnTo>
                <a:lnTo>
                  <a:pt x="7945" y="45015"/>
                </a:lnTo>
                <a:lnTo>
                  <a:pt x="7945" y="45015"/>
                </a:lnTo>
                <a:lnTo>
                  <a:pt x="7945" y="45015"/>
                </a:lnTo>
                <a:lnTo>
                  <a:pt x="7945" y="45015"/>
                </a:lnTo>
                <a:lnTo>
                  <a:pt x="7946" y="45015"/>
                </a:lnTo>
                <a:lnTo>
                  <a:pt x="7946" y="45015"/>
                </a:lnTo>
                <a:lnTo>
                  <a:pt x="7946" y="45015"/>
                </a:lnTo>
                <a:lnTo>
                  <a:pt x="7946" y="45015"/>
                </a:lnTo>
                <a:lnTo>
                  <a:pt x="7946" y="45015"/>
                </a:lnTo>
                <a:lnTo>
                  <a:pt x="7946" y="45015"/>
                </a:lnTo>
                <a:lnTo>
                  <a:pt x="7947" y="45015"/>
                </a:lnTo>
                <a:lnTo>
                  <a:pt x="7947" y="45015"/>
                </a:lnTo>
                <a:lnTo>
                  <a:pt x="7947" y="45015"/>
                </a:lnTo>
                <a:lnTo>
                  <a:pt x="7947" y="45015"/>
                </a:lnTo>
                <a:lnTo>
                  <a:pt x="7947" y="45015"/>
                </a:lnTo>
                <a:lnTo>
                  <a:pt x="7948" y="45015"/>
                </a:lnTo>
                <a:lnTo>
                  <a:pt x="7948" y="45015"/>
                </a:lnTo>
                <a:lnTo>
                  <a:pt x="7948" y="45015"/>
                </a:lnTo>
                <a:lnTo>
                  <a:pt x="7948" y="45015"/>
                </a:lnTo>
                <a:lnTo>
                  <a:pt x="7948" y="45015"/>
                </a:lnTo>
                <a:lnTo>
                  <a:pt x="7949" y="45015"/>
                </a:lnTo>
                <a:lnTo>
                  <a:pt x="7949" y="45015"/>
                </a:lnTo>
                <a:lnTo>
                  <a:pt x="7949" y="45015"/>
                </a:lnTo>
                <a:lnTo>
                  <a:pt x="7949" y="45015"/>
                </a:lnTo>
                <a:lnTo>
                  <a:pt x="7949" y="45015"/>
                </a:lnTo>
                <a:lnTo>
                  <a:pt x="7950" y="45015"/>
                </a:lnTo>
                <a:lnTo>
                  <a:pt x="7950" y="45015"/>
                </a:lnTo>
                <a:lnTo>
                  <a:pt x="7950" y="45015"/>
                </a:lnTo>
                <a:lnTo>
                  <a:pt x="7950" y="45015"/>
                </a:lnTo>
                <a:lnTo>
                  <a:pt x="7950" y="45015"/>
                </a:lnTo>
                <a:lnTo>
                  <a:pt x="7950" y="45015"/>
                </a:lnTo>
                <a:lnTo>
                  <a:pt x="7951" y="45015"/>
                </a:lnTo>
                <a:lnTo>
                  <a:pt x="7951" y="45015"/>
                </a:lnTo>
                <a:lnTo>
                  <a:pt x="7951" y="45015"/>
                </a:lnTo>
                <a:lnTo>
                  <a:pt x="7951" y="45015"/>
                </a:lnTo>
                <a:lnTo>
                  <a:pt x="7951" y="45015"/>
                </a:lnTo>
                <a:lnTo>
                  <a:pt x="7952" y="45015"/>
                </a:lnTo>
                <a:lnTo>
                  <a:pt x="7952" y="45015"/>
                </a:lnTo>
                <a:lnTo>
                  <a:pt x="7952" y="45015"/>
                </a:lnTo>
                <a:lnTo>
                  <a:pt x="7952" y="45015"/>
                </a:lnTo>
                <a:lnTo>
                  <a:pt x="7952" y="45015"/>
                </a:lnTo>
                <a:lnTo>
                  <a:pt x="7953" y="45015"/>
                </a:lnTo>
                <a:lnTo>
                  <a:pt x="7953" y="45015"/>
                </a:lnTo>
                <a:lnTo>
                  <a:pt x="7953" y="45015"/>
                </a:lnTo>
                <a:lnTo>
                  <a:pt x="7953" y="45015"/>
                </a:lnTo>
                <a:lnTo>
                  <a:pt x="7953" y="45015"/>
                </a:lnTo>
                <a:lnTo>
                  <a:pt x="7953" y="45015"/>
                </a:lnTo>
                <a:lnTo>
                  <a:pt x="7954" y="45015"/>
                </a:lnTo>
                <a:lnTo>
                  <a:pt x="7954" y="45015"/>
                </a:lnTo>
                <a:lnTo>
                  <a:pt x="7954" y="45015"/>
                </a:lnTo>
                <a:lnTo>
                  <a:pt x="7954" y="45015"/>
                </a:lnTo>
                <a:lnTo>
                  <a:pt x="7954" y="45015"/>
                </a:lnTo>
                <a:lnTo>
                  <a:pt x="7955" y="45015"/>
                </a:lnTo>
                <a:lnTo>
                  <a:pt x="7955" y="45015"/>
                </a:lnTo>
                <a:lnTo>
                  <a:pt x="7955" y="45015"/>
                </a:lnTo>
                <a:lnTo>
                  <a:pt x="7955" y="45015"/>
                </a:lnTo>
                <a:lnTo>
                  <a:pt x="7955" y="45015"/>
                </a:lnTo>
                <a:lnTo>
                  <a:pt x="7956" y="45015"/>
                </a:lnTo>
                <a:lnTo>
                  <a:pt x="7956" y="45015"/>
                </a:lnTo>
                <a:lnTo>
                  <a:pt x="7956" y="45015"/>
                </a:lnTo>
                <a:lnTo>
                  <a:pt x="7956" y="45015"/>
                </a:lnTo>
                <a:lnTo>
                  <a:pt x="7956" y="45015"/>
                </a:lnTo>
                <a:lnTo>
                  <a:pt x="7956" y="45015"/>
                </a:lnTo>
                <a:lnTo>
                  <a:pt x="7957" y="45015"/>
                </a:lnTo>
                <a:lnTo>
                  <a:pt x="7957" y="45015"/>
                </a:lnTo>
                <a:lnTo>
                  <a:pt x="7957" y="45015"/>
                </a:lnTo>
                <a:lnTo>
                  <a:pt x="7957" y="45015"/>
                </a:lnTo>
                <a:lnTo>
                  <a:pt x="7957" y="45015"/>
                </a:lnTo>
                <a:lnTo>
                  <a:pt x="7958" y="45015"/>
                </a:lnTo>
                <a:lnTo>
                  <a:pt x="7958" y="45015"/>
                </a:lnTo>
                <a:lnTo>
                  <a:pt x="7958" y="45015"/>
                </a:lnTo>
                <a:lnTo>
                  <a:pt x="7958" y="45015"/>
                </a:lnTo>
                <a:lnTo>
                  <a:pt x="7958" y="45015"/>
                </a:lnTo>
                <a:lnTo>
                  <a:pt x="7959" y="45015"/>
                </a:lnTo>
                <a:lnTo>
                  <a:pt x="7959" y="45015"/>
                </a:lnTo>
                <a:lnTo>
                  <a:pt x="7959" y="45015"/>
                </a:lnTo>
                <a:lnTo>
                  <a:pt x="7959" y="45015"/>
                </a:lnTo>
                <a:lnTo>
                  <a:pt x="7959" y="45015"/>
                </a:lnTo>
                <a:lnTo>
                  <a:pt x="7959" y="45015"/>
                </a:lnTo>
                <a:lnTo>
                  <a:pt x="7960" y="45015"/>
                </a:lnTo>
                <a:lnTo>
                  <a:pt x="7960" y="45015"/>
                </a:lnTo>
                <a:lnTo>
                  <a:pt x="7960" y="45015"/>
                </a:lnTo>
                <a:lnTo>
                  <a:pt x="7960" y="45015"/>
                </a:lnTo>
                <a:lnTo>
                  <a:pt x="7960" y="45015"/>
                </a:lnTo>
                <a:lnTo>
                  <a:pt x="7961" y="45015"/>
                </a:lnTo>
                <a:lnTo>
                  <a:pt x="7961" y="45015"/>
                </a:lnTo>
                <a:lnTo>
                  <a:pt x="7961" y="45015"/>
                </a:lnTo>
                <a:lnTo>
                  <a:pt x="7961" y="45015"/>
                </a:lnTo>
                <a:lnTo>
                  <a:pt x="7961" y="45015"/>
                </a:lnTo>
                <a:lnTo>
                  <a:pt x="7962" y="45015"/>
                </a:lnTo>
                <a:lnTo>
                  <a:pt x="7962" y="45015"/>
                </a:lnTo>
                <a:lnTo>
                  <a:pt x="7962" y="45015"/>
                </a:lnTo>
                <a:lnTo>
                  <a:pt x="7962" y="45015"/>
                </a:lnTo>
                <a:lnTo>
                  <a:pt x="7962" y="45015"/>
                </a:lnTo>
                <a:lnTo>
                  <a:pt x="7962" y="45015"/>
                </a:lnTo>
                <a:lnTo>
                  <a:pt x="7963" y="45015"/>
                </a:lnTo>
                <a:lnTo>
                  <a:pt x="7963" y="45015"/>
                </a:lnTo>
                <a:lnTo>
                  <a:pt x="7963" y="45015"/>
                </a:lnTo>
                <a:lnTo>
                  <a:pt x="7963" y="45015"/>
                </a:lnTo>
                <a:lnTo>
                  <a:pt x="7963" y="45015"/>
                </a:lnTo>
                <a:lnTo>
                  <a:pt x="7964" y="45015"/>
                </a:lnTo>
                <a:lnTo>
                  <a:pt x="7964" y="45015"/>
                </a:lnTo>
                <a:lnTo>
                  <a:pt x="7964" y="45015"/>
                </a:lnTo>
                <a:lnTo>
                  <a:pt x="7964" y="45015"/>
                </a:lnTo>
                <a:lnTo>
                  <a:pt x="7964" y="45015"/>
                </a:lnTo>
                <a:lnTo>
                  <a:pt x="7965" y="45015"/>
                </a:lnTo>
                <a:lnTo>
                  <a:pt x="7965" y="45015"/>
                </a:lnTo>
                <a:lnTo>
                  <a:pt x="7965" y="45015"/>
                </a:lnTo>
                <a:lnTo>
                  <a:pt x="7965" y="45015"/>
                </a:lnTo>
                <a:lnTo>
                  <a:pt x="7965" y="45015"/>
                </a:lnTo>
                <a:lnTo>
                  <a:pt x="7965" y="45015"/>
                </a:lnTo>
                <a:lnTo>
                  <a:pt x="7966" y="45015"/>
                </a:lnTo>
                <a:lnTo>
                  <a:pt x="7966" y="45015"/>
                </a:lnTo>
                <a:lnTo>
                  <a:pt x="7966" y="45015"/>
                </a:lnTo>
                <a:lnTo>
                  <a:pt x="7966" y="45015"/>
                </a:lnTo>
                <a:lnTo>
                  <a:pt x="7966" y="45015"/>
                </a:lnTo>
                <a:lnTo>
                  <a:pt x="7967" y="45015"/>
                </a:lnTo>
                <a:lnTo>
                  <a:pt x="7967" y="45015"/>
                </a:lnTo>
                <a:lnTo>
                  <a:pt x="7967" y="45015"/>
                </a:lnTo>
                <a:lnTo>
                  <a:pt x="7967" y="45015"/>
                </a:lnTo>
                <a:lnTo>
                  <a:pt x="7967" y="45015"/>
                </a:lnTo>
                <a:lnTo>
                  <a:pt x="7968" y="45015"/>
                </a:lnTo>
                <a:lnTo>
                  <a:pt x="7968" y="45015"/>
                </a:lnTo>
                <a:lnTo>
                  <a:pt x="7968" y="45015"/>
                </a:lnTo>
                <a:lnTo>
                  <a:pt x="7968" y="45015"/>
                </a:lnTo>
                <a:lnTo>
                  <a:pt x="7968" y="45015"/>
                </a:lnTo>
                <a:lnTo>
                  <a:pt x="7968" y="45015"/>
                </a:lnTo>
                <a:lnTo>
                  <a:pt x="7969" y="45015"/>
                </a:lnTo>
                <a:lnTo>
                  <a:pt x="7969" y="45015"/>
                </a:lnTo>
                <a:lnTo>
                  <a:pt x="7969" y="45015"/>
                </a:lnTo>
                <a:lnTo>
                  <a:pt x="7969" y="45015"/>
                </a:lnTo>
                <a:lnTo>
                  <a:pt x="7969" y="45015"/>
                </a:lnTo>
                <a:lnTo>
                  <a:pt x="7970" y="45015"/>
                </a:lnTo>
                <a:lnTo>
                  <a:pt x="7970" y="45015"/>
                </a:lnTo>
                <a:lnTo>
                  <a:pt x="7970" y="45015"/>
                </a:lnTo>
                <a:lnTo>
                  <a:pt x="7970" y="45015"/>
                </a:lnTo>
                <a:lnTo>
                  <a:pt x="7970" y="45015"/>
                </a:lnTo>
                <a:lnTo>
                  <a:pt x="7971" y="45015"/>
                </a:lnTo>
                <a:lnTo>
                  <a:pt x="7971" y="45015"/>
                </a:lnTo>
                <a:lnTo>
                  <a:pt x="7971" y="45015"/>
                </a:lnTo>
                <a:lnTo>
                  <a:pt x="7971" y="45015"/>
                </a:lnTo>
                <a:lnTo>
                  <a:pt x="7971" y="45015"/>
                </a:lnTo>
                <a:lnTo>
                  <a:pt x="7971" y="45015"/>
                </a:lnTo>
                <a:lnTo>
                  <a:pt x="7972" y="45015"/>
                </a:lnTo>
                <a:lnTo>
                  <a:pt x="7972" y="45015"/>
                </a:lnTo>
                <a:lnTo>
                  <a:pt x="7972" y="45015"/>
                </a:lnTo>
                <a:lnTo>
                  <a:pt x="7972" y="45015"/>
                </a:lnTo>
                <a:lnTo>
                  <a:pt x="7972" y="45015"/>
                </a:lnTo>
                <a:lnTo>
                  <a:pt x="7973" y="45015"/>
                </a:lnTo>
                <a:lnTo>
                  <a:pt x="7973" y="45015"/>
                </a:lnTo>
                <a:lnTo>
                  <a:pt x="7973" y="45015"/>
                </a:lnTo>
                <a:lnTo>
                  <a:pt x="7973" y="45015"/>
                </a:lnTo>
                <a:lnTo>
                  <a:pt x="7973" y="45015"/>
                </a:lnTo>
                <a:lnTo>
                  <a:pt x="7974" y="45015"/>
                </a:lnTo>
                <a:lnTo>
                  <a:pt x="7974" y="45015"/>
                </a:lnTo>
                <a:lnTo>
                  <a:pt x="7974" y="45015"/>
                </a:lnTo>
                <a:lnTo>
                  <a:pt x="7974" y="45015"/>
                </a:lnTo>
                <a:lnTo>
                  <a:pt x="7974" y="45015"/>
                </a:lnTo>
                <a:lnTo>
                  <a:pt x="7974" y="45015"/>
                </a:lnTo>
                <a:lnTo>
                  <a:pt x="7975" y="45015"/>
                </a:lnTo>
                <a:lnTo>
                  <a:pt x="7975" y="45015"/>
                </a:lnTo>
                <a:lnTo>
                  <a:pt x="7975" y="45015"/>
                </a:lnTo>
                <a:lnTo>
                  <a:pt x="7975" y="45015"/>
                </a:lnTo>
                <a:lnTo>
                  <a:pt x="7975" y="45015"/>
                </a:lnTo>
                <a:lnTo>
                  <a:pt x="7976" y="45015"/>
                </a:lnTo>
                <a:lnTo>
                  <a:pt x="7976" y="45015"/>
                </a:lnTo>
                <a:lnTo>
                  <a:pt x="7976" y="45015"/>
                </a:lnTo>
                <a:lnTo>
                  <a:pt x="7976" y="45015"/>
                </a:lnTo>
                <a:lnTo>
                  <a:pt x="7976" y="45015"/>
                </a:lnTo>
                <a:lnTo>
                  <a:pt x="7976" y="45015"/>
                </a:lnTo>
                <a:lnTo>
                  <a:pt x="7977" y="45015"/>
                </a:lnTo>
                <a:lnTo>
                  <a:pt x="7977" y="45015"/>
                </a:lnTo>
                <a:lnTo>
                  <a:pt x="7977" y="45015"/>
                </a:lnTo>
                <a:lnTo>
                  <a:pt x="7977" y="45015"/>
                </a:lnTo>
                <a:lnTo>
                  <a:pt x="7977" y="45015"/>
                </a:lnTo>
                <a:lnTo>
                  <a:pt x="7978" y="45015"/>
                </a:lnTo>
                <a:lnTo>
                  <a:pt x="7978" y="45015"/>
                </a:lnTo>
                <a:lnTo>
                  <a:pt x="7978" y="45015"/>
                </a:lnTo>
                <a:lnTo>
                  <a:pt x="7978" y="45015"/>
                </a:lnTo>
                <a:lnTo>
                  <a:pt x="7978" y="45015"/>
                </a:lnTo>
                <a:lnTo>
                  <a:pt x="7979" y="45015"/>
                </a:lnTo>
                <a:lnTo>
                  <a:pt x="7979" y="45015"/>
                </a:lnTo>
                <a:lnTo>
                  <a:pt x="7979" y="45015"/>
                </a:lnTo>
                <a:lnTo>
                  <a:pt x="7979" y="45015"/>
                </a:lnTo>
                <a:lnTo>
                  <a:pt x="7979" y="45015"/>
                </a:lnTo>
                <a:lnTo>
                  <a:pt x="7979" y="45015"/>
                </a:lnTo>
                <a:lnTo>
                  <a:pt x="7980" y="45015"/>
                </a:lnTo>
                <a:lnTo>
                  <a:pt x="7980" y="45015"/>
                </a:lnTo>
                <a:lnTo>
                  <a:pt x="7980" y="45015"/>
                </a:lnTo>
                <a:lnTo>
                  <a:pt x="7980" y="45015"/>
                </a:lnTo>
                <a:lnTo>
                  <a:pt x="7980" y="45015"/>
                </a:lnTo>
                <a:lnTo>
                  <a:pt x="7981" y="45015"/>
                </a:lnTo>
                <a:lnTo>
                  <a:pt x="7981" y="45015"/>
                </a:lnTo>
                <a:lnTo>
                  <a:pt x="7981" y="45015"/>
                </a:lnTo>
                <a:lnTo>
                  <a:pt x="7981" y="45015"/>
                </a:lnTo>
                <a:lnTo>
                  <a:pt x="7981" y="45015"/>
                </a:lnTo>
                <a:lnTo>
                  <a:pt x="7982" y="45015"/>
                </a:lnTo>
                <a:lnTo>
                  <a:pt x="7982" y="45015"/>
                </a:lnTo>
                <a:lnTo>
                  <a:pt x="7982" y="45015"/>
                </a:lnTo>
                <a:lnTo>
                  <a:pt x="7982" y="45015"/>
                </a:lnTo>
                <a:lnTo>
                  <a:pt x="7982" y="45015"/>
                </a:lnTo>
                <a:lnTo>
                  <a:pt x="7982" y="45015"/>
                </a:lnTo>
                <a:lnTo>
                  <a:pt x="7983" y="45015"/>
                </a:lnTo>
                <a:lnTo>
                  <a:pt x="7983" y="45015"/>
                </a:lnTo>
                <a:lnTo>
                  <a:pt x="7983" y="45015"/>
                </a:lnTo>
                <a:lnTo>
                  <a:pt x="7983" y="45015"/>
                </a:lnTo>
                <a:lnTo>
                  <a:pt x="7983" y="45015"/>
                </a:lnTo>
                <a:lnTo>
                  <a:pt x="7984" y="45015"/>
                </a:lnTo>
                <a:lnTo>
                  <a:pt x="7984" y="45015"/>
                </a:lnTo>
                <a:lnTo>
                  <a:pt x="7984" y="45015"/>
                </a:lnTo>
                <a:lnTo>
                  <a:pt x="7984" y="45015"/>
                </a:lnTo>
                <a:lnTo>
                  <a:pt x="7984" y="45015"/>
                </a:lnTo>
                <a:lnTo>
                  <a:pt x="7985" y="45015"/>
                </a:lnTo>
                <a:lnTo>
                  <a:pt x="7985" y="45015"/>
                </a:lnTo>
                <a:lnTo>
                  <a:pt x="7985" y="45015"/>
                </a:lnTo>
                <a:lnTo>
                  <a:pt x="7985" y="45015"/>
                </a:lnTo>
                <a:lnTo>
                  <a:pt x="7985" y="45015"/>
                </a:lnTo>
                <a:lnTo>
                  <a:pt x="7985" y="45015"/>
                </a:lnTo>
                <a:lnTo>
                  <a:pt x="7986" y="45015"/>
                </a:lnTo>
                <a:lnTo>
                  <a:pt x="7986" y="45015"/>
                </a:lnTo>
                <a:lnTo>
                  <a:pt x="7986" y="45015"/>
                </a:lnTo>
                <a:lnTo>
                  <a:pt x="7986" y="45015"/>
                </a:lnTo>
                <a:lnTo>
                  <a:pt x="7986" y="45015"/>
                </a:lnTo>
                <a:lnTo>
                  <a:pt x="7987" y="45015"/>
                </a:lnTo>
                <a:lnTo>
                  <a:pt x="7987" y="45015"/>
                </a:lnTo>
                <a:lnTo>
                  <a:pt x="7987" y="45015"/>
                </a:lnTo>
                <a:lnTo>
                  <a:pt x="7987" y="45015"/>
                </a:lnTo>
                <a:lnTo>
                  <a:pt x="7987" y="45015"/>
                </a:lnTo>
                <a:lnTo>
                  <a:pt x="7988" y="45015"/>
                </a:lnTo>
                <a:lnTo>
                  <a:pt x="7988" y="45015"/>
                </a:lnTo>
                <a:lnTo>
                  <a:pt x="7988" y="45015"/>
                </a:lnTo>
                <a:lnTo>
                  <a:pt x="7988" y="45015"/>
                </a:lnTo>
                <a:lnTo>
                  <a:pt x="7988" y="45015"/>
                </a:lnTo>
                <a:lnTo>
                  <a:pt x="7988" y="45015"/>
                </a:lnTo>
                <a:lnTo>
                  <a:pt x="7989" y="45015"/>
                </a:lnTo>
                <a:lnTo>
                  <a:pt x="7989" y="45015"/>
                </a:lnTo>
                <a:lnTo>
                  <a:pt x="7989" y="45015"/>
                </a:lnTo>
                <a:lnTo>
                  <a:pt x="7989" y="45015"/>
                </a:lnTo>
                <a:lnTo>
                  <a:pt x="7989" y="45015"/>
                </a:lnTo>
                <a:lnTo>
                  <a:pt x="7990" y="45015"/>
                </a:lnTo>
                <a:lnTo>
                  <a:pt x="7990" y="45015"/>
                </a:lnTo>
                <a:lnTo>
                  <a:pt x="7990" y="45015"/>
                </a:lnTo>
                <a:lnTo>
                  <a:pt x="7990" y="45015"/>
                </a:lnTo>
                <a:lnTo>
                  <a:pt x="7990" y="45015"/>
                </a:lnTo>
                <a:lnTo>
                  <a:pt x="7990" y="45015"/>
                </a:lnTo>
                <a:lnTo>
                  <a:pt x="7991" y="45015"/>
                </a:lnTo>
                <a:lnTo>
                  <a:pt x="7991" y="45015"/>
                </a:lnTo>
                <a:lnTo>
                  <a:pt x="7991" y="45015"/>
                </a:lnTo>
                <a:lnTo>
                  <a:pt x="7991" y="45015"/>
                </a:lnTo>
                <a:lnTo>
                  <a:pt x="7991" y="45015"/>
                </a:lnTo>
                <a:lnTo>
                  <a:pt x="7992" y="45015"/>
                </a:lnTo>
                <a:lnTo>
                  <a:pt x="7992" y="45015"/>
                </a:lnTo>
                <a:lnTo>
                  <a:pt x="7992" y="45015"/>
                </a:lnTo>
                <a:lnTo>
                  <a:pt x="7992" y="45015"/>
                </a:lnTo>
                <a:lnTo>
                  <a:pt x="7992" y="45015"/>
                </a:lnTo>
                <a:lnTo>
                  <a:pt x="7993" y="45015"/>
                </a:lnTo>
                <a:lnTo>
                  <a:pt x="7993" y="45015"/>
                </a:lnTo>
                <a:lnTo>
                  <a:pt x="7993" y="45015"/>
                </a:lnTo>
                <a:lnTo>
                  <a:pt x="7993" y="45015"/>
                </a:lnTo>
                <a:lnTo>
                  <a:pt x="7993" y="45015"/>
                </a:lnTo>
                <a:lnTo>
                  <a:pt x="7993" y="45015"/>
                </a:lnTo>
                <a:lnTo>
                  <a:pt x="7994" y="45015"/>
                </a:lnTo>
                <a:lnTo>
                  <a:pt x="7994" y="45015"/>
                </a:lnTo>
                <a:lnTo>
                  <a:pt x="7994" y="45015"/>
                </a:lnTo>
                <a:lnTo>
                  <a:pt x="7994" y="45015"/>
                </a:lnTo>
                <a:lnTo>
                  <a:pt x="7994" y="45015"/>
                </a:lnTo>
                <a:lnTo>
                  <a:pt x="7995" y="45015"/>
                </a:lnTo>
                <a:lnTo>
                  <a:pt x="7995" y="45015"/>
                </a:lnTo>
                <a:lnTo>
                  <a:pt x="7995" y="45015"/>
                </a:lnTo>
                <a:lnTo>
                  <a:pt x="7995" y="45015"/>
                </a:lnTo>
                <a:lnTo>
                  <a:pt x="7995" y="45015"/>
                </a:lnTo>
                <a:lnTo>
                  <a:pt x="7996" y="45015"/>
                </a:lnTo>
                <a:lnTo>
                  <a:pt x="7996" y="45015"/>
                </a:lnTo>
                <a:lnTo>
                  <a:pt x="7996" y="45015"/>
                </a:lnTo>
                <a:lnTo>
                  <a:pt x="7996" y="45015"/>
                </a:lnTo>
                <a:lnTo>
                  <a:pt x="7996" y="45015"/>
                </a:lnTo>
                <a:lnTo>
                  <a:pt x="7996" y="45015"/>
                </a:lnTo>
                <a:lnTo>
                  <a:pt x="7997" y="45015"/>
                </a:lnTo>
                <a:lnTo>
                  <a:pt x="7997" y="45015"/>
                </a:lnTo>
                <a:lnTo>
                  <a:pt x="7997" y="45015"/>
                </a:lnTo>
                <a:lnTo>
                  <a:pt x="7997" y="45015"/>
                </a:lnTo>
                <a:lnTo>
                  <a:pt x="7997" y="45015"/>
                </a:lnTo>
                <a:lnTo>
                  <a:pt x="7998" y="45015"/>
                </a:lnTo>
                <a:lnTo>
                  <a:pt x="7998" y="45015"/>
                </a:lnTo>
                <a:lnTo>
                  <a:pt x="7998" y="45015"/>
                </a:lnTo>
                <a:lnTo>
                  <a:pt x="7998" y="45015"/>
                </a:lnTo>
                <a:lnTo>
                  <a:pt x="7998" y="45015"/>
                </a:lnTo>
                <a:lnTo>
                  <a:pt x="7999" y="45015"/>
                </a:lnTo>
                <a:lnTo>
                  <a:pt x="7999" y="45015"/>
                </a:lnTo>
                <a:lnTo>
                  <a:pt x="7999" y="45015"/>
                </a:lnTo>
                <a:lnTo>
                  <a:pt x="7999" y="45015"/>
                </a:lnTo>
                <a:lnTo>
                  <a:pt x="7999" y="45015"/>
                </a:lnTo>
                <a:lnTo>
                  <a:pt x="7999" y="45015"/>
                </a:lnTo>
                <a:lnTo>
                  <a:pt x="8000" y="45015"/>
                </a:lnTo>
                <a:lnTo>
                  <a:pt x="8000" y="45015"/>
                </a:lnTo>
                <a:lnTo>
                  <a:pt x="8000" y="45015"/>
                </a:lnTo>
                <a:lnTo>
                  <a:pt x="8000" y="45015"/>
                </a:lnTo>
                <a:lnTo>
                  <a:pt x="8000" y="45015"/>
                </a:lnTo>
                <a:lnTo>
                  <a:pt x="8001" y="45015"/>
                </a:lnTo>
                <a:lnTo>
                  <a:pt x="8001" y="45015"/>
                </a:lnTo>
                <a:lnTo>
                  <a:pt x="8001" y="45015"/>
                </a:lnTo>
                <a:lnTo>
                  <a:pt x="8001" y="45015"/>
                </a:lnTo>
                <a:lnTo>
                  <a:pt x="8001" y="45015"/>
                </a:lnTo>
                <a:lnTo>
                  <a:pt x="8001" y="45015"/>
                </a:lnTo>
                <a:lnTo>
                  <a:pt x="8002" y="45015"/>
                </a:lnTo>
                <a:lnTo>
                  <a:pt x="8002" y="45015"/>
                </a:lnTo>
                <a:lnTo>
                  <a:pt x="8002" y="45015"/>
                </a:lnTo>
                <a:lnTo>
                  <a:pt x="8002" y="45015"/>
                </a:lnTo>
                <a:lnTo>
                  <a:pt x="8002" y="45015"/>
                </a:lnTo>
                <a:lnTo>
                  <a:pt x="8003" y="45015"/>
                </a:lnTo>
                <a:lnTo>
                  <a:pt x="8003" y="45015"/>
                </a:lnTo>
                <a:lnTo>
                  <a:pt x="8003" y="45015"/>
                </a:lnTo>
                <a:lnTo>
                  <a:pt x="8003" y="45015"/>
                </a:lnTo>
                <a:lnTo>
                  <a:pt x="8003" y="45015"/>
                </a:lnTo>
                <a:lnTo>
                  <a:pt x="8004" y="45015"/>
                </a:lnTo>
                <a:lnTo>
                  <a:pt x="8004" y="45015"/>
                </a:lnTo>
                <a:lnTo>
                  <a:pt x="8004" y="45015"/>
                </a:lnTo>
                <a:lnTo>
                  <a:pt x="8004" y="45015"/>
                </a:lnTo>
                <a:lnTo>
                  <a:pt x="8004" y="45015"/>
                </a:lnTo>
                <a:lnTo>
                  <a:pt x="8004" y="45015"/>
                </a:lnTo>
                <a:lnTo>
                  <a:pt x="8005" y="45015"/>
                </a:lnTo>
                <a:lnTo>
                  <a:pt x="8005" y="45015"/>
                </a:lnTo>
                <a:lnTo>
                  <a:pt x="8005" y="45015"/>
                </a:lnTo>
                <a:lnTo>
                  <a:pt x="8005" y="45015"/>
                </a:lnTo>
                <a:lnTo>
                  <a:pt x="8005" y="45015"/>
                </a:lnTo>
                <a:lnTo>
                  <a:pt x="8006" y="45015"/>
                </a:lnTo>
                <a:lnTo>
                  <a:pt x="8006" y="45015"/>
                </a:lnTo>
                <a:lnTo>
                  <a:pt x="8006" y="45015"/>
                </a:lnTo>
                <a:lnTo>
                  <a:pt x="8006" y="45015"/>
                </a:lnTo>
                <a:lnTo>
                  <a:pt x="8006" y="45015"/>
                </a:lnTo>
                <a:lnTo>
                  <a:pt x="8007" y="45015"/>
                </a:lnTo>
                <a:lnTo>
                  <a:pt x="8007" y="45015"/>
                </a:lnTo>
                <a:lnTo>
                  <a:pt x="8007" y="45015"/>
                </a:lnTo>
                <a:lnTo>
                  <a:pt x="8007" y="45015"/>
                </a:lnTo>
                <a:lnTo>
                  <a:pt x="8007" y="45015"/>
                </a:lnTo>
                <a:lnTo>
                  <a:pt x="8007" y="45015"/>
                </a:lnTo>
                <a:lnTo>
                  <a:pt x="8008" y="45015"/>
                </a:lnTo>
                <a:lnTo>
                  <a:pt x="8008" y="45015"/>
                </a:lnTo>
                <a:lnTo>
                  <a:pt x="8008" y="45015"/>
                </a:lnTo>
                <a:lnTo>
                  <a:pt x="8008" y="45015"/>
                </a:lnTo>
                <a:lnTo>
                  <a:pt x="8008" y="45015"/>
                </a:lnTo>
                <a:lnTo>
                  <a:pt x="8009" y="45015"/>
                </a:lnTo>
                <a:lnTo>
                  <a:pt x="8009" y="45015"/>
                </a:lnTo>
                <a:lnTo>
                  <a:pt x="8009" y="45015"/>
                </a:lnTo>
                <a:lnTo>
                  <a:pt x="8009" y="45015"/>
                </a:lnTo>
                <a:lnTo>
                  <a:pt x="8009" y="45015"/>
                </a:lnTo>
                <a:lnTo>
                  <a:pt x="8009" y="45015"/>
                </a:lnTo>
                <a:lnTo>
                  <a:pt x="8010" y="45015"/>
                </a:lnTo>
                <a:lnTo>
                  <a:pt x="8010" y="45015"/>
                </a:lnTo>
                <a:lnTo>
                  <a:pt x="8010" y="45015"/>
                </a:lnTo>
                <a:lnTo>
                  <a:pt x="8010" y="45015"/>
                </a:lnTo>
                <a:lnTo>
                  <a:pt x="8010" y="45015"/>
                </a:lnTo>
                <a:lnTo>
                  <a:pt x="8011" y="45015"/>
                </a:lnTo>
                <a:lnTo>
                  <a:pt x="8011" y="45015"/>
                </a:lnTo>
                <a:lnTo>
                  <a:pt x="8011" y="45015"/>
                </a:lnTo>
                <a:lnTo>
                  <a:pt x="8011" y="45015"/>
                </a:lnTo>
                <a:lnTo>
                  <a:pt x="8011" y="45015"/>
                </a:lnTo>
                <a:lnTo>
                  <a:pt x="8012" y="45015"/>
                </a:lnTo>
                <a:lnTo>
                  <a:pt x="8012" y="45015"/>
                </a:lnTo>
                <a:lnTo>
                  <a:pt x="8012" y="45015"/>
                </a:lnTo>
                <a:lnTo>
                  <a:pt x="8012" y="45015"/>
                </a:lnTo>
                <a:lnTo>
                  <a:pt x="8012" y="45015"/>
                </a:lnTo>
                <a:lnTo>
                  <a:pt x="8012" y="45015"/>
                </a:lnTo>
                <a:lnTo>
                  <a:pt x="8013" y="45015"/>
                </a:lnTo>
                <a:lnTo>
                  <a:pt x="8013" y="45015"/>
                </a:lnTo>
                <a:lnTo>
                  <a:pt x="8013" y="45015"/>
                </a:lnTo>
                <a:lnTo>
                  <a:pt x="8013" y="45015"/>
                </a:lnTo>
                <a:lnTo>
                  <a:pt x="8013" y="45015"/>
                </a:lnTo>
                <a:lnTo>
                  <a:pt x="8014" y="45015"/>
                </a:lnTo>
                <a:lnTo>
                  <a:pt x="8014" y="45015"/>
                </a:lnTo>
                <a:lnTo>
                  <a:pt x="8014" y="45015"/>
                </a:lnTo>
                <a:lnTo>
                  <a:pt x="8014" y="45015"/>
                </a:lnTo>
                <a:lnTo>
                  <a:pt x="8014" y="45015"/>
                </a:lnTo>
                <a:lnTo>
                  <a:pt x="8015" y="45015"/>
                </a:lnTo>
                <a:lnTo>
                  <a:pt x="8015" y="45015"/>
                </a:lnTo>
                <a:lnTo>
                  <a:pt x="8015" y="45015"/>
                </a:lnTo>
                <a:lnTo>
                  <a:pt x="8015" y="45015"/>
                </a:lnTo>
                <a:lnTo>
                  <a:pt x="8015" y="45015"/>
                </a:lnTo>
                <a:lnTo>
                  <a:pt x="8015" y="45015"/>
                </a:lnTo>
                <a:lnTo>
                  <a:pt x="8016" y="45015"/>
                </a:lnTo>
                <a:lnTo>
                  <a:pt x="8016" y="45015"/>
                </a:lnTo>
                <a:lnTo>
                  <a:pt x="8016" y="45015"/>
                </a:lnTo>
                <a:lnTo>
                  <a:pt x="8016" y="45015"/>
                </a:lnTo>
                <a:lnTo>
                  <a:pt x="8016" y="45015"/>
                </a:lnTo>
                <a:lnTo>
                  <a:pt x="8017" y="45015"/>
                </a:lnTo>
                <a:lnTo>
                  <a:pt x="8017" y="45015"/>
                </a:lnTo>
                <a:lnTo>
                  <a:pt x="8017" y="45015"/>
                </a:lnTo>
                <a:lnTo>
                  <a:pt x="8017" y="45015"/>
                </a:lnTo>
                <a:lnTo>
                  <a:pt x="8017" y="45015"/>
                </a:lnTo>
                <a:lnTo>
                  <a:pt x="8017" y="45015"/>
                </a:lnTo>
                <a:lnTo>
                  <a:pt x="8018" y="45015"/>
                </a:lnTo>
                <a:lnTo>
                  <a:pt x="8018" y="45015"/>
                </a:lnTo>
                <a:lnTo>
                  <a:pt x="8018" y="45015"/>
                </a:lnTo>
                <a:lnTo>
                  <a:pt x="8018" y="45015"/>
                </a:lnTo>
                <a:lnTo>
                  <a:pt x="8018" y="45015"/>
                </a:lnTo>
                <a:lnTo>
                  <a:pt x="8019" y="45015"/>
                </a:lnTo>
                <a:lnTo>
                  <a:pt x="8019" y="45015"/>
                </a:lnTo>
                <a:lnTo>
                  <a:pt x="8019" y="45015"/>
                </a:lnTo>
                <a:lnTo>
                  <a:pt x="8019" y="45015"/>
                </a:lnTo>
                <a:lnTo>
                  <a:pt x="8019" y="45015"/>
                </a:lnTo>
                <a:lnTo>
                  <a:pt x="8020" y="45015"/>
                </a:lnTo>
                <a:lnTo>
                  <a:pt x="8020" y="45015"/>
                </a:lnTo>
                <a:lnTo>
                  <a:pt x="8020" y="45015"/>
                </a:lnTo>
                <a:lnTo>
                  <a:pt x="8020" y="45015"/>
                </a:lnTo>
                <a:lnTo>
                  <a:pt x="8020" y="45015"/>
                </a:lnTo>
                <a:lnTo>
                  <a:pt x="8020" y="45015"/>
                </a:lnTo>
                <a:lnTo>
                  <a:pt x="8021" y="45015"/>
                </a:lnTo>
                <a:lnTo>
                  <a:pt x="8021" y="45015"/>
                </a:lnTo>
                <a:lnTo>
                  <a:pt x="8021" y="45015"/>
                </a:lnTo>
                <a:lnTo>
                  <a:pt x="8021" y="45015"/>
                </a:lnTo>
                <a:lnTo>
                  <a:pt x="8021" y="45015"/>
                </a:lnTo>
                <a:lnTo>
                  <a:pt x="8022" y="45015"/>
                </a:lnTo>
                <a:lnTo>
                  <a:pt x="8022" y="45015"/>
                </a:lnTo>
                <a:lnTo>
                  <a:pt x="8022" y="45015"/>
                </a:lnTo>
                <a:lnTo>
                  <a:pt x="8022" y="45015"/>
                </a:lnTo>
                <a:lnTo>
                  <a:pt x="8022" y="45015"/>
                </a:lnTo>
                <a:lnTo>
                  <a:pt x="8022" y="45015"/>
                </a:lnTo>
                <a:lnTo>
                  <a:pt x="8023" y="45015"/>
                </a:lnTo>
                <a:lnTo>
                  <a:pt x="8023" y="45015"/>
                </a:lnTo>
                <a:lnTo>
                  <a:pt x="8023" y="45015"/>
                </a:lnTo>
                <a:lnTo>
                  <a:pt x="8023" y="45015"/>
                </a:lnTo>
                <a:lnTo>
                  <a:pt x="8023" y="45015"/>
                </a:lnTo>
                <a:lnTo>
                  <a:pt x="8024" y="45015"/>
                </a:lnTo>
                <a:lnTo>
                  <a:pt x="8024" y="45015"/>
                </a:lnTo>
                <a:lnTo>
                  <a:pt x="8024" y="45015"/>
                </a:lnTo>
                <a:lnTo>
                  <a:pt x="8024" y="45015"/>
                </a:lnTo>
                <a:lnTo>
                  <a:pt x="8024" y="45015"/>
                </a:lnTo>
                <a:lnTo>
                  <a:pt x="8025" y="45015"/>
                </a:lnTo>
                <a:lnTo>
                  <a:pt x="8025" y="45015"/>
                </a:lnTo>
                <a:lnTo>
                  <a:pt x="8025" y="45015"/>
                </a:lnTo>
                <a:lnTo>
                  <a:pt x="8025" y="45015"/>
                </a:lnTo>
                <a:lnTo>
                  <a:pt x="8025" y="45015"/>
                </a:lnTo>
                <a:lnTo>
                  <a:pt x="8025" y="45015"/>
                </a:lnTo>
                <a:lnTo>
                  <a:pt x="8026" y="45015"/>
                </a:lnTo>
                <a:lnTo>
                  <a:pt x="8026" y="45015"/>
                </a:lnTo>
                <a:lnTo>
                  <a:pt x="8026" y="45015"/>
                </a:lnTo>
                <a:lnTo>
                  <a:pt x="8026" y="45015"/>
                </a:lnTo>
                <a:lnTo>
                  <a:pt x="8026" y="45015"/>
                </a:lnTo>
                <a:lnTo>
                  <a:pt x="8027" y="45015"/>
                </a:lnTo>
                <a:lnTo>
                  <a:pt x="8027" y="45015"/>
                </a:lnTo>
                <a:lnTo>
                  <a:pt x="8027" y="45015"/>
                </a:lnTo>
                <a:lnTo>
                  <a:pt x="8027" y="45015"/>
                </a:lnTo>
                <a:lnTo>
                  <a:pt x="8027" y="45015"/>
                </a:lnTo>
                <a:lnTo>
                  <a:pt x="8027" y="45015"/>
                </a:lnTo>
                <a:lnTo>
                  <a:pt x="8028" y="45015"/>
                </a:lnTo>
                <a:lnTo>
                  <a:pt x="8028" y="45015"/>
                </a:lnTo>
                <a:lnTo>
                  <a:pt x="8028" y="45015"/>
                </a:lnTo>
                <a:lnTo>
                  <a:pt x="8028" y="45015"/>
                </a:lnTo>
                <a:lnTo>
                  <a:pt x="8028" y="45015"/>
                </a:lnTo>
                <a:lnTo>
                  <a:pt x="8029" y="45015"/>
                </a:lnTo>
                <a:lnTo>
                  <a:pt x="8029" y="45015"/>
                </a:lnTo>
                <a:lnTo>
                  <a:pt x="8029" y="45015"/>
                </a:lnTo>
                <a:lnTo>
                  <a:pt x="8029" y="45015"/>
                </a:lnTo>
                <a:lnTo>
                  <a:pt x="8029" y="45015"/>
                </a:lnTo>
                <a:lnTo>
                  <a:pt x="8030" y="45015"/>
                </a:lnTo>
                <a:lnTo>
                  <a:pt x="8030" y="45015"/>
                </a:lnTo>
                <a:lnTo>
                  <a:pt x="8030" y="45015"/>
                </a:lnTo>
                <a:lnTo>
                  <a:pt x="8030" y="45015"/>
                </a:lnTo>
                <a:lnTo>
                  <a:pt x="8030" y="45015"/>
                </a:lnTo>
                <a:lnTo>
                  <a:pt x="8030" y="45015"/>
                </a:lnTo>
                <a:lnTo>
                  <a:pt x="8031" y="45015"/>
                </a:lnTo>
                <a:lnTo>
                  <a:pt x="8031" y="45015"/>
                </a:lnTo>
                <a:lnTo>
                  <a:pt x="8031" y="45015"/>
                </a:lnTo>
                <a:lnTo>
                  <a:pt x="8031" y="45015"/>
                </a:lnTo>
                <a:lnTo>
                  <a:pt x="8031" y="45015"/>
                </a:lnTo>
                <a:lnTo>
                  <a:pt x="8032" y="45015"/>
                </a:lnTo>
                <a:lnTo>
                  <a:pt x="8032" y="45015"/>
                </a:lnTo>
                <a:lnTo>
                  <a:pt x="8032" y="45015"/>
                </a:lnTo>
                <a:lnTo>
                  <a:pt x="8032" y="45015"/>
                </a:lnTo>
                <a:lnTo>
                  <a:pt x="8032" y="45015"/>
                </a:lnTo>
                <a:lnTo>
                  <a:pt x="8032" y="45015"/>
                </a:lnTo>
                <a:lnTo>
                  <a:pt x="8033" y="45015"/>
                </a:lnTo>
                <a:lnTo>
                  <a:pt x="8033" y="45015"/>
                </a:lnTo>
                <a:lnTo>
                  <a:pt x="8033" y="45015"/>
                </a:lnTo>
                <a:lnTo>
                  <a:pt x="8033" y="45015"/>
                </a:lnTo>
                <a:lnTo>
                  <a:pt x="8033" y="45015"/>
                </a:lnTo>
                <a:lnTo>
                  <a:pt x="8034" y="45015"/>
                </a:lnTo>
                <a:lnTo>
                  <a:pt x="8034" y="45015"/>
                </a:lnTo>
                <a:lnTo>
                  <a:pt x="8034" y="45015"/>
                </a:lnTo>
                <a:lnTo>
                  <a:pt x="8034" y="45015"/>
                </a:lnTo>
                <a:lnTo>
                  <a:pt x="8034" y="45015"/>
                </a:lnTo>
                <a:lnTo>
                  <a:pt x="8035" y="45015"/>
                </a:lnTo>
                <a:lnTo>
                  <a:pt x="8035" y="45015"/>
                </a:lnTo>
                <a:lnTo>
                  <a:pt x="8035" y="45015"/>
                </a:lnTo>
                <a:lnTo>
                  <a:pt x="8035" y="45015"/>
                </a:lnTo>
                <a:lnTo>
                  <a:pt x="8035" y="45015"/>
                </a:lnTo>
                <a:lnTo>
                  <a:pt x="8035" y="45015"/>
                </a:lnTo>
                <a:lnTo>
                  <a:pt x="8036" y="45015"/>
                </a:lnTo>
                <a:lnTo>
                  <a:pt x="8036" y="45015"/>
                </a:lnTo>
                <a:lnTo>
                  <a:pt x="8036" y="45015"/>
                </a:lnTo>
                <a:lnTo>
                  <a:pt x="8036" y="45015"/>
                </a:lnTo>
                <a:lnTo>
                  <a:pt x="8036" y="45015"/>
                </a:lnTo>
                <a:lnTo>
                  <a:pt x="8037" y="45015"/>
                </a:lnTo>
                <a:lnTo>
                  <a:pt x="8037" y="45015"/>
                </a:lnTo>
                <a:lnTo>
                  <a:pt x="8037" y="45015"/>
                </a:lnTo>
                <a:lnTo>
                  <a:pt x="8037" y="45015"/>
                </a:lnTo>
                <a:lnTo>
                  <a:pt x="8037" y="45015"/>
                </a:lnTo>
                <a:lnTo>
                  <a:pt x="8037" y="45015"/>
                </a:lnTo>
                <a:lnTo>
                  <a:pt x="8038" y="45015"/>
                </a:lnTo>
                <a:lnTo>
                  <a:pt x="8038" y="45015"/>
                </a:lnTo>
                <a:lnTo>
                  <a:pt x="8038" y="45015"/>
                </a:lnTo>
                <a:lnTo>
                  <a:pt x="8038" y="45015"/>
                </a:lnTo>
                <a:lnTo>
                  <a:pt x="8038" y="45015"/>
                </a:lnTo>
                <a:lnTo>
                  <a:pt x="8039" y="45015"/>
                </a:lnTo>
                <a:lnTo>
                  <a:pt x="8039" y="45015"/>
                </a:lnTo>
                <a:lnTo>
                  <a:pt x="8039" y="45015"/>
                </a:lnTo>
                <a:lnTo>
                  <a:pt x="8039" y="45015"/>
                </a:lnTo>
                <a:lnTo>
                  <a:pt x="8039" y="45015"/>
                </a:lnTo>
                <a:lnTo>
                  <a:pt x="8040" y="45015"/>
                </a:lnTo>
                <a:lnTo>
                  <a:pt x="8040" y="45015"/>
                </a:lnTo>
                <a:lnTo>
                  <a:pt x="8040" y="45015"/>
                </a:lnTo>
                <a:lnTo>
                  <a:pt x="8040" y="45015"/>
                </a:lnTo>
                <a:lnTo>
                  <a:pt x="8040" y="45015"/>
                </a:lnTo>
                <a:lnTo>
                  <a:pt x="8040" y="45015"/>
                </a:lnTo>
                <a:lnTo>
                  <a:pt x="8041" y="45015"/>
                </a:lnTo>
                <a:lnTo>
                  <a:pt x="8041" y="45015"/>
                </a:lnTo>
                <a:lnTo>
                  <a:pt x="8041" y="45015"/>
                </a:lnTo>
                <a:lnTo>
                  <a:pt x="8041" y="45015"/>
                </a:lnTo>
                <a:lnTo>
                  <a:pt x="8041" y="45015"/>
                </a:lnTo>
                <a:lnTo>
                  <a:pt x="8042" y="45015"/>
                </a:lnTo>
                <a:lnTo>
                  <a:pt x="8042" y="45015"/>
                </a:lnTo>
                <a:lnTo>
                  <a:pt x="8042" y="45015"/>
                </a:lnTo>
                <a:lnTo>
                  <a:pt x="8042" y="45015"/>
                </a:lnTo>
                <a:lnTo>
                  <a:pt x="8042" y="45015"/>
                </a:lnTo>
                <a:lnTo>
                  <a:pt x="8042" y="45015"/>
                </a:lnTo>
                <a:lnTo>
                  <a:pt x="8043" y="45015"/>
                </a:lnTo>
                <a:lnTo>
                  <a:pt x="8043" y="45015"/>
                </a:lnTo>
                <a:lnTo>
                  <a:pt x="8043" y="45015"/>
                </a:lnTo>
                <a:lnTo>
                  <a:pt x="8043" y="45015"/>
                </a:lnTo>
                <a:lnTo>
                  <a:pt x="8043" y="45015"/>
                </a:lnTo>
                <a:lnTo>
                  <a:pt x="8044" y="45015"/>
                </a:lnTo>
                <a:lnTo>
                  <a:pt x="8044" y="45015"/>
                </a:lnTo>
                <a:lnTo>
                  <a:pt x="8044" y="45015"/>
                </a:lnTo>
                <a:lnTo>
                  <a:pt x="8044" y="45015"/>
                </a:lnTo>
                <a:lnTo>
                  <a:pt x="8044" y="45015"/>
                </a:lnTo>
                <a:lnTo>
                  <a:pt x="8045" y="45015"/>
                </a:lnTo>
                <a:lnTo>
                  <a:pt x="8045" y="45015"/>
                </a:lnTo>
                <a:lnTo>
                  <a:pt x="8045" y="45015"/>
                </a:lnTo>
                <a:lnTo>
                  <a:pt x="8045" y="45015"/>
                </a:lnTo>
                <a:lnTo>
                  <a:pt x="8045" y="45015"/>
                </a:lnTo>
                <a:lnTo>
                  <a:pt x="8045" y="45015"/>
                </a:lnTo>
                <a:lnTo>
                  <a:pt x="8046" y="45015"/>
                </a:lnTo>
                <a:lnTo>
                  <a:pt x="8046" y="45015"/>
                </a:lnTo>
                <a:lnTo>
                  <a:pt x="8046" y="45015"/>
                </a:lnTo>
                <a:lnTo>
                  <a:pt x="8046" y="45015"/>
                </a:lnTo>
                <a:lnTo>
                  <a:pt x="8046" y="45015"/>
                </a:lnTo>
                <a:lnTo>
                  <a:pt x="8047" y="45015"/>
                </a:lnTo>
                <a:lnTo>
                  <a:pt x="8047" y="45015"/>
                </a:lnTo>
                <a:lnTo>
                  <a:pt x="8047" y="45015"/>
                </a:lnTo>
                <a:lnTo>
                  <a:pt x="8047" y="45015"/>
                </a:lnTo>
                <a:lnTo>
                  <a:pt x="8047" y="45015"/>
                </a:lnTo>
                <a:lnTo>
                  <a:pt x="8047" y="45015"/>
                </a:lnTo>
                <a:lnTo>
                  <a:pt x="8048" y="45015"/>
                </a:lnTo>
                <a:lnTo>
                  <a:pt x="8048" y="45015"/>
                </a:lnTo>
                <a:lnTo>
                  <a:pt x="8048" y="45015"/>
                </a:lnTo>
                <a:lnTo>
                  <a:pt x="8048" y="45015"/>
                </a:lnTo>
                <a:lnTo>
                  <a:pt x="8048" y="45015"/>
                </a:lnTo>
                <a:lnTo>
                  <a:pt x="8049" y="45015"/>
                </a:lnTo>
                <a:lnTo>
                  <a:pt x="8049" y="45015"/>
                </a:lnTo>
                <a:lnTo>
                  <a:pt x="8049" y="45015"/>
                </a:lnTo>
                <a:lnTo>
                  <a:pt x="8049" y="45015"/>
                </a:lnTo>
                <a:lnTo>
                  <a:pt x="8049" y="45015"/>
                </a:lnTo>
                <a:lnTo>
                  <a:pt x="8050" y="45015"/>
                </a:lnTo>
                <a:lnTo>
                  <a:pt x="8050" y="45015"/>
                </a:lnTo>
                <a:lnTo>
                  <a:pt x="8050" y="45015"/>
                </a:lnTo>
                <a:lnTo>
                  <a:pt x="8050" y="45015"/>
                </a:lnTo>
                <a:lnTo>
                  <a:pt x="8050" y="45015"/>
                </a:lnTo>
                <a:lnTo>
                  <a:pt x="8050" y="45015"/>
                </a:lnTo>
                <a:lnTo>
                  <a:pt x="8051" y="45015"/>
                </a:lnTo>
                <a:lnTo>
                  <a:pt x="8051" y="45015"/>
                </a:lnTo>
                <a:lnTo>
                  <a:pt x="8051" y="45015"/>
                </a:lnTo>
                <a:lnTo>
                  <a:pt x="8051" y="45015"/>
                </a:lnTo>
                <a:lnTo>
                  <a:pt x="8051" y="45015"/>
                </a:lnTo>
                <a:lnTo>
                  <a:pt x="8052" y="45015"/>
                </a:lnTo>
                <a:lnTo>
                  <a:pt x="8052" y="45015"/>
                </a:lnTo>
                <a:lnTo>
                  <a:pt x="8052" y="45015"/>
                </a:lnTo>
                <a:lnTo>
                  <a:pt x="8052" y="45015"/>
                </a:lnTo>
                <a:lnTo>
                  <a:pt x="8052" y="45015"/>
                </a:lnTo>
                <a:lnTo>
                  <a:pt x="8052" y="45015"/>
                </a:lnTo>
                <a:lnTo>
                  <a:pt x="8053" y="45015"/>
                </a:lnTo>
                <a:lnTo>
                  <a:pt x="8053" y="45015"/>
                </a:lnTo>
                <a:lnTo>
                  <a:pt x="8053" y="45015"/>
                </a:lnTo>
                <a:lnTo>
                  <a:pt x="8053" y="45015"/>
                </a:lnTo>
                <a:lnTo>
                  <a:pt x="8053" y="45015"/>
                </a:lnTo>
                <a:lnTo>
                  <a:pt x="8054" y="45015"/>
                </a:lnTo>
                <a:lnTo>
                  <a:pt x="8054" y="45015"/>
                </a:lnTo>
                <a:lnTo>
                  <a:pt x="8054" y="45015"/>
                </a:lnTo>
                <a:lnTo>
                  <a:pt x="8054" y="45015"/>
                </a:lnTo>
                <a:lnTo>
                  <a:pt x="8054" y="45015"/>
                </a:lnTo>
                <a:lnTo>
                  <a:pt x="8054" y="45015"/>
                </a:lnTo>
                <a:lnTo>
                  <a:pt x="8055" y="45015"/>
                </a:lnTo>
                <a:lnTo>
                  <a:pt x="8055" y="45015"/>
                </a:lnTo>
                <a:lnTo>
                  <a:pt x="8055" y="45015"/>
                </a:lnTo>
                <a:lnTo>
                  <a:pt x="8055" y="45015"/>
                </a:lnTo>
                <a:lnTo>
                  <a:pt x="8055" y="45015"/>
                </a:lnTo>
                <a:lnTo>
                  <a:pt x="8056" y="45015"/>
                </a:lnTo>
                <a:lnTo>
                  <a:pt x="8056" y="45015"/>
                </a:lnTo>
                <a:lnTo>
                  <a:pt x="8056" y="45015"/>
                </a:lnTo>
                <a:lnTo>
                  <a:pt x="8056" y="45015"/>
                </a:lnTo>
                <a:lnTo>
                  <a:pt x="8056" y="45015"/>
                </a:lnTo>
                <a:lnTo>
                  <a:pt x="8057" y="45015"/>
                </a:lnTo>
                <a:lnTo>
                  <a:pt x="8057" y="45015"/>
                </a:lnTo>
                <a:lnTo>
                  <a:pt x="8057" y="45015"/>
                </a:lnTo>
                <a:lnTo>
                  <a:pt x="8057" y="45015"/>
                </a:lnTo>
                <a:lnTo>
                  <a:pt x="8057" y="45015"/>
                </a:lnTo>
                <a:lnTo>
                  <a:pt x="8057" y="45015"/>
                </a:lnTo>
                <a:lnTo>
                  <a:pt x="8058" y="45015"/>
                </a:lnTo>
                <a:lnTo>
                  <a:pt x="8058" y="45015"/>
                </a:lnTo>
                <a:lnTo>
                  <a:pt x="8058" y="45015"/>
                </a:lnTo>
                <a:lnTo>
                  <a:pt x="8058" y="45015"/>
                </a:lnTo>
                <a:lnTo>
                  <a:pt x="8058" y="45015"/>
                </a:lnTo>
                <a:lnTo>
                  <a:pt x="8059" y="45015"/>
                </a:lnTo>
                <a:lnTo>
                  <a:pt x="8059" y="45015"/>
                </a:lnTo>
                <a:lnTo>
                  <a:pt x="8059" y="45015"/>
                </a:lnTo>
                <a:lnTo>
                  <a:pt x="8059" y="45015"/>
                </a:lnTo>
                <a:lnTo>
                  <a:pt x="8059" y="45015"/>
                </a:lnTo>
                <a:lnTo>
                  <a:pt x="8059" y="45015"/>
                </a:lnTo>
                <a:lnTo>
                  <a:pt x="8060" y="45015"/>
                </a:lnTo>
                <a:lnTo>
                  <a:pt x="8060" y="45015"/>
                </a:lnTo>
                <a:lnTo>
                  <a:pt x="8060" y="45015"/>
                </a:lnTo>
                <a:lnTo>
                  <a:pt x="8060" y="45015"/>
                </a:lnTo>
                <a:lnTo>
                  <a:pt x="8060" y="45015"/>
                </a:lnTo>
                <a:lnTo>
                  <a:pt x="8061" y="45015"/>
                </a:lnTo>
                <a:lnTo>
                  <a:pt x="8061" y="45015"/>
                </a:lnTo>
                <a:lnTo>
                  <a:pt x="8061" y="45015"/>
                </a:lnTo>
                <a:lnTo>
                  <a:pt x="8061" y="45015"/>
                </a:lnTo>
                <a:lnTo>
                  <a:pt x="8061" y="45015"/>
                </a:lnTo>
                <a:lnTo>
                  <a:pt x="8061" y="45015"/>
                </a:lnTo>
                <a:lnTo>
                  <a:pt x="8062" y="45015"/>
                </a:lnTo>
                <a:lnTo>
                  <a:pt x="8062" y="45015"/>
                </a:lnTo>
                <a:lnTo>
                  <a:pt x="8062" y="45015"/>
                </a:lnTo>
                <a:lnTo>
                  <a:pt x="8062" y="45015"/>
                </a:lnTo>
                <a:lnTo>
                  <a:pt x="8062" y="45015"/>
                </a:lnTo>
                <a:lnTo>
                  <a:pt x="8063" y="45015"/>
                </a:lnTo>
                <a:lnTo>
                  <a:pt x="8063" y="45015"/>
                </a:lnTo>
                <a:lnTo>
                  <a:pt x="8063" y="45015"/>
                </a:lnTo>
                <a:lnTo>
                  <a:pt x="8063" y="45015"/>
                </a:lnTo>
                <a:lnTo>
                  <a:pt x="8063" y="45015"/>
                </a:lnTo>
                <a:lnTo>
                  <a:pt x="8064" y="45015"/>
                </a:lnTo>
                <a:lnTo>
                  <a:pt x="8064" y="45015"/>
                </a:lnTo>
                <a:lnTo>
                  <a:pt x="8064" y="45015"/>
                </a:lnTo>
                <a:lnTo>
                  <a:pt x="8064" y="45015"/>
                </a:lnTo>
                <a:lnTo>
                  <a:pt x="8064" y="45015"/>
                </a:lnTo>
                <a:lnTo>
                  <a:pt x="8064" y="45015"/>
                </a:lnTo>
                <a:lnTo>
                  <a:pt x="8065" y="45015"/>
                </a:lnTo>
                <a:lnTo>
                  <a:pt x="8065" y="45015"/>
                </a:lnTo>
                <a:lnTo>
                  <a:pt x="8065" y="45015"/>
                </a:lnTo>
                <a:lnTo>
                  <a:pt x="8065" y="45015"/>
                </a:lnTo>
                <a:lnTo>
                  <a:pt x="8065" y="45015"/>
                </a:lnTo>
                <a:lnTo>
                  <a:pt x="8066" y="45015"/>
                </a:lnTo>
                <a:lnTo>
                  <a:pt x="8066" y="45015"/>
                </a:lnTo>
                <a:lnTo>
                  <a:pt x="8066" y="45015"/>
                </a:lnTo>
                <a:lnTo>
                  <a:pt x="8066" y="45015"/>
                </a:lnTo>
                <a:lnTo>
                  <a:pt x="8066" y="45015"/>
                </a:lnTo>
                <a:lnTo>
                  <a:pt x="8066" y="45015"/>
                </a:lnTo>
                <a:lnTo>
                  <a:pt x="8067" y="45015"/>
                </a:lnTo>
                <a:lnTo>
                  <a:pt x="8067" y="45015"/>
                </a:lnTo>
                <a:lnTo>
                  <a:pt x="8067" y="45015"/>
                </a:lnTo>
                <a:lnTo>
                  <a:pt x="8067" y="45015"/>
                </a:lnTo>
                <a:lnTo>
                  <a:pt x="8067" y="45015"/>
                </a:lnTo>
                <a:lnTo>
                  <a:pt x="8068" y="45015"/>
                </a:lnTo>
                <a:lnTo>
                  <a:pt x="8068" y="45015"/>
                </a:lnTo>
                <a:lnTo>
                  <a:pt x="8068" y="45015"/>
                </a:lnTo>
                <a:lnTo>
                  <a:pt x="8068" y="45015"/>
                </a:lnTo>
                <a:lnTo>
                  <a:pt x="8068" y="45015"/>
                </a:lnTo>
                <a:lnTo>
                  <a:pt x="8068" y="45015"/>
                </a:lnTo>
                <a:lnTo>
                  <a:pt x="8069" y="45015"/>
                </a:lnTo>
                <a:lnTo>
                  <a:pt x="8069" y="45015"/>
                </a:lnTo>
                <a:lnTo>
                  <a:pt x="8069" y="45015"/>
                </a:lnTo>
                <a:lnTo>
                  <a:pt x="8069" y="45015"/>
                </a:lnTo>
                <a:lnTo>
                  <a:pt x="8069" y="45015"/>
                </a:lnTo>
                <a:lnTo>
                  <a:pt x="8070" y="45015"/>
                </a:lnTo>
                <a:lnTo>
                  <a:pt x="8070" y="45015"/>
                </a:lnTo>
                <a:lnTo>
                  <a:pt x="8070" y="45015"/>
                </a:lnTo>
                <a:lnTo>
                  <a:pt x="8070" y="45015"/>
                </a:lnTo>
                <a:lnTo>
                  <a:pt x="8070" y="45015"/>
                </a:lnTo>
                <a:lnTo>
                  <a:pt x="8071" y="45015"/>
                </a:lnTo>
                <a:lnTo>
                  <a:pt x="8071" y="45015"/>
                </a:lnTo>
                <a:lnTo>
                  <a:pt x="8071" y="45015"/>
                </a:lnTo>
                <a:lnTo>
                  <a:pt x="8071" y="45015"/>
                </a:lnTo>
                <a:lnTo>
                  <a:pt x="8071" y="45015"/>
                </a:lnTo>
                <a:lnTo>
                  <a:pt x="8071" y="45015"/>
                </a:lnTo>
                <a:lnTo>
                  <a:pt x="8072" y="45015"/>
                </a:lnTo>
                <a:lnTo>
                  <a:pt x="8072" y="45015"/>
                </a:lnTo>
                <a:lnTo>
                  <a:pt x="8072" y="45015"/>
                </a:lnTo>
                <a:lnTo>
                  <a:pt x="8072" y="45015"/>
                </a:lnTo>
                <a:lnTo>
                  <a:pt x="8072" y="45015"/>
                </a:lnTo>
                <a:lnTo>
                  <a:pt x="8073" y="45015"/>
                </a:lnTo>
                <a:lnTo>
                  <a:pt x="8073" y="45015"/>
                </a:lnTo>
                <a:lnTo>
                  <a:pt x="8073" y="45015"/>
                </a:lnTo>
                <a:lnTo>
                  <a:pt x="8073" y="45015"/>
                </a:lnTo>
                <a:lnTo>
                  <a:pt x="8073" y="45015"/>
                </a:lnTo>
                <a:lnTo>
                  <a:pt x="8073" y="45015"/>
                </a:lnTo>
                <a:lnTo>
                  <a:pt x="8074" y="45015"/>
                </a:lnTo>
                <a:lnTo>
                  <a:pt x="8074" y="45015"/>
                </a:lnTo>
                <a:lnTo>
                  <a:pt x="8074" y="45015"/>
                </a:lnTo>
                <a:lnTo>
                  <a:pt x="8074" y="45015"/>
                </a:lnTo>
                <a:lnTo>
                  <a:pt x="8074" y="45015"/>
                </a:lnTo>
                <a:lnTo>
                  <a:pt x="8075" y="45015"/>
                </a:lnTo>
                <a:lnTo>
                  <a:pt x="8075" y="45015"/>
                </a:lnTo>
                <a:lnTo>
                  <a:pt x="8075" y="45015"/>
                </a:lnTo>
                <a:lnTo>
                  <a:pt x="8075" y="45015"/>
                </a:lnTo>
                <a:lnTo>
                  <a:pt x="8075" y="45015"/>
                </a:lnTo>
                <a:lnTo>
                  <a:pt x="8075" y="45015"/>
                </a:lnTo>
                <a:lnTo>
                  <a:pt x="8076" y="45015"/>
                </a:lnTo>
                <a:lnTo>
                  <a:pt x="8076" y="45015"/>
                </a:lnTo>
                <a:lnTo>
                  <a:pt x="8076" y="45015"/>
                </a:lnTo>
                <a:lnTo>
                  <a:pt x="8076" y="45015"/>
                </a:lnTo>
                <a:lnTo>
                  <a:pt x="8076" y="45015"/>
                </a:lnTo>
                <a:lnTo>
                  <a:pt x="8077" y="45015"/>
                </a:lnTo>
                <a:lnTo>
                  <a:pt x="8077" y="45015"/>
                </a:lnTo>
                <a:lnTo>
                  <a:pt x="8077" y="45015"/>
                </a:lnTo>
                <a:lnTo>
                  <a:pt x="8077" y="45015"/>
                </a:lnTo>
                <a:lnTo>
                  <a:pt x="8077" y="45015"/>
                </a:lnTo>
                <a:lnTo>
                  <a:pt x="8077" y="45015"/>
                </a:lnTo>
                <a:lnTo>
                  <a:pt x="8078" y="45015"/>
                </a:lnTo>
                <a:lnTo>
                  <a:pt x="8078" y="45015"/>
                </a:lnTo>
                <a:lnTo>
                  <a:pt x="8078" y="45015"/>
                </a:lnTo>
                <a:lnTo>
                  <a:pt x="8078" y="45015"/>
                </a:lnTo>
                <a:lnTo>
                  <a:pt x="8078" y="45015"/>
                </a:lnTo>
                <a:lnTo>
                  <a:pt x="8079" y="45015"/>
                </a:lnTo>
                <a:lnTo>
                  <a:pt x="8079" y="45015"/>
                </a:lnTo>
                <a:lnTo>
                  <a:pt x="8079" y="45015"/>
                </a:lnTo>
                <a:lnTo>
                  <a:pt x="8079" y="45015"/>
                </a:lnTo>
                <a:lnTo>
                  <a:pt x="8079" y="45015"/>
                </a:lnTo>
                <a:lnTo>
                  <a:pt x="8079" y="45015"/>
                </a:lnTo>
                <a:lnTo>
                  <a:pt x="8080" y="45015"/>
                </a:lnTo>
                <a:lnTo>
                  <a:pt x="8080" y="45015"/>
                </a:lnTo>
                <a:lnTo>
                  <a:pt x="8080" y="45015"/>
                </a:lnTo>
                <a:lnTo>
                  <a:pt x="8080" y="45015"/>
                </a:lnTo>
                <a:lnTo>
                  <a:pt x="8080" y="45015"/>
                </a:lnTo>
                <a:lnTo>
                  <a:pt x="8081" y="45015"/>
                </a:lnTo>
                <a:lnTo>
                  <a:pt x="8081" y="45015"/>
                </a:lnTo>
                <a:lnTo>
                  <a:pt x="8081" y="45015"/>
                </a:lnTo>
                <a:lnTo>
                  <a:pt x="8081" y="45015"/>
                </a:lnTo>
                <a:lnTo>
                  <a:pt x="8081" y="45015"/>
                </a:lnTo>
                <a:lnTo>
                  <a:pt x="8082" y="45015"/>
                </a:lnTo>
                <a:lnTo>
                  <a:pt x="8082" y="45015"/>
                </a:lnTo>
                <a:lnTo>
                  <a:pt x="8082" y="45015"/>
                </a:lnTo>
                <a:lnTo>
                  <a:pt x="8082" y="45015"/>
                </a:lnTo>
                <a:lnTo>
                  <a:pt x="8082" y="45015"/>
                </a:lnTo>
                <a:lnTo>
                  <a:pt x="8082" y="45015"/>
                </a:lnTo>
                <a:lnTo>
                  <a:pt x="8083" y="45015"/>
                </a:lnTo>
                <a:lnTo>
                  <a:pt x="8083" y="45015"/>
                </a:lnTo>
                <a:lnTo>
                  <a:pt x="8083" y="45015"/>
                </a:lnTo>
                <a:lnTo>
                  <a:pt x="8083" y="45015"/>
                </a:lnTo>
                <a:lnTo>
                  <a:pt x="8083" y="45015"/>
                </a:lnTo>
                <a:lnTo>
                  <a:pt x="8084" y="45015"/>
                </a:lnTo>
                <a:lnTo>
                  <a:pt x="8084" y="45015"/>
                </a:lnTo>
                <a:lnTo>
                  <a:pt x="8084" y="45015"/>
                </a:lnTo>
                <a:lnTo>
                  <a:pt x="8084" y="45015"/>
                </a:lnTo>
                <a:lnTo>
                  <a:pt x="8084" y="45015"/>
                </a:lnTo>
                <a:lnTo>
                  <a:pt x="8084" y="45015"/>
                </a:lnTo>
                <a:lnTo>
                  <a:pt x="8085" y="45015"/>
                </a:lnTo>
                <a:lnTo>
                  <a:pt x="8085" y="45015"/>
                </a:lnTo>
                <a:lnTo>
                  <a:pt x="8085" y="45015"/>
                </a:lnTo>
                <a:lnTo>
                  <a:pt x="8085" y="45015"/>
                </a:lnTo>
                <a:lnTo>
                  <a:pt x="8085" y="45015"/>
                </a:lnTo>
                <a:lnTo>
                  <a:pt x="8086" y="45015"/>
                </a:lnTo>
                <a:lnTo>
                  <a:pt x="8086" y="45015"/>
                </a:lnTo>
                <a:lnTo>
                  <a:pt x="8086" y="45015"/>
                </a:lnTo>
                <a:lnTo>
                  <a:pt x="8086" y="45015"/>
                </a:lnTo>
                <a:lnTo>
                  <a:pt x="8086" y="45015"/>
                </a:lnTo>
                <a:lnTo>
                  <a:pt x="8086" y="45015"/>
                </a:lnTo>
                <a:lnTo>
                  <a:pt x="8087" y="45015"/>
                </a:lnTo>
                <a:lnTo>
                  <a:pt x="8087" y="45015"/>
                </a:lnTo>
                <a:lnTo>
                  <a:pt x="8087" y="45015"/>
                </a:lnTo>
                <a:lnTo>
                  <a:pt x="8087" y="45015"/>
                </a:lnTo>
                <a:lnTo>
                  <a:pt x="8087" y="45015"/>
                </a:lnTo>
                <a:lnTo>
                  <a:pt x="8088" y="45015"/>
                </a:lnTo>
                <a:lnTo>
                  <a:pt x="8088" y="45015"/>
                </a:lnTo>
                <a:lnTo>
                  <a:pt x="8088" y="45015"/>
                </a:lnTo>
                <a:lnTo>
                  <a:pt x="8088" y="45015"/>
                </a:lnTo>
                <a:lnTo>
                  <a:pt x="8088" y="45015"/>
                </a:lnTo>
                <a:lnTo>
                  <a:pt x="8088" y="45015"/>
                </a:lnTo>
                <a:lnTo>
                  <a:pt x="8089" y="45015"/>
                </a:lnTo>
                <a:lnTo>
                  <a:pt x="8089" y="45015"/>
                </a:lnTo>
                <a:lnTo>
                  <a:pt x="8089" y="45015"/>
                </a:lnTo>
                <a:lnTo>
                  <a:pt x="8089" y="45015"/>
                </a:lnTo>
                <a:lnTo>
                  <a:pt x="8089" y="45015"/>
                </a:lnTo>
                <a:lnTo>
                  <a:pt x="8090" y="45015"/>
                </a:lnTo>
                <a:lnTo>
                  <a:pt x="8090" y="45015"/>
                </a:lnTo>
                <a:lnTo>
                  <a:pt x="8090" y="45015"/>
                </a:lnTo>
                <a:lnTo>
                  <a:pt x="8090" y="45015"/>
                </a:lnTo>
                <a:lnTo>
                  <a:pt x="8090" y="45015"/>
                </a:lnTo>
                <a:lnTo>
                  <a:pt x="8091" y="45015"/>
                </a:lnTo>
                <a:lnTo>
                  <a:pt x="8091" y="45015"/>
                </a:lnTo>
                <a:lnTo>
                  <a:pt x="8091" y="45015"/>
                </a:lnTo>
                <a:lnTo>
                  <a:pt x="8091" y="45015"/>
                </a:lnTo>
                <a:lnTo>
                  <a:pt x="8091" y="45015"/>
                </a:lnTo>
                <a:lnTo>
                  <a:pt x="8091" y="45015"/>
                </a:lnTo>
                <a:lnTo>
                  <a:pt x="8092" y="45015"/>
                </a:lnTo>
                <a:lnTo>
                  <a:pt x="8092" y="45015"/>
                </a:lnTo>
                <a:lnTo>
                  <a:pt x="8092" y="45015"/>
                </a:lnTo>
                <a:lnTo>
                  <a:pt x="8092" y="45015"/>
                </a:lnTo>
                <a:lnTo>
                  <a:pt x="8092" y="45015"/>
                </a:lnTo>
                <a:lnTo>
                  <a:pt x="8093" y="45015"/>
                </a:lnTo>
                <a:lnTo>
                  <a:pt x="8093" y="45015"/>
                </a:lnTo>
                <a:lnTo>
                  <a:pt x="8093" y="45015"/>
                </a:lnTo>
                <a:lnTo>
                  <a:pt x="8093" y="45015"/>
                </a:lnTo>
                <a:lnTo>
                  <a:pt x="8093" y="45015"/>
                </a:lnTo>
                <a:lnTo>
                  <a:pt x="8093" y="45015"/>
                </a:lnTo>
                <a:lnTo>
                  <a:pt x="8094" y="45015"/>
                </a:lnTo>
                <a:lnTo>
                  <a:pt x="8094" y="45015"/>
                </a:lnTo>
                <a:lnTo>
                  <a:pt x="8094" y="45015"/>
                </a:lnTo>
                <a:lnTo>
                  <a:pt x="8094" y="45015"/>
                </a:lnTo>
                <a:lnTo>
                  <a:pt x="8094" y="45015"/>
                </a:lnTo>
                <a:lnTo>
                  <a:pt x="8095" y="45015"/>
                </a:lnTo>
                <a:lnTo>
                  <a:pt x="8095" y="45015"/>
                </a:lnTo>
                <a:lnTo>
                  <a:pt x="8095" y="45015"/>
                </a:lnTo>
                <a:lnTo>
                  <a:pt x="8095" y="45015"/>
                </a:lnTo>
                <a:lnTo>
                  <a:pt x="8095" y="45015"/>
                </a:lnTo>
                <a:lnTo>
                  <a:pt x="8095" y="45015"/>
                </a:lnTo>
                <a:lnTo>
                  <a:pt x="8096" y="45015"/>
                </a:lnTo>
                <a:lnTo>
                  <a:pt x="8096" y="45015"/>
                </a:lnTo>
                <a:lnTo>
                  <a:pt x="8096" y="45015"/>
                </a:lnTo>
                <a:lnTo>
                  <a:pt x="8096" y="45015"/>
                </a:lnTo>
                <a:lnTo>
                  <a:pt x="8096" y="45015"/>
                </a:lnTo>
                <a:lnTo>
                  <a:pt x="8097" y="45015"/>
                </a:lnTo>
                <a:lnTo>
                  <a:pt x="8097" y="45015"/>
                </a:lnTo>
                <a:lnTo>
                  <a:pt x="8097" y="45015"/>
                </a:lnTo>
                <a:lnTo>
                  <a:pt x="8097" y="45015"/>
                </a:lnTo>
                <a:lnTo>
                  <a:pt x="8097" y="45015"/>
                </a:lnTo>
                <a:lnTo>
                  <a:pt x="8097" y="45015"/>
                </a:lnTo>
                <a:lnTo>
                  <a:pt x="8098" y="45015"/>
                </a:lnTo>
                <a:lnTo>
                  <a:pt x="8098" y="45015"/>
                </a:lnTo>
                <a:lnTo>
                  <a:pt x="8098" y="45015"/>
                </a:lnTo>
                <a:lnTo>
                  <a:pt x="8098" y="45015"/>
                </a:lnTo>
                <a:lnTo>
                  <a:pt x="8098" y="45015"/>
                </a:lnTo>
                <a:lnTo>
                  <a:pt x="8099" y="45015"/>
                </a:lnTo>
                <a:lnTo>
                  <a:pt x="8099" y="45015"/>
                </a:lnTo>
                <a:lnTo>
                  <a:pt x="8099" y="45015"/>
                </a:lnTo>
                <a:lnTo>
                  <a:pt x="8099" y="45015"/>
                </a:lnTo>
                <a:lnTo>
                  <a:pt x="8099" y="45015"/>
                </a:lnTo>
                <a:lnTo>
                  <a:pt x="8099" y="45015"/>
                </a:lnTo>
                <a:lnTo>
                  <a:pt x="8100" y="45015"/>
                </a:lnTo>
                <a:lnTo>
                  <a:pt x="8100" y="45015"/>
                </a:lnTo>
                <a:lnTo>
                  <a:pt x="8100" y="45015"/>
                </a:lnTo>
                <a:lnTo>
                  <a:pt x="8100" y="45015"/>
                </a:lnTo>
                <a:lnTo>
                  <a:pt x="8100" y="45015"/>
                </a:lnTo>
                <a:lnTo>
                  <a:pt x="8101" y="45015"/>
                </a:lnTo>
                <a:lnTo>
                  <a:pt x="8101" y="45015"/>
                </a:lnTo>
                <a:lnTo>
                  <a:pt x="8101" y="45015"/>
                </a:lnTo>
                <a:lnTo>
                  <a:pt x="8101" y="45015"/>
                </a:lnTo>
                <a:lnTo>
                  <a:pt x="8101" y="45015"/>
                </a:lnTo>
                <a:lnTo>
                  <a:pt x="8101" y="45015"/>
                </a:lnTo>
                <a:lnTo>
                  <a:pt x="8102" y="45015"/>
                </a:lnTo>
                <a:lnTo>
                  <a:pt x="8102" y="45015"/>
                </a:lnTo>
                <a:lnTo>
                  <a:pt x="8102" y="45015"/>
                </a:lnTo>
                <a:lnTo>
                  <a:pt x="8102" y="45015"/>
                </a:lnTo>
                <a:lnTo>
                  <a:pt x="8102" y="45015"/>
                </a:lnTo>
                <a:lnTo>
                  <a:pt x="8103" y="45015"/>
                </a:lnTo>
                <a:lnTo>
                  <a:pt x="8103" y="45015"/>
                </a:lnTo>
                <a:lnTo>
                  <a:pt x="8103" y="45015"/>
                </a:lnTo>
                <a:lnTo>
                  <a:pt x="8103" y="45015"/>
                </a:lnTo>
                <a:lnTo>
                  <a:pt x="8103" y="45015"/>
                </a:lnTo>
                <a:lnTo>
                  <a:pt x="8103" y="45015"/>
                </a:lnTo>
                <a:lnTo>
                  <a:pt x="8104" y="45015"/>
                </a:lnTo>
                <a:lnTo>
                  <a:pt x="8104" y="45015"/>
                </a:lnTo>
                <a:lnTo>
                  <a:pt x="8104" y="45015"/>
                </a:lnTo>
                <a:lnTo>
                  <a:pt x="8104" y="45015"/>
                </a:lnTo>
                <a:lnTo>
                  <a:pt x="8104" y="45015"/>
                </a:lnTo>
                <a:lnTo>
                  <a:pt x="8105" y="45015"/>
                </a:lnTo>
                <a:lnTo>
                  <a:pt x="8105" y="45015"/>
                </a:lnTo>
                <a:lnTo>
                  <a:pt x="8105" y="45015"/>
                </a:lnTo>
                <a:lnTo>
                  <a:pt x="8105" y="45015"/>
                </a:lnTo>
                <a:lnTo>
                  <a:pt x="8105" y="45015"/>
                </a:lnTo>
                <a:lnTo>
                  <a:pt x="8106" y="45015"/>
                </a:lnTo>
                <a:lnTo>
                  <a:pt x="8106" y="45015"/>
                </a:lnTo>
                <a:lnTo>
                  <a:pt x="8106" y="45015"/>
                </a:lnTo>
                <a:lnTo>
                  <a:pt x="8106" y="45015"/>
                </a:lnTo>
                <a:lnTo>
                  <a:pt x="8106" y="45015"/>
                </a:lnTo>
                <a:lnTo>
                  <a:pt x="8106" y="45015"/>
                </a:lnTo>
                <a:lnTo>
                  <a:pt x="8107" y="45015"/>
                </a:lnTo>
                <a:lnTo>
                  <a:pt x="8107" y="45015"/>
                </a:lnTo>
                <a:lnTo>
                  <a:pt x="8107" y="45015"/>
                </a:lnTo>
                <a:lnTo>
                  <a:pt x="8107" y="45015"/>
                </a:lnTo>
                <a:lnTo>
                  <a:pt x="8107" y="45015"/>
                </a:lnTo>
                <a:lnTo>
                  <a:pt x="8108" y="45015"/>
                </a:lnTo>
                <a:lnTo>
                  <a:pt x="8108" y="45015"/>
                </a:lnTo>
                <a:lnTo>
                  <a:pt x="8108" y="45015"/>
                </a:lnTo>
                <a:lnTo>
                  <a:pt x="8108" y="45015"/>
                </a:lnTo>
                <a:lnTo>
                  <a:pt x="8108" y="45015"/>
                </a:lnTo>
                <a:lnTo>
                  <a:pt x="8108" y="45015"/>
                </a:lnTo>
                <a:lnTo>
                  <a:pt x="8109" y="45015"/>
                </a:lnTo>
                <a:lnTo>
                  <a:pt x="8109" y="45015"/>
                </a:lnTo>
                <a:lnTo>
                  <a:pt x="8109" y="45015"/>
                </a:lnTo>
                <a:lnTo>
                  <a:pt x="8109" y="45015"/>
                </a:lnTo>
                <a:lnTo>
                  <a:pt x="8109" y="45015"/>
                </a:lnTo>
                <a:lnTo>
                  <a:pt x="8110" y="45015"/>
                </a:lnTo>
                <a:lnTo>
                  <a:pt x="8110" y="45015"/>
                </a:lnTo>
                <a:lnTo>
                  <a:pt x="8110" y="45015"/>
                </a:lnTo>
                <a:lnTo>
                  <a:pt x="8110" y="45015"/>
                </a:lnTo>
                <a:lnTo>
                  <a:pt x="8110" y="45015"/>
                </a:lnTo>
                <a:lnTo>
                  <a:pt x="8110" y="45015"/>
                </a:lnTo>
                <a:lnTo>
                  <a:pt x="8111" y="45015"/>
                </a:lnTo>
                <a:lnTo>
                  <a:pt x="8111" y="45015"/>
                </a:lnTo>
                <a:lnTo>
                  <a:pt x="8111" y="45015"/>
                </a:lnTo>
                <a:lnTo>
                  <a:pt x="8111" y="45015"/>
                </a:lnTo>
                <a:lnTo>
                  <a:pt x="8111" y="45015"/>
                </a:lnTo>
                <a:lnTo>
                  <a:pt x="8112" y="45015"/>
                </a:lnTo>
                <a:lnTo>
                  <a:pt x="8112" y="45015"/>
                </a:lnTo>
                <a:lnTo>
                  <a:pt x="8112" y="45015"/>
                </a:lnTo>
                <a:lnTo>
                  <a:pt x="8112" y="45015"/>
                </a:lnTo>
                <a:lnTo>
                  <a:pt x="8112" y="45015"/>
                </a:lnTo>
                <a:lnTo>
                  <a:pt x="8112" y="45015"/>
                </a:lnTo>
                <a:lnTo>
                  <a:pt x="8113" y="45015"/>
                </a:lnTo>
                <a:lnTo>
                  <a:pt x="8113" y="45015"/>
                </a:lnTo>
                <a:lnTo>
                  <a:pt x="8113" y="45015"/>
                </a:lnTo>
                <a:lnTo>
                  <a:pt x="8113" y="45015"/>
                </a:lnTo>
                <a:lnTo>
                  <a:pt x="8113" y="45015"/>
                </a:lnTo>
                <a:lnTo>
                  <a:pt x="8114" y="45015"/>
                </a:lnTo>
                <a:lnTo>
                  <a:pt x="8114" y="45015"/>
                </a:lnTo>
                <a:lnTo>
                  <a:pt x="8114" y="45015"/>
                </a:lnTo>
                <a:lnTo>
                  <a:pt x="8114" y="45015"/>
                </a:lnTo>
                <a:lnTo>
                  <a:pt x="8114" y="45015"/>
                </a:lnTo>
                <a:lnTo>
                  <a:pt x="8114" y="45015"/>
                </a:lnTo>
                <a:lnTo>
                  <a:pt x="8115" y="45015"/>
                </a:lnTo>
                <a:lnTo>
                  <a:pt x="8115" y="45015"/>
                </a:lnTo>
                <a:lnTo>
                  <a:pt x="8115" y="45015"/>
                </a:lnTo>
                <a:lnTo>
                  <a:pt x="8115" y="45015"/>
                </a:lnTo>
                <a:lnTo>
                  <a:pt x="8115" y="45015"/>
                </a:lnTo>
                <a:lnTo>
                  <a:pt x="8116" y="45015"/>
                </a:lnTo>
                <a:lnTo>
                  <a:pt x="8116" y="45015"/>
                </a:lnTo>
                <a:lnTo>
                  <a:pt x="8116" y="45015"/>
                </a:lnTo>
                <a:lnTo>
                  <a:pt x="8116" y="45015"/>
                </a:lnTo>
                <a:lnTo>
                  <a:pt x="8116" y="45015"/>
                </a:lnTo>
                <a:lnTo>
                  <a:pt x="8116" y="45015"/>
                </a:lnTo>
                <a:lnTo>
                  <a:pt x="8117" y="45015"/>
                </a:lnTo>
                <a:lnTo>
                  <a:pt x="8117" y="45015"/>
                </a:lnTo>
                <a:lnTo>
                  <a:pt x="8117" y="45015"/>
                </a:lnTo>
                <a:lnTo>
                  <a:pt x="8117" y="45015"/>
                </a:lnTo>
                <a:lnTo>
                  <a:pt x="8117" y="45015"/>
                </a:lnTo>
                <a:lnTo>
                  <a:pt x="8118" y="45015"/>
                </a:lnTo>
                <a:lnTo>
                  <a:pt x="8118" y="45015"/>
                </a:lnTo>
                <a:lnTo>
                  <a:pt x="8118" y="45015"/>
                </a:lnTo>
                <a:lnTo>
                  <a:pt x="8118" y="45015"/>
                </a:lnTo>
                <a:lnTo>
                  <a:pt x="8118" y="45015"/>
                </a:lnTo>
                <a:lnTo>
                  <a:pt x="8118" y="45015"/>
                </a:lnTo>
                <a:lnTo>
                  <a:pt x="8119" y="45015"/>
                </a:lnTo>
                <a:lnTo>
                  <a:pt x="8119" y="45015"/>
                </a:lnTo>
                <a:lnTo>
                  <a:pt x="8119" y="45015"/>
                </a:lnTo>
                <a:lnTo>
                  <a:pt x="8119" y="45015"/>
                </a:lnTo>
                <a:lnTo>
                  <a:pt x="8119" y="45015"/>
                </a:lnTo>
                <a:lnTo>
                  <a:pt x="8120" y="45015"/>
                </a:lnTo>
                <a:lnTo>
                  <a:pt x="8120" y="45015"/>
                </a:lnTo>
                <a:lnTo>
                  <a:pt x="8120" y="45015"/>
                </a:lnTo>
                <a:lnTo>
                  <a:pt x="8120" y="45015"/>
                </a:lnTo>
                <a:lnTo>
                  <a:pt x="8120" y="45015"/>
                </a:lnTo>
                <a:lnTo>
                  <a:pt x="8120" y="45015"/>
                </a:lnTo>
                <a:lnTo>
                  <a:pt x="8121" y="45015"/>
                </a:lnTo>
                <a:lnTo>
                  <a:pt x="8121" y="45015"/>
                </a:lnTo>
                <a:lnTo>
                  <a:pt x="8121" y="45015"/>
                </a:lnTo>
                <a:lnTo>
                  <a:pt x="8121" y="45015"/>
                </a:lnTo>
                <a:lnTo>
                  <a:pt x="8121" y="45015"/>
                </a:lnTo>
                <a:lnTo>
                  <a:pt x="8122" y="45015"/>
                </a:lnTo>
                <a:lnTo>
                  <a:pt x="8122" y="45015"/>
                </a:lnTo>
                <a:lnTo>
                  <a:pt x="8122" y="45015"/>
                </a:lnTo>
                <a:lnTo>
                  <a:pt x="8122" y="45015"/>
                </a:lnTo>
                <a:lnTo>
                  <a:pt x="8122" y="45015"/>
                </a:lnTo>
                <a:lnTo>
                  <a:pt x="8122" y="45015"/>
                </a:lnTo>
                <a:lnTo>
                  <a:pt x="8123" y="45015"/>
                </a:lnTo>
                <a:lnTo>
                  <a:pt x="8123" y="45015"/>
                </a:lnTo>
                <a:lnTo>
                  <a:pt x="8123" y="45015"/>
                </a:lnTo>
                <a:lnTo>
                  <a:pt x="8123" y="45015"/>
                </a:lnTo>
                <a:lnTo>
                  <a:pt x="8123" y="45015"/>
                </a:lnTo>
                <a:lnTo>
                  <a:pt x="8124" y="45015"/>
                </a:lnTo>
                <a:lnTo>
                  <a:pt x="8124" y="45015"/>
                </a:lnTo>
                <a:lnTo>
                  <a:pt x="8124" y="45015"/>
                </a:lnTo>
                <a:lnTo>
                  <a:pt x="8124" y="45015"/>
                </a:lnTo>
                <a:lnTo>
                  <a:pt x="8124" y="45015"/>
                </a:lnTo>
                <a:lnTo>
                  <a:pt x="8124" y="45015"/>
                </a:lnTo>
                <a:lnTo>
                  <a:pt x="8125" y="45015"/>
                </a:lnTo>
                <a:lnTo>
                  <a:pt x="8125" y="45015"/>
                </a:lnTo>
                <a:lnTo>
                  <a:pt x="8125" y="45015"/>
                </a:lnTo>
                <a:lnTo>
                  <a:pt x="8125" y="45015"/>
                </a:lnTo>
                <a:lnTo>
                  <a:pt x="8125" y="45015"/>
                </a:lnTo>
                <a:lnTo>
                  <a:pt x="8126" y="45015"/>
                </a:lnTo>
                <a:lnTo>
                  <a:pt x="8126" y="45015"/>
                </a:lnTo>
                <a:lnTo>
                  <a:pt x="8126" y="45015"/>
                </a:lnTo>
                <a:lnTo>
                  <a:pt x="8126" y="45015"/>
                </a:lnTo>
                <a:lnTo>
                  <a:pt x="8126" y="45015"/>
                </a:lnTo>
                <a:lnTo>
                  <a:pt x="8126" y="45015"/>
                </a:lnTo>
                <a:lnTo>
                  <a:pt x="8127" y="45015"/>
                </a:lnTo>
                <a:lnTo>
                  <a:pt x="8127" y="45015"/>
                </a:lnTo>
                <a:lnTo>
                  <a:pt x="8127" y="45015"/>
                </a:lnTo>
                <a:lnTo>
                  <a:pt x="8127" y="45015"/>
                </a:lnTo>
                <a:lnTo>
                  <a:pt x="8127" y="45015"/>
                </a:lnTo>
                <a:lnTo>
                  <a:pt x="8128" y="45015"/>
                </a:lnTo>
                <a:lnTo>
                  <a:pt x="8128" y="45015"/>
                </a:lnTo>
                <a:lnTo>
                  <a:pt x="8128" y="45015"/>
                </a:lnTo>
                <a:lnTo>
                  <a:pt x="8128" y="45015"/>
                </a:lnTo>
                <a:lnTo>
                  <a:pt x="8128" y="45015"/>
                </a:lnTo>
                <a:lnTo>
                  <a:pt x="8128" y="45015"/>
                </a:lnTo>
                <a:lnTo>
                  <a:pt x="8129" y="45015"/>
                </a:lnTo>
                <a:lnTo>
                  <a:pt x="8129" y="45015"/>
                </a:lnTo>
                <a:lnTo>
                  <a:pt x="8129" y="45015"/>
                </a:lnTo>
                <a:lnTo>
                  <a:pt x="8129" y="45015"/>
                </a:lnTo>
                <a:lnTo>
                  <a:pt x="8129" y="45015"/>
                </a:lnTo>
                <a:lnTo>
                  <a:pt x="8130" y="45015"/>
                </a:lnTo>
                <a:lnTo>
                  <a:pt x="8130" y="45015"/>
                </a:lnTo>
                <a:lnTo>
                  <a:pt x="8130" y="45015"/>
                </a:lnTo>
                <a:lnTo>
                  <a:pt x="8130" y="45015"/>
                </a:lnTo>
                <a:lnTo>
                  <a:pt x="8130" y="45015"/>
                </a:lnTo>
                <a:lnTo>
                  <a:pt x="8130" y="45015"/>
                </a:lnTo>
                <a:lnTo>
                  <a:pt x="8131" y="45015"/>
                </a:lnTo>
                <a:lnTo>
                  <a:pt x="8131" y="45015"/>
                </a:lnTo>
                <a:lnTo>
                  <a:pt x="8131" y="45015"/>
                </a:lnTo>
                <a:lnTo>
                  <a:pt x="8131" y="45015"/>
                </a:lnTo>
                <a:lnTo>
                  <a:pt x="8131" y="45015"/>
                </a:lnTo>
                <a:lnTo>
                  <a:pt x="8132" y="45015"/>
                </a:lnTo>
                <a:lnTo>
                  <a:pt x="8132" y="45015"/>
                </a:lnTo>
                <a:lnTo>
                  <a:pt x="8132" y="45015"/>
                </a:lnTo>
                <a:lnTo>
                  <a:pt x="8132" y="45015"/>
                </a:lnTo>
                <a:lnTo>
                  <a:pt x="8132" y="45015"/>
                </a:lnTo>
                <a:lnTo>
                  <a:pt x="8132" y="45015"/>
                </a:lnTo>
                <a:lnTo>
                  <a:pt x="8133" y="45015"/>
                </a:lnTo>
                <a:lnTo>
                  <a:pt x="8133" y="45015"/>
                </a:lnTo>
                <a:lnTo>
                  <a:pt x="8133" y="45015"/>
                </a:lnTo>
                <a:lnTo>
                  <a:pt x="8133" y="45015"/>
                </a:lnTo>
                <a:lnTo>
                  <a:pt x="8133" y="45015"/>
                </a:lnTo>
                <a:lnTo>
                  <a:pt x="8134" y="45015"/>
                </a:lnTo>
                <a:lnTo>
                  <a:pt x="8134" y="45015"/>
                </a:lnTo>
                <a:lnTo>
                  <a:pt x="8134" y="45015"/>
                </a:lnTo>
                <a:lnTo>
                  <a:pt x="8134" y="45015"/>
                </a:lnTo>
                <a:lnTo>
                  <a:pt x="8134" y="45015"/>
                </a:lnTo>
                <a:lnTo>
                  <a:pt x="8134" y="45015"/>
                </a:lnTo>
                <a:lnTo>
                  <a:pt x="8135" y="45015"/>
                </a:lnTo>
                <a:lnTo>
                  <a:pt x="8135" y="45015"/>
                </a:lnTo>
                <a:lnTo>
                  <a:pt x="8135" y="45015"/>
                </a:lnTo>
                <a:lnTo>
                  <a:pt x="8135" y="45015"/>
                </a:lnTo>
                <a:lnTo>
                  <a:pt x="8135" y="45015"/>
                </a:lnTo>
                <a:lnTo>
                  <a:pt x="8136" y="45015"/>
                </a:lnTo>
                <a:lnTo>
                  <a:pt x="8136" y="45015"/>
                </a:lnTo>
                <a:lnTo>
                  <a:pt x="8136" y="45015"/>
                </a:lnTo>
                <a:lnTo>
                  <a:pt x="8136" y="45015"/>
                </a:lnTo>
                <a:lnTo>
                  <a:pt x="8136" y="45015"/>
                </a:lnTo>
                <a:lnTo>
                  <a:pt x="8136" y="45015"/>
                </a:lnTo>
                <a:lnTo>
                  <a:pt x="8137" y="45015"/>
                </a:lnTo>
                <a:lnTo>
                  <a:pt x="8137" y="45015"/>
                </a:lnTo>
                <a:lnTo>
                  <a:pt x="8137" y="45015"/>
                </a:lnTo>
                <a:lnTo>
                  <a:pt x="8137" y="45015"/>
                </a:lnTo>
                <a:lnTo>
                  <a:pt x="8137" y="45015"/>
                </a:lnTo>
                <a:lnTo>
                  <a:pt x="8138" y="45015"/>
                </a:lnTo>
                <a:lnTo>
                  <a:pt x="8138" y="45015"/>
                </a:lnTo>
                <a:lnTo>
                  <a:pt x="8138" y="45015"/>
                </a:lnTo>
                <a:lnTo>
                  <a:pt x="8138" y="45015"/>
                </a:lnTo>
                <a:lnTo>
                  <a:pt x="8138" y="45015"/>
                </a:lnTo>
                <a:lnTo>
                  <a:pt x="8138" y="45015"/>
                </a:lnTo>
                <a:lnTo>
                  <a:pt x="8139" y="45015"/>
                </a:lnTo>
                <a:lnTo>
                  <a:pt x="8139" y="45015"/>
                </a:lnTo>
                <a:lnTo>
                  <a:pt x="8139" y="45015"/>
                </a:lnTo>
                <a:lnTo>
                  <a:pt x="8139" y="45015"/>
                </a:lnTo>
                <a:lnTo>
                  <a:pt x="8139" y="45015"/>
                </a:lnTo>
                <a:lnTo>
                  <a:pt x="8140" y="45015"/>
                </a:lnTo>
                <a:lnTo>
                  <a:pt x="8140" y="45015"/>
                </a:lnTo>
                <a:lnTo>
                  <a:pt x="8140" y="45015"/>
                </a:lnTo>
                <a:lnTo>
                  <a:pt x="8140" y="45015"/>
                </a:lnTo>
                <a:lnTo>
                  <a:pt x="8140" y="45015"/>
                </a:lnTo>
                <a:lnTo>
                  <a:pt x="8140" y="45015"/>
                </a:lnTo>
                <a:lnTo>
                  <a:pt x="8141" y="45015"/>
                </a:lnTo>
                <a:lnTo>
                  <a:pt x="8141" y="45015"/>
                </a:lnTo>
                <a:lnTo>
                  <a:pt x="8141" y="45015"/>
                </a:lnTo>
                <a:lnTo>
                  <a:pt x="8141" y="45015"/>
                </a:lnTo>
                <a:lnTo>
                  <a:pt x="8141" y="45015"/>
                </a:lnTo>
                <a:lnTo>
                  <a:pt x="8142" y="45015"/>
                </a:lnTo>
                <a:lnTo>
                  <a:pt x="8142" y="45015"/>
                </a:lnTo>
                <a:lnTo>
                  <a:pt x="8142" y="45015"/>
                </a:lnTo>
                <a:lnTo>
                  <a:pt x="8142" y="45015"/>
                </a:lnTo>
                <a:lnTo>
                  <a:pt x="8142" y="45015"/>
                </a:lnTo>
                <a:lnTo>
                  <a:pt x="8142" y="45015"/>
                </a:lnTo>
                <a:lnTo>
                  <a:pt x="8143" y="45015"/>
                </a:lnTo>
                <a:lnTo>
                  <a:pt x="8143" y="45015"/>
                </a:lnTo>
                <a:lnTo>
                  <a:pt x="8143" y="45015"/>
                </a:lnTo>
                <a:lnTo>
                  <a:pt x="8143" y="45015"/>
                </a:lnTo>
                <a:lnTo>
                  <a:pt x="8143" y="45015"/>
                </a:lnTo>
                <a:lnTo>
                  <a:pt x="8144" y="45015"/>
                </a:lnTo>
                <a:lnTo>
                  <a:pt x="8144" y="45015"/>
                </a:lnTo>
                <a:lnTo>
                  <a:pt x="8144" y="45015"/>
                </a:lnTo>
                <a:lnTo>
                  <a:pt x="8144" y="45015"/>
                </a:lnTo>
                <a:lnTo>
                  <a:pt x="8144" y="45015"/>
                </a:lnTo>
                <a:lnTo>
                  <a:pt x="8144" y="45015"/>
                </a:lnTo>
                <a:lnTo>
                  <a:pt x="8145" y="45015"/>
                </a:lnTo>
                <a:lnTo>
                  <a:pt x="8145" y="45015"/>
                </a:lnTo>
                <a:lnTo>
                  <a:pt x="8145" y="45015"/>
                </a:lnTo>
                <a:lnTo>
                  <a:pt x="8145" y="45015"/>
                </a:lnTo>
                <a:lnTo>
                  <a:pt x="8145" y="45015"/>
                </a:lnTo>
                <a:lnTo>
                  <a:pt x="8146" y="45015"/>
                </a:lnTo>
                <a:lnTo>
                  <a:pt x="8146" y="45015"/>
                </a:lnTo>
                <a:lnTo>
                  <a:pt x="8146" y="45015"/>
                </a:lnTo>
                <a:lnTo>
                  <a:pt x="8146" y="45015"/>
                </a:lnTo>
                <a:lnTo>
                  <a:pt x="8146" y="45015"/>
                </a:lnTo>
                <a:lnTo>
                  <a:pt x="8146" y="45015"/>
                </a:lnTo>
                <a:lnTo>
                  <a:pt x="8147" y="45015"/>
                </a:lnTo>
                <a:lnTo>
                  <a:pt x="8147" y="45015"/>
                </a:lnTo>
                <a:lnTo>
                  <a:pt x="8147" y="45015"/>
                </a:lnTo>
                <a:lnTo>
                  <a:pt x="8147" y="45015"/>
                </a:lnTo>
                <a:lnTo>
                  <a:pt x="8147" y="45015"/>
                </a:lnTo>
                <a:lnTo>
                  <a:pt x="8148" y="45015"/>
                </a:lnTo>
                <a:lnTo>
                  <a:pt x="8148" y="45015"/>
                </a:lnTo>
                <a:lnTo>
                  <a:pt x="8148" y="45015"/>
                </a:lnTo>
                <a:lnTo>
                  <a:pt x="8148" y="45015"/>
                </a:lnTo>
                <a:lnTo>
                  <a:pt x="8148" y="45015"/>
                </a:lnTo>
                <a:lnTo>
                  <a:pt x="8148" y="45015"/>
                </a:lnTo>
                <a:lnTo>
                  <a:pt x="8149" y="45015"/>
                </a:lnTo>
                <a:lnTo>
                  <a:pt x="8149" y="45015"/>
                </a:lnTo>
                <a:lnTo>
                  <a:pt x="8149" y="45015"/>
                </a:lnTo>
                <a:lnTo>
                  <a:pt x="8149" y="45015"/>
                </a:lnTo>
                <a:lnTo>
                  <a:pt x="8149" y="45015"/>
                </a:lnTo>
                <a:lnTo>
                  <a:pt x="8150" y="45015"/>
                </a:lnTo>
                <a:lnTo>
                  <a:pt x="8150" y="45015"/>
                </a:lnTo>
                <a:lnTo>
                  <a:pt x="8150" y="45015"/>
                </a:lnTo>
                <a:lnTo>
                  <a:pt x="8150" y="45015"/>
                </a:lnTo>
                <a:lnTo>
                  <a:pt x="8150" y="45015"/>
                </a:lnTo>
                <a:lnTo>
                  <a:pt x="8150" y="45015"/>
                </a:lnTo>
                <a:lnTo>
                  <a:pt x="8151" y="45015"/>
                </a:lnTo>
                <a:lnTo>
                  <a:pt x="8151" y="45015"/>
                </a:lnTo>
                <a:lnTo>
                  <a:pt x="8151" y="45015"/>
                </a:lnTo>
                <a:lnTo>
                  <a:pt x="8151" y="45015"/>
                </a:lnTo>
                <a:lnTo>
                  <a:pt x="8151" y="45015"/>
                </a:lnTo>
                <a:lnTo>
                  <a:pt x="8152" y="45015"/>
                </a:lnTo>
                <a:lnTo>
                  <a:pt x="8152" y="45015"/>
                </a:lnTo>
                <a:lnTo>
                  <a:pt x="8152" y="45015"/>
                </a:lnTo>
                <a:lnTo>
                  <a:pt x="8152" y="45015"/>
                </a:lnTo>
                <a:lnTo>
                  <a:pt x="8152" y="45015"/>
                </a:lnTo>
                <a:lnTo>
                  <a:pt x="8152" y="45015"/>
                </a:lnTo>
                <a:lnTo>
                  <a:pt x="8153" y="45015"/>
                </a:lnTo>
                <a:lnTo>
                  <a:pt x="8153" y="45015"/>
                </a:lnTo>
                <a:lnTo>
                  <a:pt x="8153" y="45015"/>
                </a:lnTo>
                <a:lnTo>
                  <a:pt x="8153" y="45015"/>
                </a:lnTo>
                <a:lnTo>
                  <a:pt x="8153" y="45015"/>
                </a:lnTo>
                <a:lnTo>
                  <a:pt x="8154" y="45015"/>
                </a:lnTo>
                <a:lnTo>
                  <a:pt x="8154" y="45015"/>
                </a:lnTo>
                <a:lnTo>
                  <a:pt x="8154" y="45015"/>
                </a:lnTo>
                <a:lnTo>
                  <a:pt x="8154" y="45015"/>
                </a:lnTo>
                <a:lnTo>
                  <a:pt x="8154" y="45015"/>
                </a:lnTo>
                <a:lnTo>
                  <a:pt x="8154" y="45015"/>
                </a:lnTo>
                <a:lnTo>
                  <a:pt x="8155" y="45015"/>
                </a:lnTo>
                <a:lnTo>
                  <a:pt x="8155" y="45015"/>
                </a:lnTo>
                <a:lnTo>
                  <a:pt x="8155" y="45015"/>
                </a:lnTo>
                <a:lnTo>
                  <a:pt x="8155" y="45015"/>
                </a:lnTo>
                <a:lnTo>
                  <a:pt x="8155" y="45015"/>
                </a:lnTo>
                <a:lnTo>
                  <a:pt x="8155" y="45015"/>
                </a:lnTo>
                <a:lnTo>
                  <a:pt x="8156" y="45015"/>
                </a:lnTo>
                <a:lnTo>
                  <a:pt x="8156" y="45015"/>
                </a:lnTo>
                <a:lnTo>
                  <a:pt x="8156" y="45015"/>
                </a:lnTo>
                <a:lnTo>
                  <a:pt x="8156" y="45015"/>
                </a:lnTo>
                <a:lnTo>
                  <a:pt x="8156" y="45015"/>
                </a:lnTo>
                <a:lnTo>
                  <a:pt x="8157" y="45015"/>
                </a:lnTo>
                <a:lnTo>
                  <a:pt x="8157" y="45015"/>
                </a:lnTo>
                <a:lnTo>
                  <a:pt x="8157" y="45015"/>
                </a:lnTo>
                <a:lnTo>
                  <a:pt x="8157" y="45015"/>
                </a:lnTo>
                <a:lnTo>
                  <a:pt x="8157" y="45015"/>
                </a:lnTo>
                <a:lnTo>
                  <a:pt x="8157" y="45015"/>
                </a:lnTo>
                <a:lnTo>
                  <a:pt x="8158" y="45015"/>
                </a:lnTo>
                <a:lnTo>
                  <a:pt x="8158" y="45015"/>
                </a:lnTo>
                <a:lnTo>
                  <a:pt x="8158" y="45015"/>
                </a:lnTo>
                <a:lnTo>
                  <a:pt x="8158" y="45015"/>
                </a:lnTo>
                <a:lnTo>
                  <a:pt x="8158" y="45015"/>
                </a:lnTo>
                <a:lnTo>
                  <a:pt x="8159" y="45015"/>
                </a:lnTo>
                <a:lnTo>
                  <a:pt x="8159" y="45015"/>
                </a:lnTo>
                <a:lnTo>
                  <a:pt x="8159" y="45015"/>
                </a:lnTo>
                <a:lnTo>
                  <a:pt x="8159" y="45015"/>
                </a:lnTo>
                <a:lnTo>
                  <a:pt x="8159" y="45015"/>
                </a:lnTo>
                <a:lnTo>
                  <a:pt x="8159" y="45015"/>
                </a:lnTo>
                <a:lnTo>
                  <a:pt x="8160" y="45015"/>
                </a:lnTo>
                <a:lnTo>
                  <a:pt x="8160" y="45015"/>
                </a:lnTo>
                <a:lnTo>
                  <a:pt x="8160" y="45015"/>
                </a:lnTo>
                <a:lnTo>
                  <a:pt x="8160" y="45015"/>
                </a:lnTo>
                <a:lnTo>
                  <a:pt x="8160" y="45015"/>
                </a:lnTo>
                <a:lnTo>
                  <a:pt x="8161" y="45015"/>
                </a:lnTo>
                <a:lnTo>
                  <a:pt x="8161" y="45015"/>
                </a:lnTo>
                <a:lnTo>
                  <a:pt x="8161" y="45015"/>
                </a:lnTo>
                <a:lnTo>
                  <a:pt x="8161" y="45015"/>
                </a:lnTo>
                <a:lnTo>
                  <a:pt x="8161" y="45015"/>
                </a:lnTo>
                <a:lnTo>
                  <a:pt x="8161" y="45015"/>
                </a:lnTo>
                <a:lnTo>
                  <a:pt x="8162" y="45015"/>
                </a:lnTo>
                <a:lnTo>
                  <a:pt x="8162" y="45015"/>
                </a:lnTo>
                <a:lnTo>
                  <a:pt x="8162" y="45015"/>
                </a:lnTo>
                <a:lnTo>
                  <a:pt x="8162" y="45015"/>
                </a:lnTo>
                <a:lnTo>
                  <a:pt x="8162" y="45015"/>
                </a:lnTo>
                <a:lnTo>
                  <a:pt x="8163" y="45015"/>
                </a:lnTo>
                <a:lnTo>
                  <a:pt x="8163" y="45015"/>
                </a:lnTo>
                <a:lnTo>
                  <a:pt x="8163" y="45015"/>
                </a:lnTo>
                <a:lnTo>
                  <a:pt x="8163" y="45015"/>
                </a:lnTo>
                <a:lnTo>
                  <a:pt x="8163" y="45015"/>
                </a:lnTo>
                <a:lnTo>
                  <a:pt x="8163" y="45015"/>
                </a:lnTo>
                <a:lnTo>
                  <a:pt x="8164" y="45015"/>
                </a:lnTo>
                <a:lnTo>
                  <a:pt x="8164" y="45015"/>
                </a:lnTo>
                <a:lnTo>
                  <a:pt x="8164" y="45015"/>
                </a:lnTo>
                <a:lnTo>
                  <a:pt x="8164" y="45015"/>
                </a:lnTo>
                <a:lnTo>
                  <a:pt x="8164" y="45015"/>
                </a:lnTo>
                <a:lnTo>
                  <a:pt x="8165" y="45015"/>
                </a:lnTo>
                <a:lnTo>
                  <a:pt x="8165" y="45015"/>
                </a:lnTo>
                <a:lnTo>
                  <a:pt x="8165" y="45015"/>
                </a:lnTo>
                <a:lnTo>
                  <a:pt x="8165" y="45015"/>
                </a:lnTo>
                <a:lnTo>
                  <a:pt x="8165" y="45015"/>
                </a:lnTo>
                <a:lnTo>
                  <a:pt x="8165" y="45015"/>
                </a:lnTo>
                <a:lnTo>
                  <a:pt x="8166" y="45015"/>
                </a:lnTo>
                <a:lnTo>
                  <a:pt x="8166" y="45015"/>
                </a:lnTo>
                <a:lnTo>
                  <a:pt x="8166" y="45015"/>
                </a:lnTo>
                <a:lnTo>
                  <a:pt x="8166" y="45015"/>
                </a:lnTo>
                <a:lnTo>
                  <a:pt x="8166" y="45015"/>
                </a:lnTo>
                <a:lnTo>
                  <a:pt x="8167" y="45015"/>
                </a:lnTo>
                <a:lnTo>
                  <a:pt x="8167" y="45015"/>
                </a:lnTo>
                <a:lnTo>
                  <a:pt x="8167" y="45015"/>
                </a:lnTo>
                <a:lnTo>
                  <a:pt x="8167" y="45015"/>
                </a:lnTo>
                <a:lnTo>
                  <a:pt x="8167" y="45015"/>
                </a:lnTo>
                <a:lnTo>
                  <a:pt x="8167" y="45015"/>
                </a:lnTo>
                <a:lnTo>
                  <a:pt x="8168" y="45015"/>
                </a:lnTo>
                <a:lnTo>
                  <a:pt x="8168" y="45015"/>
                </a:lnTo>
                <a:lnTo>
                  <a:pt x="8168" y="45015"/>
                </a:lnTo>
                <a:lnTo>
                  <a:pt x="8168" y="45015"/>
                </a:lnTo>
                <a:lnTo>
                  <a:pt x="8168" y="45015"/>
                </a:lnTo>
                <a:lnTo>
                  <a:pt x="8169" y="45015"/>
                </a:lnTo>
                <a:lnTo>
                  <a:pt x="8169" y="45015"/>
                </a:lnTo>
                <a:lnTo>
                  <a:pt x="8169" y="45015"/>
                </a:lnTo>
                <a:lnTo>
                  <a:pt x="8169" y="45015"/>
                </a:lnTo>
                <a:lnTo>
                  <a:pt x="8169" y="45015"/>
                </a:lnTo>
                <a:lnTo>
                  <a:pt x="8169" y="45015"/>
                </a:lnTo>
                <a:lnTo>
                  <a:pt x="8170" y="45015"/>
                </a:lnTo>
                <a:lnTo>
                  <a:pt x="8170" y="45015"/>
                </a:lnTo>
                <a:lnTo>
                  <a:pt x="8170" y="45015"/>
                </a:lnTo>
                <a:lnTo>
                  <a:pt x="8170" y="45015"/>
                </a:lnTo>
                <a:lnTo>
                  <a:pt x="8170" y="45015"/>
                </a:lnTo>
                <a:lnTo>
                  <a:pt x="8170" y="45015"/>
                </a:lnTo>
                <a:lnTo>
                  <a:pt x="8171" y="45015"/>
                </a:lnTo>
                <a:lnTo>
                  <a:pt x="8171" y="45015"/>
                </a:lnTo>
                <a:lnTo>
                  <a:pt x="8171" y="45015"/>
                </a:lnTo>
                <a:lnTo>
                  <a:pt x="8171" y="45015"/>
                </a:lnTo>
                <a:lnTo>
                  <a:pt x="8171" y="45015"/>
                </a:lnTo>
                <a:lnTo>
                  <a:pt x="8172" y="45015"/>
                </a:lnTo>
                <a:lnTo>
                  <a:pt x="8172" y="45015"/>
                </a:lnTo>
                <a:lnTo>
                  <a:pt x="8172" y="45015"/>
                </a:lnTo>
                <a:lnTo>
                  <a:pt x="8172" y="45015"/>
                </a:lnTo>
                <a:lnTo>
                  <a:pt x="8172" y="45015"/>
                </a:lnTo>
                <a:lnTo>
                  <a:pt x="8172" y="45015"/>
                </a:lnTo>
                <a:lnTo>
                  <a:pt x="8173" y="45015"/>
                </a:lnTo>
                <a:lnTo>
                  <a:pt x="8173" y="45015"/>
                </a:lnTo>
                <a:lnTo>
                  <a:pt x="8173" y="45015"/>
                </a:lnTo>
                <a:lnTo>
                  <a:pt x="8173" y="45015"/>
                </a:lnTo>
                <a:lnTo>
                  <a:pt x="8173" y="45015"/>
                </a:lnTo>
                <a:lnTo>
                  <a:pt x="8174" y="45015"/>
                </a:lnTo>
                <a:lnTo>
                  <a:pt x="8174" y="45015"/>
                </a:lnTo>
                <a:lnTo>
                  <a:pt x="8174" y="45015"/>
                </a:lnTo>
                <a:lnTo>
                  <a:pt x="8174" y="45015"/>
                </a:lnTo>
                <a:lnTo>
                  <a:pt x="8174" y="45015"/>
                </a:lnTo>
                <a:lnTo>
                  <a:pt x="8174" y="45015"/>
                </a:lnTo>
                <a:lnTo>
                  <a:pt x="8175" y="45015"/>
                </a:lnTo>
                <a:lnTo>
                  <a:pt x="8175" y="45015"/>
                </a:lnTo>
                <a:lnTo>
                  <a:pt x="8175" y="45015"/>
                </a:lnTo>
                <a:lnTo>
                  <a:pt x="8175" y="45015"/>
                </a:lnTo>
                <a:lnTo>
                  <a:pt x="8175" y="45015"/>
                </a:lnTo>
                <a:lnTo>
                  <a:pt x="8176" y="45015"/>
                </a:lnTo>
                <a:lnTo>
                  <a:pt x="8176" y="45015"/>
                </a:lnTo>
                <a:lnTo>
                  <a:pt x="8176" y="45015"/>
                </a:lnTo>
                <a:lnTo>
                  <a:pt x="8176" y="45015"/>
                </a:lnTo>
                <a:lnTo>
                  <a:pt x="8176" y="45015"/>
                </a:lnTo>
                <a:lnTo>
                  <a:pt x="8176" y="45015"/>
                </a:lnTo>
                <a:lnTo>
                  <a:pt x="8177" y="45015"/>
                </a:lnTo>
                <a:lnTo>
                  <a:pt x="8177" y="45015"/>
                </a:lnTo>
                <a:lnTo>
                  <a:pt x="8177" y="45015"/>
                </a:lnTo>
                <a:lnTo>
                  <a:pt x="8177" y="45015"/>
                </a:lnTo>
                <a:lnTo>
                  <a:pt x="8177" y="45015"/>
                </a:lnTo>
                <a:lnTo>
                  <a:pt x="8178" y="45015"/>
                </a:lnTo>
                <a:lnTo>
                  <a:pt x="8178" y="45015"/>
                </a:lnTo>
                <a:lnTo>
                  <a:pt x="8178" y="45015"/>
                </a:lnTo>
                <a:lnTo>
                  <a:pt x="8178" y="45015"/>
                </a:lnTo>
                <a:lnTo>
                  <a:pt x="8178" y="45015"/>
                </a:lnTo>
                <a:lnTo>
                  <a:pt x="8178" y="45015"/>
                </a:lnTo>
                <a:lnTo>
                  <a:pt x="8179" y="45015"/>
                </a:lnTo>
                <a:lnTo>
                  <a:pt x="8179" y="45015"/>
                </a:lnTo>
                <a:lnTo>
                  <a:pt x="8179" y="45015"/>
                </a:lnTo>
                <a:lnTo>
                  <a:pt x="8179" y="45015"/>
                </a:lnTo>
                <a:lnTo>
                  <a:pt x="8179" y="45015"/>
                </a:lnTo>
                <a:lnTo>
                  <a:pt x="8180" y="45015"/>
                </a:lnTo>
                <a:lnTo>
                  <a:pt x="8180" y="45015"/>
                </a:lnTo>
                <a:lnTo>
                  <a:pt x="8180" y="45015"/>
                </a:lnTo>
                <a:lnTo>
                  <a:pt x="8180" y="45015"/>
                </a:lnTo>
                <a:lnTo>
                  <a:pt x="8180" y="45015"/>
                </a:lnTo>
                <a:lnTo>
                  <a:pt x="8180" y="45015"/>
                </a:lnTo>
                <a:lnTo>
                  <a:pt x="8181" y="45015"/>
                </a:lnTo>
                <a:lnTo>
                  <a:pt x="8181" y="45015"/>
                </a:lnTo>
                <a:lnTo>
                  <a:pt x="8181" y="45015"/>
                </a:lnTo>
                <a:lnTo>
                  <a:pt x="8181" y="45015"/>
                </a:lnTo>
                <a:lnTo>
                  <a:pt x="8181" y="45015"/>
                </a:lnTo>
                <a:lnTo>
                  <a:pt x="8181" y="45015"/>
                </a:lnTo>
                <a:lnTo>
                  <a:pt x="8182" y="45015"/>
                </a:lnTo>
                <a:lnTo>
                  <a:pt x="8182" y="45015"/>
                </a:lnTo>
                <a:lnTo>
                  <a:pt x="8182" y="45015"/>
                </a:lnTo>
                <a:lnTo>
                  <a:pt x="8182" y="45015"/>
                </a:lnTo>
                <a:lnTo>
                  <a:pt x="8182" y="45015"/>
                </a:lnTo>
                <a:lnTo>
                  <a:pt x="8183" y="45015"/>
                </a:lnTo>
                <a:lnTo>
                  <a:pt x="8183" y="45015"/>
                </a:lnTo>
                <a:lnTo>
                  <a:pt x="8183" y="45015"/>
                </a:lnTo>
                <a:lnTo>
                  <a:pt x="8183" y="45015"/>
                </a:lnTo>
                <a:lnTo>
                  <a:pt x="8183" y="45015"/>
                </a:lnTo>
                <a:lnTo>
                  <a:pt x="8183" y="45015"/>
                </a:lnTo>
                <a:lnTo>
                  <a:pt x="8184" y="45015"/>
                </a:lnTo>
                <a:lnTo>
                  <a:pt x="8184" y="45015"/>
                </a:lnTo>
                <a:lnTo>
                  <a:pt x="8184" y="45015"/>
                </a:lnTo>
                <a:lnTo>
                  <a:pt x="8184" y="45015"/>
                </a:lnTo>
                <a:lnTo>
                  <a:pt x="8184" y="45015"/>
                </a:lnTo>
                <a:lnTo>
                  <a:pt x="8185" y="45015"/>
                </a:lnTo>
                <a:lnTo>
                  <a:pt x="8185" y="45015"/>
                </a:lnTo>
                <a:lnTo>
                  <a:pt x="8185" y="45015"/>
                </a:lnTo>
                <a:lnTo>
                  <a:pt x="8185" y="45015"/>
                </a:lnTo>
                <a:lnTo>
                  <a:pt x="8185" y="45015"/>
                </a:lnTo>
                <a:lnTo>
                  <a:pt x="8185" y="45015"/>
                </a:lnTo>
                <a:lnTo>
                  <a:pt x="8186" y="45015"/>
                </a:lnTo>
                <a:lnTo>
                  <a:pt x="8186" y="45015"/>
                </a:lnTo>
                <a:lnTo>
                  <a:pt x="8186" y="45015"/>
                </a:lnTo>
                <a:lnTo>
                  <a:pt x="8186" y="45015"/>
                </a:lnTo>
                <a:lnTo>
                  <a:pt x="8186" y="45015"/>
                </a:lnTo>
                <a:lnTo>
                  <a:pt x="8187" y="45015"/>
                </a:lnTo>
                <a:lnTo>
                  <a:pt x="8187" y="45015"/>
                </a:lnTo>
                <a:lnTo>
                  <a:pt x="8187" y="45015"/>
                </a:lnTo>
                <a:lnTo>
                  <a:pt x="8187" y="45015"/>
                </a:lnTo>
                <a:lnTo>
                  <a:pt x="8187" y="45015"/>
                </a:lnTo>
                <a:lnTo>
                  <a:pt x="8187" y="45015"/>
                </a:lnTo>
                <a:lnTo>
                  <a:pt x="8188" y="45015"/>
                </a:lnTo>
                <a:lnTo>
                  <a:pt x="8188" y="45015"/>
                </a:lnTo>
                <a:lnTo>
                  <a:pt x="8188" y="45015"/>
                </a:lnTo>
                <a:lnTo>
                  <a:pt x="8188" y="45015"/>
                </a:lnTo>
                <a:lnTo>
                  <a:pt x="8188" y="45015"/>
                </a:lnTo>
                <a:lnTo>
                  <a:pt x="8189" y="45015"/>
                </a:lnTo>
                <a:lnTo>
                  <a:pt x="8189" y="45015"/>
                </a:lnTo>
                <a:lnTo>
                  <a:pt x="8189" y="45015"/>
                </a:lnTo>
                <a:lnTo>
                  <a:pt x="8189" y="45015"/>
                </a:lnTo>
                <a:lnTo>
                  <a:pt x="8189" y="45015"/>
                </a:lnTo>
                <a:lnTo>
                  <a:pt x="8189" y="45015"/>
                </a:lnTo>
                <a:lnTo>
                  <a:pt x="8190" y="45015"/>
                </a:lnTo>
                <a:lnTo>
                  <a:pt x="8190" y="45015"/>
                </a:lnTo>
                <a:lnTo>
                  <a:pt x="8190" y="45015"/>
                </a:lnTo>
                <a:lnTo>
                  <a:pt x="8190" y="45015"/>
                </a:lnTo>
                <a:lnTo>
                  <a:pt x="8190" y="45015"/>
                </a:lnTo>
                <a:lnTo>
                  <a:pt x="8190" y="45015"/>
                </a:lnTo>
                <a:lnTo>
                  <a:pt x="8191" y="45015"/>
                </a:lnTo>
                <a:lnTo>
                  <a:pt x="8191" y="45015"/>
                </a:lnTo>
                <a:lnTo>
                  <a:pt x="8191" y="45015"/>
                </a:lnTo>
                <a:lnTo>
                  <a:pt x="8191" y="45015"/>
                </a:lnTo>
                <a:lnTo>
                  <a:pt x="8191" y="45015"/>
                </a:lnTo>
                <a:lnTo>
                  <a:pt x="8192" y="45015"/>
                </a:lnTo>
                <a:lnTo>
                  <a:pt x="8192" y="45015"/>
                </a:lnTo>
                <a:lnTo>
                  <a:pt x="8192" y="45015"/>
                </a:lnTo>
                <a:lnTo>
                  <a:pt x="8192" y="45015"/>
                </a:lnTo>
                <a:lnTo>
                  <a:pt x="8192" y="45015"/>
                </a:lnTo>
                <a:lnTo>
                  <a:pt x="8192" y="45015"/>
                </a:lnTo>
                <a:lnTo>
                  <a:pt x="8193" y="45015"/>
                </a:lnTo>
                <a:lnTo>
                  <a:pt x="8193" y="45015"/>
                </a:lnTo>
                <a:lnTo>
                  <a:pt x="8193" y="45015"/>
                </a:lnTo>
                <a:lnTo>
                  <a:pt x="8193" y="45015"/>
                </a:lnTo>
                <a:lnTo>
                  <a:pt x="8193" y="45015"/>
                </a:lnTo>
                <a:lnTo>
                  <a:pt x="8194" y="45015"/>
                </a:lnTo>
                <a:lnTo>
                  <a:pt x="8194" y="45015"/>
                </a:lnTo>
                <a:lnTo>
                  <a:pt x="8194" y="45015"/>
                </a:lnTo>
                <a:lnTo>
                  <a:pt x="8194" y="45015"/>
                </a:lnTo>
                <a:lnTo>
                  <a:pt x="8194" y="45015"/>
                </a:lnTo>
                <a:lnTo>
                  <a:pt x="8194" y="45015"/>
                </a:lnTo>
                <a:lnTo>
                  <a:pt x="8195" y="45015"/>
                </a:lnTo>
                <a:lnTo>
                  <a:pt x="8195" y="45015"/>
                </a:lnTo>
                <a:lnTo>
                  <a:pt x="8195" y="45015"/>
                </a:lnTo>
                <a:lnTo>
                  <a:pt x="8195" y="45015"/>
                </a:lnTo>
                <a:lnTo>
                  <a:pt x="8195" y="45015"/>
                </a:lnTo>
                <a:lnTo>
                  <a:pt x="8196" y="45015"/>
                </a:lnTo>
                <a:lnTo>
                  <a:pt x="8196" y="45015"/>
                </a:lnTo>
                <a:lnTo>
                  <a:pt x="8196" y="45015"/>
                </a:lnTo>
                <a:lnTo>
                  <a:pt x="8196" y="45015"/>
                </a:lnTo>
                <a:lnTo>
                  <a:pt x="8196" y="45015"/>
                </a:lnTo>
                <a:lnTo>
                  <a:pt x="8196" y="45015"/>
                </a:lnTo>
                <a:lnTo>
                  <a:pt x="8197" y="45015"/>
                </a:lnTo>
                <a:lnTo>
                  <a:pt x="8197" y="45015"/>
                </a:lnTo>
                <a:lnTo>
                  <a:pt x="8197" y="45015"/>
                </a:lnTo>
                <a:lnTo>
                  <a:pt x="8197" y="45015"/>
                </a:lnTo>
                <a:lnTo>
                  <a:pt x="8197" y="45015"/>
                </a:lnTo>
                <a:lnTo>
                  <a:pt x="8197" y="45015"/>
                </a:lnTo>
                <a:lnTo>
                  <a:pt x="8198" y="45015"/>
                </a:lnTo>
                <a:lnTo>
                  <a:pt x="8198" y="45015"/>
                </a:lnTo>
                <a:lnTo>
                  <a:pt x="8198" y="45015"/>
                </a:lnTo>
                <a:lnTo>
                  <a:pt x="8198" y="45015"/>
                </a:lnTo>
                <a:lnTo>
                  <a:pt x="8198" y="45015"/>
                </a:lnTo>
                <a:lnTo>
                  <a:pt x="8199" y="45015"/>
                </a:lnTo>
                <a:lnTo>
                  <a:pt x="8199" y="45015"/>
                </a:lnTo>
                <a:lnTo>
                  <a:pt x="8199" y="45015"/>
                </a:lnTo>
                <a:lnTo>
                  <a:pt x="8199" y="45015"/>
                </a:lnTo>
                <a:lnTo>
                  <a:pt x="8199" y="45015"/>
                </a:lnTo>
                <a:lnTo>
                  <a:pt x="8199" y="45015"/>
                </a:lnTo>
                <a:lnTo>
                  <a:pt x="8200" y="45015"/>
                </a:lnTo>
                <a:lnTo>
                  <a:pt x="8200" y="45015"/>
                </a:lnTo>
                <a:lnTo>
                  <a:pt x="8200" y="45015"/>
                </a:lnTo>
                <a:lnTo>
                  <a:pt x="8200" y="45015"/>
                </a:lnTo>
                <a:lnTo>
                  <a:pt x="8200" y="45015"/>
                </a:lnTo>
                <a:lnTo>
                  <a:pt x="8201" y="45015"/>
                </a:lnTo>
                <a:lnTo>
                  <a:pt x="8201" y="45015"/>
                </a:lnTo>
                <a:lnTo>
                  <a:pt x="8201" y="45015"/>
                </a:lnTo>
                <a:lnTo>
                  <a:pt x="8201" y="45015"/>
                </a:lnTo>
                <a:lnTo>
                  <a:pt x="8201" y="45015"/>
                </a:lnTo>
                <a:lnTo>
                  <a:pt x="8201" y="45015"/>
                </a:lnTo>
                <a:lnTo>
                  <a:pt x="8202" y="45015"/>
                </a:lnTo>
                <a:lnTo>
                  <a:pt x="8202" y="45015"/>
                </a:lnTo>
                <a:lnTo>
                  <a:pt x="8202" y="45015"/>
                </a:lnTo>
                <a:lnTo>
                  <a:pt x="8202" y="45015"/>
                </a:lnTo>
                <a:lnTo>
                  <a:pt x="8202" y="45015"/>
                </a:lnTo>
                <a:lnTo>
                  <a:pt x="8203" y="45015"/>
                </a:lnTo>
                <a:lnTo>
                  <a:pt x="8203" y="45015"/>
                </a:lnTo>
                <a:lnTo>
                  <a:pt x="8203" y="45015"/>
                </a:lnTo>
                <a:lnTo>
                  <a:pt x="8203" y="45015"/>
                </a:lnTo>
                <a:lnTo>
                  <a:pt x="8203" y="45015"/>
                </a:lnTo>
                <a:lnTo>
                  <a:pt x="8203" y="45015"/>
                </a:lnTo>
                <a:lnTo>
                  <a:pt x="8204" y="45015"/>
                </a:lnTo>
                <a:lnTo>
                  <a:pt x="8204" y="45015"/>
                </a:lnTo>
                <a:lnTo>
                  <a:pt x="8204" y="45015"/>
                </a:lnTo>
                <a:lnTo>
                  <a:pt x="8204" y="45015"/>
                </a:lnTo>
                <a:lnTo>
                  <a:pt x="8204" y="45015"/>
                </a:lnTo>
                <a:lnTo>
                  <a:pt x="8204" y="45015"/>
                </a:lnTo>
                <a:lnTo>
                  <a:pt x="8205" y="45015"/>
                </a:lnTo>
                <a:lnTo>
                  <a:pt x="8205" y="45015"/>
                </a:lnTo>
                <a:lnTo>
                  <a:pt x="8205" y="45015"/>
                </a:lnTo>
                <a:lnTo>
                  <a:pt x="8205" y="45015"/>
                </a:lnTo>
                <a:lnTo>
                  <a:pt x="8205" y="45015"/>
                </a:lnTo>
                <a:lnTo>
                  <a:pt x="8206" y="45015"/>
                </a:lnTo>
                <a:lnTo>
                  <a:pt x="8206" y="45015"/>
                </a:lnTo>
                <a:lnTo>
                  <a:pt x="8206" y="45015"/>
                </a:lnTo>
                <a:lnTo>
                  <a:pt x="8206" y="45015"/>
                </a:lnTo>
                <a:lnTo>
                  <a:pt x="8206" y="45015"/>
                </a:lnTo>
                <a:lnTo>
                  <a:pt x="8206" y="45015"/>
                </a:lnTo>
                <a:lnTo>
                  <a:pt x="8207" y="45015"/>
                </a:lnTo>
                <a:lnTo>
                  <a:pt x="8207" y="45015"/>
                </a:lnTo>
                <a:lnTo>
                  <a:pt x="8207" y="45015"/>
                </a:lnTo>
                <a:lnTo>
                  <a:pt x="8207" y="45015"/>
                </a:lnTo>
                <a:lnTo>
                  <a:pt x="8207" y="45015"/>
                </a:lnTo>
                <a:lnTo>
                  <a:pt x="8208" y="45015"/>
                </a:lnTo>
                <a:lnTo>
                  <a:pt x="8208" y="45015"/>
                </a:lnTo>
                <a:lnTo>
                  <a:pt x="8208" y="45015"/>
                </a:lnTo>
                <a:lnTo>
                  <a:pt x="8208" y="45015"/>
                </a:lnTo>
                <a:lnTo>
                  <a:pt x="8208" y="45015"/>
                </a:lnTo>
                <a:lnTo>
                  <a:pt x="8208" y="45015"/>
                </a:lnTo>
                <a:lnTo>
                  <a:pt x="8209" y="45015"/>
                </a:lnTo>
                <a:lnTo>
                  <a:pt x="8209" y="45015"/>
                </a:lnTo>
                <a:lnTo>
                  <a:pt x="8209" y="45015"/>
                </a:lnTo>
                <a:lnTo>
                  <a:pt x="8209" y="45015"/>
                </a:lnTo>
                <a:lnTo>
                  <a:pt x="8209" y="45015"/>
                </a:lnTo>
                <a:lnTo>
                  <a:pt x="8210" y="45015"/>
                </a:lnTo>
                <a:lnTo>
                  <a:pt x="8210" y="45015"/>
                </a:lnTo>
                <a:lnTo>
                  <a:pt x="8210" y="45015"/>
                </a:lnTo>
                <a:lnTo>
                  <a:pt x="8210" y="45015"/>
                </a:lnTo>
                <a:lnTo>
                  <a:pt x="8210" y="45015"/>
                </a:lnTo>
                <a:lnTo>
                  <a:pt x="8210" y="45015"/>
                </a:lnTo>
                <a:lnTo>
                  <a:pt x="8211" y="45015"/>
                </a:lnTo>
                <a:lnTo>
                  <a:pt x="8211" y="45015"/>
                </a:lnTo>
                <a:lnTo>
                  <a:pt x="8211" y="45015"/>
                </a:lnTo>
                <a:lnTo>
                  <a:pt x="8211" y="45015"/>
                </a:lnTo>
                <a:lnTo>
                  <a:pt x="8211" y="45015"/>
                </a:lnTo>
                <a:lnTo>
                  <a:pt x="8211" y="45015"/>
                </a:lnTo>
                <a:lnTo>
                  <a:pt x="8212" y="45015"/>
                </a:lnTo>
                <a:lnTo>
                  <a:pt x="8212" y="45015"/>
                </a:lnTo>
                <a:lnTo>
                  <a:pt x="8212" y="45015"/>
                </a:lnTo>
                <a:lnTo>
                  <a:pt x="8212" y="45015"/>
                </a:lnTo>
                <a:lnTo>
                  <a:pt x="8212" y="45015"/>
                </a:lnTo>
                <a:lnTo>
                  <a:pt x="8213" y="45015"/>
                </a:lnTo>
                <a:lnTo>
                  <a:pt x="8213" y="45015"/>
                </a:lnTo>
                <a:lnTo>
                  <a:pt x="8213" y="45015"/>
                </a:lnTo>
                <a:lnTo>
                  <a:pt x="8213" y="45015"/>
                </a:lnTo>
                <a:lnTo>
                  <a:pt x="8213" y="45015"/>
                </a:lnTo>
                <a:lnTo>
                  <a:pt x="8213" y="45015"/>
                </a:lnTo>
                <a:lnTo>
                  <a:pt x="8214" y="45015"/>
                </a:lnTo>
                <a:lnTo>
                  <a:pt x="8214" y="45015"/>
                </a:lnTo>
                <a:lnTo>
                  <a:pt x="8214" y="45015"/>
                </a:lnTo>
                <a:lnTo>
                  <a:pt x="8214" y="45015"/>
                </a:lnTo>
                <a:lnTo>
                  <a:pt x="8214" y="45015"/>
                </a:lnTo>
                <a:lnTo>
                  <a:pt x="8215" y="45015"/>
                </a:lnTo>
                <a:lnTo>
                  <a:pt x="8215" y="45015"/>
                </a:lnTo>
                <a:lnTo>
                  <a:pt x="8215" y="45015"/>
                </a:lnTo>
                <a:lnTo>
                  <a:pt x="8215" y="45015"/>
                </a:lnTo>
                <a:lnTo>
                  <a:pt x="8215" y="45015"/>
                </a:lnTo>
                <a:lnTo>
                  <a:pt x="8215" y="45015"/>
                </a:lnTo>
                <a:lnTo>
                  <a:pt x="8216" y="45015"/>
                </a:lnTo>
                <a:lnTo>
                  <a:pt x="8216" y="45015"/>
                </a:lnTo>
                <a:lnTo>
                  <a:pt x="8216" y="45015"/>
                </a:lnTo>
                <a:lnTo>
                  <a:pt x="8216" y="45015"/>
                </a:lnTo>
                <a:lnTo>
                  <a:pt x="8216" y="45015"/>
                </a:lnTo>
                <a:lnTo>
                  <a:pt x="8216" y="45015"/>
                </a:lnTo>
                <a:lnTo>
                  <a:pt x="8217" y="45015"/>
                </a:lnTo>
                <a:lnTo>
                  <a:pt x="8217" y="45015"/>
                </a:lnTo>
                <a:lnTo>
                  <a:pt x="8217" y="45015"/>
                </a:lnTo>
                <a:lnTo>
                  <a:pt x="8217" y="45015"/>
                </a:lnTo>
                <a:lnTo>
                  <a:pt x="8217" y="45015"/>
                </a:lnTo>
                <a:lnTo>
                  <a:pt x="8218" y="45015"/>
                </a:lnTo>
                <a:lnTo>
                  <a:pt x="8218" y="45015"/>
                </a:lnTo>
                <a:lnTo>
                  <a:pt x="8218" y="45015"/>
                </a:lnTo>
                <a:lnTo>
                  <a:pt x="8218" y="45015"/>
                </a:lnTo>
                <a:lnTo>
                  <a:pt x="8218" y="45015"/>
                </a:lnTo>
                <a:lnTo>
                  <a:pt x="8218" y="45015"/>
                </a:lnTo>
                <a:lnTo>
                  <a:pt x="8219" y="45015"/>
                </a:lnTo>
                <a:lnTo>
                  <a:pt x="8219" y="45015"/>
                </a:lnTo>
                <a:lnTo>
                  <a:pt x="8219" y="45015"/>
                </a:lnTo>
                <a:lnTo>
                  <a:pt x="8219" y="45015"/>
                </a:lnTo>
                <a:lnTo>
                  <a:pt x="8219" y="45015"/>
                </a:lnTo>
                <a:lnTo>
                  <a:pt x="8220" y="45015"/>
                </a:lnTo>
                <a:lnTo>
                  <a:pt x="8220" y="45015"/>
                </a:lnTo>
                <a:lnTo>
                  <a:pt x="8220" y="45015"/>
                </a:lnTo>
                <a:lnTo>
                  <a:pt x="8220" y="45015"/>
                </a:lnTo>
                <a:lnTo>
                  <a:pt x="8220" y="45015"/>
                </a:lnTo>
                <a:lnTo>
                  <a:pt x="8220" y="45015"/>
                </a:lnTo>
                <a:lnTo>
                  <a:pt x="8221" y="45015"/>
                </a:lnTo>
                <a:lnTo>
                  <a:pt x="8221" y="45015"/>
                </a:lnTo>
                <a:lnTo>
                  <a:pt x="8221" y="45015"/>
                </a:lnTo>
                <a:lnTo>
                  <a:pt x="8221" y="45015"/>
                </a:lnTo>
                <a:lnTo>
                  <a:pt x="8221" y="45015"/>
                </a:lnTo>
                <a:lnTo>
                  <a:pt x="8221" y="45015"/>
                </a:lnTo>
                <a:lnTo>
                  <a:pt x="8222" y="45015"/>
                </a:lnTo>
                <a:lnTo>
                  <a:pt x="8222" y="45015"/>
                </a:lnTo>
                <a:lnTo>
                  <a:pt x="8222" y="45015"/>
                </a:lnTo>
                <a:lnTo>
                  <a:pt x="8222" y="45015"/>
                </a:lnTo>
                <a:lnTo>
                  <a:pt x="8222" y="45015"/>
                </a:lnTo>
                <a:lnTo>
                  <a:pt x="8223" y="45015"/>
                </a:lnTo>
                <a:lnTo>
                  <a:pt x="8223" y="45015"/>
                </a:lnTo>
                <a:lnTo>
                  <a:pt x="8223" y="45015"/>
                </a:lnTo>
                <a:lnTo>
                  <a:pt x="8223" y="45015"/>
                </a:lnTo>
                <a:lnTo>
                  <a:pt x="8223" y="45015"/>
                </a:lnTo>
                <a:lnTo>
                  <a:pt x="8223" y="45015"/>
                </a:lnTo>
                <a:lnTo>
                  <a:pt x="8224" y="45015"/>
                </a:lnTo>
                <a:lnTo>
                  <a:pt x="8224" y="45015"/>
                </a:lnTo>
                <a:lnTo>
                  <a:pt x="8224" y="45015"/>
                </a:lnTo>
                <a:lnTo>
                  <a:pt x="8224" y="45015"/>
                </a:lnTo>
                <a:lnTo>
                  <a:pt x="8224" y="45015"/>
                </a:lnTo>
                <a:lnTo>
                  <a:pt x="8225" y="45015"/>
                </a:lnTo>
                <a:lnTo>
                  <a:pt x="8225" y="45015"/>
                </a:lnTo>
                <a:lnTo>
                  <a:pt x="8225" y="45015"/>
                </a:lnTo>
                <a:lnTo>
                  <a:pt x="8225" y="45015"/>
                </a:lnTo>
                <a:lnTo>
                  <a:pt x="8225" y="45015"/>
                </a:lnTo>
                <a:lnTo>
                  <a:pt x="8225" y="45015"/>
                </a:lnTo>
                <a:lnTo>
                  <a:pt x="8226" y="45015"/>
                </a:lnTo>
                <a:lnTo>
                  <a:pt x="8226" y="45015"/>
                </a:lnTo>
                <a:lnTo>
                  <a:pt x="8226" y="45015"/>
                </a:lnTo>
                <a:lnTo>
                  <a:pt x="8226" y="45015"/>
                </a:lnTo>
                <a:lnTo>
                  <a:pt x="8226" y="45015"/>
                </a:lnTo>
                <a:lnTo>
                  <a:pt x="8226" y="45015"/>
                </a:lnTo>
                <a:lnTo>
                  <a:pt x="8227" y="45015"/>
                </a:lnTo>
                <a:lnTo>
                  <a:pt x="8227" y="45015"/>
                </a:lnTo>
                <a:lnTo>
                  <a:pt x="8227" y="45015"/>
                </a:lnTo>
                <a:lnTo>
                  <a:pt x="8227" y="45015"/>
                </a:lnTo>
                <a:lnTo>
                  <a:pt x="8227" y="45015"/>
                </a:lnTo>
                <a:lnTo>
                  <a:pt x="8228" y="45015"/>
                </a:lnTo>
                <a:lnTo>
                  <a:pt x="8228" y="45015"/>
                </a:lnTo>
                <a:lnTo>
                  <a:pt x="8228" y="45015"/>
                </a:lnTo>
                <a:lnTo>
                  <a:pt x="8228" y="45015"/>
                </a:lnTo>
                <a:lnTo>
                  <a:pt x="8228" y="45015"/>
                </a:lnTo>
                <a:lnTo>
                  <a:pt x="8228" y="45015"/>
                </a:lnTo>
                <a:lnTo>
                  <a:pt x="8229" y="45015"/>
                </a:lnTo>
                <a:lnTo>
                  <a:pt x="8229" y="45015"/>
                </a:lnTo>
                <a:lnTo>
                  <a:pt x="8229" y="45015"/>
                </a:lnTo>
                <a:lnTo>
                  <a:pt x="8229" y="45015"/>
                </a:lnTo>
                <a:lnTo>
                  <a:pt x="8229" y="45015"/>
                </a:lnTo>
                <a:lnTo>
                  <a:pt x="8230" y="45015"/>
                </a:lnTo>
                <a:lnTo>
                  <a:pt x="8230" y="45015"/>
                </a:lnTo>
                <a:lnTo>
                  <a:pt x="8230" y="45015"/>
                </a:lnTo>
                <a:lnTo>
                  <a:pt x="8230" y="45015"/>
                </a:lnTo>
                <a:lnTo>
                  <a:pt x="8230" y="45015"/>
                </a:lnTo>
                <a:lnTo>
                  <a:pt x="8230" y="45015"/>
                </a:lnTo>
                <a:lnTo>
                  <a:pt x="8231" y="45015"/>
                </a:lnTo>
                <a:lnTo>
                  <a:pt x="8231" y="45015"/>
                </a:lnTo>
                <a:lnTo>
                  <a:pt x="8231" y="45015"/>
                </a:lnTo>
                <a:lnTo>
                  <a:pt x="8231" y="45015"/>
                </a:lnTo>
                <a:lnTo>
                  <a:pt x="8231" y="45015"/>
                </a:lnTo>
                <a:lnTo>
                  <a:pt x="8231" y="45015"/>
                </a:lnTo>
                <a:lnTo>
                  <a:pt x="8232" y="45015"/>
                </a:lnTo>
                <a:lnTo>
                  <a:pt x="8232" y="45015"/>
                </a:lnTo>
                <a:lnTo>
                  <a:pt x="8232" y="45015"/>
                </a:lnTo>
                <a:lnTo>
                  <a:pt x="8232" y="45015"/>
                </a:lnTo>
                <a:lnTo>
                  <a:pt x="8232" y="45015"/>
                </a:lnTo>
                <a:lnTo>
                  <a:pt x="8233" y="45015"/>
                </a:lnTo>
                <a:lnTo>
                  <a:pt x="8233" y="45015"/>
                </a:lnTo>
                <a:lnTo>
                  <a:pt x="8233" y="45015"/>
                </a:lnTo>
                <a:lnTo>
                  <a:pt x="8233" y="45015"/>
                </a:lnTo>
                <a:lnTo>
                  <a:pt x="8233" y="45015"/>
                </a:lnTo>
                <a:lnTo>
                  <a:pt x="8233" y="45015"/>
                </a:lnTo>
                <a:lnTo>
                  <a:pt x="8234" y="45015"/>
                </a:lnTo>
                <a:lnTo>
                  <a:pt x="8234" y="45015"/>
                </a:lnTo>
                <a:lnTo>
                  <a:pt x="8234" y="45015"/>
                </a:lnTo>
                <a:lnTo>
                  <a:pt x="8234" y="45015"/>
                </a:lnTo>
                <a:lnTo>
                  <a:pt x="8234" y="45015"/>
                </a:lnTo>
                <a:lnTo>
                  <a:pt x="8235" y="45015"/>
                </a:lnTo>
                <a:lnTo>
                  <a:pt x="8235" y="45015"/>
                </a:lnTo>
                <a:lnTo>
                  <a:pt x="8235" y="45015"/>
                </a:lnTo>
                <a:lnTo>
                  <a:pt x="8235" y="45015"/>
                </a:lnTo>
                <a:lnTo>
                  <a:pt x="8235" y="45015"/>
                </a:lnTo>
                <a:lnTo>
                  <a:pt x="8235" y="45015"/>
                </a:lnTo>
                <a:lnTo>
                  <a:pt x="8236" y="45015"/>
                </a:lnTo>
                <a:lnTo>
                  <a:pt x="8236" y="45015"/>
                </a:lnTo>
                <a:lnTo>
                  <a:pt x="8236" y="45015"/>
                </a:lnTo>
                <a:lnTo>
                  <a:pt x="8236" y="45015"/>
                </a:lnTo>
                <a:lnTo>
                  <a:pt x="8236" y="45015"/>
                </a:lnTo>
                <a:lnTo>
                  <a:pt x="8236" y="45015"/>
                </a:lnTo>
                <a:lnTo>
                  <a:pt x="8237" y="45015"/>
                </a:lnTo>
                <a:lnTo>
                  <a:pt x="8237" y="45015"/>
                </a:lnTo>
                <a:lnTo>
                  <a:pt x="8237" y="45015"/>
                </a:lnTo>
                <a:lnTo>
                  <a:pt x="8237" y="45015"/>
                </a:lnTo>
                <a:lnTo>
                  <a:pt x="8237" y="45015"/>
                </a:lnTo>
                <a:lnTo>
                  <a:pt x="8238" y="45015"/>
                </a:lnTo>
                <a:lnTo>
                  <a:pt x="8238" y="45015"/>
                </a:lnTo>
                <a:lnTo>
                  <a:pt x="8238" y="45015"/>
                </a:lnTo>
                <a:lnTo>
                  <a:pt x="8238" y="45015"/>
                </a:lnTo>
                <a:lnTo>
                  <a:pt x="8238" y="45015"/>
                </a:lnTo>
                <a:lnTo>
                  <a:pt x="8238" y="45015"/>
                </a:lnTo>
                <a:lnTo>
                  <a:pt x="8239" y="45015"/>
                </a:lnTo>
                <a:lnTo>
                  <a:pt x="8239" y="45015"/>
                </a:lnTo>
                <a:lnTo>
                  <a:pt x="8239" y="45015"/>
                </a:lnTo>
                <a:lnTo>
                  <a:pt x="8239" y="45015"/>
                </a:lnTo>
                <a:lnTo>
                  <a:pt x="8239" y="45015"/>
                </a:lnTo>
                <a:lnTo>
                  <a:pt x="8240" y="45015"/>
                </a:lnTo>
                <a:lnTo>
                  <a:pt x="8240" y="45015"/>
                </a:lnTo>
                <a:lnTo>
                  <a:pt x="8240" y="45015"/>
                </a:lnTo>
                <a:lnTo>
                  <a:pt x="8240" y="45015"/>
                </a:lnTo>
                <a:lnTo>
                  <a:pt x="8240" y="45015"/>
                </a:lnTo>
                <a:lnTo>
                  <a:pt x="8240" y="45015"/>
                </a:lnTo>
                <a:lnTo>
                  <a:pt x="8241" y="45015"/>
                </a:lnTo>
                <a:lnTo>
                  <a:pt x="8241" y="45015"/>
                </a:lnTo>
                <a:lnTo>
                  <a:pt x="8241" y="45015"/>
                </a:lnTo>
                <a:lnTo>
                  <a:pt x="8241" y="45015"/>
                </a:lnTo>
                <a:lnTo>
                  <a:pt x="8241" y="45015"/>
                </a:lnTo>
                <a:lnTo>
                  <a:pt x="8241" y="45015"/>
                </a:lnTo>
                <a:lnTo>
                  <a:pt x="8242" y="45015"/>
                </a:lnTo>
                <a:lnTo>
                  <a:pt x="8242" y="45015"/>
                </a:lnTo>
                <a:lnTo>
                  <a:pt x="8242" y="45015"/>
                </a:lnTo>
                <a:lnTo>
                  <a:pt x="8242" y="45015"/>
                </a:lnTo>
                <a:lnTo>
                  <a:pt x="8242" y="45015"/>
                </a:lnTo>
                <a:lnTo>
                  <a:pt x="8243" y="45015"/>
                </a:lnTo>
                <a:lnTo>
                  <a:pt x="8243" y="45015"/>
                </a:lnTo>
                <a:lnTo>
                  <a:pt x="8243" y="45015"/>
                </a:lnTo>
                <a:lnTo>
                  <a:pt x="8243" y="45015"/>
                </a:lnTo>
                <a:lnTo>
                  <a:pt x="8243" y="45015"/>
                </a:lnTo>
                <a:lnTo>
                  <a:pt x="8243" y="45015"/>
                </a:lnTo>
                <a:lnTo>
                  <a:pt x="8244" y="45015"/>
                </a:lnTo>
                <a:lnTo>
                  <a:pt x="8244" y="45015"/>
                </a:lnTo>
                <a:lnTo>
                  <a:pt x="8244" y="45015"/>
                </a:lnTo>
                <a:lnTo>
                  <a:pt x="8244" y="45015"/>
                </a:lnTo>
                <a:lnTo>
                  <a:pt x="8244" y="45015"/>
                </a:lnTo>
                <a:lnTo>
                  <a:pt x="8244" y="45015"/>
                </a:lnTo>
                <a:lnTo>
                  <a:pt x="8245" y="45015"/>
                </a:lnTo>
                <a:lnTo>
                  <a:pt x="8245" y="45015"/>
                </a:lnTo>
                <a:lnTo>
                  <a:pt x="8245" y="45015"/>
                </a:lnTo>
                <a:lnTo>
                  <a:pt x="8245" y="45015"/>
                </a:lnTo>
                <a:lnTo>
                  <a:pt x="8245" y="45015"/>
                </a:lnTo>
                <a:lnTo>
                  <a:pt x="8246" y="45015"/>
                </a:lnTo>
                <a:lnTo>
                  <a:pt x="8246" y="45015"/>
                </a:lnTo>
                <a:lnTo>
                  <a:pt x="8246" y="45015"/>
                </a:lnTo>
                <a:lnTo>
                  <a:pt x="8246" y="45015"/>
                </a:lnTo>
                <a:lnTo>
                  <a:pt x="8246" y="45015"/>
                </a:lnTo>
                <a:lnTo>
                  <a:pt x="8246" y="45015"/>
                </a:lnTo>
                <a:lnTo>
                  <a:pt x="8247" y="45015"/>
                </a:lnTo>
                <a:lnTo>
                  <a:pt x="8247" y="45015"/>
                </a:lnTo>
                <a:lnTo>
                  <a:pt x="8247" y="45015"/>
                </a:lnTo>
                <a:lnTo>
                  <a:pt x="8247" y="45015"/>
                </a:lnTo>
                <a:lnTo>
                  <a:pt x="8247" y="45015"/>
                </a:lnTo>
                <a:lnTo>
                  <a:pt x="8248" y="45015"/>
                </a:lnTo>
                <a:lnTo>
                  <a:pt x="8248" y="45015"/>
                </a:lnTo>
                <a:lnTo>
                  <a:pt x="8248" y="45015"/>
                </a:lnTo>
                <a:lnTo>
                  <a:pt x="8248" y="45015"/>
                </a:lnTo>
                <a:lnTo>
                  <a:pt x="8248" y="45015"/>
                </a:lnTo>
                <a:lnTo>
                  <a:pt x="8248" y="45015"/>
                </a:lnTo>
                <a:lnTo>
                  <a:pt x="8249" y="45015"/>
                </a:lnTo>
                <a:lnTo>
                  <a:pt x="8249" y="45015"/>
                </a:lnTo>
                <a:lnTo>
                  <a:pt x="8249" y="45015"/>
                </a:lnTo>
                <a:lnTo>
                  <a:pt x="8249" y="45015"/>
                </a:lnTo>
                <a:lnTo>
                  <a:pt x="8249" y="45015"/>
                </a:lnTo>
                <a:lnTo>
                  <a:pt x="8249" y="45015"/>
                </a:lnTo>
                <a:lnTo>
                  <a:pt x="8250" y="45015"/>
                </a:lnTo>
                <a:lnTo>
                  <a:pt x="8250" y="45015"/>
                </a:lnTo>
                <a:lnTo>
                  <a:pt x="8250" y="45015"/>
                </a:lnTo>
                <a:lnTo>
                  <a:pt x="8250" y="45015"/>
                </a:lnTo>
                <a:lnTo>
                  <a:pt x="8250" y="45015"/>
                </a:lnTo>
                <a:lnTo>
                  <a:pt x="8251" y="45015"/>
                </a:lnTo>
                <a:lnTo>
                  <a:pt x="8251" y="45015"/>
                </a:lnTo>
                <a:lnTo>
                  <a:pt x="8251" y="45015"/>
                </a:lnTo>
                <a:lnTo>
                  <a:pt x="8251" y="45015"/>
                </a:lnTo>
                <a:lnTo>
                  <a:pt x="8251" y="45015"/>
                </a:lnTo>
                <a:lnTo>
                  <a:pt x="8251" y="45015"/>
                </a:lnTo>
                <a:lnTo>
                  <a:pt x="8252" y="45015"/>
                </a:lnTo>
                <a:lnTo>
                  <a:pt x="8252" y="45015"/>
                </a:lnTo>
                <a:lnTo>
                  <a:pt x="8252" y="45015"/>
                </a:lnTo>
                <a:lnTo>
                  <a:pt x="8252" y="45015"/>
                </a:lnTo>
                <a:lnTo>
                  <a:pt x="8252" y="45015"/>
                </a:lnTo>
                <a:lnTo>
                  <a:pt x="8252" y="45015"/>
                </a:lnTo>
                <a:lnTo>
                  <a:pt x="8253" y="45015"/>
                </a:lnTo>
                <a:lnTo>
                  <a:pt x="8253" y="45015"/>
                </a:lnTo>
                <a:lnTo>
                  <a:pt x="8253" y="45015"/>
                </a:lnTo>
                <a:lnTo>
                  <a:pt x="8253" y="45015"/>
                </a:lnTo>
                <a:lnTo>
                  <a:pt x="8253" y="45015"/>
                </a:lnTo>
                <a:lnTo>
                  <a:pt x="8254" y="45015"/>
                </a:lnTo>
                <a:lnTo>
                  <a:pt x="8254" y="45015"/>
                </a:lnTo>
                <a:lnTo>
                  <a:pt x="8254" y="45015"/>
                </a:lnTo>
                <a:lnTo>
                  <a:pt x="8254" y="45015"/>
                </a:lnTo>
                <a:lnTo>
                  <a:pt x="8254" y="45015"/>
                </a:lnTo>
                <a:lnTo>
                  <a:pt x="8254" y="45015"/>
                </a:lnTo>
                <a:lnTo>
                  <a:pt x="8255" y="45015"/>
                </a:lnTo>
                <a:lnTo>
                  <a:pt x="8255" y="45015"/>
                </a:lnTo>
                <a:lnTo>
                  <a:pt x="8255" y="45015"/>
                </a:lnTo>
                <a:lnTo>
                  <a:pt x="8255" y="45015"/>
                </a:lnTo>
                <a:lnTo>
                  <a:pt x="8255" y="45015"/>
                </a:lnTo>
                <a:lnTo>
                  <a:pt x="8256" y="45015"/>
                </a:lnTo>
                <a:lnTo>
                  <a:pt x="8256" y="45015"/>
                </a:lnTo>
                <a:lnTo>
                  <a:pt x="8256" y="45015"/>
                </a:lnTo>
                <a:lnTo>
                  <a:pt x="8256" y="45015"/>
                </a:lnTo>
                <a:lnTo>
                  <a:pt x="8256" y="45015"/>
                </a:lnTo>
                <a:lnTo>
                  <a:pt x="8256" y="45015"/>
                </a:lnTo>
                <a:lnTo>
                  <a:pt x="8257" y="45015"/>
                </a:lnTo>
                <a:lnTo>
                  <a:pt x="8257" y="45015"/>
                </a:lnTo>
                <a:lnTo>
                  <a:pt x="8257" y="45015"/>
                </a:lnTo>
                <a:lnTo>
                  <a:pt x="8257" y="45015"/>
                </a:lnTo>
                <a:lnTo>
                  <a:pt x="8257" y="45015"/>
                </a:lnTo>
                <a:lnTo>
                  <a:pt x="8257" y="45015"/>
                </a:lnTo>
                <a:lnTo>
                  <a:pt x="8258" y="45015"/>
                </a:lnTo>
                <a:lnTo>
                  <a:pt x="8258" y="45015"/>
                </a:lnTo>
                <a:lnTo>
                  <a:pt x="8258" y="45015"/>
                </a:lnTo>
                <a:lnTo>
                  <a:pt x="8258" y="45015"/>
                </a:lnTo>
                <a:lnTo>
                  <a:pt x="8258" y="45015"/>
                </a:lnTo>
                <a:lnTo>
                  <a:pt x="8259" y="45015"/>
                </a:lnTo>
                <a:lnTo>
                  <a:pt x="8259" y="45015"/>
                </a:lnTo>
                <a:lnTo>
                  <a:pt x="8259" y="45015"/>
                </a:lnTo>
                <a:lnTo>
                  <a:pt x="8259" y="45015"/>
                </a:lnTo>
                <a:lnTo>
                  <a:pt x="8259" y="45015"/>
                </a:lnTo>
                <a:lnTo>
                  <a:pt x="8259" y="45015"/>
                </a:lnTo>
                <a:lnTo>
                  <a:pt x="8260" y="45015"/>
                </a:lnTo>
                <a:lnTo>
                  <a:pt x="8260" y="45015"/>
                </a:lnTo>
                <a:lnTo>
                  <a:pt x="8260" y="45015"/>
                </a:lnTo>
                <a:lnTo>
                  <a:pt x="8260" y="45015"/>
                </a:lnTo>
                <a:lnTo>
                  <a:pt x="8260" y="45015"/>
                </a:lnTo>
                <a:lnTo>
                  <a:pt x="8260" y="45015"/>
                </a:lnTo>
                <a:lnTo>
                  <a:pt x="8261" y="45015"/>
                </a:lnTo>
                <a:lnTo>
                  <a:pt x="8261" y="45015"/>
                </a:lnTo>
                <a:lnTo>
                  <a:pt x="8261" y="45015"/>
                </a:lnTo>
                <a:lnTo>
                  <a:pt x="8261" y="45015"/>
                </a:lnTo>
                <a:lnTo>
                  <a:pt x="8261" y="45015"/>
                </a:lnTo>
                <a:lnTo>
                  <a:pt x="8262" y="45015"/>
                </a:lnTo>
                <a:lnTo>
                  <a:pt x="8262" y="45015"/>
                </a:lnTo>
                <a:lnTo>
                  <a:pt x="8262" y="45015"/>
                </a:lnTo>
                <a:lnTo>
                  <a:pt x="8262" y="45015"/>
                </a:lnTo>
                <a:lnTo>
                  <a:pt x="8262" y="45015"/>
                </a:lnTo>
                <a:lnTo>
                  <a:pt x="8262" y="45015"/>
                </a:lnTo>
                <a:lnTo>
                  <a:pt x="8263" y="45015"/>
                </a:lnTo>
                <a:lnTo>
                  <a:pt x="8263" y="45015"/>
                </a:lnTo>
                <a:lnTo>
                  <a:pt x="8263" y="45015"/>
                </a:lnTo>
                <a:lnTo>
                  <a:pt x="8263" y="45015"/>
                </a:lnTo>
                <a:lnTo>
                  <a:pt x="8263" y="45015"/>
                </a:lnTo>
                <a:lnTo>
                  <a:pt x="8263" y="45015"/>
                </a:lnTo>
                <a:lnTo>
                  <a:pt x="8264" y="45015"/>
                </a:lnTo>
                <a:lnTo>
                  <a:pt x="8264" y="45015"/>
                </a:lnTo>
                <a:lnTo>
                  <a:pt x="8264" y="45015"/>
                </a:lnTo>
                <a:lnTo>
                  <a:pt x="8264" y="45015"/>
                </a:lnTo>
                <a:lnTo>
                  <a:pt x="8264" y="45015"/>
                </a:lnTo>
                <a:lnTo>
                  <a:pt x="8265" y="45015"/>
                </a:lnTo>
                <a:lnTo>
                  <a:pt x="8265" y="45015"/>
                </a:lnTo>
                <a:lnTo>
                  <a:pt x="8265" y="45015"/>
                </a:lnTo>
                <a:lnTo>
                  <a:pt x="8265" y="45015"/>
                </a:lnTo>
                <a:lnTo>
                  <a:pt x="8265" y="45015"/>
                </a:lnTo>
                <a:lnTo>
                  <a:pt x="8265" y="45015"/>
                </a:lnTo>
                <a:lnTo>
                  <a:pt x="8266" y="45015"/>
                </a:lnTo>
                <a:lnTo>
                  <a:pt x="8266" y="45015"/>
                </a:lnTo>
                <a:lnTo>
                  <a:pt x="8266" y="45015"/>
                </a:lnTo>
                <a:lnTo>
                  <a:pt x="8266" y="45015"/>
                </a:lnTo>
                <a:lnTo>
                  <a:pt x="8266" y="45015"/>
                </a:lnTo>
                <a:lnTo>
                  <a:pt x="8266" y="45015"/>
                </a:lnTo>
                <a:lnTo>
                  <a:pt x="8267" y="45015"/>
                </a:lnTo>
                <a:lnTo>
                  <a:pt x="8267" y="45015"/>
                </a:lnTo>
                <a:lnTo>
                  <a:pt x="8267" y="45015"/>
                </a:lnTo>
                <a:lnTo>
                  <a:pt x="8267" y="45015"/>
                </a:lnTo>
                <a:lnTo>
                  <a:pt x="8267" y="45015"/>
                </a:lnTo>
                <a:lnTo>
                  <a:pt x="8268" y="45015"/>
                </a:lnTo>
                <a:lnTo>
                  <a:pt x="8268" y="45015"/>
                </a:lnTo>
                <a:lnTo>
                  <a:pt x="8268" y="45015"/>
                </a:lnTo>
                <a:lnTo>
                  <a:pt x="8268" y="45015"/>
                </a:lnTo>
                <a:lnTo>
                  <a:pt x="8268" y="45015"/>
                </a:lnTo>
                <a:lnTo>
                  <a:pt x="8268" y="45015"/>
                </a:lnTo>
                <a:lnTo>
                  <a:pt x="8269" y="45015"/>
                </a:lnTo>
                <a:lnTo>
                  <a:pt x="8269" y="45015"/>
                </a:lnTo>
                <a:lnTo>
                  <a:pt x="8269" y="45015"/>
                </a:lnTo>
                <a:lnTo>
                  <a:pt x="8269" y="45015"/>
                </a:lnTo>
                <a:lnTo>
                  <a:pt x="8269" y="45015"/>
                </a:lnTo>
                <a:lnTo>
                  <a:pt x="8270" y="45015"/>
                </a:lnTo>
                <a:lnTo>
                  <a:pt x="8270" y="45015"/>
                </a:lnTo>
                <a:lnTo>
                  <a:pt x="8270" y="45015"/>
                </a:lnTo>
                <a:lnTo>
                  <a:pt x="8270" y="45015"/>
                </a:lnTo>
                <a:lnTo>
                  <a:pt x="8270" y="45015"/>
                </a:lnTo>
                <a:lnTo>
                  <a:pt x="8270" y="45015"/>
                </a:lnTo>
                <a:lnTo>
                  <a:pt x="8271" y="45015"/>
                </a:lnTo>
                <a:lnTo>
                  <a:pt x="8271" y="45015"/>
                </a:lnTo>
                <a:lnTo>
                  <a:pt x="8271" y="45015"/>
                </a:lnTo>
                <a:lnTo>
                  <a:pt x="8271" y="45015"/>
                </a:lnTo>
                <a:lnTo>
                  <a:pt x="8271" y="45015"/>
                </a:lnTo>
                <a:lnTo>
                  <a:pt x="8271" y="45015"/>
                </a:lnTo>
                <a:lnTo>
                  <a:pt x="8272" y="45015"/>
                </a:lnTo>
                <a:lnTo>
                  <a:pt x="8272" y="45015"/>
                </a:lnTo>
                <a:lnTo>
                  <a:pt x="8272" y="45015"/>
                </a:lnTo>
                <a:lnTo>
                  <a:pt x="8272" y="45015"/>
                </a:lnTo>
                <a:lnTo>
                  <a:pt x="8272" y="45015"/>
                </a:lnTo>
                <a:lnTo>
                  <a:pt x="8273" y="45015"/>
                </a:lnTo>
                <a:lnTo>
                  <a:pt x="8273" y="45015"/>
                </a:lnTo>
                <a:lnTo>
                  <a:pt x="8273" y="45015"/>
                </a:lnTo>
                <a:lnTo>
                  <a:pt x="8273" y="45015"/>
                </a:lnTo>
                <a:lnTo>
                  <a:pt x="8273" y="45015"/>
                </a:lnTo>
                <a:lnTo>
                  <a:pt x="8273" y="45015"/>
                </a:lnTo>
                <a:lnTo>
                  <a:pt x="8274" y="45015"/>
                </a:lnTo>
                <a:lnTo>
                  <a:pt x="8274" y="45015"/>
                </a:lnTo>
                <a:lnTo>
                  <a:pt x="8274" y="45015"/>
                </a:lnTo>
                <a:lnTo>
                  <a:pt x="8274" y="45015"/>
                </a:lnTo>
                <a:lnTo>
                  <a:pt x="8274" y="45015"/>
                </a:lnTo>
                <a:lnTo>
                  <a:pt x="8274" y="45015"/>
                </a:lnTo>
                <a:lnTo>
                  <a:pt x="8275" y="45015"/>
                </a:lnTo>
                <a:lnTo>
                  <a:pt x="8275" y="45015"/>
                </a:lnTo>
                <a:lnTo>
                  <a:pt x="8275" y="45015"/>
                </a:lnTo>
                <a:lnTo>
                  <a:pt x="8275" y="45015"/>
                </a:lnTo>
                <a:lnTo>
                  <a:pt x="8275" y="45015"/>
                </a:lnTo>
                <a:lnTo>
                  <a:pt x="8276" y="45015"/>
                </a:lnTo>
                <a:lnTo>
                  <a:pt x="8276" y="45015"/>
                </a:lnTo>
                <a:lnTo>
                  <a:pt x="8276" y="45015"/>
                </a:lnTo>
                <a:lnTo>
                  <a:pt x="8276" y="45015"/>
                </a:lnTo>
                <a:lnTo>
                  <a:pt x="8276" y="45015"/>
                </a:lnTo>
                <a:lnTo>
                  <a:pt x="8276" y="45015"/>
                </a:lnTo>
                <a:lnTo>
                  <a:pt x="8277" y="45015"/>
                </a:lnTo>
                <a:lnTo>
                  <a:pt x="8277" y="45015"/>
                </a:lnTo>
                <a:lnTo>
                  <a:pt x="8277" y="45015"/>
                </a:lnTo>
                <a:lnTo>
                  <a:pt x="8277" y="45015"/>
                </a:lnTo>
                <a:lnTo>
                  <a:pt x="8277" y="45015"/>
                </a:lnTo>
                <a:lnTo>
                  <a:pt x="8277" y="45015"/>
                </a:lnTo>
                <a:lnTo>
                  <a:pt x="8278" y="45015"/>
                </a:lnTo>
                <a:lnTo>
                  <a:pt x="8278" y="45015"/>
                </a:lnTo>
                <a:lnTo>
                  <a:pt x="8278" y="45015"/>
                </a:lnTo>
                <a:lnTo>
                  <a:pt x="8278" y="45015"/>
                </a:lnTo>
                <a:lnTo>
                  <a:pt x="8278" y="45015"/>
                </a:lnTo>
                <a:lnTo>
                  <a:pt x="8279" y="45015"/>
                </a:lnTo>
                <a:lnTo>
                  <a:pt x="8279" y="45015"/>
                </a:lnTo>
                <a:lnTo>
                  <a:pt x="8279" y="45015"/>
                </a:lnTo>
                <a:lnTo>
                  <a:pt x="8279" y="45015"/>
                </a:lnTo>
                <a:lnTo>
                  <a:pt x="8279" y="45015"/>
                </a:lnTo>
                <a:lnTo>
                  <a:pt x="8279" y="45015"/>
                </a:lnTo>
                <a:lnTo>
                  <a:pt x="8280" y="45015"/>
                </a:lnTo>
                <a:lnTo>
                  <a:pt x="8280" y="45015"/>
                </a:lnTo>
                <a:lnTo>
                  <a:pt x="8280" y="45015"/>
                </a:lnTo>
                <a:lnTo>
                  <a:pt x="8280" y="45015"/>
                </a:lnTo>
                <a:lnTo>
                  <a:pt x="8280" y="45015"/>
                </a:lnTo>
                <a:lnTo>
                  <a:pt x="8280" y="45015"/>
                </a:lnTo>
                <a:lnTo>
                  <a:pt x="8281" y="45015"/>
                </a:lnTo>
                <a:lnTo>
                  <a:pt x="8281" y="45015"/>
                </a:lnTo>
                <a:lnTo>
                  <a:pt x="8281" y="45015"/>
                </a:lnTo>
                <a:lnTo>
                  <a:pt x="8281" y="45015"/>
                </a:lnTo>
                <a:lnTo>
                  <a:pt x="8281" y="45015"/>
                </a:lnTo>
                <a:lnTo>
                  <a:pt x="8282" y="45015"/>
                </a:lnTo>
                <a:lnTo>
                  <a:pt x="8282" y="45015"/>
                </a:lnTo>
                <a:lnTo>
                  <a:pt x="8282" y="45015"/>
                </a:lnTo>
                <a:lnTo>
                  <a:pt x="8282" y="45015"/>
                </a:lnTo>
                <a:lnTo>
                  <a:pt x="8282" y="45015"/>
                </a:lnTo>
                <a:lnTo>
                  <a:pt x="8282" y="45015"/>
                </a:lnTo>
                <a:lnTo>
                  <a:pt x="8283" y="45015"/>
                </a:lnTo>
                <a:lnTo>
                  <a:pt x="8283" y="45015"/>
                </a:lnTo>
                <a:lnTo>
                  <a:pt x="8283" y="45015"/>
                </a:lnTo>
                <a:lnTo>
                  <a:pt x="8283" y="45015"/>
                </a:lnTo>
                <a:lnTo>
                  <a:pt x="8283" y="45015"/>
                </a:lnTo>
                <a:lnTo>
                  <a:pt x="8283" y="45015"/>
                </a:lnTo>
                <a:lnTo>
                  <a:pt x="8284" y="45015"/>
                </a:lnTo>
                <a:lnTo>
                  <a:pt x="8284" y="45015"/>
                </a:lnTo>
                <a:lnTo>
                  <a:pt x="8284" y="45015"/>
                </a:lnTo>
                <a:lnTo>
                  <a:pt x="8284" y="45015"/>
                </a:lnTo>
                <a:lnTo>
                  <a:pt x="8284" y="45015"/>
                </a:lnTo>
                <a:lnTo>
                  <a:pt x="8285" y="45015"/>
                </a:lnTo>
                <a:lnTo>
                  <a:pt x="8285" y="45015"/>
                </a:lnTo>
                <a:lnTo>
                  <a:pt x="8285" y="45015"/>
                </a:lnTo>
                <a:lnTo>
                  <a:pt x="8285" y="45015"/>
                </a:lnTo>
                <a:lnTo>
                  <a:pt x="8285" y="45015"/>
                </a:lnTo>
                <a:lnTo>
                  <a:pt x="8285" y="45015"/>
                </a:lnTo>
                <a:lnTo>
                  <a:pt x="8286" y="45015"/>
                </a:lnTo>
                <a:lnTo>
                  <a:pt x="8286" y="45015"/>
                </a:lnTo>
                <a:lnTo>
                  <a:pt x="8286" y="45015"/>
                </a:lnTo>
                <a:lnTo>
                  <a:pt x="8286" y="45015"/>
                </a:lnTo>
                <a:lnTo>
                  <a:pt x="8286" y="45015"/>
                </a:lnTo>
                <a:lnTo>
                  <a:pt x="8286" y="45015"/>
                </a:lnTo>
                <a:lnTo>
                  <a:pt x="8287" y="45015"/>
                </a:lnTo>
                <a:lnTo>
                  <a:pt x="8287" y="45015"/>
                </a:lnTo>
                <a:lnTo>
                  <a:pt x="8287" y="45015"/>
                </a:lnTo>
                <a:lnTo>
                  <a:pt x="8287" y="45015"/>
                </a:lnTo>
                <a:lnTo>
                  <a:pt x="8287" y="45015"/>
                </a:lnTo>
                <a:lnTo>
                  <a:pt x="8288" y="45015"/>
                </a:lnTo>
                <a:lnTo>
                  <a:pt x="8288" y="45015"/>
                </a:lnTo>
                <a:lnTo>
                  <a:pt x="8288" y="45015"/>
                </a:lnTo>
                <a:lnTo>
                  <a:pt x="8288" y="45015"/>
                </a:lnTo>
                <a:lnTo>
                  <a:pt x="8288" y="45015"/>
                </a:lnTo>
                <a:lnTo>
                  <a:pt x="8288" y="45015"/>
                </a:lnTo>
                <a:lnTo>
                  <a:pt x="8289" y="45015"/>
                </a:lnTo>
                <a:lnTo>
                  <a:pt x="8289" y="45015"/>
                </a:lnTo>
                <a:lnTo>
                  <a:pt x="8289" y="45015"/>
                </a:lnTo>
                <a:lnTo>
                  <a:pt x="8289" y="45015"/>
                </a:lnTo>
                <a:lnTo>
                  <a:pt x="8289" y="45015"/>
                </a:lnTo>
                <a:lnTo>
                  <a:pt x="8289" y="45015"/>
                </a:lnTo>
                <a:lnTo>
                  <a:pt x="8290" y="45015"/>
                </a:lnTo>
                <a:lnTo>
                  <a:pt x="8290" y="45015"/>
                </a:lnTo>
                <a:lnTo>
                  <a:pt x="8290" y="45015"/>
                </a:lnTo>
                <a:lnTo>
                  <a:pt x="8290" y="45015"/>
                </a:lnTo>
                <a:lnTo>
                  <a:pt x="8290" y="45015"/>
                </a:lnTo>
                <a:lnTo>
                  <a:pt x="8291" y="45015"/>
                </a:lnTo>
                <a:lnTo>
                  <a:pt x="8291" y="45015"/>
                </a:lnTo>
                <a:lnTo>
                  <a:pt x="8291" y="45015"/>
                </a:lnTo>
                <a:lnTo>
                  <a:pt x="8291" y="45015"/>
                </a:lnTo>
                <a:lnTo>
                  <a:pt x="8291" y="45015"/>
                </a:lnTo>
                <a:lnTo>
                  <a:pt x="8291" y="45015"/>
                </a:lnTo>
                <a:lnTo>
                  <a:pt x="8292" y="45015"/>
                </a:lnTo>
                <a:lnTo>
                  <a:pt x="8292" y="45015"/>
                </a:lnTo>
                <a:lnTo>
                  <a:pt x="8292" y="45015"/>
                </a:lnTo>
                <a:lnTo>
                  <a:pt x="8292" y="45015"/>
                </a:lnTo>
                <a:lnTo>
                  <a:pt x="8292" y="45015"/>
                </a:lnTo>
                <a:lnTo>
                  <a:pt x="8292" y="45015"/>
                </a:lnTo>
                <a:lnTo>
                  <a:pt x="8293" y="45015"/>
                </a:lnTo>
                <a:lnTo>
                  <a:pt x="8293" y="45015"/>
                </a:lnTo>
                <a:lnTo>
                  <a:pt x="8293" y="45015"/>
                </a:lnTo>
                <a:lnTo>
                  <a:pt x="8293" y="45015"/>
                </a:lnTo>
                <a:lnTo>
                  <a:pt x="8293" y="45015"/>
                </a:lnTo>
                <a:lnTo>
                  <a:pt x="8294" y="45015"/>
                </a:lnTo>
                <a:lnTo>
                  <a:pt x="8294" y="45015"/>
                </a:lnTo>
                <a:lnTo>
                  <a:pt x="8294" y="45015"/>
                </a:lnTo>
                <a:lnTo>
                  <a:pt x="8294" y="45015"/>
                </a:lnTo>
                <a:lnTo>
                  <a:pt x="8294" y="45015"/>
                </a:lnTo>
                <a:lnTo>
                  <a:pt x="8294" y="45015"/>
                </a:lnTo>
                <a:lnTo>
                  <a:pt x="8295" y="45015"/>
                </a:lnTo>
                <a:lnTo>
                  <a:pt x="8295" y="45015"/>
                </a:lnTo>
                <a:lnTo>
                  <a:pt x="8295" y="45015"/>
                </a:lnTo>
                <a:lnTo>
                  <a:pt x="8295" y="45015"/>
                </a:lnTo>
                <a:lnTo>
                  <a:pt x="8295" y="45015"/>
                </a:lnTo>
                <a:lnTo>
                  <a:pt x="8295" y="45015"/>
                </a:lnTo>
                <a:lnTo>
                  <a:pt x="8296" y="45015"/>
                </a:lnTo>
                <a:lnTo>
                  <a:pt x="8296" y="45015"/>
                </a:lnTo>
                <a:lnTo>
                  <a:pt x="8296" y="45015"/>
                </a:lnTo>
                <a:lnTo>
                  <a:pt x="8296" y="45015"/>
                </a:lnTo>
                <a:lnTo>
                  <a:pt x="8296" y="45015"/>
                </a:lnTo>
                <a:lnTo>
                  <a:pt x="8297" y="45015"/>
                </a:lnTo>
                <a:lnTo>
                  <a:pt x="8297" y="45015"/>
                </a:lnTo>
                <a:lnTo>
                  <a:pt x="8297" y="45015"/>
                </a:lnTo>
                <a:lnTo>
                  <a:pt x="8297" y="45015"/>
                </a:lnTo>
                <a:lnTo>
                  <a:pt x="8297" y="45015"/>
                </a:lnTo>
                <a:lnTo>
                  <a:pt x="8297" y="45015"/>
                </a:lnTo>
                <a:lnTo>
                  <a:pt x="8298" y="45015"/>
                </a:lnTo>
                <a:lnTo>
                  <a:pt x="8298" y="45015"/>
                </a:lnTo>
                <a:lnTo>
                  <a:pt x="8298" y="45015"/>
                </a:lnTo>
                <a:lnTo>
                  <a:pt x="8298" y="45015"/>
                </a:lnTo>
                <a:lnTo>
                  <a:pt x="8298" y="45015"/>
                </a:lnTo>
                <a:lnTo>
                  <a:pt x="8298" y="45015"/>
                </a:lnTo>
                <a:lnTo>
                  <a:pt x="8299" y="45015"/>
                </a:lnTo>
                <a:lnTo>
                  <a:pt x="8299" y="45015"/>
                </a:lnTo>
                <a:lnTo>
                  <a:pt x="8299" y="45015"/>
                </a:lnTo>
                <a:lnTo>
                  <a:pt x="8299" y="45015"/>
                </a:lnTo>
                <a:lnTo>
                  <a:pt x="8299" y="45015"/>
                </a:lnTo>
                <a:lnTo>
                  <a:pt x="8300" y="45015"/>
                </a:lnTo>
                <a:lnTo>
                  <a:pt x="8300" y="45015"/>
                </a:lnTo>
                <a:lnTo>
                  <a:pt x="8300" y="45015"/>
                </a:lnTo>
                <a:lnTo>
                  <a:pt x="8300" y="45015"/>
                </a:lnTo>
                <a:lnTo>
                  <a:pt x="8300" y="45015"/>
                </a:lnTo>
                <a:lnTo>
                  <a:pt x="8300" y="45015"/>
                </a:lnTo>
                <a:lnTo>
                  <a:pt x="8301" y="45015"/>
                </a:lnTo>
                <a:lnTo>
                  <a:pt x="8301" y="45015"/>
                </a:lnTo>
                <a:lnTo>
                  <a:pt x="8301" y="45015"/>
                </a:lnTo>
                <a:lnTo>
                  <a:pt x="8301" y="45015"/>
                </a:lnTo>
                <a:lnTo>
                  <a:pt x="8301" y="45015"/>
                </a:lnTo>
                <a:lnTo>
                  <a:pt x="8301" y="45015"/>
                </a:lnTo>
                <a:lnTo>
                  <a:pt x="8302" y="45015"/>
                </a:lnTo>
                <a:lnTo>
                  <a:pt x="8302" y="45015"/>
                </a:lnTo>
                <a:lnTo>
                  <a:pt x="8302" y="45015"/>
                </a:lnTo>
                <a:lnTo>
                  <a:pt x="8302" y="45015"/>
                </a:lnTo>
                <a:lnTo>
                  <a:pt x="8302" y="45015"/>
                </a:lnTo>
                <a:lnTo>
                  <a:pt x="8303" y="45015"/>
                </a:lnTo>
                <a:lnTo>
                  <a:pt x="8303" y="45015"/>
                </a:lnTo>
                <a:lnTo>
                  <a:pt x="8303" y="45015"/>
                </a:lnTo>
                <a:lnTo>
                  <a:pt x="8303" y="45015"/>
                </a:lnTo>
                <a:lnTo>
                  <a:pt x="8303" y="45015"/>
                </a:lnTo>
                <a:lnTo>
                  <a:pt x="8303" y="45015"/>
                </a:lnTo>
                <a:lnTo>
                  <a:pt x="8304" y="45015"/>
                </a:lnTo>
                <a:lnTo>
                  <a:pt x="8304" y="45015"/>
                </a:lnTo>
                <a:lnTo>
                  <a:pt x="8304" y="45015"/>
                </a:lnTo>
                <a:lnTo>
                  <a:pt x="8304" y="45015"/>
                </a:lnTo>
                <a:lnTo>
                  <a:pt x="8304" y="45015"/>
                </a:lnTo>
                <a:lnTo>
                  <a:pt x="8304" y="45015"/>
                </a:lnTo>
                <a:lnTo>
                  <a:pt x="8305" y="45015"/>
                </a:lnTo>
                <a:lnTo>
                  <a:pt x="8305" y="45015"/>
                </a:lnTo>
                <a:lnTo>
                  <a:pt x="8305" y="45015"/>
                </a:lnTo>
                <a:lnTo>
                  <a:pt x="8305" y="45015"/>
                </a:lnTo>
                <a:lnTo>
                  <a:pt x="8305" y="45015"/>
                </a:lnTo>
                <a:lnTo>
                  <a:pt x="8305" y="45015"/>
                </a:lnTo>
                <a:lnTo>
                  <a:pt x="8306" y="45015"/>
                </a:lnTo>
                <a:lnTo>
                  <a:pt x="8306" y="45015"/>
                </a:lnTo>
                <a:lnTo>
                  <a:pt x="8306" y="45015"/>
                </a:lnTo>
                <a:lnTo>
                  <a:pt x="8306" y="45015"/>
                </a:lnTo>
                <a:lnTo>
                  <a:pt x="8306" y="45015"/>
                </a:lnTo>
                <a:lnTo>
                  <a:pt x="8307" y="45015"/>
                </a:lnTo>
                <a:lnTo>
                  <a:pt x="8307" y="45015"/>
                </a:lnTo>
                <a:lnTo>
                  <a:pt x="8307" y="45015"/>
                </a:lnTo>
                <a:lnTo>
                  <a:pt x="8307" y="45015"/>
                </a:lnTo>
                <a:lnTo>
                  <a:pt x="8307" y="45015"/>
                </a:lnTo>
                <a:lnTo>
                  <a:pt x="8307" y="45015"/>
                </a:lnTo>
                <a:lnTo>
                  <a:pt x="8308" y="45015"/>
                </a:lnTo>
                <a:lnTo>
                  <a:pt x="8308" y="45015"/>
                </a:lnTo>
                <a:lnTo>
                  <a:pt x="8308" y="45015"/>
                </a:lnTo>
                <a:lnTo>
                  <a:pt x="8308" y="45015"/>
                </a:lnTo>
                <a:lnTo>
                  <a:pt x="8308" y="45015"/>
                </a:lnTo>
                <a:lnTo>
                  <a:pt x="8308" y="45015"/>
                </a:lnTo>
                <a:lnTo>
                  <a:pt x="8309" y="45015"/>
                </a:lnTo>
                <a:lnTo>
                  <a:pt x="8309" y="45015"/>
                </a:lnTo>
                <a:lnTo>
                  <a:pt x="8309" y="45015"/>
                </a:lnTo>
                <a:lnTo>
                  <a:pt x="8309" y="45015"/>
                </a:lnTo>
                <a:lnTo>
                  <a:pt x="8309" y="45015"/>
                </a:lnTo>
                <a:lnTo>
                  <a:pt x="8310" y="45015"/>
                </a:lnTo>
                <a:lnTo>
                  <a:pt x="8310" y="45015"/>
                </a:lnTo>
                <a:lnTo>
                  <a:pt x="8310" y="45015"/>
                </a:lnTo>
                <a:lnTo>
                  <a:pt x="8310" y="45015"/>
                </a:lnTo>
                <a:lnTo>
                  <a:pt x="8310" y="45015"/>
                </a:lnTo>
                <a:lnTo>
                  <a:pt x="8310" y="45015"/>
                </a:lnTo>
                <a:lnTo>
                  <a:pt x="8311" y="45015"/>
                </a:lnTo>
                <a:lnTo>
                  <a:pt x="8311" y="45015"/>
                </a:lnTo>
                <a:lnTo>
                  <a:pt x="8311" y="45015"/>
                </a:lnTo>
                <a:lnTo>
                  <a:pt x="8311" y="45015"/>
                </a:lnTo>
                <a:lnTo>
                  <a:pt x="8311" y="45015"/>
                </a:lnTo>
                <a:lnTo>
                  <a:pt x="8311" y="45015"/>
                </a:lnTo>
                <a:lnTo>
                  <a:pt x="8312" y="45015"/>
                </a:lnTo>
                <a:lnTo>
                  <a:pt x="8312" y="45015"/>
                </a:lnTo>
                <a:lnTo>
                  <a:pt x="8312" y="45015"/>
                </a:lnTo>
                <a:lnTo>
                  <a:pt x="8312" y="45015"/>
                </a:lnTo>
                <a:lnTo>
                  <a:pt x="8312" y="45015"/>
                </a:lnTo>
                <a:lnTo>
                  <a:pt x="8313" y="45015"/>
                </a:lnTo>
                <a:lnTo>
                  <a:pt x="8313" y="45015"/>
                </a:lnTo>
                <a:lnTo>
                  <a:pt x="8313" y="45015"/>
                </a:lnTo>
                <a:lnTo>
                  <a:pt x="8313" y="45015"/>
                </a:lnTo>
                <a:lnTo>
                  <a:pt x="8313" y="45015"/>
                </a:lnTo>
                <a:lnTo>
                  <a:pt x="8313" y="45015"/>
                </a:lnTo>
                <a:lnTo>
                  <a:pt x="8314" y="45015"/>
                </a:lnTo>
                <a:lnTo>
                  <a:pt x="8314" y="45015"/>
                </a:lnTo>
                <a:lnTo>
                  <a:pt x="8314" y="45015"/>
                </a:lnTo>
                <a:lnTo>
                  <a:pt x="8314" y="45015"/>
                </a:lnTo>
                <a:lnTo>
                  <a:pt x="8314" y="45015"/>
                </a:lnTo>
                <a:lnTo>
                  <a:pt x="8314" y="45015"/>
                </a:lnTo>
                <a:lnTo>
                  <a:pt x="8315" y="45015"/>
                </a:lnTo>
                <a:lnTo>
                  <a:pt x="8315" y="45015"/>
                </a:lnTo>
                <a:lnTo>
                  <a:pt x="8315" y="45015"/>
                </a:lnTo>
                <a:lnTo>
                  <a:pt x="8315" y="45015"/>
                </a:lnTo>
                <a:lnTo>
                  <a:pt x="8315" y="45015"/>
                </a:lnTo>
                <a:lnTo>
                  <a:pt x="8315" y="45015"/>
                </a:lnTo>
                <a:lnTo>
                  <a:pt x="8316" y="45015"/>
                </a:lnTo>
                <a:lnTo>
                  <a:pt x="8316" y="45015"/>
                </a:lnTo>
                <a:lnTo>
                  <a:pt x="8316" y="45015"/>
                </a:lnTo>
                <a:lnTo>
                  <a:pt x="8316" y="45015"/>
                </a:lnTo>
                <a:lnTo>
                  <a:pt x="8316" y="45015"/>
                </a:lnTo>
                <a:lnTo>
                  <a:pt x="8317" y="45015"/>
                </a:lnTo>
                <a:lnTo>
                  <a:pt x="8317" y="45015"/>
                </a:lnTo>
                <a:lnTo>
                  <a:pt x="8317" y="45015"/>
                </a:lnTo>
                <a:lnTo>
                  <a:pt x="8317" y="45015"/>
                </a:lnTo>
                <a:lnTo>
                  <a:pt x="8317" y="45015"/>
                </a:lnTo>
                <a:lnTo>
                  <a:pt x="8317" y="45015"/>
                </a:lnTo>
                <a:lnTo>
                  <a:pt x="8318" y="45015"/>
                </a:lnTo>
                <a:lnTo>
                  <a:pt x="8318" y="45015"/>
                </a:lnTo>
                <a:lnTo>
                  <a:pt x="8318" y="45015"/>
                </a:lnTo>
                <a:lnTo>
                  <a:pt x="8318" y="45015"/>
                </a:lnTo>
                <a:lnTo>
                  <a:pt x="8318" y="45015"/>
                </a:lnTo>
                <a:lnTo>
                  <a:pt x="8318" y="45015"/>
                </a:lnTo>
                <a:lnTo>
                  <a:pt x="8319" y="45015"/>
                </a:lnTo>
                <a:lnTo>
                  <a:pt x="8319" y="45015"/>
                </a:lnTo>
                <a:lnTo>
                  <a:pt x="8319" y="45015"/>
                </a:lnTo>
                <a:lnTo>
                  <a:pt x="8319" y="45015"/>
                </a:lnTo>
                <a:lnTo>
                  <a:pt x="8319" y="45015"/>
                </a:lnTo>
                <a:lnTo>
                  <a:pt x="8320" y="45015"/>
                </a:lnTo>
                <a:lnTo>
                  <a:pt x="8320" y="45015"/>
                </a:lnTo>
                <a:lnTo>
                  <a:pt x="8320" y="45015"/>
                </a:lnTo>
                <a:lnTo>
                  <a:pt x="8320" y="45015"/>
                </a:lnTo>
                <a:lnTo>
                  <a:pt x="8320" y="45015"/>
                </a:lnTo>
                <a:lnTo>
                  <a:pt x="8320" y="45015"/>
                </a:lnTo>
                <a:lnTo>
                  <a:pt x="8321" y="45015"/>
                </a:lnTo>
                <a:lnTo>
                  <a:pt x="8321" y="45015"/>
                </a:lnTo>
                <a:lnTo>
                  <a:pt x="8321" y="45015"/>
                </a:lnTo>
                <a:lnTo>
                  <a:pt x="8321" y="45015"/>
                </a:lnTo>
                <a:lnTo>
                  <a:pt x="8321" y="45015"/>
                </a:lnTo>
                <a:lnTo>
                  <a:pt x="8321" y="45015"/>
                </a:lnTo>
                <a:lnTo>
                  <a:pt x="8322" y="45015"/>
                </a:lnTo>
                <a:lnTo>
                  <a:pt x="8322" y="45015"/>
                </a:lnTo>
                <a:lnTo>
                  <a:pt x="8322" y="45015"/>
                </a:lnTo>
                <a:lnTo>
                  <a:pt x="8322" y="45015"/>
                </a:lnTo>
                <a:lnTo>
                  <a:pt x="8322" y="45015"/>
                </a:lnTo>
                <a:lnTo>
                  <a:pt x="8323" y="45015"/>
                </a:lnTo>
                <a:lnTo>
                  <a:pt x="8323" y="45015"/>
                </a:lnTo>
                <a:lnTo>
                  <a:pt x="8323" y="45015"/>
                </a:lnTo>
                <a:lnTo>
                  <a:pt x="8323" y="45015"/>
                </a:lnTo>
                <a:lnTo>
                  <a:pt x="8323" y="45015"/>
                </a:lnTo>
                <a:lnTo>
                  <a:pt x="8323" y="45015"/>
                </a:lnTo>
                <a:lnTo>
                  <a:pt x="8324" y="45015"/>
                </a:lnTo>
                <a:lnTo>
                  <a:pt x="8324" y="45015"/>
                </a:lnTo>
                <a:lnTo>
                  <a:pt x="8324" y="45015"/>
                </a:lnTo>
                <a:lnTo>
                  <a:pt x="8324" y="45015"/>
                </a:lnTo>
                <a:lnTo>
                  <a:pt x="8324" y="45015"/>
                </a:lnTo>
                <a:lnTo>
                  <a:pt x="8324" y="45015"/>
                </a:lnTo>
                <a:lnTo>
                  <a:pt x="8325" y="45015"/>
                </a:lnTo>
                <a:lnTo>
                  <a:pt x="8325" y="45015"/>
                </a:lnTo>
                <a:lnTo>
                  <a:pt x="8325" y="45015"/>
                </a:lnTo>
                <a:lnTo>
                  <a:pt x="8325" y="45015"/>
                </a:lnTo>
                <a:lnTo>
                  <a:pt x="8325" y="45015"/>
                </a:lnTo>
                <a:lnTo>
                  <a:pt x="8325" y="45015"/>
                </a:lnTo>
                <a:lnTo>
                  <a:pt x="8326" y="45015"/>
                </a:lnTo>
                <a:lnTo>
                  <a:pt x="8326" y="45015"/>
                </a:lnTo>
                <a:lnTo>
                  <a:pt x="8326" y="45015"/>
                </a:lnTo>
                <a:lnTo>
                  <a:pt x="8326" y="45015"/>
                </a:lnTo>
                <a:lnTo>
                  <a:pt x="8326" y="45015"/>
                </a:lnTo>
                <a:lnTo>
                  <a:pt x="8327" y="45015"/>
                </a:lnTo>
                <a:lnTo>
                  <a:pt x="8327" y="45015"/>
                </a:lnTo>
                <a:lnTo>
                  <a:pt x="8327" y="45015"/>
                </a:lnTo>
                <a:lnTo>
                  <a:pt x="8327" y="45015"/>
                </a:lnTo>
                <a:lnTo>
                  <a:pt x="8327" y="45015"/>
                </a:lnTo>
                <a:lnTo>
                  <a:pt x="8327" y="45015"/>
                </a:lnTo>
                <a:lnTo>
                  <a:pt x="8328" y="45015"/>
                </a:lnTo>
                <a:lnTo>
                  <a:pt x="8328" y="45015"/>
                </a:lnTo>
                <a:lnTo>
                  <a:pt x="8328" y="45015"/>
                </a:lnTo>
                <a:lnTo>
                  <a:pt x="8328" y="45015"/>
                </a:lnTo>
                <a:lnTo>
                  <a:pt x="8328" y="45015"/>
                </a:lnTo>
                <a:lnTo>
                  <a:pt x="8328" y="45015"/>
                </a:lnTo>
                <a:lnTo>
                  <a:pt x="8329" y="45015"/>
                </a:lnTo>
                <a:lnTo>
                  <a:pt x="8329" y="45015"/>
                </a:lnTo>
                <a:lnTo>
                  <a:pt x="8329" y="45015"/>
                </a:lnTo>
                <a:lnTo>
                  <a:pt x="8329" y="45015"/>
                </a:lnTo>
                <a:lnTo>
                  <a:pt x="8329" y="45015"/>
                </a:lnTo>
                <a:lnTo>
                  <a:pt x="8330" y="45015"/>
                </a:lnTo>
                <a:lnTo>
                  <a:pt x="8330" y="45015"/>
                </a:lnTo>
                <a:lnTo>
                  <a:pt x="8330" y="45015"/>
                </a:lnTo>
                <a:lnTo>
                  <a:pt x="8330" y="45015"/>
                </a:lnTo>
                <a:lnTo>
                  <a:pt x="8330" y="45015"/>
                </a:lnTo>
                <a:lnTo>
                  <a:pt x="8330" y="45015"/>
                </a:lnTo>
                <a:lnTo>
                  <a:pt x="8331" y="45015"/>
                </a:lnTo>
                <a:lnTo>
                  <a:pt x="8331" y="45015"/>
                </a:lnTo>
                <a:lnTo>
                  <a:pt x="8331" y="45015"/>
                </a:lnTo>
                <a:lnTo>
                  <a:pt x="8331" y="45015"/>
                </a:lnTo>
                <a:lnTo>
                  <a:pt x="8331" y="45015"/>
                </a:lnTo>
                <a:lnTo>
                  <a:pt x="8331" y="45015"/>
                </a:lnTo>
                <a:lnTo>
                  <a:pt x="8332" y="45015"/>
                </a:lnTo>
                <a:lnTo>
                  <a:pt x="8332" y="45015"/>
                </a:lnTo>
                <a:lnTo>
                  <a:pt x="8332" y="45015"/>
                </a:lnTo>
                <a:lnTo>
                  <a:pt x="8332" y="45015"/>
                </a:lnTo>
                <a:lnTo>
                  <a:pt x="8332" y="45015"/>
                </a:lnTo>
                <a:lnTo>
                  <a:pt x="8332" y="45015"/>
                </a:lnTo>
                <a:lnTo>
                  <a:pt x="8333" y="45015"/>
                </a:lnTo>
                <a:lnTo>
                  <a:pt x="8333" y="45015"/>
                </a:lnTo>
                <a:lnTo>
                  <a:pt x="8333" y="45015"/>
                </a:lnTo>
                <a:lnTo>
                  <a:pt x="8333" y="45015"/>
                </a:lnTo>
                <a:lnTo>
                  <a:pt x="8333" y="45015"/>
                </a:lnTo>
                <a:lnTo>
                  <a:pt x="8334" y="45015"/>
                </a:lnTo>
                <a:lnTo>
                  <a:pt x="8334" y="45015"/>
                </a:lnTo>
                <a:lnTo>
                  <a:pt x="8334" y="45015"/>
                </a:lnTo>
                <a:lnTo>
                  <a:pt x="8334" y="45015"/>
                </a:lnTo>
                <a:lnTo>
                  <a:pt x="8334" y="45015"/>
                </a:lnTo>
                <a:lnTo>
                  <a:pt x="8334" y="45015"/>
                </a:lnTo>
                <a:lnTo>
                  <a:pt x="8335" y="45015"/>
                </a:lnTo>
                <a:lnTo>
                  <a:pt x="8335" y="45015"/>
                </a:lnTo>
                <a:lnTo>
                  <a:pt x="8335" y="45015"/>
                </a:lnTo>
                <a:lnTo>
                  <a:pt x="8335" y="45015"/>
                </a:lnTo>
                <a:lnTo>
                  <a:pt x="8335" y="45015"/>
                </a:lnTo>
                <a:lnTo>
                  <a:pt x="8335" y="45015"/>
                </a:lnTo>
                <a:lnTo>
                  <a:pt x="8336" y="45015"/>
                </a:lnTo>
                <a:lnTo>
                  <a:pt x="8336" y="45015"/>
                </a:lnTo>
                <a:lnTo>
                  <a:pt x="8336" y="45015"/>
                </a:lnTo>
                <a:lnTo>
                  <a:pt x="8336" y="45015"/>
                </a:lnTo>
                <a:lnTo>
                  <a:pt x="8336" y="45015"/>
                </a:lnTo>
                <a:lnTo>
                  <a:pt x="8336" y="45015"/>
                </a:lnTo>
                <a:lnTo>
                  <a:pt x="8337" y="45015"/>
                </a:lnTo>
                <a:lnTo>
                  <a:pt x="8337" y="45015"/>
                </a:lnTo>
                <a:lnTo>
                  <a:pt x="8337" y="45015"/>
                </a:lnTo>
                <a:lnTo>
                  <a:pt x="8337" y="45015"/>
                </a:lnTo>
                <a:lnTo>
                  <a:pt x="8337" y="45015"/>
                </a:lnTo>
                <a:lnTo>
                  <a:pt x="8338" y="45015"/>
                </a:lnTo>
                <a:lnTo>
                  <a:pt x="8338" y="45015"/>
                </a:lnTo>
                <a:lnTo>
                  <a:pt x="8338" y="45015"/>
                </a:lnTo>
                <a:lnTo>
                  <a:pt x="8338" y="45015"/>
                </a:lnTo>
                <a:lnTo>
                  <a:pt x="8338" y="45015"/>
                </a:lnTo>
                <a:lnTo>
                  <a:pt x="8338" y="45015"/>
                </a:lnTo>
                <a:lnTo>
                  <a:pt x="8339" y="45015"/>
                </a:lnTo>
                <a:lnTo>
                  <a:pt x="8339" y="45015"/>
                </a:lnTo>
                <a:lnTo>
                  <a:pt x="8339" y="45015"/>
                </a:lnTo>
                <a:lnTo>
                  <a:pt x="8339" y="45015"/>
                </a:lnTo>
                <a:lnTo>
                  <a:pt x="8339" y="45015"/>
                </a:lnTo>
                <a:lnTo>
                  <a:pt x="8339" y="45015"/>
                </a:lnTo>
                <a:lnTo>
                  <a:pt x="8340" y="45015"/>
                </a:lnTo>
                <a:lnTo>
                  <a:pt x="8340" y="45015"/>
                </a:lnTo>
                <a:lnTo>
                  <a:pt x="8340" y="45015"/>
                </a:lnTo>
                <a:lnTo>
                  <a:pt x="8340" y="45015"/>
                </a:lnTo>
                <a:lnTo>
                  <a:pt x="8340" y="45015"/>
                </a:lnTo>
                <a:lnTo>
                  <a:pt x="8341" y="45015"/>
                </a:lnTo>
                <a:lnTo>
                  <a:pt x="8341" y="45015"/>
                </a:lnTo>
                <a:lnTo>
                  <a:pt x="8341" y="45015"/>
                </a:lnTo>
                <a:lnTo>
                  <a:pt x="8341" y="45015"/>
                </a:lnTo>
                <a:lnTo>
                  <a:pt x="8341" y="45015"/>
                </a:lnTo>
                <a:lnTo>
                  <a:pt x="8341" y="45015"/>
                </a:lnTo>
                <a:lnTo>
                  <a:pt x="8342" y="45015"/>
                </a:lnTo>
                <a:lnTo>
                  <a:pt x="8342" y="45015"/>
                </a:lnTo>
                <a:lnTo>
                  <a:pt x="8342" y="45015"/>
                </a:lnTo>
                <a:lnTo>
                  <a:pt x="8342" y="45015"/>
                </a:lnTo>
                <a:lnTo>
                  <a:pt x="8342" y="45015"/>
                </a:lnTo>
                <a:lnTo>
                  <a:pt x="8342" y="45015"/>
                </a:lnTo>
                <a:lnTo>
                  <a:pt x="8343" y="45015"/>
                </a:lnTo>
                <a:lnTo>
                  <a:pt x="8343" y="45015"/>
                </a:lnTo>
                <a:lnTo>
                  <a:pt x="8343" y="45015"/>
                </a:lnTo>
                <a:lnTo>
                  <a:pt x="8343" y="45015"/>
                </a:lnTo>
                <a:lnTo>
                  <a:pt x="8343" y="45015"/>
                </a:lnTo>
                <a:lnTo>
                  <a:pt x="8343" y="45015"/>
                </a:lnTo>
                <a:lnTo>
                  <a:pt x="8344" y="45015"/>
                </a:lnTo>
                <a:lnTo>
                  <a:pt x="8344" y="45015"/>
                </a:lnTo>
                <a:lnTo>
                  <a:pt x="8344" y="45015"/>
                </a:lnTo>
                <a:lnTo>
                  <a:pt x="8344" y="45015"/>
                </a:lnTo>
                <a:lnTo>
                  <a:pt x="8344" y="45015"/>
                </a:lnTo>
                <a:lnTo>
                  <a:pt x="8345" y="45015"/>
                </a:lnTo>
                <a:lnTo>
                  <a:pt x="8345" y="45015"/>
                </a:lnTo>
                <a:lnTo>
                  <a:pt x="8345" y="45015"/>
                </a:lnTo>
                <a:lnTo>
                  <a:pt x="8345" y="45015"/>
                </a:lnTo>
                <a:lnTo>
                  <a:pt x="8345" y="45015"/>
                </a:lnTo>
                <a:lnTo>
                  <a:pt x="8345" y="45015"/>
                </a:lnTo>
                <a:lnTo>
                  <a:pt x="8346" y="45015"/>
                </a:lnTo>
                <a:lnTo>
                  <a:pt x="8346" y="45015"/>
                </a:lnTo>
                <a:lnTo>
                  <a:pt x="8346" y="45015"/>
                </a:lnTo>
                <a:lnTo>
                  <a:pt x="8346" y="45015"/>
                </a:lnTo>
                <a:lnTo>
                  <a:pt x="8346" y="45015"/>
                </a:lnTo>
                <a:lnTo>
                  <a:pt x="8346" y="45015"/>
                </a:lnTo>
                <a:lnTo>
                  <a:pt x="8347" y="45015"/>
                </a:lnTo>
                <a:lnTo>
                  <a:pt x="8347" y="45015"/>
                </a:lnTo>
                <a:lnTo>
                  <a:pt x="8347" y="45015"/>
                </a:lnTo>
                <a:lnTo>
                  <a:pt x="8347" y="45015"/>
                </a:lnTo>
                <a:lnTo>
                  <a:pt x="8347" y="45015"/>
                </a:lnTo>
                <a:lnTo>
                  <a:pt x="8347" y="45015"/>
                </a:lnTo>
                <a:lnTo>
                  <a:pt x="8348" y="45015"/>
                </a:lnTo>
                <a:lnTo>
                  <a:pt x="8348" y="45015"/>
                </a:lnTo>
                <a:lnTo>
                  <a:pt x="8348" y="45015"/>
                </a:lnTo>
                <a:lnTo>
                  <a:pt x="8348" y="45015"/>
                </a:lnTo>
                <a:lnTo>
                  <a:pt x="8348" y="45015"/>
                </a:lnTo>
                <a:lnTo>
                  <a:pt x="8349" y="45015"/>
                </a:lnTo>
                <a:lnTo>
                  <a:pt x="8349" y="45015"/>
                </a:lnTo>
                <a:lnTo>
                  <a:pt x="8349" y="45015"/>
                </a:lnTo>
                <a:lnTo>
                  <a:pt x="8349" y="45015"/>
                </a:lnTo>
                <a:lnTo>
                  <a:pt x="8349" y="45015"/>
                </a:lnTo>
                <a:lnTo>
                  <a:pt x="8349" y="45015"/>
                </a:lnTo>
                <a:lnTo>
                  <a:pt x="8350" y="45015"/>
                </a:lnTo>
                <a:lnTo>
                  <a:pt x="8350" y="45015"/>
                </a:lnTo>
                <a:lnTo>
                  <a:pt x="8350" y="45015"/>
                </a:lnTo>
                <a:lnTo>
                  <a:pt x="8350" y="45015"/>
                </a:lnTo>
                <a:lnTo>
                  <a:pt x="8350" y="45015"/>
                </a:lnTo>
                <a:lnTo>
                  <a:pt x="8350" y="45015"/>
                </a:lnTo>
                <a:lnTo>
                  <a:pt x="8351" y="45015"/>
                </a:lnTo>
                <a:lnTo>
                  <a:pt x="8351" y="45015"/>
                </a:lnTo>
                <a:lnTo>
                  <a:pt x="8351" y="45015"/>
                </a:lnTo>
                <a:lnTo>
                  <a:pt x="8351" y="45015"/>
                </a:lnTo>
                <a:lnTo>
                  <a:pt x="8351" y="45015"/>
                </a:lnTo>
                <a:lnTo>
                  <a:pt x="8351" y="45015"/>
                </a:lnTo>
                <a:lnTo>
                  <a:pt x="8352" y="45015"/>
                </a:lnTo>
                <a:lnTo>
                  <a:pt x="8352" y="45015"/>
                </a:lnTo>
                <a:lnTo>
                  <a:pt x="8352" y="45015"/>
                </a:lnTo>
                <a:lnTo>
                  <a:pt x="8352" y="45015"/>
                </a:lnTo>
                <a:lnTo>
                  <a:pt x="8352" y="45015"/>
                </a:lnTo>
                <a:lnTo>
                  <a:pt x="8353" y="45015"/>
                </a:lnTo>
                <a:lnTo>
                  <a:pt x="8353" y="45015"/>
                </a:lnTo>
                <a:lnTo>
                  <a:pt x="8353" y="45015"/>
                </a:lnTo>
                <a:lnTo>
                  <a:pt x="8353" y="45015"/>
                </a:lnTo>
                <a:lnTo>
                  <a:pt x="8353" y="45015"/>
                </a:lnTo>
                <a:lnTo>
                  <a:pt x="8353" y="45015"/>
                </a:lnTo>
                <a:lnTo>
                  <a:pt x="8354" y="45015"/>
                </a:lnTo>
                <a:lnTo>
                  <a:pt x="8354" y="45015"/>
                </a:lnTo>
                <a:lnTo>
                  <a:pt x="8354" y="45015"/>
                </a:lnTo>
                <a:lnTo>
                  <a:pt x="8354" y="45015"/>
                </a:lnTo>
                <a:lnTo>
                  <a:pt x="8354" y="45015"/>
                </a:lnTo>
                <a:lnTo>
                  <a:pt x="8354" y="45015"/>
                </a:lnTo>
                <a:lnTo>
                  <a:pt x="8355" y="45015"/>
                </a:lnTo>
                <a:lnTo>
                  <a:pt x="8355" y="45015"/>
                </a:lnTo>
                <a:lnTo>
                  <a:pt x="8355" y="45015"/>
                </a:lnTo>
                <a:lnTo>
                  <a:pt x="8355" y="45015"/>
                </a:lnTo>
                <a:lnTo>
                  <a:pt x="8355" y="45015"/>
                </a:lnTo>
                <a:lnTo>
                  <a:pt x="8355" y="45015"/>
                </a:lnTo>
                <a:lnTo>
                  <a:pt x="8356" y="45015"/>
                </a:lnTo>
                <a:lnTo>
                  <a:pt x="8356" y="45015"/>
                </a:lnTo>
                <a:lnTo>
                  <a:pt x="8356" y="45015"/>
                </a:lnTo>
                <a:lnTo>
                  <a:pt x="8356" y="45015"/>
                </a:lnTo>
                <a:lnTo>
                  <a:pt x="8356" y="45015"/>
                </a:lnTo>
                <a:lnTo>
                  <a:pt x="8357" y="45015"/>
                </a:lnTo>
                <a:lnTo>
                  <a:pt x="8357" y="45015"/>
                </a:lnTo>
                <a:lnTo>
                  <a:pt x="8357" y="45015"/>
                </a:lnTo>
                <a:lnTo>
                  <a:pt x="8357" y="45015"/>
                </a:lnTo>
                <a:lnTo>
                  <a:pt x="8357" y="45015"/>
                </a:lnTo>
                <a:lnTo>
                  <a:pt x="8357" y="45015"/>
                </a:lnTo>
                <a:lnTo>
                  <a:pt x="8358" y="45015"/>
                </a:lnTo>
                <a:lnTo>
                  <a:pt x="8358" y="45015"/>
                </a:lnTo>
                <a:lnTo>
                  <a:pt x="8358" y="45015"/>
                </a:lnTo>
                <a:lnTo>
                  <a:pt x="8358" y="45015"/>
                </a:lnTo>
                <a:lnTo>
                  <a:pt x="8358" y="45015"/>
                </a:lnTo>
                <a:lnTo>
                  <a:pt x="8358" y="45015"/>
                </a:lnTo>
                <a:lnTo>
                  <a:pt x="8359" y="45015"/>
                </a:lnTo>
                <a:lnTo>
                  <a:pt x="8359" y="45015"/>
                </a:lnTo>
                <a:lnTo>
                  <a:pt x="8359" y="45015"/>
                </a:lnTo>
                <a:lnTo>
                  <a:pt x="8359" y="45015"/>
                </a:lnTo>
                <a:lnTo>
                  <a:pt x="8359" y="45015"/>
                </a:lnTo>
                <a:lnTo>
                  <a:pt x="8359" y="45015"/>
                </a:lnTo>
                <a:lnTo>
                  <a:pt x="8360" y="45015"/>
                </a:lnTo>
                <a:lnTo>
                  <a:pt x="8360" y="45015"/>
                </a:lnTo>
                <a:lnTo>
                  <a:pt x="8360" y="45015"/>
                </a:lnTo>
                <a:lnTo>
                  <a:pt x="8360" y="45015"/>
                </a:lnTo>
                <a:lnTo>
                  <a:pt x="8360" y="45015"/>
                </a:lnTo>
                <a:lnTo>
                  <a:pt x="8361" y="45015"/>
                </a:lnTo>
                <a:lnTo>
                  <a:pt x="8361" y="45015"/>
                </a:lnTo>
                <a:lnTo>
                  <a:pt x="8361" y="45015"/>
                </a:lnTo>
                <a:lnTo>
                  <a:pt x="8361" y="45015"/>
                </a:lnTo>
                <a:lnTo>
                  <a:pt x="8361" y="45015"/>
                </a:lnTo>
                <a:lnTo>
                  <a:pt x="8361" y="45015"/>
                </a:lnTo>
                <a:lnTo>
                  <a:pt x="8362" y="45015"/>
                </a:lnTo>
                <a:lnTo>
                  <a:pt x="8362" y="45015"/>
                </a:lnTo>
                <a:lnTo>
                  <a:pt x="8362" y="45015"/>
                </a:lnTo>
                <a:lnTo>
                  <a:pt x="8362" y="45015"/>
                </a:lnTo>
                <a:lnTo>
                  <a:pt x="8362" y="45015"/>
                </a:lnTo>
                <a:lnTo>
                  <a:pt x="8362" y="45015"/>
                </a:lnTo>
                <a:lnTo>
                  <a:pt x="8363" y="45015"/>
                </a:lnTo>
                <a:lnTo>
                  <a:pt x="8363" y="45015"/>
                </a:lnTo>
                <a:lnTo>
                  <a:pt x="8363" y="45015"/>
                </a:lnTo>
                <a:lnTo>
                  <a:pt x="8363" y="45015"/>
                </a:lnTo>
                <a:lnTo>
                  <a:pt x="8363" y="45015"/>
                </a:lnTo>
                <a:lnTo>
                  <a:pt x="8363" y="45015"/>
                </a:lnTo>
                <a:lnTo>
                  <a:pt x="8364" y="45015"/>
                </a:lnTo>
                <a:lnTo>
                  <a:pt x="8364" y="45015"/>
                </a:lnTo>
                <a:lnTo>
                  <a:pt x="8364" y="45015"/>
                </a:lnTo>
                <a:lnTo>
                  <a:pt x="8364" y="45015"/>
                </a:lnTo>
                <a:lnTo>
                  <a:pt x="8364" y="45015"/>
                </a:lnTo>
                <a:lnTo>
                  <a:pt x="8365" y="45015"/>
                </a:lnTo>
                <a:lnTo>
                  <a:pt x="8365" y="45015"/>
                </a:lnTo>
                <a:lnTo>
                  <a:pt x="8365" y="45015"/>
                </a:lnTo>
                <a:lnTo>
                  <a:pt x="8365" y="45015"/>
                </a:lnTo>
                <a:lnTo>
                  <a:pt x="8365" y="45015"/>
                </a:lnTo>
                <a:lnTo>
                  <a:pt x="8365" y="45015"/>
                </a:lnTo>
                <a:lnTo>
                  <a:pt x="8366" y="45015"/>
                </a:lnTo>
                <a:lnTo>
                  <a:pt x="8366" y="45015"/>
                </a:lnTo>
                <a:lnTo>
                  <a:pt x="8366" y="45015"/>
                </a:lnTo>
                <a:lnTo>
                  <a:pt x="8366" y="45015"/>
                </a:lnTo>
                <a:lnTo>
                  <a:pt x="8366" y="45015"/>
                </a:lnTo>
                <a:lnTo>
                  <a:pt x="8366" y="45015"/>
                </a:lnTo>
                <a:lnTo>
                  <a:pt x="8367" y="45015"/>
                </a:lnTo>
                <a:lnTo>
                  <a:pt x="8367" y="45015"/>
                </a:lnTo>
                <a:lnTo>
                  <a:pt x="8367" y="45015"/>
                </a:lnTo>
                <a:lnTo>
                  <a:pt x="8367" y="45015"/>
                </a:lnTo>
                <a:lnTo>
                  <a:pt x="8367" y="45015"/>
                </a:lnTo>
                <a:lnTo>
                  <a:pt x="8367" y="45015"/>
                </a:lnTo>
                <a:lnTo>
                  <a:pt x="8368" y="45015"/>
                </a:lnTo>
                <a:lnTo>
                  <a:pt x="8368" y="45015"/>
                </a:lnTo>
                <a:lnTo>
                  <a:pt x="8368" y="45015"/>
                </a:lnTo>
                <a:lnTo>
                  <a:pt x="8368" y="45015"/>
                </a:lnTo>
                <a:lnTo>
                  <a:pt x="8368" y="45015"/>
                </a:lnTo>
                <a:lnTo>
                  <a:pt x="8369" y="45015"/>
                </a:lnTo>
                <a:lnTo>
                  <a:pt x="8369" y="45015"/>
                </a:lnTo>
                <a:lnTo>
                  <a:pt x="8369" y="45015"/>
                </a:lnTo>
                <a:lnTo>
                  <a:pt x="8369" y="45015"/>
                </a:lnTo>
                <a:lnTo>
                  <a:pt x="8369" y="45015"/>
                </a:lnTo>
                <a:lnTo>
                  <a:pt x="8369" y="45015"/>
                </a:lnTo>
                <a:lnTo>
                  <a:pt x="8370" y="45015"/>
                </a:lnTo>
                <a:lnTo>
                  <a:pt x="8370" y="45015"/>
                </a:lnTo>
                <a:lnTo>
                  <a:pt x="8370" y="45015"/>
                </a:lnTo>
                <a:lnTo>
                  <a:pt x="8370" y="45015"/>
                </a:lnTo>
                <a:lnTo>
                  <a:pt x="8370" y="45015"/>
                </a:lnTo>
                <a:lnTo>
                  <a:pt x="8370" y="45015"/>
                </a:lnTo>
                <a:lnTo>
                  <a:pt x="8371" y="45015"/>
                </a:lnTo>
                <a:lnTo>
                  <a:pt x="8371" y="45015"/>
                </a:lnTo>
                <a:lnTo>
                  <a:pt x="8371" y="45015"/>
                </a:lnTo>
                <a:lnTo>
                  <a:pt x="8371" y="45015"/>
                </a:lnTo>
                <a:lnTo>
                  <a:pt x="8371" y="45015"/>
                </a:lnTo>
                <a:lnTo>
                  <a:pt x="8371" y="45015"/>
                </a:lnTo>
                <a:lnTo>
                  <a:pt x="8372" y="45015"/>
                </a:lnTo>
                <a:lnTo>
                  <a:pt x="8372" y="45015"/>
                </a:lnTo>
                <a:lnTo>
                  <a:pt x="8372" y="45015"/>
                </a:lnTo>
                <a:lnTo>
                  <a:pt x="8372" y="45015"/>
                </a:lnTo>
                <a:lnTo>
                  <a:pt x="8372" y="45015"/>
                </a:lnTo>
                <a:lnTo>
                  <a:pt x="8373" y="45015"/>
                </a:lnTo>
                <a:lnTo>
                  <a:pt x="8373" y="45015"/>
                </a:lnTo>
                <a:lnTo>
                  <a:pt x="8373" y="45015"/>
                </a:lnTo>
                <a:lnTo>
                  <a:pt x="8373" y="45015"/>
                </a:lnTo>
                <a:lnTo>
                  <a:pt x="8373" y="45015"/>
                </a:lnTo>
                <a:lnTo>
                  <a:pt x="8373" y="45015"/>
                </a:lnTo>
                <a:lnTo>
                  <a:pt x="8374" y="45015"/>
                </a:lnTo>
                <a:lnTo>
                  <a:pt x="8374" y="45015"/>
                </a:lnTo>
                <a:lnTo>
                  <a:pt x="8374" y="45015"/>
                </a:lnTo>
                <a:lnTo>
                  <a:pt x="8374" y="45015"/>
                </a:lnTo>
                <a:lnTo>
                  <a:pt x="8374" y="45015"/>
                </a:lnTo>
                <a:lnTo>
                  <a:pt x="8374" y="45015"/>
                </a:lnTo>
                <a:lnTo>
                  <a:pt x="8375" y="45015"/>
                </a:lnTo>
                <a:lnTo>
                  <a:pt x="8375" y="45015"/>
                </a:lnTo>
                <a:lnTo>
                  <a:pt x="8375" y="45015"/>
                </a:lnTo>
                <a:lnTo>
                  <a:pt x="8375" y="45015"/>
                </a:lnTo>
                <a:lnTo>
                  <a:pt x="8375" y="45015"/>
                </a:lnTo>
                <a:lnTo>
                  <a:pt x="8375" y="45015"/>
                </a:lnTo>
                <a:lnTo>
                  <a:pt x="8376" y="45015"/>
                </a:lnTo>
                <a:lnTo>
                  <a:pt x="8376" y="45015"/>
                </a:lnTo>
                <a:lnTo>
                  <a:pt x="8376" y="45015"/>
                </a:lnTo>
                <a:lnTo>
                  <a:pt x="8376" y="45015"/>
                </a:lnTo>
                <a:lnTo>
                  <a:pt x="8376" y="45015"/>
                </a:lnTo>
                <a:lnTo>
                  <a:pt x="8376" y="45015"/>
                </a:lnTo>
                <a:lnTo>
                  <a:pt x="8377" y="45015"/>
                </a:lnTo>
                <a:lnTo>
                  <a:pt x="8377" y="45015"/>
                </a:lnTo>
                <a:lnTo>
                  <a:pt x="8377" y="45015"/>
                </a:lnTo>
                <a:lnTo>
                  <a:pt x="8377" y="45015"/>
                </a:lnTo>
                <a:lnTo>
                  <a:pt x="8377" y="45015"/>
                </a:lnTo>
                <a:lnTo>
                  <a:pt x="8378" y="45015"/>
                </a:lnTo>
                <a:lnTo>
                  <a:pt x="8378" y="45015"/>
                </a:lnTo>
                <a:lnTo>
                  <a:pt x="8378" y="45015"/>
                </a:lnTo>
                <a:lnTo>
                  <a:pt x="8378" y="45015"/>
                </a:lnTo>
                <a:lnTo>
                  <a:pt x="8378" y="45015"/>
                </a:lnTo>
                <a:lnTo>
                  <a:pt x="8378" y="45015"/>
                </a:lnTo>
                <a:lnTo>
                  <a:pt x="8379" y="45015"/>
                </a:lnTo>
                <a:lnTo>
                  <a:pt x="8379" y="45015"/>
                </a:lnTo>
                <a:lnTo>
                  <a:pt x="8379" y="45015"/>
                </a:lnTo>
                <a:lnTo>
                  <a:pt x="8379" y="45015"/>
                </a:lnTo>
                <a:lnTo>
                  <a:pt x="8379" y="45015"/>
                </a:lnTo>
                <a:lnTo>
                  <a:pt x="8379" y="45015"/>
                </a:lnTo>
                <a:lnTo>
                  <a:pt x="8380" y="45015"/>
                </a:lnTo>
                <a:lnTo>
                  <a:pt x="8380" y="45015"/>
                </a:lnTo>
                <a:lnTo>
                  <a:pt x="8380" y="45015"/>
                </a:lnTo>
                <a:lnTo>
                  <a:pt x="8380" y="45015"/>
                </a:lnTo>
                <a:lnTo>
                  <a:pt x="8380" y="45015"/>
                </a:lnTo>
                <a:lnTo>
                  <a:pt x="8380" y="45015"/>
                </a:lnTo>
                <a:lnTo>
                  <a:pt x="8381" y="45015"/>
                </a:lnTo>
                <a:lnTo>
                  <a:pt x="8381" y="45015"/>
                </a:lnTo>
                <a:lnTo>
                  <a:pt x="8381" y="45015"/>
                </a:lnTo>
                <a:lnTo>
                  <a:pt x="8381" y="45015"/>
                </a:lnTo>
                <a:lnTo>
                  <a:pt x="8381" y="45015"/>
                </a:lnTo>
                <a:lnTo>
                  <a:pt x="8382" y="45015"/>
                </a:lnTo>
                <a:lnTo>
                  <a:pt x="8382" y="45015"/>
                </a:lnTo>
                <a:lnTo>
                  <a:pt x="8382" y="45015"/>
                </a:lnTo>
                <a:lnTo>
                  <a:pt x="8382" y="45015"/>
                </a:lnTo>
                <a:lnTo>
                  <a:pt x="8382" y="45015"/>
                </a:lnTo>
                <a:lnTo>
                  <a:pt x="8382" y="45015"/>
                </a:lnTo>
                <a:lnTo>
                  <a:pt x="8383" y="45015"/>
                </a:lnTo>
                <a:lnTo>
                  <a:pt x="8383" y="45015"/>
                </a:lnTo>
                <a:lnTo>
                  <a:pt x="8383" y="45015"/>
                </a:lnTo>
                <a:lnTo>
                  <a:pt x="8383" y="45015"/>
                </a:lnTo>
                <a:lnTo>
                  <a:pt x="8383" y="45015"/>
                </a:lnTo>
                <a:lnTo>
                  <a:pt x="8383" y="45015"/>
                </a:lnTo>
                <a:lnTo>
                  <a:pt x="8384" y="45015"/>
                </a:lnTo>
                <a:lnTo>
                  <a:pt x="8384" y="45015"/>
                </a:lnTo>
                <a:lnTo>
                  <a:pt x="8384" y="45015"/>
                </a:lnTo>
                <a:lnTo>
                  <a:pt x="8384" y="45015"/>
                </a:lnTo>
                <a:lnTo>
                  <a:pt x="8384" y="45015"/>
                </a:lnTo>
                <a:lnTo>
                  <a:pt x="8384" y="45015"/>
                </a:lnTo>
                <a:lnTo>
                  <a:pt x="8385" y="45015"/>
                </a:lnTo>
                <a:lnTo>
                  <a:pt x="8385" y="45015"/>
                </a:lnTo>
                <a:lnTo>
                  <a:pt x="8385" y="45015"/>
                </a:lnTo>
                <a:lnTo>
                  <a:pt x="8385" y="45015"/>
                </a:lnTo>
                <a:lnTo>
                  <a:pt x="8385" y="45015"/>
                </a:lnTo>
                <a:lnTo>
                  <a:pt x="8385" y="45015"/>
                </a:lnTo>
                <a:lnTo>
                  <a:pt x="8386" y="45015"/>
                </a:lnTo>
                <a:lnTo>
                  <a:pt x="8386" y="45015"/>
                </a:lnTo>
                <a:lnTo>
                  <a:pt x="8386" y="45015"/>
                </a:lnTo>
                <a:lnTo>
                  <a:pt x="8386" y="45015"/>
                </a:lnTo>
                <a:lnTo>
                  <a:pt x="8386" y="45015"/>
                </a:lnTo>
                <a:lnTo>
                  <a:pt x="8387" y="45015"/>
                </a:lnTo>
                <a:lnTo>
                  <a:pt x="8387" y="45015"/>
                </a:lnTo>
                <a:lnTo>
                  <a:pt x="8387" y="45015"/>
                </a:lnTo>
                <a:lnTo>
                  <a:pt x="8387" y="45015"/>
                </a:lnTo>
                <a:lnTo>
                  <a:pt x="8387" y="45015"/>
                </a:lnTo>
                <a:lnTo>
                  <a:pt x="8387" y="45015"/>
                </a:lnTo>
                <a:lnTo>
                  <a:pt x="8388" y="45015"/>
                </a:lnTo>
                <a:lnTo>
                  <a:pt x="8388" y="45015"/>
                </a:lnTo>
                <a:lnTo>
                  <a:pt x="8388" y="45015"/>
                </a:lnTo>
                <a:lnTo>
                  <a:pt x="8388" y="45015"/>
                </a:lnTo>
                <a:lnTo>
                  <a:pt x="8388" y="45015"/>
                </a:lnTo>
                <a:lnTo>
                  <a:pt x="8388" y="45015"/>
                </a:lnTo>
                <a:lnTo>
                  <a:pt x="8389" y="45015"/>
                </a:lnTo>
                <a:lnTo>
                  <a:pt x="8389" y="45015"/>
                </a:lnTo>
                <a:lnTo>
                  <a:pt x="8389" y="45015"/>
                </a:lnTo>
                <a:lnTo>
                  <a:pt x="8389" y="45015"/>
                </a:lnTo>
                <a:lnTo>
                  <a:pt x="8389" y="45015"/>
                </a:lnTo>
                <a:lnTo>
                  <a:pt x="8389" y="45015"/>
                </a:lnTo>
                <a:lnTo>
                  <a:pt x="8390" y="45015"/>
                </a:lnTo>
                <a:lnTo>
                  <a:pt x="8390" y="45015"/>
                </a:lnTo>
                <a:lnTo>
                  <a:pt x="8390" y="45015"/>
                </a:lnTo>
                <a:lnTo>
                  <a:pt x="8390" y="45015"/>
                </a:lnTo>
                <a:lnTo>
                  <a:pt x="8390" y="45015"/>
                </a:lnTo>
                <a:lnTo>
                  <a:pt x="8391" y="45015"/>
                </a:lnTo>
                <a:lnTo>
                  <a:pt x="8391" y="45015"/>
                </a:lnTo>
                <a:lnTo>
                  <a:pt x="8391" y="45015"/>
                </a:lnTo>
                <a:lnTo>
                  <a:pt x="8391" y="45015"/>
                </a:lnTo>
                <a:lnTo>
                  <a:pt x="8391" y="45015"/>
                </a:lnTo>
                <a:lnTo>
                  <a:pt x="8391" y="45015"/>
                </a:lnTo>
                <a:lnTo>
                  <a:pt x="8392" y="45015"/>
                </a:lnTo>
                <a:lnTo>
                  <a:pt x="8392" y="45015"/>
                </a:lnTo>
                <a:lnTo>
                  <a:pt x="8392" y="45015"/>
                </a:lnTo>
                <a:lnTo>
                  <a:pt x="8392" y="45015"/>
                </a:lnTo>
                <a:lnTo>
                  <a:pt x="8392" y="45015"/>
                </a:lnTo>
                <a:lnTo>
                  <a:pt x="8392" y="45015"/>
                </a:lnTo>
                <a:lnTo>
                  <a:pt x="8393" y="45015"/>
                </a:lnTo>
                <a:lnTo>
                  <a:pt x="8393" y="45015"/>
                </a:lnTo>
                <a:lnTo>
                  <a:pt x="8393" y="45015"/>
                </a:lnTo>
                <a:lnTo>
                  <a:pt x="8393" y="45015"/>
                </a:lnTo>
                <a:lnTo>
                  <a:pt x="8393" y="45015"/>
                </a:lnTo>
                <a:lnTo>
                  <a:pt x="8393" y="45015"/>
                </a:lnTo>
                <a:lnTo>
                  <a:pt x="8394" y="45015"/>
                </a:lnTo>
                <a:lnTo>
                  <a:pt x="8394" y="45015"/>
                </a:lnTo>
                <a:lnTo>
                  <a:pt x="8394" y="45015"/>
                </a:lnTo>
                <a:lnTo>
                  <a:pt x="8394" y="45015"/>
                </a:lnTo>
                <a:lnTo>
                  <a:pt x="8394" y="45015"/>
                </a:lnTo>
                <a:lnTo>
                  <a:pt x="8394" y="45015"/>
                </a:lnTo>
                <a:lnTo>
                  <a:pt x="8395" y="45015"/>
                </a:lnTo>
                <a:lnTo>
                  <a:pt x="8395" y="45015"/>
                </a:lnTo>
                <a:lnTo>
                  <a:pt x="8395" y="45015"/>
                </a:lnTo>
                <a:lnTo>
                  <a:pt x="8395" y="45015"/>
                </a:lnTo>
                <a:lnTo>
                  <a:pt x="8395" y="45015"/>
                </a:lnTo>
                <a:lnTo>
                  <a:pt x="8396" y="45015"/>
                </a:lnTo>
                <a:lnTo>
                  <a:pt x="8396" y="45015"/>
                </a:lnTo>
                <a:lnTo>
                  <a:pt x="8396" y="45015"/>
                </a:lnTo>
                <a:lnTo>
                  <a:pt x="8396" y="45015"/>
                </a:lnTo>
                <a:lnTo>
                  <a:pt x="8396" y="45015"/>
                </a:lnTo>
                <a:lnTo>
                  <a:pt x="8396" y="45015"/>
                </a:lnTo>
                <a:lnTo>
                  <a:pt x="8397" y="45015"/>
                </a:lnTo>
                <a:lnTo>
                  <a:pt x="8397" y="45015"/>
                </a:lnTo>
                <a:lnTo>
                  <a:pt x="8397" y="45015"/>
                </a:lnTo>
                <a:lnTo>
                  <a:pt x="8397" y="45015"/>
                </a:lnTo>
                <a:lnTo>
                  <a:pt x="8397" y="45015"/>
                </a:lnTo>
                <a:lnTo>
                  <a:pt x="8397" y="45015"/>
                </a:lnTo>
                <a:lnTo>
                  <a:pt x="8398" y="45015"/>
                </a:lnTo>
                <a:lnTo>
                  <a:pt x="8398" y="45015"/>
                </a:lnTo>
                <a:lnTo>
                  <a:pt x="8398" y="45015"/>
                </a:lnTo>
                <a:lnTo>
                  <a:pt x="8398" y="45015"/>
                </a:lnTo>
                <a:lnTo>
                  <a:pt x="8398" y="45015"/>
                </a:lnTo>
                <a:lnTo>
                  <a:pt x="8398" y="45015"/>
                </a:lnTo>
                <a:lnTo>
                  <a:pt x="8399" y="45015"/>
                </a:lnTo>
                <a:lnTo>
                  <a:pt x="8399" y="45015"/>
                </a:lnTo>
                <a:lnTo>
                  <a:pt x="8399" y="45015"/>
                </a:lnTo>
                <a:lnTo>
                  <a:pt x="8399" y="45015"/>
                </a:lnTo>
                <a:lnTo>
                  <a:pt x="8399" y="45015"/>
                </a:lnTo>
                <a:lnTo>
                  <a:pt x="8399" y="45015"/>
                </a:lnTo>
                <a:lnTo>
                  <a:pt x="8400" y="45015"/>
                </a:lnTo>
                <a:lnTo>
                  <a:pt x="8400" y="45015"/>
                </a:lnTo>
                <a:lnTo>
                  <a:pt x="8400" y="45015"/>
                </a:lnTo>
                <a:lnTo>
                  <a:pt x="8400" y="45015"/>
                </a:lnTo>
                <a:lnTo>
                  <a:pt x="8400" y="45015"/>
                </a:lnTo>
                <a:lnTo>
                  <a:pt x="8401" y="45015"/>
                </a:lnTo>
                <a:lnTo>
                  <a:pt x="8401" y="45015"/>
                </a:lnTo>
                <a:lnTo>
                  <a:pt x="8401" y="45015"/>
                </a:lnTo>
                <a:lnTo>
                  <a:pt x="8401" y="45015"/>
                </a:lnTo>
                <a:lnTo>
                  <a:pt x="8401" y="45015"/>
                </a:lnTo>
                <a:lnTo>
                  <a:pt x="8401" y="45015"/>
                </a:lnTo>
                <a:lnTo>
                  <a:pt x="8402" y="45015"/>
                </a:lnTo>
                <a:lnTo>
                  <a:pt x="8402" y="45015"/>
                </a:lnTo>
                <a:lnTo>
                  <a:pt x="8402" y="45015"/>
                </a:lnTo>
                <a:lnTo>
                  <a:pt x="8402" y="45015"/>
                </a:lnTo>
                <a:lnTo>
                  <a:pt x="8402" y="45015"/>
                </a:lnTo>
                <a:lnTo>
                  <a:pt x="8402" y="45015"/>
                </a:lnTo>
                <a:lnTo>
                  <a:pt x="8403" y="45015"/>
                </a:lnTo>
                <a:lnTo>
                  <a:pt x="8403" y="45015"/>
                </a:lnTo>
                <a:lnTo>
                  <a:pt x="8403" y="45015"/>
                </a:lnTo>
                <a:lnTo>
                  <a:pt x="8403" y="45015"/>
                </a:lnTo>
                <a:lnTo>
                  <a:pt x="8403" y="45015"/>
                </a:lnTo>
                <a:lnTo>
                  <a:pt x="8403" y="45015"/>
                </a:lnTo>
                <a:lnTo>
                  <a:pt x="8404" y="45015"/>
                </a:lnTo>
                <a:lnTo>
                  <a:pt x="8404" y="45015"/>
                </a:lnTo>
                <a:lnTo>
                  <a:pt x="8404" y="45015"/>
                </a:lnTo>
                <a:lnTo>
                  <a:pt x="8404" y="45015"/>
                </a:lnTo>
                <a:lnTo>
                  <a:pt x="8404" y="45015"/>
                </a:lnTo>
                <a:lnTo>
                  <a:pt x="8404" y="45015"/>
                </a:lnTo>
                <a:lnTo>
                  <a:pt x="8405" y="45015"/>
                </a:lnTo>
                <a:lnTo>
                  <a:pt x="8405" y="45015"/>
                </a:lnTo>
                <a:lnTo>
                  <a:pt x="8405" y="45015"/>
                </a:lnTo>
                <a:lnTo>
                  <a:pt x="8405" y="45015"/>
                </a:lnTo>
                <a:lnTo>
                  <a:pt x="8405" y="45015"/>
                </a:lnTo>
                <a:lnTo>
                  <a:pt x="8406" y="45015"/>
                </a:lnTo>
                <a:lnTo>
                  <a:pt x="8406" y="45015"/>
                </a:lnTo>
                <a:lnTo>
                  <a:pt x="8406" y="45015"/>
                </a:lnTo>
                <a:lnTo>
                  <a:pt x="8406" y="45015"/>
                </a:lnTo>
                <a:lnTo>
                  <a:pt x="8406" y="45015"/>
                </a:lnTo>
                <a:lnTo>
                  <a:pt x="8406" y="45015"/>
                </a:lnTo>
                <a:lnTo>
                  <a:pt x="8407" y="45015"/>
                </a:lnTo>
                <a:lnTo>
                  <a:pt x="8407" y="45015"/>
                </a:lnTo>
                <a:lnTo>
                  <a:pt x="8407" y="45015"/>
                </a:lnTo>
                <a:lnTo>
                  <a:pt x="8407" y="45015"/>
                </a:lnTo>
                <a:lnTo>
                  <a:pt x="8407" y="45015"/>
                </a:lnTo>
                <a:lnTo>
                  <a:pt x="8407" y="45015"/>
                </a:lnTo>
                <a:lnTo>
                  <a:pt x="8408" y="45015"/>
                </a:lnTo>
                <a:lnTo>
                  <a:pt x="8408" y="45015"/>
                </a:lnTo>
                <a:lnTo>
                  <a:pt x="8408" y="45015"/>
                </a:lnTo>
                <a:lnTo>
                  <a:pt x="8408" y="45015"/>
                </a:lnTo>
                <a:lnTo>
                  <a:pt x="8408" y="45015"/>
                </a:lnTo>
                <a:lnTo>
                  <a:pt x="8408" y="45015"/>
                </a:lnTo>
                <a:lnTo>
                  <a:pt x="8409" y="45015"/>
                </a:lnTo>
                <a:lnTo>
                  <a:pt x="8409" y="45015"/>
                </a:lnTo>
                <a:lnTo>
                  <a:pt x="8409" y="45015"/>
                </a:lnTo>
                <a:lnTo>
                  <a:pt x="8409" y="45015"/>
                </a:lnTo>
                <a:lnTo>
                  <a:pt x="8409" y="45015"/>
                </a:lnTo>
                <a:lnTo>
                  <a:pt x="8409" y="45015"/>
                </a:lnTo>
                <a:lnTo>
                  <a:pt x="8410" y="45015"/>
                </a:lnTo>
                <a:lnTo>
                  <a:pt x="8410" y="45015"/>
                </a:lnTo>
                <a:lnTo>
                  <a:pt x="8410" y="45015"/>
                </a:lnTo>
                <a:lnTo>
                  <a:pt x="8410" y="45015"/>
                </a:lnTo>
                <a:lnTo>
                  <a:pt x="8410" y="45015"/>
                </a:lnTo>
                <a:lnTo>
                  <a:pt x="8410" y="45015"/>
                </a:lnTo>
                <a:lnTo>
                  <a:pt x="8411" y="45015"/>
                </a:lnTo>
                <a:lnTo>
                  <a:pt x="8411" y="45015"/>
                </a:lnTo>
                <a:lnTo>
                  <a:pt x="8411" y="45015"/>
                </a:lnTo>
                <a:lnTo>
                  <a:pt x="8411" y="45015"/>
                </a:lnTo>
                <a:lnTo>
                  <a:pt x="8411" y="45015"/>
                </a:lnTo>
                <a:lnTo>
                  <a:pt x="8412" y="45015"/>
                </a:lnTo>
                <a:lnTo>
                  <a:pt x="8412" y="45015"/>
                </a:lnTo>
                <a:lnTo>
                  <a:pt x="8412" y="45015"/>
                </a:lnTo>
                <a:lnTo>
                  <a:pt x="8412" y="45015"/>
                </a:lnTo>
                <a:lnTo>
                  <a:pt x="8412" y="45015"/>
                </a:lnTo>
                <a:lnTo>
                  <a:pt x="8412" y="45015"/>
                </a:lnTo>
                <a:lnTo>
                  <a:pt x="8413" y="45015"/>
                </a:lnTo>
                <a:lnTo>
                  <a:pt x="8413" y="45015"/>
                </a:lnTo>
                <a:lnTo>
                  <a:pt x="8413" y="45015"/>
                </a:lnTo>
                <a:lnTo>
                  <a:pt x="8413" y="45015"/>
                </a:lnTo>
                <a:lnTo>
                  <a:pt x="8413" y="45015"/>
                </a:lnTo>
                <a:lnTo>
                  <a:pt x="8413" y="45015"/>
                </a:lnTo>
                <a:lnTo>
                  <a:pt x="8414" y="45015"/>
                </a:lnTo>
                <a:lnTo>
                  <a:pt x="8414" y="45015"/>
                </a:lnTo>
                <a:lnTo>
                  <a:pt x="8414" y="45015"/>
                </a:lnTo>
                <a:lnTo>
                  <a:pt x="8414" y="45015"/>
                </a:lnTo>
                <a:lnTo>
                  <a:pt x="8414" y="45015"/>
                </a:lnTo>
                <a:lnTo>
                  <a:pt x="8414" y="45015"/>
                </a:lnTo>
                <a:lnTo>
                  <a:pt x="8415" y="45015"/>
                </a:lnTo>
                <a:lnTo>
                  <a:pt x="8415" y="45015"/>
                </a:lnTo>
                <a:lnTo>
                  <a:pt x="8415" y="45015"/>
                </a:lnTo>
                <a:lnTo>
                  <a:pt x="8415" y="45015"/>
                </a:lnTo>
                <a:lnTo>
                  <a:pt x="8415" y="45015"/>
                </a:lnTo>
                <a:lnTo>
                  <a:pt x="8415" y="45015"/>
                </a:lnTo>
                <a:lnTo>
                  <a:pt x="8416" y="45015"/>
                </a:lnTo>
                <a:lnTo>
                  <a:pt x="8416" y="45015"/>
                </a:lnTo>
                <a:lnTo>
                  <a:pt x="8416" y="45015"/>
                </a:lnTo>
                <a:lnTo>
                  <a:pt x="8416" y="45015"/>
                </a:lnTo>
                <a:lnTo>
                  <a:pt x="8416" y="45015"/>
                </a:lnTo>
                <a:lnTo>
                  <a:pt x="8417" y="45015"/>
                </a:lnTo>
                <a:lnTo>
                  <a:pt x="8417" y="45015"/>
                </a:lnTo>
                <a:lnTo>
                  <a:pt x="8417" y="45015"/>
                </a:lnTo>
                <a:lnTo>
                  <a:pt x="8417" y="45015"/>
                </a:lnTo>
                <a:lnTo>
                  <a:pt x="8417" y="45015"/>
                </a:lnTo>
                <a:lnTo>
                  <a:pt x="8417" y="45015"/>
                </a:lnTo>
                <a:lnTo>
                  <a:pt x="8418" y="45015"/>
                </a:lnTo>
                <a:lnTo>
                  <a:pt x="8418" y="45015"/>
                </a:lnTo>
                <a:lnTo>
                  <a:pt x="8418" y="45015"/>
                </a:lnTo>
                <a:lnTo>
                  <a:pt x="8418" y="45015"/>
                </a:lnTo>
                <a:lnTo>
                  <a:pt x="8418" y="45015"/>
                </a:lnTo>
                <a:lnTo>
                  <a:pt x="8418" y="45015"/>
                </a:lnTo>
                <a:lnTo>
                  <a:pt x="8419" y="45015"/>
                </a:lnTo>
                <a:lnTo>
                  <a:pt x="8419" y="45015"/>
                </a:lnTo>
                <a:lnTo>
                  <a:pt x="8419" y="45015"/>
                </a:lnTo>
                <a:lnTo>
                  <a:pt x="8419" y="45015"/>
                </a:lnTo>
                <a:lnTo>
                  <a:pt x="8419" y="45015"/>
                </a:lnTo>
                <a:lnTo>
                  <a:pt x="8419" y="45015"/>
                </a:lnTo>
                <a:lnTo>
                  <a:pt x="8420" y="45015"/>
                </a:lnTo>
                <a:lnTo>
                  <a:pt x="8420" y="45015"/>
                </a:lnTo>
                <a:lnTo>
                  <a:pt x="8420" y="45015"/>
                </a:lnTo>
                <a:lnTo>
                  <a:pt x="8420" y="45015"/>
                </a:lnTo>
                <a:lnTo>
                  <a:pt x="8420" y="45015"/>
                </a:lnTo>
                <a:lnTo>
                  <a:pt x="8420" y="45015"/>
                </a:lnTo>
                <a:lnTo>
                  <a:pt x="8421" y="45015"/>
                </a:lnTo>
                <a:lnTo>
                  <a:pt x="8421" y="45015"/>
                </a:lnTo>
                <a:lnTo>
                  <a:pt x="8421" y="45015"/>
                </a:lnTo>
                <a:lnTo>
                  <a:pt x="8421" y="45015"/>
                </a:lnTo>
                <a:lnTo>
                  <a:pt x="8421" y="45015"/>
                </a:lnTo>
                <a:lnTo>
                  <a:pt x="8421" y="45015"/>
                </a:lnTo>
                <a:lnTo>
                  <a:pt x="8422" y="45015"/>
                </a:lnTo>
                <a:lnTo>
                  <a:pt x="8422" y="45015"/>
                </a:lnTo>
                <a:lnTo>
                  <a:pt x="8422" y="45015"/>
                </a:lnTo>
                <a:lnTo>
                  <a:pt x="8422" y="45015"/>
                </a:lnTo>
                <a:lnTo>
                  <a:pt x="8422" y="45015"/>
                </a:lnTo>
                <a:lnTo>
                  <a:pt x="8423" y="45015"/>
                </a:lnTo>
                <a:lnTo>
                  <a:pt x="8423" y="45015"/>
                </a:lnTo>
                <a:lnTo>
                  <a:pt x="8423" y="45015"/>
                </a:lnTo>
                <a:lnTo>
                  <a:pt x="8423" y="45015"/>
                </a:lnTo>
                <a:lnTo>
                  <a:pt x="8423" y="45015"/>
                </a:lnTo>
                <a:lnTo>
                  <a:pt x="8423" y="45015"/>
                </a:lnTo>
                <a:lnTo>
                  <a:pt x="8424" y="45015"/>
                </a:lnTo>
                <a:lnTo>
                  <a:pt x="8424" y="45015"/>
                </a:lnTo>
                <a:lnTo>
                  <a:pt x="8424" y="45015"/>
                </a:lnTo>
                <a:lnTo>
                  <a:pt x="8424" y="45015"/>
                </a:lnTo>
                <a:lnTo>
                  <a:pt x="8424" y="45015"/>
                </a:lnTo>
                <a:lnTo>
                  <a:pt x="8424" y="45015"/>
                </a:lnTo>
                <a:lnTo>
                  <a:pt x="8425" y="45015"/>
                </a:lnTo>
                <a:lnTo>
                  <a:pt x="8425" y="45015"/>
                </a:lnTo>
                <a:lnTo>
                  <a:pt x="8425" y="45015"/>
                </a:lnTo>
                <a:lnTo>
                  <a:pt x="8425" y="45015"/>
                </a:lnTo>
                <a:lnTo>
                  <a:pt x="8425" y="45015"/>
                </a:lnTo>
                <a:lnTo>
                  <a:pt x="8425" y="45015"/>
                </a:lnTo>
                <a:lnTo>
                  <a:pt x="8426" y="45015"/>
                </a:lnTo>
                <a:lnTo>
                  <a:pt x="8426" y="45015"/>
                </a:lnTo>
                <a:lnTo>
                  <a:pt x="8426" y="45015"/>
                </a:lnTo>
                <a:lnTo>
                  <a:pt x="8426" y="45015"/>
                </a:lnTo>
                <a:lnTo>
                  <a:pt x="8426" y="45015"/>
                </a:lnTo>
                <a:lnTo>
                  <a:pt x="8426" y="45015"/>
                </a:lnTo>
                <a:lnTo>
                  <a:pt x="8427" y="45015"/>
                </a:lnTo>
                <a:lnTo>
                  <a:pt x="8427" y="45015"/>
                </a:lnTo>
                <a:lnTo>
                  <a:pt x="8427" y="45015"/>
                </a:lnTo>
                <a:lnTo>
                  <a:pt x="8427" y="45015"/>
                </a:lnTo>
                <a:lnTo>
                  <a:pt x="8427" y="45015"/>
                </a:lnTo>
                <a:lnTo>
                  <a:pt x="8427" y="45015"/>
                </a:lnTo>
                <a:lnTo>
                  <a:pt x="8428" y="45015"/>
                </a:lnTo>
                <a:lnTo>
                  <a:pt x="8428" y="45015"/>
                </a:lnTo>
                <a:lnTo>
                  <a:pt x="8428" y="45015"/>
                </a:lnTo>
                <a:lnTo>
                  <a:pt x="8428" y="45015"/>
                </a:lnTo>
                <a:lnTo>
                  <a:pt x="8428" y="45015"/>
                </a:lnTo>
                <a:lnTo>
                  <a:pt x="8429" y="45015"/>
                </a:lnTo>
                <a:lnTo>
                  <a:pt x="8429" y="45015"/>
                </a:lnTo>
                <a:lnTo>
                  <a:pt x="8429" y="45015"/>
                </a:lnTo>
                <a:lnTo>
                  <a:pt x="8429" y="45015"/>
                </a:lnTo>
                <a:lnTo>
                  <a:pt x="8429" y="45015"/>
                </a:lnTo>
                <a:lnTo>
                  <a:pt x="8429" y="45015"/>
                </a:lnTo>
                <a:lnTo>
                  <a:pt x="8430" y="45015"/>
                </a:lnTo>
                <a:lnTo>
                  <a:pt x="8430" y="45015"/>
                </a:lnTo>
                <a:lnTo>
                  <a:pt x="8430" y="45015"/>
                </a:lnTo>
                <a:lnTo>
                  <a:pt x="8430" y="45015"/>
                </a:lnTo>
                <a:lnTo>
                  <a:pt x="8430" y="45015"/>
                </a:lnTo>
                <a:lnTo>
                  <a:pt x="8430" y="45015"/>
                </a:lnTo>
                <a:lnTo>
                  <a:pt x="8431" y="45015"/>
                </a:lnTo>
                <a:lnTo>
                  <a:pt x="8431" y="45015"/>
                </a:lnTo>
                <a:lnTo>
                  <a:pt x="8431" y="45015"/>
                </a:lnTo>
                <a:lnTo>
                  <a:pt x="8431" y="45015"/>
                </a:lnTo>
                <a:lnTo>
                  <a:pt x="8431" y="45015"/>
                </a:lnTo>
                <a:lnTo>
                  <a:pt x="8431" y="45015"/>
                </a:lnTo>
                <a:lnTo>
                  <a:pt x="8432" y="45015"/>
                </a:lnTo>
                <a:lnTo>
                  <a:pt x="8432" y="45015"/>
                </a:lnTo>
                <a:lnTo>
                  <a:pt x="8432" y="45015"/>
                </a:lnTo>
                <a:lnTo>
                  <a:pt x="8432" y="45015"/>
                </a:lnTo>
                <a:lnTo>
                  <a:pt x="8432" y="45015"/>
                </a:lnTo>
                <a:lnTo>
                  <a:pt x="8432" y="45015"/>
                </a:lnTo>
                <a:lnTo>
                  <a:pt x="8433" y="45015"/>
                </a:lnTo>
                <a:lnTo>
                  <a:pt x="8433" y="45015"/>
                </a:lnTo>
                <a:lnTo>
                  <a:pt x="8433" y="45015"/>
                </a:lnTo>
                <a:lnTo>
                  <a:pt x="8433" y="45015"/>
                </a:lnTo>
                <a:lnTo>
                  <a:pt x="8433" y="45015"/>
                </a:lnTo>
                <a:lnTo>
                  <a:pt x="8433" y="45015"/>
                </a:lnTo>
                <a:lnTo>
                  <a:pt x="8434" y="45015"/>
                </a:lnTo>
                <a:lnTo>
                  <a:pt x="8434" y="45015"/>
                </a:lnTo>
                <a:lnTo>
                  <a:pt x="8434" y="45015"/>
                </a:lnTo>
                <a:lnTo>
                  <a:pt x="8434" y="45015"/>
                </a:lnTo>
                <a:lnTo>
                  <a:pt x="8434" y="45015"/>
                </a:lnTo>
                <a:lnTo>
                  <a:pt x="8435" y="45015"/>
                </a:lnTo>
                <a:lnTo>
                  <a:pt x="8435" y="45015"/>
                </a:lnTo>
                <a:lnTo>
                  <a:pt x="8435" y="45015"/>
                </a:lnTo>
                <a:lnTo>
                  <a:pt x="8435" y="45015"/>
                </a:lnTo>
                <a:lnTo>
                  <a:pt x="8435" y="45015"/>
                </a:lnTo>
                <a:lnTo>
                  <a:pt x="8435" y="45015"/>
                </a:lnTo>
                <a:lnTo>
                  <a:pt x="8436" y="45015"/>
                </a:lnTo>
                <a:lnTo>
                  <a:pt x="8436" y="45015"/>
                </a:lnTo>
                <a:lnTo>
                  <a:pt x="8436" y="45015"/>
                </a:lnTo>
                <a:lnTo>
                  <a:pt x="8436" y="45015"/>
                </a:lnTo>
                <a:lnTo>
                  <a:pt x="8436" y="45015"/>
                </a:lnTo>
                <a:lnTo>
                  <a:pt x="8436" y="45015"/>
                </a:lnTo>
                <a:lnTo>
                  <a:pt x="8437" y="45015"/>
                </a:lnTo>
                <a:lnTo>
                  <a:pt x="8437" y="45015"/>
                </a:lnTo>
                <a:lnTo>
                  <a:pt x="8437" y="45015"/>
                </a:lnTo>
                <a:lnTo>
                  <a:pt x="8437" y="45015"/>
                </a:lnTo>
                <a:lnTo>
                  <a:pt x="8437" y="45015"/>
                </a:lnTo>
                <a:lnTo>
                  <a:pt x="8437" y="45015"/>
                </a:lnTo>
                <a:lnTo>
                  <a:pt x="8438" y="45015"/>
                </a:lnTo>
                <a:lnTo>
                  <a:pt x="8438" y="45015"/>
                </a:lnTo>
                <a:lnTo>
                  <a:pt x="8438" y="45015"/>
                </a:lnTo>
                <a:lnTo>
                  <a:pt x="8438" y="45015"/>
                </a:lnTo>
                <a:lnTo>
                  <a:pt x="8438" y="45015"/>
                </a:lnTo>
                <a:lnTo>
                  <a:pt x="8438" y="45015"/>
                </a:lnTo>
                <a:lnTo>
                  <a:pt x="8439" y="45015"/>
                </a:lnTo>
                <a:lnTo>
                  <a:pt x="8439" y="45015"/>
                </a:lnTo>
                <a:lnTo>
                  <a:pt x="8439" y="45015"/>
                </a:lnTo>
                <a:lnTo>
                  <a:pt x="8439" y="45015"/>
                </a:lnTo>
                <a:lnTo>
                  <a:pt x="8439" y="45015"/>
                </a:lnTo>
                <a:lnTo>
                  <a:pt x="8439" y="45015"/>
                </a:lnTo>
                <a:lnTo>
                  <a:pt x="8440" y="45015"/>
                </a:lnTo>
                <a:lnTo>
                  <a:pt x="8440" y="45015"/>
                </a:lnTo>
                <a:lnTo>
                  <a:pt x="8440" y="45015"/>
                </a:lnTo>
                <a:lnTo>
                  <a:pt x="8440" y="45015"/>
                </a:lnTo>
                <a:lnTo>
                  <a:pt x="8440" y="45015"/>
                </a:lnTo>
                <a:lnTo>
                  <a:pt x="8441" y="45015"/>
                </a:lnTo>
                <a:lnTo>
                  <a:pt x="8441" y="45015"/>
                </a:lnTo>
                <a:lnTo>
                  <a:pt x="8441" y="45015"/>
                </a:lnTo>
                <a:lnTo>
                  <a:pt x="8441" y="45015"/>
                </a:lnTo>
                <a:lnTo>
                  <a:pt x="8441" y="45015"/>
                </a:lnTo>
                <a:lnTo>
                  <a:pt x="8441" y="45015"/>
                </a:lnTo>
                <a:lnTo>
                  <a:pt x="8442" y="45015"/>
                </a:lnTo>
                <a:lnTo>
                  <a:pt x="8442" y="45015"/>
                </a:lnTo>
                <a:lnTo>
                  <a:pt x="8442" y="45015"/>
                </a:lnTo>
                <a:lnTo>
                  <a:pt x="8442" y="45015"/>
                </a:lnTo>
                <a:lnTo>
                  <a:pt x="8442" y="45015"/>
                </a:lnTo>
                <a:lnTo>
                  <a:pt x="8442" y="45015"/>
                </a:lnTo>
                <a:lnTo>
                  <a:pt x="8443" y="45015"/>
                </a:lnTo>
                <a:lnTo>
                  <a:pt x="8443" y="45015"/>
                </a:lnTo>
                <a:lnTo>
                  <a:pt x="8443" y="45015"/>
                </a:lnTo>
                <a:lnTo>
                  <a:pt x="8443" y="45015"/>
                </a:lnTo>
                <a:lnTo>
                  <a:pt x="8443" y="45015"/>
                </a:lnTo>
                <a:lnTo>
                  <a:pt x="8443" y="45015"/>
                </a:lnTo>
                <a:lnTo>
                  <a:pt x="8444" y="45015"/>
                </a:lnTo>
                <a:lnTo>
                  <a:pt x="8444" y="45015"/>
                </a:lnTo>
                <a:lnTo>
                  <a:pt x="8444" y="45015"/>
                </a:lnTo>
                <a:lnTo>
                  <a:pt x="8444" y="45015"/>
                </a:lnTo>
                <a:lnTo>
                  <a:pt x="8444" y="45015"/>
                </a:lnTo>
                <a:lnTo>
                  <a:pt x="8444" y="45015"/>
                </a:lnTo>
                <a:lnTo>
                  <a:pt x="8445" y="45015"/>
                </a:lnTo>
                <a:lnTo>
                  <a:pt x="8445" y="45015"/>
                </a:lnTo>
                <a:lnTo>
                  <a:pt x="8445" y="45015"/>
                </a:lnTo>
                <a:lnTo>
                  <a:pt x="8445" y="45015"/>
                </a:lnTo>
                <a:lnTo>
                  <a:pt x="8445" y="45015"/>
                </a:lnTo>
                <a:lnTo>
                  <a:pt x="8445" y="45015"/>
                </a:lnTo>
                <a:lnTo>
                  <a:pt x="8446" y="45015"/>
                </a:lnTo>
                <a:lnTo>
                  <a:pt x="8446" y="45015"/>
                </a:lnTo>
                <a:lnTo>
                  <a:pt x="8446" y="45015"/>
                </a:lnTo>
                <a:lnTo>
                  <a:pt x="8446" y="45015"/>
                </a:lnTo>
                <a:lnTo>
                  <a:pt x="8446" y="45015"/>
                </a:lnTo>
                <a:lnTo>
                  <a:pt x="8446" y="45015"/>
                </a:lnTo>
                <a:lnTo>
                  <a:pt x="8447" y="45015"/>
                </a:lnTo>
                <a:lnTo>
                  <a:pt x="8447" y="45015"/>
                </a:lnTo>
                <a:lnTo>
                  <a:pt x="8447" y="45015"/>
                </a:lnTo>
                <a:lnTo>
                  <a:pt x="8447" y="45015"/>
                </a:lnTo>
                <a:lnTo>
                  <a:pt x="8447" y="45015"/>
                </a:lnTo>
                <a:lnTo>
                  <a:pt x="8448" y="45015"/>
                </a:lnTo>
                <a:lnTo>
                  <a:pt x="8448" y="45015"/>
                </a:lnTo>
                <a:lnTo>
                  <a:pt x="8448" y="45015"/>
                </a:lnTo>
                <a:lnTo>
                  <a:pt x="8448" y="45015"/>
                </a:lnTo>
                <a:lnTo>
                  <a:pt x="8448" y="45015"/>
                </a:lnTo>
                <a:lnTo>
                  <a:pt x="8448" y="45015"/>
                </a:lnTo>
                <a:lnTo>
                  <a:pt x="8449" y="45015"/>
                </a:lnTo>
                <a:lnTo>
                  <a:pt x="8449" y="45015"/>
                </a:lnTo>
                <a:lnTo>
                  <a:pt x="8449" y="45015"/>
                </a:lnTo>
                <a:lnTo>
                  <a:pt x="8449" y="45015"/>
                </a:lnTo>
                <a:lnTo>
                  <a:pt x="8449" y="45015"/>
                </a:lnTo>
                <a:lnTo>
                  <a:pt x="8449" y="45015"/>
                </a:lnTo>
                <a:lnTo>
                  <a:pt x="8450" y="45015"/>
                </a:lnTo>
                <a:lnTo>
                  <a:pt x="8450" y="45015"/>
                </a:lnTo>
                <a:lnTo>
                  <a:pt x="8450" y="45015"/>
                </a:lnTo>
                <a:lnTo>
                  <a:pt x="8450" y="45015"/>
                </a:lnTo>
                <a:lnTo>
                  <a:pt x="8450" y="45015"/>
                </a:lnTo>
                <a:lnTo>
                  <a:pt x="8450" y="45015"/>
                </a:lnTo>
                <a:lnTo>
                  <a:pt x="8451" y="45015"/>
                </a:lnTo>
                <a:lnTo>
                  <a:pt x="8451" y="45015"/>
                </a:lnTo>
                <a:lnTo>
                  <a:pt x="8451" y="45015"/>
                </a:lnTo>
                <a:lnTo>
                  <a:pt x="8451" y="45015"/>
                </a:lnTo>
                <a:lnTo>
                  <a:pt x="8451" y="45015"/>
                </a:lnTo>
                <a:lnTo>
                  <a:pt x="8451" y="45015"/>
                </a:lnTo>
                <a:lnTo>
                  <a:pt x="8452" y="45015"/>
                </a:lnTo>
                <a:lnTo>
                  <a:pt x="8452" y="45015"/>
                </a:lnTo>
                <a:lnTo>
                  <a:pt x="8452" y="45015"/>
                </a:lnTo>
                <a:lnTo>
                  <a:pt x="8452" y="45015"/>
                </a:lnTo>
                <a:lnTo>
                  <a:pt x="8452" y="45015"/>
                </a:lnTo>
                <a:lnTo>
                  <a:pt x="8452" y="45015"/>
                </a:lnTo>
                <a:lnTo>
                  <a:pt x="8453" y="45015"/>
                </a:lnTo>
                <a:lnTo>
                  <a:pt x="8453" y="45015"/>
                </a:lnTo>
                <a:lnTo>
                  <a:pt x="8453" y="45015"/>
                </a:lnTo>
                <a:lnTo>
                  <a:pt x="8453" y="45015"/>
                </a:lnTo>
                <a:lnTo>
                  <a:pt x="8453" y="45015"/>
                </a:lnTo>
                <a:lnTo>
                  <a:pt x="8453" y="45015"/>
                </a:lnTo>
                <a:lnTo>
                  <a:pt x="8454" y="45015"/>
                </a:lnTo>
                <a:lnTo>
                  <a:pt x="8454" y="45015"/>
                </a:lnTo>
                <a:lnTo>
                  <a:pt x="8454" y="45015"/>
                </a:lnTo>
                <a:lnTo>
                  <a:pt x="8454" y="45015"/>
                </a:lnTo>
                <a:lnTo>
                  <a:pt x="8454" y="45015"/>
                </a:lnTo>
                <a:lnTo>
                  <a:pt x="8454" y="45015"/>
                </a:lnTo>
                <a:lnTo>
                  <a:pt x="8455" y="45015"/>
                </a:lnTo>
                <a:lnTo>
                  <a:pt x="8455" y="45015"/>
                </a:lnTo>
                <a:lnTo>
                  <a:pt x="8455" y="45015"/>
                </a:lnTo>
                <a:lnTo>
                  <a:pt x="8455" y="45015"/>
                </a:lnTo>
                <a:lnTo>
                  <a:pt x="8455" y="45015"/>
                </a:lnTo>
                <a:lnTo>
                  <a:pt x="8456" y="45015"/>
                </a:lnTo>
                <a:lnTo>
                  <a:pt x="8456" y="45015"/>
                </a:lnTo>
                <a:lnTo>
                  <a:pt x="8456" y="45015"/>
                </a:lnTo>
                <a:lnTo>
                  <a:pt x="8456" y="45015"/>
                </a:lnTo>
                <a:lnTo>
                  <a:pt x="8456" y="45015"/>
                </a:lnTo>
                <a:lnTo>
                  <a:pt x="8456" y="45015"/>
                </a:lnTo>
                <a:lnTo>
                  <a:pt x="8457" y="45015"/>
                </a:lnTo>
                <a:lnTo>
                  <a:pt x="8457" y="45015"/>
                </a:lnTo>
                <a:lnTo>
                  <a:pt x="8457" y="45015"/>
                </a:lnTo>
                <a:lnTo>
                  <a:pt x="8457" y="45015"/>
                </a:lnTo>
                <a:lnTo>
                  <a:pt x="8457" y="45015"/>
                </a:lnTo>
                <a:lnTo>
                  <a:pt x="8457" y="45015"/>
                </a:lnTo>
                <a:lnTo>
                  <a:pt x="8458" y="45015"/>
                </a:lnTo>
                <a:lnTo>
                  <a:pt x="8458" y="45015"/>
                </a:lnTo>
                <a:lnTo>
                  <a:pt x="8458" y="45015"/>
                </a:lnTo>
                <a:lnTo>
                  <a:pt x="8458" y="45015"/>
                </a:lnTo>
                <a:lnTo>
                  <a:pt x="8458" y="45015"/>
                </a:lnTo>
                <a:lnTo>
                  <a:pt x="8458" y="45015"/>
                </a:lnTo>
                <a:lnTo>
                  <a:pt x="8459" y="45015"/>
                </a:lnTo>
                <a:lnTo>
                  <a:pt x="8459" y="45015"/>
                </a:lnTo>
                <a:lnTo>
                  <a:pt x="8459" y="45015"/>
                </a:lnTo>
                <a:lnTo>
                  <a:pt x="8459" y="45015"/>
                </a:lnTo>
                <a:lnTo>
                  <a:pt x="8459" y="45015"/>
                </a:lnTo>
                <a:lnTo>
                  <a:pt x="8459" y="45015"/>
                </a:lnTo>
                <a:lnTo>
                  <a:pt x="8460" y="45015"/>
                </a:lnTo>
                <a:lnTo>
                  <a:pt x="8460" y="45015"/>
                </a:lnTo>
                <a:lnTo>
                  <a:pt x="8460" y="45015"/>
                </a:lnTo>
                <a:lnTo>
                  <a:pt x="8460" y="45015"/>
                </a:lnTo>
                <a:lnTo>
                  <a:pt x="8460" y="45015"/>
                </a:lnTo>
                <a:lnTo>
                  <a:pt x="8460" y="45015"/>
                </a:lnTo>
                <a:lnTo>
                  <a:pt x="8461" y="45015"/>
                </a:lnTo>
                <a:lnTo>
                  <a:pt x="8461" y="45015"/>
                </a:lnTo>
                <a:lnTo>
                  <a:pt x="8461" y="45015"/>
                </a:lnTo>
                <a:lnTo>
                  <a:pt x="8461" y="45015"/>
                </a:lnTo>
                <a:lnTo>
                  <a:pt x="8461" y="45015"/>
                </a:lnTo>
                <a:lnTo>
                  <a:pt x="8461" y="45015"/>
                </a:lnTo>
                <a:lnTo>
                  <a:pt x="8462" y="45015"/>
                </a:lnTo>
                <a:lnTo>
                  <a:pt x="8462" y="45015"/>
                </a:lnTo>
                <a:lnTo>
                  <a:pt x="8462" y="45015"/>
                </a:lnTo>
                <a:lnTo>
                  <a:pt x="8462" y="45015"/>
                </a:lnTo>
                <a:lnTo>
                  <a:pt x="8462" y="45015"/>
                </a:lnTo>
                <a:lnTo>
                  <a:pt x="8462" y="45015"/>
                </a:lnTo>
                <a:lnTo>
                  <a:pt x="8463" y="45015"/>
                </a:lnTo>
                <a:lnTo>
                  <a:pt x="8463" y="45015"/>
                </a:lnTo>
                <a:lnTo>
                  <a:pt x="8463" y="45015"/>
                </a:lnTo>
                <a:lnTo>
                  <a:pt x="8463" y="45015"/>
                </a:lnTo>
                <a:lnTo>
                  <a:pt x="8463" y="45015"/>
                </a:lnTo>
                <a:lnTo>
                  <a:pt x="8464" y="45015"/>
                </a:lnTo>
                <a:lnTo>
                  <a:pt x="8464" y="45015"/>
                </a:lnTo>
                <a:lnTo>
                  <a:pt x="8464" y="45015"/>
                </a:lnTo>
                <a:lnTo>
                  <a:pt x="8464" y="45015"/>
                </a:lnTo>
                <a:lnTo>
                  <a:pt x="8464" y="45015"/>
                </a:lnTo>
                <a:lnTo>
                  <a:pt x="8464" y="45015"/>
                </a:lnTo>
                <a:lnTo>
                  <a:pt x="8465" y="45015"/>
                </a:lnTo>
                <a:lnTo>
                  <a:pt x="8465" y="45015"/>
                </a:lnTo>
                <a:lnTo>
                  <a:pt x="8465" y="45015"/>
                </a:lnTo>
                <a:lnTo>
                  <a:pt x="8465" y="45015"/>
                </a:lnTo>
                <a:lnTo>
                  <a:pt x="8465" y="45015"/>
                </a:lnTo>
                <a:lnTo>
                  <a:pt x="8465" y="45015"/>
                </a:lnTo>
                <a:lnTo>
                  <a:pt x="8466" y="45015"/>
                </a:lnTo>
                <a:lnTo>
                  <a:pt x="8466" y="45015"/>
                </a:lnTo>
                <a:lnTo>
                  <a:pt x="8466" y="45015"/>
                </a:lnTo>
                <a:lnTo>
                  <a:pt x="8466" y="45015"/>
                </a:lnTo>
                <a:lnTo>
                  <a:pt x="8466" y="45015"/>
                </a:lnTo>
                <a:lnTo>
                  <a:pt x="8466" y="45015"/>
                </a:lnTo>
                <a:lnTo>
                  <a:pt x="8467" y="45015"/>
                </a:lnTo>
                <a:lnTo>
                  <a:pt x="8467" y="45015"/>
                </a:lnTo>
                <a:lnTo>
                  <a:pt x="8467" y="45015"/>
                </a:lnTo>
                <a:lnTo>
                  <a:pt x="8467" y="45015"/>
                </a:lnTo>
                <a:lnTo>
                  <a:pt x="8467" y="45015"/>
                </a:lnTo>
                <a:lnTo>
                  <a:pt x="8467" y="45015"/>
                </a:lnTo>
                <a:lnTo>
                  <a:pt x="8468" y="45015"/>
                </a:lnTo>
                <a:lnTo>
                  <a:pt x="8468" y="45015"/>
                </a:lnTo>
                <a:lnTo>
                  <a:pt x="8468" y="45015"/>
                </a:lnTo>
                <a:lnTo>
                  <a:pt x="8468" y="45015"/>
                </a:lnTo>
                <a:lnTo>
                  <a:pt x="8468" y="45015"/>
                </a:lnTo>
                <a:lnTo>
                  <a:pt x="8468" y="45015"/>
                </a:lnTo>
                <a:lnTo>
                  <a:pt x="8469" y="45015"/>
                </a:lnTo>
                <a:lnTo>
                  <a:pt x="8469" y="45015"/>
                </a:lnTo>
                <a:lnTo>
                  <a:pt x="8469" y="45015"/>
                </a:lnTo>
                <a:lnTo>
                  <a:pt x="8469" y="45015"/>
                </a:lnTo>
                <a:lnTo>
                  <a:pt x="8469" y="45015"/>
                </a:lnTo>
                <a:lnTo>
                  <a:pt x="8469" y="45015"/>
                </a:lnTo>
                <a:lnTo>
                  <a:pt x="8470" y="45015"/>
                </a:lnTo>
                <a:lnTo>
                  <a:pt x="8470" y="45015"/>
                </a:lnTo>
                <a:lnTo>
                  <a:pt x="8470" y="45015"/>
                </a:lnTo>
                <a:lnTo>
                  <a:pt x="8470" y="45015"/>
                </a:lnTo>
                <a:lnTo>
                  <a:pt x="8470" y="45015"/>
                </a:lnTo>
                <a:lnTo>
                  <a:pt x="8470" y="45015"/>
                </a:lnTo>
                <a:lnTo>
                  <a:pt x="8471" y="45015"/>
                </a:lnTo>
                <a:lnTo>
                  <a:pt x="8471" y="45015"/>
                </a:lnTo>
                <a:lnTo>
                  <a:pt x="8471" y="45015"/>
                </a:lnTo>
                <a:lnTo>
                  <a:pt x="8471" y="45015"/>
                </a:lnTo>
                <a:lnTo>
                  <a:pt x="8471" y="45015"/>
                </a:lnTo>
                <a:lnTo>
                  <a:pt x="8472" y="45015"/>
                </a:lnTo>
                <a:lnTo>
                  <a:pt x="8472" y="45015"/>
                </a:lnTo>
                <a:lnTo>
                  <a:pt x="8472" y="45015"/>
                </a:lnTo>
                <a:lnTo>
                  <a:pt x="8472" y="45015"/>
                </a:lnTo>
                <a:lnTo>
                  <a:pt x="8472" y="45015"/>
                </a:lnTo>
                <a:lnTo>
                  <a:pt x="8472" y="45015"/>
                </a:lnTo>
                <a:lnTo>
                  <a:pt x="8473" y="45015"/>
                </a:lnTo>
                <a:lnTo>
                  <a:pt x="8473" y="45015"/>
                </a:lnTo>
                <a:lnTo>
                  <a:pt x="8473" y="45015"/>
                </a:lnTo>
                <a:lnTo>
                  <a:pt x="8473" y="45015"/>
                </a:lnTo>
                <a:lnTo>
                  <a:pt x="8473" y="45015"/>
                </a:lnTo>
                <a:lnTo>
                  <a:pt x="8473" y="45015"/>
                </a:lnTo>
                <a:lnTo>
                  <a:pt x="8474" y="45015"/>
                </a:lnTo>
                <a:lnTo>
                  <a:pt x="8474" y="45015"/>
                </a:lnTo>
                <a:lnTo>
                  <a:pt x="8474" y="45015"/>
                </a:lnTo>
                <a:lnTo>
                  <a:pt x="8474" y="45015"/>
                </a:lnTo>
                <a:lnTo>
                  <a:pt x="8474" y="45015"/>
                </a:lnTo>
                <a:lnTo>
                  <a:pt x="8474" y="45015"/>
                </a:lnTo>
                <a:lnTo>
                  <a:pt x="8475" y="45015"/>
                </a:lnTo>
                <a:lnTo>
                  <a:pt x="8475" y="45015"/>
                </a:lnTo>
                <a:lnTo>
                  <a:pt x="8475" y="45015"/>
                </a:lnTo>
                <a:lnTo>
                  <a:pt x="8475" y="45015"/>
                </a:lnTo>
                <a:lnTo>
                  <a:pt x="8475" y="45015"/>
                </a:lnTo>
                <a:lnTo>
                  <a:pt x="8475" y="45015"/>
                </a:lnTo>
                <a:lnTo>
                  <a:pt x="8476" y="45015"/>
                </a:lnTo>
                <a:lnTo>
                  <a:pt x="8476" y="45015"/>
                </a:lnTo>
                <a:lnTo>
                  <a:pt x="8476" y="45015"/>
                </a:lnTo>
                <a:lnTo>
                  <a:pt x="8476" y="45015"/>
                </a:lnTo>
                <a:lnTo>
                  <a:pt x="8476" y="45015"/>
                </a:lnTo>
                <a:lnTo>
                  <a:pt x="8476" y="45015"/>
                </a:lnTo>
                <a:lnTo>
                  <a:pt x="8477" y="45015"/>
                </a:lnTo>
                <a:lnTo>
                  <a:pt x="8477" y="45015"/>
                </a:lnTo>
                <a:lnTo>
                  <a:pt x="8477" y="45015"/>
                </a:lnTo>
                <a:lnTo>
                  <a:pt x="8477" y="45015"/>
                </a:lnTo>
                <a:lnTo>
                  <a:pt x="8477" y="45015"/>
                </a:lnTo>
                <a:lnTo>
                  <a:pt x="8477" y="45015"/>
                </a:lnTo>
                <a:lnTo>
                  <a:pt x="8478" y="45015"/>
                </a:lnTo>
                <a:lnTo>
                  <a:pt x="8478" y="45015"/>
                </a:lnTo>
                <a:lnTo>
                  <a:pt x="8478" y="45015"/>
                </a:lnTo>
                <a:lnTo>
                  <a:pt x="8478" y="45015"/>
                </a:lnTo>
                <a:lnTo>
                  <a:pt x="8478" y="45015"/>
                </a:lnTo>
                <a:lnTo>
                  <a:pt x="8478" y="45015"/>
                </a:lnTo>
                <a:lnTo>
                  <a:pt x="8479" y="45015"/>
                </a:lnTo>
                <a:lnTo>
                  <a:pt x="8479" y="45015"/>
                </a:lnTo>
                <a:lnTo>
                  <a:pt x="8479" y="45015"/>
                </a:lnTo>
                <a:lnTo>
                  <a:pt x="8479" y="45015"/>
                </a:lnTo>
                <a:lnTo>
                  <a:pt x="8479" y="45015"/>
                </a:lnTo>
                <a:lnTo>
                  <a:pt x="8479" y="45015"/>
                </a:lnTo>
                <a:lnTo>
                  <a:pt x="8480" y="45015"/>
                </a:lnTo>
                <a:lnTo>
                  <a:pt x="8480" y="45015"/>
                </a:lnTo>
                <a:lnTo>
                  <a:pt x="8480" y="45015"/>
                </a:lnTo>
                <a:lnTo>
                  <a:pt x="8480" y="45015"/>
                </a:lnTo>
                <a:lnTo>
                  <a:pt x="8480" y="45015"/>
                </a:lnTo>
                <a:lnTo>
                  <a:pt x="8480" y="45015"/>
                </a:lnTo>
                <a:lnTo>
                  <a:pt x="8481" y="45015"/>
                </a:lnTo>
                <a:lnTo>
                  <a:pt x="8481" y="45015"/>
                </a:lnTo>
                <a:lnTo>
                  <a:pt x="8481" y="45015"/>
                </a:lnTo>
                <a:lnTo>
                  <a:pt x="8481" y="45015"/>
                </a:lnTo>
                <a:lnTo>
                  <a:pt x="8481" y="45015"/>
                </a:lnTo>
                <a:lnTo>
                  <a:pt x="8482" y="45015"/>
                </a:lnTo>
                <a:lnTo>
                  <a:pt x="8482" y="45015"/>
                </a:lnTo>
                <a:lnTo>
                  <a:pt x="8482" y="45015"/>
                </a:lnTo>
                <a:lnTo>
                  <a:pt x="8482" y="45015"/>
                </a:lnTo>
                <a:lnTo>
                  <a:pt x="8482" y="45015"/>
                </a:lnTo>
                <a:lnTo>
                  <a:pt x="8482" y="45015"/>
                </a:lnTo>
                <a:lnTo>
                  <a:pt x="8483" y="45015"/>
                </a:lnTo>
                <a:lnTo>
                  <a:pt x="8483" y="45015"/>
                </a:lnTo>
                <a:lnTo>
                  <a:pt x="8483" y="45015"/>
                </a:lnTo>
                <a:lnTo>
                  <a:pt x="8483" y="45015"/>
                </a:lnTo>
                <a:lnTo>
                  <a:pt x="8483" y="45015"/>
                </a:lnTo>
                <a:lnTo>
                  <a:pt x="8483" y="45015"/>
                </a:lnTo>
                <a:lnTo>
                  <a:pt x="8484" y="45015"/>
                </a:lnTo>
                <a:lnTo>
                  <a:pt x="8484" y="45015"/>
                </a:lnTo>
                <a:lnTo>
                  <a:pt x="8484" y="45015"/>
                </a:lnTo>
                <a:lnTo>
                  <a:pt x="8484" y="45015"/>
                </a:lnTo>
                <a:lnTo>
                  <a:pt x="8484" y="45015"/>
                </a:lnTo>
                <a:lnTo>
                  <a:pt x="8484" y="45015"/>
                </a:lnTo>
                <a:lnTo>
                  <a:pt x="8485" y="45015"/>
                </a:lnTo>
                <a:lnTo>
                  <a:pt x="8485" y="45015"/>
                </a:lnTo>
                <a:lnTo>
                  <a:pt x="8485" y="45015"/>
                </a:lnTo>
                <a:lnTo>
                  <a:pt x="8485" y="45015"/>
                </a:lnTo>
                <a:lnTo>
                  <a:pt x="8485" y="45015"/>
                </a:lnTo>
                <a:lnTo>
                  <a:pt x="8485" y="45015"/>
                </a:lnTo>
                <a:lnTo>
                  <a:pt x="8486" y="45015"/>
                </a:lnTo>
                <a:lnTo>
                  <a:pt x="8486" y="45015"/>
                </a:lnTo>
                <a:lnTo>
                  <a:pt x="8486" y="45015"/>
                </a:lnTo>
                <a:lnTo>
                  <a:pt x="8486" y="45015"/>
                </a:lnTo>
                <a:lnTo>
                  <a:pt x="8486" y="45015"/>
                </a:lnTo>
                <a:lnTo>
                  <a:pt x="8486" y="45015"/>
                </a:lnTo>
                <a:lnTo>
                  <a:pt x="8487" y="45015"/>
                </a:lnTo>
                <a:lnTo>
                  <a:pt x="8487" y="45015"/>
                </a:lnTo>
                <a:lnTo>
                  <a:pt x="8487" y="45015"/>
                </a:lnTo>
                <a:lnTo>
                  <a:pt x="8487" y="45015"/>
                </a:lnTo>
                <a:lnTo>
                  <a:pt x="8487" y="45015"/>
                </a:lnTo>
                <a:lnTo>
                  <a:pt x="8487" y="45015"/>
                </a:lnTo>
                <a:lnTo>
                  <a:pt x="8488" y="45015"/>
                </a:lnTo>
                <a:lnTo>
                  <a:pt x="8488" y="45015"/>
                </a:lnTo>
                <a:lnTo>
                  <a:pt x="8488" y="45015"/>
                </a:lnTo>
                <a:lnTo>
                  <a:pt x="8488" y="45015"/>
                </a:lnTo>
                <a:lnTo>
                  <a:pt x="8488" y="45015"/>
                </a:lnTo>
                <a:lnTo>
                  <a:pt x="8488" y="45015"/>
                </a:lnTo>
                <a:lnTo>
                  <a:pt x="8489" y="45015"/>
                </a:lnTo>
                <a:lnTo>
                  <a:pt x="8489" y="45015"/>
                </a:lnTo>
                <a:lnTo>
                  <a:pt x="8489" y="45015"/>
                </a:lnTo>
                <a:lnTo>
                  <a:pt x="8489" y="45015"/>
                </a:lnTo>
                <a:lnTo>
                  <a:pt x="8489" y="45015"/>
                </a:lnTo>
                <a:lnTo>
                  <a:pt x="8489" y="45015"/>
                </a:lnTo>
                <a:lnTo>
                  <a:pt x="8490" y="45015"/>
                </a:lnTo>
                <a:lnTo>
                  <a:pt x="8490" y="45015"/>
                </a:lnTo>
                <a:lnTo>
                  <a:pt x="8490" y="45015"/>
                </a:lnTo>
                <a:lnTo>
                  <a:pt x="8490" y="45015"/>
                </a:lnTo>
                <a:lnTo>
                  <a:pt x="8490" y="45015"/>
                </a:lnTo>
                <a:lnTo>
                  <a:pt x="8490" y="45015"/>
                </a:lnTo>
                <a:lnTo>
                  <a:pt x="8491" y="45015"/>
                </a:lnTo>
                <a:lnTo>
                  <a:pt x="8491" y="45015"/>
                </a:lnTo>
                <a:lnTo>
                  <a:pt x="8491" y="45015"/>
                </a:lnTo>
                <a:lnTo>
                  <a:pt x="8491" y="45015"/>
                </a:lnTo>
                <a:lnTo>
                  <a:pt x="8491" y="45015"/>
                </a:lnTo>
                <a:lnTo>
                  <a:pt x="8491" y="45015"/>
                </a:lnTo>
                <a:lnTo>
                  <a:pt x="8492" y="45015"/>
                </a:lnTo>
                <a:lnTo>
                  <a:pt x="8492" y="45015"/>
                </a:lnTo>
                <a:lnTo>
                  <a:pt x="8492" y="45015"/>
                </a:lnTo>
                <a:lnTo>
                  <a:pt x="8492" y="45015"/>
                </a:lnTo>
                <a:lnTo>
                  <a:pt x="8492" y="45015"/>
                </a:lnTo>
                <a:lnTo>
                  <a:pt x="8493" y="45015"/>
                </a:lnTo>
                <a:lnTo>
                  <a:pt x="8493" y="45015"/>
                </a:lnTo>
                <a:lnTo>
                  <a:pt x="8493" y="45015"/>
                </a:lnTo>
                <a:lnTo>
                  <a:pt x="8493" y="45015"/>
                </a:lnTo>
                <a:lnTo>
                  <a:pt x="8493" y="45015"/>
                </a:lnTo>
                <a:lnTo>
                  <a:pt x="8493" y="45015"/>
                </a:lnTo>
                <a:lnTo>
                  <a:pt x="8494" y="45015"/>
                </a:lnTo>
                <a:lnTo>
                  <a:pt x="8494" y="45015"/>
                </a:lnTo>
                <a:lnTo>
                  <a:pt x="8494" y="45015"/>
                </a:lnTo>
                <a:lnTo>
                  <a:pt x="8494" y="45015"/>
                </a:lnTo>
                <a:lnTo>
                  <a:pt x="8494" y="45015"/>
                </a:lnTo>
                <a:lnTo>
                  <a:pt x="8494" y="45015"/>
                </a:lnTo>
                <a:lnTo>
                  <a:pt x="8495" y="45015"/>
                </a:lnTo>
                <a:lnTo>
                  <a:pt x="8495" y="45015"/>
                </a:lnTo>
                <a:lnTo>
                  <a:pt x="8495" y="45015"/>
                </a:lnTo>
                <a:lnTo>
                  <a:pt x="8495" y="45015"/>
                </a:lnTo>
                <a:lnTo>
                  <a:pt x="8495" y="45015"/>
                </a:lnTo>
                <a:lnTo>
                  <a:pt x="8495" y="45015"/>
                </a:lnTo>
                <a:lnTo>
                  <a:pt x="8496" y="45015"/>
                </a:lnTo>
                <a:lnTo>
                  <a:pt x="8496" y="45015"/>
                </a:lnTo>
                <a:lnTo>
                  <a:pt x="8496" y="45015"/>
                </a:lnTo>
                <a:lnTo>
                  <a:pt x="8496" y="45015"/>
                </a:lnTo>
                <a:lnTo>
                  <a:pt x="8496" y="45015"/>
                </a:lnTo>
                <a:lnTo>
                  <a:pt x="8496" y="45015"/>
                </a:lnTo>
                <a:lnTo>
                  <a:pt x="8497" y="45015"/>
                </a:lnTo>
                <a:lnTo>
                  <a:pt x="8497" y="45015"/>
                </a:lnTo>
                <a:lnTo>
                  <a:pt x="8497" y="45015"/>
                </a:lnTo>
                <a:lnTo>
                  <a:pt x="8497" y="45015"/>
                </a:lnTo>
                <a:lnTo>
                  <a:pt x="8497" y="45015"/>
                </a:lnTo>
                <a:lnTo>
                  <a:pt x="8497" y="45015"/>
                </a:lnTo>
                <a:lnTo>
                  <a:pt x="8498" y="45015"/>
                </a:lnTo>
                <a:lnTo>
                  <a:pt x="8498" y="45015"/>
                </a:lnTo>
                <a:lnTo>
                  <a:pt x="8498" y="45015"/>
                </a:lnTo>
                <a:lnTo>
                  <a:pt x="8498" y="45015"/>
                </a:lnTo>
                <a:lnTo>
                  <a:pt x="8498" y="45015"/>
                </a:lnTo>
                <a:lnTo>
                  <a:pt x="8498" y="45015"/>
                </a:lnTo>
                <a:lnTo>
                  <a:pt x="8499" y="45015"/>
                </a:lnTo>
                <a:lnTo>
                  <a:pt x="8499" y="45015"/>
                </a:lnTo>
                <a:lnTo>
                  <a:pt x="8499" y="45015"/>
                </a:lnTo>
                <a:lnTo>
                  <a:pt x="8499" y="45015"/>
                </a:lnTo>
                <a:lnTo>
                  <a:pt x="8499" y="45015"/>
                </a:lnTo>
                <a:lnTo>
                  <a:pt x="8499" y="45015"/>
                </a:lnTo>
                <a:lnTo>
                  <a:pt x="8500" y="45015"/>
                </a:lnTo>
                <a:lnTo>
                  <a:pt x="8500" y="45015"/>
                </a:lnTo>
                <a:lnTo>
                  <a:pt x="8500" y="45015"/>
                </a:lnTo>
                <a:lnTo>
                  <a:pt x="8500" y="45015"/>
                </a:lnTo>
                <a:lnTo>
                  <a:pt x="8500" y="45015"/>
                </a:lnTo>
                <a:lnTo>
                  <a:pt x="8500" y="45015"/>
                </a:lnTo>
                <a:lnTo>
                  <a:pt x="8501" y="45015"/>
                </a:lnTo>
                <a:lnTo>
                  <a:pt x="8501" y="45015"/>
                </a:lnTo>
                <a:lnTo>
                  <a:pt x="8501" y="45015"/>
                </a:lnTo>
                <a:lnTo>
                  <a:pt x="8501" y="45015"/>
                </a:lnTo>
                <a:lnTo>
                  <a:pt x="8501" y="45015"/>
                </a:lnTo>
                <a:lnTo>
                  <a:pt x="8501" y="45015"/>
                </a:lnTo>
                <a:lnTo>
                  <a:pt x="8502" y="45015"/>
                </a:lnTo>
                <a:lnTo>
                  <a:pt x="8502" y="45015"/>
                </a:lnTo>
                <a:lnTo>
                  <a:pt x="8502" y="45015"/>
                </a:lnTo>
                <a:lnTo>
                  <a:pt x="8502" y="45015"/>
                </a:lnTo>
                <a:lnTo>
                  <a:pt x="8502" y="45015"/>
                </a:lnTo>
                <a:lnTo>
                  <a:pt x="8502" y="45015"/>
                </a:lnTo>
                <a:lnTo>
                  <a:pt x="8503" y="45015"/>
                </a:lnTo>
                <a:lnTo>
                  <a:pt x="8503" y="45015"/>
                </a:lnTo>
                <a:lnTo>
                  <a:pt x="8503" y="45015"/>
                </a:lnTo>
                <a:lnTo>
                  <a:pt x="8503" y="45015"/>
                </a:lnTo>
                <a:lnTo>
                  <a:pt x="8503" y="45015"/>
                </a:lnTo>
                <a:lnTo>
                  <a:pt x="8503" y="45015"/>
                </a:lnTo>
                <a:lnTo>
                  <a:pt x="8504" y="45015"/>
                </a:lnTo>
                <a:lnTo>
                  <a:pt x="8504" y="45015"/>
                </a:lnTo>
                <a:lnTo>
                  <a:pt x="8504" y="45015"/>
                </a:lnTo>
                <a:lnTo>
                  <a:pt x="8504" y="45015"/>
                </a:lnTo>
                <a:lnTo>
                  <a:pt x="8504" y="45015"/>
                </a:lnTo>
                <a:lnTo>
                  <a:pt x="8504" y="45015"/>
                </a:lnTo>
                <a:lnTo>
                  <a:pt x="8505" y="45015"/>
                </a:lnTo>
                <a:lnTo>
                  <a:pt x="8505" y="45015"/>
                </a:lnTo>
                <a:lnTo>
                  <a:pt x="8505" y="45015"/>
                </a:lnTo>
                <a:lnTo>
                  <a:pt x="8505" y="45015"/>
                </a:lnTo>
                <a:lnTo>
                  <a:pt x="8505" y="45015"/>
                </a:lnTo>
                <a:lnTo>
                  <a:pt x="8506" y="45015"/>
                </a:lnTo>
                <a:lnTo>
                  <a:pt x="8506" y="45015"/>
                </a:lnTo>
                <a:lnTo>
                  <a:pt x="8506" y="45015"/>
                </a:lnTo>
                <a:lnTo>
                  <a:pt x="8506" y="45015"/>
                </a:lnTo>
                <a:lnTo>
                  <a:pt x="8506" y="45015"/>
                </a:lnTo>
                <a:lnTo>
                  <a:pt x="8506" y="45015"/>
                </a:lnTo>
                <a:lnTo>
                  <a:pt x="8507" y="45015"/>
                </a:lnTo>
                <a:lnTo>
                  <a:pt x="8507" y="45015"/>
                </a:lnTo>
                <a:lnTo>
                  <a:pt x="8507" y="45015"/>
                </a:lnTo>
                <a:lnTo>
                  <a:pt x="8507" y="45015"/>
                </a:lnTo>
                <a:lnTo>
                  <a:pt x="8507" y="45015"/>
                </a:lnTo>
                <a:lnTo>
                  <a:pt x="8507" y="45015"/>
                </a:lnTo>
                <a:lnTo>
                  <a:pt x="8508" y="45015"/>
                </a:lnTo>
                <a:lnTo>
                  <a:pt x="8508" y="45015"/>
                </a:lnTo>
                <a:lnTo>
                  <a:pt x="8508" y="45015"/>
                </a:lnTo>
                <a:lnTo>
                  <a:pt x="8508" y="45015"/>
                </a:lnTo>
                <a:lnTo>
                  <a:pt x="8508" y="45015"/>
                </a:lnTo>
                <a:lnTo>
                  <a:pt x="8508" y="45015"/>
                </a:lnTo>
                <a:lnTo>
                  <a:pt x="8509" y="45015"/>
                </a:lnTo>
                <a:lnTo>
                  <a:pt x="8509" y="45015"/>
                </a:lnTo>
                <a:lnTo>
                  <a:pt x="8509" y="45015"/>
                </a:lnTo>
                <a:lnTo>
                  <a:pt x="8509" y="45015"/>
                </a:lnTo>
                <a:lnTo>
                  <a:pt x="8509" y="45015"/>
                </a:lnTo>
                <a:lnTo>
                  <a:pt x="8509" y="45015"/>
                </a:lnTo>
                <a:lnTo>
                  <a:pt x="8510" y="45015"/>
                </a:lnTo>
                <a:lnTo>
                  <a:pt x="8510" y="45015"/>
                </a:lnTo>
                <a:lnTo>
                  <a:pt x="8510" y="45015"/>
                </a:lnTo>
                <a:lnTo>
                  <a:pt x="8510" y="45015"/>
                </a:lnTo>
                <a:lnTo>
                  <a:pt x="8510" y="45015"/>
                </a:lnTo>
                <a:lnTo>
                  <a:pt x="8510" y="45015"/>
                </a:lnTo>
                <a:lnTo>
                  <a:pt x="8511" y="45015"/>
                </a:lnTo>
                <a:lnTo>
                  <a:pt x="8511" y="45015"/>
                </a:lnTo>
                <a:lnTo>
                  <a:pt x="8511" y="45015"/>
                </a:lnTo>
                <a:lnTo>
                  <a:pt x="8511" y="45015"/>
                </a:lnTo>
                <a:lnTo>
                  <a:pt x="8511" y="45015"/>
                </a:lnTo>
                <a:lnTo>
                  <a:pt x="8511" y="45015"/>
                </a:lnTo>
                <a:lnTo>
                  <a:pt x="8512" y="45015"/>
                </a:lnTo>
                <a:lnTo>
                  <a:pt x="8512" y="45015"/>
                </a:lnTo>
                <a:lnTo>
                  <a:pt x="8512" y="45015"/>
                </a:lnTo>
                <a:lnTo>
                  <a:pt x="8512" y="45015"/>
                </a:lnTo>
                <a:lnTo>
                  <a:pt x="8512" y="45015"/>
                </a:lnTo>
                <a:lnTo>
                  <a:pt x="8512" y="45015"/>
                </a:lnTo>
                <a:lnTo>
                  <a:pt x="8513" y="45015"/>
                </a:lnTo>
                <a:lnTo>
                  <a:pt x="8513" y="45015"/>
                </a:lnTo>
                <a:lnTo>
                  <a:pt x="8513" y="45015"/>
                </a:lnTo>
                <a:lnTo>
                  <a:pt x="8513" y="45015"/>
                </a:lnTo>
                <a:lnTo>
                  <a:pt x="8513" y="45015"/>
                </a:lnTo>
                <a:lnTo>
                  <a:pt x="8513" y="45015"/>
                </a:lnTo>
                <a:lnTo>
                  <a:pt x="8514" y="45015"/>
                </a:lnTo>
                <a:lnTo>
                  <a:pt x="8514" y="45015"/>
                </a:lnTo>
                <a:lnTo>
                  <a:pt x="8514" y="45015"/>
                </a:lnTo>
                <a:lnTo>
                  <a:pt x="8514" y="45015"/>
                </a:lnTo>
                <a:lnTo>
                  <a:pt x="8514" y="45015"/>
                </a:lnTo>
                <a:lnTo>
                  <a:pt x="8514" y="45015"/>
                </a:lnTo>
                <a:lnTo>
                  <a:pt x="8515" y="45015"/>
                </a:lnTo>
                <a:lnTo>
                  <a:pt x="8515" y="45015"/>
                </a:lnTo>
                <a:lnTo>
                  <a:pt x="8515" y="45015"/>
                </a:lnTo>
                <a:lnTo>
                  <a:pt x="8515" y="45015"/>
                </a:lnTo>
                <a:lnTo>
                  <a:pt x="8515" y="45015"/>
                </a:lnTo>
                <a:lnTo>
                  <a:pt x="8515" y="45015"/>
                </a:lnTo>
                <a:lnTo>
                  <a:pt x="8516" y="45015"/>
                </a:lnTo>
                <a:lnTo>
                  <a:pt x="8516" y="45015"/>
                </a:lnTo>
                <a:lnTo>
                  <a:pt x="8516" y="45015"/>
                </a:lnTo>
                <a:lnTo>
                  <a:pt x="8516" y="45015"/>
                </a:lnTo>
                <a:lnTo>
                  <a:pt x="8516" y="45015"/>
                </a:lnTo>
                <a:lnTo>
                  <a:pt x="8516" y="45015"/>
                </a:lnTo>
                <a:lnTo>
                  <a:pt x="8517" y="45015"/>
                </a:lnTo>
                <a:lnTo>
                  <a:pt x="8517" y="45015"/>
                </a:lnTo>
                <a:lnTo>
                  <a:pt x="8517" y="45015"/>
                </a:lnTo>
                <a:lnTo>
                  <a:pt x="8517" y="45015"/>
                </a:lnTo>
                <a:lnTo>
                  <a:pt x="8517" y="45015"/>
                </a:lnTo>
                <a:lnTo>
                  <a:pt x="8517" y="45015"/>
                </a:lnTo>
                <a:lnTo>
                  <a:pt x="8518" y="45015"/>
                </a:lnTo>
                <a:lnTo>
                  <a:pt x="8518" y="45015"/>
                </a:lnTo>
                <a:lnTo>
                  <a:pt x="8518" y="45015"/>
                </a:lnTo>
                <a:lnTo>
                  <a:pt x="8518" y="45015"/>
                </a:lnTo>
                <a:lnTo>
                  <a:pt x="8518" y="45015"/>
                </a:lnTo>
                <a:lnTo>
                  <a:pt x="8518" y="45015"/>
                </a:lnTo>
                <a:lnTo>
                  <a:pt x="8519" y="45015"/>
                </a:lnTo>
                <a:lnTo>
                  <a:pt x="8519" y="45015"/>
                </a:lnTo>
                <a:lnTo>
                  <a:pt x="8519" y="45015"/>
                </a:lnTo>
                <a:lnTo>
                  <a:pt x="8519" y="45015"/>
                </a:lnTo>
                <a:lnTo>
                  <a:pt x="8519" y="45015"/>
                </a:lnTo>
                <a:lnTo>
                  <a:pt x="8519" y="45015"/>
                </a:lnTo>
                <a:lnTo>
                  <a:pt x="8520" y="45015"/>
                </a:lnTo>
                <a:lnTo>
                  <a:pt x="8520" y="45015"/>
                </a:lnTo>
                <a:lnTo>
                  <a:pt x="8520" y="45015"/>
                </a:lnTo>
                <a:lnTo>
                  <a:pt x="8520" y="45015"/>
                </a:lnTo>
                <a:lnTo>
                  <a:pt x="8520" y="45015"/>
                </a:lnTo>
                <a:lnTo>
                  <a:pt x="8520" y="45015"/>
                </a:lnTo>
                <a:lnTo>
                  <a:pt x="8521" y="45015"/>
                </a:lnTo>
                <a:lnTo>
                  <a:pt x="8521" y="45015"/>
                </a:lnTo>
                <a:lnTo>
                  <a:pt x="8521" y="45015"/>
                </a:lnTo>
                <a:lnTo>
                  <a:pt x="8521" y="45015"/>
                </a:lnTo>
                <a:lnTo>
                  <a:pt x="8521" y="45015"/>
                </a:lnTo>
                <a:lnTo>
                  <a:pt x="8521" y="45015"/>
                </a:lnTo>
                <a:lnTo>
                  <a:pt x="8522" y="45015"/>
                </a:lnTo>
                <a:lnTo>
                  <a:pt x="8522" y="45015"/>
                </a:lnTo>
                <a:lnTo>
                  <a:pt x="8522" y="45015"/>
                </a:lnTo>
                <a:lnTo>
                  <a:pt x="8522" y="45015"/>
                </a:lnTo>
                <a:lnTo>
                  <a:pt x="8522" y="45015"/>
                </a:lnTo>
                <a:lnTo>
                  <a:pt x="8522" y="45015"/>
                </a:lnTo>
                <a:lnTo>
                  <a:pt x="8523" y="45015"/>
                </a:lnTo>
                <a:lnTo>
                  <a:pt x="8523" y="45015"/>
                </a:lnTo>
                <a:lnTo>
                  <a:pt x="8523" y="45015"/>
                </a:lnTo>
                <a:lnTo>
                  <a:pt x="8523" y="45015"/>
                </a:lnTo>
                <a:lnTo>
                  <a:pt x="8523" y="45015"/>
                </a:lnTo>
                <a:lnTo>
                  <a:pt x="8523" y="45015"/>
                </a:lnTo>
                <a:lnTo>
                  <a:pt x="8524" y="45015"/>
                </a:lnTo>
                <a:lnTo>
                  <a:pt x="8524" y="45015"/>
                </a:lnTo>
                <a:lnTo>
                  <a:pt x="8524" y="45015"/>
                </a:lnTo>
                <a:lnTo>
                  <a:pt x="8524" y="45015"/>
                </a:lnTo>
                <a:lnTo>
                  <a:pt x="8524" y="45015"/>
                </a:lnTo>
                <a:lnTo>
                  <a:pt x="8525" y="45015"/>
                </a:lnTo>
                <a:lnTo>
                  <a:pt x="8525" y="45015"/>
                </a:lnTo>
                <a:lnTo>
                  <a:pt x="8525" y="45015"/>
                </a:lnTo>
                <a:lnTo>
                  <a:pt x="8525" y="45015"/>
                </a:lnTo>
                <a:lnTo>
                  <a:pt x="8525" y="45015"/>
                </a:lnTo>
                <a:lnTo>
                  <a:pt x="8525" y="45015"/>
                </a:lnTo>
                <a:lnTo>
                  <a:pt x="8526" y="45015"/>
                </a:lnTo>
                <a:lnTo>
                  <a:pt x="8526" y="45015"/>
                </a:lnTo>
                <a:lnTo>
                  <a:pt x="8526" y="45015"/>
                </a:lnTo>
                <a:lnTo>
                  <a:pt x="8526" y="45015"/>
                </a:lnTo>
                <a:lnTo>
                  <a:pt x="8526" y="45015"/>
                </a:lnTo>
                <a:lnTo>
                  <a:pt x="8526" y="45015"/>
                </a:lnTo>
                <a:lnTo>
                  <a:pt x="8527" y="45015"/>
                </a:lnTo>
                <a:lnTo>
                  <a:pt x="8527" y="45015"/>
                </a:lnTo>
                <a:lnTo>
                  <a:pt x="8527" y="45015"/>
                </a:lnTo>
                <a:lnTo>
                  <a:pt x="8527" y="45015"/>
                </a:lnTo>
                <a:lnTo>
                  <a:pt x="8527" y="45015"/>
                </a:lnTo>
                <a:lnTo>
                  <a:pt x="8527" y="45015"/>
                </a:lnTo>
                <a:lnTo>
                  <a:pt x="8528" y="45015"/>
                </a:lnTo>
                <a:lnTo>
                  <a:pt x="8528" y="45015"/>
                </a:lnTo>
                <a:lnTo>
                  <a:pt x="8528" y="45015"/>
                </a:lnTo>
                <a:lnTo>
                  <a:pt x="8528" y="45015"/>
                </a:lnTo>
                <a:lnTo>
                  <a:pt x="8528" y="45015"/>
                </a:lnTo>
                <a:lnTo>
                  <a:pt x="8528" y="45015"/>
                </a:lnTo>
                <a:lnTo>
                  <a:pt x="8529" y="45015"/>
                </a:lnTo>
                <a:lnTo>
                  <a:pt x="8529" y="45015"/>
                </a:lnTo>
                <a:lnTo>
                  <a:pt x="8529" y="45015"/>
                </a:lnTo>
                <a:lnTo>
                  <a:pt x="8529" y="45015"/>
                </a:lnTo>
                <a:lnTo>
                  <a:pt x="8529" y="45015"/>
                </a:lnTo>
                <a:lnTo>
                  <a:pt x="8529" y="45015"/>
                </a:lnTo>
                <a:lnTo>
                  <a:pt x="8530" y="45015"/>
                </a:lnTo>
                <a:lnTo>
                  <a:pt x="8530" y="45015"/>
                </a:lnTo>
                <a:lnTo>
                  <a:pt x="8530" y="45015"/>
                </a:lnTo>
                <a:lnTo>
                  <a:pt x="8530" y="45015"/>
                </a:lnTo>
                <a:lnTo>
                  <a:pt x="8530" y="45015"/>
                </a:lnTo>
                <a:lnTo>
                  <a:pt x="8530" y="45015"/>
                </a:lnTo>
                <a:lnTo>
                  <a:pt x="8531" y="45015"/>
                </a:lnTo>
                <a:lnTo>
                  <a:pt x="8531" y="45015"/>
                </a:lnTo>
                <a:lnTo>
                  <a:pt x="8531" y="45015"/>
                </a:lnTo>
                <a:lnTo>
                  <a:pt x="8531" y="45015"/>
                </a:lnTo>
                <a:lnTo>
                  <a:pt x="8531" y="45015"/>
                </a:lnTo>
                <a:lnTo>
                  <a:pt x="8531" y="45015"/>
                </a:lnTo>
                <a:lnTo>
                  <a:pt x="8532" y="45015"/>
                </a:lnTo>
                <a:lnTo>
                  <a:pt x="8532" y="45015"/>
                </a:lnTo>
                <a:lnTo>
                  <a:pt x="8532" y="45015"/>
                </a:lnTo>
                <a:lnTo>
                  <a:pt x="8532" y="45015"/>
                </a:lnTo>
                <a:lnTo>
                  <a:pt x="8532" y="45015"/>
                </a:lnTo>
                <a:lnTo>
                  <a:pt x="8532" y="45015"/>
                </a:lnTo>
                <a:lnTo>
                  <a:pt x="8533" y="45015"/>
                </a:lnTo>
                <a:lnTo>
                  <a:pt x="8533" y="45015"/>
                </a:lnTo>
                <a:lnTo>
                  <a:pt x="8533" y="45015"/>
                </a:lnTo>
                <a:lnTo>
                  <a:pt x="8533" y="45015"/>
                </a:lnTo>
                <a:lnTo>
                  <a:pt x="8533" y="45015"/>
                </a:lnTo>
                <a:lnTo>
                  <a:pt x="8533" y="45015"/>
                </a:lnTo>
                <a:lnTo>
                  <a:pt x="8534" y="45015"/>
                </a:lnTo>
                <a:lnTo>
                  <a:pt x="8534" y="45015"/>
                </a:lnTo>
                <a:lnTo>
                  <a:pt x="8534" y="45015"/>
                </a:lnTo>
                <a:lnTo>
                  <a:pt x="8534" y="45015"/>
                </a:lnTo>
                <a:lnTo>
                  <a:pt x="8534" y="45015"/>
                </a:lnTo>
                <a:lnTo>
                  <a:pt x="8534" y="45015"/>
                </a:lnTo>
                <a:lnTo>
                  <a:pt x="8535" y="45015"/>
                </a:lnTo>
                <a:lnTo>
                  <a:pt x="8535" y="45015"/>
                </a:lnTo>
                <a:lnTo>
                  <a:pt x="8535" y="45015"/>
                </a:lnTo>
                <a:lnTo>
                  <a:pt x="8535" y="45015"/>
                </a:lnTo>
                <a:lnTo>
                  <a:pt x="8535" y="45015"/>
                </a:lnTo>
                <a:lnTo>
                  <a:pt x="8535" y="45015"/>
                </a:lnTo>
                <a:lnTo>
                  <a:pt x="8536" y="45015"/>
                </a:lnTo>
                <a:lnTo>
                  <a:pt x="8536" y="45015"/>
                </a:lnTo>
                <a:lnTo>
                  <a:pt x="8536" y="45015"/>
                </a:lnTo>
                <a:lnTo>
                  <a:pt x="8536" y="45015"/>
                </a:lnTo>
                <a:lnTo>
                  <a:pt x="8536" y="45015"/>
                </a:lnTo>
                <a:lnTo>
                  <a:pt x="8536" y="45015"/>
                </a:lnTo>
                <a:lnTo>
                  <a:pt x="8537" y="45015"/>
                </a:lnTo>
                <a:lnTo>
                  <a:pt x="8537" y="45015"/>
                </a:lnTo>
                <a:lnTo>
                  <a:pt x="8537" y="45015"/>
                </a:lnTo>
                <a:lnTo>
                  <a:pt x="8537" y="45015"/>
                </a:lnTo>
                <a:lnTo>
                  <a:pt x="8537" y="45015"/>
                </a:lnTo>
                <a:lnTo>
                  <a:pt x="8537" y="45015"/>
                </a:lnTo>
                <a:lnTo>
                  <a:pt x="8538" y="45015"/>
                </a:lnTo>
                <a:lnTo>
                  <a:pt x="8538" y="45015"/>
                </a:lnTo>
                <a:lnTo>
                  <a:pt x="8538" y="45015"/>
                </a:lnTo>
                <a:lnTo>
                  <a:pt x="8538" y="45015"/>
                </a:lnTo>
                <a:lnTo>
                  <a:pt x="8538" y="45015"/>
                </a:lnTo>
                <a:lnTo>
                  <a:pt x="8538" y="45015"/>
                </a:lnTo>
                <a:lnTo>
                  <a:pt x="8539" y="45015"/>
                </a:lnTo>
                <a:lnTo>
                  <a:pt x="8539" y="45015"/>
                </a:lnTo>
                <a:lnTo>
                  <a:pt x="8539" y="45015"/>
                </a:lnTo>
                <a:lnTo>
                  <a:pt x="8539" y="45015"/>
                </a:lnTo>
                <a:lnTo>
                  <a:pt x="8539" y="45015"/>
                </a:lnTo>
                <a:lnTo>
                  <a:pt x="8539" y="45015"/>
                </a:lnTo>
                <a:lnTo>
                  <a:pt x="8540" y="45015"/>
                </a:lnTo>
                <a:lnTo>
                  <a:pt x="8540" y="45015"/>
                </a:lnTo>
                <a:lnTo>
                  <a:pt x="8540" y="45015"/>
                </a:lnTo>
                <a:lnTo>
                  <a:pt x="8540" y="45015"/>
                </a:lnTo>
                <a:lnTo>
                  <a:pt x="8540" y="45015"/>
                </a:lnTo>
                <a:lnTo>
                  <a:pt x="8540" y="45015"/>
                </a:lnTo>
                <a:lnTo>
                  <a:pt x="8541" y="45015"/>
                </a:lnTo>
                <a:lnTo>
                  <a:pt x="8541" y="45015"/>
                </a:lnTo>
                <a:lnTo>
                  <a:pt x="8541" y="45015"/>
                </a:lnTo>
                <a:lnTo>
                  <a:pt x="8541" y="45015"/>
                </a:lnTo>
                <a:lnTo>
                  <a:pt x="8541" y="45015"/>
                </a:lnTo>
                <a:lnTo>
                  <a:pt x="8541" y="45015"/>
                </a:lnTo>
                <a:lnTo>
                  <a:pt x="8542" y="45015"/>
                </a:lnTo>
                <a:lnTo>
                  <a:pt x="8542" y="45015"/>
                </a:lnTo>
                <a:lnTo>
                  <a:pt x="8542" y="45015"/>
                </a:lnTo>
                <a:lnTo>
                  <a:pt x="8542" y="45015"/>
                </a:lnTo>
                <a:lnTo>
                  <a:pt x="8542" y="45015"/>
                </a:lnTo>
                <a:lnTo>
                  <a:pt x="8542" y="45015"/>
                </a:lnTo>
                <a:lnTo>
                  <a:pt x="8543" y="45015"/>
                </a:lnTo>
                <a:lnTo>
                  <a:pt x="8543" y="45015"/>
                </a:lnTo>
                <a:lnTo>
                  <a:pt x="8543" y="45015"/>
                </a:lnTo>
                <a:lnTo>
                  <a:pt x="8543" y="45015"/>
                </a:lnTo>
                <a:lnTo>
                  <a:pt x="8543" y="45015"/>
                </a:lnTo>
                <a:lnTo>
                  <a:pt x="8543" y="45015"/>
                </a:lnTo>
                <a:lnTo>
                  <a:pt x="8544" y="45015"/>
                </a:lnTo>
                <a:lnTo>
                  <a:pt x="8544" y="45015"/>
                </a:lnTo>
                <a:lnTo>
                  <a:pt x="8544" y="45015"/>
                </a:lnTo>
                <a:lnTo>
                  <a:pt x="8544" y="45015"/>
                </a:lnTo>
                <a:lnTo>
                  <a:pt x="8544" y="45015"/>
                </a:lnTo>
                <a:lnTo>
                  <a:pt x="8544" y="45015"/>
                </a:lnTo>
                <a:lnTo>
                  <a:pt x="8545" y="45015"/>
                </a:lnTo>
                <a:lnTo>
                  <a:pt x="8545" y="45015"/>
                </a:lnTo>
                <a:lnTo>
                  <a:pt x="8545" y="45015"/>
                </a:lnTo>
                <a:lnTo>
                  <a:pt x="8545" y="45015"/>
                </a:lnTo>
                <a:lnTo>
                  <a:pt x="8545" y="45015"/>
                </a:lnTo>
                <a:lnTo>
                  <a:pt x="8545" y="45015"/>
                </a:lnTo>
                <a:lnTo>
                  <a:pt x="8546" y="45015"/>
                </a:lnTo>
                <a:lnTo>
                  <a:pt x="8546" y="45015"/>
                </a:lnTo>
                <a:lnTo>
                  <a:pt x="8546" y="45015"/>
                </a:lnTo>
                <a:lnTo>
                  <a:pt x="8546" y="45015"/>
                </a:lnTo>
                <a:lnTo>
                  <a:pt x="8546" y="45015"/>
                </a:lnTo>
                <a:lnTo>
                  <a:pt x="8546" y="45015"/>
                </a:lnTo>
                <a:lnTo>
                  <a:pt x="8547" y="45015"/>
                </a:lnTo>
                <a:lnTo>
                  <a:pt x="8547" y="45015"/>
                </a:lnTo>
                <a:lnTo>
                  <a:pt x="8547" y="45015"/>
                </a:lnTo>
                <a:lnTo>
                  <a:pt x="8547" y="45015"/>
                </a:lnTo>
                <a:lnTo>
                  <a:pt x="8547" y="45015"/>
                </a:lnTo>
                <a:lnTo>
                  <a:pt x="8547" y="45015"/>
                </a:lnTo>
                <a:lnTo>
                  <a:pt x="8548" y="45015"/>
                </a:lnTo>
                <a:lnTo>
                  <a:pt x="8548" y="45015"/>
                </a:lnTo>
                <a:lnTo>
                  <a:pt x="8548" y="45015"/>
                </a:lnTo>
                <a:lnTo>
                  <a:pt x="8548" y="45015"/>
                </a:lnTo>
                <a:lnTo>
                  <a:pt x="8548" y="45015"/>
                </a:lnTo>
                <a:lnTo>
                  <a:pt x="8548" y="45015"/>
                </a:lnTo>
                <a:lnTo>
                  <a:pt x="8549" y="45015"/>
                </a:lnTo>
                <a:lnTo>
                  <a:pt x="8549" y="45015"/>
                </a:lnTo>
                <a:lnTo>
                  <a:pt x="8549" y="45015"/>
                </a:lnTo>
                <a:lnTo>
                  <a:pt x="8549" y="45015"/>
                </a:lnTo>
                <a:lnTo>
                  <a:pt x="8549" y="45015"/>
                </a:lnTo>
                <a:lnTo>
                  <a:pt x="8549" y="45015"/>
                </a:lnTo>
                <a:lnTo>
                  <a:pt x="8550" y="45015"/>
                </a:lnTo>
                <a:lnTo>
                  <a:pt x="8550" y="45015"/>
                </a:lnTo>
                <a:lnTo>
                  <a:pt x="8550" y="45015"/>
                </a:lnTo>
                <a:lnTo>
                  <a:pt x="8550" y="45015"/>
                </a:lnTo>
                <a:lnTo>
                  <a:pt x="8550" y="45015"/>
                </a:lnTo>
                <a:lnTo>
                  <a:pt x="8550" y="45015"/>
                </a:lnTo>
                <a:lnTo>
                  <a:pt x="8551" y="45015"/>
                </a:lnTo>
                <a:lnTo>
                  <a:pt x="8551" y="45015"/>
                </a:lnTo>
                <a:lnTo>
                  <a:pt x="8551" y="45015"/>
                </a:lnTo>
                <a:lnTo>
                  <a:pt x="8551" y="45015"/>
                </a:lnTo>
                <a:lnTo>
                  <a:pt x="8551" y="45015"/>
                </a:lnTo>
                <a:lnTo>
                  <a:pt x="8551" y="45015"/>
                </a:lnTo>
                <a:lnTo>
                  <a:pt x="8552" y="45015"/>
                </a:lnTo>
                <a:lnTo>
                  <a:pt x="8552" y="45015"/>
                </a:lnTo>
                <a:lnTo>
                  <a:pt x="8552" y="45015"/>
                </a:lnTo>
                <a:lnTo>
                  <a:pt x="8552" y="45015"/>
                </a:lnTo>
                <a:lnTo>
                  <a:pt x="8552" y="45015"/>
                </a:lnTo>
                <a:lnTo>
                  <a:pt x="8552" y="45015"/>
                </a:lnTo>
                <a:lnTo>
                  <a:pt x="8553" y="45015"/>
                </a:lnTo>
                <a:lnTo>
                  <a:pt x="8553" y="45015"/>
                </a:lnTo>
                <a:lnTo>
                  <a:pt x="8553" y="45015"/>
                </a:lnTo>
                <a:lnTo>
                  <a:pt x="8553" y="45015"/>
                </a:lnTo>
                <a:lnTo>
                  <a:pt x="8553" y="45015"/>
                </a:lnTo>
                <a:lnTo>
                  <a:pt x="8553" y="45015"/>
                </a:lnTo>
                <a:lnTo>
                  <a:pt x="8554" y="45015"/>
                </a:lnTo>
                <a:lnTo>
                  <a:pt x="8554" y="45015"/>
                </a:lnTo>
                <a:lnTo>
                  <a:pt x="8554" y="45015"/>
                </a:lnTo>
                <a:lnTo>
                  <a:pt x="8554" y="45015"/>
                </a:lnTo>
                <a:lnTo>
                  <a:pt x="8554" y="45015"/>
                </a:lnTo>
                <a:lnTo>
                  <a:pt x="8554" y="45015"/>
                </a:lnTo>
                <a:lnTo>
                  <a:pt x="8555" y="45015"/>
                </a:lnTo>
                <a:lnTo>
                  <a:pt x="8555" y="45015"/>
                </a:lnTo>
                <a:lnTo>
                  <a:pt x="8555" y="45015"/>
                </a:lnTo>
                <a:lnTo>
                  <a:pt x="8555" y="45015"/>
                </a:lnTo>
                <a:lnTo>
                  <a:pt x="8555" y="45015"/>
                </a:lnTo>
                <a:lnTo>
                  <a:pt x="8555" y="45015"/>
                </a:lnTo>
                <a:lnTo>
                  <a:pt x="8556" y="45015"/>
                </a:lnTo>
                <a:lnTo>
                  <a:pt x="8556" y="45015"/>
                </a:lnTo>
                <a:lnTo>
                  <a:pt x="8556" y="45015"/>
                </a:lnTo>
                <a:lnTo>
                  <a:pt x="8556" y="45015"/>
                </a:lnTo>
                <a:lnTo>
                  <a:pt x="8556" y="45015"/>
                </a:lnTo>
                <a:lnTo>
                  <a:pt x="8556" y="45015"/>
                </a:lnTo>
                <a:lnTo>
                  <a:pt x="8557" y="45015"/>
                </a:lnTo>
                <a:lnTo>
                  <a:pt x="8557" y="45015"/>
                </a:lnTo>
                <a:lnTo>
                  <a:pt x="8557" y="45015"/>
                </a:lnTo>
                <a:lnTo>
                  <a:pt x="8557" y="45015"/>
                </a:lnTo>
                <a:lnTo>
                  <a:pt x="8557" y="45015"/>
                </a:lnTo>
                <a:lnTo>
                  <a:pt x="8557" y="45015"/>
                </a:lnTo>
                <a:lnTo>
                  <a:pt x="8558" y="45015"/>
                </a:lnTo>
                <a:lnTo>
                  <a:pt x="8558" y="45015"/>
                </a:lnTo>
                <a:lnTo>
                  <a:pt x="8558" y="45015"/>
                </a:lnTo>
                <a:lnTo>
                  <a:pt x="8558" y="45015"/>
                </a:lnTo>
                <a:lnTo>
                  <a:pt x="8558" y="45015"/>
                </a:lnTo>
                <a:lnTo>
                  <a:pt x="8558" y="45015"/>
                </a:lnTo>
                <a:lnTo>
                  <a:pt x="8559" y="45015"/>
                </a:lnTo>
                <a:lnTo>
                  <a:pt x="8559" y="45015"/>
                </a:lnTo>
                <a:lnTo>
                  <a:pt x="8559" y="45015"/>
                </a:lnTo>
                <a:lnTo>
                  <a:pt x="8559" y="45015"/>
                </a:lnTo>
                <a:lnTo>
                  <a:pt x="8559" y="45015"/>
                </a:lnTo>
                <a:lnTo>
                  <a:pt x="8559" y="45015"/>
                </a:lnTo>
                <a:lnTo>
                  <a:pt x="8560" y="45015"/>
                </a:lnTo>
                <a:lnTo>
                  <a:pt x="8560" y="45015"/>
                </a:lnTo>
                <a:lnTo>
                  <a:pt x="8560" y="45015"/>
                </a:lnTo>
                <a:lnTo>
                  <a:pt x="8560" y="45015"/>
                </a:lnTo>
                <a:lnTo>
                  <a:pt x="8560" y="45015"/>
                </a:lnTo>
                <a:lnTo>
                  <a:pt x="8560" y="45015"/>
                </a:lnTo>
                <a:lnTo>
                  <a:pt x="8561" y="45015"/>
                </a:lnTo>
                <a:lnTo>
                  <a:pt x="8561" y="45015"/>
                </a:lnTo>
                <a:lnTo>
                  <a:pt x="8561" y="45015"/>
                </a:lnTo>
                <a:lnTo>
                  <a:pt x="8561" y="45015"/>
                </a:lnTo>
                <a:lnTo>
                  <a:pt x="8561" y="45015"/>
                </a:lnTo>
                <a:lnTo>
                  <a:pt x="8561" y="45015"/>
                </a:lnTo>
                <a:lnTo>
                  <a:pt x="8562" y="45015"/>
                </a:lnTo>
                <a:lnTo>
                  <a:pt x="8562" y="45015"/>
                </a:lnTo>
                <a:lnTo>
                  <a:pt x="8562" y="45015"/>
                </a:lnTo>
                <a:lnTo>
                  <a:pt x="8562" y="45015"/>
                </a:lnTo>
                <a:lnTo>
                  <a:pt x="8562" y="45015"/>
                </a:lnTo>
                <a:lnTo>
                  <a:pt x="8562" y="45015"/>
                </a:lnTo>
                <a:lnTo>
                  <a:pt x="8563" y="45015"/>
                </a:lnTo>
                <a:lnTo>
                  <a:pt x="8563" y="45015"/>
                </a:lnTo>
                <a:lnTo>
                  <a:pt x="8563" y="45015"/>
                </a:lnTo>
                <a:lnTo>
                  <a:pt x="8563" y="45015"/>
                </a:lnTo>
                <a:lnTo>
                  <a:pt x="8563" y="45015"/>
                </a:lnTo>
                <a:lnTo>
                  <a:pt x="8563" y="45015"/>
                </a:lnTo>
                <a:lnTo>
                  <a:pt x="8564" y="45015"/>
                </a:lnTo>
                <a:lnTo>
                  <a:pt x="8564" y="45015"/>
                </a:lnTo>
                <a:lnTo>
                  <a:pt x="8564" y="45015"/>
                </a:lnTo>
                <a:lnTo>
                  <a:pt x="8564" y="45015"/>
                </a:lnTo>
                <a:lnTo>
                  <a:pt x="8564" y="45015"/>
                </a:lnTo>
                <a:lnTo>
                  <a:pt x="8564" y="45015"/>
                </a:lnTo>
                <a:lnTo>
                  <a:pt x="8565" y="45015"/>
                </a:lnTo>
                <a:lnTo>
                  <a:pt x="8565" y="45015"/>
                </a:lnTo>
                <a:lnTo>
                  <a:pt x="8565" y="45015"/>
                </a:lnTo>
                <a:lnTo>
                  <a:pt x="8565" y="45015"/>
                </a:lnTo>
                <a:lnTo>
                  <a:pt x="8565" y="45015"/>
                </a:lnTo>
                <a:lnTo>
                  <a:pt x="8565" y="45015"/>
                </a:lnTo>
                <a:lnTo>
                  <a:pt x="8566" y="45015"/>
                </a:lnTo>
                <a:lnTo>
                  <a:pt x="8566" y="45015"/>
                </a:lnTo>
                <a:lnTo>
                  <a:pt x="8566" y="45015"/>
                </a:lnTo>
                <a:lnTo>
                  <a:pt x="8566" y="45015"/>
                </a:lnTo>
                <a:lnTo>
                  <a:pt x="8566" y="45015"/>
                </a:lnTo>
                <a:lnTo>
                  <a:pt x="8566" y="45015"/>
                </a:lnTo>
                <a:lnTo>
                  <a:pt x="8567" y="45015"/>
                </a:lnTo>
                <a:lnTo>
                  <a:pt x="8567" y="45015"/>
                </a:lnTo>
                <a:lnTo>
                  <a:pt x="8567" y="45015"/>
                </a:lnTo>
                <a:lnTo>
                  <a:pt x="8567" y="45015"/>
                </a:lnTo>
                <a:lnTo>
                  <a:pt x="8567" y="45015"/>
                </a:lnTo>
                <a:lnTo>
                  <a:pt x="8567" y="45015"/>
                </a:lnTo>
                <a:lnTo>
                  <a:pt x="8568" y="45015"/>
                </a:lnTo>
                <a:lnTo>
                  <a:pt x="8568" y="45015"/>
                </a:lnTo>
                <a:lnTo>
                  <a:pt x="8568" y="45015"/>
                </a:lnTo>
                <a:lnTo>
                  <a:pt x="8568" y="45015"/>
                </a:lnTo>
                <a:lnTo>
                  <a:pt x="8568" y="45015"/>
                </a:lnTo>
                <a:lnTo>
                  <a:pt x="8568" y="45015"/>
                </a:lnTo>
                <a:lnTo>
                  <a:pt x="8569" y="45015"/>
                </a:lnTo>
                <a:lnTo>
                  <a:pt x="8569" y="45015"/>
                </a:lnTo>
                <a:lnTo>
                  <a:pt x="8569" y="45015"/>
                </a:lnTo>
                <a:lnTo>
                  <a:pt x="8569" y="45015"/>
                </a:lnTo>
                <a:lnTo>
                  <a:pt x="8569" y="45015"/>
                </a:lnTo>
                <a:lnTo>
                  <a:pt x="8569" y="45015"/>
                </a:lnTo>
                <a:lnTo>
                  <a:pt x="8570" y="45015"/>
                </a:lnTo>
                <a:lnTo>
                  <a:pt x="8570" y="45015"/>
                </a:lnTo>
                <a:lnTo>
                  <a:pt x="8570" y="45015"/>
                </a:lnTo>
                <a:lnTo>
                  <a:pt x="8570" y="45015"/>
                </a:lnTo>
                <a:lnTo>
                  <a:pt x="8570" y="45015"/>
                </a:lnTo>
                <a:lnTo>
                  <a:pt x="8570" y="45015"/>
                </a:lnTo>
                <a:lnTo>
                  <a:pt x="8571" y="45015"/>
                </a:lnTo>
                <a:lnTo>
                  <a:pt x="8571" y="45015"/>
                </a:lnTo>
                <a:lnTo>
                  <a:pt x="8571" y="45015"/>
                </a:lnTo>
                <a:lnTo>
                  <a:pt x="8571" y="45015"/>
                </a:lnTo>
                <a:lnTo>
                  <a:pt x="8571" y="45015"/>
                </a:lnTo>
                <a:lnTo>
                  <a:pt x="8571" y="45015"/>
                </a:lnTo>
                <a:lnTo>
                  <a:pt x="8572" y="45015"/>
                </a:lnTo>
                <a:lnTo>
                  <a:pt x="8572" y="45015"/>
                </a:lnTo>
                <a:lnTo>
                  <a:pt x="8572" y="45015"/>
                </a:lnTo>
                <a:lnTo>
                  <a:pt x="8572" y="45015"/>
                </a:lnTo>
                <a:lnTo>
                  <a:pt x="8572" y="45015"/>
                </a:lnTo>
                <a:lnTo>
                  <a:pt x="8572" y="45015"/>
                </a:lnTo>
                <a:lnTo>
                  <a:pt x="8573" y="45015"/>
                </a:lnTo>
                <a:lnTo>
                  <a:pt x="8573" y="45015"/>
                </a:lnTo>
                <a:lnTo>
                  <a:pt x="8573" y="45015"/>
                </a:lnTo>
                <a:lnTo>
                  <a:pt x="8573" y="45015"/>
                </a:lnTo>
                <a:lnTo>
                  <a:pt x="8573" y="45015"/>
                </a:lnTo>
                <a:lnTo>
                  <a:pt x="8573" y="45015"/>
                </a:lnTo>
                <a:lnTo>
                  <a:pt x="8574" y="45015"/>
                </a:lnTo>
                <a:lnTo>
                  <a:pt x="8574" y="45015"/>
                </a:lnTo>
                <a:lnTo>
                  <a:pt x="8574" y="45015"/>
                </a:lnTo>
                <a:lnTo>
                  <a:pt x="8574" y="45015"/>
                </a:lnTo>
                <a:lnTo>
                  <a:pt x="8574" y="45015"/>
                </a:lnTo>
                <a:lnTo>
                  <a:pt x="8574" y="45015"/>
                </a:lnTo>
                <a:lnTo>
                  <a:pt x="8575" y="45015"/>
                </a:lnTo>
                <a:lnTo>
                  <a:pt x="8575" y="45015"/>
                </a:lnTo>
                <a:lnTo>
                  <a:pt x="8575" y="45015"/>
                </a:lnTo>
                <a:lnTo>
                  <a:pt x="8575" y="45015"/>
                </a:lnTo>
                <a:lnTo>
                  <a:pt x="8575" y="45015"/>
                </a:lnTo>
                <a:lnTo>
                  <a:pt x="8575" y="45015"/>
                </a:lnTo>
                <a:lnTo>
                  <a:pt x="8576" y="45015"/>
                </a:lnTo>
                <a:lnTo>
                  <a:pt x="8576" y="45015"/>
                </a:lnTo>
                <a:lnTo>
                  <a:pt x="8576" y="45015"/>
                </a:lnTo>
                <a:lnTo>
                  <a:pt x="8576" y="45015"/>
                </a:lnTo>
                <a:lnTo>
                  <a:pt x="8576" y="45015"/>
                </a:lnTo>
                <a:lnTo>
                  <a:pt x="8576" y="45015"/>
                </a:lnTo>
                <a:lnTo>
                  <a:pt x="8577" y="45015"/>
                </a:lnTo>
                <a:lnTo>
                  <a:pt x="8577" y="45015"/>
                </a:lnTo>
                <a:lnTo>
                  <a:pt x="8577" y="45015"/>
                </a:lnTo>
                <a:lnTo>
                  <a:pt x="8577" y="45015"/>
                </a:lnTo>
                <a:lnTo>
                  <a:pt x="8577" y="45015"/>
                </a:lnTo>
                <a:lnTo>
                  <a:pt x="8577" y="45015"/>
                </a:lnTo>
                <a:lnTo>
                  <a:pt x="8578" y="45015"/>
                </a:lnTo>
                <a:lnTo>
                  <a:pt x="8578" y="45015"/>
                </a:lnTo>
                <a:lnTo>
                  <a:pt x="8578" y="45015"/>
                </a:lnTo>
                <a:lnTo>
                  <a:pt x="8578" y="45015"/>
                </a:lnTo>
                <a:lnTo>
                  <a:pt x="8578" y="45015"/>
                </a:lnTo>
                <a:lnTo>
                  <a:pt x="8578" y="45015"/>
                </a:lnTo>
                <a:lnTo>
                  <a:pt x="8579" y="45015"/>
                </a:lnTo>
                <a:lnTo>
                  <a:pt x="8579" y="45015"/>
                </a:lnTo>
                <a:lnTo>
                  <a:pt x="8579" y="45015"/>
                </a:lnTo>
                <a:lnTo>
                  <a:pt x="8579" y="45015"/>
                </a:lnTo>
                <a:lnTo>
                  <a:pt x="8579" y="45015"/>
                </a:lnTo>
                <a:lnTo>
                  <a:pt x="8579" y="45015"/>
                </a:lnTo>
                <a:lnTo>
                  <a:pt x="8580" y="45015"/>
                </a:lnTo>
                <a:lnTo>
                  <a:pt x="8580" y="45015"/>
                </a:lnTo>
                <a:lnTo>
                  <a:pt x="8580" y="45015"/>
                </a:lnTo>
                <a:lnTo>
                  <a:pt x="8580" y="45015"/>
                </a:lnTo>
                <a:lnTo>
                  <a:pt x="8580" y="45015"/>
                </a:lnTo>
                <a:lnTo>
                  <a:pt x="8580" y="45015"/>
                </a:lnTo>
                <a:lnTo>
                  <a:pt x="8581" y="45015"/>
                </a:lnTo>
                <a:lnTo>
                  <a:pt x="8581" y="45015"/>
                </a:lnTo>
                <a:lnTo>
                  <a:pt x="8581" y="45015"/>
                </a:lnTo>
                <a:lnTo>
                  <a:pt x="8581" y="45015"/>
                </a:lnTo>
                <a:lnTo>
                  <a:pt x="8581" y="45015"/>
                </a:lnTo>
                <a:lnTo>
                  <a:pt x="8581" y="45015"/>
                </a:lnTo>
                <a:lnTo>
                  <a:pt x="8582" y="45015"/>
                </a:lnTo>
                <a:lnTo>
                  <a:pt x="8582" y="45015"/>
                </a:lnTo>
                <a:lnTo>
                  <a:pt x="8582" y="45015"/>
                </a:lnTo>
                <a:lnTo>
                  <a:pt x="8582" y="45015"/>
                </a:lnTo>
                <a:lnTo>
                  <a:pt x="8582" y="45015"/>
                </a:lnTo>
                <a:lnTo>
                  <a:pt x="8582" y="45015"/>
                </a:lnTo>
                <a:lnTo>
                  <a:pt x="8583" y="45015"/>
                </a:lnTo>
                <a:lnTo>
                  <a:pt x="8583" y="45015"/>
                </a:lnTo>
                <a:lnTo>
                  <a:pt x="8583" y="45015"/>
                </a:lnTo>
                <a:lnTo>
                  <a:pt x="8583" y="45015"/>
                </a:lnTo>
                <a:lnTo>
                  <a:pt x="8583" y="45015"/>
                </a:lnTo>
                <a:lnTo>
                  <a:pt x="8583" y="45015"/>
                </a:lnTo>
                <a:lnTo>
                  <a:pt x="8584" y="45015"/>
                </a:lnTo>
                <a:lnTo>
                  <a:pt x="8584" y="45015"/>
                </a:lnTo>
                <a:lnTo>
                  <a:pt x="8584" y="45015"/>
                </a:lnTo>
                <a:lnTo>
                  <a:pt x="8584" y="45015"/>
                </a:lnTo>
                <a:lnTo>
                  <a:pt x="8584" y="45015"/>
                </a:lnTo>
                <a:lnTo>
                  <a:pt x="8584" y="45015"/>
                </a:lnTo>
                <a:lnTo>
                  <a:pt x="8585" y="45015"/>
                </a:lnTo>
                <a:lnTo>
                  <a:pt x="8585" y="45015"/>
                </a:lnTo>
                <a:lnTo>
                  <a:pt x="8585" y="45015"/>
                </a:lnTo>
                <a:lnTo>
                  <a:pt x="8585" y="45015"/>
                </a:lnTo>
                <a:lnTo>
                  <a:pt x="8585" y="45015"/>
                </a:lnTo>
                <a:lnTo>
                  <a:pt x="8585" y="45015"/>
                </a:lnTo>
                <a:lnTo>
                  <a:pt x="8586" y="45015"/>
                </a:lnTo>
                <a:lnTo>
                  <a:pt x="8586" y="45015"/>
                </a:lnTo>
                <a:lnTo>
                  <a:pt x="8586" y="45015"/>
                </a:lnTo>
                <a:lnTo>
                  <a:pt x="8586" y="45015"/>
                </a:lnTo>
                <a:lnTo>
                  <a:pt x="8586" y="45015"/>
                </a:lnTo>
                <a:lnTo>
                  <a:pt x="8586" y="45015"/>
                </a:lnTo>
                <a:lnTo>
                  <a:pt x="8587" y="45015"/>
                </a:lnTo>
                <a:lnTo>
                  <a:pt x="8587" y="45015"/>
                </a:lnTo>
                <a:lnTo>
                  <a:pt x="8587" y="45015"/>
                </a:lnTo>
                <a:lnTo>
                  <a:pt x="8587" y="45015"/>
                </a:lnTo>
                <a:lnTo>
                  <a:pt x="8587" y="45015"/>
                </a:lnTo>
                <a:lnTo>
                  <a:pt x="8587" y="45015"/>
                </a:lnTo>
                <a:lnTo>
                  <a:pt x="8587" y="45015"/>
                </a:lnTo>
                <a:lnTo>
                  <a:pt x="8588" y="45015"/>
                </a:lnTo>
                <a:lnTo>
                  <a:pt x="8588" y="45015"/>
                </a:lnTo>
                <a:lnTo>
                  <a:pt x="8588" y="45015"/>
                </a:lnTo>
                <a:lnTo>
                  <a:pt x="8588" y="45015"/>
                </a:lnTo>
                <a:lnTo>
                  <a:pt x="8588" y="45015"/>
                </a:lnTo>
                <a:lnTo>
                  <a:pt x="8588" y="45015"/>
                </a:lnTo>
                <a:lnTo>
                  <a:pt x="8589" y="45015"/>
                </a:lnTo>
                <a:lnTo>
                  <a:pt x="8589" y="45015"/>
                </a:lnTo>
                <a:lnTo>
                  <a:pt x="8589" y="45015"/>
                </a:lnTo>
                <a:lnTo>
                  <a:pt x="8589" y="45015"/>
                </a:lnTo>
                <a:lnTo>
                  <a:pt x="8589" y="45015"/>
                </a:lnTo>
                <a:lnTo>
                  <a:pt x="8589" y="45015"/>
                </a:lnTo>
                <a:lnTo>
                  <a:pt x="8590" y="45015"/>
                </a:lnTo>
                <a:lnTo>
                  <a:pt x="8590" y="45015"/>
                </a:lnTo>
                <a:lnTo>
                  <a:pt x="8590" y="45015"/>
                </a:lnTo>
                <a:lnTo>
                  <a:pt x="8590" y="45015"/>
                </a:lnTo>
                <a:lnTo>
                  <a:pt x="8590" y="45015"/>
                </a:lnTo>
                <a:lnTo>
                  <a:pt x="8590" y="45015"/>
                </a:lnTo>
                <a:lnTo>
                  <a:pt x="8591" y="45015"/>
                </a:lnTo>
                <a:lnTo>
                  <a:pt x="8591" y="45015"/>
                </a:lnTo>
                <a:lnTo>
                  <a:pt x="8591" y="45015"/>
                </a:lnTo>
                <a:lnTo>
                  <a:pt x="8591" y="45015"/>
                </a:lnTo>
                <a:lnTo>
                  <a:pt x="8591" y="45015"/>
                </a:lnTo>
                <a:lnTo>
                  <a:pt x="8591" y="45015"/>
                </a:lnTo>
                <a:lnTo>
                  <a:pt x="8592" y="45015"/>
                </a:lnTo>
                <a:lnTo>
                  <a:pt x="8592" y="45015"/>
                </a:lnTo>
                <a:lnTo>
                  <a:pt x="8592" y="45015"/>
                </a:lnTo>
                <a:lnTo>
                  <a:pt x="8592" y="45015"/>
                </a:lnTo>
                <a:lnTo>
                  <a:pt x="8592" y="45015"/>
                </a:lnTo>
                <a:lnTo>
                  <a:pt x="8592" y="45015"/>
                </a:lnTo>
                <a:lnTo>
                  <a:pt x="8593" y="45015"/>
                </a:lnTo>
                <a:lnTo>
                  <a:pt x="8593" y="45015"/>
                </a:lnTo>
                <a:lnTo>
                  <a:pt x="8593" y="45015"/>
                </a:lnTo>
                <a:lnTo>
                  <a:pt x="8593" y="45015"/>
                </a:lnTo>
                <a:lnTo>
                  <a:pt x="8593" y="45015"/>
                </a:lnTo>
                <a:lnTo>
                  <a:pt x="8593" y="45015"/>
                </a:lnTo>
                <a:lnTo>
                  <a:pt x="8594" y="45015"/>
                </a:lnTo>
                <a:lnTo>
                  <a:pt x="8594" y="45015"/>
                </a:lnTo>
                <a:lnTo>
                  <a:pt x="8594" y="45015"/>
                </a:lnTo>
                <a:lnTo>
                  <a:pt x="8594" y="45015"/>
                </a:lnTo>
                <a:lnTo>
                  <a:pt x="8594" y="45015"/>
                </a:lnTo>
                <a:lnTo>
                  <a:pt x="8594" y="45015"/>
                </a:lnTo>
                <a:lnTo>
                  <a:pt x="8595" y="45015"/>
                </a:lnTo>
                <a:lnTo>
                  <a:pt x="8595" y="45015"/>
                </a:lnTo>
                <a:lnTo>
                  <a:pt x="8595" y="45015"/>
                </a:lnTo>
                <a:lnTo>
                  <a:pt x="8595" y="45015"/>
                </a:lnTo>
                <a:lnTo>
                  <a:pt x="8595" y="45015"/>
                </a:lnTo>
                <a:lnTo>
                  <a:pt x="8595" y="45015"/>
                </a:lnTo>
                <a:lnTo>
                  <a:pt x="8596" y="45015"/>
                </a:lnTo>
                <a:lnTo>
                  <a:pt x="8596" y="45015"/>
                </a:lnTo>
                <a:lnTo>
                  <a:pt x="8596" y="45015"/>
                </a:lnTo>
                <a:lnTo>
                  <a:pt x="8596" y="45015"/>
                </a:lnTo>
                <a:lnTo>
                  <a:pt x="8596" y="45015"/>
                </a:lnTo>
                <a:lnTo>
                  <a:pt x="8596" y="45015"/>
                </a:lnTo>
                <a:lnTo>
                  <a:pt x="8597" y="45015"/>
                </a:lnTo>
                <a:lnTo>
                  <a:pt x="8597" y="45015"/>
                </a:lnTo>
                <a:lnTo>
                  <a:pt x="8597" y="45015"/>
                </a:lnTo>
                <a:lnTo>
                  <a:pt x="8597" y="45015"/>
                </a:lnTo>
                <a:lnTo>
                  <a:pt x="8597" y="45015"/>
                </a:lnTo>
                <a:lnTo>
                  <a:pt x="8597" y="45015"/>
                </a:lnTo>
                <a:lnTo>
                  <a:pt x="8598" y="45015"/>
                </a:lnTo>
                <a:lnTo>
                  <a:pt x="8598" y="45015"/>
                </a:lnTo>
                <a:lnTo>
                  <a:pt x="8598" y="45015"/>
                </a:lnTo>
                <a:lnTo>
                  <a:pt x="8598" y="45015"/>
                </a:lnTo>
                <a:lnTo>
                  <a:pt x="8598" y="45015"/>
                </a:lnTo>
                <a:lnTo>
                  <a:pt x="8598" y="45015"/>
                </a:lnTo>
                <a:lnTo>
                  <a:pt x="8599" y="45015"/>
                </a:lnTo>
                <a:lnTo>
                  <a:pt x="8599" y="45015"/>
                </a:lnTo>
                <a:lnTo>
                  <a:pt x="8599" y="45015"/>
                </a:lnTo>
                <a:lnTo>
                  <a:pt x="8599" y="45015"/>
                </a:lnTo>
                <a:lnTo>
                  <a:pt x="8599" y="45015"/>
                </a:lnTo>
                <a:lnTo>
                  <a:pt x="8599" y="45015"/>
                </a:lnTo>
                <a:lnTo>
                  <a:pt x="8600" y="45015"/>
                </a:lnTo>
                <a:lnTo>
                  <a:pt x="8600" y="45015"/>
                </a:lnTo>
                <a:lnTo>
                  <a:pt x="8600" y="45015"/>
                </a:lnTo>
                <a:lnTo>
                  <a:pt x="8600" y="45015"/>
                </a:lnTo>
                <a:lnTo>
                  <a:pt x="8600" y="45015"/>
                </a:lnTo>
                <a:lnTo>
                  <a:pt x="8600" y="45015"/>
                </a:lnTo>
                <a:lnTo>
                  <a:pt x="8601" y="45015"/>
                </a:lnTo>
                <a:lnTo>
                  <a:pt x="8601" y="45015"/>
                </a:lnTo>
                <a:lnTo>
                  <a:pt x="8601" y="45015"/>
                </a:lnTo>
                <a:lnTo>
                  <a:pt x="8601" y="45015"/>
                </a:lnTo>
                <a:lnTo>
                  <a:pt x="8601" y="45015"/>
                </a:lnTo>
                <a:lnTo>
                  <a:pt x="8601" y="45015"/>
                </a:lnTo>
                <a:lnTo>
                  <a:pt x="8602" y="45015"/>
                </a:lnTo>
                <a:lnTo>
                  <a:pt x="8602" y="45015"/>
                </a:lnTo>
                <a:lnTo>
                  <a:pt x="8602" y="45015"/>
                </a:lnTo>
                <a:lnTo>
                  <a:pt x="8602" y="45015"/>
                </a:lnTo>
                <a:lnTo>
                  <a:pt x="8602" y="45015"/>
                </a:lnTo>
                <a:lnTo>
                  <a:pt x="8602" y="45015"/>
                </a:lnTo>
                <a:lnTo>
                  <a:pt x="8603" y="45015"/>
                </a:lnTo>
                <a:lnTo>
                  <a:pt x="8603" y="45015"/>
                </a:lnTo>
                <a:lnTo>
                  <a:pt x="8603" y="45015"/>
                </a:lnTo>
                <a:lnTo>
                  <a:pt x="8603" y="45015"/>
                </a:lnTo>
                <a:lnTo>
                  <a:pt x="8603" y="45015"/>
                </a:lnTo>
                <a:lnTo>
                  <a:pt x="8603" y="45015"/>
                </a:lnTo>
                <a:lnTo>
                  <a:pt x="8604" y="45015"/>
                </a:lnTo>
                <a:lnTo>
                  <a:pt x="8604" y="45015"/>
                </a:lnTo>
                <a:lnTo>
                  <a:pt x="8604" y="45015"/>
                </a:lnTo>
                <a:lnTo>
                  <a:pt x="8604" y="45015"/>
                </a:lnTo>
                <a:lnTo>
                  <a:pt x="8604" y="45015"/>
                </a:lnTo>
                <a:lnTo>
                  <a:pt x="8604" y="45015"/>
                </a:lnTo>
                <a:lnTo>
                  <a:pt x="8605" y="45015"/>
                </a:lnTo>
                <a:lnTo>
                  <a:pt x="8605" y="45015"/>
                </a:lnTo>
                <a:lnTo>
                  <a:pt x="8605" y="45015"/>
                </a:lnTo>
                <a:lnTo>
                  <a:pt x="8605" y="45015"/>
                </a:lnTo>
                <a:lnTo>
                  <a:pt x="8605" y="45015"/>
                </a:lnTo>
                <a:lnTo>
                  <a:pt x="8605" y="45015"/>
                </a:lnTo>
                <a:lnTo>
                  <a:pt x="8605" y="45015"/>
                </a:lnTo>
                <a:lnTo>
                  <a:pt x="8606" y="45015"/>
                </a:lnTo>
                <a:lnTo>
                  <a:pt x="8606" y="45015"/>
                </a:lnTo>
                <a:lnTo>
                  <a:pt x="8606" y="45015"/>
                </a:lnTo>
                <a:lnTo>
                  <a:pt x="8606" y="45015"/>
                </a:lnTo>
                <a:lnTo>
                  <a:pt x="8606" y="45015"/>
                </a:lnTo>
                <a:lnTo>
                  <a:pt x="8606" y="45015"/>
                </a:lnTo>
                <a:lnTo>
                  <a:pt x="8607" y="45015"/>
                </a:lnTo>
                <a:lnTo>
                  <a:pt x="8607" y="45015"/>
                </a:lnTo>
                <a:lnTo>
                  <a:pt x="8607" y="45015"/>
                </a:lnTo>
                <a:lnTo>
                  <a:pt x="8607" y="45015"/>
                </a:lnTo>
                <a:lnTo>
                  <a:pt x="8607" y="45015"/>
                </a:lnTo>
                <a:lnTo>
                  <a:pt x="8607" y="45015"/>
                </a:lnTo>
                <a:lnTo>
                  <a:pt x="8608" y="45015"/>
                </a:lnTo>
                <a:lnTo>
                  <a:pt x="8608" y="45015"/>
                </a:lnTo>
                <a:lnTo>
                  <a:pt x="8608" y="45015"/>
                </a:lnTo>
                <a:lnTo>
                  <a:pt x="8608" y="45015"/>
                </a:lnTo>
                <a:lnTo>
                  <a:pt x="8608" y="45015"/>
                </a:lnTo>
                <a:lnTo>
                  <a:pt x="8608" y="45015"/>
                </a:lnTo>
                <a:lnTo>
                  <a:pt x="8609" y="45015"/>
                </a:lnTo>
                <a:lnTo>
                  <a:pt x="8609" y="45015"/>
                </a:lnTo>
                <a:lnTo>
                  <a:pt x="8609" y="45015"/>
                </a:lnTo>
                <a:lnTo>
                  <a:pt x="8609" y="45015"/>
                </a:lnTo>
                <a:lnTo>
                  <a:pt x="8609" y="45015"/>
                </a:lnTo>
                <a:lnTo>
                  <a:pt x="8609" y="45015"/>
                </a:lnTo>
                <a:lnTo>
                  <a:pt x="8610" y="45015"/>
                </a:lnTo>
                <a:lnTo>
                  <a:pt x="8610" y="45015"/>
                </a:lnTo>
                <a:lnTo>
                  <a:pt x="8610" y="45015"/>
                </a:lnTo>
                <a:lnTo>
                  <a:pt x="8610" y="45015"/>
                </a:lnTo>
                <a:lnTo>
                  <a:pt x="8610" y="45015"/>
                </a:lnTo>
                <a:lnTo>
                  <a:pt x="8610" y="45015"/>
                </a:lnTo>
                <a:lnTo>
                  <a:pt x="8611" y="45015"/>
                </a:lnTo>
                <a:lnTo>
                  <a:pt x="8611" y="45015"/>
                </a:lnTo>
                <a:lnTo>
                  <a:pt x="8611" y="45015"/>
                </a:lnTo>
                <a:lnTo>
                  <a:pt x="8611" y="45015"/>
                </a:lnTo>
                <a:lnTo>
                  <a:pt x="8611" y="45015"/>
                </a:lnTo>
                <a:lnTo>
                  <a:pt x="8611" y="45015"/>
                </a:lnTo>
                <a:lnTo>
                  <a:pt x="8612" y="45015"/>
                </a:lnTo>
                <a:lnTo>
                  <a:pt x="8612" y="45015"/>
                </a:lnTo>
                <a:lnTo>
                  <a:pt x="8612" y="45015"/>
                </a:lnTo>
                <a:lnTo>
                  <a:pt x="8612" y="45015"/>
                </a:lnTo>
                <a:lnTo>
                  <a:pt x="8612" y="45015"/>
                </a:lnTo>
                <a:lnTo>
                  <a:pt x="8612" y="45015"/>
                </a:lnTo>
                <a:lnTo>
                  <a:pt x="8613" y="45015"/>
                </a:lnTo>
                <a:lnTo>
                  <a:pt x="8613" y="45015"/>
                </a:lnTo>
                <a:lnTo>
                  <a:pt x="8613" y="45015"/>
                </a:lnTo>
                <a:lnTo>
                  <a:pt x="8613" y="45015"/>
                </a:lnTo>
                <a:lnTo>
                  <a:pt x="8613" y="45015"/>
                </a:lnTo>
                <a:lnTo>
                  <a:pt x="8613" y="45015"/>
                </a:lnTo>
                <a:lnTo>
                  <a:pt x="8614" y="45015"/>
                </a:lnTo>
                <a:lnTo>
                  <a:pt x="8614" y="45015"/>
                </a:lnTo>
                <a:lnTo>
                  <a:pt x="8614" y="45015"/>
                </a:lnTo>
                <a:lnTo>
                  <a:pt x="8614" y="45015"/>
                </a:lnTo>
                <a:lnTo>
                  <a:pt x="8614" y="45015"/>
                </a:lnTo>
                <a:lnTo>
                  <a:pt x="8614" y="45015"/>
                </a:lnTo>
                <a:lnTo>
                  <a:pt x="8615" y="45015"/>
                </a:lnTo>
                <a:lnTo>
                  <a:pt x="8615" y="45015"/>
                </a:lnTo>
                <a:lnTo>
                  <a:pt x="8615" y="45015"/>
                </a:lnTo>
                <a:lnTo>
                  <a:pt x="8615" y="45015"/>
                </a:lnTo>
                <a:lnTo>
                  <a:pt x="8615" y="45015"/>
                </a:lnTo>
                <a:lnTo>
                  <a:pt x="8615" y="45015"/>
                </a:lnTo>
                <a:lnTo>
                  <a:pt x="8616" y="45015"/>
                </a:lnTo>
                <a:lnTo>
                  <a:pt x="8616" y="45015"/>
                </a:lnTo>
                <a:lnTo>
                  <a:pt x="8616" y="45015"/>
                </a:lnTo>
                <a:lnTo>
                  <a:pt x="8616" y="45015"/>
                </a:lnTo>
                <a:lnTo>
                  <a:pt x="8616" y="45015"/>
                </a:lnTo>
                <a:lnTo>
                  <a:pt x="8616" y="45015"/>
                </a:lnTo>
                <a:lnTo>
                  <a:pt x="8617" y="45015"/>
                </a:lnTo>
                <a:lnTo>
                  <a:pt x="8617" y="45015"/>
                </a:lnTo>
                <a:lnTo>
                  <a:pt x="8617" y="45015"/>
                </a:lnTo>
                <a:lnTo>
                  <a:pt x="8617" y="45015"/>
                </a:lnTo>
                <a:lnTo>
                  <a:pt x="8617" y="45015"/>
                </a:lnTo>
                <a:lnTo>
                  <a:pt x="8617" y="45015"/>
                </a:lnTo>
                <a:lnTo>
                  <a:pt x="8618" y="45015"/>
                </a:lnTo>
                <a:lnTo>
                  <a:pt x="8618" y="45015"/>
                </a:lnTo>
                <a:lnTo>
                  <a:pt x="8618" y="45015"/>
                </a:lnTo>
                <a:lnTo>
                  <a:pt x="8618" y="45015"/>
                </a:lnTo>
                <a:lnTo>
                  <a:pt x="8618" y="45015"/>
                </a:lnTo>
                <a:lnTo>
                  <a:pt x="8618" y="45015"/>
                </a:lnTo>
                <a:lnTo>
                  <a:pt x="8618" y="45015"/>
                </a:lnTo>
                <a:lnTo>
                  <a:pt x="8619" y="45015"/>
                </a:lnTo>
                <a:lnTo>
                  <a:pt x="8619" y="45015"/>
                </a:lnTo>
                <a:lnTo>
                  <a:pt x="8619" y="45015"/>
                </a:lnTo>
                <a:lnTo>
                  <a:pt x="8619" y="45015"/>
                </a:lnTo>
                <a:lnTo>
                  <a:pt x="8619" y="45015"/>
                </a:lnTo>
                <a:lnTo>
                  <a:pt x="8619" y="45015"/>
                </a:lnTo>
                <a:lnTo>
                  <a:pt x="8620" y="45015"/>
                </a:lnTo>
                <a:lnTo>
                  <a:pt x="8620" y="45015"/>
                </a:lnTo>
                <a:lnTo>
                  <a:pt x="8620" y="45015"/>
                </a:lnTo>
                <a:lnTo>
                  <a:pt x="8620" y="45015"/>
                </a:lnTo>
                <a:lnTo>
                  <a:pt x="8620" y="45015"/>
                </a:lnTo>
                <a:lnTo>
                  <a:pt x="8620" y="45015"/>
                </a:lnTo>
                <a:lnTo>
                  <a:pt x="8621" y="45015"/>
                </a:lnTo>
                <a:lnTo>
                  <a:pt x="8621" y="45015"/>
                </a:lnTo>
                <a:lnTo>
                  <a:pt x="8621" y="45015"/>
                </a:lnTo>
                <a:lnTo>
                  <a:pt x="8621" y="45015"/>
                </a:lnTo>
                <a:lnTo>
                  <a:pt x="8621" y="45015"/>
                </a:lnTo>
                <a:lnTo>
                  <a:pt x="8621" y="45015"/>
                </a:lnTo>
                <a:lnTo>
                  <a:pt x="8622" y="45015"/>
                </a:lnTo>
                <a:lnTo>
                  <a:pt x="8622" y="45015"/>
                </a:lnTo>
                <a:lnTo>
                  <a:pt x="8622" y="45015"/>
                </a:lnTo>
                <a:lnTo>
                  <a:pt x="8622" y="45015"/>
                </a:lnTo>
                <a:lnTo>
                  <a:pt x="8622" y="45015"/>
                </a:lnTo>
                <a:lnTo>
                  <a:pt x="8622" y="45015"/>
                </a:lnTo>
                <a:lnTo>
                  <a:pt x="8623" y="45015"/>
                </a:lnTo>
                <a:lnTo>
                  <a:pt x="8623" y="45015"/>
                </a:lnTo>
                <a:lnTo>
                  <a:pt x="8623" y="45015"/>
                </a:lnTo>
                <a:lnTo>
                  <a:pt x="8623" y="45015"/>
                </a:lnTo>
                <a:lnTo>
                  <a:pt x="8623" y="45015"/>
                </a:lnTo>
                <a:lnTo>
                  <a:pt x="8623" y="45015"/>
                </a:lnTo>
                <a:lnTo>
                  <a:pt x="8624" y="45015"/>
                </a:lnTo>
                <a:lnTo>
                  <a:pt x="8624" y="45015"/>
                </a:lnTo>
                <a:lnTo>
                  <a:pt x="8624" y="45015"/>
                </a:lnTo>
                <a:lnTo>
                  <a:pt x="8624" y="45015"/>
                </a:lnTo>
                <a:lnTo>
                  <a:pt x="8624" y="45015"/>
                </a:lnTo>
                <a:lnTo>
                  <a:pt x="8624" y="45015"/>
                </a:lnTo>
                <a:lnTo>
                  <a:pt x="8625" y="45015"/>
                </a:lnTo>
                <a:lnTo>
                  <a:pt x="8625" y="45015"/>
                </a:lnTo>
                <a:lnTo>
                  <a:pt x="8625" y="45015"/>
                </a:lnTo>
                <a:lnTo>
                  <a:pt x="8625" y="45015"/>
                </a:lnTo>
                <a:lnTo>
                  <a:pt x="8625" y="45015"/>
                </a:lnTo>
                <a:lnTo>
                  <a:pt x="8625" y="45015"/>
                </a:lnTo>
                <a:lnTo>
                  <a:pt x="8626" y="45015"/>
                </a:lnTo>
                <a:lnTo>
                  <a:pt x="8626" y="45015"/>
                </a:lnTo>
                <a:lnTo>
                  <a:pt x="8626" y="45015"/>
                </a:lnTo>
                <a:lnTo>
                  <a:pt x="8626" y="45015"/>
                </a:lnTo>
                <a:lnTo>
                  <a:pt x="8626" y="45015"/>
                </a:lnTo>
                <a:lnTo>
                  <a:pt x="8626" y="45015"/>
                </a:lnTo>
                <a:lnTo>
                  <a:pt x="8627" y="45015"/>
                </a:lnTo>
                <a:lnTo>
                  <a:pt x="8627" y="45015"/>
                </a:lnTo>
                <a:lnTo>
                  <a:pt x="8627" y="45015"/>
                </a:lnTo>
                <a:lnTo>
                  <a:pt x="8627" y="45015"/>
                </a:lnTo>
                <a:lnTo>
                  <a:pt x="8627" y="45015"/>
                </a:lnTo>
                <a:lnTo>
                  <a:pt x="8627" y="45015"/>
                </a:lnTo>
                <a:lnTo>
                  <a:pt x="8628" y="45015"/>
                </a:lnTo>
                <a:lnTo>
                  <a:pt x="8628" y="45015"/>
                </a:lnTo>
                <a:lnTo>
                  <a:pt x="8628" y="45015"/>
                </a:lnTo>
                <a:lnTo>
                  <a:pt x="8628" y="45015"/>
                </a:lnTo>
                <a:lnTo>
                  <a:pt x="8628" y="45015"/>
                </a:lnTo>
                <a:lnTo>
                  <a:pt x="8628" y="45015"/>
                </a:lnTo>
                <a:lnTo>
                  <a:pt x="8629" y="45015"/>
                </a:lnTo>
                <a:lnTo>
                  <a:pt x="8629" y="45015"/>
                </a:lnTo>
                <a:lnTo>
                  <a:pt x="8629" y="45015"/>
                </a:lnTo>
                <a:lnTo>
                  <a:pt x="8629" y="45015"/>
                </a:lnTo>
                <a:lnTo>
                  <a:pt x="8629" y="45015"/>
                </a:lnTo>
                <a:lnTo>
                  <a:pt x="8629" y="45015"/>
                </a:lnTo>
                <a:lnTo>
                  <a:pt x="8629" y="45015"/>
                </a:lnTo>
                <a:lnTo>
                  <a:pt x="8630" y="45015"/>
                </a:lnTo>
                <a:lnTo>
                  <a:pt x="8630" y="45015"/>
                </a:lnTo>
                <a:lnTo>
                  <a:pt x="8630" y="45015"/>
                </a:lnTo>
                <a:lnTo>
                  <a:pt x="8630" y="45015"/>
                </a:lnTo>
                <a:lnTo>
                  <a:pt x="8630" y="45015"/>
                </a:lnTo>
                <a:lnTo>
                  <a:pt x="8630" y="45015"/>
                </a:lnTo>
                <a:lnTo>
                  <a:pt x="8631" y="45015"/>
                </a:lnTo>
                <a:lnTo>
                  <a:pt x="8631" y="45015"/>
                </a:lnTo>
                <a:lnTo>
                  <a:pt x="8631" y="45015"/>
                </a:lnTo>
                <a:lnTo>
                  <a:pt x="8631" y="45015"/>
                </a:lnTo>
                <a:lnTo>
                  <a:pt x="8631" y="45015"/>
                </a:lnTo>
                <a:lnTo>
                  <a:pt x="8631" y="45015"/>
                </a:lnTo>
                <a:lnTo>
                  <a:pt x="8632" y="45015"/>
                </a:lnTo>
                <a:lnTo>
                  <a:pt x="8632" y="45015"/>
                </a:lnTo>
                <a:lnTo>
                  <a:pt x="8632" y="45015"/>
                </a:lnTo>
                <a:lnTo>
                  <a:pt x="8632" y="45015"/>
                </a:lnTo>
                <a:lnTo>
                  <a:pt x="8632" y="45015"/>
                </a:lnTo>
                <a:lnTo>
                  <a:pt x="8632" y="45015"/>
                </a:lnTo>
                <a:lnTo>
                  <a:pt x="8633" y="45015"/>
                </a:lnTo>
                <a:lnTo>
                  <a:pt x="8633" y="45015"/>
                </a:lnTo>
                <a:lnTo>
                  <a:pt x="8633" y="45015"/>
                </a:lnTo>
                <a:lnTo>
                  <a:pt x="8633" y="45015"/>
                </a:lnTo>
                <a:lnTo>
                  <a:pt x="8633" y="45015"/>
                </a:lnTo>
                <a:lnTo>
                  <a:pt x="8633" y="45015"/>
                </a:lnTo>
                <a:lnTo>
                  <a:pt x="8634" y="45015"/>
                </a:lnTo>
                <a:lnTo>
                  <a:pt x="8634" y="45015"/>
                </a:lnTo>
                <a:lnTo>
                  <a:pt x="8634" y="45015"/>
                </a:lnTo>
                <a:lnTo>
                  <a:pt x="8634" y="45015"/>
                </a:lnTo>
                <a:lnTo>
                  <a:pt x="8634" y="45015"/>
                </a:lnTo>
                <a:lnTo>
                  <a:pt x="8634" y="45015"/>
                </a:lnTo>
                <a:lnTo>
                  <a:pt x="8635" y="45015"/>
                </a:lnTo>
                <a:lnTo>
                  <a:pt x="8635" y="45015"/>
                </a:lnTo>
                <a:lnTo>
                  <a:pt x="8635" y="45015"/>
                </a:lnTo>
                <a:lnTo>
                  <a:pt x="8635" y="45015"/>
                </a:lnTo>
                <a:lnTo>
                  <a:pt x="8635" y="45015"/>
                </a:lnTo>
                <a:lnTo>
                  <a:pt x="8635" y="45015"/>
                </a:lnTo>
                <a:lnTo>
                  <a:pt x="8636" y="45015"/>
                </a:lnTo>
                <a:lnTo>
                  <a:pt x="8636" y="45015"/>
                </a:lnTo>
                <a:lnTo>
                  <a:pt x="8636" y="45015"/>
                </a:lnTo>
                <a:lnTo>
                  <a:pt x="8636" y="45015"/>
                </a:lnTo>
                <a:lnTo>
                  <a:pt x="8636" y="45015"/>
                </a:lnTo>
                <a:lnTo>
                  <a:pt x="8636" y="45015"/>
                </a:lnTo>
                <a:lnTo>
                  <a:pt x="8637" y="45015"/>
                </a:lnTo>
                <a:lnTo>
                  <a:pt x="8637" y="45015"/>
                </a:lnTo>
                <a:lnTo>
                  <a:pt x="8637" y="45015"/>
                </a:lnTo>
                <a:lnTo>
                  <a:pt x="8637" y="45015"/>
                </a:lnTo>
                <a:lnTo>
                  <a:pt x="8637" y="45015"/>
                </a:lnTo>
                <a:lnTo>
                  <a:pt x="8637" y="45015"/>
                </a:lnTo>
                <a:lnTo>
                  <a:pt x="8638" y="45015"/>
                </a:lnTo>
                <a:lnTo>
                  <a:pt x="8638" y="45015"/>
                </a:lnTo>
                <a:lnTo>
                  <a:pt x="8638" y="45015"/>
                </a:lnTo>
                <a:lnTo>
                  <a:pt x="8638" y="45015"/>
                </a:lnTo>
                <a:lnTo>
                  <a:pt x="8638" y="45015"/>
                </a:lnTo>
                <a:lnTo>
                  <a:pt x="8638" y="45015"/>
                </a:lnTo>
                <a:lnTo>
                  <a:pt x="8639" y="45015"/>
                </a:lnTo>
                <a:lnTo>
                  <a:pt x="8639" y="45015"/>
                </a:lnTo>
                <a:lnTo>
                  <a:pt x="8639" y="45015"/>
                </a:lnTo>
                <a:lnTo>
                  <a:pt x="8639" y="45015"/>
                </a:lnTo>
                <a:lnTo>
                  <a:pt x="8639" y="45015"/>
                </a:lnTo>
                <a:lnTo>
                  <a:pt x="8639" y="45015"/>
                </a:lnTo>
                <a:lnTo>
                  <a:pt x="8639" y="45015"/>
                </a:lnTo>
                <a:lnTo>
                  <a:pt x="8640" y="45015"/>
                </a:lnTo>
                <a:lnTo>
                  <a:pt x="8640" y="45015"/>
                </a:lnTo>
                <a:lnTo>
                  <a:pt x="8640" y="45015"/>
                </a:lnTo>
                <a:lnTo>
                  <a:pt x="8640" y="45015"/>
                </a:lnTo>
                <a:lnTo>
                  <a:pt x="8640" y="45015"/>
                </a:lnTo>
                <a:lnTo>
                  <a:pt x="8640" y="45015"/>
                </a:lnTo>
                <a:lnTo>
                  <a:pt x="8641" y="45015"/>
                </a:lnTo>
                <a:lnTo>
                  <a:pt x="8641" y="45015"/>
                </a:lnTo>
                <a:lnTo>
                  <a:pt x="8641" y="45015"/>
                </a:lnTo>
                <a:lnTo>
                  <a:pt x="8641" y="45015"/>
                </a:lnTo>
                <a:lnTo>
                  <a:pt x="8641" y="45015"/>
                </a:lnTo>
                <a:lnTo>
                  <a:pt x="8641" y="45015"/>
                </a:lnTo>
                <a:lnTo>
                  <a:pt x="8642" y="45015"/>
                </a:lnTo>
                <a:lnTo>
                  <a:pt x="8642" y="45015"/>
                </a:lnTo>
                <a:lnTo>
                  <a:pt x="8642" y="45015"/>
                </a:lnTo>
                <a:lnTo>
                  <a:pt x="8642" y="45015"/>
                </a:lnTo>
                <a:lnTo>
                  <a:pt x="8642" y="45015"/>
                </a:lnTo>
                <a:lnTo>
                  <a:pt x="8642" y="45015"/>
                </a:lnTo>
                <a:lnTo>
                  <a:pt x="8643" y="45015"/>
                </a:lnTo>
                <a:lnTo>
                  <a:pt x="8643" y="45015"/>
                </a:lnTo>
                <a:lnTo>
                  <a:pt x="8643" y="45015"/>
                </a:lnTo>
                <a:lnTo>
                  <a:pt x="8643" y="45015"/>
                </a:lnTo>
                <a:lnTo>
                  <a:pt x="8643" y="45015"/>
                </a:lnTo>
                <a:lnTo>
                  <a:pt x="8643" y="45015"/>
                </a:lnTo>
                <a:lnTo>
                  <a:pt x="8644" y="45015"/>
                </a:lnTo>
                <a:lnTo>
                  <a:pt x="8644" y="45015"/>
                </a:lnTo>
                <a:lnTo>
                  <a:pt x="8644" y="45015"/>
                </a:lnTo>
                <a:lnTo>
                  <a:pt x="8644" y="45015"/>
                </a:lnTo>
                <a:lnTo>
                  <a:pt x="8644" y="45015"/>
                </a:lnTo>
                <a:lnTo>
                  <a:pt x="8644" y="45015"/>
                </a:lnTo>
                <a:lnTo>
                  <a:pt x="8645" y="45015"/>
                </a:lnTo>
                <a:lnTo>
                  <a:pt x="8645" y="45015"/>
                </a:lnTo>
                <a:lnTo>
                  <a:pt x="8645" y="45015"/>
                </a:lnTo>
                <a:lnTo>
                  <a:pt x="8645" y="45015"/>
                </a:lnTo>
                <a:lnTo>
                  <a:pt x="8645" y="45015"/>
                </a:lnTo>
                <a:lnTo>
                  <a:pt x="8645" y="45015"/>
                </a:lnTo>
                <a:lnTo>
                  <a:pt x="8646" y="45015"/>
                </a:lnTo>
                <a:lnTo>
                  <a:pt x="8646" y="45015"/>
                </a:lnTo>
                <a:lnTo>
                  <a:pt x="8646" y="45015"/>
                </a:lnTo>
                <a:lnTo>
                  <a:pt x="8646" y="45015"/>
                </a:lnTo>
                <a:lnTo>
                  <a:pt x="8646" y="45015"/>
                </a:lnTo>
                <a:lnTo>
                  <a:pt x="8646" y="45015"/>
                </a:lnTo>
                <a:lnTo>
                  <a:pt x="8647" y="45015"/>
                </a:lnTo>
                <a:lnTo>
                  <a:pt x="8647" y="45015"/>
                </a:lnTo>
                <a:lnTo>
                  <a:pt x="8647" y="45015"/>
                </a:lnTo>
                <a:lnTo>
                  <a:pt x="8647" y="45015"/>
                </a:lnTo>
                <a:lnTo>
                  <a:pt x="8647" y="45015"/>
                </a:lnTo>
                <a:lnTo>
                  <a:pt x="8647" y="45015"/>
                </a:lnTo>
                <a:lnTo>
                  <a:pt x="8647" y="45015"/>
                </a:lnTo>
                <a:lnTo>
                  <a:pt x="8648" y="45015"/>
                </a:lnTo>
                <a:lnTo>
                  <a:pt x="8648" y="45015"/>
                </a:lnTo>
                <a:lnTo>
                  <a:pt x="8648" y="45015"/>
                </a:lnTo>
                <a:lnTo>
                  <a:pt x="8648" y="45015"/>
                </a:lnTo>
                <a:lnTo>
                  <a:pt x="8648" y="45015"/>
                </a:lnTo>
                <a:lnTo>
                  <a:pt x="8648" y="45015"/>
                </a:lnTo>
                <a:lnTo>
                  <a:pt x="8649" y="45015"/>
                </a:lnTo>
                <a:lnTo>
                  <a:pt x="8649" y="45015"/>
                </a:lnTo>
                <a:lnTo>
                  <a:pt x="8649" y="45015"/>
                </a:lnTo>
                <a:lnTo>
                  <a:pt x="8649" y="45015"/>
                </a:lnTo>
                <a:lnTo>
                  <a:pt x="8649" y="45015"/>
                </a:lnTo>
                <a:lnTo>
                  <a:pt x="8649" y="45015"/>
                </a:lnTo>
                <a:lnTo>
                  <a:pt x="8650" y="45015"/>
                </a:lnTo>
                <a:lnTo>
                  <a:pt x="8650" y="45015"/>
                </a:lnTo>
                <a:lnTo>
                  <a:pt x="8650" y="45015"/>
                </a:lnTo>
                <a:lnTo>
                  <a:pt x="8650" y="45015"/>
                </a:lnTo>
                <a:lnTo>
                  <a:pt x="8650" y="45015"/>
                </a:lnTo>
                <a:lnTo>
                  <a:pt x="8650" y="45015"/>
                </a:lnTo>
                <a:lnTo>
                  <a:pt x="8651" y="45015"/>
                </a:lnTo>
                <a:lnTo>
                  <a:pt x="8651" y="45015"/>
                </a:lnTo>
                <a:lnTo>
                  <a:pt x="8651" y="45015"/>
                </a:lnTo>
                <a:lnTo>
                  <a:pt x="8651" y="45015"/>
                </a:lnTo>
                <a:lnTo>
                  <a:pt x="8651" y="45015"/>
                </a:lnTo>
                <a:lnTo>
                  <a:pt x="8651" y="45015"/>
                </a:lnTo>
                <a:lnTo>
                  <a:pt x="8652" y="45015"/>
                </a:lnTo>
                <a:lnTo>
                  <a:pt x="8652" y="45015"/>
                </a:lnTo>
                <a:lnTo>
                  <a:pt x="8652" y="45015"/>
                </a:lnTo>
                <a:lnTo>
                  <a:pt x="8652" y="45015"/>
                </a:lnTo>
                <a:lnTo>
                  <a:pt x="8652" y="45015"/>
                </a:lnTo>
                <a:lnTo>
                  <a:pt x="8652" y="45015"/>
                </a:lnTo>
                <a:lnTo>
                  <a:pt x="8653" y="45015"/>
                </a:lnTo>
                <a:lnTo>
                  <a:pt x="8653" y="45015"/>
                </a:lnTo>
                <a:lnTo>
                  <a:pt x="8653" y="45015"/>
                </a:lnTo>
                <a:lnTo>
                  <a:pt x="8653" y="45015"/>
                </a:lnTo>
                <a:lnTo>
                  <a:pt x="8653" y="45015"/>
                </a:lnTo>
                <a:lnTo>
                  <a:pt x="8653" y="45015"/>
                </a:lnTo>
                <a:lnTo>
                  <a:pt x="8654" y="45015"/>
                </a:lnTo>
                <a:lnTo>
                  <a:pt x="8654" y="45015"/>
                </a:lnTo>
                <a:lnTo>
                  <a:pt x="8654" y="45015"/>
                </a:lnTo>
                <a:lnTo>
                  <a:pt x="8654" y="45015"/>
                </a:lnTo>
                <a:lnTo>
                  <a:pt x="8654" y="45015"/>
                </a:lnTo>
                <a:lnTo>
                  <a:pt x="8654" y="45015"/>
                </a:lnTo>
                <a:lnTo>
                  <a:pt x="8654" y="45015"/>
                </a:lnTo>
                <a:lnTo>
                  <a:pt x="8655" y="45015"/>
                </a:lnTo>
                <a:lnTo>
                  <a:pt x="8655" y="45015"/>
                </a:lnTo>
                <a:lnTo>
                  <a:pt x="8655" y="45015"/>
                </a:lnTo>
                <a:lnTo>
                  <a:pt x="8655" y="45015"/>
                </a:lnTo>
                <a:lnTo>
                  <a:pt x="8655" y="45015"/>
                </a:lnTo>
                <a:lnTo>
                  <a:pt x="8655" y="45015"/>
                </a:lnTo>
                <a:lnTo>
                  <a:pt x="8656" y="45015"/>
                </a:lnTo>
                <a:lnTo>
                  <a:pt x="8656" y="45015"/>
                </a:lnTo>
                <a:lnTo>
                  <a:pt x="8656" y="45015"/>
                </a:lnTo>
                <a:lnTo>
                  <a:pt x="8656" y="45015"/>
                </a:lnTo>
                <a:lnTo>
                  <a:pt x="8656" y="45015"/>
                </a:lnTo>
                <a:lnTo>
                  <a:pt x="8656" y="45015"/>
                </a:lnTo>
                <a:lnTo>
                  <a:pt x="8657" y="45015"/>
                </a:lnTo>
                <a:lnTo>
                  <a:pt x="8657" y="45015"/>
                </a:lnTo>
                <a:lnTo>
                  <a:pt x="8657" y="45015"/>
                </a:lnTo>
                <a:lnTo>
                  <a:pt x="8657" y="45015"/>
                </a:lnTo>
                <a:lnTo>
                  <a:pt x="8657" y="45015"/>
                </a:lnTo>
                <a:lnTo>
                  <a:pt x="8657" y="45015"/>
                </a:lnTo>
                <a:lnTo>
                  <a:pt x="8658" y="45015"/>
                </a:lnTo>
                <a:lnTo>
                  <a:pt x="8658" y="45015"/>
                </a:lnTo>
                <a:lnTo>
                  <a:pt x="8658" y="45015"/>
                </a:lnTo>
                <a:lnTo>
                  <a:pt x="8658" y="45015"/>
                </a:lnTo>
                <a:lnTo>
                  <a:pt x="8658" y="45015"/>
                </a:lnTo>
                <a:lnTo>
                  <a:pt x="8658" y="45015"/>
                </a:lnTo>
                <a:lnTo>
                  <a:pt x="8659" y="45015"/>
                </a:lnTo>
                <a:lnTo>
                  <a:pt x="8659" y="45015"/>
                </a:lnTo>
                <a:lnTo>
                  <a:pt x="8659" y="45015"/>
                </a:lnTo>
                <a:lnTo>
                  <a:pt x="8659" y="45015"/>
                </a:lnTo>
                <a:lnTo>
                  <a:pt x="8659" y="45015"/>
                </a:lnTo>
                <a:lnTo>
                  <a:pt x="8659" y="45015"/>
                </a:lnTo>
                <a:lnTo>
                  <a:pt x="8660" y="45015"/>
                </a:lnTo>
                <a:lnTo>
                  <a:pt x="8660" y="45015"/>
                </a:lnTo>
                <a:lnTo>
                  <a:pt x="8660" y="45015"/>
                </a:lnTo>
                <a:lnTo>
                  <a:pt x="8660" y="45015"/>
                </a:lnTo>
                <a:lnTo>
                  <a:pt x="8660" y="45015"/>
                </a:lnTo>
                <a:lnTo>
                  <a:pt x="8660" y="45015"/>
                </a:lnTo>
                <a:lnTo>
                  <a:pt x="8661" y="45015"/>
                </a:lnTo>
                <a:lnTo>
                  <a:pt x="8661" y="45015"/>
                </a:lnTo>
                <a:lnTo>
                  <a:pt x="8661" y="45015"/>
                </a:lnTo>
                <a:lnTo>
                  <a:pt x="8661" y="45015"/>
                </a:lnTo>
                <a:lnTo>
                  <a:pt x="8661" y="45015"/>
                </a:lnTo>
                <a:lnTo>
                  <a:pt x="8661" y="45015"/>
                </a:lnTo>
                <a:lnTo>
                  <a:pt x="8661" y="45015"/>
                </a:lnTo>
                <a:lnTo>
                  <a:pt x="8662" y="45015"/>
                </a:lnTo>
                <a:lnTo>
                  <a:pt x="8662" y="45015"/>
                </a:lnTo>
                <a:lnTo>
                  <a:pt x="8662" y="45015"/>
                </a:lnTo>
                <a:lnTo>
                  <a:pt x="8662" y="45015"/>
                </a:lnTo>
                <a:lnTo>
                  <a:pt x="8662" y="45015"/>
                </a:lnTo>
                <a:lnTo>
                  <a:pt x="8662" y="45015"/>
                </a:lnTo>
                <a:lnTo>
                  <a:pt x="8663" y="45015"/>
                </a:lnTo>
                <a:lnTo>
                  <a:pt x="8663" y="45015"/>
                </a:lnTo>
                <a:lnTo>
                  <a:pt x="8663" y="45015"/>
                </a:lnTo>
                <a:lnTo>
                  <a:pt x="8663" y="45015"/>
                </a:lnTo>
                <a:lnTo>
                  <a:pt x="8663" y="45015"/>
                </a:lnTo>
                <a:lnTo>
                  <a:pt x="8663" y="45015"/>
                </a:lnTo>
                <a:lnTo>
                  <a:pt x="8664" y="45015"/>
                </a:lnTo>
                <a:lnTo>
                  <a:pt x="8664" y="45015"/>
                </a:lnTo>
                <a:lnTo>
                  <a:pt x="8664" y="45015"/>
                </a:lnTo>
                <a:lnTo>
                  <a:pt x="8664" y="45015"/>
                </a:lnTo>
                <a:lnTo>
                  <a:pt x="8664" y="45015"/>
                </a:lnTo>
                <a:lnTo>
                  <a:pt x="8664" y="45015"/>
                </a:lnTo>
                <a:lnTo>
                  <a:pt x="8665" y="45015"/>
                </a:lnTo>
                <a:lnTo>
                  <a:pt x="8665" y="45015"/>
                </a:lnTo>
                <a:lnTo>
                  <a:pt x="8665" y="45015"/>
                </a:lnTo>
                <a:lnTo>
                  <a:pt x="8665" y="45015"/>
                </a:lnTo>
                <a:lnTo>
                  <a:pt x="8665" y="45015"/>
                </a:lnTo>
                <a:lnTo>
                  <a:pt x="8665" y="45015"/>
                </a:lnTo>
                <a:lnTo>
                  <a:pt x="8666" y="45015"/>
                </a:lnTo>
                <a:lnTo>
                  <a:pt x="8666" y="45015"/>
                </a:lnTo>
                <a:lnTo>
                  <a:pt x="8666" y="45015"/>
                </a:lnTo>
                <a:lnTo>
                  <a:pt x="8666" y="45015"/>
                </a:lnTo>
                <a:lnTo>
                  <a:pt x="8666" y="45015"/>
                </a:lnTo>
                <a:lnTo>
                  <a:pt x="8666" y="45015"/>
                </a:lnTo>
                <a:lnTo>
                  <a:pt x="8667" y="45015"/>
                </a:lnTo>
                <a:lnTo>
                  <a:pt x="8667" y="45015"/>
                </a:lnTo>
                <a:lnTo>
                  <a:pt x="8667" y="45015"/>
                </a:lnTo>
                <a:lnTo>
                  <a:pt x="8667" y="45015"/>
                </a:lnTo>
                <a:lnTo>
                  <a:pt x="8667" y="45015"/>
                </a:lnTo>
                <a:lnTo>
                  <a:pt x="8667" y="45015"/>
                </a:lnTo>
                <a:lnTo>
                  <a:pt x="8668" y="45015"/>
                </a:lnTo>
                <a:lnTo>
                  <a:pt x="8668" y="45015"/>
                </a:lnTo>
                <a:lnTo>
                  <a:pt x="8668" y="45015"/>
                </a:lnTo>
                <a:lnTo>
                  <a:pt x="8668" y="45015"/>
                </a:lnTo>
                <a:lnTo>
                  <a:pt x="8668" y="45015"/>
                </a:lnTo>
                <a:lnTo>
                  <a:pt x="8668" y="45015"/>
                </a:lnTo>
                <a:lnTo>
                  <a:pt x="8668" y="45015"/>
                </a:lnTo>
                <a:lnTo>
                  <a:pt x="8669" y="45015"/>
                </a:lnTo>
                <a:lnTo>
                  <a:pt x="8669" y="45015"/>
                </a:lnTo>
                <a:lnTo>
                  <a:pt x="8669" y="45015"/>
                </a:lnTo>
                <a:lnTo>
                  <a:pt x="8669" y="45015"/>
                </a:lnTo>
                <a:lnTo>
                  <a:pt x="8669" y="45015"/>
                </a:lnTo>
                <a:lnTo>
                  <a:pt x="8669" y="45015"/>
                </a:lnTo>
                <a:lnTo>
                  <a:pt x="8670" y="45015"/>
                </a:lnTo>
                <a:lnTo>
                  <a:pt x="8670" y="45015"/>
                </a:lnTo>
                <a:lnTo>
                  <a:pt x="8670" y="45015"/>
                </a:lnTo>
                <a:lnTo>
                  <a:pt x="8670" y="45015"/>
                </a:lnTo>
                <a:lnTo>
                  <a:pt x="8670" y="45015"/>
                </a:lnTo>
                <a:lnTo>
                  <a:pt x="8670" y="45015"/>
                </a:lnTo>
                <a:lnTo>
                  <a:pt x="8671" y="45015"/>
                </a:lnTo>
                <a:lnTo>
                  <a:pt x="8671" y="45015"/>
                </a:lnTo>
                <a:lnTo>
                  <a:pt x="8671" y="45015"/>
                </a:lnTo>
                <a:lnTo>
                  <a:pt x="8671" y="45015"/>
                </a:lnTo>
                <a:lnTo>
                  <a:pt x="8671" y="45015"/>
                </a:lnTo>
                <a:lnTo>
                  <a:pt x="8671" y="45015"/>
                </a:lnTo>
                <a:lnTo>
                  <a:pt x="8672" y="45015"/>
                </a:lnTo>
                <a:lnTo>
                  <a:pt x="8672" y="45015"/>
                </a:lnTo>
                <a:lnTo>
                  <a:pt x="8672" y="45015"/>
                </a:lnTo>
                <a:lnTo>
                  <a:pt x="8672" y="45015"/>
                </a:lnTo>
                <a:lnTo>
                  <a:pt x="8672" y="45015"/>
                </a:lnTo>
                <a:lnTo>
                  <a:pt x="8672" y="45015"/>
                </a:lnTo>
                <a:lnTo>
                  <a:pt x="8673" y="45015"/>
                </a:lnTo>
                <a:lnTo>
                  <a:pt x="8673" y="45015"/>
                </a:lnTo>
                <a:lnTo>
                  <a:pt x="8673" y="45015"/>
                </a:lnTo>
                <a:lnTo>
                  <a:pt x="8673" y="45015"/>
                </a:lnTo>
                <a:lnTo>
                  <a:pt x="8673" y="45015"/>
                </a:lnTo>
                <a:lnTo>
                  <a:pt x="8673" y="45015"/>
                </a:lnTo>
                <a:lnTo>
                  <a:pt x="8674" y="45015"/>
                </a:lnTo>
                <a:lnTo>
                  <a:pt x="8674" y="45015"/>
                </a:lnTo>
                <a:lnTo>
                  <a:pt x="8674" y="45015"/>
                </a:lnTo>
                <a:lnTo>
                  <a:pt x="8674" y="45015"/>
                </a:lnTo>
                <a:lnTo>
                  <a:pt x="8674" y="45015"/>
                </a:lnTo>
                <a:lnTo>
                  <a:pt x="8674" y="45015"/>
                </a:lnTo>
                <a:lnTo>
                  <a:pt x="8674" y="45015"/>
                </a:lnTo>
                <a:lnTo>
                  <a:pt x="8675" y="45015"/>
                </a:lnTo>
                <a:lnTo>
                  <a:pt x="8675" y="45015"/>
                </a:lnTo>
                <a:lnTo>
                  <a:pt x="8675" y="45015"/>
                </a:lnTo>
                <a:lnTo>
                  <a:pt x="8675" y="45015"/>
                </a:lnTo>
                <a:lnTo>
                  <a:pt x="8675" y="45015"/>
                </a:lnTo>
                <a:lnTo>
                  <a:pt x="8675" y="45015"/>
                </a:lnTo>
                <a:lnTo>
                  <a:pt x="8676" y="45015"/>
                </a:lnTo>
                <a:lnTo>
                  <a:pt x="8676" y="45015"/>
                </a:lnTo>
                <a:lnTo>
                  <a:pt x="8676" y="45015"/>
                </a:lnTo>
                <a:lnTo>
                  <a:pt x="8676" y="45015"/>
                </a:lnTo>
                <a:lnTo>
                  <a:pt x="8676" y="45015"/>
                </a:lnTo>
                <a:lnTo>
                  <a:pt x="8676" y="45015"/>
                </a:lnTo>
                <a:lnTo>
                  <a:pt x="8677" y="45015"/>
                </a:lnTo>
                <a:lnTo>
                  <a:pt x="8677" y="45015"/>
                </a:lnTo>
                <a:lnTo>
                  <a:pt x="8677" y="45015"/>
                </a:lnTo>
                <a:lnTo>
                  <a:pt x="8677" y="45015"/>
                </a:lnTo>
                <a:lnTo>
                  <a:pt x="8677" y="45015"/>
                </a:lnTo>
                <a:lnTo>
                  <a:pt x="8677" y="45015"/>
                </a:lnTo>
                <a:lnTo>
                  <a:pt x="8678" y="45015"/>
                </a:lnTo>
                <a:lnTo>
                  <a:pt x="8678" y="45015"/>
                </a:lnTo>
                <a:lnTo>
                  <a:pt x="8678" y="45015"/>
                </a:lnTo>
                <a:lnTo>
                  <a:pt x="8678" y="45015"/>
                </a:lnTo>
                <a:lnTo>
                  <a:pt x="8678" y="45015"/>
                </a:lnTo>
                <a:lnTo>
                  <a:pt x="8678" y="45015"/>
                </a:lnTo>
                <a:lnTo>
                  <a:pt x="8679" y="45015"/>
                </a:lnTo>
                <a:lnTo>
                  <a:pt x="8679" y="45015"/>
                </a:lnTo>
                <a:lnTo>
                  <a:pt x="8679" y="45015"/>
                </a:lnTo>
                <a:lnTo>
                  <a:pt x="8679" y="45015"/>
                </a:lnTo>
                <a:lnTo>
                  <a:pt x="8679" y="45015"/>
                </a:lnTo>
                <a:lnTo>
                  <a:pt x="8679" y="45015"/>
                </a:lnTo>
                <a:lnTo>
                  <a:pt x="8680" y="45015"/>
                </a:lnTo>
                <a:lnTo>
                  <a:pt x="8680" y="45015"/>
                </a:lnTo>
                <a:lnTo>
                  <a:pt x="8680" y="45015"/>
                </a:lnTo>
                <a:lnTo>
                  <a:pt x="8680" y="45015"/>
                </a:lnTo>
                <a:lnTo>
                  <a:pt x="8680" y="45015"/>
                </a:lnTo>
                <a:lnTo>
                  <a:pt x="8680" y="45015"/>
                </a:lnTo>
                <a:lnTo>
                  <a:pt x="8680" y="45015"/>
                </a:lnTo>
                <a:lnTo>
                  <a:pt x="8681" y="45015"/>
                </a:lnTo>
                <a:lnTo>
                  <a:pt x="8681" y="45015"/>
                </a:lnTo>
                <a:lnTo>
                  <a:pt x="8681" y="45015"/>
                </a:lnTo>
                <a:lnTo>
                  <a:pt x="8681" y="45015"/>
                </a:lnTo>
                <a:lnTo>
                  <a:pt x="8681" y="45015"/>
                </a:lnTo>
                <a:lnTo>
                  <a:pt x="8681" y="45015"/>
                </a:lnTo>
                <a:lnTo>
                  <a:pt x="8682" y="45015"/>
                </a:lnTo>
                <a:lnTo>
                  <a:pt x="8682" y="45015"/>
                </a:lnTo>
                <a:lnTo>
                  <a:pt x="8682" y="45015"/>
                </a:lnTo>
                <a:lnTo>
                  <a:pt x="8682" y="45015"/>
                </a:lnTo>
                <a:lnTo>
                  <a:pt x="8682" y="45015"/>
                </a:lnTo>
                <a:lnTo>
                  <a:pt x="8682" y="45015"/>
                </a:lnTo>
                <a:lnTo>
                  <a:pt x="8683" y="45015"/>
                </a:lnTo>
                <a:lnTo>
                  <a:pt x="8683" y="45015"/>
                </a:lnTo>
                <a:lnTo>
                  <a:pt x="8683" y="45015"/>
                </a:lnTo>
                <a:lnTo>
                  <a:pt x="8683" y="45015"/>
                </a:lnTo>
                <a:lnTo>
                  <a:pt x="8683" y="45015"/>
                </a:lnTo>
                <a:lnTo>
                  <a:pt x="8683" y="45015"/>
                </a:lnTo>
                <a:lnTo>
                  <a:pt x="8684" y="45015"/>
                </a:lnTo>
                <a:lnTo>
                  <a:pt x="8684" y="45015"/>
                </a:lnTo>
                <a:lnTo>
                  <a:pt x="8684" y="45015"/>
                </a:lnTo>
                <a:lnTo>
                  <a:pt x="8684" y="45015"/>
                </a:lnTo>
                <a:lnTo>
                  <a:pt x="8684" y="45015"/>
                </a:lnTo>
                <a:lnTo>
                  <a:pt x="8684" y="45015"/>
                </a:lnTo>
                <a:lnTo>
                  <a:pt x="8685" y="45015"/>
                </a:lnTo>
                <a:lnTo>
                  <a:pt x="8685" y="45015"/>
                </a:lnTo>
                <a:lnTo>
                  <a:pt x="8685" y="45015"/>
                </a:lnTo>
                <a:lnTo>
                  <a:pt x="8685" y="45015"/>
                </a:lnTo>
                <a:lnTo>
                  <a:pt x="8685" y="45015"/>
                </a:lnTo>
                <a:lnTo>
                  <a:pt x="8685" y="45015"/>
                </a:lnTo>
                <a:lnTo>
                  <a:pt x="8686" y="45015"/>
                </a:lnTo>
                <a:lnTo>
                  <a:pt x="8686" y="45015"/>
                </a:lnTo>
                <a:lnTo>
                  <a:pt x="8686" y="45015"/>
                </a:lnTo>
                <a:lnTo>
                  <a:pt x="8686" y="45015"/>
                </a:lnTo>
                <a:lnTo>
                  <a:pt x="8686" y="45015"/>
                </a:lnTo>
                <a:lnTo>
                  <a:pt x="8686" y="45015"/>
                </a:lnTo>
                <a:lnTo>
                  <a:pt x="8686" y="45015"/>
                </a:lnTo>
                <a:lnTo>
                  <a:pt x="8687" y="45015"/>
                </a:lnTo>
                <a:lnTo>
                  <a:pt x="8687" y="45015"/>
                </a:lnTo>
                <a:lnTo>
                  <a:pt x="8687" y="45015"/>
                </a:lnTo>
                <a:lnTo>
                  <a:pt x="8687" y="45015"/>
                </a:lnTo>
                <a:lnTo>
                  <a:pt x="8687" y="45015"/>
                </a:lnTo>
                <a:lnTo>
                  <a:pt x="8687" y="45015"/>
                </a:lnTo>
                <a:lnTo>
                  <a:pt x="8688" y="45015"/>
                </a:lnTo>
                <a:lnTo>
                  <a:pt x="8688" y="45015"/>
                </a:lnTo>
                <a:lnTo>
                  <a:pt x="8688" y="45015"/>
                </a:lnTo>
                <a:lnTo>
                  <a:pt x="8688" y="45015"/>
                </a:lnTo>
                <a:lnTo>
                  <a:pt x="8688" y="45015"/>
                </a:lnTo>
                <a:lnTo>
                  <a:pt x="8688" y="45015"/>
                </a:lnTo>
                <a:lnTo>
                  <a:pt x="8689" y="45015"/>
                </a:lnTo>
                <a:lnTo>
                  <a:pt x="8689" y="45015"/>
                </a:lnTo>
                <a:lnTo>
                  <a:pt x="8689" y="45015"/>
                </a:lnTo>
                <a:lnTo>
                  <a:pt x="8689" y="45015"/>
                </a:lnTo>
                <a:lnTo>
                  <a:pt x="8689" y="45015"/>
                </a:lnTo>
                <a:lnTo>
                  <a:pt x="8689" y="45015"/>
                </a:lnTo>
                <a:lnTo>
                  <a:pt x="8690" y="45015"/>
                </a:lnTo>
                <a:lnTo>
                  <a:pt x="8690" y="45015"/>
                </a:lnTo>
                <a:lnTo>
                  <a:pt x="8690" y="45015"/>
                </a:lnTo>
                <a:lnTo>
                  <a:pt x="8690" y="45015"/>
                </a:lnTo>
                <a:lnTo>
                  <a:pt x="8690" y="45015"/>
                </a:lnTo>
                <a:lnTo>
                  <a:pt x="8690" y="45015"/>
                </a:lnTo>
                <a:lnTo>
                  <a:pt x="8691" y="45015"/>
                </a:lnTo>
                <a:lnTo>
                  <a:pt x="8691" y="45015"/>
                </a:lnTo>
                <a:lnTo>
                  <a:pt x="8691" y="45015"/>
                </a:lnTo>
                <a:lnTo>
                  <a:pt x="8691" y="45015"/>
                </a:lnTo>
                <a:lnTo>
                  <a:pt x="8691" y="45015"/>
                </a:lnTo>
                <a:lnTo>
                  <a:pt x="8691" y="45015"/>
                </a:lnTo>
                <a:lnTo>
                  <a:pt x="8691" y="45015"/>
                </a:lnTo>
                <a:lnTo>
                  <a:pt x="8692" y="45015"/>
                </a:lnTo>
                <a:lnTo>
                  <a:pt x="8692" y="45015"/>
                </a:lnTo>
                <a:lnTo>
                  <a:pt x="8692" y="45015"/>
                </a:lnTo>
                <a:lnTo>
                  <a:pt x="8692" y="45015"/>
                </a:lnTo>
                <a:lnTo>
                  <a:pt x="8692" y="45015"/>
                </a:lnTo>
                <a:lnTo>
                  <a:pt x="8692" y="45015"/>
                </a:lnTo>
                <a:lnTo>
                  <a:pt x="8693" y="45015"/>
                </a:lnTo>
                <a:lnTo>
                  <a:pt x="8693" y="45015"/>
                </a:lnTo>
                <a:lnTo>
                  <a:pt x="8693" y="45015"/>
                </a:lnTo>
                <a:lnTo>
                  <a:pt x="8693" y="45015"/>
                </a:lnTo>
                <a:lnTo>
                  <a:pt x="8693" y="45015"/>
                </a:lnTo>
                <a:lnTo>
                  <a:pt x="8693" y="45015"/>
                </a:lnTo>
                <a:lnTo>
                  <a:pt x="8694" y="45015"/>
                </a:lnTo>
                <a:lnTo>
                  <a:pt x="8694" y="45015"/>
                </a:lnTo>
                <a:lnTo>
                  <a:pt x="8694" y="45015"/>
                </a:lnTo>
                <a:lnTo>
                  <a:pt x="8694" y="45015"/>
                </a:lnTo>
                <a:lnTo>
                  <a:pt x="8694" y="45015"/>
                </a:lnTo>
                <a:lnTo>
                  <a:pt x="8694" y="45015"/>
                </a:lnTo>
                <a:lnTo>
                  <a:pt x="8695" y="45015"/>
                </a:lnTo>
                <a:lnTo>
                  <a:pt x="8695" y="45015"/>
                </a:lnTo>
                <a:lnTo>
                  <a:pt x="8695" y="45015"/>
                </a:lnTo>
                <a:lnTo>
                  <a:pt x="8695" y="45015"/>
                </a:lnTo>
                <a:lnTo>
                  <a:pt x="8695" y="45015"/>
                </a:lnTo>
                <a:lnTo>
                  <a:pt x="8695" y="45015"/>
                </a:lnTo>
                <a:lnTo>
                  <a:pt x="8696" y="45015"/>
                </a:lnTo>
                <a:lnTo>
                  <a:pt x="8696" y="45015"/>
                </a:lnTo>
                <a:lnTo>
                  <a:pt x="8696" y="45015"/>
                </a:lnTo>
                <a:lnTo>
                  <a:pt x="8696" y="45015"/>
                </a:lnTo>
                <a:lnTo>
                  <a:pt x="8696" y="45015"/>
                </a:lnTo>
                <a:lnTo>
                  <a:pt x="8696" y="45015"/>
                </a:lnTo>
                <a:lnTo>
                  <a:pt x="8696" y="45015"/>
                </a:lnTo>
                <a:lnTo>
                  <a:pt x="8697" y="45015"/>
                </a:lnTo>
                <a:lnTo>
                  <a:pt x="8697" y="45015"/>
                </a:lnTo>
                <a:lnTo>
                  <a:pt x="8697" y="45015"/>
                </a:lnTo>
                <a:lnTo>
                  <a:pt x="8697" y="45015"/>
                </a:lnTo>
                <a:lnTo>
                  <a:pt x="8697" y="45015"/>
                </a:lnTo>
                <a:lnTo>
                  <a:pt x="8697" y="45015"/>
                </a:lnTo>
                <a:lnTo>
                  <a:pt x="8698" y="45015"/>
                </a:lnTo>
                <a:lnTo>
                  <a:pt x="8698" y="45015"/>
                </a:lnTo>
                <a:lnTo>
                  <a:pt x="8698" y="45015"/>
                </a:lnTo>
                <a:lnTo>
                  <a:pt x="8698" y="45015"/>
                </a:lnTo>
                <a:lnTo>
                  <a:pt x="8698" y="45015"/>
                </a:lnTo>
                <a:lnTo>
                  <a:pt x="8698" y="45015"/>
                </a:lnTo>
                <a:lnTo>
                  <a:pt x="8699" y="45015"/>
                </a:lnTo>
                <a:lnTo>
                  <a:pt x="8699" y="45015"/>
                </a:lnTo>
                <a:lnTo>
                  <a:pt x="8699" y="45015"/>
                </a:lnTo>
                <a:lnTo>
                  <a:pt x="8699" y="45015"/>
                </a:lnTo>
                <a:lnTo>
                  <a:pt x="8699" y="45015"/>
                </a:lnTo>
                <a:lnTo>
                  <a:pt x="8699" y="45015"/>
                </a:lnTo>
                <a:lnTo>
                  <a:pt x="8700" y="45015"/>
                </a:lnTo>
                <a:lnTo>
                  <a:pt x="8700" y="45015"/>
                </a:lnTo>
                <a:lnTo>
                  <a:pt x="8700" y="45015"/>
                </a:lnTo>
                <a:lnTo>
                  <a:pt x="8700" y="45015"/>
                </a:lnTo>
                <a:lnTo>
                  <a:pt x="8700" y="45015"/>
                </a:lnTo>
                <a:lnTo>
                  <a:pt x="8700" y="45015"/>
                </a:lnTo>
                <a:lnTo>
                  <a:pt x="8701" y="45015"/>
                </a:lnTo>
                <a:lnTo>
                  <a:pt x="8701" y="45015"/>
                </a:lnTo>
                <a:lnTo>
                  <a:pt x="8701" y="45015"/>
                </a:lnTo>
                <a:lnTo>
                  <a:pt x="8701" y="45015"/>
                </a:lnTo>
                <a:lnTo>
                  <a:pt x="8701" y="45015"/>
                </a:lnTo>
                <a:lnTo>
                  <a:pt x="8701" y="45015"/>
                </a:lnTo>
                <a:lnTo>
                  <a:pt x="8701" y="45015"/>
                </a:lnTo>
                <a:lnTo>
                  <a:pt x="8702" y="45015"/>
                </a:lnTo>
                <a:lnTo>
                  <a:pt x="8702" y="45015"/>
                </a:lnTo>
                <a:lnTo>
                  <a:pt x="8702" y="45015"/>
                </a:lnTo>
                <a:lnTo>
                  <a:pt x="8702" y="45015"/>
                </a:lnTo>
                <a:lnTo>
                  <a:pt x="8702" y="45015"/>
                </a:lnTo>
                <a:lnTo>
                  <a:pt x="8702" y="45015"/>
                </a:lnTo>
                <a:lnTo>
                  <a:pt x="8703" y="45015"/>
                </a:lnTo>
                <a:lnTo>
                  <a:pt x="8703" y="45015"/>
                </a:lnTo>
                <a:lnTo>
                  <a:pt x="8703" y="45015"/>
                </a:lnTo>
                <a:lnTo>
                  <a:pt x="8703" y="45015"/>
                </a:lnTo>
                <a:lnTo>
                  <a:pt x="8703" y="45015"/>
                </a:lnTo>
                <a:lnTo>
                  <a:pt x="8703" y="45015"/>
                </a:lnTo>
                <a:lnTo>
                  <a:pt x="8704" y="45015"/>
                </a:lnTo>
                <a:lnTo>
                  <a:pt x="8704" y="45015"/>
                </a:lnTo>
                <a:lnTo>
                  <a:pt x="8704" y="45015"/>
                </a:lnTo>
                <a:lnTo>
                  <a:pt x="8704" y="45015"/>
                </a:lnTo>
                <a:lnTo>
                  <a:pt x="8704" y="45015"/>
                </a:lnTo>
                <a:lnTo>
                  <a:pt x="8704" y="45015"/>
                </a:lnTo>
                <a:lnTo>
                  <a:pt x="8705" y="45015"/>
                </a:lnTo>
                <a:lnTo>
                  <a:pt x="8705" y="45015"/>
                </a:lnTo>
                <a:lnTo>
                  <a:pt x="8705" y="45015"/>
                </a:lnTo>
                <a:lnTo>
                  <a:pt x="8705" y="45015"/>
                </a:lnTo>
                <a:lnTo>
                  <a:pt x="8705" y="45015"/>
                </a:lnTo>
                <a:lnTo>
                  <a:pt x="8705" y="45015"/>
                </a:lnTo>
                <a:lnTo>
                  <a:pt x="8706" y="45015"/>
                </a:lnTo>
                <a:lnTo>
                  <a:pt x="8706" y="45015"/>
                </a:lnTo>
                <a:lnTo>
                  <a:pt x="8706" y="45015"/>
                </a:lnTo>
                <a:lnTo>
                  <a:pt x="8706" y="45015"/>
                </a:lnTo>
                <a:lnTo>
                  <a:pt x="8706" y="45015"/>
                </a:lnTo>
                <a:lnTo>
                  <a:pt x="8706" y="45015"/>
                </a:lnTo>
                <a:lnTo>
                  <a:pt x="8706" y="45015"/>
                </a:lnTo>
                <a:lnTo>
                  <a:pt x="8707" y="45015"/>
                </a:lnTo>
                <a:lnTo>
                  <a:pt x="8707" y="45015"/>
                </a:lnTo>
                <a:lnTo>
                  <a:pt x="8707" y="45015"/>
                </a:lnTo>
                <a:lnTo>
                  <a:pt x="8707" y="45015"/>
                </a:lnTo>
                <a:lnTo>
                  <a:pt x="8707" y="45015"/>
                </a:lnTo>
                <a:lnTo>
                  <a:pt x="8707" y="45015"/>
                </a:lnTo>
                <a:lnTo>
                  <a:pt x="8708" y="45015"/>
                </a:lnTo>
                <a:lnTo>
                  <a:pt x="8708" y="45015"/>
                </a:lnTo>
                <a:lnTo>
                  <a:pt x="8708" y="45015"/>
                </a:lnTo>
                <a:lnTo>
                  <a:pt x="8708" y="45015"/>
                </a:lnTo>
                <a:lnTo>
                  <a:pt x="8708" y="45015"/>
                </a:lnTo>
                <a:lnTo>
                  <a:pt x="8708" y="45015"/>
                </a:lnTo>
                <a:lnTo>
                  <a:pt x="8709" y="45015"/>
                </a:lnTo>
                <a:lnTo>
                  <a:pt x="8709" y="45015"/>
                </a:lnTo>
                <a:lnTo>
                  <a:pt x="8709" y="45015"/>
                </a:lnTo>
                <a:lnTo>
                  <a:pt x="8709" y="45015"/>
                </a:lnTo>
                <a:lnTo>
                  <a:pt x="8709" y="45015"/>
                </a:lnTo>
                <a:lnTo>
                  <a:pt x="8709" y="45015"/>
                </a:lnTo>
                <a:lnTo>
                  <a:pt x="8710" y="45015"/>
                </a:lnTo>
                <a:lnTo>
                  <a:pt x="8710" y="45015"/>
                </a:lnTo>
                <a:lnTo>
                  <a:pt x="8710" y="45015"/>
                </a:lnTo>
                <a:lnTo>
                  <a:pt x="8710" y="45015"/>
                </a:lnTo>
                <a:lnTo>
                  <a:pt x="8710" y="45015"/>
                </a:lnTo>
                <a:lnTo>
                  <a:pt x="8710" y="45015"/>
                </a:lnTo>
                <a:lnTo>
                  <a:pt x="8711" y="45015"/>
                </a:lnTo>
                <a:lnTo>
                  <a:pt x="8711" y="45015"/>
                </a:lnTo>
                <a:lnTo>
                  <a:pt x="8711" y="45015"/>
                </a:lnTo>
                <a:lnTo>
                  <a:pt x="8711" y="45015"/>
                </a:lnTo>
                <a:lnTo>
                  <a:pt x="8711" y="45015"/>
                </a:lnTo>
                <a:lnTo>
                  <a:pt x="8711" y="45015"/>
                </a:lnTo>
                <a:lnTo>
                  <a:pt x="8711" y="45015"/>
                </a:lnTo>
                <a:lnTo>
                  <a:pt x="8712" y="45015"/>
                </a:lnTo>
                <a:lnTo>
                  <a:pt x="8712" y="45015"/>
                </a:lnTo>
                <a:lnTo>
                  <a:pt x="8712" y="45015"/>
                </a:lnTo>
                <a:lnTo>
                  <a:pt x="8712" y="45015"/>
                </a:lnTo>
                <a:lnTo>
                  <a:pt x="8712" y="45015"/>
                </a:lnTo>
                <a:lnTo>
                  <a:pt x="8712" y="45015"/>
                </a:lnTo>
                <a:lnTo>
                  <a:pt x="8713" y="45015"/>
                </a:lnTo>
                <a:lnTo>
                  <a:pt x="8713" y="45015"/>
                </a:lnTo>
                <a:lnTo>
                  <a:pt x="8713" y="45015"/>
                </a:lnTo>
                <a:lnTo>
                  <a:pt x="8713" y="45015"/>
                </a:lnTo>
                <a:lnTo>
                  <a:pt x="8713" y="45015"/>
                </a:lnTo>
                <a:lnTo>
                  <a:pt x="8713" y="45015"/>
                </a:lnTo>
                <a:lnTo>
                  <a:pt x="8714" y="45015"/>
                </a:lnTo>
                <a:lnTo>
                  <a:pt x="8714" y="45015"/>
                </a:lnTo>
                <a:lnTo>
                  <a:pt x="8714" y="45015"/>
                </a:lnTo>
                <a:lnTo>
                  <a:pt x="8714" y="45015"/>
                </a:lnTo>
                <a:lnTo>
                  <a:pt x="8714" y="45015"/>
                </a:lnTo>
                <a:lnTo>
                  <a:pt x="8714" y="45015"/>
                </a:lnTo>
                <a:lnTo>
                  <a:pt x="8715" y="45015"/>
                </a:lnTo>
                <a:lnTo>
                  <a:pt x="8715" y="45015"/>
                </a:lnTo>
                <a:lnTo>
                  <a:pt x="8715" y="45015"/>
                </a:lnTo>
                <a:lnTo>
                  <a:pt x="8715" y="45015"/>
                </a:lnTo>
                <a:lnTo>
                  <a:pt x="8715" y="45015"/>
                </a:lnTo>
                <a:lnTo>
                  <a:pt x="8715" y="45015"/>
                </a:lnTo>
                <a:lnTo>
                  <a:pt x="8715" y="45015"/>
                </a:lnTo>
                <a:lnTo>
                  <a:pt x="8716" y="45015"/>
                </a:lnTo>
                <a:lnTo>
                  <a:pt x="8716" y="45015"/>
                </a:lnTo>
                <a:lnTo>
                  <a:pt x="8716" y="45015"/>
                </a:lnTo>
                <a:lnTo>
                  <a:pt x="8716" y="45015"/>
                </a:lnTo>
                <a:lnTo>
                  <a:pt x="8716" y="45015"/>
                </a:lnTo>
                <a:lnTo>
                  <a:pt x="8716" y="45015"/>
                </a:lnTo>
                <a:lnTo>
                  <a:pt x="8717" y="45015"/>
                </a:lnTo>
                <a:lnTo>
                  <a:pt x="8717" y="45015"/>
                </a:lnTo>
                <a:lnTo>
                  <a:pt x="8717" y="45015"/>
                </a:lnTo>
                <a:lnTo>
                  <a:pt x="8717" y="45015"/>
                </a:lnTo>
                <a:lnTo>
                  <a:pt x="8717" y="45015"/>
                </a:lnTo>
                <a:lnTo>
                  <a:pt x="8717" y="45015"/>
                </a:lnTo>
                <a:lnTo>
                  <a:pt x="8718" y="45015"/>
                </a:lnTo>
                <a:lnTo>
                  <a:pt x="8718" y="45015"/>
                </a:lnTo>
                <a:lnTo>
                  <a:pt x="8718" y="45015"/>
                </a:lnTo>
                <a:lnTo>
                  <a:pt x="8718" y="45015"/>
                </a:lnTo>
                <a:lnTo>
                  <a:pt x="8718" y="45015"/>
                </a:lnTo>
                <a:lnTo>
                  <a:pt x="8718" y="45015"/>
                </a:lnTo>
                <a:lnTo>
                  <a:pt x="8719" y="45015"/>
                </a:lnTo>
                <a:lnTo>
                  <a:pt x="8719" y="45015"/>
                </a:lnTo>
                <a:lnTo>
                  <a:pt x="8719" y="45015"/>
                </a:lnTo>
                <a:lnTo>
                  <a:pt x="8719" y="45015"/>
                </a:lnTo>
                <a:lnTo>
                  <a:pt x="8719" y="45015"/>
                </a:lnTo>
                <a:lnTo>
                  <a:pt x="8719" y="45015"/>
                </a:lnTo>
                <a:lnTo>
                  <a:pt x="8719" y="45015"/>
                </a:lnTo>
                <a:lnTo>
                  <a:pt x="8720" y="45015"/>
                </a:lnTo>
                <a:lnTo>
                  <a:pt x="8720" y="45015"/>
                </a:lnTo>
                <a:lnTo>
                  <a:pt x="8720" y="45015"/>
                </a:lnTo>
                <a:lnTo>
                  <a:pt x="8720" y="45015"/>
                </a:lnTo>
                <a:lnTo>
                  <a:pt x="8720" y="45015"/>
                </a:lnTo>
                <a:lnTo>
                  <a:pt x="8720" y="45015"/>
                </a:lnTo>
                <a:lnTo>
                  <a:pt x="8721" y="45015"/>
                </a:lnTo>
                <a:lnTo>
                  <a:pt x="8721" y="45015"/>
                </a:lnTo>
                <a:lnTo>
                  <a:pt x="8721" y="45015"/>
                </a:lnTo>
                <a:lnTo>
                  <a:pt x="8721" y="45015"/>
                </a:lnTo>
                <a:lnTo>
                  <a:pt x="8721" y="45015"/>
                </a:lnTo>
                <a:lnTo>
                  <a:pt x="8721" y="45015"/>
                </a:lnTo>
                <a:lnTo>
                  <a:pt x="8722" y="45015"/>
                </a:lnTo>
                <a:lnTo>
                  <a:pt x="8722" y="45015"/>
                </a:lnTo>
                <a:lnTo>
                  <a:pt x="8722" y="45015"/>
                </a:lnTo>
                <a:lnTo>
                  <a:pt x="8722" y="45015"/>
                </a:lnTo>
                <a:lnTo>
                  <a:pt x="8722" y="45015"/>
                </a:lnTo>
                <a:lnTo>
                  <a:pt x="8722" y="45015"/>
                </a:lnTo>
                <a:lnTo>
                  <a:pt x="8723" y="45015"/>
                </a:lnTo>
                <a:lnTo>
                  <a:pt x="8723" y="45015"/>
                </a:lnTo>
                <a:lnTo>
                  <a:pt x="8723" y="45015"/>
                </a:lnTo>
                <a:lnTo>
                  <a:pt x="8723" y="45015"/>
                </a:lnTo>
                <a:lnTo>
                  <a:pt x="8723" y="45015"/>
                </a:lnTo>
                <a:lnTo>
                  <a:pt x="8723" y="45015"/>
                </a:lnTo>
                <a:lnTo>
                  <a:pt x="8724" y="45015"/>
                </a:lnTo>
                <a:lnTo>
                  <a:pt x="8724" y="45015"/>
                </a:lnTo>
                <a:lnTo>
                  <a:pt x="8724" y="45015"/>
                </a:lnTo>
                <a:lnTo>
                  <a:pt x="8724" y="45015"/>
                </a:lnTo>
                <a:lnTo>
                  <a:pt x="8724" y="45015"/>
                </a:lnTo>
                <a:lnTo>
                  <a:pt x="8724" y="45015"/>
                </a:lnTo>
                <a:lnTo>
                  <a:pt x="8724" y="45015"/>
                </a:lnTo>
                <a:lnTo>
                  <a:pt x="8725" y="45015"/>
                </a:lnTo>
                <a:lnTo>
                  <a:pt x="8725" y="45015"/>
                </a:lnTo>
                <a:lnTo>
                  <a:pt x="8725" y="45015"/>
                </a:lnTo>
                <a:lnTo>
                  <a:pt x="8725" y="45015"/>
                </a:lnTo>
                <a:lnTo>
                  <a:pt x="8725" y="45015"/>
                </a:lnTo>
                <a:lnTo>
                  <a:pt x="8725" y="45015"/>
                </a:lnTo>
                <a:lnTo>
                  <a:pt x="8726" y="45015"/>
                </a:lnTo>
                <a:lnTo>
                  <a:pt x="8726" y="45015"/>
                </a:lnTo>
                <a:lnTo>
                  <a:pt x="8726" y="45015"/>
                </a:lnTo>
                <a:lnTo>
                  <a:pt x="8726" y="45015"/>
                </a:lnTo>
                <a:lnTo>
                  <a:pt x="8726" y="45015"/>
                </a:lnTo>
                <a:lnTo>
                  <a:pt x="8726" y="45015"/>
                </a:lnTo>
                <a:lnTo>
                  <a:pt x="8727" y="45015"/>
                </a:lnTo>
                <a:lnTo>
                  <a:pt x="8727" y="45015"/>
                </a:lnTo>
                <a:lnTo>
                  <a:pt x="8727" y="45015"/>
                </a:lnTo>
                <a:lnTo>
                  <a:pt x="8727" y="45015"/>
                </a:lnTo>
                <a:lnTo>
                  <a:pt x="8727" y="45015"/>
                </a:lnTo>
                <a:lnTo>
                  <a:pt x="8727" y="45015"/>
                </a:lnTo>
                <a:lnTo>
                  <a:pt x="8728" y="45015"/>
                </a:lnTo>
                <a:lnTo>
                  <a:pt x="8728" y="45015"/>
                </a:lnTo>
                <a:lnTo>
                  <a:pt x="8728" y="45015"/>
                </a:lnTo>
                <a:lnTo>
                  <a:pt x="8728" y="45015"/>
                </a:lnTo>
                <a:lnTo>
                  <a:pt x="8728" y="45015"/>
                </a:lnTo>
                <a:lnTo>
                  <a:pt x="8728" y="45015"/>
                </a:lnTo>
                <a:lnTo>
                  <a:pt x="8728" y="45015"/>
                </a:lnTo>
                <a:lnTo>
                  <a:pt x="8729" y="45015"/>
                </a:lnTo>
                <a:lnTo>
                  <a:pt x="8729" y="45015"/>
                </a:lnTo>
                <a:lnTo>
                  <a:pt x="8729" y="45015"/>
                </a:lnTo>
                <a:lnTo>
                  <a:pt x="8729" y="45015"/>
                </a:lnTo>
                <a:lnTo>
                  <a:pt x="8729" y="45015"/>
                </a:lnTo>
                <a:lnTo>
                  <a:pt x="8729" y="45015"/>
                </a:lnTo>
                <a:lnTo>
                  <a:pt x="8730" y="45015"/>
                </a:lnTo>
                <a:lnTo>
                  <a:pt x="8730" y="45015"/>
                </a:lnTo>
                <a:lnTo>
                  <a:pt x="8730" y="45015"/>
                </a:lnTo>
                <a:lnTo>
                  <a:pt x="8730" y="45015"/>
                </a:lnTo>
                <a:lnTo>
                  <a:pt x="8730" y="45015"/>
                </a:lnTo>
                <a:lnTo>
                  <a:pt x="8730" y="45015"/>
                </a:lnTo>
                <a:lnTo>
                  <a:pt x="8731" y="45015"/>
                </a:lnTo>
                <a:lnTo>
                  <a:pt x="8731" y="45015"/>
                </a:lnTo>
                <a:lnTo>
                  <a:pt x="8731" y="45015"/>
                </a:lnTo>
                <a:lnTo>
                  <a:pt x="8731" y="45015"/>
                </a:lnTo>
                <a:lnTo>
                  <a:pt x="8731" y="45015"/>
                </a:lnTo>
                <a:lnTo>
                  <a:pt x="8731" y="45015"/>
                </a:lnTo>
                <a:lnTo>
                  <a:pt x="8732" y="45015"/>
                </a:lnTo>
                <a:lnTo>
                  <a:pt x="8732" y="45015"/>
                </a:lnTo>
                <a:lnTo>
                  <a:pt x="8732" y="45015"/>
                </a:lnTo>
                <a:lnTo>
                  <a:pt x="8732" y="45015"/>
                </a:lnTo>
                <a:lnTo>
                  <a:pt x="8732" y="45015"/>
                </a:lnTo>
                <a:lnTo>
                  <a:pt x="8732" y="45015"/>
                </a:lnTo>
                <a:lnTo>
                  <a:pt x="8732" y="45015"/>
                </a:lnTo>
                <a:lnTo>
                  <a:pt x="8733" y="45015"/>
                </a:lnTo>
                <a:lnTo>
                  <a:pt x="8733" y="45015"/>
                </a:lnTo>
                <a:lnTo>
                  <a:pt x="8733" y="45015"/>
                </a:lnTo>
                <a:lnTo>
                  <a:pt x="8733" y="45015"/>
                </a:lnTo>
                <a:lnTo>
                  <a:pt x="8733" y="45015"/>
                </a:lnTo>
                <a:lnTo>
                  <a:pt x="8733" y="45015"/>
                </a:lnTo>
                <a:lnTo>
                  <a:pt x="8734" y="45015"/>
                </a:lnTo>
                <a:lnTo>
                  <a:pt x="8734" y="45015"/>
                </a:lnTo>
                <a:lnTo>
                  <a:pt x="8734" y="45015"/>
                </a:lnTo>
                <a:lnTo>
                  <a:pt x="8734" y="45015"/>
                </a:lnTo>
                <a:lnTo>
                  <a:pt x="8734" y="45015"/>
                </a:lnTo>
                <a:lnTo>
                  <a:pt x="8734" y="45015"/>
                </a:lnTo>
                <a:lnTo>
                  <a:pt x="8735" y="45015"/>
                </a:lnTo>
                <a:lnTo>
                  <a:pt x="8735" y="45015"/>
                </a:lnTo>
                <a:lnTo>
                  <a:pt x="8735" y="45015"/>
                </a:lnTo>
                <a:lnTo>
                  <a:pt x="8735" y="45015"/>
                </a:lnTo>
                <a:lnTo>
                  <a:pt x="8735" y="45015"/>
                </a:lnTo>
                <a:lnTo>
                  <a:pt x="8735" y="45015"/>
                </a:lnTo>
                <a:lnTo>
                  <a:pt x="8736" y="45015"/>
                </a:lnTo>
                <a:lnTo>
                  <a:pt x="8736" y="45015"/>
                </a:lnTo>
                <a:lnTo>
                  <a:pt x="8736" y="45015"/>
                </a:lnTo>
                <a:lnTo>
                  <a:pt x="8736" y="45015"/>
                </a:lnTo>
                <a:lnTo>
                  <a:pt x="8736" y="45015"/>
                </a:lnTo>
                <a:lnTo>
                  <a:pt x="8736" y="45015"/>
                </a:lnTo>
                <a:lnTo>
                  <a:pt x="8736" y="45015"/>
                </a:lnTo>
                <a:lnTo>
                  <a:pt x="8737" y="45015"/>
                </a:lnTo>
                <a:lnTo>
                  <a:pt x="8737" y="45015"/>
                </a:lnTo>
                <a:lnTo>
                  <a:pt x="8737" y="45015"/>
                </a:lnTo>
                <a:lnTo>
                  <a:pt x="8737" y="45015"/>
                </a:lnTo>
                <a:lnTo>
                  <a:pt x="8737" y="45015"/>
                </a:lnTo>
                <a:lnTo>
                  <a:pt x="8737" y="45015"/>
                </a:lnTo>
                <a:lnTo>
                  <a:pt x="8738" y="45015"/>
                </a:lnTo>
                <a:lnTo>
                  <a:pt x="8738" y="45015"/>
                </a:lnTo>
                <a:lnTo>
                  <a:pt x="8738" y="45015"/>
                </a:lnTo>
                <a:lnTo>
                  <a:pt x="8738" y="45015"/>
                </a:lnTo>
                <a:lnTo>
                  <a:pt x="8738" y="45015"/>
                </a:lnTo>
                <a:lnTo>
                  <a:pt x="8738" y="45015"/>
                </a:lnTo>
                <a:lnTo>
                  <a:pt x="8739" y="45015"/>
                </a:lnTo>
                <a:lnTo>
                  <a:pt x="8739" y="45015"/>
                </a:lnTo>
                <a:lnTo>
                  <a:pt x="8739" y="45015"/>
                </a:lnTo>
                <a:lnTo>
                  <a:pt x="8739" y="45015"/>
                </a:lnTo>
                <a:lnTo>
                  <a:pt x="8739" y="45015"/>
                </a:lnTo>
                <a:lnTo>
                  <a:pt x="8739" y="45015"/>
                </a:lnTo>
                <a:lnTo>
                  <a:pt x="8740" y="45015"/>
                </a:lnTo>
                <a:lnTo>
                  <a:pt x="8740" y="45015"/>
                </a:lnTo>
                <a:lnTo>
                  <a:pt x="8740" y="45015"/>
                </a:lnTo>
                <a:lnTo>
                  <a:pt x="8740" y="45015"/>
                </a:lnTo>
                <a:lnTo>
                  <a:pt x="8740" y="45015"/>
                </a:lnTo>
                <a:lnTo>
                  <a:pt x="8740" y="45015"/>
                </a:lnTo>
                <a:lnTo>
                  <a:pt x="8740" y="45015"/>
                </a:lnTo>
                <a:lnTo>
                  <a:pt x="8741" y="45015"/>
                </a:lnTo>
                <a:lnTo>
                  <a:pt x="8741" y="45015"/>
                </a:lnTo>
                <a:lnTo>
                  <a:pt x="8741" y="45015"/>
                </a:lnTo>
                <a:lnTo>
                  <a:pt x="8741" y="45015"/>
                </a:lnTo>
                <a:lnTo>
                  <a:pt x="8741" y="45015"/>
                </a:lnTo>
                <a:lnTo>
                  <a:pt x="8741" y="45015"/>
                </a:lnTo>
                <a:lnTo>
                  <a:pt x="8742" y="45015"/>
                </a:lnTo>
                <a:lnTo>
                  <a:pt x="8742" y="45015"/>
                </a:lnTo>
                <a:lnTo>
                  <a:pt x="8742" y="45015"/>
                </a:lnTo>
                <a:lnTo>
                  <a:pt x="8742" y="45015"/>
                </a:lnTo>
                <a:lnTo>
                  <a:pt x="8742" y="45015"/>
                </a:lnTo>
                <a:lnTo>
                  <a:pt x="8742" y="45015"/>
                </a:lnTo>
                <a:lnTo>
                  <a:pt x="8743" y="45015"/>
                </a:lnTo>
                <a:lnTo>
                  <a:pt x="8743" y="45015"/>
                </a:lnTo>
                <a:lnTo>
                  <a:pt x="8743" y="45015"/>
                </a:lnTo>
                <a:lnTo>
                  <a:pt x="8743" y="45015"/>
                </a:lnTo>
                <a:lnTo>
                  <a:pt x="8743" y="45015"/>
                </a:lnTo>
                <a:lnTo>
                  <a:pt x="8743" y="45015"/>
                </a:lnTo>
                <a:lnTo>
                  <a:pt x="8743" y="45015"/>
                </a:lnTo>
                <a:lnTo>
                  <a:pt x="8744" y="45015"/>
                </a:lnTo>
                <a:lnTo>
                  <a:pt x="8744" y="45015"/>
                </a:lnTo>
                <a:lnTo>
                  <a:pt x="8744" y="45015"/>
                </a:lnTo>
                <a:lnTo>
                  <a:pt x="8744" y="45015"/>
                </a:lnTo>
                <a:lnTo>
                  <a:pt x="8744" y="45015"/>
                </a:lnTo>
                <a:lnTo>
                  <a:pt x="8744" y="45015"/>
                </a:lnTo>
                <a:lnTo>
                  <a:pt x="8745" y="45015"/>
                </a:lnTo>
                <a:lnTo>
                  <a:pt x="8745" y="45015"/>
                </a:lnTo>
                <a:lnTo>
                  <a:pt x="8745" y="45015"/>
                </a:lnTo>
                <a:lnTo>
                  <a:pt x="8745" y="45015"/>
                </a:lnTo>
                <a:lnTo>
                  <a:pt x="8745" y="45015"/>
                </a:lnTo>
                <a:lnTo>
                  <a:pt x="8745" y="45015"/>
                </a:lnTo>
                <a:lnTo>
                  <a:pt x="8746" y="45015"/>
                </a:lnTo>
                <a:lnTo>
                  <a:pt x="8746" y="45015"/>
                </a:lnTo>
                <a:lnTo>
                  <a:pt x="8746" y="45015"/>
                </a:lnTo>
                <a:lnTo>
                  <a:pt x="8746" y="45015"/>
                </a:lnTo>
                <a:lnTo>
                  <a:pt x="8746" y="45015"/>
                </a:lnTo>
                <a:lnTo>
                  <a:pt x="8746" y="45015"/>
                </a:lnTo>
                <a:lnTo>
                  <a:pt x="8747" y="45015"/>
                </a:lnTo>
                <a:lnTo>
                  <a:pt x="8747" y="45015"/>
                </a:lnTo>
                <a:lnTo>
                  <a:pt x="8747" y="45015"/>
                </a:lnTo>
                <a:lnTo>
                  <a:pt x="8747" y="45015"/>
                </a:lnTo>
                <a:lnTo>
                  <a:pt x="8747" y="45015"/>
                </a:lnTo>
                <a:lnTo>
                  <a:pt x="8747" y="45015"/>
                </a:lnTo>
                <a:lnTo>
                  <a:pt x="8747" y="45015"/>
                </a:lnTo>
                <a:lnTo>
                  <a:pt x="8748" y="45015"/>
                </a:lnTo>
                <a:lnTo>
                  <a:pt x="8748" y="45015"/>
                </a:lnTo>
                <a:lnTo>
                  <a:pt x="8748" y="45015"/>
                </a:lnTo>
                <a:lnTo>
                  <a:pt x="8748" y="45015"/>
                </a:lnTo>
                <a:lnTo>
                  <a:pt x="8748" y="45015"/>
                </a:lnTo>
                <a:lnTo>
                  <a:pt x="8748" y="45015"/>
                </a:lnTo>
                <a:lnTo>
                  <a:pt x="8749" y="45015"/>
                </a:lnTo>
                <a:lnTo>
                  <a:pt x="8749" y="45015"/>
                </a:lnTo>
                <a:lnTo>
                  <a:pt x="8749" y="45015"/>
                </a:lnTo>
                <a:lnTo>
                  <a:pt x="8749" y="45015"/>
                </a:lnTo>
                <a:lnTo>
                  <a:pt x="8749" y="45015"/>
                </a:lnTo>
                <a:lnTo>
                  <a:pt x="8749" y="45015"/>
                </a:lnTo>
                <a:lnTo>
                  <a:pt x="8750" y="45015"/>
                </a:lnTo>
                <a:lnTo>
                  <a:pt x="8750" y="45015"/>
                </a:lnTo>
                <a:lnTo>
                  <a:pt x="8750" y="45015"/>
                </a:lnTo>
                <a:lnTo>
                  <a:pt x="8750" y="45015"/>
                </a:lnTo>
                <a:lnTo>
                  <a:pt x="8750" y="45015"/>
                </a:lnTo>
                <a:lnTo>
                  <a:pt x="8750" y="45015"/>
                </a:lnTo>
                <a:lnTo>
                  <a:pt x="8751" y="45015"/>
                </a:lnTo>
                <a:lnTo>
                  <a:pt x="8751" y="45015"/>
                </a:lnTo>
                <a:lnTo>
                  <a:pt x="8751" y="45015"/>
                </a:lnTo>
                <a:lnTo>
                  <a:pt x="8751" y="45015"/>
                </a:lnTo>
                <a:lnTo>
                  <a:pt x="8751" y="45015"/>
                </a:lnTo>
                <a:lnTo>
                  <a:pt x="8751" y="45015"/>
                </a:lnTo>
                <a:lnTo>
                  <a:pt x="8751" y="45015"/>
                </a:lnTo>
                <a:lnTo>
                  <a:pt x="8752" y="45015"/>
                </a:lnTo>
                <a:lnTo>
                  <a:pt x="8752" y="45015"/>
                </a:lnTo>
                <a:lnTo>
                  <a:pt x="8752" y="45015"/>
                </a:lnTo>
                <a:lnTo>
                  <a:pt x="8752" y="45015"/>
                </a:lnTo>
                <a:lnTo>
                  <a:pt x="8752" y="45015"/>
                </a:lnTo>
                <a:lnTo>
                  <a:pt x="8752" y="45015"/>
                </a:lnTo>
                <a:lnTo>
                  <a:pt x="8753" y="45015"/>
                </a:lnTo>
                <a:lnTo>
                  <a:pt x="8753" y="45015"/>
                </a:lnTo>
                <a:lnTo>
                  <a:pt x="8753" y="45015"/>
                </a:lnTo>
                <a:lnTo>
                  <a:pt x="8753" y="45015"/>
                </a:lnTo>
                <a:lnTo>
                  <a:pt x="8753" y="45015"/>
                </a:lnTo>
                <a:lnTo>
                  <a:pt x="8753" y="45015"/>
                </a:lnTo>
                <a:lnTo>
                  <a:pt x="8754" y="45015"/>
                </a:lnTo>
                <a:lnTo>
                  <a:pt x="8754" y="45015"/>
                </a:lnTo>
                <a:lnTo>
                  <a:pt x="8754" y="45015"/>
                </a:lnTo>
                <a:lnTo>
                  <a:pt x="8754" y="45015"/>
                </a:lnTo>
                <a:lnTo>
                  <a:pt x="8754" y="45015"/>
                </a:lnTo>
                <a:lnTo>
                  <a:pt x="8754" y="45015"/>
                </a:lnTo>
                <a:lnTo>
                  <a:pt x="8754" y="45015"/>
                </a:lnTo>
                <a:lnTo>
                  <a:pt x="8755" y="45015"/>
                </a:lnTo>
                <a:lnTo>
                  <a:pt x="8755" y="45015"/>
                </a:lnTo>
                <a:lnTo>
                  <a:pt x="8755" y="45015"/>
                </a:lnTo>
                <a:lnTo>
                  <a:pt x="8755" y="45015"/>
                </a:lnTo>
                <a:lnTo>
                  <a:pt x="8755" y="45015"/>
                </a:lnTo>
                <a:lnTo>
                  <a:pt x="8755" y="45015"/>
                </a:lnTo>
                <a:lnTo>
                  <a:pt x="8756" y="45015"/>
                </a:lnTo>
                <a:lnTo>
                  <a:pt x="8756" y="45015"/>
                </a:lnTo>
                <a:lnTo>
                  <a:pt x="8756" y="45015"/>
                </a:lnTo>
                <a:lnTo>
                  <a:pt x="8756" y="45015"/>
                </a:lnTo>
                <a:lnTo>
                  <a:pt x="8756" y="45015"/>
                </a:lnTo>
                <a:lnTo>
                  <a:pt x="8756" y="45015"/>
                </a:lnTo>
                <a:lnTo>
                  <a:pt x="8757" y="45015"/>
                </a:lnTo>
                <a:lnTo>
                  <a:pt x="8757" y="45015"/>
                </a:lnTo>
                <a:lnTo>
                  <a:pt x="8757" y="45015"/>
                </a:lnTo>
                <a:lnTo>
                  <a:pt x="8757" y="45015"/>
                </a:lnTo>
                <a:lnTo>
                  <a:pt x="8757" y="45015"/>
                </a:lnTo>
                <a:lnTo>
                  <a:pt x="8757" y="45015"/>
                </a:lnTo>
                <a:lnTo>
                  <a:pt x="8758" y="45015"/>
                </a:lnTo>
                <a:lnTo>
                  <a:pt x="8758" y="45015"/>
                </a:lnTo>
                <a:lnTo>
                  <a:pt x="8758" y="45015"/>
                </a:lnTo>
                <a:lnTo>
                  <a:pt x="8758" y="45015"/>
                </a:lnTo>
                <a:lnTo>
                  <a:pt x="8758" y="45015"/>
                </a:lnTo>
                <a:lnTo>
                  <a:pt x="8758" y="45015"/>
                </a:lnTo>
                <a:lnTo>
                  <a:pt x="8758" y="45015"/>
                </a:lnTo>
                <a:lnTo>
                  <a:pt x="8759" y="45015"/>
                </a:lnTo>
                <a:lnTo>
                  <a:pt x="8759" y="45015"/>
                </a:lnTo>
                <a:lnTo>
                  <a:pt x="8759" y="45015"/>
                </a:lnTo>
                <a:lnTo>
                  <a:pt x="8759" y="45015"/>
                </a:lnTo>
                <a:lnTo>
                  <a:pt x="8759" y="45015"/>
                </a:lnTo>
                <a:lnTo>
                  <a:pt x="8759" y="45015"/>
                </a:lnTo>
                <a:lnTo>
                  <a:pt x="8760" y="45015"/>
                </a:lnTo>
                <a:lnTo>
                  <a:pt x="8760" y="45015"/>
                </a:lnTo>
                <a:lnTo>
                  <a:pt x="8760" y="45015"/>
                </a:lnTo>
                <a:lnTo>
                  <a:pt x="8760" y="45015"/>
                </a:lnTo>
                <a:lnTo>
                  <a:pt x="8760" y="45015"/>
                </a:lnTo>
                <a:lnTo>
                  <a:pt x="8760" y="45015"/>
                </a:lnTo>
                <a:lnTo>
                  <a:pt x="8761" y="45015"/>
                </a:lnTo>
                <a:lnTo>
                  <a:pt x="8761" y="45015"/>
                </a:lnTo>
                <a:lnTo>
                  <a:pt x="8761" y="45015"/>
                </a:lnTo>
                <a:lnTo>
                  <a:pt x="8761" y="45015"/>
                </a:lnTo>
                <a:lnTo>
                  <a:pt x="8761" y="45015"/>
                </a:lnTo>
                <a:lnTo>
                  <a:pt x="8761" y="45015"/>
                </a:lnTo>
                <a:lnTo>
                  <a:pt x="8761" y="45015"/>
                </a:lnTo>
                <a:lnTo>
                  <a:pt x="8762" y="45015"/>
                </a:lnTo>
                <a:lnTo>
                  <a:pt x="8762" y="45015"/>
                </a:lnTo>
                <a:lnTo>
                  <a:pt x="8762" y="45015"/>
                </a:lnTo>
                <a:lnTo>
                  <a:pt x="8762" y="45015"/>
                </a:lnTo>
                <a:lnTo>
                  <a:pt x="8762" y="45015"/>
                </a:lnTo>
                <a:lnTo>
                  <a:pt x="8762" y="45015"/>
                </a:lnTo>
                <a:lnTo>
                  <a:pt x="8763" y="45015"/>
                </a:lnTo>
                <a:lnTo>
                  <a:pt x="8763" y="45015"/>
                </a:lnTo>
                <a:lnTo>
                  <a:pt x="8763" y="45015"/>
                </a:lnTo>
                <a:lnTo>
                  <a:pt x="8763" y="45015"/>
                </a:lnTo>
                <a:lnTo>
                  <a:pt x="8763" y="45015"/>
                </a:lnTo>
                <a:lnTo>
                  <a:pt x="8763" y="45015"/>
                </a:lnTo>
                <a:lnTo>
                  <a:pt x="8764" y="45015"/>
                </a:lnTo>
                <a:lnTo>
                  <a:pt x="8764" y="45015"/>
                </a:lnTo>
                <a:lnTo>
                  <a:pt x="8764" y="45015"/>
                </a:lnTo>
                <a:lnTo>
                  <a:pt x="8764" y="45015"/>
                </a:lnTo>
                <a:lnTo>
                  <a:pt x="8764" y="45015"/>
                </a:lnTo>
                <a:lnTo>
                  <a:pt x="8764" y="45015"/>
                </a:lnTo>
                <a:lnTo>
                  <a:pt x="8764" y="45015"/>
                </a:lnTo>
                <a:lnTo>
                  <a:pt x="8765" y="45015"/>
                </a:lnTo>
                <a:lnTo>
                  <a:pt x="8765" y="45015"/>
                </a:lnTo>
                <a:lnTo>
                  <a:pt x="8765" y="45015"/>
                </a:lnTo>
                <a:lnTo>
                  <a:pt x="8765" y="45015"/>
                </a:lnTo>
                <a:lnTo>
                  <a:pt x="8765" y="45015"/>
                </a:lnTo>
                <a:lnTo>
                  <a:pt x="8765" y="45015"/>
                </a:lnTo>
                <a:lnTo>
                  <a:pt x="8766" y="45015"/>
                </a:lnTo>
                <a:lnTo>
                  <a:pt x="8766" y="45015"/>
                </a:lnTo>
                <a:lnTo>
                  <a:pt x="8766" y="45015"/>
                </a:lnTo>
                <a:lnTo>
                  <a:pt x="8766" y="45015"/>
                </a:lnTo>
                <a:lnTo>
                  <a:pt x="8766" y="45015"/>
                </a:lnTo>
                <a:lnTo>
                  <a:pt x="8766" y="45015"/>
                </a:lnTo>
                <a:lnTo>
                  <a:pt x="8767" y="45015"/>
                </a:lnTo>
                <a:lnTo>
                  <a:pt x="8767" y="45015"/>
                </a:lnTo>
                <a:lnTo>
                  <a:pt x="8767" y="45015"/>
                </a:lnTo>
                <a:lnTo>
                  <a:pt x="8767" y="45015"/>
                </a:lnTo>
                <a:lnTo>
                  <a:pt x="8767" y="45015"/>
                </a:lnTo>
                <a:lnTo>
                  <a:pt x="8767" y="45015"/>
                </a:lnTo>
                <a:lnTo>
                  <a:pt x="8768" y="45015"/>
                </a:lnTo>
                <a:lnTo>
                  <a:pt x="8768" y="45015"/>
                </a:lnTo>
                <a:lnTo>
                  <a:pt x="8768" y="45015"/>
                </a:lnTo>
                <a:lnTo>
                  <a:pt x="8768" y="45015"/>
                </a:lnTo>
                <a:lnTo>
                  <a:pt x="8768" y="45015"/>
                </a:lnTo>
                <a:lnTo>
                  <a:pt x="8768" y="45015"/>
                </a:lnTo>
                <a:lnTo>
                  <a:pt x="8768" y="45015"/>
                </a:lnTo>
                <a:lnTo>
                  <a:pt x="8769" y="45015"/>
                </a:lnTo>
                <a:lnTo>
                  <a:pt x="8769" y="45015"/>
                </a:lnTo>
                <a:lnTo>
                  <a:pt x="8769" y="45015"/>
                </a:lnTo>
                <a:lnTo>
                  <a:pt x="8769" y="45015"/>
                </a:lnTo>
                <a:lnTo>
                  <a:pt x="8769" y="45015"/>
                </a:lnTo>
                <a:lnTo>
                  <a:pt x="8769" y="45015"/>
                </a:lnTo>
                <a:lnTo>
                  <a:pt x="8770" y="45015"/>
                </a:lnTo>
                <a:lnTo>
                  <a:pt x="8770" y="45015"/>
                </a:lnTo>
                <a:lnTo>
                  <a:pt x="8770" y="45015"/>
                </a:lnTo>
                <a:lnTo>
                  <a:pt x="8770" y="45015"/>
                </a:lnTo>
                <a:lnTo>
                  <a:pt x="8770" y="45015"/>
                </a:lnTo>
                <a:lnTo>
                  <a:pt x="8770" y="45015"/>
                </a:lnTo>
                <a:lnTo>
                  <a:pt x="8771" y="45015"/>
                </a:lnTo>
                <a:lnTo>
                  <a:pt x="8771" y="45015"/>
                </a:lnTo>
                <a:lnTo>
                  <a:pt x="8771" y="45015"/>
                </a:lnTo>
                <a:lnTo>
                  <a:pt x="8771" y="45015"/>
                </a:lnTo>
                <a:lnTo>
                  <a:pt x="8771" y="45015"/>
                </a:lnTo>
                <a:lnTo>
                  <a:pt x="8771" y="45015"/>
                </a:lnTo>
                <a:lnTo>
                  <a:pt x="8771" y="45015"/>
                </a:lnTo>
                <a:lnTo>
                  <a:pt x="8772" y="45015"/>
                </a:lnTo>
                <a:lnTo>
                  <a:pt x="8772" y="45015"/>
                </a:lnTo>
                <a:lnTo>
                  <a:pt x="8772" y="45015"/>
                </a:lnTo>
                <a:lnTo>
                  <a:pt x="8772" y="45015"/>
                </a:lnTo>
                <a:lnTo>
                  <a:pt x="8772" y="45015"/>
                </a:lnTo>
                <a:lnTo>
                  <a:pt x="8772" y="45015"/>
                </a:lnTo>
                <a:lnTo>
                  <a:pt x="8773" y="45015"/>
                </a:lnTo>
                <a:lnTo>
                  <a:pt x="8773" y="45015"/>
                </a:lnTo>
                <a:lnTo>
                  <a:pt x="8773" y="45015"/>
                </a:lnTo>
                <a:lnTo>
                  <a:pt x="8773" y="45015"/>
                </a:lnTo>
                <a:lnTo>
                  <a:pt x="8773" y="45015"/>
                </a:lnTo>
                <a:lnTo>
                  <a:pt x="8773" y="45015"/>
                </a:lnTo>
                <a:lnTo>
                  <a:pt x="8774" y="45015"/>
                </a:lnTo>
                <a:lnTo>
                  <a:pt x="8774" y="45015"/>
                </a:lnTo>
                <a:lnTo>
                  <a:pt x="8774" y="45015"/>
                </a:lnTo>
                <a:lnTo>
                  <a:pt x="8774" y="45015"/>
                </a:lnTo>
                <a:lnTo>
                  <a:pt x="8774" y="45015"/>
                </a:lnTo>
                <a:lnTo>
                  <a:pt x="8774" y="45015"/>
                </a:lnTo>
                <a:lnTo>
                  <a:pt x="8774" y="45015"/>
                </a:lnTo>
                <a:lnTo>
                  <a:pt x="8775" y="45015"/>
                </a:lnTo>
                <a:lnTo>
                  <a:pt x="8775" y="45015"/>
                </a:lnTo>
                <a:lnTo>
                  <a:pt x="8775" y="45015"/>
                </a:lnTo>
                <a:lnTo>
                  <a:pt x="8775" y="45015"/>
                </a:lnTo>
                <a:lnTo>
                  <a:pt x="8775" y="45015"/>
                </a:lnTo>
                <a:lnTo>
                  <a:pt x="8775" y="45015"/>
                </a:lnTo>
                <a:lnTo>
                  <a:pt x="8776" y="45015"/>
                </a:lnTo>
                <a:lnTo>
                  <a:pt x="8776" y="45015"/>
                </a:lnTo>
                <a:lnTo>
                  <a:pt x="8776" y="45015"/>
                </a:lnTo>
                <a:lnTo>
                  <a:pt x="8776" y="45015"/>
                </a:lnTo>
                <a:lnTo>
                  <a:pt x="8776" y="45015"/>
                </a:lnTo>
                <a:lnTo>
                  <a:pt x="8776" y="45015"/>
                </a:lnTo>
                <a:lnTo>
                  <a:pt x="8777" y="45015"/>
                </a:lnTo>
                <a:lnTo>
                  <a:pt x="8777" y="45015"/>
                </a:lnTo>
                <a:lnTo>
                  <a:pt x="8777" y="45015"/>
                </a:lnTo>
                <a:lnTo>
                  <a:pt x="8777" y="45015"/>
                </a:lnTo>
                <a:lnTo>
                  <a:pt x="8777" y="45015"/>
                </a:lnTo>
                <a:lnTo>
                  <a:pt x="8777" y="45015"/>
                </a:lnTo>
                <a:lnTo>
                  <a:pt x="8777" y="45015"/>
                </a:lnTo>
                <a:lnTo>
                  <a:pt x="8778" y="45015"/>
                </a:lnTo>
                <a:lnTo>
                  <a:pt x="8778" y="45015"/>
                </a:lnTo>
                <a:lnTo>
                  <a:pt x="8778" y="45015"/>
                </a:lnTo>
                <a:lnTo>
                  <a:pt x="8778" y="45015"/>
                </a:lnTo>
                <a:lnTo>
                  <a:pt x="8778" y="45015"/>
                </a:lnTo>
                <a:lnTo>
                  <a:pt x="8778" y="45015"/>
                </a:lnTo>
                <a:lnTo>
                  <a:pt x="8779" y="45015"/>
                </a:lnTo>
                <a:lnTo>
                  <a:pt x="8779" y="45015"/>
                </a:lnTo>
                <a:lnTo>
                  <a:pt x="8779" y="45015"/>
                </a:lnTo>
                <a:lnTo>
                  <a:pt x="8779" y="45015"/>
                </a:lnTo>
                <a:lnTo>
                  <a:pt x="8779" y="45015"/>
                </a:lnTo>
                <a:lnTo>
                  <a:pt x="8779" y="45015"/>
                </a:lnTo>
                <a:lnTo>
                  <a:pt x="8780" y="45015"/>
                </a:lnTo>
                <a:lnTo>
                  <a:pt x="8780" y="45015"/>
                </a:lnTo>
                <a:lnTo>
                  <a:pt x="8780" y="45015"/>
                </a:lnTo>
                <a:lnTo>
                  <a:pt x="8780" y="45015"/>
                </a:lnTo>
                <a:lnTo>
                  <a:pt x="8780" y="45015"/>
                </a:lnTo>
                <a:lnTo>
                  <a:pt x="8780" y="45015"/>
                </a:lnTo>
                <a:lnTo>
                  <a:pt x="8780" y="45015"/>
                </a:lnTo>
                <a:lnTo>
                  <a:pt x="8781" y="45015"/>
                </a:lnTo>
                <a:lnTo>
                  <a:pt x="8781" y="45015"/>
                </a:lnTo>
                <a:lnTo>
                  <a:pt x="8781" y="45015"/>
                </a:lnTo>
                <a:lnTo>
                  <a:pt x="8781" y="45015"/>
                </a:lnTo>
                <a:lnTo>
                  <a:pt x="8781" y="45015"/>
                </a:lnTo>
                <a:lnTo>
                  <a:pt x="8781" y="45015"/>
                </a:lnTo>
                <a:lnTo>
                  <a:pt x="8782" y="45015"/>
                </a:lnTo>
                <a:lnTo>
                  <a:pt x="8782" y="45015"/>
                </a:lnTo>
                <a:lnTo>
                  <a:pt x="8782" y="45015"/>
                </a:lnTo>
                <a:lnTo>
                  <a:pt x="8782" y="45015"/>
                </a:lnTo>
                <a:lnTo>
                  <a:pt x="8782" y="45015"/>
                </a:lnTo>
                <a:lnTo>
                  <a:pt x="8782" y="45015"/>
                </a:lnTo>
                <a:lnTo>
                  <a:pt x="8783" y="45015"/>
                </a:lnTo>
                <a:lnTo>
                  <a:pt x="8783" y="45015"/>
                </a:lnTo>
                <a:lnTo>
                  <a:pt x="8783" y="45015"/>
                </a:lnTo>
                <a:lnTo>
                  <a:pt x="8783" y="45015"/>
                </a:lnTo>
                <a:lnTo>
                  <a:pt x="8783" y="45015"/>
                </a:lnTo>
                <a:lnTo>
                  <a:pt x="8783" y="45015"/>
                </a:lnTo>
                <a:lnTo>
                  <a:pt x="8783" y="45015"/>
                </a:lnTo>
                <a:lnTo>
                  <a:pt x="8784" y="45015"/>
                </a:lnTo>
                <a:lnTo>
                  <a:pt x="8784" y="45015"/>
                </a:lnTo>
                <a:lnTo>
                  <a:pt x="8784" y="45015"/>
                </a:lnTo>
                <a:lnTo>
                  <a:pt x="8784" y="45015"/>
                </a:lnTo>
                <a:lnTo>
                  <a:pt x="8784" y="45015"/>
                </a:lnTo>
                <a:lnTo>
                  <a:pt x="8784" y="45015"/>
                </a:lnTo>
                <a:lnTo>
                  <a:pt x="8785" y="45015"/>
                </a:lnTo>
                <a:lnTo>
                  <a:pt x="8785" y="45015"/>
                </a:lnTo>
                <a:lnTo>
                  <a:pt x="8785" y="45015"/>
                </a:lnTo>
                <a:lnTo>
                  <a:pt x="8785" y="45015"/>
                </a:lnTo>
                <a:lnTo>
                  <a:pt x="8785" y="45015"/>
                </a:lnTo>
                <a:lnTo>
                  <a:pt x="8785" y="45015"/>
                </a:lnTo>
                <a:lnTo>
                  <a:pt x="8786" y="45015"/>
                </a:lnTo>
                <a:lnTo>
                  <a:pt x="8786" y="45015"/>
                </a:lnTo>
                <a:lnTo>
                  <a:pt x="8786" y="45015"/>
                </a:lnTo>
                <a:lnTo>
                  <a:pt x="8786" y="45015"/>
                </a:lnTo>
                <a:lnTo>
                  <a:pt x="8786" y="45015"/>
                </a:lnTo>
                <a:lnTo>
                  <a:pt x="8786" y="45015"/>
                </a:lnTo>
                <a:lnTo>
                  <a:pt x="8786" y="45015"/>
                </a:lnTo>
                <a:lnTo>
                  <a:pt x="8787" y="45015"/>
                </a:lnTo>
                <a:lnTo>
                  <a:pt x="8787" y="45015"/>
                </a:lnTo>
                <a:lnTo>
                  <a:pt x="8787" y="45015"/>
                </a:lnTo>
                <a:lnTo>
                  <a:pt x="8787" y="45015"/>
                </a:lnTo>
                <a:lnTo>
                  <a:pt x="8787" y="45015"/>
                </a:lnTo>
                <a:lnTo>
                  <a:pt x="8787" y="45015"/>
                </a:lnTo>
                <a:lnTo>
                  <a:pt x="8788" y="45015"/>
                </a:lnTo>
                <a:lnTo>
                  <a:pt x="8788" y="45015"/>
                </a:lnTo>
                <a:lnTo>
                  <a:pt x="8788" y="45015"/>
                </a:lnTo>
                <a:lnTo>
                  <a:pt x="8788" y="45015"/>
                </a:lnTo>
                <a:lnTo>
                  <a:pt x="8788" y="45015"/>
                </a:lnTo>
                <a:lnTo>
                  <a:pt x="8788" y="45015"/>
                </a:lnTo>
                <a:lnTo>
                  <a:pt x="8789" y="45015"/>
                </a:lnTo>
                <a:lnTo>
                  <a:pt x="8789" y="45015"/>
                </a:lnTo>
                <a:lnTo>
                  <a:pt x="8789" y="45015"/>
                </a:lnTo>
                <a:lnTo>
                  <a:pt x="8789" y="45015"/>
                </a:lnTo>
                <a:lnTo>
                  <a:pt x="8789" y="45015"/>
                </a:lnTo>
                <a:lnTo>
                  <a:pt x="8789" y="45015"/>
                </a:lnTo>
                <a:lnTo>
                  <a:pt x="8789" y="45015"/>
                </a:lnTo>
                <a:lnTo>
                  <a:pt x="8790" y="45015"/>
                </a:lnTo>
                <a:lnTo>
                  <a:pt x="8790" y="45015"/>
                </a:lnTo>
                <a:lnTo>
                  <a:pt x="8790" y="45015"/>
                </a:lnTo>
                <a:lnTo>
                  <a:pt x="8790" y="45015"/>
                </a:lnTo>
                <a:lnTo>
                  <a:pt x="8790" y="45015"/>
                </a:lnTo>
                <a:lnTo>
                  <a:pt x="8790" y="45015"/>
                </a:lnTo>
                <a:lnTo>
                  <a:pt x="8791" y="45015"/>
                </a:lnTo>
                <a:lnTo>
                  <a:pt x="8791" y="45015"/>
                </a:lnTo>
                <a:lnTo>
                  <a:pt x="8791" y="45015"/>
                </a:lnTo>
                <a:lnTo>
                  <a:pt x="8791" y="45015"/>
                </a:lnTo>
                <a:lnTo>
                  <a:pt x="8791" y="45015"/>
                </a:lnTo>
                <a:lnTo>
                  <a:pt x="8791" y="45015"/>
                </a:lnTo>
                <a:lnTo>
                  <a:pt x="8792" y="45015"/>
                </a:lnTo>
                <a:lnTo>
                  <a:pt x="8792" y="45015"/>
                </a:lnTo>
                <a:lnTo>
                  <a:pt x="8792" y="45015"/>
                </a:lnTo>
                <a:lnTo>
                  <a:pt x="8792" y="45015"/>
                </a:lnTo>
                <a:lnTo>
                  <a:pt x="8792" y="45015"/>
                </a:lnTo>
                <a:lnTo>
                  <a:pt x="8792" y="45015"/>
                </a:lnTo>
                <a:lnTo>
                  <a:pt x="8792" y="45015"/>
                </a:lnTo>
                <a:lnTo>
                  <a:pt x="8793" y="45015"/>
                </a:lnTo>
                <a:lnTo>
                  <a:pt x="8793" y="45015"/>
                </a:lnTo>
                <a:lnTo>
                  <a:pt x="8793" y="45015"/>
                </a:lnTo>
                <a:lnTo>
                  <a:pt x="8793" y="45015"/>
                </a:lnTo>
                <a:lnTo>
                  <a:pt x="8793" y="45015"/>
                </a:lnTo>
                <a:lnTo>
                  <a:pt x="8793" y="45015"/>
                </a:lnTo>
                <a:lnTo>
                  <a:pt x="8794" y="45015"/>
                </a:lnTo>
                <a:lnTo>
                  <a:pt x="8794" y="45015"/>
                </a:lnTo>
                <a:lnTo>
                  <a:pt x="8794" y="45015"/>
                </a:lnTo>
                <a:lnTo>
                  <a:pt x="8794" y="45015"/>
                </a:lnTo>
                <a:lnTo>
                  <a:pt x="8794" y="45015"/>
                </a:lnTo>
                <a:lnTo>
                  <a:pt x="8794" y="45015"/>
                </a:lnTo>
                <a:lnTo>
                  <a:pt x="8795" y="45015"/>
                </a:lnTo>
                <a:lnTo>
                  <a:pt x="8795" y="45015"/>
                </a:lnTo>
                <a:lnTo>
                  <a:pt x="8795" y="45015"/>
                </a:lnTo>
                <a:lnTo>
                  <a:pt x="8795" y="45015"/>
                </a:lnTo>
                <a:lnTo>
                  <a:pt x="8795" y="45015"/>
                </a:lnTo>
                <a:lnTo>
                  <a:pt x="8795" y="45015"/>
                </a:lnTo>
                <a:lnTo>
                  <a:pt x="8795" y="45015"/>
                </a:lnTo>
                <a:lnTo>
                  <a:pt x="8796" y="45015"/>
                </a:lnTo>
                <a:lnTo>
                  <a:pt x="8796" y="45015"/>
                </a:lnTo>
                <a:lnTo>
                  <a:pt x="8796" y="45015"/>
                </a:lnTo>
                <a:lnTo>
                  <a:pt x="8796" y="45015"/>
                </a:lnTo>
                <a:lnTo>
                  <a:pt x="8796" y="45015"/>
                </a:lnTo>
                <a:lnTo>
                  <a:pt x="8796" y="45015"/>
                </a:lnTo>
                <a:lnTo>
                  <a:pt x="8797" y="45015"/>
                </a:lnTo>
                <a:lnTo>
                  <a:pt x="8797" y="45015"/>
                </a:lnTo>
                <a:lnTo>
                  <a:pt x="8797" y="45015"/>
                </a:lnTo>
                <a:lnTo>
                  <a:pt x="8797" y="45015"/>
                </a:lnTo>
                <a:lnTo>
                  <a:pt x="8797" y="45015"/>
                </a:lnTo>
                <a:lnTo>
                  <a:pt x="8797" y="45015"/>
                </a:lnTo>
                <a:lnTo>
                  <a:pt x="8798" y="45015"/>
                </a:lnTo>
                <a:lnTo>
                  <a:pt x="8798" y="45015"/>
                </a:lnTo>
                <a:lnTo>
                  <a:pt x="8798" y="45015"/>
                </a:lnTo>
                <a:lnTo>
                  <a:pt x="8798" y="45015"/>
                </a:lnTo>
                <a:lnTo>
                  <a:pt x="8798" y="45015"/>
                </a:lnTo>
                <a:lnTo>
                  <a:pt x="8798" y="45015"/>
                </a:lnTo>
                <a:lnTo>
                  <a:pt x="8798" y="45015"/>
                </a:lnTo>
                <a:lnTo>
                  <a:pt x="8799" y="45015"/>
                </a:lnTo>
                <a:lnTo>
                  <a:pt x="8799" y="45015"/>
                </a:lnTo>
                <a:lnTo>
                  <a:pt x="8799" y="45015"/>
                </a:lnTo>
                <a:lnTo>
                  <a:pt x="8799" y="45015"/>
                </a:lnTo>
                <a:lnTo>
                  <a:pt x="8799" y="45015"/>
                </a:lnTo>
                <a:lnTo>
                  <a:pt x="8799" y="45015"/>
                </a:lnTo>
                <a:lnTo>
                  <a:pt x="8800" y="45015"/>
                </a:lnTo>
                <a:lnTo>
                  <a:pt x="8800" y="45015"/>
                </a:lnTo>
                <a:lnTo>
                  <a:pt x="8800" y="45015"/>
                </a:lnTo>
                <a:lnTo>
                  <a:pt x="8800" y="45015"/>
                </a:lnTo>
                <a:lnTo>
                  <a:pt x="8800" y="45015"/>
                </a:lnTo>
                <a:lnTo>
                  <a:pt x="8800" y="45015"/>
                </a:lnTo>
                <a:lnTo>
                  <a:pt x="8801" y="45015"/>
                </a:lnTo>
                <a:lnTo>
                  <a:pt x="8801" y="45015"/>
                </a:lnTo>
                <a:lnTo>
                  <a:pt x="8801" y="45015"/>
                </a:lnTo>
                <a:lnTo>
                  <a:pt x="8801" y="45015"/>
                </a:lnTo>
                <a:lnTo>
                  <a:pt x="8801" y="45015"/>
                </a:lnTo>
                <a:lnTo>
                  <a:pt x="8801" y="45015"/>
                </a:lnTo>
                <a:lnTo>
                  <a:pt x="8801" y="45015"/>
                </a:lnTo>
                <a:lnTo>
                  <a:pt x="8802" y="45015"/>
                </a:lnTo>
                <a:lnTo>
                  <a:pt x="8802" y="45015"/>
                </a:lnTo>
                <a:lnTo>
                  <a:pt x="8802" y="45015"/>
                </a:lnTo>
                <a:lnTo>
                  <a:pt x="8802" y="45015"/>
                </a:lnTo>
                <a:lnTo>
                  <a:pt x="8802" y="45015"/>
                </a:lnTo>
                <a:lnTo>
                  <a:pt x="8802" y="45015"/>
                </a:lnTo>
                <a:lnTo>
                  <a:pt x="8803" y="45015"/>
                </a:lnTo>
                <a:lnTo>
                  <a:pt x="8803" y="45015"/>
                </a:lnTo>
                <a:lnTo>
                  <a:pt x="8803" y="45015"/>
                </a:lnTo>
                <a:lnTo>
                  <a:pt x="8803" y="45015"/>
                </a:lnTo>
                <a:lnTo>
                  <a:pt x="8803" y="45015"/>
                </a:lnTo>
                <a:lnTo>
                  <a:pt x="8803" y="45015"/>
                </a:lnTo>
                <a:lnTo>
                  <a:pt x="8804" y="45015"/>
                </a:lnTo>
                <a:lnTo>
                  <a:pt x="8804" y="45015"/>
                </a:lnTo>
                <a:lnTo>
                  <a:pt x="8804" y="45015"/>
                </a:lnTo>
                <a:lnTo>
                  <a:pt x="8804" y="45015"/>
                </a:lnTo>
                <a:lnTo>
                  <a:pt x="8804" y="45015"/>
                </a:lnTo>
                <a:lnTo>
                  <a:pt x="8804" y="45015"/>
                </a:lnTo>
                <a:lnTo>
                  <a:pt x="8804" y="45015"/>
                </a:lnTo>
                <a:lnTo>
                  <a:pt x="8805" y="45015"/>
                </a:lnTo>
                <a:lnTo>
                  <a:pt x="8805" y="45015"/>
                </a:lnTo>
                <a:lnTo>
                  <a:pt x="8805" y="45015"/>
                </a:lnTo>
                <a:lnTo>
                  <a:pt x="8805" y="45015"/>
                </a:lnTo>
                <a:lnTo>
                  <a:pt x="8805" y="45015"/>
                </a:lnTo>
                <a:lnTo>
                  <a:pt x="8805" y="45015"/>
                </a:lnTo>
                <a:lnTo>
                  <a:pt x="8806" y="45015"/>
                </a:lnTo>
                <a:lnTo>
                  <a:pt x="8806" y="45015"/>
                </a:lnTo>
                <a:lnTo>
                  <a:pt x="8806" y="45015"/>
                </a:lnTo>
                <a:lnTo>
                  <a:pt x="8806" y="45015"/>
                </a:lnTo>
                <a:lnTo>
                  <a:pt x="8806" y="45015"/>
                </a:lnTo>
                <a:lnTo>
                  <a:pt x="8806" y="45015"/>
                </a:lnTo>
                <a:lnTo>
                  <a:pt x="8806" y="45015"/>
                </a:lnTo>
                <a:lnTo>
                  <a:pt x="8807" y="45015"/>
                </a:lnTo>
                <a:lnTo>
                  <a:pt x="8807" y="45015"/>
                </a:lnTo>
                <a:lnTo>
                  <a:pt x="8807" y="45015"/>
                </a:lnTo>
                <a:lnTo>
                  <a:pt x="8807" y="45015"/>
                </a:lnTo>
                <a:lnTo>
                  <a:pt x="8807" y="45015"/>
                </a:lnTo>
                <a:lnTo>
                  <a:pt x="8807" y="45015"/>
                </a:lnTo>
                <a:lnTo>
                  <a:pt x="8808" y="45015"/>
                </a:lnTo>
                <a:lnTo>
                  <a:pt x="8808" y="45015"/>
                </a:lnTo>
                <a:lnTo>
                  <a:pt x="8808" y="45015"/>
                </a:lnTo>
                <a:lnTo>
                  <a:pt x="8808" y="45015"/>
                </a:lnTo>
                <a:lnTo>
                  <a:pt x="8808" y="45015"/>
                </a:lnTo>
                <a:lnTo>
                  <a:pt x="8808" y="45015"/>
                </a:lnTo>
                <a:lnTo>
                  <a:pt x="8809" y="45015"/>
                </a:lnTo>
                <a:lnTo>
                  <a:pt x="8809" y="45015"/>
                </a:lnTo>
                <a:lnTo>
                  <a:pt x="8809" y="45015"/>
                </a:lnTo>
                <a:lnTo>
                  <a:pt x="8809" y="45015"/>
                </a:lnTo>
                <a:lnTo>
                  <a:pt x="8809" y="45015"/>
                </a:lnTo>
                <a:lnTo>
                  <a:pt x="8809" y="45015"/>
                </a:lnTo>
                <a:lnTo>
                  <a:pt x="8809" y="45015"/>
                </a:lnTo>
                <a:lnTo>
                  <a:pt x="8810" y="45015"/>
                </a:lnTo>
                <a:lnTo>
                  <a:pt x="8810" y="45015"/>
                </a:lnTo>
                <a:lnTo>
                  <a:pt x="8810" y="45015"/>
                </a:lnTo>
                <a:lnTo>
                  <a:pt x="8810" y="45015"/>
                </a:lnTo>
                <a:lnTo>
                  <a:pt x="8810" y="45015"/>
                </a:lnTo>
                <a:lnTo>
                  <a:pt x="8810" y="45015"/>
                </a:lnTo>
                <a:lnTo>
                  <a:pt x="8811" y="45015"/>
                </a:lnTo>
                <a:lnTo>
                  <a:pt x="8811" y="45015"/>
                </a:lnTo>
                <a:lnTo>
                  <a:pt x="8811" y="45015"/>
                </a:lnTo>
                <a:lnTo>
                  <a:pt x="8811" y="45015"/>
                </a:lnTo>
                <a:lnTo>
                  <a:pt x="8811" y="45015"/>
                </a:lnTo>
                <a:lnTo>
                  <a:pt x="8811" y="45015"/>
                </a:lnTo>
                <a:lnTo>
                  <a:pt x="8812" y="45015"/>
                </a:lnTo>
                <a:lnTo>
                  <a:pt x="8812" y="45015"/>
                </a:lnTo>
                <a:lnTo>
                  <a:pt x="8812" y="45015"/>
                </a:lnTo>
                <a:lnTo>
                  <a:pt x="8812" y="45015"/>
                </a:lnTo>
                <a:lnTo>
                  <a:pt x="8812" y="45015"/>
                </a:lnTo>
                <a:lnTo>
                  <a:pt x="8812" y="45015"/>
                </a:lnTo>
                <a:lnTo>
                  <a:pt x="8812" y="45015"/>
                </a:lnTo>
                <a:lnTo>
                  <a:pt x="8813" y="45015"/>
                </a:lnTo>
                <a:lnTo>
                  <a:pt x="8813" y="45015"/>
                </a:lnTo>
                <a:lnTo>
                  <a:pt x="8813" y="45015"/>
                </a:lnTo>
                <a:lnTo>
                  <a:pt x="8813" y="45015"/>
                </a:lnTo>
                <a:lnTo>
                  <a:pt x="8813" y="45015"/>
                </a:lnTo>
                <a:lnTo>
                  <a:pt x="8813" y="45015"/>
                </a:lnTo>
                <a:lnTo>
                  <a:pt x="8814" y="45015"/>
                </a:lnTo>
                <a:lnTo>
                  <a:pt x="8814" y="45015"/>
                </a:lnTo>
                <a:lnTo>
                  <a:pt x="8814" y="45015"/>
                </a:lnTo>
                <a:lnTo>
                  <a:pt x="8814" y="45015"/>
                </a:lnTo>
                <a:lnTo>
                  <a:pt x="8814" y="45015"/>
                </a:lnTo>
                <a:lnTo>
                  <a:pt x="8814" y="45015"/>
                </a:lnTo>
                <a:lnTo>
                  <a:pt x="8814" y="45015"/>
                </a:lnTo>
                <a:lnTo>
                  <a:pt x="8815" y="45015"/>
                </a:lnTo>
                <a:lnTo>
                  <a:pt x="8815" y="45015"/>
                </a:lnTo>
                <a:lnTo>
                  <a:pt x="8815" y="45015"/>
                </a:lnTo>
                <a:lnTo>
                  <a:pt x="8815" y="45015"/>
                </a:lnTo>
                <a:lnTo>
                  <a:pt x="8815" y="45015"/>
                </a:lnTo>
                <a:lnTo>
                  <a:pt x="8815" y="45015"/>
                </a:lnTo>
                <a:lnTo>
                  <a:pt x="8816" y="45015"/>
                </a:lnTo>
                <a:lnTo>
                  <a:pt x="8816" y="45015"/>
                </a:lnTo>
                <a:lnTo>
                  <a:pt x="8816" y="45015"/>
                </a:lnTo>
                <a:lnTo>
                  <a:pt x="8816" y="45015"/>
                </a:lnTo>
                <a:lnTo>
                  <a:pt x="8816" y="45015"/>
                </a:lnTo>
                <a:lnTo>
                  <a:pt x="8816" y="45015"/>
                </a:lnTo>
                <a:lnTo>
                  <a:pt x="8817" y="45015"/>
                </a:lnTo>
                <a:lnTo>
                  <a:pt x="8817" y="45015"/>
                </a:lnTo>
                <a:lnTo>
                  <a:pt x="8817" y="45015"/>
                </a:lnTo>
                <a:lnTo>
                  <a:pt x="8817" y="45015"/>
                </a:lnTo>
                <a:lnTo>
                  <a:pt x="8817" y="45015"/>
                </a:lnTo>
                <a:lnTo>
                  <a:pt x="8817" y="45015"/>
                </a:lnTo>
                <a:lnTo>
                  <a:pt x="8817" y="45015"/>
                </a:lnTo>
                <a:lnTo>
                  <a:pt x="8818" y="45015"/>
                </a:lnTo>
                <a:lnTo>
                  <a:pt x="8818" y="45015"/>
                </a:lnTo>
                <a:lnTo>
                  <a:pt x="8818" y="45015"/>
                </a:lnTo>
                <a:lnTo>
                  <a:pt x="8818" y="45015"/>
                </a:lnTo>
                <a:lnTo>
                  <a:pt x="8818" y="45015"/>
                </a:lnTo>
                <a:lnTo>
                  <a:pt x="8818" y="45015"/>
                </a:lnTo>
                <a:lnTo>
                  <a:pt x="8819" y="45015"/>
                </a:lnTo>
                <a:lnTo>
                  <a:pt x="8819" y="45015"/>
                </a:lnTo>
                <a:lnTo>
                  <a:pt x="8819" y="45015"/>
                </a:lnTo>
                <a:lnTo>
                  <a:pt x="8819" y="45015"/>
                </a:lnTo>
                <a:lnTo>
                  <a:pt x="8819" y="45015"/>
                </a:lnTo>
                <a:lnTo>
                  <a:pt x="8819" y="45015"/>
                </a:lnTo>
                <a:lnTo>
                  <a:pt x="8820" y="45015"/>
                </a:lnTo>
                <a:lnTo>
                  <a:pt x="8820" y="45015"/>
                </a:lnTo>
                <a:lnTo>
                  <a:pt x="8820" y="45015"/>
                </a:lnTo>
                <a:lnTo>
                  <a:pt x="8820" y="45015"/>
                </a:lnTo>
                <a:lnTo>
                  <a:pt x="8820" y="45015"/>
                </a:lnTo>
                <a:lnTo>
                  <a:pt x="8820" y="45015"/>
                </a:lnTo>
                <a:lnTo>
                  <a:pt x="8820" y="45015"/>
                </a:lnTo>
                <a:lnTo>
                  <a:pt x="8821" y="45015"/>
                </a:lnTo>
                <a:lnTo>
                  <a:pt x="8821" y="45015"/>
                </a:lnTo>
                <a:lnTo>
                  <a:pt x="8821" y="45015"/>
                </a:lnTo>
                <a:lnTo>
                  <a:pt x="8821" y="45015"/>
                </a:lnTo>
                <a:lnTo>
                  <a:pt x="8821" y="45015"/>
                </a:lnTo>
                <a:lnTo>
                  <a:pt x="8821" y="45015"/>
                </a:lnTo>
                <a:lnTo>
                  <a:pt x="8822" y="45015"/>
                </a:lnTo>
                <a:lnTo>
                  <a:pt x="8822" y="45015"/>
                </a:lnTo>
                <a:lnTo>
                  <a:pt x="8822" y="45015"/>
                </a:lnTo>
                <a:lnTo>
                  <a:pt x="8822" y="45015"/>
                </a:lnTo>
                <a:lnTo>
                  <a:pt x="8822" y="45015"/>
                </a:lnTo>
                <a:lnTo>
                  <a:pt x="8822" y="45015"/>
                </a:lnTo>
                <a:lnTo>
                  <a:pt x="8822" y="45015"/>
                </a:lnTo>
                <a:lnTo>
                  <a:pt x="8823" y="45015"/>
                </a:lnTo>
                <a:lnTo>
                  <a:pt x="8823" y="45015"/>
                </a:lnTo>
                <a:lnTo>
                  <a:pt x="8823" y="45015"/>
                </a:lnTo>
                <a:lnTo>
                  <a:pt x="8823" y="45015"/>
                </a:lnTo>
                <a:lnTo>
                  <a:pt x="8823" y="45015"/>
                </a:lnTo>
                <a:lnTo>
                  <a:pt x="8823" y="45015"/>
                </a:lnTo>
                <a:lnTo>
                  <a:pt x="8824" y="45015"/>
                </a:lnTo>
                <a:lnTo>
                  <a:pt x="8824" y="45015"/>
                </a:lnTo>
                <a:lnTo>
                  <a:pt x="8824" y="45015"/>
                </a:lnTo>
                <a:lnTo>
                  <a:pt x="8824" y="45015"/>
                </a:lnTo>
                <a:lnTo>
                  <a:pt x="8824" y="45015"/>
                </a:lnTo>
                <a:lnTo>
                  <a:pt x="8824" y="45015"/>
                </a:lnTo>
                <a:lnTo>
                  <a:pt x="8825" y="45015"/>
                </a:lnTo>
                <a:lnTo>
                  <a:pt x="8825" y="45015"/>
                </a:lnTo>
                <a:lnTo>
                  <a:pt x="8825" y="45015"/>
                </a:lnTo>
                <a:lnTo>
                  <a:pt x="8825" y="45015"/>
                </a:lnTo>
                <a:lnTo>
                  <a:pt x="8825" y="45015"/>
                </a:lnTo>
                <a:lnTo>
                  <a:pt x="8825" y="45015"/>
                </a:lnTo>
                <a:lnTo>
                  <a:pt x="8825" y="45015"/>
                </a:lnTo>
                <a:lnTo>
                  <a:pt x="8826" y="45015"/>
                </a:lnTo>
                <a:lnTo>
                  <a:pt x="8826" y="45015"/>
                </a:lnTo>
                <a:lnTo>
                  <a:pt x="8826" y="45015"/>
                </a:lnTo>
                <a:lnTo>
                  <a:pt x="8826" y="45015"/>
                </a:lnTo>
                <a:lnTo>
                  <a:pt x="8826" y="45015"/>
                </a:lnTo>
                <a:lnTo>
                  <a:pt x="8826" y="45015"/>
                </a:lnTo>
                <a:lnTo>
                  <a:pt x="8827" y="45015"/>
                </a:lnTo>
                <a:lnTo>
                  <a:pt x="8827" y="45015"/>
                </a:lnTo>
                <a:lnTo>
                  <a:pt x="8827" y="45015"/>
                </a:lnTo>
                <a:lnTo>
                  <a:pt x="8827" y="45015"/>
                </a:lnTo>
                <a:lnTo>
                  <a:pt x="8827" y="45015"/>
                </a:lnTo>
                <a:lnTo>
                  <a:pt x="8827" y="45015"/>
                </a:lnTo>
                <a:lnTo>
                  <a:pt x="8827" y="45015"/>
                </a:lnTo>
                <a:lnTo>
                  <a:pt x="8828" y="45015"/>
                </a:lnTo>
                <a:lnTo>
                  <a:pt x="8828" y="45015"/>
                </a:lnTo>
                <a:lnTo>
                  <a:pt x="8828" y="45015"/>
                </a:lnTo>
                <a:lnTo>
                  <a:pt x="8828" y="45015"/>
                </a:lnTo>
                <a:lnTo>
                  <a:pt x="8828" y="45015"/>
                </a:lnTo>
                <a:lnTo>
                  <a:pt x="8828" y="45015"/>
                </a:lnTo>
                <a:lnTo>
                  <a:pt x="8829" y="45015"/>
                </a:lnTo>
                <a:lnTo>
                  <a:pt x="8829" y="45015"/>
                </a:lnTo>
                <a:lnTo>
                  <a:pt x="8829" y="45015"/>
                </a:lnTo>
                <a:lnTo>
                  <a:pt x="8829" y="45015"/>
                </a:lnTo>
                <a:lnTo>
                  <a:pt x="8829" y="45015"/>
                </a:lnTo>
                <a:lnTo>
                  <a:pt x="8829" y="45015"/>
                </a:lnTo>
                <a:lnTo>
                  <a:pt x="8830" y="45015"/>
                </a:lnTo>
                <a:lnTo>
                  <a:pt x="8830" y="45015"/>
                </a:lnTo>
                <a:lnTo>
                  <a:pt x="8830" y="45015"/>
                </a:lnTo>
                <a:lnTo>
                  <a:pt x="8830" y="45015"/>
                </a:lnTo>
                <a:lnTo>
                  <a:pt x="8830" y="45015"/>
                </a:lnTo>
                <a:lnTo>
                  <a:pt x="8830" y="45015"/>
                </a:lnTo>
                <a:lnTo>
                  <a:pt x="8830" y="45015"/>
                </a:lnTo>
                <a:lnTo>
                  <a:pt x="8831" y="45015"/>
                </a:lnTo>
                <a:lnTo>
                  <a:pt x="8831" y="45015"/>
                </a:lnTo>
                <a:lnTo>
                  <a:pt x="8831" y="45015"/>
                </a:lnTo>
                <a:lnTo>
                  <a:pt x="8831" y="45015"/>
                </a:lnTo>
                <a:lnTo>
                  <a:pt x="8831" y="45015"/>
                </a:lnTo>
                <a:lnTo>
                  <a:pt x="8831" y="45015"/>
                </a:lnTo>
                <a:lnTo>
                  <a:pt x="8832" y="45015"/>
                </a:lnTo>
                <a:lnTo>
                  <a:pt x="8832" y="45015"/>
                </a:lnTo>
                <a:lnTo>
                  <a:pt x="8832" y="45015"/>
                </a:lnTo>
                <a:lnTo>
                  <a:pt x="8832" y="45015"/>
                </a:lnTo>
                <a:lnTo>
                  <a:pt x="8832" y="45015"/>
                </a:lnTo>
                <a:lnTo>
                  <a:pt x="8832" y="45015"/>
                </a:lnTo>
                <a:lnTo>
                  <a:pt x="8832" y="45015"/>
                </a:lnTo>
                <a:lnTo>
                  <a:pt x="8833" y="45015"/>
                </a:lnTo>
                <a:lnTo>
                  <a:pt x="8833" y="45015"/>
                </a:lnTo>
                <a:lnTo>
                  <a:pt x="8833" y="45015"/>
                </a:lnTo>
                <a:lnTo>
                  <a:pt x="8833" y="45015"/>
                </a:lnTo>
                <a:lnTo>
                  <a:pt x="8833" y="45015"/>
                </a:lnTo>
                <a:lnTo>
                  <a:pt x="8833" y="45015"/>
                </a:lnTo>
                <a:lnTo>
                  <a:pt x="8834" y="45015"/>
                </a:lnTo>
                <a:lnTo>
                  <a:pt x="8834" y="45015"/>
                </a:lnTo>
                <a:lnTo>
                  <a:pt x="8834" y="45015"/>
                </a:lnTo>
                <a:lnTo>
                  <a:pt x="8834" y="45015"/>
                </a:lnTo>
                <a:lnTo>
                  <a:pt x="8834" y="45015"/>
                </a:lnTo>
                <a:lnTo>
                  <a:pt x="8834" y="45015"/>
                </a:lnTo>
                <a:lnTo>
                  <a:pt x="8835" y="45015"/>
                </a:lnTo>
                <a:lnTo>
                  <a:pt x="8835" y="45015"/>
                </a:lnTo>
                <a:lnTo>
                  <a:pt x="8835" y="45015"/>
                </a:lnTo>
                <a:lnTo>
                  <a:pt x="8835" y="45015"/>
                </a:lnTo>
                <a:lnTo>
                  <a:pt x="8835" y="45015"/>
                </a:lnTo>
                <a:lnTo>
                  <a:pt x="8835" y="45015"/>
                </a:lnTo>
                <a:lnTo>
                  <a:pt x="8835" y="45015"/>
                </a:lnTo>
                <a:lnTo>
                  <a:pt x="8836" y="45015"/>
                </a:lnTo>
                <a:lnTo>
                  <a:pt x="8836" y="45015"/>
                </a:lnTo>
                <a:lnTo>
                  <a:pt x="8836" y="45015"/>
                </a:lnTo>
                <a:lnTo>
                  <a:pt x="8836" y="45015"/>
                </a:lnTo>
                <a:lnTo>
                  <a:pt x="8836" y="45015"/>
                </a:lnTo>
                <a:lnTo>
                  <a:pt x="8836" y="45015"/>
                </a:lnTo>
                <a:lnTo>
                  <a:pt x="8837" y="45015"/>
                </a:lnTo>
                <a:lnTo>
                  <a:pt x="8837" y="45015"/>
                </a:lnTo>
                <a:lnTo>
                  <a:pt x="8837" y="45015"/>
                </a:lnTo>
                <a:lnTo>
                  <a:pt x="8837" y="45015"/>
                </a:lnTo>
                <a:lnTo>
                  <a:pt x="8837" y="45015"/>
                </a:lnTo>
                <a:lnTo>
                  <a:pt x="8837" y="45015"/>
                </a:lnTo>
                <a:lnTo>
                  <a:pt x="8837" y="45015"/>
                </a:lnTo>
                <a:lnTo>
                  <a:pt x="8838" y="45015"/>
                </a:lnTo>
                <a:lnTo>
                  <a:pt x="8838" y="45015"/>
                </a:lnTo>
                <a:lnTo>
                  <a:pt x="8838" y="45015"/>
                </a:lnTo>
                <a:lnTo>
                  <a:pt x="8838" y="45015"/>
                </a:lnTo>
                <a:lnTo>
                  <a:pt x="8838" y="45015"/>
                </a:lnTo>
                <a:lnTo>
                  <a:pt x="8838" y="45015"/>
                </a:lnTo>
                <a:lnTo>
                  <a:pt x="8839" y="45015"/>
                </a:lnTo>
                <a:lnTo>
                  <a:pt x="8839" y="45015"/>
                </a:lnTo>
                <a:lnTo>
                  <a:pt x="8839" y="45015"/>
                </a:lnTo>
                <a:lnTo>
                  <a:pt x="8839" y="45015"/>
                </a:lnTo>
                <a:lnTo>
                  <a:pt x="8839" y="45015"/>
                </a:lnTo>
                <a:lnTo>
                  <a:pt x="8839" y="45015"/>
                </a:lnTo>
                <a:lnTo>
                  <a:pt x="8839" y="45015"/>
                </a:lnTo>
                <a:lnTo>
                  <a:pt x="8840" y="45015"/>
                </a:lnTo>
                <a:lnTo>
                  <a:pt x="8840" y="45015"/>
                </a:lnTo>
                <a:lnTo>
                  <a:pt x="8840" y="45015"/>
                </a:lnTo>
                <a:lnTo>
                  <a:pt x="8840" y="45015"/>
                </a:lnTo>
                <a:lnTo>
                  <a:pt x="8840" y="45015"/>
                </a:lnTo>
                <a:lnTo>
                  <a:pt x="8840" y="45015"/>
                </a:lnTo>
                <a:lnTo>
                  <a:pt x="8841" y="45015"/>
                </a:lnTo>
                <a:lnTo>
                  <a:pt x="8841" y="45015"/>
                </a:lnTo>
                <a:lnTo>
                  <a:pt x="8841" y="45015"/>
                </a:lnTo>
                <a:lnTo>
                  <a:pt x="8841" y="45015"/>
                </a:lnTo>
                <a:lnTo>
                  <a:pt x="8841" y="45015"/>
                </a:lnTo>
                <a:lnTo>
                  <a:pt x="8841" y="45015"/>
                </a:lnTo>
                <a:lnTo>
                  <a:pt x="8842" y="45015"/>
                </a:lnTo>
                <a:lnTo>
                  <a:pt x="8842" y="45015"/>
                </a:lnTo>
                <a:lnTo>
                  <a:pt x="8842" y="45015"/>
                </a:lnTo>
                <a:lnTo>
                  <a:pt x="8842" y="45015"/>
                </a:lnTo>
                <a:lnTo>
                  <a:pt x="8842" y="45015"/>
                </a:lnTo>
                <a:lnTo>
                  <a:pt x="8842" y="45015"/>
                </a:lnTo>
                <a:lnTo>
                  <a:pt x="8842" y="45015"/>
                </a:lnTo>
                <a:lnTo>
                  <a:pt x="8843" y="45015"/>
                </a:lnTo>
                <a:lnTo>
                  <a:pt x="8843" y="45015"/>
                </a:lnTo>
                <a:lnTo>
                  <a:pt x="8843" y="45015"/>
                </a:lnTo>
                <a:lnTo>
                  <a:pt x="8843" y="45015"/>
                </a:lnTo>
                <a:lnTo>
                  <a:pt x="8843" y="45015"/>
                </a:lnTo>
                <a:lnTo>
                  <a:pt x="8843" y="45015"/>
                </a:lnTo>
                <a:lnTo>
                  <a:pt x="8844" y="45015"/>
                </a:lnTo>
                <a:lnTo>
                  <a:pt x="8844" y="45015"/>
                </a:lnTo>
                <a:lnTo>
                  <a:pt x="8844" y="45015"/>
                </a:lnTo>
                <a:lnTo>
                  <a:pt x="8844" y="45015"/>
                </a:lnTo>
                <a:lnTo>
                  <a:pt x="8844" y="45015"/>
                </a:lnTo>
                <a:lnTo>
                  <a:pt x="8844" y="45015"/>
                </a:lnTo>
                <a:lnTo>
                  <a:pt x="8844" y="45015"/>
                </a:lnTo>
                <a:lnTo>
                  <a:pt x="8845" y="45015"/>
                </a:lnTo>
                <a:lnTo>
                  <a:pt x="8845" y="45015"/>
                </a:lnTo>
                <a:lnTo>
                  <a:pt x="8845" y="45015"/>
                </a:lnTo>
                <a:lnTo>
                  <a:pt x="8845" y="45015"/>
                </a:lnTo>
                <a:lnTo>
                  <a:pt x="8845" y="45015"/>
                </a:lnTo>
                <a:lnTo>
                  <a:pt x="8845" y="45015"/>
                </a:lnTo>
                <a:lnTo>
                  <a:pt x="8846" y="45015"/>
                </a:lnTo>
                <a:lnTo>
                  <a:pt x="8846" y="45015"/>
                </a:lnTo>
                <a:lnTo>
                  <a:pt x="8846" y="45015"/>
                </a:lnTo>
                <a:lnTo>
                  <a:pt x="8846" y="45015"/>
                </a:lnTo>
                <a:lnTo>
                  <a:pt x="8846" y="45015"/>
                </a:lnTo>
                <a:lnTo>
                  <a:pt x="8846" y="45015"/>
                </a:lnTo>
                <a:lnTo>
                  <a:pt x="8846" y="45015"/>
                </a:lnTo>
                <a:lnTo>
                  <a:pt x="8847" y="45015"/>
                </a:lnTo>
                <a:lnTo>
                  <a:pt x="8847" y="45015"/>
                </a:lnTo>
                <a:lnTo>
                  <a:pt x="8847" y="45015"/>
                </a:lnTo>
                <a:lnTo>
                  <a:pt x="8847" y="45015"/>
                </a:lnTo>
                <a:lnTo>
                  <a:pt x="8847" y="45015"/>
                </a:lnTo>
                <a:lnTo>
                  <a:pt x="8847" y="45015"/>
                </a:lnTo>
                <a:lnTo>
                  <a:pt x="8848" y="45015"/>
                </a:lnTo>
                <a:lnTo>
                  <a:pt x="8848" y="45015"/>
                </a:lnTo>
                <a:lnTo>
                  <a:pt x="8848" y="45015"/>
                </a:lnTo>
                <a:lnTo>
                  <a:pt x="8848" y="45015"/>
                </a:lnTo>
                <a:lnTo>
                  <a:pt x="8848" y="45015"/>
                </a:lnTo>
                <a:lnTo>
                  <a:pt x="8848" y="45015"/>
                </a:lnTo>
                <a:lnTo>
                  <a:pt x="8849" y="45015"/>
                </a:lnTo>
                <a:lnTo>
                  <a:pt x="8849" y="45015"/>
                </a:lnTo>
                <a:lnTo>
                  <a:pt x="8849" y="45015"/>
                </a:lnTo>
                <a:lnTo>
                  <a:pt x="8849" y="45015"/>
                </a:lnTo>
                <a:lnTo>
                  <a:pt x="8849" y="45015"/>
                </a:lnTo>
                <a:lnTo>
                  <a:pt x="8849" y="45015"/>
                </a:lnTo>
                <a:lnTo>
                  <a:pt x="8849" y="45015"/>
                </a:lnTo>
                <a:lnTo>
                  <a:pt x="8850" y="45015"/>
                </a:lnTo>
                <a:lnTo>
                  <a:pt x="8850" y="45015"/>
                </a:lnTo>
                <a:lnTo>
                  <a:pt x="8850" y="45015"/>
                </a:lnTo>
                <a:lnTo>
                  <a:pt x="8850" y="45015"/>
                </a:lnTo>
                <a:lnTo>
                  <a:pt x="8850" y="45015"/>
                </a:lnTo>
                <a:lnTo>
                  <a:pt x="8850" y="45015"/>
                </a:lnTo>
                <a:lnTo>
                  <a:pt x="8851" y="45015"/>
                </a:lnTo>
                <a:lnTo>
                  <a:pt x="8851" y="45015"/>
                </a:lnTo>
                <a:lnTo>
                  <a:pt x="8851" y="45015"/>
                </a:lnTo>
                <a:lnTo>
                  <a:pt x="8851" y="45015"/>
                </a:lnTo>
                <a:lnTo>
                  <a:pt x="8851" y="45015"/>
                </a:lnTo>
                <a:lnTo>
                  <a:pt x="8851" y="45015"/>
                </a:lnTo>
                <a:lnTo>
                  <a:pt x="8851" y="45015"/>
                </a:lnTo>
                <a:lnTo>
                  <a:pt x="8852" y="45015"/>
                </a:lnTo>
                <a:lnTo>
                  <a:pt x="8852" y="45015"/>
                </a:lnTo>
                <a:lnTo>
                  <a:pt x="8852" y="45015"/>
                </a:lnTo>
                <a:lnTo>
                  <a:pt x="8852" y="45015"/>
                </a:lnTo>
                <a:lnTo>
                  <a:pt x="8852" y="45015"/>
                </a:lnTo>
                <a:lnTo>
                  <a:pt x="8852" y="45015"/>
                </a:lnTo>
                <a:lnTo>
                  <a:pt x="8853" y="45015"/>
                </a:lnTo>
                <a:lnTo>
                  <a:pt x="8853" y="45015"/>
                </a:lnTo>
                <a:lnTo>
                  <a:pt x="8853" y="45015"/>
                </a:lnTo>
                <a:lnTo>
                  <a:pt x="8853" y="45015"/>
                </a:lnTo>
                <a:lnTo>
                  <a:pt x="8853" y="45015"/>
                </a:lnTo>
                <a:lnTo>
                  <a:pt x="8853" y="45015"/>
                </a:lnTo>
                <a:lnTo>
                  <a:pt x="8853" y="45015"/>
                </a:lnTo>
                <a:lnTo>
                  <a:pt x="8854" y="45015"/>
                </a:lnTo>
                <a:lnTo>
                  <a:pt x="8854" y="45015"/>
                </a:lnTo>
                <a:lnTo>
                  <a:pt x="8854" y="45015"/>
                </a:lnTo>
                <a:lnTo>
                  <a:pt x="8854" y="45015"/>
                </a:lnTo>
                <a:lnTo>
                  <a:pt x="8854" y="45015"/>
                </a:lnTo>
                <a:lnTo>
                  <a:pt x="8854" y="45015"/>
                </a:lnTo>
                <a:lnTo>
                  <a:pt x="8855" y="45015"/>
                </a:lnTo>
                <a:lnTo>
                  <a:pt x="8855" y="45015"/>
                </a:lnTo>
                <a:lnTo>
                  <a:pt x="8855" y="45015"/>
                </a:lnTo>
                <a:lnTo>
                  <a:pt x="8855" y="45015"/>
                </a:lnTo>
                <a:lnTo>
                  <a:pt x="8855" y="45015"/>
                </a:lnTo>
                <a:lnTo>
                  <a:pt x="8855" y="45015"/>
                </a:lnTo>
                <a:lnTo>
                  <a:pt x="8855" y="45015"/>
                </a:lnTo>
                <a:lnTo>
                  <a:pt x="8856" y="45015"/>
                </a:lnTo>
                <a:lnTo>
                  <a:pt x="8856" y="45015"/>
                </a:lnTo>
                <a:lnTo>
                  <a:pt x="8856" y="45015"/>
                </a:lnTo>
                <a:lnTo>
                  <a:pt x="8856" y="45015"/>
                </a:lnTo>
                <a:lnTo>
                  <a:pt x="8856" y="45015"/>
                </a:lnTo>
                <a:lnTo>
                  <a:pt x="8856" y="45015"/>
                </a:lnTo>
                <a:lnTo>
                  <a:pt x="8857" y="45015"/>
                </a:lnTo>
                <a:lnTo>
                  <a:pt x="8857" y="45015"/>
                </a:lnTo>
                <a:lnTo>
                  <a:pt x="8857" y="45015"/>
                </a:lnTo>
                <a:lnTo>
                  <a:pt x="8857" y="45015"/>
                </a:lnTo>
                <a:lnTo>
                  <a:pt x="8857" y="45015"/>
                </a:lnTo>
                <a:lnTo>
                  <a:pt x="8857" y="45015"/>
                </a:lnTo>
                <a:lnTo>
                  <a:pt x="8858" y="45015"/>
                </a:lnTo>
                <a:lnTo>
                  <a:pt x="8858" y="45015"/>
                </a:lnTo>
                <a:lnTo>
                  <a:pt x="8858" y="45015"/>
                </a:lnTo>
                <a:lnTo>
                  <a:pt x="8858" y="45015"/>
                </a:lnTo>
                <a:lnTo>
                  <a:pt x="8858" y="45015"/>
                </a:lnTo>
                <a:lnTo>
                  <a:pt x="8858" y="45015"/>
                </a:lnTo>
                <a:lnTo>
                  <a:pt x="8858" y="45015"/>
                </a:lnTo>
                <a:lnTo>
                  <a:pt x="8859" y="45015"/>
                </a:lnTo>
                <a:lnTo>
                  <a:pt x="8859" y="45015"/>
                </a:lnTo>
                <a:lnTo>
                  <a:pt x="8859" y="45015"/>
                </a:lnTo>
                <a:lnTo>
                  <a:pt x="8859" y="45015"/>
                </a:lnTo>
                <a:lnTo>
                  <a:pt x="8859" y="45015"/>
                </a:lnTo>
                <a:lnTo>
                  <a:pt x="8859" y="45015"/>
                </a:lnTo>
                <a:lnTo>
                  <a:pt x="8860" y="45015"/>
                </a:lnTo>
                <a:lnTo>
                  <a:pt x="8860" y="45015"/>
                </a:lnTo>
                <a:lnTo>
                  <a:pt x="8860" y="45015"/>
                </a:lnTo>
                <a:lnTo>
                  <a:pt x="8860" y="45015"/>
                </a:lnTo>
                <a:lnTo>
                  <a:pt x="8860" y="45015"/>
                </a:lnTo>
                <a:lnTo>
                  <a:pt x="8860" y="45015"/>
                </a:lnTo>
                <a:lnTo>
                  <a:pt x="8860" y="45015"/>
                </a:lnTo>
                <a:lnTo>
                  <a:pt x="8861" y="45015"/>
                </a:lnTo>
                <a:lnTo>
                  <a:pt x="8861" y="45015"/>
                </a:lnTo>
                <a:lnTo>
                  <a:pt x="8861" y="45015"/>
                </a:lnTo>
                <a:lnTo>
                  <a:pt x="8861" y="45015"/>
                </a:lnTo>
                <a:lnTo>
                  <a:pt x="8861" y="45015"/>
                </a:lnTo>
                <a:lnTo>
                  <a:pt x="8861" y="45015"/>
                </a:lnTo>
                <a:lnTo>
                  <a:pt x="8862" y="45015"/>
                </a:lnTo>
                <a:lnTo>
                  <a:pt x="8862" y="45015"/>
                </a:lnTo>
                <a:lnTo>
                  <a:pt x="8862" y="45015"/>
                </a:lnTo>
                <a:lnTo>
                  <a:pt x="8862" y="45015"/>
                </a:lnTo>
                <a:lnTo>
                  <a:pt x="8862" y="45015"/>
                </a:lnTo>
                <a:lnTo>
                  <a:pt x="8862" y="45015"/>
                </a:lnTo>
                <a:lnTo>
                  <a:pt x="8862" y="45015"/>
                </a:lnTo>
                <a:lnTo>
                  <a:pt x="8863" y="45015"/>
                </a:lnTo>
                <a:lnTo>
                  <a:pt x="8863" y="45015"/>
                </a:lnTo>
                <a:lnTo>
                  <a:pt x="8863" y="45015"/>
                </a:lnTo>
                <a:lnTo>
                  <a:pt x="8863" y="45015"/>
                </a:lnTo>
                <a:lnTo>
                  <a:pt x="8863" y="45015"/>
                </a:lnTo>
                <a:lnTo>
                  <a:pt x="8863" y="45015"/>
                </a:lnTo>
                <a:lnTo>
                  <a:pt x="8864" y="45015"/>
                </a:lnTo>
                <a:lnTo>
                  <a:pt x="8864" y="45015"/>
                </a:lnTo>
                <a:lnTo>
                  <a:pt x="8864" y="45015"/>
                </a:lnTo>
                <a:lnTo>
                  <a:pt x="8864" y="45015"/>
                </a:lnTo>
                <a:lnTo>
                  <a:pt x="8864" y="45015"/>
                </a:lnTo>
                <a:lnTo>
                  <a:pt x="8864" y="45015"/>
                </a:lnTo>
                <a:lnTo>
                  <a:pt x="8864" y="45015"/>
                </a:lnTo>
                <a:lnTo>
                  <a:pt x="8865" y="45015"/>
                </a:lnTo>
                <a:lnTo>
                  <a:pt x="8865" y="45015"/>
                </a:lnTo>
                <a:lnTo>
                  <a:pt x="8865" y="45015"/>
                </a:lnTo>
                <a:lnTo>
                  <a:pt x="8865" y="45015"/>
                </a:lnTo>
                <a:lnTo>
                  <a:pt x="8865" y="45015"/>
                </a:lnTo>
                <a:lnTo>
                  <a:pt x="8865" y="45015"/>
                </a:lnTo>
                <a:lnTo>
                  <a:pt x="8866" y="45015"/>
                </a:lnTo>
                <a:lnTo>
                  <a:pt x="8866" y="45015"/>
                </a:lnTo>
                <a:lnTo>
                  <a:pt x="8866" y="45015"/>
                </a:lnTo>
                <a:lnTo>
                  <a:pt x="8866" y="45015"/>
                </a:lnTo>
                <a:lnTo>
                  <a:pt x="8866" y="45015"/>
                </a:lnTo>
                <a:lnTo>
                  <a:pt x="8866" y="45015"/>
                </a:lnTo>
                <a:lnTo>
                  <a:pt x="8866" y="45015"/>
                </a:lnTo>
                <a:lnTo>
                  <a:pt x="8867" y="45015"/>
                </a:lnTo>
                <a:lnTo>
                  <a:pt x="8867" y="45015"/>
                </a:lnTo>
                <a:lnTo>
                  <a:pt x="8867" y="45015"/>
                </a:lnTo>
                <a:lnTo>
                  <a:pt x="8867" y="45015"/>
                </a:lnTo>
                <a:lnTo>
                  <a:pt x="8867" y="45015"/>
                </a:lnTo>
                <a:lnTo>
                  <a:pt x="8867" y="45015"/>
                </a:lnTo>
                <a:lnTo>
                  <a:pt x="8868" y="45015"/>
                </a:lnTo>
                <a:lnTo>
                  <a:pt x="8868" y="45015"/>
                </a:lnTo>
                <a:lnTo>
                  <a:pt x="8868" y="45015"/>
                </a:lnTo>
                <a:lnTo>
                  <a:pt x="8868" y="45015"/>
                </a:lnTo>
                <a:lnTo>
                  <a:pt x="8868" y="45015"/>
                </a:lnTo>
                <a:lnTo>
                  <a:pt x="8868" y="45015"/>
                </a:lnTo>
                <a:lnTo>
                  <a:pt x="8869" y="45015"/>
                </a:lnTo>
                <a:lnTo>
                  <a:pt x="8869" y="45015"/>
                </a:lnTo>
                <a:lnTo>
                  <a:pt x="8869" y="45015"/>
                </a:lnTo>
                <a:lnTo>
                  <a:pt x="8869" y="45015"/>
                </a:lnTo>
                <a:lnTo>
                  <a:pt x="8869" y="45015"/>
                </a:lnTo>
                <a:lnTo>
                  <a:pt x="8869" y="45015"/>
                </a:lnTo>
                <a:lnTo>
                  <a:pt x="8869" y="45015"/>
                </a:lnTo>
                <a:lnTo>
                  <a:pt x="8870" y="45015"/>
                </a:lnTo>
                <a:lnTo>
                  <a:pt x="8870" y="45015"/>
                </a:lnTo>
                <a:lnTo>
                  <a:pt x="8870" y="45015"/>
                </a:lnTo>
                <a:lnTo>
                  <a:pt x="8870" y="45015"/>
                </a:lnTo>
                <a:lnTo>
                  <a:pt x="8870" y="45015"/>
                </a:lnTo>
                <a:lnTo>
                  <a:pt x="8870" y="45015"/>
                </a:lnTo>
                <a:lnTo>
                  <a:pt x="8871" y="45015"/>
                </a:lnTo>
                <a:lnTo>
                  <a:pt x="8871" y="45015"/>
                </a:lnTo>
                <a:lnTo>
                  <a:pt x="8871" y="45015"/>
                </a:lnTo>
                <a:lnTo>
                  <a:pt x="8871" y="45015"/>
                </a:lnTo>
                <a:lnTo>
                  <a:pt x="8871" y="45015"/>
                </a:lnTo>
                <a:lnTo>
                  <a:pt x="8871" y="45015"/>
                </a:lnTo>
                <a:lnTo>
                  <a:pt x="8871" y="45015"/>
                </a:lnTo>
                <a:lnTo>
                  <a:pt x="8872" y="45015"/>
                </a:lnTo>
                <a:lnTo>
                  <a:pt x="8872" y="45015"/>
                </a:lnTo>
                <a:lnTo>
                  <a:pt x="8872" y="45015"/>
                </a:lnTo>
                <a:lnTo>
                  <a:pt x="8872" y="45015"/>
                </a:lnTo>
                <a:lnTo>
                  <a:pt x="8872" y="45015"/>
                </a:lnTo>
                <a:lnTo>
                  <a:pt x="8872" y="45015"/>
                </a:lnTo>
                <a:lnTo>
                  <a:pt x="8873" y="45015"/>
                </a:lnTo>
                <a:lnTo>
                  <a:pt x="8873" y="45015"/>
                </a:lnTo>
                <a:lnTo>
                  <a:pt x="8873" y="45015"/>
                </a:lnTo>
                <a:lnTo>
                  <a:pt x="8873" y="45015"/>
                </a:lnTo>
                <a:lnTo>
                  <a:pt x="8873" y="45015"/>
                </a:lnTo>
                <a:lnTo>
                  <a:pt x="8873" y="45015"/>
                </a:lnTo>
                <a:lnTo>
                  <a:pt x="8873" y="45015"/>
                </a:lnTo>
                <a:lnTo>
                  <a:pt x="8874" y="45015"/>
                </a:lnTo>
                <a:lnTo>
                  <a:pt x="8874" y="45015"/>
                </a:lnTo>
                <a:lnTo>
                  <a:pt x="8874" y="45015"/>
                </a:lnTo>
                <a:lnTo>
                  <a:pt x="8874" y="45015"/>
                </a:lnTo>
                <a:lnTo>
                  <a:pt x="8874" y="45015"/>
                </a:lnTo>
                <a:lnTo>
                  <a:pt x="8874" y="45015"/>
                </a:lnTo>
                <a:lnTo>
                  <a:pt x="8875" y="45015"/>
                </a:lnTo>
                <a:lnTo>
                  <a:pt x="8875" y="45015"/>
                </a:lnTo>
                <a:lnTo>
                  <a:pt x="8875" y="45015"/>
                </a:lnTo>
                <a:lnTo>
                  <a:pt x="8875" y="45015"/>
                </a:lnTo>
                <a:lnTo>
                  <a:pt x="8875" y="45015"/>
                </a:lnTo>
                <a:lnTo>
                  <a:pt x="8875" y="45015"/>
                </a:lnTo>
                <a:lnTo>
                  <a:pt x="8875" y="45015"/>
                </a:lnTo>
                <a:lnTo>
                  <a:pt x="8876" y="45015"/>
                </a:lnTo>
                <a:lnTo>
                  <a:pt x="8876" y="45015"/>
                </a:lnTo>
                <a:lnTo>
                  <a:pt x="8876" y="45015"/>
                </a:lnTo>
                <a:lnTo>
                  <a:pt x="8876" y="45015"/>
                </a:lnTo>
                <a:lnTo>
                  <a:pt x="8876" y="45015"/>
                </a:lnTo>
                <a:lnTo>
                  <a:pt x="8876" y="45015"/>
                </a:lnTo>
                <a:lnTo>
                  <a:pt x="8877" y="45015"/>
                </a:lnTo>
                <a:lnTo>
                  <a:pt x="8877" y="45015"/>
                </a:lnTo>
                <a:lnTo>
                  <a:pt x="8877" y="45015"/>
                </a:lnTo>
                <a:lnTo>
                  <a:pt x="8877" y="45015"/>
                </a:lnTo>
                <a:lnTo>
                  <a:pt x="8877" y="45015"/>
                </a:lnTo>
                <a:lnTo>
                  <a:pt x="8877" y="45015"/>
                </a:lnTo>
                <a:lnTo>
                  <a:pt x="8877" y="45015"/>
                </a:lnTo>
                <a:lnTo>
                  <a:pt x="8878" y="45015"/>
                </a:lnTo>
                <a:lnTo>
                  <a:pt x="8878" y="45015"/>
                </a:lnTo>
                <a:lnTo>
                  <a:pt x="8878" y="45015"/>
                </a:lnTo>
                <a:lnTo>
                  <a:pt x="8878" y="45015"/>
                </a:lnTo>
                <a:lnTo>
                  <a:pt x="8878" y="45015"/>
                </a:lnTo>
                <a:lnTo>
                  <a:pt x="8878" y="45015"/>
                </a:lnTo>
                <a:lnTo>
                  <a:pt x="8879" y="45015"/>
                </a:lnTo>
                <a:lnTo>
                  <a:pt x="8879" y="45015"/>
                </a:lnTo>
                <a:lnTo>
                  <a:pt x="8879" y="45015"/>
                </a:lnTo>
                <a:lnTo>
                  <a:pt x="8879" y="45015"/>
                </a:lnTo>
                <a:lnTo>
                  <a:pt x="8879" y="45015"/>
                </a:lnTo>
                <a:lnTo>
                  <a:pt x="8879" y="45015"/>
                </a:lnTo>
                <a:lnTo>
                  <a:pt x="8879" y="45015"/>
                </a:lnTo>
                <a:lnTo>
                  <a:pt x="8880" y="45015"/>
                </a:lnTo>
                <a:lnTo>
                  <a:pt x="8880" y="45015"/>
                </a:lnTo>
                <a:lnTo>
                  <a:pt x="8880" y="45015"/>
                </a:lnTo>
                <a:lnTo>
                  <a:pt x="8880" y="45015"/>
                </a:lnTo>
                <a:lnTo>
                  <a:pt x="8880" y="45015"/>
                </a:lnTo>
                <a:lnTo>
                  <a:pt x="8880" y="45015"/>
                </a:lnTo>
                <a:lnTo>
                  <a:pt x="8881" y="45015"/>
                </a:lnTo>
                <a:lnTo>
                  <a:pt x="8881" y="45015"/>
                </a:lnTo>
                <a:lnTo>
                  <a:pt x="8881" y="45015"/>
                </a:lnTo>
                <a:lnTo>
                  <a:pt x="8881" y="45015"/>
                </a:lnTo>
                <a:lnTo>
                  <a:pt x="8881" y="45015"/>
                </a:lnTo>
                <a:lnTo>
                  <a:pt x="8881" y="45015"/>
                </a:lnTo>
                <a:lnTo>
                  <a:pt x="8881" y="45015"/>
                </a:lnTo>
                <a:lnTo>
                  <a:pt x="8882" y="45015"/>
                </a:lnTo>
                <a:lnTo>
                  <a:pt x="8882" y="45015"/>
                </a:lnTo>
                <a:lnTo>
                  <a:pt x="8882" y="45015"/>
                </a:lnTo>
                <a:lnTo>
                  <a:pt x="8882" y="45015"/>
                </a:lnTo>
                <a:lnTo>
                  <a:pt x="8882" y="45015"/>
                </a:lnTo>
                <a:lnTo>
                  <a:pt x="8882" y="45015"/>
                </a:lnTo>
                <a:lnTo>
                  <a:pt x="8883" y="45015"/>
                </a:lnTo>
                <a:lnTo>
                  <a:pt x="8883" y="45015"/>
                </a:lnTo>
                <a:lnTo>
                  <a:pt x="8883" y="45015"/>
                </a:lnTo>
                <a:lnTo>
                  <a:pt x="8883" y="45015"/>
                </a:lnTo>
                <a:lnTo>
                  <a:pt x="8883" y="45015"/>
                </a:lnTo>
                <a:lnTo>
                  <a:pt x="8883" y="45015"/>
                </a:lnTo>
                <a:lnTo>
                  <a:pt x="8883" y="45015"/>
                </a:lnTo>
                <a:lnTo>
                  <a:pt x="8884" y="45015"/>
                </a:lnTo>
                <a:lnTo>
                  <a:pt x="8884" y="45015"/>
                </a:lnTo>
                <a:lnTo>
                  <a:pt x="8884" y="45015"/>
                </a:lnTo>
                <a:lnTo>
                  <a:pt x="8884" y="45015"/>
                </a:lnTo>
                <a:lnTo>
                  <a:pt x="8884" y="45015"/>
                </a:lnTo>
                <a:lnTo>
                  <a:pt x="8884" y="45015"/>
                </a:lnTo>
                <a:lnTo>
                  <a:pt x="8885" y="45015"/>
                </a:lnTo>
                <a:lnTo>
                  <a:pt x="8885" y="45015"/>
                </a:lnTo>
                <a:lnTo>
                  <a:pt x="8885" y="45015"/>
                </a:lnTo>
                <a:lnTo>
                  <a:pt x="8885" y="45015"/>
                </a:lnTo>
                <a:lnTo>
                  <a:pt x="8885" y="45015"/>
                </a:lnTo>
                <a:lnTo>
                  <a:pt x="8885" y="45015"/>
                </a:lnTo>
                <a:lnTo>
                  <a:pt x="8885" y="45015"/>
                </a:lnTo>
                <a:lnTo>
                  <a:pt x="8886" y="45015"/>
                </a:lnTo>
                <a:lnTo>
                  <a:pt x="8886" y="45015"/>
                </a:lnTo>
                <a:lnTo>
                  <a:pt x="8886" y="45015"/>
                </a:lnTo>
                <a:lnTo>
                  <a:pt x="8886" y="45015"/>
                </a:lnTo>
                <a:lnTo>
                  <a:pt x="8886" y="45015"/>
                </a:lnTo>
                <a:lnTo>
                  <a:pt x="8886" y="45015"/>
                </a:lnTo>
                <a:lnTo>
                  <a:pt x="8887" y="45015"/>
                </a:lnTo>
                <a:lnTo>
                  <a:pt x="8887" y="45015"/>
                </a:lnTo>
                <a:lnTo>
                  <a:pt x="8887" y="45015"/>
                </a:lnTo>
                <a:lnTo>
                  <a:pt x="8887" y="45015"/>
                </a:lnTo>
                <a:lnTo>
                  <a:pt x="8887" y="45015"/>
                </a:lnTo>
                <a:lnTo>
                  <a:pt x="8887" y="45015"/>
                </a:lnTo>
                <a:lnTo>
                  <a:pt x="8887" y="45015"/>
                </a:lnTo>
                <a:lnTo>
                  <a:pt x="8888" y="45015"/>
                </a:lnTo>
                <a:lnTo>
                  <a:pt x="8888" y="45015"/>
                </a:lnTo>
                <a:lnTo>
                  <a:pt x="8888" y="45015"/>
                </a:lnTo>
                <a:lnTo>
                  <a:pt x="8888" y="45015"/>
                </a:lnTo>
                <a:lnTo>
                  <a:pt x="8888" y="45015"/>
                </a:lnTo>
                <a:lnTo>
                  <a:pt x="8888" y="45015"/>
                </a:lnTo>
                <a:lnTo>
                  <a:pt x="8889" y="45015"/>
                </a:lnTo>
                <a:lnTo>
                  <a:pt x="8889" y="45015"/>
                </a:lnTo>
                <a:lnTo>
                  <a:pt x="8889" y="45015"/>
                </a:lnTo>
                <a:lnTo>
                  <a:pt x="8889" y="45015"/>
                </a:lnTo>
                <a:lnTo>
                  <a:pt x="8889" y="45015"/>
                </a:lnTo>
                <a:lnTo>
                  <a:pt x="8889" y="45015"/>
                </a:lnTo>
                <a:lnTo>
                  <a:pt x="8889" y="45015"/>
                </a:lnTo>
                <a:lnTo>
                  <a:pt x="8890" y="45015"/>
                </a:lnTo>
                <a:lnTo>
                  <a:pt x="8890" y="45015"/>
                </a:lnTo>
                <a:lnTo>
                  <a:pt x="8890" y="45015"/>
                </a:lnTo>
                <a:lnTo>
                  <a:pt x="8890" y="45015"/>
                </a:lnTo>
                <a:lnTo>
                  <a:pt x="8890" y="45015"/>
                </a:lnTo>
                <a:lnTo>
                  <a:pt x="8890" y="45015"/>
                </a:lnTo>
                <a:lnTo>
                  <a:pt x="8891" y="45015"/>
                </a:lnTo>
                <a:lnTo>
                  <a:pt x="8891" y="45015"/>
                </a:lnTo>
                <a:lnTo>
                  <a:pt x="8891" y="45015"/>
                </a:lnTo>
                <a:lnTo>
                  <a:pt x="8891" y="45015"/>
                </a:lnTo>
                <a:lnTo>
                  <a:pt x="8891" y="45015"/>
                </a:lnTo>
                <a:lnTo>
                  <a:pt x="8891" y="45015"/>
                </a:lnTo>
                <a:lnTo>
                  <a:pt x="8891" y="45015"/>
                </a:lnTo>
                <a:lnTo>
                  <a:pt x="8892" y="45015"/>
                </a:lnTo>
                <a:lnTo>
                  <a:pt x="8892" y="45015"/>
                </a:lnTo>
                <a:lnTo>
                  <a:pt x="8892" y="45015"/>
                </a:lnTo>
                <a:lnTo>
                  <a:pt x="8892" y="45015"/>
                </a:lnTo>
                <a:lnTo>
                  <a:pt x="8892" y="45015"/>
                </a:lnTo>
                <a:lnTo>
                  <a:pt x="8892" y="45015"/>
                </a:lnTo>
                <a:lnTo>
                  <a:pt x="8893" y="45015"/>
                </a:lnTo>
                <a:lnTo>
                  <a:pt x="8893" y="45015"/>
                </a:lnTo>
                <a:lnTo>
                  <a:pt x="8893" y="45015"/>
                </a:lnTo>
                <a:lnTo>
                  <a:pt x="8893" y="45015"/>
                </a:lnTo>
                <a:lnTo>
                  <a:pt x="8893" y="45015"/>
                </a:lnTo>
                <a:lnTo>
                  <a:pt x="8893" y="45015"/>
                </a:lnTo>
                <a:lnTo>
                  <a:pt x="8893" y="45015"/>
                </a:lnTo>
                <a:lnTo>
                  <a:pt x="8894" y="45015"/>
                </a:lnTo>
                <a:lnTo>
                  <a:pt x="8894" y="45015"/>
                </a:lnTo>
                <a:lnTo>
                  <a:pt x="8894" y="45015"/>
                </a:lnTo>
                <a:lnTo>
                  <a:pt x="8894" y="45015"/>
                </a:lnTo>
                <a:lnTo>
                  <a:pt x="8894" y="45015"/>
                </a:lnTo>
                <a:lnTo>
                  <a:pt x="8894" y="45015"/>
                </a:lnTo>
                <a:lnTo>
                  <a:pt x="8895" y="45015"/>
                </a:lnTo>
                <a:lnTo>
                  <a:pt x="8895" y="45015"/>
                </a:lnTo>
                <a:lnTo>
                  <a:pt x="8895" y="45015"/>
                </a:lnTo>
                <a:lnTo>
                  <a:pt x="8895" y="45015"/>
                </a:lnTo>
                <a:lnTo>
                  <a:pt x="8895" y="45015"/>
                </a:lnTo>
                <a:lnTo>
                  <a:pt x="8895" y="45015"/>
                </a:lnTo>
                <a:lnTo>
                  <a:pt x="8895" y="45015"/>
                </a:lnTo>
                <a:lnTo>
                  <a:pt x="8896" y="45015"/>
                </a:lnTo>
                <a:lnTo>
                  <a:pt x="8896" y="45015"/>
                </a:lnTo>
                <a:lnTo>
                  <a:pt x="8896" y="45015"/>
                </a:lnTo>
                <a:lnTo>
                  <a:pt x="8896" y="45015"/>
                </a:lnTo>
                <a:lnTo>
                  <a:pt x="8896" y="45015"/>
                </a:lnTo>
                <a:lnTo>
                  <a:pt x="8896" y="45015"/>
                </a:lnTo>
                <a:lnTo>
                  <a:pt x="8897" y="45015"/>
                </a:lnTo>
                <a:lnTo>
                  <a:pt x="8897" y="45015"/>
                </a:lnTo>
                <a:lnTo>
                  <a:pt x="8897" y="45015"/>
                </a:lnTo>
                <a:lnTo>
                  <a:pt x="8897" y="45015"/>
                </a:lnTo>
                <a:lnTo>
                  <a:pt x="8897" y="45015"/>
                </a:lnTo>
                <a:lnTo>
                  <a:pt x="8897" y="45015"/>
                </a:lnTo>
                <a:lnTo>
                  <a:pt x="8897" y="45015"/>
                </a:lnTo>
                <a:lnTo>
                  <a:pt x="8898" y="45015"/>
                </a:lnTo>
                <a:lnTo>
                  <a:pt x="8898" y="45015"/>
                </a:lnTo>
                <a:lnTo>
                  <a:pt x="8898" y="45015"/>
                </a:lnTo>
                <a:lnTo>
                  <a:pt x="8898" y="45015"/>
                </a:lnTo>
                <a:lnTo>
                  <a:pt x="8898" y="45015"/>
                </a:lnTo>
                <a:lnTo>
                  <a:pt x="8898" y="45015"/>
                </a:lnTo>
                <a:lnTo>
                  <a:pt x="8899" y="45015"/>
                </a:lnTo>
                <a:lnTo>
                  <a:pt x="8899" y="45015"/>
                </a:lnTo>
                <a:lnTo>
                  <a:pt x="8899" y="45015"/>
                </a:lnTo>
                <a:lnTo>
                  <a:pt x="8899" y="45015"/>
                </a:lnTo>
                <a:lnTo>
                  <a:pt x="8899" y="45015"/>
                </a:lnTo>
                <a:lnTo>
                  <a:pt x="8899" y="45015"/>
                </a:lnTo>
                <a:lnTo>
                  <a:pt x="8899" y="45015"/>
                </a:lnTo>
                <a:lnTo>
                  <a:pt x="8900" y="45015"/>
                </a:lnTo>
                <a:lnTo>
                  <a:pt x="8900" y="45015"/>
                </a:lnTo>
                <a:lnTo>
                  <a:pt x="8900" y="45015"/>
                </a:lnTo>
                <a:lnTo>
                  <a:pt x="8900" y="45015"/>
                </a:lnTo>
                <a:lnTo>
                  <a:pt x="8900" y="45015"/>
                </a:lnTo>
                <a:lnTo>
                  <a:pt x="8900" y="45015"/>
                </a:lnTo>
                <a:lnTo>
                  <a:pt x="8901" y="45015"/>
                </a:lnTo>
                <a:lnTo>
                  <a:pt x="8901" y="45015"/>
                </a:lnTo>
                <a:lnTo>
                  <a:pt x="8901" y="45015"/>
                </a:lnTo>
                <a:lnTo>
                  <a:pt x="8901" y="45015"/>
                </a:lnTo>
                <a:lnTo>
                  <a:pt x="8901" y="45015"/>
                </a:lnTo>
                <a:lnTo>
                  <a:pt x="8901" y="45015"/>
                </a:lnTo>
                <a:lnTo>
                  <a:pt x="8901" y="45015"/>
                </a:lnTo>
                <a:lnTo>
                  <a:pt x="8902" y="45015"/>
                </a:lnTo>
                <a:lnTo>
                  <a:pt x="8902" y="45015"/>
                </a:lnTo>
                <a:lnTo>
                  <a:pt x="8902" y="45015"/>
                </a:lnTo>
                <a:lnTo>
                  <a:pt x="8902" y="45015"/>
                </a:lnTo>
                <a:lnTo>
                  <a:pt x="8902" y="45015"/>
                </a:lnTo>
                <a:lnTo>
                  <a:pt x="8902" y="45015"/>
                </a:lnTo>
                <a:lnTo>
                  <a:pt x="8903" y="45015"/>
                </a:lnTo>
                <a:lnTo>
                  <a:pt x="8903" y="45015"/>
                </a:lnTo>
                <a:lnTo>
                  <a:pt x="8903" y="45015"/>
                </a:lnTo>
                <a:lnTo>
                  <a:pt x="8903" y="45015"/>
                </a:lnTo>
                <a:lnTo>
                  <a:pt x="8903" y="45015"/>
                </a:lnTo>
                <a:lnTo>
                  <a:pt x="8903" y="45015"/>
                </a:lnTo>
                <a:lnTo>
                  <a:pt x="8903" y="45015"/>
                </a:lnTo>
                <a:lnTo>
                  <a:pt x="8904" y="45015"/>
                </a:lnTo>
                <a:lnTo>
                  <a:pt x="8904" y="45015"/>
                </a:lnTo>
                <a:lnTo>
                  <a:pt x="8904" y="45015"/>
                </a:lnTo>
                <a:lnTo>
                  <a:pt x="8904" y="45015"/>
                </a:lnTo>
                <a:lnTo>
                  <a:pt x="8904" y="45015"/>
                </a:lnTo>
                <a:lnTo>
                  <a:pt x="8904" y="45015"/>
                </a:lnTo>
                <a:lnTo>
                  <a:pt x="8905" y="45015"/>
                </a:lnTo>
                <a:lnTo>
                  <a:pt x="8905" y="45015"/>
                </a:lnTo>
                <a:lnTo>
                  <a:pt x="8905" y="45015"/>
                </a:lnTo>
                <a:lnTo>
                  <a:pt x="8905" y="45015"/>
                </a:lnTo>
                <a:lnTo>
                  <a:pt x="8905" y="45015"/>
                </a:lnTo>
                <a:lnTo>
                  <a:pt x="8905" y="45015"/>
                </a:lnTo>
                <a:lnTo>
                  <a:pt x="8905" y="45015"/>
                </a:lnTo>
                <a:lnTo>
                  <a:pt x="8906" y="45015"/>
                </a:lnTo>
                <a:lnTo>
                  <a:pt x="8906" y="45015"/>
                </a:lnTo>
                <a:lnTo>
                  <a:pt x="8906" y="45015"/>
                </a:lnTo>
                <a:lnTo>
                  <a:pt x="8906" y="45015"/>
                </a:lnTo>
                <a:lnTo>
                  <a:pt x="8906" y="45015"/>
                </a:lnTo>
                <a:lnTo>
                  <a:pt x="8906" y="45015"/>
                </a:lnTo>
                <a:lnTo>
                  <a:pt x="8906" y="45015"/>
                </a:lnTo>
                <a:lnTo>
                  <a:pt x="8907" y="45015"/>
                </a:lnTo>
                <a:lnTo>
                  <a:pt x="8907" y="45015"/>
                </a:lnTo>
                <a:lnTo>
                  <a:pt x="8907" y="45015"/>
                </a:lnTo>
                <a:lnTo>
                  <a:pt x="8907" y="45015"/>
                </a:lnTo>
                <a:lnTo>
                  <a:pt x="8907" y="45015"/>
                </a:lnTo>
                <a:lnTo>
                  <a:pt x="8907" y="45015"/>
                </a:lnTo>
                <a:lnTo>
                  <a:pt x="8908" y="45015"/>
                </a:lnTo>
                <a:lnTo>
                  <a:pt x="8908" y="45015"/>
                </a:lnTo>
                <a:lnTo>
                  <a:pt x="8908" y="45015"/>
                </a:lnTo>
                <a:lnTo>
                  <a:pt x="8908" y="45015"/>
                </a:lnTo>
                <a:lnTo>
                  <a:pt x="8908" y="45015"/>
                </a:lnTo>
                <a:lnTo>
                  <a:pt x="8908" y="45015"/>
                </a:lnTo>
                <a:lnTo>
                  <a:pt x="8908" y="45015"/>
                </a:lnTo>
                <a:lnTo>
                  <a:pt x="8909" y="45015"/>
                </a:lnTo>
                <a:lnTo>
                  <a:pt x="8909" y="45015"/>
                </a:lnTo>
                <a:lnTo>
                  <a:pt x="8909" y="45015"/>
                </a:lnTo>
                <a:lnTo>
                  <a:pt x="8909" y="45015"/>
                </a:lnTo>
                <a:lnTo>
                  <a:pt x="8909" y="45015"/>
                </a:lnTo>
                <a:lnTo>
                  <a:pt x="8909" y="45015"/>
                </a:lnTo>
                <a:lnTo>
                  <a:pt x="8910" y="45015"/>
                </a:lnTo>
                <a:lnTo>
                  <a:pt x="8910" y="45015"/>
                </a:lnTo>
                <a:lnTo>
                  <a:pt x="8910" y="45015"/>
                </a:lnTo>
                <a:lnTo>
                  <a:pt x="8910" y="45015"/>
                </a:lnTo>
                <a:lnTo>
                  <a:pt x="8910" y="45015"/>
                </a:lnTo>
                <a:lnTo>
                  <a:pt x="8910" y="45015"/>
                </a:lnTo>
                <a:lnTo>
                  <a:pt x="8910" y="45015"/>
                </a:lnTo>
                <a:lnTo>
                  <a:pt x="8911" y="45015"/>
                </a:lnTo>
                <a:lnTo>
                  <a:pt x="8911" y="45015"/>
                </a:lnTo>
                <a:lnTo>
                  <a:pt x="8911" y="45015"/>
                </a:lnTo>
                <a:lnTo>
                  <a:pt x="8911" y="45015"/>
                </a:lnTo>
                <a:lnTo>
                  <a:pt x="8911" y="45015"/>
                </a:lnTo>
                <a:lnTo>
                  <a:pt x="8911" y="45015"/>
                </a:lnTo>
                <a:lnTo>
                  <a:pt x="8912" y="45015"/>
                </a:lnTo>
                <a:lnTo>
                  <a:pt x="8912" y="45015"/>
                </a:lnTo>
                <a:lnTo>
                  <a:pt x="8912" y="45015"/>
                </a:lnTo>
                <a:lnTo>
                  <a:pt x="8912" y="45015"/>
                </a:lnTo>
                <a:lnTo>
                  <a:pt x="8912" y="45015"/>
                </a:lnTo>
                <a:lnTo>
                  <a:pt x="8912" y="45015"/>
                </a:lnTo>
                <a:lnTo>
                  <a:pt x="8912" y="45015"/>
                </a:lnTo>
                <a:lnTo>
                  <a:pt x="8913" y="45015"/>
                </a:lnTo>
                <a:lnTo>
                  <a:pt x="8913" y="45015"/>
                </a:lnTo>
                <a:lnTo>
                  <a:pt x="8913" y="45015"/>
                </a:lnTo>
                <a:lnTo>
                  <a:pt x="8913" y="45015"/>
                </a:lnTo>
                <a:lnTo>
                  <a:pt x="8913" y="45015"/>
                </a:lnTo>
                <a:lnTo>
                  <a:pt x="8913" y="45015"/>
                </a:lnTo>
                <a:lnTo>
                  <a:pt x="8914" y="45015"/>
                </a:lnTo>
                <a:lnTo>
                  <a:pt x="8914" y="45015"/>
                </a:lnTo>
                <a:lnTo>
                  <a:pt x="8914" y="45015"/>
                </a:lnTo>
                <a:lnTo>
                  <a:pt x="8914" y="45015"/>
                </a:lnTo>
                <a:lnTo>
                  <a:pt x="8914" y="45015"/>
                </a:lnTo>
                <a:lnTo>
                  <a:pt x="8914" y="45015"/>
                </a:lnTo>
                <a:lnTo>
                  <a:pt x="8914" y="45015"/>
                </a:lnTo>
                <a:lnTo>
                  <a:pt x="8915" y="45015"/>
                </a:lnTo>
                <a:lnTo>
                  <a:pt x="8915" y="45015"/>
                </a:lnTo>
                <a:lnTo>
                  <a:pt x="8915" y="45015"/>
                </a:lnTo>
                <a:lnTo>
                  <a:pt x="8915" y="45015"/>
                </a:lnTo>
                <a:lnTo>
                  <a:pt x="8915" y="45015"/>
                </a:lnTo>
                <a:lnTo>
                  <a:pt x="8915" y="45015"/>
                </a:lnTo>
                <a:lnTo>
                  <a:pt x="8916" y="45015"/>
                </a:lnTo>
                <a:lnTo>
                  <a:pt x="8916" y="45015"/>
                </a:lnTo>
                <a:lnTo>
                  <a:pt x="8916" y="45015"/>
                </a:lnTo>
                <a:lnTo>
                  <a:pt x="8916" y="45015"/>
                </a:lnTo>
                <a:lnTo>
                  <a:pt x="8916" y="45015"/>
                </a:lnTo>
                <a:lnTo>
                  <a:pt x="8916" y="45015"/>
                </a:lnTo>
                <a:lnTo>
                  <a:pt x="8916" y="45015"/>
                </a:lnTo>
                <a:lnTo>
                  <a:pt x="8917" y="45015"/>
                </a:lnTo>
                <a:lnTo>
                  <a:pt x="8917" y="45015"/>
                </a:lnTo>
                <a:lnTo>
                  <a:pt x="8917" y="45015"/>
                </a:lnTo>
                <a:lnTo>
                  <a:pt x="8917" y="45015"/>
                </a:lnTo>
                <a:lnTo>
                  <a:pt x="8917" y="45015"/>
                </a:lnTo>
                <a:lnTo>
                  <a:pt x="8917" y="45015"/>
                </a:lnTo>
                <a:lnTo>
                  <a:pt x="8917" y="45015"/>
                </a:lnTo>
                <a:lnTo>
                  <a:pt x="8918" y="45015"/>
                </a:lnTo>
                <a:lnTo>
                  <a:pt x="8918" y="45015"/>
                </a:lnTo>
                <a:lnTo>
                  <a:pt x="8918" y="45015"/>
                </a:lnTo>
                <a:lnTo>
                  <a:pt x="8918" y="45015"/>
                </a:lnTo>
                <a:lnTo>
                  <a:pt x="8918" y="45015"/>
                </a:lnTo>
                <a:lnTo>
                  <a:pt x="8918" y="45015"/>
                </a:lnTo>
                <a:lnTo>
                  <a:pt x="8919" y="45015"/>
                </a:lnTo>
                <a:lnTo>
                  <a:pt x="8919" y="45015"/>
                </a:lnTo>
                <a:lnTo>
                  <a:pt x="8919" y="45015"/>
                </a:lnTo>
                <a:lnTo>
                  <a:pt x="8919" y="45015"/>
                </a:lnTo>
                <a:lnTo>
                  <a:pt x="8919" y="45015"/>
                </a:lnTo>
                <a:lnTo>
                  <a:pt x="8919" y="45015"/>
                </a:lnTo>
                <a:lnTo>
                  <a:pt x="8919" y="45015"/>
                </a:lnTo>
                <a:lnTo>
                  <a:pt x="8920" y="45015"/>
                </a:lnTo>
                <a:lnTo>
                  <a:pt x="8920" y="45015"/>
                </a:lnTo>
                <a:lnTo>
                  <a:pt x="8920" y="45015"/>
                </a:lnTo>
                <a:lnTo>
                  <a:pt x="8920" y="45015"/>
                </a:lnTo>
                <a:lnTo>
                  <a:pt x="8920" y="45015"/>
                </a:lnTo>
                <a:lnTo>
                  <a:pt x="8920" y="45015"/>
                </a:lnTo>
                <a:lnTo>
                  <a:pt x="8921" y="45015"/>
                </a:lnTo>
                <a:lnTo>
                  <a:pt x="8921" y="45015"/>
                </a:lnTo>
                <a:lnTo>
                  <a:pt x="8921" y="45015"/>
                </a:lnTo>
                <a:lnTo>
                  <a:pt x="8921" y="45015"/>
                </a:lnTo>
                <a:lnTo>
                  <a:pt x="8921" y="45015"/>
                </a:lnTo>
                <a:lnTo>
                  <a:pt x="8921" y="45015"/>
                </a:lnTo>
                <a:lnTo>
                  <a:pt x="8921" y="45015"/>
                </a:lnTo>
                <a:lnTo>
                  <a:pt x="8922" y="45015"/>
                </a:lnTo>
                <a:lnTo>
                  <a:pt x="8922" y="45015"/>
                </a:lnTo>
                <a:lnTo>
                  <a:pt x="8922" y="45015"/>
                </a:lnTo>
                <a:lnTo>
                  <a:pt x="8922" y="45015"/>
                </a:lnTo>
                <a:lnTo>
                  <a:pt x="8922" y="45015"/>
                </a:lnTo>
                <a:lnTo>
                  <a:pt x="8922" y="45015"/>
                </a:lnTo>
                <a:lnTo>
                  <a:pt x="8923" y="45015"/>
                </a:lnTo>
                <a:lnTo>
                  <a:pt x="8923" y="45015"/>
                </a:lnTo>
                <a:lnTo>
                  <a:pt x="8923" y="45015"/>
                </a:lnTo>
                <a:lnTo>
                  <a:pt x="8923" y="45015"/>
                </a:lnTo>
                <a:lnTo>
                  <a:pt x="8923" y="45015"/>
                </a:lnTo>
                <a:lnTo>
                  <a:pt x="8923" y="45015"/>
                </a:lnTo>
                <a:lnTo>
                  <a:pt x="8923" y="45015"/>
                </a:lnTo>
                <a:lnTo>
                  <a:pt x="8924" y="45015"/>
                </a:lnTo>
                <a:lnTo>
                  <a:pt x="8924" y="45015"/>
                </a:lnTo>
                <a:lnTo>
                  <a:pt x="8924" y="45015"/>
                </a:lnTo>
                <a:lnTo>
                  <a:pt x="8924" y="45015"/>
                </a:lnTo>
                <a:lnTo>
                  <a:pt x="8924" y="45015"/>
                </a:lnTo>
                <a:lnTo>
                  <a:pt x="8924" y="45015"/>
                </a:lnTo>
                <a:lnTo>
                  <a:pt x="8925" y="45015"/>
                </a:lnTo>
                <a:lnTo>
                  <a:pt x="8925" y="45015"/>
                </a:lnTo>
                <a:lnTo>
                  <a:pt x="8925" y="45015"/>
                </a:lnTo>
                <a:lnTo>
                  <a:pt x="8925" y="45015"/>
                </a:lnTo>
                <a:lnTo>
                  <a:pt x="8925" y="45015"/>
                </a:lnTo>
                <a:lnTo>
                  <a:pt x="8925" y="45015"/>
                </a:lnTo>
                <a:lnTo>
                  <a:pt x="8925" y="45015"/>
                </a:lnTo>
                <a:lnTo>
                  <a:pt x="8926" y="45015"/>
                </a:lnTo>
                <a:lnTo>
                  <a:pt x="8926" y="45015"/>
                </a:lnTo>
                <a:lnTo>
                  <a:pt x="8926" y="45015"/>
                </a:lnTo>
                <a:lnTo>
                  <a:pt x="8926" y="45015"/>
                </a:lnTo>
                <a:lnTo>
                  <a:pt x="8926" y="45015"/>
                </a:lnTo>
                <a:lnTo>
                  <a:pt x="8926" y="45015"/>
                </a:lnTo>
                <a:lnTo>
                  <a:pt x="8926" y="45015"/>
                </a:lnTo>
                <a:lnTo>
                  <a:pt x="8927" y="45015"/>
                </a:lnTo>
                <a:lnTo>
                  <a:pt x="8927" y="45015"/>
                </a:lnTo>
                <a:lnTo>
                  <a:pt x="8927" y="45015"/>
                </a:lnTo>
                <a:lnTo>
                  <a:pt x="8927" y="45015"/>
                </a:lnTo>
                <a:lnTo>
                  <a:pt x="8927" y="45015"/>
                </a:lnTo>
                <a:lnTo>
                  <a:pt x="8927" y="45015"/>
                </a:lnTo>
                <a:lnTo>
                  <a:pt x="8928" y="45015"/>
                </a:lnTo>
                <a:lnTo>
                  <a:pt x="8928" y="45015"/>
                </a:lnTo>
                <a:lnTo>
                  <a:pt x="8928" y="45015"/>
                </a:lnTo>
                <a:lnTo>
                  <a:pt x="8928" y="45015"/>
                </a:lnTo>
                <a:lnTo>
                  <a:pt x="8928" y="45015"/>
                </a:lnTo>
                <a:lnTo>
                  <a:pt x="8928" y="45015"/>
                </a:lnTo>
                <a:lnTo>
                  <a:pt x="8928" y="45015"/>
                </a:lnTo>
                <a:lnTo>
                  <a:pt x="8929" y="45015"/>
                </a:lnTo>
                <a:lnTo>
                  <a:pt x="8929" y="45015"/>
                </a:lnTo>
                <a:lnTo>
                  <a:pt x="8929" y="45015"/>
                </a:lnTo>
                <a:lnTo>
                  <a:pt x="8929" y="45015"/>
                </a:lnTo>
                <a:lnTo>
                  <a:pt x="8929" y="45015"/>
                </a:lnTo>
                <a:lnTo>
                  <a:pt x="8929" y="45015"/>
                </a:lnTo>
                <a:lnTo>
                  <a:pt x="8930" y="45015"/>
                </a:lnTo>
                <a:lnTo>
                  <a:pt x="8930" y="45015"/>
                </a:lnTo>
                <a:lnTo>
                  <a:pt x="8930" y="45015"/>
                </a:lnTo>
                <a:lnTo>
                  <a:pt x="8930" y="45015"/>
                </a:lnTo>
                <a:lnTo>
                  <a:pt x="8930" y="45015"/>
                </a:lnTo>
                <a:lnTo>
                  <a:pt x="8930" y="45015"/>
                </a:lnTo>
                <a:lnTo>
                  <a:pt x="8930" y="45015"/>
                </a:lnTo>
                <a:lnTo>
                  <a:pt x="8931" y="45015"/>
                </a:lnTo>
                <a:lnTo>
                  <a:pt x="8931" y="45015"/>
                </a:lnTo>
                <a:lnTo>
                  <a:pt x="8931" y="45015"/>
                </a:lnTo>
                <a:lnTo>
                  <a:pt x="8931" y="45015"/>
                </a:lnTo>
                <a:lnTo>
                  <a:pt x="8931" y="45015"/>
                </a:lnTo>
                <a:lnTo>
                  <a:pt x="8931" y="45015"/>
                </a:lnTo>
                <a:lnTo>
                  <a:pt x="8932" y="45015"/>
                </a:lnTo>
                <a:lnTo>
                  <a:pt x="8932" y="45015"/>
                </a:lnTo>
                <a:lnTo>
                  <a:pt x="8932" y="45015"/>
                </a:lnTo>
                <a:lnTo>
                  <a:pt x="8932" y="45015"/>
                </a:lnTo>
                <a:lnTo>
                  <a:pt x="8932" y="45015"/>
                </a:lnTo>
                <a:lnTo>
                  <a:pt x="8932" y="45015"/>
                </a:lnTo>
                <a:lnTo>
                  <a:pt x="8932" y="45015"/>
                </a:lnTo>
                <a:lnTo>
                  <a:pt x="8933" y="45015"/>
                </a:lnTo>
                <a:lnTo>
                  <a:pt x="8933" y="45015"/>
                </a:lnTo>
                <a:lnTo>
                  <a:pt x="8933" y="45015"/>
                </a:lnTo>
                <a:lnTo>
                  <a:pt x="8933" y="45015"/>
                </a:lnTo>
                <a:lnTo>
                  <a:pt x="8933" y="45015"/>
                </a:lnTo>
                <a:lnTo>
                  <a:pt x="8933" y="45015"/>
                </a:lnTo>
                <a:lnTo>
                  <a:pt x="8933" y="45015"/>
                </a:lnTo>
                <a:lnTo>
                  <a:pt x="8934" y="45015"/>
                </a:lnTo>
                <a:lnTo>
                  <a:pt x="8934" y="45015"/>
                </a:lnTo>
                <a:lnTo>
                  <a:pt x="8934" y="45015"/>
                </a:lnTo>
                <a:lnTo>
                  <a:pt x="8934" y="45015"/>
                </a:lnTo>
                <a:lnTo>
                  <a:pt x="8934" y="45015"/>
                </a:lnTo>
                <a:lnTo>
                  <a:pt x="8934" y="45015"/>
                </a:lnTo>
                <a:lnTo>
                  <a:pt x="8935" y="45015"/>
                </a:lnTo>
                <a:lnTo>
                  <a:pt x="8935" y="45015"/>
                </a:lnTo>
                <a:lnTo>
                  <a:pt x="8935" y="45015"/>
                </a:lnTo>
                <a:lnTo>
                  <a:pt x="8935" y="45015"/>
                </a:lnTo>
                <a:lnTo>
                  <a:pt x="8935" y="45015"/>
                </a:lnTo>
                <a:lnTo>
                  <a:pt x="8935" y="45015"/>
                </a:lnTo>
                <a:lnTo>
                  <a:pt x="8935" y="45015"/>
                </a:lnTo>
                <a:lnTo>
                  <a:pt x="8936" y="45015"/>
                </a:lnTo>
                <a:lnTo>
                  <a:pt x="8936" y="45015"/>
                </a:lnTo>
                <a:lnTo>
                  <a:pt x="8936" y="45015"/>
                </a:lnTo>
                <a:lnTo>
                  <a:pt x="8936" y="45015"/>
                </a:lnTo>
                <a:lnTo>
                  <a:pt x="8936" y="45015"/>
                </a:lnTo>
                <a:lnTo>
                  <a:pt x="8936" y="45015"/>
                </a:lnTo>
                <a:lnTo>
                  <a:pt x="8937" y="45015"/>
                </a:lnTo>
                <a:lnTo>
                  <a:pt x="8937" y="45015"/>
                </a:lnTo>
                <a:lnTo>
                  <a:pt x="8937" y="45015"/>
                </a:lnTo>
                <a:lnTo>
                  <a:pt x="8937" y="45015"/>
                </a:lnTo>
                <a:lnTo>
                  <a:pt x="8937" y="45015"/>
                </a:lnTo>
                <a:lnTo>
                  <a:pt x="8937" y="45015"/>
                </a:lnTo>
                <a:lnTo>
                  <a:pt x="8937" y="45015"/>
                </a:lnTo>
                <a:lnTo>
                  <a:pt x="8938" y="45015"/>
                </a:lnTo>
                <a:lnTo>
                  <a:pt x="8938" y="45015"/>
                </a:lnTo>
                <a:lnTo>
                  <a:pt x="8938" y="45015"/>
                </a:lnTo>
                <a:lnTo>
                  <a:pt x="8938" y="45015"/>
                </a:lnTo>
                <a:lnTo>
                  <a:pt x="8938" y="45015"/>
                </a:lnTo>
                <a:lnTo>
                  <a:pt x="8938" y="45015"/>
                </a:lnTo>
                <a:lnTo>
                  <a:pt x="8938" y="45015"/>
                </a:lnTo>
                <a:lnTo>
                  <a:pt x="8939" y="45015"/>
                </a:lnTo>
                <a:lnTo>
                  <a:pt x="8939" y="45015"/>
                </a:lnTo>
                <a:lnTo>
                  <a:pt x="8939" y="45015"/>
                </a:lnTo>
                <a:lnTo>
                  <a:pt x="8939" y="45015"/>
                </a:lnTo>
                <a:lnTo>
                  <a:pt x="8939" y="45015"/>
                </a:lnTo>
                <a:lnTo>
                  <a:pt x="8939" y="45015"/>
                </a:lnTo>
                <a:lnTo>
                  <a:pt x="8940" y="45015"/>
                </a:lnTo>
                <a:lnTo>
                  <a:pt x="8940" y="45015"/>
                </a:lnTo>
                <a:lnTo>
                  <a:pt x="8940" y="45015"/>
                </a:lnTo>
                <a:lnTo>
                  <a:pt x="8940" y="45015"/>
                </a:lnTo>
                <a:lnTo>
                  <a:pt x="8940" y="45015"/>
                </a:lnTo>
                <a:lnTo>
                  <a:pt x="8940" y="45015"/>
                </a:lnTo>
                <a:lnTo>
                  <a:pt x="8940" y="45015"/>
                </a:lnTo>
                <a:lnTo>
                  <a:pt x="8941" y="45015"/>
                </a:lnTo>
                <a:lnTo>
                  <a:pt x="8941" y="45015"/>
                </a:lnTo>
                <a:lnTo>
                  <a:pt x="8941" y="45015"/>
                </a:lnTo>
                <a:lnTo>
                  <a:pt x="8941" y="45015"/>
                </a:lnTo>
                <a:lnTo>
                  <a:pt x="8941" y="45015"/>
                </a:lnTo>
                <a:lnTo>
                  <a:pt x="8941" y="45015"/>
                </a:lnTo>
                <a:lnTo>
                  <a:pt x="8942" y="45015"/>
                </a:lnTo>
                <a:lnTo>
                  <a:pt x="8942" y="45015"/>
                </a:lnTo>
                <a:lnTo>
                  <a:pt x="8942" y="45015"/>
                </a:lnTo>
                <a:lnTo>
                  <a:pt x="8942" y="45015"/>
                </a:lnTo>
                <a:lnTo>
                  <a:pt x="8942" y="45015"/>
                </a:lnTo>
                <a:lnTo>
                  <a:pt x="8942" y="45015"/>
                </a:lnTo>
                <a:lnTo>
                  <a:pt x="8942" y="45015"/>
                </a:lnTo>
                <a:lnTo>
                  <a:pt x="8943" y="45015"/>
                </a:lnTo>
                <a:lnTo>
                  <a:pt x="8943" y="45015"/>
                </a:lnTo>
                <a:lnTo>
                  <a:pt x="8943" y="45015"/>
                </a:lnTo>
                <a:lnTo>
                  <a:pt x="8943" y="45015"/>
                </a:lnTo>
                <a:lnTo>
                  <a:pt x="8943" y="45015"/>
                </a:lnTo>
                <a:lnTo>
                  <a:pt x="8943" y="45015"/>
                </a:lnTo>
                <a:lnTo>
                  <a:pt x="8944" y="45015"/>
                </a:lnTo>
                <a:lnTo>
                  <a:pt x="8944" y="45015"/>
                </a:lnTo>
                <a:lnTo>
                  <a:pt x="8944" y="45015"/>
                </a:lnTo>
                <a:lnTo>
                  <a:pt x="8944" y="45015"/>
                </a:lnTo>
                <a:lnTo>
                  <a:pt x="8944" y="45015"/>
                </a:lnTo>
                <a:lnTo>
                  <a:pt x="8944" y="45015"/>
                </a:lnTo>
                <a:lnTo>
                  <a:pt x="8944" y="45015"/>
                </a:lnTo>
                <a:lnTo>
                  <a:pt x="8945" y="45015"/>
                </a:lnTo>
                <a:lnTo>
                  <a:pt x="8945" y="45015"/>
                </a:lnTo>
                <a:lnTo>
                  <a:pt x="8945" y="45015"/>
                </a:lnTo>
                <a:lnTo>
                  <a:pt x="8945" y="45015"/>
                </a:lnTo>
                <a:lnTo>
                  <a:pt x="8945" y="45015"/>
                </a:lnTo>
                <a:lnTo>
                  <a:pt x="8945" y="45015"/>
                </a:lnTo>
                <a:lnTo>
                  <a:pt x="8945" y="45015"/>
                </a:lnTo>
                <a:lnTo>
                  <a:pt x="8946" y="45015"/>
                </a:lnTo>
                <a:lnTo>
                  <a:pt x="8946" y="45015"/>
                </a:lnTo>
                <a:lnTo>
                  <a:pt x="8946" y="45015"/>
                </a:lnTo>
                <a:lnTo>
                  <a:pt x="8946" y="45015"/>
                </a:lnTo>
                <a:lnTo>
                  <a:pt x="8946" y="45015"/>
                </a:lnTo>
                <a:lnTo>
                  <a:pt x="8946" y="45015"/>
                </a:lnTo>
                <a:lnTo>
                  <a:pt x="8947" y="45015"/>
                </a:lnTo>
                <a:lnTo>
                  <a:pt x="8947" y="45015"/>
                </a:lnTo>
                <a:lnTo>
                  <a:pt x="8947" y="45015"/>
                </a:lnTo>
                <a:lnTo>
                  <a:pt x="8947" y="45015"/>
                </a:lnTo>
                <a:lnTo>
                  <a:pt x="8947" y="45015"/>
                </a:lnTo>
                <a:lnTo>
                  <a:pt x="8947" y="45015"/>
                </a:lnTo>
                <a:lnTo>
                  <a:pt x="8947" y="45015"/>
                </a:lnTo>
                <a:lnTo>
                  <a:pt x="8948" y="45015"/>
                </a:lnTo>
                <a:lnTo>
                  <a:pt x="8948" y="45015"/>
                </a:lnTo>
                <a:lnTo>
                  <a:pt x="8948" y="45015"/>
                </a:lnTo>
                <a:lnTo>
                  <a:pt x="8948" y="45015"/>
                </a:lnTo>
                <a:lnTo>
                  <a:pt x="8948" y="45015"/>
                </a:lnTo>
                <a:lnTo>
                  <a:pt x="8948" y="45015"/>
                </a:lnTo>
                <a:lnTo>
                  <a:pt x="8948" y="45015"/>
                </a:lnTo>
                <a:lnTo>
                  <a:pt x="8949" y="45015"/>
                </a:lnTo>
                <a:lnTo>
                  <a:pt x="8949" y="45015"/>
                </a:lnTo>
                <a:lnTo>
                  <a:pt x="8949" y="45015"/>
                </a:lnTo>
                <a:lnTo>
                  <a:pt x="8949" y="45015"/>
                </a:lnTo>
                <a:lnTo>
                  <a:pt x="8949" y="45015"/>
                </a:lnTo>
                <a:lnTo>
                  <a:pt x="8949" y="45015"/>
                </a:lnTo>
                <a:lnTo>
                  <a:pt x="8950" y="45015"/>
                </a:lnTo>
                <a:lnTo>
                  <a:pt x="8950" y="45015"/>
                </a:lnTo>
                <a:lnTo>
                  <a:pt x="8950" y="45015"/>
                </a:lnTo>
                <a:lnTo>
                  <a:pt x="8950" y="45015"/>
                </a:lnTo>
                <a:lnTo>
                  <a:pt x="8950" y="45015"/>
                </a:lnTo>
                <a:lnTo>
                  <a:pt x="8950" y="45015"/>
                </a:lnTo>
                <a:lnTo>
                  <a:pt x="8950" y="45015"/>
                </a:lnTo>
                <a:lnTo>
                  <a:pt x="8951" y="45015"/>
                </a:lnTo>
                <a:lnTo>
                  <a:pt x="8951" y="45015"/>
                </a:lnTo>
                <a:lnTo>
                  <a:pt x="8951" y="45015"/>
                </a:lnTo>
                <a:lnTo>
                  <a:pt x="8951" y="45015"/>
                </a:lnTo>
                <a:lnTo>
                  <a:pt x="8951" y="45015"/>
                </a:lnTo>
                <a:lnTo>
                  <a:pt x="8951" y="45015"/>
                </a:lnTo>
                <a:lnTo>
                  <a:pt x="8952" y="45015"/>
                </a:lnTo>
                <a:lnTo>
                  <a:pt x="8952" y="45015"/>
                </a:lnTo>
                <a:lnTo>
                  <a:pt x="8952" y="45015"/>
                </a:lnTo>
                <a:lnTo>
                  <a:pt x="8952" y="45015"/>
                </a:lnTo>
                <a:lnTo>
                  <a:pt x="8952" y="45015"/>
                </a:lnTo>
                <a:lnTo>
                  <a:pt x="8952" y="45015"/>
                </a:lnTo>
                <a:lnTo>
                  <a:pt x="8952" y="45015"/>
                </a:lnTo>
                <a:lnTo>
                  <a:pt x="8953" y="45015"/>
                </a:lnTo>
                <a:lnTo>
                  <a:pt x="8953" y="45015"/>
                </a:lnTo>
                <a:lnTo>
                  <a:pt x="8953" y="45015"/>
                </a:lnTo>
                <a:lnTo>
                  <a:pt x="8953" y="45015"/>
                </a:lnTo>
                <a:lnTo>
                  <a:pt x="8953" y="45015"/>
                </a:lnTo>
                <a:lnTo>
                  <a:pt x="8953" y="45015"/>
                </a:lnTo>
                <a:lnTo>
                  <a:pt x="8953" y="45015"/>
                </a:lnTo>
                <a:lnTo>
                  <a:pt x="8954" y="45015"/>
                </a:lnTo>
                <a:lnTo>
                  <a:pt x="8954" y="45015"/>
                </a:lnTo>
                <a:lnTo>
                  <a:pt x="8954" y="45015"/>
                </a:lnTo>
                <a:lnTo>
                  <a:pt x="8954" y="45015"/>
                </a:lnTo>
                <a:lnTo>
                  <a:pt x="8954" y="45015"/>
                </a:lnTo>
                <a:lnTo>
                  <a:pt x="8954" y="45015"/>
                </a:lnTo>
                <a:lnTo>
                  <a:pt x="8955" y="45015"/>
                </a:lnTo>
                <a:lnTo>
                  <a:pt x="8955" y="45015"/>
                </a:lnTo>
                <a:lnTo>
                  <a:pt x="8955" y="45015"/>
                </a:lnTo>
                <a:lnTo>
                  <a:pt x="8955" y="45015"/>
                </a:lnTo>
                <a:lnTo>
                  <a:pt x="8955" y="45015"/>
                </a:lnTo>
                <a:lnTo>
                  <a:pt x="8955" y="45015"/>
                </a:lnTo>
                <a:lnTo>
                  <a:pt x="8955" y="45015"/>
                </a:lnTo>
                <a:lnTo>
                  <a:pt x="8956" y="45015"/>
                </a:lnTo>
                <a:lnTo>
                  <a:pt x="8956" y="45015"/>
                </a:lnTo>
                <a:lnTo>
                  <a:pt x="8956" y="45015"/>
                </a:lnTo>
                <a:lnTo>
                  <a:pt x="8956" y="45015"/>
                </a:lnTo>
                <a:lnTo>
                  <a:pt x="8956" y="45015"/>
                </a:lnTo>
                <a:lnTo>
                  <a:pt x="8956" y="45015"/>
                </a:lnTo>
                <a:lnTo>
                  <a:pt x="8957" y="45015"/>
                </a:lnTo>
                <a:lnTo>
                  <a:pt x="8957" y="45015"/>
                </a:lnTo>
                <a:lnTo>
                  <a:pt x="8957" y="45015"/>
                </a:lnTo>
                <a:lnTo>
                  <a:pt x="8957" y="45015"/>
                </a:lnTo>
                <a:lnTo>
                  <a:pt x="8957" y="45015"/>
                </a:lnTo>
                <a:lnTo>
                  <a:pt x="8957" y="45015"/>
                </a:lnTo>
                <a:lnTo>
                  <a:pt x="8957" y="45015"/>
                </a:lnTo>
                <a:lnTo>
                  <a:pt x="8958" y="45015"/>
                </a:lnTo>
                <a:lnTo>
                  <a:pt x="8958" y="45015"/>
                </a:lnTo>
                <a:lnTo>
                  <a:pt x="8958" y="45015"/>
                </a:lnTo>
                <a:lnTo>
                  <a:pt x="8958" y="45015"/>
                </a:lnTo>
                <a:lnTo>
                  <a:pt x="8958" y="45015"/>
                </a:lnTo>
                <a:lnTo>
                  <a:pt x="8958" y="45015"/>
                </a:lnTo>
                <a:lnTo>
                  <a:pt x="8958" y="45015"/>
                </a:lnTo>
                <a:lnTo>
                  <a:pt x="8959" y="45015"/>
                </a:lnTo>
                <a:lnTo>
                  <a:pt x="8959" y="45015"/>
                </a:lnTo>
                <a:lnTo>
                  <a:pt x="8959" y="45015"/>
                </a:lnTo>
                <a:lnTo>
                  <a:pt x="8959" y="45015"/>
                </a:lnTo>
                <a:lnTo>
                  <a:pt x="8959" y="45015"/>
                </a:lnTo>
                <a:lnTo>
                  <a:pt x="8959" y="45015"/>
                </a:lnTo>
                <a:lnTo>
                  <a:pt x="8960" y="45015"/>
                </a:lnTo>
                <a:lnTo>
                  <a:pt x="8960" y="45015"/>
                </a:lnTo>
                <a:lnTo>
                  <a:pt x="8960" y="45015"/>
                </a:lnTo>
                <a:lnTo>
                  <a:pt x="8960" y="45015"/>
                </a:lnTo>
                <a:lnTo>
                  <a:pt x="8960" y="45015"/>
                </a:lnTo>
                <a:lnTo>
                  <a:pt x="8960" y="45015"/>
                </a:lnTo>
                <a:lnTo>
                  <a:pt x="8960" y="45015"/>
                </a:lnTo>
                <a:lnTo>
                  <a:pt x="8961" y="45015"/>
                </a:lnTo>
                <a:lnTo>
                  <a:pt x="8961" y="45015"/>
                </a:lnTo>
                <a:lnTo>
                  <a:pt x="8961" y="45015"/>
                </a:lnTo>
                <a:lnTo>
                  <a:pt x="8961" y="45015"/>
                </a:lnTo>
                <a:lnTo>
                  <a:pt x="8961" y="45015"/>
                </a:lnTo>
                <a:lnTo>
                  <a:pt x="8961" y="45015"/>
                </a:lnTo>
                <a:lnTo>
                  <a:pt x="8961" y="45015"/>
                </a:lnTo>
                <a:lnTo>
                  <a:pt x="8962" y="45015"/>
                </a:lnTo>
                <a:lnTo>
                  <a:pt x="8962" y="45015"/>
                </a:lnTo>
                <a:lnTo>
                  <a:pt x="8962" y="45015"/>
                </a:lnTo>
                <a:lnTo>
                  <a:pt x="8962" y="45015"/>
                </a:lnTo>
                <a:lnTo>
                  <a:pt x="8962" y="45015"/>
                </a:lnTo>
                <a:lnTo>
                  <a:pt x="8962" y="45015"/>
                </a:lnTo>
                <a:lnTo>
                  <a:pt x="8963" y="45015"/>
                </a:lnTo>
                <a:lnTo>
                  <a:pt x="8963" y="45015"/>
                </a:lnTo>
                <a:lnTo>
                  <a:pt x="8963" y="45015"/>
                </a:lnTo>
                <a:lnTo>
                  <a:pt x="8963" y="45015"/>
                </a:lnTo>
                <a:lnTo>
                  <a:pt x="8963" y="45015"/>
                </a:lnTo>
                <a:lnTo>
                  <a:pt x="8963" y="45015"/>
                </a:lnTo>
                <a:lnTo>
                  <a:pt x="8963" y="45015"/>
                </a:lnTo>
                <a:lnTo>
                  <a:pt x="8964" y="45015"/>
                </a:lnTo>
                <a:lnTo>
                  <a:pt x="8964" y="45015"/>
                </a:lnTo>
                <a:lnTo>
                  <a:pt x="8964" y="45015"/>
                </a:lnTo>
                <a:lnTo>
                  <a:pt x="8964" y="45015"/>
                </a:lnTo>
                <a:lnTo>
                  <a:pt x="8964" y="45015"/>
                </a:lnTo>
                <a:lnTo>
                  <a:pt x="8964" y="45015"/>
                </a:lnTo>
                <a:lnTo>
                  <a:pt x="8965" y="45015"/>
                </a:lnTo>
                <a:lnTo>
                  <a:pt x="8965" y="45015"/>
                </a:lnTo>
                <a:lnTo>
                  <a:pt x="8965" y="45015"/>
                </a:lnTo>
                <a:lnTo>
                  <a:pt x="8965" y="45015"/>
                </a:lnTo>
                <a:lnTo>
                  <a:pt x="8965" y="45015"/>
                </a:lnTo>
                <a:lnTo>
                  <a:pt x="8965" y="45015"/>
                </a:lnTo>
                <a:lnTo>
                  <a:pt x="8965" y="45015"/>
                </a:lnTo>
                <a:lnTo>
                  <a:pt x="8966" y="45015"/>
                </a:lnTo>
                <a:lnTo>
                  <a:pt x="8966" y="45015"/>
                </a:lnTo>
                <a:lnTo>
                  <a:pt x="8966" y="45015"/>
                </a:lnTo>
                <a:lnTo>
                  <a:pt x="8966" y="45015"/>
                </a:lnTo>
                <a:lnTo>
                  <a:pt x="8966" y="45015"/>
                </a:lnTo>
                <a:lnTo>
                  <a:pt x="8966" y="45015"/>
                </a:lnTo>
                <a:lnTo>
                  <a:pt x="8966" y="45015"/>
                </a:lnTo>
                <a:lnTo>
                  <a:pt x="8967" y="45015"/>
                </a:lnTo>
                <a:lnTo>
                  <a:pt x="8967" y="45015"/>
                </a:lnTo>
                <a:lnTo>
                  <a:pt x="8967" y="45015"/>
                </a:lnTo>
                <a:lnTo>
                  <a:pt x="8967" y="45015"/>
                </a:lnTo>
                <a:lnTo>
                  <a:pt x="8967" y="45015"/>
                </a:lnTo>
                <a:lnTo>
                  <a:pt x="8967" y="45015"/>
                </a:lnTo>
                <a:lnTo>
                  <a:pt x="8968" y="45015"/>
                </a:lnTo>
                <a:lnTo>
                  <a:pt x="8968" y="45015"/>
                </a:lnTo>
                <a:lnTo>
                  <a:pt x="8968" y="45015"/>
                </a:lnTo>
                <a:lnTo>
                  <a:pt x="8968" y="45015"/>
                </a:lnTo>
                <a:lnTo>
                  <a:pt x="8968" y="45015"/>
                </a:lnTo>
                <a:lnTo>
                  <a:pt x="8968" y="45015"/>
                </a:lnTo>
                <a:lnTo>
                  <a:pt x="8968" y="45015"/>
                </a:lnTo>
                <a:lnTo>
                  <a:pt x="8969" y="45015"/>
                </a:lnTo>
                <a:lnTo>
                  <a:pt x="8969" y="45015"/>
                </a:lnTo>
                <a:lnTo>
                  <a:pt x="8969" y="45015"/>
                </a:lnTo>
                <a:lnTo>
                  <a:pt x="8969" y="45015"/>
                </a:lnTo>
                <a:lnTo>
                  <a:pt x="8969" y="45015"/>
                </a:lnTo>
                <a:lnTo>
                  <a:pt x="8969" y="45015"/>
                </a:lnTo>
                <a:lnTo>
                  <a:pt x="8969" y="45015"/>
                </a:lnTo>
                <a:lnTo>
                  <a:pt x="8970" y="45015"/>
                </a:lnTo>
                <a:lnTo>
                  <a:pt x="8970" y="45015"/>
                </a:lnTo>
                <a:lnTo>
                  <a:pt x="8970" y="45015"/>
                </a:lnTo>
                <a:lnTo>
                  <a:pt x="8970" y="45015"/>
                </a:lnTo>
                <a:lnTo>
                  <a:pt x="8970" y="45015"/>
                </a:lnTo>
                <a:lnTo>
                  <a:pt x="8970" y="45015"/>
                </a:lnTo>
                <a:lnTo>
                  <a:pt x="8971" y="45015"/>
                </a:lnTo>
                <a:lnTo>
                  <a:pt x="8971" y="45015"/>
                </a:lnTo>
                <a:lnTo>
                  <a:pt x="8971" y="45015"/>
                </a:lnTo>
                <a:lnTo>
                  <a:pt x="8971" y="45015"/>
                </a:lnTo>
                <a:lnTo>
                  <a:pt x="8971" y="45015"/>
                </a:lnTo>
                <a:lnTo>
                  <a:pt x="8971" y="45015"/>
                </a:lnTo>
                <a:lnTo>
                  <a:pt x="8971" y="45015"/>
                </a:lnTo>
                <a:lnTo>
                  <a:pt x="8972" y="45015"/>
                </a:lnTo>
                <a:lnTo>
                  <a:pt x="8972" y="45015"/>
                </a:lnTo>
                <a:lnTo>
                  <a:pt x="8972" y="45015"/>
                </a:lnTo>
                <a:lnTo>
                  <a:pt x="8972" y="45015"/>
                </a:lnTo>
                <a:lnTo>
                  <a:pt x="8972" y="45015"/>
                </a:lnTo>
                <a:lnTo>
                  <a:pt x="8972" y="45015"/>
                </a:lnTo>
                <a:lnTo>
                  <a:pt x="8972" y="45015"/>
                </a:lnTo>
                <a:lnTo>
                  <a:pt x="8973" y="45015"/>
                </a:lnTo>
                <a:lnTo>
                  <a:pt x="8973" y="45015"/>
                </a:lnTo>
                <a:lnTo>
                  <a:pt x="8973" y="45015"/>
                </a:lnTo>
                <a:lnTo>
                  <a:pt x="8973" y="45015"/>
                </a:lnTo>
                <a:lnTo>
                  <a:pt x="8973" y="45015"/>
                </a:lnTo>
                <a:lnTo>
                  <a:pt x="8973" y="45015"/>
                </a:lnTo>
                <a:lnTo>
                  <a:pt x="8974" y="45015"/>
                </a:lnTo>
                <a:lnTo>
                  <a:pt x="8974" y="45015"/>
                </a:lnTo>
                <a:lnTo>
                  <a:pt x="8974" y="45015"/>
                </a:lnTo>
                <a:lnTo>
                  <a:pt x="8974" y="45015"/>
                </a:lnTo>
                <a:lnTo>
                  <a:pt x="8974" y="45015"/>
                </a:lnTo>
                <a:lnTo>
                  <a:pt x="8974" y="45015"/>
                </a:lnTo>
                <a:lnTo>
                  <a:pt x="8974" y="45015"/>
                </a:lnTo>
                <a:lnTo>
                  <a:pt x="8975" y="45015"/>
                </a:lnTo>
                <a:lnTo>
                  <a:pt x="8975" y="45015"/>
                </a:lnTo>
                <a:lnTo>
                  <a:pt x="8975" y="45015"/>
                </a:lnTo>
                <a:lnTo>
                  <a:pt x="8975" y="45015"/>
                </a:lnTo>
                <a:lnTo>
                  <a:pt x="8975" y="45015"/>
                </a:lnTo>
                <a:lnTo>
                  <a:pt x="8975" y="45015"/>
                </a:lnTo>
                <a:lnTo>
                  <a:pt x="8975" y="45015"/>
                </a:lnTo>
                <a:lnTo>
                  <a:pt x="8976" y="45015"/>
                </a:lnTo>
                <a:lnTo>
                  <a:pt x="8976" y="45015"/>
                </a:lnTo>
                <a:lnTo>
                  <a:pt x="8976" y="45015"/>
                </a:lnTo>
                <a:lnTo>
                  <a:pt x="8976" y="45015"/>
                </a:lnTo>
                <a:lnTo>
                  <a:pt x="8976" y="45015"/>
                </a:lnTo>
                <a:lnTo>
                  <a:pt x="8976" y="45015"/>
                </a:lnTo>
                <a:lnTo>
                  <a:pt x="8977" y="45015"/>
                </a:lnTo>
                <a:lnTo>
                  <a:pt x="8977" y="45015"/>
                </a:lnTo>
                <a:lnTo>
                  <a:pt x="8977" y="45015"/>
                </a:lnTo>
                <a:lnTo>
                  <a:pt x="8977" y="45015"/>
                </a:lnTo>
                <a:lnTo>
                  <a:pt x="8977" y="45015"/>
                </a:lnTo>
                <a:lnTo>
                  <a:pt x="8977" y="45015"/>
                </a:lnTo>
                <a:lnTo>
                  <a:pt x="8977" y="45015"/>
                </a:lnTo>
                <a:lnTo>
                  <a:pt x="8978" y="45015"/>
                </a:lnTo>
                <a:lnTo>
                  <a:pt x="8978" y="45015"/>
                </a:lnTo>
                <a:lnTo>
                  <a:pt x="8978" y="45015"/>
                </a:lnTo>
                <a:lnTo>
                  <a:pt x="8978" y="45015"/>
                </a:lnTo>
                <a:lnTo>
                  <a:pt x="8978" y="45015"/>
                </a:lnTo>
                <a:lnTo>
                  <a:pt x="8978" y="45015"/>
                </a:lnTo>
                <a:lnTo>
                  <a:pt x="8978" y="45015"/>
                </a:lnTo>
                <a:lnTo>
                  <a:pt x="8979" y="45015"/>
                </a:lnTo>
                <a:lnTo>
                  <a:pt x="8979" y="45015"/>
                </a:lnTo>
                <a:lnTo>
                  <a:pt x="8979" y="45015"/>
                </a:lnTo>
                <a:lnTo>
                  <a:pt x="8979" y="45015"/>
                </a:lnTo>
                <a:lnTo>
                  <a:pt x="8979" y="45015"/>
                </a:lnTo>
                <a:lnTo>
                  <a:pt x="8979" y="45015"/>
                </a:lnTo>
                <a:lnTo>
                  <a:pt x="8980" y="45015"/>
                </a:lnTo>
                <a:lnTo>
                  <a:pt x="8980" y="45015"/>
                </a:lnTo>
                <a:lnTo>
                  <a:pt x="8980" y="45015"/>
                </a:lnTo>
                <a:lnTo>
                  <a:pt x="8980" y="45015"/>
                </a:lnTo>
                <a:lnTo>
                  <a:pt x="8980" y="45015"/>
                </a:lnTo>
                <a:lnTo>
                  <a:pt x="8980" y="45015"/>
                </a:lnTo>
                <a:lnTo>
                  <a:pt x="8980" y="45015"/>
                </a:lnTo>
                <a:lnTo>
                  <a:pt x="8981" y="45015"/>
                </a:lnTo>
                <a:lnTo>
                  <a:pt x="8981" y="45015"/>
                </a:lnTo>
                <a:lnTo>
                  <a:pt x="8981" y="45015"/>
                </a:lnTo>
                <a:lnTo>
                  <a:pt x="8981" y="45015"/>
                </a:lnTo>
                <a:lnTo>
                  <a:pt x="8981" y="45015"/>
                </a:lnTo>
                <a:lnTo>
                  <a:pt x="8981" y="45015"/>
                </a:lnTo>
                <a:lnTo>
                  <a:pt x="8981" y="45015"/>
                </a:lnTo>
                <a:lnTo>
                  <a:pt x="8982" y="45015"/>
                </a:lnTo>
                <a:lnTo>
                  <a:pt x="8982" y="45015"/>
                </a:lnTo>
                <a:lnTo>
                  <a:pt x="8982" y="45015"/>
                </a:lnTo>
                <a:lnTo>
                  <a:pt x="8982" y="45015"/>
                </a:lnTo>
                <a:lnTo>
                  <a:pt x="8982" y="45015"/>
                </a:lnTo>
                <a:lnTo>
                  <a:pt x="8982" y="45015"/>
                </a:lnTo>
                <a:lnTo>
                  <a:pt x="8983" y="45015"/>
                </a:lnTo>
                <a:lnTo>
                  <a:pt x="8983" y="45015"/>
                </a:lnTo>
                <a:lnTo>
                  <a:pt x="8983" y="45015"/>
                </a:lnTo>
                <a:lnTo>
                  <a:pt x="8983" y="45015"/>
                </a:lnTo>
                <a:lnTo>
                  <a:pt x="8983" y="45015"/>
                </a:lnTo>
                <a:lnTo>
                  <a:pt x="8983" y="45015"/>
                </a:lnTo>
                <a:lnTo>
                  <a:pt x="8983" y="45015"/>
                </a:lnTo>
                <a:lnTo>
                  <a:pt x="8984" y="45015"/>
                </a:lnTo>
                <a:lnTo>
                  <a:pt x="8984" y="45015"/>
                </a:lnTo>
                <a:lnTo>
                  <a:pt x="8984" y="45015"/>
                </a:lnTo>
                <a:lnTo>
                  <a:pt x="8984" y="45015"/>
                </a:lnTo>
                <a:lnTo>
                  <a:pt x="8984" y="45015"/>
                </a:lnTo>
                <a:lnTo>
                  <a:pt x="8984" y="45015"/>
                </a:lnTo>
                <a:lnTo>
                  <a:pt x="8984" y="45015"/>
                </a:lnTo>
                <a:lnTo>
                  <a:pt x="8985" y="45015"/>
                </a:lnTo>
                <a:lnTo>
                  <a:pt x="8985" y="45015"/>
                </a:lnTo>
                <a:lnTo>
                  <a:pt x="8985" y="45015"/>
                </a:lnTo>
                <a:lnTo>
                  <a:pt x="8985" y="45015"/>
                </a:lnTo>
                <a:lnTo>
                  <a:pt x="8985" y="45015"/>
                </a:lnTo>
                <a:lnTo>
                  <a:pt x="8985" y="45015"/>
                </a:lnTo>
                <a:lnTo>
                  <a:pt x="8986" y="45015"/>
                </a:lnTo>
                <a:lnTo>
                  <a:pt x="8986" y="45015"/>
                </a:lnTo>
                <a:lnTo>
                  <a:pt x="8986" y="45015"/>
                </a:lnTo>
                <a:lnTo>
                  <a:pt x="8986" y="45015"/>
                </a:lnTo>
                <a:lnTo>
                  <a:pt x="8986" y="45015"/>
                </a:lnTo>
                <a:lnTo>
                  <a:pt x="8986" y="45015"/>
                </a:lnTo>
                <a:lnTo>
                  <a:pt x="8986" y="45015"/>
                </a:lnTo>
                <a:lnTo>
                  <a:pt x="8987" y="45015"/>
                </a:lnTo>
                <a:lnTo>
                  <a:pt x="8987" y="45015"/>
                </a:lnTo>
                <a:lnTo>
                  <a:pt x="8987" y="45015"/>
                </a:lnTo>
                <a:lnTo>
                  <a:pt x="8987" y="45015"/>
                </a:lnTo>
                <a:lnTo>
                  <a:pt x="8987" y="45015"/>
                </a:lnTo>
                <a:lnTo>
                  <a:pt x="8987" y="45015"/>
                </a:lnTo>
                <a:lnTo>
                  <a:pt x="8987" y="45015"/>
                </a:lnTo>
                <a:lnTo>
                  <a:pt x="8988" y="45015"/>
                </a:lnTo>
                <a:lnTo>
                  <a:pt x="8988" y="45015"/>
                </a:lnTo>
                <a:lnTo>
                  <a:pt x="8988" y="45015"/>
                </a:lnTo>
                <a:lnTo>
                  <a:pt x="8988" y="45015"/>
                </a:lnTo>
                <a:lnTo>
                  <a:pt x="8988" y="45015"/>
                </a:lnTo>
                <a:lnTo>
                  <a:pt x="8988" y="45015"/>
                </a:lnTo>
                <a:lnTo>
                  <a:pt x="8989" y="45015"/>
                </a:lnTo>
                <a:lnTo>
                  <a:pt x="8989" y="45015"/>
                </a:lnTo>
                <a:lnTo>
                  <a:pt x="8989" y="45015"/>
                </a:lnTo>
                <a:lnTo>
                  <a:pt x="8989" y="45015"/>
                </a:lnTo>
                <a:lnTo>
                  <a:pt x="8989" y="45015"/>
                </a:lnTo>
                <a:lnTo>
                  <a:pt x="8989" y="45015"/>
                </a:lnTo>
                <a:lnTo>
                  <a:pt x="8989" y="45015"/>
                </a:lnTo>
                <a:lnTo>
                  <a:pt x="8990" y="45015"/>
                </a:lnTo>
                <a:lnTo>
                  <a:pt x="8990" y="45015"/>
                </a:lnTo>
                <a:lnTo>
                  <a:pt x="8990" y="45015"/>
                </a:lnTo>
                <a:lnTo>
                  <a:pt x="8990" y="45015"/>
                </a:lnTo>
                <a:lnTo>
                  <a:pt x="8990" y="45015"/>
                </a:lnTo>
                <a:lnTo>
                  <a:pt x="8990" y="45015"/>
                </a:lnTo>
                <a:lnTo>
                  <a:pt x="8990" y="45015"/>
                </a:lnTo>
                <a:lnTo>
                  <a:pt x="8991" y="45015"/>
                </a:lnTo>
                <a:lnTo>
                  <a:pt x="8991" y="45015"/>
                </a:lnTo>
                <a:lnTo>
                  <a:pt x="8991" y="45015"/>
                </a:lnTo>
                <a:lnTo>
                  <a:pt x="8991" y="45015"/>
                </a:lnTo>
                <a:lnTo>
                  <a:pt x="8991" y="45015"/>
                </a:lnTo>
                <a:lnTo>
                  <a:pt x="8991" y="45015"/>
                </a:lnTo>
                <a:lnTo>
                  <a:pt x="8992" y="45015"/>
                </a:lnTo>
                <a:lnTo>
                  <a:pt x="8992" y="45015"/>
                </a:lnTo>
                <a:lnTo>
                  <a:pt x="8992" y="45015"/>
                </a:lnTo>
                <a:lnTo>
                  <a:pt x="8992" y="45015"/>
                </a:lnTo>
                <a:lnTo>
                  <a:pt x="8992" y="45015"/>
                </a:lnTo>
                <a:lnTo>
                  <a:pt x="8992" y="45015"/>
                </a:lnTo>
                <a:lnTo>
                  <a:pt x="8992" y="45015"/>
                </a:lnTo>
                <a:lnTo>
                  <a:pt x="8993" y="45015"/>
                </a:lnTo>
                <a:lnTo>
                  <a:pt x="8993" y="45015"/>
                </a:lnTo>
                <a:lnTo>
                  <a:pt x="8993" y="45015"/>
                </a:lnTo>
                <a:lnTo>
                  <a:pt x="8993" y="45015"/>
                </a:lnTo>
                <a:lnTo>
                  <a:pt x="8993" y="45015"/>
                </a:lnTo>
                <a:lnTo>
                  <a:pt x="8993" y="45015"/>
                </a:lnTo>
                <a:lnTo>
                  <a:pt x="8993" y="45015"/>
                </a:lnTo>
                <a:lnTo>
                  <a:pt x="8994" y="45015"/>
                </a:lnTo>
                <a:lnTo>
                  <a:pt x="8994" y="45015"/>
                </a:lnTo>
                <a:lnTo>
                  <a:pt x="8994" y="45015"/>
                </a:lnTo>
                <a:lnTo>
                  <a:pt x="8994" y="45015"/>
                </a:lnTo>
                <a:lnTo>
                  <a:pt x="8994" y="45015"/>
                </a:lnTo>
                <a:lnTo>
                  <a:pt x="8994" y="45015"/>
                </a:lnTo>
                <a:lnTo>
                  <a:pt x="8995" y="45015"/>
                </a:lnTo>
                <a:lnTo>
                  <a:pt x="8995" y="45015"/>
                </a:lnTo>
                <a:lnTo>
                  <a:pt x="8995" y="45015"/>
                </a:lnTo>
                <a:lnTo>
                  <a:pt x="8995" y="45015"/>
                </a:lnTo>
                <a:lnTo>
                  <a:pt x="8995" y="45015"/>
                </a:lnTo>
                <a:lnTo>
                  <a:pt x="8995" y="45015"/>
                </a:lnTo>
                <a:lnTo>
                  <a:pt x="8995" y="45015"/>
                </a:lnTo>
                <a:lnTo>
                  <a:pt x="8996" y="45015"/>
                </a:lnTo>
                <a:lnTo>
                  <a:pt x="8996" y="45015"/>
                </a:lnTo>
                <a:lnTo>
                  <a:pt x="8996" y="45015"/>
                </a:lnTo>
                <a:lnTo>
                  <a:pt x="8996" y="45015"/>
                </a:lnTo>
                <a:lnTo>
                  <a:pt x="8996" y="45015"/>
                </a:lnTo>
                <a:lnTo>
                  <a:pt x="8996" y="45015"/>
                </a:lnTo>
                <a:lnTo>
                  <a:pt x="8996" y="45015"/>
                </a:lnTo>
                <a:lnTo>
                  <a:pt x="8997" y="45015"/>
                </a:lnTo>
                <a:lnTo>
                  <a:pt x="8997" y="45015"/>
                </a:lnTo>
                <a:lnTo>
                  <a:pt x="8997" y="45015"/>
                </a:lnTo>
                <a:lnTo>
                  <a:pt x="8997" y="45015"/>
                </a:lnTo>
                <a:lnTo>
                  <a:pt x="8997" y="45015"/>
                </a:lnTo>
                <a:lnTo>
                  <a:pt x="8997" y="45015"/>
                </a:lnTo>
                <a:lnTo>
                  <a:pt x="8998" y="45015"/>
                </a:lnTo>
                <a:lnTo>
                  <a:pt x="8998" y="45015"/>
                </a:lnTo>
                <a:lnTo>
                  <a:pt x="8998" y="45015"/>
                </a:lnTo>
                <a:lnTo>
                  <a:pt x="8998" y="45015"/>
                </a:lnTo>
                <a:lnTo>
                  <a:pt x="8998" y="45015"/>
                </a:lnTo>
                <a:lnTo>
                  <a:pt x="8998" y="45015"/>
                </a:lnTo>
                <a:lnTo>
                  <a:pt x="8998" y="45015"/>
                </a:lnTo>
                <a:lnTo>
                  <a:pt x="8999" y="45015"/>
                </a:lnTo>
                <a:lnTo>
                  <a:pt x="8999" y="45015"/>
                </a:lnTo>
                <a:lnTo>
                  <a:pt x="8999" y="45015"/>
                </a:lnTo>
                <a:lnTo>
                  <a:pt x="8999" y="45015"/>
                </a:lnTo>
                <a:lnTo>
                  <a:pt x="8999" y="45015"/>
                </a:lnTo>
                <a:lnTo>
                  <a:pt x="8999" y="45015"/>
                </a:lnTo>
                <a:lnTo>
                  <a:pt x="8999" y="45015"/>
                </a:lnTo>
                <a:lnTo>
                  <a:pt x="9000" y="45015"/>
                </a:lnTo>
                <a:lnTo>
                  <a:pt x="9000" y="45015"/>
                </a:lnTo>
                <a:lnTo>
                  <a:pt x="9000" y="45015"/>
                </a:lnTo>
                <a:lnTo>
                  <a:pt x="9000" y="45015"/>
                </a:lnTo>
                <a:lnTo>
                  <a:pt x="9000" y="45015"/>
                </a:lnTo>
                <a:lnTo>
                  <a:pt x="9000" y="45015"/>
                </a:lnTo>
                <a:lnTo>
                  <a:pt x="9000" y="45015"/>
                </a:lnTo>
                <a:lnTo>
                  <a:pt x="9001" y="45015"/>
                </a:lnTo>
                <a:lnTo>
                  <a:pt x="9001" y="45015"/>
                </a:lnTo>
                <a:lnTo>
                  <a:pt x="9001" y="45015"/>
                </a:lnTo>
                <a:lnTo>
                  <a:pt x="9001" y="45015"/>
                </a:lnTo>
                <a:lnTo>
                  <a:pt x="9001" y="45015"/>
                </a:lnTo>
                <a:lnTo>
                  <a:pt x="9001" y="45015"/>
                </a:lnTo>
                <a:lnTo>
                  <a:pt x="9002" y="45015"/>
                </a:lnTo>
                <a:lnTo>
                  <a:pt x="9002" y="45015"/>
                </a:lnTo>
                <a:lnTo>
                  <a:pt x="9002" y="45015"/>
                </a:lnTo>
                <a:lnTo>
                  <a:pt x="9002" y="45015"/>
                </a:lnTo>
                <a:lnTo>
                  <a:pt x="9002" y="45015"/>
                </a:lnTo>
                <a:lnTo>
                  <a:pt x="9002" y="45015"/>
                </a:lnTo>
                <a:lnTo>
                  <a:pt x="9002" y="45015"/>
                </a:lnTo>
                <a:lnTo>
                  <a:pt x="9003" y="45015"/>
                </a:lnTo>
                <a:lnTo>
                  <a:pt x="9003" y="45015"/>
                </a:lnTo>
                <a:lnTo>
                  <a:pt x="9003" y="45015"/>
                </a:lnTo>
                <a:lnTo>
                  <a:pt x="9003" y="45015"/>
                </a:lnTo>
                <a:lnTo>
                  <a:pt x="9003" y="45015"/>
                </a:lnTo>
                <a:lnTo>
                  <a:pt x="9003" y="45015"/>
                </a:lnTo>
                <a:lnTo>
                  <a:pt x="9003" y="45015"/>
                </a:lnTo>
                <a:lnTo>
                  <a:pt x="9004" y="45015"/>
                </a:lnTo>
                <a:lnTo>
                  <a:pt x="9004" y="45015"/>
                </a:lnTo>
                <a:lnTo>
                  <a:pt x="9004" y="45015"/>
                </a:lnTo>
                <a:lnTo>
                  <a:pt x="9004" y="45015"/>
                </a:lnTo>
                <a:lnTo>
                  <a:pt x="9004" y="45015"/>
                </a:lnTo>
                <a:lnTo>
                  <a:pt x="9004" y="45015"/>
                </a:lnTo>
                <a:lnTo>
                  <a:pt x="9005" y="45015"/>
                </a:lnTo>
                <a:lnTo>
                  <a:pt x="9005" y="45015"/>
                </a:lnTo>
                <a:lnTo>
                  <a:pt x="9005" y="45015"/>
                </a:lnTo>
                <a:lnTo>
                  <a:pt x="9005" y="45015"/>
                </a:lnTo>
                <a:lnTo>
                  <a:pt x="9005" y="45015"/>
                </a:lnTo>
                <a:lnTo>
                  <a:pt x="9005" y="45015"/>
                </a:lnTo>
                <a:lnTo>
                  <a:pt x="9005" y="45015"/>
                </a:lnTo>
                <a:lnTo>
                  <a:pt x="9006" y="45015"/>
                </a:lnTo>
                <a:lnTo>
                  <a:pt x="9006" y="45015"/>
                </a:lnTo>
                <a:lnTo>
                  <a:pt x="9006" y="45015"/>
                </a:lnTo>
                <a:lnTo>
                  <a:pt x="9006" y="45015"/>
                </a:lnTo>
                <a:lnTo>
                  <a:pt x="9006" y="45015"/>
                </a:lnTo>
                <a:lnTo>
                  <a:pt x="9006" y="45015"/>
                </a:lnTo>
                <a:lnTo>
                  <a:pt x="9006" y="45015"/>
                </a:lnTo>
                <a:lnTo>
                  <a:pt x="9007" y="45015"/>
                </a:lnTo>
                <a:lnTo>
                  <a:pt x="9007" y="45015"/>
                </a:lnTo>
                <a:lnTo>
                  <a:pt x="9007" y="45015"/>
                </a:lnTo>
                <a:lnTo>
                  <a:pt x="9007" y="45015"/>
                </a:lnTo>
                <a:lnTo>
                  <a:pt x="9007" y="45015"/>
                </a:lnTo>
                <a:lnTo>
                  <a:pt x="9007" y="45015"/>
                </a:lnTo>
                <a:lnTo>
                  <a:pt x="9007" y="45015"/>
                </a:lnTo>
                <a:lnTo>
                  <a:pt x="9008" y="45015"/>
                </a:lnTo>
                <a:lnTo>
                  <a:pt x="9008" y="45015"/>
                </a:lnTo>
                <a:lnTo>
                  <a:pt x="9008" y="45015"/>
                </a:lnTo>
                <a:lnTo>
                  <a:pt x="9008" y="45015"/>
                </a:lnTo>
                <a:lnTo>
                  <a:pt x="9008" y="45015"/>
                </a:lnTo>
                <a:lnTo>
                  <a:pt x="9008" y="45015"/>
                </a:lnTo>
                <a:lnTo>
                  <a:pt x="9009" y="45015"/>
                </a:lnTo>
                <a:lnTo>
                  <a:pt x="9009" y="45015"/>
                </a:lnTo>
                <a:lnTo>
                  <a:pt x="9009" y="45015"/>
                </a:lnTo>
                <a:lnTo>
                  <a:pt x="9009" y="45015"/>
                </a:lnTo>
                <a:lnTo>
                  <a:pt x="9009" y="45015"/>
                </a:lnTo>
                <a:lnTo>
                  <a:pt x="9009" y="45015"/>
                </a:lnTo>
                <a:lnTo>
                  <a:pt x="9009" y="45015"/>
                </a:lnTo>
                <a:lnTo>
                  <a:pt x="9010" y="45015"/>
                </a:lnTo>
                <a:lnTo>
                  <a:pt x="9010" y="45015"/>
                </a:lnTo>
                <a:lnTo>
                  <a:pt x="9010" y="45015"/>
                </a:lnTo>
                <a:lnTo>
                  <a:pt x="9010" y="45015"/>
                </a:lnTo>
                <a:lnTo>
                  <a:pt x="9010" y="45015"/>
                </a:lnTo>
                <a:lnTo>
                  <a:pt x="9010" y="45015"/>
                </a:lnTo>
                <a:lnTo>
                  <a:pt x="9010" y="45015"/>
                </a:lnTo>
                <a:lnTo>
                  <a:pt x="9011" y="45015"/>
                </a:lnTo>
                <a:lnTo>
                  <a:pt x="9011" y="45015"/>
                </a:lnTo>
                <a:lnTo>
                  <a:pt x="9011" y="45015"/>
                </a:lnTo>
                <a:lnTo>
                  <a:pt x="9011" y="45015"/>
                </a:lnTo>
                <a:lnTo>
                  <a:pt x="9011" y="45015"/>
                </a:lnTo>
                <a:lnTo>
                  <a:pt x="9011" y="45015"/>
                </a:lnTo>
                <a:lnTo>
                  <a:pt x="9012" y="45015"/>
                </a:lnTo>
                <a:lnTo>
                  <a:pt x="9012" y="45015"/>
                </a:lnTo>
                <a:lnTo>
                  <a:pt x="9012" y="45015"/>
                </a:lnTo>
                <a:lnTo>
                  <a:pt x="9012" y="45015"/>
                </a:lnTo>
                <a:lnTo>
                  <a:pt x="9012" y="45015"/>
                </a:lnTo>
                <a:lnTo>
                  <a:pt x="9012" y="45015"/>
                </a:lnTo>
                <a:lnTo>
                  <a:pt x="9012" y="45015"/>
                </a:lnTo>
                <a:lnTo>
                  <a:pt x="9013" y="45015"/>
                </a:lnTo>
                <a:lnTo>
                  <a:pt x="9013" y="45015"/>
                </a:lnTo>
                <a:lnTo>
                  <a:pt x="9013" y="45015"/>
                </a:lnTo>
                <a:lnTo>
                  <a:pt x="9013" y="45015"/>
                </a:lnTo>
                <a:lnTo>
                  <a:pt x="9013" y="45015"/>
                </a:lnTo>
                <a:lnTo>
                  <a:pt x="9013" y="45015"/>
                </a:lnTo>
                <a:lnTo>
                  <a:pt x="9013" y="45015"/>
                </a:lnTo>
                <a:lnTo>
                  <a:pt x="9014" y="45015"/>
                </a:lnTo>
                <a:lnTo>
                  <a:pt x="9014" y="45015"/>
                </a:lnTo>
                <a:lnTo>
                  <a:pt x="9014" y="45015"/>
                </a:lnTo>
                <a:lnTo>
                  <a:pt x="9014" y="45015"/>
                </a:lnTo>
                <a:lnTo>
                  <a:pt x="9014" y="45015"/>
                </a:lnTo>
                <a:lnTo>
                  <a:pt x="9014" y="45015"/>
                </a:lnTo>
                <a:lnTo>
                  <a:pt x="9014" y="45015"/>
                </a:lnTo>
                <a:lnTo>
                  <a:pt x="9015" y="45015"/>
                </a:lnTo>
                <a:lnTo>
                  <a:pt x="9015" y="45015"/>
                </a:lnTo>
                <a:lnTo>
                  <a:pt x="9015" y="45015"/>
                </a:lnTo>
                <a:lnTo>
                  <a:pt x="9015" y="45015"/>
                </a:lnTo>
                <a:lnTo>
                  <a:pt x="9015" y="45015"/>
                </a:lnTo>
                <a:lnTo>
                  <a:pt x="9015" y="45015"/>
                </a:lnTo>
                <a:lnTo>
                  <a:pt x="9016" y="45015"/>
                </a:lnTo>
                <a:lnTo>
                  <a:pt x="9016" y="45015"/>
                </a:lnTo>
                <a:lnTo>
                  <a:pt x="9016" y="45015"/>
                </a:lnTo>
                <a:lnTo>
                  <a:pt x="9016" y="45015"/>
                </a:lnTo>
                <a:lnTo>
                  <a:pt x="9016" y="45015"/>
                </a:lnTo>
                <a:lnTo>
                  <a:pt x="9016" y="45015"/>
                </a:lnTo>
                <a:lnTo>
                  <a:pt x="9016" y="45015"/>
                </a:lnTo>
                <a:lnTo>
                  <a:pt x="9017" y="45015"/>
                </a:lnTo>
                <a:lnTo>
                  <a:pt x="9017" y="45015"/>
                </a:lnTo>
                <a:lnTo>
                  <a:pt x="9017" y="45015"/>
                </a:lnTo>
                <a:lnTo>
                  <a:pt x="9017" y="45015"/>
                </a:lnTo>
                <a:lnTo>
                  <a:pt x="9017" y="45015"/>
                </a:lnTo>
                <a:lnTo>
                  <a:pt x="9017" y="45015"/>
                </a:lnTo>
                <a:lnTo>
                  <a:pt x="9017" y="45015"/>
                </a:lnTo>
                <a:lnTo>
                  <a:pt x="9018" y="45015"/>
                </a:lnTo>
                <a:lnTo>
                  <a:pt x="9018" y="45015"/>
                </a:lnTo>
                <a:lnTo>
                  <a:pt x="9018" y="45015"/>
                </a:lnTo>
                <a:lnTo>
                  <a:pt x="9018" y="45015"/>
                </a:lnTo>
                <a:lnTo>
                  <a:pt x="9018" y="45015"/>
                </a:lnTo>
                <a:lnTo>
                  <a:pt x="9018" y="45015"/>
                </a:lnTo>
                <a:lnTo>
                  <a:pt x="9018" y="45015"/>
                </a:lnTo>
                <a:lnTo>
                  <a:pt x="9019" y="45015"/>
                </a:lnTo>
                <a:lnTo>
                  <a:pt x="9019" y="45015"/>
                </a:lnTo>
                <a:lnTo>
                  <a:pt x="9019" y="45015"/>
                </a:lnTo>
                <a:lnTo>
                  <a:pt x="9019" y="45015"/>
                </a:lnTo>
                <a:lnTo>
                  <a:pt x="9019" y="45015"/>
                </a:lnTo>
                <a:lnTo>
                  <a:pt x="9019" y="45015"/>
                </a:lnTo>
                <a:lnTo>
                  <a:pt x="9020" y="45015"/>
                </a:lnTo>
                <a:lnTo>
                  <a:pt x="9020" y="45015"/>
                </a:lnTo>
                <a:lnTo>
                  <a:pt x="9020" y="45015"/>
                </a:lnTo>
                <a:lnTo>
                  <a:pt x="9020" y="45015"/>
                </a:lnTo>
                <a:lnTo>
                  <a:pt x="9020" y="45015"/>
                </a:lnTo>
                <a:lnTo>
                  <a:pt x="9020" y="45015"/>
                </a:lnTo>
                <a:lnTo>
                  <a:pt x="9020" y="45015"/>
                </a:lnTo>
                <a:lnTo>
                  <a:pt x="9021" y="45015"/>
                </a:lnTo>
                <a:lnTo>
                  <a:pt x="9021" y="45015"/>
                </a:lnTo>
                <a:lnTo>
                  <a:pt x="9021" y="45015"/>
                </a:lnTo>
                <a:lnTo>
                  <a:pt x="9021" y="45015"/>
                </a:lnTo>
                <a:lnTo>
                  <a:pt x="9021" y="45015"/>
                </a:lnTo>
                <a:lnTo>
                  <a:pt x="9021" y="45015"/>
                </a:lnTo>
                <a:lnTo>
                  <a:pt x="9021" y="45015"/>
                </a:lnTo>
                <a:lnTo>
                  <a:pt x="9022" y="45015"/>
                </a:lnTo>
                <a:lnTo>
                  <a:pt x="9022" y="45015"/>
                </a:lnTo>
                <a:lnTo>
                  <a:pt x="9022" y="45015"/>
                </a:lnTo>
                <a:lnTo>
                  <a:pt x="9022" y="45015"/>
                </a:lnTo>
                <a:lnTo>
                  <a:pt x="9022" y="45015"/>
                </a:lnTo>
                <a:lnTo>
                  <a:pt x="9022" y="45015"/>
                </a:lnTo>
                <a:lnTo>
                  <a:pt x="9023" y="45015"/>
                </a:lnTo>
                <a:lnTo>
                  <a:pt x="9023" y="45015"/>
                </a:lnTo>
                <a:lnTo>
                  <a:pt x="9023" y="45015"/>
                </a:lnTo>
                <a:lnTo>
                  <a:pt x="9023" y="45015"/>
                </a:lnTo>
                <a:lnTo>
                  <a:pt x="9023" y="45015"/>
                </a:lnTo>
                <a:lnTo>
                  <a:pt x="9023" y="45015"/>
                </a:lnTo>
                <a:lnTo>
                  <a:pt x="9023" y="45015"/>
                </a:lnTo>
                <a:lnTo>
                  <a:pt x="9024" y="45015"/>
                </a:lnTo>
                <a:lnTo>
                  <a:pt x="9024" y="45015"/>
                </a:lnTo>
                <a:lnTo>
                  <a:pt x="9024" y="45015"/>
                </a:lnTo>
                <a:lnTo>
                  <a:pt x="9024" y="45015"/>
                </a:lnTo>
                <a:lnTo>
                  <a:pt x="9024" y="45015"/>
                </a:lnTo>
                <a:lnTo>
                  <a:pt x="9024" y="45015"/>
                </a:lnTo>
                <a:lnTo>
                  <a:pt x="9024" y="45015"/>
                </a:lnTo>
                <a:lnTo>
                  <a:pt x="9025" y="45015"/>
                </a:lnTo>
                <a:lnTo>
                  <a:pt x="9025" y="45015"/>
                </a:lnTo>
                <a:lnTo>
                  <a:pt x="9025" y="45015"/>
                </a:lnTo>
                <a:lnTo>
                  <a:pt x="9025" y="45015"/>
                </a:lnTo>
                <a:lnTo>
                  <a:pt x="9025" y="45015"/>
                </a:lnTo>
                <a:lnTo>
                  <a:pt x="9025" y="45015"/>
                </a:lnTo>
                <a:lnTo>
                  <a:pt x="9025" y="45015"/>
                </a:lnTo>
                <a:lnTo>
                  <a:pt x="9026" y="45015"/>
                </a:lnTo>
                <a:lnTo>
                  <a:pt x="9026" y="45015"/>
                </a:lnTo>
                <a:lnTo>
                  <a:pt x="9026" y="45015"/>
                </a:lnTo>
                <a:lnTo>
                  <a:pt x="9026" y="45015"/>
                </a:lnTo>
                <a:lnTo>
                  <a:pt x="9026" y="45015"/>
                </a:lnTo>
                <a:lnTo>
                  <a:pt x="9026" y="45015"/>
                </a:lnTo>
                <a:lnTo>
                  <a:pt x="9027" y="45015"/>
                </a:lnTo>
                <a:lnTo>
                  <a:pt x="9027" y="45015"/>
                </a:lnTo>
                <a:lnTo>
                  <a:pt x="9027" y="45015"/>
                </a:lnTo>
                <a:lnTo>
                  <a:pt x="9027" y="45015"/>
                </a:lnTo>
                <a:lnTo>
                  <a:pt x="9027" y="45015"/>
                </a:lnTo>
                <a:lnTo>
                  <a:pt x="9027" y="45015"/>
                </a:lnTo>
                <a:lnTo>
                  <a:pt x="9027" y="45015"/>
                </a:lnTo>
                <a:lnTo>
                  <a:pt x="9028" y="45015"/>
                </a:lnTo>
                <a:lnTo>
                  <a:pt x="9028" y="45015"/>
                </a:lnTo>
                <a:lnTo>
                  <a:pt x="9028" y="45015"/>
                </a:lnTo>
                <a:lnTo>
                  <a:pt x="9028" y="45015"/>
                </a:lnTo>
                <a:lnTo>
                  <a:pt x="9028" y="45015"/>
                </a:lnTo>
                <a:lnTo>
                  <a:pt x="9028" y="45015"/>
                </a:lnTo>
                <a:lnTo>
                  <a:pt x="9028" y="45015"/>
                </a:lnTo>
                <a:lnTo>
                  <a:pt x="9029" y="45015"/>
                </a:lnTo>
                <a:lnTo>
                  <a:pt x="9029" y="45015"/>
                </a:lnTo>
                <a:lnTo>
                  <a:pt x="9029" y="45015"/>
                </a:lnTo>
                <a:lnTo>
                  <a:pt x="9029" y="45015"/>
                </a:lnTo>
                <a:lnTo>
                  <a:pt x="9029" y="45015"/>
                </a:lnTo>
                <a:lnTo>
                  <a:pt x="9029" y="45015"/>
                </a:lnTo>
                <a:lnTo>
                  <a:pt x="9029" y="45015"/>
                </a:lnTo>
                <a:lnTo>
                  <a:pt x="9030" y="45015"/>
                </a:lnTo>
                <a:lnTo>
                  <a:pt x="9030" y="45015"/>
                </a:lnTo>
                <a:lnTo>
                  <a:pt x="9030" y="45015"/>
                </a:lnTo>
                <a:lnTo>
                  <a:pt x="9030" y="45015"/>
                </a:lnTo>
                <a:lnTo>
                  <a:pt x="9030" y="45015"/>
                </a:lnTo>
                <a:lnTo>
                  <a:pt x="9030" y="45015"/>
                </a:lnTo>
                <a:lnTo>
                  <a:pt x="9030" y="45015"/>
                </a:lnTo>
                <a:lnTo>
                  <a:pt x="9031" y="45015"/>
                </a:lnTo>
                <a:lnTo>
                  <a:pt x="9031" y="45015"/>
                </a:lnTo>
                <a:lnTo>
                  <a:pt x="9031" y="45015"/>
                </a:lnTo>
                <a:lnTo>
                  <a:pt x="9031" y="45015"/>
                </a:lnTo>
                <a:lnTo>
                  <a:pt x="9031" y="45015"/>
                </a:lnTo>
                <a:lnTo>
                  <a:pt x="9031" y="45015"/>
                </a:lnTo>
                <a:lnTo>
                  <a:pt x="9032" y="45015"/>
                </a:lnTo>
                <a:lnTo>
                  <a:pt x="9032" y="45015"/>
                </a:lnTo>
                <a:lnTo>
                  <a:pt x="9032" y="45015"/>
                </a:lnTo>
                <a:lnTo>
                  <a:pt x="9032" y="45015"/>
                </a:lnTo>
                <a:lnTo>
                  <a:pt x="9032" y="45015"/>
                </a:lnTo>
                <a:lnTo>
                  <a:pt x="9032" y="45015"/>
                </a:lnTo>
                <a:lnTo>
                  <a:pt x="9032" y="45015"/>
                </a:lnTo>
                <a:lnTo>
                  <a:pt x="9033" y="45015"/>
                </a:lnTo>
                <a:lnTo>
                  <a:pt x="9033" y="45015"/>
                </a:lnTo>
                <a:lnTo>
                  <a:pt x="9033" y="45015"/>
                </a:lnTo>
                <a:lnTo>
                  <a:pt x="9033" y="45015"/>
                </a:lnTo>
                <a:lnTo>
                  <a:pt x="9033" y="45015"/>
                </a:lnTo>
                <a:lnTo>
                  <a:pt x="9033" y="45015"/>
                </a:lnTo>
                <a:lnTo>
                  <a:pt x="9033" y="45015"/>
                </a:lnTo>
                <a:lnTo>
                  <a:pt x="9034" y="45015"/>
                </a:lnTo>
                <a:lnTo>
                  <a:pt x="9034" y="45015"/>
                </a:lnTo>
                <a:lnTo>
                  <a:pt x="9034" y="45015"/>
                </a:lnTo>
                <a:lnTo>
                  <a:pt x="9034" y="45015"/>
                </a:lnTo>
                <a:lnTo>
                  <a:pt x="9034" y="45015"/>
                </a:lnTo>
                <a:lnTo>
                  <a:pt x="9034" y="45015"/>
                </a:lnTo>
                <a:lnTo>
                  <a:pt x="9034" y="45015"/>
                </a:lnTo>
                <a:lnTo>
                  <a:pt x="9035" y="45015"/>
                </a:lnTo>
                <a:lnTo>
                  <a:pt x="9035" y="45015"/>
                </a:lnTo>
                <a:lnTo>
                  <a:pt x="9035" y="45015"/>
                </a:lnTo>
                <a:lnTo>
                  <a:pt x="9035" y="45015"/>
                </a:lnTo>
                <a:lnTo>
                  <a:pt x="9035" y="45015"/>
                </a:lnTo>
                <a:lnTo>
                  <a:pt x="9035" y="45015"/>
                </a:lnTo>
                <a:lnTo>
                  <a:pt x="9036" y="45015"/>
                </a:lnTo>
                <a:lnTo>
                  <a:pt x="9036" y="45015"/>
                </a:lnTo>
                <a:lnTo>
                  <a:pt x="9036" y="45015"/>
                </a:lnTo>
                <a:lnTo>
                  <a:pt x="9036" y="45015"/>
                </a:lnTo>
                <a:lnTo>
                  <a:pt x="9036" y="45015"/>
                </a:lnTo>
                <a:lnTo>
                  <a:pt x="9036" y="45015"/>
                </a:lnTo>
                <a:lnTo>
                  <a:pt x="9036" y="45015"/>
                </a:lnTo>
                <a:lnTo>
                  <a:pt x="9037" y="45015"/>
                </a:lnTo>
                <a:lnTo>
                  <a:pt x="9037" y="45015"/>
                </a:lnTo>
                <a:lnTo>
                  <a:pt x="9037" y="45015"/>
                </a:lnTo>
                <a:lnTo>
                  <a:pt x="9037" y="45015"/>
                </a:lnTo>
                <a:lnTo>
                  <a:pt x="9037" y="45015"/>
                </a:lnTo>
                <a:lnTo>
                  <a:pt x="9037" y="45015"/>
                </a:lnTo>
                <a:lnTo>
                  <a:pt x="9037" y="45015"/>
                </a:lnTo>
                <a:lnTo>
                  <a:pt x="9038" y="45015"/>
                </a:lnTo>
                <a:lnTo>
                  <a:pt x="9038" y="45015"/>
                </a:lnTo>
                <a:lnTo>
                  <a:pt x="9038" y="45015"/>
                </a:lnTo>
                <a:lnTo>
                  <a:pt x="9038" y="45015"/>
                </a:lnTo>
                <a:lnTo>
                  <a:pt x="9038" y="45015"/>
                </a:lnTo>
                <a:lnTo>
                  <a:pt x="9038" y="45015"/>
                </a:lnTo>
                <a:lnTo>
                  <a:pt x="9038" y="45015"/>
                </a:lnTo>
                <a:lnTo>
                  <a:pt x="9039" y="45015"/>
                </a:lnTo>
                <a:lnTo>
                  <a:pt x="9039" y="45015"/>
                </a:lnTo>
                <a:lnTo>
                  <a:pt x="9039" y="45015"/>
                </a:lnTo>
                <a:lnTo>
                  <a:pt x="9039" y="45015"/>
                </a:lnTo>
                <a:lnTo>
                  <a:pt x="9039" y="45015"/>
                </a:lnTo>
                <a:lnTo>
                  <a:pt x="9039" y="45015"/>
                </a:lnTo>
                <a:lnTo>
                  <a:pt x="9040" y="45015"/>
                </a:lnTo>
                <a:lnTo>
                  <a:pt x="9040" y="45015"/>
                </a:lnTo>
                <a:lnTo>
                  <a:pt x="9040" y="45015"/>
                </a:lnTo>
                <a:lnTo>
                  <a:pt x="9040" y="45015"/>
                </a:lnTo>
                <a:lnTo>
                  <a:pt x="9040" y="45015"/>
                </a:lnTo>
                <a:lnTo>
                  <a:pt x="9040" y="45015"/>
                </a:lnTo>
                <a:lnTo>
                  <a:pt x="9040" y="45015"/>
                </a:lnTo>
                <a:lnTo>
                  <a:pt x="9041" y="45015"/>
                </a:lnTo>
                <a:lnTo>
                  <a:pt x="9041" y="45015"/>
                </a:lnTo>
                <a:lnTo>
                  <a:pt x="9041" y="45015"/>
                </a:lnTo>
                <a:lnTo>
                  <a:pt x="9041" y="45015"/>
                </a:lnTo>
                <a:lnTo>
                  <a:pt x="9041" y="45015"/>
                </a:lnTo>
                <a:lnTo>
                  <a:pt x="9041" y="45015"/>
                </a:lnTo>
                <a:lnTo>
                  <a:pt x="9041" y="45015"/>
                </a:lnTo>
                <a:lnTo>
                  <a:pt x="9042" y="45015"/>
                </a:lnTo>
                <a:lnTo>
                  <a:pt x="9042" y="45015"/>
                </a:lnTo>
                <a:lnTo>
                  <a:pt x="9042" y="45015"/>
                </a:lnTo>
                <a:lnTo>
                  <a:pt x="9042" y="45015"/>
                </a:lnTo>
                <a:lnTo>
                  <a:pt x="9042" y="45015"/>
                </a:lnTo>
                <a:lnTo>
                  <a:pt x="9042" y="45015"/>
                </a:lnTo>
                <a:lnTo>
                  <a:pt x="9042" y="45015"/>
                </a:lnTo>
                <a:lnTo>
                  <a:pt x="9043" y="45015"/>
                </a:lnTo>
                <a:lnTo>
                  <a:pt x="9043" y="45015"/>
                </a:lnTo>
                <a:lnTo>
                  <a:pt x="9043" y="45015"/>
                </a:lnTo>
                <a:lnTo>
                  <a:pt x="9043" y="45015"/>
                </a:lnTo>
                <a:lnTo>
                  <a:pt x="9043" y="45015"/>
                </a:lnTo>
                <a:lnTo>
                  <a:pt x="9043" y="45015"/>
                </a:lnTo>
                <a:lnTo>
                  <a:pt x="9043" y="45015"/>
                </a:lnTo>
                <a:lnTo>
                  <a:pt x="9044" y="45015"/>
                </a:lnTo>
                <a:lnTo>
                  <a:pt x="9044" y="45015"/>
                </a:lnTo>
                <a:lnTo>
                  <a:pt x="9044" y="45015"/>
                </a:lnTo>
                <a:lnTo>
                  <a:pt x="9044" y="45015"/>
                </a:lnTo>
                <a:lnTo>
                  <a:pt x="9044" y="45015"/>
                </a:lnTo>
                <a:lnTo>
                  <a:pt x="9044" y="45015"/>
                </a:lnTo>
                <a:lnTo>
                  <a:pt x="9045" y="45015"/>
                </a:lnTo>
                <a:lnTo>
                  <a:pt x="9045" y="45015"/>
                </a:lnTo>
                <a:lnTo>
                  <a:pt x="9045" y="45015"/>
                </a:lnTo>
                <a:lnTo>
                  <a:pt x="9045" y="45015"/>
                </a:lnTo>
                <a:lnTo>
                  <a:pt x="9045" y="45015"/>
                </a:lnTo>
                <a:lnTo>
                  <a:pt x="9045" y="45015"/>
                </a:lnTo>
                <a:lnTo>
                  <a:pt x="9045" y="45015"/>
                </a:lnTo>
                <a:lnTo>
                  <a:pt x="9046" y="45015"/>
                </a:lnTo>
                <a:lnTo>
                  <a:pt x="9046" y="45015"/>
                </a:lnTo>
                <a:lnTo>
                  <a:pt x="9046" y="45015"/>
                </a:lnTo>
                <a:lnTo>
                  <a:pt x="9046" y="45015"/>
                </a:lnTo>
                <a:lnTo>
                  <a:pt x="9046" y="45015"/>
                </a:lnTo>
                <a:lnTo>
                  <a:pt x="9046" y="45015"/>
                </a:lnTo>
                <a:lnTo>
                  <a:pt x="9046" y="45015"/>
                </a:lnTo>
                <a:lnTo>
                  <a:pt x="9047" y="45015"/>
                </a:lnTo>
                <a:lnTo>
                  <a:pt x="9047" y="45015"/>
                </a:lnTo>
                <a:lnTo>
                  <a:pt x="9047" y="45015"/>
                </a:lnTo>
                <a:lnTo>
                  <a:pt x="9047" y="45015"/>
                </a:lnTo>
                <a:lnTo>
                  <a:pt x="9047" y="45015"/>
                </a:lnTo>
                <a:lnTo>
                  <a:pt x="9047" y="45015"/>
                </a:lnTo>
                <a:lnTo>
                  <a:pt x="9047" y="45015"/>
                </a:lnTo>
                <a:lnTo>
                  <a:pt x="9048" y="45015"/>
                </a:lnTo>
                <a:lnTo>
                  <a:pt x="9048" y="45015"/>
                </a:lnTo>
                <a:lnTo>
                  <a:pt x="9048" y="45015"/>
                </a:lnTo>
                <a:lnTo>
                  <a:pt x="9048" y="45015"/>
                </a:lnTo>
                <a:lnTo>
                  <a:pt x="9048" y="45015"/>
                </a:lnTo>
                <a:lnTo>
                  <a:pt x="9048" y="45015"/>
                </a:lnTo>
                <a:lnTo>
                  <a:pt x="9049" y="45015"/>
                </a:lnTo>
                <a:lnTo>
                  <a:pt x="9049" y="45015"/>
                </a:lnTo>
                <a:lnTo>
                  <a:pt x="9049" y="45015"/>
                </a:lnTo>
                <a:lnTo>
                  <a:pt x="9049" y="45015"/>
                </a:lnTo>
                <a:lnTo>
                  <a:pt x="9049" y="45015"/>
                </a:lnTo>
                <a:lnTo>
                  <a:pt x="9049" y="45015"/>
                </a:lnTo>
                <a:lnTo>
                  <a:pt x="9049" y="45015"/>
                </a:lnTo>
                <a:lnTo>
                  <a:pt x="9050" y="45015"/>
                </a:lnTo>
                <a:lnTo>
                  <a:pt x="9050" y="45015"/>
                </a:lnTo>
                <a:lnTo>
                  <a:pt x="9050" y="45015"/>
                </a:lnTo>
                <a:lnTo>
                  <a:pt x="9050" y="45015"/>
                </a:lnTo>
                <a:lnTo>
                  <a:pt x="9050" y="45015"/>
                </a:lnTo>
                <a:lnTo>
                  <a:pt x="9050" y="45015"/>
                </a:lnTo>
                <a:lnTo>
                  <a:pt x="9050" y="45015"/>
                </a:lnTo>
                <a:lnTo>
                  <a:pt x="9051" y="45015"/>
                </a:lnTo>
                <a:lnTo>
                  <a:pt x="9051" y="45015"/>
                </a:lnTo>
                <a:lnTo>
                  <a:pt x="9051" y="45015"/>
                </a:lnTo>
                <a:lnTo>
                  <a:pt x="9051" y="45015"/>
                </a:lnTo>
                <a:lnTo>
                  <a:pt x="9051" y="45015"/>
                </a:lnTo>
                <a:lnTo>
                  <a:pt x="9051" y="45015"/>
                </a:lnTo>
                <a:lnTo>
                  <a:pt x="9051" y="45015"/>
                </a:lnTo>
                <a:lnTo>
                  <a:pt x="9052" y="45015"/>
                </a:lnTo>
                <a:lnTo>
                  <a:pt x="9052" y="45015"/>
                </a:lnTo>
                <a:lnTo>
                  <a:pt x="9052" y="45015"/>
                </a:lnTo>
                <a:lnTo>
                  <a:pt x="9052" y="45015"/>
                </a:lnTo>
                <a:lnTo>
                  <a:pt x="9052" y="45015"/>
                </a:lnTo>
                <a:lnTo>
                  <a:pt x="9052" y="45015"/>
                </a:lnTo>
                <a:lnTo>
                  <a:pt x="9052" y="45015"/>
                </a:lnTo>
                <a:lnTo>
                  <a:pt x="9053" y="45015"/>
                </a:lnTo>
                <a:lnTo>
                  <a:pt x="9053" y="45015"/>
                </a:lnTo>
                <a:lnTo>
                  <a:pt x="9053" y="45015"/>
                </a:lnTo>
                <a:lnTo>
                  <a:pt x="9053" y="45015"/>
                </a:lnTo>
                <a:lnTo>
                  <a:pt x="9053" y="45015"/>
                </a:lnTo>
                <a:lnTo>
                  <a:pt x="9053" y="45015"/>
                </a:lnTo>
                <a:lnTo>
                  <a:pt x="9054" y="45015"/>
                </a:lnTo>
                <a:lnTo>
                  <a:pt x="9054" y="45015"/>
                </a:lnTo>
                <a:lnTo>
                  <a:pt x="9054" y="45015"/>
                </a:lnTo>
                <a:lnTo>
                  <a:pt x="9054" y="45015"/>
                </a:lnTo>
                <a:lnTo>
                  <a:pt x="9054" y="45015"/>
                </a:lnTo>
                <a:lnTo>
                  <a:pt x="9054" y="45015"/>
                </a:lnTo>
                <a:lnTo>
                  <a:pt x="9054" y="45015"/>
                </a:lnTo>
                <a:lnTo>
                  <a:pt x="9055" y="45015"/>
                </a:lnTo>
                <a:lnTo>
                  <a:pt x="9055" y="45015"/>
                </a:lnTo>
                <a:lnTo>
                  <a:pt x="9055" y="45015"/>
                </a:lnTo>
                <a:lnTo>
                  <a:pt x="9055" y="45015"/>
                </a:lnTo>
                <a:lnTo>
                  <a:pt x="9055" y="45015"/>
                </a:lnTo>
                <a:lnTo>
                  <a:pt x="9055" y="45015"/>
                </a:lnTo>
                <a:lnTo>
                  <a:pt x="9055" y="45015"/>
                </a:lnTo>
                <a:lnTo>
                  <a:pt x="9056" y="45015"/>
                </a:lnTo>
                <a:lnTo>
                  <a:pt x="9056" y="45015"/>
                </a:lnTo>
                <a:lnTo>
                  <a:pt x="9056" y="45015"/>
                </a:lnTo>
                <a:lnTo>
                  <a:pt x="9056" y="45015"/>
                </a:lnTo>
                <a:lnTo>
                  <a:pt x="9056" y="45015"/>
                </a:lnTo>
                <a:lnTo>
                  <a:pt x="9056" y="45015"/>
                </a:lnTo>
                <a:lnTo>
                  <a:pt x="9056" y="45015"/>
                </a:lnTo>
                <a:lnTo>
                  <a:pt x="9057" y="45015"/>
                </a:lnTo>
                <a:lnTo>
                  <a:pt x="9057" y="45015"/>
                </a:lnTo>
                <a:lnTo>
                  <a:pt x="9057" y="45015"/>
                </a:lnTo>
                <a:lnTo>
                  <a:pt x="9057" y="45015"/>
                </a:lnTo>
                <a:lnTo>
                  <a:pt x="9057" y="45015"/>
                </a:lnTo>
                <a:lnTo>
                  <a:pt x="9057" y="45015"/>
                </a:lnTo>
                <a:lnTo>
                  <a:pt x="9057" y="45015"/>
                </a:lnTo>
                <a:lnTo>
                  <a:pt x="9058" y="45015"/>
                </a:lnTo>
                <a:lnTo>
                  <a:pt x="9058" y="45015"/>
                </a:lnTo>
                <a:lnTo>
                  <a:pt x="9058" y="45015"/>
                </a:lnTo>
                <a:lnTo>
                  <a:pt x="9058" y="45015"/>
                </a:lnTo>
                <a:lnTo>
                  <a:pt x="9058" y="45015"/>
                </a:lnTo>
                <a:lnTo>
                  <a:pt x="9058" y="45015"/>
                </a:lnTo>
                <a:lnTo>
                  <a:pt x="9058" y="45015"/>
                </a:lnTo>
                <a:lnTo>
                  <a:pt x="9059" y="45015"/>
                </a:lnTo>
                <a:lnTo>
                  <a:pt x="9059" y="45015"/>
                </a:lnTo>
                <a:lnTo>
                  <a:pt x="9059" y="45015"/>
                </a:lnTo>
                <a:lnTo>
                  <a:pt x="9059" y="45015"/>
                </a:lnTo>
                <a:lnTo>
                  <a:pt x="9059" y="45015"/>
                </a:lnTo>
                <a:lnTo>
                  <a:pt x="9059" y="45015"/>
                </a:lnTo>
                <a:lnTo>
                  <a:pt x="9060" y="45015"/>
                </a:lnTo>
                <a:lnTo>
                  <a:pt x="9060" y="45015"/>
                </a:lnTo>
                <a:lnTo>
                  <a:pt x="9060" y="45015"/>
                </a:lnTo>
                <a:lnTo>
                  <a:pt x="9060" y="45015"/>
                </a:lnTo>
                <a:lnTo>
                  <a:pt x="9060" y="45015"/>
                </a:lnTo>
                <a:lnTo>
                  <a:pt x="9060" y="45015"/>
                </a:lnTo>
                <a:lnTo>
                  <a:pt x="9060" y="45015"/>
                </a:lnTo>
                <a:lnTo>
                  <a:pt x="9061" y="45015"/>
                </a:lnTo>
                <a:lnTo>
                  <a:pt x="9061" y="45015"/>
                </a:lnTo>
                <a:lnTo>
                  <a:pt x="9061" y="45015"/>
                </a:lnTo>
                <a:lnTo>
                  <a:pt x="9061" y="45015"/>
                </a:lnTo>
                <a:lnTo>
                  <a:pt x="9061" y="45015"/>
                </a:lnTo>
                <a:lnTo>
                  <a:pt x="9061" y="45015"/>
                </a:lnTo>
                <a:lnTo>
                  <a:pt x="9061" y="45015"/>
                </a:lnTo>
                <a:lnTo>
                  <a:pt x="9062" y="45015"/>
                </a:lnTo>
                <a:lnTo>
                  <a:pt x="9062" y="45015"/>
                </a:lnTo>
                <a:lnTo>
                  <a:pt x="9062" y="45015"/>
                </a:lnTo>
                <a:lnTo>
                  <a:pt x="9062" y="45015"/>
                </a:lnTo>
                <a:lnTo>
                  <a:pt x="9062" y="45015"/>
                </a:lnTo>
                <a:lnTo>
                  <a:pt x="9062" y="45015"/>
                </a:lnTo>
                <a:lnTo>
                  <a:pt x="9062" y="45015"/>
                </a:lnTo>
                <a:lnTo>
                  <a:pt x="9063" y="45015"/>
                </a:lnTo>
                <a:lnTo>
                  <a:pt x="9063" y="45015"/>
                </a:lnTo>
                <a:lnTo>
                  <a:pt x="9063" y="45015"/>
                </a:lnTo>
                <a:lnTo>
                  <a:pt x="9063" y="45015"/>
                </a:lnTo>
                <a:lnTo>
                  <a:pt x="9063" y="45015"/>
                </a:lnTo>
                <a:lnTo>
                  <a:pt x="9063" y="45015"/>
                </a:lnTo>
                <a:lnTo>
                  <a:pt x="9063" y="45015"/>
                </a:lnTo>
                <a:lnTo>
                  <a:pt x="9064" y="45015"/>
                </a:lnTo>
                <a:lnTo>
                  <a:pt x="9064" y="45015"/>
                </a:lnTo>
                <a:lnTo>
                  <a:pt x="9064" y="45015"/>
                </a:lnTo>
                <a:lnTo>
                  <a:pt x="9064" y="45015"/>
                </a:lnTo>
                <a:lnTo>
                  <a:pt x="9064" y="45015"/>
                </a:lnTo>
                <a:lnTo>
                  <a:pt x="9064" y="45015"/>
                </a:lnTo>
                <a:lnTo>
                  <a:pt x="9065" y="45015"/>
                </a:lnTo>
                <a:lnTo>
                  <a:pt x="9065" y="45015"/>
                </a:lnTo>
                <a:lnTo>
                  <a:pt x="9065" y="45015"/>
                </a:lnTo>
                <a:lnTo>
                  <a:pt x="9065" y="45015"/>
                </a:lnTo>
                <a:lnTo>
                  <a:pt x="9065" y="45015"/>
                </a:lnTo>
                <a:lnTo>
                  <a:pt x="9065" y="45015"/>
                </a:lnTo>
                <a:lnTo>
                  <a:pt x="9065" y="45015"/>
                </a:lnTo>
                <a:lnTo>
                  <a:pt x="9066" y="45015"/>
                </a:lnTo>
                <a:lnTo>
                  <a:pt x="9066" y="45015"/>
                </a:lnTo>
                <a:lnTo>
                  <a:pt x="9066" y="45015"/>
                </a:lnTo>
                <a:lnTo>
                  <a:pt x="9066" y="45015"/>
                </a:lnTo>
                <a:lnTo>
                  <a:pt x="9066" y="45015"/>
                </a:lnTo>
                <a:lnTo>
                  <a:pt x="9066" y="45015"/>
                </a:lnTo>
                <a:lnTo>
                  <a:pt x="9066" y="45015"/>
                </a:lnTo>
                <a:lnTo>
                  <a:pt x="9067" y="45015"/>
                </a:lnTo>
                <a:lnTo>
                  <a:pt x="9067" y="45015"/>
                </a:lnTo>
                <a:lnTo>
                  <a:pt x="9067" y="45015"/>
                </a:lnTo>
                <a:lnTo>
                  <a:pt x="9067" y="45015"/>
                </a:lnTo>
                <a:lnTo>
                  <a:pt x="9067" y="45015"/>
                </a:lnTo>
                <a:lnTo>
                  <a:pt x="9067" y="45015"/>
                </a:lnTo>
                <a:lnTo>
                  <a:pt x="9067" y="45015"/>
                </a:lnTo>
                <a:lnTo>
                  <a:pt x="9068" y="45015"/>
                </a:lnTo>
                <a:lnTo>
                  <a:pt x="9068" y="45015"/>
                </a:lnTo>
                <a:lnTo>
                  <a:pt x="9068" y="45015"/>
                </a:lnTo>
                <a:lnTo>
                  <a:pt x="9068" y="45015"/>
                </a:lnTo>
                <a:lnTo>
                  <a:pt x="9068" y="45015"/>
                </a:lnTo>
                <a:lnTo>
                  <a:pt x="9068" y="45015"/>
                </a:lnTo>
                <a:lnTo>
                  <a:pt x="9068" y="45015"/>
                </a:lnTo>
                <a:lnTo>
                  <a:pt x="9069" y="45015"/>
                </a:lnTo>
                <a:lnTo>
                  <a:pt x="9069" y="45015"/>
                </a:lnTo>
                <a:lnTo>
                  <a:pt x="9069" y="45015"/>
                </a:lnTo>
                <a:lnTo>
                  <a:pt x="9069" y="45015"/>
                </a:lnTo>
                <a:lnTo>
                  <a:pt x="9069" y="45015"/>
                </a:lnTo>
                <a:lnTo>
                  <a:pt x="9069" y="45015"/>
                </a:lnTo>
                <a:lnTo>
                  <a:pt x="9069" y="45015"/>
                </a:lnTo>
                <a:lnTo>
                  <a:pt x="9070" y="45015"/>
                </a:lnTo>
                <a:lnTo>
                  <a:pt x="9070" y="45015"/>
                </a:lnTo>
                <a:lnTo>
                  <a:pt x="9070" y="45015"/>
                </a:lnTo>
                <a:lnTo>
                  <a:pt x="9070" y="45015"/>
                </a:lnTo>
                <a:lnTo>
                  <a:pt x="9070" y="45015"/>
                </a:lnTo>
                <a:lnTo>
                  <a:pt x="9070" y="45015"/>
                </a:lnTo>
                <a:lnTo>
                  <a:pt x="9071" y="45015"/>
                </a:lnTo>
                <a:lnTo>
                  <a:pt x="9071" y="45015"/>
                </a:lnTo>
                <a:lnTo>
                  <a:pt x="9071" y="45015"/>
                </a:lnTo>
                <a:lnTo>
                  <a:pt x="9071" y="45015"/>
                </a:lnTo>
                <a:lnTo>
                  <a:pt x="9071" y="45015"/>
                </a:lnTo>
                <a:lnTo>
                  <a:pt x="9071" y="45015"/>
                </a:lnTo>
                <a:lnTo>
                  <a:pt x="9071" y="45015"/>
                </a:lnTo>
                <a:lnTo>
                  <a:pt x="9072" y="45015"/>
                </a:lnTo>
                <a:lnTo>
                  <a:pt x="9072" y="45015"/>
                </a:lnTo>
                <a:lnTo>
                  <a:pt x="9072" y="45015"/>
                </a:lnTo>
                <a:lnTo>
                  <a:pt x="9072" y="45015"/>
                </a:lnTo>
                <a:lnTo>
                  <a:pt x="9072" y="45015"/>
                </a:lnTo>
                <a:lnTo>
                  <a:pt x="9072" y="45015"/>
                </a:lnTo>
                <a:lnTo>
                  <a:pt x="9072" y="45015"/>
                </a:lnTo>
                <a:lnTo>
                  <a:pt x="9073" y="45015"/>
                </a:lnTo>
                <a:lnTo>
                  <a:pt x="9073" y="45015"/>
                </a:lnTo>
                <a:lnTo>
                  <a:pt x="9073" y="45015"/>
                </a:lnTo>
                <a:lnTo>
                  <a:pt x="9073" y="45015"/>
                </a:lnTo>
                <a:lnTo>
                  <a:pt x="9073" y="45015"/>
                </a:lnTo>
                <a:lnTo>
                  <a:pt x="9073" y="45015"/>
                </a:lnTo>
                <a:lnTo>
                  <a:pt x="9073" y="45015"/>
                </a:lnTo>
                <a:lnTo>
                  <a:pt x="9074" y="45015"/>
                </a:lnTo>
                <a:lnTo>
                  <a:pt x="9074" y="45015"/>
                </a:lnTo>
                <a:lnTo>
                  <a:pt x="9074" y="45015"/>
                </a:lnTo>
                <a:lnTo>
                  <a:pt x="9074" y="45015"/>
                </a:lnTo>
                <a:lnTo>
                  <a:pt x="9074" y="45015"/>
                </a:lnTo>
                <a:lnTo>
                  <a:pt x="9074" y="45015"/>
                </a:lnTo>
                <a:lnTo>
                  <a:pt x="9074" y="45015"/>
                </a:lnTo>
                <a:lnTo>
                  <a:pt x="9075" y="45015"/>
                </a:lnTo>
                <a:lnTo>
                  <a:pt x="9075" y="45015"/>
                </a:lnTo>
                <a:lnTo>
                  <a:pt x="9075" y="45015"/>
                </a:lnTo>
                <a:lnTo>
                  <a:pt x="9075" y="45015"/>
                </a:lnTo>
                <a:lnTo>
                  <a:pt x="9075" y="45015"/>
                </a:lnTo>
                <a:lnTo>
                  <a:pt x="9075" y="45015"/>
                </a:lnTo>
                <a:lnTo>
                  <a:pt x="9075" y="45015"/>
                </a:lnTo>
                <a:lnTo>
                  <a:pt x="9076" y="45015"/>
                </a:lnTo>
                <a:lnTo>
                  <a:pt x="9076" y="45015"/>
                </a:lnTo>
                <a:lnTo>
                  <a:pt x="9076" y="45015"/>
                </a:lnTo>
                <a:lnTo>
                  <a:pt x="9076" y="45015"/>
                </a:lnTo>
                <a:lnTo>
                  <a:pt x="9076" y="45015"/>
                </a:lnTo>
                <a:lnTo>
                  <a:pt x="9076" y="45015"/>
                </a:lnTo>
                <a:lnTo>
                  <a:pt x="9076" y="45015"/>
                </a:lnTo>
                <a:lnTo>
                  <a:pt x="9077" y="45015"/>
                </a:lnTo>
                <a:lnTo>
                  <a:pt x="9077" y="45015"/>
                </a:lnTo>
                <a:lnTo>
                  <a:pt x="9077" y="45015"/>
                </a:lnTo>
                <a:lnTo>
                  <a:pt x="9077" y="45015"/>
                </a:lnTo>
                <a:lnTo>
                  <a:pt x="9077" y="45015"/>
                </a:lnTo>
                <a:lnTo>
                  <a:pt x="9077" y="45015"/>
                </a:lnTo>
                <a:lnTo>
                  <a:pt x="9078" y="45015"/>
                </a:lnTo>
                <a:lnTo>
                  <a:pt x="9078" y="45015"/>
                </a:lnTo>
                <a:lnTo>
                  <a:pt x="9078" y="45015"/>
                </a:lnTo>
                <a:lnTo>
                  <a:pt x="9078" y="45015"/>
                </a:lnTo>
                <a:lnTo>
                  <a:pt x="9078" y="45015"/>
                </a:lnTo>
                <a:lnTo>
                  <a:pt x="9078" y="45015"/>
                </a:lnTo>
                <a:lnTo>
                  <a:pt x="9078" y="45015"/>
                </a:lnTo>
                <a:lnTo>
                  <a:pt x="9079" y="45015"/>
                </a:lnTo>
                <a:lnTo>
                  <a:pt x="9079" y="45015"/>
                </a:lnTo>
                <a:lnTo>
                  <a:pt x="9079" y="45015"/>
                </a:lnTo>
                <a:lnTo>
                  <a:pt x="9079" y="45015"/>
                </a:lnTo>
                <a:lnTo>
                  <a:pt x="9079" y="45015"/>
                </a:lnTo>
                <a:lnTo>
                  <a:pt x="9079" y="45015"/>
                </a:lnTo>
                <a:lnTo>
                  <a:pt x="9079" y="45015"/>
                </a:lnTo>
                <a:lnTo>
                  <a:pt x="9080" y="45015"/>
                </a:lnTo>
                <a:lnTo>
                  <a:pt x="9080" y="45015"/>
                </a:lnTo>
                <a:lnTo>
                  <a:pt x="9080" y="45015"/>
                </a:lnTo>
                <a:lnTo>
                  <a:pt x="9080" y="45015"/>
                </a:lnTo>
                <a:lnTo>
                  <a:pt x="9080" y="45015"/>
                </a:lnTo>
                <a:lnTo>
                  <a:pt x="9080" y="45015"/>
                </a:lnTo>
                <a:lnTo>
                  <a:pt x="9080" y="45015"/>
                </a:lnTo>
                <a:lnTo>
                  <a:pt x="9081" y="45015"/>
                </a:lnTo>
                <a:lnTo>
                  <a:pt x="9081" y="45015"/>
                </a:lnTo>
                <a:lnTo>
                  <a:pt x="9081" y="45015"/>
                </a:lnTo>
                <a:lnTo>
                  <a:pt x="9081" y="45015"/>
                </a:lnTo>
                <a:lnTo>
                  <a:pt x="9081" y="45015"/>
                </a:lnTo>
                <a:lnTo>
                  <a:pt x="9081" y="45015"/>
                </a:lnTo>
                <a:lnTo>
                  <a:pt x="9081" y="45015"/>
                </a:lnTo>
                <a:lnTo>
                  <a:pt x="9082" y="45015"/>
                </a:lnTo>
                <a:lnTo>
                  <a:pt x="9082" y="45015"/>
                </a:lnTo>
                <a:lnTo>
                  <a:pt x="9082" y="45015"/>
                </a:lnTo>
                <a:lnTo>
                  <a:pt x="9082" y="45015"/>
                </a:lnTo>
                <a:lnTo>
                  <a:pt x="9082" y="45015"/>
                </a:lnTo>
                <a:lnTo>
                  <a:pt x="9082" y="45015"/>
                </a:lnTo>
                <a:lnTo>
                  <a:pt x="9082" y="45015"/>
                </a:lnTo>
                <a:lnTo>
                  <a:pt x="9083" y="45015"/>
                </a:lnTo>
                <a:lnTo>
                  <a:pt x="9083" y="45015"/>
                </a:lnTo>
                <a:lnTo>
                  <a:pt x="9083" y="45015"/>
                </a:lnTo>
                <a:lnTo>
                  <a:pt x="9083" y="45015"/>
                </a:lnTo>
                <a:lnTo>
                  <a:pt x="9083" y="45015"/>
                </a:lnTo>
                <a:lnTo>
                  <a:pt x="9083" y="45015"/>
                </a:lnTo>
                <a:lnTo>
                  <a:pt x="9083" y="45015"/>
                </a:lnTo>
                <a:lnTo>
                  <a:pt x="9084" y="45015"/>
                </a:lnTo>
                <a:lnTo>
                  <a:pt x="9084" y="45015"/>
                </a:lnTo>
                <a:lnTo>
                  <a:pt x="9084" y="45015"/>
                </a:lnTo>
                <a:lnTo>
                  <a:pt x="9084" y="45015"/>
                </a:lnTo>
                <a:lnTo>
                  <a:pt x="9084" y="45015"/>
                </a:lnTo>
                <a:lnTo>
                  <a:pt x="9084" y="45015"/>
                </a:lnTo>
                <a:lnTo>
                  <a:pt x="9085" y="45015"/>
                </a:lnTo>
                <a:lnTo>
                  <a:pt x="9085" y="45015"/>
                </a:lnTo>
                <a:lnTo>
                  <a:pt x="9085" y="45015"/>
                </a:lnTo>
                <a:lnTo>
                  <a:pt x="9085" y="45015"/>
                </a:lnTo>
                <a:lnTo>
                  <a:pt x="9085" y="45015"/>
                </a:lnTo>
                <a:lnTo>
                  <a:pt x="9085" y="45015"/>
                </a:lnTo>
                <a:lnTo>
                  <a:pt x="9085" y="45015"/>
                </a:lnTo>
                <a:lnTo>
                  <a:pt x="9086" y="45015"/>
                </a:lnTo>
                <a:lnTo>
                  <a:pt x="9086" y="45015"/>
                </a:lnTo>
                <a:lnTo>
                  <a:pt x="9086" y="45015"/>
                </a:lnTo>
                <a:lnTo>
                  <a:pt x="9086" y="45015"/>
                </a:lnTo>
                <a:lnTo>
                  <a:pt x="9086" y="45015"/>
                </a:lnTo>
                <a:lnTo>
                  <a:pt x="9086" y="45015"/>
                </a:lnTo>
                <a:lnTo>
                  <a:pt x="9086" y="45015"/>
                </a:lnTo>
                <a:lnTo>
                  <a:pt x="9087" y="45015"/>
                </a:lnTo>
                <a:lnTo>
                  <a:pt x="9087" y="45015"/>
                </a:lnTo>
                <a:lnTo>
                  <a:pt x="9087" y="45015"/>
                </a:lnTo>
                <a:lnTo>
                  <a:pt x="9087" y="45015"/>
                </a:lnTo>
                <a:lnTo>
                  <a:pt x="9087" y="45015"/>
                </a:lnTo>
                <a:lnTo>
                  <a:pt x="9087" y="45015"/>
                </a:lnTo>
                <a:lnTo>
                  <a:pt x="9087" y="45015"/>
                </a:lnTo>
                <a:lnTo>
                  <a:pt x="9088" y="45015"/>
                </a:lnTo>
                <a:lnTo>
                  <a:pt x="9088" y="45015"/>
                </a:lnTo>
                <a:lnTo>
                  <a:pt x="9088" y="45015"/>
                </a:lnTo>
                <a:lnTo>
                  <a:pt x="9088" y="45015"/>
                </a:lnTo>
                <a:lnTo>
                  <a:pt x="9088" y="45015"/>
                </a:lnTo>
                <a:lnTo>
                  <a:pt x="9088" y="45015"/>
                </a:lnTo>
                <a:lnTo>
                  <a:pt x="9088" y="45015"/>
                </a:lnTo>
                <a:lnTo>
                  <a:pt x="9089" y="45015"/>
                </a:lnTo>
                <a:lnTo>
                  <a:pt x="9089" y="45015"/>
                </a:lnTo>
                <a:lnTo>
                  <a:pt x="9089" y="45015"/>
                </a:lnTo>
                <a:lnTo>
                  <a:pt x="9089" y="45015"/>
                </a:lnTo>
                <a:lnTo>
                  <a:pt x="9089" y="45015"/>
                </a:lnTo>
                <a:lnTo>
                  <a:pt x="9089" y="45015"/>
                </a:lnTo>
                <a:lnTo>
                  <a:pt x="9089" y="45015"/>
                </a:lnTo>
                <a:lnTo>
                  <a:pt x="9090" y="45015"/>
                </a:lnTo>
                <a:lnTo>
                  <a:pt x="9090" y="45015"/>
                </a:lnTo>
                <a:lnTo>
                  <a:pt x="9090" y="45015"/>
                </a:lnTo>
                <a:lnTo>
                  <a:pt x="9090" y="45015"/>
                </a:lnTo>
                <a:lnTo>
                  <a:pt x="9090" y="45015"/>
                </a:lnTo>
                <a:lnTo>
                  <a:pt x="9090" y="45015"/>
                </a:lnTo>
                <a:lnTo>
                  <a:pt x="9090" y="45015"/>
                </a:lnTo>
                <a:lnTo>
                  <a:pt x="9091" y="45015"/>
                </a:lnTo>
                <a:lnTo>
                  <a:pt x="9091" y="45015"/>
                </a:lnTo>
                <a:lnTo>
                  <a:pt x="9091" y="45015"/>
                </a:lnTo>
                <a:lnTo>
                  <a:pt x="9091" y="45015"/>
                </a:lnTo>
                <a:lnTo>
                  <a:pt x="9091" y="45015"/>
                </a:lnTo>
                <a:lnTo>
                  <a:pt x="9091" y="45015"/>
                </a:lnTo>
                <a:lnTo>
                  <a:pt x="9091" y="45015"/>
                </a:lnTo>
                <a:lnTo>
                  <a:pt x="9092" y="45015"/>
                </a:lnTo>
                <a:lnTo>
                  <a:pt x="9092" y="45015"/>
                </a:lnTo>
                <a:lnTo>
                  <a:pt x="9092" y="45015"/>
                </a:lnTo>
                <a:lnTo>
                  <a:pt x="9092" y="45015"/>
                </a:lnTo>
                <a:lnTo>
                  <a:pt x="9092" y="45015"/>
                </a:lnTo>
                <a:lnTo>
                  <a:pt x="9092" y="45015"/>
                </a:lnTo>
                <a:lnTo>
                  <a:pt x="9093" y="45015"/>
                </a:lnTo>
                <a:lnTo>
                  <a:pt x="9093" y="45015"/>
                </a:lnTo>
                <a:lnTo>
                  <a:pt x="9093" y="45015"/>
                </a:lnTo>
                <a:lnTo>
                  <a:pt x="9093" y="45015"/>
                </a:lnTo>
                <a:lnTo>
                  <a:pt x="9093" y="45015"/>
                </a:lnTo>
                <a:lnTo>
                  <a:pt x="9093" y="45015"/>
                </a:lnTo>
                <a:lnTo>
                  <a:pt x="9093" y="45015"/>
                </a:lnTo>
                <a:lnTo>
                  <a:pt x="9094" y="45015"/>
                </a:lnTo>
                <a:lnTo>
                  <a:pt x="9094" y="45015"/>
                </a:lnTo>
                <a:lnTo>
                  <a:pt x="9094" y="45015"/>
                </a:lnTo>
                <a:lnTo>
                  <a:pt x="9094" y="45015"/>
                </a:lnTo>
                <a:lnTo>
                  <a:pt x="9094" y="45015"/>
                </a:lnTo>
                <a:lnTo>
                  <a:pt x="9094" y="45015"/>
                </a:lnTo>
                <a:lnTo>
                  <a:pt x="9094" y="45015"/>
                </a:lnTo>
                <a:lnTo>
                  <a:pt x="9095" y="45015"/>
                </a:lnTo>
                <a:lnTo>
                  <a:pt x="9095" y="45015"/>
                </a:lnTo>
                <a:lnTo>
                  <a:pt x="9095" y="45015"/>
                </a:lnTo>
                <a:lnTo>
                  <a:pt x="9095" y="45015"/>
                </a:lnTo>
                <a:lnTo>
                  <a:pt x="9095" y="45015"/>
                </a:lnTo>
                <a:lnTo>
                  <a:pt x="9095" y="45015"/>
                </a:lnTo>
                <a:lnTo>
                  <a:pt x="9095" y="45015"/>
                </a:lnTo>
                <a:lnTo>
                  <a:pt x="9096" y="45015"/>
                </a:lnTo>
                <a:lnTo>
                  <a:pt x="9096" y="45015"/>
                </a:lnTo>
                <a:lnTo>
                  <a:pt x="9096" y="45015"/>
                </a:lnTo>
                <a:lnTo>
                  <a:pt x="9096" y="45015"/>
                </a:lnTo>
                <a:lnTo>
                  <a:pt x="9096" y="45015"/>
                </a:lnTo>
                <a:lnTo>
                  <a:pt x="9096" y="45015"/>
                </a:lnTo>
                <a:lnTo>
                  <a:pt x="9096" y="45015"/>
                </a:lnTo>
                <a:lnTo>
                  <a:pt x="9097" y="45015"/>
                </a:lnTo>
                <a:lnTo>
                  <a:pt x="9097" y="45015"/>
                </a:lnTo>
                <a:lnTo>
                  <a:pt x="9097" y="45015"/>
                </a:lnTo>
                <a:lnTo>
                  <a:pt x="9097" y="45015"/>
                </a:lnTo>
                <a:lnTo>
                  <a:pt x="9097" y="45015"/>
                </a:lnTo>
                <a:lnTo>
                  <a:pt x="9097" y="45015"/>
                </a:lnTo>
                <a:lnTo>
                  <a:pt x="9097" y="45015"/>
                </a:lnTo>
                <a:lnTo>
                  <a:pt x="9098" y="45015"/>
                </a:lnTo>
                <a:lnTo>
                  <a:pt x="9098" y="45015"/>
                </a:lnTo>
                <a:lnTo>
                  <a:pt x="9098" y="45015"/>
                </a:lnTo>
                <a:lnTo>
                  <a:pt x="9098" y="45015"/>
                </a:lnTo>
                <a:lnTo>
                  <a:pt x="9098" y="45015"/>
                </a:lnTo>
                <a:lnTo>
                  <a:pt x="9098" y="45015"/>
                </a:lnTo>
                <a:lnTo>
                  <a:pt x="9098" y="45015"/>
                </a:lnTo>
                <a:lnTo>
                  <a:pt x="9099" y="45015"/>
                </a:lnTo>
                <a:lnTo>
                  <a:pt x="9099" y="45015"/>
                </a:lnTo>
                <a:lnTo>
                  <a:pt x="9099" y="45015"/>
                </a:lnTo>
                <a:lnTo>
                  <a:pt x="9099" y="45015"/>
                </a:lnTo>
                <a:lnTo>
                  <a:pt x="9099" y="45015"/>
                </a:lnTo>
                <a:lnTo>
                  <a:pt x="9099" y="45015"/>
                </a:lnTo>
                <a:lnTo>
                  <a:pt x="9099" y="45015"/>
                </a:lnTo>
                <a:lnTo>
                  <a:pt x="9100" y="45015"/>
                </a:lnTo>
                <a:lnTo>
                  <a:pt x="9100" y="45015"/>
                </a:lnTo>
                <a:lnTo>
                  <a:pt x="9100" y="45015"/>
                </a:lnTo>
                <a:lnTo>
                  <a:pt x="9100" y="45015"/>
                </a:lnTo>
                <a:lnTo>
                  <a:pt x="9100" y="45015"/>
                </a:lnTo>
                <a:lnTo>
                  <a:pt x="9100" y="45015"/>
                </a:lnTo>
                <a:lnTo>
                  <a:pt x="9101" y="45015"/>
                </a:lnTo>
                <a:lnTo>
                  <a:pt x="9101" y="45015"/>
                </a:lnTo>
                <a:lnTo>
                  <a:pt x="9101" y="45015"/>
                </a:lnTo>
                <a:lnTo>
                  <a:pt x="9101" y="45015"/>
                </a:lnTo>
                <a:lnTo>
                  <a:pt x="9101" y="45015"/>
                </a:lnTo>
                <a:lnTo>
                  <a:pt x="9101" y="45015"/>
                </a:lnTo>
                <a:lnTo>
                  <a:pt x="9101" y="45015"/>
                </a:lnTo>
                <a:lnTo>
                  <a:pt x="9102" y="45015"/>
                </a:lnTo>
                <a:lnTo>
                  <a:pt x="9102" y="45015"/>
                </a:lnTo>
                <a:lnTo>
                  <a:pt x="9102" y="45015"/>
                </a:lnTo>
                <a:lnTo>
                  <a:pt x="9102" y="45015"/>
                </a:lnTo>
                <a:lnTo>
                  <a:pt x="9102" y="45015"/>
                </a:lnTo>
                <a:lnTo>
                  <a:pt x="9102" y="45015"/>
                </a:lnTo>
                <a:lnTo>
                  <a:pt x="9102" y="45015"/>
                </a:lnTo>
                <a:lnTo>
                  <a:pt x="9103" y="45015"/>
                </a:lnTo>
                <a:lnTo>
                  <a:pt x="9103" y="45015"/>
                </a:lnTo>
                <a:lnTo>
                  <a:pt x="9103" y="45015"/>
                </a:lnTo>
                <a:lnTo>
                  <a:pt x="9103" y="45015"/>
                </a:lnTo>
                <a:lnTo>
                  <a:pt x="9103" y="45015"/>
                </a:lnTo>
                <a:lnTo>
                  <a:pt x="9103" y="45015"/>
                </a:lnTo>
                <a:lnTo>
                  <a:pt x="9103" y="45015"/>
                </a:lnTo>
                <a:lnTo>
                  <a:pt x="9104" y="45015"/>
                </a:lnTo>
                <a:lnTo>
                  <a:pt x="9104" y="45015"/>
                </a:lnTo>
                <a:lnTo>
                  <a:pt x="9104" y="45015"/>
                </a:lnTo>
                <a:lnTo>
                  <a:pt x="9104" y="45015"/>
                </a:lnTo>
                <a:lnTo>
                  <a:pt x="9104" y="45015"/>
                </a:lnTo>
                <a:lnTo>
                  <a:pt x="9104" y="45015"/>
                </a:lnTo>
                <a:lnTo>
                  <a:pt x="9104" y="45015"/>
                </a:lnTo>
                <a:lnTo>
                  <a:pt x="9105" y="45015"/>
                </a:lnTo>
                <a:lnTo>
                  <a:pt x="9105" y="45015"/>
                </a:lnTo>
                <a:lnTo>
                  <a:pt x="9105" y="45015"/>
                </a:lnTo>
                <a:lnTo>
                  <a:pt x="9105" y="45015"/>
                </a:lnTo>
                <a:lnTo>
                  <a:pt x="9105" y="45015"/>
                </a:lnTo>
                <a:lnTo>
                  <a:pt x="9105" y="45015"/>
                </a:lnTo>
                <a:lnTo>
                  <a:pt x="9105" y="45015"/>
                </a:lnTo>
                <a:lnTo>
                  <a:pt x="9106" y="45015"/>
                </a:lnTo>
                <a:lnTo>
                  <a:pt x="9106" y="45015"/>
                </a:lnTo>
                <a:lnTo>
                  <a:pt x="9106" y="45015"/>
                </a:lnTo>
                <a:lnTo>
                  <a:pt x="9106" y="45015"/>
                </a:lnTo>
                <a:lnTo>
                  <a:pt x="9106" y="45015"/>
                </a:lnTo>
                <a:lnTo>
                  <a:pt x="9106" y="45015"/>
                </a:lnTo>
                <a:lnTo>
                  <a:pt x="9106" y="45015"/>
                </a:lnTo>
                <a:lnTo>
                  <a:pt x="9107" y="45015"/>
                </a:lnTo>
                <a:lnTo>
                  <a:pt x="9107" y="45015"/>
                </a:lnTo>
                <a:lnTo>
                  <a:pt x="9107" y="45015"/>
                </a:lnTo>
                <a:lnTo>
                  <a:pt x="9107" y="45015"/>
                </a:lnTo>
                <a:lnTo>
                  <a:pt x="9107" y="45015"/>
                </a:lnTo>
                <a:lnTo>
                  <a:pt x="9107" y="45015"/>
                </a:lnTo>
                <a:lnTo>
                  <a:pt x="9107" y="45015"/>
                </a:lnTo>
                <a:lnTo>
                  <a:pt x="9108" y="45015"/>
                </a:lnTo>
                <a:lnTo>
                  <a:pt x="9108" y="45015"/>
                </a:lnTo>
                <a:lnTo>
                  <a:pt x="9108" y="45015"/>
                </a:lnTo>
                <a:lnTo>
                  <a:pt x="9108" y="45015"/>
                </a:lnTo>
                <a:lnTo>
                  <a:pt x="9108" y="45015"/>
                </a:lnTo>
                <a:lnTo>
                  <a:pt x="9108" y="45015"/>
                </a:lnTo>
                <a:lnTo>
                  <a:pt x="9108" y="45015"/>
                </a:lnTo>
                <a:lnTo>
                  <a:pt x="9109" y="45015"/>
                </a:lnTo>
                <a:lnTo>
                  <a:pt x="9109" y="45015"/>
                </a:lnTo>
                <a:lnTo>
                  <a:pt x="9109" y="45015"/>
                </a:lnTo>
                <a:lnTo>
                  <a:pt x="9109" y="45015"/>
                </a:lnTo>
                <a:lnTo>
                  <a:pt x="9109" y="45015"/>
                </a:lnTo>
                <a:lnTo>
                  <a:pt x="9109" y="45015"/>
                </a:lnTo>
                <a:lnTo>
                  <a:pt x="9109" y="45015"/>
                </a:lnTo>
                <a:lnTo>
                  <a:pt x="9110" y="45015"/>
                </a:lnTo>
                <a:lnTo>
                  <a:pt x="9110" y="45015"/>
                </a:lnTo>
                <a:lnTo>
                  <a:pt x="9110" y="45015"/>
                </a:lnTo>
                <a:lnTo>
                  <a:pt x="9110" y="45015"/>
                </a:lnTo>
                <a:lnTo>
                  <a:pt x="9110" y="45015"/>
                </a:lnTo>
                <a:lnTo>
                  <a:pt x="9110" y="45015"/>
                </a:lnTo>
                <a:lnTo>
                  <a:pt x="9110" y="45015"/>
                </a:lnTo>
                <a:lnTo>
                  <a:pt x="9111" y="45015"/>
                </a:lnTo>
                <a:lnTo>
                  <a:pt x="9111" y="45015"/>
                </a:lnTo>
                <a:lnTo>
                  <a:pt x="9111" y="45015"/>
                </a:lnTo>
                <a:lnTo>
                  <a:pt x="9111" y="45015"/>
                </a:lnTo>
                <a:lnTo>
                  <a:pt x="9111" y="45015"/>
                </a:lnTo>
                <a:lnTo>
                  <a:pt x="9111" y="45015"/>
                </a:lnTo>
                <a:lnTo>
                  <a:pt x="9111" y="45015"/>
                </a:lnTo>
                <a:lnTo>
                  <a:pt x="9112" y="45015"/>
                </a:lnTo>
                <a:lnTo>
                  <a:pt x="9112" y="45015"/>
                </a:lnTo>
                <a:lnTo>
                  <a:pt x="9112" y="45015"/>
                </a:lnTo>
                <a:lnTo>
                  <a:pt x="9112" y="45015"/>
                </a:lnTo>
                <a:lnTo>
                  <a:pt x="9112" y="45015"/>
                </a:lnTo>
                <a:lnTo>
                  <a:pt x="9112" y="45015"/>
                </a:lnTo>
                <a:lnTo>
                  <a:pt x="9113" y="45015"/>
                </a:lnTo>
                <a:lnTo>
                  <a:pt x="9113" y="45015"/>
                </a:lnTo>
                <a:lnTo>
                  <a:pt x="9113" y="45015"/>
                </a:lnTo>
                <a:lnTo>
                  <a:pt x="9113" y="45015"/>
                </a:lnTo>
                <a:lnTo>
                  <a:pt x="9113" y="45015"/>
                </a:lnTo>
                <a:lnTo>
                  <a:pt x="9113" y="45015"/>
                </a:lnTo>
                <a:lnTo>
                  <a:pt x="9113" y="45015"/>
                </a:lnTo>
                <a:lnTo>
                  <a:pt x="9114" y="45015"/>
                </a:lnTo>
                <a:lnTo>
                  <a:pt x="9114" y="45015"/>
                </a:lnTo>
                <a:lnTo>
                  <a:pt x="9114" y="45015"/>
                </a:lnTo>
                <a:lnTo>
                  <a:pt x="9114" y="45015"/>
                </a:lnTo>
                <a:lnTo>
                  <a:pt x="9114" y="45015"/>
                </a:lnTo>
                <a:lnTo>
                  <a:pt x="9114" y="45015"/>
                </a:lnTo>
                <a:lnTo>
                  <a:pt x="9114" y="45015"/>
                </a:lnTo>
                <a:lnTo>
                  <a:pt x="9115" y="45015"/>
                </a:lnTo>
                <a:lnTo>
                  <a:pt x="9115" y="45015"/>
                </a:lnTo>
                <a:lnTo>
                  <a:pt x="9115" y="45015"/>
                </a:lnTo>
                <a:lnTo>
                  <a:pt x="9115" y="45015"/>
                </a:lnTo>
                <a:lnTo>
                  <a:pt x="9115" y="45015"/>
                </a:lnTo>
                <a:lnTo>
                  <a:pt x="9115" y="45015"/>
                </a:lnTo>
                <a:lnTo>
                  <a:pt x="9115" y="45015"/>
                </a:lnTo>
                <a:lnTo>
                  <a:pt x="9116" y="45015"/>
                </a:lnTo>
                <a:lnTo>
                  <a:pt x="9116" y="45015"/>
                </a:lnTo>
                <a:lnTo>
                  <a:pt x="9116" y="45015"/>
                </a:lnTo>
                <a:lnTo>
                  <a:pt x="9116" y="45015"/>
                </a:lnTo>
                <a:lnTo>
                  <a:pt x="9116" y="45015"/>
                </a:lnTo>
                <a:lnTo>
                  <a:pt x="9116" y="45015"/>
                </a:lnTo>
                <a:lnTo>
                  <a:pt x="9116" y="45015"/>
                </a:lnTo>
                <a:lnTo>
                  <a:pt x="9117" y="45015"/>
                </a:lnTo>
                <a:lnTo>
                  <a:pt x="9117" y="45015"/>
                </a:lnTo>
                <a:lnTo>
                  <a:pt x="9117" y="45015"/>
                </a:lnTo>
                <a:lnTo>
                  <a:pt x="9117" y="45015"/>
                </a:lnTo>
                <a:lnTo>
                  <a:pt x="9117" y="45015"/>
                </a:lnTo>
                <a:lnTo>
                  <a:pt x="9117" y="45015"/>
                </a:lnTo>
                <a:lnTo>
                  <a:pt x="9117" y="45015"/>
                </a:lnTo>
                <a:lnTo>
                  <a:pt x="9118" y="45015"/>
                </a:lnTo>
                <a:lnTo>
                  <a:pt x="9118" y="45015"/>
                </a:lnTo>
                <a:lnTo>
                  <a:pt x="9118" y="45015"/>
                </a:lnTo>
                <a:lnTo>
                  <a:pt x="9118" y="45015"/>
                </a:lnTo>
                <a:lnTo>
                  <a:pt x="9118" y="45015"/>
                </a:lnTo>
                <a:lnTo>
                  <a:pt x="9118" y="45015"/>
                </a:lnTo>
                <a:lnTo>
                  <a:pt x="9118" y="45015"/>
                </a:lnTo>
                <a:lnTo>
                  <a:pt x="9119" y="45015"/>
                </a:lnTo>
                <a:lnTo>
                  <a:pt x="9119" y="45015"/>
                </a:lnTo>
                <a:lnTo>
                  <a:pt x="9119" y="45015"/>
                </a:lnTo>
                <a:lnTo>
                  <a:pt x="9119" y="45015"/>
                </a:lnTo>
                <a:lnTo>
                  <a:pt x="9119" y="45015"/>
                </a:lnTo>
                <a:lnTo>
                  <a:pt x="9119" y="45015"/>
                </a:lnTo>
                <a:lnTo>
                  <a:pt x="9119" y="45015"/>
                </a:lnTo>
                <a:lnTo>
                  <a:pt x="9120" y="45015"/>
                </a:lnTo>
                <a:lnTo>
                  <a:pt x="9120" y="45015"/>
                </a:lnTo>
                <a:lnTo>
                  <a:pt x="9120" y="45015"/>
                </a:lnTo>
                <a:lnTo>
                  <a:pt x="9120" y="45015"/>
                </a:lnTo>
                <a:lnTo>
                  <a:pt x="9120" y="45015"/>
                </a:lnTo>
                <a:lnTo>
                  <a:pt x="9120" y="45015"/>
                </a:lnTo>
                <a:lnTo>
                  <a:pt x="9120" y="45015"/>
                </a:lnTo>
                <a:lnTo>
                  <a:pt x="9121" y="45015"/>
                </a:lnTo>
                <a:lnTo>
                  <a:pt x="9121" y="45015"/>
                </a:lnTo>
                <a:lnTo>
                  <a:pt x="9121" y="45015"/>
                </a:lnTo>
                <a:lnTo>
                  <a:pt x="9121" y="45015"/>
                </a:lnTo>
                <a:lnTo>
                  <a:pt x="9121" y="45015"/>
                </a:lnTo>
                <a:lnTo>
                  <a:pt x="9121" y="45015"/>
                </a:lnTo>
                <a:lnTo>
                  <a:pt x="9121" y="45015"/>
                </a:lnTo>
                <a:lnTo>
                  <a:pt x="9122" y="45015"/>
                </a:lnTo>
                <a:lnTo>
                  <a:pt x="9122" y="45015"/>
                </a:lnTo>
                <a:lnTo>
                  <a:pt x="9122" y="45015"/>
                </a:lnTo>
                <a:lnTo>
                  <a:pt x="9122" y="45015"/>
                </a:lnTo>
                <a:lnTo>
                  <a:pt x="9122" y="45015"/>
                </a:lnTo>
                <a:lnTo>
                  <a:pt x="9122" y="45015"/>
                </a:lnTo>
                <a:lnTo>
                  <a:pt x="9122" y="45015"/>
                </a:lnTo>
                <a:lnTo>
                  <a:pt x="9123" y="45015"/>
                </a:lnTo>
                <a:lnTo>
                  <a:pt x="9123" y="45015"/>
                </a:lnTo>
                <a:lnTo>
                  <a:pt x="9123" y="45015"/>
                </a:lnTo>
                <a:lnTo>
                  <a:pt x="9123" y="45015"/>
                </a:lnTo>
                <a:lnTo>
                  <a:pt x="9123" y="45015"/>
                </a:lnTo>
                <a:lnTo>
                  <a:pt x="9123" y="45015"/>
                </a:lnTo>
                <a:lnTo>
                  <a:pt x="9123" y="45015"/>
                </a:lnTo>
                <a:lnTo>
                  <a:pt x="9124" y="45015"/>
                </a:lnTo>
                <a:lnTo>
                  <a:pt x="9124" y="45015"/>
                </a:lnTo>
                <a:lnTo>
                  <a:pt x="9124" y="45015"/>
                </a:lnTo>
                <a:lnTo>
                  <a:pt x="9124" y="45015"/>
                </a:lnTo>
                <a:lnTo>
                  <a:pt x="9124" y="45015"/>
                </a:lnTo>
                <a:lnTo>
                  <a:pt x="9124" y="45015"/>
                </a:lnTo>
                <a:lnTo>
                  <a:pt x="9124" y="45015"/>
                </a:lnTo>
                <a:lnTo>
                  <a:pt x="9125" y="45015"/>
                </a:lnTo>
                <a:lnTo>
                  <a:pt x="9125" y="45015"/>
                </a:lnTo>
                <a:lnTo>
                  <a:pt x="9125" y="45015"/>
                </a:lnTo>
                <a:lnTo>
                  <a:pt x="9125" y="45015"/>
                </a:lnTo>
                <a:lnTo>
                  <a:pt x="9125" y="45015"/>
                </a:lnTo>
                <a:lnTo>
                  <a:pt x="9125" y="45015"/>
                </a:lnTo>
                <a:lnTo>
                  <a:pt x="9125" y="45015"/>
                </a:lnTo>
                <a:lnTo>
                  <a:pt x="9126" y="45015"/>
                </a:lnTo>
                <a:lnTo>
                  <a:pt x="9126" y="45015"/>
                </a:lnTo>
                <a:lnTo>
                  <a:pt x="9126" y="45015"/>
                </a:lnTo>
                <a:lnTo>
                  <a:pt x="9126" y="45015"/>
                </a:lnTo>
                <a:lnTo>
                  <a:pt x="9126" y="45015"/>
                </a:lnTo>
                <a:lnTo>
                  <a:pt x="9126" y="45015"/>
                </a:lnTo>
                <a:lnTo>
                  <a:pt x="9126" y="45015"/>
                </a:lnTo>
                <a:lnTo>
                  <a:pt x="9127" y="45015"/>
                </a:lnTo>
                <a:lnTo>
                  <a:pt x="9127" y="45015"/>
                </a:lnTo>
                <a:lnTo>
                  <a:pt x="9127" y="45015"/>
                </a:lnTo>
                <a:lnTo>
                  <a:pt x="9127" y="45015"/>
                </a:lnTo>
                <a:lnTo>
                  <a:pt x="9127" y="45015"/>
                </a:lnTo>
                <a:lnTo>
                  <a:pt x="9127" y="45015"/>
                </a:lnTo>
                <a:lnTo>
                  <a:pt x="9128" y="45015"/>
                </a:lnTo>
                <a:lnTo>
                  <a:pt x="9128" y="45015"/>
                </a:lnTo>
                <a:lnTo>
                  <a:pt x="9128" y="45015"/>
                </a:lnTo>
                <a:lnTo>
                  <a:pt x="9128" y="45015"/>
                </a:lnTo>
                <a:lnTo>
                  <a:pt x="9128" y="45015"/>
                </a:lnTo>
                <a:lnTo>
                  <a:pt x="9128" y="45015"/>
                </a:lnTo>
                <a:lnTo>
                  <a:pt x="9128" y="45015"/>
                </a:lnTo>
                <a:lnTo>
                  <a:pt x="9129" y="45015"/>
                </a:lnTo>
                <a:lnTo>
                  <a:pt x="9129" y="45015"/>
                </a:lnTo>
                <a:lnTo>
                  <a:pt x="9129" y="45015"/>
                </a:lnTo>
                <a:lnTo>
                  <a:pt x="9129" y="45015"/>
                </a:lnTo>
                <a:lnTo>
                  <a:pt x="9129" y="45015"/>
                </a:lnTo>
                <a:lnTo>
                  <a:pt x="9129" y="45015"/>
                </a:lnTo>
                <a:lnTo>
                  <a:pt x="9129" y="45015"/>
                </a:lnTo>
                <a:lnTo>
                  <a:pt x="9130" y="45015"/>
                </a:lnTo>
                <a:lnTo>
                  <a:pt x="9130" y="45015"/>
                </a:lnTo>
                <a:lnTo>
                  <a:pt x="9130" y="45015"/>
                </a:lnTo>
                <a:lnTo>
                  <a:pt x="9130" y="45015"/>
                </a:lnTo>
                <a:lnTo>
                  <a:pt x="9130" y="45015"/>
                </a:lnTo>
                <a:lnTo>
                  <a:pt x="9130" y="45015"/>
                </a:lnTo>
                <a:lnTo>
                  <a:pt x="9130" y="45015"/>
                </a:lnTo>
                <a:lnTo>
                  <a:pt x="9131" y="45015"/>
                </a:lnTo>
                <a:lnTo>
                  <a:pt x="9131" y="45015"/>
                </a:lnTo>
                <a:lnTo>
                  <a:pt x="9131" y="45015"/>
                </a:lnTo>
                <a:lnTo>
                  <a:pt x="9131" y="45015"/>
                </a:lnTo>
                <a:lnTo>
                  <a:pt x="9131" y="45015"/>
                </a:lnTo>
                <a:lnTo>
                  <a:pt x="9131" y="45015"/>
                </a:lnTo>
                <a:lnTo>
                  <a:pt x="9131" y="45015"/>
                </a:lnTo>
                <a:lnTo>
                  <a:pt x="9132" y="45015"/>
                </a:lnTo>
                <a:lnTo>
                  <a:pt x="9132" y="45015"/>
                </a:lnTo>
                <a:lnTo>
                  <a:pt x="9132" y="45015"/>
                </a:lnTo>
                <a:lnTo>
                  <a:pt x="9132" y="45015"/>
                </a:lnTo>
                <a:lnTo>
                  <a:pt x="9132" y="45015"/>
                </a:lnTo>
                <a:lnTo>
                  <a:pt x="9132" y="45015"/>
                </a:lnTo>
                <a:lnTo>
                  <a:pt x="9132" y="45015"/>
                </a:lnTo>
                <a:lnTo>
                  <a:pt x="9133" y="45015"/>
                </a:lnTo>
                <a:lnTo>
                  <a:pt x="9133" y="45015"/>
                </a:lnTo>
                <a:lnTo>
                  <a:pt x="9133" y="45015"/>
                </a:lnTo>
                <a:lnTo>
                  <a:pt x="9133" y="45015"/>
                </a:lnTo>
                <a:lnTo>
                  <a:pt x="9133" y="45015"/>
                </a:lnTo>
                <a:lnTo>
                  <a:pt x="9133" y="45015"/>
                </a:lnTo>
                <a:lnTo>
                  <a:pt x="9133" y="45015"/>
                </a:lnTo>
                <a:lnTo>
                  <a:pt x="9134" y="45015"/>
                </a:lnTo>
                <a:lnTo>
                  <a:pt x="9134" y="45015"/>
                </a:lnTo>
                <a:lnTo>
                  <a:pt x="9134" y="45015"/>
                </a:lnTo>
                <a:lnTo>
                  <a:pt x="9134" y="45015"/>
                </a:lnTo>
                <a:lnTo>
                  <a:pt x="9134" y="45015"/>
                </a:lnTo>
                <a:lnTo>
                  <a:pt x="9134" y="45015"/>
                </a:lnTo>
                <a:lnTo>
                  <a:pt x="9134" y="45015"/>
                </a:lnTo>
                <a:lnTo>
                  <a:pt x="9135" y="45015"/>
                </a:lnTo>
                <a:lnTo>
                  <a:pt x="9135" y="45015"/>
                </a:lnTo>
                <a:lnTo>
                  <a:pt x="9135" y="45015"/>
                </a:lnTo>
                <a:lnTo>
                  <a:pt x="9135" y="45015"/>
                </a:lnTo>
                <a:lnTo>
                  <a:pt x="9135" y="45015"/>
                </a:lnTo>
                <a:lnTo>
                  <a:pt x="9135" y="45015"/>
                </a:lnTo>
                <a:lnTo>
                  <a:pt x="9135" y="45015"/>
                </a:lnTo>
                <a:lnTo>
                  <a:pt x="9136" y="45015"/>
                </a:lnTo>
                <a:lnTo>
                  <a:pt x="9136" y="45015"/>
                </a:lnTo>
                <a:lnTo>
                  <a:pt x="9136" y="45015"/>
                </a:lnTo>
                <a:lnTo>
                  <a:pt x="9136" y="45015"/>
                </a:lnTo>
                <a:lnTo>
                  <a:pt x="9136" y="45015"/>
                </a:lnTo>
                <a:lnTo>
                  <a:pt x="9136" y="45015"/>
                </a:lnTo>
                <a:lnTo>
                  <a:pt x="9136" y="45015"/>
                </a:lnTo>
                <a:lnTo>
                  <a:pt x="9137" y="45015"/>
                </a:lnTo>
                <a:lnTo>
                  <a:pt x="9137" y="45015"/>
                </a:lnTo>
                <a:lnTo>
                  <a:pt x="9137" y="45015"/>
                </a:lnTo>
                <a:lnTo>
                  <a:pt x="9137" y="45015"/>
                </a:lnTo>
                <a:lnTo>
                  <a:pt x="9137" y="45015"/>
                </a:lnTo>
                <a:lnTo>
                  <a:pt x="9137" y="45015"/>
                </a:lnTo>
                <a:lnTo>
                  <a:pt x="9137" y="45015"/>
                </a:lnTo>
                <a:lnTo>
                  <a:pt x="9138" y="45015"/>
                </a:lnTo>
                <a:lnTo>
                  <a:pt x="9138" y="45015"/>
                </a:lnTo>
                <a:lnTo>
                  <a:pt x="9138" y="45015"/>
                </a:lnTo>
                <a:lnTo>
                  <a:pt x="9138" y="45015"/>
                </a:lnTo>
                <a:lnTo>
                  <a:pt x="9138" y="45015"/>
                </a:lnTo>
                <a:lnTo>
                  <a:pt x="9138" y="45015"/>
                </a:lnTo>
                <a:lnTo>
                  <a:pt x="9138" y="45015"/>
                </a:lnTo>
                <a:lnTo>
                  <a:pt x="9139" y="45015"/>
                </a:lnTo>
                <a:lnTo>
                  <a:pt x="9139" y="45015"/>
                </a:lnTo>
                <a:lnTo>
                  <a:pt x="9139" y="45015"/>
                </a:lnTo>
                <a:lnTo>
                  <a:pt x="9139" y="45015"/>
                </a:lnTo>
                <a:lnTo>
                  <a:pt x="9139" y="45015"/>
                </a:lnTo>
                <a:lnTo>
                  <a:pt x="9139" y="45015"/>
                </a:lnTo>
                <a:lnTo>
                  <a:pt x="9139" y="45015"/>
                </a:lnTo>
                <a:lnTo>
                  <a:pt x="9140" y="45015"/>
                </a:lnTo>
                <a:lnTo>
                  <a:pt x="9140" y="45015"/>
                </a:lnTo>
                <a:lnTo>
                  <a:pt x="9140" y="45015"/>
                </a:lnTo>
                <a:lnTo>
                  <a:pt x="9140" y="45015"/>
                </a:lnTo>
                <a:lnTo>
                  <a:pt x="9140" y="45015"/>
                </a:lnTo>
                <a:lnTo>
                  <a:pt x="9140" y="45015"/>
                </a:lnTo>
                <a:lnTo>
                  <a:pt x="9140" y="45015"/>
                </a:lnTo>
                <a:lnTo>
                  <a:pt x="9141" y="45015"/>
                </a:lnTo>
                <a:lnTo>
                  <a:pt x="9141" y="45015"/>
                </a:lnTo>
                <a:lnTo>
                  <a:pt x="9141" y="45015"/>
                </a:lnTo>
                <a:lnTo>
                  <a:pt x="9141" y="45015"/>
                </a:lnTo>
                <a:lnTo>
                  <a:pt x="9141" y="45015"/>
                </a:lnTo>
                <a:lnTo>
                  <a:pt x="9141" y="45015"/>
                </a:lnTo>
                <a:lnTo>
                  <a:pt x="9141" y="45015"/>
                </a:lnTo>
                <a:lnTo>
                  <a:pt x="9142" y="45015"/>
                </a:lnTo>
                <a:lnTo>
                  <a:pt x="9142" y="45015"/>
                </a:lnTo>
                <a:lnTo>
                  <a:pt x="9142" y="45015"/>
                </a:lnTo>
                <a:lnTo>
                  <a:pt x="9142" y="45015"/>
                </a:lnTo>
                <a:lnTo>
                  <a:pt x="9142" y="45015"/>
                </a:lnTo>
                <a:lnTo>
                  <a:pt x="9142" y="45015"/>
                </a:lnTo>
                <a:lnTo>
                  <a:pt x="9142" y="45015"/>
                </a:lnTo>
                <a:lnTo>
                  <a:pt x="9143" y="45015"/>
                </a:lnTo>
                <a:lnTo>
                  <a:pt x="9143" y="45015"/>
                </a:lnTo>
                <a:lnTo>
                  <a:pt x="9143" y="45015"/>
                </a:lnTo>
                <a:lnTo>
                  <a:pt x="9143" y="45015"/>
                </a:lnTo>
                <a:lnTo>
                  <a:pt x="9143" y="45015"/>
                </a:lnTo>
                <a:lnTo>
                  <a:pt x="9143" y="45015"/>
                </a:lnTo>
                <a:lnTo>
                  <a:pt x="9143" y="45015"/>
                </a:lnTo>
                <a:lnTo>
                  <a:pt x="9144" y="45015"/>
                </a:lnTo>
                <a:lnTo>
                  <a:pt x="9144" y="45015"/>
                </a:lnTo>
                <a:lnTo>
                  <a:pt x="9144" y="45015"/>
                </a:lnTo>
                <a:lnTo>
                  <a:pt x="9144" y="45015"/>
                </a:lnTo>
                <a:lnTo>
                  <a:pt x="9144" y="45015"/>
                </a:lnTo>
                <a:lnTo>
                  <a:pt x="9144" y="45015"/>
                </a:lnTo>
                <a:lnTo>
                  <a:pt x="9144" y="45015"/>
                </a:lnTo>
                <a:lnTo>
                  <a:pt x="9145" y="45015"/>
                </a:lnTo>
                <a:lnTo>
                  <a:pt x="9145" y="45015"/>
                </a:lnTo>
                <a:lnTo>
                  <a:pt x="9145" y="45015"/>
                </a:lnTo>
                <a:lnTo>
                  <a:pt x="9145" y="45015"/>
                </a:lnTo>
                <a:lnTo>
                  <a:pt x="9145" y="45015"/>
                </a:lnTo>
                <a:lnTo>
                  <a:pt x="9145" y="45015"/>
                </a:lnTo>
                <a:lnTo>
                  <a:pt x="9145" y="45015"/>
                </a:lnTo>
                <a:lnTo>
                  <a:pt x="9146" y="45015"/>
                </a:lnTo>
                <a:lnTo>
                  <a:pt x="9146" y="45015"/>
                </a:lnTo>
                <a:lnTo>
                  <a:pt x="9146" y="45015"/>
                </a:lnTo>
                <a:lnTo>
                  <a:pt x="9146" y="45015"/>
                </a:lnTo>
                <a:lnTo>
                  <a:pt x="9146" y="45015"/>
                </a:lnTo>
                <a:lnTo>
                  <a:pt x="9146" y="45015"/>
                </a:lnTo>
                <a:lnTo>
                  <a:pt x="9146" y="45015"/>
                </a:lnTo>
                <a:lnTo>
                  <a:pt x="9147" y="45015"/>
                </a:lnTo>
                <a:lnTo>
                  <a:pt x="9147" y="45015"/>
                </a:lnTo>
                <a:lnTo>
                  <a:pt x="9147" y="45015"/>
                </a:lnTo>
                <a:lnTo>
                  <a:pt x="9147" y="45015"/>
                </a:lnTo>
                <a:lnTo>
                  <a:pt x="9147" y="45015"/>
                </a:lnTo>
                <a:lnTo>
                  <a:pt x="9147" y="45015"/>
                </a:lnTo>
                <a:lnTo>
                  <a:pt x="9147" y="45015"/>
                </a:lnTo>
                <a:lnTo>
                  <a:pt x="9148" y="45015"/>
                </a:lnTo>
                <a:lnTo>
                  <a:pt x="9148" y="45015"/>
                </a:lnTo>
                <a:lnTo>
                  <a:pt x="9148" y="45015"/>
                </a:lnTo>
                <a:lnTo>
                  <a:pt x="9148" y="45015"/>
                </a:lnTo>
                <a:lnTo>
                  <a:pt x="9148" y="45015"/>
                </a:lnTo>
                <a:lnTo>
                  <a:pt x="9148" y="45015"/>
                </a:lnTo>
                <a:lnTo>
                  <a:pt x="9148" y="45015"/>
                </a:lnTo>
                <a:lnTo>
                  <a:pt x="9149" y="45015"/>
                </a:lnTo>
                <a:lnTo>
                  <a:pt x="9149" y="45015"/>
                </a:lnTo>
                <a:lnTo>
                  <a:pt x="9149" y="45015"/>
                </a:lnTo>
                <a:lnTo>
                  <a:pt x="9149" y="45015"/>
                </a:lnTo>
                <a:lnTo>
                  <a:pt x="9149" y="45015"/>
                </a:lnTo>
                <a:lnTo>
                  <a:pt x="9149" y="45015"/>
                </a:lnTo>
                <a:lnTo>
                  <a:pt x="9149" y="45015"/>
                </a:lnTo>
                <a:lnTo>
                  <a:pt x="9150" y="45015"/>
                </a:lnTo>
                <a:lnTo>
                  <a:pt x="9150" y="45015"/>
                </a:lnTo>
                <a:lnTo>
                  <a:pt x="9150" y="45015"/>
                </a:lnTo>
                <a:lnTo>
                  <a:pt x="9150" y="45015"/>
                </a:lnTo>
                <a:lnTo>
                  <a:pt x="9150" y="45015"/>
                </a:lnTo>
                <a:lnTo>
                  <a:pt x="9150" y="45015"/>
                </a:lnTo>
                <a:lnTo>
                  <a:pt x="9150" y="45015"/>
                </a:lnTo>
                <a:lnTo>
                  <a:pt x="9151" y="45015"/>
                </a:lnTo>
                <a:lnTo>
                  <a:pt x="9151" y="45015"/>
                </a:lnTo>
                <a:lnTo>
                  <a:pt x="9151" y="45015"/>
                </a:lnTo>
                <a:lnTo>
                  <a:pt x="9151" y="45015"/>
                </a:lnTo>
                <a:lnTo>
                  <a:pt x="9151" y="45015"/>
                </a:lnTo>
                <a:lnTo>
                  <a:pt x="9151" y="45015"/>
                </a:lnTo>
                <a:lnTo>
                  <a:pt x="9151" y="45015"/>
                </a:lnTo>
                <a:lnTo>
                  <a:pt x="9152" y="45015"/>
                </a:lnTo>
                <a:lnTo>
                  <a:pt x="9152" y="45015"/>
                </a:lnTo>
                <a:lnTo>
                  <a:pt x="9152" y="45015"/>
                </a:lnTo>
                <a:lnTo>
                  <a:pt x="9152" y="45015"/>
                </a:lnTo>
                <a:lnTo>
                  <a:pt x="9152" y="45015"/>
                </a:lnTo>
                <a:lnTo>
                  <a:pt x="9152" y="45015"/>
                </a:lnTo>
                <a:lnTo>
                  <a:pt x="9152" y="45015"/>
                </a:lnTo>
                <a:lnTo>
                  <a:pt x="9153" y="45015"/>
                </a:lnTo>
                <a:lnTo>
                  <a:pt x="9153" y="45015"/>
                </a:lnTo>
                <a:lnTo>
                  <a:pt x="9153" y="45015"/>
                </a:lnTo>
                <a:lnTo>
                  <a:pt x="9153" y="45015"/>
                </a:lnTo>
                <a:lnTo>
                  <a:pt x="9153" y="45015"/>
                </a:lnTo>
                <a:lnTo>
                  <a:pt x="9153" y="45015"/>
                </a:lnTo>
                <a:lnTo>
                  <a:pt x="9153" y="45015"/>
                </a:lnTo>
                <a:lnTo>
                  <a:pt x="9154" y="45015"/>
                </a:lnTo>
                <a:lnTo>
                  <a:pt x="9154" y="45015"/>
                </a:lnTo>
                <a:lnTo>
                  <a:pt x="9154" y="45015"/>
                </a:lnTo>
                <a:lnTo>
                  <a:pt x="9154" y="45015"/>
                </a:lnTo>
                <a:lnTo>
                  <a:pt x="9154" y="45015"/>
                </a:lnTo>
                <a:lnTo>
                  <a:pt x="9154" y="45015"/>
                </a:lnTo>
                <a:lnTo>
                  <a:pt x="9154" y="45015"/>
                </a:lnTo>
                <a:lnTo>
                  <a:pt x="9155" y="45015"/>
                </a:lnTo>
                <a:lnTo>
                  <a:pt x="9155" y="45015"/>
                </a:lnTo>
                <a:lnTo>
                  <a:pt x="9155" y="45015"/>
                </a:lnTo>
                <a:lnTo>
                  <a:pt x="9155" y="45015"/>
                </a:lnTo>
                <a:lnTo>
                  <a:pt x="9155" y="45015"/>
                </a:lnTo>
                <a:lnTo>
                  <a:pt x="9155" y="45015"/>
                </a:lnTo>
                <a:lnTo>
                  <a:pt x="9155" y="45015"/>
                </a:lnTo>
                <a:lnTo>
                  <a:pt x="9156" y="45015"/>
                </a:lnTo>
                <a:lnTo>
                  <a:pt x="9156" y="45015"/>
                </a:lnTo>
                <a:lnTo>
                  <a:pt x="9156" y="45015"/>
                </a:lnTo>
                <a:lnTo>
                  <a:pt x="9156" y="45015"/>
                </a:lnTo>
                <a:lnTo>
                  <a:pt x="9156" y="45015"/>
                </a:lnTo>
                <a:lnTo>
                  <a:pt x="9156" y="45015"/>
                </a:lnTo>
                <a:lnTo>
                  <a:pt x="9156" y="45015"/>
                </a:lnTo>
                <a:lnTo>
                  <a:pt x="9157" y="45015"/>
                </a:lnTo>
                <a:lnTo>
                  <a:pt x="9157" y="45015"/>
                </a:lnTo>
                <a:lnTo>
                  <a:pt x="9157" y="45015"/>
                </a:lnTo>
                <a:lnTo>
                  <a:pt x="9157" y="45015"/>
                </a:lnTo>
                <a:lnTo>
                  <a:pt x="9157" y="45015"/>
                </a:lnTo>
                <a:lnTo>
                  <a:pt x="9157" y="45015"/>
                </a:lnTo>
                <a:lnTo>
                  <a:pt x="9157" y="45015"/>
                </a:lnTo>
                <a:lnTo>
                  <a:pt x="9158" y="45015"/>
                </a:lnTo>
                <a:lnTo>
                  <a:pt x="9158" y="45015"/>
                </a:lnTo>
                <a:lnTo>
                  <a:pt x="9158" y="45015"/>
                </a:lnTo>
                <a:lnTo>
                  <a:pt x="9158" y="45015"/>
                </a:lnTo>
                <a:lnTo>
                  <a:pt x="9158" y="45015"/>
                </a:lnTo>
                <a:lnTo>
                  <a:pt x="9158" y="45015"/>
                </a:lnTo>
                <a:lnTo>
                  <a:pt x="9158" y="45015"/>
                </a:lnTo>
                <a:lnTo>
                  <a:pt x="9159" y="45015"/>
                </a:lnTo>
                <a:lnTo>
                  <a:pt x="9159" y="45015"/>
                </a:lnTo>
                <a:lnTo>
                  <a:pt x="9159" y="45015"/>
                </a:lnTo>
                <a:lnTo>
                  <a:pt x="9159" y="45015"/>
                </a:lnTo>
                <a:lnTo>
                  <a:pt x="9159" y="45015"/>
                </a:lnTo>
                <a:lnTo>
                  <a:pt x="9159" y="45015"/>
                </a:lnTo>
                <a:lnTo>
                  <a:pt x="9159" y="45015"/>
                </a:lnTo>
                <a:lnTo>
                  <a:pt x="9160" y="45015"/>
                </a:lnTo>
                <a:lnTo>
                  <a:pt x="9160" y="45015"/>
                </a:lnTo>
                <a:lnTo>
                  <a:pt x="9160" y="45015"/>
                </a:lnTo>
                <a:lnTo>
                  <a:pt x="9160" y="45015"/>
                </a:lnTo>
                <a:lnTo>
                  <a:pt x="9160" y="45015"/>
                </a:lnTo>
                <a:lnTo>
                  <a:pt x="9160" y="45015"/>
                </a:lnTo>
                <a:lnTo>
                  <a:pt x="9160" y="45015"/>
                </a:lnTo>
                <a:lnTo>
                  <a:pt x="9161" y="45015"/>
                </a:lnTo>
                <a:lnTo>
                  <a:pt x="9161" y="45015"/>
                </a:lnTo>
                <a:lnTo>
                  <a:pt x="9161" y="45015"/>
                </a:lnTo>
                <a:lnTo>
                  <a:pt x="9161" y="45015"/>
                </a:lnTo>
                <a:lnTo>
                  <a:pt x="9161" y="45015"/>
                </a:lnTo>
                <a:lnTo>
                  <a:pt x="9161" y="45015"/>
                </a:lnTo>
                <a:lnTo>
                  <a:pt x="9161" y="45015"/>
                </a:lnTo>
                <a:lnTo>
                  <a:pt x="9162" y="45015"/>
                </a:lnTo>
                <a:lnTo>
                  <a:pt x="9162" y="45015"/>
                </a:lnTo>
                <a:lnTo>
                  <a:pt x="9162" y="45015"/>
                </a:lnTo>
                <a:lnTo>
                  <a:pt x="9162" y="45015"/>
                </a:lnTo>
                <a:lnTo>
                  <a:pt x="9162" y="45015"/>
                </a:lnTo>
                <a:lnTo>
                  <a:pt x="9162" y="45015"/>
                </a:lnTo>
                <a:lnTo>
                  <a:pt x="9162" y="45015"/>
                </a:lnTo>
                <a:lnTo>
                  <a:pt x="9163" y="45015"/>
                </a:lnTo>
                <a:lnTo>
                  <a:pt x="9163" y="45015"/>
                </a:lnTo>
                <a:lnTo>
                  <a:pt x="9163" y="45015"/>
                </a:lnTo>
                <a:lnTo>
                  <a:pt x="9163" y="45015"/>
                </a:lnTo>
                <a:lnTo>
                  <a:pt x="9163" y="45015"/>
                </a:lnTo>
                <a:lnTo>
                  <a:pt x="9163" y="45015"/>
                </a:lnTo>
                <a:lnTo>
                  <a:pt x="9163" y="45015"/>
                </a:lnTo>
                <a:lnTo>
                  <a:pt x="9164" y="45015"/>
                </a:lnTo>
                <a:lnTo>
                  <a:pt x="9164" y="45015"/>
                </a:lnTo>
                <a:lnTo>
                  <a:pt x="9164" y="45015"/>
                </a:lnTo>
                <a:lnTo>
                  <a:pt x="9164" y="45015"/>
                </a:lnTo>
                <a:lnTo>
                  <a:pt x="9164" y="45015"/>
                </a:lnTo>
                <a:lnTo>
                  <a:pt x="9164" y="45015"/>
                </a:lnTo>
                <a:lnTo>
                  <a:pt x="9164" y="45015"/>
                </a:lnTo>
                <a:lnTo>
                  <a:pt x="9165" y="45015"/>
                </a:lnTo>
                <a:lnTo>
                  <a:pt x="9165" y="45015"/>
                </a:lnTo>
                <a:lnTo>
                  <a:pt x="9165" y="45015"/>
                </a:lnTo>
                <a:lnTo>
                  <a:pt x="9165" y="45015"/>
                </a:lnTo>
                <a:lnTo>
                  <a:pt x="9165" y="45015"/>
                </a:lnTo>
                <a:lnTo>
                  <a:pt x="9165" y="45015"/>
                </a:lnTo>
                <a:lnTo>
                  <a:pt x="9165" y="45015"/>
                </a:lnTo>
                <a:lnTo>
                  <a:pt x="9166" y="45015"/>
                </a:lnTo>
                <a:lnTo>
                  <a:pt x="9166" y="45015"/>
                </a:lnTo>
                <a:lnTo>
                  <a:pt x="9166" y="45015"/>
                </a:lnTo>
                <a:lnTo>
                  <a:pt x="9166" y="45015"/>
                </a:lnTo>
                <a:lnTo>
                  <a:pt x="9166" y="45015"/>
                </a:lnTo>
                <a:lnTo>
                  <a:pt x="9166" y="45015"/>
                </a:lnTo>
                <a:lnTo>
                  <a:pt x="9166" y="45015"/>
                </a:lnTo>
                <a:lnTo>
                  <a:pt x="9167" y="45015"/>
                </a:lnTo>
                <a:lnTo>
                  <a:pt x="9167" y="45015"/>
                </a:lnTo>
                <a:lnTo>
                  <a:pt x="9167" y="45015"/>
                </a:lnTo>
                <a:lnTo>
                  <a:pt x="9167" y="45015"/>
                </a:lnTo>
                <a:lnTo>
                  <a:pt x="9167" y="45015"/>
                </a:lnTo>
                <a:lnTo>
                  <a:pt x="9167" y="45015"/>
                </a:lnTo>
                <a:lnTo>
                  <a:pt x="9167" y="45015"/>
                </a:lnTo>
                <a:lnTo>
                  <a:pt x="9168" y="45015"/>
                </a:lnTo>
                <a:lnTo>
                  <a:pt x="9168" y="45015"/>
                </a:lnTo>
                <a:lnTo>
                  <a:pt x="9168" y="45015"/>
                </a:lnTo>
                <a:lnTo>
                  <a:pt x="9168" y="45015"/>
                </a:lnTo>
                <a:lnTo>
                  <a:pt x="9168" y="45015"/>
                </a:lnTo>
                <a:lnTo>
                  <a:pt x="9168" y="45015"/>
                </a:lnTo>
                <a:lnTo>
                  <a:pt x="9168" y="45015"/>
                </a:lnTo>
                <a:lnTo>
                  <a:pt x="9169" y="45015"/>
                </a:lnTo>
                <a:lnTo>
                  <a:pt x="9169" y="45015"/>
                </a:lnTo>
                <a:lnTo>
                  <a:pt x="9169" y="45015"/>
                </a:lnTo>
                <a:lnTo>
                  <a:pt x="9169" y="45015"/>
                </a:lnTo>
                <a:lnTo>
                  <a:pt x="9169" y="45015"/>
                </a:lnTo>
                <a:lnTo>
                  <a:pt x="9169" y="45015"/>
                </a:lnTo>
                <a:lnTo>
                  <a:pt x="9169" y="45015"/>
                </a:lnTo>
                <a:lnTo>
                  <a:pt x="9170" y="45015"/>
                </a:lnTo>
                <a:lnTo>
                  <a:pt x="9170" y="45015"/>
                </a:lnTo>
                <a:lnTo>
                  <a:pt x="9170" y="45015"/>
                </a:lnTo>
                <a:lnTo>
                  <a:pt x="9170" y="45015"/>
                </a:lnTo>
                <a:lnTo>
                  <a:pt x="9170" y="45015"/>
                </a:lnTo>
                <a:lnTo>
                  <a:pt x="9170" y="45015"/>
                </a:lnTo>
                <a:lnTo>
                  <a:pt x="9170" y="45015"/>
                </a:lnTo>
                <a:lnTo>
                  <a:pt x="9171" y="45015"/>
                </a:lnTo>
                <a:lnTo>
                  <a:pt x="9171" y="45015"/>
                </a:lnTo>
                <a:lnTo>
                  <a:pt x="9171" y="45015"/>
                </a:lnTo>
                <a:lnTo>
                  <a:pt x="9171" y="45015"/>
                </a:lnTo>
                <a:lnTo>
                  <a:pt x="9171" y="45015"/>
                </a:lnTo>
                <a:lnTo>
                  <a:pt x="9171" y="45015"/>
                </a:lnTo>
                <a:lnTo>
                  <a:pt x="9171" y="45015"/>
                </a:lnTo>
                <a:lnTo>
                  <a:pt x="9171" y="45015"/>
                </a:lnTo>
                <a:lnTo>
                  <a:pt x="9172" y="45015"/>
                </a:lnTo>
                <a:lnTo>
                  <a:pt x="9172" y="45015"/>
                </a:lnTo>
                <a:lnTo>
                  <a:pt x="9172" y="45015"/>
                </a:lnTo>
                <a:lnTo>
                  <a:pt x="9172" y="45015"/>
                </a:lnTo>
                <a:lnTo>
                  <a:pt x="9172" y="45015"/>
                </a:lnTo>
                <a:lnTo>
                  <a:pt x="9172" y="45015"/>
                </a:lnTo>
                <a:lnTo>
                  <a:pt x="9172" y="45015"/>
                </a:lnTo>
                <a:lnTo>
                  <a:pt x="9173" y="45015"/>
                </a:lnTo>
                <a:lnTo>
                  <a:pt x="9173" y="45015"/>
                </a:lnTo>
                <a:lnTo>
                  <a:pt x="9173" y="45015"/>
                </a:lnTo>
                <a:lnTo>
                  <a:pt x="9173" y="45015"/>
                </a:lnTo>
                <a:lnTo>
                  <a:pt x="9173" y="45015"/>
                </a:lnTo>
                <a:lnTo>
                  <a:pt x="9173" y="45015"/>
                </a:lnTo>
                <a:lnTo>
                  <a:pt x="9173" y="45015"/>
                </a:lnTo>
                <a:lnTo>
                  <a:pt x="9174" y="45015"/>
                </a:lnTo>
                <a:lnTo>
                  <a:pt x="9174" y="45015"/>
                </a:lnTo>
                <a:lnTo>
                  <a:pt x="9174" y="45015"/>
                </a:lnTo>
                <a:lnTo>
                  <a:pt x="9174" y="45015"/>
                </a:lnTo>
                <a:lnTo>
                  <a:pt x="9174" y="45015"/>
                </a:lnTo>
                <a:lnTo>
                  <a:pt x="9174" y="45015"/>
                </a:lnTo>
                <a:lnTo>
                  <a:pt x="9174" y="45015"/>
                </a:lnTo>
                <a:lnTo>
                  <a:pt x="9175" y="45015"/>
                </a:lnTo>
                <a:lnTo>
                  <a:pt x="9175" y="45015"/>
                </a:lnTo>
                <a:lnTo>
                  <a:pt x="9175" y="45015"/>
                </a:lnTo>
                <a:lnTo>
                  <a:pt x="9175" y="45015"/>
                </a:lnTo>
                <a:lnTo>
                  <a:pt x="9175" y="45015"/>
                </a:lnTo>
                <a:lnTo>
                  <a:pt x="9175" y="45015"/>
                </a:lnTo>
                <a:lnTo>
                  <a:pt x="9175" y="45015"/>
                </a:lnTo>
                <a:lnTo>
                  <a:pt x="9176" y="45015"/>
                </a:lnTo>
                <a:lnTo>
                  <a:pt x="9176" y="45015"/>
                </a:lnTo>
                <a:lnTo>
                  <a:pt x="9176" y="45015"/>
                </a:lnTo>
                <a:lnTo>
                  <a:pt x="9176" y="45015"/>
                </a:lnTo>
                <a:lnTo>
                  <a:pt x="9176" y="45015"/>
                </a:lnTo>
                <a:lnTo>
                  <a:pt x="9176" y="45015"/>
                </a:lnTo>
                <a:lnTo>
                  <a:pt x="9176" y="45015"/>
                </a:lnTo>
                <a:lnTo>
                  <a:pt x="9177" y="45015"/>
                </a:lnTo>
                <a:lnTo>
                  <a:pt x="9177" y="45015"/>
                </a:lnTo>
                <a:lnTo>
                  <a:pt x="9177" y="45015"/>
                </a:lnTo>
                <a:lnTo>
                  <a:pt x="9177" y="45015"/>
                </a:lnTo>
                <a:lnTo>
                  <a:pt x="9177" y="45015"/>
                </a:lnTo>
                <a:lnTo>
                  <a:pt x="9177" y="45015"/>
                </a:lnTo>
                <a:lnTo>
                  <a:pt x="9177" y="45015"/>
                </a:lnTo>
                <a:lnTo>
                  <a:pt x="9178" y="45015"/>
                </a:lnTo>
                <a:lnTo>
                  <a:pt x="9178" y="45015"/>
                </a:lnTo>
                <a:lnTo>
                  <a:pt x="9178" y="45015"/>
                </a:lnTo>
                <a:lnTo>
                  <a:pt x="9178" y="45015"/>
                </a:lnTo>
                <a:lnTo>
                  <a:pt x="9178" y="45015"/>
                </a:lnTo>
                <a:lnTo>
                  <a:pt x="9178" y="45015"/>
                </a:lnTo>
                <a:lnTo>
                  <a:pt x="9178" y="45015"/>
                </a:lnTo>
                <a:lnTo>
                  <a:pt x="9179" y="45015"/>
                </a:lnTo>
                <a:lnTo>
                  <a:pt x="9179" y="45015"/>
                </a:lnTo>
                <a:lnTo>
                  <a:pt x="9179" y="45015"/>
                </a:lnTo>
                <a:lnTo>
                  <a:pt x="9179" y="45015"/>
                </a:lnTo>
                <a:lnTo>
                  <a:pt x="9179" y="45015"/>
                </a:lnTo>
                <a:lnTo>
                  <a:pt x="9179" y="45015"/>
                </a:lnTo>
                <a:lnTo>
                  <a:pt x="9179" y="45015"/>
                </a:lnTo>
                <a:lnTo>
                  <a:pt x="9180" y="45015"/>
                </a:lnTo>
                <a:lnTo>
                  <a:pt x="9180" y="45015"/>
                </a:lnTo>
                <a:lnTo>
                  <a:pt x="9180" y="45015"/>
                </a:lnTo>
                <a:lnTo>
                  <a:pt x="9180" y="45015"/>
                </a:lnTo>
                <a:lnTo>
                  <a:pt x="9180" y="45015"/>
                </a:lnTo>
                <a:lnTo>
                  <a:pt x="9180" y="45015"/>
                </a:lnTo>
                <a:lnTo>
                  <a:pt x="9180" y="45015"/>
                </a:lnTo>
                <a:lnTo>
                  <a:pt x="9181" y="45015"/>
                </a:lnTo>
                <a:lnTo>
                  <a:pt x="9181" y="45015"/>
                </a:lnTo>
                <a:lnTo>
                  <a:pt x="9181" y="45015"/>
                </a:lnTo>
                <a:lnTo>
                  <a:pt x="9181" y="45015"/>
                </a:lnTo>
                <a:lnTo>
                  <a:pt x="9181" y="45015"/>
                </a:lnTo>
                <a:lnTo>
                  <a:pt x="9181" y="45015"/>
                </a:lnTo>
                <a:lnTo>
                  <a:pt x="9181" y="45015"/>
                </a:lnTo>
                <a:lnTo>
                  <a:pt x="9182" y="45015"/>
                </a:lnTo>
                <a:lnTo>
                  <a:pt x="9182" y="45015"/>
                </a:lnTo>
                <a:lnTo>
                  <a:pt x="9182" y="45015"/>
                </a:lnTo>
                <a:lnTo>
                  <a:pt x="9182" y="45015"/>
                </a:lnTo>
                <a:lnTo>
                  <a:pt x="9182" y="45015"/>
                </a:lnTo>
                <a:lnTo>
                  <a:pt x="9182" y="45015"/>
                </a:lnTo>
                <a:lnTo>
                  <a:pt x="9182" y="45015"/>
                </a:lnTo>
                <a:lnTo>
                  <a:pt x="9183" y="45015"/>
                </a:lnTo>
                <a:lnTo>
                  <a:pt x="9183" y="45015"/>
                </a:lnTo>
                <a:lnTo>
                  <a:pt x="9183" y="45015"/>
                </a:lnTo>
                <a:lnTo>
                  <a:pt x="9183" y="45015"/>
                </a:lnTo>
                <a:lnTo>
                  <a:pt x="9183" y="45015"/>
                </a:lnTo>
                <a:lnTo>
                  <a:pt x="9183" y="45015"/>
                </a:lnTo>
                <a:lnTo>
                  <a:pt x="9183" y="45015"/>
                </a:lnTo>
                <a:lnTo>
                  <a:pt x="9184" y="45015"/>
                </a:lnTo>
                <a:lnTo>
                  <a:pt x="9184" y="45015"/>
                </a:lnTo>
                <a:lnTo>
                  <a:pt x="9184" y="45015"/>
                </a:lnTo>
                <a:lnTo>
                  <a:pt x="9184" y="45015"/>
                </a:lnTo>
                <a:lnTo>
                  <a:pt x="9184" y="45015"/>
                </a:lnTo>
                <a:lnTo>
                  <a:pt x="9184" y="45015"/>
                </a:lnTo>
                <a:lnTo>
                  <a:pt x="9184" y="45015"/>
                </a:lnTo>
                <a:lnTo>
                  <a:pt x="9185" y="45015"/>
                </a:lnTo>
                <a:lnTo>
                  <a:pt x="9185" y="45015"/>
                </a:lnTo>
                <a:lnTo>
                  <a:pt x="9185" y="45015"/>
                </a:lnTo>
                <a:lnTo>
                  <a:pt x="9185" y="45015"/>
                </a:lnTo>
                <a:lnTo>
                  <a:pt x="9185" y="45015"/>
                </a:lnTo>
                <a:lnTo>
                  <a:pt x="9185" y="45015"/>
                </a:lnTo>
                <a:lnTo>
                  <a:pt x="9185" y="45015"/>
                </a:lnTo>
                <a:lnTo>
                  <a:pt x="9186" y="45015"/>
                </a:lnTo>
                <a:lnTo>
                  <a:pt x="9186" y="45015"/>
                </a:lnTo>
                <a:lnTo>
                  <a:pt x="9186" y="45015"/>
                </a:lnTo>
                <a:lnTo>
                  <a:pt x="9186" y="45015"/>
                </a:lnTo>
                <a:lnTo>
                  <a:pt x="9186" y="45015"/>
                </a:lnTo>
                <a:lnTo>
                  <a:pt x="9186" y="45015"/>
                </a:lnTo>
                <a:lnTo>
                  <a:pt x="9186" y="45015"/>
                </a:lnTo>
                <a:lnTo>
                  <a:pt x="9187" y="45015"/>
                </a:lnTo>
                <a:lnTo>
                  <a:pt x="9187" y="45015"/>
                </a:lnTo>
                <a:lnTo>
                  <a:pt x="9187" y="45015"/>
                </a:lnTo>
                <a:lnTo>
                  <a:pt x="9187" y="45015"/>
                </a:lnTo>
                <a:lnTo>
                  <a:pt x="9187" y="45015"/>
                </a:lnTo>
                <a:lnTo>
                  <a:pt x="9187" y="45015"/>
                </a:lnTo>
                <a:lnTo>
                  <a:pt x="9187" y="45015"/>
                </a:lnTo>
                <a:lnTo>
                  <a:pt x="9187" y="45015"/>
                </a:lnTo>
                <a:lnTo>
                  <a:pt x="9188" y="45015"/>
                </a:lnTo>
                <a:lnTo>
                  <a:pt x="9188" y="45015"/>
                </a:lnTo>
                <a:lnTo>
                  <a:pt x="9188" y="45015"/>
                </a:lnTo>
                <a:lnTo>
                  <a:pt x="9188" y="45015"/>
                </a:lnTo>
                <a:lnTo>
                  <a:pt x="9188" y="45015"/>
                </a:lnTo>
                <a:lnTo>
                  <a:pt x="9188" y="45015"/>
                </a:lnTo>
                <a:lnTo>
                  <a:pt x="9188" y="45015"/>
                </a:lnTo>
                <a:lnTo>
                  <a:pt x="9189" y="45015"/>
                </a:lnTo>
                <a:lnTo>
                  <a:pt x="9189" y="45015"/>
                </a:lnTo>
                <a:lnTo>
                  <a:pt x="9189" y="45015"/>
                </a:lnTo>
                <a:lnTo>
                  <a:pt x="9189" y="45015"/>
                </a:lnTo>
                <a:lnTo>
                  <a:pt x="9189" y="45015"/>
                </a:lnTo>
                <a:lnTo>
                  <a:pt x="9189" y="45015"/>
                </a:lnTo>
                <a:lnTo>
                  <a:pt x="9189" y="45015"/>
                </a:lnTo>
                <a:lnTo>
                  <a:pt x="9190" y="45015"/>
                </a:lnTo>
                <a:lnTo>
                  <a:pt x="9190" y="45015"/>
                </a:lnTo>
                <a:lnTo>
                  <a:pt x="9190" y="45015"/>
                </a:lnTo>
                <a:lnTo>
                  <a:pt x="9190" y="45015"/>
                </a:lnTo>
                <a:lnTo>
                  <a:pt x="9190" y="45015"/>
                </a:lnTo>
                <a:lnTo>
                  <a:pt x="9190" y="45015"/>
                </a:lnTo>
                <a:lnTo>
                  <a:pt x="9190" y="45015"/>
                </a:lnTo>
                <a:lnTo>
                  <a:pt x="9191" y="45015"/>
                </a:lnTo>
                <a:lnTo>
                  <a:pt x="9191" y="45015"/>
                </a:lnTo>
                <a:lnTo>
                  <a:pt x="9191" y="45015"/>
                </a:lnTo>
                <a:lnTo>
                  <a:pt x="9191" y="45015"/>
                </a:lnTo>
                <a:lnTo>
                  <a:pt x="9191" y="45015"/>
                </a:lnTo>
                <a:lnTo>
                  <a:pt x="9191" y="45015"/>
                </a:lnTo>
                <a:lnTo>
                  <a:pt x="9191" y="45015"/>
                </a:lnTo>
                <a:lnTo>
                  <a:pt x="9192" y="45015"/>
                </a:lnTo>
                <a:lnTo>
                  <a:pt x="9192" y="45015"/>
                </a:lnTo>
                <a:lnTo>
                  <a:pt x="9192" y="45015"/>
                </a:lnTo>
                <a:lnTo>
                  <a:pt x="9192" y="45015"/>
                </a:lnTo>
                <a:lnTo>
                  <a:pt x="9192" y="45015"/>
                </a:lnTo>
                <a:lnTo>
                  <a:pt x="9192" y="45015"/>
                </a:lnTo>
                <a:lnTo>
                  <a:pt x="9192" y="45015"/>
                </a:lnTo>
                <a:lnTo>
                  <a:pt x="9193" y="45015"/>
                </a:lnTo>
                <a:lnTo>
                  <a:pt x="9193" y="45015"/>
                </a:lnTo>
                <a:lnTo>
                  <a:pt x="9193" y="45015"/>
                </a:lnTo>
                <a:lnTo>
                  <a:pt x="9193" y="45015"/>
                </a:lnTo>
                <a:lnTo>
                  <a:pt x="9193" y="45015"/>
                </a:lnTo>
                <a:lnTo>
                  <a:pt x="9193" y="45015"/>
                </a:lnTo>
                <a:lnTo>
                  <a:pt x="9193" y="45015"/>
                </a:lnTo>
                <a:lnTo>
                  <a:pt x="9194" y="45015"/>
                </a:lnTo>
                <a:lnTo>
                  <a:pt x="9194" y="45015"/>
                </a:lnTo>
                <a:lnTo>
                  <a:pt x="9194" y="45015"/>
                </a:lnTo>
                <a:lnTo>
                  <a:pt x="9194" y="45015"/>
                </a:lnTo>
                <a:lnTo>
                  <a:pt x="9194" y="45015"/>
                </a:lnTo>
                <a:lnTo>
                  <a:pt x="9194" y="45015"/>
                </a:lnTo>
                <a:lnTo>
                  <a:pt x="9194" y="45015"/>
                </a:lnTo>
                <a:lnTo>
                  <a:pt x="9195" y="45015"/>
                </a:lnTo>
                <a:lnTo>
                  <a:pt x="9195" y="45015"/>
                </a:lnTo>
                <a:lnTo>
                  <a:pt x="9195" y="45015"/>
                </a:lnTo>
                <a:lnTo>
                  <a:pt x="9195" y="45015"/>
                </a:lnTo>
                <a:lnTo>
                  <a:pt x="9195" y="45015"/>
                </a:lnTo>
                <a:lnTo>
                  <a:pt x="9195" y="45015"/>
                </a:lnTo>
                <a:lnTo>
                  <a:pt x="9195" y="45015"/>
                </a:lnTo>
                <a:lnTo>
                  <a:pt x="9196" y="45015"/>
                </a:lnTo>
                <a:lnTo>
                  <a:pt x="9196" y="45015"/>
                </a:lnTo>
                <a:lnTo>
                  <a:pt x="9196" y="45015"/>
                </a:lnTo>
                <a:lnTo>
                  <a:pt x="9196" y="45015"/>
                </a:lnTo>
                <a:lnTo>
                  <a:pt x="9196" y="45015"/>
                </a:lnTo>
                <a:lnTo>
                  <a:pt x="9196" y="45015"/>
                </a:lnTo>
                <a:lnTo>
                  <a:pt x="9196" y="45015"/>
                </a:lnTo>
                <a:lnTo>
                  <a:pt x="9197" y="45015"/>
                </a:lnTo>
                <a:lnTo>
                  <a:pt x="9197" y="45015"/>
                </a:lnTo>
                <a:lnTo>
                  <a:pt x="9197" y="45015"/>
                </a:lnTo>
                <a:lnTo>
                  <a:pt x="9197" y="45015"/>
                </a:lnTo>
                <a:lnTo>
                  <a:pt x="9197" y="45015"/>
                </a:lnTo>
                <a:lnTo>
                  <a:pt x="9197" y="45015"/>
                </a:lnTo>
                <a:lnTo>
                  <a:pt x="9197" y="45015"/>
                </a:lnTo>
                <a:lnTo>
                  <a:pt x="9198" y="45015"/>
                </a:lnTo>
                <a:lnTo>
                  <a:pt x="9198" y="45015"/>
                </a:lnTo>
                <a:lnTo>
                  <a:pt x="9198" y="45015"/>
                </a:lnTo>
                <a:lnTo>
                  <a:pt x="9198" y="45015"/>
                </a:lnTo>
                <a:lnTo>
                  <a:pt x="9198" y="45015"/>
                </a:lnTo>
                <a:lnTo>
                  <a:pt x="9198" y="45015"/>
                </a:lnTo>
                <a:lnTo>
                  <a:pt x="9198" y="45015"/>
                </a:lnTo>
                <a:lnTo>
                  <a:pt x="9198" y="45015"/>
                </a:lnTo>
                <a:lnTo>
                  <a:pt x="9199" y="45015"/>
                </a:lnTo>
                <a:lnTo>
                  <a:pt x="9199" y="45015"/>
                </a:lnTo>
                <a:lnTo>
                  <a:pt x="9199" y="45015"/>
                </a:lnTo>
                <a:lnTo>
                  <a:pt x="9199" y="45015"/>
                </a:lnTo>
                <a:lnTo>
                  <a:pt x="9199" y="45015"/>
                </a:lnTo>
                <a:lnTo>
                  <a:pt x="9199" y="45015"/>
                </a:lnTo>
                <a:lnTo>
                  <a:pt x="9199" y="45015"/>
                </a:lnTo>
                <a:lnTo>
                  <a:pt x="9200" y="45015"/>
                </a:lnTo>
                <a:lnTo>
                  <a:pt x="9200" y="45015"/>
                </a:lnTo>
                <a:lnTo>
                  <a:pt x="9200" y="45015"/>
                </a:lnTo>
                <a:lnTo>
                  <a:pt x="9200" y="45015"/>
                </a:lnTo>
                <a:lnTo>
                  <a:pt x="9200" y="45015"/>
                </a:lnTo>
                <a:lnTo>
                  <a:pt x="9200" y="45015"/>
                </a:lnTo>
                <a:lnTo>
                  <a:pt x="9200" y="45015"/>
                </a:lnTo>
                <a:lnTo>
                  <a:pt x="9201" y="45015"/>
                </a:lnTo>
                <a:lnTo>
                  <a:pt x="9201" y="45015"/>
                </a:lnTo>
                <a:lnTo>
                  <a:pt x="9201" y="45015"/>
                </a:lnTo>
                <a:lnTo>
                  <a:pt x="9201" y="45015"/>
                </a:lnTo>
                <a:lnTo>
                  <a:pt x="9201" y="45015"/>
                </a:lnTo>
                <a:lnTo>
                  <a:pt x="9201" y="45015"/>
                </a:lnTo>
                <a:lnTo>
                  <a:pt x="9201" y="45015"/>
                </a:lnTo>
                <a:lnTo>
                  <a:pt x="9202" y="45015"/>
                </a:lnTo>
                <a:lnTo>
                  <a:pt x="9202" y="45015"/>
                </a:lnTo>
                <a:lnTo>
                  <a:pt x="9202" y="45015"/>
                </a:lnTo>
                <a:lnTo>
                  <a:pt x="9202" y="45015"/>
                </a:lnTo>
                <a:lnTo>
                  <a:pt x="9202" y="45015"/>
                </a:lnTo>
                <a:lnTo>
                  <a:pt x="9202" y="45015"/>
                </a:lnTo>
                <a:lnTo>
                  <a:pt x="9202" y="45015"/>
                </a:lnTo>
                <a:lnTo>
                  <a:pt x="9203" y="45015"/>
                </a:lnTo>
                <a:lnTo>
                  <a:pt x="9203" y="45015"/>
                </a:lnTo>
                <a:lnTo>
                  <a:pt x="9203" y="45015"/>
                </a:lnTo>
                <a:lnTo>
                  <a:pt x="9203" y="45015"/>
                </a:lnTo>
                <a:lnTo>
                  <a:pt x="9203" y="45015"/>
                </a:lnTo>
                <a:lnTo>
                  <a:pt x="9203" y="45015"/>
                </a:lnTo>
                <a:lnTo>
                  <a:pt x="9203" y="45015"/>
                </a:lnTo>
                <a:lnTo>
                  <a:pt x="9204" y="45015"/>
                </a:lnTo>
                <a:lnTo>
                  <a:pt x="9204" y="45015"/>
                </a:lnTo>
                <a:lnTo>
                  <a:pt x="9204" y="45015"/>
                </a:lnTo>
                <a:lnTo>
                  <a:pt x="9204" y="45015"/>
                </a:lnTo>
                <a:lnTo>
                  <a:pt x="9204" y="45015"/>
                </a:lnTo>
                <a:lnTo>
                  <a:pt x="9204" y="45015"/>
                </a:lnTo>
                <a:lnTo>
                  <a:pt x="9204" y="45015"/>
                </a:lnTo>
                <a:lnTo>
                  <a:pt x="9205" y="45015"/>
                </a:lnTo>
                <a:lnTo>
                  <a:pt x="9205" y="45015"/>
                </a:lnTo>
                <a:lnTo>
                  <a:pt x="9205" y="45015"/>
                </a:lnTo>
                <a:lnTo>
                  <a:pt x="9205" y="45015"/>
                </a:lnTo>
                <a:lnTo>
                  <a:pt x="9205" y="45015"/>
                </a:lnTo>
                <a:lnTo>
                  <a:pt x="9205" y="45015"/>
                </a:lnTo>
                <a:lnTo>
                  <a:pt x="9205" y="45015"/>
                </a:lnTo>
                <a:lnTo>
                  <a:pt x="9206" y="45015"/>
                </a:lnTo>
                <a:lnTo>
                  <a:pt x="9206" y="45015"/>
                </a:lnTo>
                <a:lnTo>
                  <a:pt x="9206" y="45015"/>
                </a:lnTo>
                <a:lnTo>
                  <a:pt x="9206" y="45015"/>
                </a:lnTo>
                <a:lnTo>
                  <a:pt x="9206" y="45015"/>
                </a:lnTo>
                <a:lnTo>
                  <a:pt x="9206" y="45015"/>
                </a:lnTo>
                <a:lnTo>
                  <a:pt x="9206" y="45015"/>
                </a:lnTo>
                <a:lnTo>
                  <a:pt x="9206" y="45015"/>
                </a:lnTo>
                <a:lnTo>
                  <a:pt x="9207" y="45015"/>
                </a:lnTo>
                <a:lnTo>
                  <a:pt x="9207" y="45015"/>
                </a:lnTo>
                <a:lnTo>
                  <a:pt x="9207" y="45015"/>
                </a:lnTo>
                <a:lnTo>
                  <a:pt x="9207" y="45015"/>
                </a:lnTo>
                <a:lnTo>
                  <a:pt x="9207" y="45015"/>
                </a:lnTo>
                <a:lnTo>
                  <a:pt x="9207" y="45015"/>
                </a:lnTo>
                <a:lnTo>
                  <a:pt x="9207" y="45015"/>
                </a:lnTo>
                <a:lnTo>
                  <a:pt x="9208" y="45015"/>
                </a:lnTo>
                <a:lnTo>
                  <a:pt x="9208" y="45015"/>
                </a:lnTo>
                <a:lnTo>
                  <a:pt x="9208" y="45015"/>
                </a:lnTo>
                <a:lnTo>
                  <a:pt x="9208" y="45015"/>
                </a:lnTo>
                <a:lnTo>
                  <a:pt x="9208" y="45015"/>
                </a:lnTo>
                <a:lnTo>
                  <a:pt x="9208" y="45015"/>
                </a:lnTo>
                <a:lnTo>
                  <a:pt x="9208" y="45015"/>
                </a:lnTo>
                <a:lnTo>
                  <a:pt x="9209" y="45015"/>
                </a:lnTo>
                <a:lnTo>
                  <a:pt x="9209" y="45015"/>
                </a:lnTo>
                <a:lnTo>
                  <a:pt x="9209" y="45015"/>
                </a:lnTo>
                <a:lnTo>
                  <a:pt x="9209" y="45015"/>
                </a:lnTo>
                <a:lnTo>
                  <a:pt x="9209" y="45015"/>
                </a:lnTo>
                <a:lnTo>
                  <a:pt x="9209" y="45015"/>
                </a:lnTo>
                <a:lnTo>
                  <a:pt x="9209" y="45015"/>
                </a:lnTo>
                <a:lnTo>
                  <a:pt x="9210" y="45015"/>
                </a:lnTo>
                <a:lnTo>
                  <a:pt x="9210" y="45015"/>
                </a:lnTo>
                <a:lnTo>
                  <a:pt x="9210" y="45015"/>
                </a:lnTo>
                <a:lnTo>
                  <a:pt x="9210" y="45015"/>
                </a:lnTo>
                <a:lnTo>
                  <a:pt x="9210" y="45015"/>
                </a:lnTo>
                <a:lnTo>
                  <a:pt x="9210" y="45015"/>
                </a:lnTo>
                <a:lnTo>
                  <a:pt x="9210" y="45015"/>
                </a:lnTo>
                <a:lnTo>
                  <a:pt x="9211" y="45015"/>
                </a:lnTo>
                <a:lnTo>
                  <a:pt x="9211" y="45015"/>
                </a:lnTo>
                <a:lnTo>
                  <a:pt x="9211" y="45015"/>
                </a:lnTo>
                <a:lnTo>
                  <a:pt x="9211" y="45015"/>
                </a:lnTo>
                <a:lnTo>
                  <a:pt x="9211" y="45015"/>
                </a:lnTo>
                <a:lnTo>
                  <a:pt x="9211" y="45015"/>
                </a:lnTo>
                <a:lnTo>
                  <a:pt x="9211" y="45015"/>
                </a:lnTo>
                <a:lnTo>
                  <a:pt x="9212" y="45015"/>
                </a:lnTo>
                <a:lnTo>
                  <a:pt x="9212" y="45015"/>
                </a:lnTo>
                <a:lnTo>
                  <a:pt x="9212" y="45015"/>
                </a:lnTo>
                <a:lnTo>
                  <a:pt x="9212" y="45015"/>
                </a:lnTo>
                <a:lnTo>
                  <a:pt x="9212" y="45015"/>
                </a:lnTo>
                <a:lnTo>
                  <a:pt x="9212" y="45015"/>
                </a:lnTo>
                <a:lnTo>
                  <a:pt x="9212" y="45015"/>
                </a:lnTo>
                <a:lnTo>
                  <a:pt x="9213" y="45015"/>
                </a:lnTo>
                <a:lnTo>
                  <a:pt x="9213" y="45015"/>
                </a:lnTo>
                <a:lnTo>
                  <a:pt x="9213" y="45015"/>
                </a:lnTo>
                <a:lnTo>
                  <a:pt x="9213" y="45015"/>
                </a:lnTo>
                <a:lnTo>
                  <a:pt x="9213" y="45015"/>
                </a:lnTo>
                <a:lnTo>
                  <a:pt x="9213" y="45015"/>
                </a:lnTo>
                <a:lnTo>
                  <a:pt x="9213" y="45015"/>
                </a:lnTo>
                <a:lnTo>
                  <a:pt x="9214" y="45015"/>
                </a:lnTo>
                <a:lnTo>
                  <a:pt x="9214" y="45015"/>
                </a:lnTo>
                <a:lnTo>
                  <a:pt x="9214" y="45015"/>
                </a:lnTo>
                <a:lnTo>
                  <a:pt x="9214" y="45015"/>
                </a:lnTo>
                <a:lnTo>
                  <a:pt x="9214" y="45015"/>
                </a:lnTo>
                <a:lnTo>
                  <a:pt x="9214" y="45015"/>
                </a:lnTo>
                <a:lnTo>
                  <a:pt x="9214" y="45015"/>
                </a:lnTo>
                <a:lnTo>
                  <a:pt x="9214" y="45015"/>
                </a:lnTo>
                <a:lnTo>
                  <a:pt x="9215" y="45015"/>
                </a:lnTo>
                <a:lnTo>
                  <a:pt x="9215" y="45015"/>
                </a:lnTo>
                <a:lnTo>
                  <a:pt x="9215" y="45015"/>
                </a:lnTo>
                <a:lnTo>
                  <a:pt x="9215" y="45015"/>
                </a:lnTo>
                <a:lnTo>
                  <a:pt x="9215" y="45015"/>
                </a:lnTo>
                <a:lnTo>
                  <a:pt x="9215" y="45015"/>
                </a:lnTo>
                <a:lnTo>
                  <a:pt x="9215" y="45015"/>
                </a:lnTo>
                <a:lnTo>
                  <a:pt x="9216" y="45015"/>
                </a:lnTo>
                <a:lnTo>
                  <a:pt x="9216" y="45015"/>
                </a:lnTo>
                <a:lnTo>
                  <a:pt x="9216" y="45015"/>
                </a:lnTo>
                <a:lnTo>
                  <a:pt x="9216" y="45015"/>
                </a:lnTo>
                <a:lnTo>
                  <a:pt x="9216" y="45015"/>
                </a:lnTo>
                <a:lnTo>
                  <a:pt x="9216" y="45015"/>
                </a:lnTo>
                <a:lnTo>
                  <a:pt x="9216" y="45015"/>
                </a:lnTo>
                <a:lnTo>
                  <a:pt x="9217" y="45015"/>
                </a:lnTo>
                <a:lnTo>
                  <a:pt x="9217" y="45015"/>
                </a:lnTo>
                <a:lnTo>
                  <a:pt x="9217" y="45015"/>
                </a:lnTo>
                <a:lnTo>
                  <a:pt x="9217" y="45015"/>
                </a:lnTo>
                <a:lnTo>
                  <a:pt x="9217" y="45015"/>
                </a:lnTo>
                <a:lnTo>
                  <a:pt x="9217" y="45015"/>
                </a:lnTo>
                <a:lnTo>
                  <a:pt x="9217" y="45015"/>
                </a:lnTo>
                <a:lnTo>
                  <a:pt x="9218" y="45015"/>
                </a:lnTo>
                <a:lnTo>
                  <a:pt x="9218" y="45015"/>
                </a:lnTo>
                <a:lnTo>
                  <a:pt x="9218" y="45015"/>
                </a:lnTo>
                <a:lnTo>
                  <a:pt x="9218" y="45015"/>
                </a:lnTo>
                <a:lnTo>
                  <a:pt x="9218" y="45015"/>
                </a:lnTo>
                <a:lnTo>
                  <a:pt x="9218" y="45015"/>
                </a:lnTo>
                <a:lnTo>
                  <a:pt x="9218" y="45015"/>
                </a:lnTo>
                <a:lnTo>
                  <a:pt x="9219" y="45015"/>
                </a:lnTo>
                <a:lnTo>
                  <a:pt x="9219" y="45015"/>
                </a:lnTo>
                <a:lnTo>
                  <a:pt x="9219" y="45015"/>
                </a:lnTo>
                <a:lnTo>
                  <a:pt x="9219" y="45015"/>
                </a:lnTo>
                <a:lnTo>
                  <a:pt x="9219" y="45015"/>
                </a:lnTo>
                <a:lnTo>
                  <a:pt x="9219" y="45015"/>
                </a:lnTo>
                <a:lnTo>
                  <a:pt x="9219" y="45015"/>
                </a:lnTo>
                <a:lnTo>
                  <a:pt x="9220" y="45015"/>
                </a:lnTo>
                <a:lnTo>
                  <a:pt x="9220" y="45015"/>
                </a:lnTo>
                <a:lnTo>
                  <a:pt x="9220" y="45015"/>
                </a:lnTo>
                <a:lnTo>
                  <a:pt x="9220" y="45015"/>
                </a:lnTo>
                <a:lnTo>
                  <a:pt x="9220" y="45015"/>
                </a:lnTo>
                <a:lnTo>
                  <a:pt x="9220" y="45015"/>
                </a:lnTo>
                <a:lnTo>
                  <a:pt x="9220" y="45015"/>
                </a:lnTo>
                <a:lnTo>
                  <a:pt x="9221" y="45015"/>
                </a:lnTo>
                <a:lnTo>
                  <a:pt x="9221" y="45015"/>
                </a:lnTo>
                <a:lnTo>
                  <a:pt x="9221" y="45015"/>
                </a:lnTo>
                <a:lnTo>
                  <a:pt x="9221" y="45015"/>
                </a:lnTo>
                <a:lnTo>
                  <a:pt x="9221" y="45015"/>
                </a:lnTo>
                <a:lnTo>
                  <a:pt x="9221" y="45015"/>
                </a:lnTo>
                <a:lnTo>
                  <a:pt x="9221" y="45015"/>
                </a:lnTo>
                <a:lnTo>
                  <a:pt x="9221" y="45015"/>
                </a:lnTo>
                <a:lnTo>
                  <a:pt x="9222" y="45015"/>
                </a:lnTo>
                <a:lnTo>
                  <a:pt x="9222" y="45015"/>
                </a:lnTo>
                <a:lnTo>
                  <a:pt x="9222" y="45015"/>
                </a:lnTo>
                <a:lnTo>
                  <a:pt x="9222" y="45015"/>
                </a:lnTo>
                <a:lnTo>
                  <a:pt x="9222" y="45015"/>
                </a:lnTo>
                <a:lnTo>
                  <a:pt x="9222" y="45015"/>
                </a:lnTo>
                <a:lnTo>
                  <a:pt x="9222" y="45015"/>
                </a:lnTo>
                <a:lnTo>
                  <a:pt x="9223" y="45015"/>
                </a:lnTo>
                <a:lnTo>
                  <a:pt x="9223" y="45015"/>
                </a:lnTo>
                <a:lnTo>
                  <a:pt x="9223" y="45015"/>
                </a:lnTo>
                <a:lnTo>
                  <a:pt x="9223" y="45015"/>
                </a:lnTo>
                <a:lnTo>
                  <a:pt x="9223" y="45015"/>
                </a:lnTo>
                <a:lnTo>
                  <a:pt x="9223" y="45015"/>
                </a:lnTo>
                <a:lnTo>
                  <a:pt x="9223" y="45015"/>
                </a:lnTo>
                <a:lnTo>
                  <a:pt x="9224" y="45015"/>
                </a:lnTo>
                <a:lnTo>
                  <a:pt x="9224" y="45015"/>
                </a:lnTo>
                <a:lnTo>
                  <a:pt x="9224" y="45015"/>
                </a:lnTo>
                <a:lnTo>
                  <a:pt x="9224" y="45015"/>
                </a:lnTo>
                <a:lnTo>
                  <a:pt x="9224" y="45015"/>
                </a:lnTo>
                <a:lnTo>
                  <a:pt x="9224" y="45015"/>
                </a:lnTo>
                <a:lnTo>
                  <a:pt x="9224" y="45015"/>
                </a:lnTo>
                <a:lnTo>
                  <a:pt x="9225" y="45015"/>
                </a:lnTo>
                <a:lnTo>
                  <a:pt x="9225" y="45015"/>
                </a:lnTo>
                <a:lnTo>
                  <a:pt x="9225" y="45015"/>
                </a:lnTo>
                <a:lnTo>
                  <a:pt x="9225" y="45015"/>
                </a:lnTo>
                <a:lnTo>
                  <a:pt x="9225" y="45015"/>
                </a:lnTo>
                <a:lnTo>
                  <a:pt x="9225" y="45015"/>
                </a:lnTo>
                <a:lnTo>
                  <a:pt x="9225" y="45015"/>
                </a:lnTo>
                <a:lnTo>
                  <a:pt x="9226" y="45015"/>
                </a:lnTo>
                <a:lnTo>
                  <a:pt x="9226" y="45015"/>
                </a:lnTo>
                <a:lnTo>
                  <a:pt x="9226" y="45015"/>
                </a:lnTo>
                <a:lnTo>
                  <a:pt x="9226" y="45015"/>
                </a:lnTo>
                <a:lnTo>
                  <a:pt x="9226" y="45015"/>
                </a:lnTo>
                <a:lnTo>
                  <a:pt x="9226" y="45015"/>
                </a:lnTo>
                <a:lnTo>
                  <a:pt x="9226" y="45015"/>
                </a:lnTo>
                <a:lnTo>
                  <a:pt x="9227" y="45015"/>
                </a:lnTo>
                <a:lnTo>
                  <a:pt x="9227" y="45015"/>
                </a:lnTo>
                <a:lnTo>
                  <a:pt x="9227" y="45015"/>
                </a:lnTo>
                <a:lnTo>
                  <a:pt x="9227" y="45015"/>
                </a:lnTo>
                <a:lnTo>
                  <a:pt x="9227" y="45015"/>
                </a:lnTo>
                <a:lnTo>
                  <a:pt x="9227" y="45015"/>
                </a:lnTo>
                <a:lnTo>
                  <a:pt x="9227" y="45015"/>
                </a:lnTo>
                <a:lnTo>
                  <a:pt x="9227" y="45015"/>
                </a:lnTo>
                <a:lnTo>
                  <a:pt x="9228" y="45015"/>
                </a:lnTo>
                <a:lnTo>
                  <a:pt x="9228" y="45015"/>
                </a:lnTo>
                <a:lnTo>
                  <a:pt x="9228" y="45015"/>
                </a:lnTo>
                <a:lnTo>
                  <a:pt x="9228" y="45015"/>
                </a:lnTo>
                <a:lnTo>
                  <a:pt x="9228" y="45015"/>
                </a:lnTo>
                <a:lnTo>
                  <a:pt x="9228" y="45015"/>
                </a:lnTo>
                <a:lnTo>
                  <a:pt x="9228" y="45015"/>
                </a:lnTo>
                <a:lnTo>
                  <a:pt x="9229" y="45015"/>
                </a:lnTo>
                <a:lnTo>
                  <a:pt x="9229" y="45015"/>
                </a:lnTo>
                <a:lnTo>
                  <a:pt x="9229" y="45015"/>
                </a:lnTo>
                <a:lnTo>
                  <a:pt x="9229" y="45015"/>
                </a:lnTo>
                <a:lnTo>
                  <a:pt x="9229" y="45015"/>
                </a:lnTo>
                <a:lnTo>
                  <a:pt x="9229" y="45015"/>
                </a:lnTo>
                <a:lnTo>
                  <a:pt x="9229" y="45015"/>
                </a:lnTo>
                <a:lnTo>
                  <a:pt x="9230" y="45015"/>
                </a:lnTo>
                <a:lnTo>
                  <a:pt x="9230" y="45015"/>
                </a:lnTo>
                <a:lnTo>
                  <a:pt x="9230" y="45015"/>
                </a:lnTo>
                <a:lnTo>
                  <a:pt x="9230" y="45015"/>
                </a:lnTo>
                <a:lnTo>
                  <a:pt x="9230" y="45015"/>
                </a:lnTo>
                <a:lnTo>
                  <a:pt x="9230" y="45015"/>
                </a:lnTo>
                <a:lnTo>
                  <a:pt x="9230" y="45015"/>
                </a:lnTo>
                <a:lnTo>
                  <a:pt x="9231" y="45015"/>
                </a:lnTo>
                <a:lnTo>
                  <a:pt x="9231" y="45015"/>
                </a:lnTo>
                <a:lnTo>
                  <a:pt x="9231" y="45015"/>
                </a:lnTo>
                <a:lnTo>
                  <a:pt x="9231" y="45015"/>
                </a:lnTo>
                <a:lnTo>
                  <a:pt x="9231" y="45015"/>
                </a:lnTo>
                <a:lnTo>
                  <a:pt x="9231" y="45015"/>
                </a:lnTo>
                <a:lnTo>
                  <a:pt x="9231" y="45015"/>
                </a:lnTo>
                <a:lnTo>
                  <a:pt x="9232" y="45015"/>
                </a:lnTo>
                <a:lnTo>
                  <a:pt x="9232" y="45015"/>
                </a:lnTo>
                <a:lnTo>
                  <a:pt x="9232" y="45015"/>
                </a:lnTo>
                <a:lnTo>
                  <a:pt x="9232" y="45015"/>
                </a:lnTo>
                <a:lnTo>
                  <a:pt x="9232" y="45015"/>
                </a:lnTo>
                <a:lnTo>
                  <a:pt x="9232" y="45015"/>
                </a:lnTo>
                <a:lnTo>
                  <a:pt x="9232" y="45015"/>
                </a:lnTo>
                <a:lnTo>
                  <a:pt x="9232" y="45015"/>
                </a:lnTo>
                <a:lnTo>
                  <a:pt x="9233" y="45015"/>
                </a:lnTo>
                <a:lnTo>
                  <a:pt x="9233" y="45015"/>
                </a:lnTo>
                <a:lnTo>
                  <a:pt x="9233" y="45015"/>
                </a:lnTo>
                <a:lnTo>
                  <a:pt x="9233" y="45015"/>
                </a:lnTo>
                <a:lnTo>
                  <a:pt x="9233" y="45015"/>
                </a:lnTo>
                <a:lnTo>
                  <a:pt x="9233" y="45015"/>
                </a:lnTo>
                <a:lnTo>
                  <a:pt x="9233" y="45015"/>
                </a:lnTo>
                <a:lnTo>
                  <a:pt x="9234" y="45015"/>
                </a:lnTo>
                <a:lnTo>
                  <a:pt x="9234" y="45015"/>
                </a:lnTo>
                <a:lnTo>
                  <a:pt x="9234" y="45015"/>
                </a:lnTo>
                <a:lnTo>
                  <a:pt x="9234" y="45015"/>
                </a:lnTo>
                <a:lnTo>
                  <a:pt x="9234" y="45015"/>
                </a:lnTo>
                <a:lnTo>
                  <a:pt x="9234" y="45015"/>
                </a:lnTo>
                <a:lnTo>
                  <a:pt x="9234" y="45015"/>
                </a:lnTo>
                <a:lnTo>
                  <a:pt x="9235" y="45015"/>
                </a:lnTo>
                <a:lnTo>
                  <a:pt x="9235" y="45015"/>
                </a:lnTo>
                <a:lnTo>
                  <a:pt x="9235" y="45015"/>
                </a:lnTo>
                <a:lnTo>
                  <a:pt x="9235" y="45015"/>
                </a:lnTo>
                <a:lnTo>
                  <a:pt x="9235" y="45015"/>
                </a:lnTo>
                <a:lnTo>
                  <a:pt x="9235" y="45015"/>
                </a:lnTo>
                <a:lnTo>
                  <a:pt x="9235" y="45015"/>
                </a:lnTo>
                <a:lnTo>
                  <a:pt x="9236" y="45015"/>
                </a:lnTo>
                <a:lnTo>
                  <a:pt x="9236" y="45015"/>
                </a:lnTo>
                <a:lnTo>
                  <a:pt x="9236" y="45015"/>
                </a:lnTo>
                <a:lnTo>
                  <a:pt x="9236" y="45015"/>
                </a:lnTo>
                <a:lnTo>
                  <a:pt x="9236" y="45015"/>
                </a:lnTo>
                <a:lnTo>
                  <a:pt x="9236" y="45015"/>
                </a:lnTo>
                <a:lnTo>
                  <a:pt x="9236" y="45015"/>
                </a:lnTo>
                <a:lnTo>
                  <a:pt x="9237" y="45015"/>
                </a:lnTo>
                <a:lnTo>
                  <a:pt x="9237" y="45015"/>
                </a:lnTo>
                <a:lnTo>
                  <a:pt x="9237" y="45015"/>
                </a:lnTo>
                <a:lnTo>
                  <a:pt x="9237" y="45015"/>
                </a:lnTo>
                <a:lnTo>
                  <a:pt x="9237" y="45015"/>
                </a:lnTo>
                <a:lnTo>
                  <a:pt x="9237" y="45015"/>
                </a:lnTo>
                <a:lnTo>
                  <a:pt x="9237" y="45015"/>
                </a:lnTo>
                <a:lnTo>
                  <a:pt x="9238" y="45015"/>
                </a:lnTo>
                <a:lnTo>
                  <a:pt x="9238" y="45015"/>
                </a:lnTo>
                <a:lnTo>
                  <a:pt x="9238" y="45015"/>
                </a:lnTo>
                <a:lnTo>
                  <a:pt x="9238" y="45015"/>
                </a:lnTo>
                <a:lnTo>
                  <a:pt x="9238" y="45015"/>
                </a:lnTo>
                <a:lnTo>
                  <a:pt x="9238" y="45015"/>
                </a:lnTo>
                <a:lnTo>
                  <a:pt x="9238" y="45015"/>
                </a:lnTo>
                <a:lnTo>
                  <a:pt x="9238" y="45015"/>
                </a:lnTo>
                <a:lnTo>
                  <a:pt x="9239" y="45015"/>
                </a:lnTo>
                <a:lnTo>
                  <a:pt x="9239" y="45015"/>
                </a:lnTo>
                <a:lnTo>
                  <a:pt x="9239" y="45015"/>
                </a:lnTo>
                <a:lnTo>
                  <a:pt x="9239" y="45015"/>
                </a:lnTo>
                <a:lnTo>
                  <a:pt x="9239" y="45015"/>
                </a:lnTo>
                <a:lnTo>
                  <a:pt x="9239" y="45015"/>
                </a:lnTo>
                <a:lnTo>
                  <a:pt x="9239" y="45015"/>
                </a:lnTo>
                <a:lnTo>
                  <a:pt x="9240" y="45015"/>
                </a:lnTo>
                <a:lnTo>
                  <a:pt x="9240" y="45015"/>
                </a:lnTo>
                <a:lnTo>
                  <a:pt x="9240" y="45015"/>
                </a:lnTo>
                <a:lnTo>
                  <a:pt x="9240" y="45015"/>
                </a:lnTo>
                <a:lnTo>
                  <a:pt x="9240" y="45015"/>
                </a:lnTo>
                <a:lnTo>
                  <a:pt x="9240" y="45015"/>
                </a:lnTo>
                <a:lnTo>
                  <a:pt x="9240" y="45015"/>
                </a:lnTo>
                <a:lnTo>
                  <a:pt x="9241" y="45015"/>
                </a:lnTo>
                <a:lnTo>
                  <a:pt x="9241" y="45015"/>
                </a:lnTo>
                <a:lnTo>
                  <a:pt x="9241" y="45015"/>
                </a:lnTo>
                <a:lnTo>
                  <a:pt x="9241" y="45015"/>
                </a:lnTo>
                <a:lnTo>
                  <a:pt x="9241" y="45015"/>
                </a:lnTo>
                <a:lnTo>
                  <a:pt x="9241" y="45015"/>
                </a:lnTo>
                <a:lnTo>
                  <a:pt x="9241" y="45015"/>
                </a:lnTo>
                <a:lnTo>
                  <a:pt x="9242" y="45015"/>
                </a:lnTo>
                <a:lnTo>
                  <a:pt x="9242" y="45015"/>
                </a:lnTo>
                <a:lnTo>
                  <a:pt x="9242" y="45015"/>
                </a:lnTo>
                <a:lnTo>
                  <a:pt x="9242" y="45015"/>
                </a:lnTo>
                <a:lnTo>
                  <a:pt x="9242" y="45015"/>
                </a:lnTo>
                <a:lnTo>
                  <a:pt x="9242" y="45015"/>
                </a:lnTo>
                <a:lnTo>
                  <a:pt x="9242" y="45015"/>
                </a:lnTo>
                <a:lnTo>
                  <a:pt x="9243" y="45015"/>
                </a:lnTo>
                <a:lnTo>
                  <a:pt x="9243" y="45015"/>
                </a:lnTo>
                <a:lnTo>
                  <a:pt x="9243" y="45015"/>
                </a:lnTo>
                <a:lnTo>
                  <a:pt x="9243" y="45015"/>
                </a:lnTo>
                <a:lnTo>
                  <a:pt x="9243" y="45015"/>
                </a:lnTo>
                <a:lnTo>
                  <a:pt x="9243" y="45015"/>
                </a:lnTo>
                <a:lnTo>
                  <a:pt x="9243" y="45015"/>
                </a:lnTo>
                <a:lnTo>
                  <a:pt x="9243" y="45015"/>
                </a:lnTo>
                <a:lnTo>
                  <a:pt x="9244" y="45015"/>
                </a:lnTo>
                <a:lnTo>
                  <a:pt x="9244" y="45015"/>
                </a:lnTo>
                <a:lnTo>
                  <a:pt x="9244" y="45015"/>
                </a:lnTo>
                <a:lnTo>
                  <a:pt x="9244" y="45015"/>
                </a:lnTo>
                <a:lnTo>
                  <a:pt x="9244" y="45015"/>
                </a:lnTo>
                <a:lnTo>
                  <a:pt x="9244" y="45015"/>
                </a:lnTo>
                <a:lnTo>
                  <a:pt x="9244" y="45015"/>
                </a:lnTo>
                <a:lnTo>
                  <a:pt x="9245" y="45015"/>
                </a:lnTo>
                <a:lnTo>
                  <a:pt x="9245" y="45015"/>
                </a:lnTo>
                <a:lnTo>
                  <a:pt x="9245" y="45015"/>
                </a:lnTo>
                <a:lnTo>
                  <a:pt x="9245" y="45015"/>
                </a:lnTo>
                <a:lnTo>
                  <a:pt x="9245" y="45015"/>
                </a:lnTo>
                <a:lnTo>
                  <a:pt x="9245" y="45015"/>
                </a:lnTo>
                <a:lnTo>
                  <a:pt x="9245" y="45015"/>
                </a:lnTo>
                <a:lnTo>
                  <a:pt x="9246" y="45015"/>
                </a:lnTo>
                <a:lnTo>
                  <a:pt x="9246" y="45015"/>
                </a:lnTo>
                <a:lnTo>
                  <a:pt x="9246" y="45015"/>
                </a:lnTo>
                <a:lnTo>
                  <a:pt x="9246" y="45015"/>
                </a:lnTo>
                <a:lnTo>
                  <a:pt x="9246" y="45015"/>
                </a:lnTo>
                <a:lnTo>
                  <a:pt x="9246" y="45015"/>
                </a:lnTo>
                <a:lnTo>
                  <a:pt x="9246" y="45015"/>
                </a:lnTo>
                <a:lnTo>
                  <a:pt x="9247" y="45015"/>
                </a:lnTo>
                <a:lnTo>
                  <a:pt x="9247" y="45015"/>
                </a:lnTo>
                <a:lnTo>
                  <a:pt x="9247" y="45015"/>
                </a:lnTo>
                <a:lnTo>
                  <a:pt x="9247" y="45015"/>
                </a:lnTo>
                <a:lnTo>
                  <a:pt x="9247" y="45015"/>
                </a:lnTo>
                <a:lnTo>
                  <a:pt x="9247" y="45015"/>
                </a:lnTo>
                <a:lnTo>
                  <a:pt x="9247" y="45015"/>
                </a:lnTo>
                <a:lnTo>
                  <a:pt x="9247" y="45015"/>
                </a:lnTo>
                <a:lnTo>
                  <a:pt x="9248" y="45015"/>
                </a:lnTo>
                <a:lnTo>
                  <a:pt x="9248" y="45015"/>
                </a:lnTo>
                <a:lnTo>
                  <a:pt x="9248" y="45015"/>
                </a:lnTo>
                <a:lnTo>
                  <a:pt x="9248" y="45015"/>
                </a:lnTo>
                <a:lnTo>
                  <a:pt x="9248" y="45015"/>
                </a:lnTo>
                <a:lnTo>
                  <a:pt x="9248" y="45015"/>
                </a:lnTo>
                <a:lnTo>
                  <a:pt x="9248" y="45015"/>
                </a:lnTo>
                <a:lnTo>
                  <a:pt x="9249" y="45015"/>
                </a:lnTo>
                <a:lnTo>
                  <a:pt x="9249" y="45015"/>
                </a:lnTo>
                <a:lnTo>
                  <a:pt x="9249" y="45015"/>
                </a:lnTo>
                <a:lnTo>
                  <a:pt x="9249" y="45015"/>
                </a:lnTo>
                <a:lnTo>
                  <a:pt x="9249" y="45015"/>
                </a:lnTo>
                <a:lnTo>
                  <a:pt x="9249" y="45015"/>
                </a:lnTo>
                <a:lnTo>
                  <a:pt x="9249" y="45015"/>
                </a:lnTo>
                <a:lnTo>
                  <a:pt x="9250" y="45015"/>
                </a:lnTo>
                <a:lnTo>
                  <a:pt x="9250" y="45015"/>
                </a:lnTo>
                <a:lnTo>
                  <a:pt x="9250" y="45015"/>
                </a:lnTo>
                <a:lnTo>
                  <a:pt x="9250" y="45015"/>
                </a:lnTo>
                <a:lnTo>
                  <a:pt x="9250" y="45015"/>
                </a:lnTo>
                <a:lnTo>
                  <a:pt x="9250" y="45015"/>
                </a:lnTo>
                <a:lnTo>
                  <a:pt x="9250" y="45015"/>
                </a:lnTo>
                <a:lnTo>
                  <a:pt x="9251" y="45015"/>
                </a:lnTo>
                <a:lnTo>
                  <a:pt x="9251" y="45015"/>
                </a:lnTo>
                <a:lnTo>
                  <a:pt x="9251" y="45015"/>
                </a:lnTo>
                <a:lnTo>
                  <a:pt x="9251" y="45015"/>
                </a:lnTo>
                <a:lnTo>
                  <a:pt x="9251" y="45015"/>
                </a:lnTo>
                <a:lnTo>
                  <a:pt x="9251" y="45015"/>
                </a:lnTo>
                <a:lnTo>
                  <a:pt x="9251" y="45015"/>
                </a:lnTo>
                <a:lnTo>
                  <a:pt x="9252" y="45015"/>
                </a:lnTo>
                <a:lnTo>
                  <a:pt x="9252" y="45015"/>
                </a:lnTo>
                <a:lnTo>
                  <a:pt x="9252" y="45015"/>
                </a:lnTo>
                <a:lnTo>
                  <a:pt x="9252" y="45015"/>
                </a:lnTo>
                <a:lnTo>
                  <a:pt x="9252" y="45015"/>
                </a:lnTo>
                <a:lnTo>
                  <a:pt x="9252" y="45015"/>
                </a:lnTo>
                <a:lnTo>
                  <a:pt x="9252" y="45015"/>
                </a:lnTo>
                <a:lnTo>
                  <a:pt x="9252" y="45015"/>
                </a:lnTo>
                <a:lnTo>
                  <a:pt x="9253" y="45015"/>
                </a:lnTo>
                <a:lnTo>
                  <a:pt x="9253" y="45015"/>
                </a:lnTo>
                <a:lnTo>
                  <a:pt x="9253" y="45015"/>
                </a:lnTo>
                <a:lnTo>
                  <a:pt x="9253" y="45015"/>
                </a:lnTo>
                <a:lnTo>
                  <a:pt x="9253" y="45015"/>
                </a:lnTo>
                <a:lnTo>
                  <a:pt x="9253" y="45015"/>
                </a:lnTo>
                <a:lnTo>
                  <a:pt x="9253" y="45015"/>
                </a:lnTo>
                <a:lnTo>
                  <a:pt x="9254" y="45015"/>
                </a:lnTo>
                <a:lnTo>
                  <a:pt x="9254" y="45015"/>
                </a:lnTo>
                <a:lnTo>
                  <a:pt x="9254" y="45015"/>
                </a:lnTo>
                <a:lnTo>
                  <a:pt x="9254" y="45015"/>
                </a:lnTo>
                <a:lnTo>
                  <a:pt x="9254" y="45015"/>
                </a:lnTo>
                <a:lnTo>
                  <a:pt x="9254" y="45015"/>
                </a:lnTo>
                <a:lnTo>
                  <a:pt x="9254" y="45015"/>
                </a:lnTo>
                <a:lnTo>
                  <a:pt x="9255" y="45015"/>
                </a:lnTo>
                <a:lnTo>
                  <a:pt x="9255" y="45015"/>
                </a:lnTo>
                <a:lnTo>
                  <a:pt x="9255" y="45015"/>
                </a:lnTo>
                <a:lnTo>
                  <a:pt x="9255" y="45015"/>
                </a:lnTo>
                <a:lnTo>
                  <a:pt x="9255" y="45015"/>
                </a:lnTo>
                <a:lnTo>
                  <a:pt x="9255" y="45015"/>
                </a:lnTo>
                <a:lnTo>
                  <a:pt x="9255" y="45015"/>
                </a:lnTo>
                <a:lnTo>
                  <a:pt x="9256" y="45015"/>
                </a:lnTo>
                <a:lnTo>
                  <a:pt x="9256" y="45015"/>
                </a:lnTo>
                <a:lnTo>
                  <a:pt x="9256" y="45015"/>
                </a:lnTo>
                <a:lnTo>
                  <a:pt x="9256" y="45015"/>
                </a:lnTo>
                <a:lnTo>
                  <a:pt x="9256" y="45015"/>
                </a:lnTo>
                <a:lnTo>
                  <a:pt x="9256" y="45015"/>
                </a:lnTo>
                <a:lnTo>
                  <a:pt x="9256" y="45015"/>
                </a:lnTo>
                <a:lnTo>
                  <a:pt x="9256" y="45015"/>
                </a:lnTo>
                <a:lnTo>
                  <a:pt x="9257" y="45015"/>
                </a:lnTo>
                <a:lnTo>
                  <a:pt x="9257" y="45015"/>
                </a:lnTo>
                <a:lnTo>
                  <a:pt x="9257" y="45015"/>
                </a:lnTo>
                <a:lnTo>
                  <a:pt x="9257" y="45015"/>
                </a:lnTo>
                <a:lnTo>
                  <a:pt x="9257" y="45015"/>
                </a:lnTo>
                <a:lnTo>
                  <a:pt x="9257" y="45015"/>
                </a:lnTo>
                <a:lnTo>
                  <a:pt x="9257" y="45015"/>
                </a:lnTo>
                <a:lnTo>
                  <a:pt x="9258" y="45015"/>
                </a:lnTo>
                <a:lnTo>
                  <a:pt x="9258" y="45015"/>
                </a:lnTo>
                <a:lnTo>
                  <a:pt x="9258" y="45015"/>
                </a:lnTo>
                <a:lnTo>
                  <a:pt x="9258" y="45015"/>
                </a:lnTo>
                <a:lnTo>
                  <a:pt x="9258" y="45015"/>
                </a:lnTo>
                <a:lnTo>
                  <a:pt x="9258" y="45015"/>
                </a:lnTo>
                <a:lnTo>
                  <a:pt x="9258" y="45015"/>
                </a:lnTo>
                <a:lnTo>
                  <a:pt x="9259" y="45015"/>
                </a:lnTo>
                <a:lnTo>
                  <a:pt x="9259" y="45015"/>
                </a:lnTo>
                <a:lnTo>
                  <a:pt x="9259" y="45015"/>
                </a:lnTo>
                <a:lnTo>
                  <a:pt x="9259" y="45015"/>
                </a:lnTo>
                <a:lnTo>
                  <a:pt x="9259" y="45015"/>
                </a:lnTo>
                <a:lnTo>
                  <a:pt x="9259" y="45015"/>
                </a:lnTo>
                <a:lnTo>
                  <a:pt x="9259" y="45015"/>
                </a:lnTo>
                <a:lnTo>
                  <a:pt x="9260" y="45015"/>
                </a:lnTo>
                <a:lnTo>
                  <a:pt x="9260" y="45015"/>
                </a:lnTo>
                <a:lnTo>
                  <a:pt x="9260" y="45015"/>
                </a:lnTo>
                <a:lnTo>
                  <a:pt x="9260" y="45015"/>
                </a:lnTo>
                <a:lnTo>
                  <a:pt x="9260" y="45015"/>
                </a:lnTo>
                <a:lnTo>
                  <a:pt x="9260" y="45015"/>
                </a:lnTo>
                <a:lnTo>
                  <a:pt x="9260" y="45015"/>
                </a:lnTo>
                <a:lnTo>
                  <a:pt x="9260" y="45015"/>
                </a:lnTo>
                <a:lnTo>
                  <a:pt x="9261" y="45015"/>
                </a:lnTo>
                <a:lnTo>
                  <a:pt x="9261" y="45015"/>
                </a:lnTo>
                <a:lnTo>
                  <a:pt x="9261" y="45015"/>
                </a:lnTo>
                <a:lnTo>
                  <a:pt x="9261" y="45015"/>
                </a:lnTo>
                <a:lnTo>
                  <a:pt x="9261" y="45015"/>
                </a:lnTo>
                <a:lnTo>
                  <a:pt x="9261" y="45015"/>
                </a:lnTo>
                <a:lnTo>
                  <a:pt x="9261" y="45015"/>
                </a:lnTo>
                <a:lnTo>
                  <a:pt x="9262" y="45015"/>
                </a:lnTo>
                <a:lnTo>
                  <a:pt x="9262" y="45015"/>
                </a:lnTo>
                <a:lnTo>
                  <a:pt x="9262" y="45015"/>
                </a:lnTo>
                <a:lnTo>
                  <a:pt x="9262" y="45015"/>
                </a:lnTo>
                <a:lnTo>
                  <a:pt x="9262" y="45015"/>
                </a:lnTo>
                <a:lnTo>
                  <a:pt x="9262" y="45015"/>
                </a:lnTo>
                <a:lnTo>
                  <a:pt x="9262" y="45015"/>
                </a:lnTo>
                <a:lnTo>
                  <a:pt x="9263" y="45015"/>
                </a:lnTo>
                <a:lnTo>
                  <a:pt x="9263" y="45015"/>
                </a:lnTo>
                <a:lnTo>
                  <a:pt x="9263" y="45015"/>
                </a:lnTo>
                <a:lnTo>
                  <a:pt x="9263" y="45015"/>
                </a:lnTo>
                <a:lnTo>
                  <a:pt x="9263" y="45015"/>
                </a:lnTo>
                <a:lnTo>
                  <a:pt x="9263" y="45015"/>
                </a:lnTo>
                <a:lnTo>
                  <a:pt x="9263" y="45015"/>
                </a:lnTo>
                <a:lnTo>
                  <a:pt x="9264" y="45015"/>
                </a:lnTo>
                <a:lnTo>
                  <a:pt x="9264" y="45015"/>
                </a:lnTo>
                <a:lnTo>
                  <a:pt x="9264" y="45015"/>
                </a:lnTo>
                <a:lnTo>
                  <a:pt x="9264" y="45015"/>
                </a:lnTo>
                <a:lnTo>
                  <a:pt x="9264" y="45015"/>
                </a:lnTo>
                <a:lnTo>
                  <a:pt x="9264" y="45015"/>
                </a:lnTo>
                <a:lnTo>
                  <a:pt x="9264" y="45015"/>
                </a:lnTo>
                <a:lnTo>
                  <a:pt x="9264" y="45015"/>
                </a:lnTo>
                <a:lnTo>
                  <a:pt x="9265" y="45015"/>
                </a:lnTo>
                <a:lnTo>
                  <a:pt x="9265" y="45015"/>
                </a:lnTo>
                <a:lnTo>
                  <a:pt x="9265" y="45015"/>
                </a:lnTo>
                <a:lnTo>
                  <a:pt x="9265" y="45015"/>
                </a:lnTo>
                <a:lnTo>
                  <a:pt x="9265" y="45015"/>
                </a:lnTo>
                <a:lnTo>
                  <a:pt x="9265" y="45015"/>
                </a:lnTo>
                <a:lnTo>
                  <a:pt x="9265" y="45015"/>
                </a:lnTo>
                <a:lnTo>
                  <a:pt x="9266" y="45015"/>
                </a:lnTo>
                <a:lnTo>
                  <a:pt x="9266" y="45015"/>
                </a:lnTo>
                <a:lnTo>
                  <a:pt x="9266" y="45015"/>
                </a:lnTo>
                <a:lnTo>
                  <a:pt x="9266" y="45015"/>
                </a:lnTo>
                <a:lnTo>
                  <a:pt x="9266" y="45015"/>
                </a:lnTo>
                <a:lnTo>
                  <a:pt x="9266" y="45015"/>
                </a:lnTo>
                <a:lnTo>
                  <a:pt x="9266" y="45015"/>
                </a:lnTo>
                <a:lnTo>
                  <a:pt x="9267" y="45015"/>
                </a:lnTo>
                <a:lnTo>
                  <a:pt x="9267" y="45015"/>
                </a:lnTo>
                <a:lnTo>
                  <a:pt x="9267" y="45015"/>
                </a:lnTo>
                <a:lnTo>
                  <a:pt x="9267" y="45015"/>
                </a:lnTo>
                <a:lnTo>
                  <a:pt x="9267" y="45015"/>
                </a:lnTo>
                <a:lnTo>
                  <a:pt x="9267" y="45015"/>
                </a:lnTo>
                <a:lnTo>
                  <a:pt x="9267" y="45015"/>
                </a:lnTo>
                <a:lnTo>
                  <a:pt x="9268" y="45015"/>
                </a:lnTo>
                <a:lnTo>
                  <a:pt x="9268" y="45015"/>
                </a:lnTo>
                <a:lnTo>
                  <a:pt x="9268" y="45015"/>
                </a:lnTo>
                <a:lnTo>
                  <a:pt x="9268" y="45015"/>
                </a:lnTo>
                <a:lnTo>
                  <a:pt x="9268" y="45015"/>
                </a:lnTo>
                <a:lnTo>
                  <a:pt x="9268" y="45015"/>
                </a:lnTo>
                <a:lnTo>
                  <a:pt x="9268" y="45015"/>
                </a:lnTo>
                <a:lnTo>
                  <a:pt x="9268" y="45015"/>
                </a:lnTo>
                <a:lnTo>
                  <a:pt x="9269" y="45015"/>
                </a:lnTo>
                <a:lnTo>
                  <a:pt x="9269" y="45015"/>
                </a:lnTo>
                <a:lnTo>
                  <a:pt x="9269" y="45015"/>
                </a:lnTo>
                <a:lnTo>
                  <a:pt x="9269" y="45015"/>
                </a:lnTo>
                <a:lnTo>
                  <a:pt x="9269" y="45015"/>
                </a:lnTo>
                <a:lnTo>
                  <a:pt x="9269" y="45015"/>
                </a:lnTo>
                <a:lnTo>
                  <a:pt x="9269" y="45015"/>
                </a:lnTo>
                <a:lnTo>
                  <a:pt x="9270" y="45015"/>
                </a:lnTo>
                <a:lnTo>
                  <a:pt x="9270" y="45015"/>
                </a:lnTo>
                <a:lnTo>
                  <a:pt x="9270" y="45015"/>
                </a:lnTo>
                <a:lnTo>
                  <a:pt x="9270" y="45015"/>
                </a:lnTo>
                <a:lnTo>
                  <a:pt x="9270" y="45015"/>
                </a:lnTo>
                <a:lnTo>
                  <a:pt x="9270" y="45015"/>
                </a:lnTo>
                <a:lnTo>
                  <a:pt x="9270" y="45015"/>
                </a:lnTo>
                <a:lnTo>
                  <a:pt x="9271" y="45015"/>
                </a:lnTo>
                <a:lnTo>
                  <a:pt x="9271" y="45015"/>
                </a:lnTo>
                <a:lnTo>
                  <a:pt x="9271" y="45015"/>
                </a:lnTo>
                <a:lnTo>
                  <a:pt x="9271" y="45015"/>
                </a:lnTo>
                <a:lnTo>
                  <a:pt x="9271" y="45015"/>
                </a:lnTo>
                <a:lnTo>
                  <a:pt x="9271" y="45015"/>
                </a:lnTo>
                <a:lnTo>
                  <a:pt x="9271" y="45015"/>
                </a:lnTo>
                <a:lnTo>
                  <a:pt x="9272" y="45015"/>
                </a:lnTo>
                <a:lnTo>
                  <a:pt x="9272" y="45015"/>
                </a:lnTo>
                <a:lnTo>
                  <a:pt x="9272" y="45015"/>
                </a:lnTo>
                <a:lnTo>
                  <a:pt x="9272" y="45015"/>
                </a:lnTo>
                <a:lnTo>
                  <a:pt x="9272" y="45015"/>
                </a:lnTo>
                <a:lnTo>
                  <a:pt x="9272" y="45015"/>
                </a:lnTo>
                <a:lnTo>
                  <a:pt x="9272" y="45015"/>
                </a:lnTo>
                <a:lnTo>
                  <a:pt x="9272" y="45015"/>
                </a:lnTo>
                <a:lnTo>
                  <a:pt x="9273" y="45015"/>
                </a:lnTo>
                <a:lnTo>
                  <a:pt x="9273" y="45015"/>
                </a:lnTo>
                <a:lnTo>
                  <a:pt x="9273" y="45015"/>
                </a:lnTo>
                <a:lnTo>
                  <a:pt x="9273" y="45015"/>
                </a:lnTo>
                <a:lnTo>
                  <a:pt x="9273" y="45015"/>
                </a:lnTo>
                <a:lnTo>
                  <a:pt x="9273" y="45015"/>
                </a:lnTo>
                <a:lnTo>
                  <a:pt x="9273" y="45015"/>
                </a:lnTo>
                <a:lnTo>
                  <a:pt x="9274" y="45015"/>
                </a:lnTo>
                <a:lnTo>
                  <a:pt x="9274" y="45015"/>
                </a:lnTo>
                <a:lnTo>
                  <a:pt x="9274" y="45015"/>
                </a:lnTo>
                <a:lnTo>
                  <a:pt x="9274" y="45015"/>
                </a:lnTo>
                <a:lnTo>
                  <a:pt x="9274" y="45015"/>
                </a:lnTo>
                <a:lnTo>
                  <a:pt x="9274" y="45015"/>
                </a:lnTo>
                <a:lnTo>
                  <a:pt x="9274" y="45015"/>
                </a:lnTo>
                <a:lnTo>
                  <a:pt x="9275" y="45015"/>
                </a:lnTo>
                <a:lnTo>
                  <a:pt x="9275" y="45015"/>
                </a:lnTo>
                <a:lnTo>
                  <a:pt x="9275" y="45015"/>
                </a:lnTo>
                <a:lnTo>
                  <a:pt x="9275" y="45015"/>
                </a:lnTo>
                <a:lnTo>
                  <a:pt x="9275" y="45015"/>
                </a:lnTo>
                <a:lnTo>
                  <a:pt x="9275" y="45015"/>
                </a:lnTo>
                <a:lnTo>
                  <a:pt x="9275" y="45015"/>
                </a:lnTo>
                <a:lnTo>
                  <a:pt x="9275" y="45015"/>
                </a:lnTo>
                <a:lnTo>
                  <a:pt x="9276" y="45015"/>
                </a:lnTo>
                <a:lnTo>
                  <a:pt x="9276" y="45015"/>
                </a:lnTo>
                <a:lnTo>
                  <a:pt x="9276" y="45015"/>
                </a:lnTo>
                <a:lnTo>
                  <a:pt x="9276" y="45015"/>
                </a:lnTo>
                <a:lnTo>
                  <a:pt x="9276" y="45015"/>
                </a:lnTo>
                <a:lnTo>
                  <a:pt x="9276" y="45015"/>
                </a:lnTo>
                <a:lnTo>
                  <a:pt x="9276" y="45015"/>
                </a:lnTo>
                <a:lnTo>
                  <a:pt x="9277" y="45015"/>
                </a:lnTo>
                <a:lnTo>
                  <a:pt x="9277" y="45015"/>
                </a:lnTo>
                <a:lnTo>
                  <a:pt x="9277" y="45015"/>
                </a:lnTo>
                <a:lnTo>
                  <a:pt x="9277" y="45015"/>
                </a:lnTo>
                <a:lnTo>
                  <a:pt x="9277" y="45015"/>
                </a:lnTo>
                <a:lnTo>
                  <a:pt x="9277" y="45015"/>
                </a:lnTo>
                <a:lnTo>
                  <a:pt x="9277" y="45015"/>
                </a:lnTo>
                <a:lnTo>
                  <a:pt x="9278" y="45015"/>
                </a:lnTo>
                <a:lnTo>
                  <a:pt x="9278" y="45015"/>
                </a:lnTo>
                <a:lnTo>
                  <a:pt x="9278" y="45015"/>
                </a:lnTo>
                <a:lnTo>
                  <a:pt x="9278" y="45015"/>
                </a:lnTo>
                <a:lnTo>
                  <a:pt x="9278" y="45015"/>
                </a:lnTo>
                <a:lnTo>
                  <a:pt x="9278" y="45015"/>
                </a:lnTo>
                <a:lnTo>
                  <a:pt x="9278" y="45015"/>
                </a:lnTo>
                <a:lnTo>
                  <a:pt x="9279" y="45015"/>
                </a:lnTo>
                <a:lnTo>
                  <a:pt x="9279" y="45015"/>
                </a:lnTo>
                <a:lnTo>
                  <a:pt x="9279" y="45015"/>
                </a:lnTo>
                <a:lnTo>
                  <a:pt x="9279" y="45015"/>
                </a:lnTo>
                <a:lnTo>
                  <a:pt x="9279" y="45015"/>
                </a:lnTo>
                <a:lnTo>
                  <a:pt x="9279" y="45015"/>
                </a:lnTo>
                <a:lnTo>
                  <a:pt x="9279" y="45015"/>
                </a:lnTo>
                <a:lnTo>
                  <a:pt x="9279" y="45015"/>
                </a:lnTo>
                <a:lnTo>
                  <a:pt x="9280" y="45015"/>
                </a:lnTo>
                <a:lnTo>
                  <a:pt x="9280" y="45015"/>
                </a:lnTo>
                <a:lnTo>
                  <a:pt x="9280" y="45015"/>
                </a:lnTo>
                <a:lnTo>
                  <a:pt x="9280" y="45015"/>
                </a:lnTo>
                <a:lnTo>
                  <a:pt x="9280" y="45015"/>
                </a:lnTo>
                <a:lnTo>
                  <a:pt x="9280" y="45015"/>
                </a:lnTo>
                <a:lnTo>
                  <a:pt x="9280" y="45015"/>
                </a:lnTo>
                <a:lnTo>
                  <a:pt x="9281" y="45015"/>
                </a:lnTo>
                <a:lnTo>
                  <a:pt x="9281" y="45015"/>
                </a:lnTo>
                <a:lnTo>
                  <a:pt x="9281" y="45015"/>
                </a:lnTo>
                <a:lnTo>
                  <a:pt x="9281" y="45015"/>
                </a:lnTo>
                <a:lnTo>
                  <a:pt x="9281" y="45015"/>
                </a:lnTo>
                <a:lnTo>
                  <a:pt x="9281" y="45015"/>
                </a:lnTo>
                <a:lnTo>
                  <a:pt x="9281" y="45015"/>
                </a:lnTo>
                <a:lnTo>
                  <a:pt x="9282" y="45015"/>
                </a:lnTo>
                <a:lnTo>
                  <a:pt x="9282" y="45015"/>
                </a:lnTo>
                <a:lnTo>
                  <a:pt x="9282" y="45015"/>
                </a:lnTo>
                <a:lnTo>
                  <a:pt x="9282" y="45015"/>
                </a:lnTo>
                <a:lnTo>
                  <a:pt x="9282" y="45015"/>
                </a:lnTo>
                <a:lnTo>
                  <a:pt x="9282" y="45015"/>
                </a:lnTo>
                <a:lnTo>
                  <a:pt x="9282" y="45015"/>
                </a:lnTo>
                <a:lnTo>
                  <a:pt x="9282" y="45015"/>
                </a:lnTo>
                <a:lnTo>
                  <a:pt x="9283" y="45015"/>
                </a:lnTo>
                <a:lnTo>
                  <a:pt x="9283" y="45015"/>
                </a:lnTo>
                <a:lnTo>
                  <a:pt x="9283" y="45015"/>
                </a:lnTo>
                <a:lnTo>
                  <a:pt x="9283" y="45015"/>
                </a:lnTo>
                <a:lnTo>
                  <a:pt x="9283" y="45015"/>
                </a:lnTo>
                <a:lnTo>
                  <a:pt x="9283" y="45015"/>
                </a:lnTo>
                <a:lnTo>
                  <a:pt x="9283" y="45015"/>
                </a:lnTo>
                <a:lnTo>
                  <a:pt x="9284" y="45015"/>
                </a:lnTo>
                <a:lnTo>
                  <a:pt x="9284" y="45015"/>
                </a:lnTo>
                <a:lnTo>
                  <a:pt x="9284" y="45015"/>
                </a:lnTo>
                <a:lnTo>
                  <a:pt x="9284" y="45015"/>
                </a:lnTo>
                <a:lnTo>
                  <a:pt x="9284" y="45015"/>
                </a:lnTo>
                <a:lnTo>
                  <a:pt x="9284" y="45015"/>
                </a:lnTo>
                <a:lnTo>
                  <a:pt x="9284" y="45015"/>
                </a:lnTo>
                <a:lnTo>
                  <a:pt x="9285" y="45015"/>
                </a:lnTo>
                <a:lnTo>
                  <a:pt x="9285" y="45015"/>
                </a:lnTo>
                <a:lnTo>
                  <a:pt x="9285" y="45015"/>
                </a:lnTo>
                <a:lnTo>
                  <a:pt x="9285" y="45015"/>
                </a:lnTo>
                <a:lnTo>
                  <a:pt x="9285" y="45015"/>
                </a:lnTo>
                <a:lnTo>
                  <a:pt x="9285" y="45015"/>
                </a:lnTo>
                <a:lnTo>
                  <a:pt x="9285" y="45015"/>
                </a:lnTo>
                <a:lnTo>
                  <a:pt x="9285" y="45015"/>
                </a:lnTo>
                <a:lnTo>
                  <a:pt x="9286" y="45015"/>
                </a:lnTo>
                <a:lnTo>
                  <a:pt x="9286" y="45015"/>
                </a:lnTo>
                <a:lnTo>
                  <a:pt x="9286" y="45015"/>
                </a:lnTo>
                <a:lnTo>
                  <a:pt x="9286" y="45015"/>
                </a:lnTo>
                <a:lnTo>
                  <a:pt x="9286" y="45015"/>
                </a:lnTo>
                <a:lnTo>
                  <a:pt x="9286" y="45015"/>
                </a:lnTo>
                <a:lnTo>
                  <a:pt x="9286" y="45015"/>
                </a:lnTo>
                <a:lnTo>
                  <a:pt x="9287" y="45015"/>
                </a:lnTo>
                <a:lnTo>
                  <a:pt x="9287" y="45015"/>
                </a:lnTo>
                <a:lnTo>
                  <a:pt x="9287" y="45015"/>
                </a:lnTo>
                <a:lnTo>
                  <a:pt x="9287" y="45015"/>
                </a:lnTo>
                <a:lnTo>
                  <a:pt x="9287" y="45015"/>
                </a:lnTo>
                <a:lnTo>
                  <a:pt x="9287" y="45015"/>
                </a:lnTo>
                <a:lnTo>
                  <a:pt x="9287" y="45015"/>
                </a:lnTo>
                <a:lnTo>
                  <a:pt x="9288" y="45015"/>
                </a:lnTo>
                <a:lnTo>
                  <a:pt x="9288" y="45015"/>
                </a:lnTo>
                <a:lnTo>
                  <a:pt x="9288" y="45015"/>
                </a:lnTo>
                <a:lnTo>
                  <a:pt x="9288" y="45015"/>
                </a:lnTo>
                <a:lnTo>
                  <a:pt x="9288" y="45015"/>
                </a:lnTo>
                <a:lnTo>
                  <a:pt x="9288" y="45015"/>
                </a:lnTo>
                <a:lnTo>
                  <a:pt x="9288" y="45015"/>
                </a:lnTo>
                <a:lnTo>
                  <a:pt x="9288" y="45015"/>
                </a:lnTo>
                <a:lnTo>
                  <a:pt x="9289" y="45015"/>
                </a:lnTo>
                <a:lnTo>
                  <a:pt x="9289" y="45015"/>
                </a:lnTo>
                <a:lnTo>
                  <a:pt x="9289" y="45015"/>
                </a:lnTo>
                <a:lnTo>
                  <a:pt x="9289" y="45015"/>
                </a:lnTo>
                <a:lnTo>
                  <a:pt x="9289" y="45015"/>
                </a:lnTo>
                <a:lnTo>
                  <a:pt x="9289" y="45015"/>
                </a:lnTo>
                <a:lnTo>
                  <a:pt x="9289" y="45015"/>
                </a:lnTo>
                <a:lnTo>
                  <a:pt x="9290" y="45015"/>
                </a:lnTo>
                <a:lnTo>
                  <a:pt x="9290" y="45015"/>
                </a:lnTo>
                <a:lnTo>
                  <a:pt x="9290" y="45015"/>
                </a:lnTo>
                <a:lnTo>
                  <a:pt x="9290" y="45015"/>
                </a:lnTo>
                <a:lnTo>
                  <a:pt x="9290" y="45015"/>
                </a:lnTo>
                <a:lnTo>
                  <a:pt x="9290" y="45015"/>
                </a:lnTo>
                <a:lnTo>
                  <a:pt x="9290" y="45015"/>
                </a:lnTo>
                <a:lnTo>
                  <a:pt x="9291" y="45015"/>
                </a:lnTo>
                <a:lnTo>
                  <a:pt x="9291" y="45015"/>
                </a:lnTo>
                <a:lnTo>
                  <a:pt x="9291" y="45015"/>
                </a:lnTo>
                <a:lnTo>
                  <a:pt x="9291" y="45015"/>
                </a:lnTo>
                <a:lnTo>
                  <a:pt x="9291" y="45015"/>
                </a:lnTo>
                <a:lnTo>
                  <a:pt x="9291" y="45015"/>
                </a:lnTo>
                <a:lnTo>
                  <a:pt x="9291" y="45015"/>
                </a:lnTo>
                <a:lnTo>
                  <a:pt x="9292" y="45015"/>
                </a:lnTo>
                <a:lnTo>
                  <a:pt x="9292" y="45015"/>
                </a:lnTo>
                <a:lnTo>
                  <a:pt x="9292" y="45015"/>
                </a:lnTo>
                <a:lnTo>
                  <a:pt x="9292" y="45015"/>
                </a:lnTo>
                <a:lnTo>
                  <a:pt x="9292" y="45015"/>
                </a:lnTo>
                <a:lnTo>
                  <a:pt x="9292" y="45015"/>
                </a:lnTo>
                <a:lnTo>
                  <a:pt x="9292" y="45015"/>
                </a:lnTo>
                <a:lnTo>
                  <a:pt x="9292" y="45015"/>
                </a:lnTo>
                <a:lnTo>
                  <a:pt x="9293" y="45015"/>
                </a:lnTo>
                <a:lnTo>
                  <a:pt x="9293" y="45015"/>
                </a:lnTo>
                <a:lnTo>
                  <a:pt x="9293" y="45015"/>
                </a:lnTo>
                <a:lnTo>
                  <a:pt x="9293" y="45015"/>
                </a:lnTo>
                <a:lnTo>
                  <a:pt x="9293" y="45015"/>
                </a:lnTo>
                <a:lnTo>
                  <a:pt x="9293" y="45015"/>
                </a:lnTo>
                <a:lnTo>
                  <a:pt x="9293" y="45015"/>
                </a:lnTo>
                <a:lnTo>
                  <a:pt x="9294" y="45015"/>
                </a:lnTo>
                <a:lnTo>
                  <a:pt x="9294" y="45015"/>
                </a:lnTo>
                <a:lnTo>
                  <a:pt x="9294" y="45015"/>
                </a:lnTo>
                <a:lnTo>
                  <a:pt x="9294" y="45015"/>
                </a:lnTo>
                <a:lnTo>
                  <a:pt x="9294" y="45015"/>
                </a:lnTo>
                <a:lnTo>
                  <a:pt x="9294" y="45015"/>
                </a:lnTo>
                <a:lnTo>
                  <a:pt x="9294" y="45015"/>
                </a:lnTo>
                <a:lnTo>
                  <a:pt x="9295" y="45015"/>
                </a:lnTo>
                <a:lnTo>
                  <a:pt x="9295" y="45015"/>
                </a:lnTo>
                <a:lnTo>
                  <a:pt x="9295" y="45015"/>
                </a:lnTo>
                <a:lnTo>
                  <a:pt x="9295" y="45015"/>
                </a:lnTo>
                <a:lnTo>
                  <a:pt x="9295" y="45015"/>
                </a:lnTo>
                <a:lnTo>
                  <a:pt x="9295" y="45015"/>
                </a:lnTo>
                <a:lnTo>
                  <a:pt x="9295" y="45015"/>
                </a:lnTo>
                <a:lnTo>
                  <a:pt x="9295" y="45015"/>
                </a:lnTo>
                <a:lnTo>
                  <a:pt x="9296" y="45015"/>
                </a:lnTo>
                <a:lnTo>
                  <a:pt x="9296" y="45015"/>
                </a:lnTo>
                <a:lnTo>
                  <a:pt x="9296" y="45015"/>
                </a:lnTo>
                <a:lnTo>
                  <a:pt x="9296" y="45015"/>
                </a:lnTo>
                <a:lnTo>
                  <a:pt x="9296" y="45015"/>
                </a:lnTo>
                <a:lnTo>
                  <a:pt x="9296" y="45015"/>
                </a:lnTo>
                <a:lnTo>
                  <a:pt x="9296" y="45015"/>
                </a:lnTo>
                <a:lnTo>
                  <a:pt x="9297" y="45015"/>
                </a:lnTo>
                <a:lnTo>
                  <a:pt x="9297" y="45015"/>
                </a:lnTo>
                <a:lnTo>
                  <a:pt x="9297" y="45015"/>
                </a:lnTo>
                <a:lnTo>
                  <a:pt x="9297" y="45015"/>
                </a:lnTo>
                <a:lnTo>
                  <a:pt x="9297" y="45015"/>
                </a:lnTo>
                <a:lnTo>
                  <a:pt x="9297" y="45015"/>
                </a:lnTo>
                <a:lnTo>
                  <a:pt x="9297" y="45015"/>
                </a:lnTo>
                <a:lnTo>
                  <a:pt x="9298" y="45015"/>
                </a:lnTo>
                <a:lnTo>
                  <a:pt x="9298" y="45015"/>
                </a:lnTo>
                <a:lnTo>
                  <a:pt x="9298" y="45015"/>
                </a:lnTo>
                <a:lnTo>
                  <a:pt x="9298" y="45015"/>
                </a:lnTo>
                <a:lnTo>
                  <a:pt x="9298" y="45015"/>
                </a:lnTo>
                <a:lnTo>
                  <a:pt x="9298" y="45015"/>
                </a:lnTo>
                <a:lnTo>
                  <a:pt x="9298" y="45015"/>
                </a:lnTo>
                <a:lnTo>
                  <a:pt x="9298" y="45015"/>
                </a:lnTo>
                <a:lnTo>
                  <a:pt x="9299" y="45015"/>
                </a:lnTo>
                <a:lnTo>
                  <a:pt x="9299" y="45015"/>
                </a:lnTo>
                <a:lnTo>
                  <a:pt x="9299" y="45015"/>
                </a:lnTo>
                <a:lnTo>
                  <a:pt x="9299" y="45015"/>
                </a:lnTo>
                <a:lnTo>
                  <a:pt x="9299" y="45015"/>
                </a:lnTo>
                <a:lnTo>
                  <a:pt x="9299" y="45015"/>
                </a:lnTo>
                <a:lnTo>
                  <a:pt x="9299" y="45015"/>
                </a:lnTo>
                <a:lnTo>
                  <a:pt x="9300" y="45015"/>
                </a:lnTo>
                <a:lnTo>
                  <a:pt x="9300" y="45015"/>
                </a:lnTo>
                <a:lnTo>
                  <a:pt x="9300" y="45015"/>
                </a:lnTo>
                <a:lnTo>
                  <a:pt x="9300" y="45015"/>
                </a:lnTo>
                <a:lnTo>
                  <a:pt x="9300" y="45015"/>
                </a:lnTo>
                <a:lnTo>
                  <a:pt x="9300" y="45015"/>
                </a:lnTo>
                <a:lnTo>
                  <a:pt x="9300" y="45015"/>
                </a:lnTo>
                <a:lnTo>
                  <a:pt x="9301" y="45015"/>
                </a:lnTo>
                <a:lnTo>
                  <a:pt x="9301" y="45015"/>
                </a:lnTo>
                <a:lnTo>
                  <a:pt x="9301" y="45015"/>
                </a:lnTo>
                <a:lnTo>
                  <a:pt x="9301" y="45015"/>
                </a:lnTo>
                <a:lnTo>
                  <a:pt x="9301" y="45015"/>
                </a:lnTo>
                <a:lnTo>
                  <a:pt x="9301" y="45015"/>
                </a:lnTo>
                <a:lnTo>
                  <a:pt x="9301" y="45015"/>
                </a:lnTo>
                <a:lnTo>
                  <a:pt x="9301" y="45015"/>
                </a:lnTo>
                <a:lnTo>
                  <a:pt x="9302" y="45015"/>
                </a:lnTo>
                <a:lnTo>
                  <a:pt x="9302" y="45015"/>
                </a:lnTo>
                <a:lnTo>
                  <a:pt x="9302" y="45015"/>
                </a:lnTo>
                <a:lnTo>
                  <a:pt x="9302" y="45015"/>
                </a:lnTo>
                <a:lnTo>
                  <a:pt x="9302" y="45015"/>
                </a:lnTo>
                <a:lnTo>
                  <a:pt x="9302" y="45015"/>
                </a:lnTo>
                <a:lnTo>
                  <a:pt x="9302" y="45015"/>
                </a:lnTo>
                <a:lnTo>
                  <a:pt x="9303" y="45015"/>
                </a:lnTo>
                <a:lnTo>
                  <a:pt x="9303" y="45015"/>
                </a:lnTo>
                <a:lnTo>
                  <a:pt x="9303" y="45015"/>
                </a:lnTo>
                <a:lnTo>
                  <a:pt x="9303" y="45015"/>
                </a:lnTo>
                <a:lnTo>
                  <a:pt x="9303" y="45015"/>
                </a:lnTo>
                <a:lnTo>
                  <a:pt x="9303" y="45015"/>
                </a:lnTo>
                <a:lnTo>
                  <a:pt x="9303" y="45015"/>
                </a:lnTo>
                <a:lnTo>
                  <a:pt x="9303" y="45015"/>
                </a:lnTo>
                <a:lnTo>
                  <a:pt x="9304" y="45015"/>
                </a:lnTo>
                <a:lnTo>
                  <a:pt x="9304" y="45015"/>
                </a:lnTo>
                <a:lnTo>
                  <a:pt x="9304" y="45015"/>
                </a:lnTo>
                <a:lnTo>
                  <a:pt x="9304" y="45015"/>
                </a:lnTo>
                <a:lnTo>
                  <a:pt x="9304" y="45015"/>
                </a:lnTo>
                <a:lnTo>
                  <a:pt x="9304" y="45015"/>
                </a:lnTo>
                <a:lnTo>
                  <a:pt x="9304" y="45015"/>
                </a:lnTo>
                <a:lnTo>
                  <a:pt x="9305" y="45015"/>
                </a:lnTo>
                <a:lnTo>
                  <a:pt x="9305" y="45015"/>
                </a:lnTo>
                <a:lnTo>
                  <a:pt x="9305" y="45015"/>
                </a:lnTo>
                <a:lnTo>
                  <a:pt x="9305" y="45015"/>
                </a:lnTo>
                <a:lnTo>
                  <a:pt x="9305" y="45015"/>
                </a:lnTo>
                <a:lnTo>
                  <a:pt x="9305" y="45015"/>
                </a:lnTo>
                <a:lnTo>
                  <a:pt x="9305" y="45015"/>
                </a:lnTo>
                <a:lnTo>
                  <a:pt x="9306" y="45015"/>
                </a:lnTo>
                <a:lnTo>
                  <a:pt x="9306" y="45015"/>
                </a:lnTo>
                <a:lnTo>
                  <a:pt x="9306" y="45015"/>
                </a:lnTo>
                <a:lnTo>
                  <a:pt x="9306" y="45015"/>
                </a:lnTo>
                <a:lnTo>
                  <a:pt x="9306" y="45015"/>
                </a:lnTo>
                <a:lnTo>
                  <a:pt x="9306" y="45015"/>
                </a:lnTo>
                <a:lnTo>
                  <a:pt x="9306" y="45015"/>
                </a:lnTo>
                <a:lnTo>
                  <a:pt x="9306" y="45015"/>
                </a:lnTo>
                <a:lnTo>
                  <a:pt x="9307" y="45015"/>
                </a:lnTo>
                <a:lnTo>
                  <a:pt x="9307" y="45015"/>
                </a:lnTo>
                <a:lnTo>
                  <a:pt x="9307" y="45015"/>
                </a:lnTo>
                <a:lnTo>
                  <a:pt x="9307" y="45015"/>
                </a:lnTo>
                <a:lnTo>
                  <a:pt x="9307" y="45015"/>
                </a:lnTo>
                <a:lnTo>
                  <a:pt x="9307" y="45015"/>
                </a:lnTo>
                <a:lnTo>
                  <a:pt x="9307" y="45015"/>
                </a:lnTo>
                <a:lnTo>
                  <a:pt x="9308" y="45015"/>
                </a:lnTo>
                <a:lnTo>
                  <a:pt x="9308" y="45015"/>
                </a:lnTo>
                <a:lnTo>
                  <a:pt x="9308" y="45015"/>
                </a:lnTo>
                <a:lnTo>
                  <a:pt x="9308" y="45015"/>
                </a:lnTo>
                <a:lnTo>
                  <a:pt x="9308" y="45015"/>
                </a:lnTo>
                <a:lnTo>
                  <a:pt x="9308" y="45015"/>
                </a:lnTo>
                <a:lnTo>
                  <a:pt x="9308" y="45015"/>
                </a:lnTo>
                <a:lnTo>
                  <a:pt x="9309" y="45015"/>
                </a:lnTo>
                <a:lnTo>
                  <a:pt x="9309" y="45015"/>
                </a:lnTo>
                <a:lnTo>
                  <a:pt x="9309" y="45015"/>
                </a:lnTo>
                <a:lnTo>
                  <a:pt x="9309" y="45015"/>
                </a:lnTo>
                <a:lnTo>
                  <a:pt x="9309" y="45015"/>
                </a:lnTo>
                <a:lnTo>
                  <a:pt x="9309" y="45015"/>
                </a:lnTo>
                <a:lnTo>
                  <a:pt x="9309" y="45015"/>
                </a:lnTo>
                <a:lnTo>
                  <a:pt x="9309" y="45015"/>
                </a:lnTo>
                <a:lnTo>
                  <a:pt x="9310" y="45015"/>
                </a:lnTo>
                <a:lnTo>
                  <a:pt x="9310" y="45015"/>
                </a:lnTo>
                <a:lnTo>
                  <a:pt x="9310" y="45015"/>
                </a:lnTo>
                <a:lnTo>
                  <a:pt x="9310" y="45015"/>
                </a:lnTo>
                <a:lnTo>
                  <a:pt x="9310" y="45015"/>
                </a:lnTo>
                <a:lnTo>
                  <a:pt x="9310" y="45015"/>
                </a:lnTo>
                <a:lnTo>
                  <a:pt x="9310" y="45015"/>
                </a:lnTo>
                <a:lnTo>
                  <a:pt x="9311" y="45015"/>
                </a:lnTo>
                <a:lnTo>
                  <a:pt x="9311" y="45015"/>
                </a:lnTo>
                <a:lnTo>
                  <a:pt x="9311" y="45015"/>
                </a:lnTo>
                <a:lnTo>
                  <a:pt x="9311" y="45015"/>
                </a:lnTo>
                <a:lnTo>
                  <a:pt x="9311" y="45015"/>
                </a:lnTo>
                <a:lnTo>
                  <a:pt x="9311" y="45015"/>
                </a:lnTo>
                <a:lnTo>
                  <a:pt x="9311" y="45015"/>
                </a:lnTo>
                <a:lnTo>
                  <a:pt x="9312" y="45015"/>
                </a:lnTo>
                <a:lnTo>
                  <a:pt x="9312" y="45015"/>
                </a:lnTo>
                <a:lnTo>
                  <a:pt x="9312" y="45015"/>
                </a:lnTo>
                <a:lnTo>
                  <a:pt x="9312" y="45015"/>
                </a:lnTo>
                <a:lnTo>
                  <a:pt x="9312" y="45015"/>
                </a:lnTo>
                <a:lnTo>
                  <a:pt x="9312" y="45015"/>
                </a:lnTo>
                <a:lnTo>
                  <a:pt x="9312" y="45015"/>
                </a:lnTo>
                <a:lnTo>
                  <a:pt x="9312" y="45015"/>
                </a:lnTo>
                <a:lnTo>
                  <a:pt x="9313" y="45015"/>
                </a:lnTo>
                <a:lnTo>
                  <a:pt x="9313" y="45015"/>
                </a:lnTo>
                <a:lnTo>
                  <a:pt x="9313" y="45015"/>
                </a:lnTo>
                <a:lnTo>
                  <a:pt x="9313" y="45015"/>
                </a:lnTo>
                <a:lnTo>
                  <a:pt x="9313" y="45015"/>
                </a:lnTo>
                <a:lnTo>
                  <a:pt x="9313" y="45015"/>
                </a:lnTo>
                <a:lnTo>
                  <a:pt x="9313" y="45015"/>
                </a:lnTo>
                <a:lnTo>
                  <a:pt x="9314" y="45015"/>
                </a:lnTo>
                <a:lnTo>
                  <a:pt x="9314" y="45015"/>
                </a:lnTo>
                <a:lnTo>
                  <a:pt x="9314" y="45015"/>
                </a:lnTo>
                <a:lnTo>
                  <a:pt x="9314" y="45015"/>
                </a:lnTo>
                <a:lnTo>
                  <a:pt x="9314" y="45015"/>
                </a:lnTo>
                <a:lnTo>
                  <a:pt x="9314" y="45015"/>
                </a:lnTo>
                <a:lnTo>
                  <a:pt x="9314" y="45015"/>
                </a:lnTo>
                <a:lnTo>
                  <a:pt x="9314" y="45015"/>
                </a:lnTo>
                <a:lnTo>
                  <a:pt x="9315" y="45015"/>
                </a:lnTo>
                <a:lnTo>
                  <a:pt x="9315" y="45015"/>
                </a:lnTo>
                <a:lnTo>
                  <a:pt x="9315" y="45015"/>
                </a:lnTo>
                <a:lnTo>
                  <a:pt x="9315" y="45015"/>
                </a:lnTo>
                <a:lnTo>
                  <a:pt x="9315" y="45015"/>
                </a:lnTo>
                <a:lnTo>
                  <a:pt x="9315" y="45015"/>
                </a:lnTo>
                <a:lnTo>
                  <a:pt x="9315" y="45015"/>
                </a:lnTo>
                <a:lnTo>
                  <a:pt x="9316" y="45015"/>
                </a:lnTo>
                <a:lnTo>
                  <a:pt x="9316" y="45015"/>
                </a:lnTo>
                <a:lnTo>
                  <a:pt x="9316" y="45015"/>
                </a:lnTo>
                <a:lnTo>
                  <a:pt x="9316" y="45015"/>
                </a:lnTo>
                <a:lnTo>
                  <a:pt x="9316" y="45015"/>
                </a:lnTo>
                <a:lnTo>
                  <a:pt x="9316" y="45015"/>
                </a:lnTo>
                <a:lnTo>
                  <a:pt x="9316" y="45015"/>
                </a:lnTo>
                <a:lnTo>
                  <a:pt x="9317" y="45015"/>
                </a:lnTo>
                <a:lnTo>
                  <a:pt x="9317" y="45015"/>
                </a:lnTo>
                <a:lnTo>
                  <a:pt x="9317" y="45015"/>
                </a:lnTo>
                <a:lnTo>
                  <a:pt x="9317" y="45015"/>
                </a:lnTo>
                <a:lnTo>
                  <a:pt x="9317" y="45015"/>
                </a:lnTo>
                <a:lnTo>
                  <a:pt x="9317" y="45015"/>
                </a:lnTo>
                <a:lnTo>
                  <a:pt x="9317" y="45015"/>
                </a:lnTo>
                <a:lnTo>
                  <a:pt x="9317" y="45015"/>
                </a:lnTo>
                <a:lnTo>
                  <a:pt x="9318" y="45015"/>
                </a:lnTo>
                <a:lnTo>
                  <a:pt x="9318" y="45015"/>
                </a:lnTo>
                <a:lnTo>
                  <a:pt x="9318" y="45015"/>
                </a:lnTo>
                <a:lnTo>
                  <a:pt x="9318" y="45015"/>
                </a:lnTo>
                <a:lnTo>
                  <a:pt x="9318" y="45015"/>
                </a:lnTo>
                <a:lnTo>
                  <a:pt x="9318" y="45015"/>
                </a:lnTo>
                <a:lnTo>
                  <a:pt x="9318" y="45015"/>
                </a:lnTo>
                <a:lnTo>
                  <a:pt x="9319" y="45015"/>
                </a:lnTo>
                <a:lnTo>
                  <a:pt x="9319" y="45015"/>
                </a:lnTo>
                <a:lnTo>
                  <a:pt x="9319" y="45015"/>
                </a:lnTo>
                <a:lnTo>
                  <a:pt x="9319" y="45015"/>
                </a:lnTo>
                <a:lnTo>
                  <a:pt x="9319" y="45015"/>
                </a:lnTo>
                <a:lnTo>
                  <a:pt x="9319" y="45015"/>
                </a:lnTo>
                <a:lnTo>
                  <a:pt x="9319" y="45015"/>
                </a:lnTo>
                <a:lnTo>
                  <a:pt x="9319" y="45015"/>
                </a:lnTo>
                <a:lnTo>
                  <a:pt x="9320" y="45015"/>
                </a:lnTo>
                <a:lnTo>
                  <a:pt x="9320" y="45015"/>
                </a:lnTo>
                <a:lnTo>
                  <a:pt x="9320" y="45015"/>
                </a:lnTo>
                <a:lnTo>
                  <a:pt x="9320" y="45015"/>
                </a:lnTo>
                <a:lnTo>
                  <a:pt x="9320" y="45015"/>
                </a:lnTo>
                <a:lnTo>
                  <a:pt x="9320" y="45015"/>
                </a:lnTo>
                <a:lnTo>
                  <a:pt x="9320" y="45015"/>
                </a:lnTo>
                <a:lnTo>
                  <a:pt x="9321" y="45015"/>
                </a:lnTo>
                <a:lnTo>
                  <a:pt x="9321" y="45015"/>
                </a:lnTo>
                <a:lnTo>
                  <a:pt x="9321" y="45015"/>
                </a:lnTo>
                <a:lnTo>
                  <a:pt x="9321" y="45015"/>
                </a:lnTo>
                <a:lnTo>
                  <a:pt x="9321" y="45015"/>
                </a:lnTo>
                <a:lnTo>
                  <a:pt x="9321" y="45015"/>
                </a:lnTo>
                <a:lnTo>
                  <a:pt x="9321" y="45015"/>
                </a:lnTo>
                <a:lnTo>
                  <a:pt x="9322" y="45015"/>
                </a:lnTo>
                <a:lnTo>
                  <a:pt x="9322" y="45015"/>
                </a:lnTo>
                <a:lnTo>
                  <a:pt x="9322" y="45015"/>
                </a:lnTo>
                <a:lnTo>
                  <a:pt x="9322" y="45015"/>
                </a:lnTo>
                <a:lnTo>
                  <a:pt x="9322" y="45015"/>
                </a:lnTo>
                <a:lnTo>
                  <a:pt x="9322" y="45015"/>
                </a:lnTo>
                <a:lnTo>
                  <a:pt x="9322" y="45015"/>
                </a:lnTo>
                <a:lnTo>
                  <a:pt x="9322" y="45015"/>
                </a:lnTo>
                <a:lnTo>
                  <a:pt x="9323" y="45015"/>
                </a:lnTo>
                <a:lnTo>
                  <a:pt x="9323" y="45015"/>
                </a:lnTo>
                <a:lnTo>
                  <a:pt x="9323" y="45015"/>
                </a:lnTo>
                <a:lnTo>
                  <a:pt x="9323" y="45015"/>
                </a:lnTo>
                <a:lnTo>
                  <a:pt x="9323" y="45015"/>
                </a:lnTo>
                <a:lnTo>
                  <a:pt x="9323" y="45015"/>
                </a:lnTo>
                <a:lnTo>
                  <a:pt x="9323" y="45015"/>
                </a:lnTo>
                <a:lnTo>
                  <a:pt x="9324" y="45015"/>
                </a:lnTo>
                <a:lnTo>
                  <a:pt x="9324" y="45015"/>
                </a:lnTo>
                <a:lnTo>
                  <a:pt x="9324" y="45015"/>
                </a:lnTo>
                <a:lnTo>
                  <a:pt x="9324" y="45015"/>
                </a:lnTo>
                <a:lnTo>
                  <a:pt x="9324" y="45015"/>
                </a:lnTo>
                <a:lnTo>
                  <a:pt x="9324" y="45015"/>
                </a:lnTo>
                <a:lnTo>
                  <a:pt x="9324" y="45015"/>
                </a:lnTo>
                <a:lnTo>
                  <a:pt x="9325" y="45015"/>
                </a:lnTo>
                <a:lnTo>
                  <a:pt x="9325" y="45015"/>
                </a:lnTo>
                <a:lnTo>
                  <a:pt x="9325" y="45015"/>
                </a:lnTo>
                <a:lnTo>
                  <a:pt x="9325" y="45015"/>
                </a:lnTo>
                <a:lnTo>
                  <a:pt x="9325" y="45015"/>
                </a:lnTo>
                <a:lnTo>
                  <a:pt x="9325" y="45015"/>
                </a:lnTo>
                <a:lnTo>
                  <a:pt x="9325" y="45015"/>
                </a:lnTo>
                <a:lnTo>
                  <a:pt x="9325" y="45015"/>
                </a:lnTo>
                <a:lnTo>
                  <a:pt x="9326" y="45015"/>
                </a:lnTo>
                <a:lnTo>
                  <a:pt x="9326" y="45015"/>
                </a:lnTo>
                <a:lnTo>
                  <a:pt x="9326" y="45015"/>
                </a:lnTo>
                <a:lnTo>
                  <a:pt x="9326" y="45015"/>
                </a:lnTo>
                <a:lnTo>
                  <a:pt x="9326" y="45015"/>
                </a:lnTo>
                <a:lnTo>
                  <a:pt x="9326" y="45015"/>
                </a:lnTo>
                <a:lnTo>
                  <a:pt x="9326" y="45015"/>
                </a:lnTo>
                <a:lnTo>
                  <a:pt x="9327" y="45015"/>
                </a:lnTo>
                <a:lnTo>
                  <a:pt x="9327" y="45015"/>
                </a:lnTo>
                <a:lnTo>
                  <a:pt x="9327" y="45015"/>
                </a:lnTo>
                <a:lnTo>
                  <a:pt x="9327" y="45015"/>
                </a:lnTo>
                <a:lnTo>
                  <a:pt x="9327" y="45015"/>
                </a:lnTo>
                <a:lnTo>
                  <a:pt x="9327" y="45015"/>
                </a:lnTo>
                <a:lnTo>
                  <a:pt x="9327" y="45015"/>
                </a:lnTo>
                <a:lnTo>
                  <a:pt x="9327" y="45015"/>
                </a:lnTo>
                <a:lnTo>
                  <a:pt x="9328" y="45015"/>
                </a:lnTo>
                <a:lnTo>
                  <a:pt x="9328" y="45015"/>
                </a:lnTo>
                <a:lnTo>
                  <a:pt x="9328" y="45015"/>
                </a:lnTo>
                <a:lnTo>
                  <a:pt x="9328" y="45015"/>
                </a:lnTo>
                <a:lnTo>
                  <a:pt x="9328" y="45015"/>
                </a:lnTo>
                <a:lnTo>
                  <a:pt x="9328" y="45015"/>
                </a:lnTo>
                <a:lnTo>
                  <a:pt x="9328" y="45015"/>
                </a:lnTo>
                <a:lnTo>
                  <a:pt x="9329" y="45015"/>
                </a:lnTo>
                <a:lnTo>
                  <a:pt x="9329" y="45015"/>
                </a:lnTo>
                <a:lnTo>
                  <a:pt x="9329" y="45015"/>
                </a:lnTo>
                <a:lnTo>
                  <a:pt x="9329" y="45015"/>
                </a:lnTo>
                <a:lnTo>
                  <a:pt x="9329" y="45015"/>
                </a:lnTo>
                <a:lnTo>
                  <a:pt x="9329" y="45015"/>
                </a:lnTo>
                <a:lnTo>
                  <a:pt x="9329" y="45015"/>
                </a:lnTo>
                <a:lnTo>
                  <a:pt x="9329" y="45015"/>
                </a:lnTo>
                <a:lnTo>
                  <a:pt x="9330" y="45015"/>
                </a:lnTo>
                <a:lnTo>
                  <a:pt x="9330" y="45015"/>
                </a:lnTo>
                <a:lnTo>
                  <a:pt x="9330" y="45015"/>
                </a:lnTo>
                <a:lnTo>
                  <a:pt x="9330" y="45015"/>
                </a:lnTo>
                <a:lnTo>
                  <a:pt x="9330" y="45015"/>
                </a:lnTo>
                <a:lnTo>
                  <a:pt x="9330" y="45015"/>
                </a:lnTo>
                <a:lnTo>
                  <a:pt x="9330" y="45015"/>
                </a:lnTo>
                <a:lnTo>
                  <a:pt x="9331" y="45015"/>
                </a:lnTo>
                <a:lnTo>
                  <a:pt x="9331" y="45015"/>
                </a:lnTo>
                <a:lnTo>
                  <a:pt x="9331" y="45015"/>
                </a:lnTo>
                <a:lnTo>
                  <a:pt x="9331" y="45015"/>
                </a:lnTo>
                <a:lnTo>
                  <a:pt x="9331" y="45015"/>
                </a:lnTo>
                <a:lnTo>
                  <a:pt x="9331" y="45015"/>
                </a:lnTo>
                <a:lnTo>
                  <a:pt x="9331" y="45015"/>
                </a:lnTo>
                <a:lnTo>
                  <a:pt x="9332" y="45015"/>
                </a:lnTo>
                <a:lnTo>
                  <a:pt x="9332" y="45015"/>
                </a:lnTo>
                <a:lnTo>
                  <a:pt x="9332" y="45015"/>
                </a:lnTo>
                <a:lnTo>
                  <a:pt x="9332" y="45015"/>
                </a:lnTo>
                <a:lnTo>
                  <a:pt x="9332" y="45015"/>
                </a:lnTo>
                <a:lnTo>
                  <a:pt x="9332" y="45015"/>
                </a:lnTo>
                <a:lnTo>
                  <a:pt x="9332" y="45015"/>
                </a:lnTo>
                <a:lnTo>
                  <a:pt x="9332" y="45015"/>
                </a:lnTo>
                <a:lnTo>
                  <a:pt x="9333" y="45015"/>
                </a:lnTo>
                <a:lnTo>
                  <a:pt x="9333" y="45015"/>
                </a:lnTo>
                <a:lnTo>
                  <a:pt x="9333" y="45015"/>
                </a:lnTo>
                <a:lnTo>
                  <a:pt x="9333" y="45015"/>
                </a:lnTo>
                <a:lnTo>
                  <a:pt x="9333" y="45015"/>
                </a:lnTo>
                <a:lnTo>
                  <a:pt x="9333" y="45015"/>
                </a:lnTo>
                <a:lnTo>
                  <a:pt x="9333" y="45015"/>
                </a:lnTo>
                <a:lnTo>
                  <a:pt x="9334" y="45015"/>
                </a:lnTo>
                <a:lnTo>
                  <a:pt x="9334" y="45015"/>
                </a:lnTo>
                <a:lnTo>
                  <a:pt x="9334" y="45015"/>
                </a:lnTo>
                <a:lnTo>
                  <a:pt x="9334" y="45015"/>
                </a:lnTo>
                <a:lnTo>
                  <a:pt x="9334" y="45015"/>
                </a:lnTo>
                <a:lnTo>
                  <a:pt x="9334" y="45015"/>
                </a:lnTo>
                <a:lnTo>
                  <a:pt x="9334" y="45015"/>
                </a:lnTo>
                <a:lnTo>
                  <a:pt x="9334" y="45015"/>
                </a:lnTo>
                <a:lnTo>
                  <a:pt x="9335" y="45015"/>
                </a:lnTo>
                <a:lnTo>
                  <a:pt x="9335" y="45015"/>
                </a:lnTo>
                <a:lnTo>
                  <a:pt x="9335" y="45015"/>
                </a:lnTo>
                <a:lnTo>
                  <a:pt x="9335" y="45015"/>
                </a:lnTo>
                <a:lnTo>
                  <a:pt x="9335" y="45015"/>
                </a:lnTo>
                <a:lnTo>
                  <a:pt x="9335" y="45015"/>
                </a:lnTo>
                <a:lnTo>
                  <a:pt x="9335" y="45015"/>
                </a:lnTo>
                <a:lnTo>
                  <a:pt x="9336" y="45015"/>
                </a:lnTo>
                <a:lnTo>
                  <a:pt x="9336" y="45015"/>
                </a:lnTo>
                <a:lnTo>
                  <a:pt x="9336" y="45015"/>
                </a:lnTo>
                <a:lnTo>
                  <a:pt x="9336" y="45015"/>
                </a:lnTo>
                <a:lnTo>
                  <a:pt x="9336" y="45015"/>
                </a:lnTo>
                <a:lnTo>
                  <a:pt x="9336" y="45015"/>
                </a:lnTo>
                <a:lnTo>
                  <a:pt x="9336" y="45015"/>
                </a:lnTo>
                <a:lnTo>
                  <a:pt x="9336" y="45015"/>
                </a:lnTo>
                <a:lnTo>
                  <a:pt x="9337" y="45015"/>
                </a:lnTo>
                <a:lnTo>
                  <a:pt x="9337" y="45015"/>
                </a:lnTo>
                <a:lnTo>
                  <a:pt x="9337" y="45015"/>
                </a:lnTo>
                <a:lnTo>
                  <a:pt x="9337" y="45015"/>
                </a:lnTo>
                <a:lnTo>
                  <a:pt x="9337" y="45015"/>
                </a:lnTo>
                <a:lnTo>
                  <a:pt x="9337" y="45015"/>
                </a:lnTo>
                <a:lnTo>
                  <a:pt x="9337" y="45015"/>
                </a:lnTo>
                <a:lnTo>
                  <a:pt x="9338" y="45015"/>
                </a:lnTo>
                <a:lnTo>
                  <a:pt x="9338" y="45015"/>
                </a:lnTo>
                <a:lnTo>
                  <a:pt x="9338" y="45015"/>
                </a:lnTo>
                <a:lnTo>
                  <a:pt x="9338" y="45015"/>
                </a:lnTo>
                <a:lnTo>
                  <a:pt x="9338" y="45015"/>
                </a:lnTo>
                <a:lnTo>
                  <a:pt x="9338" y="45015"/>
                </a:lnTo>
                <a:lnTo>
                  <a:pt x="9338" y="45015"/>
                </a:lnTo>
                <a:lnTo>
                  <a:pt x="9339" y="45015"/>
                </a:lnTo>
                <a:lnTo>
                  <a:pt x="9339" y="45015"/>
                </a:lnTo>
                <a:lnTo>
                  <a:pt x="9339" y="45015"/>
                </a:lnTo>
                <a:lnTo>
                  <a:pt x="9339" y="45015"/>
                </a:lnTo>
                <a:lnTo>
                  <a:pt x="9339" y="45015"/>
                </a:lnTo>
                <a:lnTo>
                  <a:pt x="9339" y="45015"/>
                </a:lnTo>
                <a:lnTo>
                  <a:pt x="9339" y="45015"/>
                </a:lnTo>
                <a:lnTo>
                  <a:pt x="9339" y="45015"/>
                </a:lnTo>
                <a:lnTo>
                  <a:pt x="9340" y="45015"/>
                </a:lnTo>
                <a:lnTo>
                  <a:pt x="9340" y="45015"/>
                </a:lnTo>
                <a:lnTo>
                  <a:pt x="9340" y="45015"/>
                </a:lnTo>
                <a:lnTo>
                  <a:pt x="9340" y="45015"/>
                </a:lnTo>
                <a:lnTo>
                  <a:pt x="9340" y="45015"/>
                </a:lnTo>
                <a:lnTo>
                  <a:pt x="9340" y="45015"/>
                </a:lnTo>
                <a:lnTo>
                  <a:pt x="9340" y="45015"/>
                </a:lnTo>
                <a:lnTo>
                  <a:pt x="9341" y="45015"/>
                </a:lnTo>
                <a:lnTo>
                  <a:pt x="9341" y="45015"/>
                </a:lnTo>
                <a:lnTo>
                  <a:pt x="9341" y="45015"/>
                </a:lnTo>
                <a:lnTo>
                  <a:pt x="9341" y="45015"/>
                </a:lnTo>
                <a:lnTo>
                  <a:pt x="9341" y="45015"/>
                </a:lnTo>
                <a:lnTo>
                  <a:pt x="9341" y="45015"/>
                </a:lnTo>
                <a:lnTo>
                  <a:pt x="9341" y="45015"/>
                </a:lnTo>
                <a:lnTo>
                  <a:pt x="9341" y="45015"/>
                </a:lnTo>
                <a:lnTo>
                  <a:pt x="9342" y="45015"/>
                </a:lnTo>
                <a:lnTo>
                  <a:pt x="9342" y="45015"/>
                </a:lnTo>
                <a:lnTo>
                  <a:pt x="9342" y="45015"/>
                </a:lnTo>
                <a:lnTo>
                  <a:pt x="9342" y="45015"/>
                </a:lnTo>
                <a:lnTo>
                  <a:pt x="9342" y="45015"/>
                </a:lnTo>
                <a:lnTo>
                  <a:pt x="9342" y="45015"/>
                </a:lnTo>
                <a:lnTo>
                  <a:pt x="9342" y="45015"/>
                </a:lnTo>
                <a:lnTo>
                  <a:pt x="9343" y="45015"/>
                </a:lnTo>
                <a:lnTo>
                  <a:pt x="9343" y="45015"/>
                </a:lnTo>
                <a:lnTo>
                  <a:pt x="9343" y="45015"/>
                </a:lnTo>
                <a:lnTo>
                  <a:pt x="9343" y="45015"/>
                </a:lnTo>
                <a:lnTo>
                  <a:pt x="9343" y="45015"/>
                </a:lnTo>
                <a:lnTo>
                  <a:pt x="9343" y="45015"/>
                </a:lnTo>
                <a:lnTo>
                  <a:pt x="9343" y="45015"/>
                </a:lnTo>
                <a:lnTo>
                  <a:pt x="9343" y="45015"/>
                </a:lnTo>
                <a:lnTo>
                  <a:pt x="9344" y="45015"/>
                </a:lnTo>
                <a:lnTo>
                  <a:pt x="9344" y="45015"/>
                </a:lnTo>
                <a:lnTo>
                  <a:pt x="9344" y="45015"/>
                </a:lnTo>
                <a:lnTo>
                  <a:pt x="9344" y="45015"/>
                </a:lnTo>
                <a:lnTo>
                  <a:pt x="9344" y="45015"/>
                </a:lnTo>
                <a:lnTo>
                  <a:pt x="9344" y="45015"/>
                </a:lnTo>
                <a:lnTo>
                  <a:pt x="9344" y="45015"/>
                </a:lnTo>
                <a:lnTo>
                  <a:pt x="9345" y="45015"/>
                </a:lnTo>
                <a:lnTo>
                  <a:pt x="9345" y="45015"/>
                </a:lnTo>
                <a:lnTo>
                  <a:pt x="9345" y="45015"/>
                </a:lnTo>
                <a:lnTo>
                  <a:pt x="9345" y="45015"/>
                </a:lnTo>
                <a:lnTo>
                  <a:pt x="9345" y="45015"/>
                </a:lnTo>
                <a:lnTo>
                  <a:pt x="9345" y="45015"/>
                </a:lnTo>
                <a:lnTo>
                  <a:pt x="9345" y="45015"/>
                </a:lnTo>
                <a:lnTo>
                  <a:pt x="9345" y="45015"/>
                </a:lnTo>
                <a:lnTo>
                  <a:pt x="9346" y="45015"/>
                </a:lnTo>
                <a:lnTo>
                  <a:pt x="9346" y="45015"/>
                </a:lnTo>
                <a:lnTo>
                  <a:pt x="9346" y="45015"/>
                </a:lnTo>
                <a:lnTo>
                  <a:pt x="9346" y="45015"/>
                </a:lnTo>
                <a:lnTo>
                  <a:pt x="9346" y="45015"/>
                </a:lnTo>
                <a:lnTo>
                  <a:pt x="9346" y="45015"/>
                </a:lnTo>
                <a:lnTo>
                  <a:pt x="9346" y="45015"/>
                </a:lnTo>
                <a:lnTo>
                  <a:pt x="9347" y="45015"/>
                </a:lnTo>
                <a:lnTo>
                  <a:pt x="9347" y="45015"/>
                </a:lnTo>
                <a:lnTo>
                  <a:pt x="9347" y="45015"/>
                </a:lnTo>
                <a:lnTo>
                  <a:pt x="9347" y="45015"/>
                </a:lnTo>
                <a:lnTo>
                  <a:pt x="9347" y="45015"/>
                </a:lnTo>
                <a:lnTo>
                  <a:pt x="9347" y="45015"/>
                </a:lnTo>
                <a:lnTo>
                  <a:pt x="9347" y="45015"/>
                </a:lnTo>
                <a:lnTo>
                  <a:pt x="9348" y="45015"/>
                </a:lnTo>
                <a:lnTo>
                  <a:pt x="9348" y="45015"/>
                </a:lnTo>
                <a:lnTo>
                  <a:pt x="9348" y="45015"/>
                </a:lnTo>
                <a:lnTo>
                  <a:pt x="9348" y="45015"/>
                </a:lnTo>
                <a:lnTo>
                  <a:pt x="9348" y="45015"/>
                </a:lnTo>
                <a:lnTo>
                  <a:pt x="9348" y="45015"/>
                </a:lnTo>
                <a:lnTo>
                  <a:pt x="9348" y="45015"/>
                </a:lnTo>
                <a:lnTo>
                  <a:pt x="9348" y="45015"/>
                </a:lnTo>
                <a:lnTo>
                  <a:pt x="9349" y="45015"/>
                </a:lnTo>
                <a:lnTo>
                  <a:pt x="9349" y="45015"/>
                </a:lnTo>
                <a:lnTo>
                  <a:pt x="9349" y="45015"/>
                </a:lnTo>
                <a:lnTo>
                  <a:pt x="9349" y="45015"/>
                </a:lnTo>
                <a:lnTo>
                  <a:pt x="9349" y="45015"/>
                </a:lnTo>
                <a:lnTo>
                  <a:pt x="9349" y="45015"/>
                </a:lnTo>
                <a:lnTo>
                  <a:pt x="9349" y="45015"/>
                </a:lnTo>
                <a:lnTo>
                  <a:pt x="9350" y="45015"/>
                </a:lnTo>
                <a:lnTo>
                  <a:pt x="9350" y="45015"/>
                </a:lnTo>
                <a:lnTo>
                  <a:pt x="9350" y="45015"/>
                </a:lnTo>
                <a:lnTo>
                  <a:pt x="9350" y="45015"/>
                </a:lnTo>
                <a:lnTo>
                  <a:pt x="9350" y="45015"/>
                </a:lnTo>
                <a:lnTo>
                  <a:pt x="9350" y="45015"/>
                </a:lnTo>
                <a:lnTo>
                  <a:pt x="9350" y="45015"/>
                </a:lnTo>
                <a:lnTo>
                  <a:pt x="9350" y="45015"/>
                </a:lnTo>
                <a:lnTo>
                  <a:pt x="9351" y="45015"/>
                </a:lnTo>
                <a:lnTo>
                  <a:pt x="9351" y="45015"/>
                </a:lnTo>
                <a:lnTo>
                  <a:pt x="9351" y="45015"/>
                </a:lnTo>
                <a:lnTo>
                  <a:pt x="9351" y="45015"/>
                </a:lnTo>
                <a:lnTo>
                  <a:pt x="9351" y="45015"/>
                </a:lnTo>
                <a:lnTo>
                  <a:pt x="9351" y="45015"/>
                </a:lnTo>
                <a:lnTo>
                  <a:pt x="9351" y="45015"/>
                </a:lnTo>
                <a:lnTo>
                  <a:pt x="9352" y="45015"/>
                </a:lnTo>
                <a:lnTo>
                  <a:pt x="9352" y="45015"/>
                </a:lnTo>
                <a:lnTo>
                  <a:pt x="9352" y="45015"/>
                </a:lnTo>
                <a:lnTo>
                  <a:pt x="9352" y="45015"/>
                </a:lnTo>
                <a:lnTo>
                  <a:pt x="9352" y="45015"/>
                </a:lnTo>
                <a:lnTo>
                  <a:pt x="9352" y="45015"/>
                </a:lnTo>
                <a:lnTo>
                  <a:pt x="9352" y="45015"/>
                </a:lnTo>
                <a:lnTo>
                  <a:pt x="9352" y="45015"/>
                </a:lnTo>
                <a:lnTo>
                  <a:pt x="9353" y="45015"/>
                </a:lnTo>
                <a:lnTo>
                  <a:pt x="9353" y="45015"/>
                </a:lnTo>
                <a:lnTo>
                  <a:pt x="9353" y="45015"/>
                </a:lnTo>
                <a:lnTo>
                  <a:pt x="9353" y="45015"/>
                </a:lnTo>
                <a:lnTo>
                  <a:pt x="9353" y="45015"/>
                </a:lnTo>
                <a:lnTo>
                  <a:pt x="9353" y="45015"/>
                </a:lnTo>
                <a:lnTo>
                  <a:pt x="9353" y="45015"/>
                </a:lnTo>
                <a:lnTo>
                  <a:pt x="9354" y="45015"/>
                </a:lnTo>
                <a:lnTo>
                  <a:pt x="9354" y="45015"/>
                </a:lnTo>
                <a:lnTo>
                  <a:pt x="9354" y="45015"/>
                </a:lnTo>
                <a:lnTo>
                  <a:pt x="9354" y="45015"/>
                </a:lnTo>
                <a:lnTo>
                  <a:pt x="9354" y="45015"/>
                </a:lnTo>
                <a:lnTo>
                  <a:pt x="9354" y="45015"/>
                </a:lnTo>
                <a:lnTo>
                  <a:pt x="9354" y="45015"/>
                </a:lnTo>
                <a:lnTo>
                  <a:pt x="9354" y="45015"/>
                </a:lnTo>
                <a:lnTo>
                  <a:pt x="9355" y="45015"/>
                </a:lnTo>
                <a:lnTo>
                  <a:pt x="9355" y="45015"/>
                </a:lnTo>
                <a:lnTo>
                  <a:pt x="9355" y="45015"/>
                </a:lnTo>
                <a:lnTo>
                  <a:pt x="9355" y="45015"/>
                </a:lnTo>
                <a:lnTo>
                  <a:pt x="9355" y="45015"/>
                </a:lnTo>
                <a:lnTo>
                  <a:pt x="9355" y="45015"/>
                </a:lnTo>
                <a:lnTo>
                  <a:pt x="9355" y="45015"/>
                </a:lnTo>
                <a:lnTo>
                  <a:pt x="9356" y="45015"/>
                </a:lnTo>
                <a:lnTo>
                  <a:pt x="9356" y="45015"/>
                </a:lnTo>
                <a:lnTo>
                  <a:pt x="9356" y="45015"/>
                </a:lnTo>
                <a:lnTo>
                  <a:pt x="9356" y="45015"/>
                </a:lnTo>
                <a:lnTo>
                  <a:pt x="9356" y="45015"/>
                </a:lnTo>
                <a:lnTo>
                  <a:pt x="9356" y="45015"/>
                </a:lnTo>
                <a:lnTo>
                  <a:pt x="9356" y="45015"/>
                </a:lnTo>
                <a:lnTo>
                  <a:pt x="9356" y="45015"/>
                </a:lnTo>
                <a:lnTo>
                  <a:pt x="9357" y="45015"/>
                </a:lnTo>
                <a:lnTo>
                  <a:pt x="9357" y="45015"/>
                </a:lnTo>
                <a:lnTo>
                  <a:pt x="9357" y="45015"/>
                </a:lnTo>
                <a:lnTo>
                  <a:pt x="9357" y="45015"/>
                </a:lnTo>
                <a:lnTo>
                  <a:pt x="9357" y="45015"/>
                </a:lnTo>
                <a:lnTo>
                  <a:pt x="9357" y="45015"/>
                </a:lnTo>
                <a:lnTo>
                  <a:pt x="9357" y="45015"/>
                </a:lnTo>
                <a:lnTo>
                  <a:pt x="9358" y="45015"/>
                </a:lnTo>
                <a:lnTo>
                  <a:pt x="9358" y="45015"/>
                </a:lnTo>
                <a:lnTo>
                  <a:pt x="9358" y="45015"/>
                </a:lnTo>
                <a:lnTo>
                  <a:pt x="9358" y="45015"/>
                </a:lnTo>
                <a:lnTo>
                  <a:pt x="9358" y="45015"/>
                </a:lnTo>
                <a:lnTo>
                  <a:pt x="9358" y="45015"/>
                </a:lnTo>
                <a:lnTo>
                  <a:pt x="9358" y="45015"/>
                </a:lnTo>
                <a:lnTo>
                  <a:pt x="9358" y="45015"/>
                </a:lnTo>
                <a:lnTo>
                  <a:pt x="9359" y="45015"/>
                </a:lnTo>
                <a:lnTo>
                  <a:pt x="9359" y="45015"/>
                </a:lnTo>
                <a:lnTo>
                  <a:pt x="9359" y="45015"/>
                </a:lnTo>
                <a:lnTo>
                  <a:pt x="9359" y="45015"/>
                </a:lnTo>
                <a:lnTo>
                  <a:pt x="9359" y="45015"/>
                </a:lnTo>
                <a:lnTo>
                  <a:pt x="9359" y="45015"/>
                </a:lnTo>
                <a:lnTo>
                  <a:pt x="9359" y="45015"/>
                </a:lnTo>
                <a:lnTo>
                  <a:pt x="9360" y="45015"/>
                </a:lnTo>
                <a:lnTo>
                  <a:pt x="9360" y="45015"/>
                </a:lnTo>
                <a:lnTo>
                  <a:pt x="9360" y="45015"/>
                </a:lnTo>
                <a:lnTo>
                  <a:pt x="9360" y="45015"/>
                </a:lnTo>
                <a:lnTo>
                  <a:pt x="9360" y="45015"/>
                </a:lnTo>
                <a:lnTo>
                  <a:pt x="9360" y="45015"/>
                </a:lnTo>
                <a:lnTo>
                  <a:pt x="9360" y="45015"/>
                </a:lnTo>
                <a:lnTo>
                  <a:pt x="9360" y="45015"/>
                </a:lnTo>
                <a:lnTo>
                  <a:pt x="9361" y="45015"/>
                </a:lnTo>
                <a:lnTo>
                  <a:pt x="9361" y="45015"/>
                </a:lnTo>
                <a:lnTo>
                  <a:pt x="9361" y="45015"/>
                </a:lnTo>
                <a:lnTo>
                  <a:pt x="9361" y="45015"/>
                </a:lnTo>
                <a:lnTo>
                  <a:pt x="9361" y="45015"/>
                </a:lnTo>
                <a:lnTo>
                  <a:pt x="9361" y="45015"/>
                </a:lnTo>
                <a:lnTo>
                  <a:pt x="9361" y="45015"/>
                </a:lnTo>
                <a:lnTo>
                  <a:pt x="9362" y="45015"/>
                </a:lnTo>
                <a:lnTo>
                  <a:pt x="9362" y="45015"/>
                </a:lnTo>
                <a:lnTo>
                  <a:pt x="9362" y="45015"/>
                </a:lnTo>
                <a:lnTo>
                  <a:pt x="9362" y="45015"/>
                </a:lnTo>
                <a:lnTo>
                  <a:pt x="9362" y="45015"/>
                </a:lnTo>
                <a:lnTo>
                  <a:pt x="9362" y="45015"/>
                </a:lnTo>
                <a:lnTo>
                  <a:pt x="9362" y="45015"/>
                </a:lnTo>
                <a:lnTo>
                  <a:pt x="9362" y="45015"/>
                </a:lnTo>
                <a:lnTo>
                  <a:pt x="9363" y="45015"/>
                </a:lnTo>
                <a:lnTo>
                  <a:pt x="9363" y="45015"/>
                </a:lnTo>
                <a:lnTo>
                  <a:pt x="9363" y="45015"/>
                </a:lnTo>
                <a:lnTo>
                  <a:pt x="9363" y="45015"/>
                </a:lnTo>
                <a:lnTo>
                  <a:pt x="9363" y="45015"/>
                </a:lnTo>
                <a:lnTo>
                  <a:pt x="9363" y="45015"/>
                </a:lnTo>
                <a:lnTo>
                  <a:pt x="9363" y="45015"/>
                </a:lnTo>
                <a:lnTo>
                  <a:pt x="9364" y="45015"/>
                </a:lnTo>
                <a:lnTo>
                  <a:pt x="9364" y="45015"/>
                </a:lnTo>
                <a:lnTo>
                  <a:pt x="9364" y="45015"/>
                </a:lnTo>
                <a:lnTo>
                  <a:pt x="9364" y="45015"/>
                </a:lnTo>
                <a:lnTo>
                  <a:pt x="9364" y="45015"/>
                </a:lnTo>
                <a:lnTo>
                  <a:pt x="9364" y="45015"/>
                </a:lnTo>
                <a:lnTo>
                  <a:pt x="9364" y="45015"/>
                </a:lnTo>
                <a:lnTo>
                  <a:pt x="9364" y="45015"/>
                </a:lnTo>
                <a:lnTo>
                  <a:pt x="9365" y="45015"/>
                </a:lnTo>
                <a:lnTo>
                  <a:pt x="9365" y="45015"/>
                </a:lnTo>
                <a:lnTo>
                  <a:pt x="9365" y="45015"/>
                </a:lnTo>
                <a:lnTo>
                  <a:pt x="9365" y="45015"/>
                </a:lnTo>
                <a:lnTo>
                  <a:pt x="9365" y="45015"/>
                </a:lnTo>
                <a:lnTo>
                  <a:pt x="9365" y="45015"/>
                </a:lnTo>
                <a:lnTo>
                  <a:pt x="9365" y="45015"/>
                </a:lnTo>
                <a:lnTo>
                  <a:pt x="9366" y="45015"/>
                </a:lnTo>
                <a:lnTo>
                  <a:pt x="9366" y="45015"/>
                </a:lnTo>
                <a:lnTo>
                  <a:pt x="9366" y="45015"/>
                </a:lnTo>
                <a:lnTo>
                  <a:pt x="9366" y="45015"/>
                </a:lnTo>
                <a:lnTo>
                  <a:pt x="9366" y="45015"/>
                </a:lnTo>
                <a:lnTo>
                  <a:pt x="9366" y="45015"/>
                </a:lnTo>
                <a:lnTo>
                  <a:pt x="9366" y="45015"/>
                </a:lnTo>
                <a:lnTo>
                  <a:pt x="9366" y="45015"/>
                </a:lnTo>
                <a:lnTo>
                  <a:pt x="9367" y="45015"/>
                </a:lnTo>
                <a:lnTo>
                  <a:pt x="9367" y="45015"/>
                </a:lnTo>
                <a:lnTo>
                  <a:pt x="9367" y="45015"/>
                </a:lnTo>
                <a:lnTo>
                  <a:pt x="9367" y="45015"/>
                </a:lnTo>
                <a:lnTo>
                  <a:pt x="9367" y="45015"/>
                </a:lnTo>
                <a:lnTo>
                  <a:pt x="9367" y="45015"/>
                </a:lnTo>
                <a:lnTo>
                  <a:pt x="9367" y="45015"/>
                </a:lnTo>
                <a:lnTo>
                  <a:pt x="9368" y="45015"/>
                </a:lnTo>
                <a:lnTo>
                  <a:pt x="9368" y="45015"/>
                </a:lnTo>
                <a:lnTo>
                  <a:pt x="9368" y="45015"/>
                </a:lnTo>
                <a:lnTo>
                  <a:pt x="9368" y="45015"/>
                </a:lnTo>
                <a:lnTo>
                  <a:pt x="9368" y="45015"/>
                </a:lnTo>
                <a:lnTo>
                  <a:pt x="9368" y="45015"/>
                </a:lnTo>
                <a:lnTo>
                  <a:pt x="9368" y="45015"/>
                </a:lnTo>
                <a:lnTo>
                  <a:pt x="9368" y="45015"/>
                </a:lnTo>
                <a:lnTo>
                  <a:pt x="9369" y="45015"/>
                </a:lnTo>
                <a:lnTo>
                  <a:pt x="9369" y="45015"/>
                </a:lnTo>
                <a:lnTo>
                  <a:pt x="9369" y="45015"/>
                </a:lnTo>
                <a:lnTo>
                  <a:pt x="9369" y="45015"/>
                </a:lnTo>
                <a:lnTo>
                  <a:pt x="9369" y="45015"/>
                </a:lnTo>
                <a:lnTo>
                  <a:pt x="9369" y="45015"/>
                </a:lnTo>
                <a:lnTo>
                  <a:pt x="9369" y="45015"/>
                </a:lnTo>
                <a:lnTo>
                  <a:pt x="9370" y="45015"/>
                </a:lnTo>
                <a:lnTo>
                  <a:pt x="9370" y="45015"/>
                </a:lnTo>
                <a:lnTo>
                  <a:pt x="9370" y="45015"/>
                </a:lnTo>
                <a:lnTo>
                  <a:pt x="9370" y="45015"/>
                </a:lnTo>
                <a:lnTo>
                  <a:pt x="9370" y="45015"/>
                </a:lnTo>
                <a:lnTo>
                  <a:pt x="9370" y="45015"/>
                </a:lnTo>
                <a:lnTo>
                  <a:pt x="9370" y="45015"/>
                </a:lnTo>
                <a:lnTo>
                  <a:pt x="9370" y="45015"/>
                </a:lnTo>
                <a:lnTo>
                  <a:pt x="9371" y="45015"/>
                </a:lnTo>
                <a:lnTo>
                  <a:pt x="9371" y="45015"/>
                </a:lnTo>
                <a:lnTo>
                  <a:pt x="9371" y="45015"/>
                </a:lnTo>
                <a:lnTo>
                  <a:pt x="9371" y="45015"/>
                </a:lnTo>
                <a:lnTo>
                  <a:pt x="9371" y="45015"/>
                </a:lnTo>
                <a:lnTo>
                  <a:pt x="9371" y="45015"/>
                </a:lnTo>
                <a:lnTo>
                  <a:pt x="9371" y="45015"/>
                </a:lnTo>
                <a:lnTo>
                  <a:pt x="9372" y="45015"/>
                </a:lnTo>
                <a:lnTo>
                  <a:pt x="9372" y="45015"/>
                </a:lnTo>
                <a:lnTo>
                  <a:pt x="9372" y="45015"/>
                </a:lnTo>
                <a:lnTo>
                  <a:pt x="9372" y="45015"/>
                </a:lnTo>
                <a:lnTo>
                  <a:pt x="9372" y="45015"/>
                </a:lnTo>
                <a:lnTo>
                  <a:pt x="9372" y="45015"/>
                </a:lnTo>
                <a:lnTo>
                  <a:pt x="9372" y="45015"/>
                </a:lnTo>
                <a:lnTo>
                  <a:pt x="9372" y="45015"/>
                </a:lnTo>
                <a:lnTo>
                  <a:pt x="9373" y="45015"/>
                </a:lnTo>
                <a:lnTo>
                  <a:pt x="9373" y="45015"/>
                </a:lnTo>
                <a:lnTo>
                  <a:pt x="9373" y="45015"/>
                </a:lnTo>
                <a:lnTo>
                  <a:pt x="9373" y="45015"/>
                </a:lnTo>
                <a:lnTo>
                  <a:pt x="9373" y="45015"/>
                </a:lnTo>
                <a:lnTo>
                  <a:pt x="9373" y="45015"/>
                </a:lnTo>
                <a:lnTo>
                  <a:pt x="9373" y="45015"/>
                </a:lnTo>
                <a:lnTo>
                  <a:pt x="9374" y="45015"/>
                </a:lnTo>
                <a:lnTo>
                  <a:pt x="9374" y="45015"/>
                </a:lnTo>
                <a:lnTo>
                  <a:pt x="9374" y="45015"/>
                </a:lnTo>
                <a:lnTo>
                  <a:pt x="9374" y="45015"/>
                </a:lnTo>
                <a:lnTo>
                  <a:pt x="9374" y="45015"/>
                </a:lnTo>
                <a:lnTo>
                  <a:pt x="9374" y="45015"/>
                </a:lnTo>
                <a:lnTo>
                  <a:pt x="9374" y="45015"/>
                </a:lnTo>
                <a:lnTo>
                  <a:pt x="9374" y="45015"/>
                </a:lnTo>
                <a:lnTo>
                  <a:pt x="9375" y="45015"/>
                </a:lnTo>
                <a:lnTo>
                  <a:pt x="9375" y="45015"/>
                </a:lnTo>
                <a:lnTo>
                  <a:pt x="9375" y="45015"/>
                </a:lnTo>
                <a:lnTo>
                  <a:pt x="9375" y="45015"/>
                </a:lnTo>
                <a:lnTo>
                  <a:pt x="9375" y="45015"/>
                </a:lnTo>
                <a:lnTo>
                  <a:pt x="9375" y="45015"/>
                </a:lnTo>
                <a:lnTo>
                  <a:pt x="9375" y="45015"/>
                </a:lnTo>
                <a:lnTo>
                  <a:pt x="9376" y="45015"/>
                </a:lnTo>
                <a:lnTo>
                  <a:pt x="9376" y="45015"/>
                </a:lnTo>
                <a:lnTo>
                  <a:pt x="9376" y="45015"/>
                </a:lnTo>
                <a:lnTo>
                  <a:pt x="9376" y="45015"/>
                </a:lnTo>
                <a:lnTo>
                  <a:pt x="9376" y="45015"/>
                </a:lnTo>
                <a:lnTo>
                  <a:pt x="9376" y="45015"/>
                </a:lnTo>
                <a:lnTo>
                  <a:pt x="9376" y="45015"/>
                </a:lnTo>
                <a:lnTo>
                  <a:pt x="9376" y="45015"/>
                </a:lnTo>
                <a:lnTo>
                  <a:pt x="9377" y="45015"/>
                </a:lnTo>
                <a:lnTo>
                  <a:pt x="9377" y="45015"/>
                </a:lnTo>
                <a:lnTo>
                  <a:pt x="9377" y="45015"/>
                </a:lnTo>
                <a:lnTo>
                  <a:pt x="9377" y="45015"/>
                </a:lnTo>
                <a:lnTo>
                  <a:pt x="9377" y="45015"/>
                </a:lnTo>
                <a:lnTo>
                  <a:pt x="9377" y="45015"/>
                </a:lnTo>
                <a:lnTo>
                  <a:pt x="9377" y="45015"/>
                </a:lnTo>
                <a:lnTo>
                  <a:pt x="9377" y="45015"/>
                </a:lnTo>
                <a:lnTo>
                  <a:pt x="9378" y="45015"/>
                </a:lnTo>
                <a:lnTo>
                  <a:pt x="9378" y="45015"/>
                </a:lnTo>
                <a:lnTo>
                  <a:pt x="9378" y="45015"/>
                </a:lnTo>
                <a:lnTo>
                  <a:pt x="9378" y="45015"/>
                </a:lnTo>
                <a:lnTo>
                  <a:pt x="9378" y="45015"/>
                </a:lnTo>
                <a:lnTo>
                  <a:pt x="9378" y="45015"/>
                </a:lnTo>
                <a:lnTo>
                  <a:pt x="9378" y="45015"/>
                </a:lnTo>
                <a:lnTo>
                  <a:pt x="9379" y="45015"/>
                </a:lnTo>
                <a:lnTo>
                  <a:pt x="9379" y="45015"/>
                </a:lnTo>
                <a:lnTo>
                  <a:pt x="9379" y="45015"/>
                </a:lnTo>
                <a:lnTo>
                  <a:pt x="9379" y="45015"/>
                </a:lnTo>
                <a:lnTo>
                  <a:pt x="9379" y="45015"/>
                </a:lnTo>
                <a:lnTo>
                  <a:pt x="9379" y="45015"/>
                </a:lnTo>
                <a:lnTo>
                  <a:pt x="9379" y="45015"/>
                </a:lnTo>
                <a:lnTo>
                  <a:pt x="9379" y="45015"/>
                </a:lnTo>
                <a:lnTo>
                  <a:pt x="9380" y="45015"/>
                </a:lnTo>
                <a:lnTo>
                  <a:pt x="9380" y="45015"/>
                </a:lnTo>
                <a:lnTo>
                  <a:pt x="9380" y="45015"/>
                </a:lnTo>
                <a:lnTo>
                  <a:pt x="9380" y="45015"/>
                </a:lnTo>
                <a:lnTo>
                  <a:pt x="9380" y="45015"/>
                </a:lnTo>
                <a:lnTo>
                  <a:pt x="9380" y="45015"/>
                </a:lnTo>
                <a:lnTo>
                  <a:pt x="9380" y="45015"/>
                </a:lnTo>
                <a:lnTo>
                  <a:pt x="9381" y="45015"/>
                </a:lnTo>
                <a:lnTo>
                  <a:pt x="9381" y="45015"/>
                </a:lnTo>
                <a:lnTo>
                  <a:pt x="9381" y="45015"/>
                </a:lnTo>
                <a:lnTo>
                  <a:pt x="9381" y="45015"/>
                </a:lnTo>
                <a:lnTo>
                  <a:pt x="9381" y="45015"/>
                </a:lnTo>
                <a:lnTo>
                  <a:pt x="9381" y="45015"/>
                </a:lnTo>
                <a:lnTo>
                  <a:pt x="9381" y="45015"/>
                </a:lnTo>
                <a:lnTo>
                  <a:pt x="9381" y="45015"/>
                </a:lnTo>
                <a:lnTo>
                  <a:pt x="9382" y="45015"/>
                </a:lnTo>
                <a:lnTo>
                  <a:pt x="9382" y="45015"/>
                </a:lnTo>
                <a:lnTo>
                  <a:pt x="9382" y="45015"/>
                </a:lnTo>
                <a:lnTo>
                  <a:pt x="9382" y="45015"/>
                </a:lnTo>
                <a:lnTo>
                  <a:pt x="9382" y="45015"/>
                </a:lnTo>
                <a:lnTo>
                  <a:pt x="9382" y="45015"/>
                </a:lnTo>
                <a:lnTo>
                  <a:pt x="9382" y="45015"/>
                </a:lnTo>
                <a:lnTo>
                  <a:pt x="9383" y="45015"/>
                </a:lnTo>
                <a:lnTo>
                  <a:pt x="9383" y="45015"/>
                </a:lnTo>
                <a:lnTo>
                  <a:pt x="9383" y="45015"/>
                </a:lnTo>
                <a:lnTo>
                  <a:pt x="9383" y="45015"/>
                </a:lnTo>
                <a:lnTo>
                  <a:pt x="9383" y="45015"/>
                </a:lnTo>
                <a:lnTo>
                  <a:pt x="9383" y="45015"/>
                </a:lnTo>
                <a:lnTo>
                  <a:pt x="9383" y="45015"/>
                </a:lnTo>
                <a:lnTo>
                  <a:pt x="9383" y="45015"/>
                </a:lnTo>
                <a:lnTo>
                  <a:pt x="9384" y="45015"/>
                </a:lnTo>
                <a:lnTo>
                  <a:pt x="9384" y="45015"/>
                </a:lnTo>
                <a:lnTo>
                  <a:pt x="9384" y="45015"/>
                </a:lnTo>
                <a:lnTo>
                  <a:pt x="9384" y="45015"/>
                </a:lnTo>
                <a:lnTo>
                  <a:pt x="9384" y="45015"/>
                </a:lnTo>
                <a:lnTo>
                  <a:pt x="9384" y="45015"/>
                </a:lnTo>
                <a:lnTo>
                  <a:pt x="9384" y="45015"/>
                </a:lnTo>
                <a:lnTo>
                  <a:pt x="9385" y="45015"/>
                </a:lnTo>
                <a:lnTo>
                  <a:pt x="9385" y="45015"/>
                </a:lnTo>
                <a:lnTo>
                  <a:pt x="9385" y="45015"/>
                </a:lnTo>
                <a:lnTo>
                  <a:pt x="9385" y="45015"/>
                </a:lnTo>
                <a:lnTo>
                  <a:pt x="9385" y="45015"/>
                </a:lnTo>
                <a:lnTo>
                  <a:pt x="9385" y="45015"/>
                </a:lnTo>
                <a:lnTo>
                  <a:pt x="9385" y="45015"/>
                </a:lnTo>
                <a:lnTo>
                  <a:pt x="9385" y="45015"/>
                </a:lnTo>
                <a:lnTo>
                  <a:pt x="9386" y="45015"/>
                </a:lnTo>
                <a:lnTo>
                  <a:pt x="9386" y="45015"/>
                </a:lnTo>
                <a:lnTo>
                  <a:pt x="9386" y="45015"/>
                </a:lnTo>
                <a:lnTo>
                  <a:pt x="9386" y="45015"/>
                </a:lnTo>
                <a:lnTo>
                  <a:pt x="9386" y="45015"/>
                </a:lnTo>
                <a:lnTo>
                  <a:pt x="9386" y="45015"/>
                </a:lnTo>
                <a:lnTo>
                  <a:pt x="9386" y="45015"/>
                </a:lnTo>
                <a:lnTo>
                  <a:pt x="9386" y="45015"/>
                </a:lnTo>
                <a:lnTo>
                  <a:pt x="9387" y="45015"/>
                </a:lnTo>
                <a:lnTo>
                  <a:pt x="9387" y="45015"/>
                </a:lnTo>
                <a:lnTo>
                  <a:pt x="9387" y="45015"/>
                </a:lnTo>
                <a:lnTo>
                  <a:pt x="9387" y="45015"/>
                </a:lnTo>
                <a:lnTo>
                  <a:pt x="9387" y="45015"/>
                </a:lnTo>
                <a:lnTo>
                  <a:pt x="9387" y="45015"/>
                </a:lnTo>
                <a:lnTo>
                  <a:pt x="9387" y="45015"/>
                </a:lnTo>
                <a:lnTo>
                  <a:pt x="9388" y="45015"/>
                </a:lnTo>
                <a:lnTo>
                  <a:pt x="9388" y="45015"/>
                </a:lnTo>
                <a:lnTo>
                  <a:pt x="9388" y="45015"/>
                </a:lnTo>
                <a:lnTo>
                  <a:pt x="9388" y="45015"/>
                </a:lnTo>
                <a:lnTo>
                  <a:pt x="9388" y="45015"/>
                </a:lnTo>
                <a:lnTo>
                  <a:pt x="9388" y="45015"/>
                </a:lnTo>
                <a:lnTo>
                  <a:pt x="9388" y="45015"/>
                </a:lnTo>
                <a:lnTo>
                  <a:pt x="9388" y="45015"/>
                </a:lnTo>
                <a:lnTo>
                  <a:pt x="9389" y="45015"/>
                </a:lnTo>
                <a:lnTo>
                  <a:pt x="9389" y="45015"/>
                </a:lnTo>
                <a:lnTo>
                  <a:pt x="9389" y="45015"/>
                </a:lnTo>
                <a:lnTo>
                  <a:pt x="9389" y="45015"/>
                </a:lnTo>
                <a:lnTo>
                  <a:pt x="9389" y="45015"/>
                </a:lnTo>
                <a:lnTo>
                  <a:pt x="9389" y="45015"/>
                </a:lnTo>
                <a:lnTo>
                  <a:pt x="9389" y="45015"/>
                </a:lnTo>
                <a:lnTo>
                  <a:pt x="9390" y="45015"/>
                </a:lnTo>
                <a:lnTo>
                  <a:pt x="9390" y="45015"/>
                </a:lnTo>
                <a:lnTo>
                  <a:pt x="9390" y="45015"/>
                </a:lnTo>
                <a:lnTo>
                  <a:pt x="9390" y="45015"/>
                </a:lnTo>
                <a:lnTo>
                  <a:pt x="9390" y="45015"/>
                </a:lnTo>
                <a:lnTo>
                  <a:pt x="9390" y="45015"/>
                </a:lnTo>
                <a:lnTo>
                  <a:pt x="9390" y="45015"/>
                </a:lnTo>
                <a:lnTo>
                  <a:pt x="9390" y="45015"/>
                </a:lnTo>
                <a:lnTo>
                  <a:pt x="9391" y="45015"/>
                </a:lnTo>
                <a:lnTo>
                  <a:pt x="9391" y="45015"/>
                </a:lnTo>
                <a:lnTo>
                  <a:pt x="9391" y="45015"/>
                </a:lnTo>
                <a:lnTo>
                  <a:pt x="9391" y="45015"/>
                </a:lnTo>
                <a:lnTo>
                  <a:pt x="9391" y="45015"/>
                </a:lnTo>
                <a:lnTo>
                  <a:pt x="9391" y="45015"/>
                </a:lnTo>
                <a:lnTo>
                  <a:pt x="9391" y="45015"/>
                </a:lnTo>
                <a:lnTo>
                  <a:pt x="9392" y="45015"/>
                </a:lnTo>
                <a:lnTo>
                  <a:pt x="9392" y="45015"/>
                </a:lnTo>
                <a:lnTo>
                  <a:pt x="9392" y="45015"/>
                </a:lnTo>
                <a:lnTo>
                  <a:pt x="9392" y="45015"/>
                </a:lnTo>
                <a:lnTo>
                  <a:pt x="9392" y="45015"/>
                </a:lnTo>
                <a:lnTo>
                  <a:pt x="9392" y="45015"/>
                </a:lnTo>
                <a:lnTo>
                  <a:pt x="9392" y="45015"/>
                </a:lnTo>
                <a:lnTo>
                  <a:pt x="9392" y="45015"/>
                </a:lnTo>
                <a:lnTo>
                  <a:pt x="9393" y="45015"/>
                </a:lnTo>
                <a:lnTo>
                  <a:pt x="9393" y="45015"/>
                </a:lnTo>
                <a:lnTo>
                  <a:pt x="9393" y="45015"/>
                </a:lnTo>
                <a:lnTo>
                  <a:pt x="9393" y="45015"/>
                </a:lnTo>
                <a:lnTo>
                  <a:pt x="9393" y="45015"/>
                </a:lnTo>
                <a:lnTo>
                  <a:pt x="9393" y="45015"/>
                </a:lnTo>
                <a:lnTo>
                  <a:pt x="9393" y="45015"/>
                </a:lnTo>
                <a:lnTo>
                  <a:pt x="9393" y="45015"/>
                </a:lnTo>
                <a:lnTo>
                  <a:pt x="9394" y="45015"/>
                </a:lnTo>
                <a:lnTo>
                  <a:pt x="9394" y="45015"/>
                </a:lnTo>
                <a:lnTo>
                  <a:pt x="9394" y="45015"/>
                </a:lnTo>
                <a:lnTo>
                  <a:pt x="9394" y="45015"/>
                </a:lnTo>
                <a:lnTo>
                  <a:pt x="9394" y="45015"/>
                </a:lnTo>
                <a:lnTo>
                  <a:pt x="9394" y="45015"/>
                </a:lnTo>
                <a:lnTo>
                  <a:pt x="9394" y="45015"/>
                </a:lnTo>
                <a:lnTo>
                  <a:pt x="9395" y="45015"/>
                </a:lnTo>
                <a:lnTo>
                  <a:pt x="9395" y="45015"/>
                </a:lnTo>
                <a:lnTo>
                  <a:pt x="9395" y="45015"/>
                </a:lnTo>
                <a:lnTo>
                  <a:pt x="9395" y="45015"/>
                </a:lnTo>
                <a:lnTo>
                  <a:pt x="9395" y="45015"/>
                </a:lnTo>
                <a:lnTo>
                  <a:pt x="9395" y="45015"/>
                </a:lnTo>
                <a:lnTo>
                  <a:pt x="9395" y="45015"/>
                </a:lnTo>
                <a:lnTo>
                  <a:pt x="9395" y="45015"/>
                </a:lnTo>
                <a:lnTo>
                  <a:pt x="9396" y="45015"/>
                </a:lnTo>
                <a:lnTo>
                  <a:pt x="9396" y="45015"/>
                </a:lnTo>
                <a:lnTo>
                  <a:pt x="9396" y="45015"/>
                </a:lnTo>
                <a:lnTo>
                  <a:pt x="9396" y="45015"/>
                </a:lnTo>
                <a:lnTo>
                  <a:pt x="9396" y="45015"/>
                </a:lnTo>
                <a:lnTo>
                  <a:pt x="9396" y="45015"/>
                </a:lnTo>
                <a:lnTo>
                  <a:pt x="9396" y="45015"/>
                </a:lnTo>
                <a:lnTo>
                  <a:pt x="9397" y="45015"/>
                </a:lnTo>
                <a:lnTo>
                  <a:pt x="9397" y="45015"/>
                </a:lnTo>
                <a:lnTo>
                  <a:pt x="9397" y="45015"/>
                </a:lnTo>
                <a:lnTo>
                  <a:pt x="9397" y="45015"/>
                </a:lnTo>
                <a:lnTo>
                  <a:pt x="9397" y="45015"/>
                </a:lnTo>
                <a:lnTo>
                  <a:pt x="9397" y="45015"/>
                </a:lnTo>
                <a:lnTo>
                  <a:pt x="9397" y="45015"/>
                </a:lnTo>
                <a:lnTo>
                  <a:pt x="9397" y="45015"/>
                </a:lnTo>
                <a:lnTo>
                  <a:pt x="9398" y="45015"/>
                </a:lnTo>
                <a:lnTo>
                  <a:pt x="9398" y="45015"/>
                </a:lnTo>
                <a:lnTo>
                  <a:pt x="9398" y="45015"/>
                </a:lnTo>
                <a:lnTo>
                  <a:pt x="9398" y="45015"/>
                </a:lnTo>
                <a:lnTo>
                  <a:pt x="9398" y="45015"/>
                </a:lnTo>
                <a:lnTo>
                  <a:pt x="9398" y="45015"/>
                </a:lnTo>
                <a:lnTo>
                  <a:pt x="9398" y="45015"/>
                </a:lnTo>
                <a:lnTo>
                  <a:pt x="9398" y="45015"/>
                </a:lnTo>
                <a:lnTo>
                  <a:pt x="9399" y="45015"/>
                </a:lnTo>
                <a:lnTo>
                  <a:pt x="9399" y="45015"/>
                </a:lnTo>
                <a:lnTo>
                  <a:pt x="9399" y="45015"/>
                </a:lnTo>
                <a:lnTo>
                  <a:pt x="9399" y="45015"/>
                </a:lnTo>
                <a:lnTo>
                  <a:pt x="9399" y="45015"/>
                </a:lnTo>
                <a:lnTo>
                  <a:pt x="9399" y="45015"/>
                </a:lnTo>
                <a:lnTo>
                  <a:pt x="9399" y="45015"/>
                </a:lnTo>
                <a:lnTo>
                  <a:pt x="9400" y="45015"/>
                </a:lnTo>
                <a:lnTo>
                  <a:pt x="9400" y="45015"/>
                </a:lnTo>
                <a:lnTo>
                  <a:pt x="9400" y="45015"/>
                </a:lnTo>
                <a:lnTo>
                  <a:pt x="9400" y="45015"/>
                </a:lnTo>
                <a:lnTo>
                  <a:pt x="9400" y="45015"/>
                </a:lnTo>
                <a:lnTo>
                  <a:pt x="9400" y="45015"/>
                </a:lnTo>
                <a:lnTo>
                  <a:pt x="9400" y="45015"/>
                </a:lnTo>
                <a:lnTo>
                  <a:pt x="9400" y="45015"/>
                </a:lnTo>
                <a:lnTo>
                  <a:pt x="9401" y="45015"/>
                </a:lnTo>
                <a:lnTo>
                  <a:pt x="9401" y="45015"/>
                </a:lnTo>
                <a:lnTo>
                  <a:pt x="9401" y="45015"/>
                </a:lnTo>
                <a:lnTo>
                  <a:pt x="9401" y="45015"/>
                </a:lnTo>
                <a:lnTo>
                  <a:pt x="9401" y="45015"/>
                </a:lnTo>
                <a:lnTo>
                  <a:pt x="9401" y="45015"/>
                </a:lnTo>
                <a:lnTo>
                  <a:pt x="9401" y="45015"/>
                </a:lnTo>
                <a:lnTo>
                  <a:pt x="9402" y="45015"/>
                </a:lnTo>
                <a:lnTo>
                  <a:pt x="9402" y="45015"/>
                </a:lnTo>
                <a:lnTo>
                  <a:pt x="9402" y="45015"/>
                </a:lnTo>
                <a:lnTo>
                  <a:pt x="9402" y="45015"/>
                </a:lnTo>
                <a:lnTo>
                  <a:pt x="9402" y="45015"/>
                </a:lnTo>
                <a:lnTo>
                  <a:pt x="9402" y="45015"/>
                </a:lnTo>
                <a:lnTo>
                  <a:pt x="9402" y="45015"/>
                </a:lnTo>
                <a:lnTo>
                  <a:pt x="9402" y="45015"/>
                </a:lnTo>
                <a:lnTo>
                  <a:pt x="9403" y="45015"/>
                </a:lnTo>
                <a:lnTo>
                  <a:pt x="9403" y="45015"/>
                </a:lnTo>
                <a:lnTo>
                  <a:pt x="9403" y="45015"/>
                </a:lnTo>
                <a:lnTo>
                  <a:pt x="9403" y="45015"/>
                </a:lnTo>
                <a:lnTo>
                  <a:pt x="9403" y="45015"/>
                </a:lnTo>
                <a:lnTo>
                  <a:pt x="9403" y="45015"/>
                </a:lnTo>
                <a:lnTo>
                  <a:pt x="9403" y="45015"/>
                </a:lnTo>
                <a:lnTo>
                  <a:pt x="9403" y="45015"/>
                </a:lnTo>
                <a:lnTo>
                  <a:pt x="9404" y="45015"/>
                </a:lnTo>
                <a:lnTo>
                  <a:pt x="9404" y="45015"/>
                </a:lnTo>
                <a:lnTo>
                  <a:pt x="9404" y="45015"/>
                </a:lnTo>
                <a:lnTo>
                  <a:pt x="9404" y="45015"/>
                </a:lnTo>
                <a:lnTo>
                  <a:pt x="9404" y="45015"/>
                </a:lnTo>
                <a:lnTo>
                  <a:pt x="9404" y="45015"/>
                </a:lnTo>
                <a:lnTo>
                  <a:pt x="9404" y="45015"/>
                </a:lnTo>
                <a:lnTo>
                  <a:pt x="9405" y="45015"/>
                </a:lnTo>
                <a:lnTo>
                  <a:pt x="9405" y="45015"/>
                </a:lnTo>
                <a:lnTo>
                  <a:pt x="9405" y="45015"/>
                </a:lnTo>
                <a:lnTo>
                  <a:pt x="9405" y="45015"/>
                </a:lnTo>
                <a:lnTo>
                  <a:pt x="9405" y="45015"/>
                </a:lnTo>
                <a:lnTo>
                  <a:pt x="9405" y="45015"/>
                </a:lnTo>
                <a:lnTo>
                  <a:pt x="9405" y="45015"/>
                </a:lnTo>
                <a:lnTo>
                  <a:pt x="9405" y="45015"/>
                </a:lnTo>
                <a:lnTo>
                  <a:pt x="9406" y="45015"/>
                </a:lnTo>
                <a:lnTo>
                  <a:pt x="9406" y="45015"/>
                </a:lnTo>
                <a:lnTo>
                  <a:pt x="9406" y="45015"/>
                </a:lnTo>
                <a:lnTo>
                  <a:pt x="9406" y="45015"/>
                </a:lnTo>
                <a:lnTo>
                  <a:pt x="9406" y="45015"/>
                </a:lnTo>
                <a:lnTo>
                  <a:pt x="9406" y="45015"/>
                </a:lnTo>
                <a:lnTo>
                  <a:pt x="9406" y="45015"/>
                </a:lnTo>
                <a:lnTo>
                  <a:pt x="9407" y="45015"/>
                </a:lnTo>
                <a:lnTo>
                  <a:pt x="9407" y="45015"/>
                </a:lnTo>
                <a:lnTo>
                  <a:pt x="9407" y="45015"/>
                </a:lnTo>
                <a:lnTo>
                  <a:pt x="9407" y="45015"/>
                </a:lnTo>
                <a:lnTo>
                  <a:pt x="9407" y="45015"/>
                </a:lnTo>
                <a:lnTo>
                  <a:pt x="9407" y="45015"/>
                </a:lnTo>
                <a:lnTo>
                  <a:pt x="9407" y="45015"/>
                </a:lnTo>
                <a:lnTo>
                  <a:pt x="9407" y="45015"/>
                </a:lnTo>
                <a:lnTo>
                  <a:pt x="9408" y="45015"/>
                </a:lnTo>
                <a:lnTo>
                  <a:pt x="9408" y="45015"/>
                </a:lnTo>
                <a:lnTo>
                  <a:pt x="9408" y="45015"/>
                </a:lnTo>
                <a:lnTo>
                  <a:pt x="9408" y="45015"/>
                </a:lnTo>
                <a:lnTo>
                  <a:pt x="9408" y="45015"/>
                </a:lnTo>
                <a:lnTo>
                  <a:pt x="9408" y="45015"/>
                </a:lnTo>
                <a:lnTo>
                  <a:pt x="9408" y="45015"/>
                </a:lnTo>
                <a:lnTo>
                  <a:pt x="9408" y="45015"/>
                </a:lnTo>
                <a:lnTo>
                  <a:pt x="9409" y="45015"/>
                </a:lnTo>
                <a:lnTo>
                  <a:pt x="9409" y="45015"/>
                </a:lnTo>
                <a:lnTo>
                  <a:pt x="9409" y="45015"/>
                </a:lnTo>
                <a:lnTo>
                  <a:pt x="9409" y="45015"/>
                </a:lnTo>
                <a:lnTo>
                  <a:pt x="9409" y="45015"/>
                </a:lnTo>
                <a:lnTo>
                  <a:pt x="9409" y="45015"/>
                </a:lnTo>
                <a:lnTo>
                  <a:pt x="9409" y="45015"/>
                </a:lnTo>
                <a:lnTo>
                  <a:pt x="9410" y="45015"/>
                </a:lnTo>
                <a:lnTo>
                  <a:pt x="9410" y="45015"/>
                </a:lnTo>
                <a:lnTo>
                  <a:pt x="9410" y="45015"/>
                </a:lnTo>
                <a:lnTo>
                  <a:pt x="9410" y="45015"/>
                </a:lnTo>
                <a:lnTo>
                  <a:pt x="9410" y="45015"/>
                </a:lnTo>
                <a:lnTo>
                  <a:pt x="9410" y="45015"/>
                </a:lnTo>
                <a:lnTo>
                  <a:pt x="9410" y="45015"/>
                </a:lnTo>
                <a:lnTo>
                  <a:pt x="9410" y="45015"/>
                </a:lnTo>
                <a:lnTo>
                  <a:pt x="9411" y="45015"/>
                </a:lnTo>
                <a:lnTo>
                  <a:pt x="9411" y="45015"/>
                </a:lnTo>
                <a:lnTo>
                  <a:pt x="9411" y="45015"/>
                </a:lnTo>
                <a:lnTo>
                  <a:pt x="9411" y="45015"/>
                </a:lnTo>
                <a:lnTo>
                  <a:pt x="9411" y="45015"/>
                </a:lnTo>
                <a:lnTo>
                  <a:pt x="9411" y="45015"/>
                </a:lnTo>
                <a:lnTo>
                  <a:pt x="9411" y="45015"/>
                </a:lnTo>
                <a:lnTo>
                  <a:pt x="9411" y="45015"/>
                </a:lnTo>
                <a:lnTo>
                  <a:pt x="9412" y="45015"/>
                </a:lnTo>
                <a:lnTo>
                  <a:pt x="9412" y="45015"/>
                </a:lnTo>
                <a:lnTo>
                  <a:pt x="9412" y="45015"/>
                </a:lnTo>
                <a:lnTo>
                  <a:pt x="9412" y="45015"/>
                </a:lnTo>
                <a:lnTo>
                  <a:pt x="9412" y="45015"/>
                </a:lnTo>
                <a:lnTo>
                  <a:pt x="9412" y="45015"/>
                </a:lnTo>
                <a:lnTo>
                  <a:pt x="9412" y="45015"/>
                </a:lnTo>
                <a:lnTo>
                  <a:pt x="9413" y="45015"/>
                </a:lnTo>
                <a:lnTo>
                  <a:pt x="9413" y="45015"/>
                </a:lnTo>
                <a:lnTo>
                  <a:pt x="9413" y="45015"/>
                </a:lnTo>
                <a:lnTo>
                  <a:pt x="9413" y="45015"/>
                </a:lnTo>
                <a:lnTo>
                  <a:pt x="9413" y="45015"/>
                </a:lnTo>
                <a:lnTo>
                  <a:pt x="9413" y="45015"/>
                </a:lnTo>
                <a:lnTo>
                  <a:pt x="9413" y="45015"/>
                </a:lnTo>
                <a:lnTo>
                  <a:pt x="9413" y="45015"/>
                </a:lnTo>
                <a:lnTo>
                  <a:pt x="9414" y="45015"/>
                </a:lnTo>
                <a:lnTo>
                  <a:pt x="9414" y="45015"/>
                </a:lnTo>
                <a:lnTo>
                  <a:pt x="9414" y="45015"/>
                </a:lnTo>
                <a:lnTo>
                  <a:pt x="9414" y="45015"/>
                </a:lnTo>
                <a:lnTo>
                  <a:pt x="9414" y="45015"/>
                </a:lnTo>
                <a:lnTo>
                  <a:pt x="9414" y="45015"/>
                </a:lnTo>
                <a:lnTo>
                  <a:pt x="9414" y="45015"/>
                </a:lnTo>
                <a:lnTo>
                  <a:pt x="9414" y="45015"/>
                </a:lnTo>
                <a:lnTo>
                  <a:pt x="9415" y="45015"/>
                </a:lnTo>
                <a:lnTo>
                  <a:pt x="9415" y="45015"/>
                </a:lnTo>
                <a:lnTo>
                  <a:pt x="9415" y="45015"/>
                </a:lnTo>
                <a:lnTo>
                  <a:pt x="9415" y="45015"/>
                </a:lnTo>
                <a:lnTo>
                  <a:pt x="9415" y="45015"/>
                </a:lnTo>
                <a:lnTo>
                  <a:pt x="9415" y="45015"/>
                </a:lnTo>
                <a:lnTo>
                  <a:pt x="9415" y="45015"/>
                </a:lnTo>
                <a:lnTo>
                  <a:pt x="9416" y="45015"/>
                </a:lnTo>
                <a:lnTo>
                  <a:pt x="9416" y="45015"/>
                </a:lnTo>
                <a:lnTo>
                  <a:pt x="9416" y="45015"/>
                </a:lnTo>
                <a:lnTo>
                  <a:pt x="9416" y="45015"/>
                </a:lnTo>
                <a:lnTo>
                  <a:pt x="9416" y="45015"/>
                </a:lnTo>
                <a:lnTo>
                  <a:pt x="9416" y="45015"/>
                </a:lnTo>
                <a:lnTo>
                  <a:pt x="9416" y="45015"/>
                </a:lnTo>
                <a:lnTo>
                  <a:pt x="9416" y="45015"/>
                </a:lnTo>
                <a:lnTo>
                  <a:pt x="9417" y="45015"/>
                </a:lnTo>
                <a:lnTo>
                  <a:pt x="9417" y="45015"/>
                </a:lnTo>
                <a:lnTo>
                  <a:pt x="9417" y="45015"/>
                </a:lnTo>
                <a:lnTo>
                  <a:pt x="9417" y="45015"/>
                </a:lnTo>
                <a:lnTo>
                  <a:pt x="9417" y="45015"/>
                </a:lnTo>
                <a:lnTo>
                  <a:pt x="9417" y="45015"/>
                </a:lnTo>
                <a:lnTo>
                  <a:pt x="9417" y="45015"/>
                </a:lnTo>
                <a:lnTo>
                  <a:pt x="9418" y="45015"/>
                </a:lnTo>
                <a:lnTo>
                  <a:pt x="9418" y="45015"/>
                </a:lnTo>
                <a:lnTo>
                  <a:pt x="9418" y="45015"/>
                </a:lnTo>
                <a:lnTo>
                  <a:pt x="9418" y="45015"/>
                </a:lnTo>
                <a:lnTo>
                  <a:pt x="9418" y="45015"/>
                </a:lnTo>
                <a:lnTo>
                  <a:pt x="9418" y="45015"/>
                </a:lnTo>
                <a:lnTo>
                  <a:pt x="9418" y="45015"/>
                </a:lnTo>
                <a:lnTo>
                  <a:pt x="9418" y="45015"/>
                </a:lnTo>
                <a:lnTo>
                  <a:pt x="9419" y="45015"/>
                </a:lnTo>
                <a:lnTo>
                  <a:pt x="9419" y="45015"/>
                </a:lnTo>
                <a:lnTo>
                  <a:pt x="9419" y="45015"/>
                </a:lnTo>
                <a:lnTo>
                  <a:pt x="9419" y="45015"/>
                </a:lnTo>
                <a:lnTo>
                  <a:pt x="9419" y="45015"/>
                </a:lnTo>
                <a:lnTo>
                  <a:pt x="9419" y="45015"/>
                </a:lnTo>
                <a:lnTo>
                  <a:pt x="9419" y="45015"/>
                </a:lnTo>
                <a:lnTo>
                  <a:pt x="9419" y="45015"/>
                </a:lnTo>
                <a:lnTo>
                  <a:pt x="9420" y="45015"/>
                </a:lnTo>
                <a:lnTo>
                  <a:pt x="9420" y="45015"/>
                </a:lnTo>
                <a:lnTo>
                  <a:pt x="9420" y="45015"/>
                </a:lnTo>
                <a:lnTo>
                  <a:pt x="9420" y="45015"/>
                </a:lnTo>
                <a:lnTo>
                  <a:pt x="9420" y="45015"/>
                </a:lnTo>
                <a:lnTo>
                  <a:pt x="9420" y="45015"/>
                </a:lnTo>
                <a:lnTo>
                  <a:pt x="9420" y="45015"/>
                </a:lnTo>
                <a:lnTo>
                  <a:pt x="9421" y="45015"/>
                </a:lnTo>
                <a:lnTo>
                  <a:pt x="9421" y="45015"/>
                </a:lnTo>
                <a:lnTo>
                  <a:pt x="9421" y="45015"/>
                </a:lnTo>
                <a:lnTo>
                  <a:pt x="9421" y="45015"/>
                </a:lnTo>
                <a:lnTo>
                  <a:pt x="9421" y="45015"/>
                </a:lnTo>
                <a:lnTo>
                  <a:pt x="9421" y="45015"/>
                </a:lnTo>
                <a:lnTo>
                  <a:pt x="9421" y="45015"/>
                </a:lnTo>
                <a:lnTo>
                  <a:pt x="9421" y="45015"/>
                </a:lnTo>
                <a:lnTo>
                  <a:pt x="9422" y="45015"/>
                </a:lnTo>
                <a:lnTo>
                  <a:pt x="9422" y="45015"/>
                </a:lnTo>
                <a:lnTo>
                  <a:pt x="9422" y="45015"/>
                </a:lnTo>
                <a:lnTo>
                  <a:pt x="9422" y="45015"/>
                </a:lnTo>
                <a:lnTo>
                  <a:pt x="9422" y="45015"/>
                </a:lnTo>
                <a:lnTo>
                  <a:pt x="9422" y="45015"/>
                </a:lnTo>
                <a:lnTo>
                  <a:pt x="9422" y="45015"/>
                </a:lnTo>
                <a:lnTo>
                  <a:pt x="9422" y="45015"/>
                </a:lnTo>
                <a:lnTo>
                  <a:pt x="9423" y="45015"/>
                </a:lnTo>
                <a:lnTo>
                  <a:pt x="9423" y="45015"/>
                </a:lnTo>
                <a:lnTo>
                  <a:pt x="9423" y="45015"/>
                </a:lnTo>
                <a:lnTo>
                  <a:pt x="9423" y="45015"/>
                </a:lnTo>
                <a:lnTo>
                  <a:pt x="9423" y="45015"/>
                </a:lnTo>
                <a:lnTo>
                  <a:pt x="9423" y="45015"/>
                </a:lnTo>
                <a:lnTo>
                  <a:pt x="9423" y="45015"/>
                </a:lnTo>
                <a:lnTo>
                  <a:pt x="9424" y="45015"/>
                </a:lnTo>
                <a:lnTo>
                  <a:pt x="9424" y="45015"/>
                </a:lnTo>
                <a:lnTo>
                  <a:pt x="9424" y="45015"/>
                </a:lnTo>
                <a:lnTo>
                  <a:pt x="9424" y="45015"/>
                </a:lnTo>
                <a:lnTo>
                  <a:pt x="9424" y="45015"/>
                </a:lnTo>
                <a:lnTo>
                  <a:pt x="9424" y="45015"/>
                </a:lnTo>
                <a:lnTo>
                  <a:pt x="9424" y="45015"/>
                </a:lnTo>
                <a:lnTo>
                  <a:pt x="9424" y="45015"/>
                </a:lnTo>
                <a:lnTo>
                  <a:pt x="9425" y="45015"/>
                </a:lnTo>
                <a:lnTo>
                  <a:pt x="9425" y="45015"/>
                </a:lnTo>
                <a:lnTo>
                  <a:pt x="9425" y="45015"/>
                </a:lnTo>
                <a:lnTo>
                  <a:pt x="9425" y="45015"/>
                </a:lnTo>
                <a:lnTo>
                  <a:pt x="9425" y="45015"/>
                </a:lnTo>
                <a:lnTo>
                  <a:pt x="9425" y="45015"/>
                </a:lnTo>
                <a:lnTo>
                  <a:pt x="9425" y="45015"/>
                </a:lnTo>
                <a:lnTo>
                  <a:pt x="9425" y="45015"/>
                </a:lnTo>
                <a:lnTo>
                  <a:pt x="9426" y="45015"/>
                </a:lnTo>
                <a:lnTo>
                  <a:pt x="9426" y="45015"/>
                </a:lnTo>
                <a:lnTo>
                  <a:pt x="9426" y="45015"/>
                </a:lnTo>
                <a:lnTo>
                  <a:pt x="9426" y="45015"/>
                </a:lnTo>
                <a:lnTo>
                  <a:pt x="9426" y="45015"/>
                </a:lnTo>
                <a:lnTo>
                  <a:pt x="9426" y="45015"/>
                </a:lnTo>
                <a:lnTo>
                  <a:pt x="9426" y="45015"/>
                </a:lnTo>
                <a:lnTo>
                  <a:pt x="9427" y="45015"/>
                </a:lnTo>
                <a:lnTo>
                  <a:pt x="9427" y="45015"/>
                </a:lnTo>
                <a:lnTo>
                  <a:pt x="9427" y="45015"/>
                </a:lnTo>
                <a:lnTo>
                  <a:pt x="9427" y="45015"/>
                </a:lnTo>
                <a:lnTo>
                  <a:pt x="9427" y="45015"/>
                </a:lnTo>
                <a:lnTo>
                  <a:pt x="9427" y="45015"/>
                </a:lnTo>
                <a:lnTo>
                  <a:pt x="9427" y="45015"/>
                </a:lnTo>
                <a:lnTo>
                  <a:pt x="9427" y="45015"/>
                </a:lnTo>
                <a:lnTo>
                  <a:pt x="9428" y="45015"/>
                </a:lnTo>
                <a:lnTo>
                  <a:pt x="9428" y="45015"/>
                </a:lnTo>
                <a:lnTo>
                  <a:pt x="9428" y="45015"/>
                </a:lnTo>
                <a:lnTo>
                  <a:pt x="9428" y="45015"/>
                </a:lnTo>
                <a:lnTo>
                  <a:pt x="9428" y="45015"/>
                </a:lnTo>
                <a:lnTo>
                  <a:pt x="9428" y="45015"/>
                </a:lnTo>
                <a:lnTo>
                  <a:pt x="9428" y="45015"/>
                </a:lnTo>
                <a:lnTo>
                  <a:pt x="9428" y="45015"/>
                </a:lnTo>
                <a:lnTo>
                  <a:pt x="9429" y="45015"/>
                </a:lnTo>
                <a:lnTo>
                  <a:pt x="9429" y="45015"/>
                </a:lnTo>
                <a:lnTo>
                  <a:pt x="9429" y="45015"/>
                </a:lnTo>
                <a:lnTo>
                  <a:pt x="9429" y="45015"/>
                </a:lnTo>
                <a:lnTo>
                  <a:pt x="9429" y="45015"/>
                </a:lnTo>
                <a:lnTo>
                  <a:pt x="9429" y="45015"/>
                </a:lnTo>
                <a:lnTo>
                  <a:pt x="9429" y="45015"/>
                </a:lnTo>
                <a:lnTo>
                  <a:pt x="9430" y="45015"/>
                </a:lnTo>
                <a:lnTo>
                  <a:pt x="9430" y="45015"/>
                </a:lnTo>
                <a:lnTo>
                  <a:pt x="9430" y="45015"/>
                </a:lnTo>
                <a:lnTo>
                  <a:pt x="9430" y="45015"/>
                </a:lnTo>
                <a:lnTo>
                  <a:pt x="9430" y="45015"/>
                </a:lnTo>
                <a:lnTo>
                  <a:pt x="9430" y="45015"/>
                </a:lnTo>
                <a:lnTo>
                  <a:pt x="9430" y="45015"/>
                </a:lnTo>
                <a:lnTo>
                  <a:pt x="9430" y="45015"/>
                </a:lnTo>
                <a:lnTo>
                  <a:pt x="9431" y="45015"/>
                </a:lnTo>
                <a:lnTo>
                  <a:pt x="9431" y="45015"/>
                </a:lnTo>
                <a:lnTo>
                  <a:pt x="9431" y="45015"/>
                </a:lnTo>
                <a:lnTo>
                  <a:pt x="9431" y="45015"/>
                </a:lnTo>
                <a:lnTo>
                  <a:pt x="9431" y="45015"/>
                </a:lnTo>
                <a:lnTo>
                  <a:pt x="9431" y="45015"/>
                </a:lnTo>
                <a:lnTo>
                  <a:pt x="9431" y="45015"/>
                </a:lnTo>
                <a:lnTo>
                  <a:pt x="9431" y="45015"/>
                </a:lnTo>
                <a:lnTo>
                  <a:pt x="9432" y="45015"/>
                </a:lnTo>
                <a:lnTo>
                  <a:pt x="9432" y="45015"/>
                </a:lnTo>
                <a:lnTo>
                  <a:pt x="9432" y="45015"/>
                </a:lnTo>
                <a:lnTo>
                  <a:pt x="9432" y="45015"/>
                </a:lnTo>
                <a:lnTo>
                  <a:pt x="9432" y="45015"/>
                </a:lnTo>
                <a:lnTo>
                  <a:pt x="9432" y="45015"/>
                </a:lnTo>
                <a:lnTo>
                  <a:pt x="9432" y="45015"/>
                </a:lnTo>
                <a:lnTo>
                  <a:pt x="9432" y="45015"/>
                </a:lnTo>
                <a:lnTo>
                  <a:pt x="9433" y="45015"/>
                </a:lnTo>
                <a:lnTo>
                  <a:pt x="9433" y="45015"/>
                </a:lnTo>
                <a:lnTo>
                  <a:pt x="9433" y="45015"/>
                </a:lnTo>
                <a:lnTo>
                  <a:pt x="9433" y="45015"/>
                </a:lnTo>
                <a:lnTo>
                  <a:pt x="9433" y="45015"/>
                </a:lnTo>
                <a:lnTo>
                  <a:pt x="9433" y="45015"/>
                </a:lnTo>
                <a:lnTo>
                  <a:pt x="9433" y="45015"/>
                </a:lnTo>
                <a:lnTo>
                  <a:pt x="9434" y="45015"/>
                </a:lnTo>
                <a:lnTo>
                  <a:pt x="9434" y="45015"/>
                </a:lnTo>
                <a:lnTo>
                  <a:pt x="9434" y="45015"/>
                </a:lnTo>
                <a:lnTo>
                  <a:pt x="9434" y="45015"/>
                </a:lnTo>
                <a:lnTo>
                  <a:pt x="9434" y="45015"/>
                </a:lnTo>
                <a:lnTo>
                  <a:pt x="9434" y="45015"/>
                </a:lnTo>
                <a:lnTo>
                  <a:pt x="9434" y="45015"/>
                </a:lnTo>
                <a:lnTo>
                  <a:pt x="9434" y="45015"/>
                </a:lnTo>
                <a:lnTo>
                  <a:pt x="9435" y="45015"/>
                </a:lnTo>
                <a:lnTo>
                  <a:pt x="9435" y="45015"/>
                </a:lnTo>
                <a:lnTo>
                  <a:pt x="9435" y="45015"/>
                </a:lnTo>
                <a:lnTo>
                  <a:pt x="9435" y="45015"/>
                </a:lnTo>
                <a:lnTo>
                  <a:pt x="9435" y="45015"/>
                </a:lnTo>
                <a:lnTo>
                  <a:pt x="9435" y="45015"/>
                </a:lnTo>
                <a:lnTo>
                  <a:pt x="9435" y="45015"/>
                </a:lnTo>
                <a:lnTo>
                  <a:pt x="9435" y="45015"/>
                </a:lnTo>
                <a:lnTo>
                  <a:pt x="9436" y="45015"/>
                </a:lnTo>
                <a:lnTo>
                  <a:pt x="9436" y="45015"/>
                </a:lnTo>
                <a:lnTo>
                  <a:pt x="9436" y="45015"/>
                </a:lnTo>
                <a:lnTo>
                  <a:pt x="9436" y="45015"/>
                </a:lnTo>
                <a:lnTo>
                  <a:pt x="9436" y="45015"/>
                </a:lnTo>
                <a:lnTo>
                  <a:pt x="9436" y="45015"/>
                </a:lnTo>
                <a:lnTo>
                  <a:pt x="9436" y="45015"/>
                </a:lnTo>
                <a:lnTo>
                  <a:pt x="9437" y="45015"/>
                </a:lnTo>
                <a:lnTo>
                  <a:pt x="9437" y="45015"/>
                </a:lnTo>
                <a:lnTo>
                  <a:pt x="9437" y="45015"/>
                </a:lnTo>
                <a:lnTo>
                  <a:pt x="9437" y="45015"/>
                </a:lnTo>
                <a:lnTo>
                  <a:pt x="9437" y="45015"/>
                </a:lnTo>
                <a:lnTo>
                  <a:pt x="9437" y="45015"/>
                </a:lnTo>
                <a:lnTo>
                  <a:pt x="9437" y="45015"/>
                </a:lnTo>
                <a:lnTo>
                  <a:pt x="9437" y="45015"/>
                </a:lnTo>
                <a:lnTo>
                  <a:pt x="9438" y="45015"/>
                </a:lnTo>
                <a:lnTo>
                  <a:pt x="9438" y="45015"/>
                </a:lnTo>
                <a:lnTo>
                  <a:pt x="9438" y="45015"/>
                </a:lnTo>
                <a:lnTo>
                  <a:pt x="9438" y="45015"/>
                </a:lnTo>
                <a:lnTo>
                  <a:pt x="9438" y="45015"/>
                </a:lnTo>
                <a:lnTo>
                  <a:pt x="9438" y="45015"/>
                </a:lnTo>
                <a:lnTo>
                  <a:pt x="9438" y="45015"/>
                </a:lnTo>
                <a:lnTo>
                  <a:pt x="9438" y="45015"/>
                </a:lnTo>
                <a:lnTo>
                  <a:pt x="9439" y="45015"/>
                </a:lnTo>
                <a:lnTo>
                  <a:pt x="9439" y="45015"/>
                </a:lnTo>
                <a:lnTo>
                  <a:pt x="9439" y="45015"/>
                </a:lnTo>
                <a:lnTo>
                  <a:pt x="9439" y="45015"/>
                </a:lnTo>
                <a:lnTo>
                  <a:pt x="9439" y="45015"/>
                </a:lnTo>
                <a:lnTo>
                  <a:pt x="9439" y="45015"/>
                </a:lnTo>
                <a:lnTo>
                  <a:pt x="9439" y="45015"/>
                </a:lnTo>
                <a:lnTo>
                  <a:pt x="9440" y="45015"/>
                </a:lnTo>
                <a:lnTo>
                  <a:pt x="9440" y="45015"/>
                </a:lnTo>
                <a:lnTo>
                  <a:pt x="9440" y="45015"/>
                </a:lnTo>
                <a:lnTo>
                  <a:pt x="9440" y="45015"/>
                </a:lnTo>
                <a:lnTo>
                  <a:pt x="9440" y="45015"/>
                </a:lnTo>
                <a:lnTo>
                  <a:pt x="9440" y="45015"/>
                </a:lnTo>
                <a:lnTo>
                  <a:pt x="9440" y="45015"/>
                </a:lnTo>
                <a:lnTo>
                  <a:pt x="9440" y="45015"/>
                </a:lnTo>
                <a:lnTo>
                  <a:pt x="9441" y="45015"/>
                </a:lnTo>
                <a:lnTo>
                  <a:pt x="9441" y="45015"/>
                </a:lnTo>
                <a:lnTo>
                  <a:pt x="9441" y="45015"/>
                </a:lnTo>
                <a:lnTo>
                  <a:pt x="9441" y="45015"/>
                </a:lnTo>
                <a:lnTo>
                  <a:pt x="9441" y="45015"/>
                </a:lnTo>
                <a:lnTo>
                  <a:pt x="9441" y="45015"/>
                </a:lnTo>
                <a:lnTo>
                  <a:pt x="9441" y="45015"/>
                </a:lnTo>
                <a:lnTo>
                  <a:pt x="9441" y="45015"/>
                </a:lnTo>
                <a:lnTo>
                  <a:pt x="9442" y="45015"/>
                </a:lnTo>
                <a:lnTo>
                  <a:pt x="9442" y="45015"/>
                </a:lnTo>
                <a:lnTo>
                  <a:pt x="9442" y="45015"/>
                </a:lnTo>
                <a:lnTo>
                  <a:pt x="9442" y="45015"/>
                </a:lnTo>
                <a:lnTo>
                  <a:pt x="9442" y="45015"/>
                </a:lnTo>
                <a:lnTo>
                  <a:pt x="9442" y="45015"/>
                </a:lnTo>
                <a:lnTo>
                  <a:pt x="9442" y="45015"/>
                </a:lnTo>
                <a:lnTo>
                  <a:pt x="9442" y="45015"/>
                </a:lnTo>
                <a:lnTo>
                  <a:pt x="9443" y="45015"/>
                </a:lnTo>
                <a:lnTo>
                  <a:pt x="9443" y="45015"/>
                </a:lnTo>
                <a:lnTo>
                  <a:pt x="9443" y="45015"/>
                </a:lnTo>
                <a:lnTo>
                  <a:pt x="9443" y="45015"/>
                </a:lnTo>
                <a:lnTo>
                  <a:pt x="9443" y="45015"/>
                </a:lnTo>
                <a:lnTo>
                  <a:pt x="9443" y="45015"/>
                </a:lnTo>
                <a:lnTo>
                  <a:pt x="9443" y="45015"/>
                </a:lnTo>
                <a:lnTo>
                  <a:pt x="9444" y="45015"/>
                </a:lnTo>
                <a:lnTo>
                  <a:pt x="9444" y="45015"/>
                </a:lnTo>
                <a:lnTo>
                  <a:pt x="9444" y="45015"/>
                </a:lnTo>
                <a:lnTo>
                  <a:pt x="9444" y="45015"/>
                </a:lnTo>
                <a:lnTo>
                  <a:pt x="9444" y="45015"/>
                </a:lnTo>
                <a:lnTo>
                  <a:pt x="9444" y="45015"/>
                </a:lnTo>
                <a:lnTo>
                  <a:pt x="9444" y="45015"/>
                </a:lnTo>
                <a:lnTo>
                  <a:pt x="9444" y="45015"/>
                </a:lnTo>
                <a:lnTo>
                  <a:pt x="9445" y="45015"/>
                </a:lnTo>
                <a:lnTo>
                  <a:pt x="9445" y="45015"/>
                </a:lnTo>
                <a:lnTo>
                  <a:pt x="9445" y="45015"/>
                </a:lnTo>
                <a:lnTo>
                  <a:pt x="9445" y="45015"/>
                </a:lnTo>
                <a:lnTo>
                  <a:pt x="9445" y="45015"/>
                </a:lnTo>
                <a:lnTo>
                  <a:pt x="9445" y="45015"/>
                </a:lnTo>
                <a:lnTo>
                  <a:pt x="9445" y="45015"/>
                </a:lnTo>
                <a:lnTo>
                  <a:pt x="9445" y="45015"/>
                </a:lnTo>
                <a:lnTo>
                  <a:pt x="9446" y="45015"/>
                </a:lnTo>
                <a:lnTo>
                  <a:pt x="9446" y="45015"/>
                </a:lnTo>
                <a:lnTo>
                  <a:pt x="9446" y="45015"/>
                </a:lnTo>
                <a:lnTo>
                  <a:pt x="9446" y="45015"/>
                </a:lnTo>
                <a:lnTo>
                  <a:pt x="9446" y="45015"/>
                </a:lnTo>
                <a:lnTo>
                  <a:pt x="9446" y="45015"/>
                </a:lnTo>
                <a:lnTo>
                  <a:pt x="9446" y="45015"/>
                </a:lnTo>
                <a:lnTo>
                  <a:pt x="9446" y="45015"/>
                </a:lnTo>
                <a:lnTo>
                  <a:pt x="9447" y="45015"/>
                </a:lnTo>
                <a:lnTo>
                  <a:pt x="9447" y="45015"/>
                </a:lnTo>
                <a:lnTo>
                  <a:pt x="9447" y="45015"/>
                </a:lnTo>
                <a:lnTo>
                  <a:pt x="9447" y="45015"/>
                </a:lnTo>
                <a:lnTo>
                  <a:pt x="9447" y="45015"/>
                </a:lnTo>
                <a:lnTo>
                  <a:pt x="9447" y="45015"/>
                </a:lnTo>
                <a:lnTo>
                  <a:pt x="9447" y="45015"/>
                </a:lnTo>
                <a:lnTo>
                  <a:pt x="9448" y="45015"/>
                </a:lnTo>
                <a:lnTo>
                  <a:pt x="9448" y="45015"/>
                </a:lnTo>
                <a:lnTo>
                  <a:pt x="9448" y="45015"/>
                </a:lnTo>
                <a:lnTo>
                  <a:pt x="9448" y="45015"/>
                </a:lnTo>
                <a:lnTo>
                  <a:pt x="9448" y="45015"/>
                </a:lnTo>
                <a:lnTo>
                  <a:pt x="9448" y="45015"/>
                </a:lnTo>
                <a:lnTo>
                  <a:pt x="9448" y="45015"/>
                </a:lnTo>
                <a:lnTo>
                  <a:pt x="9448" y="45015"/>
                </a:lnTo>
                <a:lnTo>
                  <a:pt x="9449" y="45015"/>
                </a:lnTo>
                <a:lnTo>
                  <a:pt x="9449" y="45015"/>
                </a:lnTo>
                <a:lnTo>
                  <a:pt x="9449" y="45015"/>
                </a:lnTo>
                <a:lnTo>
                  <a:pt x="9449" y="45015"/>
                </a:lnTo>
                <a:lnTo>
                  <a:pt x="9449" y="45015"/>
                </a:lnTo>
                <a:lnTo>
                  <a:pt x="9449" y="45015"/>
                </a:lnTo>
                <a:lnTo>
                  <a:pt x="9449" y="45015"/>
                </a:lnTo>
                <a:lnTo>
                  <a:pt x="9449" y="45015"/>
                </a:lnTo>
                <a:lnTo>
                  <a:pt x="9450" y="45015"/>
                </a:lnTo>
                <a:lnTo>
                  <a:pt x="9450" y="45015"/>
                </a:lnTo>
                <a:lnTo>
                  <a:pt x="9450" y="45015"/>
                </a:lnTo>
                <a:lnTo>
                  <a:pt x="9450" y="45015"/>
                </a:lnTo>
                <a:lnTo>
                  <a:pt x="9450" y="45015"/>
                </a:lnTo>
                <a:lnTo>
                  <a:pt x="9450" y="45015"/>
                </a:lnTo>
                <a:lnTo>
                  <a:pt x="9450" y="45015"/>
                </a:lnTo>
                <a:lnTo>
                  <a:pt x="9451" y="45015"/>
                </a:lnTo>
                <a:lnTo>
                  <a:pt x="9451" y="45015"/>
                </a:lnTo>
                <a:lnTo>
                  <a:pt x="9451" y="45015"/>
                </a:lnTo>
                <a:lnTo>
                  <a:pt x="9451" y="45015"/>
                </a:lnTo>
                <a:lnTo>
                  <a:pt x="9451" y="45015"/>
                </a:lnTo>
                <a:lnTo>
                  <a:pt x="9451" y="45015"/>
                </a:lnTo>
                <a:lnTo>
                  <a:pt x="9451" y="45015"/>
                </a:lnTo>
                <a:lnTo>
                  <a:pt x="9451" y="45015"/>
                </a:lnTo>
                <a:lnTo>
                  <a:pt x="9452" y="45015"/>
                </a:lnTo>
                <a:lnTo>
                  <a:pt x="9452" y="45015"/>
                </a:lnTo>
                <a:lnTo>
                  <a:pt x="9452" y="45015"/>
                </a:lnTo>
                <a:lnTo>
                  <a:pt x="9452" y="45015"/>
                </a:lnTo>
                <a:lnTo>
                  <a:pt x="9452" y="45015"/>
                </a:lnTo>
                <a:lnTo>
                  <a:pt x="9452" y="45015"/>
                </a:lnTo>
                <a:lnTo>
                  <a:pt x="9452" y="45015"/>
                </a:lnTo>
                <a:lnTo>
                  <a:pt x="9452" y="45015"/>
                </a:lnTo>
                <a:lnTo>
                  <a:pt x="9453" y="45015"/>
                </a:lnTo>
                <a:lnTo>
                  <a:pt x="9453" y="45015"/>
                </a:lnTo>
                <a:lnTo>
                  <a:pt x="9453" y="45015"/>
                </a:lnTo>
                <a:lnTo>
                  <a:pt x="9453" y="45015"/>
                </a:lnTo>
                <a:lnTo>
                  <a:pt x="9453" y="45015"/>
                </a:lnTo>
                <a:lnTo>
                  <a:pt x="9453" y="45015"/>
                </a:lnTo>
                <a:lnTo>
                  <a:pt x="9453" y="45015"/>
                </a:lnTo>
                <a:lnTo>
                  <a:pt x="9453" y="45015"/>
                </a:lnTo>
                <a:lnTo>
                  <a:pt x="9454" y="45015"/>
                </a:lnTo>
                <a:lnTo>
                  <a:pt x="9454" y="45015"/>
                </a:lnTo>
                <a:lnTo>
                  <a:pt x="9454" y="45015"/>
                </a:lnTo>
                <a:lnTo>
                  <a:pt x="9454" y="45015"/>
                </a:lnTo>
                <a:lnTo>
                  <a:pt x="9454" y="45015"/>
                </a:lnTo>
                <a:lnTo>
                  <a:pt x="9454" y="45015"/>
                </a:lnTo>
                <a:lnTo>
                  <a:pt x="9454" y="45015"/>
                </a:lnTo>
                <a:lnTo>
                  <a:pt x="9454" y="45015"/>
                </a:lnTo>
                <a:lnTo>
                  <a:pt x="9455" y="45015"/>
                </a:lnTo>
                <a:lnTo>
                  <a:pt x="9455" y="45015"/>
                </a:lnTo>
                <a:lnTo>
                  <a:pt x="9455" y="45015"/>
                </a:lnTo>
                <a:lnTo>
                  <a:pt x="9455" y="45015"/>
                </a:lnTo>
                <a:lnTo>
                  <a:pt x="9455" y="45015"/>
                </a:lnTo>
                <a:lnTo>
                  <a:pt x="9455" y="45015"/>
                </a:lnTo>
                <a:lnTo>
                  <a:pt x="9455" y="45015"/>
                </a:lnTo>
                <a:lnTo>
                  <a:pt x="9456" y="45015"/>
                </a:lnTo>
                <a:lnTo>
                  <a:pt x="9456" y="45015"/>
                </a:lnTo>
                <a:lnTo>
                  <a:pt x="9456" y="45015"/>
                </a:lnTo>
                <a:lnTo>
                  <a:pt x="9456" y="45015"/>
                </a:lnTo>
                <a:lnTo>
                  <a:pt x="9456" y="45015"/>
                </a:lnTo>
                <a:lnTo>
                  <a:pt x="9456" y="45015"/>
                </a:lnTo>
                <a:lnTo>
                  <a:pt x="9456" y="45015"/>
                </a:lnTo>
                <a:lnTo>
                  <a:pt x="9456" y="45015"/>
                </a:lnTo>
                <a:lnTo>
                  <a:pt x="9457" y="45015"/>
                </a:lnTo>
                <a:lnTo>
                  <a:pt x="9457" y="45015"/>
                </a:lnTo>
                <a:lnTo>
                  <a:pt x="9457" y="45015"/>
                </a:lnTo>
                <a:lnTo>
                  <a:pt x="9457" y="45015"/>
                </a:lnTo>
                <a:lnTo>
                  <a:pt x="9457" y="45015"/>
                </a:lnTo>
                <a:lnTo>
                  <a:pt x="9457" y="45015"/>
                </a:lnTo>
                <a:lnTo>
                  <a:pt x="9457" y="45015"/>
                </a:lnTo>
                <a:lnTo>
                  <a:pt x="9457" y="45015"/>
                </a:lnTo>
                <a:lnTo>
                  <a:pt x="9458" y="45015"/>
                </a:lnTo>
                <a:lnTo>
                  <a:pt x="9458" y="45015"/>
                </a:lnTo>
                <a:lnTo>
                  <a:pt x="9458" y="45015"/>
                </a:lnTo>
                <a:lnTo>
                  <a:pt x="9458" y="45015"/>
                </a:lnTo>
                <a:lnTo>
                  <a:pt x="9458" y="45015"/>
                </a:lnTo>
                <a:lnTo>
                  <a:pt x="9458" y="45015"/>
                </a:lnTo>
                <a:lnTo>
                  <a:pt x="9458" y="45015"/>
                </a:lnTo>
                <a:lnTo>
                  <a:pt x="9458" y="45015"/>
                </a:lnTo>
                <a:lnTo>
                  <a:pt x="9459" y="45015"/>
                </a:lnTo>
                <a:lnTo>
                  <a:pt x="9459" y="45015"/>
                </a:lnTo>
                <a:lnTo>
                  <a:pt x="9459" y="45015"/>
                </a:lnTo>
                <a:lnTo>
                  <a:pt x="9459" y="45015"/>
                </a:lnTo>
                <a:lnTo>
                  <a:pt x="9459" y="45015"/>
                </a:lnTo>
                <a:lnTo>
                  <a:pt x="9459" y="45015"/>
                </a:lnTo>
                <a:lnTo>
                  <a:pt x="9459" y="45015"/>
                </a:lnTo>
                <a:lnTo>
                  <a:pt x="9460" y="45015"/>
                </a:lnTo>
                <a:lnTo>
                  <a:pt x="9460" y="45015"/>
                </a:lnTo>
                <a:lnTo>
                  <a:pt x="9460" y="45015"/>
                </a:lnTo>
                <a:lnTo>
                  <a:pt x="9460" y="45015"/>
                </a:lnTo>
                <a:lnTo>
                  <a:pt x="9460" y="45015"/>
                </a:lnTo>
                <a:lnTo>
                  <a:pt x="9460" y="45015"/>
                </a:lnTo>
                <a:lnTo>
                  <a:pt x="9460" y="45015"/>
                </a:lnTo>
                <a:lnTo>
                  <a:pt x="9460" y="45015"/>
                </a:lnTo>
                <a:lnTo>
                  <a:pt x="9461" y="45015"/>
                </a:lnTo>
                <a:lnTo>
                  <a:pt x="9461" y="45015"/>
                </a:lnTo>
                <a:lnTo>
                  <a:pt x="9461" y="45015"/>
                </a:lnTo>
                <a:lnTo>
                  <a:pt x="9461" y="45015"/>
                </a:lnTo>
                <a:lnTo>
                  <a:pt x="9461" y="45015"/>
                </a:lnTo>
                <a:lnTo>
                  <a:pt x="9461" y="45015"/>
                </a:lnTo>
                <a:lnTo>
                  <a:pt x="9461" y="45015"/>
                </a:lnTo>
                <a:lnTo>
                  <a:pt x="9461" y="45015"/>
                </a:lnTo>
                <a:lnTo>
                  <a:pt x="9462" y="45015"/>
                </a:lnTo>
                <a:lnTo>
                  <a:pt x="9462" y="45015"/>
                </a:lnTo>
                <a:lnTo>
                  <a:pt x="9462" y="45015"/>
                </a:lnTo>
                <a:lnTo>
                  <a:pt x="9462" y="45015"/>
                </a:lnTo>
                <a:lnTo>
                  <a:pt x="9462" y="45015"/>
                </a:lnTo>
                <a:lnTo>
                  <a:pt x="9462" y="45015"/>
                </a:lnTo>
                <a:lnTo>
                  <a:pt x="9462" y="45015"/>
                </a:lnTo>
                <a:lnTo>
                  <a:pt x="9462" y="45015"/>
                </a:lnTo>
                <a:lnTo>
                  <a:pt x="9463" y="45015"/>
                </a:lnTo>
                <a:lnTo>
                  <a:pt x="9463" y="45015"/>
                </a:lnTo>
                <a:lnTo>
                  <a:pt x="9463" y="45015"/>
                </a:lnTo>
                <a:lnTo>
                  <a:pt x="9463" y="45015"/>
                </a:lnTo>
                <a:lnTo>
                  <a:pt x="9463" y="45015"/>
                </a:lnTo>
                <a:lnTo>
                  <a:pt x="9463" y="45015"/>
                </a:lnTo>
                <a:lnTo>
                  <a:pt x="9463" y="45015"/>
                </a:lnTo>
                <a:lnTo>
                  <a:pt x="9464" y="45015"/>
                </a:lnTo>
                <a:lnTo>
                  <a:pt x="9464" y="45015"/>
                </a:lnTo>
                <a:lnTo>
                  <a:pt x="9464" y="45015"/>
                </a:lnTo>
                <a:lnTo>
                  <a:pt x="9464" y="45015"/>
                </a:lnTo>
                <a:lnTo>
                  <a:pt x="9464" y="45015"/>
                </a:lnTo>
                <a:lnTo>
                  <a:pt x="9464" y="45015"/>
                </a:lnTo>
                <a:lnTo>
                  <a:pt x="9464" y="45015"/>
                </a:lnTo>
                <a:lnTo>
                  <a:pt x="9464" y="45015"/>
                </a:lnTo>
                <a:lnTo>
                  <a:pt x="9465" y="45015"/>
                </a:lnTo>
                <a:lnTo>
                  <a:pt x="9465" y="45015"/>
                </a:lnTo>
                <a:lnTo>
                  <a:pt x="9465" y="45015"/>
                </a:lnTo>
                <a:lnTo>
                  <a:pt x="9465" y="45015"/>
                </a:lnTo>
                <a:lnTo>
                  <a:pt x="9465" y="45015"/>
                </a:lnTo>
                <a:lnTo>
                  <a:pt x="9465" y="45015"/>
                </a:lnTo>
                <a:lnTo>
                  <a:pt x="9465" y="45015"/>
                </a:lnTo>
                <a:lnTo>
                  <a:pt x="9465" y="45015"/>
                </a:lnTo>
                <a:lnTo>
                  <a:pt x="9466" y="45015"/>
                </a:lnTo>
                <a:lnTo>
                  <a:pt x="9466" y="45015"/>
                </a:lnTo>
                <a:lnTo>
                  <a:pt x="9466" y="45015"/>
                </a:lnTo>
                <a:lnTo>
                  <a:pt x="9466" y="45015"/>
                </a:lnTo>
                <a:lnTo>
                  <a:pt x="9466" y="45015"/>
                </a:lnTo>
                <a:lnTo>
                  <a:pt x="9466" y="45015"/>
                </a:lnTo>
                <a:lnTo>
                  <a:pt x="9466" y="45015"/>
                </a:lnTo>
                <a:lnTo>
                  <a:pt x="9466" y="45015"/>
                </a:lnTo>
                <a:lnTo>
                  <a:pt x="9467" y="45015"/>
                </a:lnTo>
                <a:lnTo>
                  <a:pt x="9467" y="45015"/>
                </a:lnTo>
                <a:lnTo>
                  <a:pt x="9467" y="45015"/>
                </a:lnTo>
                <a:lnTo>
                  <a:pt x="9467" y="45015"/>
                </a:lnTo>
                <a:lnTo>
                  <a:pt x="9467" y="45015"/>
                </a:lnTo>
                <a:lnTo>
                  <a:pt x="9467" y="45015"/>
                </a:lnTo>
                <a:lnTo>
                  <a:pt x="9467" y="45015"/>
                </a:lnTo>
                <a:lnTo>
                  <a:pt x="9467" y="45015"/>
                </a:lnTo>
                <a:lnTo>
                  <a:pt x="9468" y="45015"/>
                </a:lnTo>
                <a:lnTo>
                  <a:pt x="9468" y="45015"/>
                </a:lnTo>
                <a:lnTo>
                  <a:pt x="9468" y="45015"/>
                </a:lnTo>
                <a:lnTo>
                  <a:pt x="9468" y="45015"/>
                </a:lnTo>
                <a:lnTo>
                  <a:pt x="9468" y="45015"/>
                </a:lnTo>
                <a:lnTo>
                  <a:pt x="9468" y="45015"/>
                </a:lnTo>
                <a:lnTo>
                  <a:pt x="9468" y="45015"/>
                </a:lnTo>
                <a:lnTo>
                  <a:pt x="9469" y="45015"/>
                </a:lnTo>
                <a:lnTo>
                  <a:pt x="9469" y="45015"/>
                </a:lnTo>
                <a:lnTo>
                  <a:pt x="9469" y="45015"/>
                </a:lnTo>
                <a:lnTo>
                  <a:pt x="9469" y="45015"/>
                </a:lnTo>
                <a:lnTo>
                  <a:pt x="9469" y="45015"/>
                </a:lnTo>
                <a:lnTo>
                  <a:pt x="9469" y="45015"/>
                </a:lnTo>
                <a:lnTo>
                  <a:pt x="9469" y="45015"/>
                </a:lnTo>
                <a:lnTo>
                  <a:pt x="9469" y="45015"/>
                </a:lnTo>
                <a:lnTo>
                  <a:pt x="9470" y="45015"/>
                </a:lnTo>
                <a:lnTo>
                  <a:pt x="9470" y="45015"/>
                </a:lnTo>
                <a:lnTo>
                  <a:pt x="9470" y="45015"/>
                </a:lnTo>
                <a:lnTo>
                  <a:pt x="9470" y="45015"/>
                </a:lnTo>
                <a:lnTo>
                  <a:pt x="9470" y="45015"/>
                </a:lnTo>
                <a:lnTo>
                  <a:pt x="9470" y="45015"/>
                </a:lnTo>
                <a:lnTo>
                  <a:pt x="9470" y="45015"/>
                </a:lnTo>
                <a:lnTo>
                  <a:pt x="9470" y="45015"/>
                </a:lnTo>
                <a:lnTo>
                  <a:pt x="9471" y="45015"/>
                </a:lnTo>
                <a:lnTo>
                  <a:pt x="9471" y="45015"/>
                </a:lnTo>
                <a:lnTo>
                  <a:pt x="9471" y="45015"/>
                </a:lnTo>
                <a:lnTo>
                  <a:pt x="9471" y="45015"/>
                </a:lnTo>
                <a:lnTo>
                  <a:pt x="9471" y="45015"/>
                </a:lnTo>
                <a:lnTo>
                  <a:pt x="9471" y="45015"/>
                </a:lnTo>
                <a:lnTo>
                  <a:pt x="9471" y="45015"/>
                </a:lnTo>
                <a:lnTo>
                  <a:pt x="9471" y="45015"/>
                </a:lnTo>
                <a:lnTo>
                  <a:pt x="9472" y="45015"/>
                </a:lnTo>
                <a:lnTo>
                  <a:pt x="9472" y="45015"/>
                </a:lnTo>
                <a:lnTo>
                  <a:pt x="9472" y="45015"/>
                </a:lnTo>
                <a:lnTo>
                  <a:pt x="9472" y="45015"/>
                </a:lnTo>
                <a:lnTo>
                  <a:pt x="9472" y="45015"/>
                </a:lnTo>
                <a:lnTo>
                  <a:pt x="9472" y="45015"/>
                </a:lnTo>
                <a:lnTo>
                  <a:pt x="9472" y="45015"/>
                </a:lnTo>
                <a:lnTo>
                  <a:pt x="9472" y="45015"/>
                </a:lnTo>
                <a:lnTo>
                  <a:pt x="9473" y="45015"/>
                </a:lnTo>
                <a:lnTo>
                  <a:pt x="9473" y="45015"/>
                </a:lnTo>
                <a:lnTo>
                  <a:pt x="9473" y="45015"/>
                </a:lnTo>
                <a:lnTo>
                  <a:pt x="9473" y="45015"/>
                </a:lnTo>
                <a:lnTo>
                  <a:pt x="9473" y="45015"/>
                </a:lnTo>
                <a:lnTo>
                  <a:pt x="9473" y="45015"/>
                </a:lnTo>
                <a:lnTo>
                  <a:pt x="9473" y="45015"/>
                </a:lnTo>
                <a:lnTo>
                  <a:pt x="9474" y="45015"/>
                </a:lnTo>
                <a:lnTo>
                  <a:pt x="9474" y="45015"/>
                </a:lnTo>
                <a:lnTo>
                  <a:pt x="9474" y="45015"/>
                </a:lnTo>
                <a:lnTo>
                  <a:pt x="9474" y="45015"/>
                </a:lnTo>
                <a:lnTo>
                  <a:pt x="9474" y="45015"/>
                </a:lnTo>
                <a:lnTo>
                  <a:pt x="9474" y="45015"/>
                </a:lnTo>
                <a:lnTo>
                  <a:pt x="9474" y="45015"/>
                </a:lnTo>
                <a:lnTo>
                  <a:pt x="9474" y="45015"/>
                </a:lnTo>
                <a:lnTo>
                  <a:pt x="9475" y="45015"/>
                </a:lnTo>
                <a:lnTo>
                  <a:pt x="9475" y="45015"/>
                </a:lnTo>
                <a:lnTo>
                  <a:pt x="9475" y="45015"/>
                </a:lnTo>
                <a:lnTo>
                  <a:pt x="9475" y="45015"/>
                </a:lnTo>
                <a:lnTo>
                  <a:pt x="9475" y="45015"/>
                </a:lnTo>
                <a:lnTo>
                  <a:pt x="9475" y="45015"/>
                </a:lnTo>
                <a:lnTo>
                  <a:pt x="9475" y="45015"/>
                </a:lnTo>
                <a:lnTo>
                  <a:pt x="9475" y="45015"/>
                </a:lnTo>
                <a:lnTo>
                  <a:pt x="9476" y="45015"/>
                </a:lnTo>
                <a:lnTo>
                  <a:pt x="9476" y="45015"/>
                </a:lnTo>
                <a:lnTo>
                  <a:pt x="9476" y="45015"/>
                </a:lnTo>
                <a:lnTo>
                  <a:pt x="9476" y="45015"/>
                </a:lnTo>
                <a:lnTo>
                  <a:pt x="9476" y="45015"/>
                </a:lnTo>
                <a:lnTo>
                  <a:pt x="9476" y="45015"/>
                </a:lnTo>
                <a:lnTo>
                  <a:pt x="9476" y="45015"/>
                </a:lnTo>
                <a:lnTo>
                  <a:pt x="9476" y="45015"/>
                </a:lnTo>
                <a:lnTo>
                  <a:pt x="9477" y="45015"/>
                </a:lnTo>
                <a:lnTo>
                  <a:pt x="9477" y="45015"/>
                </a:lnTo>
                <a:lnTo>
                  <a:pt x="9477" y="45015"/>
                </a:lnTo>
                <a:lnTo>
                  <a:pt x="9477" y="45015"/>
                </a:lnTo>
                <a:lnTo>
                  <a:pt x="9477" y="45015"/>
                </a:lnTo>
                <a:lnTo>
                  <a:pt x="9477" y="45015"/>
                </a:lnTo>
                <a:lnTo>
                  <a:pt x="9477" y="45015"/>
                </a:lnTo>
                <a:lnTo>
                  <a:pt x="9477" y="45015"/>
                </a:lnTo>
                <a:lnTo>
                  <a:pt x="9478" y="45015"/>
                </a:lnTo>
                <a:lnTo>
                  <a:pt x="9478" y="45015"/>
                </a:lnTo>
                <a:lnTo>
                  <a:pt x="9478" y="45015"/>
                </a:lnTo>
                <a:lnTo>
                  <a:pt x="9478" y="45015"/>
                </a:lnTo>
                <a:lnTo>
                  <a:pt x="9478" y="45015"/>
                </a:lnTo>
                <a:lnTo>
                  <a:pt x="9478" y="45015"/>
                </a:lnTo>
                <a:lnTo>
                  <a:pt x="9478" y="45015"/>
                </a:lnTo>
                <a:lnTo>
                  <a:pt x="9478" y="45015"/>
                </a:lnTo>
                <a:lnTo>
                  <a:pt x="9479" y="45015"/>
                </a:lnTo>
                <a:lnTo>
                  <a:pt x="9479" y="45015"/>
                </a:lnTo>
                <a:lnTo>
                  <a:pt x="9479" y="45015"/>
                </a:lnTo>
                <a:lnTo>
                  <a:pt x="9479" y="45015"/>
                </a:lnTo>
                <a:lnTo>
                  <a:pt x="9479" y="45015"/>
                </a:lnTo>
                <a:lnTo>
                  <a:pt x="9479" y="45015"/>
                </a:lnTo>
                <a:lnTo>
                  <a:pt x="9479" y="45015"/>
                </a:lnTo>
                <a:lnTo>
                  <a:pt x="9480" y="45015"/>
                </a:lnTo>
                <a:lnTo>
                  <a:pt x="9480" y="45015"/>
                </a:lnTo>
                <a:lnTo>
                  <a:pt x="9480" y="45015"/>
                </a:lnTo>
                <a:lnTo>
                  <a:pt x="9480" y="45015"/>
                </a:lnTo>
                <a:lnTo>
                  <a:pt x="9480" y="45015"/>
                </a:lnTo>
                <a:lnTo>
                  <a:pt x="9480" y="45015"/>
                </a:lnTo>
                <a:lnTo>
                  <a:pt x="9480" y="45015"/>
                </a:lnTo>
                <a:lnTo>
                  <a:pt x="9480" y="45015"/>
                </a:lnTo>
                <a:lnTo>
                  <a:pt x="9481" y="45015"/>
                </a:lnTo>
                <a:lnTo>
                  <a:pt x="9481" y="45015"/>
                </a:lnTo>
                <a:lnTo>
                  <a:pt x="9481" y="45015"/>
                </a:lnTo>
                <a:lnTo>
                  <a:pt x="9481" y="45015"/>
                </a:lnTo>
                <a:lnTo>
                  <a:pt x="9481" y="45015"/>
                </a:lnTo>
                <a:lnTo>
                  <a:pt x="9481" y="45015"/>
                </a:lnTo>
                <a:lnTo>
                  <a:pt x="9481" y="45015"/>
                </a:lnTo>
                <a:lnTo>
                  <a:pt x="9481" y="45015"/>
                </a:lnTo>
                <a:lnTo>
                  <a:pt x="9482" y="45015"/>
                </a:lnTo>
                <a:lnTo>
                  <a:pt x="9482" y="45015"/>
                </a:lnTo>
                <a:lnTo>
                  <a:pt x="9482" y="45015"/>
                </a:lnTo>
                <a:lnTo>
                  <a:pt x="9482" y="45015"/>
                </a:lnTo>
                <a:lnTo>
                  <a:pt x="9482" y="45015"/>
                </a:lnTo>
                <a:lnTo>
                  <a:pt x="9482" y="45015"/>
                </a:lnTo>
                <a:lnTo>
                  <a:pt x="9482" y="45015"/>
                </a:lnTo>
                <a:lnTo>
                  <a:pt x="9482" y="45015"/>
                </a:lnTo>
                <a:lnTo>
                  <a:pt x="9483" y="45015"/>
                </a:lnTo>
                <a:lnTo>
                  <a:pt x="9483" y="45015"/>
                </a:lnTo>
                <a:lnTo>
                  <a:pt x="9483" y="45015"/>
                </a:lnTo>
                <a:lnTo>
                  <a:pt x="9483" y="45015"/>
                </a:lnTo>
                <a:lnTo>
                  <a:pt x="9483" y="45015"/>
                </a:lnTo>
                <a:lnTo>
                  <a:pt x="9483" y="45015"/>
                </a:lnTo>
                <a:lnTo>
                  <a:pt x="9483" y="45015"/>
                </a:lnTo>
                <a:lnTo>
                  <a:pt x="9483" y="45015"/>
                </a:lnTo>
                <a:lnTo>
                  <a:pt x="9484" y="45015"/>
                </a:lnTo>
                <a:lnTo>
                  <a:pt x="9484" y="45015"/>
                </a:lnTo>
                <a:lnTo>
                  <a:pt x="9484" y="45015"/>
                </a:lnTo>
                <a:lnTo>
                  <a:pt x="9484" y="45015"/>
                </a:lnTo>
                <a:lnTo>
                  <a:pt x="9484" y="45015"/>
                </a:lnTo>
                <a:lnTo>
                  <a:pt x="9484" y="45015"/>
                </a:lnTo>
                <a:lnTo>
                  <a:pt x="9484" y="45015"/>
                </a:lnTo>
                <a:lnTo>
                  <a:pt x="9484" y="45015"/>
                </a:lnTo>
                <a:lnTo>
                  <a:pt x="9485" y="45015"/>
                </a:lnTo>
                <a:lnTo>
                  <a:pt x="9485" y="45015"/>
                </a:lnTo>
                <a:lnTo>
                  <a:pt x="9485" y="45015"/>
                </a:lnTo>
                <a:lnTo>
                  <a:pt x="9485" y="45015"/>
                </a:lnTo>
                <a:lnTo>
                  <a:pt x="9485" y="45015"/>
                </a:lnTo>
                <a:lnTo>
                  <a:pt x="9485" y="45015"/>
                </a:lnTo>
                <a:lnTo>
                  <a:pt x="9485" y="45015"/>
                </a:lnTo>
                <a:lnTo>
                  <a:pt x="9486" y="45015"/>
                </a:lnTo>
                <a:lnTo>
                  <a:pt x="9486" y="45015"/>
                </a:lnTo>
                <a:lnTo>
                  <a:pt x="9486" y="45015"/>
                </a:lnTo>
                <a:lnTo>
                  <a:pt x="9486" y="45015"/>
                </a:lnTo>
                <a:lnTo>
                  <a:pt x="9486" y="45015"/>
                </a:lnTo>
                <a:lnTo>
                  <a:pt x="9486" y="45015"/>
                </a:lnTo>
                <a:lnTo>
                  <a:pt x="9486" y="45015"/>
                </a:lnTo>
                <a:lnTo>
                  <a:pt x="9486" y="45015"/>
                </a:lnTo>
                <a:lnTo>
                  <a:pt x="9487" y="45015"/>
                </a:lnTo>
                <a:lnTo>
                  <a:pt x="9487" y="45015"/>
                </a:lnTo>
                <a:lnTo>
                  <a:pt x="9487" y="45015"/>
                </a:lnTo>
                <a:lnTo>
                  <a:pt x="9487" y="45015"/>
                </a:lnTo>
                <a:lnTo>
                  <a:pt x="9487" y="45015"/>
                </a:lnTo>
                <a:lnTo>
                  <a:pt x="9487" y="45015"/>
                </a:lnTo>
                <a:lnTo>
                  <a:pt x="9487" y="45015"/>
                </a:lnTo>
                <a:lnTo>
                  <a:pt x="9487" y="45015"/>
                </a:lnTo>
                <a:lnTo>
                  <a:pt x="9488" y="45015"/>
                </a:lnTo>
                <a:lnTo>
                  <a:pt x="9488" y="45015"/>
                </a:lnTo>
                <a:lnTo>
                  <a:pt x="9488" y="45015"/>
                </a:lnTo>
                <a:lnTo>
                  <a:pt x="9488" y="45015"/>
                </a:lnTo>
                <a:lnTo>
                  <a:pt x="9488" y="45015"/>
                </a:lnTo>
                <a:lnTo>
                  <a:pt x="9488" y="45015"/>
                </a:lnTo>
                <a:lnTo>
                  <a:pt x="9488" y="45015"/>
                </a:lnTo>
                <a:lnTo>
                  <a:pt x="9488" y="45015"/>
                </a:lnTo>
                <a:lnTo>
                  <a:pt x="9489" y="45015"/>
                </a:lnTo>
                <a:lnTo>
                  <a:pt x="9489" y="45015"/>
                </a:lnTo>
                <a:lnTo>
                  <a:pt x="9489" y="45015"/>
                </a:lnTo>
                <a:lnTo>
                  <a:pt x="9489" y="45015"/>
                </a:lnTo>
                <a:lnTo>
                  <a:pt x="9489" y="45015"/>
                </a:lnTo>
                <a:lnTo>
                  <a:pt x="9489" y="45015"/>
                </a:lnTo>
                <a:lnTo>
                  <a:pt x="9489" y="45015"/>
                </a:lnTo>
                <a:lnTo>
                  <a:pt x="9489" y="45015"/>
                </a:lnTo>
                <a:lnTo>
                  <a:pt x="9490" y="45015"/>
                </a:lnTo>
                <a:lnTo>
                  <a:pt x="9490" y="45015"/>
                </a:lnTo>
                <a:lnTo>
                  <a:pt x="9490" y="45015"/>
                </a:lnTo>
                <a:lnTo>
                  <a:pt x="9490" y="45015"/>
                </a:lnTo>
                <a:lnTo>
                  <a:pt x="9490" y="45015"/>
                </a:lnTo>
                <a:lnTo>
                  <a:pt x="9490" y="45015"/>
                </a:lnTo>
                <a:lnTo>
                  <a:pt x="9490" y="45015"/>
                </a:lnTo>
                <a:lnTo>
                  <a:pt x="9490" y="45015"/>
                </a:lnTo>
                <a:lnTo>
                  <a:pt x="9491" y="45015"/>
                </a:lnTo>
                <a:lnTo>
                  <a:pt x="9491" y="45015"/>
                </a:lnTo>
                <a:lnTo>
                  <a:pt x="9491" y="45015"/>
                </a:lnTo>
                <a:lnTo>
                  <a:pt x="9491" y="45015"/>
                </a:lnTo>
                <a:lnTo>
                  <a:pt x="9491" y="45015"/>
                </a:lnTo>
                <a:lnTo>
                  <a:pt x="9491" y="45015"/>
                </a:lnTo>
                <a:lnTo>
                  <a:pt x="9491" y="45015"/>
                </a:lnTo>
                <a:lnTo>
                  <a:pt x="9491" y="45015"/>
                </a:lnTo>
                <a:lnTo>
                  <a:pt x="9492" y="45015"/>
                </a:lnTo>
                <a:lnTo>
                  <a:pt x="9492" y="45015"/>
                </a:lnTo>
                <a:lnTo>
                  <a:pt x="9492" y="45015"/>
                </a:lnTo>
                <a:lnTo>
                  <a:pt x="9492" y="45015"/>
                </a:lnTo>
                <a:lnTo>
                  <a:pt x="9492" y="45015"/>
                </a:lnTo>
                <a:lnTo>
                  <a:pt x="9492" y="45015"/>
                </a:lnTo>
                <a:lnTo>
                  <a:pt x="9492" y="45015"/>
                </a:lnTo>
                <a:lnTo>
                  <a:pt x="9493" y="45015"/>
                </a:lnTo>
                <a:lnTo>
                  <a:pt x="9493" y="45015"/>
                </a:lnTo>
                <a:lnTo>
                  <a:pt x="9493" y="45015"/>
                </a:lnTo>
                <a:lnTo>
                  <a:pt x="9493" y="45015"/>
                </a:lnTo>
                <a:lnTo>
                  <a:pt x="9493" y="45015"/>
                </a:lnTo>
                <a:lnTo>
                  <a:pt x="9493" y="45015"/>
                </a:lnTo>
                <a:lnTo>
                  <a:pt x="9493" y="45015"/>
                </a:lnTo>
                <a:lnTo>
                  <a:pt x="9493" y="45015"/>
                </a:lnTo>
                <a:lnTo>
                  <a:pt x="9494" y="45015"/>
                </a:lnTo>
                <a:lnTo>
                  <a:pt x="9494" y="45015"/>
                </a:lnTo>
                <a:lnTo>
                  <a:pt x="9494" y="45015"/>
                </a:lnTo>
                <a:lnTo>
                  <a:pt x="9494" y="45015"/>
                </a:lnTo>
                <a:lnTo>
                  <a:pt x="9494" y="45015"/>
                </a:lnTo>
                <a:lnTo>
                  <a:pt x="9494" y="45015"/>
                </a:lnTo>
                <a:lnTo>
                  <a:pt x="9494" y="45015"/>
                </a:lnTo>
                <a:lnTo>
                  <a:pt x="9494" y="45015"/>
                </a:lnTo>
                <a:lnTo>
                  <a:pt x="9495" y="45015"/>
                </a:lnTo>
                <a:lnTo>
                  <a:pt x="9495" y="45015"/>
                </a:lnTo>
                <a:lnTo>
                  <a:pt x="9495" y="45015"/>
                </a:lnTo>
                <a:lnTo>
                  <a:pt x="9495" y="45015"/>
                </a:lnTo>
                <a:lnTo>
                  <a:pt x="9495" y="45015"/>
                </a:lnTo>
                <a:lnTo>
                  <a:pt x="9495" y="45015"/>
                </a:lnTo>
                <a:lnTo>
                  <a:pt x="9495" y="45015"/>
                </a:lnTo>
                <a:lnTo>
                  <a:pt x="9495" y="45015"/>
                </a:lnTo>
                <a:lnTo>
                  <a:pt x="9496" y="45015"/>
                </a:lnTo>
                <a:lnTo>
                  <a:pt x="9496" y="45015"/>
                </a:lnTo>
                <a:lnTo>
                  <a:pt x="9496" y="45015"/>
                </a:lnTo>
                <a:lnTo>
                  <a:pt x="9496" y="45015"/>
                </a:lnTo>
                <a:lnTo>
                  <a:pt x="9496" y="45015"/>
                </a:lnTo>
                <a:lnTo>
                  <a:pt x="9496" y="45015"/>
                </a:lnTo>
                <a:lnTo>
                  <a:pt x="9496" y="45015"/>
                </a:lnTo>
                <a:lnTo>
                  <a:pt x="9496" y="45015"/>
                </a:lnTo>
                <a:lnTo>
                  <a:pt x="9497" y="45015"/>
                </a:lnTo>
                <a:lnTo>
                  <a:pt x="9497" y="45015"/>
                </a:lnTo>
                <a:lnTo>
                  <a:pt x="9497" y="45015"/>
                </a:lnTo>
                <a:lnTo>
                  <a:pt x="9497" y="45015"/>
                </a:lnTo>
                <a:lnTo>
                  <a:pt x="9497" y="45015"/>
                </a:lnTo>
                <a:lnTo>
                  <a:pt x="9497" y="45015"/>
                </a:lnTo>
                <a:lnTo>
                  <a:pt x="9497" y="45015"/>
                </a:lnTo>
                <a:lnTo>
                  <a:pt x="9497" y="45015"/>
                </a:lnTo>
                <a:lnTo>
                  <a:pt x="9498" y="45015"/>
                </a:lnTo>
                <a:lnTo>
                  <a:pt x="9498" y="45015"/>
                </a:lnTo>
                <a:lnTo>
                  <a:pt x="9498" y="45015"/>
                </a:lnTo>
                <a:lnTo>
                  <a:pt x="9498" y="45015"/>
                </a:lnTo>
                <a:lnTo>
                  <a:pt x="9498" y="45015"/>
                </a:lnTo>
                <a:lnTo>
                  <a:pt x="9498" y="45015"/>
                </a:lnTo>
                <a:lnTo>
                  <a:pt x="9498" y="45015"/>
                </a:lnTo>
                <a:lnTo>
                  <a:pt x="9498" y="45015"/>
                </a:lnTo>
                <a:lnTo>
                  <a:pt x="9499" y="45015"/>
                </a:lnTo>
                <a:lnTo>
                  <a:pt x="9499" y="45015"/>
                </a:lnTo>
                <a:lnTo>
                  <a:pt x="9499" y="45015"/>
                </a:lnTo>
                <a:lnTo>
                  <a:pt x="9499" y="45015"/>
                </a:lnTo>
                <a:lnTo>
                  <a:pt x="9499" y="45015"/>
                </a:lnTo>
                <a:lnTo>
                  <a:pt x="9499" y="45015"/>
                </a:lnTo>
                <a:lnTo>
                  <a:pt x="9499" y="45015"/>
                </a:lnTo>
                <a:lnTo>
                  <a:pt x="9499" y="45015"/>
                </a:lnTo>
                <a:lnTo>
                  <a:pt x="9500" y="45015"/>
                </a:lnTo>
                <a:lnTo>
                  <a:pt x="9500" y="45015"/>
                </a:lnTo>
                <a:lnTo>
                  <a:pt x="9500" y="45015"/>
                </a:lnTo>
                <a:lnTo>
                  <a:pt x="9500" y="45015"/>
                </a:lnTo>
                <a:lnTo>
                  <a:pt x="9500" y="45015"/>
                </a:lnTo>
                <a:lnTo>
                  <a:pt x="9500" y="45015"/>
                </a:lnTo>
                <a:lnTo>
                  <a:pt x="9500" y="45015"/>
                </a:lnTo>
                <a:lnTo>
                  <a:pt x="9501" y="45015"/>
                </a:lnTo>
                <a:lnTo>
                  <a:pt x="9501" y="45015"/>
                </a:lnTo>
                <a:lnTo>
                  <a:pt x="9501" y="45015"/>
                </a:lnTo>
                <a:lnTo>
                  <a:pt x="9501" y="45015"/>
                </a:lnTo>
                <a:lnTo>
                  <a:pt x="9501" y="45015"/>
                </a:lnTo>
                <a:lnTo>
                  <a:pt x="9501" y="45015"/>
                </a:lnTo>
                <a:lnTo>
                  <a:pt x="9501" y="45015"/>
                </a:lnTo>
                <a:lnTo>
                  <a:pt x="9501" y="45015"/>
                </a:lnTo>
                <a:lnTo>
                  <a:pt x="9502" y="45015"/>
                </a:lnTo>
                <a:lnTo>
                  <a:pt x="9502" y="45015"/>
                </a:lnTo>
                <a:lnTo>
                  <a:pt x="9502" y="45015"/>
                </a:lnTo>
                <a:lnTo>
                  <a:pt x="9502" y="45015"/>
                </a:lnTo>
                <a:lnTo>
                  <a:pt x="9502" y="45015"/>
                </a:lnTo>
                <a:lnTo>
                  <a:pt x="9502" y="45015"/>
                </a:lnTo>
                <a:lnTo>
                  <a:pt x="9502" y="45015"/>
                </a:lnTo>
                <a:lnTo>
                  <a:pt x="9502" y="45015"/>
                </a:lnTo>
                <a:lnTo>
                  <a:pt x="9503" y="45015"/>
                </a:lnTo>
                <a:lnTo>
                  <a:pt x="9503" y="45015"/>
                </a:lnTo>
                <a:lnTo>
                  <a:pt x="9503" y="45015"/>
                </a:lnTo>
                <a:lnTo>
                  <a:pt x="9503" y="45015"/>
                </a:lnTo>
                <a:lnTo>
                  <a:pt x="9503" y="45015"/>
                </a:lnTo>
                <a:lnTo>
                  <a:pt x="9503" y="45015"/>
                </a:lnTo>
                <a:lnTo>
                  <a:pt x="9503" y="45015"/>
                </a:lnTo>
                <a:lnTo>
                  <a:pt x="9503" y="45015"/>
                </a:lnTo>
                <a:lnTo>
                  <a:pt x="9504" y="45015"/>
                </a:lnTo>
                <a:lnTo>
                  <a:pt x="9504" y="45015"/>
                </a:lnTo>
                <a:lnTo>
                  <a:pt x="9504" y="45015"/>
                </a:lnTo>
                <a:lnTo>
                  <a:pt x="9504" y="45015"/>
                </a:lnTo>
                <a:lnTo>
                  <a:pt x="9504" y="45015"/>
                </a:lnTo>
                <a:lnTo>
                  <a:pt x="9504" y="45015"/>
                </a:lnTo>
                <a:lnTo>
                  <a:pt x="9504" y="45015"/>
                </a:lnTo>
                <a:lnTo>
                  <a:pt x="9504" y="45015"/>
                </a:lnTo>
                <a:lnTo>
                  <a:pt x="9505" y="45015"/>
                </a:lnTo>
                <a:lnTo>
                  <a:pt x="9505" y="45015"/>
                </a:lnTo>
                <a:lnTo>
                  <a:pt x="9505" y="45015"/>
                </a:lnTo>
                <a:lnTo>
                  <a:pt x="9505" y="45015"/>
                </a:lnTo>
                <a:lnTo>
                  <a:pt x="9505" y="45015"/>
                </a:lnTo>
                <a:lnTo>
                  <a:pt x="9505" y="45015"/>
                </a:lnTo>
                <a:lnTo>
                  <a:pt x="9505" y="45015"/>
                </a:lnTo>
                <a:lnTo>
                  <a:pt x="9505" y="45015"/>
                </a:lnTo>
                <a:lnTo>
                  <a:pt x="9506" y="45015"/>
                </a:lnTo>
                <a:lnTo>
                  <a:pt x="9506" y="45015"/>
                </a:lnTo>
                <a:lnTo>
                  <a:pt x="9506" y="45015"/>
                </a:lnTo>
                <a:lnTo>
                  <a:pt x="9506" y="45015"/>
                </a:lnTo>
                <a:lnTo>
                  <a:pt x="9506" y="45015"/>
                </a:lnTo>
                <a:lnTo>
                  <a:pt x="9506" y="45015"/>
                </a:lnTo>
                <a:lnTo>
                  <a:pt x="9506" y="45015"/>
                </a:lnTo>
                <a:lnTo>
                  <a:pt x="9506" y="45015"/>
                </a:lnTo>
                <a:lnTo>
                  <a:pt x="9507" y="45015"/>
                </a:lnTo>
                <a:lnTo>
                  <a:pt x="9507" y="45015"/>
                </a:lnTo>
                <a:lnTo>
                  <a:pt x="9507" y="45015"/>
                </a:lnTo>
                <a:lnTo>
                  <a:pt x="9507" y="45015"/>
                </a:lnTo>
                <a:lnTo>
                  <a:pt x="9507" y="45015"/>
                </a:lnTo>
                <a:lnTo>
                  <a:pt x="9507" y="45015"/>
                </a:lnTo>
                <a:lnTo>
                  <a:pt x="9507" y="45015"/>
                </a:lnTo>
                <a:lnTo>
                  <a:pt x="9507" y="45015"/>
                </a:lnTo>
                <a:lnTo>
                  <a:pt x="9508" y="45015"/>
                </a:lnTo>
                <a:lnTo>
                  <a:pt x="9508" y="45015"/>
                </a:lnTo>
                <a:lnTo>
                  <a:pt x="9508" y="45015"/>
                </a:lnTo>
                <a:lnTo>
                  <a:pt x="9508" y="45015"/>
                </a:lnTo>
                <a:lnTo>
                  <a:pt x="9508" y="45015"/>
                </a:lnTo>
                <a:lnTo>
                  <a:pt x="9508" y="45015"/>
                </a:lnTo>
                <a:lnTo>
                  <a:pt x="9508" y="45015"/>
                </a:lnTo>
                <a:lnTo>
                  <a:pt x="9508" y="45015"/>
                </a:lnTo>
                <a:lnTo>
                  <a:pt x="9509" y="45015"/>
                </a:lnTo>
                <a:lnTo>
                  <a:pt x="9509" y="45015"/>
                </a:lnTo>
                <a:lnTo>
                  <a:pt x="9509" y="45015"/>
                </a:lnTo>
                <a:lnTo>
                  <a:pt x="9509" y="45015"/>
                </a:lnTo>
                <a:lnTo>
                  <a:pt x="9509" y="45015"/>
                </a:lnTo>
                <a:lnTo>
                  <a:pt x="9509" y="45015"/>
                </a:lnTo>
                <a:lnTo>
                  <a:pt x="9509" y="45015"/>
                </a:lnTo>
                <a:lnTo>
                  <a:pt x="9509" y="45015"/>
                </a:lnTo>
                <a:lnTo>
                  <a:pt x="9510" y="45015"/>
                </a:lnTo>
                <a:lnTo>
                  <a:pt x="9510" y="45015"/>
                </a:lnTo>
                <a:lnTo>
                  <a:pt x="9510" y="45015"/>
                </a:lnTo>
                <a:lnTo>
                  <a:pt x="9510" y="45015"/>
                </a:lnTo>
                <a:lnTo>
                  <a:pt x="9510" y="45015"/>
                </a:lnTo>
                <a:lnTo>
                  <a:pt x="9510" y="45015"/>
                </a:lnTo>
                <a:lnTo>
                  <a:pt x="9510" y="45015"/>
                </a:lnTo>
                <a:lnTo>
                  <a:pt x="9510" y="45015"/>
                </a:lnTo>
                <a:lnTo>
                  <a:pt x="9511" y="45015"/>
                </a:lnTo>
                <a:lnTo>
                  <a:pt x="9511" y="45015"/>
                </a:lnTo>
                <a:lnTo>
                  <a:pt x="9511" y="45015"/>
                </a:lnTo>
                <a:lnTo>
                  <a:pt x="9511" y="45015"/>
                </a:lnTo>
                <a:lnTo>
                  <a:pt x="9511" y="45015"/>
                </a:lnTo>
                <a:lnTo>
                  <a:pt x="9511" y="45015"/>
                </a:lnTo>
                <a:lnTo>
                  <a:pt x="9511" y="45015"/>
                </a:lnTo>
                <a:lnTo>
                  <a:pt x="9512" y="45015"/>
                </a:lnTo>
                <a:lnTo>
                  <a:pt x="9512" y="45015"/>
                </a:lnTo>
                <a:lnTo>
                  <a:pt x="9512" y="45015"/>
                </a:lnTo>
                <a:lnTo>
                  <a:pt x="9512" y="45015"/>
                </a:lnTo>
                <a:lnTo>
                  <a:pt x="9512" y="45015"/>
                </a:lnTo>
                <a:lnTo>
                  <a:pt x="9512" y="45015"/>
                </a:lnTo>
                <a:lnTo>
                  <a:pt x="9512" y="45015"/>
                </a:lnTo>
                <a:lnTo>
                  <a:pt x="9512" y="45015"/>
                </a:lnTo>
                <a:lnTo>
                  <a:pt x="9513" y="45015"/>
                </a:lnTo>
                <a:lnTo>
                  <a:pt x="9513" y="45015"/>
                </a:lnTo>
                <a:lnTo>
                  <a:pt x="9513" y="45015"/>
                </a:lnTo>
                <a:lnTo>
                  <a:pt x="9513" y="45015"/>
                </a:lnTo>
                <a:lnTo>
                  <a:pt x="9513" y="45015"/>
                </a:lnTo>
                <a:lnTo>
                  <a:pt x="9513" y="45015"/>
                </a:lnTo>
                <a:lnTo>
                  <a:pt x="9513" y="45015"/>
                </a:lnTo>
                <a:lnTo>
                  <a:pt x="9513" y="45015"/>
                </a:lnTo>
                <a:lnTo>
                  <a:pt x="9514" y="45015"/>
                </a:lnTo>
                <a:lnTo>
                  <a:pt x="9514" y="45015"/>
                </a:lnTo>
                <a:lnTo>
                  <a:pt x="9514" y="45015"/>
                </a:lnTo>
                <a:lnTo>
                  <a:pt x="9514" y="45015"/>
                </a:lnTo>
                <a:lnTo>
                  <a:pt x="9514" y="45015"/>
                </a:lnTo>
                <a:lnTo>
                  <a:pt x="9514" y="45015"/>
                </a:lnTo>
                <a:lnTo>
                  <a:pt x="9514" y="45015"/>
                </a:lnTo>
                <a:lnTo>
                  <a:pt x="9514" y="45015"/>
                </a:lnTo>
                <a:lnTo>
                  <a:pt x="9515" y="45015"/>
                </a:lnTo>
                <a:lnTo>
                  <a:pt x="9515" y="45015"/>
                </a:lnTo>
                <a:lnTo>
                  <a:pt x="9515" y="45015"/>
                </a:lnTo>
                <a:lnTo>
                  <a:pt x="9515" y="45015"/>
                </a:lnTo>
                <a:lnTo>
                  <a:pt x="9515" y="45015"/>
                </a:lnTo>
                <a:lnTo>
                  <a:pt x="9515" y="45015"/>
                </a:lnTo>
                <a:lnTo>
                  <a:pt x="9515" y="45015"/>
                </a:lnTo>
                <a:lnTo>
                  <a:pt x="9515" y="45015"/>
                </a:lnTo>
                <a:lnTo>
                  <a:pt x="9516" y="45015"/>
                </a:lnTo>
                <a:lnTo>
                  <a:pt x="9516" y="45015"/>
                </a:lnTo>
                <a:lnTo>
                  <a:pt x="9516" y="45015"/>
                </a:lnTo>
                <a:lnTo>
                  <a:pt x="9516" y="45015"/>
                </a:lnTo>
                <a:lnTo>
                  <a:pt x="9516" y="45015"/>
                </a:lnTo>
                <a:lnTo>
                  <a:pt x="9516" y="45015"/>
                </a:lnTo>
                <a:lnTo>
                  <a:pt x="9516" y="45015"/>
                </a:lnTo>
                <a:lnTo>
                  <a:pt x="9516" y="45015"/>
                </a:lnTo>
                <a:lnTo>
                  <a:pt x="9517" y="45015"/>
                </a:lnTo>
                <a:lnTo>
                  <a:pt x="9517" y="45015"/>
                </a:lnTo>
                <a:lnTo>
                  <a:pt x="9517" y="45015"/>
                </a:lnTo>
                <a:lnTo>
                  <a:pt x="9517" y="45015"/>
                </a:lnTo>
                <a:lnTo>
                  <a:pt x="9517" y="45015"/>
                </a:lnTo>
                <a:lnTo>
                  <a:pt x="9517" y="45015"/>
                </a:lnTo>
                <a:lnTo>
                  <a:pt x="9517" y="45015"/>
                </a:lnTo>
                <a:lnTo>
                  <a:pt x="9517" y="45015"/>
                </a:lnTo>
                <a:lnTo>
                  <a:pt x="9518" y="45015"/>
                </a:lnTo>
                <a:lnTo>
                  <a:pt x="9518" y="45015"/>
                </a:lnTo>
                <a:lnTo>
                  <a:pt x="9518" y="45015"/>
                </a:lnTo>
                <a:lnTo>
                  <a:pt x="9518" y="45015"/>
                </a:lnTo>
                <a:lnTo>
                  <a:pt x="9518" y="45015"/>
                </a:lnTo>
                <a:lnTo>
                  <a:pt x="9518" y="45015"/>
                </a:lnTo>
                <a:lnTo>
                  <a:pt x="9518" y="45015"/>
                </a:lnTo>
                <a:lnTo>
                  <a:pt x="9518" y="45015"/>
                </a:lnTo>
                <a:lnTo>
                  <a:pt x="9519" y="45015"/>
                </a:lnTo>
                <a:lnTo>
                  <a:pt x="9519" y="45015"/>
                </a:lnTo>
                <a:lnTo>
                  <a:pt x="9519" y="45015"/>
                </a:lnTo>
                <a:lnTo>
                  <a:pt x="9519" y="45015"/>
                </a:lnTo>
                <a:lnTo>
                  <a:pt x="9519" y="45015"/>
                </a:lnTo>
                <a:lnTo>
                  <a:pt x="9519" y="45015"/>
                </a:lnTo>
                <a:lnTo>
                  <a:pt x="9519" y="45015"/>
                </a:lnTo>
                <a:lnTo>
                  <a:pt x="9519" y="45015"/>
                </a:lnTo>
                <a:lnTo>
                  <a:pt x="9520" y="45015"/>
                </a:lnTo>
                <a:lnTo>
                  <a:pt x="9520" y="45015"/>
                </a:lnTo>
                <a:lnTo>
                  <a:pt x="9520" y="45015"/>
                </a:lnTo>
                <a:lnTo>
                  <a:pt x="9520" y="45015"/>
                </a:lnTo>
                <a:lnTo>
                  <a:pt x="9520" y="45015"/>
                </a:lnTo>
                <a:lnTo>
                  <a:pt x="9520" y="45015"/>
                </a:lnTo>
                <a:lnTo>
                  <a:pt x="9520" y="45015"/>
                </a:lnTo>
                <a:lnTo>
                  <a:pt x="9520" y="45015"/>
                </a:lnTo>
                <a:lnTo>
                  <a:pt x="9521" y="45015"/>
                </a:lnTo>
                <a:lnTo>
                  <a:pt x="9521" y="45015"/>
                </a:lnTo>
                <a:lnTo>
                  <a:pt x="9521" y="45015"/>
                </a:lnTo>
                <a:lnTo>
                  <a:pt x="9521" y="45015"/>
                </a:lnTo>
                <a:lnTo>
                  <a:pt x="9521" y="45015"/>
                </a:lnTo>
                <a:lnTo>
                  <a:pt x="9521" y="45015"/>
                </a:lnTo>
                <a:lnTo>
                  <a:pt x="9521" y="45015"/>
                </a:lnTo>
                <a:lnTo>
                  <a:pt x="9521" y="45015"/>
                </a:lnTo>
                <a:lnTo>
                  <a:pt x="9522" y="45015"/>
                </a:lnTo>
                <a:lnTo>
                  <a:pt x="9522" y="45015"/>
                </a:lnTo>
                <a:lnTo>
                  <a:pt x="9522" y="45015"/>
                </a:lnTo>
                <a:lnTo>
                  <a:pt x="9522" y="45015"/>
                </a:lnTo>
                <a:lnTo>
                  <a:pt x="9522" y="45015"/>
                </a:lnTo>
                <a:lnTo>
                  <a:pt x="9522" y="45015"/>
                </a:lnTo>
                <a:lnTo>
                  <a:pt x="9522" y="45015"/>
                </a:lnTo>
                <a:lnTo>
                  <a:pt x="9522" y="45015"/>
                </a:lnTo>
                <a:lnTo>
                  <a:pt x="9523" y="45015"/>
                </a:lnTo>
                <a:lnTo>
                  <a:pt x="9523" y="45015"/>
                </a:lnTo>
                <a:lnTo>
                  <a:pt x="9523" y="45015"/>
                </a:lnTo>
                <a:lnTo>
                  <a:pt x="9523" y="45015"/>
                </a:lnTo>
                <a:lnTo>
                  <a:pt x="9523" y="45015"/>
                </a:lnTo>
                <a:lnTo>
                  <a:pt x="9523" y="45015"/>
                </a:lnTo>
                <a:lnTo>
                  <a:pt x="9523" y="45015"/>
                </a:lnTo>
                <a:lnTo>
                  <a:pt x="9523" y="45015"/>
                </a:lnTo>
                <a:lnTo>
                  <a:pt x="9524" y="45015"/>
                </a:lnTo>
                <a:lnTo>
                  <a:pt x="9524" y="45015"/>
                </a:lnTo>
                <a:lnTo>
                  <a:pt x="9524" y="45015"/>
                </a:lnTo>
                <a:lnTo>
                  <a:pt x="9524" y="45015"/>
                </a:lnTo>
                <a:lnTo>
                  <a:pt x="9524" y="45015"/>
                </a:lnTo>
                <a:lnTo>
                  <a:pt x="9524" y="45015"/>
                </a:lnTo>
                <a:lnTo>
                  <a:pt x="9524" y="45015"/>
                </a:lnTo>
                <a:lnTo>
                  <a:pt x="9524" y="45015"/>
                </a:lnTo>
                <a:lnTo>
                  <a:pt x="9525" y="45015"/>
                </a:lnTo>
                <a:lnTo>
                  <a:pt x="9525" y="45015"/>
                </a:lnTo>
                <a:lnTo>
                  <a:pt x="9525" y="45015"/>
                </a:lnTo>
                <a:lnTo>
                  <a:pt x="9525" y="45015"/>
                </a:lnTo>
                <a:lnTo>
                  <a:pt x="9525" y="45015"/>
                </a:lnTo>
                <a:lnTo>
                  <a:pt x="9525" y="45015"/>
                </a:lnTo>
                <a:lnTo>
                  <a:pt x="9525" y="45015"/>
                </a:lnTo>
                <a:lnTo>
                  <a:pt x="9525" y="45015"/>
                </a:lnTo>
                <a:lnTo>
                  <a:pt x="9526" y="45015"/>
                </a:lnTo>
                <a:lnTo>
                  <a:pt x="9526" y="45015"/>
                </a:lnTo>
                <a:lnTo>
                  <a:pt x="9526" y="45015"/>
                </a:lnTo>
                <a:lnTo>
                  <a:pt x="9526" y="45015"/>
                </a:lnTo>
                <a:lnTo>
                  <a:pt x="9526" y="45015"/>
                </a:lnTo>
                <a:lnTo>
                  <a:pt x="9526" y="45015"/>
                </a:lnTo>
                <a:lnTo>
                  <a:pt x="9526" y="45015"/>
                </a:lnTo>
                <a:lnTo>
                  <a:pt x="9526" y="45015"/>
                </a:lnTo>
                <a:lnTo>
                  <a:pt x="9527" y="45015"/>
                </a:lnTo>
                <a:lnTo>
                  <a:pt x="9527" y="45015"/>
                </a:lnTo>
                <a:lnTo>
                  <a:pt x="9527" y="45015"/>
                </a:lnTo>
                <a:lnTo>
                  <a:pt x="9527" y="45015"/>
                </a:lnTo>
                <a:lnTo>
                  <a:pt x="9527" y="45015"/>
                </a:lnTo>
                <a:lnTo>
                  <a:pt x="9527" y="45015"/>
                </a:lnTo>
                <a:lnTo>
                  <a:pt x="9527" y="45015"/>
                </a:lnTo>
                <a:lnTo>
                  <a:pt x="9527" y="45015"/>
                </a:lnTo>
                <a:lnTo>
                  <a:pt x="9528" y="45015"/>
                </a:lnTo>
                <a:lnTo>
                  <a:pt x="9528" y="45015"/>
                </a:lnTo>
                <a:lnTo>
                  <a:pt x="9528" y="45015"/>
                </a:lnTo>
                <a:lnTo>
                  <a:pt x="9528" y="45015"/>
                </a:lnTo>
                <a:lnTo>
                  <a:pt x="9528" y="45015"/>
                </a:lnTo>
                <a:lnTo>
                  <a:pt x="9528" y="45015"/>
                </a:lnTo>
                <a:lnTo>
                  <a:pt x="9528" y="45015"/>
                </a:lnTo>
                <a:lnTo>
                  <a:pt x="9528" y="45015"/>
                </a:lnTo>
                <a:lnTo>
                  <a:pt x="9529" y="45015"/>
                </a:lnTo>
                <a:lnTo>
                  <a:pt x="9529" y="45015"/>
                </a:lnTo>
                <a:lnTo>
                  <a:pt x="9529" y="45015"/>
                </a:lnTo>
                <a:lnTo>
                  <a:pt x="9529" y="45015"/>
                </a:lnTo>
                <a:lnTo>
                  <a:pt x="9529" y="45015"/>
                </a:lnTo>
                <a:lnTo>
                  <a:pt x="9529" y="45015"/>
                </a:lnTo>
                <a:lnTo>
                  <a:pt x="9529" y="45015"/>
                </a:lnTo>
                <a:lnTo>
                  <a:pt x="9529" y="45015"/>
                </a:lnTo>
                <a:lnTo>
                  <a:pt x="9530" y="45015"/>
                </a:lnTo>
                <a:lnTo>
                  <a:pt x="9530" y="45015"/>
                </a:lnTo>
                <a:lnTo>
                  <a:pt x="9530" y="45015"/>
                </a:lnTo>
                <a:lnTo>
                  <a:pt x="9530" y="45015"/>
                </a:lnTo>
                <a:lnTo>
                  <a:pt x="9530" y="45015"/>
                </a:lnTo>
                <a:lnTo>
                  <a:pt x="9530" y="45015"/>
                </a:lnTo>
                <a:lnTo>
                  <a:pt x="9530" y="45015"/>
                </a:lnTo>
                <a:lnTo>
                  <a:pt x="9530" y="45015"/>
                </a:lnTo>
                <a:lnTo>
                  <a:pt x="9531" y="45015"/>
                </a:lnTo>
                <a:lnTo>
                  <a:pt x="9531" y="45015"/>
                </a:lnTo>
                <a:lnTo>
                  <a:pt x="9531" y="45015"/>
                </a:lnTo>
                <a:lnTo>
                  <a:pt x="9531" y="45015"/>
                </a:lnTo>
                <a:lnTo>
                  <a:pt x="9531" y="45015"/>
                </a:lnTo>
                <a:lnTo>
                  <a:pt x="9531" y="45015"/>
                </a:lnTo>
                <a:lnTo>
                  <a:pt x="9531" y="45015"/>
                </a:lnTo>
                <a:lnTo>
                  <a:pt x="9531" y="45015"/>
                </a:lnTo>
                <a:lnTo>
                  <a:pt x="9532" y="45015"/>
                </a:lnTo>
                <a:lnTo>
                  <a:pt x="9532" y="45015"/>
                </a:lnTo>
                <a:lnTo>
                  <a:pt x="9532" y="45015"/>
                </a:lnTo>
                <a:lnTo>
                  <a:pt x="9532" y="45015"/>
                </a:lnTo>
                <a:lnTo>
                  <a:pt x="9532" y="45015"/>
                </a:lnTo>
                <a:lnTo>
                  <a:pt x="9532" y="45015"/>
                </a:lnTo>
                <a:lnTo>
                  <a:pt x="9532" y="45015"/>
                </a:lnTo>
                <a:lnTo>
                  <a:pt x="9532" y="45015"/>
                </a:lnTo>
                <a:lnTo>
                  <a:pt x="9533" y="45015"/>
                </a:lnTo>
                <a:lnTo>
                  <a:pt x="9533" y="45015"/>
                </a:lnTo>
                <a:lnTo>
                  <a:pt x="9533" y="45015"/>
                </a:lnTo>
                <a:lnTo>
                  <a:pt x="9533" y="45015"/>
                </a:lnTo>
                <a:lnTo>
                  <a:pt x="9533" y="45015"/>
                </a:lnTo>
                <a:lnTo>
                  <a:pt x="9533" y="45015"/>
                </a:lnTo>
                <a:lnTo>
                  <a:pt x="9533" y="45015"/>
                </a:lnTo>
                <a:lnTo>
                  <a:pt x="9533" y="45015"/>
                </a:lnTo>
                <a:lnTo>
                  <a:pt x="9534" y="45015"/>
                </a:lnTo>
                <a:lnTo>
                  <a:pt x="9534" y="45015"/>
                </a:lnTo>
                <a:lnTo>
                  <a:pt x="9534" y="45015"/>
                </a:lnTo>
                <a:lnTo>
                  <a:pt x="9534" y="45015"/>
                </a:lnTo>
                <a:lnTo>
                  <a:pt x="9534" y="45015"/>
                </a:lnTo>
                <a:lnTo>
                  <a:pt x="9534" y="45015"/>
                </a:lnTo>
                <a:lnTo>
                  <a:pt x="9534" y="45015"/>
                </a:lnTo>
                <a:lnTo>
                  <a:pt x="9534" y="45015"/>
                </a:lnTo>
                <a:lnTo>
                  <a:pt x="9535" y="45015"/>
                </a:lnTo>
                <a:lnTo>
                  <a:pt x="9535" y="45015"/>
                </a:lnTo>
                <a:lnTo>
                  <a:pt x="9535" y="45015"/>
                </a:lnTo>
                <a:lnTo>
                  <a:pt x="9535" y="45015"/>
                </a:lnTo>
                <a:lnTo>
                  <a:pt x="9535" y="45015"/>
                </a:lnTo>
                <a:lnTo>
                  <a:pt x="9535" y="45015"/>
                </a:lnTo>
                <a:lnTo>
                  <a:pt x="9535" y="45015"/>
                </a:lnTo>
                <a:lnTo>
                  <a:pt x="9535" y="45015"/>
                </a:lnTo>
                <a:lnTo>
                  <a:pt x="9536" y="45015"/>
                </a:lnTo>
                <a:lnTo>
                  <a:pt x="9536" y="45015"/>
                </a:lnTo>
                <a:lnTo>
                  <a:pt x="9536" y="45015"/>
                </a:lnTo>
                <a:lnTo>
                  <a:pt x="9536" y="45015"/>
                </a:lnTo>
                <a:lnTo>
                  <a:pt x="9536" y="45015"/>
                </a:lnTo>
                <a:lnTo>
                  <a:pt x="9536" y="45015"/>
                </a:lnTo>
                <a:lnTo>
                  <a:pt x="9536" y="45015"/>
                </a:lnTo>
                <a:lnTo>
                  <a:pt x="9536" y="45015"/>
                </a:lnTo>
                <a:lnTo>
                  <a:pt x="9537" y="45015"/>
                </a:lnTo>
                <a:lnTo>
                  <a:pt x="9537" y="45015"/>
                </a:lnTo>
                <a:lnTo>
                  <a:pt x="9537" y="45015"/>
                </a:lnTo>
                <a:lnTo>
                  <a:pt x="9537" y="45015"/>
                </a:lnTo>
                <a:lnTo>
                  <a:pt x="9537" y="45015"/>
                </a:lnTo>
                <a:lnTo>
                  <a:pt x="9537" y="45015"/>
                </a:lnTo>
                <a:lnTo>
                  <a:pt x="9537" y="45015"/>
                </a:lnTo>
                <a:lnTo>
                  <a:pt x="9537" y="45015"/>
                </a:lnTo>
                <a:lnTo>
                  <a:pt x="9538" y="45015"/>
                </a:lnTo>
                <a:lnTo>
                  <a:pt x="9538" y="45015"/>
                </a:lnTo>
                <a:lnTo>
                  <a:pt x="9538" y="45015"/>
                </a:lnTo>
                <a:lnTo>
                  <a:pt x="9538" y="45015"/>
                </a:lnTo>
                <a:lnTo>
                  <a:pt x="9538" y="45015"/>
                </a:lnTo>
                <a:lnTo>
                  <a:pt x="9538" y="45015"/>
                </a:lnTo>
                <a:lnTo>
                  <a:pt x="9538" y="45015"/>
                </a:lnTo>
                <a:lnTo>
                  <a:pt x="9538" y="45015"/>
                </a:lnTo>
                <a:lnTo>
                  <a:pt x="9539" y="45015"/>
                </a:lnTo>
                <a:lnTo>
                  <a:pt x="9539" y="45015"/>
                </a:lnTo>
                <a:lnTo>
                  <a:pt x="9539" y="45015"/>
                </a:lnTo>
                <a:lnTo>
                  <a:pt x="9539" y="45015"/>
                </a:lnTo>
                <a:lnTo>
                  <a:pt x="9539" y="45015"/>
                </a:lnTo>
                <a:lnTo>
                  <a:pt x="9539" y="45015"/>
                </a:lnTo>
                <a:lnTo>
                  <a:pt x="9539" y="45015"/>
                </a:lnTo>
                <a:lnTo>
                  <a:pt x="9539" y="45015"/>
                </a:lnTo>
                <a:lnTo>
                  <a:pt x="9540" y="45015"/>
                </a:lnTo>
                <a:lnTo>
                  <a:pt x="9540" y="45015"/>
                </a:lnTo>
                <a:lnTo>
                  <a:pt x="9540" y="45015"/>
                </a:lnTo>
                <a:lnTo>
                  <a:pt x="9540" y="45015"/>
                </a:lnTo>
                <a:lnTo>
                  <a:pt x="9540" y="45015"/>
                </a:lnTo>
                <a:lnTo>
                  <a:pt x="9540" y="45015"/>
                </a:lnTo>
                <a:lnTo>
                  <a:pt x="9540" y="45015"/>
                </a:lnTo>
                <a:lnTo>
                  <a:pt x="9540" y="45015"/>
                </a:lnTo>
                <a:lnTo>
                  <a:pt x="9541" y="45015"/>
                </a:lnTo>
                <a:lnTo>
                  <a:pt x="9541" y="45015"/>
                </a:lnTo>
                <a:lnTo>
                  <a:pt x="9541" y="45015"/>
                </a:lnTo>
                <a:lnTo>
                  <a:pt x="9541" y="45015"/>
                </a:lnTo>
                <a:lnTo>
                  <a:pt x="9541" y="45015"/>
                </a:lnTo>
                <a:lnTo>
                  <a:pt x="9541" y="45015"/>
                </a:lnTo>
                <a:lnTo>
                  <a:pt x="9541" y="45015"/>
                </a:lnTo>
                <a:lnTo>
                  <a:pt x="9541" y="45015"/>
                </a:lnTo>
                <a:lnTo>
                  <a:pt x="9542" y="45015"/>
                </a:lnTo>
                <a:lnTo>
                  <a:pt x="9542" y="45015"/>
                </a:lnTo>
                <a:lnTo>
                  <a:pt x="9542" y="45015"/>
                </a:lnTo>
                <a:lnTo>
                  <a:pt x="9542" y="45015"/>
                </a:lnTo>
                <a:lnTo>
                  <a:pt x="9542" y="45015"/>
                </a:lnTo>
                <a:lnTo>
                  <a:pt x="9542" y="45015"/>
                </a:lnTo>
                <a:lnTo>
                  <a:pt x="9542" y="45015"/>
                </a:lnTo>
                <a:lnTo>
                  <a:pt x="9542" y="45015"/>
                </a:lnTo>
                <a:lnTo>
                  <a:pt x="9543" y="45015"/>
                </a:lnTo>
                <a:lnTo>
                  <a:pt x="9543" y="45015"/>
                </a:lnTo>
                <a:lnTo>
                  <a:pt x="9543" y="45015"/>
                </a:lnTo>
                <a:lnTo>
                  <a:pt x="9543" y="45015"/>
                </a:lnTo>
                <a:lnTo>
                  <a:pt x="9543" y="45015"/>
                </a:lnTo>
                <a:lnTo>
                  <a:pt x="9543" y="45015"/>
                </a:lnTo>
                <a:lnTo>
                  <a:pt x="9543" y="45015"/>
                </a:lnTo>
                <a:lnTo>
                  <a:pt x="9543" y="45015"/>
                </a:lnTo>
                <a:lnTo>
                  <a:pt x="9544" y="45015"/>
                </a:lnTo>
                <a:lnTo>
                  <a:pt x="9544" y="45015"/>
                </a:lnTo>
                <a:lnTo>
                  <a:pt x="9544" y="45015"/>
                </a:lnTo>
                <a:lnTo>
                  <a:pt x="9544" y="45015"/>
                </a:lnTo>
                <a:lnTo>
                  <a:pt x="9544" y="45015"/>
                </a:lnTo>
                <a:lnTo>
                  <a:pt x="9544" y="45015"/>
                </a:lnTo>
                <a:lnTo>
                  <a:pt x="9544" y="45015"/>
                </a:lnTo>
                <a:lnTo>
                  <a:pt x="9544" y="45015"/>
                </a:lnTo>
                <a:lnTo>
                  <a:pt x="9545" y="45015"/>
                </a:lnTo>
                <a:lnTo>
                  <a:pt x="9545" y="45015"/>
                </a:lnTo>
                <a:lnTo>
                  <a:pt x="9545" y="45015"/>
                </a:lnTo>
                <a:lnTo>
                  <a:pt x="9545" y="45015"/>
                </a:lnTo>
                <a:lnTo>
                  <a:pt x="9545" y="45015"/>
                </a:lnTo>
                <a:lnTo>
                  <a:pt x="9545" y="45015"/>
                </a:lnTo>
                <a:lnTo>
                  <a:pt x="9545" y="45015"/>
                </a:lnTo>
                <a:lnTo>
                  <a:pt x="9545" y="45015"/>
                </a:lnTo>
                <a:lnTo>
                  <a:pt x="9546" y="45015"/>
                </a:lnTo>
                <a:lnTo>
                  <a:pt x="9546" y="45015"/>
                </a:lnTo>
                <a:lnTo>
                  <a:pt x="9546" y="45015"/>
                </a:lnTo>
                <a:lnTo>
                  <a:pt x="9546" y="45015"/>
                </a:lnTo>
                <a:lnTo>
                  <a:pt x="9546" y="45015"/>
                </a:lnTo>
                <a:lnTo>
                  <a:pt x="9546" y="45015"/>
                </a:lnTo>
                <a:lnTo>
                  <a:pt x="9546" y="45015"/>
                </a:lnTo>
                <a:lnTo>
                  <a:pt x="9546" y="45015"/>
                </a:lnTo>
                <a:lnTo>
                  <a:pt x="9547" y="45015"/>
                </a:lnTo>
                <a:lnTo>
                  <a:pt x="9547" y="45015"/>
                </a:lnTo>
                <a:lnTo>
                  <a:pt x="9547" y="45015"/>
                </a:lnTo>
                <a:lnTo>
                  <a:pt x="9547" y="45015"/>
                </a:lnTo>
                <a:lnTo>
                  <a:pt x="9547" y="45015"/>
                </a:lnTo>
                <a:lnTo>
                  <a:pt x="9547" y="45015"/>
                </a:lnTo>
                <a:lnTo>
                  <a:pt x="9547" y="45015"/>
                </a:lnTo>
                <a:lnTo>
                  <a:pt x="9547" y="45015"/>
                </a:lnTo>
                <a:lnTo>
                  <a:pt x="9548" y="45015"/>
                </a:lnTo>
                <a:lnTo>
                  <a:pt x="9548" y="45015"/>
                </a:lnTo>
                <a:lnTo>
                  <a:pt x="9548" y="45015"/>
                </a:lnTo>
                <a:lnTo>
                  <a:pt x="9548" y="45015"/>
                </a:lnTo>
                <a:lnTo>
                  <a:pt x="9548" y="45015"/>
                </a:lnTo>
                <a:lnTo>
                  <a:pt x="9548" y="45015"/>
                </a:lnTo>
                <a:lnTo>
                  <a:pt x="9548" y="45015"/>
                </a:lnTo>
                <a:lnTo>
                  <a:pt x="9548" y="45015"/>
                </a:lnTo>
                <a:lnTo>
                  <a:pt x="9549" y="45015"/>
                </a:lnTo>
                <a:lnTo>
                  <a:pt x="9549" y="45015"/>
                </a:lnTo>
                <a:lnTo>
                  <a:pt x="9549" y="45015"/>
                </a:lnTo>
                <a:lnTo>
                  <a:pt x="9549" y="45015"/>
                </a:lnTo>
                <a:lnTo>
                  <a:pt x="9549" y="45015"/>
                </a:lnTo>
                <a:lnTo>
                  <a:pt x="9549" y="45015"/>
                </a:lnTo>
                <a:lnTo>
                  <a:pt x="9549" y="45015"/>
                </a:lnTo>
                <a:lnTo>
                  <a:pt x="9549" y="45015"/>
                </a:lnTo>
                <a:lnTo>
                  <a:pt x="9550" y="45015"/>
                </a:lnTo>
                <a:lnTo>
                  <a:pt x="9550" y="45015"/>
                </a:lnTo>
                <a:lnTo>
                  <a:pt x="9550" y="45015"/>
                </a:lnTo>
                <a:lnTo>
                  <a:pt x="9550" y="45015"/>
                </a:lnTo>
                <a:lnTo>
                  <a:pt x="9550" y="45015"/>
                </a:lnTo>
                <a:lnTo>
                  <a:pt x="9550" y="45015"/>
                </a:lnTo>
                <a:lnTo>
                  <a:pt x="9550" y="45015"/>
                </a:lnTo>
                <a:lnTo>
                  <a:pt x="9550" y="45015"/>
                </a:lnTo>
                <a:lnTo>
                  <a:pt x="9551" y="45015"/>
                </a:lnTo>
                <a:lnTo>
                  <a:pt x="9551" y="45015"/>
                </a:lnTo>
                <a:lnTo>
                  <a:pt x="9551" y="45015"/>
                </a:lnTo>
                <a:lnTo>
                  <a:pt x="9551" y="45015"/>
                </a:lnTo>
                <a:lnTo>
                  <a:pt x="9551" y="45015"/>
                </a:lnTo>
                <a:lnTo>
                  <a:pt x="9551" y="45015"/>
                </a:lnTo>
                <a:lnTo>
                  <a:pt x="9551" y="45015"/>
                </a:lnTo>
                <a:lnTo>
                  <a:pt x="9551" y="45015"/>
                </a:lnTo>
                <a:lnTo>
                  <a:pt x="9552" y="45015"/>
                </a:lnTo>
                <a:lnTo>
                  <a:pt x="9552" y="45015"/>
                </a:lnTo>
                <a:lnTo>
                  <a:pt x="9552" y="45015"/>
                </a:lnTo>
                <a:lnTo>
                  <a:pt x="9552" y="45015"/>
                </a:lnTo>
                <a:lnTo>
                  <a:pt x="9552" y="45015"/>
                </a:lnTo>
                <a:lnTo>
                  <a:pt x="9552" y="45015"/>
                </a:lnTo>
                <a:lnTo>
                  <a:pt x="9552" y="45015"/>
                </a:lnTo>
                <a:lnTo>
                  <a:pt x="9552" y="45015"/>
                </a:lnTo>
                <a:lnTo>
                  <a:pt x="9553" y="45015"/>
                </a:lnTo>
                <a:lnTo>
                  <a:pt x="9553" y="45015"/>
                </a:lnTo>
                <a:lnTo>
                  <a:pt x="9553" y="45015"/>
                </a:lnTo>
                <a:lnTo>
                  <a:pt x="9553" y="45015"/>
                </a:lnTo>
                <a:lnTo>
                  <a:pt x="9553" y="45015"/>
                </a:lnTo>
                <a:lnTo>
                  <a:pt x="9553" y="45015"/>
                </a:lnTo>
                <a:lnTo>
                  <a:pt x="9553" y="45015"/>
                </a:lnTo>
                <a:lnTo>
                  <a:pt x="9553" y="45015"/>
                </a:lnTo>
                <a:lnTo>
                  <a:pt x="9554" y="45015"/>
                </a:lnTo>
                <a:lnTo>
                  <a:pt x="9554" y="45015"/>
                </a:lnTo>
                <a:lnTo>
                  <a:pt x="9554" y="45015"/>
                </a:lnTo>
                <a:lnTo>
                  <a:pt x="9554" y="45015"/>
                </a:lnTo>
                <a:lnTo>
                  <a:pt x="9554" y="45015"/>
                </a:lnTo>
                <a:lnTo>
                  <a:pt x="9554" y="45015"/>
                </a:lnTo>
                <a:lnTo>
                  <a:pt x="9554" y="45015"/>
                </a:lnTo>
                <a:lnTo>
                  <a:pt x="9554" y="45015"/>
                </a:lnTo>
                <a:lnTo>
                  <a:pt x="9555" y="45015"/>
                </a:lnTo>
                <a:lnTo>
                  <a:pt x="9555" y="45015"/>
                </a:lnTo>
                <a:lnTo>
                  <a:pt x="9555" y="45015"/>
                </a:lnTo>
                <a:lnTo>
                  <a:pt x="9555" y="45015"/>
                </a:lnTo>
                <a:lnTo>
                  <a:pt x="9555" y="45015"/>
                </a:lnTo>
                <a:lnTo>
                  <a:pt x="9555" y="45015"/>
                </a:lnTo>
                <a:lnTo>
                  <a:pt x="9555" y="45015"/>
                </a:lnTo>
                <a:lnTo>
                  <a:pt x="9555" y="45015"/>
                </a:lnTo>
                <a:lnTo>
                  <a:pt x="9556" y="45015"/>
                </a:lnTo>
                <a:lnTo>
                  <a:pt x="9556" y="45015"/>
                </a:lnTo>
                <a:lnTo>
                  <a:pt x="9556" y="45015"/>
                </a:lnTo>
                <a:lnTo>
                  <a:pt x="9556" y="45015"/>
                </a:lnTo>
                <a:lnTo>
                  <a:pt x="9556" y="45015"/>
                </a:lnTo>
                <a:lnTo>
                  <a:pt x="9556" y="45015"/>
                </a:lnTo>
                <a:lnTo>
                  <a:pt x="9556" y="45015"/>
                </a:lnTo>
                <a:lnTo>
                  <a:pt x="9556" y="45015"/>
                </a:lnTo>
                <a:lnTo>
                  <a:pt x="9557" y="45015"/>
                </a:lnTo>
                <a:lnTo>
                  <a:pt x="9557" y="45015"/>
                </a:lnTo>
                <a:lnTo>
                  <a:pt x="9557" y="45015"/>
                </a:lnTo>
                <a:lnTo>
                  <a:pt x="9557" y="45015"/>
                </a:lnTo>
                <a:lnTo>
                  <a:pt x="9557" y="45015"/>
                </a:lnTo>
                <a:lnTo>
                  <a:pt x="9557" y="45015"/>
                </a:lnTo>
                <a:lnTo>
                  <a:pt x="9557" y="45015"/>
                </a:lnTo>
                <a:lnTo>
                  <a:pt x="9557" y="45015"/>
                </a:lnTo>
                <a:lnTo>
                  <a:pt x="9558" y="45015"/>
                </a:lnTo>
                <a:lnTo>
                  <a:pt x="9558" y="45015"/>
                </a:lnTo>
                <a:lnTo>
                  <a:pt x="9558" y="45015"/>
                </a:lnTo>
                <a:lnTo>
                  <a:pt x="9558" y="45015"/>
                </a:lnTo>
                <a:lnTo>
                  <a:pt x="9558" y="45015"/>
                </a:lnTo>
                <a:lnTo>
                  <a:pt x="9558" y="45015"/>
                </a:lnTo>
                <a:lnTo>
                  <a:pt x="9558" y="45015"/>
                </a:lnTo>
                <a:lnTo>
                  <a:pt x="9558" y="45015"/>
                </a:lnTo>
                <a:lnTo>
                  <a:pt x="9559" y="45015"/>
                </a:lnTo>
                <a:lnTo>
                  <a:pt x="9559" y="45015"/>
                </a:lnTo>
                <a:lnTo>
                  <a:pt x="9559" y="45015"/>
                </a:lnTo>
                <a:lnTo>
                  <a:pt x="9559" y="45015"/>
                </a:lnTo>
                <a:lnTo>
                  <a:pt x="9559" y="45015"/>
                </a:lnTo>
                <a:lnTo>
                  <a:pt x="9559" y="45015"/>
                </a:lnTo>
                <a:lnTo>
                  <a:pt x="9559" y="45015"/>
                </a:lnTo>
                <a:lnTo>
                  <a:pt x="9559" y="45015"/>
                </a:lnTo>
                <a:lnTo>
                  <a:pt x="9559" y="45015"/>
                </a:lnTo>
                <a:lnTo>
                  <a:pt x="9560" y="45015"/>
                </a:lnTo>
                <a:lnTo>
                  <a:pt x="9560" y="45015"/>
                </a:lnTo>
                <a:lnTo>
                  <a:pt x="9560" y="45015"/>
                </a:lnTo>
                <a:lnTo>
                  <a:pt x="9560" y="45015"/>
                </a:lnTo>
                <a:lnTo>
                  <a:pt x="9560" y="45015"/>
                </a:lnTo>
                <a:lnTo>
                  <a:pt x="9560" y="45015"/>
                </a:lnTo>
                <a:lnTo>
                  <a:pt x="9560" y="45015"/>
                </a:lnTo>
                <a:lnTo>
                  <a:pt x="9560" y="45015"/>
                </a:lnTo>
                <a:lnTo>
                  <a:pt x="9561" y="45015"/>
                </a:lnTo>
                <a:lnTo>
                  <a:pt x="9561" y="45015"/>
                </a:lnTo>
                <a:lnTo>
                  <a:pt x="9561" y="45015"/>
                </a:lnTo>
                <a:lnTo>
                  <a:pt x="9561" y="45015"/>
                </a:lnTo>
                <a:lnTo>
                  <a:pt x="9561" y="45015"/>
                </a:lnTo>
                <a:lnTo>
                  <a:pt x="9561" y="45015"/>
                </a:lnTo>
                <a:lnTo>
                  <a:pt x="9561" y="45015"/>
                </a:lnTo>
                <a:lnTo>
                  <a:pt x="9561" y="45015"/>
                </a:lnTo>
                <a:lnTo>
                  <a:pt x="9562" y="45015"/>
                </a:lnTo>
                <a:lnTo>
                  <a:pt x="9562" y="45015"/>
                </a:lnTo>
                <a:lnTo>
                  <a:pt x="9562" y="45015"/>
                </a:lnTo>
                <a:lnTo>
                  <a:pt x="9562" y="45015"/>
                </a:lnTo>
                <a:lnTo>
                  <a:pt x="9562" y="45015"/>
                </a:lnTo>
                <a:lnTo>
                  <a:pt x="9562" y="45015"/>
                </a:lnTo>
                <a:lnTo>
                  <a:pt x="9562" y="45015"/>
                </a:lnTo>
                <a:lnTo>
                  <a:pt x="9562" y="45015"/>
                </a:lnTo>
                <a:lnTo>
                  <a:pt x="9563" y="45015"/>
                </a:lnTo>
                <a:lnTo>
                  <a:pt x="9563" y="45015"/>
                </a:lnTo>
                <a:lnTo>
                  <a:pt x="9563" y="45015"/>
                </a:lnTo>
                <a:lnTo>
                  <a:pt x="9563" y="45015"/>
                </a:lnTo>
                <a:lnTo>
                  <a:pt x="9563" y="45015"/>
                </a:lnTo>
                <a:lnTo>
                  <a:pt x="9563" y="45015"/>
                </a:lnTo>
                <a:lnTo>
                  <a:pt x="9563" y="45015"/>
                </a:lnTo>
                <a:lnTo>
                  <a:pt x="9563" y="45015"/>
                </a:lnTo>
                <a:lnTo>
                  <a:pt x="9564" y="45015"/>
                </a:lnTo>
                <a:lnTo>
                  <a:pt x="9564" y="45015"/>
                </a:lnTo>
                <a:lnTo>
                  <a:pt x="9564" y="45015"/>
                </a:lnTo>
                <a:lnTo>
                  <a:pt x="9564" y="45015"/>
                </a:lnTo>
                <a:lnTo>
                  <a:pt x="9564" y="45015"/>
                </a:lnTo>
                <a:lnTo>
                  <a:pt x="9564" y="45015"/>
                </a:lnTo>
                <a:lnTo>
                  <a:pt x="9564" y="45015"/>
                </a:lnTo>
                <a:lnTo>
                  <a:pt x="9564" y="45015"/>
                </a:lnTo>
                <a:lnTo>
                  <a:pt x="9565" y="45015"/>
                </a:lnTo>
                <a:lnTo>
                  <a:pt x="9565" y="45015"/>
                </a:lnTo>
                <a:lnTo>
                  <a:pt x="9565" y="45015"/>
                </a:lnTo>
                <a:lnTo>
                  <a:pt x="9565" y="45015"/>
                </a:lnTo>
                <a:lnTo>
                  <a:pt x="9565" y="45015"/>
                </a:lnTo>
                <a:lnTo>
                  <a:pt x="9565" y="45015"/>
                </a:lnTo>
                <a:lnTo>
                  <a:pt x="9565" y="45015"/>
                </a:lnTo>
                <a:lnTo>
                  <a:pt x="9565" y="45015"/>
                </a:lnTo>
                <a:lnTo>
                  <a:pt x="9566" y="45015"/>
                </a:lnTo>
                <a:lnTo>
                  <a:pt x="9566" y="45015"/>
                </a:lnTo>
                <a:lnTo>
                  <a:pt x="9566" y="45015"/>
                </a:lnTo>
                <a:lnTo>
                  <a:pt x="9566" y="45015"/>
                </a:lnTo>
                <a:lnTo>
                  <a:pt x="9566" y="45015"/>
                </a:lnTo>
                <a:lnTo>
                  <a:pt x="9566" y="45015"/>
                </a:lnTo>
                <a:lnTo>
                  <a:pt x="9566" y="45015"/>
                </a:lnTo>
                <a:lnTo>
                  <a:pt x="9566" y="45015"/>
                </a:lnTo>
                <a:lnTo>
                  <a:pt x="9567" y="45015"/>
                </a:lnTo>
                <a:lnTo>
                  <a:pt x="9567" y="45015"/>
                </a:lnTo>
                <a:lnTo>
                  <a:pt x="9567" y="45015"/>
                </a:lnTo>
                <a:lnTo>
                  <a:pt x="9567" y="45015"/>
                </a:lnTo>
                <a:lnTo>
                  <a:pt x="9567" y="45015"/>
                </a:lnTo>
                <a:lnTo>
                  <a:pt x="9567" y="45015"/>
                </a:lnTo>
                <a:lnTo>
                  <a:pt x="9567" y="45015"/>
                </a:lnTo>
                <a:lnTo>
                  <a:pt x="9567" y="45015"/>
                </a:lnTo>
                <a:lnTo>
                  <a:pt x="9568" y="45015"/>
                </a:lnTo>
                <a:lnTo>
                  <a:pt x="9568" y="45015"/>
                </a:lnTo>
                <a:lnTo>
                  <a:pt x="9568" y="45015"/>
                </a:lnTo>
                <a:lnTo>
                  <a:pt x="9568" y="45015"/>
                </a:lnTo>
                <a:lnTo>
                  <a:pt x="9568" y="45015"/>
                </a:lnTo>
                <a:lnTo>
                  <a:pt x="9568" y="45015"/>
                </a:lnTo>
                <a:lnTo>
                  <a:pt x="9568" y="45015"/>
                </a:lnTo>
                <a:lnTo>
                  <a:pt x="9568" y="45015"/>
                </a:lnTo>
                <a:lnTo>
                  <a:pt x="9569" y="45015"/>
                </a:lnTo>
                <a:lnTo>
                  <a:pt x="9569" y="45015"/>
                </a:lnTo>
                <a:lnTo>
                  <a:pt x="9569" y="45015"/>
                </a:lnTo>
                <a:lnTo>
                  <a:pt x="9569" y="45015"/>
                </a:lnTo>
                <a:lnTo>
                  <a:pt x="9569" y="45015"/>
                </a:lnTo>
                <a:lnTo>
                  <a:pt x="9569" y="45015"/>
                </a:lnTo>
                <a:lnTo>
                  <a:pt x="9569" y="45015"/>
                </a:lnTo>
                <a:lnTo>
                  <a:pt x="9569" y="45015"/>
                </a:lnTo>
                <a:lnTo>
                  <a:pt x="9569" y="45015"/>
                </a:lnTo>
                <a:lnTo>
                  <a:pt x="9570" y="45015"/>
                </a:lnTo>
                <a:lnTo>
                  <a:pt x="9570" y="45015"/>
                </a:lnTo>
                <a:lnTo>
                  <a:pt x="9570" y="45015"/>
                </a:lnTo>
                <a:lnTo>
                  <a:pt x="9570" y="45015"/>
                </a:lnTo>
                <a:lnTo>
                  <a:pt x="9570" y="45015"/>
                </a:lnTo>
                <a:lnTo>
                  <a:pt x="9570" y="45015"/>
                </a:lnTo>
                <a:lnTo>
                  <a:pt x="9570" y="45015"/>
                </a:lnTo>
                <a:lnTo>
                  <a:pt x="9570" y="45015"/>
                </a:lnTo>
                <a:lnTo>
                  <a:pt x="9571" y="45015"/>
                </a:lnTo>
                <a:lnTo>
                  <a:pt x="9571" y="45015"/>
                </a:lnTo>
                <a:lnTo>
                  <a:pt x="9571" y="45015"/>
                </a:lnTo>
                <a:lnTo>
                  <a:pt x="9571" y="45015"/>
                </a:lnTo>
                <a:lnTo>
                  <a:pt x="9571" y="45015"/>
                </a:lnTo>
                <a:lnTo>
                  <a:pt x="9571" y="45015"/>
                </a:lnTo>
                <a:lnTo>
                  <a:pt x="9571" y="45015"/>
                </a:lnTo>
                <a:lnTo>
                  <a:pt x="9571" y="45015"/>
                </a:lnTo>
                <a:lnTo>
                  <a:pt x="9572" y="45015"/>
                </a:lnTo>
                <a:lnTo>
                  <a:pt x="9572" y="45015"/>
                </a:lnTo>
                <a:lnTo>
                  <a:pt x="9572" y="45015"/>
                </a:lnTo>
                <a:lnTo>
                  <a:pt x="9572" y="45015"/>
                </a:lnTo>
                <a:lnTo>
                  <a:pt x="9572" y="45015"/>
                </a:lnTo>
                <a:lnTo>
                  <a:pt x="9572" y="45015"/>
                </a:lnTo>
                <a:lnTo>
                  <a:pt x="9572" y="45015"/>
                </a:lnTo>
                <a:lnTo>
                  <a:pt x="9572" y="45015"/>
                </a:lnTo>
                <a:lnTo>
                  <a:pt x="9573" y="45015"/>
                </a:lnTo>
                <a:lnTo>
                  <a:pt x="9573" y="45015"/>
                </a:lnTo>
                <a:lnTo>
                  <a:pt x="9573" y="45015"/>
                </a:lnTo>
                <a:lnTo>
                  <a:pt x="9573" y="45015"/>
                </a:lnTo>
                <a:lnTo>
                  <a:pt x="9573" y="45015"/>
                </a:lnTo>
                <a:lnTo>
                  <a:pt x="9573" y="45015"/>
                </a:lnTo>
                <a:lnTo>
                  <a:pt x="9573" y="45015"/>
                </a:lnTo>
                <a:lnTo>
                  <a:pt x="9573" y="45015"/>
                </a:lnTo>
                <a:lnTo>
                  <a:pt x="9574" y="45015"/>
                </a:lnTo>
                <a:lnTo>
                  <a:pt x="9574" y="45015"/>
                </a:lnTo>
                <a:lnTo>
                  <a:pt x="9574" y="45015"/>
                </a:lnTo>
                <a:lnTo>
                  <a:pt x="9574" y="45015"/>
                </a:lnTo>
                <a:lnTo>
                  <a:pt x="9574" y="45015"/>
                </a:lnTo>
                <a:lnTo>
                  <a:pt x="9574" y="45015"/>
                </a:lnTo>
                <a:lnTo>
                  <a:pt x="9574" y="45015"/>
                </a:lnTo>
                <a:lnTo>
                  <a:pt x="9574" y="45015"/>
                </a:lnTo>
                <a:lnTo>
                  <a:pt x="9575" y="45015"/>
                </a:lnTo>
                <a:lnTo>
                  <a:pt x="9575" y="45015"/>
                </a:lnTo>
                <a:lnTo>
                  <a:pt x="9575" y="45015"/>
                </a:lnTo>
                <a:lnTo>
                  <a:pt x="9575" y="45015"/>
                </a:lnTo>
                <a:lnTo>
                  <a:pt x="9575" y="45015"/>
                </a:lnTo>
                <a:lnTo>
                  <a:pt x="9575" y="45015"/>
                </a:lnTo>
                <a:lnTo>
                  <a:pt x="9575" y="45015"/>
                </a:lnTo>
                <a:lnTo>
                  <a:pt x="9575" y="45015"/>
                </a:lnTo>
                <a:lnTo>
                  <a:pt x="9576" y="45015"/>
                </a:lnTo>
                <a:lnTo>
                  <a:pt x="9576" y="45015"/>
                </a:lnTo>
                <a:lnTo>
                  <a:pt x="9576" y="45015"/>
                </a:lnTo>
                <a:lnTo>
                  <a:pt x="9576" y="45015"/>
                </a:lnTo>
                <a:lnTo>
                  <a:pt x="9576" y="45015"/>
                </a:lnTo>
                <a:lnTo>
                  <a:pt x="9576" y="45015"/>
                </a:lnTo>
                <a:lnTo>
                  <a:pt x="9576" y="45015"/>
                </a:lnTo>
                <a:lnTo>
                  <a:pt x="9576" y="45015"/>
                </a:lnTo>
                <a:lnTo>
                  <a:pt x="9577" y="45015"/>
                </a:lnTo>
                <a:lnTo>
                  <a:pt x="9577" y="45015"/>
                </a:lnTo>
                <a:lnTo>
                  <a:pt x="9577" y="45015"/>
                </a:lnTo>
                <a:lnTo>
                  <a:pt x="9577" y="45015"/>
                </a:lnTo>
                <a:lnTo>
                  <a:pt x="9577" y="45015"/>
                </a:lnTo>
                <a:lnTo>
                  <a:pt x="9577" y="45015"/>
                </a:lnTo>
                <a:lnTo>
                  <a:pt x="9577" y="45015"/>
                </a:lnTo>
                <a:lnTo>
                  <a:pt x="9577" y="45015"/>
                </a:lnTo>
                <a:lnTo>
                  <a:pt x="9577" y="45015"/>
                </a:lnTo>
                <a:lnTo>
                  <a:pt x="9578" y="45015"/>
                </a:lnTo>
                <a:lnTo>
                  <a:pt x="9578" y="45015"/>
                </a:lnTo>
                <a:lnTo>
                  <a:pt x="9578" y="45015"/>
                </a:lnTo>
                <a:lnTo>
                  <a:pt x="9578" y="45015"/>
                </a:lnTo>
                <a:lnTo>
                  <a:pt x="9578" y="45015"/>
                </a:lnTo>
                <a:lnTo>
                  <a:pt x="9578" y="45015"/>
                </a:lnTo>
                <a:lnTo>
                  <a:pt x="9578" y="45015"/>
                </a:lnTo>
                <a:lnTo>
                  <a:pt x="9578" y="45015"/>
                </a:lnTo>
                <a:lnTo>
                  <a:pt x="9579" y="45015"/>
                </a:lnTo>
                <a:lnTo>
                  <a:pt x="9579" y="45015"/>
                </a:lnTo>
                <a:lnTo>
                  <a:pt x="9579" y="45015"/>
                </a:lnTo>
                <a:lnTo>
                  <a:pt x="9579" y="45015"/>
                </a:lnTo>
                <a:lnTo>
                  <a:pt x="9579" y="45015"/>
                </a:lnTo>
                <a:lnTo>
                  <a:pt x="9579" y="45015"/>
                </a:lnTo>
                <a:lnTo>
                  <a:pt x="9579" y="45015"/>
                </a:lnTo>
                <a:lnTo>
                  <a:pt x="9579" y="45015"/>
                </a:lnTo>
                <a:lnTo>
                  <a:pt x="9580" y="45015"/>
                </a:lnTo>
                <a:lnTo>
                  <a:pt x="9580" y="45015"/>
                </a:lnTo>
                <a:lnTo>
                  <a:pt x="9580" y="45015"/>
                </a:lnTo>
                <a:lnTo>
                  <a:pt x="9580" y="45015"/>
                </a:lnTo>
                <a:lnTo>
                  <a:pt x="9580" y="45015"/>
                </a:lnTo>
                <a:lnTo>
                  <a:pt x="9580" y="45015"/>
                </a:lnTo>
                <a:lnTo>
                  <a:pt x="9580" y="45015"/>
                </a:lnTo>
                <a:lnTo>
                  <a:pt x="9580" y="45015"/>
                </a:lnTo>
                <a:lnTo>
                  <a:pt x="9581" y="45015"/>
                </a:lnTo>
                <a:lnTo>
                  <a:pt x="9581" y="45015"/>
                </a:lnTo>
                <a:lnTo>
                  <a:pt x="9581" y="45015"/>
                </a:lnTo>
                <a:lnTo>
                  <a:pt x="9581" y="45015"/>
                </a:lnTo>
                <a:lnTo>
                  <a:pt x="9581" y="45015"/>
                </a:lnTo>
                <a:lnTo>
                  <a:pt x="9581" y="45015"/>
                </a:lnTo>
                <a:lnTo>
                  <a:pt x="9581" y="45015"/>
                </a:lnTo>
                <a:lnTo>
                  <a:pt x="9581" y="45015"/>
                </a:lnTo>
                <a:lnTo>
                  <a:pt x="9582" y="45015"/>
                </a:lnTo>
                <a:lnTo>
                  <a:pt x="9582" y="45015"/>
                </a:lnTo>
                <a:lnTo>
                  <a:pt x="9582" y="45015"/>
                </a:lnTo>
                <a:lnTo>
                  <a:pt x="9582" y="45015"/>
                </a:lnTo>
                <a:lnTo>
                  <a:pt x="9582" y="45015"/>
                </a:lnTo>
                <a:lnTo>
                  <a:pt x="9582" y="45015"/>
                </a:lnTo>
                <a:lnTo>
                  <a:pt x="9582" y="45015"/>
                </a:lnTo>
                <a:lnTo>
                  <a:pt x="9582" y="45015"/>
                </a:lnTo>
                <a:lnTo>
                  <a:pt x="9583" y="45015"/>
                </a:lnTo>
                <a:lnTo>
                  <a:pt x="9583" y="45015"/>
                </a:lnTo>
                <a:lnTo>
                  <a:pt x="9583" y="45015"/>
                </a:lnTo>
                <a:lnTo>
                  <a:pt x="9583" y="45015"/>
                </a:lnTo>
                <a:lnTo>
                  <a:pt x="9583" y="45015"/>
                </a:lnTo>
                <a:lnTo>
                  <a:pt x="9583" y="45015"/>
                </a:lnTo>
                <a:lnTo>
                  <a:pt x="9583" y="45015"/>
                </a:lnTo>
                <a:lnTo>
                  <a:pt x="9583" y="45015"/>
                </a:lnTo>
                <a:lnTo>
                  <a:pt x="9584" y="45015"/>
                </a:lnTo>
                <a:lnTo>
                  <a:pt x="9584" y="45015"/>
                </a:lnTo>
                <a:lnTo>
                  <a:pt x="9584" y="45015"/>
                </a:lnTo>
                <a:lnTo>
                  <a:pt x="9584" y="45015"/>
                </a:lnTo>
                <a:lnTo>
                  <a:pt x="9584" y="45015"/>
                </a:lnTo>
                <a:lnTo>
                  <a:pt x="9584" y="45015"/>
                </a:lnTo>
                <a:lnTo>
                  <a:pt x="9584" y="45015"/>
                </a:lnTo>
                <a:lnTo>
                  <a:pt x="9584" y="45015"/>
                </a:lnTo>
                <a:lnTo>
                  <a:pt x="9584" y="45015"/>
                </a:lnTo>
                <a:lnTo>
                  <a:pt x="9585" y="45015"/>
                </a:lnTo>
                <a:lnTo>
                  <a:pt x="9585" y="45015"/>
                </a:lnTo>
                <a:lnTo>
                  <a:pt x="9585" y="45015"/>
                </a:lnTo>
                <a:lnTo>
                  <a:pt x="9585" y="45015"/>
                </a:lnTo>
                <a:lnTo>
                  <a:pt x="9585" y="45015"/>
                </a:lnTo>
                <a:lnTo>
                  <a:pt x="9585" y="45015"/>
                </a:lnTo>
                <a:lnTo>
                  <a:pt x="9585" y="45015"/>
                </a:lnTo>
                <a:lnTo>
                  <a:pt x="9585" y="45015"/>
                </a:lnTo>
                <a:lnTo>
                  <a:pt x="9586" y="45015"/>
                </a:lnTo>
                <a:lnTo>
                  <a:pt x="9586" y="45015"/>
                </a:lnTo>
                <a:lnTo>
                  <a:pt x="9586" y="45015"/>
                </a:lnTo>
                <a:lnTo>
                  <a:pt x="9586" y="45015"/>
                </a:lnTo>
                <a:lnTo>
                  <a:pt x="9586" y="45015"/>
                </a:lnTo>
                <a:lnTo>
                  <a:pt x="9586" y="45015"/>
                </a:lnTo>
                <a:lnTo>
                  <a:pt x="9586" y="45015"/>
                </a:lnTo>
                <a:lnTo>
                  <a:pt x="9586" y="45015"/>
                </a:lnTo>
                <a:lnTo>
                  <a:pt x="9587" y="45015"/>
                </a:lnTo>
                <a:lnTo>
                  <a:pt x="9587" y="45015"/>
                </a:lnTo>
                <a:lnTo>
                  <a:pt x="9587" y="45015"/>
                </a:lnTo>
                <a:lnTo>
                  <a:pt x="9587" y="45015"/>
                </a:lnTo>
                <a:lnTo>
                  <a:pt x="9587" y="45015"/>
                </a:lnTo>
                <a:lnTo>
                  <a:pt x="9587" y="45015"/>
                </a:lnTo>
                <a:lnTo>
                  <a:pt x="9587" y="45015"/>
                </a:lnTo>
                <a:lnTo>
                  <a:pt x="9587" y="45015"/>
                </a:lnTo>
                <a:lnTo>
                  <a:pt x="9588" y="45015"/>
                </a:lnTo>
                <a:lnTo>
                  <a:pt x="9588" y="45015"/>
                </a:lnTo>
                <a:lnTo>
                  <a:pt x="9588" y="45015"/>
                </a:lnTo>
                <a:lnTo>
                  <a:pt x="9588" y="45015"/>
                </a:lnTo>
                <a:lnTo>
                  <a:pt x="9588" y="45015"/>
                </a:lnTo>
                <a:lnTo>
                  <a:pt x="9588" y="45015"/>
                </a:lnTo>
                <a:lnTo>
                  <a:pt x="9588" y="45015"/>
                </a:lnTo>
                <a:lnTo>
                  <a:pt x="9588" y="45015"/>
                </a:lnTo>
                <a:lnTo>
                  <a:pt x="9589" y="45015"/>
                </a:lnTo>
                <a:lnTo>
                  <a:pt x="9589" y="45015"/>
                </a:lnTo>
                <a:lnTo>
                  <a:pt x="9589" y="45015"/>
                </a:lnTo>
                <a:lnTo>
                  <a:pt x="9589" y="45015"/>
                </a:lnTo>
                <a:lnTo>
                  <a:pt x="9589" y="45015"/>
                </a:lnTo>
                <a:lnTo>
                  <a:pt x="9589" y="45015"/>
                </a:lnTo>
                <a:lnTo>
                  <a:pt x="9589" y="45015"/>
                </a:lnTo>
                <a:lnTo>
                  <a:pt x="9589" y="45015"/>
                </a:lnTo>
                <a:lnTo>
                  <a:pt x="9590" y="45015"/>
                </a:lnTo>
                <a:lnTo>
                  <a:pt x="9590" y="45015"/>
                </a:lnTo>
                <a:lnTo>
                  <a:pt x="9590" y="45015"/>
                </a:lnTo>
                <a:lnTo>
                  <a:pt x="9590" y="45015"/>
                </a:lnTo>
                <a:lnTo>
                  <a:pt x="9590" y="45015"/>
                </a:lnTo>
                <a:lnTo>
                  <a:pt x="9590" y="45015"/>
                </a:lnTo>
                <a:lnTo>
                  <a:pt x="9590" y="45015"/>
                </a:lnTo>
                <a:lnTo>
                  <a:pt x="9590" y="45015"/>
                </a:lnTo>
                <a:lnTo>
                  <a:pt x="9590" y="45015"/>
                </a:lnTo>
                <a:lnTo>
                  <a:pt x="9591" y="45015"/>
                </a:lnTo>
                <a:lnTo>
                  <a:pt x="9591" y="45015"/>
                </a:lnTo>
                <a:lnTo>
                  <a:pt x="9591" y="45015"/>
                </a:lnTo>
                <a:lnTo>
                  <a:pt x="9591" y="45015"/>
                </a:lnTo>
                <a:lnTo>
                  <a:pt x="9591" y="45015"/>
                </a:lnTo>
                <a:lnTo>
                  <a:pt x="9591" y="45015"/>
                </a:lnTo>
                <a:lnTo>
                  <a:pt x="9591" y="45015"/>
                </a:lnTo>
                <a:lnTo>
                  <a:pt x="9591" y="45015"/>
                </a:lnTo>
                <a:lnTo>
                  <a:pt x="9592" y="45015"/>
                </a:lnTo>
                <a:lnTo>
                  <a:pt x="9592" y="45015"/>
                </a:lnTo>
                <a:lnTo>
                  <a:pt x="9592" y="45015"/>
                </a:lnTo>
                <a:lnTo>
                  <a:pt x="9592" y="45015"/>
                </a:lnTo>
                <a:lnTo>
                  <a:pt x="9592" y="45015"/>
                </a:lnTo>
                <a:lnTo>
                  <a:pt x="9592" y="45015"/>
                </a:lnTo>
                <a:lnTo>
                  <a:pt x="9592" y="45015"/>
                </a:lnTo>
                <a:lnTo>
                  <a:pt x="9592" y="45015"/>
                </a:lnTo>
                <a:lnTo>
                  <a:pt x="9593" y="45015"/>
                </a:lnTo>
                <a:lnTo>
                  <a:pt x="9593" y="45015"/>
                </a:lnTo>
                <a:lnTo>
                  <a:pt x="9593" y="45015"/>
                </a:lnTo>
                <a:lnTo>
                  <a:pt x="9593" y="45015"/>
                </a:lnTo>
                <a:lnTo>
                  <a:pt x="9593" y="45015"/>
                </a:lnTo>
                <a:lnTo>
                  <a:pt x="9593" y="45015"/>
                </a:lnTo>
                <a:lnTo>
                  <a:pt x="9593" y="45015"/>
                </a:lnTo>
                <a:lnTo>
                  <a:pt x="9593" y="45015"/>
                </a:lnTo>
                <a:lnTo>
                  <a:pt x="9594" y="45015"/>
                </a:lnTo>
                <a:lnTo>
                  <a:pt x="9594" y="45015"/>
                </a:lnTo>
                <a:lnTo>
                  <a:pt x="9594" y="45015"/>
                </a:lnTo>
                <a:lnTo>
                  <a:pt x="9594" y="45015"/>
                </a:lnTo>
                <a:lnTo>
                  <a:pt x="9594" y="45015"/>
                </a:lnTo>
                <a:lnTo>
                  <a:pt x="9594" y="45015"/>
                </a:lnTo>
                <a:lnTo>
                  <a:pt x="9594" y="45015"/>
                </a:lnTo>
                <a:lnTo>
                  <a:pt x="9594" y="45015"/>
                </a:lnTo>
                <a:lnTo>
                  <a:pt x="9595" y="45015"/>
                </a:lnTo>
                <a:lnTo>
                  <a:pt x="9595" y="45015"/>
                </a:lnTo>
                <a:lnTo>
                  <a:pt x="9595" y="45015"/>
                </a:lnTo>
                <a:lnTo>
                  <a:pt x="9595" y="45015"/>
                </a:lnTo>
                <a:lnTo>
                  <a:pt x="9595" y="45015"/>
                </a:lnTo>
                <a:lnTo>
                  <a:pt x="9595" y="45015"/>
                </a:lnTo>
                <a:lnTo>
                  <a:pt x="9595" y="45015"/>
                </a:lnTo>
                <a:lnTo>
                  <a:pt x="9595" y="45015"/>
                </a:lnTo>
                <a:lnTo>
                  <a:pt x="9595" y="45015"/>
                </a:lnTo>
                <a:lnTo>
                  <a:pt x="9596" y="45015"/>
                </a:lnTo>
                <a:lnTo>
                  <a:pt x="9596" y="45015"/>
                </a:lnTo>
                <a:lnTo>
                  <a:pt x="9596" y="45015"/>
                </a:lnTo>
                <a:lnTo>
                  <a:pt x="9596" y="45015"/>
                </a:lnTo>
                <a:lnTo>
                  <a:pt x="9596" y="45015"/>
                </a:lnTo>
                <a:lnTo>
                  <a:pt x="9596" y="45015"/>
                </a:lnTo>
                <a:lnTo>
                  <a:pt x="9596" y="45015"/>
                </a:lnTo>
                <a:lnTo>
                  <a:pt x="9596" y="45015"/>
                </a:lnTo>
                <a:lnTo>
                  <a:pt x="9597" y="45015"/>
                </a:lnTo>
                <a:lnTo>
                  <a:pt x="9597" y="45015"/>
                </a:lnTo>
                <a:lnTo>
                  <a:pt x="9597" y="45015"/>
                </a:lnTo>
                <a:lnTo>
                  <a:pt x="9597" y="45015"/>
                </a:lnTo>
                <a:lnTo>
                  <a:pt x="9597" y="45015"/>
                </a:lnTo>
                <a:lnTo>
                  <a:pt x="9597" y="45015"/>
                </a:lnTo>
                <a:lnTo>
                  <a:pt x="9597" y="45015"/>
                </a:lnTo>
                <a:lnTo>
                  <a:pt x="9597" y="45015"/>
                </a:lnTo>
                <a:lnTo>
                  <a:pt x="9598" y="45015"/>
                </a:lnTo>
                <a:lnTo>
                  <a:pt x="9598" y="45015"/>
                </a:lnTo>
                <a:lnTo>
                  <a:pt x="9598" y="45015"/>
                </a:lnTo>
                <a:lnTo>
                  <a:pt x="9598" y="45015"/>
                </a:lnTo>
                <a:lnTo>
                  <a:pt x="9598" y="45015"/>
                </a:lnTo>
                <a:lnTo>
                  <a:pt x="9598" y="45015"/>
                </a:lnTo>
                <a:lnTo>
                  <a:pt x="9598" y="45015"/>
                </a:lnTo>
                <a:lnTo>
                  <a:pt x="9598" y="45015"/>
                </a:lnTo>
                <a:lnTo>
                  <a:pt x="9599" y="45015"/>
                </a:lnTo>
                <a:lnTo>
                  <a:pt x="9599" y="45015"/>
                </a:lnTo>
                <a:lnTo>
                  <a:pt x="9599" y="45015"/>
                </a:lnTo>
                <a:lnTo>
                  <a:pt x="9599" y="45015"/>
                </a:lnTo>
                <a:lnTo>
                  <a:pt x="9599" y="45015"/>
                </a:lnTo>
                <a:lnTo>
                  <a:pt x="9599" y="45015"/>
                </a:lnTo>
                <a:lnTo>
                  <a:pt x="9599" y="45015"/>
                </a:lnTo>
                <a:lnTo>
                  <a:pt x="9599" y="45015"/>
                </a:lnTo>
                <a:lnTo>
                  <a:pt x="9600" y="45015"/>
                </a:lnTo>
                <a:lnTo>
                  <a:pt x="9600" y="45015"/>
                </a:lnTo>
                <a:lnTo>
                  <a:pt x="9600" y="45015"/>
                </a:lnTo>
                <a:lnTo>
                  <a:pt x="9600" y="45015"/>
                </a:lnTo>
                <a:lnTo>
                  <a:pt x="9600" y="45015"/>
                </a:lnTo>
                <a:lnTo>
                  <a:pt x="9600" y="45015"/>
                </a:lnTo>
                <a:lnTo>
                  <a:pt x="9600" y="45015"/>
                </a:lnTo>
                <a:lnTo>
                  <a:pt x="9600" y="45015"/>
                </a:lnTo>
                <a:lnTo>
                  <a:pt x="9600" y="45015"/>
                </a:lnTo>
                <a:lnTo>
                  <a:pt x="9601" y="45015"/>
                </a:lnTo>
                <a:lnTo>
                  <a:pt x="9601" y="45015"/>
                </a:lnTo>
                <a:lnTo>
                  <a:pt x="9601" y="45015"/>
                </a:lnTo>
                <a:lnTo>
                  <a:pt x="9601" y="45015"/>
                </a:lnTo>
                <a:lnTo>
                  <a:pt x="9601" y="45015"/>
                </a:lnTo>
                <a:lnTo>
                  <a:pt x="9601" y="45015"/>
                </a:lnTo>
                <a:lnTo>
                  <a:pt x="9601" y="45015"/>
                </a:lnTo>
                <a:lnTo>
                  <a:pt x="9601" y="45015"/>
                </a:lnTo>
                <a:lnTo>
                  <a:pt x="9602" y="45015"/>
                </a:lnTo>
                <a:lnTo>
                  <a:pt x="9602" y="45015"/>
                </a:lnTo>
                <a:lnTo>
                  <a:pt x="9602" y="45015"/>
                </a:lnTo>
                <a:lnTo>
                  <a:pt x="9602" y="45015"/>
                </a:lnTo>
                <a:lnTo>
                  <a:pt x="9602" y="45015"/>
                </a:lnTo>
                <a:lnTo>
                  <a:pt x="9602" y="45015"/>
                </a:lnTo>
                <a:lnTo>
                  <a:pt x="9602" y="45015"/>
                </a:lnTo>
                <a:lnTo>
                  <a:pt x="9602" y="45015"/>
                </a:lnTo>
                <a:lnTo>
                  <a:pt x="9603" y="45015"/>
                </a:lnTo>
                <a:lnTo>
                  <a:pt x="9603" y="45015"/>
                </a:lnTo>
                <a:lnTo>
                  <a:pt x="9603" y="45015"/>
                </a:lnTo>
                <a:lnTo>
                  <a:pt x="9603" y="45015"/>
                </a:lnTo>
                <a:lnTo>
                  <a:pt x="9603" y="45015"/>
                </a:lnTo>
                <a:lnTo>
                  <a:pt x="9603" y="45015"/>
                </a:lnTo>
                <a:lnTo>
                  <a:pt x="9603" y="45015"/>
                </a:lnTo>
                <a:lnTo>
                  <a:pt x="9603" y="45015"/>
                </a:lnTo>
                <a:lnTo>
                  <a:pt x="9604" y="45015"/>
                </a:lnTo>
                <a:lnTo>
                  <a:pt x="9604" y="45015"/>
                </a:lnTo>
                <a:lnTo>
                  <a:pt x="9604" y="45015"/>
                </a:lnTo>
                <a:lnTo>
                  <a:pt x="9604" y="45015"/>
                </a:lnTo>
                <a:lnTo>
                  <a:pt x="9604" y="45015"/>
                </a:lnTo>
                <a:lnTo>
                  <a:pt x="9604" y="45015"/>
                </a:lnTo>
                <a:lnTo>
                  <a:pt x="9604" y="45015"/>
                </a:lnTo>
                <a:lnTo>
                  <a:pt x="9604" y="45015"/>
                </a:lnTo>
                <a:lnTo>
                  <a:pt x="9604" y="45015"/>
                </a:lnTo>
                <a:lnTo>
                  <a:pt x="9605" y="45015"/>
                </a:lnTo>
                <a:lnTo>
                  <a:pt x="9605" y="45015"/>
                </a:lnTo>
                <a:lnTo>
                  <a:pt x="9605" y="45015"/>
                </a:lnTo>
                <a:lnTo>
                  <a:pt x="9605" y="45015"/>
                </a:lnTo>
                <a:lnTo>
                  <a:pt x="9605" y="45015"/>
                </a:lnTo>
                <a:lnTo>
                  <a:pt x="9605" y="45015"/>
                </a:lnTo>
                <a:lnTo>
                  <a:pt x="9605" y="45015"/>
                </a:lnTo>
                <a:lnTo>
                  <a:pt x="9605" y="45015"/>
                </a:lnTo>
                <a:lnTo>
                  <a:pt x="9606" y="45015"/>
                </a:lnTo>
                <a:lnTo>
                  <a:pt x="9606" y="45015"/>
                </a:lnTo>
                <a:lnTo>
                  <a:pt x="9606" y="45015"/>
                </a:lnTo>
                <a:lnTo>
                  <a:pt x="9606" y="45015"/>
                </a:lnTo>
                <a:lnTo>
                  <a:pt x="9606" y="45015"/>
                </a:lnTo>
                <a:lnTo>
                  <a:pt x="9606" y="45015"/>
                </a:lnTo>
                <a:lnTo>
                  <a:pt x="9606" y="45015"/>
                </a:lnTo>
                <a:lnTo>
                  <a:pt x="9606" y="45015"/>
                </a:lnTo>
                <a:lnTo>
                  <a:pt x="9607" y="45015"/>
                </a:lnTo>
                <a:lnTo>
                  <a:pt x="9607" y="45015"/>
                </a:lnTo>
                <a:lnTo>
                  <a:pt x="9607" y="45015"/>
                </a:lnTo>
                <a:lnTo>
                  <a:pt x="9607" y="45015"/>
                </a:lnTo>
                <a:lnTo>
                  <a:pt x="9607" y="45015"/>
                </a:lnTo>
                <a:lnTo>
                  <a:pt x="9607" y="45015"/>
                </a:lnTo>
                <a:lnTo>
                  <a:pt x="9607" y="45015"/>
                </a:lnTo>
                <a:lnTo>
                  <a:pt x="9607" y="45015"/>
                </a:lnTo>
                <a:lnTo>
                  <a:pt x="9608" y="45015"/>
                </a:lnTo>
                <a:lnTo>
                  <a:pt x="9608" y="45015"/>
                </a:lnTo>
                <a:lnTo>
                  <a:pt x="9608" y="45015"/>
                </a:lnTo>
                <a:lnTo>
                  <a:pt x="9608" y="45015"/>
                </a:lnTo>
                <a:lnTo>
                  <a:pt x="9608" y="45015"/>
                </a:lnTo>
                <a:lnTo>
                  <a:pt x="9608" y="45015"/>
                </a:lnTo>
                <a:lnTo>
                  <a:pt x="9608" y="45015"/>
                </a:lnTo>
                <a:lnTo>
                  <a:pt x="9608" y="45015"/>
                </a:lnTo>
                <a:lnTo>
                  <a:pt x="9609" y="45015"/>
                </a:lnTo>
                <a:lnTo>
                  <a:pt x="9609" y="45015"/>
                </a:lnTo>
                <a:lnTo>
                  <a:pt x="9609" y="45015"/>
                </a:lnTo>
                <a:lnTo>
                  <a:pt x="9609" y="45015"/>
                </a:lnTo>
                <a:lnTo>
                  <a:pt x="9609" y="45015"/>
                </a:lnTo>
                <a:lnTo>
                  <a:pt x="9609" y="45015"/>
                </a:lnTo>
                <a:lnTo>
                  <a:pt x="9609" y="45015"/>
                </a:lnTo>
                <a:lnTo>
                  <a:pt x="9609" y="45015"/>
                </a:lnTo>
                <a:lnTo>
                  <a:pt x="9609" y="45015"/>
                </a:lnTo>
                <a:lnTo>
                  <a:pt x="9610" y="45015"/>
                </a:lnTo>
                <a:lnTo>
                  <a:pt x="9610" y="45015"/>
                </a:lnTo>
                <a:lnTo>
                  <a:pt x="9610" y="45015"/>
                </a:lnTo>
                <a:lnTo>
                  <a:pt x="9610" y="45015"/>
                </a:lnTo>
                <a:lnTo>
                  <a:pt x="9610" y="45015"/>
                </a:lnTo>
                <a:lnTo>
                  <a:pt x="9610" y="45015"/>
                </a:lnTo>
                <a:lnTo>
                  <a:pt x="9610" y="45015"/>
                </a:lnTo>
                <a:lnTo>
                  <a:pt x="9610" y="45015"/>
                </a:lnTo>
                <a:lnTo>
                  <a:pt x="9611" y="45015"/>
                </a:lnTo>
                <a:lnTo>
                  <a:pt x="9611" y="45015"/>
                </a:lnTo>
                <a:lnTo>
                  <a:pt x="9611" y="45015"/>
                </a:lnTo>
                <a:lnTo>
                  <a:pt x="9611" y="45015"/>
                </a:lnTo>
                <a:lnTo>
                  <a:pt x="9611" y="45015"/>
                </a:lnTo>
                <a:lnTo>
                  <a:pt x="9611" y="45015"/>
                </a:lnTo>
                <a:lnTo>
                  <a:pt x="9611" y="45015"/>
                </a:lnTo>
                <a:lnTo>
                  <a:pt x="9611" y="45015"/>
                </a:lnTo>
                <a:lnTo>
                  <a:pt x="9612" y="45015"/>
                </a:lnTo>
                <a:lnTo>
                  <a:pt x="9612" y="45015"/>
                </a:lnTo>
                <a:lnTo>
                  <a:pt x="9612" y="45015"/>
                </a:lnTo>
                <a:lnTo>
                  <a:pt x="9612" y="45015"/>
                </a:lnTo>
                <a:lnTo>
                  <a:pt x="9612" y="45015"/>
                </a:lnTo>
                <a:lnTo>
                  <a:pt x="9612" y="45015"/>
                </a:lnTo>
                <a:lnTo>
                  <a:pt x="9612" y="45015"/>
                </a:lnTo>
                <a:lnTo>
                  <a:pt x="9612" y="45015"/>
                </a:lnTo>
                <a:lnTo>
                  <a:pt x="9612" y="45015"/>
                </a:lnTo>
                <a:lnTo>
                  <a:pt x="9613" y="45015"/>
                </a:lnTo>
                <a:lnTo>
                  <a:pt x="9613" y="45015"/>
                </a:lnTo>
                <a:lnTo>
                  <a:pt x="9613" y="45015"/>
                </a:lnTo>
                <a:lnTo>
                  <a:pt x="9613" y="45015"/>
                </a:lnTo>
                <a:lnTo>
                  <a:pt x="9613" y="45015"/>
                </a:lnTo>
                <a:lnTo>
                  <a:pt x="9613" y="45015"/>
                </a:lnTo>
                <a:lnTo>
                  <a:pt x="9613" y="45015"/>
                </a:lnTo>
                <a:lnTo>
                  <a:pt x="9613" y="45015"/>
                </a:lnTo>
                <a:lnTo>
                  <a:pt x="9614" y="45015"/>
                </a:lnTo>
                <a:lnTo>
                  <a:pt x="9614" y="45015"/>
                </a:lnTo>
                <a:lnTo>
                  <a:pt x="9614" y="45015"/>
                </a:lnTo>
                <a:lnTo>
                  <a:pt x="9614" y="45015"/>
                </a:lnTo>
                <a:lnTo>
                  <a:pt x="9614" y="45015"/>
                </a:lnTo>
                <a:lnTo>
                  <a:pt x="9614" y="45015"/>
                </a:lnTo>
                <a:lnTo>
                  <a:pt x="9614" y="45015"/>
                </a:lnTo>
                <a:lnTo>
                  <a:pt x="9614" y="45015"/>
                </a:lnTo>
                <a:lnTo>
                  <a:pt x="9615" y="45015"/>
                </a:lnTo>
                <a:lnTo>
                  <a:pt x="9615" y="45015"/>
                </a:lnTo>
                <a:lnTo>
                  <a:pt x="9615" y="45015"/>
                </a:lnTo>
                <a:lnTo>
                  <a:pt x="9615" y="45015"/>
                </a:lnTo>
                <a:lnTo>
                  <a:pt x="9615" y="45015"/>
                </a:lnTo>
                <a:lnTo>
                  <a:pt x="9615" y="45015"/>
                </a:lnTo>
                <a:lnTo>
                  <a:pt x="9615" y="45015"/>
                </a:lnTo>
                <a:lnTo>
                  <a:pt x="9615" y="45015"/>
                </a:lnTo>
                <a:lnTo>
                  <a:pt x="9616" y="45015"/>
                </a:lnTo>
                <a:lnTo>
                  <a:pt x="9616" y="45015"/>
                </a:lnTo>
                <a:lnTo>
                  <a:pt x="9616" y="45015"/>
                </a:lnTo>
                <a:lnTo>
                  <a:pt x="9616" y="45015"/>
                </a:lnTo>
                <a:lnTo>
                  <a:pt x="9616" y="45015"/>
                </a:lnTo>
                <a:lnTo>
                  <a:pt x="9616" y="45015"/>
                </a:lnTo>
                <a:lnTo>
                  <a:pt x="9616" y="45015"/>
                </a:lnTo>
                <a:lnTo>
                  <a:pt x="9616" y="45015"/>
                </a:lnTo>
                <a:lnTo>
                  <a:pt x="9616" y="45015"/>
                </a:lnTo>
                <a:lnTo>
                  <a:pt x="9617" y="45015"/>
                </a:lnTo>
                <a:lnTo>
                  <a:pt x="9617" y="45015"/>
                </a:lnTo>
                <a:lnTo>
                  <a:pt x="9617" y="45015"/>
                </a:lnTo>
                <a:lnTo>
                  <a:pt x="9617" y="45015"/>
                </a:lnTo>
                <a:lnTo>
                  <a:pt x="9617" y="45015"/>
                </a:lnTo>
                <a:lnTo>
                  <a:pt x="9617" y="45015"/>
                </a:lnTo>
                <a:lnTo>
                  <a:pt x="9617" y="45015"/>
                </a:lnTo>
                <a:lnTo>
                  <a:pt x="9617" y="45015"/>
                </a:lnTo>
                <a:lnTo>
                  <a:pt x="9618" y="45015"/>
                </a:lnTo>
                <a:lnTo>
                  <a:pt x="9618" y="45015"/>
                </a:lnTo>
                <a:lnTo>
                  <a:pt x="9618" y="45015"/>
                </a:lnTo>
                <a:lnTo>
                  <a:pt x="9618" y="45015"/>
                </a:lnTo>
                <a:lnTo>
                  <a:pt x="9618" y="45015"/>
                </a:lnTo>
                <a:lnTo>
                  <a:pt x="9618" y="45015"/>
                </a:lnTo>
                <a:lnTo>
                  <a:pt x="9618" y="45015"/>
                </a:lnTo>
                <a:lnTo>
                  <a:pt x="9618" y="45015"/>
                </a:lnTo>
                <a:lnTo>
                  <a:pt x="9619" y="45015"/>
                </a:lnTo>
                <a:lnTo>
                  <a:pt x="9619" y="45015"/>
                </a:lnTo>
                <a:lnTo>
                  <a:pt x="9619" y="45015"/>
                </a:lnTo>
                <a:lnTo>
                  <a:pt x="9619" y="45015"/>
                </a:lnTo>
                <a:lnTo>
                  <a:pt x="9619" y="45015"/>
                </a:lnTo>
                <a:lnTo>
                  <a:pt x="9619" y="45015"/>
                </a:lnTo>
                <a:lnTo>
                  <a:pt x="9619" y="45015"/>
                </a:lnTo>
                <a:lnTo>
                  <a:pt x="9619" y="45015"/>
                </a:lnTo>
                <a:lnTo>
                  <a:pt x="9620" y="45015"/>
                </a:lnTo>
                <a:lnTo>
                  <a:pt x="9620" y="45015"/>
                </a:lnTo>
                <a:lnTo>
                  <a:pt x="9620" y="45015"/>
                </a:lnTo>
                <a:lnTo>
                  <a:pt x="9620" y="45015"/>
                </a:lnTo>
                <a:lnTo>
                  <a:pt x="9620" y="45015"/>
                </a:lnTo>
                <a:lnTo>
                  <a:pt x="9620" y="45015"/>
                </a:lnTo>
                <a:lnTo>
                  <a:pt x="9620" y="45015"/>
                </a:lnTo>
                <a:lnTo>
                  <a:pt x="9620" y="45015"/>
                </a:lnTo>
                <a:lnTo>
                  <a:pt x="9620" y="45015"/>
                </a:lnTo>
                <a:lnTo>
                  <a:pt x="9621" y="45015"/>
                </a:lnTo>
                <a:lnTo>
                  <a:pt x="9621" y="45015"/>
                </a:lnTo>
                <a:lnTo>
                  <a:pt x="9621" y="45015"/>
                </a:lnTo>
                <a:lnTo>
                  <a:pt x="9621" y="45015"/>
                </a:lnTo>
                <a:lnTo>
                  <a:pt x="9621" y="45015"/>
                </a:lnTo>
                <a:lnTo>
                  <a:pt x="9621" y="45015"/>
                </a:lnTo>
                <a:lnTo>
                  <a:pt x="9621" y="45015"/>
                </a:lnTo>
                <a:lnTo>
                  <a:pt x="9621" y="45015"/>
                </a:lnTo>
                <a:lnTo>
                  <a:pt x="9622" y="45015"/>
                </a:lnTo>
                <a:lnTo>
                  <a:pt x="9622" y="45015"/>
                </a:lnTo>
                <a:lnTo>
                  <a:pt x="9622" y="45015"/>
                </a:lnTo>
                <a:lnTo>
                  <a:pt x="9622" y="45015"/>
                </a:lnTo>
                <a:lnTo>
                  <a:pt x="9622" y="45015"/>
                </a:lnTo>
                <a:lnTo>
                  <a:pt x="9622" y="45015"/>
                </a:lnTo>
                <a:lnTo>
                  <a:pt x="9622" y="45015"/>
                </a:lnTo>
                <a:lnTo>
                  <a:pt x="9622" y="45015"/>
                </a:lnTo>
                <a:lnTo>
                  <a:pt x="9623" y="45015"/>
                </a:lnTo>
                <a:lnTo>
                  <a:pt x="9623" y="45015"/>
                </a:lnTo>
                <a:lnTo>
                  <a:pt x="9623" y="45015"/>
                </a:lnTo>
                <a:lnTo>
                  <a:pt x="9623" y="45015"/>
                </a:lnTo>
                <a:lnTo>
                  <a:pt x="9623" y="45015"/>
                </a:lnTo>
                <a:lnTo>
                  <a:pt x="9623" y="45015"/>
                </a:lnTo>
                <a:lnTo>
                  <a:pt x="9623" y="45015"/>
                </a:lnTo>
                <a:lnTo>
                  <a:pt x="9623" y="45015"/>
                </a:lnTo>
                <a:lnTo>
                  <a:pt x="9623" y="45015"/>
                </a:lnTo>
                <a:lnTo>
                  <a:pt x="9624" y="45015"/>
                </a:lnTo>
                <a:lnTo>
                  <a:pt x="9624" y="45015"/>
                </a:lnTo>
                <a:lnTo>
                  <a:pt x="9624" y="45015"/>
                </a:lnTo>
                <a:lnTo>
                  <a:pt x="9624" y="45015"/>
                </a:lnTo>
                <a:lnTo>
                  <a:pt x="9624" y="45015"/>
                </a:lnTo>
                <a:lnTo>
                  <a:pt x="9624" y="45015"/>
                </a:lnTo>
                <a:lnTo>
                  <a:pt x="9624" y="45015"/>
                </a:lnTo>
                <a:lnTo>
                  <a:pt x="9624" y="45015"/>
                </a:lnTo>
                <a:lnTo>
                  <a:pt x="9625" y="45015"/>
                </a:lnTo>
                <a:lnTo>
                  <a:pt x="9625" y="45015"/>
                </a:lnTo>
                <a:lnTo>
                  <a:pt x="9625" y="45015"/>
                </a:lnTo>
                <a:lnTo>
                  <a:pt x="9625" y="45015"/>
                </a:lnTo>
                <a:lnTo>
                  <a:pt x="9625" y="45015"/>
                </a:lnTo>
                <a:lnTo>
                  <a:pt x="9625" y="45015"/>
                </a:lnTo>
                <a:lnTo>
                  <a:pt x="9625" y="45015"/>
                </a:lnTo>
                <a:lnTo>
                  <a:pt x="9625" y="45015"/>
                </a:lnTo>
                <a:lnTo>
                  <a:pt x="9626" y="45015"/>
                </a:lnTo>
                <a:lnTo>
                  <a:pt x="9626" y="45015"/>
                </a:lnTo>
                <a:lnTo>
                  <a:pt x="9626" y="45015"/>
                </a:lnTo>
                <a:lnTo>
                  <a:pt x="9626" y="45015"/>
                </a:lnTo>
                <a:lnTo>
                  <a:pt x="9626" y="45015"/>
                </a:lnTo>
                <a:lnTo>
                  <a:pt x="9626" y="45015"/>
                </a:lnTo>
                <a:lnTo>
                  <a:pt x="9626" y="45015"/>
                </a:lnTo>
                <a:lnTo>
                  <a:pt x="9626" y="45015"/>
                </a:lnTo>
                <a:lnTo>
                  <a:pt x="9627" y="45015"/>
                </a:lnTo>
                <a:lnTo>
                  <a:pt x="9627" y="45015"/>
                </a:lnTo>
                <a:lnTo>
                  <a:pt x="9627" y="45015"/>
                </a:lnTo>
                <a:lnTo>
                  <a:pt x="9627" y="45015"/>
                </a:lnTo>
                <a:lnTo>
                  <a:pt x="9627" y="45015"/>
                </a:lnTo>
                <a:lnTo>
                  <a:pt x="9627" y="45015"/>
                </a:lnTo>
                <a:lnTo>
                  <a:pt x="9627" y="45015"/>
                </a:lnTo>
                <a:lnTo>
                  <a:pt x="9627" y="45015"/>
                </a:lnTo>
                <a:lnTo>
                  <a:pt x="9627" y="45015"/>
                </a:lnTo>
                <a:lnTo>
                  <a:pt x="9628" y="45015"/>
                </a:lnTo>
                <a:lnTo>
                  <a:pt x="9628" y="45015"/>
                </a:lnTo>
                <a:lnTo>
                  <a:pt x="9628" y="45015"/>
                </a:lnTo>
                <a:lnTo>
                  <a:pt x="9628" y="45015"/>
                </a:lnTo>
                <a:lnTo>
                  <a:pt x="9628" y="45015"/>
                </a:lnTo>
                <a:lnTo>
                  <a:pt x="9628" y="45015"/>
                </a:lnTo>
                <a:lnTo>
                  <a:pt x="9628" y="45015"/>
                </a:lnTo>
                <a:lnTo>
                  <a:pt x="9628" y="45015"/>
                </a:lnTo>
                <a:lnTo>
                  <a:pt x="9629" y="45015"/>
                </a:lnTo>
                <a:lnTo>
                  <a:pt x="9629" y="45015"/>
                </a:lnTo>
                <a:lnTo>
                  <a:pt x="9629" y="45015"/>
                </a:lnTo>
                <a:lnTo>
                  <a:pt x="9629" y="45015"/>
                </a:lnTo>
                <a:lnTo>
                  <a:pt x="9629" y="45015"/>
                </a:lnTo>
                <a:lnTo>
                  <a:pt x="9629" y="45015"/>
                </a:lnTo>
                <a:lnTo>
                  <a:pt x="9629" y="45015"/>
                </a:lnTo>
                <a:lnTo>
                  <a:pt x="9629" y="45015"/>
                </a:lnTo>
                <a:lnTo>
                  <a:pt x="9630" y="45015"/>
                </a:lnTo>
                <a:lnTo>
                  <a:pt x="9630" y="45015"/>
                </a:lnTo>
                <a:lnTo>
                  <a:pt x="9630" y="45015"/>
                </a:lnTo>
                <a:lnTo>
                  <a:pt x="9630" y="45015"/>
                </a:lnTo>
                <a:lnTo>
                  <a:pt x="9630" y="45015"/>
                </a:lnTo>
                <a:lnTo>
                  <a:pt x="9630" y="45015"/>
                </a:lnTo>
                <a:lnTo>
                  <a:pt x="9630" y="45015"/>
                </a:lnTo>
                <a:lnTo>
                  <a:pt x="9630" y="45015"/>
                </a:lnTo>
                <a:lnTo>
                  <a:pt x="9630" y="45015"/>
                </a:lnTo>
                <a:lnTo>
                  <a:pt x="9631" y="45015"/>
                </a:lnTo>
                <a:lnTo>
                  <a:pt x="9631" y="45015"/>
                </a:lnTo>
                <a:lnTo>
                  <a:pt x="9631" y="45015"/>
                </a:lnTo>
                <a:lnTo>
                  <a:pt x="9631" y="45015"/>
                </a:lnTo>
                <a:lnTo>
                  <a:pt x="9631" y="45015"/>
                </a:lnTo>
                <a:lnTo>
                  <a:pt x="9631" y="45015"/>
                </a:lnTo>
                <a:lnTo>
                  <a:pt x="9631" y="45015"/>
                </a:lnTo>
                <a:lnTo>
                  <a:pt x="9631" y="45015"/>
                </a:lnTo>
                <a:lnTo>
                  <a:pt x="9632" y="45015"/>
                </a:lnTo>
                <a:lnTo>
                  <a:pt x="9632" y="45015"/>
                </a:lnTo>
                <a:lnTo>
                  <a:pt x="9632" y="45015"/>
                </a:lnTo>
                <a:lnTo>
                  <a:pt x="9632" y="45015"/>
                </a:lnTo>
                <a:lnTo>
                  <a:pt x="9632" y="45015"/>
                </a:lnTo>
                <a:lnTo>
                  <a:pt x="9632" y="45015"/>
                </a:lnTo>
                <a:lnTo>
                  <a:pt x="9632" y="45015"/>
                </a:lnTo>
                <a:lnTo>
                  <a:pt x="9632" y="45015"/>
                </a:lnTo>
                <a:lnTo>
                  <a:pt x="9633" y="45015"/>
                </a:lnTo>
                <a:lnTo>
                  <a:pt x="9633" y="45015"/>
                </a:lnTo>
                <a:lnTo>
                  <a:pt x="9633" y="45015"/>
                </a:lnTo>
                <a:lnTo>
                  <a:pt x="9633" y="45015"/>
                </a:lnTo>
                <a:lnTo>
                  <a:pt x="9633" y="45015"/>
                </a:lnTo>
                <a:lnTo>
                  <a:pt x="9633" y="45015"/>
                </a:lnTo>
                <a:lnTo>
                  <a:pt x="9633" y="45015"/>
                </a:lnTo>
                <a:lnTo>
                  <a:pt x="9633" y="45015"/>
                </a:lnTo>
                <a:lnTo>
                  <a:pt x="9633" y="45015"/>
                </a:lnTo>
                <a:lnTo>
                  <a:pt x="9634" y="45015"/>
                </a:lnTo>
                <a:lnTo>
                  <a:pt x="9634" y="45015"/>
                </a:lnTo>
                <a:lnTo>
                  <a:pt x="9634" y="45015"/>
                </a:lnTo>
                <a:lnTo>
                  <a:pt x="9634" y="45015"/>
                </a:lnTo>
                <a:lnTo>
                  <a:pt x="9634" y="45015"/>
                </a:lnTo>
                <a:lnTo>
                  <a:pt x="9634" y="45015"/>
                </a:lnTo>
                <a:lnTo>
                  <a:pt x="9634" y="45015"/>
                </a:lnTo>
                <a:lnTo>
                  <a:pt x="9634" y="45015"/>
                </a:lnTo>
                <a:lnTo>
                  <a:pt x="9635" y="45015"/>
                </a:lnTo>
                <a:lnTo>
                  <a:pt x="9635" y="45015"/>
                </a:lnTo>
                <a:lnTo>
                  <a:pt x="9635" y="45015"/>
                </a:lnTo>
                <a:lnTo>
                  <a:pt x="9635" y="45015"/>
                </a:lnTo>
                <a:lnTo>
                  <a:pt x="9635" y="45015"/>
                </a:lnTo>
                <a:lnTo>
                  <a:pt x="9635" y="45015"/>
                </a:lnTo>
                <a:lnTo>
                  <a:pt x="9635" y="45015"/>
                </a:lnTo>
                <a:lnTo>
                  <a:pt x="9635" y="45015"/>
                </a:lnTo>
                <a:lnTo>
                  <a:pt x="9636" y="45015"/>
                </a:lnTo>
                <a:lnTo>
                  <a:pt x="9636" y="45015"/>
                </a:lnTo>
                <a:lnTo>
                  <a:pt x="9636" y="45015"/>
                </a:lnTo>
                <a:lnTo>
                  <a:pt x="9636" y="45015"/>
                </a:lnTo>
                <a:lnTo>
                  <a:pt x="9636" y="45015"/>
                </a:lnTo>
                <a:lnTo>
                  <a:pt x="9636" y="45015"/>
                </a:lnTo>
                <a:lnTo>
                  <a:pt x="9636" y="45015"/>
                </a:lnTo>
                <a:lnTo>
                  <a:pt x="9636" y="45015"/>
                </a:lnTo>
                <a:lnTo>
                  <a:pt x="9636" y="45015"/>
                </a:lnTo>
                <a:lnTo>
                  <a:pt x="9637" y="45015"/>
                </a:lnTo>
                <a:lnTo>
                  <a:pt x="9637" y="45015"/>
                </a:lnTo>
                <a:lnTo>
                  <a:pt x="9637" y="45015"/>
                </a:lnTo>
                <a:lnTo>
                  <a:pt x="9637" y="45015"/>
                </a:lnTo>
                <a:lnTo>
                  <a:pt x="9637" y="45015"/>
                </a:lnTo>
                <a:lnTo>
                  <a:pt x="9637" y="45015"/>
                </a:lnTo>
                <a:lnTo>
                  <a:pt x="9637" y="45015"/>
                </a:lnTo>
                <a:lnTo>
                  <a:pt x="9637" y="45015"/>
                </a:lnTo>
                <a:lnTo>
                  <a:pt x="9638" y="45015"/>
                </a:lnTo>
                <a:lnTo>
                  <a:pt x="9638" y="45015"/>
                </a:lnTo>
                <a:lnTo>
                  <a:pt x="9638" y="45015"/>
                </a:lnTo>
                <a:lnTo>
                  <a:pt x="9638" y="45015"/>
                </a:lnTo>
                <a:lnTo>
                  <a:pt x="9638" y="45015"/>
                </a:lnTo>
                <a:lnTo>
                  <a:pt x="9638" y="45015"/>
                </a:lnTo>
                <a:lnTo>
                  <a:pt x="9638" y="45015"/>
                </a:lnTo>
                <a:lnTo>
                  <a:pt x="9638" y="45015"/>
                </a:lnTo>
                <a:lnTo>
                  <a:pt x="9639" y="45015"/>
                </a:lnTo>
                <a:lnTo>
                  <a:pt x="9639" y="45015"/>
                </a:lnTo>
                <a:lnTo>
                  <a:pt x="9639" y="45015"/>
                </a:lnTo>
                <a:lnTo>
                  <a:pt x="9639" y="45015"/>
                </a:lnTo>
                <a:lnTo>
                  <a:pt x="9639" y="45015"/>
                </a:lnTo>
                <a:lnTo>
                  <a:pt x="9639" y="45015"/>
                </a:lnTo>
                <a:lnTo>
                  <a:pt x="9639" y="45015"/>
                </a:lnTo>
                <a:lnTo>
                  <a:pt x="9639" y="45015"/>
                </a:lnTo>
                <a:lnTo>
                  <a:pt x="9639" y="45015"/>
                </a:lnTo>
                <a:lnTo>
                  <a:pt x="9640" y="45015"/>
                </a:lnTo>
                <a:lnTo>
                  <a:pt x="9640" y="45015"/>
                </a:lnTo>
                <a:lnTo>
                  <a:pt x="9640" y="45015"/>
                </a:lnTo>
                <a:lnTo>
                  <a:pt x="9640" y="45015"/>
                </a:lnTo>
                <a:lnTo>
                  <a:pt x="9640" y="45015"/>
                </a:lnTo>
                <a:lnTo>
                  <a:pt x="9640" y="45015"/>
                </a:lnTo>
                <a:lnTo>
                  <a:pt x="9640" y="45015"/>
                </a:lnTo>
                <a:lnTo>
                  <a:pt x="9640" y="45015"/>
                </a:lnTo>
                <a:lnTo>
                  <a:pt x="9641" y="45015"/>
                </a:lnTo>
                <a:lnTo>
                  <a:pt x="9641" y="45015"/>
                </a:lnTo>
                <a:lnTo>
                  <a:pt x="9641" y="45015"/>
                </a:lnTo>
                <a:lnTo>
                  <a:pt x="9641" y="45015"/>
                </a:lnTo>
                <a:lnTo>
                  <a:pt x="9641" y="45015"/>
                </a:lnTo>
                <a:lnTo>
                  <a:pt x="9641" y="45015"/>
                </a:lnTo>
                <a:lnTo>
                  <a:pt x="9641" y="45015"/>
                </a:lnTo>
                <a:lnTo>
                  <a:pt x="9641" y="45015"/>
                </a:lnTo>
                <a:lnTo>
                  <a:pt x="9641" y="45015"/>
                </a:lnTo>
                <a:lnTo>
                  <a:pt x="9642" y="45015"/>
                </a:lnTo>
                <a:lnTo>
                  <a:pt x="9642" y="45015"/>
                </a:lnTo>
                <a:lnTo>
                  <a:pt x="9642" y="45015"/>
                </a:lnTo>
                <a:lnTo>
                  <a:pt x="9642" y="45015"/>
                </a:lnTo>
                <a:lnTo>
                  <a:pt x="9642" y="45015"/>
                </a:lnTo>
                <a:lnTo>
                  <a:pt x="9642" y="45015"/>
                </a:lnTo>
                <a:lnTo>
                  <a:pt x="9642" y="45015"/>
                </a:lnTo>
                <a:lnTo>
                  <a:pt x="9642" y="45015"/>
                </a:lnTo>
                <a:lnTo>
                  <a:pt x="9643" y="45015"/>
                </a:lnTo>
                <a:lnTo>
                  <a:pt x="9643" y="45015"/>
                </a:lnTo>
                <a:lnTo>
                  <a:pt x="9643" y="45015"/>
                </a:lnTo>
                <a:lnTo>
                  <a:pt x="9643" y="45015"/>
                </a:lnTo>
                <a:lnTo>
                  <a:pt x="9643" y="45015"/>
                </a:lnTo>
                <a:lnTo>
                  <a:pt x="9643" y="45015"/>
                </a:lnTo>
                <a:lnTo>
                  <a:pt x="9643" y="45015"/>
                </a:lnTo>
                <a:lnTo>
                  <a:pt x="9643" y="45015"/>
                </a:lnTo>
                <a:lnTo>
                  <a:pt x="9644" y="45015"/>
                </a:lnTo>
                <a:lnTo>
                  <a:pt x="9644" y="45015"/>
                </a:lnTo>
                <a:lnTo>
                  <a:pt x="9644" y="45015"/>
                </a:lnTo>
                <a:lnTo>
                  <a:pt x="9644" y="45015"/>
                </a:lnTo>
                <a:lnTo>
                  <a:pt x="9644" y="45015"/>
                </a:lnTo>
                <a:lnTo>
                  <a:pt x="9644" y="45015"/>
                </a:lnTo>
                <a:lnTo>
                  <a:pt x="9644" y="45015"/>
                </a:lnTo>
                <a:lnTo>
                  <a:pt x="9644" y="45015"/>
                </a:lnTo>
                <a:lnTo>
                  <a:pt x="9644" y="45015"/>
                </a:lnTo>
                <a:lnTo>
                  <a:pt x="9645" y="45015"/>
                </a:lnTo>
                <a:lnTo>
                  <a:pt x="9645" y="45015"/>
                </a:lnTo>
                <a:lnTo>
                  <a:pt x="9645" y="45015"/>
                </a:lnTo>
                <a:lnTo>
                  <a:pt x="9645" y="45015"/>
                </a:lnTo>
                <a:lnTo>
                  <a:pt x="9645" y="45015"/>
                </a:lnTo>
                <a:lnTo>
                  <a:pt x="9645" y="45015"/>
                </a:lnTo>
                <a:lnTo>
                  <a:pt x="9645" y="45015"/>
                </a:lnTo>
                <a:lnTo>
                  <a:pt x="9645" y="45015"/>
                </a:lnTo>
                <a:lnTo>
                  <a:pt x="9646" y="45015"/>
                </a:lnTo>
                <a:lnTo>
                  <a:pt x="9646" y="45015"/>
                </a:lnTo>
                <a:lnTo>
                  <a:pt x="9646" y="45015"/>
                </a:lnTo>
                <a:lnTo>
                  <a:pt x="9646" y="45015"/>
                </a:lnTo>
                <a:lnTo>
                  <a:pt x="9646" y="45015"/>
                </a:lnTo>
                <a:lnTo>
                  <a:pt x="9646" y="45015"/>
                </a:lnTo>
                <a:lnTo>
                  <a:pt x="9646" y="45015"/>
                </a:lnTo>
                <a:lnTo>
                  <a:pt x="9646" y="45015"/>
                </a:lnTo>
                <a:lnTo>
                  <a:pt x="9647" y="45015"/>
                </a:lnTo>
                <a:lnTo>
                  <a:pt x="9647" y="45015"/>
                </a:lnTo>
                <a:lnTo>
                  <a:pt x="9647" y="45015"/>
                </a:lnTo>
                <a:lnTo>
                  <a:pt x="9647" y="45015"/>
                </a:lnTo>
                <a:lnTo>
                  <a:pt x="9647" y="45015"/>
                </a:lnTo>
                <a:lnTo>
                  <a:pt x="9647" y="45015"/>
                </a:lnTo>
                <a:lnTo>
                  <a:pt x="9647" y="45015"/>
                </a:lnTo>
                <a:lnTo>
                  <a:pt x="9647" y="45015"/>
                </a:lnTo>
                <a:lnTo>
                  <a:pt x="9647" y="45015"/>
                </a:lnTo>
                <a:lnTo>
                  <a:pt x="9648" y="45015"/>
                </a:lnTo>
                <a:lnTo>
                  <a:pt x="9648" y="45015"/>
                </a:lnTo>
                <a:lnTo>
                  <a:pt x="9648" y="45015"/>
                </a:lnTo>
                <a:lnTo>
                  <a:pt x="9648" y="45015"/>
                </a:lnTo>
                <a:lnTo>
                  <a:pt x="9648" y="45015"/>
                </a:lnTo>
                <a:lnTo>
                  <a:pt x="9648" y="45015"/>
                </a:lnTo>
                <a:lnTo>
                  <a:pt x="9648" y="45015"/>
                </a:lnTo>
                <a:lnTo>
                  <a:pt x="9648" y="45015"/>
                </a:lnTo>
                <a:lnTo>
                  <a:pt x="9649" y="45015"/>
                </a:lnTo>
                <a:lnTo>
                  <a:pt x="9649" y="45015"/>
                </a:lnTo>
                <a:lnTo>
                  <a:pt x="9649" y="45015"/>
                </a:lnTo>
                <a:lnTo>
                  <a:pt x="9649" y="45015"/>
                </a:lnTo>
                <a:lnTo>
                  <a:pt x="9649" y="45015"/>
                </a:lnTo>
                <a:lnTo>
                  <a:pt x="9649" y="45015"/>
                </a:lnTo>
                <a:lnTo>
                  <a:pt x="9649" y="45015"/>
                </a:lnTo>
                <a:lnTo>
                  <a:pt x="9649" y="45015"/>
                </a:lnTo>
                <a:lnTo>
                  <a:pt x="9649" y="45015"/>
                </a:lnTo>
                <a:lnTo>
                  <a:pt x="9650" y="45015"/>
                </a:lnTo>
                <a:lnTo>
                  <a:pt x="9650" y="45015"/>
                </a:lnTo>
                <a:lnTo>
                  <a:pt x="9650" y="45015"/>
                </a:lnTo>
                <a:lnTo>
                  <a:pt x="9650" y="45015"/>
                </a:lnTo>
                <a:lnTo>
                  <a:pt x="9650" y="45015"/>
                </a:lnTo>
                <a:lnTo>
                  <a:pt x="9650" y="45015"/>
                </a:lnTo>
                <a:lnTo>
                  <a:pt x="9650" y="45015"/>
                </a:lnTo>
                <a:lnTo>
                  <a:pt x="9650" y="45015"/>
                </a:lnTo>
                <a:lnTo>
                  <a:pt x="9651" y="45015"/>
                </a:lnTo>
                <a:lnTo>
                  <a:pt x="9651" y="45015"/>
                </a:lnTo>
                <a:lnTo>
                  <a:pt x="9651" y="45015"/>
                </a:lnTo>
                <a:lnTo>
                  <a:pt x="9651" y="45015"/>
                </a:lnTo>
                <a:lnTo>
                  <a:pt x="9651" y="45015"/>
                </a:lnTo>
                <a:lnTo>
                  <a:pt x="9651" y="45015"/>
                </a:lnTo>
                <a:lnTo>
                  <a:pt x="9651" y="45015"/>
                </a:lnTo>
                <a:lnTo>
                  <a:pt x="9651" y="45015"/>
                </a:lnTo>
                <a:lnTo>
                  <a:pt x="9652" y="45015"/>
                </a:lnTo>
                <a:lnTo>
                  <a:pt x="9652" y="45015"/>
                </a:lnTo>
                <a:lnTo>
                  <a:pt x="9652" y="45015"/>
                </a:lnTo>
                <a:lnTo>
                  <a:pt x="9652" y="45015"/>
                </a:lnTo>
                <a:lnTo>
                  <a:pt x="9652" y="45015"/>
                </a:lnTo>
                <a:lnTo>
                  <a:pt x="9652" y="45015"/>
                </a:lnTo>
                <a:lnTo>
                  <a:pt x="9652" y="45015"/>
                </a:lnTo>
                <a:lnTo>
                  <a:pt x="9652" y="45015"/>
                </a:lnTo>
                <a:lnTo>
                  <a:pt x="9652" y="45015"/>
                </a:lnTo>
                <a:lnTo>
                  <a:pt x="9653" y="45015"/>
                </a:lnTo>
                <a:lnTo>
                  <a:pt x="9653" y="45015"/>
                </a:lnTo>
                <a:lnTo>
                  <a:pt x="9653" y="45015"/>
                </a:lnTo>
                <a:lnTo>
                  <a:pt x="9653" y="45015"/>
                </a:lnTo>
                <a:lnTo>
                  <a:pt x="9653" y="45015"/>
                </a:lnTo>
                <a:lnTo>
                  <a:pt x="9653" y="45015"/>
                </a:lnTo>
                <a:lnTo>
                  <a:pt x="9653" y="45015"/>
                </a:lnTo>
                <a:lnTo>
                  <a:pt x="9653" y="45015"/>
                </a:lnTo>
                <a:lnTo>
                  <a:pt x="9654" y="45015"/>
                </a:lnTo>
                <a:lnTo>
                  <a:pt x="9654" y="45015"/>
                </a:lnTo>
                <a:lnTo>
                  <a:pt x="9654" y="45015"/>
                </a:lnTo>
                <a:lnTo>
                  <a:pt x="9654" y="45015"/>
                </a:lnTo>
                <a:lnTo>
                  <a:pt x="9654" y="45015"/>
                </a:lnTo>
                <a:lnTo>
                  <a:pt x="9654" y="45015"/>
                </a:lnTo>
                <a:lnTo>
                  <a:pt x="9654" y="45015"/>
                </a:lnTo>
                <a:lnTo>
                  <a:pt x="9654" y="45015"/>
                </a:lnTo>
                <a:lnTo>
                  <a:pt x="9654" y="45015"/>
                </a:lnTo>
                <a:lnTo>
                  <a:pt x="9655" y="45015"/>
                </a:lnTo>
                <a:lnTo>
                  <a:pt x="9655" y="45015"/>
                </a:lnTo>
                <a:lnTo>
                  <a:pt x="9655" y="45015"/>
                </a:lnTo>
                <a:lnTo>
                  <a:pt x="9655" y="45015"/>
                </a:lnTo>
                <a:lnTo>
                  <a:pt x="9655" y="45015"/>
                </a:lnTo>
                <a:lnTo>
                  <a:pt x="9655" y="45015"/>
                </a:lnTo>
                <a:lnTo>
                  <a:pt x="9655" y="45015"/>
                </a:lnTo>
                <a:lnTo>
                  <a:pt x="9655" y="45015"/>
                </a:lnTo>
                <a:lnTo>
                  <a:pt x="9656" y="45015"/>
                </a:lnTo>
                <a:lnTo>
                  <a:pt x="9656" y="45015"/>
                </a:lnTo>
                <a:lnTo>
                  <a:pt x="9656" y="45015"/>
                </a:lnTo>
                <a:lnTo>
                  <a:pt x="9656" y="45015"/>
                </a:lnTo>
                <a:lnTo>
                  <a:pt x="9656" y="45015"/>
                </a:lnTo>
                <a:lnTo>
                  <a:pt x="9656" y="45015"/>
                </a:lnTo>
                <a:lnTo>
                  <a:pt x="9656" y="45015"/>
                </a:lnTo>
                <a:lnTo>
                  <a:pt x="9656" y="45015"/>
                </a:lnTo>
                <a:lnTo>
                  <a:pt x="9657" y="45015"/>
                </a:lnTo>
                <a:lnTo>
                  <a:pt x="9657" y="45015"/>
                </a:lnTo>
                <a:lnTo>
                  <a:pt x="9657" y="45015"/>
                </a:lnTo>
                <a:lnTo>
                  <a:pt x="9657" y="45015"/>
                </a:lnTo>
                <a:lnTo>
                  <a:pt x="9657" y="45015"/>
                </a:lnTo>
                <a:lnTo>
                  <a:pt x="9657" y="45015"/>
                </a:lnTo>
                <a:lnTo>
                  <a:pt x="9657" y="45015"/>
                </a:lnTo>
                <a:lnTo>
                  <a:pt x="9657" y="45015"/>
                </a:lnTo>
                <a:lnTo>
                  <a:pt x="9657" y="45015"/>
                </a:lnTo>
                <a:lnTo>
                  <a:pt x="9658" y="45015"/>
                </a:lnTo>
                <a:lnTo>
                  <a:pt x="9658" y="45015"/>
                </a:lnTo>
                <a:lnTo>
                  <a:pt x="9658" y="45015"/>
                </a:lnTo>
                <a:lnTo>
                  <a:pt x="9658" y="45015"/>
                </a:lnTo>
                <a:lnTo>
                  <a:pt x="9658" y="45015"/>
                </a:lnTo>
                <a:lnTo>
                  <a:pt x="9658" y="45015"/>
                </a:lnTo>
                <a:lnTo>
                  <a:pt x="9658" y="45015"/>
                </a:lnTo>
                <a:lnTo>
                  <a:pt x="9658" y="45015"/>
                </a:lnTo>
                <a:lnTo>
                  <a:pt x="9659" y="45015"/>
                </a:lnTo>
                <a:lnTo>
                  <a:pt x="9659" y="45015"/>
                </a:lnTo>
                <a:lnTo>
                  <a:pt x="9659" y="45015"/>
                </a:lnTo>
                <a:lnTo>
                  <a:pt x="9659" y="45015"/>
                </a:lnTo>
                <a:lnTo>
                  <a:pt x="9659" y="45015"/>
                </a:lnTo>
                <a:lnTo>
                  <a:pt x="9659" y="45015"/>
                </a:lnTo>
                <a:lnTo>
                  <a:pt x="9659" y="45015"/>
                </a:lnTo>
                <a:lnTo>
                  <a:pt x="9659" y="45015"/>
                </a:lnTo>
                <a:lnTo>
                  <a:pt x="9659" y="45015"/>
                </a:lnTo>
                <a:lnTo>
                  <a:pt x="9660" y="45015"/>
                </a:lnTo>
                <a:lnTo>
                  <a:pt x="9660" y="45015"/>
                </a:lnTo>
                <a:lnTo>
                  <a:pt x="9660" y="45015"/>
                </a:lnTo>
                <a:lnTo>
                  <a:pt x="9660" y="45015"/>
                </a:lnTo>
                <a:lnTo>
                  <a:pt x="9660" y="45015"/>
                </a:lnTo>
                <a:lnTo>
                  <a:pt x="9660" y="45015"/>
                </a:lnTo>
                <a:lnTo>
                  <a:pt x="9660" y="45015"/>
                </a:lnTo>
                <a:lnTo>
                  <a:pt x="9660" y="45015"/>
                </a:lnTo>
                <a:lnTo>
                  <a:pt x="9661" y="45015"/>
                </a:lnTo>
                <a:lnTo>
                  <a:pt x="9661" y="45015"/>
                </a:lnTo>
                <a:lnTo>
                  <a:pt x="9661" y="45015"/>
                </a:lnTo>
                <a:lnTo>
                  <a:pt x="9661" y="45015"/>
                </a:lnTo>
                <a:lnTo>
                  <a:pt x="9661" y="45015"/>
                </a:lnTo>
                <a:lnTo>
                  <a:pt x="9661" y="45015"/>
                </a:lnTo>
                <a:lnTo>
                  <a:pt x="9661" y="45015"/>
                </a:lnTo>
                <a:lnTo>
                  <a:pt x="9661" y="45015"/>
                </a:lnTo>
                <a:lnTo>
                  <a:pt x="9661" y="45015"/>
                </a:lnTo>
                <a:lnTo>
                  <a:pt x="9662" y="45015"/>
                </a:lnTo>
                <a:lnTo>
                  <a:pt x="9662" y="45015"/>
                </a:lnTo>
                <a:lnTo>
                  <a:pt x="9662" y="45015"/>
                </a:lnTo>
                <a:lnTo>
                  <a:pt x="9662" y="45015"/>
                </a:lnTo>
                <a:lnTo>
                  <a:pt x="9662" y="45015"/>
                </a:lnTo>
                <a:lnTo>
                  <a:pt x="9662" y="45015"/>
                </a:lnTo>
                <a:lnTo>
                  <a:pt x="9662" y="45015"/>
                </a:lnTo>
                <a:lnTo>
                  <a:pt x="9662" y="45015"/>
                </a:lnTo>
                <a:lnTo>
                  <a:pt x="9663" y="45015"/>
                </a:lnTo>
                <a:lnTo>
                  <a:pt x="9663" y="45015"/>
                </a:lnTo>
                <a:lnTo>
                  <a:pt x="9663" y="45015"/>
                </a:lnTo>
                <a:lnTo>
                  <a:pt x="9663" y="45015"/>
                </a:lnTo>
                <a:lnTo>
                  <a:pt x="9663" y="45015"/>
                </a:lnTo>
                <a:lnTo>
                  <a:pt x="9663" y="45015"/>
                </a:lnTo>
                <a:lnTo>
                  <a:pt x="9663" y="45015"/>
                </a:lnTo>
                <a:lnTo>
                  <a:pt x="9663" y="45015"/>
                </a:lnTo>
                <a:lnTo>
                  <a:pt x="9664" y="45015"/>
                </a:lnTo>
                <a:lnTo>
                  <a:pt x="9664" y="45015"/>
                </a:lnTo>
                <a:lnTo>
                  <a:pt x="9664" y="45015"/>
                </a:lnTo>
                <a:lnTo>
                  <a:pt x="9664" y="45015"/>
                </a:lnTo>
                <a:lnTo>
                  <a:pt x="9664" y="45015"/>
                </a:lnTo>
                <a:lnTo>
                  <a:pt x="9664" y="45015"/>
                </a:lnTo>
                <a:lnTo>
                  <a:pt x="9664" y="45015"/>
                </a:lnTo>
                <a:lnTo>
                  <a:pt x="9664" y="45015"/>
                </a:lnTo>
                <a:lnTo>
                  <a:pt x="9664" y="45015"/>
                </a:lnTo>
                <a:lnTo>
                  <a:pt x="9665" y="45015"/>
                </a:lnTo>
                <a:lnTo>
                  <a:pt x="9665" y="45015"/>
                </a:lnTo>
                <a:lnTo>
                  <a:pt x="9665" y="45015"/>
                </a:lnTo>
                <a:lnTo>
                  <a:pt x="9665" y="45015"/>
                </a:lnTo>
                <a:lnTo>
                  <a:pt x="9665" y="45015"/>
                </a:lnTo>
                <a:lnTo>
                  <a:pt x="9665" y="45015"/>
                </a:lnTo>
                <a:lnTo>
                  <a:pt x="9665" y="45015"/>
                </a:lnTo>
                <a:lnTo>
                  <a:pt x="9665" y="45015"/>
                </a:lnTo>
                <a:lnTo>
                  <a:pt x="9666" y="45015"/>
                </a:lnTo>
                <a:lnTo>
                  <a:pt x="9666" y="45015"/>
                </a:lnTo>
                <a:lnTo>
                  <a:pt x="9666" y="45015"/>
                </a:lnTo>
                <a:lnTo>
                  <a:pt x="9666" y="45015"/>
                </a:lnTo>
                <a:lnTo>
                  <a:pt x="9666" y="45015"/>
                </a:lnTo>
                <a:lnTo>
                  <a:pt x="9666" y="45015"/>
                </a:lnTo>
                <a:lnTo>
                  <a:pt x="9666" y="45015"/>
                </a:lnTo>
                <a:lnTo>
                  <a:pt x="9666" y="45015"/>
                </a:lnTo>
                <a:lnTo>
                  <a:pt x="9666" y="45015"/>
                </a:lnTo>
                <a:lnTo>
                  <a:pt x="9667" y="45015"/>
                </a:lnTo>
                <a:lnTo>
                  <a:pt x="9667" y="45015"/>
                </a:lnTo>
                <a:lnTo>
                  <a:pt x="9667" y="45015"/>
                </a:lnTo>
                <a:lnTo>
                  <a:pt x="9667" y="45015"/>
                </a:lnTo>
                <a:lnTo>
                  <a:pt x="9667" y="45015"/>
                </a:lnTo>
                <a:lnTo>
                  <a:pt x="9667" y="45015"/>
                </a:lnTo>
                <a:lnTo>
                  <a:pt x="9667" y="45015"/>
                </a:lnTo>
                <a:lnTo>
                  <a:pt x="9667" y="45015"/>
                </a:lnTo>
                <a:lnTo>
                  <a:pt x="9668" y="45015"/>
                </a:lnTo>
                <a:lnTo>
                  <a:pt x="9668" y="45015"/>
                </a:lnTo>
                <a:lnTo>
                  <a:pt x="9668" y="45015"/>
                </a:lnTo>
                <a:lnTo>
                  <a:pt x="9668" y="45015"/>
                </a:lnTo>
                <a:lnTo>
                  <a:pt x="9668" y="45015"/>
                </a:lnTo>
                <a:lnTo>
                  <a:pt x="9668" y="45015"/>
                </a:lnTo>
                <a:lnTo>
                  <a:pt x="9668" y="45015"/>
                </a:lnTo>
                <a:lnTo>
                  <a:pt x="9668" y="45015"/>
                </a:lnTo>
                <a:lnTo>
                  <a:pt x="9668" y="45015"/>
                </a:lnTo>
                <a:lnTo>
                  <a:pt x="9669" y="45015"/>
                </a:lnTo>
                <a:lnTo>
                  <a:pt x="9669" y="45015"/>
                </a:lnTo>
                <a:lnTo>
                  <a:pt x="9669" y="45015"/>
                </a:lnTo>
                <a:lnTo>
                  <a:pt x="9669" y="45015"/>
                </a:lnTo>
                <a:lnTo>
                  <a:pt x="9669" y="45015"/>
                </a:lnTo>
                <a:lnTo>
                  <a:pt x="9669" y="45015"/>
                </a:lnTo>
                <a:lnTo>
                  <a:pt x="9669" y="45015"/>
                </a:lnTo>
                <a:lnTo>
                  <a:pt x="9669" y="45015"/>
                </a:lnTo>
                <a:lnTo>
                  <a:pt x="9670" y="45015"/>
                </a:lnTo>
                <a:lnTo>
                  <a:pt x="9670" y="45015"/>
                </a:lnTo>
                <a:lnTo>
                  <a:pt x="9670" y="45015"/>
                </a:lnTo>
                <a:lnTo>
                  <a:pt x="9670" y="45015"/>
                </a:lnTo>
                <a:lnTo>
                  <a:pt x="9670" y="45015"/>
                </a:lnTo>
                <a:lnTo>
                  <a:pt x="9670" y="45015"/>
                </a:lnTo>
                <a:lnTo>
                  <a:pt x="9670" y="45015"/>
                </a:lnTo>
                <a:lnTo>
                  <a:pt x="9670" y="45015"/>
                </a:lnTo>
                <a:lnTo>
                  <a:pt x="9670" y="45015"/>
                </a:lnTo>
                <a:lnTo>
                  <a:pt x="9671" y="45015"/>
                </a:lnTo>
                <a:lnTo>
                  <a:pt x="9671" y="45015"/>
                </a:lnTo>
                <a:lnTo>
                  <a:pt x="9671" y="45015"/>
                </a:lnTo>
                <a:lnTo>
                  <a:pt x="9671" y="45015"/>
                </a:lnTo>
                <a:lnTo>
                  <a:pt x="9671" y="45015"/>
                </a:lnTo>
                <a:lnTo>
                  <a:pt x="9671" y="45015"/>
                </a:lnTo>
                <a:lnTo>
                  <a:pt x="9671" y="45015"/>
                </a:lnTo>
                <a:lnTo>
                  <a:pt x="9671" y="45015"/>
                </a:lnTo>
                <a:lnTo>
                  <a:pt x="9672" y="45015"/>
                </a:lnTo>
                <a:lnTo>
                  <a:pt x="9672" y="45015"/>
                </a:lnTo>
                <a:lnTo>
                  <a:pt x="9672" y="45015"/>
                </a:lnTo>
                <a:lnTo>
                  <a:pt x="9672" y="45015"/>
                </a:lnTo>
                <a:lnTo>
                  <a:pt x="9672" y="45015"/>
                </a:lnTo>
                <a:lnTo>
                  <a:pt x="9672" y="45015"/>
                </a:lnTo>
                <a:lnTo>
                  <a:pt x="9672" y="45015"/>
                </a:lnTo>
                <a:lnTo>
                  <a:pt x="9672" y="45015"/>
                </a:lnTo>
                <a:lnTo>
                  <a:pt x="9672" y="45015"/>
                </a:lnTo>
                <a:lnTo>
                  <a:pt x="9673" y="45015"/>
                </a:lnTo>
                <a:lnTo>
                  <a:pt x="9673" y="45015"/>
                </a:lnTo>
                <a:lnTo>
                  <a:pt x="9673" y="45015"/>
                </a:lnTo>
                <a:lnTo>
                  <a:pt x="9673" y="45015"/>
                </a:lnTo>
                <a:lnTo>
                  <a:pt x="9673" y="45015"/>
                </a:lnTo>
                <a:lnTo>
                  <a:pt x="9673" y="45015"/>
                </a:lnTo>
                <a:lnTo>
                  <a:pt x="9673" y="45015"/>
                </a:lnTo>
                <a:lnTo>
                  <a:pt x="9673" y="45015"/>
                </a:lnTo>
                <a:lnTo>
                  <a:pt x="9674" y="45015"/>
                </a:lnTo>
                <a:lnTo>
                  <a:pt x="9674" y="45015"/>
                </a:lnTo>
                <a:lnTo>
                  <a:pt x="9674" y="45015"/>
                </a:lnTo>
                <a:lnTo>
                  <a:pt x="9674" y="45015"/>
                </a:lnTo>
                <a:lnTo>
                  <a:pt x="9674" y="45015"/>
                </a:lnTo>
                <a:lnTo>
                  <a:pt x="9674" y="45015"/>
                </a:lnTo>
                <a:lnTo>
                  <a:pt x="9674" y="45015"/>
                </a:lnTo>
                <a:lnTo>
                  <a:pt x="9674" y="45015"/>
                </a:lnTo>
                <a:lnTo>
                  <a:pt x="9674" y="45015"/>
                </a:lnTo>
                <a:lnTo>
                  <a:pt x="9675" y="45015"/>
                </a:lnTo>
                <a:lnTo>
                  <a:pt x="9675" y="45015"/>
                </a:lnTo>
                <a:lnTo>
                  <a:pt x="9675" y="45015"/>
                </a:lnTo>
                <a:lnTo>
                  <a:pt x="9675" y="45015"/>
                </a:lnTo>
                <a:lnTo>
                  <a:pt x="9675" y="45015"/>
                </a:lnTo>
                <a:lnTo>
                  <a:pt x="9675" y="45015"/>
                </a:lnTo>
                <a:lnTo>
                  <a:pt x="9675" y="45015"/>
                </a:lnTo>
                <a:lnTo>
                  <a:pt x="9675" y="45015"/>
                </a:lnTo>
                <a:lnTo>
                  <a:pt x="9676" y="45015"/>
                </a:lnTo>
                <a:lnTo>
                  <a:pt x="9676" y="45015"/>
                </a:lnTo>
                <a:lnTo>
                  <a:pt x="9676" y="45015"/>
                </a:lnTo>
                <a:lnTo>
                  <a:pt x="9676" y="45015"/>
                </a:lnTo>
                <a:lnTo>
                  <a:pt x="9676" y="45015"/>
                </a:lnTo>
                <a:lnTo>
                  <a:pt x="9676" y="45015"/>
                </a:lnTo>
                <a:lnTo>
                  <a:pt x="9676" y="45015"/>
                </a:lnTo>
                <a:lnTo>
                  <a:pt x="9676" y="45015"/>
                </a:lnTo>
                <a:lnTo>
                  <a:pt x="9677" y="45015"/>
                </a:lnTo>
                <a:lnTo>
                  <a:pt x="9677" y="45015"/>
                </a:lnTo>
                <a:lnTo>
                  <a:pt x="9677" y="45015"/>
                </a:lnTo>
                <a:lnTo>
                  <a:pt x="9677" y="45015"/>
                </a:lnTo>
                <a:lnTo>
                  <a:pt x="9677" y="45015"/>
                </a:lnTo>
                <a:lnTo>
                  <a:pt x="9677" y="45015"/>
                </a:lnTo>
                <a:lnTo>
                  <a:pt x="9677" y="45015"/>
                </a:lnTo>
                <a:lnTo>
                  <a:pt x="9677" y="45015"/>
                </a:lnTo>
                <a:lnTo>
                  <a:pt x="9677" y="45015"/>
                </a:lnTo>
                <a:lnTo>
                  <a:pt x="9678" y="45015"/>
                </a:lnTo>
                <a:lnTo>
                  <a:pt x="9678" y="45015"/>
                </a:lnTo>
                <a:lnTo>
                  <a:pt x="9678" y="45015"/>
                </a:lnTo>
                <a:lnTo>
                  <a:pt x="9678" y="45015"/>
                </a:lnTo>
                <a:lnTo>
                  <a:pt x="9678" y="45015"/>
                </a:lnTo>
                <a:lnTo>
                  <a:pt x="9678" y="45015"/>
                </a:lnTo>
                <a:lnTo>
                  <a:pt x="9678" y="45015"/>
                </a:lnTo>
                <a:lnTo>
                  <a:pt x="9678" y="45015"/>
                </a:lnTo>
                <a:lnTo>
                  <a:pt x="9679" y="45015"/>
                </a:lnTo>
                <a:lnTo>
                  <a:pt x="9679" y="45015"/>
                </a:lnTo>
                <a:lnTo>
                  <a:pt x="9679" y="45015"/>
                </a:lnTo>
                <a:lnTo>
                  <a:pt x="9679" y="45015"/>
                </a:lnTo>
                <a:lnTo>
                  <a:pt x="9679" y="45015"/>
                </a:lnTo>
                <a:lnTo>
                  <a:pt x="9679" y="45015"/>
                </a:lnTo>
                <a:lnTo>
                  <a:pt x="9679" y="45015"/>
                </a:lnTo>
                <a:lnTo>
                  <a:pt x="9679" y="45015"/>
                </a:lnTo>
                <a:lnTo>
                  <a:pt x="9679" y="45015"/>
                </a:lnTo>
                <a:lnTo>
                  <a:pt x="9680" y="45015"/>
                </a:lnTo>
                <a:lnTo>
                  <a:pt x="9680" y="45015"/>
                </a:lnTo>
                <a:lnTo>
                  <a:pt x="9680" y="45015"/>
                </a:lnTo>
                <a:lnTo>
                  <a:pt x="9680" y="45015"/>
                </a:lnTo>
                <a:lnTo>
                  <a:pt x="9680" y="45015"/>
                </a:lnTo>
                <a:lnTo>
                  <a:pt x="9680" y="45015"/>
                </a:lnTo>
                <a:lnTo>
                  <a:pt x="9680" y="45015"/>
                </a:lnTo>
                <a:lnTo>
                  <a:pt x="9680" y="45015"/>
                </a:lnTo>
                <a:lnTo>
                  <a:pt x="9681" y="45015"/>
                </a:lnTo>
                <a:lnTo>
                  <a:pt x="9681" y="45015"/>
                </a:lnTo>
                <a:lnTo>
                  <a:pt x="9681" y="45015"/>
                </a:lnTo>
                <a:lnTo>
                  <a:pt x="9681" y="45015"/>
                </a:lnTo>
                <a:lnTo>
                  <a:pt x="9681" y="45015"/>
                </a:lnTo>
                <a:lnTo>
                  <a:pt x="9681" y="45015"/>
                </a:lnTo>
                <a:lnTo>
                  <a:pt x="9681" y="45015"/>
                </a:lnTo>
                <a:lnTo>
                  <a:pt x="9681" y="45015"/>
                </a:lnTo>
                <a:lnTo>
                  <a:pt x="9681" y="45015"/>
                </a:lnTo>
                <a:lnTo>
                  <a:pt x="9682" y="45015"/>
                </a:lnTo>
                <a:lnTo>
                  <a:pt x="9682" y="45015"/>
                </a:lnTo>
                <a:lnTo>
                  <a:pt x="9682" y="45015"/>
                </a:lnTo>
                <a:lnTo>
                  <a:pt x="9682" y="45015"/>
                </a:lnTo>
                <a:lnTo>
                  <a:pt x="9682" y="45015"/>
                </a:lnTo>
                <a:lnTo>
                  <a:pt x="9682" y="45015"/>
                </a:lnTo>
                <a:lnTo>
                  <a:pt x="9682" y="45015"/>
                </a:lnTo>
                <a:lnTo>
                  <a:pt x="9682" y="45015"/>
                </a:lnTo>
                <a:lnTo>
                  <a:pt x="9683" y="45015"/>
                </a:lnTo>
                <a:lnTo>
                  <a:pt x="9683" y="45015"/>
                </a:lnTo>
                <a:lnTo>
                  <a:pt x="9683" y="45015"/>
                </a:lnTo>
                <a:lnTo>
                  <a:pt x="9683" y="45015"/>
                </a:lnTo>
                <a:lnTo>
                  <a:pt x="9683" y="45015"/>
                </a:lnTo>
                <a:lnTo>
                  <a:pt x="9683" y="45015"/>
                </a:lnTo>
                <a:lnTo>
                  <a:pt x="9683" y="45015"/>
                </a:lnTo>
                <a:lnTo>
                  <a:pt x="9683" y="45015"/>
                </a:lnTo>
                <a:lnTo>
                  <a:pt x="9683" y="45015"/>
                </a:lnTo>
                <a:lnTo>
                  <a:pt x="9684" y="45015"/>
                </a:lnTo>
                <a:lnTo>
                  <a:pt x="9684" y="45015"/>
                </a:lnTo>
                <a:lnTo>
                  <a:pt x="9684" y="45015"/>
                </a:lnTo>
                <a:lnTo>
                  <a:pt x="9684" y="45015"/>
                </a:lnTo>
                <a:lnTo>
                  <a:pt x="9684" y="45015"/>
                </a:lnTo>
                <a:lnTo>
                  <a:pt x="9684" y="45015"/>
                </a:lnTo>
                <a:lnTo>
                  <a:pt x="9684" y="45015"/>
                </a:lnTo>
                <a:lnTo>
                  <a:pt x="9684" y="45015"/>
                </a:lnTo>
                <a:lnTo>
                  <a:pt x="9684" y="45015"/>
                </a:lnTo>
                <a:lnTo>
                  <a:pt x="9685" y="45015"/>
                </a:lnTo>
                <a:lnTo>
                  <a:pt x="9685" y="45015"/>
                </a:lnTo>
                <a:lnTo>
                  <a:pt x="9685" y="45015"/>
                </a:lnTo>
                <a:lnTo>
                  <a:pt x="9685" y="45015"/>
                </a:lnTo>
                <a:lnTo>
                  <a:pt x="9685" y="45015"/>
                </a:lnTo>
                <a:lnTo>
                  <a:pt x="9685" y="45015"/>
                </a:lnTo>
                <a:lnTo>
                  <a:pt x="9685" y="45015"/>
                </a:lnTo>
                <a:lnTo>
                  <a:pt x="9685" y="45015"/>
                </a:lnTo>
                <a:lnTo>
                  <a:pt x="9686" y="45015"/>
                </a:lnTo>
                <a:lnTo>
                  <a:pt x="9686" y="45015"/>
                </a:lnTo>
                <a:lnTo>
                  <a:pt x="9686" y="45015"/>
                </a:lnTo>
                <a:lnTo>
                  <a:pt x="9686" y="45015"/>
                </a:lnTo>
                <a:lnTo>
                  <a:pt x="9686" y="45015"/>
                </a:lnTo>
                <a:lnTo>
                  <a:pt x="9686" y="45015"/>
                </a:lnTo>
                <a:lnTo>
                  <a:pt x="9686" y="45015"/>
                </a:lnTo>
                <a:lnTo>
                  <a:pt x="9686" y="45015"/>
                </a:lnTo>
                <a:lnTo>
                  <a:pt x="9686" y="45015"/>
                </a:lnTo>
                <a:lnTo>
                  <a:pt x="9687" y="45015"/>
                </a:lnTo>
                <a:lnTo>
                  <a:pt x="9687" y="45015"/>
                </a:lnTo>
                <a:lnTo>
                  <a:pt x="9687" y="45015"/>
                </a:lnTo>
                <a:lnTo>
                  <a:pt x="9687" y="45015"/>
                </a:lnTo>
                <a:lnTo>
                  <a:pt x="9687" y="45015"/>
                </a:lnTo>
                <a:lnTo>
                  <a:pt x="9687" y="45015"/>
                </a:lnTo>
                <a:lnTo>
                  <a:pt x="9687" y="45015"/>
                </a:lnTo>
                <a:lnTo>
                  <a:pt x="9687" y="45015"/>
                </a:lnTo>
                <a:lnTo>
                  <a:pt x="9688" y="45015"/>
                </a:lnTo>
                <a:lnTo>
                  <a:pt x="9688" y="45015"/>
                </a:lnTo>
                <a:lnTo>
                  <a:pt x="9688" y="45015"/>
                </a:lnTo>
                <a:lnTo>
                  <a:pt x="9688" y="45015"/>
                </a:lnTo>
                <a:lnTo>
                  <a:pt x="9688" y="45015"/>
                </a:lnTo>
                <a:lnTo>
                  <a:pt x="9688" y="45015"/>
                </a:lnTo>
                <a:lnTo>
                  <a:pt x="9688" y="45015"/>
                </a:lnTo>
                <a:lnTo>
                  <a:pt x="9688" y="45015"/>
                </a:lnTo>
                <a:lnTo>
                  <a:pt x="9688" y="45015"/>
                </a:lnTo>
                <a:lnTo>
                  <a:pt x="9689" y="45015"/>
                </a:lnTo>
                <a:lnTo>
                  <a:pt x="9689" y="45015"/>
                </a:lnTo>
                <a:lnTo>
                  <a:pt x="9689" y="45015"/>
                </a:lnTo>
                <a:lnTo>
                  <a:pt x="9689" y="45015"/>
                </a:lnTo>
                <a:lnTo>
                  <a:pt x="9689" y="45015"/>
                </a:lnTo>
                <a:lnTo>
                  <a:pt x="9689" y="45015"/>
                </a:lnTo>
                <a:lnTo>
                  <a:pt x="9689" y="45015"/>
                </a:lnTo>
                <a:lnTo>
                  <a:pt x="9689" y="45015"/>
                </a:lnTo>
                <a:lnTo>
                  <a:pt x="9690" y="45015"/>
                </a:lnTo>
                <a:lnTo>
                  <a:pt x="9690" y="45015"/>
                </a:lnTo>
                <a:lnTo>
                  <a:pt x="9690" y="45015"/>
                </a:lnTo>
                <a:lnTo>
                  <a:pt x="9690" y="45015"/>
                </a:lnTo>
                <a:lnTo>
                  <a:pt x="9690" y="45015"/>
                </a:lnTo>
                <a:lnTo>
                  <a:pt x="9690" y="45015"/>
                </a:lnTo>
                <a:lnTo>
                  <a:pt x="9690" y="45015"/>
                </a:lnTo>
                <a:lnTo>
                  <a:pt x="9690" y="45015"/>
                </a:lnTo>
                <a:lnTo>
                  <a:pt x="9690" y="45015"/>
                </a:lnTo>
                <a:lnTo>
                  <a:pt x="9691" y="45015"/>
                </a:lnTo>
                <a:lnTo>
                  <a:pt x="9691" y="45015"/>
                </a:lnTo>
                <a:lnTo>
                  <a:pt x="9691" y="45015"/>
                </a:lnTo>
                <a:lnTo>
                  <a:pt x="9691" y="45015"/>
                </a:lnTo>
                <a:lnTo>
                  <a:pt x="9691" y="45015"/>
                </a:lnTo>
                <a:lnTo>
                  <a:pt x="9691" y="45015"/>
                </a:lnTo>
                <a:lnTo>
                  <a:pt x="9691" y="45015"/>
                </a:lnTo>
                <a:lnTo>
                  <a:pt x="9691" y="45015"/>
                </a:lnTo>
                <a:lnTo>
                  <a:pt x="9692" y="45015"/>
                </a:lnTo>
                <a:lnTo>
                  <a:pt x="9692" y="45015"/>
                </a:lnTo>
                <a:lnTo>
                  <a:pt x="9692" y="45015"/>
                </a:lnTo>
                <a:lnTo>
                  <a:pt x="9692" y="45015"/>
                </a:lnTo>
                <a:lnTo>
                  <a:pt x="9692" y="45015"/>
                </a:lnTo>
                <a:lnTo>
                  <a:pt x="9692" y="45015"/>
                </a:lnTo>
                <a:lnTo>
                  <a:pt x="9692" y="45015"/>
                </a:lnTo>
                <a:lnTo>
                  <a:pt x="9692" y="45015"/>
                </a:lnTo>
                <a:lnTo>
                  <a:pt x="9692" y="45015"/>
                </a:lnTo>
                <a:lnTo>
                  <a:pt x="9693" y="45015"/>
                </a:lnTo>
                <a:lnTo>
                  <a:pt x="9693" y="45015"/>
                </a:lnTo>
                <a:lnTo>
                  <a:pt x="9693" y="45015"/>
                </a:lnTo>
                <a:lnTo>
                  <a:pt x="9693" y="45015"/>
                </a:lnTo>
                <a:lnTo>
                  <a:pt x="9693" y="45015"/>
                </a:lnTo>
                <a:lnTo>
                  <a:pt x="9693" y="45015"/>
                </a:lnTo>
                <a:lnTo>
                  <a:pt x="9693" y="45015"/>
                </a:lnTo>
                <a:lnTo>
                  <a:pt x="9693" y="45015"/>
                </a:lnTo>
                <a:lnTo>
                  <a:pt x="9694" y="45015"/>
                </a:lnTo>
                <a:lnTo>
                  <a:pt x="9694" y="45015"/>
                </a:lnTo>
                <a:lnTo>
                  <a:pt x="9694" y="45015"/>
                </a:lnTo>
                <a:lnTo>
                  <a:pt x="9694" y="45015"/>
                </a:lnTo>
                <a:lnTo>
                  <a:pt x="9694" y="45015"/>
                </a:lnTo>
                <a:lnTo>
                  <a:pt x="9694" y="45015"/>
                </a:lnTo>
                <a:lnTo>
                  <a:pt x="9694" y="45015"/>
                </a:lnTo>
                <a:lnTo>
                  <a:pt x="9694" y="45015"/>
                </a:lnTo>
                <a:lnTo>
                  <a:pt x="9694" y="45015"/>
                </a:lnTo>
                <a:lnTo>
                  <a:pt x="9695" y="45015"/>
                </a:lnTo>
                <a:lnTo>
                  <a:pt x="9695" y="45015"/>
                </a:lnTo>
                <a:lnTo>
                  <a:pt x="9695" y="45015"/>
                </a:lnTo>
                <a:lnTo>
                  <a:pt x="9695" y="45015"/>
                </a:lnTo>
                <a:lnTo>
                  <a:pt x="9695" y="45015"/>
                </a:lnTo>
                <a:lnTo>
                  <a:pt x="9695" y="45015"/>
                </a:lnTo>
                <a:lnTo>
                  <a:pt x="9695" y="45015"/>
                </a:lnTo>
                <a:lnTo>
                  <a:pt x="9695" y="45015"/>
                </a:lnTo>
                <a:lnTo>
                  <a:pt x="9695" y="45015"/>
                </a:lnTo>
                <a:lnTo>
                  <a:pt x="9696" y="45015"/>
                </a:lnTo>
                <a:lnTo>
                  <a:pt x="9696" y="45015"/>
                </a:lnTo>
                <a:lnTo>
                  <a:pt x="9696" y="45015"/>
                </a:lnTo>
                <a:lnTo>
                  <a:pt x="9696" y="45015"/>
                </a:lnTo>
                <a:lnTo>
                  <a:pt x="9696" y="45015"/>
                </a:lnTo>
                <a:lnTo>
                  <a:pt x="9696" y="45015"/>
                </a:lnTo>
                <a:lnTo>
                  <a:pt x="9696" y="45015"/>
                </a:lnTo>
                <a:lnTo>
                  <a:pt x="9696" y="45015"/>
                </a:lnTo>
                <a:lnTo>
                  <a:pt x="9697" y="45015"/>
                </a:lnTo>
                <a:lnTo>
                  <a:pt x="9697" y="45015"/>
                </a:lnTo>
                <a:lnTo>
                  <a:pt x="9697" y="45015"/>
                </a:lnTo>
                <a:lnTo>
                  <a:pt x="9697" y="45015"/>
                </a:lnTo>
                <a:lnTo>
                  <a:pt x="9697" y="45015"/>
                </a:lnTo>
                <a:lnTo>
                  <a:pt x="9697" y="45015"/>
                </a:lnTo>
                <a:lnTo>
                  <a:pt x="9697" y="45015"/>
                </a:lnTo>
                <a:lnTo>
                  <a:pt x="9697" y="45015"/>
                </a:lnTo>
                <a:lnTo>
                  <a:pt x="9697" y="45015"/>
                </a:lnTo>
                <a:lnTo>
                  <a:pt x="9698" y="45015"/>
                </a:lnTo>
                <a:lnTo>
                  <a:pt x="9698" y="45015"/>
                </a:lnTo>
                <a:lnTo>
                  <a:pt x="9698" y="45015"/>
                </a:lnTo>
                <a:lnTo>
                  <a:pt x="9698" y="45015"/>
                </a:lnTo>
                <a:lnTo>
                  <a:pt x="9698" y="45015"/>
                </a:lnTo>
                <a:lnTo>
                  <a:pt x="9698" y="45015"/>
                </a:lnTo>
                <a:lnTo>
                  <a:pt x="9698" y="45015"/>
                </a:lnTo>
                <a:lnTo>
                  <a:pt x="9698" y="45015"/>
                </a:lnTo>
                <a:lnTo>
                  <a:pt x="9699" y="45015"/>
                </a:lnTo>
                <a:lnTo>
                  <a:pt x="9699" y="45015"/>
                </a:lnTo>
                <a:lnTo>
                  <a:pt x="9699" y="45015"/>
                </a:lnTo>
                <a:lnTo>
                  <a:pt x="9699" y="45015"/>
                </a:lnTo>
                <a:lnTo>
                  <a:pt x="9699" y="45015"/>
                </a:lnTo>
                <a:lnTo>
                  <a:pt x="9699" y="45015"/>
                </a:lnTo>
                <a:lnTo>
                  <a:pt x="9699" y="45015"/>
                </a:lnTo>
                <a:lnTo>
                  <a:pt x="9699" y="45015"/>
                </a:lnTo>
                <a:lnTo>
                  <a:pt x="9699" y="45015"/>
                </a:lnTo>
                <a:lnTo>
                  <a:pt x="9700" y="45015"/>
                </a:lnTo>
                <a:lnTo>
                  <a:pt x="9700" y="45015"/>
                </a:lnTo>
                <a:lnTo>
                  <a:pt x="9700" y="45015"/>
                </a:lnTo>
                <a:lnTo>
                  <a:pt x="9700" y="45015"/>
                </a:lnTo>
                <a:lnTo>
                  <a:pt x="9700" y="45015"/>
                </a:lnTo>
                <a:lnTo>
                  <a:pt x="9700" y="45015"/>
                </a:lnTo>
                <a:lnTo>
                  <a:pt x="9700" y="45015"/>
                </a:lnTo>
                <a:lnTo>
                  <a:pt x="9700" y="45015"/>
                </a:lnTo>
                <a:lnTo>
                  <a:pt x="9701" y="45015"/>
                </a:lnTo>
                <a:lnTo>
                  <a:pt x="9701" y="45015"/>
                </a:lnTo>
                <a:lnTo>
                  <a:pt x="9701" y="45015"/>
                </a:lnTo>
                <a:lnTo>
                  <a:pt x="9701" y="45015"/>
                </a:lnTo>
                <a:lnTo>
                  <a:pt x="9701" y="45015"/>
                </a:lnTo>
                <a:lnTo>
                  <a:pt x="9701" y="45015"/>
                </a:lnTo>
                <a:lnTo>
                  <a:pt x="9701" y="45015"/>
                </a:lnTo>
                <a:lnTo>
                  <a:pt x="9701" y="45015"/>
                </a:lnTo>
                <a:lnTo>
                  <a:pt x="9701" y="45015"/>
                </a:lnTo>
                <a:lnTo>
                  <a:pt x="9702" y="45015"/>
                </a:lnTo>
                <a:lnTo>
                  <a:pt x="9702" y="45015"/>
                </a:lnTo>
                <a:lnTo>
                  <a:pt x="9702" y="45015"/>
                </a:lnTo>
                <a:lnTo>
                  <a:pt x="9702" y="45015"/>
                </a:lnTo>
                <a:lnTo>
                  <a:pt x="9702" y="45015"/>
                </a:lnTo>
                <a:lnTo>
                  <a:pt x="9702" y="45015"/>
                </a:lnTo>
                <a:lnTo>
                  <a:pt x="9702" y="45015"/>
                </a:lnTo>
                <a:lnTo>
                  <a:pt x="9702" y="45015"/>
                </a:lnTo>
                <a:lnTo>
                  <a:pt x="9702" y="45015"/>
                </a:lnTo>
                <a:lnTo>
                  <a:pt x="9703" y="45015"/>
                </a:lnTo>
                <a:lnTo>
                  <a:pt x="9703" y="45015"/>
                </a:lnTo>
                <a:lnTo>
                  <a:pt x="9703" y="45015"/>
                </a:lnTo>
                <a:lnTo>
                  <a:pt x="9703" y="45015"/>
                </a:lnTo>
                <a:lnTo>
                  <a:pt x="9703" y="45015"/>
                </a:lnTo>
                <a:lnTo>
                  <a:pt x="9703" y="45015"/>
                </a:lnTo>
                <a:lnTo>
                  <a:pt x="9703" y="45015"/>
                </a:lnTo>
                <a:lnTo>
                  <a:pt x="9703" y="45015"/>
                </a:lnTo>
                <a:lnTo>
                  <a:pt x="9704" y="45015"/>
                </a:lnTo>
                <a:lnTo>
                  <a:pt x="9704" y="45015"/>
                </a:lnTo>
                <a:lnTo>
                  <a:pt x="9704" y="45015"/>
                </a:lnTo>
                <a:lnTo>
                  <a:pt x="9704" y="45015"/>
                </a:lnTo>
                <a:lnTo>
                  <a:pt x="9704" y="45015"/>
                </a:lnTo>
                <a:lnTo>
                  <a:pt x="9704" y="45015"/>
                </a:lnTo>
                <a:lnTo>
                  <a:pt x="9704" y="45015"/>
                </a:lnTo>
                <a:lnTo>
                  <a:pt x="9704" y="45015"/>
                </a:lnTo>
                <a:lnTo>
                  <a:pt x="9704" y="45015"/>
                </a:lnTo>
                <a:lnTo>
                  <a:pt x="9705" y="45015"/>
                </a:lnTo>
                <a:lnTo>
                  <a:pt x="9705" y="45015"/>
                </a:lnTo>
                <a:lnTo>
                  <a:pt x="9705" y="45015"/>
                </a:lnTo>
                <a:lnTo>
                  <a:pt x="9705" y="45015"/>
                </a:lnTo>
                <a:lnTo>
                  <a:pt x="9705" y="45015"/>
                </a:lnTo>
                <a:lnTo>
                  <a:pt x="9705" y="45015"/>
                </a:lnTo>
                <a:lnTo>
                  <a:pt x="9705" y="45015"/>
                </a:lnTo>
                <a:lnTo>
                  <a:pt x="9705" y="45015"/>
                </a:lnTo>
                <a:lnTo>
                  <a:pt x="9706" y="45015"/>
                </a:lnTo>
                <a:lnTo>
                  <a:pt x="9706" y="45015"/>
                </a:lnTo>
                <a:lnTo>
                  <a:pt x="9706" y="45015"/>
                </a:lnTo>
                <a:lnTo>
                  <a:pt x="9706" y="45015"/>
                </a:lnTo>
                <a:lnTo>
                  <a:pt x="9706" y="45015"/>
                </a:lnTo>
                <a:lnTo>
                  <a:pt x="9706" y="45015"/>
                </a:lnTo>
                <a:lnTo>
                  <a:pt x="9706" y="45015"/>
                </a:lnTo>
                <a:lnTo>
                  <a:pt x="9706" y="45015"/>
                </a:lnTo>
                <a:lnTo>
                  <a:pt x="9706" y="45015"/>
                </a:lnTo>
                <a:lnTo>
                  <a:pt x="9707" y="45015"/>
                </a:lnTo>
                <a:lnTo>
                  <a:pt x="9707" y="45015"/>
                </a:lnTo>
                <a:lnTo>
                  <a:pt x="9707" y="45015"/>
                </a:lnTo>
                <a:lnTo>
                  <a:pt x="9707" y="45015"/>
                </a:lnTo>
                <a:lnTo>
                  <a:pt x="9707" y="45015"/>
                </a:lnTo>
                <a:lnTo>
                  <a:pt x="9707" y="45015"/>
                </a:lnTo>
                <a:lnTo>
                  <a:pt x="9707" y="45015"/>
                </a:lnTo>
                <a:lnTo>
                  <a:pt x="9707" y="45015"/>
                </a:lnTo>
                <a:lnTo>
                  <a:pt x="9707" y="45015"/>
                </a:lnTo>
                <a:lnTo>
                  <a:pt x="9708" y="45015"/>
                </a:lnTo>
                <a:lnTo>
                  <a:pt x="9708" y="45015"/>
                </a:lnTo>
                <a:lnTo>
                  <a:pt x="9708" y="45015"/>
                </a:lnTo>
                <a:lnTo>
                  <a:pt x="9708" y="45015"/>
                </a:lnTo>
                <a:lnTo>
                  <a:pt x="9708" y="45015"/>
                </a:lnTo>
                <a:lnTo>
                  <a:pt x="9708" y="45015"/>
                </a:lnTo>
                <a:lnTo>
                  <a:pt x="9708" y="45015"/>
                </a:lnTo>
                <a:lnTo>
                  <a:pt x="9708" y="45015"/>
                </a:lnTo>
                <a:lnTo>
                  <a:pt x="9709" y="45015"/>
                </a:lnTo>
                <a:lnTo>
                  <a:pt x="9709" y="45015"/>
                </a:lnTo>
                <a:lnTo>
                  <a:pt x="9709" y="45015"/>
                </a:lnTo>
                <a:lnTo>
                  <a:pt x="9709" y="45015"/>
                </a:lnTo>
                <a:lnTo>
                  <a:pt x="9709" y="45015"/>
                </a:lnTo>
                <a:lnTo>
                  <a:pt x="9709" y="45015"/>
                </a:lnTo>
                <a:lnTo>
                  <a:pt x="9709" y="45015"/>
                </a:lnTo>
                <a:lnTo>
                  <a:pt x="9709" y="45015"/>
                </a:lnTo>
                <a:lnTo>
                  <a:pt x="9709" y="45015"/>
                </a:lnTo>
                <a:lnTo>
                  <a:pt x="9710" y="45015"/>
                </a:lnTo>
                <a:lnTo>
                  <a:pt x="9710" y="45015"/>
                </a:lnTo>
                <a:lnTo>
                  <a:pt x="9710" y="45015"/>
                </a:lnTo>
                <a:lnTo>
                  <a:pt x="9710" y="45015"/>
                </a:lnTo>
                <a:lnTo>
                  <a:pt x="9710" y="45015"/>
                </a:lnTo>
                <a:lnTo>
                  <a:pt x="9710" y="45015"/>
                </a:lnTo>
                <a:lnTo>
                  <a:pt x="9710" y="45015"/>
                </a:lnTo>
                <a:lnTo>
                  <a:pt x="9710" y="45015"/>
                </a:lnTo>
                <a:lnTo>
                  <a:pt x="9711" y="45015"/>
                </a:lnTo>
                <a:lnTo>
                  <a:pt x="9711" y="45015"/>
                </a:lnTo>
                <a:lnTo>
                  <a:pt x="9711" y="45015"/>
                </a:lnTo>
                <a:lnTo>
                  <a:pt x="9711" y="45015"/>
                </a:lnTo>
                <a:lnTo>
                  <a:pt x="9711" y="45015"/>
                </a:lnTo>
                <a:lnTo>
                  <a:pt x="9711" y="45015"/>
                </a:lnTo>
                <a:lnTo>
                  <a:pt x="9711" y="45015"/>
                </a:lnTo>
                <a:lnTo>
                  <a:pt x="9711" y="45015"/>
                </a:lnTo>
                <a:lnTo>
                  <a:pt x="9711" y="45015"/>
                </a:lnTo>
                <a:lnTo>
                  <a:pt x="9712" y="45015"/>
                </a:lnTo>
                <a:lnTo>
                  <a:pt x="9712" y="45015"/>
                </a:lnTo>
                <a:lnTo>
                  <a:pt x="9712" y="45015"/>
                </a:lnTo>
                <a:lnTo>
                  <a:pt x="9712" y="45015"/>
                </a:lnTo>
                <a:lnTo>
                  <a:pt x="9712" y="45015"/>
                </a:lnTo>
                <a:lnTo>
                  <a:pt x="9712" y="45015"/>
                </a:lnTo>
                <a:lnTo>
                  <a:pt x="9712" y="45015"/>
                </a:lnTo>
                <a:lnTo>
                  <a:pt x="9712" y="45015"/>
                </a:lnTo>
                <a:lnTo>
                  <a:pt x="9712" y="45015"/>
                </a:lnTo>
                <a:lnTo>
                  <a:pt x="9713" y="45015"/>
                </a:lnTo>
                <a:lnTo>
                  <a:pt x="9713" y="45015"/>
                </a:lnTo>
                <a:lnTo>
                  <a:pt x="9713" y="45015"/>
                </a:lnTo>
                <a:lnTo>
                  <a:pt x="9713" y="45015"/>
                </a:lnTo>
                <a:lnTo>
                  <a:pt x="9713" y="45015"/>
                </a:lnTo>
                <a:lnTo>
                  <a:pt x="9713" y="45015"/>
                </a:lnTo>
                <a:lnTo>
                  <a:pt x="9713" y="45015"/>
                </a:lnTo>
                <a:lnTo>
                  <a:pt x="9713" y="45015"/>
                </a:lnTo>
                <a:lnTo>
                  <a:pt x="9714" y="45015"/>
                </a:lnTo>
                <a:lnTo>
                  <a:pt x="9714" y="45015"/>
                </a:lnTo>
                <a:lnTo>
                  <a:pt x="9714" y="45015"/>
                </a:lnTo>
                <a:lnTo>
                  <a:pt x="9714" y="45015"/>
                </a:lnTo>
                <a:lnTo>
                  <a:pt x="9714" y="45015"/>
                </a:lnTo>
                <a:lnTo>
                  <a:pt x="9714" y="45015"/>
                </a:lnTo>
                <a:lnTo>
                  <a:pt x="9714" y="45015"/>
                </a:lnTo>
                <a:lnTo>
                  <a:pt x="9714" y="45015"/>
                </a:lnTo>
                <a:lnTo>
                  <a:pt x="9714" y="45015"/>
                </a:lnTo>
                <a:lnTo>
                  <a:pt x="9715" y="45015"/>
                </a:lnTo>
                <a:lnTo>
                  <a:pt x="9715" y="45015"/>
                </a:lnTo>
                <a:lnTo>
                  <a:pt x="9715" y="45015"/>
                </a:lnTo>
                <a:lnTo>
                  <a:pt x="9715" y="45015"/>
                </a:lnTo>
                <a:lnTo>
                  <a:pt x="9715" y="45015"/>
                </a:lnTo>
                <a:lnTo>
                  <a:pt x="9715" y="45015"/>
                </a:lnTo>
                <a:lnTo>
                  <a:pt x="9715" y="45015"/>
                </a:lnTo>
                <a:lnTo>
                  <a:pt x="9715" y="45015"/>
                </a:lnTo>
                <a:lnTo>
                  <a:pt x="9715" y="45015"/>
                </a:lnTo>
                <a:lnTo>
                  <a:pt x="9716" y="45015"/>
                </a:lnTo>
                <a:lnTo>
                  <a:pt x="9716" y="45015"/>
                </a:lnTo>
                <a:lnTo>
                  <a:pt x="9716" y="45015"/>
                </a:lnTo>
                <a:lnTo>
                  <a:pt x="9716" y="45015"/>
                </a:lnTo>
                <a:lnTo>
                  <a:pt x="9716" y="45015"/>
                </a:lnTo>
                <a:lnTo>
                  <a:pt x="9716" y="45015"/>
                </a:lnTo>
                <a:lnTo>
                  <a:pt x="9716" y="45015"/>
                </a:lnTo>
                <a:lnTo>
                  <a:pt x="9716" y="45015"/>
                </a:lnTo>
                <a:lnTo>
                  <a:pt x="9717" y="45015"/>
                </a:lnTo>
                <a:lnTo>
                  <a:pt x="9717" y="45015"/>
                </a:lnTo>
                <a:lnTo>
                  <a:pt x="9717" y="45015"/>
                </a:lnTo>
                <a:lnTo>
                  <a:pt x="9717" y="45015"/>
                </a:lnTo>
                <a:lnTo>
                  <a:pt x="9717" y="45015"/>
                </a:lnTo>
                <a:lnTo>
                  <a:pt x="9717" y="45015"/>
                </a:lnTo>
                <a:lnTo>
                  <a:pt x="9717" y="45015"/>
                </a:lnTo>
                <a:lnTo>
                  <a:pt x="9717" y="45015"/>
                </a:lnTo>
                <a:lnTo>
                  <a:pt x="9717" y="45015"/>
                </a:lnTo>
                <a:lnTo>
                  <a:pt x="9718" y="45015"/>
                </a:lnTo>
                <a:lnTo>
                  <a:pt x="9718" y="45015"/>
                </a:lnTo>
                <a:lnTo>
                  <a:pt x="9718" y="45015"/>
                </a:lnTo>
                <a:lnTo>
                  <a:pt x="9718" y="45015"/>
                </a:lnTo>
                <a:lnTo>
                  <a:pt x="9718" y="45015"/>
                </a:lnTo>
                <a:lnTo>
                  <a:pt x="9718" y="45015"/>
                </a:lnTo>
                <a:lnTo>
                  <a:pt x="9718" y="45015"/>
                </a:lnTo>
                <a:lnTo>
                  <a:pt x="9718" y="45015"/>
                </a:lnTo>
                <a:lnTo>
                  <a:pt x="9718" y="45015"/>
                </a:lnTo>
                <a:lnTo>
                  <a:pt x="9719" y="45015"/>
                </a:lnTo>
                <a:lnTo>
                  <a:pt x="9719" y="45015"/>
                </a:lnTo>
                <a:lnTo>
                  <a:pt x="9719" y="45015"/>
                </a:lnTo>
                <a:lnTo>
                  <a:pt x="9719" y="45015"/>
                </a:lnTo>
                <a:lnTo>
                  <a:pt x="9719" y="45015"/>
                </a:lnTo>
                <a:lnTo>
                  <a:pt x="9719" y="45015"/>
                </a:lnTo>
                <a:lnTo>
                  <a:pt x="9719" y="45015"/>
                </a:lnTo>
                <a:lnTo>
                  <a:pt x="9719" y="45015"/>
                </a:lnTo>
                <a:lnTo>
                  <a:pt x="9720" y="45015"/>
                </a:lnTo>
                <a:lnTo>
                  <a:pt x="9720" y="45015"/>
                </a:lnTo>
                <a:lnTo>
                  <a:pt x="9720" y="45015"/>
                </a:lnTo>
                <a:lnTo>
                  <a:pt x="9720" y="45015"/>
                </a:lnTo>
                <a:lnTo>
                  <a:pt x="9720" y="45015"/>
                </a:lnTo>
                <a:lnTo>
                  <a:pt x="9720" y="45015"/>
                </a:lnTo>
                <a:lnTo>
                  <a:pt x="9720" y="45015"/>
                </a:lnTo>
                <a:lnTo>
                  <a:pt x="9720" y="45015"/>
                </a:lnTo>
                <a:lnTo>
                  <a:pt x="9720" y="45015"/>
                </a:lnTo>
                <a:lnTo>
                  <a:pt x="9721" y="45015"/>
                </a:lnTo>
                <a:lnTo>
                  <a:pt x="9721" y="45015"/>
                </a:lnTo>
                <a:lnTo>
                  <a:pt x="9721" y="45015"/>
                </a:lnTo>
                <a:lnTo>
                  <a:pt x="9721" y="45015"/>
                </a:lnTo>
                <a:lnTo>
                  <a:pt x="9721" y="45015"/>
                </a:lnTo>
                <a:lnTo>
                  <a:pt x="9721" y="45015"/>
                </a:lnTo>
                <a:lnTo>
                  <a:pt x="9721" y="45015"/>
                </a:lnTo>
                <a:lnTo>
                  <a:pt x="9721" y="45015"/>
                </a:lnTo>
                <a:lnTo>
                  <a:pt x="9721" y="45015"/>
                </a:lnTo>
                <a:lnTo>
                  <a:pt x="9722" y="45015"/>
                </a:lnTo>
                <a:lnTo>
                  <a:pt x="9722" y="45015"/>
                </a:lnTo>
                <a:lnTo>
                  <a:pt x="9722" y="45015"/>
                </a:lnTo>
                <a:lnTo>
                  <a:pt x="9722" y="45015"/>
                </a:lnTo>
                <a:lnTo>
                  <a:pt x="9722" y="45015"/>
                </a:lnTo>
                <a:lnTo>
                  <a:pt x="9722" y="45015"/>
                </a:lnTo>
                <a:lnTo>
                  <a:pt x="9722" y="45015"/>
                </a:lnTo>
                <a:lnTo>
                  <a:pt x="9722" y="45015"/>
                </a:lnTo>
                <a:lnTo>
                  <a:pt x="9723" y="45015"/>
                </a:lnTo>
                <a:lnTo>
                  <a:pt x="9723" y="45015"/>
                </a:lnTo>
                <a:lnTo>
                  <a:pt x="9723" y="45015"/>
                </a:lnTo>
                <a:lnTo>
                  <a:pt x="9723" y="45015"/>
                </a:lnTo>
                <a:lnTo>
                  <a:pt x="9723" y="45015"/>
                </a:lnTo>
                <a:lnTo>
                  <a:pt x="9723" y="45015"/>
                </a:lnTo>
                <a:lnTo>
                  <a:pt x="9723" y="45015"/>
                </a:lnTo>
                <a:lnTo>
                  <a:pt x="9723" y="45015"/>
                </a:lnTo>
                <a:lnTo>
                  <a:pt x="9723" y="45015"/>
                </a:lnTo>
                <a:lnTo>
                  <a:pt x="9724" y="45015"/>
                </a:lnTo>
                <a:lnTo>
                  <a:pt x="9724" y="45015"/>
                </a:lnTo>
                <a:lnTo>
                  <a:pt x="9724" y="45015"/>
                </a:lnTo>
                <a:lnTo>
                  <a:pt x="9724" y="45015"/>
                </a:lnTo>
                <a:lnTo>
                  <a:pt x="9724" y="45015"/>
                </a:lnTo>
                <a:lnTo>
                  <a:pt x="9724" y="45015"/>
                </a:lnTo>
                <a:lnTo>
                  <a:pt x="9724" y="45015"/>
                </a:lnTo>
                <a:lnTo>
                  <a:pt x="9724" y="45015"/>
                </a:lnTo>
                <a:lnTo>
                  <a:pt x="9724" y="45015"/>
                </a:lnTo>
                <a:lnTo>
                  <a:pt x="9725" y="45015"/>
                </a:lnTo>
                <a:lnTo>
                  <a:pt x="9725" y="45015"/>
                </a:lnTo>
                <a:lnTo>
                  <a:pt x="9725" y="45015"/>
                </a:lnTo>
                <a:lnTo>
                  <a:pt x="9725" y="45015"/>
                </a:lnTo>
                <a:lnTo>
                  <a:pt x="9725" y="45015"/>
                </a:lnTo>
                <a:lnTo>
                  <a:pt x="9725" y="45015"/>
                </a:lnTo>
                <a:lnTo>
                  <a:pt x="9725" y="45015"/>
                </a:lnTo>
                <a:lnTo>
                  <a:pt x="9725" y="45015"/>
                </a:lnTo>
                <a:lnTo>
                  <a:pt x="9726" y="45015"/>
                </a:lnTo>
                <a:lnTo>
                  <a:pt x="9726" y="45015"/>
                </a:lnTo>
                <a:lnTo>
                  <a:pt x="9726" y="45015"/>
                </a:lnTo>
                <a:lnTo>
                  <a:pt x="9726" y="45015"/>
                </a:lnTo>
                <a:lnTo>
                  <a:pt x="9726" y="45015"/>
                </a:lnTo>
                <a:lnTo>
                  <a:pt x="9726" y="45015"/>
                </a:lnTo>
                <a:lnTo>
                  <a:pt x="9726" y="45015"/>
                </a:lnTo>
                <a:lnTo>
                  <a:pt x="9726" y="45015"/>
                </a:lnTo>
                <a:lnTo>
                  <a:pt x="9726" y="45015"/>
                </a:lnTo>
                <a:lnTo>
                  <a:pt x="9727" y="45015"/>
                </a:lnTo>
                <a:lnTo>
                  <a:pt x="9727" y="45015"/>
                </a:lnTo>
                <a:lnTo>
                  <a:pt x="9727" y="45015"/>
                </a:lnTo>
                <a:lnTo>
                  <a:pt x="9727" y="45015"/>
                </a:lnTo>
                <a:lnTo>
                  <a:pt x="9727" y="45015"/>
                </a:lnTo>
                <a:lnTo>
                  <a:pt x="9727" y="45015"/>
                </a:lnTo>
                <a:lnTo>
                  <a:pt x="9727" y="45015"/>
                </a:lnTo>
                <a:lnTo>
                  <a:pt x="9727" y="45015"/>
                </a:lnTo>
                <a:lnTo>
                  <a:pt x="9727" y="45015"/>
                </a:lnTo>
                <a:lnTo>
                  <a:pt x="9728" y="45015"/>
                </a:lnTo>
                <a:lnTo>
                  <a:pt x="9728" y="45015"/>
                </a:lnTo>
                <a:lnTo>
                  <a:pt x="9728" y="45015"/>
                </a:lnTo>
                <a:lnTo>
                  <a:pt x="9728" y="45015"/>
                </a:lnTo>
                <a:lnTo>
                  <a:pt x="9728" y="45015"/>
                </a:lnTo>
                <a:lnTo>
                  <a:pt x="9728" y="45015"/>
                </a:lnTo>
                <a:lnTo>
                  <a:pt x="9728" y="45015"/>
                </a:lnTo>
                <a:lnTo>
                  <a:pt x="9728" y="45015"/>
                </a:lnTo>
                <a:lnTo>
                  <a:pt x="9729" y="45015"/>
                </a:lnTo>
                <a:lnTo>
                  <a:pt x="9729" y="45015"/>
                </a:lnTo>
                <a:lnTo>
                  <a:pt x="9729" y="45015"/>
                </a:lnTo>
                <a:lnTo>
                  <a:pt x="9729" y="45015"/>
                </a:lnTo>
                <a:lnTo>
                  <a:pt x="9729" y="45015"/>
                </a:lnTo>
                <a:lnTo>
                  <a:pt x="9729" y="45015"/>
                </a:lnTo>
                <a:lnTo>
                  <a:pt x="9729" y="45015"/>
                </a:lnTo>
                <a:lnTo>
                  <a:pt x="9729" y="45015"/>
                </a:lnTo>
                <a:lnTo>
                  <a:pt x="9729" y="45015"/>
                </a:lnTo>
                <a:lnTo>
                  <a:pt x="9730" y="45015"/>
                </a:lnTo>
                <a:lnTo>
                  <a:pt x="9730" y="45015"/>
                </a:lnTo>
                <a:lnTo>
                  <a:pt x="9730" y="45015"/>
                </a:lnTo>
                <a:lnTo>
                  <a:pt x="9730" y="45015"/>
                </a:lnTo>
                <a:lnTo>
                  <a:pt x="9730" y="45015"/>
                </a:lnTo>
                <a:lnTo>
                  <a:pt x="9730" y="45015"/>
                </a:lnTo>
                <a:lnTo>
                  <a:pt x="9730" y="45015"/>
                </a:lnTo>
                <a:lnTo>
                  <a:pt x="9730" y="45015"/>
                </a:lnTo>
                <a:lnTo>
                  <a:pt x="9730" y="45015"/>
                </a:lnTo>
                <a:lnTo>
                  <a:pt x="9731" y="45015"/>
                </a:lnTo>
                <a:lnTo>
                  <a:pt x="9731" y="45015"/>
                </a:lnTo>
                <a:lnTo>
                  <a:pt x="9731" y="45015"/>
                </a:lnTo>
                <a:lnTo>
                  <a:pt x="9731" y="45015"/>
                </a:lnTo>
                <a:lnTo>
                  <a:pt x="9731" y="45015"/>
                </a:lnTo>
                <a:lnTo>
                  <a:pt x="9731" y="45015"/>
                </a:lnTo>
                <a:lnTo>
                  <a:pt x="9731" y="45015"/>
                </a:lnTo>
                <a:lnTo>
                  <a:pt x="9731" y="45015"/>
                </a:lnTo>
                <a:lnTo>
                  <a:pt x="9732" y="45015"/>
                </a:lnTo>
                <a:lnTo>
                  <a:pt x="9732" y="45015"/>
                </a:lnTo>
                <a:lnTo>
                  <a:pt x="9732" y="45015"/>
                </a:lnTo>
                <a:lnTo>
                  <a:pt x="9732" y="45015"/>
                </a:lnTo>
                <a:lnTo>
                  <a:pt x="9732" y="45015"/>
                </a:lnTo>
                <a:lnTo>
                  <a:pt x="9732" y="45015"/>
                </a:lnTo>
                <a:lnTo>
                  <a:pt x="9732" y="45015"/>
                </a:lnTo>
                <a:lnTo>
                  <a:pt x="9732" y="45015"/>
                </a:lnTo>
                <a:lnTo>
                  <a:pt x="9732" y="45015"/>
                </a:lnTo>
                <a:lnTo>
                  <a:pt x="9733" y="45015"/>
                </a:lnTo>
                <a:lnTo>
                  <a:pt x="9733" y="45015"/>
                </a:lnTo>
                <a:lnTo>
                  <a:pt x="9733" y="45015"/>
                </a:lnTo>
                <a:lnTo>
                  <a:pt x="9733" y="45015"/>
                </a:lnTo>
                <a:lnTo>
                  <a:pt x="9733" y="45015"/>
                </a:lnTo>
                <a:lnTo>
                  <a:pt x="9733" y="45015"/>
                </a:lnTo>
                <a:lnTo>
                  <a:pt x="9733" y="45015"/>
                </a:lnTo>
                <a:lnTo>
                  <a:pt x="9733" y="45015"/>
                </a:lnTo>
                <a:lnTo>
                  <a:pt x="9733" y="45015"/>
                </a:lnTo>
                <a:lnTo>
                  <a:pt x="9734" y="45015"/>
                </a:lnTo>
                <a:lnTo>
                  <a:pt x="9734" y="45015"/>
                </a:lnTo>
                <a:lnTo>
                  <a:pt x="9734" y="45015"/>
                </a:lnTo>
                <a:lnTo>
                  <a:pt x="9734" y="45015"/>
                </a:lnTo>
                <a:lnTo>
                  <a:pt x="9734" y="45015"/>
                </a:lnTo>
                <a:lnTo>
                  <a:pt x="9734" y="45015"/>
                </a:lnTo>
                <a:lnTo>
                  <a:pt x="9734" y="45015"/>
                </a:lnTo>
                <a:lnTo>
                  <a:pt x="9734" y="45015"/>
                </a:lnTo>
                <a:lnTo>
                  <a:pt x="9734" y="45015"/>
                </a:lnTo>
                <a:lnTo>
                  <a:pt x="9735" y="45015"/>
                </a:lnTo>
                <a:lnTo>
                  <a:pt x="9735" y="45015"/>
                </a:lnTo>
                <a:lnTo>
                  <a:pt x="9735" y="45015"/>
                </a:lnTo>
                <a:lnTo>
                  <a:pt x="9735" y="45015"/>
                </a:lnTo>
                <a:lnTo>
                  <a:pt x="9735" y="45015"/>
                </a:lnTo>
                <a:lnTo>
                  <a:pt x="9735" y="45015"/>
                </a:lnTo>
                <a:lnTo>
                  <a:pt x="9735" y="45015"/>
                </a:lnTo>
                <a:lnTo>
                  <a:pt x="9735" y="45015"/>
                </a:lnTo>
                <a:lnTo>
                  <a:pt x="9736" y="45015"/>
                </a:lnTo>
                <a:lnTo>
                  <a:pt x="9736" y="45015"/>
                </a:lnTo>
                <a:lnTo>
                  <a:pt x="9736" y="45015"/>
                </a:lnTo>
                <a:lnTo>
                  <a:pt x="9736" y="45015"/>
                </a:lnTo>
                <a:lnTo>
                  <a:pt x="9736" y="45015"/>
                </a:lnTo>
                <a:lnTo>
                  <a:pt x="9736" y="45015"/>
                </a:lnTo>
                <a:lnTo>
                  <a:pt x="9736" y="45015"/>
                </a:lnTo>
                <a:lnTo>
                  <a:pt x="9736" y="45015"/>
                </a:lnTo>
                <a:lnTo>
                  <a:pt x="9736" y="45015"/>
                </a:lnTo>
                <a:lnTo>
                  <a:pt x="9737" y="45015"/>
                </a:lnTo>
                <a:lnTo>
                  <a:pt x="9737" y="45015"/>
                </a:lnTo>
                <a:lnTo>
                  <a:pt x="9737" y="45015"/>
                </a:lnTo>
                <a:lnTo>
                  <a:pt x="9737" y="45015"/>
                </a:lnTo>
                <a:lnTo>
                  <a:pt x="9737" y="45015"/>
                </a:lnTo>
                <a:lnTo>
                  <a:pt x="9737" y="45015"/>
                </a:lnTo>
                <a:lnTo>
                  <a:pt x="9737" y="45015"/>
                </a:lnTo>
                <a:lnTo>
                  <a:pt x="9737" y="45015"/>
                </a:lnTo>
                <a:lnTo>
                  <a:pt x="9737" y="45015"/>
                </a:lnTo>
                <a:lnTo>
                  <a:pt x="9738" y="45015"/>
                </a:lnTo>
                <a:lnTo>
                  <a:pt x="9738" y="45015"/>
                </a:lnTo>
                <a:lnTo>
                  <a:pt x="9738" y="45015"/>
                </a:lnTo>
                <a:lnTo>
                  <a:pt x="9738" y="45015"/>
                </a:lnTo>
                <a:lnTo>
                  <a:pt x="9738" y="45015"/>
                </a:lnTo>
                <a:lnTo>
                  <a:pt x="9738" y="45015"/>
                </a:lnTo>
                <a:lnTo>
                  <a:pt x="9738" y="45015"/>
                </a:lnTo>
                <a:lnTo>
                  <a:pt x="9738" y="45015"/>
                </a:lnTo>
                <a:lnTo>
                  <a:pt x="9738" y="45015"/>
                </a:lnTo>
                <a:lnTo>
                  <a:pt x="9739" y="45015"/>
                </a:lnTo>
                <a:lnTo>
                  <a:pt x="9739" y="45015"/>
                </a:lnTo>
                <a:lnTo>
                  <a:pt x="9739" y="45015"/>
                </a:lnTo>
                <a:lnTo>
                  <a:pt x="9739" y="45015"/>
                </a:lnTo>
                <a:lnTo>
                  <a:pt x="9739" y="45015"/>
                </a:lnTo>
                <a:lnTo>
                  <a:pt x="9739" y="45015"/>
                </a:lnTo>
                <a:lnTo>
                  <a:pt x="9739" y="45015"/>
                </a:lnTo>
                <a:lnTo>
                  <a:pt x="9739" y="45015"/>
                </a:lnTo>
                <a:lnTo>
                  <a:pt x="9740" y="45015"/>
                </a:lnTo>
                <a:lnTo>
                  <a:pt x="9740" y="45015"/>
                </a:lnTo>
                <a:lnTo>
                  <a:pt x="9740" y="45015"/>
                </a:lnTo>
                <a:lnTo>
                  <a:pt x="9740" y="45015"/>
                </a:lnTo>
                <a:lnTo>
                  <a:pt x="9740" y="45015"/>
                </a:lnTo>
                <a:lnTo>
                  <a:pt x="9740" y="45015"/>
                </a:lnTo>
                <a:lnTo>
                  <a:pt x="9740" y="45015"/>
                </a:lnTo>
                <a:lnTo>
                  <a:pt x="9740" y="45015"/>
                </a:lnTo>
                <a:lnTo>
                  <a:pt x="9740" y="45015"/>
                </a:lnTo>
                <a:lnTo>
                  <a:pt x="9741" y="45015"/>
                </a:lnTo>
                <a:lnTo>
                  <a:pt x="9741" y="45015"/>
                </a:lnTo>
                <a:lnTo>
                  <a:pt x="9741" y="45015"/>
                </a:lnTo>
                <a:lnTo>
                  <a:pt x="9741" y="45015"/>
                </a:lnTo>
                <a:lnTo>
                  <a:pt x="9741" y="45015"/>
                </a:lnTo>
                <a:lnTo>
                  <a:pt x="9741" y="45015"/>
                </a:lnTo>
                <a:lnTo>
                  <a:pt x="9741" y="45015"/>
                </a:lnTo>
                <a:lnTo>
                  <a:pt x="9741" y="45015"/>
                </a:lnTo>
                <a:lnTo>
                  <a:pt x="9741" y="45015"/>
                </a:lnTo>
                <a:lnTo>
                  <a:pt x="9742" y="45015"/>
                </a:lnTo>
                <a:lnTo>
                  <a:pt x="9742" y="45015"/>
                </a:lnTo>
                <a:lnTo>
                  <a:pt x="9742" y="45015"/>
                </a:lnTo>
                <a:lnTo>
                  <a:pt x="9742" y="45015"/>
                </a:lnTo>
                <a:lnTo>
                  <a:pt x="9742" y="45015"/>
                </a:lnTo>
                <a:lnTo>
                  <a:pt x="9742" y="45015"/>
                </a:lnTo>
                <a:lnTo>
                  <a:pt x="9742" y="45015"/>
                </a:lnTo>
                <a:lnTo>
                  <a:pt x="9742" y="45015"/>
                </a:lnTo>
                <a:lnTo>
                  <a:pt x="9742" y="45015"/>
                </a:lnTo>
                <a:lnTo>
                  <a:pt x="9743" y="45015"/>
                </a:lnTo>
                <a:lnTo>
                  <a:pt x="9743" y="45015"/>
                </a:lnTo>
                <a:lnTo>
                  <a:pt x="9743" y="45015"/>
                </a:lnTo>
                <a:lnTo>
                  <a:pt x="9743" y="45015"/>
                </a:lnTo>
                <a:lnTo>
                  <a:pt x="9743" y="45015"/>
                </a:lnTo>
                <a:lnTo>
                  <a:pt x="9743" y="45015"/>
                </a:lnTo>
                <a:lnTo>
                  <a:pt x="9743" y="45015"/>
                </a:lnTo>
                <a:lnTo>
                  <a:pt x="9743" y="45015"/>
                </a:lnTo>
                <a:lnTo>
                  <a:pt x="9744" y="45015"/>
                </a:lnTo>
                <a:lnTo>
                  <a:pt x="9744" y="45015"/>
                </a:lnTo>
                <a:lnTo>
                  <a:pt x="9744" y="45015"/>
                </a:lnTo>
                <a:lnTo>
                  <a:pt x="9744" y="45015"/>
                </a:lnTo>
                <a:lnTo>
                  <a:pt x="9744" y="45015"/>
                </a:lnTo>
                <a:lnTo>
                  <a:pt x="9744" y="45015"/>
                </a:lnTo>
                <a:lnTo>
                  <a:pt x="9744" y="45015"/>
                </a:lnTo>
                <a:lnTo>
                  <a:pt x="9744" y="45015"/>
                </a:lnTo>
                <a:lnTo>
                  <a:pt x="9744" y="45015"/>
                </a:lnTo>
                <a:lnTo>
                  <a:pt x="9745" y="45015"/>
                </a:lnTo>
                <a:lnTo>
                  <a:pt x="9745" y="45015"/>
                </a:lnTo>
                <a:lnTo>
                  <a:pt x="9745" y="45015"/>
                </a:lnTo>
                <a:lnTo>
                  <a:pt x="9745" y="45015"/>
                </a:lnTo>
                <a:lnTo>
                  <a:pt x="9745" y="45015"/>
                </a:lnTo>
                <a:lnTo>
                  <a:pt x="9745" y="45015"/>
                </a:lnTo>
                <a:lnTo>
                  <a:pt x="9745" y="45015"/>
                </a:lnTo>
                <a:lnTo>
                  <a:pt x="9745" y="45015"/>
                </a:lnTo>
                <a:lnTo>
                  <a:pt x="9745" y="45015"/>
                </a:lnTo>
                <a:lnTo>
                  <a:pt x="9746" y="45015"/>
                </a:lnTo>
                <a:lnTo>
                  <a:pt x="9746" y="45015"/>
                </a:lnTo>
                <a:lnTo>
                  <a:pt x="9746" y="45015"/>
                </a:lnTo>
                <a:lnTo>
                  <a:pt x="9746" y="45015"/>
                </a:lnTo>
                <a:lnTo>
                  <a:pt x="9746" y="45015"/>
                </a:lnTo>
                <a:lnTo>
                  <a:pt x="9746" y="45015"/>
                </a:lnTo>
                <a:lnTo>
                  <a:pt x="9746" y="45015"/>
                </a:lnTo>
                <a:lnTo>
                  <a:pt x="9746" y="45015"/>
                </a:lnTo>
                <a:lnTo>
                  <a:pt x="9746" y="45015"/>
                </a:lnTo>
                <a:lnTo>
                  <a:pt x="9747" y="45015"/>
                </a:lnTo>
                <a:lnTo>
                  <a:pt x="9747" y="45015"/>
                </a:lnTo>
                <a:lnTo>
                  <a:pt x="9747" y="45015"/>
                </a:lnTo>
                <a:lnTo>
                  <a:pt x="9747" y="45015"/>
                </a:lnTo>
                <a:lnTo>
                  <a:pt x="9747" y="45015"/>
                </a:lnTo>
                <a:lnTo>
                  <a:pt x="9747" y="45015"/>
                </a:lnTo>
                <a:lnTo>
                  <a:pt x="9747" y="45015"/>
                </a:lnTo>
                <a:lnTo>
                  <a:pt x="9747" y="45015"/>
                </a:lnTo>
                <a:lnTo>
                  <a:pt x="9748" y="45015"/>
                </a:lnTo>
                <a:lnTo>
                  <a:pt x="9748" y="45015"/>
                </a:lnTo>
                <a:lnTo>
                  <a:pt x="9748" y="45015"/>
                </a:lnTo>
                <a:lnTo>
                  <a:pt x="9748" y="45015"/>
                </a:lnTo>
                <a:lnTo>
                  <a:pt x="9748" y="45015"/>
                </a:lnTo>
                <a:lnTo>
                  <a:pt x="9748" y="45015"/>
                </a:lnTo>
                <a:lnTo>
                  <a:pt x="9748" y="45015"/>
                </a:lnTo>
                <a:lnTo>
                  <a:pt x="9748" y="45015"/>
                </a:lnTo>
                <a:lnTo>
                  <a:pt x="9748" y="45015"/>
                </a:lnTo>
                <a:lnTo>
                  <a:pt x="9749" y="45015"/>
                </a:lnTo>
                <a:lnTo>
                  <a:pt x="9749" y="45015"/>
                </a:lnTo>
                <a:lnTo>
                  <a:pt x="9749" y="45015"/>
                </a:lnTo>
                <a:lnTo>
                  <a:pt x="9749" y="45015"/>
                </a:lnTo>
                <a:lnTo>
                  <a:pt x="9749" y="45015"/>
                </a:lnTo>
                <a:lnTo>
                  <a:pt x="9749" y="45015"/>
                </a:lnTo>
                <a:lnTo>
                  <a:pt x="9749" y="45015"/>
                </a:lnTo>
                <a:lnTo>
                  <a:pt x="9749" y="45015"/>
                </a:lnTo>
                <a:lnTo>
                  <a:pt x="9749" y="45015"/>
                </a:lnTo>
                <a:lnTo>
                  <a:pt x="9750" y="45015"/>
                </a:lnTo>
                <a:lnTo>
                  <a:pt x="9750" y="45015"/>
                </a:lnTo>
                <a:lnTo>
                  <a:pt x="9750" y="45015"/>
                </a:lnTo>
                <a:lnTo>
                  <a:pt x="9750" y="45015"/>
                </a:lnTo>
                <a:lnTo>
                  <a:pt x="9750" y="45015"/>
                </a:lnTo>
                <a:lnTo>
                  <a:pt x="9750" y="45015"/>
                </a:lnTo>
                <a:lnTo>
                  <a:pt x="9750" y="45015"/>
                </a:lnTo>
                <a:lnTo>
                  <a:pt x="9750" y="45015"/>
                </a:lnTo>
                <a:lnTo>
                  <a:pt x="9750" y="45015"/>
                </a:lnTo>
                <a:lnTo>
                  <a:pt x="9751" y="45015"/>
                </a:lnTo>
                <a:lnTo>
                  <a:pt x="9751" y="45015"/>
                </a:lnTo>
                <a:lnTo>
                  <a:pt x="9751" y="45015"/>
                </a:lnTo>
                <a:lnTo>
                  <a:pt x="9751" y="45015"/>
                </a:lnTo>
                <a:lnTo>
                  <a:pt x="9751" y="45015"/>
                </a:lnTo>
                <a:lnTo>
                  <a:pt x="9751" y="45015"/>
                </a:lnTo>
                <a:lnTo>
                  <a:pt x="9751" y="45015"/>
                </a:lnTo>
                <a:lnTo>
                  <a:pt x="9751" y="45015"/>
                </a:lnTo>
                <a:lnTo>
                  <a:pt x="9752" y="45015"/>
                </a:lnTo>
                <a:lnTo>
                  <a:pt x="9752" y="45015"/>
                </a:lnTo>
                <a:lnTo>
                  <a:pt x="9752" y="45015"/>
                </a:lnTo>
                <a:lnTo>
                  <a:pt x="9752" y="45015"/>
                </a:lnTo>
                <a:lnTo>
                  <a:pt x="9752" y="45015"/>
                </a:lnTo>
                <a:lnTo>
                  <a:pt x="9752" y="45015"/>
                </a:lnTo>
                <a:lnTo>
                  <a:pt x="9752" y="45015"/>
                </a:lnTo>
                <a:lnTo>
                  <a:pt x="9752" y="45015"/>
                </a:lnTo>
                <a:lnTo>
                  <a:pt x="9752" y="45015"/>
                </a:lnTo>
                <a:lnTo>
                  <a:pt x="9753" y="45015"/>
                </a:lnTo>
                <a:lnTo>
                  <a:pt x="9753" y="45015"/>
                </a:lnTo>
                <a:lnTo>
                  <a:pt x="9753" y="45015"/>
                </a:lnTo>
                <a:lnTo>
                  <a:pt x="9753" y="45015"/>
                </a:lnTo>
                <a:lnTo>
                  <a:pt x="9753" y="45015"/>
                </a:lnTo>
                <a:lnTo>
                  <a:pt x="9753" y="45015"/>
                </a:lnTo>
                <a:lnTo>
                  <a:pt x="9753" y="45015"/>
                </a:lnTo>
                <a:lnTo>
                  <a:pt x="9753" y="45015"/>
                </a:lnTo>
                <a:lnTo>
                  <a:pt x="9753" y="45015"/>
                </a:lnTo>
                <a:lnTo>
                  <a:pt x="9754" y="45015"/>
                </a:lnTo>
                <a:lnTo>
                  <a:pt x="9754" y="45015"/>
                </a:lnTo>
                <a:lnTo>
                  <a:pt x="9754" y="45015"/>
                </a:lnTo>
                <a:lnTo>
                  <a:pt x="9754" y="45015"/>
                </a:lnTo>
                <a:lnTo>
                  <a:pt x="9754" y="45015"/>
                </a:lnTo>
                <a:lnTo>
                  <a:pt x="9754" y="45015"/>
                </a:lnTo>
                <a:lnTo>
                  <a:pt x="9754" y="45015"/>
                </a:lnTo>
                <a:lnTo>
                  <a:pt x="9754" y="45015"/>
                </a:lnTo>
                <a:lnTo>
                  <a:pt x="9754" y="45015"/>
                </a:lnTo>
                <a:lnTo>
                  <a:pt x="9755" y="45015"/>
                </a:lnTo>
                <a:lnTo>
                  <a:pt x="9755" y="45015"/>
                </a:lnTo>
                <a:lnTo>
                  <a:pt x="9755" y="45015"/>
                </a:lnTo>
                <a:lnTo>
                  <a:pt x="9755" y="45015"/>
                </a:lnTo>
                <a:lnTo>
                  <a:pt x="9755" y="45015"/>
                </a:lnTo>
                <a:lnTo>
                  <a:pt x="9755" y="45015"/>
                </a:lnTo>
                <a:lnTo>
                  <a:pt x="9755" y="45015"/>
                </a:lnTo>
                <a:lnTo>
                  <a:pt x="9755" y="45015"/>
                </a:lnTo>
                <a:lnTo>
                  <a:pt x="9755" y="45015"/>
                </a:lnTo>
                <a:lnTo>
                  <a:pt x="9756" y="45015"/>
                </a:lnTo>
                <a:lnTo>
                  <a:pt x="9756" y="45015"/>
                </a:lnTo>
                <a:lnTo>
                  <a:pt x="9756" y="45015"/>
                </a:lnTo>
                <a:lnTo>
                  <a:pt x="9756" y="45015"/>
                </a:lnTo>
                <a:lnTo>
                  <a:pt x="9756" y="45015"/>
                </a:lnTo>
                <a:lnTo>
                  <a:pt x="9756" y="45015"/>
                </a:lnTo>
                <a:lnTo>
                  <a:pt x="9756" y="45015"/>
                </a:lnTo>
                <a:lnTo>
                  <a:pt x="9756" y="45015"/>
                </a:lnTo>
                <a:lnTo>
                  <a:pt x="9757" y="45015"/>
                </a:lnTo>
                <a:lnTo>
                  <a:pt x="9757" y="45015"/>
                </a:lnTo>
                <a:lnTo>
                  <a:pt x="9757" y="45015"/>
                </a:lnTo>
                <a:lnTo>
                  <a:pt x="9757" y="45015"/>
                </a:lnTo>
                <a:lnTo>
                  <a:pt x="9757" y="45015"/>
                </a:lnTo>
                <a:lnTo>
                  <a:pt x="9757" y="45015"/>
                </a:lnTo>
                <a:lnTo>
                  <a:pt x="9757" y="45015"/>
                </a:lnTo>
                <a:lnTo>
                  <a:pt x="9757" y="45015"/>
                </a:lnTo>
                <a:lnTo>
                  <a:pt x="9757" y="45015"/>
                </a:lnTo>
                <a:lnTo>
                  <a:pt x="9758" y="45015"/>
                </a:lnTo>
                <a:lnTo>
                  <a:pt x="9758" y="45015"/>
                </a:lnTo>
                <a:lnTo>
                  <a:pt x="9758" y="45015"/>
                </a:lnTo>
                <a:lnTo>
                  <a:pt x="9758" y="45015"/>
                </a:lnTo>
                <a:lnTo>
                  <a:pt x="9758" y="45015"/>
                </a:lnTo>
                <a:lnTo>
                  <a:pt x="9758" y="45015"/>
                </a:lnTo>
                <a:lnTo>
                  <a:pt x="9758" y="45015"/>
                </a:lnTo>
                <a:lnTo>
                  <a:pt x="9758" y="45015"/>
                </a:lnTo>
                <a:lnTo>
                  <a:pt x="9758" y="45015"/>
                </a:lnTo>
                <a:lnTo>
                  <a:pt x="9759" y="45015"/>
                </a:lnTo>
                <a:lnTo>
                  <a:pt x="9759" y="45015"/>
                </a:lnTo>
                <a:lnTo>
                  <a:pt x="9759" y="45015"/>
                </a:lnTo>
                <a:lnTo>
                  <a:pt x="9759" y="45015"/>
                </a:lnTo>
                <a:lnTo>
                  <a:pt x="9759" y="45015"/>
                </a:lnTo>
                <a:lnTo>
                  <a:pt x="9759" y="45015"/>
                </a:lnTo>
                <a:lnTo>
                  <a:pt x="9759" y="45015"/>
                </a:lnTo>
                <a:lnTo>
                  <a:pt x="9759" y="45015"/>
                </a:lnTo>
                <a:lnTo>
                  <a:pt x="9759" y="45015"/>
                </a:lnTo>
                <a:lnTo>
                  <a:pt x="9760" y="45015"/>
                </a:lnTo>
                <a:lnTo>
                  <a:pt x="9760" y="45015"/>
                </a:lnTo>
                <a:lnTo>
                  <a:pt x="9760" y="45015"/>
                </a:lnTo>
                <a:lnTo>
                  <a:pt x="9760" y="45015"/>
                </a:lnTo>
                <a:lnTo>
                  <a:pt x="9760" y="45015"/>
                </a:lnTo>
                <a:lnTo>
                  <a:pt x="9760" y="45015"/>
                </a:lnTo>
                <a:lnTo>
                  <a:pt x="9760" y="45015"/>
                </a:lnTo>
                <a:lnTo>
                  <a:pt x="9760" y="45015"/>
                </a:lnTo>
                <a:lnTo>
                  <a:pt x="9760" y="45015"/>
                </a:lnTo>
                <a:lnTo>
                  <a:pt x="9761" y="45015"/>
                </a:lnTo>
                <a:lnTo>
                  <a:pt x="9761" y="45015"/>
                </a:lnTo>
                <a:lnTo>
                  <a:pt x="9761" y="45015"/>
                </a:lnTo>
                <a:lnTo>
                  <a:pt x="9761" y="45015"/>
                </a:lnTo>
                <a:lnTo>
                  <a:pt x="9761" y="45015"/>
                </a:lnTo>
                <a:lnTo>
                  <a:pt x="9761" y="45015"/>
                </a:lnTo>
                <a:lnTo>
                  <a:pt x="9761" y="45015"/>
                </a:lnTo>
                <a:lnTo>
                  <a:pt x="9761" y="45015"/>
                </a:lnTo>
                <a:lnTo>
                  <a:pt x="9761" y="45015"/>
                </a:lnTo>
                <a:lnTo>
                  <a:pt x="9762" y="45015"/>
                </a:lnTo>
                <a:lnTo>
                  <a:pt x="9762" y="45015"/>
                </a:lnTo>
                <a:lnTo>
                  <a:pt x="9762" y="45015"/>
                </a:lnTo>
                <a:lnTo>
                  <a:pt x="9762" y="45015"/>
                </a:lnTo>
                <a:lnTo>
                  <a:pt x="9762" y="45015"/>
                </a:lnTo>
                <a:lnTo>
                  <a:pt x="9762" y="45015"/>
                </a:lnTo>
                <a:lnTo>
                  <a:pt x="9762" y="45015"/>
                </a:lnTo>
                <a:lnTo>
                  <a:pt x="9762" y="45015"/>
                </a:lnTo>
                <a:lnTo>
                  <a:pt x="9763" y="45015"/>
                </a:lnTo>
                <a:lnTo>
                  <a:pt x="9763" y="45015"/>
                </a:lnTo>
                <a:lnTo>
                  <a:pt x="9763" y="45015"/>
                </a:lnTo>
                <a:lnTo>
                  <a:pt x="9763" y="45015"/>
                </a:lnTo>
                <a:lnTo>
                  <a:pt x="9763" y="45015"/>
                </a:lnTo>
                <a:lnTo>
                  <a:pt x="9763" y="45015"/>
                </a:lnTo>
                <a:lnTo>
                  <a:pt x="9763" y="45015"/>
                </a:lnTo>
                <a:lnTo>
                  <a:pt x="9763" y="45015"/>
                </a:lnTo>
                <a:lnTo>
                  <a:pt x="9763" y="45015"/>
                </a:lnTo>
                <a:lnTo>
                  <a:pt x="9764" y="45015"/>
                </a:lnTo>
                <a:lnTo>
                  <a:pt x="9764" y="45015"/>
                </a:lnTo>
                <a:lnTo>
                  <a:pt x="9764" y="45015"/>
                </a:lnTo>
                <a:lnTo>
                  <a:pt x="9764" y="45015"/>
                </a:lnTo>
                <a:lnTo>
                  <a:pt x="9764" y="45015"/>
                </a:lnTo>
                <a:lnTo>
                  <a:pt x="9764" y="45015"/>
                </a:lnTo>
                <a:lnTo>
                  <a:pt x="9764" y="45015"/>
                </a:lnTo>
                <a:lnTo>
                  <a:pt x="9764" y="45015"/>
                </a:lnTo>
                <a:lnTo>
                  <a:pt x="9764" y="45015"/>
                </a:lnTo>
                <a:lnTo>
                  <a:pt x="9765" y="45015"/>
                </a:lnTo>
                <a:lnTo>
                  <a:pt x="9765" y="45015"/>
                </a:lnTo>
                <a:lnTo>
                  <a:pt x="9765" y="45015"/>
                </a:lnTo>
                <a:lnTo>
                  <a:pt x="9765" y="45015"/>
                </a:lnTo>
                <a:lnTo>
                  <a:pt x="9765" y="45015"/>
                </a:lnTo>
                <a:lnTo>
                  <a:pt x="9765" y="45015"/>
                </a:lnTo>
                <a:lnTo>
                  <a:pt x="9765" y="45015"/>
                </a:lnTo>
                <a:lnTo>
                  <a:pt x="9765" y="45015"/>
                </a:lnTo>
                <a:lnTo>
                  <a:pt x="9765" y="45015"/>
                </a:lnTo>
                <a:lnTo>
                  <a:pt x="9766" y="45015"/>
                </a:lnTo>
                <a:lnTo>
                  <a:pt x="9766" y="45015"/>
                </a:lnTo>
                <a:lnTo>
                  <a:pt x="9766" y="45015"/>
                </a:lnTo>
                <a:lnTo>
                  <a:pt x="9766" y="45015"/>
                </a:lnTo>
                <a:lnTo>
                  <a:pt x="9766" y="45015"/>
                </a:lnTo>
                <a:lnTo>
                  <a:pt x="9766" y="45015"/>
                </a:lnTo>
                <a:lnTo>
                  <a:pt x="9766" y="45015"/>
                </a:lnTo>
                <a:lnTo>
                  <a:pt x="9766" y="45015"/>
                </a:lnTo>
                <a:lnTo>
                  <a:pt x="9766" y="45015"/>
                </a:lnTo>
                <a:lnTo>
                  <a:pt x="9767" y="45015"/>
                </a:lnTo>
                <a:lnTo>
                  <a:pt x="9767" y="45015"/>
                </a:lnTo>
                <a:lnTo>
                  <a:pt x="9767" y="45015"/>
                </a:lnTo>
                <a:lnTo>
                  <a:pt x="9767" y="45015"/>
                </a:lnTo>
                <a:lnTo>
                  <a:pt x="9767" y="45015"/>
                </a:lnTo>
                <a:lnTo>
                  <a:pt x="9767" y="45015"/>
                </a:lnTo>
                <a:lnTo>
                  <a:pt x="9767" y="45015"/>
                </a:lnTo>
                <a:lnTo>
                  <a:pt x="9767" y="45015"/>
                </a:lnTo>
                <a:lnTo>
                  <a:pt x="9767" y="45015"/>
                </a:lnTo>
                <a:lnTo>
                  <a:pt x="9768" y="45015"/>
                </a:lnTo>
                <a:lnTo>
                  <a:pt x="9768" y="45015"/>
                </a:lnTo>
                <a:lnTo>
                  <a:pt x="9768" y="45015"/>
                </a:lnTo>
                <a:lnTo>
                  <a:pt x="9768" y="45015"/>
                </a:lnTo>
                <a:lnTo>
                  <a:pt x="9768" y="45015"/>
                </a:lnTo>
                <a:lnTo>
                  <a:pt x="9768" y="45015"/>
                </a:lnTo>
                <a:lnTo>
                  <a:pt x="9768" y="45015"/>
                </a:lnTo>
                <a:lnTo>
                  <a:pt x="9768" y="45015"/>
                </a:lnTo>
                <a:lnTo>
                  <a:pt x="9768" y="45015"/>
                </a:lnTo>
                <a:lnTo>
                  <a:pt x="9769" y="45015"/>
                </a:lnTo>
                <a:lnTo>
                  <a:pt x="9769" y="45015"/>
                </a:lnTo>
                <a:lnTo>
                  <a:pt x="9769" y="45015"/>
                </a:lnTo>
                <a:lnTo>
                  <a:pt x="9769" y="45015"/>
                </a:lnTo>
                <a:lnTo>
                  <a:pt x="9769" y="45015"/>
                </a:lnTo>
                <a:lnTo>
                  <a:pt x="9769" y="45015"/>
                </a:lnTo>
                <a:lnTo>
                  <a:pt x="9769" y="45015"/>
                </a:lnTo>
                <a:lnTo>
                  <a:pt x="9769" y="45015"/>
                </a:lnTo>
                <a:lnTo>
                  <a:pt x="9770" y="45015"/>
                </a:lnTo>
                <a:lnTo>
                  <a:pt x="9770" y="45015"/>
                </a:lnTo>
                <a:lnTo>
                  <a:pt x="9770" y="45015"/>
                </a:lnTo>
                <a:lnTo>
                  <a:pt x="9770" y="45015"/>
                </a:lnTo>
                <a:lnTo>
                  <a:pt x="9770" y="45015"/>
                </a:lnTo>
                <a:lnTo>
                  <a:pt x="9770" y="45015"/>
                </a:lnTo>
                <a:lnTo>
                  <a:pt x="9770" y="45015"/>
                </a:lnTo>
                <a:lnTo>
                  <a:pt x="9770" y="45015"/>
                </a:lnTo>
                <a:lnTo>
                  <a:pt x="9770" y="45015"/>
                </a:lnTo>
                <a:lnTo>
                  <a:pt x="9771" y="45015"/>
                </a:lnTo>
                <a:lnTo>
                  <a:pt x="9771" y="45015"/>
                </a:lnTo>
                <a:lnTo>
                  <a:pt x="9771" y="45015"/>
                </a:lnTo>
                <a:lnTo>
                  <a:pt x="9771" y="45015"/>
                </a:lnTo>
                <a:lnTo>
                  <a:pt x="9771" y="45015"/>
                </a:lnTo>
                <a:lnTo>
                  <a:pt x="9771" y="45015"/>
                </a:lnTo>
                <a:lnTo>
                  <a:pt x="9771" y="45015"/>
                </a:lnTo>
                <a:lnTo>
                  <a:pt x="9771" y="45015"/>
                </a:lnTo>
                <a:lnTo>
                  <a:pt x="9771" y="45015"/>
                </a:lnTo>
                <a:lnTo>
                  <a:pt x="9772" y="45015"/>
                </a:lnTo>
                <a:lnTo>
                  <a:pt x="9772" y="45015"/>
                </a:lnTo>
                <a:lnTo>
                  <a:pt x="9772" y="45015"/>
                </a:lnTo>
                <a:lnTo>
                  <a:pt x="9772" y="45015"/>
                </a:lnTo>
                <a:lnTo>
                  <a:pt x="9772" y="45015"/>
                </a:lnTo>
                <a:lnTo>
                  <a:pt x="9772" y="45015"/>
                </a:lnTo>
                <a:lnTo>
                  <a:pt x="9772" y="45015"/>
                </a:lnTo>
                <a:lnTo>
                  <a:pt x="9772" y="45015"/>
                </a:lnTo>
                <a:lnTo>
                  <a:pt x="9772" y="45015"/>
                </a:lnTo>
                <a:lnTo>
                  <a:pt x="9773" y="45015"/>
                </a:lnTo>
                <a:lnTo>
                  <a:pt x="9773" y="45015"/>
                </a:lnTo>
                <a:lnTo>
                  <a:pt x="9773" y="45015"/>
                </a:lnTo>
                <a:lnTo>
                  <a:pt x="9773" y="45015"/>
                </a:lnTo>
                <a:lnTo>
                  <a:pt x="9773" y="45015"/>
                </a:lnTo>
                <a:lnTo>
                  <a:pt x="9773" y="45015"/>
                </a:lnTo>
                <a:lnTo>
                  <a:pt x="9773" y="45015"/>
                </a:lnTo>
                <a:lnTo>
                  <a:pt x="9773" y="45015"/>
                </a:lnTo>
                <a:lnTo>
                  <a:pt x="9773" y="45015"/>
                </a:lnTo>
                <a:lnTo>
                  <a:pt x="9774" y="45015"/>
                </a:lnTo>
                <a:lnTo>
                  <a:pt x="9774" y="45015"/>
                </a:lnTo>
                <a:lnTo>
                  <a:pt x="9774" y="45015"/>
                </a:lnTo>
                <a:lnTo>
                  <a:pt x="9774" y="45015"/>
                </a:lnTo>
                <a:lnTo>
                  <a:pt x="9774" y="45015"/>
                </a:lnTo>
                <a:lnTo>
                  <a:pt x="9774" y="45015"/>
                </a:lnTo>
                <a:lnTo>
                  <a:pt x="9774" y="45015"/>
                </a:lnTo>
                <a:lnTo>
                  <a:pt x="9774" y="45015"/>
                </a:lnTo>
                <a:lnTo>
                  <a:pt x="9774" y="45015"/>
                </a:lnTo>
                <a:lnTo>
                  <a:pt x="9775" y="45015"/>
                </a:lnTo>
                <a:lnTo>
                  <a:pt x="9775" y="45015"/>
                </a:lnTo>
                <a:lnTo>
                  <a:pt x="9775" y="45015"/>
                </a:lnTo>
                <a:lnTo>
                  <a:pt x="9775" y="45015"/>
                </a:lnTo>
                <a:lnTo>
                  <a:pt x="9775" y="45015"/>
                </a:lnTo>
                <a:lnTo>
                  <a:pt x="9775" y="45015"/>
                </a:lnTo>
                <a:lnTo>
                  <a:pt x="9775" y="45015"/>
                </a:lnTo>
                <a:lnTo>
                  <a:pt x="9775" y="45015"/>
                </a:lnTo>
                <a:lnTo>
                  <a:pt x="9775" y="45015"/>
                </a:lnTo>
                <a:lnTo>
                  <a:pt x="9776" y="45015"/>
                </a:lnTo>
                <a:lnTo>
                  <a:pt x="9776" y="45015"/>
                </a:lnTo>
                <a:lnTo>
                  <a:pt x="9776" y="45015"/>
                </a:lnTo>
                <a:lnTo>
                  <a:pt x="9776" y="45015"/>
                </a:lnTo>
                <a:lnTo>
                  <a:pt x="9776" y="45015"/>
                </a:lnTo>
                <a:lnTo>
                  <a:pt x="9776" y="45015"/>
                </a:lnTo>
                <a:lnTo>
                  <a:pt x="9776" y="45015"/>
                </a:lnTo>
                <a:lnTo>
                  <a:pt x="9776" y="45015"/>
                </a:lnTo>
                <a:lnTo>
                  <a:pt x="9776" y="45015"/>
                </a:lnTo>
                <a:lnTo>
                  <a:pt x="9777" y="45015"/>
                </a:lnTo>
                <a:lnTo>
                  <a:pt x="9777" y="45015"/>
                </a:lnTo>
                <a:lnTo>
                  <a:pt x="9777" y="45015"/>
                </a:lnTo>
                <a:lnTo>
                  <a:pt x="9777" y="45015"/>
                </a:lnTo>
                <a:lnTo>
                  <a:pt x="9777" y="45015"/>
                </a:lnTo>
                <a:lnTo>
                  <a:pt x="9777" y="45015"/>
                </a:lnTo>
                <a:lnTo>
                  <a:pt x="9777" y="45015"/>
                </a:lnTo>
                <a:lnTo>
                  <a:pt x="9777" y="45015"/>
                </a:lnTo>
                <a:lnTo>
                  <a:pt x="9777" y="45015"/>
                </a:lnTo>
                <a:lnTo>
                  <a:pt x="9778" y="45015"/>
                </a:lnTo>
                <a:lnTo>
                  <a:pt x="9778" y="45015"/>
                </a:lnTo>
                <a:lnTo>
                  <a:pt x="9778" y="45015"/>
                </a:lnTo>
                <a:lnTo>
                  <a:pt x="9778" y="45015"/>
                </a:lnTo>
                <a:lnTo>
                  <a:pt x="9778" y="45015"/>
                </a:lnTo>
                <a:lnTo>
                  <a:pt x="9778" y="45015"/>
                </a:lnTo>
                <a:lnTo>
                  <a:pt x="9778" y="45015"/>
                </a:lnTo>
                <a:lnTo>
                  <a:pt x="9778" y="45015"/>
                </a:lnTo>
                <a:lnTo>
                  <a:pt x="9779" y="45015"/>
                </a:lnTo>
                <a:lnTo>
                  <a:pt x="9779" y="45015"/>
                </a:lnTo>
                <a:lnTo>
                  <a:pt x="9779" y="45015"/>
                </a:lnTo>
                <a:lnTo>
                  <a:pt x="9779" y="45015"/>
                </a:lnTo>
                <a:lnTo>
                  <a:pt x="9779" y="45015"/>
                </a:lnTo>
                <a:lnTo>
                  <a:pt x="9779" y="45015"/>
                </a:lnTo>
                <a:lnTo>
                  <a:pt x="9779" y="45015"/>
                </a:lnTo>
                <a:lnTo>
                  <a:pt x="9779" y="45015"/>
                </a:lnTo>
                <a:lnTo>
                  <a:pt x="9779" y="45015"/>
                </a:lnTo>
                <a:lnTo>
                  <a:pt x="9780" y="45015"/>
                </a:lnTo>
                <a:lnTo>
                  <a:pt x="9780" y="45015"/>
                </a:lnTo>
                <a:lnTo>
                  <a:pt x="9780" y="45015"/>
                </a:lnTo>
                <a:lnTo>
                  <a:pt x="9780" y="45015"/>
                </a:lnTo>
                <a:lnTo>
                  <a:pt x="9780" y="45015"/>
                </a:lnTo>
                <a:lnTo>
                  <a:pt x="9780" y="45015"/>
                </a:lnTo>
                <a:lnTo>
                  <a:pt x="9780" y="45015"/>
                </a:lnTo>
                <a:lnTo>
                  <a:pt x="9780" y="45015"/>
                </a:lnTo>
                <a:lnTo>
                  <a:pt x="9780" y="45015"/>
                </a:lnTo>
                <a:lnTo>
                  <a:pt x="9781" y="45015"/>
                </a:lnTo>
                <a:lnTo>
                  <a:pt x="9781" y="45015"/>
                </a:lnTo>
                <a:lnTo>
                  <a:pt x="9781" y="45015"/>
                </a:lnTo>
                <a:lnTo>
                  <a:pt x="9781" y="45015"/>
                </a:lnTo>
                <a:lnTo>
                  <a:pt x="9781" y="45015"/>
                </a:lnTo>
                <a:lnTo>
                  <a:pt x="9781" y="45015"/>
                </a:lnTo>
                <a:lnTo>
                  <a:pt x="9781" y="45015"/>
                </a:lnTo>
                <a:lnTo>
                  <a:pt x="9781" y="45015"/>
                </a:lnTo>
                <a:lnTo>
                  <a:pt x="9781" y="45015"/>
                </a:lnTo>
                <a:lnTo>
                  <a:pt x="9782" y="45015"/>
                </a:lnTo>
                <a:lnTo>
                  <a:pt x="9782" y="45015"/>
                </a:lnTo>
                <a:lnTo>
                  <a:pt x="9782" y="45015"/>
                </a:lnTo>
                <a:lnTo>
                  <a:pt x="9782" y="45015"/>
                </a:lnTo>
                <a:lnTo>
                  <a:pt x="9782" y="45015"/>
                </a:lnTo>
                <a:lnTo>
                  <a:pt x="9782" y="45015"/>
                </a:lnTo>
                <a:lnTo>
                  <a:pt x="9782" y="45015"/>
                </a:lnTo>
                <a:lnTo>
                  <a:pt x="9782" y="45015"/>
                </a:lnTo>
                <a:lnTo>
                  <a:pt x="9782" y="45015"/>
                </a:lnTo>
                <a:lnTo>
                  <a:pt x="9783" y="45015"/>
                </a:lnTo>
                <a:lnTo>
                  <a:pt x="9783" y="45015"/>
                </a:lnTo>
                <a:lnTo>
                  <a:pt x="9783" y="45015"/>
                </a:lnTo>
                <a:lnTo>
                  <a:pt x="9783" y="45015"/>
                </a:lnTo>
                <a:lnTo>
                  <a:pt x="9783" y="45015"/>
                </a:lnTo>
                <a:lnTo>
                  <a:pt x="9783" y="45015"/>
                </a:lnTo>
                <a:lnTo>
                  <a:pt x="9783" y="45015"/>
                </a:lnTo>
                <a:lnTo>
                  <a:pt x="9783" y="45015"/>
                </a:lnTo>
                <a:lnTo>
                  <a:pt x="9783" y="45015"/>
                </a:lnTo>
                <a:lnTo>
                  <a:pt x="9784" y="45015"/>
                </a:lnTo>
                <a:lnTo>
                  <a:pt x="9784" y="45015"/>
                </a:lnTo>
                <a:lnTo>
                  <a:pt x="9784" y="45015"/>
                </a:lnTo>
                <a:lnTo>
                  <a:pt x="9784" y="45015"/>
                </a:lnTo>
                <a:lnTo>
                  <a:pt x="9784" y="45015"/>
                </a:lnTo>
                <a:lnTo>
                  <a:pt x="9784" y="45015"/>
                </a:lnTo>
                <a:lnTo>
                  <a:pt x="9784" y="45015"/>
                </a:lnTo>
                <a:lnTo>
                  <a:pt x="9784" y="45015"/>
                </a:lnTo>
                <a:lnTo>
                  <a:pt x="9784" y="45015"/>
                </a:lnTo>
                <a:lnTo>
                  <a:pt x="9785" y="45015"/>
                </a:lnTo>
                <a:lnTo>
                  <a:pt x="9785" y="45015"/>
                </a:lnTo>
                <a:lnTo>
                  <a:pt x="9785" y="45015"/>
                </a:lnTo>
                <a:lnTo>
                  <a:pt x="9785" y="45015"/>
                </a:lnTo>
                <a:lnTo>
                  <a:pt x="9785" y="45015"/>
                </a:lnTo>
                <a:lnTo>
                  <a:pt x="9785" y="45015"/>
                </a:lnTo>
                <a:lnTo>
                  <a:pt x="9785" y="45015"/>
                </a:lnTo>
                <a:lnTo>
                  <a:pt x="9785" y="45015"/>
                </a:lnTo>
                <a:lnTo>
                  <a:pt x="9785" y="45015"/>
                </a:lnTo>
                <a:lnTo>
                  <a:pt x="9786" y="45015"/>
                </a:lnTo>
                <a:lnTo>
                  <a:pt x="9786" y="45015"/>
                </a:lnTo>
                <a:lnTo>
                  <a:pt x="9786" y="45015"/>
                </a:lnTo>
                <a:lnTo>
                  <a:pt x="9786" y="45015"/>
                </a:lnTo>
                <a:lnTo>
                  <a:pt x="9786" y="45015"/>
                </a:lnTo>
                <a:lnTo>
                  <a:pt x="9786" y="45015"/>
                </a:lnTo>
                <a:lnTo>
                  <a:pt x="9786" y="45015"/>
                </a:lnTo>
                <a:lnTo>
                  <a:pt x="9786" y="45015"/>
                </a:lnTo>
                <a:lnTo>
                  <a:pt x="9786" y="45015"/>
                </a:lnTo>
                <a:lnTo>
                  <a:pt x="9787" y="45015"/>
                </a:lnTo>
                <a:lnTo>
                  <a:pt x="9787" y="45015"/>
                </a:lnTo>
                <a:lnTo>
                  <a:pt x="9787" y="45015"/>
                </a:lnTo>
                <a:lnTo>
                  <a:pt x="9787" y="45015"/>
                </a:lnTo>
                <a:lnTo>
                  <a:pt x="9787" y="45015"/>
                </a:lnTo>
                <a:lnTo>
                  <a:pt x="9787" y="45015"/>
                </a:lnTo>
                <a:lnTo>
                  <a:pt x="9787" y="45015"/>
                </a:lnTo>
                <a:lnTo>
                  <a:pt x="9787" y="45015"/>
                </a:lnTo>
                <a:lnTo>
                  <a:pt x="9787" y="45015"/>
                </a:lnTo>
                <a:lnTo>
                  <a:pt x="9788" y="45015"/>
                </a:lnTo>
                <a:lnTo>
                  <a:pt x="9788" y="45015"/>
                </a:lnTo>
                <a:lnTo>
                  <a:pt x="9788" y="45015"/>
                </a:lnTo>
                <a:lnTo>
                  <a:pt x="9788" y="45015"/>
                </a:lnTo>
                <a:lnTo>
                  <a:pt x="9788" y="45015"/>
                </a:lnTo>
                <a:lnTo>
                  <a:pt x="9788" y="45015"/>
                </a:lnTo>
                <a:lnTo>
                  <a:pt x="9788" y="45015"/>
                </a:lnTo>
                <a:lnTo>
                  <a:pt x="9788" y="45015"/>
                </a:lnTo>
                <a:lnTo>
                  <a:pt x="9788" y="45015"/>
                </a:lnTo>
                <a:lnTo>
                  <a:pt x="9789" y="45015"/>
                </a:lnTo>
                <a:lnTo>
                  <a:pt x="9789" y="45015"/>
                </a:lnTo>
                <a:lnTo>
                  <a:pt x="9789" y="45015"/>
                </a:lnTo>
                <a:lnTo>
                  <a:pt x="9789" y="45015"/>
                </a:lnTo>
                <a:lnTo>
                  <a:pt x="9789" y="45015"/>
                </a:lnTo>
                <a:lnTo>
                  <a:pt x="9789" y="45015"/>
                </a:lnTo>
                <a:lnTo>
                  <a:pt x="9789" y="45015"/>
                </a:lnTo>
                <a:lnTo>
                  <a:pt x="9789" y="45015"/>
                </a:lnTo>
                <a:lnTo>
                  <a:pt x="9789" y="45015"/>
                </a:lnTo>
                <a:lnTo>
                  <a:pt x="9790" y="45015"/>
                </a:lnTo>
                <a:lnTo>
                  <a:pt x="9790" y="45015"/>
                </a:lnTo>
                <a:lnTo>
                  <a:pt x="9790" y="45015"/>
                </a:lnTo>
                <a:lnTo>
                  <a:pt x="9790" y="45015"/>
                </a:lnTo>
                <a:lnTo>
                  <a:pt x="9790" y="45015"/>
                </a:lnTo>
                <a:lnTo>
                  <a:pt x="9790" y="45015"/>
                </a:lnTo>
                <a:lnTo>
                  <a:pt x="9790" y="45015"/>
                </a:lnTo>
                <a:lnTo>
                  <a:pt x="9790" y="45015"/>
                </a:lnTo>
                <a:lnTo>
                  <a:pt x="9790" y="45015"/>
                </a:lnTo>
                <a:lnTo>
                  <a:pt x="9791" y="45015"/>
                </a:lnTo>
                <a:lnTo>
                  <a:pt x="9791" y="45015"/>
                </a:lnTo>
                <a:lnTo>
                  <a:pt x="9791" y="45015"/>
                </a:lnTo>
                <a:lnTo>
                  <a:pt x="9791" y="45015"/>
                </a:lnTo>
                <a:lnTo>
                  <a:pt x="9791" y="45015"/>
                </a:lnTo>
                <a:lnTo>
                  <a:pt x="9791" y="45015"/>
                </a:lnTo>
                <a:lnTo>
                  <a:pt x="9791" y="45015"/>
                </a:lnTo>
                <a:lnTo>
                  <a:pt x="9791" y="45015"/>
                </a:lnTo>
                <a:lnTo>
                  <a:pt x="9791" y="45015"/>
                </a:lnTo>
                <a:lnTo>
                  <a:pt x="9792" y="45015"/>
                </a:lnTo>
                <a:lnTo>
                  <a:pt x="9792" y="45015"/>
                </a:lnTo>
                <a:lnTo>
                  <a:pt x="9792" y="45015"/>
                </a:lnTo>
                <a:lnTo>
                  <a:pt x="9792" y="45015"/>
                </a:lnTo>
                <a:lnTo>
                  <a:pt x="9792" y="45015"/>
                </a:lnTo>
                <a:lnTo>
                  <a:pt x="9792" y="45015"/>
                </a:lnTo>
                <a:lnTo>
                  <a:pt x="9792" y="45015"/>
                </a:lnTo>
                <a:lnTo>
                  <a:pt x="9792" y="45015"/>
                </a:lnTo>
                <a:lnTo>
                  <a:pt x="9792" y="45015"/>
                </a:lnTo>
                <a:lnTo>
                  <a:pt x="9793" y="45015"/>
                </a:lnTo>
                <a:lnTo>
                  <a:pt x="9793" y="45015"/>
                </a:lnTo>
                <a:lnTo>
                  <a:pt x="9793" y="45015"/>
                </a:lnTo>
                <a:lnTo>
                  <a:pt x="9793" y="45015"/>
                </a:lnTo>
                <a:lnTo>
                  <a:pt x="9793" y="45015"/>
                </a:lnTo>
                <a:lnTo>
                  <a:pt x="9793" y="45015"/>
                </a:lnTo>
                <a:lnTo>
                  <a:pt x="9793" y="45015"/>
                </a:lnTo>
                <a:lnTo>
                  <a:pt x="9793" y="45015"/>
                </a:lnTo>
                <a:lnTo>
                  <a:pt x="9793" y="45015"/>
                </a:lnTo>
                <a:lnTo>
                  <a:pt x="9794" y="45015"/>
                </a:lnTo>
                <a:lnTo>
                  <a:pt x="9794" y="45015"/>
                </a:lnTo>
                <a:lnTo>
                  <a:pt x="9794" y="45015"/>
                </a:lnTo>
                <a:lnTo>
                  <a:pt x="9794" y="45015"/>
                </a:lnTo>
                <a:lnTo>
                  <a:pt x="9794" y="45015"/>
                </a:lnTo>
                <a:lnTo>
                  <a:pt x="9794" y="45015"/>
                </a:lnTo>
                <a:lnTo>
                  <a:pt x="9794" y="45015"/>
                </a:lnTo>
                <a:lnTo>
                  <a:pt x="9794" y="45015"/>
                </a:lnTo>
                <a:lnTo>
                  <a:pt x="9794" y="45015"/>
                </a:lnTo>
                <a:lnTo>
                  <a:pt x="9795" y="45015"/>
                </a:lnTo>
                <a:lnTo>
                  <a:pt x="9795" y="45015"/>
                </a:lnTo>
                <a:lnTo>
                  <a:pt x="9795" y="45015"/>
                </a:lnTo>
                <a:lnTo>
                  <a:pt x="9795" y="45015"/>
                </a:lnTo>
                <a:lnTo>
                  <a:pt x="9795" y="45015"/>
                </a:lnTo>
                <a:lnTo>
                  <a:pt x="9795" y="45015"/>
                </a:lnTo>
                <a:lnTo>
                  <a:pt x="9795" y="45015"/>
                </a:lnTo>
                <a:lnTo>
                  <a:pt x="9795" y="45015"/>
                </a:lnTo>
                <a:lnTo>
                  <a:pt x="9795" y="45015"/>
                </a:lnTo>
                <a:lnTo>
                  <a:pt x="9796" y="45015"/>
                </a:lnTo>
                <a:lnTo>
                  <a:pt x="9796" y="45015"/>
                </a:lnTo>
                <a:lnTo>
                  <a:pt x="9796" y="45015"/>
                </a:lnTo>
                <a:lnTo>
                  <a:pt x="9796" y="45015"/>
                </a:lnTo>
                <a:lnTo>
                  <a:pt x="9796" y="45015"/>
                </a:lnTo>
                <a:lnTo>
                  <a:pt x="9796" y="45015"/>
                </a:lnTo>
                <a:lnTo>
                  <a:pt x="9796" y="45015"/>
                </a:lnTo>
                <a:lnTo>
                  <a:pt x="9796" y="45015"/>
                </a:lnTo>
                <a:lnTo>
                  <a:pt x="9796" y="45015"/>
                </a:lnTo>
                <a:lnTo>
                  <a:pt x="9797" y="45015"/>
                </a:lnTo>
                <a:lnTo>
                  <a:pt x="9797" y="45015"/>
                </a:lnTo>
                <a:lnTo>
                  <a:pt x="9797" y="45015"/>
                </a:lnTo>
                <a:lnTo>
                  <a:pt x="9797" y="45015"/>
                </a:lnTo>
                <a:lnTo>
                  <a:pt x="9797" y="45015"/>
                </a:lnTo>
                <a:lnTo>
                  <a:pt x="9797" y="45015"/>
                </a:lnTo>
                <a:lnTo>
                  <a:pt x="9797" y="45015"/>
                </a:lnTo>
                <a:lnTo>
                  <a:pt x="9797" y="45015"/>
                </a:lnTo>
                <a:lnTo>
                  <a:pt x="9797" y="45015"/>
                </a:lnTo>
                <a:lnTo>
                  <a:pt x="9798" y="45015"/>
                </a:lnTo>
                <a:lnTo>
                  <a:pt x="9798" y="45015"/>
                </a:lnTo>
                <a:lnTo>
                  <a:pt x="9798" y="45015"/>
                </a:lnTo>
                <a:lnTo>
                  <a:pt x="9798" y="45015"/>
                </a:lnTo>
                <a:lnTo>
                  <a:pt x="9798" y="45015"/>
                </a:lnTo>
                <a:lnTo>
                  <a:pt x="9798" y="45015"/>
                </a:lnTo>
                <a:lnTo>
                  <a:pt x="9798" y="45015"/>
                </a:lnTo>
                <a:lnTo>
                  <a:pt x="9798" y="45015"/>
                </a:lnTo>
                <a:lnTo>
                  <a:pt x="9798" y="45015"/>
                </a:lnTo>
                <a:lnTo>
                  <a:pt x="9799" y="45015"/>
                </a:lnTo>
                <a:lnTo>
                  <a:pt x="9799" y="45015"/>
                </a:lnTo>
                <a:lnTo>
                  <a:pt x="9799" y="45015"/>
                </a:lnTo>
                <a:lnTo>
                  <a:pt x="9799" y="45015"/>
                </a:lnTo>
                <a:lnTo>
                  <a:pt x="9799" y="45015"/>
                </a:lnTo>
                <a:lnTo>
                  <a:pt x="9799" y="45015"/>
                </a:lnTo>
                <a:lnTo>
                  <a:pt x="9799" y="45015"/>
                </a:lnTo>
                <a:lnTo>
                  <a:pt x="9799" y="45015"/>
                </a:lnTo>
                <a:lnTo>
                  <a:pt x="9799" y="45015"/>
                </a:lnTo>
                <a:lnTo>
                  <a:pt x="9800" y="45015"/>
                </a:lnTo>
                <a:lnTo>
                  <a:pt x="9800" y="45015"/>
                </a:lnTo>
                <a:lnTo>
                  <a:pt x="9800" y="45015"/>
                </a:lnTo>
                <a:lnTo>
                  <a:pt x="9800" y="45015"/>
                </a:lnTo>
                <a:lnTo>
                  <a:pt x="9800" y="45015"/>
                </a:lnTo>
                <a:lnTo>
                  <a:pt x="9800" y="45015"/>
                </a:lnTo>
                <a:lnTo>
                  <a:pt x="9800" y="45015"/>
                </a:lnTo>
                <a:lnTo>
                  <a:pt x="9800" y="45015"/>
                </a:lnTo>
                <a:lnTo>
                  <a:pt x="9800" y="45015"/>
                </a:lnTo>
                <a:lnTo>
                  <a:pt x="9801" y="45015"/>
                </a:lnTo>
                <a:lnTo>
                  <a:pt x="9801" y="45015"/>
                </a:lnTo>
                <a:lnTo>
                  <a:pt x="9801" y="45015"/>
                </a:lnTo>
                <a:lnTo>
                  <a:pt x="9801" y="45015"/>
                </a:lnTo>
                <a:lnTo>
                  <a:pt x="9801" y="45015"/>
                </a:lnTo>
                <a:lnTo>
                  <a:pt x="9801" y="45015"/>
                </a:lnTo>
                <a:lnTo>
                  <a:pt x="9801" y="45015"/>
                </a:lnTo>
                <a:lnTo>
                  <a:pt x="9801" y="45015"/>
                </a:lnTo>
                <a:lnTo>
                  <a:pt x="9801" y="45015"/>
                </a:lnTo>
                <a:lnTo>
                  <a:pt x="9802" y="45015"/>
                </a:lnTo>
                <a:lnTo>
                  <a:pt x="9802" y="45015"/>
                </a:lnTo>
                <a:lnTo>
                  <a:pt x="9802" y="45015"/>
                </a:lnTo>
                <a:lnTo>
                  <a:pt x="9802" y="45015"/>
                </a:lnTo>
                <a:lnTo>
                  <a:pt x="9802" y="45015"/>
                </a:lnTo>
                <a:lnTo>
                  <a:pt x="9802" y="45015"/>
                </a:lnTo>
                <a:lnTo>
                  <a:pt x="9802" y="45015"/>
                </a:lnTo>
                <a:lnTo>
                  <a:pt x="9802" y="45015"/>
                </a:lnTo>
                <a:lnTo>
                  <a:pt x="9802" y="45015"/>
                </a:lnTo>
                <a:lnTo>
                  <a:pt x="9803" y="45015"/>
                </a:lnTo>
                <a:lnTo>
                  <a:pt x="9803" y="45015"/>
                </a:lnTo>
                <a:lnTo>
                  <a:pt x="9803" y="45015"/>
                </a:lnTo>
                <a:lnTo>
                  <a:pt x="9803" y="45015"/>
                </a:lnTo>
                <a:lnTo>
                  <a:pt x="9803" y="45015"/>
                </a:lnTo>
                <a:lnTo>
                  <a:pt x="9803" y="45015"/>
                </a:lnTo>
                <a:lnTo>
                  <a:pt x="9803" y="45015"/>
                </a:lnTo>
                <a:lnTo>
                  <a:pt x="9803" y="45015"/>
                </a:lnTo>
                <a:lnTo>
                  <a:pt x="9803" y="45015"/>
                </a:lnTo>
                <a:lnTo>
                  <a:pt x="9804" y="45015"/>
                </a:lnTo>
                <a:lnTo>
                  <a:pt x="9804" y="45015"/>
                </a:lnTo>
                <a:lnTo>
                  <a:pt x="9804" y="45015"/>
                </a:lnTo>
                <a:lnTo>
                  <a:pt x="9804" y="45015"/>
                </a:lnTo>
                <a:lnTo>
                  <a:pt x="9804" y="45015"/>
                </a:lnTo>
                <a:lnTo>
                  <a:pt x="9804" y="45015"/>
                </a:lnTo>
                <a:lnTo>
                  <a:pt x="9804" y="45015"/>
                </a:lnTo>
                <a:lnTo>
                  <a:pt x="9804" y="45015"/>
                </a:lnTo>
                <a:lnTo>
                  <a:pt x="9804" y="45015"/>
                </a:lnTo>
                <a:lnTo>
                  <a:pt x="9805" y="45015"/>
                </a:lnTo>
                <a:lnTo>
                  <a:pt x="9805" y="45015"/>
                </a:lnTo>
                <a:lnTo>
                  <a:pt x="9805" y="45015"/>
                </a:lnTo>
                <a:lnTo>
                  <a:pt x="9805" y="45015"/>
                </a:lnTo>
                <a:lnTo>
                  <a:pt x="9805" y="45015"/>
                </a:lnTo>
                <a:lnTo>
                  <a:pt x="9805" y="45015"/>
                </a:lnTo>
                <a:lnTo>
                  <a:pt x="9805" y="45015"/>
                </a:lnTo>
                <a:lnTo>
                  <a:pt x="9805" y="45015"/>
                </a:lnTo>
                <a:lnTo>
                  <a:pt x="9805" y="45015"/>
                </a:lnTo>
                <a:lnTo>
                  <a:pt x="9806" y="45015"/>
                </a:lnTo>
                <a:lnTo>
                  <a:pt x="9806" y="45015"/>
                </a:lnTo>
                <a:lnTo>
                  <a:pt x="9806" y="45015"/>
                </a:lnTo>
                <a:lnTo>
                  <a:pt x="9806" y="45015"/>
                </a:lnTo>
                <a:lnTo>
                  <a:pt x="9806" y="45015"/>
                </a:lnTo>
                <a:lnTo>
                  <a:pt x="9806" y="45015"/>
                </a:lnTo>
                <a:lnTo>
                  <a:pt x="9806" y="45015"/>
                </a:lnTo>
                <a:lnTo>
                  <a:pt x="9806" y="45015"/>
                </a:lnTo>
                <a:lnTo>
                  <a:pt x="9806" y="45015"/>
                </a:lnTo>
                <a:lnTo>
                  <a:pt x="9807" y="45015"/>
                </a:lnTo>
                <a:lnTo>
                  <a:pt x="9807" y="45015"/>
                </a:lnTo>
                <a:lnTo>
                  <a:pt x="9807" y="45015"/>
                </a:lnTo>
                <a:lnTo>
                  <a:pt x="9807" y="45015"/>
                </a:lnTo>
                <a:lnTo>
                  <a:pt x="9807" y="45015"/>
                </a:lnTo>
                <a:lnTo>
                  <a:pt x="9807" y="45015"/>
                </a:lnTo>
                <a:lnTo>
                  <a:pt x="9807" y="45015"/>
                </a:lnTo>
                <a:lnTo>
                  <a:pt x="9807" y="45015"/>
                </a:lnTo>
                <a:lnTo>
                  <a:pt x="9807" y="45015"/>
                </a:lnTo>
                <a:lnTo>
                  <a:pt x="9808" y="45015"/>
                </a:lnTo>
                <a:lnTo>
                  <a:pt x="9808" y="45015"/>
                </a:lnTo>
                <a:lnTo>
                  <a:pt x="9808" y="45015"/>
                </a:lnTo>
                <a:lnTo>
                  <a:pt x="9808" y="45015"/>
                </a:lnTo>
                <a:lnTo>
                  <a:pt x="9808" y="45015"/>
                </a:lnTo>
                <a:lnTo>
                  <a:pt x="9808" y="45015"/>
                </a:lnTo>
                <a:lnTo>
                  <a:pt x="9808" y="45015"/>
                </a:lnTo>
                <a:lnTo>
                  <a:pt x="9808" y="45015"/>
                </a:lnTo>
                <a:lnTo>
                  <a:pt x="9808" y="45015"/>
                </a:lnTo>
                <a:lnTo>
                  <a:pt x="9809" y="45015"/>
                </a:lnTo>
                <a:lnTo>
                  <a:pt x="9809" y="45015"/>
                </a:lnTo>
                <a:lnTo>
                  <a:pt x="9809" y="45015"/>
                </a:lnTo>
                <a:lnTo>
                  <a:pt x="9809" y="45015"/>
                </a:lnTo>
                <a:lnTo>
                  <a:pt x="9809" y="45015"/>
                </a:lnTo>
                <a:lnTo>
                  <a:pt x="9809" y="45015"/>
                </a:lnTo>
                <a:lnTo>
                  <a:pt x="9809" y="45015"/>
                </a:lnTo>
                <a:lnTo>
                  <a:pt x="9809" y="45015"/>
                </a:lnTo>
                <a:lnTo>
                  <a:pt x="9809" y="45015"/>
                </a:lnTo>
                <a:lnTo>
                  <a:pt x="9810" y="45015"/>
                </a:lnTo>
                <a:lnTo>
                  <a:pt x="9810" y="45015"/>
                </a:lnTo>
                <a:lnTo>
                  <a:pt x="9810" y="45015"/>
                </a:lnTo>
                <a:lnTo>
                  <a:pt x="9810" y="45015"/>
                </a:lnTo>
                <a:lnTo>
                  <a:pt x="9810" y="45015"/>
                </a:lnTo>
                <a:lnTo>
                  <a:pt x="9810" y="45015"/>
                </a:lnTo>
                <a:lnTo>
                  <a:pt x="9810" y="45015"/>
                </a:lnTo>
                <a:lnTo>
                  <a:pt x="9810" y="45015"/>
                </a:lnTo>
                <a:lnTo>
                  <a:pt x="9810" y="45015"/>
                </a:lnTo>
                <a:lnTo>
                  <a:pt x="9811" y="45015"/>
                </a:lnTo>
                <a:lnTo>
                  <a:pt x="9811" y="45015"/>
                </a:lnTo>
                <a:lnTo>
                  <a:pt x="9811" y="45015"/>
                </a:lnTo>
                <a:lnTo>
                  <a:pt x="9811" y="45015"/>
                </a:lnTo>
                <a:lnTo>
                  <a:pt x="9811" y="45015"/>
                </a:lnTo>
                <a:lnTo>
                  <a:pt x="9811" y="45015"/>
                </a:lnTo>
                <a:lnTo>
                  <a:pt x="9811" y="45015"/>
                </a:lnTo>
                <a:lnTo>
                  <a:pt x="9811" y="45015"/>
                </a:lnTo>
                <a:lnTo>
                  <a:pt x="9811" y="45015"/>
                </a:lnTo>
                <a:lnTo>
                  <a:pt x="9812" y="45015"/>
                </a:lnTo>
                <a:lnTo>
                  <a:pt x="9812" y="45015"/>
                </a:lnTo>
                <a:lnTo>
                  <a:pt x="9812" y="45015"/>
                </a:lnTo>
                <a:lnTo>
                  <a:pt x="9812" y="45015"/>
                </a:lnTo>
                <a:lnTo>
                  <a:pt x="9812" y="45015"/>
                </a:lnTo>
                <a:lnTo>
                  <a:pt x="9812" y="45015"/>
                </a:lnTo>
                <a:lnTo>
                  <a:pt x="9812" y="45015"/>
                </a:lnTo>
                <a:lnTo>
                  <a:pt x="9812" y="45015"/>
                </a:lnTo>
                <a:lnTo>
                  <a:pt x="9812" y="45015"/>
                </a:lnTo>
                <a:lnTo>
                  <a:pt x="9813" y="45015"/>
                </a:lnTo>
                <a:lnTo>
                  <a:pt x="9813" y="45015"/>
                </a:lnTo>
                <a:lnTo>
                  <a:pt x="9813" y="45015"/>
                </a:lnTo>
                <a:lnTo>
                  <a:pt x="9813" y="45015"/>
                </a:lnTo>
                <a:lnTo>
                  <a:pt x="9813" y="45015"/>
                </a:lnTo>
                <a:lnTo>
                  <a:pt x="9813" y="45015"/>
                </a:lnTo>
                <a:lnTo>
                  <a:pt x="9813" y="45015"/>
                </a:lnTo>
                <a:lnTo>
                  <a:pt x="9813" y="45015"/>
                </a:lnTo>
                <a:lnTo>
                  <a:pt x="9813" y="45015"/>
                </a:lnTo>
                <a:lnTo>
                  <a:pt x="9814" y="45015"/>
                </a:lnTo>
                <a:lnTo>
                  <a:pt x="9814" y="45015"/>
                </a:lnTo>
                <a:lnTo>
                  <a:pt x="9814" y="45015"/>
                </a:lnTo>
                <a:lnTo>
                  <a:pt x="9814" y="45015"/>
                </a:lnTo>
                <a:lnTo>
                  <a:pt x="9814" y="45015"/>
                </a:lnTo>
                <a:lnTo>
                  <a:pt x="9814" y="45015"/>
                </a:lnTo>
                <a:lnTo>
                  <a:pt x="9814" y="45015"/>
                </a:lnTo>
                <a:lnTo>
                  <a:pt x="9814" y="45015"/>
                </a:lnTo>
                <a:lnTo>
                  <a:pt x="9814" y="45015"/>
                </a:lnTo>
                <a:lnTo>
                  <a:pt x="9815" y="45015"/>
                </a:lnTo>
                <a:lnTo>
                  <a:pt x="9815" y="45015"/>
                </a:lnTo>
                <a:lnTo>
                  <a:pt x="9815" y="45015"/>
                </a:lnTo>
                <a:lnTo>
                  <a:pt x="9815" y="45015"/>
                </a:lnTo>
                <a:lnTo>
                  <a:pt x="9815" y="45015"/>
                </a:lnTo>
                <a:lnTo>
                  <a:pt x="9815" y="45015"/>
                </a:lnTo>
                <a:lnTo>
                  <a:pt x="9815" y="45015"/>
                </a:lnTo>
                <a:lnTo>
                  <a:pt x="9815" y="45015"/>
                </a:lnTo>
                <a:lnTo>
                  <a:pt x="9815" y="45015"/>
                </a:lnTo>
                <a:lnTo>
                  <a:pt x="9816" y="45015"/>
                </a:lnTo>
                <a:lnTo>
                  <a:pt x="9816" y="45015"/>
                </a:lnTo>
                <a:lnTo>
                  <a:pt x="9816" y="45015"/>
                </a:lnTo>
                <a:lnTo>
                  <a:pt x="9816" y="45015"/>
                </a:lnTo>
                <a:lnTo>
                  <a:pt x="9816" y="45015"/>
                </a:lnTo>
                <a:lnTo>
                  <a:pt x="9816" y="45015"/>
                </a:lnTo>
                <a:lnTo>
                  <a:pt x="9816" y="45015"/>
                </a:lnTo>
                <a:lnTo>
                  <a:pt x="9816" y="45015"/>
                </a:lnTo>
                <a:lnTo>
                  <a:pt x="9816" y="45015"/>
                </a:lnTo>
                <a:lnTo>
                  <a:pt x="9817" y="45015"/>
                </a:lnTo>
                <a:lnTo>
                  <a:pt x="9817" y="45015"/>
                </a:lnTo>
                <a:lnTo>
                  <a:pt x="9817" y="45015"/>
                </a:lnTo>
                <a:lnTo>
                  <a:pt x="9817" y="45015"/>
                </a:lnTo>
                <a:lnTo>
                  <a:pt x="9817" y="45015"/>
                </a:lnTo>
                <a:lnTo>
                  <a:pt x="9817" y="45015"/>
                </a:lnTo>
                <a:lnTo>
                  <a:pt x="9817" y="45015"/>
                </a:lnTo>
                <a:lnTo>
                  <a:pt x="9817" y="45015"/>
                </a:lnTo>
                <a:lnTo>
                  <a:pt x="9817" y="45015"/>
                </a:lnTo>
                <a:lnTo>
                  <a:pt x="9818" y="45015"/>
                </a:lnTo>
                <a:lnTo>
                  <a:pt x="9818" y="45015"/>
                </a:lnTo>
                <a:lnTo>
                  <a:pt x="9818" y="45015"/>
                </a:lnTo>
                <a:lnTo>
                  <a:pt x="9818" y="45015"/>
                </a:lnTo>
                <a:lnTo>
                  <a:pt x="9818" y="45015"/>
                </a:lnTo>
                <a:lnTo>
                  <a:pt x="9818" y="45015"/>
                </a:lnTo>
                <a:lnTo>
                  <a:pt x="9818" y="45015"/>
                </a:lnTo>
                <a:lnTo>
                  <a:pt x="9818" y="45015"/>
                </a:lnTo>
                <a:lnTo>
                  <a:pt x="9818" y="45015"/>
                </a:lnTo>
                <a:lnTo>
                  <a:pt x="9819" y="45015"/>
                </a:lnTo>
                <a:lnTo>
                  <a:pt x="9819" y="45015"/>
                </a:lnTo>
                <a:lnTo>
                  <a:pt x="9819" y="45015"/>
                </a:lnTo>
                <a:lnTo>
                  <a:pt x="9819" y="45015"/>
                </a:lnTo>
                <a:lnTo>
                  <a:pt x="9819" y="45015"/>
                </a:lnTo>
                <a:lnTo>
                  <a:pt x="9819" y="45015"/>
                </a:lnTo>
                <a:lnTo>
                  <a:pt x="9819" y="45015"/>
                </a:lnTo>
                <a:lnTo>
                  <a:pt x="9819" y="45015"/>
                </a:lnTo>
                <a:lnTo>
                  <a:pt x="9819" y="45015"/>
                </a:lnTo>
                <a:lnTo>
                  <a:pt x="9820" y="45015"/>
                </a:lnTo>
                <a:lnTo>
                  <a:pt x="9820" y="45015"/>
                </a:lnTo>
                <a:lnTo>
                  <a:pt x="9820" y="45015"/>
                </a:lnTo>
                <a:lnTo>
                  <a:pt x="9820" y="45015"/>
                </a:lnTo>
                <a:lnTo>
                  <a:pt x="9820" y="45015"/>
                </a:lnTo>
                <a:lnTo>
                  <a:pt x="9820" y="45015"/>
                </a:lnTo>
                <a:lnTo>
                  <a:pt x="9820" y="45015"/>
                </a:lnTo>
                <a:lnTo>
                  <a:pt x="9820" y="45015"/>
                </a:lnTo>
                <a:lnTo>
                  <a:pt x="9820" y="45015"/>
                </a:lnTo>
                <a:lnTo>
                  <a:pt x="9820" y="45015"/>
                </a:lnTo>
                <a:lnTo>
                  <a:pt x="9821" y="45015"/>
                </a:lnTo>
                <a:lnTo>
                  <a:pt x="9821" y="45015"/>
                </a:lnTo>
                <a:lnTo>
                  <a:pt x="9821" y="45015"/>
                </a:lnTo>
                <a:lnTo>
                  <a:pt x="9821" y="45015"/>
                </a:lnTo>
                <a:lnTo>
                  <a:pt x="9821" y="45015"/>
                </a:lnTo>
                <a:lnTo>
                  <a:pt x="9821" y="45015"/>
                </a:lnTo>
                <a:lnTo>
                  <a:pt x="9821" y="45015"/>
                </a:lnTo>
                <a:lnTo>
                  <a:pt x="9821" y="45015"/>
                </a:lnTo>
                <a:lnTo>
                  <a:pt x="9821" y="45015"/>
                </a:lnTo>
                <a:lnTo>
                  <a:pt x="9822" y="45015"/>
                </a:lnTo>
                <a:lnTo>
                  <a:pt x="9822" y="45015"/>
                </a:lnTo>
                <a:lnTo>
                  <a:pt x="9822" y="45015"/>
                </a:lnTo>
                <a:lnTo>
                  <a:pt x="9822" y="45015"/>
                </a:lnTo>
                <a:lnTo>
                  <a:pt x="9822" y="45015"/>
                </a:lnTo>
                <a:lnTo>
                  <a:pt x="9822" y="45015"/>
                </a:lnTo>
                <a:lnTo>
                  <a:pt x="9822" y="45015"/>
                </a:lnTo>
                <a:lnTo>
                  <a:pt x="9822" y="45015"/>
                </a:lnTo>
                <a:lnTo>
                  <a:pt x="9822" y="45015"/>
                </a:lnTo>
                <a:lnTo>
                  <a:pt x="9823" y="45015"/>
                </a:lnTo>
                <a:lnTo>
                  <a:pt x="9823" y="45015"/>
                </a:lnTo>
                <a:lnTo>
                  <a:pt x="9823" y="45015"/>
                </a:lnTo>
                <a:lnTo>
                  <a:pt x="9823" y="45015"/>
                </a:lnTo>
                <a:lnTo>
                  <a:pt x="9823" y="45015"/>
                </a:lnTo>
                <a:lnTo>
                  <a:pt x="9823" y="45015"/>
                </a:lnTo>
                <a:lnTo>
                  <a:pt x="9823" y="45015"/>
                </a:lnTo>
                <a:lnTo>
                  <a:pt x="9823" y="45015"/>
                </a:lnTo>
                <a:lnTo>
                  <a:pt x="9823" y="45015"/>
                </a:lnTo>
                <a:lnTo>
                  <a:pt x="9824" y="45015"/>
                </a:lnTo>
                <a:lnTo>
                  <a:pt x="9824" y="45015"/>
                </a:lnTo>
                <a:lnTo>
                  <a:pt x="9824" y="45015"/>
                </a:lnTo>
                <a:lnTo>
                  <a:pt x="9824" y="45015"/>
                </a:lnTo>
                <a:lnTo>
                  <a:pt x="9824" y="45015"/>
                </a:lnTo>
                <a:lnTo>
                  <a:pt x="9824" y="45015"/>
                </a:lnTo>
                <a:lnTo>
                  <a:pt x="9824" y="45015"/>
                </a:lnTo>
                <a:lnTo>
                  <a:pt x="9824" y="45015"/>
                </a:lnTo>
                <a:lnTo>
                  <a:pt x="9824" y="45015"/>
                </a:lnTo>
                <a:lnTo>
                  <a:pt x="9825" y="45015"/>
                </a:lnTo>
                <a:lnTo>
                  <a:pt x="9825" y="45015"/>
                </a:lnTo>
                <a:lnTo>
                  <a:pt x="9825" y="45015"/>
                </a:lnTo>
                <a:lnTo>
                  <a:pt x="9825" y="45015"/>
                </a:lnTo>
                <a:lnTo>
                  <a:pt x="9825" y="45015"/>
                </a:lnTo>
                <a:lnTo>
                  <a:pt x="9825" y="45015"/>
                </a:lnTo>
                <a:lnTo>
                  <a:pt x="9825" y="45015"/>
                </a:lnTo>
                <a:lnTo>
                  <a:pt x="9825" y="45015"/>
                </a:lnTo>
                <a:lnTo>
                  <a:pt x="9825" y="45015"/>
                </a:lnTo>
                <a:lnTo>
                  <a:pt x="9826" y="45015"/>
                </a:lnTo>
                <a:lnTo>
                  <a:pt x="9826" y="45015"/>
                </a:lnTo>
                <a:lnTo>
                  <a:pt x="9826" y="45015"/>
                </a:lnTo>
                <a:lnTo>
                  <a:pt x="9826" y="45015"/>
                </a:lnTo>
                <a:lnTo>
                  <a:pt x="9826" y="45015"/>
                </a:lnTo>
                <a:lnTo>
                  <a:pt x="9826" y="45015"/>
                </a:lnTo>
                <a:lnTo>
                  <a:pt x="9826" y="45015"/>
                </a:lnTo>
                <a:lnTo>
                  <a:pt x="9826" y="45015"/>
                </a:lnTo>
                <a:lnTo>
                  <a:pt x="9826" y="45015"/>
                </a:lnTo>
                <a:lnTo>
                  <a:pt x="9827" y="45015"/>
                </a:lnTo>
                <a:lnTo>
                  <a:pt x="9827" y="45015"/>
                </a:lnTo>
                <a:lnTo>
                  <a:pt x="9827" y="45015"/>
                </a:lnTo>
                <a:lnTo>
                  <a:pt x="9827" y="45015"/>
                </a:lnTo>
                <a:lnTo>
                  <a:pt x="9827" y="45015"/>
                </a:lnTo>
                <a:lnTo>
                  <a:pt x="9827" y="45015"/>
                </a:lnTo>
                <a:lnTo>
                  <a:pt x="9827" y="45015"/>
                </a:lnTo>
                <a:lnTo>
                  <a:pt x="9827" y="45015"/>
                </a:lnTo>
                <a:lnTo>
                  <a:pt x="9827" y="45015"/>
                </a:lnTo>
                <a:lnTo>
                  <a:pt x="9828" y="45015"/>
                </a:lnTo>
                <a:lnTo>
                  <a:pt x="9828" y="45015"/>
                </a:lnTo>
                <a:lnTo>
                  <a:pt x="9828" y="45015"/>
                </a:lnTo>
                <a:lnTo>
                  <a:pt x="9828" y="45015"/>
                </a:lnTo>
                <a:lnTo>
                  <a:pt x="9828" y="45015"/>
                </a:lnTo>
                <a:lnTo>
                  <a:pt x="9828" y="45015"/>
                </a:lnTo>
                <a:lnTo>
                  <a:pt x="9828" y="45015"/>
                </a:lnTo>
                <a:lnTo>
                  <a:pt x="9828" y="45015"/>
                </a:lnTo>
                <a:lnTo>
                  <a:pt x="9828" y="45015"/>
                </a:lnTo>
                <a:lnTo>
                  <a:pt x="9828" y="45015"/>
                </a:lnTo>
                <a:lnTo>
                  <a:pt x="9829" y="45015"/>
                </a:lnTo>
                <a:lnTo>
                  <a:pt x="9829" y="45015"/>
                </a:lnTo>
                <a:lnTo>
                  <a:pt x="9829" y="45015"/>
                </a:lnTo>
                <a:lnTo>
                  <a:pt x="9829" y="45015"/>
                </a:lnTo>
                <a:lnTo>
                  <a:pt x="9829" y="45015"/>
                </a:lnTo>
                <a:lnTo>
                  <a:pt x="9829" y="45015"/>
                </a:lnTo>
                <a:lnTo>
                  <a:pt x="9829" y="45015"/>
                </a:lnTo>
                <a:lnTo>
                  <a:pt x="9829" y="45015"/>
                </a:lnTo>
                <a:lnTo>
                  <a:pt x="9829" y="45015"/>
                </a:lnTo>
                <a:lnTo>
                  <a:pt x="9830" y="45015"/>
                </a:lnTo>
                <a:lnTo>
                  <a:pt x="9830" y="45015"/>
                </a:lnTo>
                <a:lnTo>
                  <a:pt x="9830" y="45015"/>
                </a:lnTo>
                <a:lnTo>
                  <a:pt x="9830" y="45015"/>
                </a:lnTo>
                <a:lnTo>
                  <a:pt x="9830" y="45015"/>
                </a:lnTo>
                <a:lnTo>
                  <a:pt x="9830" y="45015"/>
                </a:lnTo>
                <a:lnTo>
                  <a:pt x="9830" y="45015"/>
                </a:lnTo>
                <a:lnTo>
                  <a:pt x="9830" y="45015"/>
                </a:lnTo>
                <a:lnTo>
                  <a:pt x="9830" y="45015"/>
                </a:lnTo>
                <a:lnTo>
                  <a:pt x="9831" y="45015"/>
                </a:lnTo>
                <a:lnTo>
                  <a:pt x="9831" y="45015"/>
                </a:lnTo>
                <a:lnTo>
                  <a:pt x="9831" y="45015"/>
                </a:lnTo>
                <a:lnTo>
                  <a:pt x="9831" y="45015"/>
                </a:lnTo>
                <a:lnTo>
                  <a:pt x="9831" y="45015"/>
                </a:lnTo>
                <a:lnTo>
                  <a:pt x="9831" y="45015"/>
                </a:lnTo>
                <a:lnTo>
                  <a:pt x="9831" y="45015"/>
                </a:lnTo>
                <a:lnTo>
                  <a:pt x="9831" y="45015"/>
                </a:lnTo>
                <a:lnTo>
                  <a:pt x="9831" y="45015"/>
                </a:lnTo>
                <a:lnTo>
                  <a:pt x="9832" y="45015"/>
                </a:lnTo>
                <a:lnTo>
                  <a:pt x="9832" y="45015"/>
                </a:lnTo>
                <a:lnTo>
                  <a:pt x="9832" y="45015"/>
                </a:lnTo>
                <a:lnTo>
                  <a:pt x="9832" y="45015"/>
                </a:lnTo>
                <a:lnTo>
                  <a:pt x="9832" y="45015"/>
                </a:lnTo>
                <a:lnTo>
                  <a:pt x="9832" y="45015"/>
                </a:lnTo>
                <a:lnTo>
                  <a:pt x="9832" y="45015"/>
                </a:lnTo>
                <a:lnTo>
                  <a:pt x="9832" y="45015"/>
                </a:lnTo>
                <a:lnTo>
                  <a:pt x="9832" y="45015"/>
                </a:lnTo>
                <a:lnTo>
                  <a:pt x="9833" y="45015"/>
                </a:lnTo>
                <a:lnTo>
                  <a:pt x="9833" y="45015"/>
                </a:lnTo>
                <a:lnTo>
                  <a:pt x="9833" y="45015"/>
                </a:lnTo>
                <a:lnTo>
                  <a:pt x="9833" y="45015"/>
                </a:lnTo>
                <a:lnTo>
                  <a:pt x="9833" y="45015"/>
                </a:lnTo>
                <a:lnTo>
                  <a:pt x="9833" y="45015"/>
                </a:lnTo>
                <a:lnTo>
                  <a:pt x="9833" y="45015"/>
                </a:lnTo>
                <a:lnTo>
                  <a:pt x="9833" y="45015"/>
                </a:lnTo>
                <a:lnTo>
                  <a:pt x="9833" y="45015"/>
                </a:lnTo>
                <a:lnTo>
                  <a:pt x="9834" y="45015"/>
                </a:lnTo>
                <a:lnTo>
                  <a:pt x="9834" y="45015"/>
                </a:lnTo>
                <a:lnTo>
                  <a:pt x="9834" y="45015"/>
                </a:lnTo>
                <a:lnTo>
                  <a:pt x="9834" y="45015"/>
                </a:lnTo>
                <a:lnTo>
                  <a:pt x="9834" y="45015"/>
                </a:lnTo>
                <a:lnTo>
                  <a:pt x="9834" y="45015"/>
                </a:lnTo>
                <a:lnTo>
                  <a:pt x="9834" y="45015"/>
                </a:lnTo>
                <a:lnTo>
                  <a:pt x="9834" y="45015"/>
                </a:lnTo>
                <a:lnTo>
                  <a:pt x="9834" y="45015"/>
                </a:lnTo>
                <a:lnTo>
                  <a:pt x="9835" y="45015"/>
                </a:lnTo>
                <a:lnTo>
                  <a:pt x="9835" y="45015"/>
                </a:lnTo>
                <a:lnTo>
                  <a:pt x="9835" y="45015"/>
                </a:lnTo>
                <a:lnTo>
                  <a:pt x="9835" y="45015"/>
                </a:lnTo>
                <a:lnTo>
                  <a:pt x="9835" y="45015"/>
                </a:lnTo>
                <a:lnTo>
                  <a:pt x="9835" y="45015"/>
                </a:lnTo>
                <a:lnTo>
                  <a:pt x="9835" y="45015"/>
                </a:lnTo>
                <a:lnTo>
                  <a:pt x="9835" y="45015"/>
                </a:lnTo>
                <a:lnTo>
                  <a:pt x="9835" y="45015"/>
                </a:lnTo>
                <a:lnTo>
                  <a:pt x="9835" y="45015"/>
                </a:lnTo>
                <a:lnTo>
                  <a:pt x="9836" y="45015"/>
                </a:lnTo>
                <a:lnTo>
                  <a:pt x="9836" y="45015"/>
                </a:lnTo>
                <a:lnTo>
                  <a:pt x="9836" y="45015"/>
                </a:lnTo>
                <a:lnTo>
                  <a:pt x="9836" y="45015"/>
                </a:lnTo>
                <a:lnTo>
                  <a:pt x="9836" y="45015"/>
                </a:lnTo>
                <a:lnTo>
                  <a:pt x="9836" y="45015"/>
                </a:lnTo>
                <a:lnTo>
                  <a:pt x="9836" y="45015"/>
                </a:lnTo>
                <a:lnTo>
                  <a:pt x="9836" y="45015"/>
                </a:lnTo>
                <a:lnTo>
                  <a:pt x="9836" y="45015"/>
                </a:lnTo>
                <a:lnTo>
                  <a:pt x="9837" y="45015"/>
                </a:lnTo>
                <a:lnTo>
                  <a:pt x="9837" y="45015"/>
                </a:lnTo>
                <a:lnTo>
                  <a:pt x="9837" y="45015"/>
                </a:lnTo>
                <a:lnTo>
                  <a:pt x="9837" y="45015"/>
                </a:lnTo>
                <a:lnTo>
                  <a:pt x="9837" y="45015"/>
                </a:lnTo>
                <a:lnTo>
                  <a:pt x="9837" y="45015"/>
                </a:lnTo>
                <a:lnTo>
                  <a:pt x="9837" y="45015"/>
                </a:lnTo>
                <a:lnTo>
                  <a:pt x="9837" y="45015"/>
                </a:lnTo>
                <a:lnTo>
                  <a:pt x="9837" y="45015"/>
                </a:lnTo>
                <a:lnTo>
                  <a:pt x="9838" y="45015"/>
                </a:lnTo>
                <a:lnTo>
                  <a:pt x="9838" y="45015"/>
                </a:lnTo>
                <a:lnTo>
                  <a:pt x="9838" y="45015"/>
                </a:lnTo>
                <a:lnTo>
                  <a:pt x="9838" y="45015"/>
                </a:lnTo>
                <a:lnTo>
                  <a:pt x="9838" y="45015"/>
                </a:lnTo>
                <a:lnTo>
                  <a:pt x="9838" y="45015"/>
                </a:lnTo>
                <a:lnTo>
                  <a:pt x="9838" y="45015"/>
                </a:lnTo>
                <a:lnTo>
                  <a:pt x="9838" y="45015"/>
                </a:lnTo>
                <a:lnTo>
                  <a:pt x="9838" y="45015"/>
                </a:lnTo>
                <a:lnTo>
                  <a:pt x="9839" y="45015"/>
                </a:lnTo>
                <a:lnTo>
                  <a:pt x="9839" y="45015"/>
                </a:lnTo>
                <a:lnTo>
                  <a:pt x="9839" y="45015"/>
                </a:lnTo>
                <a:lnTo>
                  <a:pt x="9839" y="45015"/>
                </a:lnTo>
                <a:lnTo>
                  <a:pt x="9839" y="45015"/>
                </a:lnTo>
                <a:lnTo>
                  <a:pt x="9839" y="45015"/>
                </a:lnTo>
                <a:lnTo>
                  <a:pt x="9839" y="45015"/>
                </a:lnTo>
                <a:lnTo>
                  <a:pt x="9839" y="45015"/>
                </a:lnTo>
                <a:lnTo>
                  <a:pt x="9839" y="45015"/>
                </a:lnTo>
                <a:lnTo>
                  <a:pt x="9840" y="45015"/>
                </a:lnTo>
                <a:lnTo>
                  <a:pt x="9840" y="45015"/>
                </a:lnTo>
                <a:lnTo>
                  <a:pt x="9840" y="45015"/>
                </a:lnTo>
                <a:lnTo>
                  <a:pt x="9840" y="45015"/>
                </a:lnTo>
                <a:lnTo>
                  <a:pt x="9840" y="45015"/>
                </a:lnTo>
                <a:lnTo>
                  <a:pt x="9840" y="45015"/>
                </a:lnTo>
                <a:lnTo>
                  <a:pt x="9840" y="45015"/>
                </a:lnTo>
                <a:lnTo>
                  <a:pt x="9840" y="45015"/>
                </a:lnTo>
                <a:lnTo>
                  <a:pt x="9840" y="45015"/>
                </a:lnTo>
                <a:lnTo>
                  <a:pt x="9841" y="45015"/>
                </a:lnTo>
                <a:lnTo>
                  <a:pt x="9841" y="45015"/>
                </a:lnTo>
                <a:lnTo>
                  <a:pt x="9841" y="45015"/>
                </a:lnTo>
                <a:lnTo>
                  <a:pt x="9841" y="45015"/>
                </a:lnTo>
                <a:lnTo>
                  <a:pt x="9841" y="45015"/>
                </a:lnTo>
                <a:lnTo>
                  <a:pt x="9841" y="45015"/>
                </a:lnTo>
                <a:lnTo>
                  <a:pt x="9841" y="45015"/>
                </a:lnTo>
                <a:lnTo>
                  <a:pt x="9841" y="45015"/>
                </a:lnTo>
                <a:lnTo>
                  <a:pt x="9841" y="45015"/>
                </a:lnTo>
                <a:lnTo>
                  <a:pt x="9841" y="45015"/>
                </a:lnTo>
                <a:lnTo>
                  <a:pt x="9842" y="45015"/>
                </a:lnTo>
                <a:lnTo>
                  <a:pt x="9842" y="45015"/>
                </a:lnTo>
                <a:lnTo>
                  <a:pt x="9842" y="45015"/>
                </a:lnTo>
                <a:lnTo>
                  <a:pt x="9842" y="45015"/>
                </a:lnTo>
                <a:lnTo>
                  <a:pt x="9842" y="45015"/>
                </a:lnTo>
                <a:lnTo>
                  <a:pt x="9842" y="45015"/>
                </a:lnTo>
                <a:lnTo>
                  <a:pt x="9842" y="45015"/>
                </a:lnTo>
                <a:lnTo>
                  <a:pt x="9842" y="45015"/>
                </a:lnTo>
                <a:lnTo>
                  <a:pt x="9842" y="45015"/>
                </a:lnTo>
                <a:lnTo>
                  <a:pt x="9843" y="45015"/>
                </a:lnTo>
                <a:lnTo>
                  <a:pt x="9843" y="45015"/>
                </a:lnTo>
                <a:lnTo>
                  <a:pt x="9843" y="45015"/>
                </a:lnTo>
                <a:lnTo>
                  <a:pt x="9843" y="45015"/>
                </a:lnTo>
                <a:lnTo>
                  <a:pt x="9843" y="45015"/>
                </a:lnTo>
                <a:lnTo>
                  <a:pt x="9843" y="45015"/>
                </a:lnTo>
                <a:lnTo>
                  <a:pt x="9843" y="45015"/>
                </a:lnTo>
                <a:lnTo>
                  <a:pt x="9843" y="45015"/>
                </a:lnTo>
                <a:lnTo>
                  <a:pt x="9843" y="45015"/>
                </a:lnTo>
                <a:lnTo>
                  <a:pt x="9844" y="45015"/>
                </a:lnTo>
                <a:lnTo>
                  <a:pt x="9844" y="45015"/>
                </a:lnTo>
                <a:lnTo>
                  <a:pt x="9844" y="45015"/>
                </a:lnTo>
                <a:lnTo>
                  <a:pt x="9844" y="45015"/>
                </a:lnTo>
                <a:lnTo>
                  <a:pt x="9844" y="45015"/>
                </a:lnTo>
                <a:lnTo>
                  <a:pt x="9844" y="45015"/>
                </a:lnTo>
                <a:lnTo>
                  <a:pt x="9844" y="45015"/>
                </a:lnTo>
                <a:lnTo>
                  <a:pt x="9844" y="45015"/>
                </a:lnTo>
                <a:lnTo>
                  <a:pt x="9844" y="45015"/>
                </a:lnTo>
                <a:lnTo>
                  <a:pt x="9845" y="45015"/>
                </a:lnTo>
                <a:lnTo>
                  <a:pt x="9845" y="45015"/>
                </a:lnTo>
                <a:lnTo>
                  <a:pt x="9845" y="45015"/>
                </a:lnTo>
                <a:lnTo>
                  <a:pt x="9845" y="45015"/>
                </a:lnTo>
                <a:lnTo>
                  <a:pt x="9845" y="45015"/>
                </a:lnTo>
                <a:lnTo>
                  <a:pt x="9845" y="45015"/>
                </a:lnTo>
                <a:lnTo>
                  <a:pt x="9845" y="45015"/>
                </a:lnTo>
                <a:lnTo>
                  <a:pt x="9845" y="45015"/>
                </a:lnTo>
                <a:lnTo>
                  <a:pt x="9845" y="45015"/>
                </a:lnTo>
                <a:lnTo>
                  <a:pt x="9845" y="45015"/>
                </a:lnTo>
                <a:lnTo>
                  <a:pt x="9846" y="45015"/>
                </a:lnTo>
                <a:lnTo>
                  <a:pt x="9846" y="45015"/>
                </a:lnTo>
                <a:lnTo>
                  <a:pt x="9846" y="45015"/>
                </a:lnTo>
                <a:lnTo>
                  <a:pt x="9846" y="45015"/>
                </a:lnTo>
                <a:lnTo>
                  <a:pt x="9846" y="45015"/>
                </a:lnTo>
                <a:lnTo>
                  <a:pt x="9846" y="45015"/>
                </a:lnTo>
                <a:lnTo>
                  <a:pt x="9846" y="45015"/>
                </a:lnTo>
                <a:lnTo>
                  <a:pt x="9846" y="45015"/>
                </a:lnTo>
                <a:lnTo>
                  <a:pt x="9846" y="45015"/>
                </a:lnTo>
                <a:lnTo>
                  <a:pt x="9847" y="45015"/>
                </a:lnTo>
                <a:lnTo>
                  <a:pt x="9847" y="45015"/>
                </a:lnTo>
                <a:lnTo>
                  <a:pt x="9847" y="45015"/>
                </a:lnTo>
                <a:lnTo>
                  <a:pt x="9847" y="45015"/>
                </a:lnTo>
                <a:lnTo>
                  <a:pt x="9847" y="45015"/>
                </a:lnTo>
                <a:lnTo>
                  <a:pt x="9847" y="45015"/>
                </a:lnTo>
                <a:lnTo>
                  <a:pt x="9847" y="45015"/>
                </a:lnTo>
                <a:lnTo>
                  <a:pt x="9847" y="45015"/>
                </a:lnTo>
                <a:lnTo>
                  <a:pt x="9847" y="45015"/>
                </a:lnTo>
                <a:lnTo>
                  <a:pt x="9848" y="45015"/>
                </a:lnTo>
                <a:lnTo>
                  <a:pt x="9848" y="45015"/>
                </a:lnTo>
                <a:lnTo>
                  <a:pt x="9848" y="45015"/>
                </a:lnTo>
                <a:lnTo>
                  <a:pt x="9848" y="45015"/>
                </a:lnTo>
                <a:lnTo>
                  <a:pt x="9848" y="45015"/>
                </a:lnTo>
                <a:lnTo>
                  <a:pt x="9848" y="45015"/>
                </a:lnTo>
                <a:lnTo>
                  <a:pt x="9848" y="45015"/>
                </a:lnTo>
                <a:lnTo>
                  <a:pt x="9848" y="45015"/>
                </a:lnTo>
                <a:lnTo>
                  <a:pt x="9848" y="45015"/>
                </a:lnTo>
                <a:lnTo>
                  <a:pt x="9849" y="45015"/>
                </a:lnTo>
                <a:lnTo>
                  <a:pt x="9849" y="45015"/>
                </a:lnTo>
                <a:lnTo>
                  <a:pt x="9849" y="45015"/>
                </a:lnTo>
                <a:lnTo>
                  <a:pt x="9849" y="45015"/>
                </a:lnTo>
                <a:lnTo>
                  <a:pt x="9849" y="45015"/>
                </a:lnTo>
                <a:lnTo>
                  <a:pt x="9849" y="45015"/>
                </a:lnTo>
                <a:lnTo>
                  <a:pt x="9849" y="45015"/>
                </a:lnTo>
                <a:lnTo>
                  <a:pt x="9849" y="45015"/>
                </a:lnTo>
                <a:lnTo>
                  <a:pt x="9849" y="45015"/>
                </a:lnTo>
                <a:lnTo>
                  <a:pt x="9850" y="45015"/>
                </a:lnTo>
                <a:lnTo>
                  <a:pt x="9850" y="45015"/>
                </a:lnTo>
                <a:lnTo>
                  <a:pt x="9850" y="45015"/>
                </a:lnTo>
                <a:lnTo>
                  <a:pt x="9850" y="45015"/>
                </a:lnTo>
                <a:lnTo>
                  <a:pt x="9850" y="45015"/>
                </a:lnTo>
                <a:lnTo>
                  <a:pt x="9850" y="45015"/>
                </a:lnTo>
                <a:lnTo>
                  <a:pt x="9850" y="45015"/>
                </a:lnTo>
                <a:lnTo>
                  <a:pt x="9850" y="45015"/>
                </a:lnTo>
                <a:lnTo>
                  <a:pt x="9850" y="45015"/>
                </a:lnTo>
                <a:lnTo>
                  <a:pt x="9850" y="45015"/>
                </a:lnTo>
                <a:lnTo>
                  <a:pt x="9851" y="45015"/>
                </a:lnTo>
                <a:lnTo>
                  <a:pt x="9851" y="45015"/>
                </a:lnTo>
                <a:lnTo>
                  <a:pt x="9851" y="45015"/>
                </a:lnTo>
                <a:lnTo>
                  <a:pt x="9851" y="45015"/>
                </a:lnTo>
                <a:lnTo>
                  <a:pt x="9851" y="45015"/>
                </a:lnTo>
                <a:lnTo>
                  <a:pt x="9851" y="45015"/>
                </a:lnTo>
                <a:lnTo>
                  <a:pt x="9851" y="45015"/>
                </a:lnTo>
                <a:lnTo>
                  <a:pt x="9851" y="45015"/>
                </a:lnTo>
                <a:lnTo>
                  <a:pt x="9851" y="45015"/>
                </a:lnTo>
                <a:lnTo>
                  <a:pt x="9852" y="45015"/>
                </a:lnTo>
                <a:lnTo>
                  <a:pt x="9852" y="45015"/>
                </a:lnTo>
                <a:lnTo>
                  <a:pt x="9852" y="45015"/>
                </a:lnTo>
                <a:lnTo>
                  <a:pt x="9852" y="45015"/>
                </a:lnTo>
                <a:lnTo>
                  <a:pt x="9852" y="45015"/>
                </a:lnTo>
                <a:lnTo>
                  <a:pt x="9852" y="45015"/>
                </a:lnTo>
                <a:lnTo>
                  <a:pt x="9852" y="45015"/>
                </a:lnTo>
                <a:lnTo>
                  <a:pt x="9852" y="45015"/>
                </a:lnTo>
                <a:lnTo>
                  <a:pt x="9852" y="45015"/>
                </a:lnTo>
                <a:lnTo>
                  <a:pt x="9853" y="45015"/>
                </a:lnTo>
                <a:lnTo>
                  <a:pt x="9853" y="45015"/>
                </a:lnTo>
                <a:lnTo>
                  <a:pt x="9853" y="45015"/>
                </a:lnTo>
                <a:lnTo>
                  <a:pt x="9853" y="45015"/>
                </a:lnTo>
                <a:lnTo>
                  <a:pt x="9853" y="45015"/>
                </a:lnTo>
                <a:lnTo>
                  <a:pt x="9853" y="45015"/>
                </a:lnTo>
                <a:lnTo>
                  <a:pt x="9853" y="45015"/>
                </a:lnTo>
                <a:lnTo>
                  <a:pt x="9853" y="45015"/>
                </a:lnTo>
                <a:lnTo>
                  <a:pt x="9853" y="45015"/>
                </a:lnTo>
                <a:lnTo>
                  <a:pt x="9854" y="45015"/>
                </a:lnTo>
                <a:lnTo>
                  <a:pt x="9854" y="45015"/>
                </a:lnTo>
                <a:lnTo>
                  <a:pt x="9854" y="45015"/>
                </a:lnTo>
                <a:lnTo>
                  <a:pt x="9854" y="45015"/>
                </a:lnTo>
                <a:lnTo>
                  <a:pt x="9854" y="45015"/>
                </a:lnTo>
                <a:lnTo>
                  <a:pt x="9854" y="45015"/>
                </a:lnTo>
                <a:lnTo>
                  <a:pt x="9854" y="45015"/>
                </a:lnTo>
                <a:lnTo>
                  <a:pt x="9854" y="45015"/>
                </a:lnTo>
                <a:lnTo>
                  <a:pt x="9854" y="45015"/>
                </a:lnTo>
                <a:lnTo>
                  <a:pt x="9854" y="45015"/>
                </a:lnTo>
                <a:lnTo>
                  <a:pt x="9855" y="45015"/>
                </a:lnTo>
                <a:lnTo>
                  <a:pt x="9855" y="45015"/>
                </a:lnTo>
                <a:lnTo>
                  <a:pt x="9855" y="45015"/>
                </a:lnTo>
                <a:lnTo>
                  <a:pt x="9855" y="45015"/>
                </a:lnTo>
                <a:lnTo>
                  <a:pt x="9855" y="45015"/>
                </a:lnTo>
                <a:lnTo>
                  <a:pt x="9855" y="45015"/>
                </a:lnTo>
                <a:lnTo>
                  <a:pt x="9855" y="45015"/>
                </a:lnTo>
                <a:lnTo>
                  <a:pt x="9855" y="45015"/>
                </a:lnTo>
                <a:lnTo>
                  <a:pt x="9855" y="45015"/>
                </a:lnTo>
                <a:lnTo>
                  <a:pt x="9856" y="45015"/>
                </a:lnTo>
                <a:lnTo>
                  <a:pt x="9856" y="45015"/>
                </a:lnTo>
                <a:lnTo>
                  <a:pt x="9856" y="45015"/>
                </a:lnTo>
                <a:lnTo>
                  <a:pt x="9856" y="45015"/>
                </a:lnTo>
                <a:lnTo>
                  <a:pt x="9856" y="45015"/>
                </a:lnTo>
                <a:lnTo>
                  <a:pt x="9856" y="45015"/>
                </a:lnTo>
                <a:lnTo>
                  <a:pt x="9856" y="45015"/>
                </a:lnTo>
                <a:lnTo>
                  <a:pt x="9856" y="45015"/>
                </a:lnTo>
                <a:lnTo>
                  <a:pt x="9856" y="45015"/>
                </a:lnTo>
                <a:lnTo>
                  <a:pt x="9857" y="45015"/>
                </a:lnTo>
                <a:lnTo>
                  <a:pt x="9857" y="45015"/>
                </a:lnTo>
                <a:lnTo>
                  <a:pt x="9857" y="45015"/>
                </a:lnTo>
                <a:lnTo>
                  <a:pt x="9857" y="45015"/>
                </a:lnTo>
                <a:lnTo>
                  <a:pt x="9857" y="45015"/>
                </a:lnTo>
                <a:lnTo>
                  <a:pt x="9857" y="45015"/>
                </a:lnTo>
                <a:lnTo>
                  <a:pt x="9857" y="45015"/>
                </a:lnTo>
                <a:lnTo>
                  <a:pt x="9857" y="45015"/>
                </a:lnTo>
                <a:lnTo>
                  <a:pt x="9857" y="45015"/>
                </a:lnTo>
                <a:lnTo>
                  <a:pt x="9858" y="45015"/>
                </a:lnTo>
                <a:lnTo>
                  <a:pt x="9858" y="45015"/>
                </a:lnTo>
                <a:lnTo>
                  <a:pt x="9858" y="45015"/>
                </a:lnTo>
                <a:lnTo>
                  <a:pt x="9858" y="45015"/>
                </a:lnTo>
                <a:lnTo>
                  <a:pt x="9858" y="45015"/>
                </a:lnTo>
                <a:lnTo>
                  <a:pt x="9858" y="45015"/>
                </a:lnTo>
                <a:lnTo>
                  <a:pt x="9858" y="45015"/>
                </a:lnTo>
                <a:lnTo>
                  <a:pt x="9858" y="45015"/>
                </a:lnTo>
                <a:lnTo>
                  <a:pt x="9858" y="45015"/>
                </a:lnTo>
                <a:lnTo>
                  <a:pt x="9858" y="45015"/>
                </a:lnTo>
                <a:lnTo>
                  <a:pt x="9859" y="45015"/>
                </a:lnTo>
                <a:lnTo>
                  <a:pt x="9859" y="45015"/>
                </a:lnTo>
                <a:lnTo>
                  <a:pt x="9859" y="45015"/>
                </a:lnTo>
                <a:lnTo>
                  <a:pt x="9859" y="45015"/>
                </a:lnTo>
                <a:lnTo>
                  <a:pt x="9859" y="45015"/>
                </a:lnTo>
                <a:lnTo>
                  <a:pt x="9859" y="45015"/>
                </a:lnTo>
                <a:lnTo>
                  <a:pt x="9859" y="45015"/>
                </a:lnTo>
                <a:lnTo>
                  <a:pt x="9859" y="45015"/>
                </a:lnTo>
                <a:lnTo>
                  <a:pt x="9859" y="45015"/>
                </a:lnTo>
                <a:lnTo>
                  <a:pt x="9860" y="45015"/>
                </a:lnTo>
                <a:lnTo>
                  <a:pt x="9860" y="45015"/>
                </a:lnTo>
                <a:lnTo>
                  <a:pt x="9860" y="45015"/>
                </a:lnTo>
                <a:lnTo>
                  <a:pt x="9860" y="45015"/>
                </a:lnTo>
                <a:lnTo>
                  <a:pt x="9860" y="45015"/>
                </a:lnTo>
                <a:lnTo>
                  <a:pt x="9860" y="45015"/>
                </a:lnTo>
                <a:lnTo>
                  <a:pt x="9860" y="45015"/>
                </a:lnTo>
                <a:lnTo>
                  <a:pt x="9860" y="45015"/>
                </a:lnTo>
                <a:lnTo>
                  <a:pt x="9860" y="45015"/>
                </a:lnTo>
                <a:lnTo>
                  <a:pt x="9861" y="45015"/>
                </a:lnTo>
                <a:lnTo>
                  <a:pt x="9861" y="45015"/>
                </a:lnTo>
                <a:lnTo>
                  <a:pt x="9861" y="45015"/>
                </a:lnTo>
                <a:lnTo>
                  <a:pt x="9861" y="45015"/>
                </a:lnTo>
                <a:lnTo>
                  <a:pt x="9861" y="45015"/>
                </a:lnTo>
                <a:lnTo>
                  <a:pt x="9861" y="45015"/>
                </a:lnTo>
                <a:lnTo>
                  <a:pt x="9861" y="45015"/>
                </a:lnTo>
                <a:lnTo>
                  <a:pt x="9861" y="45015"/>
                </a:lnTo>
                <a:lnTo>
                  <a:pt x="9861" y="45015"/>
                </a:lnTo>
                <a:lnTo>
                  <a:pt x="9861" y="45015"/>
                </a:lnTo>
                <a:lnTo>
                  <a:pt x="9862" y="45015"/>
                </a:lnTo>
                <a:lnTo>
                  <a:pt x="9862" y="45015"/>
                </a:lnTo>
                <a:lnTo>
                  <a:pt x="9862" y="45015"/>
                </a:lnTo>
                <a:lnTo>
                  <a:pt x="9862" y="45015"/>
                </a:lnTo>
                <a:lnTo>
                  <a:pt x="9862" y="45015"/>
                </a:lnTo>
                <a:lnTo>
                  <a:pt x="9862" y="45015"/>
                </a:lnTo>
                <a:lnTo>
                  <a:pt x="9862" y="45015"/>
                </a:lnTo>
                <a:lnTo>
                  <a:pt x="9862" y="45015"/>
                </a:lnTo>
                <a:lnTo>
                  <a:pt x="9862" y="45015"/>
                </a:lnTo>
                <a:lnTo>
                  <a:pt x="9863" y="45015"/>
                </a:lnTo>
                <a:lnTo>
                  <a:pt x="9863" y="45015"/>
                </a:lnTo>
                <a:lnTo>
                  <a:pt x="9863" y="45015"/>
                </a:lnTo>
                <a:lnTo>
                  <a:pt x="9863" y="45015"/>
                </a:lnTo>
                <a:lnTo>
                  <a:pt x="9863" y="45015"/>
                </a:lnTo>
                <a:lnTo>
                  <a:pt x="9863" y="45015"/>
                </a:lnTo>
                <a:lnTo>
                  <a:pt x="9863" y="45015"/>
                </a:lnTo>
                <a:lnTo>
                  <a:pt x="9863" y="45015"/>
                </a:lnTo>
                <a:lnTo>
                  <a:pt x="9863" y="45015"/>
                </a:lnTo>
                <a:lnTo>
                  <a:pt x="9864" y="45015"/>
                </a:lnTo>
                <a:lnTo>
                  <a:pt x="9864" y="45015"/>
                </a:lnTo>
                <a:lnTo>
                  <a:pt x="9864" y="45015"/>
                </a:lnTo>
                <a:lnTo>
                  <a:pt x="9864" y="45015"/>
                </a:lnTo>
                <a:lnTo>
                  <a:pt x="9864" y="45015"/>
                </a:lnTo>
                <a:lnTo>
                  <a:pt x="9864" y="45015"/>
                </a:lnTo>
                <a:lnTo>
                  <a:pt x="9864" y="45015"/>
                </a:lnTo>
                <a:lnTo>
                  <a:pt x="9864" y="45015"/>
                </a:lnTo>
                <a:lnTo>
                  <a:pt x="9864" y="45015"/>
                </a:lnTo>
                <a:lnTo>
                  <a:pt x="9864" y="45015"/>
                </a:lnTo>
                <a:lnTo>
                  <a:pt x="9865" y="45015"/>
                </a:lnTo>
                <a:lnTo>
                  <a:pt x="9865" y="45015"/>
                </a:lnTo>
                <a:lnTo>
                  <a:pt x="9865" y="45015"/>
                </a:lnTo>
                <a:lnTo>
                  <a:pt x="9865" y="45015"/>
                </a:lnTo>
                <a:lnTo>
                  <a:pt x="9865" y="45015"/>
                </a:lnTo>
                <a:lnTo>
                  <a:pt x="9865" y="45015"/>
                </a:lnTo>
                <a:lnTo>
                  <a:pt x="9865" y="45015"/>
                </a:lnTo>
                <a:lnTo>
                  <a:pt x="9865" y="45015"/>
                </a:lnTo>
                <a:lnTo>
                  <a:pt x="9865" y="45015"/>
                </a:lnTo>
                <a:lnTo>
                  <a:pt x="9866" y="45015"/>
                </a:lnTo>
                <a:lnTo>
                  <a:pt x="9866" y="45015"/>
                </a:lnTo>
                <a:lnTo>
                  <a:pt x="9866" y="45015"/>
                </a:lnTo>
                <a:lnTo>
                  <a:pt x="9866" y="45015"/>
                </a:lnTo>
                <a:lnTo>
                  <a:pt x="9866" y="45015"/>
                </a:lnTo>
                <a:lnTo>
                  <a:pt x="9866" y="45015"/>
                </a:lnTo>
                <a:lnTo>
                  <a:pt x="9866" y="45015"/>
                </a:lnTo>
                <a:lnTo>
                  <a:pt x="9866" y="45015"/>
                </a:lnTo>
                <a:lnTo>
                  <a:pt x="9866" y="45015"/>
                </a:lnTo>
                <a:lnTo>
                  <a:pt x="9867" y="45015"/>
                </a:lnTo>
                <a:lnTo>
                  <a:pt x="9867" y="45015"/>
                </a:lnTo>
                <a:lnTo>
                  <a:pt x="9867" y="45015"/>
                </a:lnTo>
                <a:lnTo>
                  <a:pt x="9867" y="45015"/>
                </a:lnTo>
                <a:lnTo>
                  <a:pt x="9867" y="45015"/>
                </a:lnTo>
                <a:lnTo>
                  <a:pt x="9867" y="45015"/>
                </a:lnTo>
                <a:lnTo>
                  <a:pt x="9867" y="45015"/>
                </a:lnTo>
                <a:lnTo>
                  <a:pt x="9867" y="45015"/>
                </a:lnTo>
                <a:lnTo>
                  <a:pt x="9867" y="45015"/>
                </a:lnTo>
                <a:lnTo>
                  <a:pt x="9867" y="45015"/>
                </a:lnTo>
                <a:lnTo>
                  <a:pt x="9868" y="45015"/>
                </a:lnTo>
                <a:lnTo>
                  <a:pt x="9868" y="45015"/>
                </a:lnTo>
                <a:lnTo>
                  <a:pt x="9868" y="45015"/>
                </a:lnTo>
                <a:lnTo>
                  <a:pt x="9868" y="45015"/>
                </a:lnTo>
                <a:lnTo>
                  <a:pt x="9868" y="45015"/>
                </a:lnTo>
                <a:lnTo>
                  <a:pt x="9868" y="45015"/>
                </a:lnTo>
                <a:lnTo>
                  <a:pt x="9868" y="45015"/>
                </a:lnTo>
                <a:lnTo>
                  <a:pt x="9868" y="45015"/>
                </a:lnTo>
                <a:lnTo>
                  <a:pt x="9868" y="45015"/>
                </a:lnTo>
                <a:lnTo>
                  <a:pt x="9869" y="45015"/>
                </a:lnTo>
                <a:lnTo>
                  <a:pt x="9869" y="45015"/>
                </a:lnTo>
                <a:lnTo>
                  <a:pt x="9869" y="45015"/>
                </a:lnTo>
                <a:lnTo>
                  <a:pt x="9869" y="45015"/>
                </a:lnTo>
                <a:lnTo>
                  <a:pt x="9869" y="45015"/>
                </a:lnTo>
                <a:lnTo>
                  <a:pt x="9869" y="45015"/>
                </a:lnTo>
                <a:lnTo>
                  <a:pt x="9869" y="45015"/>
                </a:lnTo>
                <a:lnTo>
                  <a:pt x="9869" y="45015"/>
                </a:lnTo>
                <a:lnTo>
                  <a:pt x="9869" y="45015"/>
                </a:lnTo>
                <a:lnTo>
                  <a:pt x="9870" y="45015"/>
                </a:lnTo>
                <a:lnTo>
                  <a:pt x="9870" y="45015"/>
                </a:lnTo>
                <a:lnTo>
                  <a:pt x="9870" y="45015"/>
                </a:lnTo>
                <a:lnTo>
                  <a:pt x="9870" y="45015"/>
                </a:lnTo>
                <a:lnTo>
                  <a:pt x="9870" y="45015"/>
                </a:lnTo>
                <a:lnTo>
                  <a:pt x="9870" y="45015"/>
                </a:lnTo>
                <a:lnTo>
                  <a:pt x="9870" y="45015"/>
                </a:lnTo>
                <a:lnTo>
                  <a:pt x="9870" y="45015"/>
                </a:lnTo>
                <a:lnTo>
                  <a:pt x="9870" y="45015"/>
                </a:lnTo>
                <a:lnTo>
                  <a:pt x="9870" y="45015"/>
                </a:lnTo>
                <a:lnTo>
                  <a:pt x="9871" y="45015"/>
                </a:lnTo>
                <a:lnTo>
                  <a:pt x="9871" y="45015"/>
                </a:lnTo>
                <a:lnTo>
                  <a:pt x="9871" y="45015"/>
                </a:lnTo>
                <a:lnTo>
                  <a:pt x="9871" y="45015"/>
                </a:lnTo>
                <a:lnTo>
                  <a:pt x="9871" y="45015"/>
                </a:lnTo>
                <a:lnTo>
                  <a:pt x="9871" y="45015"/>
                </a:lnTo>
                <a:lnTo>
                  <a:pt x="9871" y="45015"/>
                </a:lnTo>
                <a:lnTo>
                  <a:pt x="9871" y="45015"/>
                </a:lnTo>
                <a:lnTo>
                  <a:pt x="9871" y="45015"/>
                </a:lnTo>
                <a:lnTo>
                  <a:pt x="9872" y="45015"/>
                </a:lnTo>
                <a:lnTo>
                  <a:pt x="9872" y="45015"/>
                </a:lnTo>
                <a:lnTo>
                  <a:pt x="9872" y="45015"/>
                </a:lnTo>
                <a:lnTo>
                  <a:pt x="9872" y="45015"/>
                </a:lnTo>
                <a:lnTo>
                  <a:pt x="9872" y="45015"/>
                </a:lnTo>
                <a:lnTo>
                  <a:pt x="9872" y="45015"/>
                </a:lnTo>
                <a:lnTo>
                  <a:pt x="9872" y="45015"/>
                </a:lnTo>
                <a:lnTo>
                  <a:pt x="9872" y="45015"/>
                </a:lnTo>
                <a:lnTo>
                  <a:pt x="9872" y="45015"/>
                </a:lnTo>
                <a:lnTo>
                  <a:pt x="9873" y="45015"/>
                </a:lnTo>
                <a:lnTo>
                  <a:pt x="9873" y="45015"/>
                </a:lnTo>
                <a:lnTo>
                  <a:pt x="9873" y="45015"/>
                </a:lnTo>
                <a:lnTo>
                  <a:pt x="9873" y="45015"/>
                </a:lnTo>
                <a:lnTo>
                  <a:pt x="9873" y="45015"/>
                </a:lnTo>
                <a:lnTo>
                  <a:pt x="9873" y="45015"/>
                </a:lnTo>
                <a:lnTo>
                  <a:pt x="9873" y="45015"/>
                </a:lnTo>
                <a:lnTo>
                  <a:pt x="9873" y="45015"/>
                </a:lnTo>
                <a:lnTo>
                  <a:pt x="9873" y="45015"/>
                </a:lnTo>
                <a:lnTo>
                  <a:pt x="9873" y="45015"/>
                </a:lnTo>
                <a:lnTo>
                  <a:pt x="9874" y="45015"/>
                </a:lnTo>
                <a:lnTo>
                  <a:pt x="9874" y="45015"/>
                </a:lnTo>
                <a:lnTo>
                  <a:pt x="9874" y="45015"/>
                </a:lnTo>
                <a:lnTo>
                  <a:pt x="9874" y="45015"/>
                </a:lnTo>
                <a:lnTo>
                  <a:pt x="9874" y="45015"/>
                </a:lnTo>
                <a:lnTo>
                  <a:pt x="9874" y="45015"/>
                </a:lnTo>
                <a:lnTo>
                  <a:pt x="9874" y="45015"/>
                </a:lnTo>
                <a:lnTo>
                  <a:pt x="9874" y="45015"/>
                </a:lnTo>
                <a:lnTo>
                  <a:pt x="9874" y="45015"/>
                </a:lnTo>
                <a:lnTo>
                  <a:pt x="9875" y="45015"/>
                </a:lnTo>
                <a:lnTo>
                  <a:pt x="9875" y="45015"/>
                </a:lnTo>
                <a:lnTo>
                  <a:pt x="9875" y="45015"/>
                </a:lnTo>
                <a:lnTo>
                  <a:pt x="9875" y="45015"/>
                </a:lnTo>
                <a:lnTo>
                  <a:pt x="9875" y="45015"/>
                </a:lnTo>
                <a:lnTo>
                  <a:pt x="9875" y="45015"/>
                </a:lnTo>
                <a:lnTo>
                  <a:pt x="9875" y="45015"/>
                </a:lnTo>
                <a:lnTo>
                  <a:pt x="9875" y="45015"/>
                </a:lnTo>
                <a:lnTo>
                  <a:pt x="9875" y="45015"/>
                </a:lnTo>
                <a:lnTo>
                  <a:pt x="9876" y="45015"/>
                </a:lnTo>
                <a:lnTo>
                  <a:pt x="9876" y="45015"/>
                </a:lnTo>
                <a:lnTo>
                  <a:pt x="9876" y="45015"/>
                </a:lnTo>
                <a:lnTo>
                  <a:pt x="9876" y="45015"/>
                </a:lnTo>
                <a:lnTo>
                  <a:pt x="9876" y="45015"/>
                </a:lnTo>
                <a:lnTo>
                  <a:pt x="9876" y="45015"/>
                </a:lnTo>
                <a:lnTo>
                  <a:pt x="9876" y="45015"/>
                </a:lnTo>
                <a:lnTo>
                  <a:pt x="9876" y="45015"/>
                </a:lnTo>
                <a:lnTo>
                  <a:pt x="9876" y="45015"/>
                </a:lnTo>
                <a:lnTo>
                  <a:pt x="9876" y="45015"/>
                </a:lnTo>
                <a:lnTo>
                  <a:pt x="9877" y="45015"/>
                </a:lnTo>
                <a:lnTo>
                  <a:pt x="9877" y="45015"/>
                </a:lnTo>
                <a:lnTo>
                  <a:pt x="9877" y="45015"/>
                </a:lnTo>
                <a:lnTo>
                  <a:pt x="9877" y="45015"/>
                </a:lnTo>
                <a:lnTo>
                  <a:pt x="9877" y="45015"/>
                </a:lnTo>
                <a:lnTo>
                  <a:pt x="9877" y="45015"/>
                </a:lnTo>
                <a:lnTo>
                  <a:pt x="9877" y="45015"/>
                </a:lnTo>
                <a:lnTo>
                  <a:pt x="9877" y="45015"/>
                </a:lnTo>
                <a:lnTo>
                  <a:pt x="9877" y="45015"/>
                </a:lnTo>
                <a:lnTo>
                  <a:pt x="9878" y="45015"/>
                </a:lnTo>
                <a:lnTo>
                  <a:pt x="9878" y="45015"/>
                </a:lnTo>
                <a:lnTo>
                  <a:pt x="9878" y="45015"/>
                </a:lnTo>
                <a:lnTo>
                  <a:pt x="9878" y="45015"/>
                </a:lnTo>
                <a:lnTo>
                  <a:pt x="9878" y="45015"/>
                </a:lnTo>
                <a:lnTo>
                  <a:pt x="9878" y="45015"/>
                </a:lnTo>
                <a:lnTo>
                  <a:pt x="9878" y="45015"/>
                </a:lnTo>
                <a:lnTo>
                  <a:pt x="9878" y="45015"/>
                </a:lnTo>
                <a:lnTo>
                  <a:pt x="9878" y="45015"/>
                </a:lnTo>
                <a:lnTo>
                  <a:pt x="9879" y="45015"/>
                </a:lnTo>
                <a:lnTo>
                  <a:pt x="9879" y="45015"/>
                </a:lnTo>
                <a:lnTo>
                  <a:pt x="9879" y="45015"/>
                </a:lnTo>
                <a:lnTo>
                  <a:pt x="9879" y="45015"/>
                </a:lnTo>
                <a:lnTo>
                  <a:pt x="9879" y="45015"/>
                </a:lnTo>
                <a:lnTo>
                  <a:pt x="9879" y="45015"/>
                </a:lnTo>
                <a:lnTo>
                  <a:pt x="9879" y="45015"/>
                </a:lnTo>
                <a:lnTo>
                  <a:pt x="9879" y="45015"/>
                </a:lnTo>
                <a:lnTo>
                  <a:pt x="9879" y="45015"/>
                </a:lnTo>
                <a:lnTo>
                  <a:pt x="9879" y="45015"/>
                </a:lnTo>
                <a:lnTo>
                  <a:pt x="9880" y="45015"/>
                </a:lnTo>
                <a:lnTo>
                  <a:pt x="9880" y="45015"/>
                </a:lnTo>
                <a:lnTo>
                  <a:pt x="9880" y="45015"/>
                </a:lnTo>
                <a:lnTo>
                  <a:pt x="9880" y="45015"/>
                </a:lnTo>
                <a:lnTo>
                  <a:pt x="9880" y="45015"/>
                </a:lnTo>
                <a:lnTo>
                  <a:pt x="9880" y="45015"/>
                </a:lnTo>
                <a:lnTo>
                  <a:pt x="9880" y="45015"/>
                </a:lnTo>
                <a:lnTo>
                  <a:pt x="9880" y="45015"/>
                </a:lnTo>
                <a:lnTo>
                  <a:pt x="9880" y="45015"/>
                </a:lnTo>
                <a:lnTo>
                  <a:pt x="9881" y="45015"/>
                </a:lnTo>
                <a:lnTo>
                  <a:pt x="9881" y="45015"/>
                </a:lnTo>
                <a:lnTo>
                  <a:pt x="9881" y="45015"/>
                </a:lnTo>
                <a:lnTo>
                  <a:pt x="9881" y="45015"/>
                </a:lnTo>
                <a:lnTo>
                  <a:pt x="9881" y="45015"/>
                </a:lnTo>
                <a:lnTo>
                  <a:pt x="9881" y="45015"/>
                </a:lnTo>
                <a:lnTo>
                  <a:pt x="9881" y="45015"/>
                </a:lnTo>
                <a:lnTo>
                  <a:pt x="9881" y="45015"/>
                </a:lnTo>
                <a:lnTo>
                  <a:pt x="9881" y="45015"/>
                </a:lnTo>
                <a:lnTo>
                  <a:pt x="9881" y="45015"/>
                </a:lnTo>
                <a:lnTo>
                  <a:pt x="9882" y="45015"/>
                </a:lnTo>
                <a:lnTo>
                  <a:pt x="9882" y="45015"/>
                </a:lnTo>
                <a:lnTo>
                  <a:pt x="9882" y="45015"/>
                </a:lnTo>
                <a:lnTo>
                  <a:pt x="9882" y="45015"/>
                </a:lnTo>
                <a:lnTo>
                  <a:pt x="9882" y="45015"/>
                </a:lnTo>
                <a:lnTo>
                  <a:pt x="9882" y="45015"/>
                </a:lnTo>
                <a:lnTo>
                  <a:pt x="9882" y="45015"/>
                </a:lnTo>
                <a:lnTo>
                  <a:pt x="9882" y="45015"/>
                </a:lnTo>
                <a:lnTo>
                  <a:pt x="9882" y="45015"/>
                </a:lnTo>
                <a:lnTo>
                  <a:pt x="9883" y="45015"/>
                </a:lnTo>
                <a:lnTo>
                  <a:pt x="9883" y="45015"/>
                </a:lnTo>
                <a:lnTo>
                  <a:pt x="9883" y="45015"/>
                </a:lnTo>
                <a:lnTo>
                  <a:pt x="9883" y="45015"/>
                </a:lnTo>
                <a:lnTo>
                  <a:pt x="9883" y="45015"/>
                </a:lnTo>
                <a:lnTo>
                  <a:pt x="9883" y="45015"/>
                </a:lnTo>
                <a:lnTo>
                  <a:pt x="9883" y="45015"/>
                </a:lnTo>
                <a:lnTo>
                  <a:pt x="9883" y="45015"/>
                </a:lnTo>
                <a:lnTo>
                  <a:pt x="9883" y="45015"/>
                </a:lnTo>
                <a:lnTo>
                  <a:pt x="9884" y="45015"/>
                </a:lnTo>
                <a:lnTo>
                  <a:pt x="9884" y="45015"/>
                </a:lnTo>
                <a:lnTo>
                  <a:pt x="9884" y="45015"/>
                </a:lnTo>
                <a:lnTo>
                  <a:pt x="9884" y="45015"/>
                </a:lnTo>
                <a:lnTo>
                  <a:pt x="9884" y="45015"/>
                </a:lnTo>
                <a:lnTo>
                  <a:pt x="9884" y="45015"/>
                </a:lnTo>
                <a:lnTo>
                  <a:pt x="9884" y="45015"/>
                </a:lnTo>
                <a:lnTo>
                  <a:pt x="9884" y="45015"/>
                </a:lnTo>
                <a:lnTo>
                  <a:pt x="9884" y="45015"/>
                </a:lnTo>
                <a:lnTo>
                  <a:pt x="9884" y="45015"/>
                </a:lnTo>
                <a:lnTo>
                  <a:pt x="9885" y="45015"/>
                </a:lnTo>
                <a:lnTo>
                  <a:pt x="9885" y="45015"/>
                </a:lnTo>
                <a:lnTo>
                  <a:pt x="9885" y="45015"/>
                </a:lnTo>
                <a:lnTo>
                  <a:pt x="9885" y="45015"/>
                </a:lnTo>
                <a:lnTo>
                  <a:pt x="9885" y="45015"/>
                </a:lnTo>
                <a:lnTo>
                  <a:pt x="9885" y="45015"/>
                </a:lnTo>
                <a:lnTo>
                  <a:pt x="9885" y="45015"/>
                </a:lnTo>
                <a:lnTo>
                  <a:pt x="9885" y="45015"/>
                </a:lnTo>
                <a:lnTo>
                  <a:pt x="9885" y="45015"/>
                </a:lnTo>
                <a:lnTo>
                  <a:pt x="9886" y="45015"/>
                </a:lnTo>
                <a:lnTo>
                  <a:pt x="9886" y="45015"/>
                </a:lnTo>
                <a:lnTo>
                  <a:pt x="9886" y="45015"/>
                </a:lnTo>
                <a:lnTo>
                  <a:pt x="9886" y="45015"/>
                </a:lnTo>
                <a:lnTo>
                  <a:pt x="9886" y="45015"/>
                </a:lnTo>
                <a:lnTo>
                  <a:pt x="9886" y="45015"/>
                </a:lnTo>
                <a:lnTo>
                  <a:pt x="9886" y="45015"/>
                </a:lnTo>
                <a:lnTo>
                  <a:pt x="9886" y="45015"/>
                </a:lnTo>
                <a:lnTo>
                  <a:pt x="9886" y="45015"/>
                </a:lnTo>
                <a:lnTo>
                  <a:pt x="9886" y="45015"/>
                </a:lnTo>
                <a:lnTo>
                  <a:pt x="9887" y="45015"/>
                </a:lnTo>
                <a:lnTo>
                  <a:pt x="9887" y="45015"/>
                </a:lnTo>
                <a:lnTo>
                  <a:pt x="9887" y="45015"/>
                </a:lnTo>
                <a:lnTo>
                  <a:pt x="9887" y="45015"/>
                </a:lnTo>
                <a:lnTo>
                  <a:pt x="9887" y="45015"/>
                </a:lnTo>
                <a:lnTo>
                  <a:pt x="9887" y="45015"/>
                </a:lnTo>
                <a:lnTo>
                  <a:pt x="9887" y="45015"/>
                </a:lnTo>
                <a:lnTo>
                  <a:pt x="9887" y="45015"/>
                </a:lnTo>
                <a:lnTo>
                  <a:pt x="9887" y="45015"/>
                </a:lnTo>
                <a:lnTo>
                  <a:pt x="9888" y="45015"/>
                </a:lnTo>
                <a:lnTo>
                  <a:pt x="9888" y="45015"/>
                </a:lnTo>
                <a:lnTo>
                  <a:pt x="9888" y="45015"/>
                </a:lnTo>
                <a:lnTo>
                  <a:pt x="9888" y="45015"/>
                </a:lnTo>
                <a:lnTo>
                  <a:pt x="9888" y="45015"/>
                </a:lnTo>
                <a:lnTo>
                  <a:pt x="9888" y="45015"/>
                </a:lnTo>
                <a:lnTo>
                  <a:pt x="9888" y="45015"/>
                </a:lnTo>
                <a:lnTo>
                  <a:pt x="9888" y="45015"/>
                </a:lnTo>
                <a:lnTo>
                  <a:pt x="9888" y="45015"/>
                </a:lnTo>
                <a:lnTo>
                  <a:pt x="9888" y="45015"/>
                </a:lnTo>
                <a:lnTo>
                  <a:pt x="9889" y="45015"/>
                </a:lnTo>
                <a:lnTo>
                  <a:pt x="9889" y="45015"/>
                </a:lnTo>
                <a:lnTo>
                  <a:pt x="9889" y="45015"/>
                </a:lnTo>
                <a:lnTo>
                  <a:pt x="9889" y="45015"/>
                </a:lnTo>
                <a:lnTo>
                  <a:pt x="9889" y="45015"/>
                </a:lnTo>
                <a:lnTo>
                  <a:pt x="9889" y="45015"/>
                </a:lnTo>
                <a:lnTo>
                  <a:pt x="9889" y="45015"/>
                </a:lnTo>
                <a:lnTo>
                  <a:pt x="9889" y="45015"/>
                </a:lnTo>
                <a:lnTo>
                  <a:pt x="9889" y="45015"/>
                </a:lnTo>
                <a:lnTo>
                  <a:pt x="9890" y="45015"/>
                </a:lnTo>
                <a:lnTo>
                  <a:pt x="9890" y="45015"/>
                </a:lnTo>
                <a:lnTo>
                  <a:pt x="9890" y="45015"/>
                </a:lnTo>
                <a:lnTo>
                  <a:pt x="9890" y="45015"/>
                </a:lnTo>
                <a:lnTo>
                  <a:pt x="9890" y="45015"/>
                </a:lnTo>
                <a:lnTo>
                  <a:pt x="9890" y="45015"/>
                </a:lnTo>
                <a:lnTo>
                  <a:pt x="9890" y="45015"/>
                </a:lnTo>
                <a:lnTo>
                  <a:pt x="9890" y="45015"/>
                </a:lnTo>
                <a:lnTo>
                  <a:pt x="9890" y="45015"/>
                </a:lnTo>
                <a:lnTo>
                  <a:pt x="9891" y="45015"/>
                </a:lnTo>
                <a:lnTo>
                  <a:pt x="9891" y="45015"/>
                </a:lnTo>
                <a:lnTo>
                  <a:pt x="9891" y="45015"/>
                </a:lnTo>
                <a:lnTo>
                  <a:pt x="9891" y="45015"/>
                </a:lnTo>
                <a:lnTo>
                  <a:pt x="9891" y="45015"/>
                </a:lnTo>
                <a:lnTo>
                  <a:pt x="9891" y="45015"/>
                </a:lnTo>
                <a:lnTo>
                  <a:pt x="9891" y="45015"/>
                </a:lnTo>
                <a:lnTo>
                  <a:pt x="9891" y="45015"/>
                </a:lnTo>
                <a:lnTo>
                  <a:pt x="9891" y="45015"/>
                </a:lnTo>
                <a:lnTo>
                  <a:pt x="9891" y="45015"/>
                </a:lnTo>
                <a:lnTo>
                  <a:pt x="9892" y="45015"/>
                </a:lnTo>
                <a:lnTo>
                  <a:pt x="9892" y="45015"/>
                </a:lnTo>
                <a:lnTo>
                  <a:pt x="9892" y="45015"/>
                </a:lnTo>
                <a:lnTo>
                  <a:pt x="9892" y="45015"/>
                </a:lnTo>
                <a:lnTo>
                  <a:pt x="9892" y="45015"/>
                </a:lnTo>
                <a:lnTo>
                  <a:pt x="9892" y="45015"/>
                </a:lnTo>
                <a:lnTo>
                  <a:pt x="9892" y="45015"/>
                </a:lnTo>
                <a:lnTo>
                  <a:pt x="9892" y="45015"/>
                </a:lnTo>
                <a:lnTo>
                  <a:pt x="9892" y="45015"/>
                </a:lnTo>
                <a:lnTo>
                  <a:pt x="9893" y="45015"/>
                </a:lnTo>
                <a:lnTo>
                  <a:pt x="9893" y="45015"/>
                </a:lnTo>
                <a:lnTo>
                  <a:pt x="9893" y="45015"/>
                </a:lnTo>
                <a:lnTo>
                  <a:pt x="9893" y="45015"/>
                </a:lnTo>
                <a:lnTo>
                  <a:pt x="9893" y="45015"/>
                </a:lnTo>
                <a:lnTo>
                  <a:pt x="9893" y="45015"/>
                </a:lnTo>
                <a:lnTo>
                  <a:pt x="9893" y="45015"/>
                </a:lnTo>
                <a:lnTo>
                  <a:pt x="9893" y="45015"/>
                </a:lnTo>
                <a:lnTo>
                  <a:pt x="9893" y="45015"/>
                </a:lnTo>
                <a:lnTo>
                  <a:pt x="9893" y="45015"/>
                </a:lnTo>
                <a:lnTo>
                  <a:pt x="9894" y="45015"/>
                </a:lnTo>
                <a:lnTo>
                  <a:pt x="9894" y="45015"/>
                </a:lnTo>
                <a:lnTo>
                  <a:pt x="9894" y="45015"/>
                </a:lnTo>
                <a:lnTo>
                  <a:pt x="9894" y="45015"/>
                </a:lnTo>
                <a:lnTo>
                  <a:pt x="9894" y="45015"/>
                </a:lnTo>
                <a:lnTo>
                  <a:pt x="9894" y="45015"/>
                </a:lnTo>
                <a:lnTo>
                  <a:pt x="9894" y="45015"/>
                </a:lnTo>
                <a:lnTo>
                  <a:pt x="9894" y="45015"/>
                </a:lnTo>
                <a:lnTo>
                  <a:pt x="9894" y="45015"/>
                </a:lnTo>
                <a:lnTo>
                  <a:pt x="9895" y="45015"/>
                </a:lnTo>
                <a:lnTo>
                  <a:pt x="9895" y="45015"/>
                </a:lnTo>
                <a:lnTo>
                  <a:pt x="9895" y="45015"/>
                </a:lnTo>
                <a:lnTo>
                  <a:pt x="9895" y="45015"/>
                </a:lnTo>
                <a:lnTo>
                  <a:pt x="9895" y="45015"/>
                </a:lnTo>
                <a:lnTo>
                  <a:pt x="9895" y="45015"/>
                </a:lnTo>
                <a:lnTo>
                  <a:pt x="9895" y="45015"/>
                </a:lnTo>
                <a:lnTo>
                  <a:pt x="9895" y="45015"/>
                </a:lnTo>
                <a:lnTo>
                  <a:pt x="9895" y="45015"/>
                </a:lnTo>
                <a:lnTo>
                  <a:pt x="9895" y="45015"/>
                </a:lnTo>
                <a:lnTo>
                  <a:pt x="9896" y="45015"/>
                </a:lnTo>
                <a:lnTo>
                  <a:pt x="9896" y="45015"/>
                </a:lnTo>
                <a:lnTo>
                  <a:pt x="9896" y="45015"/>
                </a:lnTo>
                <a:lnTo>
                  <a:pt x="9896" y="45015"/>
                </a:lnTo>
                <a:lnTo>
                  <a:pt x="9896" y="45015"/>
                </a:lnTo>
                <a:lnTo>
                  <a:pt x="9896" y="45015"/>
                </a:lnTo>
                <a:lnTo>
                  <a:pt x="9896" y="45015"/>
                </a:lnTo>
                <a:lnTo>
                  <a:pt x="9896" y="45015"/>
                </a:lnTo>
                <a:lnTo>
                  <a:pt x="9896" y="45015"/>
                </a:lnTo>
                <a:lnTo>
                  <a:pt x="9897" y="45015"/>
                </a:lnTo>
                <a:lnTo>
                  <a:pt x="9897" y="45015"/>
                </a:lnTo>
                <a:lnTo>
                  <a:pt x="9897" y="45015"/>
                </a:lnTo>
                <a:lnTo>
                  <a:pt x="9897" y="45015"/>
                </a:lnTo>
                <a:lnTo>
                  <a:pt x="9897" y="45015"/>
                </a:lnTo>
                <a:lnTo>
                  <a:pt x="9897" y="45015"/>
                </a:lnTo>
                <a:lnTo>
                  <a:pt x="9897" y="45015"/>
                </a:lnTo>
                <a:lnTo>
                  <a:pt x="9897" y="45015"/>
                </a:lnTo>
                <a:lnTo>
                  <a:pt x="9897" y="45015"/>
                </a:lnTo>
                <a:lnTo>
                  <a:pt x="9897" y="45015"/>
                </a:lnTo>
                <a:lnTo>
                  <a:pt x="9898" y="45015"/>
                </a:lnTo>
                <a:lnTo>
                  <a:pt x="9898" y="45015"/>
                </a:lnTo>
                <a:lnTo>
                  <a:pt x="9898" y="45015"/>
                </a:lnTo>
                <a:lnTo>
                  <a:pt x="9898" y="45015"/>
                </a:lnTo>
                <a:lnTo>
                  <a:pt x="9898" y="45015"/>
                </a:lnTo>
                <a:lnTo>
                  <a:pt x="9898" y="45015"/>
                </a:lnTo>
                <a:lnTo>
                  <a:pt x="9898" y="45015"/>
                </a:lnTo>
                <a:lnTo>
                  <a:pt x="9898" y="45015"/>
                </a:lnTo>
                <a:lnTo>
                  <a:pt x="9898" y="45015"/>
                </a:lnTo>
                <a:lnTo>
                  <a:pt x="9899" y="45015"/>
                </a:lnTo>
                <a:lnTo>
                  <a:pt x="9899" y="45015"/>
                </a:lnTo>
                <a:lnTo>
                  <a:pt x="9899" y="45015"/>
                </a:lnTo>
                <a:lnTo>
                  <a:pt x="9899" y="45015"/>
                </a:lnTo>
                <a:lnTo>
                  <a:pt x="9899" y="45015"/>
                </a:lnTo>
                <a:lnTo>
                  <a:pt x="9899" y="45015"/>
                </a:lnTo>
                <a:lnTo>
                  <a:pt x="9899" y="45015"/>
                </a:lnTo>
                <a:lnTo>
                  <a:pt x="9899" y="45015"/>
                </a:lnTo>
                <a:lnTo>
                  <a:pt x="9899" y="45015"/>
                </a:lnTo>
                <a:lnTo>
                  <a:pt x="9899" y="45015"/>
                </a:lnTo>
                <a:lnTo>
                  <a:pt x="9900" y="45015"/>
                </a:lnTo>
                <a:lnTo>
                  <a:pt x="9900" y="45015"/>
                </a:lnTo>
                <a:lnTo>
                  <a:pt x="9900" y="45015"/>
                </a:lnTo>
                <a:lnTo>
                  <a:pt x="9900" y="45015"/>
                </a:lnTo>
                <a:lnTo>
                  <a:pt x="9900" y="45015"/>
                </a:lnTo>
                <a:lnTo>
                  <a:pt x="9900" y="45015"/>
                </a:lnTo>
                <a:lnTo>
                  <a:pt x="9900" y="45015"/>
                </a:lnTo>
                <a:lnTo>
                  <a:pt x="9900" y="45015"/>
                </a:lnTo>
                <a:lnTo>
                  <a:pt x="9900" y="45015"/>
                </a:lnTo>
                <a:lnTo>
                  <a:pt x="9901" y="45015"/>
                </a:lnTo>
                <a:lnTo>
                  <a:pt x="9901" y="45015"/>
                </a:lnTo>
                <a:lnTo>
                  <a:pt x="9901" y="45015"/>
                </a:lnTo>
                <a:lnTo>
                  <a:pt x="9901" y="45015"/>
                </a:lnTo>
                <a:lnTo>
                  <a:pt x="9901" y="45015"/>
                </a:lnTo>
                <a:lnTo>
                  <a:pt x="9901" y="45015"/>
                </a:lnTo>
                <a:lnTo>
                  <a:pt x="9901" y="45015"/>
                </a:lnTo>
                <a:lnTo>
                  <a:pt x="9901" y="45015"/>
                </a:lnTo>
                <a:lnTo>
                  <a:pt x="9901" y="45015"/>
                </a:lnTo>
                <a:lnTo>
                  <a:pt x="9901" y="45015"/>
                </a:lnTo>
                <a:lnTo>
                  <a:pt x="9902" y="45015"/>
                </a:lnTo>
                <a:lnTo>
                  <a:pt x="9902" y="45015"/>
                </a:lnTo>
                <a:lnTo>
                  <a:pt x="9902" y="45015"/>
                </a:lnTo>
                <a:lnTo>
                  <a:pt x="9902" y="45015"/>
                </a:lnTo>
                <a:lnTo>
                  <a:pt x="9902" y="45015"/>
                </a:lnTo>
                <a:lnTo>
                  <a:pt x="9902" y="45015"/>
                </a:lnTo>
                <a:lnTo>
                  <a:pt x="9902" y="45015"/>
                </a:lnTo>
                <a:lnTo>
                  <a:pt x="9902" y="45015"/>
                </a:lnTo>
                <a:lnTo>
                  <a:pt x="9902" y="45015"/>
                </a:lnTo>
                <a:lnTo>
                  <a:pt x="9903" y="45015"/>
                </a:lnTo>
                <a:lnTo>
                  <a:pt x="9903" y="45015"/>
                </a:lnTo>
                <a:lnTo>
                  <a:pt x="9903" y="45015"/>
                </a:lnTo>
                <a:lnTo>
                  <a:pt x="9903" y="45015"/>
                </a:lnTo>
                <a:lnTo>
                  <a:pt x="9903" y="45015"/>
                </a:lnTo>
                <a:lnTo>
                  <a:pt x="9903" y="45015"/>
                </a:lnTo>
                <a:lnTo>
                  <a:pt x="9903" y="45015"/>
                </a:lnTo>
                <a:lnTo>
                  <a:pt x="9903" y="45015"/>
                </a:lnTo>
                <a:lnTo>
                  <a:pt x="9903" y="45015"/>
                </a:lnTo>
                <a:lnTo>
                  <a:pt x="9903" y="45015"/>
                </a:lnTo>
                <a:lnTo>
                  <a:pt x="9904" y="45015"/>
                </a:lnTo>
                <a:lnTo>
                  <a:pt x="9904" y="45015"/>
                </a:lnTo>
                <a:lnTo>
                  <a:pt x="9904" y="45015"/>
                </a:lnTo>
                <a:lnTo>
                  <a:pt x="9904" y="45015"/>
                </a:lnTo>
                <a:lnTo>
                  <a:pt x="9904" y="45015"/>
                </a:lnTo>
                <a:lnTo>
                  <a:pt x="9904" y="45015"/>
                </a:lnTo>
                <a:lnTo>
                  <a:pt x="9904" y="45015"/>
                </a:lnTo>
                <a:lnTo>
                  <a:pt x="9904" y="45015"/>
                </a:lnTo>
                <a:lnTo>
                  <a:pt x="9904" y="45015"/>
                </a:lnTo>
                <a:lnTo>
                  <a:pt x="9905" y="45015"/>
                </a:lnTo>
                <a:lnTo>
                  <a:pt x="9905" y="45015"/>
                </a:lnTo>
                <a:lnTo>
                  <a:pt x="9905" y="45015"/>
                </a:lnTo>
                <a:lnTo>
                  <a:pt x="9905" y="45015"/>
                </a:lnTo>
                <a:lnTo>
                  <a:pt x="9905" y="45015"/>
                </a:lnTo>
                <a:lnTo>
                  <a:pt x="9905" y="45015"/>
                </a:lnTo>
                <a:lnTo>
                  <a:pt x="9905" y="45015"/>
                </a:lnTo>
                <a:lnTo>
                  <a:pt x="9905" y="45015"/>
                </a:lnTo>
                <a:lnTo>
                  <a:pt x="9905" y="45015"/>
                </a:lnTo>
                <a:lnTo>
                  <a:pt x="9905" y="45015"/>
                </a:lnTo>
                <a:lnTo>
                  <a:pt x="9906" y="45015"/>
                </a:lnTo>
                <a:lnTo>
                  <a:pt x="9906" y="45015"/>
                </a:lnTo>
                <a:lnTo>
                  <a:pt x="9906" y="45015"/>
                </a:lnTo>
                <a:lnTo>
                  <a:pt x="9906" y="45015"/>
                </a:lnTo>
                <a:lnTo>
                  <a:pt x="9906" y="45015"/>
                </a:lnTo>
                <a:lnTo>
                  <a:pt x="9906" y="45015"/>
                </a:lnTo>
                <a:lnTo>
                  <a:pt x="9906" y="45015"/>
                </a:lnTo>
                <a:lnTo>
                  <a:pt x="9906" y="45015"/>
                </a:lnTo>
                <a:lnTo>
                  <a:pt x="9906" y="45015"/>
                </a:lnTo>
                <a:lnTo>
                  <a:pt x="9907" y="45015"/>
                </a:lnTo>
                <a:lnTo>
                  <a:pt x="9907" y="45015"/>
                </a:lnTo>
                <a:lnTo>
                  <a:pt x="9907" y="45015"/>
                </a:lnTo>
                <a:lnTo>
                  <a:pt x="9907" y="45015"/>
                </a:lnTo>
                <a:lnTo>
                  <a:pt x="9907" y="45015"/>
                </a:lnTo>
                <a:lnTo>
                  <a:pt x="9907" y="45015"/>
                </a:lnTo>
                <a:lnTo>
                  <a:pt x="9907" y="45015"/>
                </a:lnTo>
                <a:lnTo>
                  <a:pt x="9907" y="45015"/>
                </a:lnTo>
                <a:lnTo>
                  <a:pt x="9907" y="45015"/>
                </a:lnTo>
                <a:lnTo>
                  <a:pt x="9907" y="45015"/>
                </a:lnTo>
                <a:lnTo>
                  <a:pt x="9908" y="45015"/>
                </a:lnTo>
                <a:lnTo>
                  <a:pt x="9908" y="45015"/>
                </a:lnTo>
                <a:lnTo>
                  <a:pt x="9908" y="45015"/>
                </a:lnTo>
                <a:lnTo>
                  <a:pt x="9908" y="45015"/>
                </a:lnTo>
                <a:lnTo>
                  <a:pt x="9908" y="45015"/>
                </a:lnTo>
                <a:lnTo>
                  <a:pt x="9908" y="45015"/>
                </a:lnTo>
                <a:lnTo>
                  <a:pt x="9908" y="45015"/>
                </a:lnTo>
                <a:lnTo>
                  <a:pt x="9908" y="45015"/>
                </a:lnTo>
                <a:lnTo>
                  <a:pt x="9908" y="45015"/>
                </a:lnTo>
                <a:lnTo>
                  <a:pt x="9909" y="45015"/>
                </a:lnTo>
                <a:lnTo>
                  <a:pt x="9909" y="45015"/>
                </a:lnTo>
                <a:lnTo>
                  <a:pt x="9909" y="45015"/>
                </a:lnTo>
                <a:lnTo>
                  <a:pt x="9909" y="45015"/>
                </a:lnTo>
                <a:lnTo>
                  <a:pt x="9909" y="45015"/>
                </a:lnTo>
                <a:lnTo>
                  <a:pt x="9909" y="45015"/>
                </a:lnTo>
                <a:lnTo>
                  <a:pt x="9909" y="45015"/>
                </a:lnTo>
                <a:lnTo>
                  <a:pt x="9909" y="45015"/>
                </a:lnTo>
                <a:lnTo>
                  <a:pt x="9909" y="45015"/>
                </a:lnTo>
                <a:lnTo>
                  <a:pt x="9909" y="45015"/>
                </a:lnTo>
                <a:lnTo>
                  <a:pt x="9910" y="45015"/>
                </a:lnTo>
                <a:lnTo>
                  <a:pt x="9910" y="45015"/>
                </a:lnTo>
                <a:lnTo>
                  <a:pt x="9910" y="45015"/>
                </a:lnTo>
                <a:lnTo>
                  <a:pt x="9910" y="45015"/>
                </a:lnTo>
                <a:lnTo>
                  <a:pt x="9910" y="45015"/>
                </a:lnTo>
                <a:lnTo>
                  <a:pt x="9910" y="45015"/>
                </a:lnTo>
                <a:lnTo>
                  <a:pt x="9910" y="45015"/>
                </a:lnTo>
                <a:lnTo>
                  <a:pt x="9910" y="45015"/>
                </a:lnTo>
                <a:lnTo>
                  <a:pt x="9910" y="45015"/>
                </a:lnTo>
                <a:lnTo>
                  <a:pt x="9911" y="45015"/>
                </a:lnTo>
                <a:lnTo>
                  <a:pt x="9911" y="45015"/>
                </a:lnTo>
                <a:lnTo>
                  <a:pt x="9911" y="45015"/>
                </a:lnTo>
                <a:lnTo>
                  <a:pt x="9911" y="45015"/>
                </a:lnTo>
                <a:lnTo>
                  <a:pt x="9911" y="45015"/>
                </a:lnTo>
                <a:lnTo>
                  <a:pt x="9911" y="45015"/>
                </a:lnTo>
                <a:lnTo>
                  <a:pt x="9911" y="45015"/>
                </a:lnTo>
                <a:lnTo>
                  <a:pt x="9911" y="45015"/>
                </a:lnTo>
                <a:lnTo>
                  <a:pt x="9911" y="45015"/>
                </a:lnTo>
                <a:lnTo>
                  <a:pt x="9911" y="45015"/>
                </a:lnTo>
                <a:lnTo>
                  <a:pt x="9912" y="45015"/>
                </a:lnTo>
                <a:lnTo>
                  <a:pt x="9912" y="45015"/>
                </a:lnTo>
                <a:lnTo>
                  <a:pt x="9912" y="45015"/>
                </a:lnTo>
                <a:lnTo>
                  <a:pt x="9912" y="45015"/>
                </a:lnTo>
                <a:lnTo>
                  <a:pt x="9912" y="45015"/>
                </a:lnTo>
                <a:lnTo>
                  <a:pt x="9912" y="45015"/>
                </a:lnTo>
                <a:lnTo>
                  <a:pt x="9912" y="45015"/>
                </a:lnTo>
                <a:lnTo>
                  <a:pt x="9912" y="45015"/>
                </a:lnTo>
                <a:lnTo>
                  <a:pt x="9912" y="45015"/>
                </a:lnTo>
                <a:lnTo>
                  <a:pt x="9913" y="45015"/>
                </a:lnTo>
                <a:lnTo>
                  <a:pt x="9913" y="45015"/>
                </a:lnTo>
                <a:lnTo>
                  <a:pt x="9913" y="45015"/>
                </a:lnTo>
                <a:lnTo>
                  <a:pt x="9913" y="45015"/>
                </a:lnTo>
                <a:lnTo>
                  <a:pt x="9913" y="45015"/>
                </a:lnTo>
                <a:lnTo>
                  <a:pt x="9913" y="45015"/>
                </a:lnTo>
                <a:lnTo>
                  <a:pt x="9913" y="45015"/>
                </a:lnTo>
                <a:lnTo>
                  <a:pt x="9913" y="45015"/>
                </a:lnTo>
                <a:lnTo>
                  <a:pt x="9913" y="45015"/>
                </a:lnTo>
                <a:lnTo>
                  <a:pt x="9913" y="45015"/>
                </a:lnTo>
                <a:lnTo>
                  <a:pt x="9914" y="45015"/>
                </a:lnTo>
                <a:lnTo>
                  <a:pt x="9914" y="45015"/>
                </a:lnTo>
                <a:lnTo>
                  <a:pt x="9914" y="45015"/>
                </a:lnTo>
                <a:lnTo>
                  <a:pt x="9914" y="45015"/>
                </a:lnTo>
                <a:lnTo>
                  <a:pt x="9914" y="45015"/>
                </a:lnTo>
                <a:lnTo>
                  <a:pt x="9914" y="45015"/>
                </a:lnTo>
                <a:lnTo>
                  <a:pt x="9914" y="45015"/>
                </a:lnTo>
                <a:lnTo>
                  <a:pt x="9914" y="45015"/>
                </a:lnTo>
                <a:lnTo>
                  <a:pt x="9914" y="45015"/>
                </a:lnTo>
                <a:lnTo>
                  <a:pt x="9914" y="45015"/>
                </a:lnTo>
                <a:lnTo>
                  <a:pt x="9915" y="45015"/>
                </a:lnTo>
                <a:lnTo>
                  <a:pt x="9915" y="45015"/>
                </a:lnTo>
                <a:lnTo>
                  <a:pt x="9915" y="45015"/>
                </a:lnTo>
                <a:lnTo>
                  <a:pt x="9915" y="45015"/>
                </a:lnTo>
                <a:lnTo>
                  <a:pt x="9915" y="45015"/>
                </a:lnTo>
                <a:lnTo>
                  <a:pt x="9915" y="45015"/>
                </a:lnTo>
                <a:lnTo>
                  <a:pt x="9915" y="45015"/>
                </a:lnTo>
                <a:lnTo>
                  <a:pt x="9915" y="45015"/>
                </a:lnTo>
                <a:lnTo>
                  <a:pt x="9915" y="45015"/>
                </a:lnTo>
                <a:lnTo>
                  <a:pt x="9916" y="45015"/>
                </a:lnTo>
                <a:lnTo>
                  <a:pt x="9916" y="45015"/>
                </a:lnTo>
                <a:lnTo>
                  <a:pt x="9916" y="45015"/>
                </a:lnTo>
                <a:lnTo>
                  <a:pt x="9916" y="45015"/>
                </a:lnTo>
                <a:lnTo>
                  <a:pt x="9916" y="45015"/>
                </a:lnTo>
                <a:lnTo>
                  <a:pt x="9916" y="45015"/>
                </a:lnTo>
                <a:lnTo>
                  <a:pt x="9916" y="45015"/>
                </a:lnTo>
                <a:lnTo>
                  <a:pt x="9916" y="45015"/>
                </a:lnTo>
                <a:lnTo>
                  <a:pt x="9916" y="45015"/>
                </a:lnTo>
                <a:lnTo>
                  <a:pt x="9916" y="45015"/>
                </a:lnTo>
                <a:lnTo>
                  <a:pt x="9917" y="45015"/>
                </a:lnTo>
                <a:lnTo>
                  <a:pt x="9917" y="45015"/>
                </a:lnTo>
                <a:lnTo>
                  <a:pt x="9917" y="45015"/>
                </a:lnTo>
                <a:lnTo>
                  <a:pt x="9917" y="45015"/>
                </a:lnTo>
                <a:lnTo>
                  <a:pt x="9917" y="45015"/>
                </a:lnTo>
                <a:lnTo>
                  <a:pt x="9917" y="45015"/>
                </a:lnTo>
                <a:lnTo>
                  <a:pt x="9917" y="45015"/>
                </a:lnTo>
                <a:lnTo>
                  <a:pt x="9917" y="45015"/>
                </a:lnTo>
                <a:lnTo>
                  <a:pt x="9917" y="45015"/>
                </a:lnTo>
                <a:lnTo>
                  <a:pt x="9918" y="45015"/>
                </a:lnTo>
                <a:lnTo>
                  <a:pt x="9918" y="45015"/>
                </a:lnTo>
                <a:lnTo>
                  <a:pt x="9918" y="45015"/>
                </a:lnTo>
                <a:lnTo>
                  <a:pt x="9918" y="45015"/>
                </a:lnTo>
                <a:lnTo>
                  <a:pt x="9918" y="45015"/>
                </a:lnTo>
                <a:lnTo>
                  <a:pt x="9918" y="45015"/>
                </a:lnTo>
                <a:lnTo>
                  <a:pt x="9918" y="45015"/>
                </a:lnTo>
                <a:lnTo>
                  <a:pt x="9918" y="45015"/>
                </a:lnTo>
                <a:lnTo>
                  <a:pt x="9918" y="45015"/>
                </a:lnTo>
                <a:lnTo>
                  <a:pt x="9918" y="45015"/>
                </a:lnTo>
                <a:lnTo>
                  <a:pt x="9919" y="45015"/>
                </a:lnTo>
                <a:lnTo>
                  <a:pt x="9919" y="45015"/>
                </a:lnTo>
                <a:lnTo>
                  <a:pt x="9919" y="45015"/>
                </a:lnTo>
                <a:lnTo>
                  <a:pt x="9919" y="45015"/>
                </a:lnTo>
                <a:lnTo>
                  <a:pt x="9919" y="45015"/>
                </a:lnTo>
                <a:lnTo>
                  <a:pt x="9919" y="45015"/>
                </a:lnTo>
                <a:lnTo>
                  <a:pt x="9919" y="45015"/>
                </a:lnTo>
                <a:lnTo>
                  <a:pt x="9919" y="45015"/>
                </a:lnTo>
                <a:lnTo>
                  <a:pt x="9919" y="45015"/>
                </a:lnTo>
                <a:lnTo>
                  <a:pt x="9919" y="45015"/>
                </a:lnTo>
                <a:lnTo>
                  <a:pt x="9920" y="45015"/>
                </a:lnTo>
                <a:lnTo>
                  <a:pt x="9920" y="45015"/>
                </a:lnTo>
                <a:lnTo>
                  <a:pt x="9920" y="45015"/>
                </a:lnTo>
                <a:lnTo>
                  <a:pt x="9920" y="45015"/>
                </a:lnTo>
                <a:lnTo>
                  <a:pt x="9920" y="45015"/>
                </a:lnTo>
                <a:lnTo>
                  <a:pt x="9920" y="45015"/>
                </a:lnTo>
                <a:lnTo>
                  <a:pt x="9920" y="45015"/>
                </a:lnTo>
                <a:lnTo>
                  <a:pt x="9920" y="45015"/>
                </a:lnTo>
                <a:lnTo>
                  <a:pt x="9920" y="45015"/>
                </a:lnTo>
                <a:lnTo>
                  <a:pt x="9921" y="45015"/>
                </a:lnTo>
                <a:lnTo>
                  <a:pt x="9921" y="45015"/>
                </a:lnTo>
                <a:lnTo>
                  <a:pt x="9921" y="45015"/>
                </a:lnTo>
                <a:lnTo>
                  <a:pt x="9921" y="45015"/>
                </a:lnTo>
                <a:lnTo>
                  <a:pt x="9921" y="45015"/>
                </a:lnTo>
                <a:lnTo>
                  <a:pt x="9921" y="45015"/>
                </a:lnTo>
                <a:lnTo>
                  <a:pt x="9921" y="45015"/>
                </a:lnTo>
                <a:lnTo>
                  <a:pt x="9921" y="45015"/>
                </a:lnTo>
                <a:lnTo>
                  <a:pt x="9921" y="45015"/>
                </a:lnTo>
                <a:lnTo>
                  <a:pt x="9921" y="45015"/>
                </a:lnTo>
                <a:lnTo>
                  <a:pt x="9922" y="45015"/>
                </a:lnTo>
                <a:lnTo>
                  <a:pt x="9922" y="45015"/>
                </a:lnTo>
                <a:lnTo>
                  <a:pt x="9922" y="45015"/>
                </a:lnTo>
                <a:lnTo>
                  <a:pt x="9922" y="45015"/>
                </a:lnTo>
                <a:lnTo>
                  <a:pt x="9922" y="45015"/>
                </a:lnTo>
                <a:lnTo>
                  <a:pt x="9922" y="45015"/>
                </a:lnTo>
                <a:lnTo>
                  <a:pt x="9922" y="45015"/>
                </a:lnTo>
                <a:lnTo>
                  <a:pt x="9922" y="45015"/>
                </a:lnTo>
                <a:lnTo>
                  <a:pt x="9922" y="45015"/>
                </a:lnTo>
                <a:lnTo>
                  <a:pt x="9923" y="45015"/>
                </a:lnTo>
                <a:lnTo>
                  <a:pt x="9923" y="45015"/>
                </a:lnTo>
                <a:lnTo>
                  <a:pt x="9923" y="45015"/>
                </a:lnTo>
                <a:lnTo>
                  <a:pt x="9923" y="45015"/>
                </a:lnTo>
                <a:lnTo>
                  <a:pt x="9923" y="45015"/>
                </a:lnTo>
                <a:lnTo>
                  <a:pt x="9923" y="45015"/>
                </a:lnTo>
                <a:lnTo>
                  <a:pt x="9923" y="45015"/>
                </a:lnTo>
                <a:lnTo>
                  <a:pt x="9923" y="45015"/>
                </a:lnTo>
                <a:lnTo>
                  <a:pt x="9923" y="45015"/>
                </a:lnTo>
                <a:lnTo>
                  <a:pt x="9923" y="45015"/>
                </a:lnTo>
                <a:lnTo>
                  <a:pt x="9924" y="45015"/>
                </a:lnTo>
                <a:lnTo>
                  <a:pt x="9924" y="45015"/>
                </a:lnTo>
                <a:lnTo>
                  <a:pt x="9924" y="45015"/>
                </a:lnTo>
                <a:lnTo>
                  <a:pt x="9924" y="45015"/>
                </a:lnTo>
                <a:lnTo>
                  <a:pt x="9924" y="45015"/>
                </a:lnTo>
                <a:lnTo>
                  <a:pt x="9924" y="45015"/>
                </a:lnTo>
                <a:lnTo>
                  <a:pt x="9924" y="45015"/>
                </a:lnTo>
                <a:lnTo>
                  <a:pt x="9924" y="45015"/>
                </a:lnTo>
                <a:lnTo>
                  <a:pt x="9924" y="45015"/>
                </a:lnTo>
                <a:lnTo>
                  <a:pt x="9924" y="45015"/>
                </a:lnTo>
                <a:lnTo>
                  <a:pt x="9925" y="45015"/>
                </a:lnTo>
                <a:lnTo>
                  <a:pt x="9925" y="45015"/>
                </a:lnTo>
                <a:lnTo>
                  <a:pt x="9925" y="45015"/>
                </a:lnTo>
                <a:lnTo>
                  <a:pt x="9925" y="45015"/>
                </a:lnTo>
                <a:lnTo>
                  <a:pt x="9925" y="45015"/>
                </a:lnTo>
                <a:lnTo>
                  <a:pt x="9925" y="45015"/>
                </a:lnTo>
                <a:lnTo>
                  <a:pt x="9925" y="45015"/>
                </a:lnTo>
                <a:lnTo>
                  <a:pt x="9925" y="45015"/>
                </a:lnTo>
                <a:lnTo>
                  <a:pt x="9925" y="45015"/>
                </a:lnTo>
                <a:lnTo>
                  <a:pt x="9926" y="45015"/>
                </a:lnTo>
                <a:lnTo>
                  <a:pt x="9926" y="45015"/>
                </a:lnTo>
                <a:lnTo>
                  <a:pt x="9926" y="45015"/>
                </a:lnTo>
                <a:lnTo>
                  <a:pt x="9926" y="45015"/>
                </a:lnTo>
                <a:lnTo>
                  <a:pt x="9926" y="45015"/>
                </a:lnTo>
                <a:lnTo>
                  <a:pt x="9926" y="45015"/>
                </a:lnTo>
                <a:lnTo>
                  <a:pt x="9926" y="45015"/>
                </a:lnTo>
                <a:lnTo>
                  <a:pt x="9926" y="45015"/>
                </a:lnTo>
                <a:lnTo>
                  <a:pt x="9926" y="45015"/>
                </a:lnTo>
                <a:lnTo>
                  <a:pt x="9926" y="45015"/>
                </a:lnTo>
                <a:lnTo>
                  <a:pt x="9927" y="45015"/>
                </a:lnTo>
                <a:lnTo>
                  <a:pt x="9927" y="45015"/>
                </a:lnTo>
                <a:lnTo>
                  <a:pt x="9927" y="45015"/>
                </a:lnTo>
                <a:lnTo>
                  <a:pt x="9927" y="45015"/>
                </a:lnTo>
                <a:lnTo>
                  <a:pt x="9927" y="45015"/>
                </a:lnTo>
                <a:lnTo>
                  <a:pt x="9927" y="45015"/>
                </a:lnTo>
                <a:lnTo>
                  <a:pt x="9927" y="45015"/>
                </a:lnTo>
                <a:lnTo>
                  <a:pt x="9927" y="45015"/>
                </a:lnTo>
                <a:lnTo>
                  <a:pt x="9927" y="45015"/>
                </a:lnTo>
                <a:lnTo>
                  <a:pt x="9927" y="45015"/>
                </a:lnTo>
                <a:lnTo>
                  <a:pt x="9928" y="45015"/>
                </a:lnTo>
                <a:lnTo>
                  <a:pt x="9928" y="45015"/>
                </a:lnTo>
                <a:lnTo>
                  <a:pt x="9928" y="45015"/>
                </a:lnTo>
                <a:lnTo>
                  <a:pt x="9928" y="45015"/>
                </a:lnTo>
                <a:lnTo>
                  <a:pt x="9928" y="45015"/>
                </a:lnTo>
                <a:lnTo>
                  <a:pt x="9928" y="45015"/>
                </a:lnTo>
                <a:lnTo>
                  <a:pt x="9928" y="45015"/>
                </a:lnTo>
                <a:lnTo>
                  <a:pt x="9928" y="45015"/>
                </a:lnTo>
                <a:lnTo>
                  <a:pt x="9928" y="45015"/>
                </a:lnTo>
                <a:lnTo>
                  <a:pt x="9929" y="45015"/>
                </a:lnTo>
                <a:lnTo>
                  <a:pt x="9929" y="45015"/>
                </a:lnTo>
                <a:lnTo>
                  <a:pt x="9929" y="45015"/>
                </a:lnTo>
                <a:lnTo>
                  <a:pt x="9929" y="45015"/>
                </a:lnTo>
                <a:lnTo>
                  <a:pt x="9929" y="45015"/>
                </a:lnTo>
                <a:lnTo>
                  <a:pt x="9929" y="45015"/>
                </a:lnTo>
                <a:lnTo>
                  <a:pt x="9929" y="45015"/>
                </a:lnTo>
                <a:lnTo>
                  <a:pt x="9929" y="45015"/>
                </a:lnTo>
                <a:lnTo>
                  <a:pt x="9929" y="45015"/>
                </a:lnTo>
                <a:lnTo>
                  <a:pt x="9929" y="45015"/>
                </a:lnTo>
                <a:lnTo>
                  <a:pt x="9930" y="45015"/>
                </a:lnTo>
                <a:lnTo>
                  <a:pt x="9930" y="45015"/>
                </a:lnTo>
                <a:lnTo>
                  <a:pt x="9930" y="45015"/>
                </a:lnTo>
                <a:lnTo>
                  <a:pt x="9930" y="45015"/>
                </a:lnTo>
                <a:lnTo>
                  <a:pt x="9930" y="45015"/>
                </a:lnTo>
                <a:lnTo>
                  <a:pt x="9930" y="45015"/>
                </a:lnTo>
                <a:lnTo>
                  <a:pt x="9930" y="45015"/>
                </a:lnTo>
                <a:lnTo>
                  <a:pt x="9930" y="45015"/>
                </a:lnTo>
                <a:lnTo>
                  <a:pt x="9930" y="45015"/>
                </a:lnTo>
                <a:lnTo>
                  <a:pt x="9930" y="45015"/>
                </a:lnTo>
                <a:lnTo>
                  <a:pt x="9931" y="45015"/>
                </a:lnTo>
                <a:lnTo>
                  <a:pt x="9931" y="45015"/>
                </a:lnTo>
                <a:lnTo>
                  <a:pt x="9931" y="45015"/>
                </a:lnTo>
                <a:lnTo>
                  <a:pt x="9931" y="45015"/>
                </a:lnTo>
                <a:lnTo>
                  <a:pt x="9931" y="45015"/>
                </a:lnTo>
                <a:lnTo>
                  <a:pt x="9931" y="45015"/>
                </a:lnTo>
                <a:lnTo>
                  <a:pt x="9931" y="45015"/>
                </a:lnTo>
                <a:lnTo>
                  <a:pt x="9931" y="45015"/>
                </a:lnTo>
                <a:lnTo>
                  <a:pt x="9931" y="45015"/>
                </a:lnTo>
                <a:lnTo>
                  <a:pt x="9932" y="45015"/>
                </a:lnTo>
                <a:lnTo>
                  <a:pt x="9932" y="45015"/>
                </a:lnTo>
                <a:lnTo>
                  <a:pt x="9932" y="45015"/>
                </a:lnTo>
                <a:lnTo>
                  <a:pt x="9932" y="45015"/>
                </a:lnTo>
                <a:lnTo>
                  <a:pt x="9932" y="45015"/>
                </a:lnTo>
                <a:lnTo>
                  <a:pt x="9932" y="45015"/>
                </a:lnTo>
                <a:lnTo>
                  <a:pt x="9932" y="45015"/>
                </a:lnTo>
                <a:lnTo>
                  <a:pt x="9932" y="45015"/>
                </a:lnTo>
                <a:lnTo>
                  <a:pt x="9932" y="45015"/>
                </a:lnTo>
                <a:lnTo>
                  <a:pt x="9932" y="45015"/>
                </a:lnTo>
                <a:lnTo>
                  <a:pt x="9933" y="45015"/>
                </a:lnTo>
                <a:lnTo>
                  <a:pt x="9933" y="45015"/>
                </a:lnTo>
                <a:lnTo>
                  <a:pt x="9933" y="45015"/>
                </a:lnTo>
                <a:lnTo>
                  <a:pt x="9933" y="45015"/>
                </a:lnTo>
                <a:lnTo>
                  <a:pt x="9933" y="45015"/>
                </a:lnTo>
                <a:lnTo>
                  <a:pt x="9933" y="45015"/>
                </a:lnTo>
                <a:lnTo>
                  <a:pt x="9933" y="45015"/>
                </a:lnTo>
                <a:lnTo>
                  <a:pt x="9933" y="45015"/>
                </a:lnTo>
                <a:lnTo>
                  <a:pt x="9933" y="45015"/>
                </a:lnTo>
                <a:lnTo>
                  <a:pt x="9934" y="45015"/>
                </a:lnTo>
                <a:lnTo>
                  <a:pt x="9934" y="45015"/>
                </a:lnTo>
                <a:lnTo>
                  <a:pt x="9934" y="45015"/>
                </a:lnTo>
                <a:lnTo>
                  <a:pt x="9934" y="45015"/>
                </a:lnTo>
                <a:lnTo>
                  <a:pt x="9934" y="45015"/>
                </a:lnTo>
                <a:lnTo>
                  <a:pt x="9934" y="45015"/>
                </a:lnTo>
                <a:lnTo>
                  <a:pt x="9934" y="45015"/>
                </a:lnTo>
                <a:lnTo>
                  <a:pt x="9934" y="45015"/>
                </a:lnTo>
                <a:lnTo>
                  <a:pt x="9934" y="45015"/>
                </a:lnTo>
                <a:lnTo>
                  <a:pt x="9934" y="45015"/>
                </a:lnTo>
                <a:lnTo>
                  <a:pt x="9935" y="45015"/>
                </a:lnTo>
                <a:lnTo>
                  <a:pt x="9935" y="45015"/>
                </a:lnTo>
                <a:lnTo>
                  <a:pt x="9935" y="45015"/>
                </a:lnTo>
                <a:lnTo>
                  <a:pt x="9935" y="45015"/>
                </a:lnTo>
                <a:lnTo>
                  <a:pt x="9935" y="45015"/>
                </a:lnTo>
                <a:lnTo>
                  <a:pt x="9935" y="45015"/>
                </a:lnTo>
                <a:lnTo>
                  <a:pt x="9935" y="45015"/>
                </a:lnTo>
                <a:lnTo>
                  <a:pt x="9935" y="45015"/>
                </a:lnTo>
                <a:lnTo>
                  <a:pt x="9935" y="45015"/>
                </a:lnTo>
                <a:lnTo>
                  <a:pt x="9935" y="45015"/>
                </a:lnTo>
                <a:lnTo>
                  <a:pt x="9936" y="45015"/>
                </a:lnTo>
                <a:lnTo>
                  <a:pt x="9936" y="45015"/>
                </a:lnTo>
                <a:lnTo>
                  <a:pt x="9936" y="45015"/>
                </a:lnTo>
                <a:lnTo>
                  <a:pt x="9936" y="45015"/>
                </a:lnTo>
                <a:lnTo>
                  <a:pt x="9936" y="45015"/>
                </a:lnTo>
                <a:lnTo>
                  <a:pt x="9936" y="45015"/>
                </a:lnTo>
                <a:lnTo>
                  <a:pt x="9936" y="45015"/>
                </a:lnTo>
                <a:lnTo>
                  <a:pt x="9936" y="45015"/>
                </a:lnTo>
                <a:lnTo>
                  <a:pt x="9936" y="45015"/>
                </a:lnTo>
                <a:lnTo>
                  <a:pt x="9936" y="45015"/>
                </a:lnTo>
                <a:lnTo>
                  <a:pt x="9937" y="45015"/>
                </a:lnTo>
                <a:lnTo>
                  <a:pt x="9937" y="45015"/>
                </a:lnTo>
                <a:lnTo>
                  <a:pt x="9937" y="45015"/>
                </a:lnTo>
                <a:lnTo>
                  <a:pt x="9937" y="45015"/>
                </a:lnTo>
                <a:lnTo>
                  <a:pt x="9937" y="45015"/>
                </a:lnTo>
                <a:lnTo>
                  <a:pt x="9937" y="45015"/>
                </a:lnTo>
                <a:lnTo>
                  <a:pt x="9937" y="45015"/>
                </a:lnTo>
                <a:lnTo>
                  <a:pt x="9937" y="45015"/>
                </a:lnTo>
                <a:lnTo>
                  <a:pt x="9937" y="45015"/>
                </a:lnTo>
                <a:lnTo>
                  <a:pt x="9938" y="45015"/>
                </a:lnTo>
                <a:lnTo>
                  <a:pt x="9938" y="45015"/>
                </a:lnTo>
                <a:lnTo>
                  <a:pt x="9938" y="45015"/>
                </a:lnTo>
                <a:lnTo>
                  <a:pt x="9938" y="45015"/>
                </a:lnTo>
                <a:lnTo>
                  <a:pt x="9938" y="45015"/>
                </a:lnTo>
                <a:lnTo>
                  <a:pt x="9938" y="45015"/>
                </a:lnTo>
                <a:lnTo>
                  <a:pt x="9938" y="45015"/>
                </a:lnTo>
                <a:lnTo>
                  <a:pt x="9938" y="45015"/>
                </a:lnTo>
                <a:lnTo>
                  <a:pt x="9938" y="45015"/>
                </a:lnTo>
                <a:lnTo>
                  <a:pt x="9938" y="45015"/>
                </a:lnTo>
                <a:lnTo>
                  <a:pt x="9939" y="45015"/>
                </a:lnTo>
                <a:lnTo>
                  <a:pt x="9939" y="45015"/>
                </a:lnTo>
                <a:lnTo>
                  <a:pt x="9939" y="45015"/>
                </a:lnTo>
                <a:lnTo>
                  <a:pt x="9939" y="45015"/>
                </a:lnTo>
                <a:lnTo>
                  <a:pt x="9939" y="45015"/>
                </a:lnTo>
                <a:lnTo>
                  <a:pt x="9939" y="45015"/>
                </a:lnTo>
                <a:lnTo>
                  <a:pt x="9939" y="45015"/>
                </a:lnTo>
                <a:lnTo>
                  <a:pt x="9939" y="45015"/>
                </a:lnTo>
                <a:lnTo>
                  <a:pt x="9939" y="45015"/>
                </a:lnTo>
                <a:lnTo>
                  <a:pt x="9939" y="45015"/>
                </a:lnTo>
                <a:lnTo>
                  <a:pt x="9940" y="45015"/>
                </a:lnTo>
                <a:lnTo>
                  <a:pt x="9940" y="45015"/>
                </a:lnTo>
                <a:lnTo>
                  <a:pt x="9940" y="45015"/>
                </a:lnTo>
                <a:lnTo>
                  <a:pt x="9940" y="45015"/>
                </a:lnTo>
                <a:lnTo>
                  <a:pt x="9940" y="45015"/>
                </a:lnTo>
                <a:lnTo>
                  <a:pt x="9940" y="45015"/>
                </a:lnTo>
                <a:lnTo>
                  <a:pt x="9940" y="45015"/>
                </a:lnTo>
                <a:lnTo>
                  <a:pt x="9940" y="45015"/>
                </a:lnTo>
                <a:lnTo>
                  <a:pt x="9940" y="45015"/>
                </a:lnTo>
                <a:lnTo>
                  <a:pt x="9941" y="45015"/>
                </a:lnTo>
                <a:lnTo>
                  <a:pt x="9941" y="45015"/>
                </a:lnTo>
                <a:lnTo>
                  <a:pt x="9941" y="45015"/>
                </a:lnTo>
                <a:lnTo>
                  <a:pt x="9941" y="45015"/>
                </a:lnTo>
                <a:lnTo>
                  <a:pt x="9941" y="45015"/>
                </a:lnTo>
                <a:lnTo>
                  <a:pt x="9941" y="45015"/>
                </a:lnTo>
                <a:lnTo>
                  <a:pt x="9941" y="45015"/>
                </a:lnTo>
                <a:lnTo>
                  <a:pt x="9941" y="45015"/>
                </a:lnTo>
                <a:lnTo>
                  <a:pt x="9941" y="45015"/>
                </a:lnTo>
                <a:lnTo>
                  <a:pt x="9941" y="45015"/>
                </a:lnTo>
                <a:lnTo>
                  <a:pt x="9942" y="45015"/>
                </a:lnTo>
                <a:lnTo>
                  <a:pt x="9942" y="45015"/>
                </a:lnTo>
                <a:lnTo>
                  <a:pt x="9942" y="45015"/>
                </a:lnTo>
                <a:lnTo>
                  <a:pt x="9942" y="45015"/>
                </a:lnTo>
                <a:lnTo>
                  <a:pt x="9942" y="45015"/>
                </a:lnTo>
                <a:lnTo>
                  <a:pt x="9942" y="45015"/>
                </a:lnTo>
                <a:lnTo>
                  <a:pt x="9942" y="45015"/>
                </a:lnTo>
                <a:lnTo>
                  <a:pt x="9942" y="45015"/>
                </a:lnTo>
                <a:lnTo>
                  <a:pt x="9942" y="45015"/>
                </a:lnTo>
                <a:lnTo>
                  <a:pt x="9942" y="45015"/>
                </a:lnTo>
                <a:lnTo>
                  <a:pt x="9943" y="45015"/>
                </a:lnTo>
                <a:lnTo>
                  <a:pt x="9943" y="45015"/>
                </a:lnTo>
                <a:lnTo>
                  <a:pt x="9943" y="45015"/>
                </a:lnTo>
                <a:lnTo>
                  <a:pt x="9943" y="45015"/>
                </a:lnTo>
                <a:lnTo>
                  <a:pt x="9943" y="45015"/>
                </a:lnTo>
                <a:lnTo>
                  <a:pt x="9943" y="45015"/>
                </a:lnTo>
                <a:lnTo>
                  <a:pt x="9943" y="45015"/>
                </a:lnTo>
                <a:lnTo>
                  <a:pt x="9943" y="45015"/>
                </a:lnTo>
                <a:lnTo>
                  <a:pt x="9943" y="45015"/>
                </a:lnTo>
                <a:lnTo>
                  <a:pt x="9943" y="45015"/>
                </a:lnTo>
                <a:lnTo>
                  <a:pt x="9944" y="45015"/>
                </a:lnTo>
                <a:lnTo>
                  <a:pt x="9944" y="45015"/>
                </a:lnTo>
                <a:lnTo>
                  <a:pt x="9944" y="45015"/>
                </a:lnTo>
                <a:lnTo>
                  <a:pt x="9944" y="45015"/>
                </a:lnTo>
                <a:lnTo>
                  <a:pt x="9944" y="45015"/>
                </a:lnTo>
                <a:lnTo>
                  <a:pt x="9944" y="45015"/>
                </a:lnTo>
                <a:lnTo>
                  <a:pt x="9944" y="45015"/>
                </a:lnTo>
                <a:lnTo>
                  <a:pt x="9944" y="45015"/>
                </a:lnTo>
                <a:lnTo>
                  <a:pt x="9944" y="45015"/>
                </a:lnTo>
                <a:lnTo>
                  <a:pt x="9945" y="45015"/>
                </a:lnTo>
                <a:lnTo>
                  <a:pt x="9945" y="45015"/>
                </a:lnTo>
                <a:lnTo>
                  <a:pt x="9945" y="45015"/>
                </a:lnTo>
                <a:lnTo>
                  <a:pt x="9945" y="45015"/>
                </a:lnTo>
                <a:lnTo>
                  <a:pt x="9945" y="45015"/>
                </a:lnTo>
                <a:lnTo>
                  <a:pt x="9945" y="45015"/>
                </a:lnTo>
                <a:lnTo>
                  <a:pt x="9945" y="45015"/>
                </a:lnTo>
                <a:lnTo>
                  <a:pt x="9945" y="45015"/>
                </a:lnTo>
                <a:lnTo>
                  <a:pt x="9945" y="45015"/>
                </a:lnTo>
                <a:lnTo>
                  <a:pt x="9945" y="45015"/>
                </a:lnTo>
                <a:lnTo>
                  <a:pt x="9946" y="45015"/>
                </a:lnTo>
                <a:lnTo>
                  <a:pt x="9946" y="45015"/>
                </a:lnTo>
                <a:lnTo>
                  <a:pt x="9946" y="45015"/>
                </a:lnTo>
                <a:lnTo>
                  <a:pt x="9946" y="45015"/>
                </a:lnTo>
                <a:lnTo>
                  <a:pt x="9946" y="45015"/>
                </a:lnTo>
                <a:lnTo>
                  <a:pt x="9946" y="45015"/>
                </a:lnTo>
                <a:lnTo>
                  <a:pt x="9946" y="45015"/>
                </a:lnTo>
                <a:lnTo>
                  <a:pt x="9946" y="45015"/>
                </a:lnTo>
                <a:lnTo>
                  <a:pt x="9946" y="45015"/>
                </a:lnTo>
                <a:lnTo>
                  <a:pt x="9946" y="45015"/>
                </a:lnTo>
                <a:lnTo>
                  <a:pt x="9947" y="45015"/>
                </a:lnTo>
                <a:lnTo>
                  <a:pt x="9947" y="45015"/>
                </a:lnTo>
                <a:lnTo>
                  <a:pt x="9947" y="45015"/>
                </a:lnTo>
                <a:lnTo>
                  <a:pt x="9947" y="45015"/>
                </a:lnTo>
                <a:lnTo>
                  <a:pt x="9947" y="45015"/>
                </a:lnTo>
                <a:lnTo>
                  <a:pt x="9947" y="45015"/>
                </a:lnTo>
                <a:lnTo>
                  <a:pt x="9947" y="45015"/>
                </a:lnTo>
                <a:lnTo>
                  <a:pt x="9947" y="45015"/>
                </a:lnTo>
                <a:lnTo>
                  <a:pt x="9947" y="45015"/>
                </a:lnTo>
                <a:lnTo>
                  <a:pt x="9947" y="45015"/>
                </a:lnTo>
                <a:lnTo>
                  <a:pt x="9948" y="45015"/>
                </a:lnTo>
                <a:lnTo>
                  <a:pt x="9948" y="45015"/>
                </a:lnTo>
                <a:lnTo>
                  <a:pt x="9948" y="45015"/>
                </a:lnTo>
                <a:lnTo>
                  <a:pt x="9948" y="45015"/>
                </a:lnTo>
                <a:lnTo>
                  <a:pt x="9948" y="45015"/>
                </a:lnTo>
                <a:lnTo>
                  <a:pt x="9948" y="45015"/>
                </a:lnTo>
                <a:lnTo>
                  <a:pt x="9948" y="45015"/>
                </a:lnTo>
                <a:lnTo>
                  <a:pt x="9948" y="45015"/>
                </a:lnTo>
                <a:lnTo>
                  <a:pt x="9948" y="45015"/>
                </a:lnTo>
                <a:lnTo>
                  <a:pt x="9949" y="45015"/>
                </a:lnTo>
                <a:lnTo>
                  <a:pt x="9949" y="45015"/>
                </a:lnTo>
                <a:lnTo>
                  <a:pt x="9949" y="45015"/>
                </a:lnTo>
                <a:lnTo>
                  <a:pt x="9949" y="45015"/>
                </a:lnTo>
                <a:lnTo>
                  <a:pt x="9949" y="45015"/>
                </a:lnTo>
                <a:lnTo>
                  <a:pt x="9949" y="45015"/>
                </a:lnTo>
                <a:lnTo>
                  <a:pt x="9949" y="45015"/>
                </a:lnTo>
                <a:lnTo>
                  <a:pt x="9949" y="45015"/>
                </a:lnTo>
                <a:lnTo>
                  <a:pt x="9949" y="45015"/>
                </a:lnTo>
                <a:lnTo>
                  <a:pt x="9949" y="45015"/>
                </a:lnTo>
                <a:lnTo>
                  <a:pt x="9950" y="45015"/>
                </a:lnTo>
                <a:lnTo>
                  <a:pt x="9950" y="45015"/>
                </a:lnTo>
                <a:lnTo>
                  <a:pt x="9950" y="45015"/>
                </a:lnTo>
                <a:lnTo>
                  <a:pt x="9950" y="45015"/>
                </a:lnTo>
                <a:lnTo>
                  <a:pt x="9950" y="45015"/>
                </a:lnTo>
                <a:lnTo>
                  <a:pt x="9950" y="45015"/>
                </a:lnTo>
                <a:lnTo>
                  <a:pt x="9950" y="45015"/>
                </a:lnTo>
                <a:lnTo>
                  <a:pt x="9950" y="45015"/>
                </a:lnTo>
                <a:lnTo>
                  <a:pt x="9950" y="45015"/>
                </a:lnTo>
                <a:lnTo>
                  <a:pt x="9950" y="45015"/>
                </a:lnTo>
                <a:lnTo>
                  <a:pt x="9951" y="45015"/>
                </a:lnTo>
                <a:lnTo>
                  <a:pt x="9951" y="45015"/>
                </a:lnTo>
                <a:lnTo>
                  <a:pt x="9951" y="45015"/>
                </a:lnTo>
                <a:lnTo>
                  <a:pt x="9951" y="45015"/>
                </a:lnTo>
                <a:lnTo>
                  <a:pt x="9951" y="45015"/>
                </a:lnTo>
                <a:lnTo>
                  <a:pt x="9951" y="45015"/>
                </a:lnTo>
                <a:lnTo>
                  <a:pt x="9951" y="45015"/>
                </a:lnTo>
                <a:lnTo>
                  <a:pt x="9951" y="45015"/>
                </a:lnTo>
                <a:lnTo>
                  <a:pt x="9951" y="45015"/>
                </a:lnTo>
                <a:lnTo>
                  <a:pt x="9951" y="45015"/>
                </a:lnTo>
                <a:lnTo>
                  <a:pt x="9952" y="45015"/>
                </a:lnTo>
                <a:lnTo>
                  <a:pt x="9952" y="45015"/>
                </a:lnTo>
                <a:lnTo>
                  <a:pt x="9952" y="45015"/>
                </a:lnTo>
                <a:lnTo>
                  <a:pt x="9952" y="45015"/>
                </a:lnTo>
                <a:lnTo>
                  <a:pt x="9952" y="45015"/>
                </a:lnTo>
                <a:lnTo>
                  <a:pt x="9952" y="45015"/>
                </a:lnTo>
                <a:lnTo>
                  <a:pt x="9952" y="45015"/>
                </a:lnTo>
                <a:lnTo>
                  <a:pt x="9952" y="45015"/>
                </a:lnTo>
                <a:lnTo>
                  <a:pt x="9952" y="45015"/>
                </a:lnTo>
                <a:lnTo>
                  <a:pt x="9953" y="45015"/>
                </a:lnTo>
                <a:lnTo>
                  <a:pt x="9953" y="45015"/>
                </a:lnTo>
                <a:lnTo>
                  <a:pt x="9953" y="45015"/>
                </a:lnTo>
                <a:lnTo>
                  <a:pt x="9953" y="45015"/>
                </a:lnTo>
                <a:lnTo>
                  <a:pt x="9953" y="45015"/>
                </a:lnTo>
                <a:lnTo>
                  <a:pt x="9953" y="45015"/>
                </a:lnTo>
                <a:lnTo>
                  <a:pt x="9953" y="45015"/>
                </a:lnTo>
                <a:lnTo>
                  <a:pt x="9953" y="45015"/>
                </a:lnTo>
                <a:lnTo>
                  <a:pt x="9953" y="45015"/>
                </a:lnTo>
                <a:lnTo>
                  <a:pt x="9953" y="45015"/>
                </a:lnTo>
                <a:lnTo>
                  <a:pt x="9954" y="45015"/>
                </a:lnTo>
                <a:lnTo>
                  <a:pt x="9954" y="45015"/>
                </a:lnTo>
                <a:lnTo>
                  <a:pt x="9954" y="45015"/>
                </a:lnTo>
                <a:lnTo>
                  <a:pt x="9954" y="45015"/>
                </a:lnTo>
                <a:lnTo>
                  <a:pt x="9954" y="45015"/>
                </a:lnTo>
                <a:lnTo>
                  <a:pt x="9954" y="45015"/>
                </a:lnTo>
                <a:lnTo>
                  <a:pt x="9954" y="45015"/>
                </a:lnTo>
                <a:lnTo>
                  <a:pt x="9954" y="45015"/>
                </a:lnTo>
                <a:lnTo>
                  <a:pt x="9954" y="45015"/>
                </a:lnTo>
                <a:lnTo>
                  <a:pt x="9954" y="45015"/>
                </a:lnTo>
                <a:lnTo>
                  <a:pt x="9955" y="45015"/>
                </a:lnTo>
                <a:lnTo>
                  <a:pt x="9955" y="45015"/>
                </a:lnTo>
                <a:lnTo>
                  <a:pt x="9955" y="45015"/>
                </a:lnTo>
                <a:lnTo>
                  <a:pt x="9955" y="45015"/>
                </a:lnTo>
                <a:lnTo>
                  <a:pt x="9955" y="45015"/>
                </a:lnTo>
                <a:lnTo>
                  <a:pt x="9955" y="45015"/>
                </a:lnTo>
                <a:lnTo>
                  <a:pt x="9955" y="45015"/>
                </a:lnTo>
                <a:lnTo>
                  <a:pt x="9955" y="45015"/>
                </a:lnTo>
                <a:lnTo>
                  <a:pt x="9955" y="45015"/>
                </a:lnTo>
                <a:lnTo>
                  <a:pt x="9955" y="45015"/>
                </a:lnTo>
                <a:lnTo>
                  <a:pt x="9956" y="45015"/>
                </a:lnTo>
                <a:lnTo>
                  <a:pt x="9956" y="45015"/>
                </a:lnTo>
                <a:lnTo>
                  <a:pt x="9956" y="45015"/>
                </a:lnTo>
                <a:lnTo>
                  <a:pt x="9956" y="45015"/>
                </a:lnTo>
                <a:lnTo>
                  <a:pt x="9956" y="45015"/>
                </a:lnTo>
                <a:lnTo>
                  <a:pt x="9956" y="45015"/>
                </a:lnTo>
                <a:lnTo>
                  <a:pt x="9956" y="45015"/>
                </a:lnTo>
                <a:lnTo>
                  <a:pt x="9956" y="45015"/>
                </a:lnTo>
                <a:lnTo>
                  <a:pt x="9956" y="45015"/>
                </a:lnTo>
                <a:lnTo>
                  <a:pt x="9956" y="45015"/>
                </a:lnTo>
                <a:lnTo>
                  <a:pt x="9957" y="45015"/>
                </a:lnTo>
                <a:lnTo>
                  <a:pt x="9957" y="45015"/>
                </a:lnTo>
                <a:lnTo>
                  <a:pt x="9957" y="45015"/>
                </a:lnTo>
                <a:lnTo>
                  <a:pt x="9957" y="45015"/>
                </a:lnTo>
                <a:lnTo>
                  <a:pt x="9957" y="45015"/>
                </a:lnTo>
                <a:lnTo>
                  <a:pt x="9957" y="45015"/>
                </a:lnTo>
                <a:lnTo>
                  <a:pt x="9957" y="45015"/>
                </a:lnTo>
                <a:lnTo>
                  <a:pt x="9957" y="45015"/>
                </a:lnTo>
                <a:lnTo>
                  <a:pt x="9957" y="45015"/>
                </a:lnTo>
                <a:lnTo>
                  <a:pt x="9958" y="45015"/>
                </a:lnTo>
                <a:lnTo>
                  <a:pt x="9958" y="45015"/>
                </a:lnTo>
                <a:lnTo>
                  <a:pt x="9958" y="45015"/>
                </a:lnTo>
                <a:lnTo>
                  <a:pt x="9958" y="45015"/>
                </a:lnTo>
                <a:lnTo>
                  <a:pt x="9958" y="45015"/>
                </a:lnTo>
                <a:lnTo>
                  <a:pt x="9958" y="45015"/>
                </a:lnTo>
                <a:lnTo>
                  <a:pt x="9958" y="45015"/>
                </a:lnTo>
                <a:lnTo>
                  <a:pt x="9958" y="45015"/>
                </a:lnTo>
                <a:lnTo>
                  <a:pt x="9958" y="45015"/>
                </a:lnTo>
                <a:lnTo>
                  <a:pt x="9958" y="45015"/>
                </a:lnTo>
                <a:lnTo>
                  <a:pt x="9959" y="45015"/>
                </a:lnTo>
                <a:lnTo>
                  <a:pt x="9959" y="45015"/>
                </a:lnTo>
                <a:lnTo>
                  <a:pt x="9959" y="45015"/>
                </a:lnTo>
                <a:lnTo>
                  <a:pt x="9959" y="45015"/>
                </a:lnTo>
                <a:lnTo>
                  <a:pt x="9959" y="45015"/>
                </a:lnTo>
                <a:lnTo>
                  <a:pt x="9959" y="45015"/>
                </a:lnTo>
                <a:lnTo>
                  <a:pt x="9959" y="45015"/>
                </a:lnTo>
                <a:lnTo>
                  <a:pt x="9959" y="45015"/>
                </a:lnTo>
                <a:lnTo>
                  <a:pt x="9959" y="45015"/>
                </a:lnTo>
                <a:lnTo>
                  <a:pt x="9959" y="45015"/>
                </a:lnTo>
                <a:lnTo>
                  <a:pt x="9960" y="45015"/>
                </a:lnTo>
                <a:lnTo>
                  <a:pt x="9960" y="45015"/>
                </a:lnTo>
                <a:lnTo>
                  <a:pt x="9960" y="45015"/>
                </a:lnTo>
                <a:lnTo>
                  <a:pt x="9960" y="45015"/>
                </a:lnTo>
                <a:lnTo>
                  <a:pt x="9960" y="45015"/>
                </a:lnTo>
                <a:lnTo>
                  <a:pt x="9960" y="45015"/>
                </a:lnTo>
                <a:lnTo>
                  <a:pt x="9960" y="45015"/>
                </a:lnTo>
                <a:lnTo>
                  <a:pt x="9960" y="45015"/>
                </a:lnTo>
                <a:lnTo>
                  <a:pt x="9960" y="45015"/>
                </a:lnTo>
                <a:lnTo>
                  <a:pt x="9960" y="45015"/>
                </a:lnTo>
                <a:lnTo>
                  <a:pt x="9961" y="45015"/>
                </a:lnTo>
                <a:lnTo>
                  <a:pt x="9961" y="45015"/>
                </a:lnTo>
                <a:lnTo>
                  <a:pt x="9961" y="45015"/>
                </a:lnTo>
                <a:lnTo>
                  <a:pt x="9961" y="45015"/>
                </a:lnTo>
                <a:lnTo>
                  <a:pt x="9961" y="45015"/>
                </a:lnTo>
                <a:lnTo>
                  <a:pt x="9961" y="45015"/>
                </a:lnTo>
                <a:lnTo>
                  <a:pt x="9961" y="45015"/>
                </a:lnTo>
                <a:lnTo>
                  <a:pt x="9961" y="45015"/>
                </a:lnTo>
                <a:lnTo>
                  <a:pt x="9961" y="45015"/>
                </a:lnTo>
                <a:lnTo>
                  <a:pt x="9961" y="45015"/>
                </a:lnTo>
                <a:lnTo>
                  <a:pt x="9962" y="45015"/>
                </a:lnTo>
                <a:lnTo>
                  <a:pt x="9962" y="45015"/>
                </a:lnTo>
                <a:lnTo>
                  <a:pt x="9962" y="45015"/>
                </a:lnTo>
                <a:lnTo>
                  <a:pt x="9962" y="45015"/>
                </a:lnTo>
                <a:lnTo>
                  <a:pt x="9962" y="45015"/>
                </a:lnTo>
                <a:lnTo>
                  <a:pt x="9962" y="45015"/>
                </a:lnTo>
                <a:lnTo>
                  <a:pt x="9962" y="45015"/>
                </a:lnTo>
                <a:lnTo>
                  <a:pt x="9962" y="45015"/>
                </a:lnTo>
                <a:lnTo>
                  <a:pt x="9962" y="45015"/>
                </a:lnTo>
                <a:lnTo>
                  <a:pt x="9962" y="45015"/>
                </a:lnTo>
                <a:lnTo>
                  <a:pt x="9963" y="45015"/>
                </a:lnTo>
                <a:lnTo>
                  <a:pt x="9963" y="45015"/>
                </a:lnTo>
                <a:lnTo>
                  <a:pt x="9963" y="45015"/>
                </a:lnTo>
                <a:lnTo>
                  <a:pt x="9963" y="45015"/>
                </a:lnTo>
                <a:lnTo>
                  <a:pt x="9963" y="45015"/>
                </a:lnTo>
                <a:lnTo>
                  <a:pt x="9963" y="45015"/>
                </a:lnTo>
                <a:lnTo>
                  <a:pt x="9963" y="45015"/>
                </a:lnTo>
                <a:lnTo>
                  <a:pt x="9963" y="45015"/>
                </a:lnTo>
                <a:lnTo>
                  <a:pt x="9963" y="45015"/>
                </a:lnTo>
                <a:lnTo>
                  <a:pt x="9964" y="45015"/>
                </a:lnTo>
                <a:lnTo>
                  <a:pt x="9964" y="45015"/>
                </a:lnTo>
                <a:lnTo>
                  <a:pt x="9964" y="45015"/>
                </a:lnTo>
                <a:lnTo>
                  <a:pt x="9964" y="45015"/>
                </a:lnTo>
                <a:lnTo>
                  <a:pt x="9964" y="45015"/>
                </a:lnTo>
                <a:lnTo>
                  <a:pt x="9964" y="45015"/>
                </a:lnTo>
                <a:lnTo>
                  <a:pt x="9964" y="45015"/>
                </a:lnTo>
                <a:lnTo>
                  <a:pt x="9964" y="45015"/>
                </a:lnTo>
                <a:lnTo>
                  <a:pt x="9964" y="45015"/>
                </a:lnTo>
                <a:lnTo>
                  <a:pt x="9964" y="45015"/>
                </a:lnTo>
                <a:lnTo>
                  <a:pt x="9965" y="45015"/>
                </a:lnTo>
                <a:lnTo>
                  <a:pt x="9965" y="45015"/>
                </a:lnTo>
                <a:lnTo>
                  <a:pt x="9965" y="45015"/>
                </a:lnTo>
                <a:lnTo>
                  <a:pt x="9965" y="45015"/>
                </a:lnTo>
                <a:lnTo>
                  <a:pt x="9965" y="45015"/>
                </a:lnTo>
                <a:lnTo>
                  <a:pt x="9965" y="45015"/>
                </a:lnTo>
                <a:lnTo>
                  <a:pt x="9965" y="45015"/>
                </a:lnTo>
                <a:lnTo>
                  <a:pt x="9965" y="45015"/>
                </a:lnTo>
                <a:lnTo>
                  <a:pt x="9965" y="45015"/>
                </a:lnTo>
                <a:lnTo>
                  <a:pt x="9965" y="45015"/>
                </a:lnTo>
                <a:lnTo>
                  <a:pt x="9966" y="45015"/>
                </a:lnTo>
                <a:lnTo>
                  <a:pt x="9966" y="45015"/>
                </a:lnTo>
                <a:lnTo>
                  <a:pt x="9966" y="45015"/>
                </a:lnTo>
                <a:lnTo>
                  <a:pt x="9966" y="45015"/>
                </a:lnTo>
                <a:lnTo>
                  <a:pt x="9966" y="45015"/>
                </a:lnTo>
                <a:lnTo>
                  <a:pt x="9966" y="45015"/>
                </a:lnTo>
                <a:lnTo>
                  <a:pt x="9966" y="45015"/>
                </a:lnTo>
                <a:lnTo>
                  <a:pt x="9966" y="45015"/>
                </a:lnTo>
                <a:lnTo>
                  <a:pt x="9966" y="45015"/>
                </a:lnTo>
                <a:lnTo>
                  <a:pt x="9966" y="45015"/>
                </a:lnTo>
                <a:lnTo>
                  <a:pt x="9967" y="45015"/>
                </a:lnTo>
                <a:lnTo>
                  <a:pt x="9967" y="45015"/>
                </a:lnTo>
                <a:lnTo>
                  <a:pt x="9967" y="45015"/>
                </a:lnTo>
                <a:lnTo>
                  <a:pt x="9967" y="45015"/>
                </a:lnTo>
                <a:lnTo>
                  <a:pt x="9967" y="45015"/>
                </a:lnTo>
                <a:lnTo>
                  <a:pt x="9967" y="45015"/>
                </a:lnTo>
                <a:lnTo>
                  <a:pt x="9967" y="45015"/>
                </a:lnTo>
                <a:lnTo>
                  <a:pt x="9967" y="45015"/>
                </a:lnTo>
                <a:lnTo>
                  <a:pt x="9967" y="45015"/>
                </a:lnTo>
                <a:lnTo>
                  <a:pt x="9967" y="45015"/>
                </a:lnTo>
                <a:lnTo>
                  <a:pt x="9968" y="45015"/>
                </a:lnTo>
                <a:lnTo>
                  <a:pt x="9968" y="45015"/>
                </a:lnTo>
                <a:lnTo>
                  <a:pt x="9968" y="45015"/>
                </a:lnTo>
                <a:lnTo>
                  <a:pt x="9968" y="45015"/>
                </a:lnTo>
                <a:lnTo>
                  <a:pt x="9968" y="45015"/>
                </a:lnTo>
                <a:lnTo>
                  <a:pt x="9968" y="45015"/>
                </a:lnTo>
                <a:lnTo>
                  <a:pt x="9968" y="45015"/>
                </a:lnTo>
                <a:lnTo>
                  <a:pt x="9968" y="45015"/>
                </a:lnTo>
                <a:lnTo>
                  <a:pt x="9968" y="45015"/>
                </a:lnTo>
                <a:lnTo>
                  <a:pt x="9968" y="45015"/>
                </a:lnTo>
                <a:lnTo>
                  <a:pt x="9969" y="45015"/>
                </a:lnTo>
                <a:lnTo>
                  <a:pt x="9969" y="45015"/>
                </a:lnTo>
                <a:lnTo>
                  <a:pt x="9969" y="45015"/>
                </a:lnTo>
                <a:lnTo>
                  <a:pt x="9969" y="45015"/>
                </a:lnTo>
                <a:lnTo>
                  <a:pt x="9969" y="45015"/>
                </a:lnTo>
                <a:lnTo>
                  <a:pt x="9969" y="45015"/>
                </a:lnTo>
                <a:lnTo>
                  <a:pt x="9969" y="45015"/>
                </a:lnTo>
                <a:lnTo>
                  <a:pt x="9969" y="45015"/>
                </a:lnTo>
                <a:lnTo>
                  <a:pt x="9969" y="45015"/>
                </a:lnTo>
                <a:lnTo>
                  <a:pt x="9969" y="45015"/>
                </a:lnTo>
                <a:lnTo>
                  <a:pt x="9970" y="45015"/>
                </a:lnTo>
                <a:lnTo>
                  <a:pt x="9970" y="45015"/>
                </a:lnTo>
                <a:lnTo>
                  <a:pt x="9970" y="45015"/>
                </a:lnTo>
                <a:lnTo>
                  <a:pt x="9970" y="45015"/>
                </a:lnTo>
                <a:lnTo>
                  <a:pt x="9970" y="45015"/>
                </a:lnTo>
                <a:lnTo>
                  <a:pt x="9970" y="45015"/>
                </a:lnTo>
                <a:lnTo>
                  <a:pt x="9970" y="45015"/>
                </a:lnTo>
                <a:lnTo>
                  <a:pt x="9970" y="45015"/>
                </a:lnTo>
                <a:lnTo>
                  <a:pt x="9970" y="45015"/>
                </a:lnTo>
                <a:lnTo>
                  <a:pt x="9970" y="45015"/>
                </a:lnTo>
                <a:lnTo>
                  <a:pt x="9971" y="45015"/>
                </a:lnTo>
                <a:lnTo>
                  <a:pt x="9971" y="45015"/>
                </a:lnTo>
                <a:lnTo>
                  <a:pt x="9971" y="45015"/>
                </a:lnTo>
                <a:lnTo>
                  <a:pt x="9971" y="45015"/>
                </a:lnTo>
                <a:lnTo>
                  <a:pt x="9971" y="45015"/>
                </a:lnTo>
                <a:lnTo>
                  <a:pt x="9971" y="45015"/>
                </a:lnTo>
                <a:lnTo>
                  <a:pt x="9971" y="45015"/>
                </a:lnTo>
                <a:lnTo>
                  <a:pt x="9971" y="45015"/>
                </a:lnTo>
                <a:lnTo>
                  <a:pt x="9971" y="45015"/>
                </a:lnTo>
                <a:lnTo>
                  <a:pt x="9972" y="45015"/>
                </a:lnTo>
                <a:lnTo>
                  <a:pt x="9972" y="45015"/>
                </a:lnTo>
                <a:lnTo>
                  <a:pt x="9972" y="45015"/>
                </a:lnTo>
                <a:lnTo>
                  <a:pt x="9972" y="45015"/>
                </a:lnTo>
                <a:lnTo>
                  <a:pt x="9972" y="45015"/>
                </a:lnTo>
                <a:lnTo>
                  <a:pt x="9972" y="45015"/>
                </a:lnTo>
                <a:lnTo>
                  <a:pt x="9972" y="45015"/>
                </a:lnTo>
                <a:lnTo>
                  <a:pt x="9972" y="45015"/>
                </a:lnTo>
                <a:lnTo>
                  <a:pt x="9972" y="45015"/>
                </a:lnTo>
                <a:lnTo>
                  <a:pt x="9972" y="45015"/>
                </a:lnTo>
                <a:lnTo>
                  <a:pt x="9973" y="45015"/>
                </a:lnTo>
                <a:lnTo>
                  <a:pt x="9973" y="45015"/>
                </a:lnTo>
                <a:lnTo>
                  <a:pt x="9973" y="45015"/>
                </a:lnTo>
                <a:lnTo>
                  <a:pt x="9973" y="45015"/>
                </a:lnTo>
                <a:lnTo>
                  <a:pt x="9973" y="45015"/>
                </a:lnTo>
                <a:lnTo>
                  <a:pt x="9973" y="45015"/>
                </a:lnTo>
                <a:lnTo>
                  <a:pt x="9973" y="45015"/>
                </a:lnTo>
                <a:lnTo>
                  <a:pt x="9973" y="45015"/>
                </a:lnTo>
                <a:lnTo>
                  <a:pt x="9973" y="45015"/>
                </a:lnTo>
                <a:lnTo>
                  <a:pt x="9973" y="45015"/>
                </a:lnTo>
                <a:lnTo>
                  <a:pt x="9974" y="45015"/>
                </a:lnTo>
                <a:lnTo>
                  <a:pt x="9974" y="45015"/>
                </a:lnTo>
                <a:lnTo>
                  <a:pt x="9974" y="45015"/>
                </a:lnTo>
                <a:lnTo>
                  <a:pt x="9974" y="45015"/>
                </a:lnTo>
                <a:lnTo>
                  <a:pt x="9974" y="45015"/>
                </a:lnTo>
                <a:lnTo>
                  <a:pt x="9974" y="45015"/>
                </a:lnTo>
                <a:lnTo>
                  <a:pt x="9974" y="45015"/>
                </a:lnTo>
                <a:lnTo>
                  <a:pt x="9974" y="45015"/>
                </a:lnTo>
                <a:lnTo>
                  <a:pt x="9974" y="45015"/>
                </a:lnTo>
                <a:lnTo>
                  <a:pt x="9974" y="45015"/>
                </a:lnTo>
                <a:lnTo>
                  <a:pt x="9975" y="45015"/>
                </a:lnTo>
                <a:lnTo>
                  <a:pt x="9975" y="45015"/>
                </a:lnTo>
                <a:lnTo>
                  <a:pt x="9975" y="45015"/>
                </a:lnTo>
                <a:lnTo>
                  <a:pt x="9975" y="45015"/>
                </a:lnTo>
                <a:lnTo>
                  <a:pt x="9975" y="45015"/>
                </a:lnTo>
                <a:lnTo>
                  <a:pt x="9975" y="45015"/>
                </a:lnTo>
                <a:lnTo>
                  <a:pt x="9975" y="45015"/>
                </a:lnTo>
                <a:lnTo>
                  <a:pt x="9975" y="45015"/>
                </a:lnTo>
                <a:lnTo>
                  <a:pt x="9975" y="45015"/>
                </a:lnTo>
                <a:lnTo>
                  <a:pt x="9975" y="45015"/>
                </a:lnTo>
                <a:lnTo>
                  <a:pt x="9976" y="45015"/>
                </a:lnTo>
                <a:lnTo>
                  <a:pt x="9976" y="45015"/>
                </a:lnTo>
                <a:lnTo>
                  <a:pt x="9976" y="45015"/>
                </a:lnTo>
                <a:lnTo>
                  <a:pt x="9976" y="45015"/>
                </a:lnTo>
                <a:lnTo>
                  <a:pt x="9976" y="45015"/>
                </a:lnTo>
                <a:lnTo>
                  <a:pt x="9976" y="45015"/>
                </a:lnTo>
                <a:lnTo>
                  <a:pt x="9976" y="45015"/>
                </a:lnTo>
                <a:lnTo>
                  <a:pt x="9976" y="45015"/>
                </a:lnTo>
                <a:lnTo>
                  <a:pt x="9976" y="45015"/>
                </a:lnTo>
                <a:lnTo>
                  <a:pt x="9976" y="45015"/>
                </a:lnTo>
                <a:lnTo>
                  <a:pt x="9977" y="45015"/>
                </a:lnTo>
                <a:lnTo>
                  <a:pt x="9977" y="45015"/>
                </a:lnTo>
                <a:lnTo>
                  <a:pt x="9977" y="45015"/>
                </a:lnTo>
                <a:lnTo>
                  <a:pt x="9977" y="45015"/>
                </a:lnTo>
                <a:lnTo>
                  <a:pt x="9977" y="45015"/>
                </a:lnTo>
                <a:lnTo>
                  <a:pt x="9977" y="45015"/>
                </a:lnTo>
                <a:lnTo>
                  <a:pt x="9977" y="45015"/>
                </a:lnTo>
                <a:lnTo>
                  <a:pt x="9977" y="45015"/>
                </a:lnTo>
                <a:lnTo>
                  <a:pt x="9977" y="45015"/>
                </a:lnTo>
                <a:lnTo>
                  <a:pt x="9977" y="45015"/>
                </a:lnTo>
                <a:lnTo>
                  <a:pt x="9978" y="45015"/>
                </a:lnTo>
                <a:lnTo>
                  <a:pt x="9978" y="45015"/>
                </a:lnTo>
                <a:lnTo>
                  <a:pt x="9978" y="45015"/>
                </a:lnTo>
                <a:lnTo>
                  <a:pt x="9978" y="45015"/>
                </a:lnTo>
                <a:lnTo>
                  <a:pt x="9978" y="45015"/>
                </a:lnTo>
                <a:lnTo>
                  <a:pt x="9978" y="45015"/>
                </a:lnTo>
                <a:lnTo>
                  <a:pt x="9978" y="45015"/>
                </a:lnTo>
                <a:lnTo>
                  <a:pt x="9978" y="45015"/>
                </a:lnTo>
                <a:lnTo>
                  <a:pt x="9978" y="45015"/>
                </a:lnTo>
                <a:lnTo>
                  <a:pt x="9978" y="45015"/>
                </a:lnTo>
                <a:lnTo>
                  <a:pt x="9979" y="45015"/>
                </a:lnTo>
                <a:lnTo>
                  <a:pt x="9979" y="45015"/>
                </a:lnTo>
                <a:lnTo>
                  <a:pt x="9979" y="45015"/>
                </a:lnTo>
                <a:lnTo>
                  <a:pt x="9979" y="45015"/>
                </a:lnTo>
                <a:lnTo>
                  <a:pt x="9979" y="45015"/>
                </a:lnTo>
                <a:lnTo>
                  <a:pt x="9979" y="45015"/>
                </a:lnTo>
                <a:lnTo>
                  <a:pt x="9979" y="45015"/>
                </a:lnTo>
                <a:lnTo>
                  <a:pt x="9979" y="45015"/>
                </a:lnTo>
                <a:lnTo>
                  <a:pt x="9979" y="45015"/>
                </a:lnTo>
                <a:lnTo>
                  <a:pt x="9979" y="45015"/>
                </a:lnTo>
                <a:lnTo>
                  <a:pt x="9980" y="45015"/>
                </a:lnTo>
                <a:lnTo>
                  <a:pt x="9980" y="45015"/>
                </a:lnTo>
                <a:lnTo>
                  <a:pt x="9980" y="45015"/>
                </a:lnTo>
                <a:lnTo>
                  <a:pt x="9980" y="45015"/>
                </a:lnTo>
                <a:lnTo>
                  <a:pt x="9980" y="45015"/>
                </a:lnTo>
                <a:lnTo>
                  <a:pt x="9980" y="45015"/>
                </a:lnTo>
                <a:lnTo>
                  <a:pt x="9980" y="45015"/>
                </a:lnTo>
                <a:lnTo>
                  <a:pt x="9980" y="45015"/>
                </a:lnTo>
                <a:lnTo>
                  <a:pt x="9980" y="45015"/>
                </a:lnTo>
                <a:lnTo>
                  <a:pt x="9980" y="45015"/>
                </a:lnTo>
                <a:lnTo>
                  <a:pt x="9981" y="45015"/>
                </a:lnTo>
                <a:lnTo>
                  <a:pt x="9981" y="45015"/>
                </a:lnTo>
                <a:lnTo>
                  <a:pt x="9981" y="45015"/>
                </a:lnTo>
                <a:lnTo>
                  <a:pt x="9981" y="45015"/>
                </a:lnTo>
                <a:lnTo>
                  <a:pt x="9981" y="45015"/>
                </a:lnTo>
                <a:lnTo>
                  <a:pt x="9981" y="45015"/>
                </a:lnTo>
                <a:lnTo>
                  <a:pt x="9981" y="45015"/>
                </a:lnTo>
                <a:lnTo>
                  <a:pt x="9981" y="45015"/>
                </a:lnTo>
                <a:lnTo>
                  <a:pt x="9981" y="45015"/>
                </a:lnTo>
                <a:lnTo>
                  <a:pt x="9981" y="45015"/>
                </a:lnTo>
                <a:lnTo>
                  <a:pt x="9982" y="45015"/>
                </a:lnTo>
                <a:lnTo>
                  <a:pt x="9982" y="45015"/>
                </a:lnTo>
                <a:lnTo>
                  <a:pt x="9982" y="45015"/>
                </a:lnTo>
                <a:lnTo>
                  <a:pt x="9982" y="45015"/>
                </a:lnTo>
                <a:lnTo>
                  <a:pt x="9982" y="45015"/>
                </a:lnTo>
                <a:lnTo>
                  <a:pt x="9982" y="45015"/>
                </a:lnTo>
                <a:lnTo>
                  <a:pt x="9982" y="45015"/>
                </a:lnTo>
                <a:lnTo>
                  <a:pt x="9982" y="45015"/>
                </a:lnTo>
                <a:lnTo>
                  <a:pt x="9982" y="45015"/>
                </a:lnTo>
                <a:lnTo>
                  <a:pt x="9982" y="45015"/>
                </a:lnTo>
                <a:lnTo>
                  <a:pt x="9983" y="45015"/>
                </a:lnTo>
                <a:lnTo>
                  <a:pt x="9983" y="45015"/>
                </a:lnTo>
                <a:lnTo>
                  <a:pt x="9983" y="45015"/>
                </a:lnTo>
                <a:lnTo>
                  <a:pt x="9983" y="45015"/>
                </a:lnTo>
                <a:lnTo>
                  <a:pt x="9983" y="45015"/>
                </a:lnTo>
                <a:lnTo>
                  <a:pt x="9983" y="45015"/>
                </a:lnTo>
                <a:lnTo>
                  <a:pt x="9983" y="45015"/>
                </a:lnTo>
                <a:lnTo>
                  <a:pt x="9983" y="45015"/>
                </a:lnTo>
                <a:lnTo>
                  <a:pt x="9983" y="45015"/>
                </a:lnTo>
                <a:lnTo>
                  <a:pt x="9983" y="45015"/>
                </a:lnTo>
                <a:lnTo>
                  <a:pt x="9984" y="45015"/>
                </a:lnTo>
                <a:lnTo>
                  <a:pt x="9984" y="45015"/>
                </a:lnTo>
                <a:lnTo>
                  <a:pt x="9984" y="45015"/>
                </a:lnTo>
                <a:lnTo>
                  <a:pt x="9984" y="45015"/>
                </a:lnTo>
                <a:lnTo>
                  <a:pt x="9984" y="45015"/>
                </a:lnTo>
                <a:lnTo>
                  <a:pt x="9984" y="45015"/>
                </a:lnTo>
                <a:lnTo>
                  <a:pt x="9984" y="45015"/>
                </a:lnTo>
                <a:lnTo>
                  <a:pt x="9984" y="45015"/>
                </a:lnTo>
                <a:lnTo>
                  <a:pt x="9984" y="45015"/>
                </a:lnTo>
                <a:lnTo>
                  <a:pt x="9984" y="45015"/>
                </a:lnTo>
                <a:lnTo>
                  <a:pt x="9985" y="45015"/>
                </a:lnTo>
                <a:lnTo>
                  <a:pt x="9985" y="45015"/>
                </a:lnTo>
                <a:lnTo>
                  <a:pt x="9985" y="45015"/>
                </a:lnTo>
                <a:lnTo>
                  <a:pt x="9985" y="45015"/>
                </a:lnTo>
                <a:lnTo>
                  <a:pt x="9985" y="45015"/>
                </a:lnTo>
                <a:lnTo>
                  <a:pt x="9985" y="45015"/>
                </a:lnTo>
                <a:lnTo>
                  <a:pt x="9985" y="45015"/>
                </a:lnTo>
                <a:lnTo>
                  <a:pt x="9985" y="45015"/>
                </a:lnTo>
                <a:lnTo>
                  <a:pt x="9985" y="45015"/>
                </a:lnTo>
                <a:lnTo>
                  <a:pt x="9985" y="45015"/>
                </a:lnTo>
                <a:lnTo>
                  <a:pt x="9986" y="45015"/>
                </a:lnTo>
                <a:lnTo>
                  <a:pt x="9986" y="45015"/>
                </a:lnTo>
                <a:lnTo>
                  <a:pt x="9986" y="45015"/>
                </a:lnTo>
                <a:lnTo>
                  <a:pt x="9986" y="45015"/>
                </a:lnTo>
                <a:lnTo>
                  <a:pt x="9986" y="45015"/>
                </a:lnTo>
                <a:lnTo>
                  <a:pt x="9986" y="45015"/>
                </a:lnTo>
                <a:lnTo>
                  <a:pt x="9986" y="45015"/>
                </a:lnTo>
                <a:lnTo>
                  <a:pt x="9986" y="45015"/>
                </a:lnTo>
                <a:lnTo>
                  <a:pt x="9986" y="45015"/>
                </a:lnTo>
                <a:lnTo>
                  <a:pt x="9986" y="45015"/>
                </a:lnTo>
                <a:lnTo>
                  <a:pt x="9987" y="45015"/>
                </a:lnTo>
                <a:lnTo>
                  <a:pt x="9987" y="45015"/>
                </a:lnTo>
                <a:lnTo>
                  <a:pt x="9987" y="45015"/>
                </a:lnTo>
                <a:lnTo>
                  <a:pt x="9987" y="45015"/>
                </a:lnTo>
                <a:lnTo>
                  <a:pt x="9987" y="45015"/>
                </a:lnTo>
                <a:lnTo>
                  <a:pt x="9987" y="45015"/>
                </a:lnTo>
                <a:lnTo>
                  <a:pt x="9987" y="45015"/>
                </a:lnTo>
                <a:lnTo>
                  <a:pt x="9987" y="45015"/>
                </a:lnTo>
                <a:lnTo>
                  <a:pt x="9987" y="45015"/>
                </a:lnTo>
                <a:lnTo>
                  <a:pt x="9987" y="45015"/>
                </a:lnTo>
                <a:lnTo>
                  <a:pt x="9988" y="45015"/>
                </a:lnTo>
                <a:lnTo>
                  <a:pt x="9988" y="45015"/>
                </a:lnTo>
                <a:lnTo>
                  <a:pt x="9988" y="45015"/>
                </a:lnTo>
                <a:lnTo>
                  <a:pt x="9988" y="45015"/>
                </a:lnTo>
                <a:lnTo>
                  <a:pt x="9988" y="45015"/>
                </a:lnTo>
                <a:lnTo>
                  <a:pt x="9988" y="45015"/>
                </a:lnTo>
                <a:lnTo>
                  <a:pt x="9988" y="45015"/>
                </a:lnTo>
                <a:lnTo>
                  <a:pt x="9988" y="45015"/>
                </a:lnTo>
                <a:lnTo>
                  <a:pt x="9988" y="45015"/>
                </a:lnTo>
                <a:lnTo>
                  <a:pt x="9988" y="45015"/>
                </a:lnTo>
                <a:lnTo>
                  <a:pt x="9989" y="45015"/>
                </a:lnTo>
                <a:lnTo>
                  <a:pt x="9989" y="45015"/>
                </a:lnTo>
                <a:lnTo>
                  <a:pt x="9989" y="45015"/>
                </a:lnTo>
                <a:lnTo>
                  <a:pt x="9989" y="45015"/>
                </a:lnTo>
                <a:lnTo>
                  <a:pt x="9989" y="45015"/>
                </a:lnTo>
                <a:lnTo>
                  <a:pt x="9989" y="45015"/>
                </a:lnTo>
                <a:lnTo>
                  <a:pt x="9989" y="45015"/>
                </a:lnTo>
                <a:lnTo>
                  <a:pt x="9989" y="45015"/>
                </a:lnTo>
                <a:lnTo>
                  <a:pt x="9989" y="45015"/>
                </a:lnTo>
                <a:lnTo>
                  <a:pt x="9989" y="45015"/>
                </a:lnTo>
                <a:lnTo>
                  <a:pt x="9990" y="45015"/>
                </a:lnTo>
                <a:lnTo>
                  <a:pt x="9990" y="45015"/>
                </a:lnTo>
                <a:lnTo>
                  <a:pt x="9990" y="45015"/>
                </a:lnTo>
                <a:lnTo>
                  <a:pt x="9990" y="45015"/>
                </a:lnTo>
                <a:lnTo>
                  <a:pt x="9990" y="45015"/>
                </a:lnTo>
                <a:lnTo>
                  <a:pt x="9990" y="45015"/>
                </a:lnTo>
                <a:lnTo>
                  <a:pt x="9990" y="45015"/>
                </a:lnTo>
                <a:lnTo>
                  <a:pt x="9990" y="45015"/>
                </a:lnTo>
                <a:lnTo>
                  <a:pt x="9990" y="45015"/>
                </a:lnTo>
                <a:lnTo>
                  <a:pt x="9990" y="45015"/>
                </a:lnTo>
                <a:lnTo>
                  <a:pt x="9991" y="45015"/>
                </a:lnTo>
                <a:lnTo>
                  <a:pt x="9991" y="45015"/>
                </a:lnTo>
                <a:lnTo>
                  <a:pt x="9991" y="45015"/>
                </a:lnTo>
                <a:lnTo>
                  <a:pt x="9991" y="45015"/>
                </a:lnTo>
                <a:lnTo>
                  <a:pt x="9991" y="45015"/>
                </a:lnTo>
                <a:lnTo>
                  <a:pt x="9991" y="45015"/>
                </a:lnTo>
                <a:lnTo>
                  <a:pt x="9991" y="45015"/>
                </a:lnTo>
                <a:lnTo>
                  <a:pt x="9991" y="45015"/>
                </a:lnTo>
                <a:lnTo>
                  <a:pt x="9991" y="45015"/>
                </a:lnTo>
                <a:lnTo>
                  <a:pt x="9991" y="45015"/>
                </a:lnTo>
                <a:lnTo>
                  <a:pt x="9992" y="45015"/>
                </a:lnTo>
                <a:lnTo>
                  <a:pt x="9992" y="45015"/>
                </a:lnTo>
                <a:lnTo>
                  <a:pt x="9992" y="45015"/>
                </a:lnTo>
                <a:lnTo>
                  <a:pt x="9992" y="45015"/>
                </a:lnTo>
                <a:lnTo>
                  <a:pt x="9992" y="45015"/>
                </a:lnTo>
                <a:lnTo>
                  <a:pt x="9992" y="45015"/>
                </a:lnTo>
                <a:lnTo>
                  <a:pt x="9992" y="45015"/>
                </a:lnTo>
                <a:lnTo>
                  <a:pt x="9992" y="45015"/>
                </a:lnTo>
                <a:lnTo>
                  <a:pt x="9992" y="45015"/>
                </a:lnTo>
                <a:lnTo>
                  <a:pt x="9992" y="45015"/>
                </a:lnTo>
                <a:lnTo>
                  <a:pt x="9993" y="45015"/>
                </a:lnTo>
                <a:lnTo>
                  <a:pt x="9993" y="45015"/>
                </a:lnTo>
                <a:lnTo>
                  <a:pt x="9993" y="45015"/>
                </a:lnTo>
                <a:lnTo>
                  <a:pt x="9993" y="45015"/>
                </a:lnTo>
                <a:lnTo>
                  <a:pt x="9993" y="45015"/>
                </a:lnTo>
                <a:lnTo>
                  <a:pt x="9993" y="45015"/>
                </a:lnTo>
                <a:lnTo>
                  <a:pt x="9993" y="45015"/>
                </a:lnTo>
                <a:lnTo>
                  <a:pt x="9993" y="45015"/>
                </a:lnTo>
                <a:lnTo>
                  <a:pt x="9993" y="45015"/>
                </a:lnTo>
                <a:lnTo>
                  <a:pt x="9993" y="45015"/>
                </a:lnTo>
                <a:lnTo>
                  <a:pt x="9994" y="45015"/>
                </a:lnTo>
                <a:lnTo>
                  <a:pt x="9994" y="45015"/>
                </a:lnTo>
                <a:lnTo>
                  <a:pt x="9994" y="45015"/>
                </a:lnTo>
                <a:lnTo>
                  <a:pt x="9994" y="45015"/>
                </a:lnTo>
                <a:lnTo>
                  <a:pt x="9994" y="45015"/>
                </a:lnTo>
                <a:lnTo>
                  <a:pt x="9994" y="45015"/>
                </a:lnTo>
                <a:lnTo>
                  <a:pt x="9994" y="45015"/>
                </a:lnTo>
                <a:lnTo>
                  <a:pt x="9994" y="45015"/>
                </a:lnTo>
                <a:lnTo>
                  <a:pt x="9994" y="45015"/>
                </a:lnTo>
                <a:lnTo>
                  <a:pt x="9994" y="45015"/>
                </a:lnTo>
                <a:lnTo>
                  <a:pt x="9995" y="45015"/>
                </a:lnTo>
                <a:lnTo>
                  <a:pt x="9995" y="45015"/>
                </a:lnTo>
                <a:lnTo>
                  <a:pt x="9995" y="45015"/>
                </a:lnTo>
                <a:lnTo>
                  <a:pt x="9995" y="45015"/>
                </a:lnTo>
                <a:lnTo>
                  <a:pt x="9995" y="45015"/>
                </a:lnTo>
                <a:lnTo>
                  <a:pt x="9995" y="45015"/>
                </a:lnTo>
                <a:lnTo>
                  <a:pt x="9995" y="45015"/>
                </a:lnTo>
                <a:lnTo>
                  <a:pt x="9995" y="45015"/>
                </a:lnTo>
                <a:lnTo>
                  <a:pt x="9995" y="45015"/>
                </a:lnTo>
                <a:lnTo>
                  <a:pt x="9995" y="45015"/>
                </a:lnTo>
                <a:lnTo>
                  <a:pt x="9996" y="45015"/>
                </a:lnTo>
                <a:lnTo>
                  <a:pt x="9996" y="45015"/>
                </a:lnTo>
                <a:lnTo>
                  <a:pt x="9996" y="45015"/>
                </a:lnTo>
                <a:lnTo>
                  <a:pt x="9996" y="45015"/>
                </a:lnTo>
                <a:lnTo>
                  <a:pt x="9996" y="45015"/>
                </a:lnTo>
                <a:lnTo>
                  <a:pt x="9996" y="45015"/>
                </a:lnTo>
                <a:lnTo>
                  <a:pt x="9996" y="45015"/>
                </a:lnTo>
                <a:lnTo>
                  <a:pt x="9996" y="45015"/>
                </a:lnTo>
                <a:lnTo>
                  <a:pt x="9996" y="45015"/>
                </a:lnTo>
                <a:lnTo>
                  <a:pt x="9996" y="45015"/>
                </a:lnTo>
                <a:lnTo>
                  <a:pt x="9997" y="45015"/>
                </a:lnTo>
                <a:lnTo>
                  <a:pt x="9997" y="45015"/>
                </a:lnTo>
                <a:lnTo>
                  <a:pt x="9997" y="45015"/>
                </a:lnTo>
                <a:lnTo>
                  <a:pt x="9997" y="45015"/>
                </a:lnTo>
                <a:lnTo>
                  <a:pt x="9997" y="45015"/>
                </a:lnTo>
                <a:lnTo>
                  <a:pt x="9997" y="45015"/>
                </a:lnTo>
                <a:lnTo>
                  <a:pt x="9997" y="45015"/>
                </a:lnTo>
                <a:lnTo>
                  <a:pt x="9997" y="45015"/>
                </a:lnTo>
                <a:lnTo>
                  <a:pt x="9997" y="45015"/>
                </a:lnTo>
                <a:lnTo>
                  <a:pt x="9997" y="45015"/>
                </a:lnTo>
                <a:lnTo>
                  <a:pt x="9998" y="45015"/>
                </a:lnTo>
                <a:lnTo>
                  <a:pt x="9998" y="45015"/>
                </a:lnTo>
                <a:lnTo>
                  <a:pt x="9998" y="45015"/>
                </a:lnTo>
                <a:lnTo>
                  <a:pt x="9998" y="45015"/>
                </a:lnTo>
                <a:lnTo>
                  <a:pt x="9998" y="45015"/>
                </a:lnTo>
                <a:lnTo>
                  <a:pt x="9998" y="45015"/>
                </a:lnTo>
                <a:lnTo>
                  <a:pt x="9998" y="45015"/>
                </a:lnTo>
                <a:lnTo>
                  <a:pt x="9998" y="45015"/>
                </a:lnTo>
                <a:lnTo>
                  <a:pt x="9998" y="45015"/>
                </a:lnTo>
                <a:lnTo>
                  <a:pt x="9998" y="45015"/>
                </a:lnTo>
                <a:lnTo>
                  <a:pt x="9999" y="45015"/>
                </a:lnTo>
                <a:lnTo>
                  <a:pt x="9999" y="45015"/>
                </a:lnTo>
                <a:lnTo>
                  <a:pt x="9999" y="45015"/>
                </a:lnTo>
                <a:lnTo>
                  <a:pt x="9999" y="45015"/>
                </a:lnTo>
                <a:lnTo>
                  <a:pt x="9999" y="45015"/>
                </a:lnTo>
                <a:lnTo>
                  <a:pt x="9999" y="45015"/>
                </a:lnTo>
                <a:lnTo>
                  <a:pt x="9999" y="45015"/>
                </a:lnTo>
                <a:lnTo>
                  <a:pt x="9999" y="45015"/>
                </a:lnTo>
                <a:lnTo>
                  <a:pt x="9999" y="45015"/>
                </a:lnTo>
                <a:lnTo>
                  <a:pt x="9999" y="45015"/>
                </a:lnTo>
                <a:lnTo>
                  <a:pt x="10000" y="45015"/>
                </a:lnTo>
                <a:lnTo>
                  <a:pt x="10000" y="45015"/>
                </a:lnTo>
                <a:lnTo>
                  <a:pt x="10000" y="45015"/>
                </a:lnTo>
                <a:lnTo>
                  <a:pt x="10000" y="45015"/>
                </a:lnTo>
                <a:lnTo>
                  <a:pt x="10000" y="45015"/>
                </a:lnTo>
                <a:lnTo>
                  <a:pt x="10000" y="45015"/>
                </a:lnTo>
                <a:lnTo>
                  <a:pt x="10000" y="45015"/>
                </a:lnTo>
                <a:lnTo>
                  <a:pt x="10000" y="45015"/>
                </a:lnTo>
                <a:lnTo>
                  <a:pt x="10000" y="45015"/>
                </a:lnTo>
                <a:lnTo>
                  <a:pt x="10000" y="45015"/>
                </a:lnTo>
                <a:lnTo>
                  <a:pt x="10001" y="45015"/>
                </a:lnTo>
                <a:lnTo>
                  <a:pt x="10001" y="45015"/>
                </a:lnTo>
                <a:lnTo>
                  <a:pt x="10001" y="45015"/>
                </a:lnTo>
                <a:lnTo>
                  <a:pt x="10001" y="45015"/>
                </a:lnTo>
                <a:lnTo>
                  <a:pt x="10001" y="45015"/>
                </a:lnTo>
                <a:lnTo>
                  <a:pt x="10001" y="45015"/>
                </a:lnTo>
                <a:lnTo>
                  <a:pt x="10001" y="45015"/>
                </a:lnTo>
                <a:lnTo>
                  <a:pt x="10001" y="45015"/>
                </a:lnTo>
                <a:lnTo>
                  <a:pt x="10001" y="45015"/>
                </a:lnTo>
                <a:lnTo>
                  <a:pt x="10001" y="45015"/>
                </a:lnTo>
                <a:lnTo>
                  <a:pt x="10002" y="45015"/>
                </a:lnTo>
                <a:lnTo>
                  <a:pt x="10002" y="45015"/>
                </a:lnTo>
                <a:lnTo>
                  <a:pt x="10002" y="45015"/>
                </a:lnTo>
                <a:lnTo>
                  <a:pt x="10002" y="45015"/>
                </a:lnTo>
                <a:lnTo>
                  <a:pt x="10002" y="45015"/>
                </a:lnTo>
                <a:lnTo>
                  <a:pt x="10002" y="45015"/>
                </a:lnTo>
                <a:lnTo>
                  <a:pt x="10002" y="45015"/>
                </a:lnTo>
                <a:lnTo>
                  <a:pt x="10002" y="45015"/>
                </a:lnTo>
                <a:lnTo>
                  <a:pt x="10002" y="45015"/>
                </a:lnTo>
                <a:lnTo>
                  <a:pt x="10002" y="45015"/>
                </a:lnTo>
                <a:lnTo>
                  <a:pt x="10003" y="45015"/>
                </a:lnTo>
                <a:lnTo>
                  <a:pt x="10003" y="45015"/>
                </a:lnTo>
                <a:lnTo>
                  <a:pt x="10003" y="45015"/>
                </a:lnTo>
                <a:lnTo>
                  <a:pt x="10003" y="45015"/>
                </a:lnTo>
                <a:lnTo>
                  <a:pt x="10003" y="45015"/>
                </a:lnTo>
                <a:lnTo>
                  <a:pt x="10003" y="45015"/>
                </a:lnTo>
                <a:lnTo>
                  <a:pt x="10003" y="45015"/>
                </a:lnTo>
                <a:lnTo>
                  <a:pt x="10003" y="45015"/>
                </a:lnTo>
                <a:lnTo>
                  <a:pt x="10003" y="45015"/>
                </a:lnTo>
                <a:lnTo>
                  <a:pt x="10003" y="45015"/>
                </a:lnTo>
                <a:lnTo>
                  <a:pt x="10004" y="45015"/>
                </a:lnTo>
                <a:lnTo>
                  <a:pt x="10004" y="45015"/>
                </a:lnTo>
                <a:lnTo>
                  <a:pt x="10004" y="45015"/>
                </a:lnTo>
                <a:lnTo>
                  <a:pt x="10004" y="45015"/>
                </a:lnTo>
                <a:lnTo>
                  <a:pt x="10004" y="45015"/>
                </a:lnTo>
                <a:lnTo>
                  <a:pt x="10004" y="45015"/>
                </a:lnTo>
                <a:lnTo>
                  <a:pt x="10004" y="45015"/>
                </a:lnTo>
                <a:lnTo>
                  <a:pt x="10004" y="45015"/>
                </a:lnTo>
                <a:lnTo>
                  <a:pt x="10004" y="45015"/>
                </a:lnTo>
                <a:lnTo>
                  <a:pt x="10004" y="45015"/>
                </a:lnTo>
                <a:lnTo>
                  <a:pt x="10005" y="45015"/>
                </a:lnTo>
                <a:lnTo>
                  <a:pt x="10005" y="45015"/>
                </a:lnTo>
                <a:lnTo>
                  <a:pt x="10005" y="45015"/>
                </a:lnTo>
                <a:lnTo>
                  <a:pt x="10005" y="45015"/>
                </a:lnTo>
                <a:lnTo>
                  <a:pt x="10005" y="45015"/>
                </a:lnTo>
                <a:lnTo>
                  <a:pt x="10005" y="45015"/>
                </a:lnTo>
                <a:lnTo>
                  <a:pt x="10005" y="45015"/>
                </a:lnTo>
                <a:lnTo>
                  <a:pt x="10005" y="45015"/>
                </a:lnTo>
                <a:lnTo>
                  <a:pt x="10005" y="45015"/>
                </a:lnTo>
                <a:lnTo>
                  <a:pt x="10005" y="45015"/>
                </a:lnTo>
                <a:lnTo>
                  <a:pt x="10005" y="45015"/>
                </a:lnTo>
                <a:lnTo>
                  <a:pt x="10006" y="45015"/>
                </a:lnTo>
                <a:lnTo>
                  <a:pt x="10006" y="45015"/>
                </a:lnTo>
                <a:lnTo>
                  <a:pt x="10006" y="45015"/>
                </a:lnTo>
                <a:lnTo>
                  <a:pt x="10006" y="45015"/>
                </a:lnTo>
                <a:lnTo>
                  <a:pt x="10006" y="45015"/>
                </a:lnTo>
                <a:lnTo>
                  <a:pt x="10006" y="45015"/>
                </a:lnTo>
                <a:lnTo>
                  <a:pt x="10006" y="45015"/>
                </a:lnTo>
                <a:lnTo>
                  <a:pt x="10006" y="45015"/>
                </a:lnTo>
                <a:lnTo>
                  <a:pt x="10006" y="45015"/>
                </a:lnTo>
                <a:lnTo>
                  <a:pt x="10006" y="45015"/>
                </a:lnTo>
                <a:lnTo>
                  <a:pt x="10007" y="45015"/>
                </a:lnTo>
                <a:lnTo>
                  <a:pt x="10007" y="45015"/>
                </a:lnTo>
                <a:lnTo>
                  <a:pt x="10007" y="45015"/>
                </a:lnTo>
                <a:lnTo>
                  <a:pt x="10007" y="45015"/>
                </a:lnTo>
                <a:lnTo>
                  <a:pt x="10007" y="45015"/>
                </a:lnTo>
                <a:lnTo>
                  <a:pt x="10007" y="45015"/>
                </a:lnTo>
                <a:lnTo>
                  <a:pt x="10007" y="45015"/>
                </a:lnTo>
                <a:lnTo>
                  <a:pt x="10007" y="45015"/>
                </a:lnTo>
                <a:lnTo>
                  <a:pt x="10007" y="45015"/>
                </a:lnTo>
                <a:lnTo>
                  <a:pt x="10007" y="45015"/>
                </a:lnTo>
                <a:lnTo>
                  <a:pt x="10008" y="45015"/>
                </a:lnTo>
                <a:lnTo>
                  <a:pt x="10008" y="45015"/>
                </a:lnTo>
                <a:lnTo>
                  <a:pt x="10008" y="45015"/>
                </a:lnTo>
                <a:lnTo>
                  <a:pt x="10008" y="45015"/>
                </a:lnTo>
                <a:lnTo>
                  <a:pt x="10008" y="45015"/>
                </a:lnTo>
                <a:lnTo>
                  <a:pt x="10008" y="45015"/>
                </a:lnTo>
                <a:lnTo>
                  <a:pt x="10008" y="45015"/>
                </a:lnTo>
                <a:lnTo>
                  <a:pt x="10008" y="45015"/>
                </a:lnTo>
                <a:lnTo>
                  <a:pt x="10008" y="45015"/>
                </a:lnTo>
                <a:lnTo>
                  <a:pt x="10008" y="45015"/>
                </a:lnTo>
                <a:lnTo>
                  <a:pt x="10009" y="45015"/>
                </a:lnTo>
                <a:lnTo>
                  <a:pt x="10009" y="45015"/>
                </a:lnTo>
                <a:lnTo>
                  <a:pt x="10009" y="45015"/>
                </a:lnTo>
                <a:lnTo>
                  <a:pt x="10009" y="45015"/>
                </a:lnTo>
                <a:lnTo>
                  <a:pt x="10009" y="45015"/>
                </a:lnTo>
                <a:lnTo>
                  <a:pt x="10009" y="45015"/>
                </a:lnTo>
                <a:lnTo>
                  <a:pt x="10009" y="45015"/>
                </a:lnTo>
                <a:lnTo>
                  <a:pt x="10009" y="45015"/>
                </a:lnTo>
                <a:lnTo>
                  <a:pt x="10009" y="45015"/>
                </a:lnTo>
                <a:lnTo>
                  <a:pt x="10009" y="45015"/>
                </a:lnTo>
                <a:lnTo>
                  <a:pt x="10010" y="45015"/>
                </a:lnTo>
                <a:lnTo>
                  <a:pt x="10010" y="45015"/>
                </a:lnTo>
                <a:lnTo>
                  <a:pt x="10010" y="45015"/>
                </a:lnTo>
                <a:lnTo>
                  <a:pt x="10010" y="45015"/>
                </a:lnTo>
                <a:lnTo>
                  <a:pt x="10010" y="45015"/>
                </a:lnTo>
                <a:lnTo>
                  <a:pt x="10010" y="45015"/>
                </a:lnTo>
                <a:lnTo>
                  <a:pt x="10010" y="45015"/>
                </a:lnTo>
                <a:lnTo>
                  <a:pt x="10010" y="45015"/>
                </a:lnTo>
                <a:lnTo>
                  <a:pt x="10010" y="45015"/>
                </a:lnTo>
                <a:lnTo>
                  <a:pt x="10010" y="45015"/>
                </a:lnTo>
                <a:lnTo>
                  <a:pt x="10011" y="45015"/>
                </a:lnTo>
                <a:lnTo>
                  <a:pt x="10011" y="45015"/>
                </a:lnTo>
                <a:lnTo>
                  <a:pt x="10011" y="45015"/>
                </a:lnTo>
                <a:lnTo>
                  <a:pt x="10011" y="45015"/>
                </a:lnTo>
                <a:lnTo>
                  <a:pt x="10011" y="45015"/>
                </a:lnTo>
                <a:lnTo>
                  <a:pt x="10011" y="45015"/>
                </a:lnTo>
                <a:lnTo>
                  <a:pt x="10011" y="45015"/>
                </a:lnTo>
                <a:lnTo>
                  <a:pt x="10011" y="45015"/>
                </a:lnTo>
                <a:lnTo>
                  <a:pt x="10011" y="45015"/>
                </a:lnTo>
                <a:lnTo>
                  <a:pt x="10011" y="45015"/>
                </a:lnTo>
                <a:lnTo>
                  <a:pt x="10012" y="45015"/>
                </a:lnTo>
                <a:lnTo>
                  <a:pt x="10012" y="45015"/>
                </a:lnTo>
                <a:lnTo>
                  <a:pt x="10012" y="45015"/>
                </a:lnTo>
                <a:lnTo>
                  <a:pt x="10012" y="45015"/>
                </a:lnTo>
                <a:lnTo>
                  <a:pt x="10012" y="45015"/>
                </a:lnTo>
                <a:lnTo>
                  <a:pt x="10012" y="45015"/>
                </a:lnTo>
                <a:lnTo>
                  <a:pt x="10012" y="45015"/>
                </a:lnTo>
                <a:lnTo>
                  <a:pt x="10012" y="45015"/>
                </a:lnTo>
                <a:lnTo>
                  <a:pt x="10012" y="45015"/>
                </a:lnTo>
                <a:lnTo>
                  <a:pt x="10012" y="45015"/>
                </a:lnTo>
                <a:lnTo>
                  <a:pt x="10012" y="45015"/>
                </a:lnTo>
                <a:lnTo>
                  <a:pt x="10013" y="45015"/>
                </a:lnTo>
                <a:lnTo>
                  <a:pt x="10013" y="45015"/>
                </a:lnTo>
                <a:lnTo>
                  <a:pt x="10013" y="45015"/>
                </a:lnTo>
                <a:lnTo>
                  <a:pt x="10013" y="45015"/>
                </a:lnTo>
                <a:lnTo>
                  <a:pt x="10013" y="45015"/>
                </a:lnTo>
                <a:lnTo>
                  <a:pt x="10013" y="45015"/>
                </a:lnTo>
                <a:lnTo>
                  <a:pt x="10013" y="45015"/>
                </a:lnTo>
                <a:lnTo>
                  <a:pt x="10013" y="45015"/>
                </a:lnTo>
                <a:lnTo>
                  <a:pt x="10013" y="45015"/>
                </a:lnTo>
                <a:lnTo>
                  <a:pt x="10013" y="45015"/>
                </a:lnTo>
                <a:lnTo>
                  <a:pt x="10014" y="45015"/>
                </a:lnTo>
                <a:lnTo>
                  <a:pt x="10014" y="45015"/>
                </a:lnTo>
                <a:lnTo>
                  <a:pt x="10014" y="45015"/>
                </a:lnTo>
                <a:lnTo>
                  <a:pt x="10014" y="45015"/>
                </a:lnTo>
                <a:lnTo>
                  <a:pt x="10014" y="45015"/>
                </a:lnTo>
                <a:lnTo>
                  <a:pt x="10014" y="45015"/>
                </a:lnTo>
                <a:lnTo>
                  <a:pt x="10014" y="45015"/>
                </a:lnTo>
                <a:lnTo>
                  <a:pt x="10014" y="45015"/>
                </a:lnTo>
                <a:lnTo>
                  <a:pt x="10014" y="45015"/>
                </a:lnTo>
                <a:lnTo>
                  <a:pt x="10014" y="45015"/>
                </a:lnTo>
                <a:lnTo>
                  <a:pt x="10015" y="45015"/>
                </a:lnTo>
                <a:lnTo>
                  <a:pt x="10015" y="45015"/>
                </a:lnTo>
                <a:lnTo>
                  <a:pt x="10015" y="45015"/>
                </a:lnTo>
                <a:lnTo>
                  <a:pt x="10015" y="45015"/>
                </a:lnTo>
                <a:lnTo>
                  <a:pt x="10015" y="45015"/>
                </a:lnTo>
                <a:lnTo>
                  <a:pt x="10015" y="45015"/>
                </a:lnTo>
                <a:lnTo>
                  <a:pt x="10015" y="45015"/>
                </a:lnTo>
                <a:lnTo>
                  <a:pt x="10015" y="45015"/>
                </a:lnTo>
                <a:lnTo>
                  <a:pt x="10015" y="45015"/>
                </a:lnTo>
                <a:lnTo>
                  <a:pt x="10015" y="45015"/>
                </a:lnTo>
                <a:lnTo>
                  <a:pt x="10016" y="45015"/>
                </a:lnTo>
                <a:lnTo>
                  <a:pt x="10016" y="45015"/>
                </a:lnTo>
                <a:lnTo>
                  <a:pt x="10016" y="45015"/>
                </a:lnTo>
                <a:lnTo>
                  <a:pt x="10016" y="45015"/>
                </a:lnTo>
                <a:lnTo>
                  <a:pt x="10016" y="45015"/>
                </a:lnTo>
                <a:lnTo>
                  <a:pt x="10016" y="45015"/>
                </a:lnTo>
                <a:lnTo>
                  <a:pt x="10016" y="45015"/>
                </a:lnTo>
                <a:lnTo>
                  <a:pt x="10016" y="45015"/>
                </a:lnTo>
                <a:lnTo>
                  <a:pt x="10016" y="45015"/>
                </a:lnTo>
                <a:lnTo>
                  <a:pt x="10016" y="45015"/>
                </a:lnTo>
                <a:lnTo>
                  <a:pt x="10017" y="45015"/>
                </a:lnTo>
                <a:lnTo>
                  <a:pt x="10017" y="45015"/>
                </a:lnTo>
                <a:lnTo>
                  <a:pt x="10017" y="45015"/>
                </a:lnTo>
                <a:lnTo>
                  <a:pt x="10017" y="45015"/>
                </a:lnTo>
                <a:lnTo>
                  <a:pt x="10017" y="45015"/>
                </a:lnTo>
                <a:lnTo>
                  <a:pt x="10017" y="45015"/>
                </a:lnTo>
                <a:lnTo>
                  <a:pt x="10017" y="45015"/>
                </a:lnTo>
                <a:lnTo>
                  <a:pt x="10017" y="45015"/>
                </a:lnTo>
                <a:lnTo>
                  <a:pt x="10017" y="45015"/>
                </a:lnTo>
                <a:lnTo>
                  <a:pt x="10017" y="45015"/>
                </a:lnTo>
                <a:lnTo>
                  <a:pt x="10018" y="45015"/>
                </a:lnTo>
                <a:lnTo>
                  <a:pt x="10018" y="45015"/>
                </a:lnTo>
                <a:lnTo>
                  <a:pt x="10018" y="45015"/>
                </a:lnTo>
                <a:lnTo>
                  <a:pt x="10018" y="45015"/>
                </a:lnTo>
                <a:lnTo>
                  <a:pt x="10018" y="45015"/>
                </a:lnTo>
                <a:lnTo>
                  <a:pt x="10018" y="45015"/>
                </a:lnTo>
                <a:lnTo>
                  <a:pt x="10018" y="45015"/>
                </a:lnTo>
                <a:lnTo>
                  <a:pt x="10018" y="45015"/>
                </a:lnTo>
                <a:lnTo>
                  <a:pt x="10018" y="45015"/>
                </a:lnTo>
                <a:lnTo>
                  <a:pt x="10018" y="45015"/>
                </a:lnTo>
                <a:lnTo>
                  <a:pt x="10018" y="45015"/>
                </a:lnTo>
                <a:lnTo>
                  <a:pt x="10019" y="45015"/>
                </a:lnTo>
                <a:lnTo>
                  <a:pt x="10019" y="45015"/>
                </a:lnTo>
                <a:lnTo>
                  <a:pt x="10019" y="45015"/>
                </a:lnTo>
                <a:lnTo>
                  <a:pt x="10019" y="45015"/>
                </a:lnTo>
                <a:lnTo>
                  <a:pt x="10019" y="45015"/>
                </a:lnTo>
                <a:lnTo>
                  <a:pt x="10019" y="45015"/>
                </a:lnTo>
                <a:lnTo>
                  <a:pt x="10019" y="45015"/>
                </a:lnTo>
                <a:lnTo>
                  <a:pt x="10019" y="45015"/>
                </a:lnTo>
                <a:lnTo>
                  <a:pt x="10019" y="45015"/>
                </a:lnTo>
                <a:lnTo>
                  <a:pt x="10019" y="45015"/>
                </a:lnTo>
                <a:lnTo>
                  <a:pt x="10020" y="45015"/>
                </a:lnTo>
                <a:lnTo>
                  <a:pt x="10020" y="45015"/>
                </a:lnTo>
                <a:lnTo>
                  <a:pt x="10020" y="45015"/>
                </a:lnTo>
                <a:lnTo>
                  <a:pt x="10020" y="45015"/>
                </a:lnTo>
                <a:lnTo>
                  <a:pt x="10020" y="45015"/>
                </a:lnTo>
                <a:lnTo>
                  <a:pt x="10020" y="45015"/>
                </a:lnTo>
                <a:lnTo>
                  <a:pt x="10020" y="45015"/>
                </a:lnTo>
                <a:lnTo>
                  <a:pt x="10020" y="45015"/>
                </a:lnTo>
                <a:lnTo>
                  <a:pt x="10020" y="45015"/>
                </a:lnTo>
                <a:lnTo>
                  <a:pt x="10020" y="45015"/>
                </a:lnTo>
                <a:lnTo>
                  <a:pt x="10021" y="45015"/>
                </a:lnTo>
                <a:lnTo>
                  <a:pt x="10021" y="45015"/>
                </a:lnTo>
                <a:lnTo>
                  <a:pt x="10021" y="45015"/>
                </a:lnTo>
                <a:lnTo>
                  <a:pt x="10021" y="45015"/>
                </a:lnTo>
                <a:lnTo>
                  <a:pt x="10021" y="45015"/>
                </a:lnTo>
                <a:lnTo>
                  <a:pt x="10021" y="45015"/>
                </a:lnTo>
                <a:lnTo>
                  <a:pt x="10021" y="45015"/>
                </a:lnTo>
                <a:lnTo>
                  <a:pt x="10021" y="45015"/>
                </a:lnTo>
                <a:lnTo>
                  <a:pt x="10021" y="45015"/>
                </a:lnTo>
                <a:lnTo>
                  <a:pt x="10021" y="45015"/>
                </a:lnTo>
                <a:lnTo>
                  <a:pt x="10022" y="45015"/>
                </a:lnTo>
                <a:lnTo>
                  <a:pt x="10022" y="45015"/>
                </a:lnTo>
                <a:lnTo>
                  <a:pt x="10022" y="45015"/>
                </a:lnTo>
                <a:lnTo>
                  <a:pt x="10022" y="45015"/>
                </a:lnTo>
                <a:lnTo>
                  <a:pt x="10022" y="45015"/>
                </a:lnTo>
                <a:lnTo>
                  <a:pt x="10022" y="45015"/>
                </a:lnTo>
                <a:lnTo>
                  <a:pt x="10022" y="45015"/>
                </a:lnTo>
                <a:lnTo>
                  <a:pt x="10022" y="45015"/>
                </a:lnTo>
                <a:lnTo>
                  <a:pt x="10022" y="45015"/>
                </a:lnTo>
                <a:lnTo>
                  <a:pt x="10022" y="45015"/>
                </a:lnTo>
                <a:lnTo>
                  <a:pt x="10023" y="45015"/>
                </a:lnTo>
                <a:lnTo>
                  <a:pt x="10023" y="45015"/>
                </a:lnTo>
                <a:lnTo>
                  <a:pt x="10023" y="45015"/>
                </a:lnTo>
                <a:lnTo>
                  <a:pt x="10023" y="45015"/>
                </a:lnTo>
                <a:lnTo>
                  <a:pt x="10023" y="45015"/>
                </a:lnTo>
                <a:lnTo>
                  <a:pt x="10023" y="45015"/>
                </a:lnTo>
                <a:lnTo>
                  <a:pt x="10023" y="45015"/>
                </a:lnTo>
                <a:lnTo>
                  <a:pt x="10023" y="45015"/>
                </a:lnTo>
                <a:lnTo>
                  <a:pt x="10023" y="45015"/>
                </a:lnTo>
                <a:lnTo>
                  <a:pt x="10023" y="45015"/>
                </a:lnTo>
                <a:lnTo>
                  <a:pt x="10023" y="45015"/>
                </a:lnTo>
                <a:lnTo>
                  <a:pt x="10024" y="45015"/>
                </a:lnTo>
                <a:lnTo>
                  <a:pt x="10024" y="45015"/>
                </a:lnTo>
                <a:lnTo>
                  <a:pt x="10024" y="45015"/>
                </a:lnTo>
                <a:lnTo>
                  <a:pt x="10024" y="45015"/>
                </a:lnTo>
                <a:lnTo>
                  <a:pt x="10024" y="45015"/>
                </a:lnTo>
                <a:lnTo>
                  <a:pt x="10024" y="45015"/>
                </a:lnTo>
                <a:lnTo>
                  <a:pt x="10024" y="45015"/>
                </a:lnTo>
                <a:lnTo>
                  <a:pt x="10024" y="45015"/>
                </a:lnTo>
                <a:lnTo>
                  <a:pt x="10024" y="45015"/>
                </a:lnTo>
                <a:lnTo>
                  <a:pt x="10024" y="45015"/>
                </a:lnTo>
                <a:lnTo>
                  <a:pt x="10025" y="45015"/>
                </a:lnTo>
                <a:lnTo>
                  <a:pt x="10025" y="45015"/>
                </a:lnTo>
                <a:lnTo>
                  <a:pt x="10025" y="45015"/>
                </a:lnTo>
                <a:lnTo>
                  <a:pt x="10025" y="45015"/>
                </a:lnTo>
                <a:lnTo>
                  <a:pt x="10025" y="45015"/>
                </a:lnTo>
                <a:lnTo>
                  <a:pt x="10025" y="45015"/>
                </a:lnTo>
                <a:lnTo>
                  <a:pt x="10025" y="45015"/>
                </a:lnTo>
                <a:lnTo>
                  <a:pt x="10025" y="45015"/>
                </a:lnTo>
                <a:lnTo>
                  <a:pt x="10025" y="45015"/>
                </a:lnTo>
                <a:lnTo>
                  <a:pt x="10025" y="45015"/>
                </a:lnTo>
                <a:lnTo>
                  <a:pt x="10026" y="45015"/>
                </a:lnTo>
                <a:lnTo>
                  <a:pt x="10026" y="45015"/>
                </a:lnTo>
                <a:lnTo>
                  <a:pt x="10026" y="45015"/>
                </a:lnTo>
                <a:lnTo>
                  <a:pt x="10026" y="45015"/>
                </a:lnTo>
                <a:lnTo>
                  <a:pt x="10026" y="45015"/>
                </a:lnTo>
                <a:lnTo>
                  <a:pt x="10026" y="45015"/>
                </a:lnTo>
                <a:lnTo>
                  <a:pt x="10026" y="45015"/>
                </a:lnTo>
                <a:lnTo>
                  <a:pt x="10026" y="45015"/>
                </a:lnTo>
                <a:lnTo>
                  <a:pt x="10026" y="45015"/>
                </a:lnTo>
                <a:lnTo>
                  <a:pt x="10026" y="45015"/>
                </a:lnTo>
                <a:lnTo>
                  <a:pt x="10027" y="45015"/>
                </a:lnTo>
                <a:lnTo>
                  <a:pt x="10027" y="45015"/>
                </a:lnTo>
                <a:lnTo>
                  <a:pt x="10027" y="45015"/>
                </a:lnTo>
                <a:lnTo>
                  <a:pt x="10027" y="45015"/>
                </a:lnTo>
                <a:lnTo>
                  <a:pt x="10027" y="45015"/>
                </a:lnTo>
                <a:lnTo>
                  <a:pt x="10027" y="45015"/>
                </a:lnTo>
                <a:lnTo>
                  <a:pt x="10027" y="45015"/>
                </a:lnTo>
                <a:lnTo>
                  <a:pt x="10027" y="45015"/>
                </a:lnTo>
                <a:lnTo>
                  <a:pt x="10027" y="45015"/>
                </a:lnTo>
                <a:lnTo>
                  <a:pt x="10027" y="45015"/>
                </a:lnTo>
                <a:lnTo>
                  <a:pt x="10027" y="45015"/>
                </a:lnTo>
                <a:lnTo>
                  <a:pt x="10028" y="45015"/>
                </a:lnTo>
                <a:lnTo>
                  <a:pt x="10028" y="45015"/>
                </a:lnTo>
                <a:lnTo>
                  <a:pt x="10028" y="45015"/>
                </a:lnTo>
                <a:lnTo>
                  <a:pt x="10028" y="45015"/>
                </a:lnTo>
                <a:lnTo>
                  <a:pt x="10028" y="45015"/>
                </a:lnTo>
                <a:lnTo>
                  <a:pt x="10028" y="45015"/>
                </a:lnTo>
                <a:lnTo>
                  <a:pt x="10028" y="45015"/>
                </a:lnTo>
                <a:lnTo>
                  <a:pt x="10028" y="45015"/>
                </a:lnTo>
                <a:lnTo>
                  <a:pt x="10028" y="45015"/>
                </a:lnTo>
                <a:lnTo>
                  <a:pt x="10028" y="45015"/>
                </a:lnTo>
                <a:lnTo>
                  <a:pt x="10029" y="45015"/>
                </a:lnTo>
                <a:lnTo>
                  <a:pt x="10029" y="45015"/>
                </a:lnTo>
                <a:lnTo>
                  <a:pt x="10029" y="45015"/>
                </a:lnTo>
                <a:lnTo>
                  <a:pt x="10029" y="45015"/>
                </a:lnTo>
                <a:lnTo>
                  <a:pt x="10029" y="45015"/>
                </a:lnTo>
                <a:lnTo>
                  <a:pt x="10029" y="45015"/>
                </a:lnTo>
                <a:lnTo>
                  <a:pt x="10029" y="45015"/>
                </a:lnTo>
                <a:lnTo>
                  <a:pt x="10029" y="45015"/>
                </a:lnTo>
                <a:lnTo>
                  <a:pt x="10029" y="45015"/>
                </a:lnTo>
                <a:lnTo>
                  <a:pt x="10029" y="45015"/>
                </a:lnTo>
                <a:lnTo>
                  <a:pt x="10030" y="45015"/>
                </a:lnTo>
                <a:lnTo>
                  <a:pt x="10030" y="45015"/>
                </a:lnTo>
                <a:lnTo>
                  <a:pt x="10030" y="45015"/>
                </a:lnTo>
                <a:lnTo>
                  <a:pt x="10030" y="45015"/>
                </a:lnTo>
                <a:lnTo>
                  <a:pt x="10030" y="45015"/>
                </a:lnTo>
                <a:lnTo>
                  <a:pt x="10030" y="45015"/>
                </a:lnTo>
                <a:lnTo>
                  <a:pt x="10030" y="45015"/>
                </a:lnTo>
                <a:lnTo>
                  <a:pt x="10030" y="45015"/>
                </a:lnTo>
                <a:lnTo>
                  <a:pt x="10030" y="45015"/>
                </a:lnTo>
                <a:lnTo>
                  <a:pt x="10030" y="45015"/>
                </a:lnTo>
                <a:lnTo>
                  <a:pt x="10031" y="45015"/>
                </a:lnTo>
                <a:lnTo>
                  <a:pt x="10031" y="45015"/>
                </a:lnTo>
                <a:lnTo>
                  <a:pt x="10031" y="45015"/>
                </a:lnTo>
                <a:lnTo>
                  <a:pt x="10031" y="45015"/>
                </a:lnTo>
                <a:lnTo>
                  <a:pt x="10031" y="45015"/>
                </a:lnTo>
                <a:lnTo>
                  <a:pt x="10031" y="45015"/>
                </a:lnTo>
                <a:lnTo>
                  <a:pt x="10031" y="45015"/>
                </a:lnTo>
                <a:lnTo>
                  <a:pt x="10031" y="45015"/>
                </a:lnTo>
                <a:lnTo>
                  <a:pt x="10031" y="45015"/>
                </a:lnTo>
                <a:lnTo>
                  <a:pt x="10031" y="45015"/>
                </a:lnTo>
                <a:lnTo>
                  <a:pt x="10031" y="45015"/>
                </a:lnTo>
                <a:lnTo>
                  <a:pt x="10032" y="45015"/>
                </a:lnTo>
                <a:lnTo>
                  <a:pt x="10032" y="45015"/>
                </a:lnTo>
                <a:lnTo>
                  <a:pt x="10032" y="45015"/>
                </a:lnTo>
                <a:lnTo>
                  <a:pt x="10032" y="45015"/>
                </a:lnTo>
                <a:lnTo>
                  <a:pt x="10032" y="45015"/>
                </a:lnTo>
                <a:lnTo>
                  <a:pt x="10032" y="45015"/>
                </a:lnTo>
                <a:lnTo>
                  <a:pt x="10032" y="45015"/>
                </a:lnTo>
                <a:lnTo>
                  <a:pt x="10032" y="45015"/>
                </a:lnTo>
                <a:lnTo>
                  <a:pt x="10032" y="45015"/>
                </a:lnTo>
                <a:lnTo>
                  <a:pt x="10032" y="45015"/>
                </a:lnTo>
                <a:lnTo>
                  <a:pt x="10033" y="45015"/>
                </a:lnTo>
                <a:lnTo>
                  <a:pt x="10033" y="45015"/>
                </a:lnTo>
                <a:lnTo>
                  <a:pt x="10033" y="45015"/>
                </a:lnTo>
                <a:lnTo>
                  <a:pt x="10033" y="45015"/>
                </a:lnTo>
                <a:lnTo>
                  <a:pt x="10033" y="45015"/>
                </a:lnTo>
                <a:lnTo>
                  <a:pt x="10033" y="45015"/>
                </a:lnTo>
                <a:lnTo>
                  <a:pt x="10033" y="45015"/>
                </a:lnTo>
                <a:lnTo>
                  <a:pt x="10033" y="45015"/>
                </a:lnTo>
                <a:lnTo>
                  <a:pt x="10033" y="45015"/>
                </a:lnTo>
                <a:lnTo>
                  <a:pt x="10033" y="45015"/>
                </a:lnTo>
                <a:lnTo>
                  <a:pt x="10034" y="45015"/>
                </a:lnTo>
                <a:lnTo>
                  <a:pt x="10034" y="45015"/>
                </a:lnTo>
                <a:lnTo>
                  <a:pt x="10034" y="45015"/>
                </a:lnTo>
                <a:lnTo>
                  <a:pt x="10034" y="45015"/>
                </a:lnTo>
                <a:lnTo>
                  <a:pt x="10034" y="45015"/>
                </a:lnTo>
                <a:lnTo>
                  <a:pt x="10034" y="45015"/>
                </a:lnTo>
                <a:lnTo>
                  <a:pt x="10034" y="45015"/>
                </a:lnTo>
                <a:lnTo>
                  <a:pt x="10034" y="45015"/>
                </a:lnTo>
                <a:lnTo>
                  <a:pt x="10034" y="45015"/>
                </a:lnTo>
                <a:lnTo>
                  <a:pt x="10034" y="45015"/>
                </a:lnTo>
                <a:lnTo>
                  <a:pt x="10034" y="45015"/>
                </a:lnTo>
                <a:lnTo>
                  <a:pt x="10035" y="45015"/>
                </a:lnTo>
                <a:lnTo>
                  <a:pt x="10035" y="45015"/>
                </a:lnTo>
                <a:lnTo>
                  <a:pt x="10035" y="45015"/>
                </a:lnTo>
                <a:lnTo>
                  <a:pt x="10035" y="45015"/>
                </a:lnTo>
                <a:lnTo>
                  <a:pt x="10035" y="45015"/>
                </a:lnTo>
                <a:lnTo>
                  <a:pt x="10035" y="45015"/>
                </a:lnTo>
                <a:lnTo>
                  <a:pt x="10035" y="45015"/>
                </a:lnTo>
                <a:lnTo>
                  <a:pt x="10035" y="45015"/>
                </a:lnTo>
                <a:lnTo>
                  <a:pt x="10035" y="45015"/>
                </a:lnTo>
                <a:lnTo>
                  <a:pt x="10035" y="45015"/>
                </a:lnTo>
                <a:lnTo>
                  <a:pt x="10036" y="45015"/>
                </a:lnTo>
                <a:lnTo>
                  <a:pt x="10036" y="45015"/>
                </a:lnTo>
                <a:lnTo>
                  <a:pt x="10036" y="45015"/>
                </a:lnTo>
                <a:lnTo>
                  <a:pt x="10036" y="45015"/>
                </a:lnTo>
                <a:lnTo>
                  <a:pt x="10036" y="45015"/>
                </a:lnTo>
                <a:lnTo>
                  <a:pt x="10036" y="45015"/>
                </a:lnTo>
                <a:lnTo>
                  <a:pt x="10036" y="45015"/>
                </a:lnTo>
                <a:lnTo>
                  <a:pt x="10036" y="45015"/>
                </a:lnTo>
                <a:lnTo>
                  <a:pt x="10036" y="45015"/>
                </a:lnTo>
                <a:lnTo>
                  <a:pt x="10036" y="45015"/>
                </a:lnTo>
                <a:lnTo>
                  <a:pt x="10037" y="45015"/>
                </a:lnTo>
                <a:lnTo>
                  <a:pt x="10037" y="45015"/>
                </a:lnTo>
                <a:lnTo>
                  <a:pt x="10037" y="45015"/>
                </a:lnTo>
                <a:lnTo>
                  <a:pt x="10037" y="45015"/>
                </a:lnTo>
                <a:lnTo>
                  <a:pt x="10037" y="45015"/>
                </a:lnTo>
                <a:lnTo>
                  <a:pt x="10037" y="45015"/>
                </a:lnTo>
                <a:lnTo>
                  <a:pt x="10037" y="45015"/>
                </a:lnTo>
                <a:lnTo>
                  <a:pt x="10037" y="45015"/>
                </a:lnTo>
                <a:lnTo>
                  <a:pt x="10037" y="45015"/>
                </a:lnTo>
                <a:lnTo>
                  <a:pt x="10037" y="45015"/>
                </a:lnTo>
                <a:lnTo>
                  <a:pt x="10038" y="45015"/>
                </a:lnTo>
                <a:lnTo>
                  <a:pt x="10038" y="45015"/>
                </a:lnTo>
                <a:lnTo>
                  <a:pt x="10038" y="45015"/>
                </a:lnTo>
                <a:lnTo>
                  <a:pt x="10038" y="45015"/>
                </a:lnTo>
                <a:lnTo>
                  <a:pt x="10038" y="45015"/>
                </a:lnTo>
                <a:lnTo>
                  <a:pt x="10038" y="45015"/>
                </a:lnTo>
                <a:lnTo>
                  <a:pt x="10038" y="45015"/>
                </a:lnTo>
                <a:lnTo>
                  <a:pt x="10038" y="45015"/>
                </a:lnTo>
                <a:lnTo>
                  <a:pt x="10038" y="45015"/>
                </a:lnTo>
                <a:lnTo>
                  <a:pt x="10038" y="45015"/>
                </a:lnTo>
                <a:lnTo>
                  <a:pt x="10038" y="45015"/>
                </a:lnTo>
                <a:lnTo>
                  <a:pt x="10039" y="45015"/>
                </a:lnTo>
                <a:lnTo>
                  <a:pt x="10039" y="45015"/>
                </a:lnTo>
                <a:lnTo>
                  <a:pt x="10039" y="45015"/>
                </a:lnTo>
                <a:lnTo>
                  <a:pt x="10039" y="45015"/>
                </a:lnTo>
                <a:lnTo>
                  <a:pt x="10039" y="45015"/>
                </a:lnTo>
                <a:lnTo>
                  <a:pt x="10039" y="45015"/>
                </a:lnTo>
                <a:lnTo>
                  <a:pt x="10039" y="45015"/>
                </a:lnTo>
                <a:lnTo>
                  <a:pt x="10039" y="45015"/>
                </a:lnTo>
                <a:lnTo>
                  <a:pt x="10039" y="45015"/>
                </a:lnTo>
                <a:lnTo>
                  <a:pt x="10039" y="45015"/>
                </a:lnTo>
                <a:lnTo>
                  <a:pt x="10040" y="45015"/>
                </a:lnTo>
                <a:lnTo>
                  <a:pt x="10040" y="45015"/>
                </a:lnTo>
                <a:lnTo>
                  <a:pt x="10040" y="45015"/>
                </a:lnTo>
                <a:lnTo>
                  <a:pt x="10040" y="45015"/>
                </a:lnTo>
                <a:lnTo>
                  <a:pt x="10040" y="45015"/>
                </a:lnTo>
                <a:lnTo>
                  <a:pt x="10040" y="45015"/>
                </a:lnTo>
                <a:lnTo>
                  <a:pt x="10040" y="45015"/>
                </a:lnTo>
                <a:lnTo>
                  <a:pt x="10040" y="45015"/>
                </a:lnTo>
                <a:lnTo>
                  <a:pt x="10040" y="45015"/>
                </a:lnTo>
                <a:lnTo>
                  <a:pt x="10040" y="45015"/>
                </a:lnTo>
                <a:lnTo>
                  <a:pt x="10041" y="45015"/>
                </a:lnTo>
                <a:lnTo>
                  <a:pt x="10041" y="45015"/>
                </a:lnTo>
                <a:lnTo>
                  <a:pt x="10041" y="45015"/>
                </a:lnTo>
                <a:lnTo>
                  <a:pt x="10041" y="45015"/>
                </a:lnTo>
                <a:lnTo>
                  <a:pt x="10041" y="45015"/>
                </a:lnTo>
                <a:lnTo>
                  <a:pt x="10041" y="45015"/>
                </a:lnTo>
                <a:lnTo>
                  <a:pt x="10041" y="45015"/>
                </a:lnTo>
                <a:lnTo>
                  <a:pt x="10041" y="45015"/>
                </a:lnTo>
                <a:lnTo>
                  <a:pt x="10041" y="45015"/>
                </a:lnTo>
                <a:lnTo>
                  <a:pt x="10041" y="45015"/>
                </a:lnTo>
                <a:lnTo>
                  <a:pt x="10041" y="45015"/>
                </a:lnTo>
                <a:lnTo>
                  <a:pt x="10042" y="45015"/>
                </a:lnTo>
                <a:lnTo>
                  <a:pt x="10042" y="45015"/>
                </a:lnTo>
                <a:lnTo>
                  <a:pt x="10042" y="45015"/>
                </a:lnTo>
                <a:lnTo>
                  <a:pt x="10042" y="45015"/>
                </a:lnTo>
                <a:lnTo>
                  <a:pt x="10042" y="45015"/>
                </a:lnTo>
                <a:lnTo>
                  <a:pt x="10042" y="45015"/>
                </a:lnTo>
                <a:lnTo>
                  <a:pt x="10042" y="45015"/>
                </a:lnTo>
                <a:lnTo>
                  <a:pt x="10042" y="45015"/>
                </a:lnTo>
                <a:lnTo>
                  <a:pt x="10042" y="45015"/>
                </a:lnTo>
                <a:lnTo>
                  <a:pt x="10042" y="45015"/>
                </a:lnTo>
                <a:lnTo>
                  <a:pt x="10043" y="45015"/>
                </a:lnTo>
                <a:lnTo>
                  <a:pt x="10043" y="45015"/>
                </a:lnTo>
                <a:lnTo>
                  <a:pt x="10043" y="45015"/>
                </a:lnTo>
                <a:lnTo>
                  <a:pt x="10043" y="45015"/>
                </a:lnTo>
                <a:lnTo>
                  <a:pt x="10043" y="45015"/>
                </a:lnTo>
                <a:lnTo>
                  <a:pt x="10043" y="45015"/>
                </a:lnTo>
                <a:lnTo>
                  <a:pt x="10043" y="45015"/>
                </a:lnTo>
                <a:lnTo>
                  <a:pt x="10043" y="45015"/>
                </a:lnTo>
                <a:lnTo>
                  <a:pt x="10043" y="45015"/>
                </a:lnTo>
                <a:lnTo>
                  <a:pt x="10043" y="45015"/>
                </a:lnTo>
                <a:lnTo>
                  <a:pt x="10043" y="45015"/>
                </a:lnTo>
                <a:lnTo>
                  <a:pt x="10044" y="45015"/>
                </a:lnTo>
                <a:lnTo>
                  <a:pt x="10044" y="45015"/>
                </a:lnTo>
                <a:lnTo>
                  <a:pt x="10044" y="45015"/>
                </a:lnTo>
                <a:lnTo>
                  <a:pt x="10044" y="45015"/>
                </a:lnTo>
                <a:lnTo>
                  <a:pt x="10044" y="45015"/>
                </a:lnTo>
                <a:lnTo>
                  <a:pt x="10044" y="45015"/>
                </a:lnTo>
                <a:lnTo>
                  <a:pt x="10044" y="45015"/>
                </a:lnTo>
                <a:lnTo>
                  <a:pt x="10044" y="45015"/>
                </a:lnTo>
                <a:lnTo>
                  <a:pt x="10044" y="45015"/>
                </a:lnTo>
                <a:lnTo>
                  <a:pt x="10044" y="45015"/>
                </a:lnTo>
                <a:lnTo>
                  <a:pt x="10045" y="45015"/>
                </a:lnTo>
                <a:lnTo>
                  <a:pt x="10045" y="45015"/>
                </a:lnTo>
                <a:lnTo>
                  <a:pt x="10045" y="45015"/>
                </a:lnTo>
                <a:lnTo>
                  <a:pt x="10045" y="45015"/>
                </a:lnTo>
                <a:lnTo>
                  <a:pt x="10045" y="45015"/>
                </a:lnTo>
                <a:lnTo>
                  <a:pt x="10045" y="45015"/>
                </a:lnTo>
                <a:lnTo>
                  <a:pt x="10045" y="45015"/>
                </a:lnTo>
                <a:lnTo>
                  <a:pt x="10045" y="45015"/>
                </a:lnTo>
                <a:lnTo>
                  <a:pt x="10045" y="45015"/>
                </a:lnTo>
                <a:lnTo>
                  <a:pt x="10045" y="45015"/>
                </a:lnTo>
                <a:lnTo>
                  <a:pt x="10046" y="45015"/>
                </a:lnTo>
                <a:lnTo>
                  <a:pt x="10046" y="45015"/>
                </a:lnTo>
                <a:lnTo>
                  <a:pt x="10046" y="45015"/>
                </a:lnTo>
                <a:lnTo>
                  <a:pt x="10046" y="45015"/>
                </a:lnTo>
                <a:lnTo>
                  <a:pt x="10046" y="45015"/>
                </a:lnTo>
                <a:lnTo>
                  <a:pt x="10046" y="45015"/>
                </a:lnTo>
                <a:lnTo>
                  <a:pt x="10046" y="45015"/>
                </a:lnTo>
                <a:lnTo>
                  <a:pt x="10046" y="45015"/>
                </a:lnTo>
                <a:lnTo>
                  <a:pt x="10046" y="45015"/>
                </a:lnTo>
                <a:lnTo>
                  <a:pt x="10046" y="45015"/>
                </a:lnTo>
                <a:lnTo>
                  <a:pt x="10046" y="45015"/>
                </a:lnTo>
                <a:lnTo>
                  <a:pt x="10047" y="45015"/>
                </a:lnTo>
                <a:lnTo>
                  <a:pt x="10047" y="45015"/>
                </a:lnTo>
                <a:lnTo>
                  <a:pt x="10047" y="45015"/>
                </a:lnTo>
                <a:lnTo>
                  <a:pt x="10047" y="45015"/>
                </a:lnTo>
                <a:lnTo>
                  <a:pt x="10047" y="45015"/>
                </a:lnTo>
                <a:lnTo>
                  <a:pt x="10047" y="45015"/>
                </a:lnTo>
                <a:lnTo>
                  <a:pt x="10047" y="45015"/>
                </a:lnTo>
                <a:lnTo>
                  <a:pt x="10047" y="45015"/>
                </a:lnTo>
                <a:lnTo>
                  <a:pt x="10047" y="45015"/>
                </a:lnTo>
                <a:lnTo>
                  <a:pt x="10047" y="45015"/>
                </a:lnTo>
                <a:lnTo>
                  <a:pt x="10048" y="45015"/>
                </a:lnTo>
                <a:lnTo>
                  <a:pt x="10048" y="45015"/>
                </a:lnTo>
                <a:lnTo>
                  <a:pt x="10048" y="45015"/>
                </a:lnTo>
                <a:lnTo>
                  <a:pt x="10048" y="45015"/>
                </a:lnTo>
                <a:lnTo>
                  <a:pt x="10048" y="45015"/>
                </a:lnTo>
                <a:lnTo>
                  <a:pt x="10048" y="45015"/>
                </a:lnTo>
                <a:lnTo>
                  <a:pt x="10048" y="45015"/>
                </a:lnTo>
                <a:lnTo>
                  <a:pt x="10048" y="45015"/>
                </a:lnTo>
                <a:lnTo>
                  <a:pt x="10048" y="45015"/>
                </a:lnTo>
                <a:lnTo>
                  <a:pt x="10048" y="45015"/>
                </a:lnTo>
                <a:lnTo>
                  <a:pt x="10049" y="45015"/>
                </a:lnTo>
                <a:lnTo>
                  <a:pt x="10049" y="45015"/>
                </a:lnTo>
                <a:lnTo>
                  <a:pt x="10049" y="45015"/>
                </a:lnTo>
                <a:lnTo>
                  <a:pt x="10049" y="45015"/>
                </a:lnTo>
                <a:lnTo>
                  <a:pt x="10049" y="45015"/>
                </a:lnTo>
                <a:lnTo>
                  <a:pt x="10049" y="45015"/>
                </a:lnTo>
                <a:lnTo>
                  <a:pt x="10049" y="45015"/>
                </a:lnTo>
                <a:lnTo>
                  <a:pt x="10049" y="45015"/>
                </a:lnTo>
                <a:lnTo>
                  <a:pt x="10049" y="45015"/>
                </a:lnTo>
                <a:lnTo>
                  <a:pt x="10049" y="45015"/>
                </a:lnTo>
                <a:lnTo>
                  <a:pt x="10049" y="45015"/>
                </a:lnTo>
                <a:lnTo>
                  <a:pt x="10050" y="45015"/>
                </a:lnTo>
                <a:lnTo>
                  <a:pt x="10050" y="45015"/>
                </a:lnTo>
                <a:lnTo>
                  <a:pt x="10050" y="45015"/>
                </a:lnTo>
                <a:lnTo>
                  <a:pt x="10050" y="45015"/>
                </a:lnTo>
                <a:lnTo>
                  <a:pt x="10050" y="45015"/>
                </a:lnTo>
                <a:lnTo>
                  <a:pt x="10050" y="45015"/>
                </a:lnTo>
                <a:lnTo>
                  <a:pt x="10050" y="45015"/>
                </a:lnTo>
                <a:lnTo>
                  <a:pt x="10050" y="45015"/>
                </a:lnTo>
                <a:lnTo>
                  <a:pt x="10050" y="45015"/>
                </a:lnTo>
                <a:lnTo>
                  <a:pt x="10050" y="45015"/>
                </a:lnTo>
                <a:lnTo>
                  <a:pt x="10051" y="45015"/>
                </a:lnTo>
                <a:lnTo>
                  <a:pt x="10051" y="45015"/>
                </a:lnTo>
                <a:lnTo>
                  <a:pt x="10051" y="45015"/>
                </a:lnTo>
                <a:lnTo>
                  <a:pt x="10051" y="45015"/>
                </a:lnTo>
                <a:lnTo>
                  <a:pt x="10051" y="45015"/>
                </a:lnTo>
                <a:lnTo>
                  <a:pt x="10051" y="45015"/>
                </a:lnTo>
                <a:lnTo>
                  <a:pt x="10051" y="45015"/>
                </a:lnTo>
                <a:lnTo>
                  <a:pt x="10051" y="45015"/>
                </a:lnTo>
                <a:lnTo>
                  <a:pt x="10051" y="45015"/>
                </a:lnTo>
                <a:lnTo>
                  <a:pt x="10051" y="45015"/>
                </a:lnTo>
                <a:lnTo>
                  <a:pt x="10051" y="45015"/>
                </a:lnTo>
                <a:lnTo>
                  <a:pt x="10052" y="45015"/>
                </a:lnTo>
                <a:lnTo>
                  <a:pt x="10052" y="45015"/>
                </a:lnTo>
                <a:lnTo>
                  <a:pt x="10052" y="45015"/>
                </a:lnTo>
                <a:lnTo>
                  <a:pt x="10052" y="45015"/>
                </a:lnTo>
                <a:lnTo>
                  <a:pt x="10052" y="45015"/>
                </a:lnTo>
                <a:lnTo>
                  <a:pt x="10052" y="45015"/>
                </a:lnTo>
                <a:lnTo>
                  <a:pt x="10052" y="45015"/>
                </a:lnTo>
                <a:lnTo>
                  <a:pt x="10052" y="45015"/>
                </a:lnTo>
                <a:lnTo>
                  <a:pt x="10052" y="45015"/>
                </a:lnTo>
                <a:lnTo>
                  <a:pt x="10052" y="45015"/>
                </a:lnTo>
                <a:lnTo>
                  <a:pt x="10053" y="45015"/>
                </a:lnTo>
                <a:lnTo>
                  <a:pt x="10053" y="45015"/>
                </a:lnTo>
                <a:lnTo>
                  <a:pt x="10053" y="45015"/>
                </a:lnTo>
                <a:lnTo>
                  <a:pt x="10053" y="45015"/>
                </a:lnTo>
                <a:lnTo>
                  <a:pt x="10053" y="45015"/>
                </a:lnTo>
                <a:lnTo>
                  <a:pt x="10053" y="45015"/>
                </a:lnTo>
                <a:lnTo>
                  <a:pt x="10053" y="45015"/>
                </a:lnTo>
                <a:lnTo>
                  <a:pt x="10053" y="45015"/>
                </a:lnTo>
                <a:lnTo>
                  <a:pt x="10053" y="45015"/>
                </a:lnTo>
                <a:lnTo>
                  <a:pt x="10053" y="45015"/>
                </a:lnTo>
                <a:lnTo>
                  <a:pt x="10053" y="45015"/>
                </a:lnTo>
                <a:lnTo>
                  <a:pt x="10054" y="45015"/>
                </a:lnTo>
                <a:lnTo>
                  <a:pt x="10054" y="45015"/>
                </a:lnTo>
                <a:lnTo>
                  <a:pt x="10054" y="45015"/>
                </a:lnTo>
                <a:lnTo>
                  <a:pt x="10054" y="45015"/>
                </a:lnTo>
                <a:lnTo>
                  <a:pt x="10054" y="45015"/>
                </a:lnTo>
                <a:lnTo>
                  <a:pt x="10054" y="45015"/>
                </a:lnTo>
                <a:lnTo>
                  <a:pt x="10054" y="45015"/>
                </a:lnTo>
                <a:lnTo>
                  <a:pt x="10054" y="45015"/>
                </a:lnTo>
                <a:lnTo>
                  <a:pt x="10054" y="45015"/>
                </a:lnTo>
                <a:lnTo>
                  <a:pt x="10054" y="45015"/>
                </a:lnTo>
                <a:lnTo>
                  <a:pt x="10055" y="45015"/>
                </a:lnTo>
                <a:lnTo>
                  <a:pt x="10055" y="45015"/>
                </a:lnTo>
                <a:lnTo>
                  <a:pt x="10055" y="45015"/>
                </a:lnTo>
                <a:lnTo>
                  <a:pt x="10055" y="45015"/>
                </a:lnTo>
                <a:lnTo>
                  <a:pt x="10055" y="45015"/>
                </a:lnTo>
                <a:lnTo>
                  <a:pt x="10055" y="45015"/>
                </a:lnTo>
                <a:lnTo>
                  <a:pt x="10055" y="45015"/>
                </a:lnTo>
                <a:lnTo>
                  <a:pt x="10055" y="45015"/>
                </a:lnTo>
                <a:lnTo>
                  <a:pt x="10055" y="45015"/>
                </a:lnTo>
                <a:lnTo>
                  <a:pt x="10055" y="45015"/>
                </a:lnTo>
                <a:lnTo>
                  <a:pt x="10056" y="45015"/>
                </a:lnTo>
                <a:lnTo>
                  <a:pt x="10056" y="45015"/>
                </a:lnTo>
                <a:lnTo>
                  <a:pt x="10056" y="45015"/>
                </a:lnTo>
                <a:lnTo>
                  <a:pt x="10056" y="45015"/>
                </a:lnTo>
                <a:lnTo>
                  <a:pt x="10056" y="45015"/>
                </a:lnTo>
                <a:lnTo>
                  <a:pt x="10056" y="45015"/>
                </a:lnTo>
                <a:lnTo>
                  <a:pt x="10056" y="45015"/>
                </a:lnTo>
                <a:lnTo>
                  <a:pt x="10056" y="45015"/>
                </a:lnTo>
                <a:lnTo>
                  <a:pt x="10056" y="45015"/>
                </a:lnTo>
                <a:lnTo>
                  <a:pt x="10056" y="45015"/>
                </a:lnTo>
                <a:lnTo>
                  <a:pt x="10056" y="45015"/>
                </a:lnTo>
                <a:lnTo>
                  <a:pt x="10057" y="45015"/>
                </a:lnTo>
                <a:lnTo>
                  <a:pt x="10057" y="45015"/>
                </a:lnTo>
                <a:lnTo>
                  <a:pt x="10057" y="45015"/>
                </a:lnTo>
                <a:lnTo>
                  <a:pt x="10057" y="45015"/>
                </a:lnTo>
                <a:lnTo>
                  <a:pt x="10057" y="45015"/>
                </a:lnTo>
                <a:lnTo>
                  <a:pt x="10057" y="45015"/>
                </a:lnTo>
                <a:lnTo>
                  <a:pt x="10057" y="45015"/>
                </a:lnTo>
                <a:lnTo>
                  <a:pt x="10057" y="45015"/>
                </a:lnTo>
                <a:lnTo>
                  <a:pt x="10057" y="45015"/>
                </a:lnTo>
                <a:lnTo>
                  <a:pt x="10057" y="45015"/>
                </a:lnTo>
                <a:lnTo>
                  <a:pt x="10058" y="45015"/>
                </a:lnTo>
                <a:lnTo>
                  <a:pt x="10058" y="45015"/>
                </a:lnTo>
                <a:lnTo>
                  <a:pt x="10058" y="45015"/>
                </a:lnTo>
                <a:lnTo>
                  <a:pt x="10058" y="45015"/>
                </a:lnTo>
                <a:lnTo>
                  <a:pt x="10058" y="45015"/>
                </a:lnTo>
                <a:lnTo>
                  <a:pt x="10058" y="45015"/>
                </a:lnTo>
                <a:lnTo>
                  <a:pt x="10058" y="45015"/>
                </a:lnTo>
                <a:lnTo>
                  <a:pt x="10058" y="45015"/>
                </a:lnTo>
                <a:lnTo>
                  <a:pt x="10058" y="45015"/>
                </a:lnTo>
                <a:lnTo>
                  <a:pt x="10058" y="45015"/>
                </a:lnTo>
                <a:lnTo>
                  <a:pt x="10058" y="45015"/>
                </a:lnTo>
                <a:lnTo>
                  <a:pt x="10059" y="45015"/>
                </a:lnTo>
                <a:lnTo>
                  <a:pt x="10059" y="45015"/>
                </a:lnTo>
                <a:lnTo>
                  <a:pt x="10059" y="45015"/>
                </a:lnTo>
                <a:lnTo>
                  <a:pt x="10059" y="45015"/>
                </a:lnTo>
                <a:lnTo>
                  <a:pt x="10059" y="45015"/>
                </a:lnTo>
                <a:lnTo>
                  <a:pt x="10059" y="45015"/>
                </a:lnTo>
                <a:lnTo>
                  <a:pt x="10059" y="45015"/>
                </a:lnTo>
                <a:lnTo>
                  <a:pt x="10059" y="45015"/>
                </a:lnTo>
                <a:lnTo>
                  <a:pt x="10059" y="45015"/>
                </a:lnTo>
                <a:lnTo>
                  <a:pt x="10059" y="45015"/>
                </a:lnTo>
                <a:lnTo>
                  <a:pt x="10060" y="45015"/>
                </a:lnTo>
                <a:lnTo>
                  <a:pt x="10060" y="45015"/>
                </a:lnTo>
                <a:lnTo>
                  <a:pt x="10060" y="45015"/>
                </a:lnTo>
                <a:lnTo>
                  <a:pt x="10060" y="45015"/>
                </a:lnTo>
                <a:lnTo>
                  <a:pt x="10060" y="45015"/>
                </a:lnTo>
                <a:lnTo>
                  <a:pt x="10060" y="45015"/>
                </a:lnTo>
                <a:lnTo>
                  <a:pt x="10060" y="45015"/>
                </a:lnTo>
                <a:lnTo>
                  <a:pt x="10060" y="45015"/>
                </a:lnTo>
                <a:lnTo>
                  <a:pt x="10060" y="45015"/>
                </a:lnTo>
                <a:lnTo>
                  <a:pt x="10060" y="45015"/>
                </a:lnTo>
                <a:lnTo>
                  <a:pt x="10060" y="45015"/>
                </a:lnTo>
                <a:lnTo>
                  <a:pt x="10061" y="45015"/>
                </a:lnTo>
                <a:lnTo>
                  <a:pt x="10061" y="45015"/>
                </a:lnTo>
                <a:lnTo>
                  <a:pt x="10061" y="45015"/>
                </a:lnTo>
                <a:lnTo>
                  <a:pt x="10061" y="45015"/>
                </a:lnTo>
                <a:lnTo>
                  <a:pt x="10061" y="45015"/>
                </a:lnTo>
                <a:lnTo>
                  <a:pt x="10061" y="45015"/>
                </a:lnTo>
                <a:lnTo>
                  <a:pt x="10061" y="45015"/>
                </a:lnTo>
                <a:lnTo>
                  <a:pt x="10061" y="45015"/>
                </a:lnTo>
                <a:lnTo>
                  <a:pt x="10061" y="45015"/>
                </a:lnTo>
                <a:lnTo>
                  <a:pt x="10061" y="45015"/>
                </a:lnTo>
                <a:lnTo>
                  <a:pt x="10062" y="45015"/>
                </a:lnTo>
                <a:lnTo>
                  <a:pt x="10062" y="45015"/>
                </a:lnTo>
                <a:lnTo>
                  <a:pt x="10062" y="45015"/>
                </a:lnTo>
                <a:lnTo>
                  <a:pt x="10062" y="45015"/>
                </a:lnTo>
                <a:lnTo>
                  <a:pt x="10062" y="45015"/>
                </a:lnTo>
                <a:lnTo>
                  <a:pt x="10062" y="45015"/>
                </a:lnTo>
                <a:lnTo>
                  <a:pt x="10062" y="45015"/>
                </a:lnTo>
                <a:lnTo>
                  <a:pt x="10062" y="45015"/>
                </a:lnTo>
                <a:lnTo>
                  <a:pt x="10062" y="45015"/>
                </a:lnTo>
                <a:lnTo>
                  <a:pt x="10062" y="45015"/>
                </a:lnTo>
                <a:lnTo>
                  <a:pt x="10062" y="45015"/>
                </a:lnTo>
                <a:lnTo>
                  <a:pt x="10063" y="45015"/>
                </a:lnTo>
                <a:lnTo>
                  <a:pt x="10063" y="45015"/>
                </a:lnTo>
                <a:lnTo>
                  <a:pt x="10063" y="45015"/>
                </a:lnTo>
                <a:lnTo>
                  <a:pt x="10063" y="45015"/>
                </a:lnTo>
                <a:lnTo>
                  <a:pt x="10063" y="45015"/>
                </a:lnTo>
                <a:lnTo>
                  <a:pt x="10063" y="45015"/>
                </a:lnTo>
                <a:lnTo>
                  <a:pt x="10063" y="45015"/>
                </a:lnTo>
                <a:lnTo>
                  <a:pt x="10063" y="45015"/>
                </a:lnTo>
                <a:lnTo>
                  <a:pt x="10063" y="45015"/>
                </a:lnTo>
                <a:lnTo>
                  <a:pt x="10063" y="45015"/>
                </a:lnTo>
                <a:lnTo>
                  <a:pt x="10064" y="45015"/>
                </a:lnTo>
                <a:lnTo>
                  <a:pt x="10064" y="45015"/>
                </a:lnTo>
                <a:lnTo>
                  <a:pt x="10064" y="45015"/>
                </a:lnTo>
                <a:lnTo>
                  <a:pt x="10064" y="45015"/>
                </a:lnTo>
                <a:lnTo>
                  <a:pt x="10064" y="45015"/>
                </a:lnTo>
                <a:lnTo>
                  <a:pt x="10064" y="45015"/>
                </a:lnTo>
                <a:lnTo>
                  <a:pt x="10064" y="45015"/>
                </a:lnTo>
                <a:lnTo>
                  <a:pt x="10064" y="45015"/>
                </a:lnTo>
                <a:lnTo>
                  <a:pt x="10064" y="45015"/>
                </a:lnTo>
                <a:lnTo>
                  <a:pt x="10064" y="45015"/>
                </a:lnTo>
                <a:lnTo>
                  <a:pt x="10064" y="45015"/>
                </a:lnTo>
                <a:lnTo>
                  <a:pt x="10065" y="45015"/>
                </a:lnTo>
                <a:lnTo>
                  <a:pt x="10065" y="45015"/>
                </a:lnTo>
                <a:lnTo>
                  <a:pt x="10065" y="45015"/>
                </a:lnTo>
                <a:lnTo>
                  <a:pt x="10065" y="45015"/>
                </a:lnTo>
                <a:lnTo>
                  <a:pt x="10065" y="45015"/>
                </a:lnTo>
                <a:lnTo>
                  <a:pt x="10065" y="45015"/>
                </a:lnTo>
                <a:lnTo>
                  <a:pt x="10065" y="45015"/>
                </a:lnTo>
                <a:lnTo>
                  <a:pt x="10065" y="45015"/>
                </a:lnTo>
                <a:lnTo>
                  <a:pt x="10065" y="45015"/>
                </a:lnTo>
                <a:lnTo>
                  <a:pt x="10065" y="45015"/>
                </a:lnTo>
                <a:lnTo>
                  <a:pt x="10066" y="45015"/>
                </a:lnTo>
                <a:lnTo>
                  <a:pt x="10066" y="45015"/>
                </a:lnTo>
                <a:lnTo>
                  <a:pt x="10066" y="45015"/>
                </a:lnTo>
                <a:lnTo>
                  <a:pt x="10066" y="45015"/>
                </a:lnTo>
                <a:lnTo>
                  <a:pt x="10066" y="45015"/>
                </a:lnTo>
                <a:lnTo>
                  <a:pt x="10066" y="45015"/>
                </a:lnTo>
                <a:lnTo>
                  <a:pt x="10066" y="45015"/>
                </a:lnTo>
                <a:lnTo>
                  <a:pt x="10066" y="45015"/>
                </a:lnTo>
                <a:lnTo>
                  <a:pt x="10066" y="45015"/>
                </a:lnTo>
                <a:lnTo>
                  <a:pt x="10066" y="45015"/>
                </a:lnTo>
                <a:lnTo>
                  <a:pt x="10066" y="45015"/>
                </a:lnTo>
                <a:lnTo>
                  <a:pt x="10067" y="45015"/>
                </a:lnTo>
                <a:lnTo>
                  <a:pt x="10067" y="45015"/>
                </a:lnTo>
                <a:lnTo>
                  <a:pt x="10067" y="45015"/>
                </a:lnTo>
                <a:lnTo>
                  <a:pt x="10067" y="45015"/>
                </a:lnTo>
                <a:lnTo>
                  <a:pt x="10067" y="45015"/>
                </a:lnTo>
                <a:lnTo>
                  <a:pt x="10067" y="45015"/>
                </a:lnTo>
                <a:lnTo>
                  <a:pt x="10067" y="45015"/>
                </a:lnTo>
                <a:lnTo>
                  <a:pt x="10067" y="45015"/>
                </a:lnTo>
                <a:lnTo>
                  <a:pt x="10067" y="45015"/>
                </a:lnTo>
                <a:lnTo>
                  <a:pt x="10067" y="45015"/>
                </a:lnTo>
                <a:lnTo>
                  <a:pt x="10068" y="45015"/>
                </a:lnTo>
                <a:lnTo>
                  <a:pt x="10068" y="45015"/>
                </a:lnTo>
                <a:lnTo>
                  <a:pt x="10068" y="45015"/>
                </a:lnTo>
                <a:lnTo>
                  <a:pt x="10068" y="45015"/>
                </a:lnTo>
                <a:lnTo>
                  <a:pt x="10068" y="45015"/>
                </a:lnTo>
                <a:lnTo>
                  <a:pt x="10068" y="45015"/>
                </a:lnTo>
                <a:lnTo>
                  <a:pt x="10068" y="45015"/>
                </a:lnTo>
                <a:lnTo>
                  <a:pt x="10068" y="45015"/>
                </a:lnTo>
                <a:lnTo>
                  <a:pt x="10068" y="45015"/>
                </a:lnTo>
                <a:lnTo>
                  <a:pt x="10068" y="45015"/>
                </a:lnTo>
                <a:lnTo>
                  <a:pt x="10068" y="45015"/>
                </a:lnTo>
                <a:lnTo>
                  <a:pt x="10069" y="45015"/>
                </a:lnTo>
                <a:lnTo>
                  <a:pt x="10069" y="45015"/>
                </a:lnTo>
                <a:lnTo>
                  <a:pt x="10069" y="45015"/>
                </a:lnTo>
                <a:lnTo>
                  <a:pt x="10069" y="45015"/>
                </a:lnTo>
                <a:lnTo>
                  <a:pt x="10069" y="45015"/>
                </a:lnTo>
                <a:lnTo>
                  <a:pt x="10069" y="45015"/>
                </a:lnTo>
                <a:lnTo>
                  <a:pt x="10069" y="45015"/>
                </a:lnTo>
                <a:lnTo>
                  <a:pt x="10069" y="45015"/>
                </a:lnTo>
                <a:lnTo>
                  <a:pt x="10069" y="45015"/>
                </a:lnTo>
                <a:lnTo>
                  <a:pt x="10069" y="45015"/>
                </a:lnTo>
                <a:lnTo>
                  <a:pt x="10070" y="45015"/>
                </a:lnTo>
                <a:lnTo>
                  <a:pt x="10070" y="45015"/>
                </a:lnTo>
                <a:lnTo>
                  <a:pt x="10070" y="45015"/>
                </a:lnTo>
                <a:lnTo>
                  <a:pt x="10070" y="45015"/>
                </a:lnTo>
                <a:lnTo>
                  <a:pt x="10070" y="45015"/>
                </a:lnTo>
                <a:lnTo>
                  <a:pt x="10070" y="45015"/>
                </a:lnTo>
                <a:lnTo>
                  <a:pt x="10070" y="45015"/>
                </a:lnTo>
                <a:lnTo>
                  <a:pt x="10070" y="45015"/>
                </a:lnTo>
                <a:lnTo>
                  <a:pt x="10070" y="45015"/>
                </a:lnTo>
                <a:lnTo>
                  <a:pt x="10070" y="45015"/>
                </a:lnTo>
                <a:lnTo>
                  <a:pt x="10070" y="45015"/>
                </a:lnTo>
                <a:lnTo>
                  <a:pt x="10071" y="45015"/>
                </a:lnTo>
                <a:lnTo>
                  <a:pt x="10071" y="45015"/>
                </a:lnTo>
                <a:lnTo>
                  <a:pt x="10071" y="45015"/>
                </a:lnTo>
                <a:lnTo>
                  <a:pt x="10071" y="45015"/>
                </a:lnTo>
                <a:lnTo>
                  <a:pt x="10071" y="45015"/>
                </a:lnTo>
                <a:lnTo>
                  <a:pt x="10071" y="45015"/>
                </a:lnTo>
                <a:lnTo>
                  <a:pt x="10071" y="45015"/>
                </a:lnTo>
                <a:lnTo>
                  <a:pt x="10071" y="45015"/>
                </a:lnTo>
                <a:lnTo>
                  <a:pt x="10071" y="45015"/>
                </a:lnTo>
                <a:lnTo>
                  <a:pt x="10071" y="45015"/>
                </a:lnTo>
                <a:lnTo>
                  <a:pt x="10071" y="45015"/>
                </a:lnTo>
                <a:lnTo>
                  <a:pt x="10072" y="45015"/>
                </a:lnTo>
                <a:lnTo>
                  <a:pt x="10072" y="45015"/>
                </a:lnTo>
                <a:lnTo>
                  <a:pt x="10072" y="45015"/>
                </a:lnTo>
                <a:lnTo>
                  <a:pt x="10072" y="45015"/>
                </a:lnTo>
                <a:lnTo>
                  <a:pt x="10072" y="45015"/>
                </a:lnTo>
                <a:lnTo>
                  <a:pt x="10072" y="45015"/>
                </a:lnTo>
                <a:lnTo>
                  <a:pt x="10072" y="45015"/>
                </a:lnTo>
                <a:lnTo>
                  <a:pt x="10072" y="45015"/>
                </a:lnTo>
                <a:lnTo>
                  <a:pt x="10072" y="45015"/>
                </a:lnTo>
                <a:lnTo>
                  <a:pt x="10072" y="45015"/>
                </a:lnTo>
                <a:lnTo>
                  <a:pt x="10073" y="45015"/>
                </a:lnTo>
                <a:lnTo>
                  <a:pt x="10073" y="45015"/>
                </a:lnTo>
                <a:lnTo>
                  <a:pt x="10073" y="45015"/>
                </a:lnTo>
                <a:lnTo>
                  <a:pt x="10073" y="45015"/>
                </a:lnTo>
                <a:lnTo>
                  <a:pt x="10073" y="45015"/>
                </a:lnTo>
                <a:lnTo>
                  <a:pt x="10073" y="45015"/>
                </a:lnTo>
                <a:lnTo>
                  <a:pt x="10073" y="45015"/>
                </a:lnTo>
                <a:lnTo>
                  <a:pt x="10073" y="45015"/>
                </a:lnTo>
                <a:lnTo>
                  <a:pt x="10073" y="45015"/>
                </a:lnTo>
                <a:lnTo>
                  <a:pt x="10073" y="45015"/>
                </a:lnTo>
                <a:lnTo>
                  <a:pt x="10073" y="45015"/>
                </a:lnTo>
                <a:lnTo>
                  <a:pt x="10074" y="45015"/>
                </a:lnTo>
                <a:lnTo>
                  <a:pt x="10074" y="45015"/>
                </a:lnTo>
                <a:lnTo>
                  <a:pt x="10074" y="45015"/>
                </a:lnTo>
                <a:lnTo>
                  <a:pt x="10074" y="45015"/>
                </a:lnTo>
                <a:lnTo>
                  <a:pt x="10074" y="45015"/>
                </a:lnTo>
                <a:lnTo>
                  <a:pt x="10074" y="45015"/>
                </a:lnTo>
                <a:lnTo>
                  <a:pt x="10074" y="45015"/>
                </a:lnTo>
                <a:lnTo>
                  <a:pt x="10074" y="45015"/>
                </a:lnTo>
                <a:lnTo>
                  <a:pt x="10074" y="45015"/>
                </a:lnTo>
                <a:lnTo>
                  <a:pt x="10074" y="45015"/>
                </a:lnTo>
                <a:lnTo>
                  <a:pt x="10075" y="45015"/>
                </a:lnTo>
                <a:lnTo>
                  <a:pt x="10075" y="45015"/>
                </a:lnTo>
                <a:lnTo>
                  <a:pt x="10075" y="45015"/>
                </a:lnTo>
                <a:lnTo>
                  <a:pt x="10075" y="45015"/>
                </a:lnTo>
                <a:lnTo>
                  <a:pt x="10075" y="45015"/>
                </a:lnTo>
                <a:lnTo>
                  <a:pt x="10075" y="45015"/>
                </a:lnTo>
                <a:lnTo>
                  <a:pt x="10075" y="45015"/>
                </a:lnTo>
                <a:lnTo>
                  <a:pt x="10075" y="45015"/>
                </a:lnTo>
                <a:lnTo>
                  <a:pt x="10075" y="45015"/>
                </a:lnTo>
                <a:lnTo>
                  <a:pt x="10075" y="45015"/>
                </a:lnTo>
                <a:lnTo>
                  <a:pt x="10075" y="45015"/>
                </a:lnTo>
                <a:lnTo>
                  <a:pt x="10076" y="45015"/>
                </a:lnTo>
                <a:lnTo>
                  <a:pt x="10076" y="45015"/>
                </a:lnTo>
                <a:lnTo>
                  <a:pt x="10076" y="45015"/>
                </a:lnTo>
                <a:lnTo>
                  <a:pt x="10076" y="45015"/>
                </a:lnTo>
                <a:lnTo>
                  <a:pt x="10076" y="45015"/>
                </a:lnTo>
                <a:lnTo>
                  <a:pt x="10076" y="45015"/>
                </a:lnTo>
                <a:lnTo>
                  <a:pt x="10076" y="45015"/>
                </a:lnTo>
                <a:lnTo>
                  <a:pt x="10076" y="45015"/>
                </a:lnTo>
                <a:lnTo>
                  <a:pt x="10076" y="45015"/>
                </a:lnTo>
                <a:lnTo>
                  <a:pt x="10076" y="45015"/>
                </a:lnTo>
                <a:lnTo>
                  <a:pt x="10077" y="45015"/>
                </a:lnTo>
                <a:lnTo>
                  <a:pt x="10077" y="45015"/>
                </a:lnTo>
                <a:lnTo>
                  <a:pt x="10077" y="45015"/>
                </a:lnTo>
                <a:lnTo>
                  <a:pt x="10077" y="45015"/>
                </a:lnTo>
                <a:lnTo>
                  <a:pt x="10077" y="45015"/>
                </a:lnTo>
                <a:lnTo>
                  <a:pt x="10077" y="45015"/>
                </a:lnTo>
                <a:lnTo>
                  <a:pt x="10077" y="45015"/>
                </a:lnTo>
                <a:lnTo>
                  <a:pt x="10077" y="45015"/>
                </a:lnTo>
                <a:lnTo>
                  <a:pt x="10077" y="45015"/>
                </a:lnTo>
                <a:lnTo>
                  <a:pt x="10077" y="45015"/>
                </a:lnTo>
                <a:lnTo>
                  <a:pt x="10077" y="45015"/>
                </a:lnTo>
                <a:lnTo>
                  <a:pt x="10078" y="45015"/>
                </a:lnTo>
                <a:lnTo>
                  <a:pt x="10078" y="45015"/>
                </a:lnTo>
                <a:lnTo>
                  <a:pt x="10078" y="45015"/>
                </a:lnTo>
                <a:lnTo>
                  <a:pt x="10078" y="45015"/>
                </a:lnTo>
                <a:lnTo>
                  <a:pt x="10078" y="45015"/>
                </a:lnTo>
                <a:lnTo>
                  <a:pt x="10078" y="45015"/>
                </a:lnTo>
                <a:lnTo>
                  <a:pt x="10078" y="45015"/>
                </a:lnTo>
                <a:lnTo>
                  <a:pt x="10078" y="45015"/>
                </a:lnTo>
                <a:lnTo>
                  <a:pt x="10078" y="45015"/>
                </a:lnTo>
                <a:lnTo>
                  <a:pt x="10078" y="45015"/>
                </a:lnTo>
                <a:lnTo>
                  <a:pt x="10078" y="45015"/>
                </a:lnTo>
                <a:lnTo>
                  <a:pt x="10079" y="45015"/>
                </a:lnTo>
                <a:lnTo>
                  <a:pt x="10079" y="45015"/>
                </a:lnTo>
                <a:lnTo>
                  <a:pt x="10079" y="45015"/>
                </a:lnTo>
                <a:lnTo>
                  <a:pt x="10079" y="45015"/>
                </a:lnTo>
                <a:lnTo>
                  <a:pt x="10079" y="45015"/>
                </a:lnTo>
                <a:lnTo>
                  <a:pt x="10079" y="45015"/>
                </a:lnTo>
                <a:lnTo>
                  <a:pt x="10079" y="45015"/>
                </a:lnTo>
                <a:lnTo>
                  <a:pt x="10079" y="45015"/>
                </a:lnTo>
                <a:lnTo>
                  <a:pt x="10079" y="45015"/>
                </a:lnTo>
                <a:lnTo>
                  <a:pt x="10079" y="45015"/>
                </a:lnTo>
                <a:lnTo>
                  <a:pt x="10080" y="45015"/>
                </a:lnTo>
                <a:lnTo>
                  <a:pt x="10080" y="45015"/>
                </a:lnTo>
                <a:lnTo>
                  <a:pt x="10080" y="45015"/>
                </a:lnTo>
                <a:lnTo>
                  <a:pt x="10080" y="45015"/>
                </a:lnTo>
                <a:lnTo>
                  <a:pt x="10080" y="45015"/>
                </a:lnTo>
                <a:lnTo>
                  <a:pt x="10080" y="45015"/>
                </a:lnTo>
                <a:lnTo>
                  <a:pt x="10080" y="45015"/>
                </a:lnTo>
                <a:lnTo>
                  <a:pt x="10080" y="45015"/>
                </a:lnTo>
                <a:lnTo>
                  <a:pt x="10080" y="45015"/>
                </a:lnTo>
                <a:lnTo>
                  <a:pt x="10080" y="45015"/>
                </a:lnTo>
                <a:lnTo>
                  <a:pt x="10080" y="45015"/>
                </a:lnTo>
                <a:lnTo>
                  <a:pt x="10081" y="45015"/>
                </a:lnTo>
                <a:lnTo>
                  <a:pt x="10081" y="45015"/>
                </a:lnTo>
                <a:lnTo>
                  <a:pt x="10081" y="45015"/>
                </a:lnTo>
                <a:lnTo>
                  <a:pt x="10081" y="45015"/>
                </a:lnTo>
                <a:lnTo>
                  <a:pt x="10081" y="45015"/>
                </a:lnTo>
                <a:lnTo>
                  <a:pt x="10081" y="45015"/>
                </a:lnTo>
                <a:lnTo>
                  <a:pt x="10081" y="45015"/>
                </a:lnTo>
                <a:lnTo>
                  <a:pt x="10081" y="45015"/>
                </a:lnTo>
                <a:lnTo>
                  <a:pt x="10081" y="45015"/>
                </a:lnTo>
                <a:lnTo>
                  <a:pt x="10081" y="45015"/>
                </a:lnTo>
                <a:lnTo>
                  <a:pt x="10081" y="45015"/>
                </a:lnTo>
                <a:lnTo>
                  <a:pt x="10082" y="45015"/>
                </a:lnTo>
                <a:lnTo>
                  <a:pt x="10082" y="45015"/>
                </a:lnTo>
                <a:lnTo>
                  <a:pt x="10082" y="45015"/>
                </a:lnTo>
                <a:lnTo>
                  <a:pt x="10082" y="45015"/>
                </a:lnTo>
                <a:lnTo>
                  <a:pt x="10082" y="45015"/>
                </a:lnTo>
                <a:lnTo>
                  <a:pt x="10082" y="45015"/>
                </a:lnTo>
                <a:lnTo>
                  <a:pt x="10082" y="45015"/>
                </a:lnTo>
                <a:lnTo>
                  <a:pt x="10082" y="45015"/>
                </a:lnTo>
                <a:lnTo>
                  <a:pt x="10082" y="45015"/>
                </a:lnTo>
                <a:lnTo>
                  <a:pt x="10082" y="45015"/>
                </a:lnTo>
                <a:lnTo>
                  <a:pt x="10083" y="45015"/>
                </a:lnTo>
                <a:lnTo>
                  <a:pt x="10083" y="45015"/>
                </a:lnTo>
                <a:lnTo>
                  <a:pt x="10083" y="45015"/>
                </a:lnTo>
                <a:lnTo>
                  <a:pt x="10083" y="45015"/>
                </a:lnTo>
                <a:lnTo>
                  <a:pt x="10083" y="45015"/>
                </a:lnTo>
                <a:lnTo>
                  <a:pt x="10083" y="45015"/>
                </a:lnTo>
                <a:lnTo>
                  <a:pt x="10083" y="45015"/>
                </a:lnTo>
                <a:lnTo>
                  <a:pt x="10083" y="45015"/>
                </a:lnTo>
                <a:lnTo>
                  <a:pt x="10083" y="45015"/>
                </a:lnTo>
                <a:lnTo>
                  <a:pt x="10083" y="45015"/>
                </a:lnTo>
                <a:lnTo>
                  <a:pt x="10083" y="45015"/>
                </a:lnTo>
                <a:lnTo>
                  <a:pt x="10084" y="45015"/>
                </a:lnTo>
                <a:lnTo>
                  <a:pt x="10084" y="45015"/>
                </a:lnTo>
                <a:lnTo>
                  <a:pt x="10084" y="45015"/>
                </a:lnTo>
                <a:lnTo>
                  <a:pt x="10084" y="45015"/>
                </a:lnTo>
                <a:lnTo>
                  <a:pt x="10084" y="45015"/>
                </a:lnTo>
                <a:lnTo>
                  <a:pt x="10084" y="45015"/>
                </a:lnTo>
                <a:lnTo>
                  <a:pt x="10084" y="45015"/>
                </a:lnTo>
                <a:lnTo>
                  <a:pt x="10084" y="45015"/>
                </a:lnTo>
                <a:lnTo>
                  <a:pt x="10084" y="45015"/>
                </a:lnTo>
                <a:lnTo>
                  <a:pt x="10084" y="45015"/>
                </a:lnTo>
                <a:lnTo>
                  <a:pt x="10085" y="45015"/>
                </a:lnTo>
                <a:lnTo>
                  <a:pt x="10085" y="45015"/>
                </a:lnTo>
                <a:lnTo>
                  <a:pt x="10085" y="45015"/>
                </a:lnTo>
                <a:lnTo>
                  <a:pt x="10085" y="45015"/>
                </a:lnTo>
                <a:lnTo>
                  <a:pt x="10085" y="45015"/>
                </a:lnTo>
                <a:lnTo>
                  <a:pt x="10085" y="45015"/>
                </a:lnTo>
                <a:lnTo>
                  <a:pt x="10085" y="45015"/>
                </a:lnTo>
                <a:lnTo>
                  <a:pt x="10085" y="45015"/>
                </a:lnTo>
                <a:lnTo>
                  <a:pt x="10085" y="45015"/>
                </a:lnTo>
                <a:lnTo>
                  <a:pt x="10085" y="45015"/>
                </a:lnTo>
                <a:lnTo>
                  <a:pt x="10085" y="45015"/>
                </a:lnTo>
                <a:lnTo>
                  <a:pt x="10086" y="45015"/>
                </a:lnTo>
                <a:lnTo>
                  <a:pt x="10086" y="45015"/>
                </a:lnTo>
                <a:lnTo>
                  <a:pt x="10086" y="45015"/>
                </a:lnTo>
                <a:lnTo>
                  <a:pt x="10086" y="45015"/>
                </a:lnTo>
                <a:lnTo>
                  <a:pt x="10086" y="45015"/>
                </a:lnTo>
                <a:lnTo>
                  <a:pt x="10086" y="45015"/>
                </a:lnTo>
                <a:lnTo>
                  <a:pt x="10086" y="45015"/>
                </a:lnTo>
                <a:lnTo>
                  <a:pt x="10086" y="45015"/>
                </a:lnTo>
                <a:lnTo>
                  <a:pt x="10086" y="45015"/>
                </a:lnTo>
                <a:lnTo>
                  <a:pt x="10086" y="45015"/>
                </a:lnTo>
                <a:lnTo>
                  <a:pt x="10086" y="45015"/>
                </a:lnTo>
                <a:lnTo>
                  <a:pt x="10087" y="45015"/>
                </a:lnTo>
                <a:lnTo>
                  <a:pt x="10087" y="45015"/>
                </a:lnTo>
                <a:lnTo>
                  <a:pt x="10087" y="45015"/>
                </a:lnTo>
                <a:lnTo>
                  <a:pt x="10087" y="45015"/>
                </a:lnTo>
                <a:lnTo>
                  <a:pt x="10087" y="45015"/>
                </a:lnTo>
                <a:lnTo>
                  <a:pt x="10087" y="45015"/>
                </a:lnTo>
                <a:lnTo>
                  <a:pt x="10087" y="45015"/>
                </a:lnTo>
                <a:lnTo>
                  <a:pt x="10087" y="45015"/>
                </a:lnTo>
                <a:lnTo>
                  <a:pt x="10087" y="45015"/>
                </a:lnTo>
                <a:lnTo>
                  <a:pt x="10087" y="45015"/>
                </a:lnTo>
                <a:lnTo>
                  <a:pt x="10088" y="45015"/>
                </a:lnTo>
                <a:lnTo>
                  <a:pt x="10088" y="45015"/>
                </a:lnTo>
                <a:lnTo>
                  <a:pt x="10088" y="45015"/>
                </a:lnTo>
                <a:lnTo>
                  <a:pt x="10088" y="45015"/>
                </a:lnTo>
                <a:lnTo>
                  <a:pt x="10088" y="45015"/>
                </a:lnTo>
                <a:lnTo>
                  <a:pt x="10088" y="45015"/>
                </a:lnTo>
                <a:lnTo>
                  <a:pt x="10088" y="45015"/>
                </a:lnTo>
                <a:lnTo>
                  <a:pt x="10088" y="45015"/>
                </a:lnTo>
                <a:lnTo>
                  <a:pt x="10088" y="45015"/>
                </a:lnTo>
                <a:lnTo>
                  <a:pt x="10088" y="45015"/>
                </a:lnTo>
                <a:lnTo>
                  <a:pt x="10088" y="45015"/>
                </a:lnTo>
                <a:lnTo>
                  <a:pt x="10089" y="45015"/>
                </a:lnTo>
                <a:lnTo>
                  <a:pt x="10089" y="45015"/>
                </a:lnTo>
                <a:lnTo>
                  <a:pt x="10089" y="45015"/>
                </a:lnTo>
                <a:lnTo>
                  <a:pt x="10089" y="45015"/>
                </a:lnTo>
                <a:lnTo>
                  <a:pt x="10089" y="45015"/>
                </a:lnTo>
                <a:lnTo>
                  <a:pt x="10089" y="45015"/>
                </a:lnTo>
                <a:lnTo>
                  <a:pt x="10089" y="45015"/>
                </a:lnTo>
                <a:lnTo>
                  <a:pt x="10089" y="45015"/>
                </a:lnTo>
                <a:lnTo>
                  <a:pt x="10089" y="45015"/>
                </a:lnTo>
                <a:lnTo>
                  <a:pt x="10089" y="45015"/>
                </a:lnTo>
                <a:lnTo>
                  <a:pt x="10089" y="45015"/>
                </a:lnTo>
                <a:lnTo>
                  <a:pt x="10090" y="45015"/>
                </a:lnTo>
                <a:lnTo>
                  <a:pt x="10090" y="45015"/>
                </a:lnTo>
                <a:lnTo>
                  <a:pt x="10090" y="45015"/>
                </a:lnTo>
                <a:lnTo>
                  <a:pt x="10090" y="45015"/>
                </a:lnTo>
                <a:lnTo>
                  <a:pt x="10090" y="45015"/>
                </a:lnTo>
                <a:lnTo>
                  <a:pt x="10090" y="45015"/>
                </a:lnTo>
                <a:lnTo>
                  <a:pt x="10090" y="45015"/>
                </a:lnTo>
                <a:lnTo>
                  <a:pt x="10090" y="45015"/>
                </a:lnTo>
                <a:lnTo>
                  <a:pt x="10090" y="45015"/>
                </a:lnTo>
                <a:lnTo>
                  <a:pt x="10090" y="45015"/>
                </a:lnTo>
                <a:lnTo>
                  <a:pt x="10090" y="45015"/>
                </a:lnTo>
                <a:lnTo>
                  <a:pt x="10091" y="45015"/>
                </a:lnTo>
                <a:lnTo>
                  <a:pt x="10091" y="45015"/>
                </a:lnTo>
                <a:lnTo>
                  <a:pt x="10091" y="45015"/>
                </a:lnTo>
                <a:lnTo>
                  <a:pt x="10091" y="45015"/>
                </a:lnTo>
                <a:lnTo>
                  <a:pt x="10091" y="45015"/>
                </a:lnTo>
                <a:lnTo>
                  <a:pt x="10091" y="45015"/>
                </a:lnTo>
                <a:lnTo>
                  <a:pt x="10091" y="45015"/>
                </a:lnTo>
                <a:lnTo>
                  <a:pt x="10091" y="45015"/>
                </a:lnTo>
                <a:lnTo>
                  <a:pt x="10091" y="45015"/>
                </a:lnTo>
                <a:lnTo>
                  <a:pt x="10091" y="45015"/>
                </a:lnTo>
                <a:lnTo>
                  <a:pt x="10092" y="45015"/>
                </a:lnTo>
                <a:lnTo>
                  <a:pt x="10092" y="45015"/>
                </a:lnTo>
                <a:lnTo>
                  <a:pt x="10092" y="45015"/>
                </a:lnTo>
                <a:lnTo>
                  <a:pt x="10092" y="45015"/>
                </a:lnTo>
                <a:lnTo>
                  <a:pt x="10092" y="45015"/>
                </a:lnTo>
                <a:lnTo>
                  <a:pt x="10092" y="45015"/>
                </a:lnTo>
                <a:lnTo>
                  <a:pt x="10092" y="45015"/>
                </a:lnTo>
                <a:lnTo>
                  <a:pt x="10092" y="45015"/>
                </a:lnTo>
                <a:lnTo>
                  <a:pt x="10092" y="45015"/>
                </a:lnTo>
                <a:lnTo>
                  <a:pt x="10092" y="45015"/>
                </a:lnTo>
                <a:lnTo>
                  <a:pt x="10092" y="45015"/>
                </a:lnTo>
                <a:lnTo>
                  <a:pt x="10093" y="45015"/>
                </a:lnTo>
                <a:lnTo>
                  <a:pt x="10093" y="45015"/>
                </a:lnTo>
                <a:lnTo>
                  <a:pt x="10093" y="45015"/>
                </a:lnTo>
                <a:lnTo>
                  <a:pt x="10093" y="45015"/>
                </a:lnTo>
                <a:lnTo>
                  <a:pt x="10093" y="45015"/>
                </a:lnTo>
                <a:lnTo>
                  <a:pt x="10093" y="45015"/>
                </a:lnTo>
                <a:lnTo>
                  <a:pt x="10093" y="45015"/>
                </a:lnTo>
                <a:lnTo>
                  <a:pt x="10093" y="45015"/>
                </a:lnTo>
                <a:lnTo>
                  <a:pt x="10093" y="45015"/>
                </a:lnTo>
                <a:lnTo>
                  <a:pt x="10093" y="45015"/>
                </a:lnTo>
                <a:lnTo>
                  <a:pt x="10093" y="45015"/>
                </a:lnTo>
                <a:lnTo>
                  <a:pt x="10094" y="45015"/>
                </a:lnTo>
                <a:lnTo>
                  <a:pt x="10094" y="45015"/>
                </a:lnTo>
                <a:lnTo>
                  <a:pt x="10094" y="45015"/>
                </a:lnTo>
                <a:lnTo>
                  <a:pt x="10094" y="45015"/>
                </a:lnTo>
                <a:lnTo>
                  <a:pt x="10094" y="45015"/>
                </a:lnTo>
                <a:lnTo>
                  <a:pt x="10094" y="45015"/>
                </a:lnTo>
                <a:lnTo>
                  <a:pt x="10094" y="45015"/>
                </a:lnTo>
                <a:lnTo>
                  <a:pt x="10094" y="45015"/>
                </a:lnTo>
                <a:lnTo>
                  <a:pt x="10094" y="45015"/>
                </a:lnTo>
                <a:lnTo>
                  <a:pt x="10094" y="45015"/>
                </a:lnTo>
                <a:lnTo>
                  <a:pt x="10095" y="45015"/>
                </a:lnTo>
                <a:lnTo>
                  <a:pt x="10095" y="45015"/>
                </a:lnTo>
                <a:lnTo>
                  <a:pt x="10095" y="45015"/>
                </a:lnTo>
                <a:lnTo>
                  <a:pt x="10095" y="45015"/>
                </a:lnTo>
                <a:lnTo>
                  <a:pt x="10095" y="45015"/>
                </a:lnTo>
                <a:lnTo>
                  <a:pt x="10095" y="45015"/>
                </a:lnTo>
                <a:lnTo>
                  <a:pt x="10095" y="45015"/>
                </a:lnTo>
                <a:lnTo>
                  <a:pt x="10095" y="45015"/>
                </a:lnTo>
                <a:lnTo>
                  <a:pt x="10095" y="45015"/>
                </a:lnTo>
                <a:lnTo>
                  <a:pt x="10095" y="45015"/>
                </a:lnTo>
                <a:lnTo>
                  <a:pt x="10095" y="45015"/>
                </a:lnTo>
                <a:lnTo>
                  <a:pt x="10096" y="45015"/>
                </a:lnTo>
                <a:lnTo>
                  <a:pt x="10096" y="45015"/>
                </a:lnTo>
                <a:lnTo>
                  <a:pt x="10096" y="45015"/>
                </a:lnTo>
                <a:lnTo>
                  <a:pt x="10096" y="45015"/>
                </a:lnTo>
                <a:lnTo>
                  <a:pt x="10096" y="45015"/>
                </a:lnTo>
                <a:lnTo>
                  <a:pt x="10096" y="45015"/>
                </a:lnTo>
                <a:lnTo>
                  <a:pt x="10096" y="45015"/>
                </a:lnTo>
                <a:lnTo>
                  <a:pt x="10096" y="45015"/>
                </a:lnTo>
                <a:lnTo>
                  <a:pt x="10096" y="45015"/>
                </a:lnTo>
                <a:lnTo>
                  <a:pt x="10096" y="45015"/>
                </a:lnTo>
                <a:lnTo>
                  <a:pt x="10096" y="45015"/>
                </a:lnTo>
                <a:lnTo>
                  <a:pt x="10097" y="45015"/>
                </a:lnTo>
                <a:lnTo>
                  <a:pt x="10097" y="45015"/>
                </a:lnTo>
                <a:lnTo>
                  <a:pt x="10097" y="45015"/>
                </a:lnTo>
                <a:lnTo>
                  <a:pt x="10097" y="45015"/>
                </a:lnTo>
                <a:lnTo>
                  <a:pt x="10097" y="45015"/>
                </a:lnTo>
                <a:lnTo>
                  <a:pt x="10097" y="45015"/>
                </a:lnTo>
                <a:lnTo>
                  <a:pt x="10097" y="45015"/>
                </a:lnTo>
                <a:lnTo>
                  <a:pt x="10097" y="45015"/>
                </a:lnTo>
                <a:lnTo>
                  <a:pt x="10097" y="45015"/>
                </a:lnTo>
                <a:lnTo>
                  <a:pt x="10097" y="45015"/>
                </a:lnTo>
                <a:lnTo>
                  <a:pt x="10097" y="45015"/>
                </a:lnTo>
                <a:lnTo>
                  <a:pt x="10098" y="45015"/>
                </a:lnTo>
                <a:lnTo>
                  <a:pt x="10098" y="45015"/>
                </a:lnTo>
                <a:lnTo>
                  <a:pt x="10098" y="45015"/>
                </a:lnTo>
                <a:lnTo>
                  <a:pt x="10098" y="45015"/>
                </a:lnTo>
                <a:lnTo>
                  <a:pt x="10098" y="45015"/>
                </a:lnTo>
                <a:lnTo>
                  <a:pt x="10098" y="45015"/>
                </a:lnTo>
                <a:lnTo>
                  <a:pt x="10098" y="45015"/>
                </a:lnTo>
                <a:lnTo>
                  <a:pt x="10098" y="45015"/>
                </a:lnTo>
                <a:lnTo>
                  <a:pt x="10098" y="45015"/>
                </a:lnTo>
                <a:lnTo>
                  <a:pt x="10098" y="45015"/>
                </a:lnTo>
                <a:lnTo>
                  <a:pt x="10099" y="45015"/>
                </a:lnTo>
                <a:lnTo>
                  <a:pt x="10099" y="45015"/>
                </a:lnTo>
                <a:lnTo>
                  <a:pt x="10099" y="45015"/>
                </a:lnTo>
                <a:lnTo>
                  <a:pt x="10099" y="45015"/>
                </a:lnTo>
                <a:lnTo>
                  <a:pt x="10099" y="45015"/>
                </a:lnTo>
                <a:lnTo>
                  <a:pt x="10099" y="45015"/>
                </a:lnTo>
                <a:lnTo>
                  <a:pt x="10099" y="45015"/>
                </a:lnTo>
                <a:lnTo>
                  <a:pt x="10099" y="45015"/>
                </a:lnTo>
                <a:lnTo>
                  <a:pt x="10099" y="45015"/>
                </a:lnTo>
                <a:lnTo>
                  <a:pt x="10099" y="45015"/>
                </a:lnTo>
                <a:lnTo>
                  <a:pt x="10099" y="45015"/>
                </a:lnTo>
                <a:lnTo>
                  <a:pt x="10100" y="45015"/>
                </a:lnTo>
                <a:lnTo>
                  <a:pt x="10100" y="45015"/>
                </a:lnTo>
                <a:lnTo>
                  <a:pt x="10100" y="45015"/>
                </a:lnTo>
                <a:lnTo>
                  <a:pt x="10100" y="45015"/>
                </a:lnTo>
                <a:lnTo>
                  <a:pt x="10100" y="45015"/>
                </a:lnTo>
                <a:lnTo>
                  <a:pt x="10100" y="45015"/>
                </a:lnTo>
                <a:lnTo>
                  <a:pt x="10100" y="45015"/>
                </a:lnTo>
                <a:lnTo>
                  <a:pt x="10100" y="45015"/>
                </a:lnTo>
                <a:lnTo>
                  <a:pt x="10100" y="45015"/>
                </a:lnTo>
                <a:lnTo>
                  <a:pt x="10100" y="45015"/>
                </a:lnTo>
                <a:lnTo>
                  <a:pt x="10100" y="45015"/>
                </a:lnTo>
                <a:lnTo>
                  <a:pt x="10101" y="45015"/>
                </a:lnTo>
                <a:lnTo>
                  <a:pt x="10101" y="45015"/>
                </a:lnTo>
                <a:lnTo>
                  <a:pt x="10101" y="45015"/>
                </a:lnTo>
                <a:lnTo>
                  <a:pt x="10101" y="45015"/>
                </a:lnTo>
                <a:lnTo>
                  <a:pt x="10101" y="45015"/>
                </a:lnTo>
                <a:lnTo>
                  <a:pt x="10101" y="45015"/>
                </a:lnTo>
                <a:lnTo>
                  <a:pt x="10101" y="45015"/>
                </a:lnTo>
                <a:lnTo>
                  <a:pt x="10101" y="45015"/>
                </a:lnTo>
                <a:lnTo>
                  <a:pt x="10101" y="45015"/>
                </a:lnTo>
                <a:lnTo>
                  <a:pt x="10101" y="45015"/>
                </a:lnTo>
                <a:lnTo>
                  <a:pt x="10101" y="45015"/>
                </a:lnTo>
                <a:lnTo>
                  <a:pt x="10102" y="45015"/>
                </a:lnTo>
                <a:lnTo>
                  <a:pt x="10102" y="45015"/>
                </a:lnTo>
                <a:lnTo>
                  <a:pt x="10102" y="45015"/>
                </a:lnTo>
                <a:lnTo>
                  <a:pt x="10102" y="45015"/>
                </a:lnTo>
                <a:lnTo>
                  <a:pt x="10102" y="45015"/>
                </a:lnTo>
                <a:lnTo>
                  <a:pt x="10102" y="45015"/>
                </a:lnTo>
                <a:lnTo>
                  <a:pt x="10102" y="45015"/>
                </a:lnTo>
                <a:lnTo>
                  <a:pt x="10102" y="45015"/>
                </a:lnTo>
                <a:lnTo>
                  <a:pt x="10102" y="45015"/>
                </a:lnTo>
                <a:lnTo>
                  <a:pt x="10102" y="45015"/>
                </a:lnTo>
                <a:lnTo>
                  <a:pt x="10102" y="45015"/>
                </a:lnTo>
                <a:lnTo>
                  <a:pt x="10103" y="45015"/>
                </a:lnTo>
                <a:lnTo>
                  <a:pt x="10103" y="45015"/>
                </a:lnTo>
                <a:lnTo>
                  <a:pt x="10103" y="45015"/>
                </a:lnTo>
                <a:lnTo>
                  <a:pt x="10103" y="45015"/>
                </a:lnTo>
                <a:lnTo>
                  <a:pt x="10103" y="45015"/>
                </a:lnTo>
                <a:lnTo>
                  <a:pt x="10103" y="45015"/>
                </a:lnTo>
                <a:lnTo>
                  <a:pt x="10103" y="45015"/>
                </a:lnTo>
                <a:lnTo>
                  <a:pt x="10103" y="45015"/>
                </a:lnTo>
                <a:lnTo>
                  <a:pt x="10103" y="45015"/>
                </a:lnTo>
                <a:lnTo>
                  <a:pt x="10103" y="45015"/>
                </a:lnTo>
                <a:lnTo>
                  <a:pt x="10104" y="45015"/>
                </a:lnTo>
                <a:lnTo>
                  <a:pt x="10104" y="45015"/>
                </a:lnTo>
                <a:lnTo>
                  <a:pt x="10104" y="45015"/>
                </a:lnTo>
                <a:lnTo>
                  <a:pt x="10104" y="45015"/>
                </a:lnTo>
                <a:lnTo>
                  <a:pt x="10104" y="45015"/>
                </a:lnTo>
                <a:lnTo>
                  <a:pt x="10104" y="45015"/>
                </a:lnTo>
                <a:lnTo>
                  <a:pt x="10104" y="45015"/>
                </a:lnTo>
                <a:lnTo>
                  <a:pt x="10104" y="45015"/>
                </a:lnTo>
                <a:lnTo>
                  <a:pt x="10104" y="45015"/>
                </a:lnTo>
                <a:lnTo>
                  <a:pt x="10104" y="45015"/>
                </a:lnTo>
                <a:lnTo>
                  <a:pt x="10104" y="45015"/>
                </a:lnTo>
                <a:lnTo>
                  <a:pt x="10105" y="45015"/>
                </a:lnTo>
                <a:lnTo>
                  <a:pt x="10105" y="45015"/>
                </a:lnTo>
                <a:lnTo>
                  <a:pt x="10105" y="45015"/>
                </a:lnTo>
                <a:lnTo>
                  <a:pt x="10105" y="45015"/>
                </a:lnTo>
                <a:lnTo>
                  <a:pt x="10105" y="45015"/>
                </a:lnTo>
                <a:lnTo>
                  <a:pt x="10105" y="45015"/>
                </a:lnTo>
                <a:lnTo>
                  <a:pt x="10105" y="45015"/>
                </a:lnTo>
                <a:lnTo>
                  <a:pt x="10105" y="45015"/>
                </a:lnTo>
                <a:lnTo>
                  <a:pt x="10105" y="45015"/>
                </a:lnTo>
                <a:lnTo>
                  <a:pt x="10105" y="45015"/>
                </a:lnTo>
                <a:lnTo>
                  <a:pt x="10105" y="45015"/>
                </a:lnTo>
                <a:lnTo>
                  <a:pt x="10106" y="45015"/>
                </a:lnTo>
                <a:lnTo>
                  <a:pt x="10106" y="45015"/>
                </a:lnTo>
                <a:lnTo>
                  <a:pt x="10106" y="45015"/>
                </a:lnTo>
                <a:lnTo>
                  <a:pt x="10106" y="45015"/>
                </a:lnTo>
                <a:lnTo>
                  <a:pt x="10106" y="45015"/>
                </a:lnTo>
                <a:lnTo>
                  <a:pt x="10106" y="45015"/>
                </a:lnTo>
                <a:lnTo>
                  <a:pt x="10106" y="45015"/>
                </a:lnTo>
                <a:lnTo>
                  <a:pt x="10106" y="45015"/>
                </a:lnTo>
                <a:lnTo>
                  <a:pt x="10106" y="45015"/>
                </a:lnTo>
                <a:lnTo>
                  <a:pt x="10106" y="45015"/>
                </a:lnTo>
                <a:lnTo>
                  <a:pt x="10106" y="45015"/>
                </a:lnTo>
                <a:lnTo>
                  <a:pt x="10107" y="45015"/>
                </a:lnTo>
                <a:lnTo>
                  <a:pt x="10107" y="45015"/>
                </a:lnTo>
                <a:lnTo>
                  <a:pt x="10107" y="45015"/>
                </a:lnTo>
                <a:lnTo>
                  <a:pt x="10107" y="45015"/>
                </a:lnTo>
                <a:lnTo>
                  <a:pt x="10107" y="45015"/>
                </a:lnTo>
                <a:lnTo>
                  <a:pt x="10107" y="45015"/>
                </a:lnTo>
                <a:lnTo>
                  <a:pt x="10107" y="45015"/>
                </a:lnTo>
                <a:lnTo>
                  <a:pt x="10107" y="45015"/>
                </a:lnTo>
                <a:lnTo>
                  <a:pt x="10107" y="45015"/>
                </a:lnTo>
                <a:lnTo>
                  <a:pt x="10107" y="45015"/>
                </a:lnTo>
                <a:lnTo>
                  <a:pt x="10107" y="45015"/>
                </a:lnTo>
                <a:lnTo>
                  <a:pt x="10108" y="45015"/>
                </a:lnTo>
                <a:lnTo>
                  <a:pt x="10108" y="45015"/>
                </a:lnTo>
                <a:lnTo>
                  <a:pt x="10108" y="45015"/>
                </a:lnTo>
                <a:lnTo>
                  <a:pt x="10108" y="45015"/>
                </a:lnTo>
                <a:lnTo>
                  <a:pt x="10108" y="45015"/>
                </a:lnTo>
                <a:lnTo>
                  <a:pt x="10108" y="45015"/>
                </a:lnTo>
                <a:lnTo>
                  <a:pt x="10108" y="45015"/>
                </a:lnTo>
                <a:lnTo>
                  <a:pt x="10108" y="45015"/>
                </a:lnTo>
                <a:lnTo>
                  <a:pt x="10108" y="45015"/>
                </a:lnTo>
                <a:lnTo>
                  <a:pt x="10108" y="45015"/>
                </a:lnTo>
                <a:lnTo>
                  <a:pt x="10109" y="45015"/>
                </a:lnTo>
                <a:lnTo>
                  <a:pt x="10109" y="45015"/>
                </a:lnTo>
                <a:lnTo>
                  <a:pt x="10109" y="45015"/>
                </a:lnTo>
                <a:lnTo>
                  <a:pt x="10109" y="45015"/>
                </a:lnTo>
                <a:lnTo>
                  <a:pt x="10109" y="45015"/>
                </a:lnTo>
                <a:lnTo>
                  <a:pt x="10109" y="45015"/>
                </a:lnTo>
                <a:lnTo>
                  <a:pt x="10109" y="45015"/>
                </a:lnTo>
                <a:lnTo>
                  <a:pt x="10109" y="45015"/>
                </a:lnTo>
                <a:lnTo>
                  <a:pt x="10109" y="45015"/>
                </a:lnTo>
                <a:lnTo>
                  <a:pt x="10109" y="45015"/>
                </a:lnTo>
                <a:lnTo>
                  <a:pt x="10109" y="45015"/>
                </a:lnTo>
                <a:lnTo>
                  <a:pt x="10110" y="45015"/>
                </a:lnTo>
                <a:lnTo>
                  <a:pt x="10110" y="45015"/>
                </a:lnTo>
                <a:lnTo>
                  <a:pt x="10110" y="45015"/>
                </a:lnTo>
                <a:lnTo>
                  <a:pt x="10110" y="45015"/>
                </a:lnTo>
                <a:lnTo>
                  <a:pt x="10110" y="45015"/>
                </a:lnTo>
                <a:lnTo>
                  <a:pt x="10110" y="45015"/>
                </a:lnTo>
                <a:lnTo>
                  <a:pt x="10110" y="45015"/>
                </a:lnTo>
                <a:lnTo>
                  <a:pt x="10110" y="45015"/>
                </a:lnTo>
                <a:lnTo>
                  <a:pt x="10110" y="45015"/>
                </a:lnTo>
                <a:lnTo>
                  <a:pt x="10110" y="45015"/>
                </a:lnTo>
                <a:lnTo>
                  <a:pt x="10110" y="45015"/>
                </a:lnTo>
                <a:lnTo>
                  <a:pt x="10111" y="45015"/>
                </a:lnTo>
                <a:lnTo>
                  <a:pt x="10111" y="45015"/>
                </a:lnTo>
                <a:lnTo>
                  <a:pt x="10111" y="45015"/>
                </a:lnTo>
                <a:lnTo>
                  <a:pt x="10111" y="45015"/>
                </a:lnTo>
                <a:lnTo>
                  <a:pt x="10111" y="45015"/>
                </a:lnTo>
                <a:lnTo>
                  <a:pt x="10111" y="45015"/>
                </a:lnTo>
                <a:lnTo>
                  <a:pt x="10111" y="45015"/>
                </a:lnTo>
                <a:lnTo>
                  <a:pt x="10111" y="45015"/>
                </a:lnTo>
                <a:lnTo>
                  <a:pt x="10111" y="45015"/>
                </a:lnTo>
                <a:lnTo>
                  <a:pt x="10111" y="45015"/>
                </a:lnTo>
                <a:lnTo>
                  <a:pt x="10111" y="45015"/>
                </a:lnTo>
                <a:lnTo>
                  <a:pt x="10112" y="45015"/>
                </a:lnTo>
                <a:lnTo>
                  <a:pt x="10112" y="45015"/>
                </a:lnTo>
                <a:lnTo>
                  <a:pt x="10112" y="45015"/>
                </a:lnTo>
                <a:lnTo>
                  <a:pt x="10112" y="45015"/>
                </a:lnTo>
                <a:lnTo>
                  <a:pt x="10112" y="45015"/>
                </a:lnTo>
                <a:lnTo>
                  <a:pt x="10112" y="45015"/>
                </a:lnTo>
                <a:lnTo>
                  <a:pt x="10112" y="45015"/>
                </a:lnTo>
                <a:lnTo>
                  <a:pt x="10112" y="45015"/>
                </a:lnTo>
                <a:lnTo>
                  <a:pt x="10112" y="45015"/>
                </a:lnTo>
                <a:lnTo>
                  <a:pt x="10112" y="45015"/>
                </a:lnTo>
                <a:lnTo>
                  <a:pt x="10112" y="45015"/>
                </a:lnTo>
                <a:lnTo>
                  <a:pt x="10113" y="45015"/>
                </a:lnTo>
                <a:lnTo>
                  <a:pt x="10113" y="45015"/>
                </a:lnTo>
                <a:lnTo>
                  <a:pt x="10113" y="45015"/>
                </a:lnTo>
                <a:lnTo>
                  <a:pt x="10113" y="45015"/>
                </a:lnTo>
                <a:lnTo>
                  <a:pt x="10113" y="45015"/>
                </a:lnTo>
                <a:lnTo>
                  <a:pt x="10113" y="45015"/>
                </a:lnTo>
                <a:lnTo>
                  <a:pt x="10113" y="45015"/>
                </a:lnTo>
                <a:lnTo>
                  <a:pt x="10113" y="45015"/>
                </a:lnTo>
                <a:lnTo>
                  <a:pt x="10113" y="45015"/>
                </a:lnTo>
                <a:lnTo>
                  <a:pt x="10113" y="45015"/>
                </a:lnTo>
                <a:lnTo>
                  <a:pt x="10113" y="45015"/>
                </a:lnTo>
                <a:lnTo>
                  <a:pt x="10114" y="45015"/>
                </a:lnTo>
                <a:lnTo>
                  <a:pt x="10114" y="45015"/>
                </a:lnTo>
                <a:lnTo>
                  <a:pt x="10114" y="45015"/>
                </a:lnTo>
                <a:lnTo>
                  <a:pt x="10114" y="45015"/>
                </a:lnTo>
                <a:lnTo>
                  <a:pt x="10114" y="45015"/>
                </a:lnTo>
                <a:lnTo>
                  <a:pt x="10114" y="45015"/>
                </a:lnTo>
                <a:lnTo>
                  <a:pt x="10114" y="45015"/>
                </a:lnTo>
                <a:lnTo>
                  <a:pt x="10114" y="45015"/>
                </a:lnTo>
                <a:lnTo>
                  <a:pt x="10114" y="45015"/>
                </a:lnTo>
                <a:lnTo>
                  <a:pt x="10114" y="45015"/>
                </a:lnTo>
                <a:lnTo>
                  <a:pt x="10114" y="45015"/>
                </a:lnTo>
                <a:lnTo>
                  <a:pt x="10115" y="45015"/>
                </a:lnTo>
                <a:lnTo>
                  <a:pt x="10115" y="45015"/>
                </a:lnTo>
                <a:lnTo>
                  <a:pt x="10115" y="45015"/>
                </a:lnTo>
                <a:lnTo>
                  <a:pt x="10115" y="45015"/>
                </a:lnTo>
                <a:lnTo>
                  <a:pt x="10115" y="45015"/>
                </a:lnTo>
                <a:lnTo>
                  <a:pt x="10115" y="45015"/>
                </a:lnTo>
                <a:lnTo>
                  <a:pt x="10115" y="45015"/>
                </a:lnTo>
                <a:lnTo>
                  <a:pt x="10115" y="45015"/>
                </a:lnTo>
                <a:lnTo>
                  <a:pt x="10115" y="45015"/>
                </a:lnTo>
                <a:lnTo>
                  <a:pt x="10115" y="45015"/>
                </a:lnTo>
                <a:lnTo>
                  <a:pt x="10115" y="45015"/>
                </a:lnTo>
                <a:lnTo>
                  <a:pt x="10116" y="45015"/>
                </a:lnTo>
                <a:lnTo>
                  <a:pt x="10116" y="45015"/>
                </a:lnTo>
                <a:lnTo>
                  <a:pt x="10116" y="45015"/>
                </a:lnTo>
                <a:lnTo>
                  <a:pt x="10116" y="45015"/>
                </a:lnTo>
                <a:lnTo>
                  <a:pt x="10116" y="45015"/>
                </a:lnTo>
                <a:lnTo>
                  <a:pt x="10116" y="45015"/>
                </a:lnTo>
                <a:lnTo>
                  <a:pt x="10116" y="45015"/>
                </a:lnTo>
                <a:lnTo>
                  <a:pt x="10116" y="45015"/>
                </a:lnTo>
                <a:lnTo>
                  <a:pt x="10116" y="45015"/>
                </a:lnTo>
                <a:lnTo>
                  <a:pt x="10116" y="45015"/>
                </a:lnTo>
                <a:lnTo>
                  <a:pt x="10117" y="45015"/>
                </a:lnTo>
                <a:lnTo>
                  <a:pt x="10117" y="45015"/>
                </a:lnTo>
                <a:lnTo>
                  <a:pt x="10117" y="45015"/>
                </a:lnTo>
                <a:lnTo>
                  <a:pt x="10117" y="45015"/>
                </a:lnTo>
                <a:lnTo>
                  <a:pt x="10117" y="45015"/>
                </a:lnTo>
                <a:lnTo>
                  <a:pt x="10117" y="45015"/>
                </a:lnTo>
                <a:lnTo>
                  <a:pt x="10117" y="45015"/>
                </a:lnTo>
                <a:lnTo>
                  <a:pt x="10117" y="45015"/>
                </a:lnTo>
                <a:lnTo>
                  <a:pt x="10117" y="45015"/>
                </a:lnTo>
                <a:lnTo>
                  <a:pt x="10117" y="45015"/>
                </a:lnTo>
                <a:lnTo>
                  <a:pt x="10117" y="45015"/>
                </a:lnTo>
                <a:lnTo>
                  <a:pt x="10118" y="45015"/>
                </a:lnTo>
                <a:lnTo>
                  <a:pt x="10118" y="45015"/>
                </a:lnTo>
                <a:lnTo>
                  <a:pt x="10118" y="45015"/>
                </a:lnTo>
                <a:lnTo>
                  <a:pt x="10118" y="45015"/>
                </a:lnTo>
                <a:lnTo>
                  <a:pt x="10118" y="45015"/>
                </a:lnTo>
                <a:lnTo>
                  <a:pt x="10118" y="45015"/>
                </a:lnTo>
                <a:lnTo>
                  <a:pt x="10118" y="45015"/>
                </a:lnTo>
                <a:lnTo>
                  <a:pt x="10118" y="45015"/>
                </a:lnTo>
                <a:lnTo>
                  <a:pt x="10118" y="45015"/>
                </a:lnTo>
                <a:lnTo>
                  <a:pt x="10118" y="45015"/>
                </a:lnTo>
                <a:lnTo>
                  <a:pt x="10118" y="45015"/>
                </a:lnTo>
                <a:lnTo>
                  <a:pt x="10119" y="45015"/>
                </a:lnTo>
                <a:lnTo>
                  <a:pt x="10119" y="45015"/>
                </a:lnTo>
                <a:lnTo>
                  <a:pt x="10119" y="45015"/>
                </a:lnTo>
                <a:lnTo>
                  <a:pt x="10119" y="45015"/>
                </a:lnTo>
                <a:lnTo>
                  <a:pt x="10119" y="45015"/>
                </a:lnTo>
                <a:lnTo>
                  <a:pt x="10119" y="45015"/>
                </a:lnTo>
                <a:lnTo>
                  <a:pt x="10119" y="45015"/>
                </a:lnTo>
                <a:lnTo>
                  <a:pt x="10119" y="45015"/>
                </a:lnTo>
                <a:lnTo>
                  <a:pt x="10119" y="45015"/>
                </a:lnTo>
                <a:lnTo>
                  <a:pt x="10119" y="45015"/>
                </a:lnTo>
                <a:lnTo>
                  <a:pt x="10119" y="45015"/>
                </a:lnTo>
                <a:lnTo>
                  <a:pt x="10120" y="45015"/>
                </a:lnTo>
                <a:lnTo>
                  <a:pt x="10120" y="45015"/>
                </a:lnTo>
                <a:lnTo>
                  <a:pt x="10120" y="45015"/>
                </a:lnTo>
                <a:lnTo>
                  <a:pt x="10120" y="45015"/>
                </a:lnTo>
                <a:lnTo>
                  <a:pt x="10120" y="45015"/>
                </a:lnTo>
                <a:lnTo>
                  <a:pt x="10120" y="45015"/>
                </a:lnTo>
                <a:lnTo>
                  <a:pt x="10120" y="45015"/>
                </a:lnTo>
                <a:lnTo>
                  <a:pt x="10120" y="45015"/>
                </a:lnTo>
                <a:lnTo>
                  <a:pt x="10120" y="45015"/>
                </a:lnTo>
                <a:lnTo>
                  <a:pt x="10120" y="45015"/>
                </a:lnTo>
                <a:lnTo>
                  <a:pt x="10120" y="45015"/>
                </a:lnTo>
                <a:lnTo>
                  <a:pt x="10121" y="45015"/>
                </a:lnTo>
                <a:lnTo>
                  <a:pt x="10121" y="45015"/>
                </a:lnTo>
                <a:lnTo>
                  <a:pt x="10121" y="45015"/>
                </a:lnTo>
                <a:lnTo>
                  <a:pt x="10121" y="45015"/>
                </a:lnTo>
                <a:lnTo>
                  <a:pt x="10121" y="45015"/>
                </a:lnTo>
                <a:lnTo>
                  <a:pt x="10121" y="45015"/>
                </a:lnTo>
                <a:lnTo>
                  <a:pt x="10121" y="45015"/>
                </a:lnTo>
                <a:lnTo>
                  <a:pt x="10121" y="45015"/>
                </a:lnTo>
                <a:lnTo>
                  <a:pt x="10121" y="45015"/>
                </a:lnTo>
                <a:lnTo>
                  <a:pt x="10121" y="45015"/>
                </a:lnTo>
                <a:lnTo>
                  <a:pt x="10121" y="45015"/>
                </a:lnTo>
                <a:lnTo>
                  <a:pt x="10122" y="45015"/>
                </a:lnTo>
                <a:lnTo>
                  <a:pt x="10122" y="45015"/>
                </a:lnTo>
                <a:lnTo>
                  <a:pt x="10122" y="45015"/>
                </a:lnTo>
                <a:lnTo>
                  <a:pt x="10122" y="45015"/>
                </a:lnTo>
                <a:lnTo>
                  <a:pt x="10122" y="45015"/>
                </a:lnTo>
                <a:lnTo>
                  <a:pt x="10122" y="45015"/>
                </a:lnTo>
                <a:lnTo>
                  <a:pt x="10122" y="45015"/>
                </a:lnTo>
                <a:lnTo>
                  <a:pt x="10122" y="45015"/>
                </a:lnTo>
                <a:lnTo>
                  <a:pt x="10122" y="45015"/>
                </a:lnTo>
                <a:lnTo>
                  <a:pt x="10122" y="45015"/>
                </a:lnTo>
                <a:lnTo>
                  <a:pt x="10122" y="45015"/>
                </a:lnTo>
                <a:lnTo>
                  <a:pt x="10123" y="45015"/>
                </a:lnTo>
                <a:lnTo>
                  <a:pt x="10123" y="45015"/>
                </a:lnTo>
                <a:lnTo>
                  <a:pt x="10123" y="45015"/>
                </a:lnTo>
                <a:lnTo>
                  <a:pt x="10123" y="45015"/>
                </a:lnTo>
                <a:lnTo>
                  <a:pt x="10123" y="45015"/>
                </a:lnTo>
                <a:lnTo>
                  <a:pt x="10123" y="45015"/>
                </a:lnTo>
                <a:lnTo>
                  <a:pt x="10123" y="45015"/>
                </a:lnTo>
                <a:lnTo>
                  <a:pt x="10123" y="45015"/>
                </a:lnTo>
                <a:lnTo>
                  <a:pt x="10123" y="45015"/>
                </a:lnTo>
                <a:lnTo>
                  <a:pt x="10123" y="45015"/>
                </a:lnTo>
                <a:lnTo>
                  <a:pt x="10123" y="45015"/>
                </a:lnTo>
                <a:lnTo>
                  <a:pt x="10124" y="45015"/>
                </a:lnTo>
                <a:lnTo>
                  <a:pt x="10124" y="45015"/>
                </a:lnTo>
                <a:lnTo>
                  <a:pt x="10124" y="45015"/>
                </a:lnTo>
                <a:lnTo>
                  <a:pt x="10124" y="45015"/>
                </a:lnTo>
                <a:lnTo>
                  <a:pt x="10124" y="45015"/>
                </a:lnTo>
                <a:lnTo>
                  <a:pt x="10124" y="45015"/>
                </a:lnTo>
                <a:lnTo>
                  <a:pt x="10124" y="45015"/>
                </a:lnTo>
                <a:lnTo>
                  <a:pt x="10124" y="45015"/>
                </a:lnTo>
                <a:lnTo>
                  <a:pt x="10124" y="45015"/>
                </a:lnTo>
                <a:lnTo>
                  <a:pt x="10124" y="45015"/>
                </a:lnTo>
                <a:lnTo>
                  <a:pt x="10124" y="45015"/>
                </a:lnTo>
                <a:lnTo>
                  <a:pt x="10125" y="45015"/>
                </a:lnTo>
                <a:lnTo>
                  <a:pt x="10125" y="45015"/>
                </a:lnTo>
                <a:lnTo>
                  <a:pt x="10125" y="45015"/>
                </a:lnTo>
                <a:lnTo>
                  <a:pt x="10125" y="45015"/>
                </a:lnTo>
                <a:lnTo>
                  <a:pt x="10125" y="45015"/>
                </a:lnTo>
                <a:lnTo>
                  <a:pt x="10125" y="45015"/>
                </a:lnTo>
                <a:lnTo>
                  <a:pt x="10125" y="45015"/>
                </a:lnTo>
                <a:lnTo>
                  <a:pt x="10125" y="45015"/>
                </a:lnTo>
                <a:lnTo>
                  <a:pt x="10125" y="45015"/>
                </a:lnTo>
                <a:lnTo>
                  <a:pt x="10125" y="45015"/>
                </a:lnTo>
                <a:lnTo>
                  <a:pt x="10125" y="45015"/>
                </a:lnTo>
                <a:lnTo>
                  <a:pt x="10126" y="45015"/>
                </a:lnTo>
                <a:lnTo>
                  <a:pt x="10126" y="45015"/>
                </a:lnTo>
                <a:lnTo>
                  <a:pt x="10126" y="45015"/>
                </a:lnTo>
                <a:lnTo>
                  <a:pt x="10126" y="45015"/>
                </a:lnTo>
                <a:lnTo>
                  <a:pt x="10126" y="45015"/>
                </a:lnTo>
                <a:lnTo>
                  <a:pt x="10126" y="45015"/>
                </a:lnTo>
                <a:lnTo>
                  <a:pt x="10126" y="45015"/>
                </a:lnTo>
                <a:lnTo>
                  <a:pt x="10126" y="45015"/>
                </a:lnTo>
                <a:lnTo>
                  <a:pt x="10126" y="45015"/>
                </a:lnTo>
                <a:lnTo>
                  <a:pt x="10126" y="45015"/>
                </a:lnTo>
                <a:lnTo>
                  <a:pt x="10126" y="45015"/>
                </a:lnTo>
                <a:lnTo>
                  <a:pt x="10127" y="45015"/>
                </a:lnTo>
                <a:lnTo>
                  <a:pt x="10127" y="45015"/>
                </a:lnTo>
                <a:lnTo>
                  <a:pt x="10127" y="45015"/>
                </a:lnTo>
                <a:lnTo>
                  <a:pt x="10127" y="45015"/>
                </a:lnTo>
                <a:lnTo>
                  <a:pt x="10127" y="45015"/>
                </a:lnTo>
                <a:lnTo>
                  <a:pt x="10127" y="45015"/>
                </a:lnTo>
                <a:lnTo>
                  <a:pt x="10127" y="45015"/>
                </a:lnTo>
                <a:lnTo>
                  <a:pt x="10127" y="45015"/>
                </a:lnTo>
                <a:lnTo>
                  <a:pt x="10127" y="45015"/>
                </a:lnTo>
                <a:lnTo>
                  <a:pt x="10127" y="45015"/>
                </a:lnTo>
                <a:lnTo>
                  <a:pt x="10127" y="45015"/>
                </a:lnTo>
                <a:lnTo>
                  <a:pt x="10128" y="45015"/>
                </a:lnTo>
                <a:lnTo>
                  <a:pt x="10128" y="45015"/>
                </a:lnTo>
                <a:lnTo>
                  <a:pt x="10128" y="45015"/>
                </a:lnTo>
                <a:lnTo>
                  <a:pt x="10128" y="45015"/>
                </a:lnTo>
                <a:lnTo>
                  <a:pt x="10128" y="45015"/>
                </a:lnTo>
                <a:lnTo>
                  <a:pt x="10128" y="45015"/>
                </a:lnTo>
                <a:lnTo>
                  <a:pt x="10128" y="45015"/>
                </a:lnTo>
                <a:lnTo>
                  <a:pt x="10128" y="45015"/>
                </a:lnTo>
                <a:lnTo>
                  <a:pt x="10128" y="45015"/>
                </a:lnTo>
                <a:lnTo>
                  <a:pt x="10128" y="45015"/>
                </a:lnTo>
                <a:lnTo>
                  <a:pt x="10128" y="45015"/>
                </a:lnTo>
                <a:lnTo>
                  <a:pt x="10129" y="45015"/>
                </a:lnTo>
                <a:lnTo>
                  <a:pt x="10129" y="45015"/>
                </a:lnTo>
                <a:lnTo>
                  <a:pt x="10129" y="45015"/>
                </a:lnTo>
                <a:lnTo>
                  <a:pt x="10129" y="45015"/>
                </a:lnTo>
                <a:lnTo>
                  <a:pt x="10129" y="45015"/>
                </a:lnTo>
                <a:lnTo>
                  <a:pt x="10129" y="45015"/>
                </a:lnTo>
                <a:lnTo>
                  <a:pt x="10129" y="45015"/>
                </a:lnTo>
                <a:lnTo>
                  <a:pt x="10129" y="45015"/>
                </a:lnTo>
                <a:lnTo>
                  <a:pt x="10129" y="45015"/>
                </a:lnTo>
                <a:lnTo>
                  <a:pt x="10129" y="45015"/>
                </a:lnTo>
                <a:lnTo>
                  <a:pt x="10129" y="45015"/>
                </a:lnTo>
                <a:lnTo>
                  <a:pt x="10130" y="45015"/>
                </a:lnTo>
                <a:lnTo>
                  <a:pt x="10130" y="45015"/>
                </a:lnTo>
                <a:lnTo>
                  <a:pt x="10130" y="45015"/>
                </a:lnTo>
                <a:lnTo>
                  <a:pt x="10130" y="45015"/>
                </a:lnTo>
                <a:lnTo>
                  <a:pt x="10130" y="45015"/>
                </a:lnTo>
                <a:lnTo>
                  <a:pt x="10130" y="45015"/>
                </a:lnTo>
                <a:lnTo>
                  <a:pt x="10130" y="45015"/>
                </a:lnTo>
                <a:lnTo>
                  <a:pt x="10130" y="45015"/>
                </a:lnTo>
                <a:lnTo>
                  <a:pt x="10130" y="45015"/>
                </a:lnTo>
                <a:lnTo>
                  <a:pt x="10130" y="45015"/>
                </a:lnTo>
                <a:lnTo>
                  <a:pt x="10130" y="45015"/>
                </a:lnTo>
                <a:lnTo>
                  <a:pt x="10131" y="45015"/>
                </a:lnTo>
                <a:lnTo>
                  <a:pt x="10131" y="45015"/>
                </a:lnTo>
                <a:lnTo>
                  <a:pt x="10131" y="45015"/>
                </a:lnTo>
                <a:lnTo>
                  <a:pt x="10131" y="45015"/>
                </a:lnTo>
                <a:lnTo>
                  <a:pt x="10131" y="45015"/>
                </a:lnTo>
                <a:lnTo>
                  <a:pt x="10131" y="45015"/>
                </a:lnTo>
                <a:lnTo>
                  <a:pt x="10131" y="45015"/>
                </a:lnTo>
                <a:lnTo>
                  <a:pt x="10131" y="45015"/>
                </a:lnTo>
                <a:lnTo>
                  <a:pt x="10131" y="45015"/>
                </a:lnTo>
                <a:lnTo>
                  <a:pt x="10131" y="45015"/>
                </a:lnTo>
                <a:lnTo>
                  <a:pt x="10131" y="45015"/>
                </a:lnTo>
                <a:lnTo>
                  <a:pt x="10132" y="45015"/>
                </a:lnTo>
                <a:lnTo>
                  <a:pt x="10132" y="45015"/>
                </a:lnTo>
                <a:lnTo>
                  <a:pt x="10132" y="45015"/>
                </a:lnTo>
                <a:lnTo>
                  <a:pt x="10132" y="45015"/>
                </a:lnTo>
                <a:lnTo>
                  <a:pt x="10132" y="45015"/>
                </a:lnTo>
                <a:lnTo>
                  <a:pt x="10132" y="45015"/>
                </a:lnTo>
                <a:lnTo>
                  <a:pt x="10132" y="45015"/>
                </a:lnTo>
                <a:lnTo>
                  <a:pt x="10132" y="45015"/>
                </a:lnTo>
                <a:lnTo>
                  <a:pt x="10132" y="45015"/>
                </a:lnTo>
                <a:lnTo>
                  <a:pt x="10132" y="45015"/>
                </a:lnTo>
                <a:lnTo>
                  <a:pt x="10132" y="45015"/>
                </a:lnTo>
                <a:lnTo>
                  <a:pt x="10133" y="45015"/>
                </a:lnTo>
                <a:lnTo>
                  <a:pt x="10133" y="45015"/>
                </a:lnTo>
                <a:lnTo>
                  <a:pt x="10133" y="45015"/>
                </a:lnTo>
                <a:lnTo>
                  <a:pt x="10133" y="45015"/>
                </a:lnTo>
                <a:lnTo>
                  <a:pt x="10133" y="45015"/>
                </a:lnTo>
                <a:lnTo>
                  <a:pt x="10133" y="45015"/>
                </a:lnTo>
                <a:lnTo>
                  <a:pt x="10133" y="45015"/>
                </a:lnTo>
                <a:lnTo>
                  <a:pt x="10133" y="45015"/>
                </a:lnTo>
                <a:lnTo>
                  <a:pt x="10133" y="45015"/>
                </a:lnTo>
                <a:lnTo>
                  <a:pt x="10133" y="45015"/>
                </a:lnTo>
                <a:lnTo>
                  <a:pt x="10133" y="45015"/>
                </a:lnTo>
                <a:lnTo>
                  <a:pt x="10134" y="45015"/>
                </a:lnTo>
                <a:lnTo>
                  <a:pt x="10134" y="45015"/>
                </a:lnTo>
                <a:lnTo>
                  <a:pt x="10134" y="45015"/>
                </a:lnTo>
                <a:lnTo>
                  <a:pt x="10134" y="45015"/>
                </a:lnTo>
                <a:lnTo>
                  <a:pt x="10134" y="45015"/>
                </a:lnTo>
                <a:lnTo>
                  <a:pt x="10134" y="45015"/>
                </a:lnTo>
                <a:lnTo>
                  <a:pt x="10134" y="45015"/>
                </a:lnTo>
                <a:lnTo>
                  <a:pt x="10134" y="45015"/>
                </a:lnTo>
                <a:lnTo>
                  <a:pt x="10134" y="45015"/>
                </a:lnTo>
                <a:lnTo>
                  <a:pt x="10134" y="45015"/>
                </a:lnTo>
                <a:lnTo>
                  <a:pt x="10134" y="45015"/>
                </a:lnTo>
                <a:lnTo>
                  <a:pt x="10135" y="45015"/>
                </a:lnTo>
                <a:lnTo>
                  <a:pt x="10135" y="45015"/>
                </a:lnTo>
                <a:lnTo>
                  <a:pt x="10135" y="45015"/>
                </a:lnTo>
                <a:lnTo>
                  <a:pt x="10135" y="45015"/>
                </a:lnTo>
                <a:lnTo>
                  <a:pt x="10135" y="45015"/>
                </a:lnTo>
                <a:lnTo>
                  <a:pt x="10135" y="45015"/>
                </a:lnTo>
                <a:lnTo>
                  <a:pt x="10135" y="45015"/>
                </a:lnTo>
                <a:lnTo>
                  <a:pt x="10135" y="45015"/>
                </a:lnTo>
                <a:lnTo>
                  <a:pt x="10135" y="45015"/>
                </a:lnTo>
                <a:lnTo>
                  <a:pt x="10135" y="45015"/>
                </a:lnTo>
                <a:lnTo>
                  <a:pt x="10135" y="45015"/>
                </a:lnTo>
                <a:lnTo>
                  <a:pt x="10136" y="45015"/>
                </a:lnTo>
                <a:lnTo>
                  <a:pt x="10136" y="45015"/>
                </a:lnTo>
                <a:lnTo>
                  <a:pt x="10136" y="45015"/>
                </a:lnTo>
                <a:lnTo>
                  <a:pt x="10136" y="45015"/>
                </a:lnTo>
                <a:lnTo>
                  <a:pt x="10136" y="45015"/>
                </a:lnTo>
                <a:lnTo>
                  <a:pt x="10136" y="45015"/>
                </a:lnTo>
                <a:lnTo>
                  <a:pt x="10136" y="45015"/>
                </a:lnTo>
                <a:lnTo>
                  <a:pt x="10136" y="45015"/>
                </a:lnTo>
                <a:lnTo>
                  <a:pt x="10136" y="45015"/>
                </a:lnTo>
                <a:lnTo>
                  <a:pt x="10136" y="45015"/>
                </a:lnTo>
                <a:lnTo>
                  <a:pt x="10136" y="45015"/>
                </a:lnTo>
                <a:lnTo>
                  <a:pt x="10137" y="45015"/>
                </a:lnTo>
                <a:lnTo>
                  <a:pt x="10137" y="45015"/>
                </a:lnTo>
                <a:lnTo>
                  <a:pt x="10137" y="45015"/>
                </a:lnTo>
                <a:lnTo>
                  <a:pt x="10137" y="45015"/>
                </a:lnTo>
                <a:lnTo>
                  <a:pt x="10137" y="45015"/>
                </a:lnTo>
                <a:lnTo>
                  <a:pt x="10137" y="45015"/>
                </a:lnTo>
                <a:lnTo>
                  <a:pt x="10137" y="45015"/>
                </a:lnTo>
                <a:lnTo>
                  <a:pt x="10137" y="45015"/>
                </a:lnTo>
                <a:lnTo>
                  <a:pt x="10137" y="45015"/>
                </a:lnTo>
                <a:lnTo>
                  <a:pt x="10137" y="45015"/>
                </a:lnTo>
                <a:lnTo>
                  <a:pt x="10137" y="45015"/>
                </a:lnTo>
                <a:lnTo>
                  <a:pt x="10138" y="45015"/>
                </a:lnTo>
                <a:lnTo>
                  <a:pt x="10138" y="45015"/>
                </a:lnTo>
                <a:lnTo>
                  <a:pt x="10138" y="45015"/>
                </a:lnTo>
                <a:lnTo>
                  <a:pt x="10138" y="45015"/>
                </a:lnTo>
                <a:lnTo>
                  <a:pt x="10138" y="45015"/>
                </a:lnTo>
                <a:lnTo>
                  <a:pt x="10138" y="45015"/>
                </a:lnTo>
                <a:lnTo>
                  <a:pt x="10138" y="45015"/>
                </a:lnTo>
                <a:lnTo>
                  <a:pt x="10138" y="45015"/>
                </a:lnTo>
                <a:lnTo>
                  <a:pt x="10138" y="45015"/>
                </a:lnTo>
                <a:lnTo>
                  <a:pt x="10138" y="45015"/>
                </a:lnTo>
                <a:lnTo>
                  <a:pt x="10138" y="45015"/>
                </a:lnTo>
                <a:lnTo>
                  <a:pt x="10139" y="45015"/>
                </a:lnTo>
                <a:lnTo>
                  <a:pt x="10139" y="45015"/>
                </a:lnTo>
                <a:lnTo>
                  <a:pt x="10139" y="45015"/>
                </a:lnTo>
                <a:lnTo>
                  <a:pt x="10139" y="45015"/>
                </a:lnTo>
                <a:lnTo>
                  <a:pt x="10139" y="45015"/>
                </a:lnTo>
                <a:lnTo>
                  <a:pt x="10139" y="45015"/>
                </a:lnTo>
                <a:lnTo>
                  <a:pt x="10139" y="45015"/>
                </a:lnTo>
                <a:lnTo>
                  <a:pt x="10139" y="45015"/>
                </a:lnTo>
                <a:lnTo>
                  <a:pt x="10139" y="45015"/>
                </a:lnTo>
                <a:lnTo>
                  <a:pt x="10139" y="45015"/>
                </a:lnTo>
                <a:lnTo>
                  <a:pt x="10139" y="45015"/>
                </a:lnTo>
                <a:lnTo>
                  <a:pt x="10139" y="45015"/>
                </a:lnTo>
                <a:lnTo>
                  <a:pt x="10140" y="45015"/>
                </a:lnTo>
                <a:lnTo>
                  <a:pt x="10140" y="45015"/>
                </a:lnTo>
                <a:lnTo>
                  <a:pt x="10140" y="45015"/>
                </a:lnTo>
                <a:lnTo>
                  <a:pt x="10140" y="45015"/>
                </a:lnTo>
                <a:lnTo>
                  <a:pt x="10140" y="45015"/>
                </a:lnTo>
                <a:lnTo>
                  <a:pt x="10140" y="45015"/>
                </a:lnTo>
                <a:lnTo>
                  <a:pt x="10140" y="45015"/>
                </a:lnTo>
                <a:lnTo>
                  <a:pt x="10140" y="45015"/>
                </a:lnTo>
                <a:lnTo>
                  <a:pt x="10140" y="45015"/>
                </a:lnTo>
                <a:lnTo>
                  <a:pt x="10140" y="45015"/>
                </a:lnTo>
                <a:lnTo>
                  <a:pt x="10140" y="45015"/>
                </a:lnTo>
                <a:lnTo>
                  <a:pt x="10141" y="45015"/>
                </a:lnTo>
                <a:lnTo>
                  <a:pt x="10141" y="45015"/>
                </a:lnTo>
                <a:lnTo>
                  <a:pt x="10141" y="45015"/>
                </a:lnTo>
                <a:lnTo>
                  <a:pt x="10141" y="45015"/>
                </a:lnTo>
                <a:lnTo>
                  <a:pt x="10141" y="45015"/>
                </a:lnTo>
                <a:lnTo>
                  <a:pt x="10141" y="45015"/>
                </a:lnTo>
                <a:lnTo>
                  <a:pt x="10141" y="45015"/>
                </a:lnTo>
                <a:lnTo>
                  <a:pt x="10141" y="45015"/>
                </a:lnTo>
                <a:lnTo>
                  <a:pt x="10141" y="45015"/>
                </a:lnTo>
                <a:lnTo>
                  <a:pt x="10141" y="45015"/>
                </a:lnTo>
                <a:lnTo>
                  <a:pt x="10141" y="45015"/>
                </a:lnTo>
                <a:lnTo>
                  <a:pt x="10142" y="45015"/>
                </a:lnTo>
                <a:lnTo>
                  <a:pt x="10142" y="45015"/>
                </a:lnTo>
                <a:lnTo>
                  <a:pt x="10142" y="45015"/>
                </a:lnTo>
                <a:lnTo>
                  <a:pt x="10142" y="45015"/>
                </a:lnTo>
                <a:lnTo>
                  <a:pt x="10142" y="45015"/>
                </a:lnTo>
                <a:lnTo>
                  <a:pt x="10142" y="45015"/>
                </a:lnTo>
                <a:lnTo>
                  <a:pt x="10142" y="45015"/>
                </a:lnTo>
                <a:lnTo>
                  <a:pt x="10142" y="45015"/>
                </a:lnTo>
                <a:lnTo>
                  <a:pt x="10142" y="45015"/>
                </a:lnTo>
                <a:lnTo>
                  <a:pt x="10142" y="45015"/>
                </a:lnTo>
                <a:lnTo>
                  <a:pt x="10142" y="45015"/>
                </a:lnTo>
                <a:lnTo>
                  <a:pt x="10143" y="45015"/>
                </a:lnTo>
                <a:lnTo>
                  <a:pt x="10143" y="45015"/>
                </a:lnTo>
                <a:lnTo>
                  <a:pt x="10143" y="45015"/>
                </a:lnTo>
                <a:lnTo>
                  <a:pt x="10143" y="45015"/>
                </a:lnTo>
                <a:lnTo>
                  <a:pt x="10143" y="45015"/>
                </a:lnTo>
                <a:lnTo>
                  <a:pt x="10143" y="45015"/>
                </a:lnTo>
                <a:lnTo>
                  <a:pt x="10143" y="45015"/>
                </a:lnTo>
                <a:lnTo>
                  <a:pt x="10143" y="45015"/>
                </a:lnTo>
                <a:lnTo>
                  <a:pt x="10143" y="45015"/>
                </a:lnTo>
                <a:lnTo>
                  <a:pt x="10143" y="45015"/>
                </a:lnTo>
                <a:lnTo>
                  <a:pt x="10143" y="45015"/>
                </a:lnTo>
                <a:lnTo>
                  <a:pt x="10144" y="45015"/>
                </a:lnTo>
                <a:lnTo>
                  <a:pt x="10144" y="45015"/>
                </a:lnTo>
                <a:lnTo>
                  <a:pt x="10144" y="45015"/>
                </a:lnTo>
                <a:lnTo>
                  <a:pt x="10144" y="45015"/>
                </a:lnTo>
                <a:lnTo>
                  <a:pt x="10144" y="45015"/>
                </a:lnTo>
                <a:lnTo>
                  <a:pt x="10144" y="45015"/>
                </a:lnTo>
                <a:lnTo>
                  <a:pt x="10144" y="45015"/>
                </a:lnTo>
                <a:lnTo>
                  <a:pt x="10144" y="45015"/>
                </a:lnTo>
                <a:lnTo>
                  <a:pt x="10144" y="45015"/>
                </a:lnTo>
                <a:lnTo>
                  <a:pt x="10144" y="45015"/>
                </a:lnTo>
                <a:lnTo>
                  <a:pt x="10144" y="45015"/>
                </a:lnTo>
                <a:lnTo>
                  <a:pt x="10145" y="45015"/>
                </a:lnTo>
                <a:lnTo>
                  <a:pt x="10145" y="45015"/>
                </a:lnTo>
                <a:lnTo>
                  <a:pt x="10145" y="45015"/>
                </a:lnTo>
                <a:lnTo>
                  <a:pt x="10145" y="45015"/>
                </a:lnTo>
                <a:lnTo>
                  <a:pt x="10145" y="45015"/>
                </a:lnTo>
                <a:lnTo>
                  <a:pt x="10145" y="45015"/>
                </a:lnTo>
                <a:lnTo>
                  <a:pt x="10145" y="45015"/>
                </a:lnTo>
                <a:lnTo>
                  <a:pt x="10145" y="45015"/>
                </a:lnTo>
                <a:lnTo>
                  <a:pt x="10145" y="45015"/>
                </a:lnTo>
                <a:lnTo>
                  <a:pt x="10145" y="45015"/>
                </a:lnTo>
                <a:lnTo>
                  <a:pt x="10145" y="45015"/>
                </a:lnTo>
                <a:lnTo>
                  <a:pt x="10146" y="45015"/>
                </a:lnTo>
                <a:lnTo>
                  <a:pt x="10146" y="45015"/>
                </a:lnTo>
                <a:lnTo>
                  <a:pt x="10146" y="45015"/>
                </a:lnTo>
                <a:lnTo>
                  <a:pt x="10146" y="45015"/>
                </a:lnTo>
                <a:lnTo>
                  <a:pt x="10146" y="45015"/>
                </a:lnTo>
                <a:lnTo>
                  <a:pt x="10146" y="45015"/>
                </a:lnTo>
                <a:lnTo>
                  <a:pt x="10146" y="45015"/>
                </a:lnTo>
                <a:lnTo>
                  <a:pt x="10146" y="45015"/>
                </a:lnTo>
                <a:lnTo>
                  <a:pt x="10146" y="45015"/>
                </a:lnTo>
                <a:lnTo>
                  <a:pt x="10146" y="45015"/>
                </a:lnTo>
                <a:lnTo>
                  <a:pt x="10146" y="45015"/>
                </a:lnTo>
                <a:lnTo>
                  <a:pt x="10147" y="45015"/>
                </a:lnTo>
                <a:lnTo>
                  <a:pt x="10147" y="45015"/>
                </a:lnTo>
                <a:lnTo>
                  <a:pt x="10147" y="45015"/>
                </a:lnTo>
                <a:lnTo>
                  <a:pt x="10147" y="45015"/>
                </a:lnTo>
                <a:lnTo>
                  <a:pt x="10147" y="45015"/>
                </a:lnTo>
                <a:lnTo>
                  <a:pt x="10147" y="45015"/>
                </a:lnTo>
                <a:lnTo>
                  <a:pt x="10147" y="45015"/>
                </a:lnTo>
                <a:lnTo>
                  <a:pt x="10147" y="45015"/>
                </a:lnTo>
                <a:lnTo>
                  <a:pt x="10147" y="45015"/>
                </a:lnTo>
                <a:lnTo>
                  <a:pt x="10147" y="45015"/>
                </a:lnTo>
                <a:lnTo>
                  <a:pt x="10147" y="45015"/>
                </a:lnTo>
                <a:lnTo>
                  <a:pt x="10147" y="45015"/>
                </a:lnTo>
                <a:lnTo>
                  <a:pt x="10148" y="45015"/>
                </a:lnTo>
                <a:lnTo>
                  <a:pt x="10148" y="45015"/>
                </a:lnTo>
                <a:lnTo>
                  <a:pt x="10148" y="45015"/>
                </a:lnTo>
                <a:lnTo>
                  <a:pt x="10148" y="45015"/>
                </a:lnTo>
                <a:lnTo>
                  <a:pt x="10148" y="45015"/>
                </a:lnTo>
                <a:lnTo>
                  <a:pt x="10148" y="45015"/>
                </a:lnTo>
                <a:lnTo>
                  <a:pt x="10148" y="45015"/>
                </a:lnTo>
                <a:lnTo>
                  <a:pt x="10148" y="45015"/>
                </a:lnTo>
                <a:lnTo>
                  <a:pt x="10148" y="45015"/>
                </a:lnTo>
                <a:lnTo>
                  <a:pt x="10148" y="45015"/>
                </a:lnTo>
                <a:lnTo>
                  <a:pt x="10148" y="45015"/>
                </a:lnTo>
                <a:lnTo>
                  <a:pt x="10149" y="45015"/>
                </a:lnTo>
                <a:lnTo>
                  <a:pt x="10149" y="45015"/>
                </a:lnTo>
                <a:lnTo>
                  <a:pt x="10149" y="45015"/>
                </a:lnTo>
                <a:lnTo>
                  <a:pt x="10149" y="45015"/>
                </a:lnTo>
                <a:lnTo>
                  <a:pt x="10149" y="45015"/>
                </a:lnTo>
                <a:lnTo>
                  <a:pt x="10149" y="45015"/>
                </a:lnTo>
                <a:lnTo>
                  <a:pt x="10149" y="45015"/>
                </a:lnTo>
                <a:lnTo>
                  <a:pt x="10149" y="45015"/>
                </a:lnTo>
                <a:lnTo>
                  <a:pt x="10149" y="45015"/>
                </a:lnTo>
                <a:lnTo>
                  <a:pt x="10149" y="45015"/>
                </a:lnTo>
                <a:lnTo>
                  <a:pt x="10149" y="45015"/>
                </a:lnTo>
                <a:lnTo>
                  <a:pt x="10150" y="45015"/>
                </a:lnTo>
                <a:lnTo>
                  <a:pt x="10150" y="45015"/>
                </a:lnTo>
                <a:lnTo>
                  <a:pt x="10150" y="45015"/>
                </a:lnTo>
                <a:lnTo>
                  <a:pt x="10150" y="45015"/>
                </a:lnTo>
                <a:lnTo>
                  <a:pt x="10150" y="45015"/>
                </a:lnTo>
                <a:lnTo>
                  <a:pt x="10150" y="45015"/>
                </a:lnTo>
                <a:lnTo>
                  <a:pt x="10150" y="45015"/>
                </a:lnTo>
                <a:lnTo>
                  <a:pt x="10150" y="45015"/>
                </a:lnTo>
                <a:lnTo>
                  <a:pt x="10150" y="45015"/>
                </a:lnTo>
                <a:lnTo>
                  <a:pt x="10150" y="45015"/>
                </a:lnTo>
                <a:lnTo>
                  <a:pt x="10150" y="45015"/>
                </a:lnTo>
                <a:lnTo>
                  <a:pt x="10151" y="45015"/>
                </a:lnTo>
                <a:lnTo>
                  <a:pt x="10151" y="45015"/>
                </a:lnTo>
                <a:lnTo>
                  <a:pt x="10151" y="45015"/>
                </a:lnTo>
                <a:lnTo>
                  <a:pt x="10151" y="45015"/>
                </a:lnTo>
                <a:lnTo>
                  <a:pt x="10151" y="45015"/>
                </a:lnTo>
                <a:lnTo>
                  <a:pt x="10151" y="45015"/>
                </a:lnTo>
                <a:lnTo>
                  <a:pt x="10151" y="45015"/>
                </a:lnTo>
                <a:lnTo>
                  <a:pt x="10151" y="45015"/>
                </a:lnTo>
                <a:lnTo>
                  <a:pt x="10151" y="45015"/>
                </a:lnTo>
                <a:lnTo>
                  <a:pt x="10151" y="45015"/>
                </a:lnTo>
                <a:lnTo>
                  <a:pt x="10151" y="45015"/>
                </a:lnTo>
                <a:lnTo>
                  <a:pt x="10152" y="45015"/>
                </a:lnTo>
                <a:lnTo>
                  <a:pt x="10152" y="45015"/>
                </a:lnTo>
                <a:lnTo>
                  <a:pt x="10152" y="45015"/>
                </a:lnTo>
                <a:lnTo>
                  <a:pt x="10152" y="45015"/>
                </a:lnTo>
                <a:lnTo>
                  <a:pt x="10152" y="45015"/>
                </a:lnTo>
                <a:lnTo>
                  <a:pt x="10152" y="45015"/>
                </a:lnTo>
                <a:lnTo>
                  <a:pt x="10152" y="45015"/>
                </a:lnTo>
                <a:lnTo>
                  <a:pt x="10152" y="45015"/>
                </a:lnTo>
                <a:lnTo>
                  <a:pt x="10152" y="45015"/>
                </a:lnTo>
                <a:lnTo>
                  <a:pt x="10152" y="45015"/>
                </a:lnTo>
                <a:lnTo>
                  <a:pt x="10152" y="45015"/>
                </a:lnTo>
                <a:lnTo>
                  <a:pt x="10152" y="45015"/>
                </a:lnTo>
                <a:lnTo>
                  <a:pt x="10153" y="45015"/>
                </a:lnTo>
                <a:lnTo>
                  <a:pt x="10153" y="45015"/>
                </a:lnTo>
                <a:lnTo>
                  <a:pt x="10153" y="45015"/>
                </a:lnTo>
                <a:lnTo>
                  <a:pt x="10153" y="45015"/>
                </a:lnTo>
                <a:lnTo>
                  <a:pt x="10153" y="45015"/>
                </a:lnTo>
                <a:lnTo>
                  <a:pt x="10153" y="45015"/>
                </a:lnTo>
                <a:lnTo>
                  <a:pt x="10153" y="45015"/>
                </a:lnTo>
                <a:lnTo>
                  <a:pt x="10153" y="45015"/>
                </a:lnTo>
                <a:lnTo>
                  <a:pt x="10153" y="45015"/>
                </a:lnTo>
                <a:lnTo>
                  <a:pt x="10153" y="45015"/>
                </a:lnTo>
                <a:lnTo>
                  <a:pt x="10153" y="45015"/>
                </a:lnTo>
                <a:lnTo>
                  <a:pt x="10154" y="45015"/>
                </a:lnTo>
                <a:lnTo>
                  <a:pt x="10154" y="45015"/>
                </a:lnTo>
                <a:lnTo>
                  <a:pt x="10154" y="45015"/>
                </a:lnTo>
                <a:lnTo>
                  <a:pt x="10154" y="45015"/>
                </a:lnTo>
                <a:lnTo>
                  <a:pt x="10154" y="45015"/>
                </a:lnTo>
                <a:lnTo>
                  <a:pt x="10154" y="45015"/>
                </a:lnTo>
                <a:lnTo>
                  <a:pt x="10154" y="45015"/>
                </a:lnTo>
                <a:lnTo>
                  <a:pt x="10154" y="45015"/>
                </a:lnTo>
                <a:lnTo>
                  <a:pt x="10154" y="45015"/>
                </a:lnTo>
                <a:lnTo>
                  <a:pt x="10154" y="45015"/>
                </a:lnTo>
                <a:lnTo>
                  <a:pt x="10154" y="45015"/>
                </a:lnTo>
                <a:lnTo>
                  <a:pt x="10155" y="45015"/>
                </a:lnTo>
                <a:lnTo>
                  <a:pt x="10155" y="45015"/>
                </a:lnTo>
                <a:lnTo>
                  <a:pt x="10155" y="45015"/>
                </a:lnTo>
                <a:lnTo>
                  <a:pt x="10155" y="45015"/>
                </a:lnTo>
                <a:lnTo>
                  <a:pt x="10155" y="45015"/>
                </a:lnTo>
                <a:lnTo>
                  <a:pt x="10155" y="45015"/>
                </a:lnTo>
                <a:lnTo>
                  <a:pt x="10155" y="45015"/>
                </a:lnTo>
                <a:lnTo>
                  <a:pt x="10155" y="45015"/>
                </a:lnTo>
                <a:lnTo>
                  <a:pt x="10155" y="45015"/>
                </a:lnTo>
                <a:lnTo>
                  <a:pt x="10155" y="45015"/>
                </a:lnTo>
                <a:lnTo>
                  <a:pt x="10155" y="45015"/>
                </a:lnTo>
                <a:lnTo>
                  <a:pt x="10156" y="45015"/>
                </a:lnTo>
                <a:lnTo>
                  <a:pt x="10156" y="45015"/>
                </a:lnTo>
                <a:lnTo>
                  <a:pt x="10156" y="45015"/>
                </a:lnTo>
                <a:lnTo>
                  <a:pt x="10156" y="45015"/>
                </a:lnTo>
                <a:lnTo>
                  <a:pt x="10156" y="45015"/>
                </a:lnTo>
                <a:lnTo>
                  <a:pt x="10156" y="45015"/>
                </a:lnTo>
                <a:lnTo>
                  <a:pt x="10156" y="45015"/>
                </a:lnTo>
                <a:lnTo>
                  <a:pt x="10156" y="45015"/>
                </a:lnTo>
                <a:lnTo>
                  <a:pt x="10156" y="45015"/>
                </a:lnTo>
                <a:lnTo>
                  <a:pt x="10156" y="45015"/>
                </a:lnTo>
                <a:lnTo>
                  <a:pt x="10156" y="45015"/>
                </a:lnTo>
                <a:lnTo>
                  <a:pt x="10157" y="45015"/>
                </a:lnTo>
                <a:lnTo>
                  <a:pt x="10157" y="45015"/>
                </a:lnTo>
                <a:lnTo>
                  <a:pt x="10157" y="45015"/>
                </a:lnTo>
                <a:lnTo>
                  <a:pt x="10157" y="45015"/>
                </a:lnTo>
                <a:lnTo>
                  <a:pt x="10157" y="45015"/>
                </a:lnTo>
                <a:lnTo>
                  <a:pt x="10157" y="45015"/>
                </a:lnTo>
                <a:lnTo>
                  <a:pt x="10157" y="45015"/>
                </a:lnTo>
                <a:lnTo>
                  <a:pt x="10157" y="45015"/>
                </a:lnTo>
                <a:lnTo>
                  <a:pt x="10157" y="45015"/>
                </a:lnTo>
                <a:lnTo>
                  <a:pt x="10157" y="45015"/>
                </a:lnTo>
                <a:lnTo>
                  <a:pt x="10157" y="45015"/>
                </a:lnTo>
                <a:lnTo>
                  <a:pt x="10157" y="45015"/>
                </a:lnTo>
                <a:lnTo>
                  <a:pt x="10158" y="45015"/>
                </a:lnTo>
                <a:lnTo>
                  <a:pt x="10158" y="45015"/>
                </a:lnTo>
                <a:lnTo>
                  <a:pt x="10158" y="45015"/>
                </a:lnTo>
                <a:lnTo>
                  <a:pt x="10158" y="45015"/>
                </a:lnTo>
                <a:lnTo>
                  <a:pt x="10158" y="45015"/>
                </a:lnTo>
                <a:lnTo>
                  <a:pt x="10158" y="45015"/>
                </a:lnTo>
                <a:lnTo>
                  <a:pt x="10158" y="45015"/>
                </a:lnTo>
                <a:lnTo>
                  <a:pt x="10158" y="45015"/>
                </a:lnTo>
                <a:lnTo>
                  <a:pt x="10158" y="45015"/>
                </a:lnTo>
                <a:lnTo>
                  <a:pt x="10158" y="45015"/>
                </a:lnTo>
                <a:lnTo>
                  <a:pt x="10158" y="45015"/>
                </a:lnTo>
                <a:lnTo>
                  <a:pt x="10159" y="45015"/>
                </a:lnTo>
                <a:lnTo>
                  <a:pt x="10159" y="45015"/>
                </a:lnTo>
                <a:lnTo>
                  <a:pt x="10159" y="45015"/>
                </a:lnTo>
                <a:lnTo>
                  <a:pt x="10159" y="45015"/>
                </a:lnTo>
                <a:lnTo>
                  <a:pt x="10159" y="45015"/>
                </a:lnTo>
                <a:lnTo>
                  <a:pt x="10159" y="45015"/>
                </a:lnTo>
                <a:lnTo>
                  <a:pt x="10159" y="45015"/>
                </a:lnTo>
                <a:lnTo>
                  <a:pt x="10159" y="45015"/>
                </a:lnTo>
                <a:lnTo>
                  <a:pt x="10159" y="45015"/>
                </a:lnTo>
                <a:lnTo>
                  <a:pt x="10159" y="45015"/>
                </a:lnTo>
                <a:lnTo>
                  <a:pt x="10159" y="45015"/>
                </a:lnTo>
                <a:lnTo>
                  <a:pt x="10160" y="45015"/>
                </a:lnTo>
                <a:lnTo>
                  <a:pt x="10160" y="45015"/>
                </a:lnTo>
                <a:lnTo>
                  <a:pt x="10160" y="45015"/>
                </a:lnTo>
                <a:lnTo>
                  <a:pt x="10160" y="45015"/>
                </a:lnTo>
                <a:lnTo>
                  <a:pt x="10160" y="45015"/>
                </a:lnTo>
                <a:lnTo>
                  <a:pt x="10160" y="45015"/>
                </a:lnTo>
                <a:lnTo>
                  <a:pt x="10160" y="45015"/>
                </a:lnTo>
                <a:lnTo>
                  <a:pt x="10160" y="45015"/>
                </a:lnTo>
                <a:lnTo>
                  <a:pt x="10160" y="45015"/>
                </a:lnTo>
                <a:lnTo>
                  <a:pt x="10160" y="45015"/>
                </a:lnTo>
                <a:lnTo>
                  <a:pt x="10160" y="45015"/>
                </a:lnTo>
                <a:lnTo>
                  <a:pt x="10160" y="45015"/>
                </a:lnTo>
                <a:lnTo>
                  <a:pt x="10161" y="45015"/>
                </a:lnTo>
                <a:lnTo>
                  <a:pt x="10161" y="45015"/>
                </a:lnTo>
                <a:lnTo>
                  <a:pt x="10161" y="45015"/>
                </a:lnTo>
                <a:lnTo>
                  <a:pt x="10161" y="45015"/>
                </a:lnTo>
                <a:lnTo>
                  <a:pt x="10161" y="45015"/>
                </a:lnTo>
                <a:lnTo>
                  <a:pt x="10161" y="45015"/>
                </a:lnTo>
                <a:lnTo>
                  <a:pt x="10161" y="45015"/>
                </a:lnTo>
                <a:lnTo>
                  <a:pt x="10161" y="45015"/>
                </a:lnTo>
                <a:lnTo>
                  <a:pt x="10161" y="45015"/>
                </a:lnTo>
                <a:lnTo>
                  <a:pt x="10161" y="45015"/>
                </a:lnTo>
                <a:lnTo>
                  <a:pt x="10161" y="45015"/>
                </a:lnTo>
                <a:lnTo>
                  <a:pt x="10162" y="45015"/>
                </a:lnTo>
                <a:lnTo>
                  <a:pt x="10162" y="45015"/>
                </a:lnTo>
                <a:lnTo>
                  <a:pt x="10162" y="45015"/>
                </a:lnTo>
                <a:lnTo>
                  <a:pt x="10162" y="45015"/>
                </a:lnTo>
                <a:lnTo>
                  <a:pt x="10162" y="45015"/>
                </a:lnTo>
                <a:lnTo>
                  <a:pt x="10162" y="45015"/>
                </a:lnTo>
                <a:lnTo>
                  <a:pt x="10162" y="45015"/>
                </a:lnTo>
                <a:lnTo>
                  <a:pt x="10162" y="45015"/>
                </a:lnTo>
                <a:lnTo>
                  <a:pt x="10162" y="45015"/>
                </a:lnTo>
                <a:lnTo>
                  <a:pt x="10162" y="45015"/>
                </a:lnTo>
                <a:lnTo>
                  <a:pt x="10162" y="45015"/>
                </a:lnTo>
                <a:lnTo>
                  <a:pt x="10163" y="45015"/>
                </a:lnTo>
                <a:lnTo>
                  <a:pt x="10163" y="45015"/>
                </a:lnTo>
                <a:lnTo>
                  <a:pt x="10163" y="45015"/>
                </a:lnTo>
                <a:lnTo>
                  <a:pt x="10163" y="45015"/>
                </a:lnTo>
                <a:lnTo>
                  <a:pt x="10163" y="45015"/>
                </a:lnTo>
                <a:lnTo>
                  <a:pt x="10163" y="45015"/>
                </a:lnTo>
                <a:lnTo>
                  <a:pt x="10163" y="45015"/>
                </a:lnTo>
                <a:lnTo>
                  <a:pt x="10163" y="45015"/>
                </a:lnTo>
                <a:lnTo>
                  <a:pt x="10163" y="45015"/>
                </a:lnTo>
                <a:lnTo>
                  <a:pt x="10163" y="45015"/>
                </a:lnTo>
                <a:lnTo>
                  <a:pt x="10163" y="45015"/>
                </a:lnTo>
                <a:lnTo>
                  <a:pt x="10164" y="45015"/>
                </a:lnTo>
                <a:lnTo>
                  <a:pt x="10164" y="45015"/>
                </a:lnTo>
                <a:lnTo>
                  <a:pt x="10164" y="45015"/>
                </a:lnTo>
                <a:lnTo>
                  <a:pt x="10164" y="45015"/>
                </a:lnTo>
                <a:lnTo>
                  <a:pt x="10164" y="45015"/>
                </a:lnTo>
                <a:lnTo>
                  <a:pt x="10164" y="45015"/>
                </a:lnTo>
                <a:lnTo>
                  <a:pt x="10164" y="45015"/>
                </a:lnTo>
                <a:lnTo>
                  <a:pt x="10164" y="45015"/>
                </a:lnTo>
                <a:lnTo>
                  <a:pt x="10164" y="45015"/>
                </a:lnTo>
                <a:lnTo>
                  <a:pt x="10164" y="45015"/>
                </a:lnTo>
                <a:lnTo>
                  <a:pt x="10164" y="45015"/>
                </a:lnTo>
                <a:lnTo>
                  <a:pt x="10164" y="45015"/>
                </a:lnTo>
                <a:lnTo>
                  <a:pt x="10165" y="45015"/>
                </a:lnTo>
                <a:lnTo>
                  <a:pt x="10165" y="45015"/>
                </a:lnTo>
                <a:lnTo>
                  <a:pt x="10165" y="45015"/>
                </a:lnTo>
                <a:lnTo>
                  <a:pt x="10165" y="45015"/>
                </a:lnTo>
                <a:lnTo>
                  <a:pt x="10165" y="45015"/>
                </a:lnTo>
                <a:lnTo>
                  <a:pt x="10165" y="45015"/>
                </a:lnTo>
                <a:lnTo>
                  <a:pt x="10165" y="45015"/>
                </a:lnTo>
                <a:lnTo>
                  <a:pt x="10165" y="45015"/>
                </a:lnTo>
                <a:lnTo>
                  <a:pt x="10165" y="45015"/>
                </a:lnTo>
                <a:lnTo>
                  <a:pt x="10165" y="45015"/>
                </a:lnTo>
                <a:lnTo>
                  <a:pt x="10165" y="45015"/>
                </a:lnTo>
                <a:lnTo>
                  <a:pt x="10166" y="45015"/>
                </a:lnTo>
                <a:lnTo>
                  <a:pt x="10166" y="45015"/>
                </a:lnTo>
                <a:lnTo>
                  <a:pt x="10166" y="45015"/>
                </a:lnTo>
                <a:lnTo>
                  <a:pt x="10166" y="45015"/>
                </a:lnTo>
                <a:lnTo>
                  <a:pt x="10166" y="45015"/>
                </a:lnTo>
                <a:lnTo>
                  <a:pt x="10166" y="45015"/>
                </a:lnTo>
                <a:lnTo>
                  <a:pt x="10166" y="45015"/>
                </a:lnTo>
                <a:lnTo>
                  <a:pt x="10166" y="45015"/>
                </a:lnTo>
                <a:lnTo>
                  <a:pt x="10166" y="45015"/>
                </a:lnTo>
                <a:lnTo>
                  <a:pt x="10166" y="45015"/>
                </a:lnTo>
                <a:lnTo>
                  <a:pt x="10166" y="45015"/>
                </a:lnTo>
                <a:lnTo>
                  <a:pt x="10167" y="45015"/>
                </a:lnTo>
                <a:lnTo>
                  <a:pt x="10167" y="45015"/>
                </a:lnTo>
                <a:lnTo>
                  <a:pt x="10167" y="45015"/>
                </a:lnTo>
                <a:lnTo>
                  <a:pt x="10167" y="45015"/>
                </a:lnTo>
                <a:lnTo>
                  <a:pt x="10167" y="45015"/>
                </a:lnTo>
                <a:lnTo>
                  <a:pt x="10167" y="45015"/>
                </a:lnTo>
                <a:lnTo>
                  <a:pt x="10167" y="45015"/>
                </a:lnTo>
                <a:lnTo>
                  <a:pt x="10167" y="45015"/>
                </a:lnTo>
                <a:lnTo>
                  <a:pt x="10167" y="45015"/>
                </a:lnTo>
                <a:lnTo>
                  <a:pt x="10167" y="45015"/>
                </a:lnTo>
                <a:lnTo>
                  <a:pt x="10167" y="45015"/>
                </a:lnTo>
                <a:lnTo>
                  <a:pt x="10167" y="45015"/>
                </a:lnTo>
                <a:lnTo>
                  <a:pt x="10168" y="45015"/>
                </a:lnTo>
                <a:lnTo>
                  <a:pt x="10168" y="45015"/>
                </a:lnTo>
                <a:lnTo>
                  <a:pt x="10168" y="45015"/>
                </a:lnTo>
                <a:lnTo>
                  <a:pt x="10168" y="45015"/>
                </a:lnTo>
                <a:lnTo>
                  <a:pt x="10168" y="45015"/>
                </a:lnTo>
                <a:lnTo>
                  <a:pt x="10168" y="45015"/>
                </a:lnTo>
                <a:lnTo>
                  <a:pt x="10168" y="45015"/>
                </a:lnTo>
                <a:lnTo>
                  <a:pt x="10168" y="45015"/>
                </a:lnTo>
                <a:lnTo>
                  <a:pt x="10168" y="45015"/>
                </a:lnTo>
                <a:lnTo>
                  <a:pt x="10168" y="45015"/>
                </a:lnTo>
                <a:lnTo>
                  <a:pt x="10168" y="45015"/>
                </a:lnTo>
                <a:lnTo>
                  <a:pt x="10169" y="45015"/>
                </a:lnTo>
                <a:lnTo>
                  <a:pt x="10169" y="45015"/>
                </a:lnTo>
                <a:lnTo>
                  <a:pt x="10169" y="45015"/>
                </a:lnTo>
                <a:lnTo>
                  <a:pt x="10169" y="45015"/>
                </a:lnTo>
                <a:lnTo>
                  <a:pt x="10169" y="45015"/>
                </a:lnTo>
                <a:lnTo>
                  <a:pt x="10169" y="45015"/>
                </a:lnTo>
                <a:lnTo>
                  <a:pt x="10169" y="45015"/>
                </a:lnTo>
                <a:lnTo>
                  <a:pt x="10169" y="45015"/>
                </a:lnTo>
                <a:lnTo>
                  <a:pt x="10169" y="45015"/>
                </a:lnTo>
                <a:lnTo>
                  <a:pt x="10169" y="45015"/>
                </a:lnTo>
                <a:lnTo>
                  <a:pt x="10169" y="45015"/>
                </a:lnTo>
                <a:lnTo>
                  <a:pt x="10170" y="45015"/>
                </a:lnTo>
                <a:lnTo>
                  <a:pt x="10170" y="45015"/>
                </a:lnTo>
                <a:lnTo>
                  <a:pt x="10170" y="45015"/>
                </a:lnTo>
                <a:lnTo>
                  <a:pt x="10170" y="45015"/>
                </a:lnTo>
                <a:lnTo>
                  <a:pt x="10170" y="45015"/>
                </a:lnTo>
                <a:lnTo>
                  <a:pt x="10170" y="45015"/>
                </a:lnTo>
                <a:lnTo>
                  <a:pt x="10170" y="45015"/>
                </a:lnTo>
                <a:lnTo>
                  <a:pt x="10170" y="45015"/>
                </a:lnTo>
                <a:lnTo>
                  <a:pt x="10170" y="45015"/>
                </a:lnTo>
                <a:lnTo>
                  <a:pt x="10170" y="45015"/>
                </a:lnTo>
                <a:lnTo>
                  <a:pt x="10170" y="45015"/>
                </a:lnTo>
                <a:lnTo>
                  <a:pt x="10170" y="45015"/>
                </a:lnTo>
                <a:lnTo>
                  <a:pt x="10171" y="45015"/>
                </a:lnTo>
                <a:lnTo>
                  <a:pt x="10171" y="45015"/>
                </a:lnTo>
                <a:lnTo>
                  <a:pt x="10171" y="45015"/>
                </a:lnTo>
                <a:lnTo>
                  <a:pt x="10171" y="45015"/>
                </a:lnTo>
                <a:lnTo>
                  <a:pt x="10171" y="45015"/>
                </a:lnTo>
                <a:lnTo>
                  <a:pt x="10171" y="45015"/>
                </a:lnTo>
                <a:lnTo>
                  <a:pt x="10171" y="45015"/>
                </a:lnTo>
                <a:lnTo>
                  <a:pt x="10171" y="45015"/>
                </a:lnTo>
                <a:lnTo>
                  <a:pt x="10171" y="45015"/>
                </a:lnTo>
                <a:lnTo>
                  <a:pt x="10171" y="45015"/>
                </a:lnTo>
                <a:lnTo>
                  <a:pt x="10171" y="45015"/>
                </a:lnTo>
                <a:lnTo>
                  <a:pt x="10172" y="45015"/>
                </a:lnTo>
                <a:lnTo>
                  <a:pt x="10172" y="45015"/>
                </a:lnTo>
                <a:lnTo>
                  <a:pt x="10172" y="45015"/>
                </a:lnTo>
                <a:lnTo>
                  <a:pt x="10172" y="45015"/>
                </a:lnTo>
                <a:lnTo>
                  <a:pt x="10172" y="45015"/>
                </a:lnTo>
                <a:lnTo>
                  <a:pt x="10172" y="45015"/>
                </a:lnTo>
                <a:lnTo>
                  <a:pt x="10172" y="45015"/>
                </a:lnTo>
                <a:lnTo>
                  <a:pt x="10172" y="45015"/>
                </a:lnTo>
                <a:lnTo>
                  <a:pt x="10172" y="45015"/>
                </a:lnTo>
                <a:lnTo>
                  <a:pt x="10172" y="45015"/>
                </a:lnTo>
                <a:lnTo>
                  <a:pt x="10172" y="45015"/>
                </a:lnTo>
                <a:lnTo>
                  <a:pt x="10172" y="45015"/>
                </a:lnTo>
                <a:lnTo>
                  <a:pt x="10173" y="45015"/>
                </a:lnTo>
                <a:lnTo>
                  <a:pt x="10173" y="45015"/>
                </a:lnTo>
                <a:lnTo>
                  <a:pt x="10173" y="45015"/>
                </a:lnTo>
                <a:lnTo>
                  <a:pt x="10173" y="45015"/>
                </a:lnTo>
                <a:lnTo>
                  <a:pt x="10173" y="45015"/>
                </a:lnTo>
                <a:lnTo>
                  <a:pt x="10173" y="45015"/>
                </a:lnTo>
                <a:lnTo>
                  <a:pt x="10173" y="45015"/>
                </a:lnTo>
                <a:lnTo>
                  <a:pt x="10173" y="45015"/>
                </a:lnTo>
                <a:lnTo>
                  <a:pt x="10173" y="45015"/>
                </a:lnTo>
                <a:lnTo>
                  <a:pt x="10173" y="45015"/>
                </a:lnTo>
                <a:lnTo>
                  <a:pt x="10173" y="45015"/>
                </a:lnTo>
                <a:lnTo>
                  <a:pt x="10174" y="45015"/>
                </a:lnTo>
                <a:lnTo>
                  <a:pt x="10174" y="45015"/>
                </a:lnTo>
                <a:lnTo>
                  <a:pt x="10174" y="45015"/>
                </a:lnTo>
                <a:lnTo>
                  <a:pt x="10174" y="45015"/>
                </a:lnTo>
                <a:lnTo>
                  <a:pt x="10174" y="45015"/>
                </a:lnTo>
                <a:lnTo>
                  <a:pt x="10174" y="45015"/>
                </a:lnTo>
                <a:lnTo>
                  <a:pt x="10174" y="45015"/>
                </a:lnTo>
                <a:lnTo>
                  <a:pt x="10174" y="45015"/>
                </a:lnTo>
                <a:lnTo>
                  <a:pt x="10174" y="45015"/>
                </a:lnTo>
                <a:lnTo>
                  <a:pt x="10174" y="45015"/>
                </a:lnTo>
                <a:lnTo>
                  <a:pt x="10174" y="45015"/>
                </a:lnTo>
                <a:lnTo>
                  <a:pt x="10175" y="45015"/>
                </a:lnTo>
                <a:lnTo>
                  <a:pt x="10175" y="45015"/>
                </a:lnTo>
                <a:lnTo>
                  <a:pt x="10175" y="45015"/>
                </a:lnTo>
                <a:lnTo>
                  <a:pt x="10175" y="45015"/>
                </a:lnTo>
                <a:lnTo>
                  <a:pt x="10175" y="45015"/>
                </a:lnTo>
                <a:lnTo>
                  <a:pt x="10175" y="45015"/>
                </a:lnTo>
                <a:lnTo>
                  <a:pt x="10175" y="45015"/>
                </a:lnTo>
                <a:lnTo>
                  <a:pt x="10175" y="45015"/>
                </a:lnTo>
                <a:lnTo>
                  <a:pt x="10175" y="45015"/>
                </a:lnTo>
                <a:lnTo>
                  <a:pt x="10175" y="45015"/>
                </a:lnTo>
                <a:lnTo>
                  <a:pt x="10175" y="45015"/>
                </a:lnTo>
                <a:lnTo>
                  <a:pt x="10175" y="45015"/>
                </a:lnTo>
                <a:lnTo>
                  <a:pt x="10176" y="45015"/>
                </a:lnTo>
                <a:lnTo>
                  <a:pt x="10176" y="45015"/>
                </a:lnTo>
                <a:lnTo>
                  <a:pt x="10176" y="45015"/>
                </a:lnTo>
                <a:lnTo>
                  <a:pt x="10176" y="45015"/>
                </a:lnTo>
                <a:lnTo>
                  <a:pt x="10176" y="45015"/>
                </a:lnTo>
                <a:lnTo>
                  <a:pt x="10176" y="45015"/>
                </a:lnTo>
                <a:lnTo>
                  <a:pt x="10176" y="45015"/>
                </a:lnTo>
                <a:lnTo>
                  <a:pt x="10176" y="45015"/>
                </a:lnTo>
                <a:lnTo>
                  <a:pt x="10176" y="45015"/>
                </a:lnTo>
                <a:lnTo>
                  <a:pt x="10176" y="45015"/>
                </a:lnTo>
                <a:lnTo>
                  <a:pt x="10176" y="45015"/>
                </a:lnTo>
                <a:lnTo>
                  <a:pt x="10177" y="45015"/>
                </a:lnTo>
                <a:lnTo>
                  <a:pt x="10177" y="45015"/>
                </a:lnTo>
                <a:lnTo>
                  <a:pt x="10177" y="45015"/>
                </a:lnTo>
                <a:lnTo>
                  <a:pt x="10177" y="45015"/>
                </a:lnTo>
                <a:lnTo>
                  <a:pt x="10177" y="45015"/>
                </a:lnTo>
                <a:lnTo>
                  <a:pt x="10177" y="45015"/>
                </a:lnTo>
                <a:lnTo>
                  <a:pt x="10177" y="45015"/>
                </a:lnTo>
                <a:lnTo>
                  <a:pt x="10177" y="45015"/>
                </a:lnTo>
                <a:lnTo>
                  <a:pt x="10177" y="45015"/>
                </a:lnTo>
                <a:lnTo>
                  <a:pt x="10177" y="45015"/>
                </a:lnTo>
                <a:lnTo>
                  <a:pt x="10177" y="45015"/>
                </a:lnTo>
                <a:lnTo>
                  <a:pt x="10177" y="45015"/>
                </a:lnTo>
                <a:lnTo>
                  <a:pt x="10178" y="45015"/>
                </a:lnTo>
                <a:lnTo>
                  <a:pt x="10178" y="45015"/>
                </a:lnTo>
                <a:lnTo>
                  <a:pt x="10178" y="45015"/>
                </a:lnTo>
                <a:lnTo>
                  <a:pt x="10178" y="45015"/>
                </a:lnTo>
                <a:lnTo>
                  <a:pt x="10178" y="45015"/>
                </a:lnTo>
                <a:lnTo>
                  <a:pt x="10178" y="45015"/>
                </a:lnTo>
                <a:lnTo>
                  <a:pt x="10178" y="45015"/>
                </a:lnTo>
                <a:lnTo>
                  <a:pt x="10178" y="45015"/>
                </a:lnTo>
                <a:lnTo>
                  <a:pt x="10178" y="45015"/>
                </a:lnTo>
                <a:lnTo>
                  <a:pt x="10178" y="45015"/>
                </a:lnTo>
                <a:lnTo>
                  <a:pt x="10178" y="45015"/>
                </a:lnTo>
                <a:lnTo>
                  <a:pt x="10179" y="45015"/>
                </a:lnTo>
                <a:lnTo>
                  <a:pt x="10179" y="45015"/>
                </a:lnTo>
                <a:lnTo>
                  <a:pt x="10179" y="45015"/>
                </a:lnTo>
                <a:lnTo>
                  <a:pt x="10179" y="45015"/>
                </a:lnTo>
                <a:lnTo>
                  <a:pt x="10179" y="45015"/>
                </a:lnTo>
                <a:lnTo>
                  <a:pt x="10179" y="45015"/>
                </a:lnTo>
                <a:lnTo>
                  <a:pt x="10179" y="45015"/>
                </a:lnTo>
                <a:lnTo>
                  <a:pt x="10179" y="45015"/>
                </a:lnTo>
                <a:lnTo>
                  <a:pt x="10179" y="45015"/>
                </a:lnTo>
                <a:lnTo>
                  <a:pt x="10179" y="45015"/>
                </a:lnTo>
                <a:lnTo>
                  <a:pt x="10179" y="45015"/>
                </a:lnTo>
                <a:lnTo>
                  <a:pt x="10180" y="45015"/>
                </a:lnTo>
                <a:lnTo>
                  <a:pt x="10180" y="45015"/>
                </a:lnTo>
                <a:lnTo>
                  <a:pt x="10180" y="45015"/>
                </a:lnTo>
                <a:lnTo>
                  <a:pt x="10180" y="45015"/>
                </a:lnTo>
                <a:lnTo>
                  <a:pt x="10180" y="45015"/>
                </a:lnTo>
                <a:lnTo>
                  <a:pt x="10180" y="45015"/>
                </a:lnTo>
                <a:lnTo>
                  <a:pt x="10180" y="45015"/>
                </a:lnTo>
                <a:lnTo>
                  <a:pt x="10180" y="45015"/>
                </a:lnTo>
                <a:lnTo>
                  <a:pt x="10180" y="45015"/>
                </a:lnTo>
                <a:lnTo>
                  <a:pt x="10180" y="45015"/>
                </a:lnTo>
                <a:lnTo>
                  <a:pt x="10180" y="45015"/>
                </a:lnTo>
                <a:lnTo>
                  <a:pt x="10180" y="45015"/>
                </a:lnTo>
                <a:lnTo>
                  <a:pt x="10181" y="45015"/>
                </a:lnTo>
                <a:lnTo>
                  <a:pt x="10181" y="45015"/>
                </a:lnTo>
                <a:lnTo>
                  <a:pt x="10181" y="45015"/>
                </a:lnTo>
                <a:lnTo>
                  <a:pt x="10181" y="45015"/>
                </a:lnTo>
                <a:lnTo>
                  <a:pt x="10181" y="45015"/>
                </a:lnTo>
                <a:lnTo>
                  <a:pt x="10181" y="45015"/>
                </a:lnTo>
                <a:lnTo>
                  <a:pt x="10181" y="45015"/>
                </a:lnTo>
                <a:lnTo>
                  <a:pt x="10181" y="45015"/>
                </a:lnTo>
                <a:lnTo>
                  <a:pt x="10181" y="45015"/>
                </a:lnTo>
                <a:lnTo>
                  <a:pt x="10181" y="45015"/>
                </a:lnTo>
                <a:lnTo>
                  <a:pt x="10181" y="45015"/>
                </a:lnTo>
                <a:lnTo>
                  <a:pt x="10182" y="45015"/>
                </a:lnTo>
                <a:lnTo>
                  <a:pt x="10182" y="45015"/>
                </a:lnTo>
                <a:lnTo>
                  <a:pt x="10182" y="45015"/>
                </a:lnTo>
                <a:lnTo>
                  <a:pt x="10182" y="45015"/>
                </a:lnTo>
                <a:lnTo>
                  <a:pt x="10182" y="45015"/>
                </a:lnTo>
                <a:lnTo>
                  <a:pt x="10182" y="45015"/>
                </a:lnTo>
                <a:lnTo>
                  <a:pt x="10182" y="45015"/>
                </a:lnTo>
                <a:lnTo>
                  <a:pt x="10182" y="45015"/>
                </a:lnTo>
                <a:lnTo>
                  <a:pt x="10182" y="45015"/>
                </a:lnTo>
                <a:lnTo>
                  <a:pt x="10182" y="45015"/>
                </a:lnTo>
                <a:lnTo>
                  <a:pt x="10182" y="45015"/>
                </a:lnTo>
                <a:lnTo>
                  <a:pt x="10182" y="45015"/>
                </a:lnTo>
                <a:lnTo>
                  <a:pt x="10183" y="45015"/>
                </a:lnTo>
                <a:lnTo>
                  <a:pt x="10183" y="45015"/>
                </a:lnTo>
                <a:lnTo>
                  <a:pt x="10183" y="45015"/>
                </a:lnTo>
                <a:lnTo>
                  <a:pt x="10183" y="45015"/>
                </a:lnTo>
                <a:lnTo>
                  <a:pt x="10183" y="45015"/>
                </a:lnTo>
                <a:lnTo>
                  <a:pt x="10183" y="45015"/>
                </a:lnTo>
                <a:lnTo>
                  <a:pt x="10183" y="45015"/>
                </a:lnTo>
                <a:lnTo>
                  <a:pt x="10183" y="45015"/>
                </a:lnTo>
                <a:lnTo>
                  <a:pt x="10183" y="45015"/>
                </a:lnTo>
                <a:lnTo>
                  <a:pt x="10183" y="45015"/>
                </a:lnTo>
                <a:lnTo>
                  <a:pt x="10183" y="45015"/>
                </a:lnTo>
                <a:lnTo>
                  <a:pt x="10184" y="45015"/>
                </a:lnTo>
                <a:lnTo>
                  <a:pt x="10184" y="45015"/>
                </a:lnTo>
                <a:lnTo>
                  <a:pt x="10184" y="45015"/>
                </a:lnTo>
                <a:lnTo>
                  <a:pt x="10184" y="45015"/>
                </a:lnTo>
                <a:lnTo>
                  <a:pt x="10184" y="45015"/>
                </a:lnTo>
                <a:lnTo>
                  <a:pt x="10184" y="45015"/>
                </a:lnTo>
                <a:lnTo>
                  <a:pt x="10184" y="45015"/>
                </a:lnTo>
                <a:lnTo>
                  <a:pt x="10184" y="45015"/>
                </a:lnTo>
                <a:lnTo>
                  <a:pt x="10184" y="45015"/>
                </a:lnTo>
                <a:lnTo>
                  <a:pt x="10184" y="45015"/>
                </a:lnTo>
                <a:lnTo>
                  <a:pt x="10184" y="45015"/>
                </a:lnTo>
                <a:lnTo>
                  <a:pt x="10184" y="45015"/>
                </a:lnTo>
                <a:lnTo>
                  <a:pt x="10185" y="45015"/>
                </a:lnTo>
                <a:lnTo>
                  <a:pt x="10185" y="45015"/>
                </a:lnTo>
                <a:lnTo>
                  <a:pt x="10185" y="45015"/>
                </a:lnTo>
                <a:lnTo>
                  <a:pt x="10185" y="45015"/>
                </a:lnTo>
                <a:lnTo>
                  <a:pt x="10185" y="45015"/>
                </a:lnTo>
                <a:lnTo>
                  <a:pt x="10185" y="45015"/>
                </a:lnTo>
                <a:lnTo>
                  <a:pt x="10185" y="45015"/>
                </a:lnTo>
                <a:lnTo>
                  <a:pt x="10185" y="45015"/>
                </a:lnTo>
                <a:lnTo>
                  <a:pt x="10185" y="45015"/>
                </a:lnTo>
                <a:lnTo>
                  <a:pt x="10185" y="45015"/>
                </a:lnTo>
                <a:lnTo>
                  <a:pt x="10185" y="45015"/>
                </a:lnTo>
                <a:lnTo>
                  <a:pt x="10186" y="45015"/>
                </a:lnTo>
                <a:lnTo>
                  <a:pt x="10186" y="45015"/>
                </a:lnTo>
                <a:lnTo>
                  <a:pt x="10186" y="45015"/>
                </a:lnTo>
                <a:lnTo>
                  <a:pt x="10186" y="45015"/>
                </a:lnTo>
                <a:lnTo>
                  <a:pt x="10186" y="45015"/>
                </a:lnTo>
                <a:lnTo>
                  <a:pt x="10186" y="45015"/>
                </a:lnTo>
                <a:lnTo>
                  <a:pt x="10186" y="45015"/>
                </a:lnTo>
                <a:lnTo>
                  <a:pt x="10186" y="45015"/>
                </a:lnTo>
                <a:lnTo>
                  <a:pt x="10186" y="45015"/>
                </a:lnTo>
                <a:lnTo>
                  <a:pt x="10186" y="45015"/>
                </a:lnTo>
                <a:lnTo>
                  <a:pt x="10186" y="45015"/>
                </a:lnTo>
                <a:lnTo>
                  <a:pt x="10186" y="45015"/>
                </a:lnTo>
                <a:lnTo>
                  <a:pt x="10187" y="45015"/>
                </a:lnTo>
                <a:lnTo>
                  <a:pt x="10187" y="45015"/>
                </a:lnTo>
                <a:lnTo>
                  <a:pt x="10187" y="45015"/>
                </a:lnTo>
                <a:lnTo>
                  <a:pt x="10187" y="45015"/>
                </a:lnTo>
                <a:lnTo>
                  <a:pt x="10187" y="45015"/>
                </a:lnTo>
                <a:lnTo>
                  <a:pt x="10187" y="45015"/>
                </a:lnTo>
                <a:lnTo>
                  <a:pt x="10187" y="45015"/>
                </a:lnTo>
                <a:lnTo>
                  <a:pt x="10187" y="45015"/>
                </a:lnTo>
                <a:lnTo>
                  <a:pt x="10187" y="45015"/>
                </a:lnTo>
                <a:lnTo>
                  <a:pt x="10187" y="45015"/>
                </a:lnTo>
                <a:lnTo>
                  <a:pt x="10187" y="45015"/>
                </a:lnTo>
                <a:lnTo>
                  <a:pt x="10188" y="45015"/>
                </a:lnTo>
                <a:lnTo>
                  <a:pt x="10188" y="45015"/>
                </a:lnTo>
                <a:lnTo>
                  <a:pt x="10188" y="45015"/>
                </a:lnTo>
                <a:lnTo>
                  <a:pt x="10188" y="45015"/>
                </a:lnTo>
                <a:lnTo>
                  <a:pt x="10188" y="45015"/>
                </a:lnTo>
                <a:lnTo>
                  <a:pt x="10188" y="45015"/>
                </a:lnTo>
                <a:lnTo>
                  <a:pt x="10188" y="45015"/>
                </a:lnTo>
                <a:lnTo>
                  <a:pt x="10188" y="45015"/>
                </a:lnTo>
                <a:lnTo>
                  <a:pt x="10188" y="45015"/>
                </a:lnTo>
                <a:lnTo>
                  <a:pt x="10188" y="45015"/>
                </a:lnTo>
                <a:lnTo>
                  <a:pt x="10188" y="45015"/>
                </a:lnTo>
                <a:lnTo>
                  <a:pt x="10188" y="45015"/>
                </a:lnTo>
                <a:lnTo>
                  <a:pt x="10189" y="45015"/>
                </a:lnTo>
                <a:lnTo>
                  <a:pt x="10189" y="45015"/>
                </a:lnTo>
                <a:lnTo>
                  <a:pt x="10189" y="45015"/>
                </a:lnTo>
                <a:lnTo>
                  <a:pt x="10189" y="45015"/>
                </a:lnTo>
                <a:lnTo>
                  <a:pt x="10189" y="45015"/>
                </a:lnTo>
                <a:lnTo>
                  <a:pt x="10189" y="45015"/>
                </a:lnTo>
                <a:lnTo>
                  <a:pt x="10189" y="45015"/>
                </a:lnTo>
                <a:lnTo>
                  <a:pt x="10189" y="45015"/>
                </a:lnTo>
                <a:lnTo>
                  <a:pt x="10189" y="45015"/>
                </a:lnTo>
                <a:lnTo>
                  <a:pt x="10189" y="45015"/>
                </a:lnTo>
                <a:lnTo>
                  <a:pt x="10189" y="45015"/>
                </a:lnTo>
                <a:lnTo>
                  <a:pt x="10189" y="45015"/>
                </a:lnTo>
                <a:lnTo>
                  <a:pt x="10190" y="45015"/>
                </a:lnTo>
                <a:lnTo>
                  <a:pt x="10190" y="45015"/>
                </a:lnTo>
                <a:lnTo>
                  <a:pt x="10190" y="45015"/>
                </a:lnTo>
                <a:lnTo>
                  <a:pt x="10190" y="45015"/>
                </a:lnTo>
                <a:lnTo>
                  <a:pt x="10190" y="45015"/>
                </a:lnTo>
                <a:lnTo>
                  <a:pt x="10190" y="45015"/>
                </a:lnTo>
                <a:lnTo>
                  <a:pt x="10190" y="45015"/>
                </a:lnTo>
                <a:lnTo>
                  <a:pt x="10190" y="45015"/>
                </a:lnTo>
                <a:lnTo>
                  <a:pt x="10190" y="45015"/>
                </a:lnTo>
                <a:lnTo>
                  <a:pt x="10190" y="45015"/>
                </a:lnTo>
                <a:lnTo>
                  <a:pt x="10190" y="45015"/>
                </a:lnTo>
                <a:lnTo>
                  <a:pt x="10191" y="45015"/>
                </a:lnTo>
                <a:lnTo>
                  <a:pt x="10191" y="45015"/>
                </a:lnTo>
                <a:lnTo>
                  <a:pt x="10191" y="45015"/>
                </a:lnTo>
                <a:lnTo>
                  <a:pt x="10191" y="45015"/>
                </a:lnTo>
                <a:lnTo>
                  <a:pt x="10191" y="45015"/>
                </a:lnTo>
                <a:lnTo>
                  <a:pt x="10191" y="45015"/>
                </a:lnTo>
                <a:lnTo>
                  <a:pt x="10191" y="45015"/>
                </a:lnTo>
                <a:lnTo>
                  <a:pt x="10191" y="45015"/>
                </a:lnTo>
                <a:lnTo>
                  <a:pt x="10191" y="45015"/>
                </a:lnTo>
                <a:lnTo>
                  <a:pt x="10191" y="45015"/>
                </a:lnTo>
                <a:lnTo>
                  <a:pt x="10191" y="45015"/>
                </a:lnTo>
                <a:lnTo>
                  <a:pt x="10191" y="45015"/>
                </a:lnTo>
                <a:lnTo>
                  <a:pt x="10192" y="45015"/>
                </a:lnTo>
                <a:lnTo>
                  <a:pt x="10192" y="45015"/>
                </a:lnTo>
                <a:lnTo>
                  <a:pt x="10192" y="45015"/>
                </a:lnTo>
                <a:lnTo>
                  <a:pt x="10192" y="45015"/>
                </a:lnTo>
                <a:lnTo>
                  <a:pt x="10192" y="45015"/>
                </a:lnTo>
                <a:lnTo>
                  <a:pt x="10192" y="45015"/>
                </a:lnTo>
                <a:lnTo>
                  <a:pt x="10192" y="45015"/>
                </a:lnTo>
                <a:lnTo>
                  <a:pt x="10192" y="45015"/>
                </a:lnTo>
                <a:lnTo>
                  <a:pt x="10192" y="45015"/>
                </a:lnTo>
                <a:lnTo>
                  <a:pt x="10192" y="45015"/>
                </a:lnTo>
                <a:lnTo>
                  <a:pt x="10192" y="45015"/>
                </a:lnTo>
                <a:lnTo>
                  <a:pt x="10193" y="45015"/>
                </a:lnTo>
                <a:lnTo>
                  <a:pt x="10193" y="45015"/>
                </a:lnTo>
                <a:lnTo>
                  <a:pt x="10193" y="45015"/>
                </a:lnTo>
                <a:lnTo>
                  <a:pt x="10193" y="45015"/>
                </a:lnTo>
                <a:lnTo>
                  <a:pt x="10193" y="45015"/>
                </a:lnTo>
                <a:lnTo>
                  <a:pt x="10193" y="45015"/>
                </a:lnTo>
                <a:lnTo>
                  <a:pt x="10193" y="45015"/>
                </a:lnTo>
                <a:lnTo>
                  <a:pt x="10193" y="45015"/>
                </a:lnTo>
                <a:lnTo>
                  <a:pt x="10193" y="45015"/>
                </a:lnTo>
                <a:lnTo>
                  <a:pt x="10193" y="45015"/>
                </a:lnTo>
                <a:lnTo>
                  <a:pt x="10193" y="45015"/>
                </a:lnTo>
                <a:lnTo>
                  <a:pt x="10193" y="45015"/>
                </a:lnTo>
                <a:lnTo>
                  <a:pt x="10194" y="45015"/>
                </a:lnTo>
                <a:lnTo>
                  <a:pt x="10194" y="45015"/>
                </a:lnTo>
                <a:lnTo>
                  <a:pt x="10194" y="45015"/>
                </a:lnTo>
                <a:lnTo>
                  <a:pt x="10194" y="45015"/>
                </a:lnTo>
                <a:lnTo>
                  <a:pt x="10194" y="45015"/>
                </a:lnTo>
                <a:lnTo>
                  <a:pt x="10194" y="45015"/>
                </a:lnTo>
                <a:lnTo>
                  <a:pt x="10194" y="45015"/>
                </a:lnTo>
                <a:lnTo>
                  <a:pt x="10194" y="45015"/>
                </a:lnTo>
                <a:lnTo>
                  <a:pt x="10194" y="45015"/>
                </a:lnTo>
                <a:lnTo>
                  <a:pt x="10194" y="45015"/>
                </a:lnTo>
                <a:lnTo>
                  <a:pt x="10194" y="45015"/>
                </a:lnTo>
                <a:lnTo>
                  <a:pt x="10195" y="45015"/>
                </a:lnTo>
                <a:lnTo>
                  <a:pt x="10195" y="45015"/>
                </a:lnTo>
                <a:lnTo>
                  <a:pt x="10195" y="45015"/>
                </a:lnTo>
                <a:lnTo>
                  <a:pt x="10195" y="45015"/>
                </a:lnTo>
                <a:lnTo>
                  <a:pt x="10195" y="45015"/>
                </a:lnTo>
                <a:lnTo>
                  <a:pt x="10195" y="45015"/>
                </a:lnTo>
                <a:lnTo>
                  <a:pt x="10195" y="45015"/>
                </a:lnTo>
                <a:lnTo>
                  <a:pt x="10195" y="45015"/>
                </a:lnTo>
                <a:lnTo>
                  <a:pt x="10195" y="45015"/>
                </a:lnTo>
                <a:lnTo>
                  <a:pt x="10195" y="45015"/>
                </a:lnTo>
                <a:lnTo>
                  <a:pt x="10195" y="45015"/>
                </a:lnTo>
                <a:lnTo>
                  <a:pt x="10195" y="45015"/>
                </a:lnTo>
                <a:lnTo>
                  <a:pt x="10196" y="45015"/>
                </a:lnTo>
                <a:lnTo>
                  <a:pt x="10196" y="45015"/>
                </a:lnTo>
                <a:lnTo>
                  <a:pt x="10196" y="45015"/>
                </a:lnTo>
                <a:lnTo>
                  <a:pt x="10196" y="45015"/>
                </a:lnTo>
                <a:lnTo>
                  <a:pt x="10196" y="45015"/>
                </a:lnTo>
                <a:lnTo>
                  <a:pt x="10196" y="45015"/>
                </a:lnTo>
                <a:lnTo>
                  <a:pt x="10196" y="45015"/>
                </a:lnTo>
                <a:lnTo>
                  <a:pt x="10196" y="45015"/>
                </a:lnTo>
                <a:lnTo>
                  <a:pt x="10196" y="45015"/>
                </a:lnTo>
                <a:lnTo>
                  <a:pt x="10196" y="45015"/>
                </a:lnTo>
                <a:lnTo>
                  <a:pt x="10196" y="45015"/>
                </a:lnTo>
                <a:lnTo>
                  <a:pt x="10196" y="45015"/>
                </a:lnTo>
                <a:lnTo>
                  <a:pt x="10197" y="45015"/>
                </a:lnTo>
                <a:lnTo>
                  <a:pt x="10197" y="45015"/>
                </a:lnTo>
                <a:lnTo>
                  <a:pt x="10197" y="45015"/>
                </a:lnTo>
                <a:lnTo>
                  <a:pt x="10197" y="45015"/>
                </a:lnTo>
                <a:lnTo>
                  <a:pt x="10197" y="45015"/>
                </a:lnTo>
                <a:lnTo>
                  <a:pt x="10197" y="45015"/>
                </a:lnTo>
                <a:lnTo>
                  <a:pt x="10197" y="45015"/>
                </a:lnTo>
                <a:lnTo>
                  <a:pt x="10197" y="45015"/>
                </a:lnTo>
                <a:lnTo>
                  <a:pt x="10197" y="45015"/>
                </a:lnTo>
                <a:lnTo>
                  <a:pt x="10197" y="45015"/>
                </a:lnTo>
                <a:lnTo>
                  <a:pt x="10197" y="45015"/>
                </a:lnTo>
                <a:lnTo>
                  <a:pt x="10198" y="45015"/>
                </a:lnTo>
                <a:lnTo>
                  <a:pt x="10198" y="45015"/>
                </a:lnTo>
                <a:lnTo>
                  <a:pt x="10198" y="45015"/>
                </a:lnTo>
                <a:lnTo>
                  <a:pt x="10198" y="45015"/>
                </a:lnTo>
                <a:lnTo>
                  <a:pt x="10198" y="45015"/>
                </a:lnTo>
                <a:lnTo>
                  <a:pt x="10198" y="45015"/>
                </a:lnTo>
                <a:lnTo>
                  <a:pt x="10198" y="45015"/>
                </a:lnTo>
                <a:lnTo>
                  <a:pt x="10198" y="45015"/>
                </a:lnTo>
                <a:lnTo>
                  <a:pt x="10198" y="45015"/>
                </a:lnTo>
                <a:lnTo>
                  <a:pt x="10198" y="45015"/>
                </a:lnTo>
                <a:lnTo>
                  <a:pt x="10198" y="45015"/>
                </a:lnTo>
                <a:lnTo>
                  <a:pt x="10198" y="45015"/>
                </a:lnTo>
                <a:lnTo>
                  <a:pt x="10199" y="45015"/>
                </a:lnTo>
                <a:lnTo>
                  <a:pt x="10199" y="45015"/>
                </a:lnTo>
                <a:lnTo>
                  <a:pt x="10199" y="45015"/>
                </a:lnTo>
                <a:lnTo>
                  <a:pt x="10199" y="45015"/>
                </a:lnTo>
                <a:lnTo>
                  <a:pt x="10199" y="45015"/>
                </a:lnTo>
                <a:lnTo>
                  <a:pt x="10199" y="45015"/>
                </a:lnTo>
                <a:lnTo>
                  <a:pt x="10199" y="45015"/>
                </a:lnTo>
                <a:lnTo>
                  <a:pt x="10199" y="45015"/>
                </a:lnTo>
                <a:lnTo>
                  <a:pt x="10199" y="45015"/>
                </a:lnTo>
                <a:lnTo>
                  <a:pt x="10199" y="45015"/>
                </a:lnTo>
                <a:lnTo>
                  <a:pt x="10199" y="45015"/>
                </a:lnTo>
                <a:lnTo>
                  <a:pt x="10200" y="45015"/>
                </a:lnTo>
                <a:lnTo>
                  <a:pt x="10200" y="45015"/>
                </a:lnTo>
                <a:lnTo>
                  <a:pt x="10200" y="45015"/>
                </a:lnTo>
                <a:lnTo>
                  <a:pt x="10200" y="45015"/>
                </a:lnTo>
                <a:lnTo>
                  <a:pt x="10200" y="45015"/>
                </a:lnTo>
                <a:lnTo>
                  <a:pt x="10200" y="45015"/>
                </a:lnTo>
                <a:lnTo>
                  <a:pt x="10200" y="45015"/>
                </a:lnTo>
                <a:lnTo>
                  <a:pt x="10200" y="45015"/>
                </a:lnTo>
                <a:lnTo>
                  <a:pt x="10200" y="45015"/>
                </a:lnTo>
                <a:lnTo>
                  <a:pt x="10200" y="45015"/>
                </a:lnTo>
                <a:lnTo>
                  <a:pt x="10200" y="45015"/>
                </a:lnTo>
                <a:lnTo>
                  <a:pt x="10200" y="45015"/>
                </a:lnTo>
                <a:lnTo>
                  <a:pt x="10201" y="45015"/>
                </a:lnTo>
                <a:lnTo>
                  <a:pt x="10201" y="45015"/>
                </a:lnTo>
                <a:lnTo>
                  <a:pt x="10201" y="45015"/>
                </a:lnTo>
                <a:lnTo>
                  <a:pt x="10201" y="45015"/>
                </a:lnTo>
                <a:lnTo>
                  <a:pt x="10201" y="45015"/>
                </a:lnTo>
                <a:lnTo>
                  <a:pt x="10201" y="45015"/>
                </a:lnTo>
                <a:lnTo>
                  <a:pt x="10201" y="45015"/>
                </a:lnTo>
                <a:lnTo>
                  <a:pt x="10201" y="45015"/>
                </a:lnTo>
                <a:lnTo>
                  <a:pt x="10201" y="45015"/>
                </a:lnTo>
                <a:lnTo>
                  <a:pt x="10201" y="45015"/>
                </a:lnTo>
                <a:lnTo>
                  <a:pt x="10201" y="45015"/>
                </a:lnTo>
                <a:lnTo>
                  <a:pt x="10201" y="45015"/>
                </a:lnTo>
                <a:lnTo>
                  <a:pt x="10202" y="45015"/>
                </a:lnTo>
                <a:lnTo>
                  <a:pt x="10202" y="45015"/>
                </a:lnTo>
                <a:lnTo>
                  <a:pt x="10202" y="45015"/>
                </a:lnTo>
                <a:lnTo>
                  <a:pt x="10202" y="45015"/>
                </a:lnTo>
                <a:lnTo>
                  <a:pt x="10202" y="45015"/>
                </a:lnTo>
                <a:lnTo>
                  <a:pt x="10202" y="45015"/>
                </a:lnTo>
                <a:lnTo>
                  <a:pt x="10202" y="45015"/>
                </a:lnTo>
                <a:lnTo>
                  <a:pt x="10202" y="45015"/>
                </a:lnTo>
                <a:lnTo>
                  <a:pt x="10202" y="45015"/>
                </a:lnTo>
                <a:lnTo>
                  <a:pt x="10202" y="45015"/>
                </a:lnTo>
                <a:lnTo>
                  <a:pt x="10202" y="45015"/>
                </a:lnTo>
                <a:lnTo>
                  <a:pt x="10203" y="45015"/>
                </a:lnTo>
                <a:lnTo>
                  <a:pt x="10203" y="45015"/>
                </a:lnTo>
                <a:lnTo>
                  <a:pt x="10203" y="45015"/>
                </a:lnTo>
                <a:lnTo>
                  <a:pt x="10203" y="45015"/>
                </a:lnTo>
                <a:lnTo>
                  <a:pt x="10203" y="45015"/>
                </a:lnTo>
                <a:lnTo>
                  <a:pt x="10203" y="45015"/>
                </a:lnTo>
                <a:lnTo>
                  <a:pt x="10203" y="45015"/>
                </a:lnTo>
                <a:lnTo>
                  <a:pt x="10203" y="45015"/>
                </a:lnTo>
                <a:lnTo>
                  <a:pt x="10203" y="45015"/>
                </a:lnTo>
                <a:lnTo>
                  <a:pt x="10203" y="45015"/>
                </a:lnTo>
                <a:lnTo>
                  <a:pt x="10203" y="45015"/>
                </a:lnTo>
                <a:lnTo>
                  <a:pt x="10203" y="45015"/>
                </a:lnTo>
                <a:lnTo>
                  <a:pt x="10204" y="45015"/>
                </a:lnTo>
                <a:lnTo>
                  <a:pt x="10204" y="45015"/>
                </a:lnTo>
                <a:lnTo>
                  <a:pt x="10204" y="45015"/>
                </a:lnTo>
                <a:lnTo>
                  <a:pt x="10204" y="45015"/>
                </a:lnTo>
                <a:lnTo>
                  <a:pt x="10204" y="45015"/>
                </a:lnTo>
                <a:lnTo>
                  <a:pt x="10204" y="45015"/>
                </a:lnTo>
                <a:lnTo>
                  <a:pt x="10204" y="45015"/>
                </a:lnTo>
                <a:lnTo>
                  <a:pt x="10204" y="45015"/>
                </a:lnTo>
                <a:lnTo>
                  <a:pt x="10204" y="45015"/>
                </a:lnTo>
                <a:lnTo>
                  <a:pt x="10204" y="45015"/>
                </a:lnTo>
                <a:lnTo>
                  <a:pt x="10204" y="45015"/>
                </a:lnTo>
                <a:lnTo>
                  <a:pt x="10204" y="45015"/>
                </a:lnTo>
                <a:lnTo>
                  <a:pt x="10205" y="45015"/>
                </a:lnTo>
                <a:lnTo>
                  <a:pt x="10205" y="45015"/>
                </a:lnTo>
                <a:lnTo>
                  <a:pt x="10205" y="45015"/>
                </a:lnTo>
                <a:lnTo>
                  <a:pt x="10205" y="45015"/>
                </a:lnTo>
                <a:lnTo>
                  <a:pt x="10205" y="45015"/>
                </a:lnTo>
                <a:lnTo>
                  <a:pt x="10205" y="45015"/>
                </a:lnTo>
                <a:lnTo>
                  <a:pt x="10205" y="45015"/>
                </a:lnTo>
                <a:lnTo>
                  <a:pt x="10205" y="45015"/>
                </a:lnTo>
                <a:lnTo>
                  <a:pt x="10205" y="45015"/>
                </a:lnTo>
                <a:lnTo>
                  <a:pt x="10205" y="45015"/>
                </a:lnTo>
                <a:lnTo>
                  <a:pt x="10205" y="45015"/>
                </a:lnTo>
                <a:lnTo>
                  <a:pt x="10205" y="45015"/>
                </a:lnTo>
                <a:lnTo>
                  <a:pt x="10206" y="45015"/>
                </a:lnTo>
                <a:lnTo>
                  <a:pt x="10206" y="45015"/>
                </a:lnTo>
                <a:lnTo>
                  <a:pt x="10206" y="45015"/>
                </a:lnTo>
                <a:lnTo>
                  <a:pt x="10206" y="45015"/>
                </a:lnTo>
                <a:lnTo>
                  <a:pt x="10206" y="45015"/>
                </a:lnTo>
                <a:lnTo>
                  <a:pt x="10206" y="45015"/>
                </a:lnTo>
                <a:lnTo>
                  <a:pt x="10206" y="45015"/>
                </a:lnTo>
                <a:lnTo>
                  <a:pt x="10206" y="45015"/>
                </a:lnTo>
                <a:lnTo>
                  <a:pt x="10206" y="45015"/>
                </a:lnTo>
                <a:lnTo>
                  <a:pt x="10206" y="45015"/>
                </a:lnTo>
                <a:lnTo>
                  <a:pt x="10206" y="45015"/>
                </a:lnTo>
                <a:lnTo>
                  <a:pt x="10207" y="45015"/>
                </a:lnTo>
                <a:lnTo>
                  <a:pt x="10207" y="45015"/>
                </a:lnTo>
                <a:lnTo>
                  <a:pt x="10207" y="45015"/>
                </a:lnTo>
                <a:lnTo>
                  <a:pt x="10207" y="45015"/>
                </a:lnTo>
                <a:lnTo>
                  <a:pt x="10207" y="45015"/>
                </a:lnTo>
                <a:lnTo>
                  <a:pt x="10207" y="45015"/>
                </a:lnTo>
                <a:lnTo>
                  <a:pt x="10207" y="45015"/>
                </a:lnTo>
                <a:lnTo>
                  <a:pt x="10207" y="45015"/>
                </a:lnTo>
                <a:lnTo>
                  <a:pt x="10207" y="45015"/>
                </a:lnTo>
                <a:lnTo>
                  <a:pt x="10207" y="45015"/>
                </a:lnTo>
                <a:lnTo>
                  <a:pt x="10207" y="45015"/>
                </a:lnTo>
                <a:lnTo>
                  <a:pt x="10207" y="45015"/>
                </a:lnTo>
                <a:lnTo>
                  <a:pt x="10208" y="45015"/>
                </a:lnTo>
                <a:lnTo>
                  <a:pt x="10208" y="45015"/>
                </a:lnTo>
                <a:lnTo>
                  <a:pt x="10208" y="45015"/>
                </a:lnTo>
                <a:lnTo>
                  <a:pt x="10208" y="45015"/>
                </a:lnTo>
                <a:lnTo>
                  <a:pt x="10208" y="45015"/>
                </a:lnTo>
                <a:lnTo>
                  <a:pt x="10208" y="45015"/>
                </a:lnTo>
                <a:lnTo>
                  <a:pt x="10208" y="45015"/>
                </a:lnTo>
                <a:lnTo>
                  <a:pt x="10208" y="45015"/>
                </a:lnTo>
                <a:lnTo>
                  <a:pt x="10208" y="45015"/>
                </a:lnTo>
                <a:lnTo>
                  <a:pt x="10208" y="45015"/>
                </a:lnTo>
                <a:lnTo>
                  <a:pt x="10208" y="45015"/>
                </a:lnTo>
                <a:lnTo>
                  <a:pt x="10208" y="45015"/>
                </a:lnTo>
                <a:lnTo>
                  <a:pt x="10209" y="45015"/>
                </a:lnTo>
                <a:lnTo>
                  <a:pt x="10209" y="45015"/>
                </a:lnTo>
                <a:lnTo>
                  <a:pt x="10209" y="45015"/>
                </a:lnTo>
                <a:lnTo>
                  <a:pt x="10209" y="45015"/>
                </a:lnTo>
                <a:lnTo>
                  <a:pt x="10209" y="45015"/>
                </a:lnTo>
                <a:lnTo>
                  <a:pt x="10209" y="45015"/>
                </a:lnTo>
                <a:lnTo>
                  <a:pt x="10209" y="45015"/>
                </a:lnTo>
                <a:lnTo>
                  <a:pt x="10209" y="45015"/>
                </a:lnTo>
                <a:lnTo>
                  <a:pt x="10209" y="45015"/>
                </a:lnTo>
                <a:lnTo>
                  <a:pt x="10209" y="45015"/>
                </a:lnTo>
                <a:lnTo>
                  <a:pt x="10209" y="45015"/>
                </a:lnTo>
                <a:lnTo>
                  <a:pt x="10210" y="45015"/>
                </a:lnTo>
                <a:lnTo>
                  <a:pt x="10210" y="45015"/>
                </a:lnTo>
                <a:lnTo>
                  <a:pt x="10210" y="45015"/>
                </a:lnTo>
                <a:lnTo>
                  <a:pt x="10210" y="45015"/>
                </a:lnTo>
                <a:lnTo>
                  <a:pt x="10210" y="45015"/>
                </a:lnTo>
                <a:lnTo>
                  <a:pt x="10210" y="45015"/>
                </a:lnTo>
                <a:lnTo>
                  <a:pt x="10210" y="45015"/>
                </a:lnTo>
                <a:lnTo>
                  <a:pt x="10210" y="45015"/>
                </a:lnTo>
                <a:lnTo>
                  <a:pt x="10210" y="45015"/>
                </a:lnTo>
                <a:lnTo>
                  <a:pt x="10210" y="45015"/>
                </a:lnTo>
                <a:lnTo>
                  <a:pt x="10210" y="45015"/>
                </a:lnTo>
                <a:lnTo>
                  <a:pt x="10210" y="45015"/>
                </a:lnTo>
                <a:lnTo>
                  <a:pt x="10211" y="45015"/>
                </a:lnTo>
                <a:lnTo>
                  <a:pt x="10211" y="45015"/>
                </a:lnTo>
                <a:lnTo>
                  <a:pt x="10211" y="45015"/>
                </a:lnTo>
                <a:lnTo>
                  <a:pt x="10211" y="45015"/>
                </a:lnTo>
                <a:lnTo>
                  <a:pt x="10211" y="45015"/>
                </a:lnTo>
                <a:lnTo>
                  <a:pt x="10211" y="45015"/>
                </a:lnTo>
                <a:lnTo>
                  <a:pt x="10211" y="45015"/>
                </a:lnTo>
                <a:lnTo>
                  <a:pt x="10211" y="45015"/>
                </a:lnTo>
                <a:lnTo>
                  <a:pt x="10211" y="45015"/>
                </a:lnTo>
                <a:lnTo>
                  <a:pt x="10211" y="45015"/>
                </a:lnTo>
                <a:lnTo>
                  <a:pt x="10211" y="45015"/>
                </a:lnTo>
                <a:lnTo>
                  <a:pt x="10211" y="45015"/>
                </a:lnTo>
                <a:lnTo>
                  <a:pt x="10212" y="45015"/>
                </a:lnTo>
                <a:lnTo>
                  <a:pt x="10212" y="45015"/>
                </a:lnTo>
                <a:lnTo>
                  <a:pt x="10212" y="45015"/>
                </a:lnTo>
                <a:lnTo>
                  <a:pt x="10212" y="45015"/>
                </a:lnTo>
                <a:lnTo>
                  <a:pt x="10212" y="45015"/>
                </a:lnTo>
                <a:lnTo>
                  <a:pt x="10212" y="45015"/>
                </a:lnTo>
                <a:lnTo>
                  <a:pt x="10212" y="45015"/>
                </a:lnTo>
                <a:lnTo>
                  <a:pt x="10212" y="45015"/>
                </a:lnTo>
                <a:lnTo>
                  <a:pt x="10212" y="45015"/>
                </a:lnTo>
                <a:lnTo>
                  <a:pt x="10212" y="45015"/>
                </a:lnTo>
                <a:lnTo>
                  <a:pt x="10212" y="45015"/>
                </a:lnTo>
                <a:lnTo>
                  <a:pt x="10212" y="45015"/>
                </a:lnTo>
                <a:lnTo>
                  <a:pt x="10213" y="45015"/>
                </a:lnTo>
                <a:lnTo>
                  <a:pt x="10213" y="45015"/>
                </a:lnTo>
                <a:lnTo>
                  <a:pt x="10213" y="45015"/>
                </a:lnTo>
                <a:lnTo>
                  <a:pt x="10213" y="45015"/>
                </a:lnTo>
                <a:lnTo>
                  <a:pt x="10213" y="45015"/>
                </a:lnTo>
                <a:lnTo>
                  <a:pt x="10213" y="45015"/>
                </a:lnTo>
                <a:lnTo>
                  <a:pt x="10213" y="45015"/>
                </a:lnTo>
                <a:lnTo>
                  <a:pt x="10213" y="45015"/>
                </a:lnTo>
                <a:lnTo>
                  <a:pt x="10213" y="45015"/>
                </a:lnTo>
                <a:lnTo>
                  <a:pt x="10213" y="45015"/>
                </a:lnTo>
                <a:lnTo>
                  <a:pt x="10213" y="45015"/>
                </a:lnTo>
                <a:lnTo>
                  <a:pt x="10213" y="45015"/>
                </a:lnTo>
                <a:lnTo>
                  <a:pt x="10214" y="45015"/>
                </a:lnTo>
                <a:lnTo>
                  <a:pt x="10214" y="45015"/>
                </a:lnTo>
                <a:lnTo>
                  <a:pt x="10214" y="45015"/>
                </a:lnTo>
                <a:lnTo>
                  <a:pt x="10214" y="45015"/>
                </a:lnTo>
                <a:lnTo>
                  <a:pt x="10214" y="45015"/>
                </a:lnTo>
                <a:lnTo>
                  <a:pt x="10214" y="45015"/>
                </a:lnTo>
                <a:lnTo>
                  <a:pt x="10214" y="45015"/>
                </a:lnTo>
                <a:lnTo>
                  <a:pt x="10214" y="45015"/>
                </a:lnTo>
                <a:lnTo>
                  <a:pt x="10214" y="45015"/>
                </a:lnTo>
                <a:lnTo>
                  <a:pt x="10214" y="45015"/>
                </a:lnTo>
                <a:lnTo>
                  <a:pt x="10214" y="45015"/>
                </a:lnTo>
                <a:lnTo>
                  <a:pt x="10215" y="45015"/>
                </a:lnTo>
                <a:lnTo>
                  <a:pt x="10215" y="45015"/>
                </a:lnTo>
                <a:lnTo>
                  <a:pt x="10215" y="45015"/>
                </a:lnTo>
                <a:lnTo>
                  <a:pt x="10215" y="45015"/>
                </a:lnTo>
                <a:lnTo>
                  <a:pt x="10215" y="45015"/>
                </a:lnTo>
                <a:lnTo>
                  <a:pt x="10215" y="45015"/>
                </a:lnTo>
                <a:lnTo>
                  <a:pt x="10215" y="45015"/>
                </a:lnTo>
                <a:lnTo>
                  <a:pt x="10215" y="45015"/>
                </a:lnTo>
                <a:lnTo>
                  <a:pt x="10215" y="45015"/>
                </a:lnTo>
                <a:lnTo>
                  <a:pt x="10215" y="45015"/>
                </a:lnTo>
                <a:lnTo>
                  <a:pt x="10215" y="45015"/>
                </a:lnTo>
                <a:lnTo>
                  <a:pt x="10215" y="45015"/>
                </a:lnTo>
                <a:lnTo>
                  <a:pt x="10216" y="45015"/>
                </a:lnTo>
                <a:lnTo>
                  <a:pt x="10216" y="45015"/>
                </a:lnTo>
                <a:lnTo>
                  <a:pt x="10216" y="45015"/>
                </a:lnTo>
                <a:lnTo>
                  <a:pt x="10216" y="45015"/>
                </a:lnTo>
                <a:lnTo>
                  <a:pt x="10216" y="45015"/>
                </a:lnTo>
                <a:lnTo>
                  <a:pt x="10216" y="45015"/>
                </a:lnTo>
                <a:lnTo>
                  <a:pt x="10216" y="45015"/>
                </a:lnTo>
                <a:lnTo>
                  <a:pt x="10216" y="45015"/>
                </a:lnTo>
                <a:lnTo>
                  <a:pt x="10216" y="45015"/>
                </a:lnTo>
                <a:lnTo>
                  <a:pt x="10216" y="45015"/>
                </a:lnTo>
                <a:lnTo>
                  <a:pt x="10216" y="45015"/>
                </a:lnTo>
                <a:lnTo>
                  <a:pt x="10216" y="45015"/>
                </a:lnTo>
                <a:lnTo>
                  <a:pt x="10217" y="45015"/>
                </a:lnTo>
                <a:lnTo>
                  <a:pt x="10217" y="45015"/>
                </a:lnTo>
                <a:lnTo>
                  <a:pt x="10217" y="45015"/>
                </a:lnTo>
                <a:lnTo>
                  <a:pt x="10217" y="45015"/>
                </a:lnTo>
                <a:lnTo>
                  <a:pt x="10217" y="45015"/>
                </a:lnTo>
                <a:lnTo>
                  <a:pt x="10217" y="45015"/>
                </a:lnTo>
                <a:lnTo>
                  <a:pt x="10217" y="45015"/>
                </a:lnTo>
                <a:lnTo>
                  <a:pt x="10217" y="45015"/>
                </a:lnTo>
                <a:lnTo>
                  <a:pt x="10217" y="45015"/>
                </a:lnTo>
                <a:lnTo>
                  <a:pt x="10217" y="45015"/>
                </a:lnTo>
                <a:lnTo>
                  <a:pt x="10217" y="45015"/>
                </a:lnTo>
                <a:lnTo>
                  <a:pt x="10217" y="45015"/>
                </a:lnTo>
                <a:lnTo>
                  <a:pt x="10218" y="45015"/>
                </a:lnTo>
                <a:lnTo>
                  <a:pt x="10218" y="45015"/>
                </a:lnTo>
                <a:lnTo>
                  <a:pt x="10218" y="45015"/>
                </a:lnTo>
                <a:lnTo>
                  <a:pt x="10218" y="45015"/>
                </a:lnTo>
                <a:lnTo>
                  <a:pt x="10218" y="45015"/>
                </a:lnTo>
                <a:lnTo>
                  <a:pt x="10218" y="45015"/>
                </a:lnTo>
                <a:lnTo>
                  <a:pt x="10218" y="45015"/>
                </a:lnTo>
                <a:lnTo>
                  <a:pt x="10218" y="45015"/>
                </a:lnTo>
                <a:lnTo>
                  <a:pt x="10218" y="45015"/>
                </a:lnTo>
                <a:lnTo>
                  <a:pt x="10218" y="45015"/>
                </a:lnTo>
                <a:lnTo>
                  <a:pt x="10218" y="45015"/>
                </a:lnTo>
                <a:lnTo>
                  <a:pt x="10218" y="45015"/>
                </a:lnTo>
                <a:lnTo>
                  <a:pt x="10219" y="45015"/>
                </a:lnTo>
                <a:lnTo>
                  <a:pt x="10219" y="45015"/>
                </a:lnTo>
                <a:lnTo>
                  <a:pt x="10219" y="45015"/>
                </a:lnTo>
                <a:lnTo>
                  <a:pt x="10219" y="45015"/>
                </a:lnTo>
                <a:lnTo>
                  <a:pt x="10219" y="45015"/>
                </a:lnTo>
                <a:lnTo>
                  <a:pt x="10219" y="45015"/>
                </a:lnTo>
                <a:lnTo>
                  <a:pt x="10219" y="45015"/>
                </a:lnTo>
                <a:lnTo>
                  <a:pt x="10219" y="45015"/>
                </a:lnTo>
                <a:lnTo>
                  <a:pt x="10219" y="45015"/>
                </a:lnTo>
                <a:lnTo>
                  <a:pt x="10219" y="45015"/>
                </a:lnTo>
                <a:lnTo>
                  <a:pt x="10219" y="45015"/>
                </a:lnTo>
                <a:lnTo>
                  <a:pt x="10220" y="45015"/>
                </a:lnTo>
                <a:lnTo>
                  <a:pt x="10220" y="45015"/>
                </a:lnTo>
                <a:lnTo>
                  <a:pt x="10220" y="45015"/>
                </a:lnTo>
                <a:lnTo>
                  <a:pt x="10220" y="45015"/>
                </a:lnTo>
                <a:lnTo>
                  <a:pt x="10220" y="45015"/>
                </a:lnTo>
                <a:lnTo>
                  <a:pt x="10220" y="45015"/>
                </a:lnTo>
                <a:lnTo>
                  <a:pt x="10220" y="45015"/>
                </a:lnTo>
                <a:lnTo>
                  <a:pt x="10220" y="45015"/>
                </a:lnTo>
                <a:lnTo>
                  <a:pt x="10220" y="45015"/>
                </a:lnTo>
                <a:lnTo>
                  <a:pt x="10220" y="45015"/>
                </a:lnTo>
                <a:lnTo>
                  <a:pt x="10220" y="45015"/>
                </a:lnTo>
                <a:lnTo>
                  <a:pt x="10220" y="45015"/>
                </a:lnTo>
                <a:lnTo>
                  <a:pt x="10221" y="45015"/>
                </a:lnTo>
                <a:lnTo>
                  <a:pt x="10221" y="45015"/>
                </a:lnTo>
                <a:lnTo>
                  <a:pt x="10221" y="45015"/>
                </a:lnTo>
                <a:lnTo>
                  <a:pt x="10221" y="45015"/>
                </a:lnTo>
                <a:lnTo>
                  <a:pt x="10221" y="45015"/>
                </a:lnTo>
                <a:lnTo>
                  <a:pt x="10221" y="45015"/>
                </a:lnTo>
                <a:lnTo>
                  <a:pt x="10221" y="45015"/>
                </a:lnTo>
                <a:lnTo>
                  <a:pt x="10221" y="45015"/>
                </a:lnTo>
                <a:lnTo>
                  <a:pt x="10221" y="45015"/>
                </a:lnTo>
                <a:lnTo>
                  <a:pt x="10221" y="45015"/>
                </a:lnTo>
                <a:lnTo>
                  <a:pt x="10221" y="45015"/>
                </a:lnTo>
                <a:lnTo>
                  <a:pt x="10221" y="45015"/>
                </a:lnTo>
                <a:lnTo>
                  <a:pt x="10222" y="45015"/>
                </a:lnTo>
                <a:lnTo>
                  <a:pt x="10222" y="45015"/>
                </a:lnTo>
                <a:lnTo>
                  <a:pt x="10222" y="45015"/>
                </a:lnTo>
                <a:lnTo>
                  <a:pt x="10222" y="45015"/>
                </a:lnTo>
                <a:lnTo>
                  <a:pt x="10222" y="45015"/>
                </a:lnTo>
                <a:lnTo>
                  <a:pt x="10222" y="45015"/>
                </a:lnTo>
                <a:lnTo>
                  <a:pt x="10222" y="45015"/>
                </a:lnTo>
                <a:lnTo>
                  <a:pt x="10222" y="45015"/>
                </a:lnTo>
                <a:lnTo>
                  <a:pt x="10222" y="45015"/>
                </a:lnTo>
                <a:lnTo>
                  <a:pt x="10222" y="45015"/>
                </a:lnTo>
                <a:lnTo>
                  <a:pt x="10222" y="45015"/>
                </a:lnTo>
                <a:lnTo>
                  <a:pt x="10222" y="45015"/>
                </a:lnTo>
                <a:lnTo>
                  <a:pt x="10223" y="45015"/>
                </a:lnTo>
                <a:lnTo>
                  <a:pt x="10223" y="45015"/>
                </a:lnTo>
                <a:lnTo>
                  <a:pt x="10223" y="45015"/>
                </a:lnTo>
                <a:lnTo>
                  <a:pt x="10223" y="45015"/>
                </a:lnTo>
                <a:lnTo>
                  <a:pt x="10223" y="45015"/>
                </a:lnTo>
                <a:lnTo>
                  <a:pt x="10223" y="45015"/>
                </a:lnTo>
                <a:lnTo>
                  <a:pt x="10223" y="45015"/>
                </a:lnTo>
                <a:lnTo>
                  <a:pt x="10223" y="45015"/>
                </a:lnTo>
                <a:lnTo>
                  <a:pt x="10223" y="45015"/>
                </a:lnTo>
                <a:lnTo>
                  <a:pt x="10223" y="45015"/>
                </a:lnTo>
                <a:lnTo>
                  <a:pt x="10223" y="45015"/>
                </a:lnTo>
                <a:lnTo>
                  <a:pt x="10223" y="45015"/>
                </a:lnTo>
                <a:lnTo>
                  <a:pt x="10224" y="45015"/>
                </a:lnTo>
                <a:lnTo>
                  <a:pt x="10224" y="45015"/>
                </a:lnTo>
                <a:lnTo>
                  <a:pt x="10224" y="45015"/>
                </a:lnTo>
                <a:lnTo>
                  <a:pt x="10224" y="45015"/>
                </a:lnTo>
                <a:lnTo>
                  <a:pt x="10224" y="45015"/>
                </a:lnTo>
                <a:lnTo>
                  <a:pt x="10224" y="45015"/>
                </a:lnTo>
                <a:lnTo>
                  <a:pt x="10224" y="45015"/>
                </a:lnTo>
                <a:lnTo>
                  <a:pt x="10224" y="45015"/>
                </a:lnTo>
                <a:lnTo>
                  <a:pt x="10224" y="45015"/>
                </a:lnTo>
                <a:lnTo>
                  <a:pt x="10224" y="45015"/>
                </a:lnTo>
                <a:lnTo>
                  <a:pt x="10224" y="45015"/>
                </a:lnTo>
                <a:lnTo>
                  <a:pt x="10224" y="45015"/>
                </a:lnTo>
                <a:lnTo>
                  <a:pt x="10225" y="45015"/>
                </a:lnTo>
                <a:lnTo>
                  <a:pt x="10225" y="45015"/>
                </a:lnTo>
                <a:lnTo>
                  <a:pt x="10225" y="45015"/>
                </a:lnTo>
                <a:lnTo>
                  <a:pt x="10225" y="45015"/>
                </a:lnTo>
                <a:lnTo>
                  <a:pt x="10225" y="45015"/>
                </a:lnTo>
                <a:lnTo>
                  <a:pt x="10225" y="45015"/>
                </a:lnTo>
                <a:lnTo>
                  <a:pt x="10225" y="45015"/>
                </a:lnTo>
                <a:lnTo>
                  <a:pt x="10225" y="45015"/>
                </a:lnTo>
                <a:lnTo>
                  <a:pt x="10225" y="45015"/>
                </a:lnTo>
                <a:lnTo>
                  <a:pt x="10225" y="45015"/>
                </a:lnTo>
                <a:lnTo>
                  <a:pt x="10225" y="45015"/>
                </a:lnTo>
                <a:lnTo>
                  <a:pt x="10225" y="45015"/>
                </a:lnTo>
                <a:lnTo>
                  <a:pt x="10226" y="45015"/>
                </a:lnTo>
                <a:lnTo>
                  <a:pt x="10226" y="45015"/>
                </a:lnTo>
                <a:lnTo>
                  <a:pt x="10226" y="45015"/>
                </a:lnTo>
                <a:lnTo>
                  <a:pt x="10226" y="45015"/>
                </a:lnTo>
                <a:lnTo>
                  <a:pt x="10226" y="45015"/>
                </a:lnTo>
                <a:lnTo>
                  <a:pt x="10226" y="45015"/>
                </a:lnTo>
                <a:lnTo>
                  <a:pt x="10226" y="45015"/>
                </a:lnTo>
                <a:lnTo>
                  <a:pt x="10226" y="45015"/>
                </a:lnTo>
                <a:lnTo>
                  <a:pt x="10226" y="45015"/>
                </a:lnTo>
                <a:lnTo>
                  <a:pt x="10226" y="45015"/>
                </a:lnTo>
                <a:lnTo>
                  <a:pt x="10226" y="45015"/>
                </a:lnTo>
                <a:lnTo>
                  <a:pt x="10226" y="45015"/>
                </a:lnTo>
                <a:lnTo>
                  <a:pt x="10227" y="45015"/>
                </a:lnTo>
                <a:lnTo>
                  <a:pt x="10227" y="45015"/>
                </a:lnTo>
                <a:lnTo>
                  <a:pt x="10227" y="45015"/>
                </a:lnTo>
                <a:lnTo>
                  <a:pt x="10227" y="45015"/>
                </a:lnTo>
                <a:lnTo>
                  <a:pt x="10227" y="45015"/>
                </a:lnTo>
                <a:lnTo>
                  <a:pt x="10227" y="45015"/>
                </a:lnTo>
                <a:lnTo>
                  <a:pt x="10227" y="45015"/>
                </a:lnTo>
                <a:lnTo>
                  <a:pt x="10227" y="45015"/>
                </a:lnTo>
                <a:lnTo>
                  <a:pt x="10227" y="45015"/>
                </a:lnTo>
                <a:lnTo>
                  <a:pt x="10227" y="45015"/>
                </a:lnTo>
                <a:lnTo>
                  <a:pt x="10227" y="45015"/>
                </a:lnTo>
                <a:lnTo>
                  <a:pt x="10228" y="45015"/>
                </a:lnTo>
                <a:lnTo>
                  <a:pt x="10228" y="45015"/>
                </a:lnTo>
                <a:lnTo>
                  <a:pt x="10228" y="45015"/>
                </a:lnTo>
                <a:lnTo>
                  <a:pt x="10228" y="45015"/>
                </a:lnTo>
                <a:lnTo>
                  <a:pt x="10228" y="45015"/>
                </a:lnTo>
                <a:lnTo>
                  <a:pt x="10228" y="45015"/>
                </a:lnTo>
                <a:lnTo>
                  <a:pt x="10228" y="45015"/>
                </a:lnTo>
                <a:lnTo>
                  <a:pt x="10228" y="45015"/>
                </a:lnTo>
                <a:lnTo>
                  <a:pt x="10228" y="45015"/>
                </a:lnTo>
                <a:lnTo>
                  <a:pt x="10228" y="45015"/>
                </a:lnTo>
                <a:lnTo>
                  <a:pt x="10228" y="45015"/>
                </a:lnTo>
                <a:lnTo>
                  <a:pt x="10228" y="45015"/>
                </a:lnTo>
                <a:lnTo>
                  <a:pt x="10229" y="45015"/>
                </a:lnTo>
                <a:lnTo>
                  <a:pt x="10229" y="45015"/>
                </a:lnTo>
                <a:lnTo>
                  <a:pt x="10229" y="45015"/>
                </a:lnTo>
                <a:lnTo>
                  <a:pt x="10229" y="45015"/>
                </a:lnTo>
                <a:lnTo>
                  <a:pt x="10229" y="45015"/>
                </a:lnTo>
                <a:lnTo>
                  <a:pt x="10229" y="45015"/>
                </a:lnTo>
                <a:lnTo>
                  <a:pt x="10229" y="45015"/>
                </a:lnTo>
                <a:lnTo>
                  <a:pt x="10229" y="45015"/>
                </a:lnTo>
                <a:lnTo>
                  <a:pt x="10229" y="45015"/>
                </a:lnTo>
                <a:lnTo>
                  <a:pt x="10229" y="45015"/>
                </a:lnTo>
                <a:lnTo>
                  <a:pt x="10229" y="45015"/>
                </a:lnTo>
                <a:lnTo>
                  <a:pt x="10229" y="45015"/>
                </a:lnTo>
                <a:lnTo>
                  <a:pt x="10230" y="45015"/>
                </a:lnTo>
                <a:lnTo>
                  <a:pt x="10230" y="45015"/>
                </a:lnTo>
                <a:lnTo>
                  <a:pt x="10230" y="45015"/>
                </a:lnTo>
                <a:lnTo>
                  <a:pt x="10230" y="45015"/>
                </a:lnTo>
                <a:lnTo>
                  <a:pt x="10230" y="45015"/>
                </a:lnTo>
                <a:lnTo>
                  <a:pt x="10230" y="45015"/>
                </a:lnTo>
                <a:lnTo>
                  <a:pt x="10230" y="45015"/>
                </a:lnTo>
                <a:lnTo>
                  <a:pt x="10230" y="45015"/>
                </a:lnTo>
                <a:lnTo>
                  <a:pt x="10230" y="45015"/>
                </a:lnTo>
                <a:lnTo>
                  <a:pt x="10230" y="45015"/>
                </a:lnTo>
                <a:lnTo>
                  <a:pt x="10230" y="45015"/>
                </a:lnTo>
                <a:lnTo>
                  <a:pt x="10230" y="45015"/>
                </a:lnTo>
                <a:lnTo>
                  <a:pt x="10231" y="45015"/>
                </a:lnTo>
                <a:lnTo>
                  <a:pt x="10231" y="45015"/>
                </a:lnTo>
                <a:lnTo>
                  <a:pt x="10231" y="45015"/>
                </a:lnTo>
                <a:lnTo>
                  <a:pt x="10231" y="45015"/>
                </a:lnTo>
                <a:lnTo>
                  <a:pt x="10231" y="45015"/>
                </a:lnTo>
                <a:lnTo>
                  <a:pt x="10231" y="45015"/>
                </a:lnTo>
                <a:lnTo>
                  <a:pt x="10231" y="45015"/>
                </a:lnTo>
                <a:lnTo>
                  <a:pt x="10231" y="45015"/>
                </a:lnTo>
                <a:lnTo>
                  <a:pt x="10231" y="45015"/>
                </a:lnTo>
                <a:lnTo>
                  <a:pt x="10231" y="45015"/>
                </a:lnTo>
                <a:lnTo>
                  <a:pt x="10231" y="45015"/>
                </a:lnTo>
                <a:lnTo>
                  <a:pt x="10231" y="45015"/>
                </a:lnTo>
                <a:lnTo>
                  <a:pt x="10232" y="45015"/>
                </a:lnTo>
                <a:lnTo>
                  <a:pt x="10232" y="45015"/>
                </a:lnTo>
                <a:lnTo>
                  <a:pt x="10232" y="45015"/>
                </a:lnTo>
                <a:lnTo>
                  <a:pt x="10232" y="45015"/>
                </a:lnTo>
                <a:lnTo>
                  <a:pt x="10232" y="45015"/>
                </a:lnTo>
                <a:lnTo>
                  <a:pt x="10232" y="45015"/>
                </a:lnTo>
                <a:lnTo>
                  <a:pt x="10232" y="45015"/>
                </a:lnTo>
                <a:lnTo>
                  <a:pt x="10232" y="45015"/>
                </a:lnTo>
                <a:lnTo>
                  <a:pt x="10232" y="45015"/>
                </a:lnTo>
                <a:lnTo>
                  <a:pt x="10232" y="45015"/>
                </a:lnTo>
                <a:lnTo>
                  <a:pt x="10232" y="45015"/>
                </a:lnTo>
                <a:lnTo>
                  <a:pt x="10232" y="45015"/>
                </a:lnTo>
                <a:lnTo>
                  <a:pt x="10233" y="45015"/>
                </a:lnTo>
                <a:lnTo>
                  <a:pt x="10233" y="45015"/>
                </a:lnTo>
                <a:lnTo>
                  <a:pt x="10233" y="45015"/>
                </a:lnTo>
                <a:lnTo>
                  <a:pt x="10233" y="45015"/>
                </a:lnTo>
                <a:lnTo>
                  <a:pt x="10233" y="45015"/>
                </a:lnTo>
                <a:lnTo>
                  <a:pt x="10233" y="45015"/>
                </a:lnTo>
                <a:lnTo>
                  <a:pt x="10233" y="45015"/>
                </a:lnTo>
                <a:lnTo>
                  <a:pt x="10233" y="45015"/>
                </a:lnTo>
                <a:lnTo>
                  <a:pt x="10233" y="45015"/>
                </a:lnTo>
                <a:lnTo>
                  <a:pt x="10233" y="45015"/>
                </a:lnTo>
                <a:lnTo>
                  <a:pt x="10233" y="45015"/>
                </a:lnTo>
                <a:lnTo>
                  <a:pt x="10233" y="45015"/>
                </a:lnTo>
                <a:lnTo>
                  <a:pt x="10234" y="45015"/>
                </a:lnTo>
                <a:lnTo>
                  <a:pt x="10234" y="45015"/>
                </a:lnTo>
                <a:lnTo>
                  <a:pt x="10234" y="45015"/>
                </a:lnTo>
                <a:lnTo>
                  <a:pt x="10234" y="45015"/>
                </a:lnTo>
                <a:lnTo>
                  <a:pt x="10234" y="45015"/>
                </a:lnTo>
                <a:lnTo>
                  <a:pt x="10234" y="45015"/>
                </a:lnTo>
                <a:lnTo>
                  <a:pt x="10234" y="45015"/>
                </a:lnTo>
                <a:lnTo>
                  <a:pt x="10234" y="45015"/>
                </a:lnTo>
                <a:lnTo>
                  <a:pt x="10234" y="45015"/>
                </a:lnTo>
                <a:lnTo>
                  <a:pt x="10234" y="45015"/>
                </a:lnTo>
                <a:lnTo>
                  <a:pt x="10234" y="45015"/>
                </a:lnTo>
                <a:lnTo>
                  <a:pt x="10234" y="45015"/>
                </a:lnTo>
                <a:lnTo>
                  <a:pt x="10235" y="45015"/>
                </a:lnTo>
                <a:lnTo>
                  <a:pt x="10235" y="45015"/>
                </a:lnTo>
                <a:lnTo>
                  <a:pt x="10235" y="45015"/>
                </a:lnTo>
                <a:lnTo>
                  <a:pt x="10235" y="45015"/>
                </a:lnTo>
                <a:lnTo>
                  <a:pt x="10235" y="45015"/>
                </a:lnTo>
                <a:lnTo>
                  <a:pt x="10235" y="45015"/>
                </a:lnTo>
                <a:lnTo>
                  <a:pt x="10235" y="45015"/>
                </a:lnTo>
                <a:lnTo>
                  <a:pt x="10235" y="45015"/>
                </a:lnTo>
                <a:lnTo>
                  <a:pt x="10235" y="45015"/>
                </a:lnTo>
                <a:lnTo>
                  <a:pt x="10235" y="45015"/>
                </a:lnTo>
                <a:lnTo>
                  <a:pt x="10235" y="45015"/>
                </a:lnTo>
                <a:lnTo>
                  <a:pt x="10235" y="45015"/>
                </a:lnTo>
                <a:lnTo>
                  <a:pt x="10236" y="45015"/>
                </a:lnTo>
                <a:lnTo>
                  <a:pt x="10236" y="45015"/>
                </a:lnTo>
                <a:lnTo>
                  <a:pt x="10236" y="45015"/>
                </a:lnTo>
                <a:lnTo>
                  <a:pt x="10236" y="45015"/>
                </a:lnTo>
                <a:lnTo>
                  <a:pt x="10236" y="45015"/>
                </a:lnTo>
                <a:lnTo>
                  <a:pt x="10236" y="45015"/>
                </a:lnTo>
                <a:lnTo>
                  <a:pt x="10236" y="45015"/>
                </a:lnTo>
                <a:lnTo>
                  <a:pt x="10236" y="45015"/>
                </a:lnTo>
                <a:lnTo>
                  <a:pt x="10236" y="45015"/>
                </a:lnTo>
                <a:lnTo>
                  <a:pt x="10236" y="45015"/>
                </a:lnTo>
                <a:lnTo>
                  <a:pt x="10236" y="45015"/>
                </a:lnTo>
                <a:lnTo>
                  <a:pt x="10236" y="45015"/>
                </a:lnTo>
                <a:lnTo>
                  <a:pt x="10237" y="45015"/>
                </a:lnTo>
                <a:lnTo>
                  <a:pt x="10237" y="45015"/>
                </a:lnTo>
                <a:lnTo>
                  <a:pt x="10237" y="45015"/>
                </a:lnTo>
                <a:lnTo>
                  <a:pt x="10237" y="45015"/>
                </a:lnTo>
                <a:lnTo>
                  <a:pt x="10237" y="45015"/>
                </a:lnTo>
                <a:lnTo>
                  <a:pt x="10237" y="45015"/>
                </a:lnTo>
                <a:lnTo>
                  <a:pt x="10237" y="45015"/>
                </a:lnTo>
                <a:lnTo>
                  <a:pt x="10237" y="45015"/>
                </a:lnTo>
                <a:lnTo>
                  <a:pt x="10237" y="45015"/>
                </a:lnTo>
                <a:lnTo>
                  <a:pt x="10237" y="45015"/>
                </a:lnTo>
                <a:lnTo>
                  <a:pt x="10237" y="45015"/>
                </a:lnTo>
                <a:lnTo>
                  <a:pt x="10237" y="45015"/>
                </a:lnTo>
                <a:lnTo>
                  <a:pt x="10238" y="45015"/>
                </a:lnTo>
                <a:lnTo>
                  <a:pt x="10238" y="45015"/>
                </a:lnTo>
                <a:lnTo>
                  <a:pt x="10238" y="45015"/>
                </a:lnTo>
                <a:lnTo>
                  <a:pt x="10238" y="45015"/>
                </a:lnTo>
                <a:lnTo>
                  <a:pt x="10238" y="45015"/>
                </a:lnTo>
                <a:lnTo>
                  <a:pt x="10238" y="45015"/>
                </a:lnTo>
                <a:lnTo>
                  <a:pt x="10238" y="45015"/>
                </a:lnTo>
                <a:lnTo>
                  <a:pt x="10238" y="45015"/>
                </a:lnTo>
                <a:lnTo>
                  <a:pt x="10238" y="45015"/>
                </a:lnTo>
                <a:lnTo>
                  <a:pt x="10238" y="45015"/>
                </a:lnTo>
                <a:lnTo>
                  <a:pt x="10238" y="45015"/>
                </a:lnTo>
                <a:lnTo>
                  <a:pt x="10238" y="45015"/>
                </a:lnTo>
                <a:lnTo>
                  <a:pt x="10239" y="45015"/>
                </a:lnTo>
                <a:lnTo>
                  <a:pt x="10239" y="45015"/>
                </a:lnTo>
                <a:lnTo>
                  <a:pt x="10239" y="45015"/>
                </a:lnTo>
                <a:lnTo>
                  <a:pt x="10239" y="45015"/>
                </a:lnTo>
                <a:lnTo>
                  <a:pt x="10239" y="45015"/>
                </a:lnTo>
                <a:lnTo>
                  <a:pt x="10239" y="45015"/>
                </a:lnTo>
                <a:lnTo>
                  <a:pt x="10239" y="45015"/>
                </a:lnTo>
                <a:lnTo>
                  <a:pt x="10239" y="45015"/>
                </a:lnTo>
                <a:lnTo>
                  <a:pt x="10239" y="45015"/>
                </a:lnTo>
                <a:lnTo>
                  <a:pt x="10239" y="45015"/>
                </a:lnTo>
                <a:lnTo>
                  <a:pt x="10239" y="45015"/>
                </a:lnTo>
                <a:lnTo>
                  <a:pt x="10239" y="45015"/>
                </a:lnTo>
                <a:lnTo>
                  <a:pt x="10240" y="45015"/>
                </a:lnTo>
                <a:lnTo>
                  <a:pt x="10240" y="45015"/>
                </a:lnTo>
                <a:lnTo>
                  <a:pt x="10240" y="45015"/>
                </a:lnTo>
                <a:lnTo>
                  <a:pt x="10240" y="45015"/>
                </a:lnTo>
                <a:lnTo>
                  <a:pt x="10240" y="45015"/>
                </a:lnTo>
                <a:lnTo>
                  <a:pt x="10240" y="45015"/>
                </a:lnTo>
                <a:lnTo>
                  <a:pt x="10240" y="45015"/>
                </a:lnTo>
                <a:lnTo>
                  <a:pt x="10240" y="45015"/>
                </a:lnTo>
                <a:lnTo>
                  <a:pt x="10240" y="45015"/>
                </a:lnTo>
                <a:lnTo>
                  <a:pt x="10240" y="45015"/>
                </a:lnTo>
                <a:lnTo>
                  <a:pt x="10240" y="45015"/>
                </a:lnTo>
                <a:lnTo>
                  <a:pt x="10240" y="45015"/>
                </a:lnTo>
                <a:lnTo>
                  <a:pt x="10240" y="45015"/>
                </a:lnTo>
                <a:lnTo>
                  <a:pt x="10241" y="45015"/>
                </a:lnTo>
                <a:lnTo>
                  <a:pt x="10241" y="45015"/>
                </a:lnTo>
                <a:lnTo>
                  <a:pt x="10241" y="45015"/>
                </a:lnTo>
                <a:lnTo>
                  <a:pt x="10241" y="45015"/>
                </a:lnTo>
                <a:lnTo>
                  <a:pt x="10241" y="45015"/>
                </a:lnTo>
                <a:lnTo>
                  <a:pt x="10241" y="45015"/>
                </a:lnTo>
                <a:lnTo>
                  <a:pt x="10241" y="45015"/>
                </a:lnTo>
                <a:lnTo>
                  <a:pt x="10241" y="45015"/>
                </a:lnTo>
                <a:lnTo>
                  <a:pt x="10241" y="45015"/>
                </a:lnTo>
                <a:lnTo>
                  <a:pt x="10241" y="45015"/>
                </a:lnTo>
                <a:lnTo>
                  <a:pt x="10241" y="45015"/>
                </a:lnTo>
                <a:lnTo>
                  <a:pt x="10241" y="45015"/>
                </a:lnTo>
                <a:lnTo>
                  <a:pt x="10242" y="45015"/>
                </a:lnTo>
                <a:lnTo>
                  <a:pt x="10242" y="45015"/>
                </a:lnTo>
                <a:lnTo>
                  <a:pt x="10242" y="45015"/>
                </a:lnTo>
                <a:lnTo>
                  <a:pt x="10242" y="45015"/>
                </a:lnTo>
                <a:lnTo>
                  <a:pt x="10242" y="45015"/>
                </a:lnTo>
                <a:lnTo>
                  <a:pt x="10242" y="45015"/>
                </a:lnTo>
                <a:lnTo>
                  <a:pt x="10242" y="45015"/>
                </a:lnTo>
                <a:lnTo>
                  <a:pt x="10242" y="45015"/>
                </a:lnTo>
                <a:lnTo>
                  <a:pt x="10242" y="45015"/>
                </a:lnTo>
                <a:lnTo>
                  <a:pt x="10242" y="45015"/>
                </a:lnTo>
                <a:lnTo>
                  <a:pt x="10242" y="45015"/>
                </a:lnTo>
                <a:lnTo>
                  <a:pt x="10242" y="45015"/>
                </a:lnTo>
                <a:lnTo>
                  <a:pt x="10243" y="45015"/>
                </a:lnTo>
                <a:lnTo>
                  <a:pt x="10243" y="45015"/>
                </a:lnTo>
                <a:lnTo>
                  <a:pt x="10243" y="45015"/>
                </a:lnTo>
                <a:lnTo>
                  <a:pt x="10243" y="45015"/>
                </a:lnTo>
                <a:lnTo>
                  <a:pt x="10243" y="45015"/>
                </a:lnTo>
                <a:lnTo>
                  <a:pt x="10243" y="45015"/>
                </a:lnTo>
                <a:lnTo>
                  <a:pt x="10243" y="45015"/>
                </a:lnTo>
                <a:lnTo>
                  <a:pt x="10243" y="45015"/>
                </a:lnTo>
                <a:lnTo>
                  <a:pt x="10243" y="45015"/>
                </a:lnTo>
                <a:lnTo>
                  <a:pt x="10243" y="45015"/>
                </a:lnTo>
                <a:lnTo>
                  <a:pt x="10243" y="45015"/>
                </a:lnTo>
                <a:lnTo>
                  <a:pt x="10243" y="45015"/>
                </a:lnTo>
                <a:lnTo>
                  <a:pt x="10244" y="45015"/>
                </a:lnTo>
                <a:lnTo>
                  <a:pt x="10244" y="45015"/>
                </a:lnTo>
                <a:lnTo>
                  <a:pt x="10244" y="45015"/>
                </a:lnTo>
                <a:lnTo>
                  <a:pt x="10244" y="45015"/>
                </a:lnTo>
                <a:lnTo>
                  <a:pt x="10244" y="45015"/>
                </a:lnTo>
                <a:lnTo>
                  <a:pt x="10244" y="45015"/>
                </a:lnTo>
                <a:lnTo>
                  <a:pt x="10244" y="45015"/>
                </a:lnTo>
                <a:lnTo>
                  <a:pt x="10244" y="45015"/>
                </a:lnTo>
                <a:lnTo>
                  <a:pt x="10244" y="45015"/>
                </a:lnTo>
                <a:lnTo>
                  <a:pt x="10244" y="45015"/>
                </a:lnTo>
                <a:lnTo>
                  <a:pt x="10244" y="45015"/>
                </a:lnTo>
                <a:lnTo>
                  <a:pt x="10244" y="45015"/>
                </a:lnTo>
                <a:lnTo>
                  <a:pt x="10245" y="45015"/>
                </a:lnTo>
                <a:lnTo>
                  <a:pt x="10245" y="45015"/>
                </a:lnTo>
                <a:lnTo>
                  <a:pt x="10245" y="45015"/>
                </a:lnTo>
                <a:lnTo>
                  <a:pt x="10245" y="45015"/>
                </a:lnTo>
                <a:lnTo>
                  <a:pt x="10245" y="45015"/>
                </a:lnTo>
                <a:lnTo>
                  <a:pt x="10245" y="45015"/>
                </a:lnTo>
                <a:lnTo>
                  <a:pt x="10245" y="45015"/>
                </a:lnTo>
                <a:lnTo>
                  <a:pt x="10245" y="45015"/>
                </a:lnTo>
                <a:lnTo>
                  <a:pt x="10245" y="45015"/>
                </a:lnTo>
                <a:lnTo>
                  <a:pt x="10245" y="45015"/>
                </a:lnTo>
                <a:lnTo>
                  <a:pt x="10245" y="45015"/>
                </a:lnTo>
                <a:lnTo>
                  <a:pt x="10245" y="45015"/>
                </a:lnTo>
                <a:lnTo>
                  <a:pt x="10246" y="45015"/>
                </a:lnTo>
                <a:lnTo>
                  <a:pt x="10246" y="45015"/>
                </a:lnTo>
                <a:lnTo>
                  <a:pt x="10246" y="45015"/>
                </a:lnTo>
                <a:lnTo>
                  <a:pt x="10246" y="45015"/>
                </a:lnTo>
                <a:lnTo>
                  <a:pt x="10246" y="45015"/>
                </a:lnTo>
                <a:lnTo>
                  <a:pt x="10246" y="45015"/>
                </a:lnTo>
                <a:lnTo>
                  <a:pt x="10246" y="45015"/>
                </a:lnTo>
                <a:lnTo>
                  <a:pt x="10246" y="45015"/>
                </a:lnTo>
                <a:lnTo>
                  <a:pt x="10246" y="45015"/>
                </a:lnTo>
                <a:lnTo>
                  <a:pt x="10246" y="45015"/>
                </a:lnTo>
                <a:lnTo>
                  <a:pt x="10246" y="45015"/>
                </a:lnTo>
                <a:lnTo>
                  <a:pt x="10246" y="45015"/>
                </a:lnTo>
                <a:lnTo>
                  <a:pt x="10247" y="45015"/>
                </a:lnTo>
                <a:lnTo>
                  <a:pt x="10247" y="45015"/>
                </a:lnTo>
                <a:lnTo>
                  <a:pt x="10247" y="45015"/>
                </a:lnTo>
                <a:lnTo>
                  <a:pt x="10247" y="45015"/>
                </a:lnTo>
                <a:lnTo>
                  <a:pt x="10247" y="45015"/>
                </a:lnTo>
                <a:lnTo>
                  <a:pt x="10247" y="45015"/>
                </a:lnTo>
                <a:lnTo>
                  <a:pt x="10247" y="45015"/>
                </a:lnTo>
                <a:lnTo>
                  <a:pt x="10247" y="45015"/>
                </a:lnTo>
                <a:lnTo>
                  <a:pt x="10247" y="45015"/>
                </a:lnTo>
                <a:lnTo>
                  <a:pt x="10247" y="45015"/>
                </a:lnTo>
                <a:lnTo>
                  <a:pt x="10247" y="45015"/>
                </a:lnTo>
                <a:lnTo>
                  <a:pt x="10247" y="45015"/>
                </a:lnTo>
                <a:lnTo>
                  <a:pt x="10248" y="45015"/>
                </a:lnTo>
                <a:lnTo>
                  <a:pt x="10248" y="45015"/>
                </a:lnTo>
                <a:lnTo>
                  <a:pt x="10248" y="45015"/>
                </a:lnTo>
                <a:lnTo>
                  <a:pt x="10248" y="45015"/>
                </a:lnTo>
                <a:lnTo>
                  <a:pt x="10248" y="45015"/>
                </a:lnTo>
                <a:lnTo>
                  <a:pt x="10248" y="45015"/>
                </a:lnTo>
                <a:lnTo>
                  <a:pt x="10248" y="45015"/>
                </a:lnTo>
                <a:lnTo>
                  <a:pt x="10248" y="45015"/>
                </a:lnTo>
                <a:lnTo>
                  <a:pt x="10248" y="45015"/>
                </a:lnTo>
                <a:lnTo>
                  <a:pt x="10248" y="45015"/>
                </a:lnTo>
                <a:lnTo>
                  <a:pt x="10248" y="45015"/>
                </a:lnTo>
                <a:lnTo>
                  <a:pt x="10248" y="45015"/>
                </a:lnTo>
                <a:lnTo>
                  <a:pt x="10249" y="45015"/>
                </a:lnTo>
                <a:lnTo>
                  <a:pt x="10249" y="45015"/>
                </a:lnTo>
                <a:lnTo>
                  <a:pt x="10249" y="45015"/>
                </a:lnTo>
                <a:lnTo>
                  <a:pt x="10249" y="45015"/>
                </a:lnTo>
                <a:lnTo>
                  <a:pt x="10249" y="45015"/>
                </a:lnTo>
                <a:lnTo>
                  <a:pt x="10249" y="45015"/>
                </a:lnTo>
                <a:lnTo>
                  <a:pt x="10249" y="45015"/>
                </a:lnTo>
                <a:lnTo>
                  <a:pt x="10249" y="45015"/>
                </a:lnTo>
                <a:lnTo>
                  <a:pt x="10249" y="45015"/>
                </a:lnTo>
                <a:lnTo>
                  <a:pt x="10249" y="45015"/>
                </a:lnTo>
                <a:lnTo>
                  <a:pt x="10249" y="45015"/>
                </a:lnTo>
                <a:lnTo>
                  <a:pt x="10249" y="45015"/>
                </a:lnTo>
                <a:lnTo>
                  <a:pt x="10249" y="45015"/>
                </a:lnTo>
                <a:lnTo>
                  <a:pt x="10250" y="45015"/>
                </a:lnTo>
                <a:lnTo>
                  <a:pt x="10250" y="45015"/>
                </a:lnTo>
                <a:lnTo>
                  <a:pt x="10250" y="45015"/>
                </a:lnTo>
                <a:lnTo>
                  <a:pt x="10250" y="45015"/>
                </a:lnTo>
                <a:lnTo>
                  <a:pt x="10250" y="45015"/>
                </a:lnTo>
                <a:lnTo>
                  <a:pt x="10250" y="45015"/>
                </a:lnTo>
                <a:lnTo>
                  <a:pt x="10250" y="45015"/>
                </a:lnTo>
                <a:lnTo>
                  <a:pt x="10250" y="45015"/>
                </a:lnTo>
                <a:lnTo>
                  <a:pt x="10250" y="45015"/>
                </a:lnTo>
                <a:lnTo>
                  <a:pt x="10250" y="45015"/>
                </a:lnTo>
                <a:lnTo>
                  <a:pt x="10250" y="45015"/>
                </a:lnTo>
                <a:lnTo>
                  <a:pt x="10250" y="45015"/>
                </a:lnTo>
                <a:lnTo>
                  <a:pt x="10251" y="45015"/>
                </a:lnTo>
                <a:lnTo>
                  <a:pt x="10251" y="45015"/>
                </a:lnTo>
                <a:lnTo>
                  <a:pt x="10251" y="45015"/>
                </a:lnTo>
                <a:lnTo>
                  <a:pt x="10251" y="45015"/>
                </a:lnTo>
                <a:lnTo>
                  <a:pt x="10251" y="45015"/>
                </a:lnTo>
                <a:lnTo>
                  <a:pt x="10251" y="45015"/>
                </a:lnTo>
                <a:lnTo>
                  <a:pt x="10251" y="45015"/>
                </a:lnTo>
                <a:lnTo>
                  <a:pt x="10251" y="45015"/>
                </a:lnTo>
                <a:lnTo>
                  <a:pt x="10251" y="45015"/>
                </a:lnTo>
                <a:lnTo>
                  <a:pt x="10251" y="45015"/>
                </a:lnTo>
                <a:lnTo>
                  <a:pt x="10251" y="45015"/>
                </a:lnTo>
                <a:lnTo>
                  <a:pt x="10251" y="45015"/>
                </a:lnTo>
                <a:lnTo>
                  <a:pt x="10252" y="45015"/>
                </a:lnTo>
                <a:lnTo>
                  <a:pt x="10252" y="45015"/>
                </a:lnTo>
                <a:lnTo>
                  <a:pt x="10252" y="45015"/>
                </a:lnTo>
                <a:lnTo>
                  <a:pt x="10252" y="45015"/>
                </a:lnTo>
                <a:lnTo>
                  <a:pt x="10252" y="45015"/>
                </a:lnTo>
                <a:lnTo>
                  <a:pt x="10252" y="45015"/>
                </a:lnTo>
                <a:lnTo>
                  <a:pt x="10252" y="45015"/>
                </a:lnTo>
                <a:lnTo>
                  <a:pt x="10252" y="45015"/>
                </a:lnTo>
                <a:lnTo>
                  <a:pt x="10252" y="45015"/>
                </a:lnTo>
                <a:lnTo>
                  <a:pt x="10252" y="45015"/>
                </a:lnTo>
                <a:lnTo>
                  <a:pt x="10252" y="45015"/>
                </a:lnTo>
                <a:lnTo>
                  <a:pt x="10252" y="45015"/>
                </a:lnTo>
                <a:lnTo>
                  <a:pt x="10253" y="45015"/>
                </a:lnTo>
                <a:lnTo>
                  <a:pt x="10253" y="45015"/>
                </a:lnTo>
                <a:lnTo>
                  <a:pt x="10253" y="45015"/>
                </a:lnTo>
                <a:lnTo>
                  <a:pt x="10253" y="45015"/>
                </a:lnTo>
                <a:lnTo>
                  <a:pt x="10253" y="45015"/>
                </a:lnTo>
                <a:lnTo>
                  <a:pt x="10253" y="45015"/>
                </a:lnTo>
                <a:lnTo>
                  <a:pt x="10253" y="45015"/>
                </a:lnTo>
                <a:lnTo>
                  <a:pt x="10253" y="45015"/>
                </a:lnTo>
                <a:lnTo>
                  <a:pt x="10253" y="45015"/>
                </a:lnTo>
                <a:lnTo>
                  <a:pt x="10253" y="45015"/>
                </a:lnTo>
                <a:lnTo>
                  <a:pt x="10253" y="45015"/>
                </a:lnTo>
                <a:lnTo>
                  <a:pt x="10253" y="45015"/>
                </a:lnTo>
                <a:lnTo>
                  <a:pt x="10254" y="45015"/>
                </a:lnTo>
                <a:lnTo>
                  <a:pt x="10254" y="45015"/>
                </a:lnTo>
                <a:lnTo>
                  <a:pt x="10254" y="45015"/>
                </a:lnTo>
                <a:lnTo>
                  <a:pt x="10254" y="45015"/>
                </a:lnTo>
                <a:lnTo>
                  <a:pt x="10254" y="45015"/>
                </a:lnTo>
                <a:lnTo>
                  <a:pt x="10254" y="45015"/>
                </a:lnTo>
                <a:lnTo>
                  <a:pt x="10254" y="45015"/>
                </a:lnTo>
                <a:lnTo>
                  <a:pt x="10254" y="45015"/>
                </a:lnTo>
                <a:lnTo>
                  <a:pt x="10254" y="45015"/>
                </a:lnTo>
                <a:lnTo>
                  <a:pt x="10254" y="45015"/>
                </a:lnTo>
                <a:lnTo>
                  <a:pt x="10254" y="45015"/>
                </a:lnTo>
                <a:lnTo>
                  <a:pt x="10254" y="45015"/>
                </a:lnTo>
                <a:lnTo>
                  <a:pt x="10254" y="45015"/>
                </a:lnTo>
                <a:lnTo>
                  <a:pt x="10255" y="45015"/>
                </a:lnTo>
                <a:lnTo>
                  <a:pt x="10255" y="45015"/>
                </a:lnTo>
                <a:lnTo>
                  <a:pt x="10255" y="45015"/>
                </a:lnTo>
                <a:lnTo>
                  <a:pt x="10255" y="45015"/>
                </a:lnTo>
                <a:lnTo>
                  <a:pt x="10255" y="45015"/>
                </a:lnTo>
                <a:lnTo>
                  <a:pt x="10255" y="45015"/>
                </a:lnTo>
                <a:lnTo>
                  <a:pt x="10255" y="45015"/>
                </a:lnTo>
                <a:lnTo>
                  <a:pt x="10255" y="45015"/>
                </a:lnTo>
                <a:lnTo>
                  <a:pt x="10255" y="45015"/>
                </a:lnTo>
                <a:lnTo>
                  <a:pt x="10255" y="45015"/>
                </a:lnTo>
                <a:lnTo>
                  <a:pt x="10255" y="45015"/>
                </a:lnTo>
                <a:lnTo>
                  <a:pt x="10255" y="45015"/>
                </a:lnTo>
                <a:lnTo>
                  <a:pt x="10256" y="45015"/>
                </a:lnTo>
                <a:lnTo>
                  <a:pt x="10256" y="45015"/>
                </a:lnTo>
                <a:lnTo>
                  <a:pt x="10256" y="45015"/>
                </a:lnTo>
                <a:lnTo>
                  <a:pt x="10256" y="45015"/>
                </a:lnTo>
                <a:lnTo>
                  <a:pt x="10256" y="45015"/>
                </a:lnTo>
                <a:lnTo>
                  <a:pt x="10256" y="45015"/>
                </a:lnTo>
                <a:lnTo>
                  <a:pt x="10256" y="45015"/>
                </a:lnTo>
                <a:lnTo>
                  <a:pt x="10256" y="45015"/>
                </a:lnTo>
                <a:lnTo>
                  <a:pt x="10256" y="45015"/>
                </a:lnTo>
                <a:lnTo>
                  <a:pt x="10256" y="45015"/>
                </a:lnTo>
                <a:lnTo>
                  <a:pt x="10256" y="45015"/>
                </a:lnTo>
                <a:lnTo>
                  <a:pt x="10256" y="45015"/>
                </a:lnTo>
                <a:lnTo>
                  <a:pt x="10257" y="45015"/>
                </a:lnTo>
                <a:lnTo>
                  <a:pt x="10257" y="45015"/>
                </a:lnTo>
                <a:lnTo>
                  <a:pt x="10257" y="45015"/>
                </a:lnTo>
                <a:lnTo>
                  <a:pt x="10257" y="45015"/>
                </a:lnTo>
                <a:lnTo>
                  <a:pt x="10257" y="45015"/>
                </a:lnTo>
                <a:lnTo>
                  <a:pt x="10257" y="45015"/>
                </a:lnTo>
                <a:lnTo>
                  <a:pt x="10257" y="45015"/>
                </a:lnTo>
                <a:lnTo>
                  <a:pt x="10257" y="45015"/>
                </a:lnTo>
                <a:lnTo>
                  <a:pt x="10257" y="45015"/>
                </a:lnTo>
                <a:lnTo>
                  <a:pt x="10257" y="45015"/>
                </a:lnTo>
                <a:lnTo>
                  <a:pt x="10257" y="45015"/>
                </a:lnTo>
                <a:lnTo>
                  <a:pt x="10257" y="45015"/>
                </a:lnTo>
                <a:lnTo>
                  <a:pt x="10258" y="45015"/>
                </a:lnTo>
                <a:lnTo>
                  <a:pt x="10258" y="45015"/>
                </a:lnTo>
                <a:lnTo>
                  <a:pt x="10258" y="45015"/>
                </a:lnTo>
                <a:lnTo>
                  <a:pt x="10258" y="45015"/>
                </a:lnTo>
                <a:lnTo>
                  <a:pt x="10258" y="45015"/>
                </a:lnTo>
                <a:lnTo>
                  <a:pt x="10258" y="45015"/>
                </a:lnTo>
                <a:lnTo>
                  <a:pt x="10258" y="45015"/>
                </a:lnTo>
                <a:lnTo>
                  <a:pt x="10258" y="45015"/>
                </a:lnTo>
                <a:lnTo>
                  <a:pt x="10258" y="45015"/>
                </a:lnTo>
                <a:lnTo>
                  <a:pt x="10258" y="45015"/>
                </a:lnTo>
                <a:lnTo>
                  <a:pt x="10258" y="45015"/>
                </a:lnTo>
                <a:lnTo>
                  <a:pt x="10258" y="45015"/>
                </a:lnTo>
                <a:lnTo>
                  <a:pt x="10258" y="45015"/>
                </a:lnTo>
                <a:lnTo>
                  <a:pt x="10259" y="45015"/>
                </a:lnTo>
                <a:lnTo>
                  <a:pt x="10259" y="45015"/>
                </a:lnTo>
                <a:lnTo>
                  <a:pt x="10259" y="45015"/>
                </a:lnTo>
                <a:lnTo>
                  <a:pt x="10259" y="45015"/>
                </a:lnTo>
                <a:lnTo>
                  <a:pt x="10259" y="45015"/>
                </a:lnTo>
                <a:lnTo>
                  <a:pt x="10259" y="45015"/>
                </a:lnTo>
                <a:lnTo>
                  <a:pt x="10259" y="45015"/>
                </a:lnTo>
                <a:lnTo>
                  <a:pt x="10259" y="45015"/>
                </a:lnTo>
                <a:lnTo>
                  <a:pt x="10259" y="45015"/>
                </a:lnTo>
                <a:lnTo>
                  <a:pt x="10259" y="45015"/>
                </a:lnTo>
                <a:lnTo>
                  <a:pt x="10259" y="45015"/>
                </a:lnTo>
                <a:lnTo>
                  <a:pt x="10259" y="45015"/>
                </a:lnTo>
                <a:lnTo>
                  <a:pt x="10260" y="45015"/>
                </a:lnTo>
                <a:lnTo>
                  <a:pt x="10260" y="45015"/>
                </a:lnTo>
                <a:lnTo>
                  <a:pt x="10260" y="45015"/>
                </a:lnTo>
                <a:lnTo>
                  <a:pt x="10260" y="45015"/>
                </a:lnTo>
                <a:lnTo>
                  <a:pt x="10260" y="45015"/>
                </a:lnTo>
                <a:lnTo>
                  <a:pt x="10260" y="45015"/>
                </a:lnTo>
                <a:lnTo>
                  <a:pt x="10260" y="45015"/>
                </a:lnTo>
                <a:lnTo>
                  <a:pt x="10260" y="45015"/>
                </a:lnTo>
                <a:lnTo>
                  <a:pt x="10260" y="45015"/>
                </a:lnTo>
                <a:lnTo>
                  <a:pt x="10260" y="45015"/>
                </a:lnTo>
                <a:lnTo>
                  <a:pt x="10260" y="45015"/>
                </a:lnTo>
                <a:lnTo>
                  <a:pt x="10260" y="45015"/>
                </a:lnTo>
                <a:lnTo>
                  <a:pt x="10261" y="45015"/>
                </a:lnTo>
                <a:lnTo>
                  <a:pt x="10261" y="45015"/>
                </a:lnTo>
                <a:lnTo>
                  <a:pt x="10261" y="45015"/>
                </a:lnTo>
                <a:lnTo>
                  <a:pt x="10261" y="45015"/>
                </a:lnTo>
                <a:lnTo>
                  <a:pt x="10261" y="45015"/>
                </a:lnTo>
                <a:lnTo>
                  <a:pt x="10261" y="45015"/>
                </a:lnTo>
                <a:lnTo>
                  <a:pt x="10261" y="45015"/>
                </a:lnTo>
                <a:lnTo>
                  <a:pt x="10261" y="45015"/>
                </a:lnTo>
                <a:lnTo>
                  <a:pt x="10261" y="45015"/>
                </a:lnTo>
                <a:lnTo>
                  <a:pt x="10261" y="45015"/>
                </a:lnTo>
                <a:lnTo>
                  <a:pt x="10261" y="45015"/>
                </a:lnTo>
                <a:lnTo>
                  <a:pt x="10261" y="45015"/>
                </a:lnTo>
                <a:lnTo>
                  <a:pt x="10262" y="45015"/>
                </a:lnTo>
                <a:lnTo>
                  <a:pt x="10262" y="45015"/>
                </a:lnTo>
                <a:lnTo>
                  <a:pt x="10262" y="45015"/>
                </a:lnTo>
                <a:lnTo>
                  <a:pt x="10262" y="45015"/>
                </a:lnTo>
                <a:lnTo>
                  <a:pt x="10262" y="45015"/>
                </a:lnTo>
                <a:lnTo>
                  <a:pt x="10262" y="45015"/>
                </a:lnTo>
                <a:lnTo>
                  <a:pt x="10262" y="45015"/>
                </a:lnTo>
                <a:lnTo>
                  <a:pt x="10262" y="45015"/>
                </a:lnTo>
                <a:lnTo>
                  <a:pt x="10262" y="45015"/>
                </a:lnTo>
                <a:lnTo>
                  <a:pt x="10262" y="45015"/>
                </a:lnTo>
                <a:lnTo>
                  <a:pt x="10262" y="45015"/>
                </a:lnTo>
                <a:lnTo>
                  <a:pt x="10262" y="45015"/>
                </a:lnTo>
                <a:lnTo>
                  <a:pt x="10262" y="45015"/>
                </a:lnTo>
                <a:lnTo>
                  <a:pt x="10263" y="45015"/>
                </a:lnTo>
                <a:lnTo>
                  <a:pt x="10263" y="45015"/>
                </a:lnTo>
                <a:lnTo>
                  <a:pt x="10263" y="45015"/>
                </a:lnTo>
                <a:lnTo>
                  <a:pt x="10263" y="45015"/>
                </a:lnTo>
                <a:lnTo>
                  <a:pt x="10263" y="45015"/>
                </a:lnTo>
                <a:lnTo>
                  <a:pt x="10263" y="45015"/>
                </a:lnTo>
                <a:lnTo>
                  <a:pt x="10263" y="45015"/>
                </a:lnTo>
                <a:lnTo>
                  <a:pt x="10263" y="45015"/>
                </a:lnTo>
                <a:lnTo>
                  <a:pt x="10263" y="45015"/>
                </a:lnTo>
                <a:lnTo>
                  <a:pt x="10263" y="45015"/>
                </a:lnTo>
                <a:lnTo>
                  <a:pt x="10263" y="45015"/>
                </a:lnTo>
                <a:lnTo>
                  <a:pt x="10263" y="45015"/>
                </a:lnTo>
                <a:lnTo>
                  <a:pt x="10264" y="45015"/>
                </a:lnTo>
                <a:lnTo>
                  <a:pt x="10264" y="45015"/>
                </a:lnTo>
                <a:lnTo>
                  <a:pt x="10264" y="45015"/>
                </a:lnTo>
                <a:lnTo>
                  <a:pt x="10264" y="45015"/>
                </a:lnTo>
                <a:lnTo>
                  <a:pt x="10264" y="45015"/>
                </a:lnTo>
                <a:lnTo>
                  <a:pt x="10264" y="45015"/>
                </a:lnTo>
                <a:lnTo>
                  <a:pt x="10264" y="45015"/>
                </a:lnTo>
                <a:lnTo>
                  <a:pt x="10264" y="45015"/>
                </a:lnTo>
                <a:lnTo>
                  <a:pt x="10264" y="45015"/>
                </a:lnTo>
                <a:lnTo>
                  <a:pt x="10264" y="45015"/>
                </a:lnTo>
                <a:lnTo>
                  <a:pt x="10264" y="45015"/>
                </a:lnTo>
                <a:lnTo>
                  <a:pt x="10264" y="45015"/>
                </a:lnTo>
                <a:lnTo>
                  <a:pt x="10265" y="45015"/>
                </a:lnTo>
                <a:lnTo>
                  <a:pt x="10265" y="45015"/>
                </a:lnTo>
                <a:lnTo>
                  <a:pt x="10265" y="45015"/>
                </a:lnTo>
                <a:lnTo>
                  <a:pt x="10265" y="45015"/>
                </a:lnTo>
                <a:lnTo>
                  <a:pt x="10265" y="45015"/>
                </a:lnTo>
                <a:lnTo>
                  <a:pt x="10265" y="45015"/>
                </a:lnTo>
                <a:lnTo>
                  <a:pt x="10265" y="45015"/>
                </a:lnTo>
                <a:lnTo>
                  <a:pt x="10265" y="45015"/>
                </a:lnTo>
                <a:lnTo>
                  <a:pt x="10265" y="45015"/>
                </a:lnTo>
                <a:lnTo>
                  <a:pt x="10265" y="45015"/>
                </a:lnTo>
                <a:lnTo>
                  <a:pt x="10265" y="45015"/>
                </a:lnTo>
                <a:lnTo>
                  <a:pt x="10265" y="45015"/>
                </a:lnTo>
                <a:lnTo>
                  <a:pt x="10265" y="45015"/>
                </a:lnTo>
                <a:lnTo>
                  <a:pt x="10266" y="45015"/>
                </a:lnTo>
                <a:lnTo>
                  <a:pt x="10266" y="45015"/>
                </a:lnTo>
                <a:lnTo>
                  <a:pt x="10266" y="45015"/>
                </a:lnTo>
                <a:lnTo>
                  <a:pt x="10266" y="45015"/>
                </a:lnTo>
                <a:lnTo>
                  <a:pt x="10266" y="45015"/>
                </a:lnTo>
                <a:lnTo>
                  <a:pt x="10266" y="45015"/>
                </a:lnTo>
                <a:lnTo>
                  <a:pt x="10266" y="45015"/>
                </a:lnTo>
                <a:lnTo>
                  <a:pt x="10266" y="45015"/>
                </a:lnTo>
                <a:lnTo>
                  <a:pt x="10266" y="45015"/>
                </a:lnTo>
                <a:lnTo>
                  <a:pt x="10266" y="45015"/>
                </a:lnTo>
                <a:lnTo>
                  <a:pt x="10266" y="45015"/>
                </a:lnTo>
                <a:lnTo>
                  <a:pt x="10266" y="45015"/>
                </a:lnTo>
                <a:lnTo>
                  <a:pt x="10267" y="45015"/>
                </a:lnTo>
                <a:lnTo>
                  <a:pt x="10267" y="45015"/>
                </a:lnTo>
                <a:lnTo>
                  <a:pt x="10267" y="45015"/>
                </a:lnTo>
                <a:lnTo>
                  <a:pt x="10267" y="45015"/>
                </a:lnTo>
                <a:lnTo>
                  <a:pt x="10267" y="45015"/>
                </a:lnTo>
                <a:lnTo>
                  <a:pt x="10267" y="45015"/>
                </a:lnTo>
                <a:lnTo>
                  <a:pt x="10267" y="45015"/>
                </a:lnTo>
                <a:lnTo>
                  <a:pt x="10267" y="45015"/>
                </a:lnTo>
                <a:lnTo>
                  <a:pt x="10267" y="45015"/>
                </a:lnTo>
                <a:lnTo>
                  <a:pt x="10267" y="45015"/>
                </a:lnTo>
                <a:lnTo>
                  <a:pt x="10267" y="45015"/>
                </a:lnTo>
                <a:lnTo>
                  <a:pt x="10267" y="45015"/>
                </a:lnTo>
                <a:lnTo>
                  <a:pt x="10268" y="45015"/>
                </a:lnTo>
                <a:lnTo>
                  <a:pt x="10268" y="45015"/>
                </a:lnTo>
                <a:lnTo>
                  <a:pt x="10268" y="45015"/>
                </a:lnTo>
                <a:lnTo>
                  <a:pt x="10268" y="45015"/>
                </a:lnTo>
                <a:lnTo>
                  <a:pt x="10268" y="45015"/>
                </a:lnTo>
                <a:lnTo>
                  <a:pt x="10268" y="45015"/>
                </a:lnTo>
                <a:lnTo>
                  <a:pt x="10268" y="45015"/>
                </a:lnTo>
                <a:lnTo>
                  <a:pt x="10268" y="45015"/>
                </a:lnTo>
                <a:lnTo>
                  <a:pt x="10268" y="45015"/>
                </a:lnTo>
                <a:lnTo>
                  <a:pt x="10268" y="45015"/>
                </a:lnTo>
                <a:lnTo>
                  <a:pt x="10268" y="45015"/>
                </a:lnTo>
                <a:lnTo>
                  <a:pt x="10268" y="45015"/>
                </a:lnTo>
                <a:lnTo>
                  <a:pt x="10268" y="45015"/>
                </a:lnTo>
                <a:lnTo>
                  <a:pt x="10269" y="45015"/>
                </a:lnTo>
                <a:lnTo>
                  <a:pt x="10269" y="45015"/>
                </a:lnTo>
                <a:lnTo>
                  <a:pt x="10269" y="45015"/>
                </a:lnTo>
                <a:lnTo>
                  <a:pt x="10269" y="45015"/>
                </a:lnTo>
                <a:lnTo>
                  <a:pt x="10269" y="45015"/>
                </a:lnTo>
                <a:lnTo>
                  <a:pt x="10269" y="45015"/>
                </a:lnTo>
                <a:lnTo>
                  <a:pt x="10269" y="45015"/>
                </a:lnTo>
                <a:lnTo>
                  <a:pt x="10269" y="45015"/>
                </a:lnTo>
                <a:lnTo>
                  <a:pt x="10269" y="45015"/>
                </a:lnTo>
                <a:lnTo>
                  <a:pt x="10269" y="45015"/>
                </a:lnTo>
                <a:lnTo>
                  <a:pt x="10269" y="45015"/>
                </a:lnTo>
                <a:lnTo>
                  <a:pt x="10269" y="45015"/>
                </a:lnTo>
                <a:lnTo>
                  <a:pt x="10270" y="45015"/>
                </a:lnTo>
                <a:lnTo>
                  <a:pt x="10270" y="45015"/>
                </a:lnTo>
                <a:lnTo>
                  <a:pt x="10270" y="45015"/>
                </a:lnTo>
                <a:lnTo>
                  <a:pt x="10270" y="45015"/>
                </a:lnTo>
                <a:lnTo>
                  <a:pt x="10270" y="45015"/>
                </a:lnTo>
                <a:lnTo>
                  <a:pt x="10270" y="45015"/>
                </a:lnTo>
                <a:lnTo>
                  <a:pt x="10270" y="45015"/>
                </a:lnTo>
                <a:lnTo>
                  <a:pt x="10270" y="45015"/>
                </a:lnTo>
                <a:lnTo>
                  <a:pt x="10270" y="45015"/>
                </a:lnTo>
                <a:lnTo>
                  <a:pt x="10270" y="45015"/>
                </a:lnTo>
                <a:lnTo>
                  <a:pt x="10270" y="45015"/>
                </a:lnTo>
                <a:lnTo>
                  <a:pt x="10270" y="45015"/>
                </a:lnTo>
                <a:lnTo>
                  <a:pt x="10270" y="45015"/>
                </a:lnTo>
                <a:lnTo>
                  <a:pt x="10271" y="45015"/>
                </a:lnTo>
                <a:lnTo>
                  <a:pt x="10271" y="45015"/>
                </a:lnTo>
                <a:lnTo>
                  <a:pt x="10271" y="45015"/>
                </a:lnTo>
                <a:lnTo>
                  <a:pt x="10271" y="45015"/>
                </a:lnTo>
                <a:lnTo>
                  <a:pt x="10271" y="45015"/>
                </a:lnTo>
                <a:lnTo>
                  <a:pt x="10271" y="45015"/>
                </a:lnTo>
                <a:lnTo>
                  <a:pt x="10271" y="45015"/>
                </a:lnTo>
                <a:lnTo>
                  <a:pt x="10271" y="45015"/>
                </a:lnTo>
                <a:lnTo>
                  <a:pt x="10271" y="45015"/>
                </a:lnTo>
                <a:lnTo>
                  <a:pt x="10271" y="45015"/>
                </a:lnTo>
                <a:lnTo>
                  <a:pt x="10271" y="45015"/>
                </a:lnTo>
                <a:lnTo>
                  <a:pt x="10271" y="45015"/>
                </a:lnTo>
                <a:lnTo>
                  <a:pt x="10272" y="45015"/>
                </a:lnTo>
                <a:lnTo>
                  <a:pt x="10272" y="45015"/>
                </a:lnTo>
                <a:lnTo>
                  <a:pt x="10272" y="45015"/>
                </a:lnTo>
                <a:lnTo>
                  <a:pt x="10272" y="45015"/>
                </a:lnTo>
                <a:lnTo>
                  <a:pt x="10272" y="45015"/>
                </a:lnTo>
                <a:lnTo>
                  <a:pt x="10272" y="45015"/>
                </a:lnTo>
                <a:lnTo>
                  <a:pt x="10272" y="45015"/>
                </a:lnTo>
                <a:lnTo>
                  <a:pt x="10272" y="45015"/>
                </a:lnTo>
                <a:lnTo>
                  <a:pt x="10272" y="45015"/>
                </a:lnTo>
                <a:lnTo>
                  <a:pt x="10272" y="45015"/>
                </a:lnTo>
                <a:lnTo>
                  <a:pt x="10272" y="45015"/>
                </a:lnTo>
                <a:lnTo>
                  <a:pt x="10272" y="45015"/>
                </a:lnTo>
                <a:lnTo>
                  <a:pt x="10272" y="45015"/>
                </a:lnTo>
                <a:lnTo>
                  <a:pt x="10273" y="45015"/>
                </a:lnTo>
                <a:lnTo>
                  <a:pt x="10273" y="45015"/>
                </a:lnTo>
                <a:lnTo>
                  <a:pt x="10273" y="45015"/>
                </a:lnTo>
                <a:lnTo>
                  <a:pt x="10273" y="45015"/>
                </a:lnTo>
                <a:lnTo>
                  <a:pt x="10273" y="45015"/>
                </a:lnTo>
                <a:lnTo>
                  <a:pt x="10273" y="45015"/>
                </a:lnTo>
                <a:lnTo>
                  <a:pt x="10273" y="45015"/>
                </a:lnTo>
                <a:lnTo>
                  <a:pt x="10273" y="45015"/>
                </a:lnTo>
                <a:lnTo>
                  <a:pt x="10273" y="45015"/>
                </a:lnTo>
                <a:lnTo>
                  <a:pt x="10273" y="45015"/>
                </a:lnTo>
                <a:lnTo>
                  <a:pt x="10273" y="45015"/>
                </a:lnTo>
                <a:lnTo>
                  <a:pt x="10273" y="45015"/>
                </a:lnTo>
                <a:lnTo>
                  <a:pt x="10274" y="45015"/>
                </a:lnTo>
                <a:lnTo>
                  <a:pt x="10274" y="45015"/>
                </a:lnTo>
                <a:lnTo>
                  <a:pt x="10274" y="45015"/>
                </a:lnTo>
                <a:lnTo>
                  <a:pt x="10274" y="45015"/>
                </a:lnTo>
                <a:lnTo>
                  <a:pt x="10274" y="45015"/>
                </a:lnTo>
                <a:lnTo>
                  <a:pt x="10274" y="45015"/>
                </a:lnTo>
                <a:lnTo>
                  <a:pt x="10274" y="45015"/>
                </a:lnTo>
                <a:lnTo>
                  <a:pt x="10274" y="45015"/>
                </a:lnTo>
                <a:lnTo>
                  <a:pt x="10274" y="45015"/>
                </a:lnTo>
                <a:lnTo>
                  <a:pt x="10274" y="45015"/>
                </a:lnTo>
                <a:lnTo>
                  <a:pt x="10274" y="45015"/>
                </a:lnTo>
                <a:lnTo>
                  <a:pt x="10274" y="45015"/>
                </a:lnTo>
                <a:lnTo>
                  <a:pt x="10275" y="45015"/>
                </a:lnTo>
                <a:lnTo>
                  <a:pt x="10275" y="45015"/>
                </a:lnTo>
                <a:lnTo>
                  <a:pt x="10275" y="45015"/>
                </a:lnTo>
                <a:lnTo>
                  <a:pt x="10275" y="45015"/>
                </a:lnTo>
                <a:lnTo>
                  <a:pt x="10275" y="45015"/>
                </a:lnTo>
                <a:lnTo>
                  <a:pt x="10275" y="45015"/>
                </a:lnTo>
                <a:lnTo>
                  <a:pt x="10275" y="45015"/>
                </a:lnTo>
                <a:lnTo>
                  <a:pt x="10275" y="45015"/>
                </a:lnTo>
                <a:lnTo>
                  <a:pt x="10275" y="45015"/>
                </a:lnTo>
                <a:lnTo>
                  <a:pt x="10275" y="45015"/>
                </a:lnTo>
                <a:lnTo>
                  <a:pt x="10275" y="45015"/>
                </a:lnTo>
                <a:lnTo>
                  <a:pt x="10275" y="45015"/>
                </a:lnTo>
                <a:lnTo>
                  <a:pt x="10275" y="45015"/>
                </a:lnTo>
                <a:lnTo>
                  <a:pt x="10276" y="45015"/>
                </a:lnTo>
                <a:lnTo>
                  <a:pt x="10276" y="45015"/>
                </a:lnTo>
                <a:lnTo>
                  <a:pt x="10276" y="45015"/>
                </a:lnTo>
                <a:lnTo>
                  <a:pt x="10276" y="45015"/>
                </a:lnTo>
                <a:lnTo>
                  <a:pt x="10276" y="45015"/>
                </a:lnTo>
                <a:lnTo>
                  <a:pt x="10276" y="45015"/>
                </a:lnTo>
                <a:lnTo>
                  <a:pt x="10276" y="45015"/>
                </a:lnTo>
                <a:lnTo>
                  <a:pt x="10276" y="45015"/>
                </a:lnTo>
                <a:lnTo>
                  <a:pt x="10276" y="45015"/>
                </a:lnTo>
                <a:lnTo>
                  <a:pt x="10276" y="45015"/>
                </a:lnTo>
                <a:lnTo>
                  <a:pt x="10276" y="45015"/>
                </a:lnTo>
                <a:lnTo>
                  <a:pt x="10276" y="45015"/>
                </a:lnTo>
                <a:lnTo>
                  <a:pt x="10277" y="45015"/>
                </a:lnTo>
                <a:lnTo>
                  <a:pt x="10277" y="45015"/>
                </a:lnTo>
                <a:lnTo>
                  <a:pt x="10277" y="45015"/>
                </a:lnTo>
                <a:lnTo>
                  <a:pt x="10277" y="45015"/>
                </a:lnTo>
                <a:lnTo>
                  <a:pt x="10277" y="45015"/>
                </a:lnTo>
                <a:lnTo>
                  <a:pt x="10277" y="45015"/>
                </a:lnTo>
                <a:lnTo>
                  <a:pt x="10277" y="45015"/>
                </a:lnTo>
                <a:lnTo>
                  <a:pt x="10277" y="45015"/>
                </a:lnTo>
                <a:lnTo>
                  <a:pt x="10277" y="45015"/>
                </a:lnTo>
                <a:lnTo>
                  <a:pt x="10277" y="45015"/>
                </a:lnTo>
                <a:lnTo>
                  <a:pt x="10277" y="45015"/>
                </a:lnTo>
                <a:lnTo>
                  <a:pt x="10277" y="45015"/>
                </a:lnTo>
                <a:lnTo>
                  <a:pt x="10277" y="45015"/>
                </a:lnTo>
                <a:lnTo>
                  <a:pt x="10278" y="45015"/>
                </a:lnTo>
                <a:lnTo>
                  <a:pt x="10278" y="45015"/>
                </a:lnTo>
                <a:lnTo>
                  <a:pt x="10278" y="45015"/>
                </a:lnTo>
                <a:lnTo>
                  <a:pt x="10278" y="45015"/>
                </a:lnTo>
                <a:lnTo>
                  <a:pt x="10278" y="45015"/>
                </a:lnTo>
                <a:lnTo>
                  <a:pt x="10278" y="45015"/>
                </a:lnTo>
                <a:lnTo>
                  <a:pt x="10278" y="45015"/>
                </a:lnTo>
                <a:lnTo>
                  <a:pt x="10278" y="45015"/>
                </a:lnTo>
                <a:lnTo>
                  <a:pt x="10278" y="45015"/>
                </a:lnTo>
                <a:lnTo>
                  <a:pt x="10278" y="45015"/>
                </a:lnTo>
                <a:lnTo>
                  <a:pt x="10278" y="45015"/>
                </a:lnTo>
                <a:lnTo>
                  <a:pt x="10278" y="45015"/>
                </a:lnTo>
                <a:lnTo>
                  <a:pt x="10279" y="45015"/>
                </a:lnTo>
                <a:lnTo>
                  <a:pt x="10279" y="45015"/>
                </a:lnTo>
                <a:lnTo>
                  <a:pt x="10279" y="45015"/>
                </a:lnTo>
                <a:lnTo>
                  <a:pt x="10279" y="45015"/>
                </a:lnTo>
                <a:lnTo>
                  <a:pt x="10279" y="45015"/>
                </a:lnTo>
                <a:lnTo>
                  <a:pt x="10279" y="45015"/>
                </a:lnTo>
                <a:lnTo>
                  <a:pt x="10279" y="45015"/>
                </a:lnTo>
                <a:lnTo>
                  <a:pt x="10279" y="45015"/>
                </a:lnTo>
                <a:lnTo>
                  <a:pt x="10279" y="45015"/>
                </a:lnTo>
                <a:lnTo>
                  <a:pt x="10279" y="45015"/>
                </a:lnTo>
                <a:lnTo>
                  <a:pt x="10279" y="45015"/>
                </a:lnTo>
                <a:lnTo>
                  <a:pt x="10279" y="45015"/>
                </a:lnTo>
                <a:lnTo>
                  <a:pt x="10279" y="45015"/>
                </a:lnTo>
                <a:lnTo>
                  <a:pt x="10280" y="45015"/>
                </a:lnTo>
                <a:lnTo>
                  <a:pt x="10280" y="45015"/>
                </a:lnTo>
                <a:lnTo>
                  <a:pt x="10280" y="45015"/>
                </a:lnTo>
                <a:lnTo>
                  <a:pt x="10280" y="45015"/>
                </a:lnTo>
                <a:lnTo>
                  <a:pt x="10280" y="45015"/>
                </a:lnTo>
                <a:lnTo>
                  <a:pt x="10280" y="45015"/>
                </a:lnTo>
                <a:lnTo>
                  <a:pt x="10280" y="45015"/>
                </a:lnTo>
                <a:lnTo>
                  <a:pt x="10280" y="45015"/>
                </a:lnTo>
                <a:lnTo>
                  <a:pt x="10280" y="45015"/>
                </a:lnTo>
                <a:lnTo>
                  <a:pt x="10280" y="45015"/>
                </a:lnTo>
                <a:lnTo>
                  <a:pt x="10280" y="45015"/>
                </a:lnTo>
                <a:lnTo>
                  <a:pt x="10280" y="45015"/>
                </a:lnTo>
                <a:lnTo>
                  <a:pt x="10281" y="45015"/>
                </a:lnTo>
                <a:lnTo>
                  <a:pt x="10281" y="45015"/>
                </a:lnTo>
                <a:lnTo>
                  <a:pt x="10281" y="45015"/>
                </a:lnTo>
                <a:lnTo>
                  <a:pt x="10281" y="45015"/>
                </a:lnTo>
                <a:lnTo>
                  <a:pt x="10281" y="45015"/>
                </a:lnTo>
                <a:lnTo>
                  <a:pt x="10281" y="45015"/>
                </a:lnTo>
                <a:lnTo>
                  <a:pt x="10281" y="45015"/>
                </a:lnTo>
                <a:lnTo>
                  <a:pt x="10281" y="45015"/>
                </a:lnTo>
                <a:lnTo>
                  <a:pt x="10281" y="45015"/>
                </a:lnTo>
                <a:lnTo>
                  <a:pt x="10281" y="45015"/>
                </a:lnTo>
                <a:lnTo>
                  <a:pt x="10281" y="45015"/>
                </a:lnTo>
                <a:lnTo>
                  <a:pt x="10281" y="45015"/>
                </a:lnTo>
                <a:lnTo>
                  <a:pt x="10281" y="45015"/>
                </a:lnTo>
                <a:lnTo>
                  <a:pt x="10282" y="45015"/>
                </a:lnTo>
                <a:lnTo>
                  <a:pt x="10282" y="45015"/>
                </a:lnTo>
                <a:lnTo>
                  <a:pt x="10282" y="45015"/>
                </a:lnTo>
                <a:lnTo>
                  <a:pt x="10282" y="45015"/>
                </a:lnTo>
                <a:lnTo>
                  <a:pt x="10282" y="45015"/>
                </a:lnTo>
                <a:lnTo>
                  <a:pt x="10282" y="45015"/>
                </a:lnTo>
                <a:lnTo>
                  <a:pt x="10282" y="45015"/>
                </a:lnTo>
                <a:lnTo>
                  <a:pt x="10282" y="45015"/>
                </a:lnTo>
                <a:lnTo>
                  <a:pt x="10282" y="45015"/>
                </a:lnTo>
                <a:lnTo>
                  <a:pt x="10282" y="45015"/>
                </a:lnTo>
                <a:lnTo>
                  <a:pt x="10282" y="45015"/>
                </a:lnTo>
                <a:lnTo>
                  <a:pt x="10282" y="45015"/>
                </a:lnTo>
                <a:lnTo>
                  <a:pt x="10283" y="45015"/>
                </a:lnTo>
                <a:lnTo>
                  <a:pt x="10283" y="45015"/>
                </a:lnTo>
                <a:lnTo>
                  <a:pt x="10283" y="45015"/>
                </a:lnTo>
                <a:lnTo>
                  <a:pt x="10283" y="45015"/>
                </a:lnTo>
                <a:lnTo>
                  <a:pt x="10283" y="45015"/>
                </a:lnTo>
                <a:lnTo>
                  <a:pt x="10283" y="45015"/>
                </a:lnTo>
                <a:lnTo>
                  <a:pt x="10283" y="45015"/>
                </a:lnTo>
                <a:lnTo>
                  <a:pt x="10283" y="45015"/>
                </a:lnTo>
                <a:lnTo>
                  <a:pt x="10283" y="45015"/>
                </a:lnTo>
                <a:lnTo>
                  <a:pt x="10283" y="45015"/>
                </a:lnTo>
                <a:lnTo>
                  <a:pt x="10283" y="45015"/>
                </a:lnTo>
                <a:lnTo>
                  <a:pt x="10283" y="45015"/>
                </a:lnTo>
                <a:lnTo>
                  <a:pt x="10283" y="45015"/>
                </a:lnTo>
                <a:lnTo>
                  <a:pt x="10284" y="45015"/>
                </a:lnTo>
                <a:lnTo>
                  <a:pt x="10284" y="45015"/>
                </a:lnTo>
                <a:lnTo>
                  <a:pt x="10284" y="45015"/>
                </a:lnTo>
                <a:lnTo>
                  <a:pt x="10284" y="45015"/>
                </a:lnTo>
                <a:lnTo>
                  <a:pt x="10284" y="45015"/>
                </a:lnTo>
                <a:lnTo>
                  <a:pt x="10284" y="45015"/>
                </a:lnTo>
                <a:lnTo>
                  <a:pt x="10284" y="45015"/>
                </a:lnTo>
                <a:lnTo>
                  <a:pt x="10284" y="45015"/>
                </a:lnTo>
                <a:lnTo>
                  <a:pt x="10284" y="45015"/>
                </a:lnTo>
                <a:lnTo>
                  <a:pt x="10284" y="45015"/>
                </a:lnTo>
                <a:lnTo>
                  <a:pt x="10284" y="45015"/>
                </a:lnTo>
                <a:lnTo>
                  <a:pt x="10284" y="45015"/>
                </a:lnTo>
                <a:lnTo>
                  <a:pt x="10284" y="45015"/>
                </a:lnTo>
                <a:lnTo>
                  <a:pt x="10285" y="45015"/>
                </a:lnTo>
                <a:lnTo>
                  <a:pt x="10285" y="45015"/>
                </a:lnTo>
                <a:lnTo>
                  <a:pt x="10285" y="45015"/>
                </a:lnTo>
                <a:lnTo>
                  <a:pt x="10285" y="45015"/>
                </a:lnTo>
                <a:lnTo>
                  <a:pt x="10285" y="45015"/>
                </a:lnTo>
                <a:lnTo>
                  <a:pt x="10285" y="45015"/>
                </a:lnTo>
                <a:lnTo>
                  <a:pt x="10285" y="45015"/>
                </a:lnTo>
                <a:lnTo>
                  <a:pt x="10285" y="45015"/>
                </a:lnTo>
                <a:lnTo>
                  <a:pt x="10285" y="45015"/>
                </a:lnTo>
                <a:lnTo>
                  <a:pt x="10285" y="45015"/>
                </a:lnTo>
                <a:lnTo>
                  <a:pt x="10285" y="45015"/>
                </a:lnTo>
                <a:lnTo>
                  <a:pt x="10285" y="45015"/>
                </a:lnTo>
                <a:lnTo>
                  <a:pt x="10286" y="45015"/>
                </a:lnTo>
                <a:lnTo>
                  <a:pt x="10286" y="45015"/>
                </a:lnTo>
                <a:lnTo>
                  <a:pt x="10286" y="45015"/>
                </a:lnTo>
                <a:lnTo>
                  <a:pt x="10286" y="45015"/>
                </a:lnTo>
                <a:lnTo>
                  <a:pt x="10286" y="45015"/>
                </a:lnTo>
                <a:lnTo>
                  <a:pt x="10286" y="45015"/>
                </a:lnTo>
                <a:lnTo>
                  <a:pt x="10286" y="45015"/>
                </a:lnTo>
                <a:lnTo>
                  <a:pt x="10286" y="45015"/>
                </a:lnTo>
                <a:lnTo>
                  <a:pt x="10286" y="45015"/>
                </a:lnTo>
                <a:lnTo>
                  <a:pt x="10286" y="45015"/>
                </a:lnTo>
                <a:lnTo>
                  <a:pt x="10286" y="45015"/>
                </a:lnTo>
                <a:lnTo>
                  <a:pt x="10286" y="45015"/>
                </a:lnTo>
                <a:lnTo>
                  <a:pt x="10286" y="45015"/>
                </a:lnTo>
                <a:lnTo>
                  <a:pt x="10287" y="45015"/>
                </a:lnTo>
                <a:lnTo>
                  <a:pt x="10287" y="45015"/>
                </a:lnTo>
                <a:lnTo>
                  <a:pt x="10287" y="45015"/>
                </a:lnTo>
                <a:lnTo>
                  <a:pt x="10287" y="45015"/>
                </a:lnTo>
                <a:lnTo>
                  <a:pt x="10287" y="45015"/>
                </a:lnTo>
                <a:lnTo>
                  <a:pt x="10287" y="45015"/>
                </a:lnTo>
                <a:lnTo>
                  <a:pt x="10287" y="45015"/>
                </a:lnTo>
                <a:lnTo>
                  <a:pt x="10287" y="45015"/>
                </a:lnTo>
                <a:lnTo>
                  <a:pt x="10287" y="45015"/>
                </a:lnTo>
                <a:lnTo>
                  <a:pt x="10287" y="45015"/>
                </a:lnTo>
                <a:lnTo>
                  <a:pt x="10287" y="45015"/>
                </a:lnTo>
                <a:lnTo>
                  <a:pt x="10287" y="45015"/>
                </a:lnTo>
                <a:lnTo>
                  <a:pt x="10288" y="45015"/>
                </a:lnTo>
                <a:lnTo>
                  <a:pt x="10288" y="45015"/>
                </a:lnTo>
                <a:lnTo>
                  <a:pt x="10288" y="45015"/>
                </a:lnTo>
                <a:lnTo>
                  <a:pt x="10288" y="45015"/>
                </a:lnTo>
                <a:lnTo>
                  <a:pt x="10288" y="45015"/>
                </a:lnTo>
                <a:lnTo>
                  <a:pt x="10288" y="45015"/>
                </a:lnTo>
                <a:lnTo>
                  <a:pt x="10288" y="45015"/>
                </a:lnTo>
                <a:lnTo>
                  <a:pt x="10288" y="45015"/>
                </a:lnTo>
                <a:lnTo>
                  <a:pt x="10288" y="45015"/>
                </a:lnTo>
                <a:lnTo>
                  <a:pt x="10288" y="45015"/>
                </a:lnTo>
                <a:lnTo>
                  <a:pt x="10288" y="45015"/>
                </a:lnTo>
                <a:lnTo>
                  <a:pt x="10288" y="45015"/>
                </a:lnTo>
                <a:lnTo>
                  <a:pt x="10288" y="45015"/>
                </a:lnTo>
                <a:lnTo>
                  <a:pt x="10289" y="45015"/>
                </a:lnTo>
                <a:lnTo>
                  <a:pt x="10289" y="45015"/>
                </a:lnTo>
                <a:lnTo>
                  <a:pt x="10289" y="45015"/>
                </a:lnTo>
                <a:lnTo>
                  <a:pt x="10289" y="45015"/>
                </a:lnTo>
                <a:lnTo>
                  <a:pt x="10289" y="45015"/>
                </a:lnTo>
                <a:lnTo>
                  <a:pt x="10289" y="45015"/>
                </a:lnTo>
                <a:lnTo>
                  <a:pt x="10289" y="45015"/>
                </a:lnTo>
                <a:lnTo>
                  <a:pt x="10289" y="45015"/>
                </a:lnTo>
                <a:lnTo>
                  <a:pt x="10289" y="45015"/>
                </a:lnTo>
                <a:lnTo>
                  <a:pt x="10289" y="45015"/>
                </a:lnTo>
                <a:lnTo>
                  <a:pt x="10289" y="45015"/>
                </a:lnTo>
                <a:lnTo>
                  <a:pt x="10289" y="45015"/>
                </a:lnTo>
                <a:lnTo>
                  <a:pt x="10289" y="45015"/>
                </a:lnTo>
                <a:lnTo>
                  <a:pt x="10290" y="45015"/>
                </a:lnTo>
                <a:lnTo>
                  <a:pt x="10290" y="45015"/>
                </a:lnTo>
                <a:lnTo>
                  <a:pt x="10290" y="45015"/>
                </a:lnTo>
                <a:lnTo>
                  <a:pt x="10290" y="45015"/>
                </a:lnTo>
                <a:lnTo>
                  <a:pt x="10290" y="45015"/>
                </a:lnTo>
                <a:lnTo>
                  <a:pt x="10290" y="45015"/>
                </a:lnTo>
                <a:lnTo>
                  <a:pt x="10290" y="45015"/>
                </a:lnTo>
                <a:lnTo>
                  <a:pt x="10290" y="45015"/>
                </a:lnTo>
                <a:lnTo>
                  <a:pt x="10290" y="45015"/>
                </a:lnTo>
                <a:lnTo>
                  <a:pt x="10290" y="45015"/>
                </a:lnTo>
                <a:lnTo>
                  <a:pt x="10290" y="45015"/>
                </a:lnTo>
                <a:lnTo>
                  <a:pt x="10290" y="45015"/>
                </a:lnTo>
                <a:lnTo>
                  <a:pt x="10291" y="45015"/>
                </a:lnTo>
                <a:lnTo>
                  <a:pt x="10291" y="45015"/>
                </a:lnTo>
                <a:lnTo>
                  <a:pt x="10291" y="45015"/>
                </a:lnTo>
                <a:lnTo>
                  <a:pt x="10291" y="45015"/>
                </a:lnTo>
                <a:lnTo>
                  <a:pt x="10291" y="45015"/>
                </a:lnTo>
                <a:lnTo>
                  <a:pt x="10291" y="45015"/>
                </a:lnTo>
                <a:lnTo>
                  <a:pt x="10291" y="45015"/>
                </a:lnTo>
                <a:lnTo>
                  <a:pt x="10291" y="45015"/>
                </a:lnTo>
                <a:lnTo>
                  <a:pt x="10291" y="45015"/>
                </a:lnTo>
                <a:lnTo>
                  <a:pt x="10291" y="45015"/>
                </a:lnTo>
                <a:lnTo>
                  <a:pt x="10291" y="45015"/>
                </a:lnTo>
                <a:lnTo>
                  <a:pt x="10291" y="45015"/>
                </a:lnTo>
                <a:lnTo>
                  <a:pt x="10291" y="45015"/>
                </a:lnTo>
                <a:lnTo>
                  <a:pt x="10292" y="45015"/>
                </a:lnTo>
                <a:lnTo>
                  <a:pt x="10292" y="45015"/>
                </a:lnTo>
                <a:lnTo>
                  <a:pt x="10292" y="45015"/>
                </a:lnTo>
                <a:lnTo>
                  <a:pt x="10292" y="45015"/>
                </a:lnTo>
                <a:lnTo>
                  <a:pt x="10292" y="45015"/>
                </a:lnTo>
                <a:lnTo>
                  <a:pt x="10292" y="45015"/>
                </a:lnTo>
                <a:lnTo>
                  <a:pt x="10292" y="45015"/>
                </a:lnTo>
                <a:lnTo>
                  <a:pt x="10292" y="45015"/>
                </a:lnTo>
                <a:lnTo>
                  <a:pt x="10292" y="45015"/>
                </a:lnTo>
                <a:lnTo>
                  <a:pt x="10292" y="45015"/>
                </a:lnTo>
                <a:lnTo>
                  <a:pt x="10292" y="45015"/>
                </a:lnTo>
                <a:lnTo>
                  <a:pt x="10292" y="45015"/>
                </a:lnTo>
                <a:lnTo>
                  <a:pt x="10292" y="45015"/>
                </a:lnTo>
                <a:lnTo>
                  <a:pt x="10293" y="45015"/>
                </a:lnTo>
                <a:lnTo>
                  <a:pt x="10293" y="45015"/>
                </a:lnTo>
                <a:lnTo>
                  <a:pt x="10293" y="45015"/>
                </a:lnTo>
                <a:lnTo>
                  <a:pt x="10293" y="45015"/>
                </a:lnTo>
                <a:lnTo>
                  <a:pt x="10293" y="45015"/>
                </a:lnTo>
                <a:lnTo>
                  <a:pt x="10293" y="45015"/>
                </a:lnTo>
                <a:lnTo>
                  <a:pt x="10293" y="45015"/>
                </a:lnTo>
                <a:lnTo>
                  <a:pt x="10293" y="45015"/>
                </a:lnTo>
                <a:lnTo>
                  <a:pt x="10293" y="45015"/>
                </a:lnTo>
                <a:lnTo>
                  <a:pt x="10293" y="45015"/>
                </a:lnTo>
                <a:lnTo>
                  <a:pt x="10293" y="45015"/>
                </a:lnTo>
                <a:lnTo>
                  <a:pt x="10293" y="45015"/>
                </a:lnTo>
                <a:lnTo>
                  <a:pt x="10294" y="45015"/>
                </a:lnTo>
                <a:lnTo>
                  <a:pt x="10294" y="45015"/>
                </a:lnTo>
                <a:lnTo>
                  <a:pt x="10294" y="45015"/>
                </a:lnTo>
                <a:lnTo>
                  <a:pt x="10294" y="45015"/>
                </a:lnTo>
                <a:lnTo>
                  <a:pt x="10294" y="45015"/>
                </a:lnTo>
                <a:lnTo>
                  <a:pt x="10294" y="45015"/>
                </a:lnTo>
                <a:lnTo>
                  <a:pt x="10294" y="45015"/>
                </a:lnTo>
                <a:lnTo>
                  <a:pt x="10294" y="45015"/>
                </a:lnTo>
                <a:lnTo>
                  <a:pt x="10294" y="45015"/>
                </a:lnTo>
                <a:lnTo>
                  <a:pt x="10294" y="45015"/>
                </a:lnTo>
                <a:lnTo>
                  <a:pt x="10294" y="45015"/>
                </a:lnTo>
                <a:lnTo>
                  <a:pt x="10294" y="45015"/>
                </a:lnTo>
                <a:lnTo>
                  <a:pt x="10294" y="45015"/>
                </a:lnTo>
                <a:lnTo>
                  <a:pt x="10295" y="45015"/>
                </a:lnTo>
                <a:lnTo>
                  <a:pt x="10295" y="45015"/>
                </a:lnTo>
                <a:lnTo>
                  <a:pt x="10295" y="45015"/>
                </a:lnTo>
                <a:lnTo>
                  <a:pt x="10295" y="45015"/>
                </a:lnTo>
                <a:lnTo>
                  <a:pt x="10295" y="45015"/>
                </a:lnTo>
                <a:lnTo>
                  <a:pt x="10295" y="45015"/>
                </a:lnTo>
                <a:lnTo>
                  <a:pt x="10295" y="45015"/>
                </a:lnTo>
                <a:lnTo>
                  <a:pt x="10295" y="45015"/>
                </a:lnTo>
                <a:lnTo>
                  <a:pt x="10295" y="45015"/>
                </a:lnTo>
                <a:lnTo>
                  <a:pt x="10295" y="45015"/>
                </a:lnTo>
                <a:lnTo>
                  <a:pt x="10295" y="45015"/>
                </a:lnTo>
                <a:lnTo>
                  <a:pt x="10295" y="45015"/>
                </a:lnTo>
                <a:lnTo>
                  <a:pt x="10295" y="45015"/>
                </a:lnTo>
                <a:lnTo>
                  <a:pt x="10296" y="45015"/>
                </a:lnTo>
                <a:lnTo>
                  <a:pt x="10296" y="45015"/>
                </a:lnTo>
                <a:lnTo>
                  <a:pt x="10296" y="45015"/>
                </a:lnTo>
                <a:lnTo>
                  <a:pt x="10296" y="45015"/>
                </a:lnTo>
                <a:lnTo>
                  <a:pt x="10296" y="45015"/>
                </a:lnTo>
                <a:lnTo>
                  <a:pt x="10296" y="45015"/>
                </a:lnTo>
                <a:lnTo>
                  <a:pt x="10296" y="45015"/>
                </a:lnTo>
                <a:lnTo>
                  <a:pt x="10296" y="45015"/>
                </a:lnTo>
                <a:lnTo>
                  <a:pt x="10296" y="45015"/>
                </a:lnTo>
                <a:lnTo>
                  <a:pt x="10296" y="45015"/>
                </a:lnTo>
                <a:lnTo>
                  <a:pt x="10296" y="45015"/>
                </a:lnTo>
                <a:lnTo>
                  <a:pt x="10296" y="45015"/>
                </a:lnTo>
                <a:lnTo>
                  <a:pt x="10297" y="45015"/>
                </a:lnTo>
                <a:lnTo>
                  <a:pt x="10297" y="45015"/>
                </a:lnTo>
                <a:lnTo>
                  <a:pt x="10297" y="45015"/>
                </a:lnTo>
                <a:lnTo>
                  <a:pt x="10297" y="45015"/>
                </a:lnTo>
                <a:lnTo>
                  <a:pt x="10297" y="45015"/>
                </a:lnTo>
                <a:lnTo>
                  <a:pt x="10297" y="45015"/>
                </a:lnTo>
                <a:lnTo>
                  <a:pt x="10297" y="45015"/>
                </a:lnTo>
                <a:lnTo>
                  <a:pt x="10297" y="45015"/>
                </a:lnTo>
                <a:lnTo>
                  <a:pt x="10297" y="45015"/>
                </a:lnTo>
                <a:lnTo>
                  <a:pt x="10297" y="45015"/>
                </a:lnTo>
                <a:lnTo>
                  <a:pt x="10297" y="45015"/>
                </a:lnTo>
                <a:lnTo>
                  <a:pt x="10297" y="45015"/>
                </a:lnTo>
                <a:lnTo>
                  <a:pt x="10297" y="45015"/>
                </a:lnTo>
                <a:lnTo>
                  <a:pt x="10298" y="45015"/>
                </a:lnTo>
                <a:lnTo>
                  <a:pt x="10298" y="45015"/>
                </a:lnTo>
                <a:lnTo>
                  <a:pt x="10298" y="45015"/>
                </a:lnTo>
                <a:lnTo>
                  <a:pt x="10298" y="45015"/>
                </a:lnTo>
                <a:lnTo>
                  <a:pt x="10298" y="45015"/>
                </a:lnTo>
                <a:lnTo>
                  <a:pt x="10298" y="45015"/>
                </a:lnTo>
                <a:lnTo>
                  <a:pt x="10298" y="45015"/>
                </a:lnTo>
                <a:lnTo>
                  <a:pt x="10298" y="45015"/>
                </a:lnTo>
                <a:lnTo>
                  <a:pt x="10298" y="45015"/>
                </a:lnTo>
                <a:lnTo>
                  <a:pt x="10298" y="45015"/>
                </a:lnTo>
                <a:lnTo>
                  <a:pt x="10298" y="45015"/>
                </a:lnTo>
                <a:lnTo>
                  <a:pt x="10298" y="45015"/>
                </a:lnTo>
                <a:lnTo>
                  <a:pt x="10298" y="45015"/>
                </a:lnTo>
                <a:lnTo>
                  <a:pt x="10299" y="45015"/>
                </a:lnTo>
                <a:lnTo>
                  <a:pt x="10299" y="45015"/>
                </a:lnTo>
                <a:lnTo>
                  <a:pt x="10299" y="45015"/>
                </a:lnTo>
                <a:lnTo>
                  <a:pt x="10299" y="45015"/>
                </a:lnTo>
                <a:lnTo>
                  <a:pt x="10299" y="45015"/>
                </a:lnTo>
                <a:lnTo>
                  <a:pt x="10299" y="45015"/>
                </a:lnTo>
                <a:lnTo>
                  <a:pt x="10299" y="45015"/>
                </a:lnTo>
                <a:lnTo>
                  <a:pt x="10299" y="45015"/>
                </a:lnTo>
                <a:lnTo>
                  <a:pt x="10299" y="45015"/>
                </a:lnTo>
                <a:lnTo>
                  <a:pt x="10299" y="45015"/>
                </a:lnTo>
                <a:lnTo>
                  <a:pt x="10299" y="45015"/>
                </a:lnTo>
                <a:lnTo>
                  <a:pt x="10299" y="45015"/>
                </a:lnTo>
                <a:lnTo>
                  <a:pt x="10299" y="45015"/>
                </a:lnTo>
                <a:lnTo>
                  <a:pt x="10300" y="45015"/>
                </a:lnTo>
                <a:lnTo>
                  <a:pt x="10300" y="45015"/>
                </a:lnTo>
                <a:lnTo>
                  <a:pt x="10300" y="45015"/>
                </a:lnTo>
                <a:lnTo>
                  <a:pt x="10300" y="45015"/>
                </a:lnTo>
                <a:lnTo>
                  <a:pt x="10300" y="45015"/>
                </a:lnTo>
                <a:lnTo>
                  <a:pt x="10300" y="45015"/>
                </a:lnTo>
                <a:lnTo>
                  <a:pt x="10300" y="45015"/>
                </a:lnTo>
                <a:lnTo>
                  <a:pt x="10300" y="45015"/>
                </a:lnTo>
                <a:lnTo>
                  <a:pt x="10300" y="45015"/>
                </a:lnTo>
                <a:lnTo>
                  <a:pt x="10300" y="45015"/>
                </a:lnTo>
                <a:lnTo>
                  <a:pt x="10300" y="45015"/>
                </a:lnTo>
                <a:lnTo>
                  <a:pt x="10300" y="45015"/>
                </a:lnTo>
                <a:lnTo>
                  <a:pt x="10301" y="45015"/>
                </a:lnTo>
                <a:lnTo>
                  <a:pt x="10301" y="45015"/>
                </a:lnTo>
                <a:lnTo>
                  <a:pt x="10301" y="45015"/>
                </a:lnTo>
                <a:lnTo>
                  <a:pt x="10301" y="45015"/>
                </a:lnTo>
                <a:lnTo>
                  <a:pt x="10301" y="45015"/>
                </a:lnTo>
                <a:lnTo>
                  <a:pt x="10301" y="45015"/>
                </a:lnTo>
                <a:lnTo>
                  <a:pt x="10301" y="45015"/>
                </a:lnTo>
                <a:lnTo>
                  <a:pt x="10301" y="45015"/>
                </a:lnTo>
                <a:lnTo>
                  <a:pt x="10301" y="45015"/>
                </a:lnTo>
                <a:lnTo>
                  <a:pt x="10301" y="45015"/>
                </a:lnTo>
                <a:lnTo>
                  <a:pt x="10301" y="45015"/>
                </a:lnTo>
                <a:lnTo>
                  <a:pt x="10301" y="45015"/>
                </a:lnTo>
                <a:lnTo>
                  <a:pt x="10301" y="45015"/>
                </a:lnTo>
                <a:lnTo>
                  <a:pt x="10302" y="45015"/>
                </a:lnTo>
                <a:lnTo>
                  <a:pt x="10302" y="45015"/>
                </a:lnTo>
                <a:lnTo>
                  <a:pt x="10302" y="45015"/>
                </a:lnTo>
                <a:lnTo>
                  <a:pt x="10302" y="45015"/>
                </a:lnTo>
                <a:lnTo>
                  <a:pt x="10302" y="45015"/>
                </a:lnTo>
                <a:lnTo>
                  <a:pt x="10302" y="45015"/>
                </a:lnTo>
                <a:lnTo>
                  <a:pt x="10302" y="45015"/>
                </a:lnTo>
                <a:lnTo>
                  <a:pt x="10302" y="45015"/>
                </a:lnTo>
                <a:lnTo>
                  <a:pt x="10302" y="45015"/>
                </a:lnTo>
                <a:lnTo>
                  <a:pt x="10302" y="45015"/>
                </a:lnTo>
                <a:lnTo>
                  <a:pt x="10302" y="45015"/>
                </a:lnTo>
                <a:lnTo>
                  <a:pt x="10302" y="45015"/>
                </a:lnTo>
                <a:lnTo>
                  <a:pt x="10302" y="45015"/>
                </a:lnTo>
                <a:lnTo>
                  <a:pt x="10303" y="45015"/>
                </a:lnTo>
                <a:lnTo>
                  <a:pt x="10303" y="45015"/>
                </a:lnTo>
                <a:lnTo>
                  <a:pt x="10303" y="45015"/>
                </a:lnTo>
                <a:lnTo>
                  <a:pt x="10303" y="45015"/>
                </a:lnTo>
                <a:lnTo>
                  <a:pt x="10303" y="45015"/>
                </a:lnTo>
                <a:lnTo>
                  <a:pt x="10303" y="45015"/>
                </a:lnTo>
                <a:lnTo>
                  <a:pt x="10303" y="45015"/>
                </a:lnTo>
                <a:lnTo>
                  <a:pt x="10303" y="45015"/>
                </a:lnTo>
                <a:lnTo>
                  <a:pt x="10303" y="45015"/>
                </a:lnTo>
                <a:lnTo>
                  <a:pt x="10303" y="45015"/>
                </a:lnTo>
                <a:lnTo>
                  <a:pt x="10303" y="45015"/>
                </a:lnTo>
                <a:lnTo>
                  <a:pt x="10303" y="45015"/>
                </a:lnTo>
                <a:lnTo>
                  <a:pt x="10303" y="45015"/>
                </a:lnTo>
                <a:lnTo>
                  <a:pt x="10304" y="45015"/>
                </a:lnTo>
                <a:lnTo>
                  <a:pt x="10304" y="45015"/>
                </a:lnTo>
                <a:lnTo>
                  <a:pt x="10304" y="45015"/>
                </a:lnTo>
                <a:lnTo>
                  <a:pt x="10304" y="45015"/>
                </a:lnTo>
                <a:lnTo>
                  <a:pt x="10304" y="45015"/>
                </a:lnTo>
                <a:lnTo>
                  <a:pt x="10304" y="45015"/>
                </a:lnTo>
                <a:lnTo>
                  <a:pt x="10304" y="45015"/>
                </a:lnTo>
                <a:lnTo>
                  <a:pt x="10304" y="45015"/>
                </a:lnTo>
                <a:lnTo>
                  <a:pt x="10304" y="45015"/>
                </a:lnTo>
                <a:lnTo>
                  <a:pt x="10304" y="45015"/>
                </a:lnTo>
                <a:lnTo>
                  <a:pt x="10304" y="45015"/>
                </a:lnTo>
                <a:lnTo>
                  <a:pt x="10304" y="45015"/>
                </a:lnTo>
                <a:lnTo>
                  <a:pt x="10304" y="45015"/>
                </a:lnTo>
                <a:lnTo>
                  <a:pt x="10305" y="45015"/>
                </a:lnTo>
                <a:lnTo>
                  <a:pt x="10305" y="45015"/>
                </a:lnTo>
                <a:lnTo>
                  <a:pt x="10305" y="45015"/>
                </a:lnTo>
                <a:lnTo>
                  <a:pt x="10305" y="45015"/>
                </a:lnTo>
                <a:lnTo>
                  <a:pt x="10305" y="45015"/>
                </a:lnTo>
                <a:lnTo>
                  <a:pt x="10305" y="45015"/>
                </a:lnTo>
                <a:lnTo>
                  <a:pt x="10305" y="45015"/>
                </a:lnTo>
                <a:lnTo>
                  <a:pt x="10305" y="45015"/>
                </a:lnTo>
                <a:lnTo>
                  <a:pt x="10305" y="45015"/>
                </a:lnTo>
                <a:lnTo>
                  <a:pt x="10305" y="45015"/>
                </a:lnTo>
                <a:lnTo>
                  <a:pt x="10305" y="45015"/>
                </a:lnTo>
                <a:lnTo>
                  <a:pt x="10305" y="45015"/>
                </a:lnTo>
                <a:lnTo>
                  <a:pt x="10305" y="45015"/>
                </a:lnTo>
                <a:lnTo>
                  <a:pt x="10306" y="45015"/>
                </a:lnTo>
                <a:lnTo>
                  <a:pt x="10306" y="45015"/>
                </a:lnTo>
                <a:lnTo>
                  <a:pt x="10306" y="45015"/>
                </a:lnTo>
                <a:lnTo>
                  <a:pt x="10306" y="45015"/>
                </a:lnTo>
                <a:lnTo>
                  <a:pt x="10306" y="45015"/>
                </a:lnTo>
                <a:lnTo>
                  <a:pt x="10306" y="45015"/>
                </a:lnTo>
                <a:lnTo>
                  <a:pt x="10306" y="45015"/>
                </a:lnTo>
                <a:lnTo>
                  <a:pt x="10306" y="45015"/>
                </a:lnTo>
                <a:lnTo>
                  <a:pt x="10306" y="45015"/>
                </a:lnTo>
                <a:lnTo>
                  <a:pt x="10306" y="45015"/>
                </a:lnTo>
                <a:lnTo>
                  <a:pt x="10306" y="45015"/>
                </a:lnTo>
                <a:lnTo>
                  <a:pt x="10306" y="45015"/>
                </a:lnTo>
                <a:lnTo>
                  <a:pt x="10307" y="45015"/>
                </a:lnTo>
                <a:lnTo>
                  <a:pt x="10307" y="45015"/>
                </a:lnTo>
                <a:lnTo>
                  <a:pt x="10307" y="45015"/>
                </a:lnTo>
                <a:lnTo>
                  <a:pt x="10307" y="45015"/>
                </a:lnTo>
                <a:lnTo>
                  <a:pt x="10307" y="45015"/>
                </a:lnTo>
                <a:lnTo>
                  <a:pt x="10307" y="45015"/>
                </a:lnTo>
                <a:lnTo>
                  <a:pt x="10307" y="45015"/>
                </a:lnTo>
                <a:lnTo>
                  <a:pt x="10307" y="45015"/>
                </a:lnTo>
                <a:lnTo>
                  <a:pt x="10307" y="45015"/>
                </a:lnTo>
                <a:lnTo>
                  <a:pt x="10307" y="45015"/>
                </a:lnTo>
                <a:lnTo>
                  <a:pt x="10307" y="45015"/>
                </a:lnTo>
                <a:lnTo>
                  <a:pt x="10307" y="45015"/>
                </a:lnTo>
                <a:lnTo>
                  <a:pt x="10307" y="45015"/>
                </a:lnTo>
                <a:lnTo>
                  <a:pt x="10308" y="45015"/>
                </a:lnTo>
                <a:lnTo>
                  <a:pt x="10308" y="45015"/>
                </a:lnTo>
                <a:lnTo>
                  <a:pt x="10308" y="45015"/>
                </a:lnTo>
                <a:lnTo>
                  <a:pt x="10308" y="45015"/>
                </a:lnTo>
                <a:lnTo>
                  <a:pt x="10308" y="45015"/>
                </a:lnTo>
                <a:lnTo>
                  <a:pt x="10308" y="45015"/>
                </a:lnTo>
                <a:lnTo>
                  <a:pt x="10308" y="45015"/>
                </a:lnTo>
                <a:lnTo>
                  <a:pt x="10308" y="45015"/>
                </a:lnTo>
                <a:lnTo>
                  <a:pt x="10308" y="45015"/>
                </a:lnTo>
                <a:lnTo>
                  <a:pt x="10308" y="45015"/>
                </a:lnTo>
                <a:lnTo>
                  <a:pt x="10308" y="45015"/>
                </a:lnTo>
                <a:lnTo>
                  <a:pt x="10308" y="45015"/>
                </a:lnTo>
                <a:lnTo>
                  <a:pt x="10308" y="45015"/>
                </a:lnTo>
                <a:lnTo>
                  <a:pt x="10309" y="45015"/>
                </a:lnTo>
                <a:lnTo>
                  <a:pt x="10309" y="45015"/>
                </a:lnTo>
                <a:lnTo>
                  <a:pt x="10309" y="45015"/>
                </a:lnTo>
                <a:lnTo>
                  <a:pt x="10309" y="45015"/>
                </a:lnTo>
                <a:lnTo>
                  <a:pt x="10309" y="45015"/>
                </a:lnTo>
                <a:lnTo>
                  <a:pt x="10309" y="45015"/>
                </a:lnTo>
                <a:lnTo>
                  <a:pt x="10309" y="45015"/>
                </a:lnTo>
                <a:lnTo>
                  <a:pt x="10309" y="45015"/>
                </a:lnTo>
                <a:lnTo>
                  <a:pt x="10309" y="45015"/>
                </a:lnTo>
                <a:lnTo>
                  <a:pt x="10309" y="45015"/>
                </a:lnTo>
                <a:lnTo>
                  <a:pt x="10309" y="45015"/>
                </a:lnTo>
                <a:lnTo>
                  <a:pt x="10309" y="45015"/>
                </a:lnTo>
                <a:lnTo>
                  <a:pt x="10309" y="45015"/>
                </a:lnTo>
                <a:lnTo>
                  <a:pt x="10310" y="45015"/>
                </a:lnTo>
                <a:lnTo>
                  <a:pt x="10310" y="45015"/>
                </a:lnTo>
                <a:lnTo>
                  <a:pt x="10310" y="45015"/>
                </a:lnTo>
                <a:lnTo>
                  <a:pt x="10310" y="45015"/>
                </a:lnTo>
                <a:lnTo>
                  <a:pt x="10310" y="45015"/>
                </a:lnTo>
                <a:lnTo>
                  <a:pt x="10310" y="45015"/>
                </a:lnTo>
                <a:lnTo>
                  <a:pt x="10310" y="45015"/>
                </a:lnTo>
                <a:lnTo>
                  <a:pt x="10310" y="45015"/>
                </a:lnTo>
                <a:lnTo>
                  <a:pt x="10310" y="45015"/>
                </a:lnTo>
                <a:lnTo>
                  <a:pt x="10310" y="45015"/>
                </a:lnTo>
                <a:lnTo>
                  <a:pt x="10310" y="45015"/>
                </a:lnTo>
                <a:lnTo>
                  <a:pt x="10310" y="45015"/>
                </a:lnTo>
                <a:lnTo>
                  <a:pt x="10310" y="45015"/>
                </a:lnTo>
                <a:lnTo>
                  <a:pt x="10311" y="45015"/>
                </a:lnTo>
                <a:lnTo>
                  <a:pt x="10311" y="45015"/>
                </a:lnTo>
                <a:lnTo>
                  <a:pt x="10311" y="45015"/>
                </a:lnTo>
                <a:lnTo>
                  <a:pt x="10311" y="45015"/>
                </a:lnTo>
                <a:lnTo>
                  <a:pt x="10311" y="45015"/>
                </a:lnTo>
                <a:lnTo>
                  <a:pt x="10311" y="45015"/>
                </a:lnTo>
                <a:lnTo>
                  <a:pt x="10311" y="45015"/>
                </a:lnTo>
                <a:lnTo>
                  <a:pt x="10311" y="45015"/>
                </a:lnTo>
                <a:lnTo>
                  <a:pt x="10311" y="45015"/>
                </a:lnTo>
                <a:lnTo>
                  <a:pt x="10311" y="45015"/>
                </a:lnTo>
                <a:lnTo>
                  <a:pt x="10311" y="45015"/>
                </a:lnTo>
                <a:lnTo>
                  <a:pt x="10311" y="45015"/>
                </a:lnTo>
                <a:lnTo>
                  <a:pt x="10311" y="45015"/>
                </a:lnTo>
                <a:lnTo>
                  <a:pt x="10312" y="45015"/>
                </a:lnTo>
                <a:lnTo>
                  <a:pt x="10312" y="45015"/>
                </a:lnTo>
                <a:lnTo>
                  <a:pt x="10312" y="45015"/>
                </a:lnTo>
                <a:lnTo>
                  <a:pt x="10312" y="45015"/>
                </a:lnTo>
                <a:lnTo>
                  <a:pt x="10312" y="45015"/>
                </a:lnTo>
                <a:lnTo>
                  <a:pt x="10312" y="45015"/>
                </a:lnTo>
                <a:lnTo>
                  <a:pt x="10312" y="45015"/>
                </a:lnTo>
                <a:lnTo>
                  <a:pt x="10312" y="45015"/>
                </a:lnTo>
                <a:lnTo>
                  <a:pt x="10312" y="45015"/>
                </a:lnTo>
                <a:lnTo>
                  <a:pt x="10312" y="45015"/>
                </a:lnTo>
                <a:lnTo>
                  <a:pt x="10312" y="45015"/>
                </a:lnTo>
                <a:lnTo>
                  <a:pt x="10312" y="45015"/>
                </a:lnTo>
                <a:lnTo>
                  <a:pt x="10312" y="45015"/>
                </a:lnTo>
                <a:lnTo>
                  <a:pt x="10313" y="45015"/>
                </a:lnTo>
                <a:lnTo>
                  <a:pt x="10313" y="45015"/>
                </a:lnTo>
                <a:lnTo>
                  <a:pt x="10313" y="45015"/>
                </a:lnTo>
                <a:lnTo>
                  <a:pt x="10313" y="45015"/>
                </a:lnTo>
                <a:lnTo>
                  <a:pt x="10313" y="45015"/>
                </a:lnTo>
                <a:lnTo>
                  <a:pt x="10313" y="45015"/>
                </a:lnTo>
                <a:lnTo>
                  <a:pt x="10313" y="45015"/>
                </a:lnTo>
                <a:lnTo>
                  <a:pt x="10313" y="45015"/>
                </a:lnTo>
                <a:lnTo>
                  <a:pt x="10313" y="45015"/>
                </a:lnTo>
                <a:lnTo>
                  <a:pt x="10313" y="45015"/>
                </a:lnTo>
                <a:lnTo>
                  <a:pt x="10313" y="45015"/>
                </a:lnTo>
                <a:lnTo>
                  <a:pt x="10313" y="45015"/>
                </a:lnTo>
                <a:lnTo>
                  <a:pt x="10313" y="45015"/>
                </a:lnTo>
                <a:lnTo>
                  <a:pt x="10314" y="45015"/>
                </a:lnTo>
                <a:lnTo>
                  <a:pt x="10314" y="45015"/>
                </a:lnTo>
                <a:lnTo>
                  <a:pt x="10314" y="45015"/>
                </a:lnTo>
                <a:lnTo>
                  <a:pt x="10314" y="45015"/>
                </a:lnTo>
                <a:lnTo>
                  <a:pt x="10314" y="45015"/>
                </a:lnTo>
                <a:lnTo>
                  <a:pt x="10314" y="45015"/>
                </a:lnTo>
                <a:lnTo>
                  <a:pt x="10314" y="45015"/>
                </a:lnTo>
                <a:lnTo>
                  <a:pt x="10314" y="45015"/>
                </a:lnTo>
                <a:lnTo>
                  <a:pt x="10314" y="45015"/>
                </a:lnTo>
                <a:lnTo>
                  <a:pt x="10314" y="45015"/>
                </a:lnTo>
                <a:lnTo>
                  <a:pt x="10314" y="45015"/>
                </a:lnTo>
                <a:lnTo>
                  <a:pt x="10314" y="45015"/>
                </a:lnTo>
                <a:lnTo>
                  <a:pt x="10314" y="45015"/>
                </a:lnTo>
                <a:lnTo>
                  <a:pt x="10315" y="45015"/>
                </a:lnTo>
                <a:lnTo>
                  <a:pt x="10315" y="45015"/>
                </a:lnTo>
                <a:lnTo>
                  <a:pt x="10315" y="45015"/>
                </a:lnTo>
                <a:lnTo>
                  <a:pt x="10315" y="45015"/>
                </a:lnTo>
                <a:lnTo>
                  <a:pt x="10315" y="45015"/>
                </a:lnTo>
                <a:lnTo>
                  <a:pt x="10315" y="45015"/>
                </a:lnTo>
                <a:lnTo>
                  <a:pt x="10315" y="45015"/>
                </a:lnTo>
                <a:lnTo>
                  <a:pt x="10315" y="45015"/>
                </a:lnTo>
                <a:lnTo>
                  <a:pt x="10315" y="45015"/>
                </a:lnTo>
                <a:lnTo>
                  <a:pt x="10315" y="45015"/>
                </a:lnTo>
                <a:lnTo>
                  <a:pt x="10315" y="45015"/>
                </a:lnTo>
                <a:lnTo>
                  <a:pt x="10315" y="45015"/>
                </a:lnTo>
                <a:lnTo>
                  <a:pt x="10315" y="45015"/>
                </a:lnTo>
                <a:lnTo>
                  <a:pt x="10316" y="45015"/>
                </a:lnTo>
                <a:lnTo>
                  <a:pt x="10316" y="45015"/>
                </a:lnTo>
                <a:lnTo>
                  <a:pt x="10316" y="45015"/>
                </a:lnTo>
                <a:lnTo>
                  <a:pt x="10316" y="45015"/>
                </a:lnTo>
                <a:lnTo>
                  <a:pt x="10316" y="45015"/>
                </a:lnTo>
                <a:lnTo>
                  <a:pt x="10316" y="45015"/>
                </a:lnTo>
                <a:lnTo>
                  <a:pt x="10316" y="45015"/>
                </a:lnTo>
                <a:lnTo>
                  <a:pt x="10316" y="45015"/>
                </a:lnTo>
                <a:lnTo>
                  <a:pt x="10316" y="45015"/>
                </a:lnTo>
                <a:lnTo>
                  <a:pt x="10316" y="45015"/>
                </a:lnTo>
                <a:lnTo>
                  <a:pt x="10316" y="45015"/>
                </a:lnTo>
                <a:lnTo>
                  <a:pt x="10316" y="45015"/>
                </a:lnTo>
                <a:lnTo>
                  <a:pt x="10316" y="45015"/>
                </a:lnTo>
                <a:lnTo>
                  <a:pt x="10317" y="45015"/>
                </a:lnTo>
                <a:lnTo>
                  <a:pt x="10317" y="45015"/>
                </a:lnTo>
                <a:lnTo>
                  <a:pt x="10317" y="45015"/>
                </a:lnTo>
                <a:lnTo>
                  <a:pt x="10317" y="45015"/>
                </a:lnTo>
                <a:lnTo>
                  <a:pt x="10317" y="45015"/>
                </a:lnTo>
                <a:lnTo>
                  <a:pt x="10317" y="45015"/>
                </a:lnTo>
                <a:lnTo>
                  <a:pt x="10317" y="45015"/>
                </a:lnTo>
                <a:lnTo>
                  <a:pt x="10317" y="45015"/>
                </a:lnTo>
                <a:lnTo>
                  <a:pt x="10317" y="45015"/>
                </a:lnTo>
                <a:lnTo>
                  <a:pt x="10317" y="45015"/>
                </a:lnTo>
                <a:lnTo>
                  <a:pt x="10317" y="45015"/>
                </a:lnTo>
                <a:lnTo>
                  <a:pt x="10317" y="45015"/>
                </a:lnTo>
                <a:lnTo>
                  <a:pt x="10317" y="45015"/>
                </a:lnTo>
                <a:lnTo>
                  <a:pt x="10318" y="45015"/>
                </a:lnTo>
                <a:lnTo>
                  <a:pt x="10318" y="45015"/>
                </a:lnTo>
                <a:lnTo>
                  <a:pt x="10318" y="45015"/>
                </a:lnTo>
                <a:lnTo>
                  <a:pt x="10318" y="45015"/>
                </a:lnTo>
                <a:lnTo>
                  <a:pt x="10318" y="45015"/>
                </a:lnTo>
                <a:lnTo>
                  <a:pt x="10318" y="45015"/>
                </a:lnTo>
                <a:lnTo>
                  <a:pt x="10318" y="45015"/>
                </a:lnTo>
                <a:lnTo>
                  <a:pt x="10318" y="45015"/>
                </a:lnTo>
                <a:lnTo>
                  <a:pt x="10318" y="45015"/>
                </a:lnTo>
                <a:lnTo>
                  <a:pt x="10318" y="45015"/>
                </a:lnTo>
                <a:lnTo>
                  <a:pt x="10318" y="45015"/>
                </a:lnTo>
                <a:lnTo>
                  <a:pt x="10318" y="45015"/>
                </a:lnTo>
                <a:lnTo>
                  <a:pt x="10318" y="45015"/>
                </a:lnTo>
                <a:lnTo>
                  <a:pt x="10319" y="45015"/>
                </a:lnTo>
                <a:lnTo>
                  <a:pt x="10319" y="45015"/>
                </a:lnTo>
                <a:lnTo>
                  <a:pt x="10319" y="45015"/>
                </a:lnTo>
                <a:lnTo>
                  <a:pt x="10319" y="45015"/>
                </a:lnTo>
                <a:lnTo>
                  <a:pt x="10319" y="45015"/>
                </a:lnTo>
                <a:lnTo>
                  <a:pt x="10319" y="45015"/>
                </a:lnTo>
                <a:lnTo>
                  <a:pt x="10319" y="45015"/>
                </a:lnTo>
                <a:lnTo>
                  <a:pt x="10319" y="45015"/>
                </a:lnTo>
                <a:lnTo>
                  <a:pt x="10319" y="45015"/>
                </a:lnTo>
                <a:lnTo>
                  <a:pt x="10319" y="45015"/>
                </a:lnTo>
                <a:lnTo>
                  <a:pt x="10319" y="45015"/>
                </a:lnTo>
                <a:lnTo>
                  <a:pt x="10319" y="45015"/>
                </a:lnTo>
                <a:lnTo>
                  <a:pt x="10319" y="45015"/>
                </a:lnTo>
                <a:lnTo>
                  <a:pt x="10320" y="45015"/>
                </a:lnTo>
                <a:lnTo>
                  <a:pt x="10320" y="45015"/>
                </a:lnTo>
                <a:lnTo>
                  <a:pt x="10320" y="45015"/>
                </a:lnTo>
                <a:lnTo>
                  <a:pt x="10320" y="45015"/>
                </a:lnTo>
                <a:lnTo>
                  <a:pt x="10320" y="45015"/>
                </a:lnTo>
                <a:lnTo>
                  <a:pt x="10320" y="45015"/>
                </a:lnTo>
                <a:lnTo>
                  <a:pt x="10320" y="45015"/>
                </a:lnTo>
                <a:lnTo>
                  <a:pt x="10320" y="45015"/>
                </a:lnTo>
                <a:lnTo>
                  <a:pt x="10320" y="45015"/>
                </a:lnTo>
                <a:lnTo>
                  <a:pt x="10320" y="45015"/>
                </a:lnTo>
                <a:lnTo>
                  <a:pt x="10320" y="45015"/>
                </a:lnTo>
                <a:lnTo>
                  <a:pt x="10320" y="45015"/>
                </a:lnTo>
                <a:lnTo>
                  <a:pt x="10320" y="45015"/>
                </a:lnTo>
                <a:lnTo>
                  <a:pt x="10321" y="45015"/>
                </a:lnTo>
                <a:lnTo>
                  <a:pt x="10321" y="45015"/>
                </a:lnTo>
                <a:lnTo>
                  <a:pt x="10321" y="45015"/>
                </a:lnTo>
                <a:lnTo>
                  <a:pt x="10321" y="45015"/>
                </a:lnTo>
                <a:lnTo>
                  <a:pt x="10321" y="45015"/>
                </a:lnTo>
                <a:lnTo>
                  <a:pt x="10321" y="45015"/>
                </a:lnTo>
                <a:lnTo>
                  <a:pt x="10321" y="45015"/>
                </a:lnTo>
                <a:lnTo>
                  <a:pt x="10321" y="45015"/>
                </a:lnTo>
                <a:lnTo>
                  <a:pt x="10321" y="45015"/>
                </a:lnTo>
                <a:lnTo>
                  <a:pt x="10321" y="45015"/>
                </a:lnTo>
                <a:lnTo>
                  <a:pt x="10321" y="45015"/>
                </a:lnTo>
                <a:lnTo>
                  <a:pt x="10321" y="45015"/>
                </a:lnTo>
                <a:lnTo>
                  <a:pt x="10321" y="45015"/>
                </a:lnTo>
                <a:lnTo>
                  <a:pt x="10322" y="45015"/>
                </a:lnTo>
                <a:lnTo>
                  <a:pt x="10322" y="45015"/>
                </a:lnTo>
                <a:lnTo>
                  <a:pt x="10322" y="45015"/>
                </a:lnTo>
                <a:lnTo>
                  <a:pt x="10322" y="45015"/>
                </a:lnTo>
                <a:lnTo>
                  <a:pt x="10322" y="45015"/>
                </a:lnTo>
                <a:lnTo>
                  <a:pt x="10322" y="45015"/>
                </a:lnTo>
                <a:lnTo>
                  <a:pt x="10322" y="45015"/>
                </a:lnTo>
                <a:lnTo>
                  <a:pt x="10322" y="45015"/>
                </a:lnTo>
                <a:lnTo>
                  <a:pt x="10322" y="45015"/>
                </a:lnTo>
                <a:lnTo>
                  <a:pt x="10322" y="45015"/>
                </a:lnTo>
                <a:lnTo>
                  <a:pt x="10322" y="45015"/>
                </a:lnTo>
                <a:lnTo>
                  <a:pt x="10322" y="45015"/>
                </a:lnTo>
                <a:lnTo>
                  <a:pt x="10322" y="45015"/>
                </a:lnTo>
                <a:lnTo>
                  <a:pt x="10323" y="45015"/>
                </a:lnTo>
                <a:lnTo>
                  <a:pt x="10323" y="45015"/>
                </a:lnTo>
                <a:lnTo>
                  <a:pt x="10323" y="45015"/>
                </a:lnTo>
                <a:lnTo>
                  <a:pt x="10323" y="45015"/>
                </a:lnTo>
                <a:lnTo>
                  <a:pt x="10323" y="45015"/>
                </a:lnTo>
                <a:lnTo>
                  <a:pt x="10323" y="45015"/>
                </a:lnTo>
                <a:lnTo>
                  <a:pt x="10323" y="45015"/>
                </a:lnTo>
                <a:lnTo>
                  <a:pt x="10323" y="45015"/>
                </a:lnTo>
                <a:lnTo>
                  <a:pt x="10323" y="45015"/>
                </a:lnTo>
                <a:lnTo>
                  <a:pt x="10323" y="45015"/>
                </a:lnTo>
                <a:lnTo>
                  <a:pt x="10323" y="45015"/>
                </a:lnTo>
                <a:lnTo>
                  <a:pt x="10323" y="45015"/>
                </a:lnTo>
                <a:lnTo>
                  <a:pt x="10323" y="45015"/>
                </a:lnTo>
                <a:lnTo>
                  <a:pt x="10324" y="45015"/>
                </a:lnTo>
                <a:lnTo>
                  <a:pt x="10324" y="45015"/>
                </a:lnTo>
                <a:lnTo>
                  <a:pt x="10324" y="45015"/>
                </a:lnTo>
                <a:lnTo>
                  <a:pt x="10324" y="45015"/>
                </a:lnTo>
                <a:lnTo>
                  <a:pt x="10324" y="45015"/>
                </a:lnTo>
                <a:lnTo>
                  <a:pt x="10324" y="45015"/>
                </a:lnTo>
                <a:lnTo>
                  <a:pt x="10324" y="45015"/>
                </a:lnTo>
                <a:lnTo>
                  <a:pt x="10324" y="45015"/>
                </a:lnTo>
                <a:lnTo>
                  <a:pt x="10324" y="45015"/>
                </a:lnTo>
                <a:lnTo>
                  <a:pt x="10324" y="45015"/>
                </a:lnTo>
                <a:lnTo>
                  <a:pt x="10324" y="45015"/>
                </a:lnTo>
                <a:lnTo>
                  <a:pt x="10324" y="45015"/>
                </a:lnTo>
                <a:lnTo>
                  <a:pt x="10324" y="45015"/>
                </a:lnTo>
                <a:lnTo>
                  <a:pt x="10325" y="45015"/>
                </a:lnTo>
                <a:lnTo>
                  <a:pt x="10325" y="45015"/>
                </a:lnTo>
                <a:lnTo>
                  <a:pt x="10325" y="45015"/>
                </a:lnTo>
                <a:lnTo>
                  <a:pt x="10325" y="45015"/>
                </a:lnTo>
                <a:lnTo>
                  <a:pt x="10325" y="45015"/>
                </a:lnTo>
                <a:lnTo>
                  <a:pt x="10325" y="45015"/>
                </a:lnTo>
                <a:lnTo>
                  <a:pt x="10325" y="45015"/>
                </a:lnTo>
                <a:lnTo>
                  <a:pt x="10325" y="45015"/>
                </a:lnTo>
                <a:lnTo>
                  <a:pt x="10325" y="45015"/>
                </a:lnTo>
                <a:lnTo>
                  <a:pt x="10325" y="45015"/>
                </a:lnTo>
                <a:lnTo>
                  <a:pt x="10325" y="45015"/>
                </a:lnTo>
                <a:lnTo>
                  <a:pt x="10325" y="45015"/>
                </a:lnTo>
                <a:lnTo>
                  <a:pt x="10325" y="45015"/>
                </a:lnTo>
                <a:lnTo>
                  <a:pt x="10326" y="45015"/>
                </a:lnTo>
                <a:lnTo>
                  <a:pt x="10326" y="45015"/>
                </a:lnTo>
                <a:lnTo>
                  <a:pt x="10326" y="45015"/>
                </a:lnTo>
                <a:lnTo>
                  <a:pt x="10326" y="45015"/>
                </a:lnTo>
                <a:lnTo>
                  <a:pt x="10326" y="45015"/>
                </a:lnTo>
                <a:lnTo>
                  <a:pt x="10326" y="45015"/>
                </a:lnTo>
                <a:lnTo>
                  <a:pt x="10326" y="45015"/>
                </a:lnTo>
                <a:lnTo>
                  <a:pt x="10326" y="45015"/>
                </a:lnTo>
                <a:lnTo>
                  <a:pt x="10326" y="45015"/>
                </a:lnTo>
                <a:lnTo>
                  <a:pt x="10326" y="45015"/>
                </a:lnTo>
                <a:lnTo>
                  <a:pt x="10326" y="45015"/>
                </a:lnTo>
                <a:lnTo>
                  <a:pt x="10326" y="45015"/>
                </a:lnTo>
                <a:lnTo>
                  <a:pt x="10326" y="45015"/>
                </a:lnTo>
                <a:lnTo>
                  <a:pt x="10327" y="45015"/>
                </a:lnTo>
                <a:lnTo>
                  <a:pt x="10327" y="45015"/>
                </a:lnTo>
                <a:lnTo>
                  <a:pt x="10327" y="45015"/>
                </a:lnTo>
                <a:lnTo>
                  <a:pt x="10327" y="45015"/>
                </a:lnTo>
                <a:lnTo>
                  <a:pt x="10327" y="45015"/>
                </a:lnTo>
                <a:lnTo>
                  <a:pt x="10327" y="45015"/>
                </a:lnTo>
                <a:lnTo>
                  <a:pt x="10327" y="45015"/>
                </a:lnTo>
                <a:lnTo>
                  <a:pt x="10327" y="45015"/>
                </a:lnTo>
                <a:lnTo>
                  <a:pt x="10327" y="45015"/>
                </a:lnTo>
                <a:lnTo>
                  <a:pt x="10327" y="45015"/>
                </a:lnTo>
                <a:lnTo>
                  <a:pt x="10327" y="45015"/>
                </a:lnTo>
                <a:lnTo>
                  <a:pt x="10327" y="45015"/>
                </a:lnTo>
                <a:lnTo>
                  <a:pt x="10327" y="45015"/>
                </a:lnTo>
                <a:lnTo>
                  <a:pt x="10328" y="45015"/>
                </a:lnTo>
                <a:lnTo>
                  <a:pt x="10328" y="45015"/>
                </a:lnTo>
                <a:lnTo>
                  <a:pt x="10328" y="45015"/>
                </a:lnTo>
                <a:lnTo>
                  <a:pt x="10328" y="45015"/>
                </a:lnTo>
                <a:lnTo>
                  <a:pt x="10328" y="45015"/>
                </a:lnTo>
                <a:lnTo>
                  <a:pt x="10328" y="45015"/>
                </a:lnTo>
                <a:lnTo>
                  <a:pt x="10328" y="45015"/>
                </a:lnTo>
                <a:lnTo>
                  <a:pt x="10328" y="45015"/>
                </a:lnTo>
                <a:lnTo>
                  <a:pt x="10328" y="45015"/>
                </a:lnTo>
                <a:lnTo>
                  <a:pt x="10328" y="45015"/>
                </a:lnTo>
                <a:lnTo>
                  <a:pt x="10328" y="45015"/>
                </a:lnTo>
                <a:lnTo>
                  <a:pt x="10328" y="45015"/>
                </a:lnTo>
                <a:lnTo>
                  <a:pt x="10328" y="45015"/>
                </a:lnTo>
                <a:lnTo>
                  <a:pt x="10328" y="45015"/>
                </a:lnTo>
                <a:lnTo>
                  <a:pt x="10329" y="45015"/>
                </a:lnTo>
                <a:lnTo>
                  <a:pt x="10329" y="45015"/>
                </a:lnTo>
                <a:lnTo>
                  <a:pt x="10329" y="45015"/>
                </a:lnTo>
                <a:lnTo>
                  <a:pt x="10329" y="45015"/>
                </a:lnTo>
                <a:lnTo>
                  <a:pt x="10329" y="45015"/>
                </a:lnTo>
                <a:lnTo>
                  <a:pt x="10329" y="45015"/>
                </a:lnTo>
                <a:lnTo>
                  <a:pt x="10329" y="45015"/>
                </a:lnTo>
                <a:lnTo>
                  <a:pt x="10329" y="45015"/>
                </a:lnTo>
                <a:lnTo>
                  <a:pt x="10329" y="45015"/>
                </a:lnTo>
                <a:lnTo>
                  <a:pt x="10329" y="45015"/>
                </a:lnTo>
                <a:lnTo>
                  <a:pt x="10329" y="45015"/>
                </a:lnTo>
                <a:lnTo>
                  <a:pt x="10329" y="45015"/>
                </a:lnTo>
                <a:lnTo>
                  <a:pt x="10329" y="45015"/>
                </a:lnTo>
                <a:lnTo>
                  <a:pt x="10330" y="45015"/>
                </a:lnTo>
                <a:lnTo>
                  <a:pt x="10330" y="45015"/>
                </a:lnTo>
                <a:lnTo>
                  <a:pt x="10330" y="45015"/>
                </a:lnTo>
                <a:lnTo>
                  <a:pt x="10330" y="45015"/>
                </a:lnTo>
                <a:lnTo>
                  <a:pt x="10330" y="45015"/>
                </a:lnTo>
                <a:lnTo>
                  <a:pt x="10330" y="45015"/>
                </a:lnTo>
                <a:lnTo>
                  <a:pt x="10330" y="45015"/>
                </a:lnTo>
                <a:lnTo>
                  <a:pt x="10330" y="45015"/>
                </a:lnTo>
                <a:lnTo>
                  <a:pt x="10330" y="45015"/>
                </a:lnTo>
                <a:lnTo>
                  <a:pt x="10330" y="45015"/>
                </a:lnTo>
                <a:lnTo>
                  <a:pt x="10330" y="45015"/>
                </a:lnTo>
                <a:lnTo>
                  <a:pt x="10330" y="45015"/>
                </a:lnTo>
                <a:lnTo>
                  <a:pt x="10330" y="45015"/>
                </a:lnTo>
                <a:lnTo>
                  <a:pt x="10331" y="45015"/>
                </a:lnTo>
                <a:lnTo>
                  <a:pt x="10331" y="45015"/>
                </a:lnTo>
                <a:lnTo>
                  <a:pt x="10331" y="45015"/>
                </a:lnTo>
                <a:lnTo>
                  <a:pt x="10331" y="45015"/>
                </a:lnTo>
                <a:lnTo>
                  <a:pt x="10331" y="45015"/>
                </a:lnTo>
                <a:lnTo>
                  <a:pt x="10331" y="45015"/>
                </a:lnTo>
                <a:lnTo>
                  <a:pt x="10331" y="45015"/>
                </a:lnTo>
                <a:lnTo>
                  <a:pt x="10331" y="45015"/>
                </a:lnTo>
                <a:lnTo>
                  <a:pt x="10331" y="45015"/>
                </a:lnTo>
                <a:lnTo>
                  <a:pt x="10331" y="45015"/>
                </a:lnTo>
                <a:lnTo>
                  <a:pt x="10331" y="45015"/>
                </a:lnTo>
                <a:lnTo>
                  <a:pt x="10331" y="45015"/>
                </a:lnTo>
                <a:lnTo>
                  <a:pt x="10331" y="45015"/>
                </a:lnTo>
                <a:lnTo>
                  <a:pt x="10332" y="45015"/>
                </a:lnTo>
                <a:lnTo>
                  <a:pt x="10332" y="45015"/>
                </a:lnTo>
                <a:lnTo>
                  <a:pt x="10332" y="45015"/>
                </a:lnTo>
                <a:lnTo>
                  <a:pt x="10332" y="45015"/>
                </a:lnTo>
                <a:lnTo>
                  <a:pt x="10332" y="45015"/>
                </a:lnTo>
                <a:lnTo>
                  <a:pt x="10332" y="45015"/>
                </a:lnTo>
                <a:lnTo>
                  <a:pt x="10332" y="45015"/>
                </a:lnTo>
                <a:lnTo>
                  <a:pt x="10332" y="45015"/>
                </a:lnTo>
                <a:lnTo>
                  <a:pt x="10332" y="45015"/>
                </a:lnTo>
                <a:lnTo>
                  <a:pt x="10332" y="45015"/>
                </a:lnTo>
                <a:lnTo>
                  <a:pt x="10332" y="45015"/>
                </a:lnTo>
                <a:lnTo>
                  <a:pt x="10332" y="45015"/>
                </a:lnTo>
                <a:lnTo>
                  <a:pt x="10332" y="45015"/>
                </a:lnTo>
                <a:lnTo>
                  <a:pt x="10333" y="45015"/>
                </a:lnTo>
                <a:lnTo>
                  <a:pt x="10333" y="45015"/>
                </a:lnTo>
                <a:lnTo>
                  <a:pt x="10333" y="45015"/>
                </a:lnTo>
                <a:lnTo>
                  <a:pt x="10333" y="45015"/>
                </a:lnTo>
                <a:lnTo>
                  <a:pt x="10333" y="45015"/>
                </a:lnTo>
                <a:lnTo>
                  <a:pt x="10333" y="45015"/>
                </a:lnTo>
                <a:lnTo>
                  <a:pt x="10333" y="45015"/>
                </a:lnTo>
                <a:lnTo>
                  <a:pt x="10333" y="45015"/>
                </a:lnTo>
                <a:lnTo>
                  <a:pt x="10333" y="45015"/>
                </a:lnTo>
                <a:lnTo>
                  <a:pt x="10333" y="45015"/>
                </a:lnTo>
                <a:lnTo>
                  <a:pt x="10333" y="45015"/>
                </a:lnTo>
                <a:lnTo>
                  <a:pt x="10333" y="45015"/>
                </a:lnTo>
                <a:lnTo>
                  <a:pt x="10333" y="45015"/>
                </a:lnTo>
                <a:lnTo>
                  <a:pt x="10333" y="45015"/>
                </a:lnTo>
                <a:lnTo>
                  <a:pt x="10334" y="45015"/>
                </a:lnTo>
                <a:lnTo>
                  <a:pt x="10334" y="45015"/>
                </a:lnTo>
                <a:lnTo>
                  <a:pt x="10334" y="45015"/>
                </a:lnTo>
                <a:lnTo>
                  <a:pt x="10334" y="45015"/>
                </a:lnTo>
                <a:lnTo>
                  <a:pt x="10334" y="45015"/>
                </a:lnTo>
                <a:lnTo>
                  <a:pt x="10334" y="45015"/>
                </a:lnTo>
                <a:lnTo>
                  <a:pt x="10334" y="45015"/>
                </a:lnTo>
                <a:lnTo>
                  <a:pt x="10334" y="45015"/>
                </a:lnTo>
                <a:lnTo>
                  <a:pt x="10334" y="45015"/>
                </a:lnTo>
                <a:lnTo>
                  <a:pt x="10334" y="45015"/>
                </a:lnTo>
                <a:lnTo>
                  <a:pt x="10334" y="45015"/>
                </a:lnTo>
                <a:lnTo>
                  <a:pt x="10334" y="45015"/>
                </a:lnTo>
                <a:lnTo>
                  <a:pt x="10334" y="45015"/>
                </a:lnTo>
                <a:lnTo>
                  <a:pt x="10335" y="45015"/>
                </a:lnTo>
                <a:lnTo>
                  <a:pt x="10335" y="45015"/>
                </a:lnTo>
                <a:lnTo>
                  <a:pt x="10335" y="45015"/>
                </a:lnTo>
                <a:lnTo>
                  <a:pt x="10335" y="45015"/>
                </a:lnTo>
                <a:lnTo>
                  <a:pt x="10335" y="45015"/>
                </a:lnTo>
                <a:lnTo>
                  <a:pt x="10335" y="45015"/>
                </a:lnTo>
                <a:lnTo>
                  <a:pt x="10335" y="45015"/>
                </a:lnTo>
                <a:lnTo>
                  <a:pt x="10335" y="45015"/>
                </a:lnTo>
                <a:lnTo>
                  <a:pt x="10335" y="45015"/>
                </a:lnTo>
                <a:lnTo>
                  <a:pt x="10335" y="45015"/>
                </a:lnTo>
                <a:lnTo>
                  <a:pt x="10335" y="45015"/>
                </a:lnTo>
                <a:lnTo>
                  <a:pt x="10335" y="45015"/>
                </a:lnTo>
                <a:lnTo>
                  <a:pt x="10335" y="45015"/>
                </a:lnTo>
                <a:lnTo>
                  <a:pt x="10336" y="45015"/>
                </a:lnTo>
                <a:lnTo>
                  <a:pt x="10336" y="45015"/>
                </a:lnTo>
                <a:lnTo>
                  <a:pt x="10336" y="45015"/>
                </a:lnTo>
                <a:lnTo>
                  <a:pt x="10336" y="45015"/>
                </a:lnTo>
                <a:lnTo>
                  <a:pt x="10336" y="45015"/>
                </a:lnTo>
                <a:lnTo>
                  <a:pt x="10336" y="45015"/>
                </a:lnTo>
                <a:lnTo>
                  <a:pt x="10336" y="45015"/>
                </a:lnTo>
                <a:lnTo>
                  <a:pt x="10336" y="45015"/>
                </a:lnTo>
                <a:lnTo>
                  <a:pt x="10336" y="45015"/>
                </a:lnTo>
                <a:lnTo>
                  <a:pt x="10336" y="45015"/>
                </a:lnTo>
                <a:lnTo>
                  <a:pt x="10336" y="45015"/>
                </a:lnTo>
                <a:lnTo>
                  <a:pt x="10336" y="45015"/>
                </a:lnTo>
                <a:lnTo>
                  <a:pt x="10336" y="45015"/>
                </a:lnTo>
                <a:lnTo>
                  <a:pt x="10337" y="45015"/>
                </a:lnTo>
                <a:lnTo>
                  <a:pt x="10337" y="45015"/>
                </a:lnTo>
                <a:lnTo>
                  <a:pt x="10337" y="45015"/>
                </a:lnTo>
                <a:lnTo>
                  <a:pt x="10337" y="45015"/>
                </a:lnTo>
                <a:lnTo>
                  <a:pt x="10337" y="45015"/>
                </a:lnTo>
                <a:lnTo>
                  <a:pt x="10337" y="45015"/>
                </a:lnTo>
                <a:lnTo>
                  <a:pt x="10337" y="45015"/>
                </a:lnTo>
                <a:lnTo>
                  <a:pt x="10337" y="45015"/>
                </a:lnTo>
                <a:lnTo>
                  <a:pt x="10337" y="45015"/>
                </a:lnTo>
                <a:lnTo>
                  <a:pt x="10337" y="45015"/>
                </a:lnTo>
                <a:lnTo>
                  <a:pt x="10337" y="45015"/>
                </a:lnTo>
                <a:lnTo>
                  <a:pt x="10337" y="45015"/>
                </a:lnTo>
                <a:lnTo>
                  <a:pt x="10337" y="45015"/>
                </a:lnTo>
                <a:lnTo>
                  <a:pt x="10337" y="45015"/>
                </a:lnTo>
                <a:lnTo>
                  <a:pt x="10338" y="45015"/>
                </a:lnTo>
                <a:lnTo>
                  <a:pt x="10338" y="45015"/>
                </a:lnTo>
                <a:lnTo>
                  <a:pt x="10338" y="45015"/>
                </a:lnTo>
                <a:lnTo>
                  <a:pt x="10338" y="45015"/>
                </a:lnTo>
                <a:lnTo>
                  <a:pt x="10338" y="45015"/>
                </a:lnTo>
                <a:lnTo>
                  <a:pt x="10338" y="45015"/>
                </a:lnTo>
                <a:lnTo>
                  <a:pt x="10338" y="45015"/>
                </a:lnTo>
                <a:lnTo>
                  <a:pt x="10338" y="45015"/>
                </a:lnTo>
                <a:lnTo>
                  <a:pt x="10338" y="45015"/>
                </a:lnTo>
                <a:lnTo>
                  <a:pt x="10338" y="45015"/>
                </a:lnTo>
                <a:lnTo>
                  <a:pt x="10338" y="45015"/>
                </a:lnTo>
                <a:lnTo>
                  <a:pt x="10338" y="45015"/>
                </a:lnTo>
                <a:lnTo>
                  <a:pt x="10338" y="45015"/>
                </a:lnTo>
                <a:lnTo>
                  <a:pt x="10339" y="45015"/>
                </a:lnTo>
                <a:lnTo>
                  <a:pt x="10339" y="45015"/>
                </a:lnTo>
                <a:lnTo>
                  <a:pt x="10339" y="45015"/>
                </a:lnTo>
                <a:lnTo>
                  <a:pt x="10339" y="45015"/>
                </a:lnTo>
                <a:lnTo>
                  <a:pt x="10339" y="45015"/>
                </a:lnTo>
                <a:lnTo>
                  <a:pt x="10339" y="45015"/>
                </a:lnTo>
                <a:lnTo>
                  <a:pt x="10339" y="45015"/>
                </a:lnTo>
                <a:lnTo>
                  <a:pt x="10339" y="45015"/>
                </a:lnTo>
                <a:lnTo>
                  <a:pt x="10339" y="45015"/>
                </a:lnTo>
                <a:lnTo>
                  <a:pt x="10339" y="45015"/>
                </a:lnTo>
                <a:lnTo>
                  <a:pt x="10339" y="45015"/>
                </a:lnTo>
                <a:lnTo>
                  <a:pt x="10339" y="45015"/>
                </a:lnTo>
                <a:lnTo>
                  <a:pt x="10339" y="45015"/>
                </a:lnTo>
                <a:lnTo>
                  <a:pt x="10340" y="45015"/>
                </a:lnTo>
                <a:lnTo>
                  <a:pt x="10340" y="45015"/>
                </a:lnTo>
                <a:lnTo>
                  <a:pt x="10340" y="45015"/>
                </a:lnTo>
                <a:lnTo>
                  <a:pt x="10340" y="45015"/>
                </a:lnTo>
                <a:lnTo>
                  <a:pt x="10340" y="45015"/>
                </a:lnTo>
                <a:lnTo>
                  <a:pt x="10340" y="45015"/>
                </a:lnTo>
                <a:lnTo>
                  <a:pt x="10340" y="45015"/>
                </a:lnTo>
                <a:lnTo>
                  <a:pt x="10340" y="45015"/>
                </a:lnTo>
                <a:lnTo>
                  <a:pt x="10340" y="45015"/>
                </a:lnTo>
                <a:lnTo>
                  <a:pt x="10340" y="45015"/>
                </a:lnTo>
                <a:lnTo>
                  <a:pt x="10340" y="45015"/>
                </a:lnTo>
                <a:lnTo>
                  <a:pt x="10340" y="45015"/>
                </a:lnTo>
                <a:lnTo>
                  <a:pt x="10340" y="45015"/>
                </a:lnTo>
                <a:lnTo>
                  <a:pt x="10340" y="45015"/>
                </a:lnTo>
                <a:lnTo>
                  <a:pt x="10341" y="45015"/>
                </a:lnTo>
                <a:lnTo>
                  <a:pt x="10341" y="45015"/>
                </a:lnTo>
                <a:lnTo>
                  <a:pt x="10341" y="45015"/>
                </a:lnTo>
                <a:lnTo>
                  <a:pt x="10341" y="45015"/>
                </a:lnTo>
                <a:lnTo>
                  <a:pt x="10341" y="45015"/>
                </a:lnTo>
                <a:lnTo>
                  <a:pt x="10341" y="45015"/>
                </a:lnTo>
                <a:lnTo>
                  <a:pt x="10341" y="45015"/>
                </a:lnTo>
                <a:lnTo>
                  <a:pt x="10341" y="45015"/>
                </a:lnTo>
                <a:lnTo>
                  <a:pt x="10341" y="45015"/>
                </a:lnTo>
                <a:lnTo>
                  <a:pt x="10341" y="45015"/>
                </a:lnTo>
                <a:lnTo>
                  <a:pt x="10341" y="45015"/>
                </a:lnTo>
                <a:lnTo>
                  <a:pt x="10341" y="45015"/>
                </a:lnTo>
                <a:lnTo>
                  <a:pt x="10341" y="45015"/>
                </a:lnTo>
                <a:lnTo>
                  <a:pt x="10342" y="45015"/>
                </a:lnTo>
                <a:lnTo>
                  <a:pt x="10342" y="45015"/>
                </a:lnTo>
                <a:lnTo>
                  <a:pt x="10342" y="45015"/>
                </a:lnTo>
                <a:lnTo>
                  <a:pt x="10342" y="45015"/>
                </a:lnTo>
                <a:lnTo>
                  <a:pt x="10342" y="45015"/>
                </a:lnTo>
                <a:lnTo>
                  <a:pt x="10342" y="45015"/>
                </a:lnTo>
                <a:lnTo>
                  <a:pt x="10342" y="45015"/>
                </a:lnTo>
                <a:lnTo>
                  <a:pt x="10342" y="45015"/>
                </a:lnTo>
                <a:lnTo>
                  <a:pt x="10342" y="45015"/>
                </a:lnTo>
                <a:lnTo>
                  <a:pt x="10342" y="45015"/>
                </a:lnTo>
                <a:lnTo>
                  <a:pt x="10342" y="45015"/>
                </a:lnTo>
                <a:lnTo>
                  <a:pt x="10342" y="45015"/>
                </a:lnTo>
                <a:lnTo>
                  <a:pt x="10342" y="45015"/>
                </a:lnTo>
                <a:lnTo>
                  <a:pt x="10343" y="45015"/>
                </a:lnTo>
                <a:lnTo>
                  <a:pt x="10343" y="45015"/>
                </a:lnTo>
                <a:lnTo>
                  <a:pt x="10343" y="45015"/>
                </a:lnTo>
                <a:lnTo>
                  <a:pt x="10343" y="45015"/>
                </a:lnTo>
                <a:lnTo>
                  <a:pt x="10343" y="45015"/>
                </a:lnTo>
                <a:lnTo>
                  <a:pt x="10343" y="45015"/>
                </a:lnTo>
                <a:lnTo>
                  <a:pt x="10343" y="45015"/>
                </a:lnTo>
                <a:lnTo>
                  <a:pt x="10343" y="45015"/>
                </a:lnTo>
                <a:lnTo>
                  <a:pt x="10343" y="45015"/>
                </a:lnTo>
                <a:lnTo>
                  <a:pt x="10343" y="45015"/>
                </a:lnTo>
                <a:lnTo>
                  <a:pt x="10343" y="45015"/>
                </a:lnTo>
                <a:lnTo>
                  <a:pt x="10343" y="45015"/>
                </a:lnTo>
                <a:lnTo>
                  <a:pt x="10343" y="45015"/>
                </a:lnTo>
                <a:lnTo>
                  <a:pt x="10343" y="45015"/>
                </a:lnTo>
                <a:lnTo>
                  <a:pt x="10344" y="45015"/>
                </a:lnTo>
                <a:lnTo>
                  <a:pt x="10344" y="45015"/>
                </a:lnTo>
                <a:lnTo>
                  <a:pt x="10344" y="45015"/>
                </a:lnTo>
                <a:lnTo>
                  <a:pt x="10344" y="45015"/>
                </a:lnTo>
                <a:lnTo>
                  <a:pt x="10344" y="45015"/>
                </a:lnTo>
                <a:lnTo>
                  <a:pt x="10344" y="45015"/>
                </a:lnTo>
                <a:lnTo>
                  <a:pt x="10344" y="45015"/>
                </a:lnTo>
                <a:lnTo>
                  <a:pt x="10344" y="45015"/>
                </a:lnTo>
                <a:lnTo>
                  <a:pt x="10344" y="45015"/>
                </a:lnTo>
                <a:lnTo>
                  <a:pt x="10344" y="45015"/>
                </a:lnTo>
                <a:lnTo>
                  <a:pt x="10344" y="45015"/>
                </a:lnTo>
                <a:lnTo>
                  <a:pt x="10344" y="45015"/>
                </a:lnTo>
                <a:lnTo>
                  <a:pt x="10344" y="45015"/>
                </a:lnTo>
                <a:lnTo>
                  <a:pt x="10345" y="45015"/>
                </a:lnTo>
                <a:lnTo>
                  <a:pt x="10345" y="45015"/>
                </a:lnTo>
                <a:lnTo>
                  <a:pt x="10345" y="45015"/>
                </a:lnTo>
                <a:lnTo>
                  <a:pt x="10345" y="45015"/>
                </a:lnTo>
                <a:lnTo>
                  <a:pt x="10345" y="45015"/>
                </a:lnTo>
                <a:lnTo>
                  <a:pt x="10345" y="45015"/>
                </a:lnTo>
                <a:lnTo>
                  <a:pt x="10345" y="45015"/>
                </a:lnTo>
                <a:lnTo>
                  <a:pt x="10345" y="45015"/>
                </a:lnTo>
                <a:lnTo>
                  <a:pt x="10345" y="45015"/>
                </a:lnTo>
                <a:lnTo>
                  <a:pt x="10345" y="45015"/>
                </a:lnTo>
                <a:lnTo>
                  <a:pt x="10345" y="45015"/>
                </a:lnTo>
                <a:lnTo>
                  <a:pt x="10345" y="45015"/>
                </a:lnTo>
                <a:lnTo>
                  <a:pt x="10345" y="45015"/>
                </a:lnTo>
                <a:lnTo>
                  <a:pt x="10346" y="45015"/>
                </a:lnTo>
                <a:lnTo>
                  <a:pt x="10346" y="45015"/>
                </a:lnTo>
                <a:lnTo>
                  <a:pt x="10346" y="45015"/>
                </a:lnTo>
                <a:lnTo>
                  <a:pt x="10346" y="45015"/>
                </a:lnTo>
                <a:lnTo>
                  <a:pt x="10346" y="45015"/>
                </a:lnTo>
                <a:lnTo>
                  <a:pt x="10346" y="45015"/>
                </a:lnTo>
                <a:lnTo>
                  <a:pt x="10346" y="45015"/>
                </a:lnTo>
                <a:lnTo>
                  <a:pt x="10346" y="45015"/>
                </a:lnTo>
                <a:lnTo>
                  <a:pt x="10346" y="45015"/>
                </a:lnTo>
                <a:lnTo>
                  <a:pt x="10346" y="45015"/>
                </a:lnTo>
                <a:lnTo>
                  <a:pt x="10346" y="45015"/>
                </a:lnTo>
                <a:lnTo>
                  <a:pt x="10346" y="45015"/>
                </a:lnTo>
                <a:lnTo>
                  <a:pt x="10346" y="45015"/>
                </a:lnTo>
                <a:lnTo>
                  <a:pt x="10346" y="45015"/>
                </a:lnTo>
                <a:lnTo>
                  <a:pt x="10347" y="45015"/>
                </a:lnTo>
                <a:lnTo>
                  <a:pt x="10347" y="45015"/>
                </a:lnTo>
                <a:lnTo>
                  <a:pt x="10347" y="45015"/>
                </a:lnTo>
                <a:lnTo>
                  <a:pt x="10347" y="45015"/>
                </a:lnTo>
                <a:lnTo>
                  <a:pt x="10347" y="45015"/>
                </a:lnTo>
                <a:lnTo>
                  <a:pt x="10347" y="45015"/>
                </a:lnTo>
                <a:lnTo>
                  <a:pt x="10347" y="45015"/>
                </a:lnTo>
                <a:lnTo>
                  <a:pt x="10347" y="45015"/>
                </a:lnTo>
                <a:lnTo>
                  <a:pt x="10347" y="45015"/>
                </a:lnTo>
                <a:lnTo>
                  <a:pt x="10347" y="45015"/>
                </a:lnTo>
                <a:lnTo>
                  <a:pt x="10347" y="45015"/>
                </a:lnTo>
                <a:lnTo>
                  <a:pt x="10347" y="45015"/>
                </a:lnTo>
                <a:lnTo>
                  <a:pt x="10347" y="45015"/>
                </a:lnTo>
                <a:lnTo>
                  <a:pt x="10348" y="45015"/>
                </a:lnTo>
                <a:lnTo>
                  <a:pt x="10348" y="45015"/>
                </a:lnTo>
                <a:lnTo>
                  <a:pt x="10348" y="45015"/>
                </a:lnTo>
                <a:lnTo>
                  <a:pt x="10348" y="45015"/>
                </a:lnTo>
                <a:lnTo>
                  <a:pt x="10348" y="45015"/>
                </a:lnTo>
                <a:lnTo>
                  <a:pt x="10348" y="45015"/>
                </a:lnTo>
                <a:lnTo>
                  <a:pt x="10348" y="45015"/>
                </a:lnTo>
                <a:lnTo>
                  <a:pt x="10348" y="45015"/>
                </a:lnTo>
                <a:lnTo>
                  <a:pt x="10348" y="45015"/>
                </a:lnTo>
                <a:lnTo>
                  <a:pt x="10348" y="45015"/>
                </a:lnTo>
                <a:lnTo>
                  <a:pt x="10348" y="45015"/>
                </a:lnTo>
                <a:lnTo>
                  <a:pt x="10348" y="45015"/>
                </a:lnTo>
                <a:lnTo>
                  <a:pt x="10348" y="45015"/>
                </a:lnTo>
                <a:lnTo>
                  <a:pt x="10348" y="45015"/>
                </a:lnTo>
                <a:lnTo>
                  <a:pt x="10349" y="45015"/>
                </a:lnTo>
                <a:lnTo>
                  <a:pt x="10349" y="45015"/>
                </a:lnTo>
                <a:lnTo>
                  <a:pt x="10349" y="45015"/>
                </a:lnTo>
                <a:lnTo>
                  <a:pt x="10349" y="45015"/>
                </a:lnTo>
                <a:lnTo>
                  <a:pt x="10349" y="45015"/>
                </a:lnTo>
                <a:lnTo>
                  <a:pt x="10349" y="45015"/>
                </a:lnTo>
                <a:lnTo>
                  <a:pt x="10349" y="45015"/>
                </a:lnTo>
                <a:lnTo>
                  <a:pt x="10349" y="45015"/>
                </a:lnTo>
                <a:lnTo>
                  <a:pt x="10349" y="45015"/>
                </a:lnTo>
                <a:lnTo>
                  <a:pt x="10349" y="45015"/>
                </a:lnTo>
                <a:lnTo>
                  <a:pt x="10349" y="45015"/>
                </a:lnTo>
                <a:lnTo>
                  <a:pt x="10349" y="45015"/>
                </a:lnTo>
                <a:lnTo>
                  <a:pt x="10349" y="45015"/>
                </a:lnTo>
                <a:lnTo>
                  <a:pt x="10350" y="45015"/>
                </a:lnTo>
                <a:lnTo>
                  <a:pt x="10350" y="45015"/>
                </a:lnTo>
                <a:lnTo>
                  <a:pt x="10350" y="45015"/>
                </a:lnTo>
                <a:lnTo>
                  <a:pt x="10350" y="45015"/>
                </a:lnTo>
                <a:lnTo>
                  <a:pt x="10350" y="45015"/>
                </a:lnTo>
                <a:lnTo>
                  <a:pt x="10350" y="45015"/>
                </a:lnTo>
                <a:lnTo>
                  <a:pt x="10350" y="45015"/>
                </a:lnTo>
                <a:lnTo>
                  <a:pt x="10350" y="45015"/>
                </a:lnTo>
                <a:lnTo>
                  <a:pt x="10350" y="45015"/>
                </a:lnTo>
                <a:lnTo>
                  <a:pt x="10350" y="45015"/>
                </a:lnTo>
                <a:lnTo>
                  <a:pt x="10350" y="45015"/>
                </a:lnTo>
                <a:lnTo>
                  <a:pt x="10350" y="45015"/>
                </a:lnTo>
                <a:lnTo>
                  <a:pt x="10350" y="45015"/>
                </a:lnTo>
                <a:lnTo>
                  <a:pt x="10350" y="45015"/>
                </a:lnTo>
                <a:lnTo>
                  <a:pt x="10351" y="45015"/>
                </a:lnTo>
                <a:lnTo>
                  <a:pt x="10351" y="45015"/>
                </a:lnTo>
                <a:lnTo>
                  <a:pt x="10351" y="45015"/>
                </a:lnTo>
                <a:lnTo>
                  <a:pt x="10351" y="45015"/>
                </a:lnTo>
                <a:lnTo>
                  <a:pt x="10351" y="45015"/>
                </a:lnTo>
                <a:lnTo>
                  <a:pt x="10351" y="45015"/>
                </a:lnTo>
                <a:lnTo>
                  <a:pt x="10351" y="45015"/>
                </a:lnTo>
                <a:lnTo>
                  <a:pt x="10351" y="45015"/>
                </a:lnTo>
                <a:lnTo>
                  <a:pt x="10351" y="45015"/>
                </a:lnTo>
                <a:lnTo>
                  <a:pt x="10351" y="45015"/>
                </a:lnTo>
                <a:lnTo>
                  <a:pt x="10351" y="45015"/>
                </a:lnTo>
                <a:lnTo>
                  <a:pt x="10351" y="45015"/>
                </a:lnTo>
                <a:lnTo>
                  <a:pt x="10351" y="45015"/>
                </a:lnTo>
                <a:lnTo>
                  <a:pt x="10352" y="45015"/>
                </a:lnTo>
                <a:lnTo>
                  <a:pt x="10352" y="45015"/>
                </a:lnTo>
                <a:lnTo>
                  <a:pt x="10352" y="45015"/>
                </a:lnTo>
                <a:lnTo>
                  <a:pt x="10352" y="45015"/>
                </a:lnTo>
                <a:lnTo>
                  <a:pt x="10352" y="45015"/>
                </a:lnTo>
                <a:lnTo>
                  <a:pt x="10352" y="45015"/>
                </a:lnTo>
                <a:lnTo>
                  <a:pt x="10352" y="45015"/>
                </a:lnTo>
                <a:lnTo>
                  <a:pt x="10352" y="45015"/>
                </a:lnTo>
                <a:lnTo>
                  <a:pt x="10352" y="45015"/>
                </a:lnTo>
                <a:lnTo>
                  <a:pt x="10352" y="45015"/>
                </a:lnTo>
                <a:lnTo>
                  <a:pt x="10352" y="45015"/>
                </a:lnTo>
                <a:lnTo>
                  <a:pt x="10352" y="45015"/>
                </a:lnTo>
                <a:lnTo>
                  <a:pt x="10352" y="45015"/>
                </a:lnTo>
                <a:lnTo>
                  <a:pt x="10352" y="45015"/>
                </a:lnTo>
                <a:lnTo>
                  <a:pt x="10353" y="45015"/>
                </a:lnTo>
                <a:lnTo>
                  <a:pt x="10353" y="45015"/>
                </a:lnTo>
                <a:lnTo>
                  <a:pt x="10353" y="45015"/>
                </a:lnTo>
                <a:lnTo>
                  <a:pt x="10353" y="45015"/>
                </a:lnTo>
                <a:lnTo>
                  <a:pt x="10353" y="45015"/>
                </a:lnTo>
                <a:lnTo>
                  <a:pt x="10353" y="45015"/>
                </a:lnTo>
                <a:lnTo>
                  <a:pt x="10353" y="45015"/>
                </a:lnTo>
                <a:lnTo>
                  <a:pt x="10353" y="45015"/>
                </a:lnTo>
                <a:lnTo>
                  <a:pt x="10353" y="45015"/>
                </a:lnTo>
                <a:lnTo>
                  <a:pt x="10353" y="45015"/>
                </a:lnTo>
                <a:lnTo>
                  <a:pt x="10353" y="45015"/>
                </a:lnTo>
                <a:lnTo>
                  <a:pt x="10353" y="45015"/>
                </a:lnTo>
                <a:lnTo>
                  <a:pt x="10353" y="45015"/>
                </a:lnTo>
                <a:lnTo>
                  <a:pt x="10354" y="45015"/>
                </a:lnTo>
                <a:lnTo>
                  <a:pt x="10354" y="45015"/>
                </a:lnTo>
                <a:lnTo>
                  <a:pt x="10354" y="45015"/>
                </a:lnTo>
                <a:lnTo>
                  <a:pt x="10354" y="45015"/>
                </a:lnTo>
                <a:lnTo>
                  <a:pt x="10354" y="45015"/>
                </a:lnTo>
                <a:lnTo>
                  <a:pt x="10354" y="45015"/>
                </a:lnTo>
                <a:lnTo>
                  <a:pt x="10354" y="45015"/>
                </a:lnTo>
                <a:lnTo>
                  <a:pt x="10354" y="45015"/>
                </a:lnTo>
                <a:lnTo>
                  <a:pt x="10354" y="45015"/>
                </a:lnTo>
                <a:lnTo>
                  <a:pt x="10354" y="45015"/>
                </a:lnTo>
                <a:lnTo>
                  <a:pt x="10354" y="45015"/>
                </a:lnTo>
                <a:lnTo>
                  <a:pt x="10354" y="45015"/>
                </a:lnTo>
                <a:lnTo>
                  <a:pt x="10354" y="45015"/>
                </a:lnTo>
                <a:lnTo>
                  <a:pt x="10354" y="45015"/>
                </a:lnTo>
                <a:lnTo>
                  <a:pt x="10355" y="45015"/>
                </a:lnTo>
                <a:lnTo>
                  <a:pt x="10355" y="45015"/>
                </a:lnTo>
                <a:lnTo>
                  <a:pt x="10355" y="45015"/>
                </a:lnTo>
                <a:lnTo>
                  <a:pt x="10355" y="45015"/>
                </a:lnTo>
                <a:lnTo>
                  <a:pt x="10355" y="45015"/>
                </a:lnTo>
                <a:lnTo>
                  <a:pt x="10355" y="45015"/>
                </a:lnTo>
                <a:lnTo>
                  <a:pt x="10355" y="45015"/>
                </a:lnTo>
                <a:lnTo>
                  <a:pt x="10355" y="45015"/>
                </a:lnTo>
                <a:lnTo>
                  <a:pt x="10355" y="45015"/>
                </a:lnTo>
                <a:lnTo>
                  <a:pt x="10355" y="45015"/>
                </a:lnTo>
                <a:lnTo>
                  <a:pt x="10355" y="45015"/>
                </a:lnTo>
                <a:lnTo>
                  <a:pt x="10355" y="45015"/>
                </a:lnTo>
                <a:lnTo>
                  <a:pt x="10355" y="45015"/>
                </a:lnTo>
                <a:lnTo>
                  <a:pt x="10356" y="45015"/>
                </a:lnTo>
                <a:lnTo>
                  <a:pt x="10356" y="45015"/>
                </a:lnTo>
                <a:lnTo>
                  <a:pt x="10356" y="45015"/>
                </a:lnTo>
                <a:lnTo>
                  <a:pt x="10356" y="45015"/>
                </a:lnTo>
                <a:lnTo>
                  <a:pt x="10356" y="45015"/>
                </a:lnTo>
                <a:lnTo>
                  <a:pt x="10356" y="45015"/>
                </a:lnTo>
                <a:lnTo>
                  <a:pt x="10356" y="45015"/>
                </a:lnTo>
                <a:lnTo>
                  <a:pt x="10356" y="45015"/>
                </a:lnTo>
                <a:lnTo>
                  <a:pt x="10356" y="45015"/>
                </a:lnTo>
                <a:lnTo>
                  <a:pt x="10356" y="45015"/>
                </a:lnTo>
                <a:lnTo>
                  <a:pt x="10356" y="45015"/>
                </a:lnTo>
                <a:lnTo>
                  <a:pt x="10356" y="45015"/>
                </a:lnTo>
                <a:lnTo>
                  <a:pt x="10356" y="45015"/>
                </a:lnTo>
                <a:lnTo>
                  <a:pt x="10356" y="45015"/>
                </a:lnTo>
                <a:lnTo>
                  <a:pt x="10357" y="45015"/>
                </a:lnTo>
                <a:lnTo>
                  <a:pt x="10357" y="45015"/>
                </a:lnTo>
                <a:lnTo>
                  <a:pt x="10357" y="45015"/>
                </a:lnTo>
                <a:lnTo>
                  <a:pt x="10357" y="45015"/>
                </a:lnTo>
                <a:lnTo>
                  <a:pt x="10357" y="45015"/>
                </a:lnTo>
                <a:lnTo>
                  <a:pt x="10357" y="45015"/>
                </a:lnTo>
                <a:lnTo>
                  <a:pt x="10357" y="45015"/>
                </a:lnTo>
                <a:lnTo>
                  <a:pt x="10357" y="45015"/>
                </a:lnTo>
                <a:lnTo>
                  <a:pt x="10357" y="45015"/>
                </a:lnTo>
                <a:lnTo>
                  <a:pt x="10357" y="45015"/>
                </a:lnTo>
                <a:lnTo>
                  <a:pt x="10357" y="45015"/>
                </a:lnTo>
                <a:lnTo>
                  <a:pt x="10357" y="45015"/>
                </a:lnTo>
                <a:lnTo>
                  <a:pt x="10357" y="45015"/>
                </a:lnTo>
                <a:lnTo>
                  <a:pt x="10358" y="45015"/>
                </a:lnTo>
                <a:lnTo>
                  <a:pt x="10358" y="45015"/>
                </a:lnTo>
                <a:lnTo>
                  <a:pt x="10358" y="45015"/>
                </a:lnTo>
                <a:lnTo>
                  <a:pt x="10358" y="45015"/>
                </a:lnTo>
                <a:lnTo>
                  <a:pt x="10358" y="45015"/>
                </a:lnTo>
                <a:lnTo>
                  <a:pt x="10358" y="45015"/>
                </a:lnTo>
                <a:lnTo>
                  <a:pt x="10358" y="45015"/>
                </a:lnTo>
                <a:lnTo>
                  <a:pt x="10358" y="45015"/>
                </a:lnTo>
                <a:lnTo>
                  <a:pt x="10358" y="45015"/>
                </a:lnTo>
                <a:lnTo>
                  <a:pt x="10358" y="45015"/>
                </a:lnTo>
                <a:lnTo>
                  <a:pt x="10358" y="45015"/>
                </a:lnTo>
                <a:lnTo>
                  <a:pt x="10358" y="45015"/>
                </a:lnTo>
                <a:lnTo>
                  <a:pt x="10358" y="45015"/>
                </a:lnTo>
                <a:lnTo>
                  <a:pt x="10358" y="45015"/>
                </a:lnTo>
                <a:lnTo>
                  <a:pt x="10359" y="45015"/>
                </a:lnTo>
                <a:lnTo>
                  <a:pt x="10359" y="45015"/>
                </a:lnTo>
                <a:lnTo>
                  <a:pt x="10359" y="45015"/>
                </a:lnTo>
                <a:lnTo>
                  <a:pt x="10359" y="45015"/>
                </a:lnTo>
                <a:lnTo>
                  <a:pt x="10359" y="45015"/>
                </a:lnTo>
                <a:lnTo>
                  <a:pt x="10359" y="45015"/>
                </a:lnTo>
                <a:lnTo>
                  <a:pt x="10359" y="45015"/>
                </a:lnTo>
                <a:lnTo>
                  <a:pt x="10359" y="45015"/>
                </a:lnTo>
                <a:lnTo>
                  <a:pt x="10359" y="45015"/>
                </a:lnTo>
                <a:lnTo>
                  <a:pt x="10359" y="45015"/>
                </a:lnTo>
                <a:lnTo>
                  <a:pt x="10359" y="45015"/>
                </a:lnTo>
                <a:lnTo>
                  <a:pt x="10359" y="45015"/>
                </a:lnTo>
                <a:lnTo>
                  <a:pt x="10359" y="45015"/>
                </a:lnTo>
                <a:lnTo>
                  <a:pt x="10359" y="45015"/>
                </a:lnTo>
                <a:lnTo>
                  <a:pt x="10360" y="45015"/>
                </a:lnTo>
                <a:lnTo>
                  <a:pt x="10360" y="45015"/>
                </a:lnTo>
                <a:lnTo>
                  <a:pt x="10360" y="45015"/>
                </a:lnTo>
                <a:lnTo>
                  <a:pt x="10360" y="45015"/>
                </a:lnTo>
                <a:lnTo>
                  <a:pt x="10360" y="45015"/>
                </a:lnTo>
                <a:lnTo>
                  <a:pt x="10360" y="45015"/>
                </a:lnTo>
                <a:lnTo>
                  <a:pt x="10360" y="45015"/>
                </a:lnTo>
                <a:lnTo>
                  <a:pt x="10360" y="45015"/>
                </a:lnTo>
                <a:lnTo>
                  <a:pt x="10360" y="45015"/>
                </a:lnTo>
                <a:lnTo>
                  <a:pt x="10360" y="45015"/>
                </a:lnTo>
                <a:lnTo>
                  <a:pt x="10360" y="45015"/>
                </a:lnTo>
                <a:lnTo>
                  <a:pt x="10360" y="45015"/>
                </a:lnTo>
                <a:lnTo>
                  <a:pt x="10360" y="45015"/>
                </a:lnTo>
                <a:lnTo>
                  <a:pt x="10361" y="45015"/>
                </a:lnTo>
                <a:lnTo>
                  <a:pt x="10361" y="45015"/>
                </a:lnTo>
                <a:lnTo>
                  <a:pt x="10361" y="45015"/>
                </a:lnTo>
                <a:lnTo>
                  <a:pt x="10361" y="45015"/>
                </a:lnTo>
                <a:lnTo>
                  <a:pt x="10361" y="45015"/>
                </a:lnTo>
                <a:lnTo>
                  <a:pt x="10361" y="45015"/>
                </a:lnTo>
                <a:lnTo>
                  <a:pt x="10361" y="45015"/>
                </a:lnTo>
                <a:lnTo>
                  <a:pt x="10361" y="45015"/>
                </a:lnTo>
                <a:lnTo>
                  <a:pt x="10361" y="45015"/>
                </a:lnTo>
                <a:lnTo>
                  <a:pt x="10361" y="45015"/>
                </a:lnTo>
                <a:lnTo>
                  <a:pt x="10361" y="45015"/>
                </a:lnTo>
                <a:lnTo>
                  <a:pt x="10361" y="45015"/>
                </a:lnTo>
                <a:lnTo>
                  <a:pt x="10361" y="45015"/>
                </a:lnTo>
                <a:lnTo>
                  <a:pt x="10361" y="45015"/>
                </a:lnTo>
                <a:lnTo>
                  <a:pt x="10362" y="45015"/>
                </a:lnTo>
                <a:lnTo>
                  <a:pt x="10362" y="45015"/>
                </a:lnTo>
                <a:lnTo>
                  <a:pt x="10362" y="45015"/>
                </a:lnTo>
                <a:lnTo>
                  <a:pt x="10362" y="45015"/>
                </a:lnTo>
                <a:lnTo>
                  <a:pt x="10362" y="45015"/>
                </a:lnTo>
                <a:lnTo>
                  <a:pt x="10362" y="45015"/>
                </a:lnTo>
                <a:lnTo>
                  <a:pt x="10362" y="45015"/>
                </a:lnTo>
                <a:lnTo>
                  <a:pt x="10362" y="45015"/>
                </a:lnTo>
                <a:lnTo>
                  <a:pt x="10362" y="45015"/>
                </a:lnTo>
                <a:lnTo>
                  <a:pt x="10362" y="45015"/>
                </a:lnTo>
                <a:lnTo>
                  <a:pt x="10362" y="45015"/>
                </a:lnTo>
                <a:lnTo>
                  <a:pt x="10362" y="45015"/>
                </a:lnTo>
                <a:lnTo>
                  <a:pt x="10362" y="45015"/>
                </a:lnTo>
                <a:lnTo>
                  <a:pt x="10362" y="45015"/>
                </a:lnTo>
                <a:lnTo>
                  <a:pt x="10363" y="45015"/>
                </a:lnTo>
                <a:lnTo>
                  <a:pt x="10363" y="45015"/>
                </a:lnTo>
                <a:lnTo>
                  <a:pt x="10363" y="45015"/>
                </a:lnTo>
                <a:lnTo>
                  <a:pt x="10363" y="45015"/>
                </a:lnTo>
                <a:lnTo>
                  <a:pt x="10363" y="45015"/>
                </a:lnTo>
                <a:lnTo>
                  <a:pt x="10363" y="45015"/>
                </a:lnTo>
                <a:lnTo>
                  <a:pt x="10363" y="45015"/>
                </a:lnTo>
                <a:lnTo>
                  <a:pt x="10363" y="45015"/>
                </a:lnTo>
                <a:lnTo>
                  <a:pt x="10363" y="45015"/>
                </a:lnTo>
                <a:lnTo>
                  <a:pt x="10363" y="45015"/>
                </a:lnTo>
                <a:lnTo>
                  <a:pt x="10363" y="45015"/>
                </a:lnTo>
                <a:lnTo>
                  <a:pt x="10363" y="45015"/>
                </a:lnTo>
                <a:lnTo>
                  <a:pt x="10363" y="45015"/>
                </a:lnTo>
                <a:lnTo>
                  <a:pt x="10364" y="45015"/>
                </a:lnTo>
                <a:lnTo>
                  <a:pt x="10364" y="45015"/>
                </a:lnTo>
                <a:lnTo>
                  <a:pt x="10364" y="45015"/>
                </a:lnTo>
                <a:lnTo>
                  <a:pt x="10364" y="45015"/>
                </a:lnTo>
                <a:lnTo>
                  <a:pt x="10364" y="45015"/>
                </a:lnTo>
                <a:lnTo>
                  <a:pt x="10364" y="45015"/>
                </a:lnTo>
                <a:lnTo>
                  <a:pt x="10364" y="45015"/>
                </a:lnTo>
                <a:lnTo>
                  <a:pt x="10364" y="45015"/>
                </a:lnTo>
                <a:lnTo>
                  <a:pt x="10364" y="45015"/>
                </a:lnTo>
                <a:lnTo>
                  <a:pt x="10364" y="45015"/>
                </a:lnTo>
                <a:lnTo>
                  <a:pt x="10364" y="45015"/>
                </a:lnTo>
                <a:lnTo>
                  <a:pt x="10364" y="45015"/>
                </a:lnTo>
                <a:lnTo>
                  <a:pt x="10364" y="45015"/>
                </a:lnTo>
                <a:lnTo>
                  <a:pt x="10364" y="45015"/>
                </a:lnTo>
                <a:lnTo>
                  <a:pt x="10365" y="45015"/>
                </a:lnTo>
                <a:lnTo>
                  <a:pt x="10365" y="45015"/>
                </a:lnTo>
                <a:lnTo>
                  <a:pt x="10365" y="45015"/>
                </a:lnTo>
                <a:lnTo>
                  <a:pt x="10365" y="45015"/>
                </a:lnTo>
                <a:lnTo>
                  <a:pt x="10365" y="45015"/>
                </a:lnTo>
                <a:lnTo>
                  <a:pt x="10365" y="45015"/>
                </a:lnTo>
                <a:lnTo>
                  <a:pt x="10365" y="45015"/>
                </a:lnTo>
                <a:lnTo>
                  <a:pt x="10365" y="45015"/>
                </a:lnTo>
                <a:lnTo>
                  <a:pt x="10365" y="45015"/>
                </a:lnTo>
                <a:lnTo>
                  <a:pt x="10365" y="45015"/>
                </a:lnTo>
                <a:lnTo>
                  <a:pt x="10365" y="45015"/>
                </a:lnTo>
                <a:lnTo>
                  <a:pt x="10365" y="45015"/>
                </a:lnTo>
                <a:lnTo>
                  <a:pt x="10365" y="45015"/>
                </a:lnTo>
                <a:lnTo>
                  <a:pt x="10365" y="45015"/>
                </a:lnTo>
                <a:lnTo>
                  <a:pt x="10366" y="45015"/>
                </a:lnTo>
                <a:lnTo>
                  <a:pt x="10366" y="45015"/>
                </a:lnTo>
                <a:lnTo>
                  <a:pt x="10366" y="45015"/>
                </a:lnTo>
                <a:lnTo>
                  <a:pt x="10366" y="45015"/>
                </a:lnTo>
                <a:lnTo>
                  <a:pt x="10366" y="45015"/>
                </a:lnTo>
                <a:lnTo>
                  <a:pt x="10366" y="45015"/>
                </a:lnTo>
                <a:lnTo>
                  <a:pt x="10366" y="45015"/>
                </a:lnTo>
                <a:lnTo>
                  <a:pt x="10366" y="45015"/>
                </a:lnTo>
                <a:lnTo>
                  <a:pt x="10366" y="45015"/>
                </a:lnTo>
                <a:lnTo>
                  <a:pt x="10366" y="45015"/>
                </a:lnTo>
                <a:lnTo>
                  <a:pt x="10366" y="45015"/>
                </a:lnTo>
                <a:lnTo>
                  <a:pt x="10366" y="45015"/>
                </a:lnTo>
                <a:lnTo>
                  <a:pt x="10366" y="45015"/>
                </a:lnTo>
                <a:lnTo>
                  <a:pt x="10367" y="45015"/>
                </a:lnTo>
                <a:lnTo>
                  <a:pt x="10367" y="45015"/>
                </a:lnTo>
                <a:lnTo>
                  <a:pt x="10367" y="45015"/>
                </a:lnTo>
                <a:lnTo>
                  <a:pt x="10367" y="45015"/>
                </a:lnTo>
                <a:lnTo>
                  <a:pt x="10367" y="45015"/>
                </a:lnTo>
                <a:lnTo>
                  <a:pt x="10367" y="45015"/>
                </a:lnTo>
                <a:lnTo>
                  <a:pt x="10367" y="45015"/>
                </a:lnTo>
                <a:lnTo>
                  <a:pt x="10367" y="45015"/>
                </a:lnTo>
                <a:lnTo>
                  <a:pt x="10367" y="45015"/>
                </a:lnTo>
                <a:lnTo>
                  <a:pt x="10367" y="45015"/>
                </a:lnTo>
                <a:lnTo>
                  <a:pt x="10367" y="45015"/>
                </a:lnTo>
                <a:lnTo>
                  <a:pt x="10367" y="45015"/>
                </a:lnTo>
                <a:lnTo>
                  <a:pt x="10367" y="45015"/>
                </a:lnTo>
                <a:lnTo>
                  <a:pt x="10367" y="45015"/>
                </a:lnTo>
                <a:lnTo>
                  <a:pt x="10368" y="45015"/>
                </a:lnTo>
                <a:lnTo>
                  <a:pt x="10368" y="45015"/>
                </a:lnTo>
                <a:lnTo>
                  <a:pt x="10368" y="45015"/>
                </a:lnTo>
                <a:lnTo>
                  <a:pt x="10368" y="45015"/>
                </a:lnTo>
                <a:lnTo>
                  <a:pt x="10368" y="45015"/>
                </a:lnTo>
                <a:lnTo>
                  <a:pt x="10368" y="45015"/>
                </a:lnTo>
                <a:lnTo>
                  <a:pt x="10368" y="45015"/>
                </a:lnTo>
                <a:lnTo>
                  <a:pt x="10368" y="45015"/>
                </a:lnTo>
                <a:lnTo>
                  <a:pt x="10368" y="45015"/>
                </a:lnTo>
                <a:lnTo>
                  <a:pt x="10368" y="45015"/>
                </a:lnTo>
                <a:lnTo>
                  <a:pt x="10368" y="45015"/>
                </a:lnTo>
                <a:lnTo>
                  <a:pt x="10368" y="45015"/>
                </a:lnTo>
                <a:lnTo>
                  <a:pt x="10368" y="45015"/>
                </a:lnTo>
                <a:lnTo>
                  <a:pt x="10368" y="45015"/>
                </a:lnTo>
                <a:lnTo>
                  <a:pt x="10369" y="45015"/>
                </a:lnTo>
                <a:lnTo>
                  <a:pt x="10369" y="45015"/>
                </a:lnTo>
                <a:lnTo>
                  <a:pt x="10369" y="45015"/>
                </a:lnTo>
                <a:lnTo>
                  <a:pt x="10369" y="45015"/>
                </a:lnTo>
                <a:lnTo>
                  <a:pt x="10369" y="45015"/>
                </a:lnTo>
                <a:lnTo>
                  <a:pt x="10369" y="45015"/>
                </a:lnTo>
                <a:lnTo>
                  <a:pt x="10369" y="45015"/>
                </a:lnTo>
                <a:lnTo>
                  <a:pt x="10369" y="45015"/>
                </a:lnTo>
                <a:lnTo>
                  <a:pt x="10369" y="45015"/>
                </a:lnTo>
                <a:lnTo>
                  <a:pt x="10369" y="45015"/>
                </a:lnTo>
                <a:lnTo>
                  <a:pt x="10369" y="45015"/>
                </a:lnTo>
                <a:lnTo>
                  <a:pt x="10369" y="45015"/>
                </a:lnTo>
                <a:lnTo>
                  <a:pt x="10369" y="45015"/>
                </a:lnTo>
                <a:lnTo>
                  <a:pt x="10369" y="45015"/>
                </a:lnTo>
                <a:lnTo>
                  <a:pt x="10370" y="45015"/>
                </a:lnTo>
                <a:lnTo>
                  <a:pt x="10370" y="45015"/>
                </a:lnTo>
                <a:lnTo>
                  <a:pt x="10370" y="45015"/>
                </a:lnTo>
                <a:lnTo>
                  <a:pt x="10370" y="45015"/>
                </a:lnTo>
                <a:lnTo>
                  <a:pt x="10370" y="45015"/>
                </a:lnTo>
                <a:lnTo>
                  <a:pt x="10370" y="45015"/>
                </a:lnTo>
                <a:lnTo>
                  <a:pt x="10370" y="45015"/>
                </a:lnTo>
                <a:lnTo>
                  <a:pt x="10370" y="45015"/>
                </a:lnTo>
                <a:lnTo>
                  <a:pt x="10370" y="45015"/>
                </a:lnTo>
                <a:lnTo>
                  <a:pt x="10370" y="45015"/>
                </a:lnTo>
                <a:lnTo>
                  <a:pt x="10370" y="45015"/>
                </a:lnTo>
                <a:lnTo>
                  <a:pt x="10370" y="45015"/>
                </a:lnTo>
                <a:lnTo>
                  <a:pt x="10370" y="45015"/>
                </a:lnTo>
                <a:lnTo>
                  <a:pt x="10371" y="45015"/>
                </a:lnTo>
                <a:lnTo>
                  <a:pt x="10371" y="45015"/>
                </a:lnTo>
                <a:lnTo>
                  <a:pt x="10371" y="45015"/>
                </a:lnTo>
                <a:lnTo>
                  <a:pt x="10371" y="45015"/>
                </a:lnTo>
                <a:lnTo>
                  <a:pt x="10371" y="45015"/>
                </a:lnTo>
                <a:lnTo>
                  <a:pt x="10371" y="45015"/>
                </a:lnTo>
                <a:lnTo>
                  <a:pt x="10371" y="45015"/>
                </a:lnTo>
                <a:lnTo>
                  <a:pt x="10371" y="45015"/>
                </a:lnTo>
                <a:lnTo>
                  <a:pt x="10371" y="45015"/>
                </a:lnTo>
                <a:lnTo>
                  <a:pt x="10371" y="45015"/>
                </a:lnTo>
                <a:lnTo>
                  <a:pt x="10371" y="45015"/>
                </a:lnTo>
                <a:lnTo>
                  <a:pt x="10371" y="45015"/>
                </a:lnTo>
                <a:lnTo>
                  <a:pt x="10371" y="45015"/>
                </a:lnTo>
                <a:lnTo>
                  <a:pt x="10371" y="45015"/>
                </a:lnTo>
                <a:lnTo>
                  <a:pt x="10372" y="45015"/>
                </a:lnTo>
                <a:lnTo>
                  <a:pt x="10372" y="45015"/>
                </a:lnTo>
                <a:lnTo>
                  <a:pt x="10372" y="45015"/>
                </a:lnTo>
                <a:lnTo>
                  <a:pt x="10372" y="45015"/>
                </a:lnTo>
                <a:lnTo>
                  <a:pt x="10372" y="45015"/>
                </a:lnTo>
                <a:lnTo>
                  <a:pt x="10372" y="45015"/>
                </a:lnTo>
                <a:lnTo>
                  <a:pt x="10372" y="45015"/>
                </a:lnTo>
                <a:lnTo>
                  <a:pt x="10372" y="45015"/>
                </a:lnTo>
                <a:lnTo>
                  <a:pt x="10372" y="45015"/>
                </a:lnTo>
                <a:lnTo>
                  <a:pt x="10372" y="45015"/>
                </a:lnTo>
                <a:lnTo>
                  <a:pt x="10372" y="45015"/>
                </a:lnTo>
                <a:lnTo>
                  <a:pt x="10372" y="45015"/>
                </a:lnTo>
                <a:lnTo>
                  <a:pt x="10372" y="45015"/>
                </a:lnTo>
                <a:lnTo>
                  <a:pt x="10372" y="45015"/>
                </a:lnTo>
                <a:lnTo>
                  <a:pt x="10373" y="45015"/>
                </a:lnTo>
                <a:lnTo>
                  <a:pt x="10373" y="45015"/>
                </a:lnTo>
                <a:lnTo>
                  <a:pt x="10373" y="45015"/>
                </a:lnTo>
                <a:lnTo>
                  <a:pt x="10373" y="45015"/>
                </a:lnTo>
                <a:lnTo>
                  <a:pt x="10373" y="45015"/>
                </a:lnTo>
                <a:lnTo>
                  <a:pt x="10373" y="45015"/>
                </a:lnTo>
                <a:lnTo>
                  <a:pt x="10373" y="45015"/>
                </a:lnTo>
                <a:lnTo>
                  <a:pt x="10373" y="45015"/>
                </a:lnTo>
                <a:lnTo>
                  <a:pt x="10373" y="45015"/>
                </a:lnTo>
                <a:lnTo>
                  <a:pt x="10373" y="45015"/>
                </a:lnTo>
                <a:lnTo>
                  <a:pt x="10373" y="45015"/>
                </a:lnTo>
                <a:lnTo>
                  <a:pt x="10373" y="45015"/>
                </a:lnTo>
                <a:lnTo>
                  <a:pt x="10373" y="45015"/>
                </a:lnTo>
                <a:lnTo>
                  <a:pt x="10373" y="45015"/>
                </a:lnTo>
                <a:lnTo>
                  <a:pt x="10374" y="45015"/>
                </a:lnTo>
                <a:lnTo>
                  <a:pt x="10374" y="45015"/>
                </a:lnTo>
                <a:lnTo>
                  <a:pt x="10374" y="45015"/>
                </a:lnTo>
                <a:lnTo>
                  <a:pt x="10374" y="45015"/>
                </a:lnTo>
                <a:lnTo>
                  <a:pt x="10374" y="45015"/>
                </a:lnTo>
                <a:lnTo>
                  <a:pt x="10374" y="45015"/>
                </a:lnTo>
                <a:lnTo>
                  <a:pt x="10374" y="45015"/>
                </a:lnTo>
                <a:lnTo>
                  <a:pt x="10374" y="45015"/>
                </a:lnTo>
                <a:lnTo>
                  <a:pt x="10374" y="45015"/>
                </a:lnTo>
                <a:lnTo>
                  <a:pt x="10374" y="45015"/>
                </a:lnTo>
                <a:lnTo>
                  <a:pt x="10374" y="45015"/>
                </a:lnTo>
                <a:lnTo>
                  <a:pt x="10374" y="45015"/>
                </a:lnTo>
                <a:lnTo>
                  <a:pt x="10374" y="45015"/>
                </a:lnTo>
                <a:lnTo>
                  <a:pt x="10374" y="45015"/>
                </a:lnTo>
                <a:lnTo>
                  <a:pt x="10375" y="45015"/>
                </a:lnTo>
                <a:lnTo>
                  <a:pt x="10375" y="45015"/>
                </a:lnTo>
                <a:lnTo>
                  <a:pt x="10375" y="45015"/>
                </a:lnTo>
                <a:lnTo>
                  <a:pt x="10375" y="45015"/>
                </a:lnTo>
                <a:lnTo>
                  <a:pt x="10375" y="45015"/>
                </a:lnTo>
                <a:lnTo>
                  <a:pt x="10375" y="45015"/>
                </a:lnTo>
                <a:lnTo>
                  <a:pt x="10375" y="45015"/>
                </a:lnTo>
                <a:lnTo>
                  <a:pt x="10375" y="45015"/>
                </a:lnTo>
                <a:lnTo>
                  <a:pt x="10375" y="45015"/>
                </a:lnTo>
                <a:lnTo>
                  <a:pt x="10375" y="45015"/>
                </a:lnTo>
                <a:lnTo>
                  <a:pt x="10375" y="45015"/>
                </a:lnTo>
                <a:lnTo>
                  <a:pt x="10375" y="45015"/>
                </a:lnTo>
                <a:lnTo>
                  <a:pt x="10375" y="45015"/>
                </a:lnTo>
                <a:lnTo>
                  <a:pt x="10375" y="45015"/>
                </a:lnTo>
                <a:lnTo>
                  <a:pt x="10376" y="45015"/>
                </a:lnTo>
                <a:lnTo>
                  <a:pt x="10376" y="45015"/>
                </a:lnTo>
                <a:lnTo>
                  <a:pt x="10376" y="45015"/>
                </a:lnTo>
                <a:lnTo>
                  <a:pt x="10376" y="45015"/>
                </a:lnTo>
                <a:lnTo>
                  <a:pt x="10376" y="45015"/>
                </a:lnTo>
                <a:lnTo>
                  <a:pt x="10376" y="45015"/>
                </a:lnTo>
                <a:lnTo>
                  <a:pt x="10376" y="45015"/>
                </a:lnTo>
                <a:lnTo>
                  <a:pt x="10376" y="45015"/>
                </a:lnTo>
                <a:lnTo>
                  <a:pt x="10376" y="45015"/>
                </a:lnTo>
                <a:lnTo>
                  <a:pt x="10376" y="45015"/>
                </a:lnTo>
                <a:lnTo>
                  <a:pt x="10376" y="45015"/>
                </a:lnTo>
                <a:lnTo>
                  <a:pt x="10376" y="45015"/>
                </a:lnTo>
                <a:lnTo>
                  <a:pt x="10376" y="45015"/>
                </a:lnTo>
                <a:lnTo>
                  <a:pt x="10376" y="45015"/>
                </a:lnTo>
                <a:lnTo>
                  <a:pt x="10377" y="45015"/>
                </a:lnTo>
                <a:lnTo>
                  <a:pt x="10377" y="45015"/>
                </a:lnTo>
                <a:lnTo>
                  <a:pt x="10377" y="45015"/>
                </a:lnTo>
                <a:lnTo>
                  <a:pt x="10377" y="45015"/>
                </a:lnTo>
                <a:lnTo>
                  <a:pt x="10377" y="45015"/>
                </a:lnTo>
                <a:lnTo>
                  <a:pt x="10377" y="45015"/>
                </a:lnTo>
                <a:lnTo>
                  <a:pt x="10377" y="45015"/>
                </a:lnTo>
                <a:lnTo>
                  <a:pt x="10377" y="45015"/>
                </a:lnTo>
                <a:lnTo>
                  <a:pt x="10377" y="45015"/>
                </a:lnTo>
                <a:lnTo>
                  <a:pt x="10377" y="45015"/>
                </a:lnTo>
                <a:lnTo>
                  <a:pt x="10377" y="45015"/>
                </a:lnTo>
                <a:lnTo>
                  <a:pt x="10377" y="45015"/>
                </a:lnTo>
                <a:lnTo>
                  <a:pt x="10377" y="45015"/>
                </a:lnTo>
                <a:lnTo>
                  <a:pt x="10377" y="45015"/>
                </a:lnTo>
                <a:lnTo>
                  <a:pt x="10378" y="45015"/>
                </a:lnTo>
                <a:lnTo>
                  <a:pt x="10378" y="45015"/>
                </a:lnTo>
                <a:lnTo>
                  <a:pt x="10378" y="45015"/>
                </a:lnTo>
                <a:lnTo>
                  <a:pt x="10378" y="45015"/>
                </a:lnTo>
                <a:lnTo>
                  <a:pt x="10378" y="45015"/>
                </a:lnTo>
                <a:lnTo>
                  <a:pt x="10378" y="45015"/>
                </a:lnTo>
                <a:lnTo>
                  <a:pt x="10378" y="45015"/>
                </a:lnTo>
                <a:lnTo>
                  <a:pt x="10378" y="45015"/>
                </a:lnTo>
                <a:lnTo>
                  <a:pt x="10378" y="45015"/>
                </a:lnTo>
                <a:lnTo>
                  <a:pt x="10378" y="45015"/>
                </a:lnTo>
                <a:lnTo>
                  <a:pt x="10378" y="45015"/>
                </a:lnTo>
                <a:lnTo>
                  <a:pt x="10378" y="45015"/>
                </a:lnTo>
                <a:lnTo>
                  <a:pt x="10378" y="45015"/>
                </a:lnTo>
                <a:lnTo>
                  <a:pt x="10379" y="45015"/>
                </a:lnTo>
                <a:lnTo>
                  <a:pt x="10379" y="45015"/>
                </a:lnTo>
                <a:lnTo>
                  <a:pt x="10379" y="45015"/>
                </a:lnTo>
                <a:lnTo>
                  <a:pt x="10379" y="45015"/>
                </a:lnTo>
                <a:lnTo>
                  <a:pt x="10379" y="45015"/>
                </a:lnTo>
                <a:lnTo>
                  <a:pt x="10379" y="45015"/>
                </a:lnTo>
                <a:lnTo>
                  <a:pt x="10379" y="45015"/>
                </a:lnTo>
                <a:lnTo>
                  <a:pt x="10379" y="45015"/>
                </a:lnTo>
                <a:lnTo>
                  <a:pt x="10379" y="45015"/>
                </a:lnTo>
                <a:lnTo>
                  <a:pt x="10379" y="45015"/>
                </a:lnTo>
                <a:lnTo>
                  <a:pt x="10379" y="45015"/>
                </a:lnTo>
                <a:lnTo>
                  <a:pt x="10379" y="45015"/>
                </a:lnTo>
                <a:lnTo>
                  <a:pt x="10379" y="45015"/>
                </a:lnTo>
                <a:lnTo>
                  <a:pt x="10379" y="45015"/>
                </a:lnTo>
                <a:lnTo>
                  <a:pt x="10380" y="45015"/>
                </a:lnTo>
                <a:lnTo>
                  <a:pt x="10380" y="45015"/>
                </a:lnTo>
                <a:lnTo>
                  <a:pt x="10380" y="45015"/>
                </a:lnTo>
                <a:lnTo>
                  <a:pt x="10380" y="45015"/>
                </a:lnTo>
                <a:lnTo>
                  <a:pt x="10380" y="45015"/>
                </a:lnTo>
                <a:lnTo>
                  <a:pt x="10380" y="45015"/>
                </a:lnTo>
                <a:lnTo>
                  <a:pt x="10380" y="45015"/>
                </a:lnTo>
                <a:lnTo>
                  <a:pt x="10380" y="45015"/>
                </a:lnTo>
                <a:lnTo>
                  <a:pt x="10380" y="45015"/>
                </a:lnTo>
                <a:lnTo>
                  <a:pt x="10380" y="45015"/>
                </a:lnTo>
                <a:lnTo>
                  <a:pt x="10380" y="45015"/>
                </a:lnTo>
                <a:lnTo>
                  <a:pt x="10380" y="45015"/>
                </a:lnTo>
                <a:lnTo>
                  <a:pt x="10380" y="45015"/>
                </a:lnTo>
                <a:lnTo>
                  <a:pt x="10380" y="45015"/>
                </a:lnTo>
                <a:lnTo>
                  <a:pt x="10381" y="45015"/>
                </a:lnTo>
                <a:lnTo>
                  <a:pt x="10381" y="45015"/>
                </a:lnTo>
                <a:lnTo>
                  <a:pt x="10381" y="45015"/>
                </a:lnTo>
                <a:lnTo>
                  <a:pt x="10381" y="45015"/>
                </a:lnTo>
                <a:lnTo>
                  <a:pt x="10381" y="45015"/>
                </a:lnTo>
                <a:lnTo>
                  <a:pt x="10381" y="45015"/>
                </a:lnTo>
                <a:lnTo>
                  <a:pt x="10381" y="45015"/>
                </a:lnTo>
                <a:lnTo>
                  <a:pt x="10381" y="45015"/>
                </a:lnTo>
                <a:lnTo>
                  <a:pt x="10381" y="45015"/>
                </a:lnTo>
                <a:lnTo>
                  <a:pt x="10381" y="45015"/>
                </a:lnTo>
                <a:lnTo>
                  <a:pt x="10381" y="45015"/>
                </a:lnTo>
                <a:lnTo>
                  <a:pt x="10381" y="45015"/>
                </a:lnTo>
                <a:lnTo>
                  <a:pt x="10381" y="45015"/>
                </a:lnTo>
                <a:lnTo>
                  <a:pt x="10381" y="45015"/>
                </a:lnTo>
                <a:lnTo>
                  <a:pt x="10382" y="45015"/>
                </a:lnTo>
                <a:lnTo>
                  <a:pt x="10382" y="45015"/>
                </a:lnTo>
                <a:lnTo>
                  <a:pt x="10382" y="45015"/>
                </a:lnTo>
                <a:lnTo>
                  <a:pt x="10382" y="45015"/>
                </a:lnTo>
                <a:lnTo>
                  <a:pt x="10382" y="45015"/>
                </a:lnTo>
                <a:lnTo>
                  <a:pt x="10382" y="45015"/>
                </a:lnTo>
                <a:lnTo>
                  <a:pt x="10382" y="45015"/>
                </a:lnTo>
                <a:lnTo>
                  <a:pt x="10382" y="45015"/>
                </a:lnTo>
                <a:lnTo>
                  <a:pt x="10382" y="45015"/>
                </a:lnTo>
                <a:lnTo>
                  <a:pt x="10382" y="45015"/>
                </a:lnTo>
                <a:lnTo>
                  <a:pt x="10382" y="45015"/>
                </a:lnTo>
                <a:lnTo>
                  <a:pt x="10382" y="45015"/>
                </a:lnTo>
                <a:lnTo>
                  <a:pt x="10382" y="45015"/>
                </a:lnTo>
                <a:lnTo>
                  <a:pt x="10382" y="45015"/>
                </a:lnTo>
                <a:lnTo>
                  <a:pt x="10383" y="45015"/>
                </a:lnTo>
                <a:lnTo>
                  <a:pt x="10383" y="45015"/>
                </a:lnTo>
                <a:lnTo>
                  <a:pt x="10383" y="45015"/>
                </a:lnTo>
                <a:lnTo>
                  <a:pt x="10383" y="45015"/>
                </a:lnTo>
                <a:lnTo>
                  <a:pt x="10383" y="45015"/>
                </a:lnTo>
                <a:lnTo>
                  <a:pt x="10383" y="45015"/>
                </a:lnTo>
                <a:lnTo>
                  <a:pt x="10383" y="45015"/>
                </a:lnTo>
                <a:lnTo>
                  <a:pt x="10383" y="45015"/>
                </a:lnTo>
                <a:lnTo>
                  <a:pt x="10383" y="45015"/>
                </a:lnTo>
                <a:lnTo>
                  <a:pt x="10383" y="45015"/>
                </a:lnTo>
                <a:lnTo>
                  <a:pt x="10383" y="45015"/>
                </a:lnTo>
                <a:lnTo>
                  <a:pt x="10383" y="45015"/>
                </a:lnTo>
                <a:lnTo>
                  <a:pt x="10383" y="45015"/>
                </a:lnTo>
                <a:lnTo>
                  <a:pt x="10383" y="45015"/>
                </a:lnTo>
                <a:lnTo>
                  <a:pt x="10384" y="45015"/>
                </a:lnTo>
                <a:lnTo>
                  <a:pt x="10384" y="45015"/>
                </a:lnTo>
                <a:lnTo>
                  <a:pt x="10384" y="45015"/>
                </a:lnTo>
                <a:lnTo>
                  <a:pt x="10384" y="45015"/>
                </a:lnTo>
                <a:lnTo>
                  <a:pt x="10384" y="45015"/>
                </a:lnTo>
                <a:lnTo>
                  <a:pt x="10384" y="45015"/>
                </a:lnTo>
                <a:lnTo>
                  <a:pt x="10384" y="45015"/>
                </a:lnTo>
                <a:lnTo>
                  <a:pt x="10384" y="45015"/>
                </a:lnTo>
                <a:lnTo>
                  <a:pt x="10384" y="45015"/>
                </a:lnTo>
                <a:lnTo>
                  <a:pt x="10384" y="45015"/>
                </a:lnTo>
                <a:lnTo>
                  <a:pt x="10384" y="45015"/>
                </a:lnTo>
                <a:lnTo>
                  <a:pt x="10384" y="45015"/>
                </a:lnTo>
                <a:lnTo>
                  <a:pt x="10384" y="45015"/>
                </a:lnTo>
                <a:lnTo>
                  <a:pt x="10384" y="45015"/>
                </a:lnTo>
                <a:lnTo>
                  <a:pt x="10385" y="45015"/>
                </a:lnTo>
                <a:lnTo>
                  <a:pt x="10385" y="45015"/>
                </a:lnTo>
                <a:lnTo>
                  <a:pt x="10385" y="45015"/>
                </a:lnTo>
                <a:lnTo>
                  <a:pt x="10385" y="45015"/>
                </a:lnTo>
                <a:lnTo>
                  <a:pt x="10385" y="45015"/>
                </a:lnTo>
                <a:lnTo>
                  <a:pt x="10385" y="45015"/>
                </a:lnTo>
                <a:lnTo>
                  <a:pt x="10385" y="45015"/>
                </a:lnTo>
                <a:lnTo>
                  <a:pt x="10385" y="45015"/>
                </a:lnTo>
                <a:lnTo>
                  <a:pt x="10385" y="45015"/>
                </a:lnTo>
                <a:lnTo>
                  <a:pt x="10385" y="45015"/>
                </a:lnTo>
                <a:lnTo>
                  <a:pt x="10385" y="45015"/>
                </a:lnTo>
                <a:lnTo>
                  <a:pt x="10385" y="45015"/>
                </a:lnTo>
                <a:lnTo>
                  <a:pt x="10385" y="45015"/>
                </a:lnTo>
                <a:lnTo>
                  <a:pt x="10385" y="45015"/>
                </a:lnTo>
                <a:lnTo>
                  <a:pt x="10386" y="45015"/>
                </a:lnTo>
                <a:lnTo>
                  <a:pt x="10386" y="45015"/>
                </a:lnTo>
                <a:lnTo>
                  <a:pt x="10386" y="45015"/>
                </a:lnTo>
                <a:lnTo>
                  <a:pt x="10386" y="45015"/>
                </a:lnTo>
                <a:lnTo>
                  <a:pt x="10386" y="45015"/>
                </a:lnTo>
                <a:lnTo>
                  <a:pt x="10386" y="45015"/>
                </a:lnTo>
                <a:lnTo>
                  <a:pt x="10386" y="45015"/>
                </a:lnTo>
                <a:lnTo>
                  <a:pt x="10386" y="45015"/>
                </a:lnTo>
                <a:lnTo>
                  <a:pt x="10386" y="45015"/>
                </a:lnTo>
                <a:lnTo>
                  <a:pt x="10386" y="45015"/>
                </a:lnTo>
                <a:lnTo>
                  <a:pt x="10386" y="45015"/>
                </a:lnTo>
                <a:lnTo>
                  <a:pt x="10386" y="45015"/>
                </a:lnTo>
                <a:lnTo>
                  <a:pt x="10386" y="45015"/>
                </a:lnTo>
                <a:lnTo>
                  <a:pt x="10386" y="45015"/>
                </a:lnTo>
                <a:lnTo>
                  <a:pt x="10387" y="45015"/>
                </a:lnTo>
                <a:lnTo>
                  <a:pt x="10387" y="45015"/>
                </a:lnTo>
                <a:lnTo>
                  <a:pt x="10387" y="45015"/>
                </a:lnTo>
                <a:lnTo>
                  <a:pt x="10387" y="45015"/>
                </a:lnTo>
                <a:lnTo>
                  <a:pt x="10387" y="45015"/>
                </a:lnTo>
                <a:lnTo>
                  <a:pt x="10387" y="45015"/>
                </a:lnTo>
                <a:lnTo>
                  <a:pt x="10387" y="45015"/>
                </a:lnTo>
                <a:lnTo>
                  <a:pt x="10387" y="45015"/>
                </a:lnTo>
                <a:lnTo>
                  <a:pt x="10387" y="45015"/>
                </a:lnTo>
                <a:lnTo>
                  <a:pt x="10387" y="45015"/>
                </a:lnTo>
                <a:lnTo>
                  <a:pt x="10387" y="45015"/>
                </a:lnTo>
                <a:lnTo>
                  <a:pt x="10387" y="45015"/>
                </a:lnTo>
                <a:lnTo>
                  <a:pt x="10387" y="45015"/>
                </a:lnTo>
                <a:lnTo>
                  <a:pt x="10387" y="45015"/>
                </a:lnTo>
                <a:lnTo>
                  <a:pt x="10387" y="45015"/>
                </a:lnTo>
                <a:lnTo>
                  <a:pt x="10388" y="45015"/>
                </a:lnTo>
                <a:lnTo>
                  <a:pt x="10388" y="45015"/>
                </a:lnTo>
                <a:lnTo>
                  <a:pt x="10388" y="45015"/>
                </a:lnTo>
                <a:lnTo>
                  <a:pt x="10388" y="45015"/>
                </a:lnTo>
                <a:lnTo>
                  <a:pt x="10388" y="45015"/>
                </a:lnTo>
                <a:lnTo>
                  <a:pt x="10388" y="45015"/>
                </a:lnTo>
                <a:lnTo>
                  <a:pt x="10388" y="45015"/>
                </a:lnTo>
                <a:lnTo>
                  <a:pt x="10388" y="45015"/>
                </a:lnTo>
                <a:lnTo>
                  <a:pt x="10388" y="45015"/>
                </a:lnTo>
                <a:lnTo>
                  <a:pt x="10388" y="45015"/>
                </a:lnTo>
                <a:lnTo>
                  <a:pt x="10388" y="45015"/>
                </a:lnTo>
                <a:lnTo>
                  <a:pt x="10388" y="45015"/>
                </a:lnTo>
                <a:lnTo>
                  <a:pt x="10388" y="45015"/>
                </a:lnTo>
                <a:lnTo>
                  <a:pt x="10388" y="45015"/>
                </a:lnTo>
                <a:lnTo>
                  <a:pt x="10389" y="45015"/>
                </a:lnTo>
                <a:lnTo>
                  <a:pt x="10389" y="45015"/>
                </a:lnTo>
                <a:lnTo>
                  <a:pt x="10389" y="45015"/>
                </a:lnTo>
                <a:lnTo>
                  <a:pt x="10389" y="45015"/>
                </a:lnTo>
                <a:lnTo>
                  <a:pt x="10389" y="45015"/>
                </a:lnTo>
                <a:lnTo>
                  <a:pt x="10389" y="45015"/>
                </a:lnTo>
                <a:lnTo>
                  <a:pt x="10389" y="45015"/>
                </a:lnTo>
                <a:lnTo>
                  <a:pt x="10389" y="45015"/>
                </a:lnTo>
                <a:lnTo>
                  <a:pt x="10389" y="45015"/>
                </a:lnTo>
                <a:lnTo>
                  <a:pt x="10389" y="45015"/>
                </a:lnTo>
                <a:lnTo>
                  <a:pt x="10389" y="45015"/>
                </a:lnTo>
                <a:lnTo>
                  <a:pt x="10389" y="45015"/>
                </a:lnTo>
                <a:lnTo>
                  <a:pt x="10389" y="45015"/>
                </a:lnTo>
                <a:lnTo>
                  <a:pt x="10389" y="45015"/>
                </a:lnTo>
                <a:lnTo>
                  <a:pt x="10390" y="45015"/>
                </a:lnTo>
                <a:lnTo>
                  <a:pt x="10390" y="45015"/>
                </a:lnTo>
                <a:lnTo>
                  <a:pt x="10390" y="45015"/>
                </a:lnTo>
                <a:lnTo>
                  <a:pt x="10390" y="45015"/>
                </a:lnTo>
                <a:lnTo>
                  <a:pt x="10390" y="45015"/>
                </a:lnTo>
                <a:lnTo>
                  <a:pt x="10390" y="45015"/>
                </a:lnTo>
                <a:lnTo>
                  <a:pt x="10390" y="45015"/>
                </a:lnTo>
                <a:lnTo>
                  <a:pt x="10390" y="45015"/>
                </a:lnTo>
                <a:lnTo>
                  <a:pt x="10390" y="45015"/>
                </a:lnTo>
                <a:lnTo>
                  <a:pt x="10390" y="45015"/>
                </a:lnTo>
                <a:lnTo>
                  <a:pt x="10390" y="45015"/>
                </a:lnTo>
                <a:lnTo>
                  <a:pt x="10390" y="45015"/>
                </a:lnTo>
                <a:lnTo>
                  <a:pt x="10390" y="45015"/>
                </a:lnTo>
                <a:lnTo>
                  <a:pt x="10390" y="45015"/>
                </a:lnTo>
                <a:lnTo>
                  <a:pt x="10391" y="45015"/>
                </a:lnTo>
                <a:lnTo>
                  <a:pt x="10391" y="45015"/>
                </a:lnTo>
                <a:lnTo>
                  <a:pt x="10391" y="45015"/>
                </a:lnTo>
                <a:lnTo>
                  <a:pt x="10391" y="45015"/>
                </a:lnTo>
                <a:lnTo>
                  <a:pt x="10391" y="45015"/>
                </a:lnTo>
                <a:lnTo>
                  <a:pt x="10391" y="45015"/>
                </a:lnTo>
                <a:lnTo>
                  <a:pt x="10391" y="45015"/>
                </a:lnTo>
                <a:lnTo>
                  <a:pt x="10391" y="45015"/>
                </a:lnTo>
                <a:lnTo>
                  <a:pt x="10391" y="45015"/>
                </a:lnTo>
                <a:lnTo>
                  <a:pt x="10391" y="45015"/>
                </a:lnTo>
                <a:lnTo>
                  <a:pt x="10391" y="45015"/>
                </a:lnTo>
                <a:lnTo>
                  <a:pt x="10391" y="45015"/>
                </a:lnTo>
                <a:lnTo>
                  <a:pt x="10391" y="45015"/>
                </a:lnTo>
                <a:lnTo>
                  <a:pt x="10391" y="45015"/>
                </a:lnTo>
                <a:lnTo>
                  <a:pt x="10392" y="45015"/>
                </a:lnTo>
                <a:lnTo>
                  <a:pt x="10392" y="45015"/>
                </a:lnTo>
                <a:lnTo>
                  <a:pt x="10392" y="45015"/>
                </a:lnTo>
                <a:lnTo>
                  <a:pt x="10392" y="45015"/>
                </a:lnTo>
                <a:lnTo>
                  <a:pt x="10392" y="45015"/>
                </a:lnTo>
                <a:lnTo>
                  <a:pt x="10392" y="45015"/>
                </a:lnTo>
                <a:lnTo>
                  <a:pt x="10392" y="45015"/>
                </a:lnTo>
                <a:lnTo>
                  <a:pt x="10392" y="45015"/>
                </a:lnTo>
                <a:lnTo>
                  <a:pt x="10392" y="45015"/>
                </a:lnTo>
                <a:lnTo>
                  <a:pt x="10392" y="45015"/>
                </a:lnTo>
                <a:lnTo>
                  <a:pt x="10392" y="45015"/>
                </a:lnTo>
                <a:lnTo>
                  <a:pt x="10392" y="45015"/>
                </a:lnTo>
                <a:lnTo>
                  <a:pt x="10392" y="45015"/>
                </a:lnTo>
                <a:lnTo>
                  <a:pt x="10392" y="45015"/>
                </a:lnTo>
                <a:lnTo>
                  <a:pt x="10393" y="45015"/>
                </a:lnTo>
                <a:lnTo>
                  <a:pt x="10393" y="45015"/>
                </a:lnTo>
                <a:lnTo>
                  <a:pt x="10393" y="45015"/>
                </a:lnTo>
                <a:lnTo>
                  <a:pt x="10393" y="45015"/>
                </a:lnTo>
                <a:lnTo>
                  <a:pt x="10393" y="45015"/>
                </a:lnTo>
                <a:lnTo>
                  <a:pt x="10393" y="45015"/>
                </a:lnTo>
                <a:lnTo>
                  <a:pt x="10393" y="45015"/>
                </a:lnTo>
                <a:lnTo>
                  <a:pt x="10393" y="45015"/>
                </a:lnTo>
                <a:lnTo>
                  <a:pt x="10393" y="45015"/>
                </a:lnTo>
                <a:lnTo>
                  <a:pt x="10393" y="45015"/>
                </a:lnTo>
                <a:lnTo>
                  <a:pt x="10393" y="45015"/>
                </a:lnTo>
                <a:lnTo>
                  <a:pt x="10393" y="45015"/>
                </a:lnTo>
                <a:lnTo>
                  <a:pt x="10393" y="45015"/>
                </a:lnTo>
                <a:lnTo>
                  <a:pt x="10393" y="45015"/>
                </a:lnTo>
                <a:lnTo>
                  <a:pt x="10394" y="45015"/>
                </a:lnTo>
                <a:lnTo>
                  <a:pt x="10394" y="45015"/>
                </a:lnTo>
                <a:lnTo>
                  <a:pt x="10394" y="45015"/>
                </a:lnTo>
                <a:lnTo>
                  <a:pt x="10394" y="45015"/>
                </a:lnTo>
                <a:lnTo>
                  <a:pt x="10394" y="45015"/>
                </a:lnTo>
                <a:lnTo>
                  <a:pt x="10394" y="45015"/>
                </a:lnTo>
                <a:lnTo>
                  <a:pt x="10394" y="45015"/>
                </a:lnTo>
                <a:lnTo>
                  <a:pt x="10394" y="45015"/>
                </a:lnTo>
                <a:lnTo>
                  <a:pt x="10394" y="45015"/>
                </a:lnTo>
                <a:lnTo>
                  <a:pt x="10394" y="45015"/>
                </a:lnTo>
                <a:lnTo>
                  <a:pt x="10394" y="45015"/>
                </a:lnTo>
                <a:lnTo>
                  <a:pt x="10394" y="45015"/>
                </a:lnTo>
                <a:lnTo>
                  <a:pt x="10394" y="45015"/>
                </a:lnTo>
                <a:lnTo>
                  <a:pt x="10394" y="45015"/>
                </a:lnTo>
                <a:lnTo>
                  <a:pt x="10394" y="45015"/>
                </a:lnTo>
                <a:lnTo>
                  <a:pt x="10395" y="45015"/>
                </a:lnTo>
                <a:lnTo>
                  <a:pt x="10395" y="45015"/>
                </a:lnTo>
                <a:lnTo>
                  <a:pt x="10395" y="45015"/>
                </a:lnTo>
                <a:lnTo>
                  <a:pt x="10395" y="45015"/>
                </a:lnTo>
                <a:lnTo>
                  <a:pt x="10395" y="45015"/>
                </a:lnTo>
                <a:lnTo>
                  <a:pt x="10395" y="45015"/>
                </a:lnTo>
                <a:lnTo>
                  <a:pt x="10395" y="45015"/>
                </a:lnTo>
                <a:lnTo>
                  <a:pt x="10395" y="45015"/>
                </a:lnTo>
                <a:lnTo>
                  <a:pt x="10395" y="45015"/>
                </a:lnTo>
                <a:lnTo>
                  <a:pt x="10395" y="45015"/>
                </a:lnTo>
                <a:lnTo>
                  <a:pt x="10395" y="45015"/>
                </a:lnTo>
                <a:lnTo>
                  <a:pt x="10395" y="45015"/>
                </a:lnTo>
                <a:lnTo>
                  <a:pt x="10395" y="45015"/>
                </a:lnTo>
                <a:lnTo>
                  <a:pt x="10395" y="45015"/>
                </a:lnTo>
                <a:lnTo>
                  <a:pt x="10396" y="45015"/>
                </a:lnTo>
                <a:lnTo>
                  <a:pt x="10396" y="45015"/>
                </a:lnTo>
                <a:lnTo>
                  <a:pt x="10396" y="45015"/>
                </a:lnTo>
                <a:lnTo>
                  <a:pt x="10396" y="45015"/>
                </a:lnTo>
                <a:lnTo>
                  <a:pt x="10396" y="45015"/>
                </a:lnTo>
                <a:lnTo>
                  <a:pt x="10396" y="45015"/>
                </a:lnTo>
                <a:lnTo>
                  <a:pt x="10396" y="45015"/>
                </a:lnTo>
                <a:lnTo>
                  <a:pt x="10396" y="45015"/>
                </a:lnTo>
                <a:lnTo>
                  <a:pt x="10396" y="45015"/>
                </a:lnTo>
                <a:lnTo>
                  <a:pt x="10396" y="45015"/>
                </a:lnTo>
                <a:lnTo>
                  <a:pt x="10396" y="45015"/>
                </a:lnTo>
                <a:lnTo>
                  <a:pt x="10396" y="45015"/>
                </a:lnTo>
                <a:lnTo>
                  <a:pt x="10396" y="45015"/>
                </a:lnTo>
                <a:lnTo>
                  <a:pt x="10396" y="45015"/>
                </a:lnTo>
                <a:lnTo>
                  <a:pt x="10397" y="45015"/>
                </a:lnTo>
                <a:lnTo>
                  <a:pt x="10397" y="45015"/>
                </a:lnTo>
                <a:lnTo>
                  <a:pt x="10397" y="45015"/>
                </a:lnTo>
                <a:lnTo>
                  <a:pt x="10397" y="45015"/>
                </a:lnTo>
                <a:lnTo>
                  <a:pt x="10397" y="45015"/>
                </a:lnTo>
                <a:lnTo>
                  <a:pt x="10397" y="45015"/>
                </a:lnTo>
                <a:lnTo>
                  <a:pt x="10397" y="45015"/>
                </a:lnTo>
                <a:lnTo>
                  <a:pt x="10397" y="45015"/>
                </a:lnTo>
                <a:lnTo>
                  <a:pt x="10397" y="45015"/>
                </a:lnTo>
                <a:lnTo>
                  <a:pt x="10397" y="45015"/>
                </a:lnTo>
                <a:lnTo>
                  <a:pt x="10397" y="45015"/>
                </a:lnTo>
                <a:lnTo>
                  <a:pt x="10397" y="45015"/>
                </a:lnTo>
                <a:lnTo>
                  <a:pt x="10397" y="45015"/>
                </a:lnTo>
                <a:lnTo>
                  <a:pt x="10397" y="45015"/>
                </a:lnTo>
                <a:lnTo>
                  <a:pt x="10398" y="45015"/>
                </a:lnTo>
                <a:lnTo>
                  <a:pt x="10398" y="45015"/>
                </a:lnTo>
                <a:lnTo>
                  <a:pt x="10398" y="45015"/>
                </a:lnTo>
                <a:lnTo>
                  <a:pt x="10398" y="45015"/>
                </a:lnTo>
                <a:lnTo>
                  <a:pt x="10398" y="45015"/>
                </a:lnTo>
                <a:lnTo>
                  <a:pt x="10398" y="45015"/>
                </a:lnTo>
                <a:lnTo>
                  <a:pt x="10398" y="45015"/>
                </a:lnTo>
                <a:lnTo>
                  <a:pt x="10398" y="45015"/>
                </a:lnTo>
                <a:lnTo>
                  <a:pt x="10398" y="45015"/>
                </a:lnTo>
                <a:lnTo>
                  <a:pt x="10398" y="45015"/>
                </a:lnTo>
                <a:lnTo>
                  <a:pt x="10398" y="45015"/>
                </a:lnTo>
                <a:lnTo>
                  <a:pt x="10398" y="45015"/>
                </a:lnTo>
                <a:lnTo>
                  <a:pt x="10398" y="45015"/>
                </a:lnTo>
                <a:lnTo>
                  <a:pt x="10398" y="45015"/>
                </a:lnTo>
                <a:lnTo>
                  <a:pt x="10398" y="45015"/>
                </a:lnTo>
                <a:lnTo>
                  <a:pt x="10399" y="45015"/>
                </a:lnTo>
                <a:lnTo>
                  <a:pt x="10399" y="45015"/>
                </a:lnTo>
                <a:lnTo>
                  <a:pt x="10399" y="45015"/>
                </a:lnTo>
                <a:lnTo>
                  <a:pt x="10399" y="45015"/>
                </a:lnTo>
                <a:lnTo>
                  <a:pt x="10399" y="45015"/>
                </a:lnTo>
                <a:lnTo>
                  <a:pt x="10399" y="45015"/>
                </a:lnTo>
                <a:lnTo>
                  <a:pt x="10399" y="45015"/>
                </a:lnTo>
                <a:lnTo>
                  <a:pt x="10399" y="45015"/>
                </a:lnTo>
                <a:lnTo>
                  <a:pt x="10399" y="45015"/>
                </a:lnTo>
                <a:lnTo>
                  <a:pt x="10399" y="45015"/>
                </a:lnTo>
                <a:lnTo>
                  <a:pt x="10399" y="45015"/>
                </a:lnTo>
                <a:lnTo>
                  <a:pt x="10399" y="45015"/>
                </a:lnTo>
                <a:lnTo>
                  <a:pt x="10399" y="45015"/>
                </a:lnTo>
                <a:lnTo>
                  <a:pt x="10399" y="45015"/>
                </a:lnTo>
                <a:lnTo>
                  <a:pt x="10400" y="45015"/>
                </a:lnTo>
                <a:lnTo>
                  <a:pt x="10400" y="45015"/>
                </a:lnTo>
                <a:lnTo>
                  <a:pt x="10400" y="45015"/>
                </a:lnTo>
                <a:lnTo>
                  <a:pt x="10400" y="45015"/>
                </a:lnTo>
                <a:lnTo>
                  <a:pt x="10400" y="45015"/>
                </a:lnTo>
                <a:lnTo>
                  <a:pt x="10400" y="45015"/>
                </a:lnTo>
                <a:lnTo>
                  <a:pt x="10400" y="45015"/>
                </a:lnTo>
                <a:lnTo>
                  <a:pt x="10400" y="45015"/>
                </a:lnTo>
                <a:lnTo>
                  <a:pt x="10400" y="45015"/>
                </a:lnTo>
                <a:lnTo>
                  <a:pt x="10400" y="45015"/>
                </a:lnTo>
                <a:lnTo>
                  <a:pt x="10400" y="45015"/>
                </a:lnTo>
                <a:lnTo>
                  <a:pt x="10400" y="45015"/>
                </a:lnTo>
                <a:lnTo>
                  <a:pt x="10400" y="45015"/>
                </a:lnTo>
                <a:lnTo>
                  <a:pt x="10400" y="45015"/>
                </a:lnTo>
                <a:lnTo>
                  <a:pt x="10401" y="45015"/>
                </a:lnTo>
                <a:lnTo>
                  <a:pt x="10401" y="45015"/>
                </a:lnTo>
                <a:lnTo>
                  <a:pt x="10401" y="45015"/>
                </a:lnTo>
                <a:lnTo>
                  <a:pt x="10401" y="45015"/>
                </a:lnTo>
                <a:lnTo>
                  <a:pt x="10401" y="45015"/>
                </a:lnTo>
                <a:lnTo>
                  <a:pt x="10401" y="45015"/>
                </a:lnTo>
                <a:lnTo>
                  <a:pt x="10401" y="45015"/>
                </a:lnTo>
                <a:lnTo>
                  <a:pt x="10401" y="45015"/>
                </a:lnTo>
                <a:lnTo>
                  <a:pt x="10401" y="45015"/>
                </a:lnTo>
                <a:lnTo>
                  <a:pt x="10401" y="45015"/>
                </a:lnTo>
                <a:lnTo>
                  <a:pt x="10401" y="45015"/>
                </a:lnTo>
                <a:lnTo>
                  <a:pt x="10401" y="45015"/>
                </a:lnTo>
                <a:lnTo>
                  <a:pt x="10401" y="45015"/>
                </a:lnTo>
                <a:lnTo>
                  <a:pt x="10401" y="45015"/>
                </a:lnTo>
                <a:lnTo>
                  <a:pt x="10402" y="45015"/>
                </a:lnTo>
                <a:lnTo>
                  <a:pt x="10402" y="45015"/>
                </a:lnTo>
                <a:lnTo>
                  <a:pt x="10402" y="45015"/>
                </a:lnTo>
                <a:lnTo>
                  <a:pt x="10402" y="45015"/>
                </a:lnTo>
                <a:lnTo>
                  <a:pt x="10402" y="45015"/>
                </a:lnTo>
                <a:lnTo>
                  <a:pt x="10402" y="45015"/>
                </a:lnTo>
                <a:lnTo>
                  <a:pt x="10402" y="45015"/>
                </a:lnTo>
                <a:lnTo>
                  <a:pt x="10402" y="45015"/>
                </a:lnTo>
                <a:lnTo>
                  <a:pt x="10402" y="45015"/>
                </a:lnTo>
                <a:lnTo>
                  <a:pt x="10402" y="45015"/>
                </a:lnTo>
                <a:lnTo>
                  <a:pt x="10402" y="45015"/>
                </a:lnTo>
                <a:lnTo>
                  <a:pt x="10402" y="45015"/>
                </a:lnTo>
                <a:lnTo>
                  <a:pt x="10402" y="45015"/>
                </a:lnTo>
                <a:lnTo>
                  <a:pt x="10402" y="45015"/>
                </a:lnTo>
                <a:lnTo>
                  <a:pt x="10402" y="45015"/>
                </a:lnTo>
                <a:lnTo>
                  <a:pt x="10403" y="45015"/>
                </a:lnTo>
                <a:lnTo>
                  <a:pt x="10403" y="45015"/>
                </a:lnTo>
                <a:lnTo>
                  <a:pt x="10403" y="45015"/>
                </a:lnTo>
                <a:lnTo>
                  <a:pt x="10403" y="45015"/>
                </a:lnTo>
                <a:lnTo>
                  <a:pt x="10403" y="45015"/>
                </a:lnTo>
                <a:lnTo>
                  <a:pt x="10403" y="45015"/>
                </a:lnTo>
                <a:lnTo>
                  <a:pt x="10403" y="45015"/>
                </a:lnTo>
                <a:lnTo>
                  <a:pt x="10403" y="45015"/>
                </a:lnTo>
                <a:lnTo>
                  <a:pt x="10403" y="45015"/>
                </a:lnTo>
                <a:lnTo>
                  <a:pt x="10403" y="45015"/>
                </a:lnTo>
                <a:lnTo>
                  <a:pt x="10403" y="45015"/>
                </a:lnTo>
                <a:lnTo>
                  <a:pt x="10403" y="45015"/>
                </a:lnTo>
                <a:lnTo>
                  <a:pt x="10403" y="45015"/>
                </a:lnTo>
                <a:lnTo>
                  <a:pt x="10403" y="45015"/>
                </a:lnTo>
                <a:lnTo>
                  <a:pt x="10404" y="45015"/>
                </a:lnTo>
                <a:lnTo>
                  <a:pt x="10404" y="45015"/>
                </a:lnTo>
                <a:lnTo>
                  <a:pt x="10404" y="45015"/>
                </a:lnTo>
                <a:lnTo>
                  <a:pt x="10404" y="45015"/>
                </a:lnTo>
                <a:lnTo>
                  <a:pt x="10404" y="45015"/>
                </a:lnTo>
                <a:lnTo>
                  <a:pt x="10404" y="45015"/>
                </a:lnTo>
                <a:lnTo>
                  <a:pt x="10404" y="45015"/>
                </a:lnTo>
                <a:lnTo>
                  <a:pt x="10404" y="45015"/>
                </a:lnTo>
                <a:lnTo>
                  <a:pt x="10404" y="45015"/>
                </a:lnTo>
                <a:lnTo>
                  <a:pt x="10404" y="45015"/>
                </a:lnTo>
                <a:lnTo>
                  <a:pt x="10404" y="45015"/>
                </a:lnTo>
                <a:lnTo>
                  <a:pt x="10404" y="45015"/>
                </a:lnTo>
                <a:lnTo>
                  <a:pt x="10404" y="45015"/>
                </a:lnTo>
                <a:lnTo>
                  <a:pt x="10404" y="45015"/>
                </a:lnTo>
                <a:lnTo>
                  <a:pt x="10404" y="45015"/>
                </a:lnTo>
                <a:lnTo>
                  <a:pt x="10405" y="45015"/>
                </a:lnTo>
                <a:lnTo>
                  <a:pt x="10405" y="45015"/>
                </a:lnTo>
                <a:lnTo>
                  <a:pt x="10405" y="45015"/>
                </a:lnTo>
                <a:lnTo>
                  <a:pt x="10405" y="45015"/>
                </a:lnTo>
                <a:lnTo>
                  <a:pt x="10405" y="45015"/>
                </a:lnTo>
                <a:lnTo>
                  <a:pt x="10405" y="45015"/>
                </a:lnTo>
                <a:lnTo>
                  <a:pt x="10405" y="45015"/>
                </a:lnTo>
                <a:lnTo>
                  <a:pt x="10405" y="45015"/>
                </a:lnTo>
                <a:lnTo>
                  <a:pt x="10405" y="45015"/>
                </a:lnTo>
                <a:lnTo>
                  <a:pt x="10405" y="45015"/>
                </a:lnTo>
                <a:lnTo>
                  <a:pt x="10405" y="45015"/>
                </a:lnTo>
                <a:lnTo>
                  <a:pt x="10405" y="45015"/>
                </a:lnTo>
                <a:lnTo>
                  <a:pt x="10405" y="45015"/>
                </a:lnTo>
                <a:lnTo>
                  <a:pt x="10405" y="45015"/>
                </a:lnTo>
                <a:lnTo>
                  <a:pt x="10406" y="45015"/>
                </a:lnTo>
                <a:lnTo>
                  <a:pt x="10406" y="45015"/>
                </a:lnTo>
                <a:lnTo>
                  <a:pt x="10406" y="45015"/>
                </a:lnTo>
                <a:lnTo>
                  <a:pt x="10406" y="45015"/>
                </a:lnTo>
                <a:lnTo>
                  <a:pt x="10406" y="45015"/>
                </a:lnTo>
                <a:lnTo>
                  <a:pt x="10406" y="45015"/>
                </a:lnTo>
                <a:lnTo>
                  <a:pt x="10406" y="45015"/>
                </a:lnTo>
                <a:lnTo>
                  <a:pt x="10406" y="45015"/>
                </a:lnTo>
                <a:lnTo>
                  <a:pt x="10406" y="45015"/>
                </a:lnTo>
                <a:lnTo>
                  <a:pt x="10406" y="45015"/>
                </a:lnTo>
                <a:lnTo>
                  <a:pt x="10406" y="45015"/>
                </a:lnTo>
                <a:lnTo>
                  <a:pt x="10406" y="45015"/>
                </a:lnTo>
                <a:lnTo>
                  <a:pt x="10406" y="45015"/>
                </a:lnTo>
                <a:lnTo>
                  <a:pt x="10406" y="45015"/>
                </a:lnTo>
                <a:lnTo>
                  <a:pt x="10407" y="45015"/>
                </a:lnTo>
                <a:lnTo>
                  <a:pt x="10407" y="45015"/>
                </a:lnTo>
                <a:lnTo>
                  <a:pt x="10407" y="45015"/>
                </a:lnTo>
                <a:lnTo>
                  <a:pt x="10407" y="45015"/>
                </a:lnTo>
                <a:lnTo>
                  <a:pt x="10407" y="45015"/>
                </a:lnTo>
                <a:lnTo>
                  <a:pt x="10407" y="45015"/>
                </a:lnTo>
                <a:lnTo>
                  <a:pt x="10407" y="45015"/>
                </a:lnTo>
                <a:lnTo>
                  <a:pt x="10407" y="45015"/>
                </a:lnTo>
                <a:lnTo>
                  <a:pt x="10407" y="45015"/>
                </a:lnTo>
                <a:lnTo>
                  <a:pt x="10407" y="45015"/>
                </a:lnTo>
                <a:lnTo>
                  <a:pt x="10407" y="45015"/>
                </a:lnTo>
                <a:lnTo>
                  <a:pt x="10407" y="45015"/>
                </a:lnTo>
                <a:lnTo>
                  <a:pt x="10407" y="45015"/>
                </a:lnTo>
                <a:lnTo>
                  <a:pt x="10407" y="45015"/>
                </a:lnTo>
                <a:lnTo>
                  <a:pt x="10407" y="45015"/>
                </a:lnTo>
                <a:lnTo>
                  <a:pt x="10408" y="45015"/>
                </a:lnTo>
                <a:lnTo>
                  <a:pt x="10408" y="45015"/>
                </a:lnTo>
                <a:lnTo>
                  <a:pt x="10408" y="45015"/>
                </a:lnTo>
                <a:lnTo>
                  <a:pt x="10408" y="45015"/>
                </a:lnTo>
                <a:lnTo>
                  <a:pt x="10408" y="45015"/>
                </a:lnTo>
                <a:lnTo>
                  <a:pt x="10408" y="45015"/>
                </a:lnTo>
                <a:lnTo>
                  <a:pt x="10408" y="45015"/>
                </a:lnTo>
                <a:lnTo>
                  <a:pt x="10408" y="45015"/>
                </a:lnTo>
                <a:lnTo>
                  <a:pt x="10408" y="45015"/>
                </a:lnTo>
                <a:lnTo>
                  <a:pt x="10408" y="45015"/>
                </a:lnTo>
                <a:lnTo>
                  <a:pt x="10408" y="45015"/>
                </a:lnTo>
                <a:lnTo>
                  <a:pt x="10408" y="45015"/>
                </a:lnTo>
                <a:lnTo>
                  <a:pt x="10408" y="45015"/>
                </a:lnTo>
                <a:lnTo>
                  <a:pt x="10408" y="45015"/>
                </a:lnTo>
                <a:lnTo>
                  <a:pt x="10409" y="45015"/>
                </a:lnTo>
                <a:lnTo>
                  <a:pt x="10409" y="45015"/>
                </a:lnTo>
                <a:lnTo>
                  <a:pt x="10409" y="45015"/>
                </a:lnTo>
                <a:lnTo>
                  <a:pt x="10409" y="45015"/>
                </a:lnTo>
                <a:lnTo>
                  <a:pt x="10409" y="45015"/>
                </a:lnTo>
                <a:lnTo>
                  <a:pt x="10409" y="45015"/>
                </a:lnTo>
                <a:lnTo>
                  <a:pt x="10409" y="45015"/>
                </a:lnTo>
                <a:lnTo>
                  <a:pt x="10409" y="45015"/>
                </a:lnTo>
                <a:lnTo>
                  <a:pt x="10409" y="45015"/>
                </a:lnTo>
                <a:lnTo>
                  <a:pt x="10409" y="45015"/>
                </a:lnTo>
                <a:lnTo>
                  <a:pt x="10409" y="45015"/>
                </a:lnTo>
                <a:lnTo>
                  <a:pt x="10409" y="45015"/>
                </a:lnTo>
                <a:lnTo>
                  <a:pt x="10409" y="45015"/>
                </a:lnTo>
                <a:lnTo>
                  <a:pt x="10409" y="45015"/>
                </a:lnTo>
                <a:lnTo>
                  <a:pt x="10409" y="45015"/>
                </a:lnTo>
                <a:lnTo>
                  <a:pt x="10410" y="45015"/>
                </a:lnTo>
                <a:lnTo>
                  <a:pt x="10410" y="45015"/>
                </a:lnTo>
                <a:lnTo>
                  <a:pt x="10410" y="45015"/>
                </a:lnTo>
                <a:lnTo>
                  <a:pt x="10410" y="45015"/>
                </a:lnTo>
                <a:lnTo>
                  <a:pt x="10410" y="45015"/>
                </a:lnTo>
                <a:lnTo>
                  <a:pt x="10410" y="45015"/>
                </a:lnTo>
                <a:lnTo>
                  <a:pt x="10410" y="45015"/>
                </a:lnTo>
                <a:lnTo>
                  <a:pt x="10410" y="45015"/>
                </a:lnTo>
                <a:lnTo>
                  <a:pt x="10410" y="45015"/>
                </a:lnTo>
                <a:lnTo>
                  <a:pt x="10410" y="45015"/>
                </a:lnTo>
                <a:lnTo>
                  <a:pt x="10410" y="45015"/>
                </a:lnTo>
                <a:lnTo>
                  <a:pt x="10410" y="45015"/>
                </a:lnTo>
                <a:lnTo>
                  <a:pt x="10410" y="45015"/>
                </a:lnTo>
                <a:lnTo>
                  <a:pt x="10410" y="45015"/>
                </a:lnTo>
                <a:lnTo>
                  <a:pt x="10411" y="45015"/>
                </a:lnTo>
                <a:lnTo>
                  <a:pt x="10411" y="45015"/>
                </a:lnTo>
                <a:lnTo>
                  <a:pt x="10411" y="45015"/>
                </a:lnTo>
                <a:lnTo>
                  <a:pt x="10411" y="45015"/>
                </a:lnTo>
                <a:lnTo>
                  <a:pt x="10411" y="45015"/>
                </a:lnTo>
                <a:lnTo>
                  <a:pt x="10411" y="45015"/>
                </a:lnTo>
                <a:lnTo>
                  <a:pt x="10411" y="45015"/>
                </a:lnTo>
                <a:lnTo>
                  <a:pt x="10411" y="45015"/>
                </a:lnTo>
                <a:lnTo>
                  <a:pt x="10411" y="45015"/>
                </a:lnTo>
                <a:lnTo>
                  <a:pt x="10411" y="45015"/>
                </a:lnTo>
                <a:lnTo>
                  <a:pt x="10411" y="45015"/>
                </a:lnTo>
                <a:lnTo>
                  <a:pt x="10411" y="45015"/>
                </a:lnTo>
                <a:lnTo>
                  <a:pt x="10411" y="45015"/>
                </a:lnTo>
                <a:lnTo>
                  <a:pt x="10411" y="45015"/>
                </a:lnTo>
                <a:lnTo>
                  <a:pt x="10411" y="45015"/>
                </a:lnTo>
                <a:lnTo>
                  <a:pt x="10412" y="45015"/>
                </a:lnTo>
                <a:lnTo>
                  <a:pt x="10412" y="45015"/>
                </a:lnTo>
                <a:lnTo>
                  <a:pt x="10412" y="45015"/>
                </a:lnTo>
                <a:lnTo>
                  <a:pt x="10412" y="45015"/>
                </a:lnTo>
                <a:lnTo>
                  <a:pt x="10412" y="45015"/>
                </a:lnTo>
                <a:lnTo>
                  <a:pt x="10412" y="45015"/>
                </a:lnTo>
                <a:lnTo>
                  <a:pt x="10412" y="45015"/>
                </a:lnTo>
                <a:lnTo>
                  <a:pt x="10412" y="45015"/>
                </a:lnTo>
                <a:lnTo>
                  <a:pt x="10412" y="45015"/>
                </a:lnTo>
                <a:lnTo>
                  <a:pt x="10412" y="45015"/>
                </a:lnTo>
                <a:lnTo>
                  <a:pt x="10412" y="45015"/>
                </a:lnTo>
                <a:lnTo>
                  <a:pt x="10412" y="45015"/>
                </a:lnTo>
                <a:lnTo>
                  <a:pt x="10412" y="45015"/>
                </a:lnTo>
                <a:lnTo>
                  <a:pt x="10412" y="45015"/>
                </a:lnTo>
                <a:lnTo>
                  <a:pt x="10413" y="45015"/>
                </a:lnTo>
                <a:lnTo>
                  <a:pt x="10413" y="45015"/>
                </a:lnTo>
                <a:lnTo>
                  <a:pt x="10413" y="45015"/>
                </a:lnTo>
                <a:lnTo>
                  <a:pt x="10413" y="45015"/>
                </a:lnTo>
                <a:lnTo>
                  <a:pt x="10413" y="45015"/>
                </a:lnTo>
                <a:lnTo>
                  <a:pt x="10413" y="45015"/>
                </a:lnTo>
                <a:lnTo>
                  <a:pt x="10413" y="45015"/>
                </a:lnTo>
                <a:lnTo>
                  <a:pt x="10413" y="45015"/>
                </a:lnTo>
                <a:lnTo>
                  <a:pt x="10413" y="45015"/>
                </a:lnTo>
                <a:lnTo>
                  <a:pt x="10413" y="45015"/>
                </a:lnTo>
                <a:lnTo>
                  <a:pt x="10413" y="45015"/>
                </a:lnTo>
                <a:lnTo>
                  <a:pt x="10413" y="45015"/>
                </a:lnTo>
                <a:lnTo>
                  <a:pt x="10413" y="45015"/>
                </a:lnTo>
                <a:lnTo>
                  <a:pt x="10413" y="45015"/>
                </a:lnTo>
                <a:lnTo>
                  <a:pt x="10413" y="45015"/>
                </a:lnTo>
                <a:lnTo>
                  <a:pt x="10414" y="45015"/>
                </a:lnTo>
                <a:lnTo>
                  <a:pt x="10414" y="45015"/>
                </a:lnTo>
                <a:lnTo>
                  <a:pt x="10414" y="45015"/>
                </a:lnTo>
                <a:lnTo>
                  <a:pt x="10414" y="45015"/>
                </a:lnTo>
                <a:lnTo>
                  <a:pt x="10414" y="45015"/>
                </a:lnTo>
                <a:lnTo>
                  <a:pt x="10414" y="45015"/>
                </a:lnTo>
                <a:lnTo>
                  <a:pt x="10414" y="45015"/>
                </a:lnTo>
                <a:lnTo>
                  <a:pt x="10414" y="45015"/>
                </a:lnTo>
                <a:lnTo>
                  <a:pt x="10414" y="45015"/>
                </a:lnTo>
                <a:lnTo>
                  <a:pt x="10414" y="45015"/>
                </a:lnTo>
                <a:lnTo>
                  <a:pt x="10414" y="45015"/>
                </a:lnTo>
                <a:lnTo>
                  <a:pt x="10414" y="45015"/>
                </a:lnTo>
                <a:lnTo>
                  <a:pt x="10414" y="45015"/>
                </a:lnTo>
                <a:lnTo>
                  <a:pt x="10414" y="45015"/>
                </a:lnTo>
                <a:lnTo>
                  <a:pt x="10415" y="45015"/>
                </a:lnTo>
                <a:lnTo>
                  <a:pt x="10415" y="45015"/>
                </a:lnTo>
                <a:lnTo>
                  <a:pt x="10415" y="45015"/>
                </a:lnTo>
                <a:lnTo>
                  <a:pt x="10415" y="45015"/>
                </a:lnTo>
                <a:lnTo>
                  <a:pt x="10415" y="45015"/>
                </a:lnTo>
                <a:lnTo>
                  <a:pt x="10415" y="45015"/>
                </a:lnTo>
                <a:lnTo>
                  <a:pt x="10415" y="45015"/>
                </a:lnTo>
                <a:lnTo>
                  <a:pt x="10415" y="45015"/>
                </a:lnTo>
                <a:lnTo>
                  <a:pt x="10415" y="45015"/>
                </a:lnTo>
                <a:lnTo>
                  <a:pt x="10415" y="45015"/>
                </a:lnTo>
                <a:lnTo>
                  <a:pt x="10415" y="45015"/>
                </a:lnTo>
                <a:lnTo>
                  <a:pt x="10415" y="45015"/>
                </a:lnTo>
                <a:lnTo>
                  <a:pt x="10415" y="45015"/>
                </a:lnTo>
                <a:lnTo>
                  <a:pt x="10415" y="45015"/>
                </a:lnTo>
                <a:lnTo>
                  <a:pt x="10415" y="45015"/>
                </a:lnTo>
                <a:lnTo>
                  <a:pt x="10416" y="45015"/>
                </a:lnTo>
                <a:lnTo>
                  <a:pt x="10416" y="45015"/>
                </a:lnTo>
                <a:lnTo>
                  <a:pt x="10416" y="45015"/>
                </a:lnTo>
                <a:lnTo>
                  <a:pt x="10416" y="45015"/>
                </a:lnTo>
                <a:lnTo>
                  <a:pt x="10416" y="45015"/>
                </a:lnTo>
                <a:lnTo>
                  <a:pt x="10416" y="45015"/>
                </a:lnTo>
                <a:lnTo>
                  <a:pt x="10416" y="45015"/>
                </a:lnTo>
                <a:lnTo>
                  <a:pt x="10416" y="45015"/>
                </a:lnTo>
                <a:lnTo>
                  <a:pt x="10416" y="45015"/>
                </a:lnTo>
                <a:lnTo>
                  <a:pt x="10416" y="45015"/>
                </a:lnTo>
                <a:lnTo>
                  <a:pt x="10416" y="45015"/>
                </a:lnTo>
                <a:lnTo>
                  <a:pt x="10416" y="45015"/>
                </a:lnTo>
                <a:lnTo>
                  <a:pt x="10416" y="45015"/>
                </a:lnTo>
                <a:lnTo>
                  <a:pt x="10416" y="45015"/>
                </a:lnTo>
                <a:lnTo>
                  <a:pt x="10416" y="45015"/>
                </a:lnTo>
                <a:lnTo>
                  <a:pt x="10417" y="45015"/>
                </a:lnTo>
                <a:lnTo>
                  <a:pt x="10417" y="45015"/>
                </a:lnTo>
                <a:lnTo>
                  <a:pt x="10417" y="45015"/>
                </a:lnTo>
                <a:lnTo>
                  <a:pt x="10417" y="45015"/>
                </a:lnTo>
                <a:lnTo>
                  <a:pt x="10417" y="45015"/>
                </a:lnTo>
                <a:lnTo>
                  <a:pt x="10417" y="45015"/>
                </a:lnTo>
                <a:lnTo>
                  <a:pt x="10417" y="45015"/>
                </a:lnTo>
                <a:lnTo>
                  <a:pt x="10417" y="45015"/>
                </a:lnTo>
                <a:lnTo>
                  <a:pt x="10417" y="45015"/>
                </a:lnTo>
                <a:lnTo>
                  <a:pt x="10417" y="45015"/>
                </a:lnTo>
                <a:lnTo>
                  <a:pt x="10417" y="45015"/>
                </a:lnTo>
                <a:lnTo>
                  <a:pt x="10417" y="45015"/>
                </a:lnTo>
                <a:lnTo>
                  <a:pt x="10417" y="45015"/>
                </a:lnTo>
                <a:lnTo>
                  <a:pt x="10417" y="45015"/>
                </a:lnTo>
                <a:lnTo>
                  <a:pt x="10418" y="45015"/>
                </a:lnTo>
                <a:lnTo>
                  <a:pt x="10418" y="45015"/>
                </a:lnTo>
                <a:lnTo>
                  <a:pt x="10418" y="45015"/>
                </a:lnTo>
                <a:lnTo>
                  <a:pt x="10418" y="45015"/>
                </a:lnTo>
                <a:lnTo>
                  <a:pt x="10418" y="45015"/>
                </a:lnTo>
                <a:lnTo>
                  <a:pt x="10418" y="45015"/>
                </a:lnTo>
                <a:lnTo>
                  <a:pt x="10418" y="45015"/>
                </a:lnTo>
                <a:lnTo>
                  <a:pt x="10418" y="45015"/>
                </a:lnTo>
                <a:lnTo>
                  <a:pt x="10418" y="45015"/>
                </a:lnTo>
                <a:lnTo>
                  <a:pt x="10418" y="45015"/>
                </a:lnTo>
                <a:lnTo>
                  <a:pt x="10418" y="45015"/>
                </a:lnTo>
                <a:lnTo>
                  <a:pt x="10418" y="45015"/>
                </a:lnTo>
                <a:lnTo>
                  <a:pt x="10418" y="45015"/>
                </a:lnTo>
                <a:lnTo>
                  <a:pt x="10418" y="45015"/>
                </a:lnTo>
                <a:lnTo>
                  <a:pt x="10418" y="45015"/>
                </a:lnTo>
                <a:lnTo>
                  <a:pt x="10419" y="45015"/>
                </a:lnTo>
                <a:lnTo>
                  <a:pt x="10419" y="45015"/>
                </a:lnTo>
                <a:lnTo>
                  <a:pt x="10419" y="45015"/>
                </a:lnTo>
                <a:lnTo>
                  <a:pt x="10419" y="45015"/>
                </a:lnTo>
                <a:lnTo>
                  <a:pt x="10419" y="45015"/>
                </a:lnTo>
                <a:lnTo>
                  <a:pt x="10419" y="45015"/>
                </a:lnTo>
                <a:lnTo>
                  <a:pt x="10419" y="45015"/>
                </a:lnTo>
                <a:lnTo>
                  <a:pt x="10419" y="45015"/>
                </a:lnTo>
                <a:lnTo>
                  <a:pt x="10419" y="45015"/>
                </a:lnTo>
                <a:lnTo>
                  <a:pt x="10419" y="45015"/>
                </a:lnTo>
                <a:lnTo>
                  <a:pt x="10419" y="45015"/>
                </a:lnTo>
                <a:lnTo>
                  <a:pt x="10419" y="45015"/>
                </a:lnTo>
                <a:lnTo>
                  <a:pt x="10419" y="45015"/>
                </a:lnTo>
                <a:lnTo>
                  <a:pt x="10419" y="45015"/>
                </a:lnTo>
                <a:lnTo>
                  <a:pt x="10420" y="45015"/>
                </a:lnTo>
                <a:lnTo>
                  <a:pt x="10420" y="45015"/>
                </a:lnTo>
                <a:lnTo>
                  <a:pt x="10420" y="45015"/>
                </a:lnTo>
                <a:lnTo>
                  <a:pt x="10420" y="45015"/>
                </a:lnTo>
                <a:lnTo>
                  <a:pt x="10420" y="45015"/>
                </a:lnTo>
                <a:lnTo>
                  <a:pt x="10420" y="45015"/>
                </a:lnTo>
                <a:lnTo>
                  <a:pt x="10420" y="45015"/>
                </a:lnTo>
                <a:lnTo>
                  <a:pt x="10420" y="45015"/>
                </a:lnTo>
                <a:lnTo>
                  <a:pt x="10420" y="45015"/>
                </a:lnTo>
                <a:lnTo>
                  <a:pt x="10420" y="45015"/>
                </a:lnTo>
                <a:lnTo>
                  <a:pt x="10420" y="45015"/>
                </a:lnTo>
                <a:lnTo>
                  <a:pt x="10420" y="45015"/>
                </a:lnTo>
                <a:lnTo>
                  <a:pt x="10420" y="45015"/>
                </a:lnTo>
                <a:lnTo>
                  <a:pt x="10420" y="45015"/>
                </a:lnTo>
                <a:lnTo>
                  <a:pt x="10420" y="45015"/>
                </a:lnTo>
                <a:lnTo>
                  <a:pt x="10421" y="45015"/>
                </a:lnTo>
                <a:lnTo>
                  <a:pt x="10421" y="45015"/>
                </a:lnTo>
                <a:lnTo>
                  <a:pt x="10421" y="45015"/>
                </a:lnTo>
                <a:lnTo>
                  <a:pt x="10421" y="45015"/>
                </a:lnTo>
                <a:lnTo>
                  <a:pt x="10421" y="45015"/>
                </a:lnTo>
                <a:lnTo>
                  <a:pt x="10421" y="45015"/>
                </a:lnTo>
                <a:lnTo>
                  <a:pt x="10421" y="45015"/>
                </a:lnTo>
                <a:lnTo>
                  <a:pt x="10421" y="45015"/>
                </a:lnTo>
                <a:lnTo>
                  <a:pt x="10421" y="45015"/>
                </a:lnTo>
                <a:lnTo>
                  <a:pt x="10421" y="45015"/>
                </a:lnTo>
                <a:lnTo>
                  <a:pt x="10421" y="45015"/>
                </a:lnTo>
                <a:lnTo>
                  <a:pt x="10421" y="45015"/>
                </a:lnTo>
                <a:lnTo>
                  <a:pt x="10421" y="45015"/>
                </a:lnTo>
                <a:lnTo>
                  <a:pt x="10421" y="45015"/>
                </a:lnTo>
                <a:lnTo>
                  <a:pt x="10421" y="45015"/>
                </a:lnTo>
                <a:lnTo>
                  <a:pt x="10422" y="45015"/>
                </a:lnTo>
                <a:lnTo>
                  <a:pt x="10422" y="45015"/>
                </a:lnTo>
                <a:lnTo>
                  <a:pt x="10422" y="45015"/>
                </a:lnTo>
                <a:lnTo>
                  <a:pt x="10422" y="45015"/>
                </a:lnTo>
                <a:lnTo>
                  <a:pt x="10422" y="45015"/>
                </a:lnTo>
                <a:lnTo>
                  <a:pt x="10422" y="45015"/>
                </a:lnTo>
                <a:lnTo>
                  <a:pt x="10422" y="45015"/>
                </a:lnTo>
                <a:lnTo>
                  <a:pt x="10422" y="45015"/>
                </a:lnTo>
                <a:lnTo>
                  <a:pt x="10422" y="45015"/>
                </a:lnTo>
                <a:lnTo>
                  <a:pt x="10422" y="45015"/>
                </a:lnTo>
                <a:lnTo>
                  <a:pt x="10422" y="45015"/>
                </a:lnTo>
                <a:lnTo>
                  <a:pt x="10422" y="45015"/>
                </a:lnTo>
                <a:lnTo>
                  <a:pt x="10422" y="45015"/>
                </a:lnTo>
                <a:lnTo>
                  <a:pt x="10422" y="45015"/>
                </a:lnTo>
                <a:lnTo>
                  <a:pt x="10422" y="45015"/>
                </a:lnTo>
                <a:lnTo>
                  <a:pt x="10423" y="45015"/>
                </a:lnTo>
                <a:lnTo>
                  <a:pt x="10423" y="45015"/>
                </a:lnTo>
                <a:lnTo>
                  <a:pt x="10423" y="45015"/>
                </a:lnTo>
                <a:lnTo>
                  <a:pt x="10423" y="45015"/>
                </a:lnTo>
                <a:lnTo>
                  <a:pt x="10423" y="45015"/>
                </a:lnTo>
                <a:lnTo>
                  <a:pt x="10423" y="45015"/>
                </a:lnTo>
                <a:lnTo>
                  <a:pt x="10423" y="45015"/>
                </a:lnTo>
                <a:lnTo>
                  <a:pt x="10423" y="45015"/>
                </a:lnTo>
                <a:lnTo>
                  <a:pt x="10423" y="45015"/>
                </a:lnTo>
                <a:lnTo>
                  <a:pt x="10423" y="45015"/>
                </a:lnTo>
                <a:lnTo>
                  <a:pt x="10423" y="45015"/>
                </a:lnTo>
                <a:lnTo>
                  <a:pt x="10423" y="45015"/>
                </a:lnTo>
                <a:lnTo>
                  <a:pt x="10423" y="45015"/>
                </a:lnTo>
                <a:lnTo>
                  <a:pt x="10423" y="45015"/>
                </a:lnTo>
                <a:lnTo>
                  <a:pt x="10424" y="45015"/>
                </a:lnTo>
                <a:lnTo>
                  <a:pt x="10424" y="45015"/>
                </a:lnTo>
                <a:lnTo>
                  <a:pt x="10424" y="45015"/>
                </a:lnTo>
                <a:lnTo>
                  <a:pt x="10424" y="45015"/>
                </a:lnTo>
                <a:lnTo>
                  <a:pt x="10424" y="45015"/>
                </a:lnTo>
                <a:lnTo>
                  <a:pt x="10424" y="45015"/>
                </a:lnTo>
                <a:lnTo>
                  <a:pt x="10424" y="45015"/>
                </a:lnTo>
                <a:lnTo>
                  <a:pt x="10424" y="45015"/>
                </a:lnTo>
                <a:lnTo>
                  <a:pt x="10424" y="45015"/>
                </a:lnTo>
                <a:lnTo>
                  <a:pt x="10424" y="45015"/>
                </a:lnTo>
                <a:lnTo>
                  <a:pt x="10424" y="45015"/>
                </a:lnTo>
                <a:lnTo>
                  <a:pt x="10424" y="45015"/>
                </a:lnTo>
                <a:lnTo>
                  <a:pt x="10424" y="45015"/>
                </a:lnTo>
                <a:lnTo>
                  <a:pt x="10424" y="45015"/>
                </a:lnTo>
                <a:lnTo>
                  <a:pt x="10424" y="45015"/>
                </a:lnTo>
                <a:lnTo>
                  <a:pt x="10425" y="45015"/>
                </a:lnTo>
                <a:lnTo>
                  <a:pt x="10425" y="45015"/>
                </a:lnTo>
                <a:lnTo>
                  <a:pt x="10425" y="45015"/>
                </a:lnTo>
                <a:lnTo>
                  <a:pt x="10425" y="45015"/>
                </a:lnTo>
                <a:lnTo>
                  <a:pt x="10425" y="45015"/>
                </a:lnTo>
                <a:lnTo>
                  <a:pt x="10425" y="45015"/>
                </a:lnTo>
                <a:lnTo>
                  <a:pt x="10425" y="45015"/>
                </a:lnTo>
                <a:lnTo>
                  <a:pt x="10425" y="45015"/>
                </a:lnTo>
                <a:lnTo>
                  <a:pt x="10425" y="45015"/>
                </a:lnTo>
                <a:lnTo>
                  <a:pt x="10425" y="45015"/>
                </a:lnTo>
                <a:lnTo>
                  <a:pt x="10425" y="45015"/>
                </a:lnTo>
                <a:lnTo>
                  <a:pt x="10425" y="45015"/>
                </a:lnTo>
                <a:lnTo>
                  <a:pt x="10425" y="45015"/>
                </a:lnTo>
                <a:lnTo>
                  <a:pt x="10425" y="45015"/>
                </a:lnTo>
                <a:lnTo>
                  <a:pt x="10425" y="45015"/>
                </a:lnTo>
                <a:lnTo>
                  <a:pt x="10426" y="45015"/>
                </a:lnTo>
                <a:lnTo>
                  <a:pt x="10426" y="45015"/>
                </a:lnTo>
                <a:lnTo>
                  <a:pt x="10426" y="45015"/>
                </a:lnTo>
                <a:lnTo>
                  <a:pt x="10426" y="45015"/>
                </a:lnTo>
                <a:lnTo>
                  <a:pt x="10426" y="45015"/>
                </a:lnTo>
                <a:lnTo>
                  <a:pt x="10426" y="45015"/>
                </a:lnTo>
                <a:lnTo>
                  <a:pt x="10426" y="45015"/>
                </a:lnTo>
                <a:lnTo>
                  <a:pt x="10426" y="45015"/>
                </a:lnTo>
                <a:lnTo>
                  <a:pt x="10426" y="45015"/>
                </a:lnTo>
                <a:lnTo>
                  <a:pt x="10426" y="45015"/>
                </a:lnTo>
                <a:lnTo>
                  <a:pt x="10426" y="45015"/>
                </a:lnTo>
                <a:lnTo>
                  <a:pt x="10426" y="45015"/>
                </a:lnTo>
                <a:lnTo>
                  <a:pt x="10426" y="45015"/>
                </a:lnTo>
                <a:lnTo>
                  <a:pt x="10426" y="45015"/>
                </a:lnTo>
                <a:lnTo>
                  <a:pt x="10426" y="45015"/>
                </a:lnTo>
                <a:lnTo>
                  <a:pt x="10427" y="45015"/>
                </a:lnTo>
                <a:lnTo>
                  <a:pt x="10427" y="45015"/>
                </a:lnTo>
                <a:lnTo>
                  <a:pt x="10427" y="45015"/>
                </a:lnTo>
                <a:lnTo>
                  <a:pt x="10427" y="45015"/>
                </a:lnTo>
                <a:lnTo>
                  <a:pt x="10427" y="45015"/>
                </a:lnTo>
                <a:lnTo>
                  <a:pt x="10427" y="45015"/>
                </a:lnTo>
                <a:lnTo>
                  <a:pt x="10427" y="45015"/>
                </a:lnTo>
                <a:lnTo>
                  <a:pt x="10427" y="45015"/>
                </a:lnTo>
                <a:lnTo>
                  <a:pt x="10427" y="45015"/>
                </a:lnTo>
                <a:lnTo>
                  <a:pt x="10427" y="45015"/>
                </a:lnTo>
                <a:lnTo>
                  <a:pt x="10427" y="45015"/>
                </a:lnTo>
                <a:lnTo>
                  <a:pt x="10427" y="45015"/>
                </a:lnTo>
                <a:lnTo>
                  <a:pt x="10427" y="45015"/>
                </a:lnTo>
                <a:lnTo>
                  <a:pt x="10427" y="45015"/>
                </a:lnTo>
                <a:lnTo>
                  <a:pt x="10427" y="45015"/>
                </a:lnTo>
                <a:lnTo>
                  <a:pt x="10428" y="45015"/>
                </a:lnTo>
                <a:lnTo>
                  <a:pt x="10428" y="45015"/>
                </a:lnTo>
                <a:lnTo>
                  <a:pt x="10428" y="45015"/>
                </a:lnTo>
                <a:lnTo>
                  <a:pt x="10428" y="45015"/>
                </a:lnTo>
                <a:lnTo>
                  <a:pt x="10428" y="45015"/>
                </a:lnTo>
                <a:lnTo>
                  <a:pt x="10428" y="45015"/>
                </a:lnTo>
                <a:lnTo>
                  <a:pt x="10428" y="45015"/>
                </a:lnTo>
                <a:lnTo>
                  <a:pt x="10428" y="45015"/>
                </a:lnTo>
                <a:lnTo>
                  <a:pt x="10428" y="45015"/>
                </a:lnTo>
                <a:lnTo>
                  <a:pt x="10428" y="45015"/>
                </a:lnTo>
                <a:lnTo>
                  <a:pt x="10428" y="45015"/>
                </a:lnTo>
                <a:lnTo>
                  <a:pt x="10428" y="45015"/>
                </a:lnTo>
                <a:lnTo>
                  <a:pt x="10428" y="45015"/>
                </a:lnTo>
                <a:lnTo>
                  <a:pt x="10428" y="45015"/>
                </a:lnTo>
                <a:lnTo>
                  <a:pt x="10429" y="45015"/>
                </a:lnTo>
                <a:lnTo>
                  <a:pt x="10429" y="45015"/>
                </a:lnTo>
                <a:lnTo>
                  <a:pt x="10429" y="45015"/>
                </a:lnTo>
                <a:lnTo>
                  <a:pt x="10429" y="45015"/>
                </a:lnTo>
                <a:lnTo>
                  <a:pt x="10429" y="45015"/>
                </a:lnTo>
                <a:lnTo>
                  <a:pt x="10429" y="45015"/>
                </a:lnTo>
                <a:lnTo>
                  <a:pt x="10429" y="45015"/>
                </a:lnTo>
                <a:lnTo>
                  <a:pt x="10429" y="45015"/>
                </a:lnTo>
                <a:lnTo>
                  <a:pt x="10429" y="45015"/>
                </a:lnTo>
                <a:lnTo>
                  <a:pt x="10429" y="45015"/>
                </a:lnTo>
                <a:lnTo>
                  <a:pt x="10429" y="45015"/>
                </a:lnTo>
                <a:lnTo>
                  <a:pt x="10429" y="45015"/>
                </a:lnTo>
                <a:lnTo>
                  <a:pt x="10429" y="45015"/>
                </a:lnTo>
                <a:lnTo>
                  <a:pt x="10429" y="45015"/>
                </a:lnTo>
                <a:lnTo>
                  <a:pt x="10429" y="45015"/>
                </a:lnTo>
                <a:lnTo>
                  <a:pt x="10430" y="45015"/>
                </a:lnTo>
                <a:lnTo>
                  <a:pt x="10430" y="45015"/>
                </a:lnTo>
                <a:lnTo>
                  <a:pt x="10430" y="45015"/>
                </a:lnTo>
                <a:lnTo>
                  <a:pt x="10430" y="45015"/>
                </a:lnTo>
                <a:lnTo>
                  <a:pt x="10430" y="45015"/>
                </a:lnTo>
                <a:lnTo>
                  <a:pt x="10430" y="45015"/>
                </a:lnTo>
                <a:lnTo>
                  <a:pt x="10430" y="45015"/>
                </a:lnTo>
                <a:lnTo>
                  <a:pt x="10430" y="45015"/>
                </a:lnTo>
                <a:lnTo>
                  <a:pt x="10430" y="45015"/>
                </a:lnTo>
                <a:lnTo>
                  <a:pt x="10430" y="45015"/>
                </a:lnTo>
                <a:lnTo>
                  <a:pt x="10430" y="45015"/>
                </a:lnTo>
                <a:lnTo>
                  <a:pt x="10430" y="45015"/>
                </a:lnTo>
                <a:lnTo>
                  <a:pt x="10430" y="45015"/>
                </a:lnTo>
                <a:lnTo>
                  <a:pt x="10430" y="45015"/>
                </a:lnTo>
                <a:lnTo>
                  <a:pt x="10430" y="45015"/>
                </a:lnTo>
                <a:lnTo>
                  <a:pt x="10431" y="45015"/>
                </a:lnTo>
                <a:lnTo>
                  <a:pt x="10431" y="45015"/>
                </a:lnTo>
                <a:lnTo>
                  <a:pt x="10431" y="45015"/>
                </a:lnTo>
                <a:lnTo>
                  <a:pt x="10431" y="45015"/>
                </a:lnTo>
                <a:lnTo>
                  <a:pt x="10431" y="45015"/>
                </a:lnTo>
                <a:lnTo>
                  <a:pt x="10431" y="45015"/>
                </a:lnTo>
                <a:lnTo>
                  <a:pt x="10431" y="45015"/>
                </a:lnTo>
                <a:lnTo>
                  <a:pt x="10431" y="45015"/>
                </a:lnTo>
                <a:lnTo>
                  <a:pt x="10431" y="45015"/>
                </a:lnTo>
                <a:lnTo>
                  <a:pt x="10431" y="45015"/>
                </a:lnTo>
                <a:lnTo>
                  <a:pt x="10431" y="45015"/>
                </a:lnTo>
                <a:lnTo>
                  <a:pt x="10431" y="45015"/>
                </a:lnTo>
                <a:lnTo>
                  <a:pt x="10431" y="45015"/>
                </a:lnTo>
                <a:lnTo>
                  <a:pt x="10431" y="45015"/>
                </a:lnTo>
                <a:lnTo>
                  <a:pt x="10431" y="45015"/>
                </a:lnTo>
                <a:lnTo>
                  <a:pt x="10432" y="45015"/>
                </a:lnTo>
                <a:lnTo>
                  <a:pt x="10432" y="45015"/>
                </a:lnTo>
                <a:lnTo>
                  <a:pt x="10432" y="45015"/>
                </a:lnTo>
                <a:lnTo>
                  <a:pt x="10432" y="45015"/>
                </a:lnTo>
                <a:lnTo>
                  <a:pt x="10432" y="45015"/>
                </a:lnTo>
                <a:lnTo>
                  <a:pt x="10432" y="45015"/>
                </a:lnTo>
                <a:lnTo>
                  <a:pt x="10432" y="45015"/>
                </a:lnTo>
                <a:lnTo>
                  <a:pt x="10432" y="45015"/>
                </a:lnTo>
                <a:lnTo>
                  <a:pt x="10432" y="45015"/>
                </a:lnTo>
                <a:lnTo>
                  <a:pt x="10432" y="45015"/>
                </a:lnTo>
                <a:lnTo>
                  <a:pt x="10432" y="45015"/>
                </a:lnTo>
                <a:lnTo>
                  <a:pt x="10432" y="45015"/>
                </a:lnTo>
                <a:lnTo>
                  <a:pt x="10432" y="45015"/>
                </a:lnTo>
                <a:lnTo>
                  <a:pt x="10432" y="45015"/>
                </a:lnTo>
                <a:lnTo>
                  <a:pt x="10432" y="45015"/>
                </a:lnTo>
                <a:lnTo>
                  <a:pt x="10433" y="45015"/>
                </a:lnTo>
                <a:lnTo>
                  <a:pt x="10433" y="45015"/>
                </a:lnTo>
                <a:lnTo>
                  <a:pt x="10433" y="45015"/>
                </a:lnTo>
                <a:lnTo>
                  <a:pt x="10433" y="45015"/>
                </a:lnTo>
                <a:lnTo>
                  <a:pt x="10433" y="45015"/>
                </a:lnTo>
                <a:lnTo>
                  <a:pt x="10433" y="45015"/>
                </a:lnTo>
                <a:lnTo>
                  <a:pt x="10433" y="45015"/>
                </a:lnTo>
                <a:lnTo>
                  <a:pt x="10433" y="45015"/>
                </a:lnTo>
                <a:lnTo>
                  <a:pt x="10433" y="45015"/>
                </a:lnTo>
                <a:lnTo>
                  <a:pt x="10433" y="45015"/>
                </a:lnTo>
                <a:lnTo>
                  <a:pt x="10433" y="45015"/>
                </a:lnTo>
                <a:lnTo>
                  <a:pt x="10433" y="45015"/>
                </a:lnTo>
                <a:lnTo>
                  <a:pt x="10433" y="45015"/>
                </a:lnTo>
                <a:lnTo>
                  <a:pt x="10433" y="45015"/>
                </a:lnTo>
                <a:lnTo>
                  <a:pt x="10433" y="45015"/>
                </a:lnTo>
                <a:lnTo>
                  <a:pt x="10434" y="45015"/>
                </a:lnTo>
                <a:lnTo>
                  <a:pt x="10434" y="45015"/>
                </a:lnTo>
                <a:lnTo>
                  <a:pt x="10434" y="45015"/>
                </a:lnTo>
                <a:lnTo>
                  <a:pt x="10434" y="45015"/>
                </a:lnTo>
                <a:lnTo>
                  <a:pt x="10434" y="45015"/>
                </a:lnTo>
                <a:lnTo>
                  <a:pt x="10434" y="45015"/>
                </a:lnTo>
                <a:lnTo>
                  <a:pt x="10434" y="45015"/>
                </a:lnTo>
                <a:lnTo>
                  <a:pt x="10434" y="45015"/>
                </a:lnTo>
                <a:lnTo>
                  <a:pt x="10434" y="45015"/>
                </a:lnTo>
                <a:lnTo>
                  <a:pt x="10434" y="45015"/>
                </a:lnTo>
                <a:lnTo>
                  <a:pt x="10434" y="45015"/>
                </a:lnTo>
                <a:lnTo>
                  <a:pt x="10434" y="45015"/>
                </a:lnTo>
                <a:lnTo>
                  <a:pt x="10434" y="45015"/>
                </a:lnTo>
                <a:lnTo>
                  <a:pt x="10434" y="45015"/>
                </a:lnTo>
                <a:lnTo>
                  <a:pt x="10434" y="45015"/>
                </a:lnTo>
                <a:lnTo>
                  <a:pt x="10435" y="45015"/>
                </a:lnTo>
                <a:lnTo>
                  <a:pt x="10435" y="45015"/>
                </a:lnTo>
                <a:lnTo>
                  <a:pt x="10435" y="45015"/>
                </a:lnTo>
                <a:lnTo>
                  <a:pt x="10435" y="45015"/>
                </a:lnTo>
                <a:lnTo>
                  <a:pt x="10435" y="45015"/>
                </a:lnTo>
                <a:lnTo>
                  <a:pt x="10435" y="45015"/>
                </a:lnTo>
                <a:lnTo>
                  <a:pt x="10435" y="45015"/>
                </a:lnTo>
                <a:lnTo>
                  <a:pt x="10435" y="45015"/>
                </a:lnTo>
                <a:lnTo>
                  <a:pt x="10435" y="45015"/>
                </a:lnTo>
                <a:lnTo>
                  <a:pt x="10435" y="45015"/>
                </a:lnTo>
                <a:lnTo>
                  <a:pt x="10435" y="45015"/>
                </a:lnTo>
                <a:lnTo>
                  <a:pt x="10435" y="45015"/>
                </a:lnTo>
                <a:lnTo>
                  <a:pt x="10435" y="45015"/>
                </a:lnTo>
                <a:lnTo>
                  <a:pt x="10435" y="45015"/>
                </a:lnTo>
                <a:lnTo>
                  <a:pt x="10435" y="45015"/>
                </a:lnTo>
                <a:lnTo>
                  <a:pt x="10436" y="45015"/>
                </a:lnTo>
                <a:lnTo>
                  <a:pt x="10436" y="45015"/>
                </a:lnTo>
                <a:lnTo>
                  <a:pt x="10436" y="45015"/>
                </a:lnTo>
                <a:lnTo>
                  <a:pt x="10436" y="45015"/>
                </a:lnTo>
                <a:lnTo>
                  <a:pt x="10436" y="45015"/>
                </a:lnTo>
                <a:lnTo>
                  <a:pt x="10436" y="45015"/>
                </a:lnTo>
                <a:lnTo>
                  <a:pt x="10436" y="45015"/>
                </a:lnTo>
                <a:lnTo>
                  <a:pt x="10436" y="45015"/>
                </a:lnTo>
                <a:lnTo>
                  <a:pt x="10436" y="45015"/>
                </a:lnTo>
                <a:lnTo>
                  <a:pt x="10436" y="45015"/>
                </a:lnTo>
                <a:lnTo>
                  <a:pt x="10436" y="45015"/>
                </a:lnTo>
                <a:lnTo>
                  <a:pt x="10436" y="45015"/>
                </a:lnTo>
                <a:lnTo>
                  <a:pt x="10436" y="45015"/>
                </a:lnTo>
                <a:lnTo>
                  <a:pt x="10436" y="45015"/>
                </a:lnTo>
                <a:lnTo>
                  <a:pt x="10436" y="45015"/>
                </a:lnTo>
                <a:lnTo>
                  <a:pt x="10437" y="45015"/>
                </a:lnTo>
                <a:lnTo>
                  <a:pt x="10437" y="45015"/>
                </a:lnTo>
                <a:lnTo>
                  <a:pt x="10437" y="45015"/>
                </a:lnTo>
                <a:lnTo>
                  <a:pt x="10437" y="45015"/>
                </a:lnTo>
                <a:lnTo>
                  <a:pt x="10437" y="45015"/>
                </a:lnTo>
                <a:lnTo>
                  <a:pt x="10437" y="45015"/>
                </a:lnTo>
                <a:lnTo>
                  <a:pt x="10437" y="45015"/>
                </a:lnTo>
                <a:lnTo>
                  <a:pt x="10437" y="45015"/>
                </a:lnTo>
                <a:lnTo>
                  <a:pt x="10437" y="45015"/>
                </a:lnTo>
                <a:lnTo>
                  <a:pt x="10437" y="45015"/>
                </a:lnTo>
                <a:lnTo>
                  <a:pt x="10437" y="45015"/>
                </a:lnTo>
                <a:lnTo>
                  <a:pt x="10437" y="45015"/>
                </a:lnTo>
                <a:lnTo>
                  <a:pt x="10437" y="45015"/>
                </a:lnTo>
                <a:lnTo>
                  <a:pt x="10437" y="45015"/>
                </a:lnTo>
                <a:lnTo>
                  <a:pt x="10437" y="45015"/>
                </a:lnTo>
                <a:lnTo>
                  <a:pt x="10438" y="45015"/>
                </a:lnTo>
                <a:lnTo>
                  <a:pt x="10438" y="45015"/>
                </a:lnTo>
                <a:lnTo>
                  <a:pt x="10438" y="45015"/>
                </a:lnTo>
                <a:lnTo>
                  <a:pt x="10438" y="45015"/>
                </a:lnTo>
                <a:lnTo>
                  <a:pt x="10438" y="45015"/>
                </a:lnTo>
                <a:lnTo>
                  <a:pt x="10438" y="45015"/>
                </a:lnTo>
                <a:lnTo>
                  <a:pt x="10438" y="45015"/>
                </a:lnTo>
                <a:lnTo>
                  <a:pt x="10438" y="45015"/>
                </a:lnTo>
                <a:lnTo>
                  <a:pt x="10438" y="45015"/>
                </a:lnTo>
                <a:lnTo>
                  <a:pt x="10438" y="45015"/>
                </a:lnTo>
                <a:lnTo>
                  <a:pt x="10438" y="45015"/>
                </a:lnTo>
                <a:lnTo>
                  <a:pt x="10438" y="45015"/>
                </a:lnTo>
                <a:lnTo>
                  <a:pt x="10438" y="45015"/>
                </a:lnTo>
                <a:lnTo>
                  <a:pt x="10438" y="45015"/>
                </a:lnTo>
                <a:lnTo>
                  <a:pt x="10438" y="45015"/>
                </a:lnTo>
                <a:lnTo>
                  <a:pt x="10439" y="45015"/>
                </a:lnTo>
                <a:lnTo>
                  <a:pt x="10439" y="45015"/>
                </a:lnTo>
                <a:lnTo>
                  <a:pt x="10439" y="45015"/>
                </a:lnTo>
                <a:lnTo>
                  <a:pt x="10439" y="45015"/>
                </a:lnTo>
                <a:lnTo>
                  <a:pt x="10439" y="45015"/>
                </a:lnTo>
                <a:lnTo>
                  <a:pt x="10439" y="45015"/>
                </a:lnTo>
                <a:lnTo>
                  <a:pt x="10439" y="45015"/>
                </a:lnTo>
                <a:lnTo>
                  <a:pt x="10439" y="45015"/>
                </a:lnTo>
                <a:lnTo>
                  <a:pt x="10439" y="45015"/>
                </a:lnTo>
                <a:lnTo>
                  <a:pt x="10439" y="45015"/>
                </a:lnTo>
                <a:lnTo>
                  <a:pt x="10439" y="45015"/>
                </a:lnTo>
                <a:lnTo>
                  <a:pt x="10439" y="45015"/>
                </a:lnTo>
                <a:lnTo>
                  <a:pt x="10439" y="45015"/>
                </a:lnTo>
                <a:lnTo>
                  <a:pt x="10439" y="45015"/>
                </a:lnTo>
                <a:lnTo>
                  <a:pt x="10439" y="45015"/>
                </a:lnTo>
                <a:lnTo>
                  <a:pt x="10440" y="45015"/>
                </a:lnTo>
                <a:lnTo>
                  <a:pt x="10440" y="45015"/>
                </a:lnTo>
                <a:lnTo>
                  <a:pt x="10440" y="45015"/>
                </a:lnTo>
                <a:lnTo>
                  <a:pt x="10440" y="45015"/>
                </a:lnTo>
                <a:lnTo>
                  <a:pt x="10440" y="45015"/>
                </a:lnTo>
                <a:lnTo>
                  <a:pt x="10440" y="45015"/>
                </a:lnTo>
                <a:lnTo>
                  <a:pt x="10440" y="45015"/>
                </a:lnTo>
                <a:lnTo>
                  <a:pt x="10440" y="45015"/>
                </a:lnTo>
                <a:lnTo>
                  <a:pt x="10440" y="45015"/>
                </a:lnTo>
                <a:lnTo>
                  <a:pt x="10440" y="45015"/>
                </a:lnTo>
                <a:lnTo>
                  <a:pt x="10440" y="45015"/>
                </a:lnTo>
                <a:lnTo>
                  <a:pt x="10440" y="45015"/>
                </a:lnTo>
                <a:lnTo>
                  <a:pt x="10440" y="45015"/>
                </a:lnTo>
                <a:lnTo>
                  <a:pt x="10440" y="45015"/>
                </a:lnTo>
                <a:lnTo>
                  <a:pt x="10440" y="45015"/>
                </a:lnTo>
                <a:lnTo>
                  <a:pt x="10441" y="45015"/>
                </a:lnTo>
                <a:lnTo>
                  <a:pt x="10441" y="45015"/>
                </a:lnTo>
                <a:lnTo>
                  <a:pt x="10441" y="45015"/>
                </a:lnTo>
                <a:lnTo>
                  <a:pt x="10441" y="45015"/>
                </a:lnTo>
                <a:lnTo>
                  <a:pt x="10441" y="45015"/>
                </a:lnTo>
                <a:lnTo>
                  <a:pt x="10441" y="45015"/>
                </a:lnTo>
                <a:lnTo>
                  <a:pt x="10441" y="45015"/>
                </a:lnTo>
                <a:lnTo>
                  <a:pt x="10441" y="45015"/>
                </a:lnTo>
                <a:lnTo>
                  <a:pt x="10441" y="45015"/>
                </a:lnTo>
                <a:lnTo>
                  <a:pt x="10441" y="45015"/>
                </a:lnTo>
                <a:lnTo>
                  <a:pt x="10441" y="45015"/>
                </a:lnTo>
                <a:lnTo>
                  <a:pt x="10441" y="45015"/>
                </a:lnTo>
                <a:lnTo>
                  <a:pt x="10441" y="45015"/>
                </a:lnTo>
                <a:lnTo>
                  <a:pt x="10441" y="45015"/>
                </a:lnTo>
                <a:lnTo>
                  <a:pt x="10441" y="45015"/>
                </a:lnTo>
                <a:lnTo>
                  <a:pt x="10442" y="45015"/>
                </a:lnTo>
                <a:lnTo>
                  <a:pt x="10442" y="45015"/>
                </a:lnTo>
                <a:lnTo>
                  <a:pt x="10442" y="45015"/>
                </a:lnTo>
                <a:lnTo>
                  <a:pt x="10442" y="45015"/>
                </a:lnTo>
                <a:lnTo>
                  <a:pt x="10442" y="45015"/>
                </a:lnTo>
                <a:lnTo>
                  <a:pt x="10442" y="45015"/>
                </a:lnTo>
                <a:lnTo>
                  <a:pt x="10442" y="45015"/>
                </a:lnTo>
                <a:lnTo>
                  <a:pt x="10442" y="45015"/>
                </a:lnTo>
                <a:lnTo>
                  <a:pt x="10442" y="45015"/>
                </a:lnTo>
                <a:lnTo>
                  <a:pt x="10442" y="45015"/>
                </a:lnTo>
                <a:lnTo>
                  <a:pt x="10442" y="45015"/>
                </a:lnTo>
                <a:lnTo>
                  <a:pt x="10442" y="45015"/>
                </a:lnTo>
                <a:lnTo>
                  <a:pt x="10442" y="45015"/>
                </a:lnTo>
                <a:lnTo>
                  <a:pt x="10442" y="45015"/>
                </a:lnTo>
                <a:lnTo>
                  <a:pt x="10442" y="45015"/>
                </a:lnTo>
                <a:lnTo>
                  <a:pt x="10443" y="45015"/>
                </a:lnTo>
                <a:lnTo>
                  <a:pt x="10443" y="45015"/>
                </a:lnTo>
                <a:lnTo>
                  <a:pt x="10443" y="45015"/>
                </a:lnTo>
                <a:lnTo>
                  <a:pt x="10443" y="45015"/>
                </a:lnTo>
                <a:lnTo>
                  <a:pt x="10443" y="45015"/>
                </a:lnTo>
                <a:lnTo>
                  <a:pt x="10443" y="45015"/>
                </a:lnTo>
                <a:lnTo>
                  <a:pt x="10443" y="45015"/>
                </a:lnTo>
                <a:lnTo>
                  <a:pt x="10443" y="45015"/>
                </a:lnTo>
                <a:lnTo>
                  <a:pt x="10443" y="45015"/>
                </a:lnTo>
                <a:lnTo>
                  <a:pt x="10443" y="45015"/>
                </a:lnTo>
                <a:lnTo>
                  <a:pt x="10443" y="45015"/>
                </a:lnTo>
                <a:lnTo>
                  <a:pt x="10443" y="45015"/>
                </a:lnTo>
                <a:lnTo>
                  <a:pt x="10443" y="45015"/>
                </a:lnTo>
                <a:lnTo>
                  <a:pt x="10443" y="45015"/>
                </a:lnTo>
                <a:lnTo>
                  <a:pt x="10443" y="45015"/>
                </a:lnTo>
                <a:lnTo>
                  <a:pt x="10443" y="45015"/>
                </a:lnTo>
                <a:lnTo>
                  <a:pt x="10444" y="45015"/>
                </a:lnTo>
                <a:lnTo>
                  <a:pt x="10444" y="45015"/>
                </a:lnTo>
                <a:lnTo>
                  <a:pt x="10444" y="45015"/>
                </a:lnTo>
                <a:lnTo>
                  <a:pt x="10444" y="45015"/>
                </a:lnTo>
                <a:lnTo>
                  <a:pt x="10444" y="45015"/>
                </a:lnTo>
                <a:lnTo>
                  <a:pt x="10444" y="45015"/>
                </a:lnTo>
                <a:lnTo>
                  <a:pt x="10444" y="45015"/>
                </a:lnTo>
                <a:lnTo>
                  <a:pt x="10444" y="45015"/>
                </a:lnTo>
                <a:lnTo>
                  <a:pt x="10444" y="45015"/>
                </a:lnTo>
                <a:lnTo>
                  <a:pt x="10444" y="45015"/>
                </a:lnTo>
                <a:lnTo>
                  <a:pt x="10444" y="45015"/>
                </a:lnTo>
                <a:lnTo>
                  <a:pt x="10444" y="45015"/>
                </a:lnTo>
                <a:lnTo>
                  <a:pt x="10444" y="45015"/>
                </a:lnTo>
                <a:lnTo>
                  <a:pt x="10444" y="45015"/>
                </a:lnTo>
                <a:lnTo>
                  <a:pt x="10444" y="45015"/>
                </a:lnTo>
                <a:lnTo>
                  <a:pt x="10445" y="45015"/>
                </a:lnTo>
                <a:lnTo>
                  <a:pt x="10445" y="45015"/>
                </a:lnTo>
                <a:lnTo>
                  <a:pt x="10445" y="45015"/>
                </a:lnTo>
                <a:lnTo>
                  <a:pt x="10445" y="45015"/>
                </a:lnTo>
                <a:lnTo>
                  <a:pt x="10445" y="45015"/>
                </a:lnTo>
                <a:lnTo>
                  <a:pt x="10445" y="45015"/>
                </a:lnTo>
                <a:lnTo>
                  <a:pt x="10445" y="45015"/>
                </a:lnTo>
                <a:lnTo>
                  <a:pt x="10445" y="45015"/>
                </a:lnTo>
                <a:lnTo>
                  <a:pt x="10445" y="45015"/>
                </a:lnTo>
                <a:lnTo>
                  <a:pt x="10445" y="45015"/>
                </a:lnTo>
                <a:lnTo>
                  <a:pt x="10445" y="45015"/>
                </a:lnTo>
                <a:lnTo>
                  <a:pt x="10445" y="45015"/>
                </a:lnTo>
                <a:lnTo>
                  <a:pt x="10445" y="45015"/>
                </a:lnTo>
                <a:lnTo>
                  <a:pt x="10445" y="45015"/>
                </a:lnTo>
                <a:lnTo>
                  <a:pt x="10445" y="45015"/>
                </a:lnTo>
                <a:lnTo>
                  <a:pt x="10446" y="45015"/>
                </a:lnTo>
                <a:lnTo>
                  <a:pt x="10446" y="45015"/>
                </a:lnTo>
                <a:lnTo>
                  <a:pt x="10446" y="45015"/>
                </a:lnTo>
                <a:lnTo>
                  <a:pt x="10446" y="45015"/>
                </a:lnTo>
                <a:lnTo>
                  <a:pt x="10446" y="45015"/>
                </a:lnTo>
                <a:lnTo>
                  <a:pt x="10446" y="45015"/>
                </a:lnTo>
                <a:lnTo>
                  <a:pt x="10446" y="45015"/>
                </a:lnTo>
                <a:lnTo>
                  <a:pt x="10446" y="45015"/>
                </a:lnTo>
                <a:lnTo>
                  <a:pt x="10446" y="45015"/>
                </a:lnTo>
                <a:lnTo>
                  <a:pt x="10446" y="45015"/>
                </a:lnTo>
                <a:lnTo>
                  <a:pt x="10446" y="45015"/>
                </a:lnTo>
                <a:lnTo>
                  <a:pt x="10446" y="45015"/>
                </a:lnTo>
                <a:lnTo>
                  <a:pt x="10446" y="45015"/>
                </a:lnTo>
                <a:lnTo>
                  <a:pt x="10446" y="45015"/>
                </a:lnTo>
                <a:lnTo>
                  <a:pt x="10446" y="45015"/>
                </a:lnTo>
                <a:lnTo>
                  <a:pt x="10447" y="45015"/>
                </a:lnTo>
                <a:lnTo>
                  <a:pt x="10447" y="45015"/>
                </a:lnTo>
                <a:lnTo>
                  <a:pt x="10447" y="45015"/>
                </a:lnTo>
                <a:lnTo>
                  <a:pt x="10447" y="45015"/>
                </a:lnTo>
                <a:lnTo>
                  <a:pt x="10447" y="45015"/>
                </a:lnTo>
                <a:lnTo>
                  <a:pt x="10447" y="45015"/>
                </a:lnTo>
                <a:lnTo>
                  <a:pt x="10447" y="45015"/>
                </a:lnTo>
                <a:lnTo>
                  <a:pt x="10447" y="45015"/>
                </a:lnTo>
                <a:lnTo>
                  <a:pt x="10447" y="45015"/>
                </a:lnTo>
                <a:lnTo>
                  <a:pt x="10447" y="45015"/>
                </a:lnTo>
                <a:lnTo>
                  <a:pt x="10447" y="45015"/>
                </a:lnTo>
                <a:lnTo>
                  <a:pt x="10447" y="45015"/>
                </a:lnTo>
                <a:lnTo>
                  <a:pt x="10447" y="45015"/>
                </a:lnTo>
                <a:lnTo>
                  <a:pt x="10447" y="45015"/>
                </a:lnTo>
                <a:lnTo>
                  <a:pt x="10447" y="45015"/>
                </a:lnTo>
                <a:lnTo>
                  <a:pt x="10448" y="45015"/>
                </a:lnTo>
                <a:lnTo>
                  <a:pt x="10448" y="45015"/>
                </a:lnTo>
                <a:lnTo>
                  <a:pt x="10448" y="45015"/>
                </a:lnTo>
                <a:lnTo>
                  <a:pt x="10448" y="45015"/>
                </a:lnTo>
                <a:lnTo>
                  <a:pt x="10448" y="45015"/>
                </a:lnTo>
                <a:lnTo>
                  <a:pt x="10448" y="45015"/>
                </a:lnTo>
                <a:lnTo>
                  <a:pt x="10448" y="45015"/>
                </a:lnTo>
                <a:lnTo>
                  <a:pt x="10448" y="45015"/>
                </a:lnTo>
                <a:lnTo>
                  <a:pt x="10448" y="45015"/>
                </a:lnTo>
                <a:lnTo>
                  <a:pt x="10448" y="45015"/>
                </a:lnTo>
                <a:lnTo>
                  <a:pt x="10448" y="45015"/>
                </a:lnTo>
                <a:lnTo>
                  <a:pt x="10448" y="45015"/>
                </a:lnTo>
                <a:lnTo>
                  <a:pt x="10448" y="45015"/>
                </a:lnTo>
                <a:lnTo>
                  <a:pt x="10448" y="45015"/>
                </a:lnTo>
                <a:lnTo>
                  <a:pt x="10448" y="45015"/>
                </a:lnTo>
                <a:lnTo>
                  <a:pt x="10448" y="45015"/>
                </a:lnTo>
                <a:lnTo>
                  <a:pt x="10449" y="45015"/>
                </a:lnTo>
                <a:lnTo>
                  <a:pt x="10449" y="45015"/>
                </a:lnTo>
                <a:lnTo>
                  <a:pt x="10449" y="45015"/>
                </a:lnTo>
                <a:lnTo>
                  <a:pt x="10449" y="45015"/>
                </a:lnTo>
                <a:lnTo>
                  <a:pt x="10449" y="45015"/>
                </a:lnTo>
                <a:lnTo>
                  <a:pt x="10449" y="45015"/>
                </a:lnTo>
                <a:lnTo>
                  <a:pt x="10449" y="45015"/>
                </a:lnTo>
                <a:lnTo>
                  <a:pt x="10449" y="45015"/>
                </a:lnTo>
                <a:lnTo>
                  <a:pt x="10449" y="45015"/>
                </a:lnTo>
                <a:lnTo>
                  <a:pt x="10449" y="45015"/>
                </a:lnTo>
                <a:lnTo>
                  <a:pt x="10449" y="45015"/>
                </a:lnTo>
                <a:lnTo>
                  <a:pt x="10449" y="45015"/>
                </a:lnTo>
                <a:lnTo>
                  <a:pt x="10449" y="45015"/>
                </a:lnTo>
                <a:lnTo>
                  <a:pt x="10449" y="45015"/>
                </a:lnTo>
                <a:lnTo>
                  <a:pt x="10449" y="45015"/>
                </a:lnTo>
                <a:lnTo>
                  <a:pt x="10450" y="45015"/>
                </a:lnTo>
                <a:lnTo>
                  <a:pt x="10450" y="45015"/>
                </a:lnTo>
                <a:lnTo>
                  <a:pt x="10450" y="45015"/>
                </a:lnTo>
                <a:lnTo>
                  <a:pt x="10450" y="45015"/>
                </a:lnTo>
                <a:lnTo>
                  <a:pt x="10450" y="45015"/>
                </a:lnTo>
                <a:lnTo>
                  <a:pt x="10450" y="45015"/>
                </a:lnTo>
                <a:lnTo>
                  <a:pt x="10450" y="45015"/>
                </a:lnTo>
                <a:lnTo>
                  <a:pt x="10450" y="45015"/>
                </a:lnTo>
                <a:lnTo>
                  <a:pt x="10450" y="45015"/>
                </a:lnTo>
                <a:lnTo>
                  <a:pt x="10450" y="45015"/>
                </a:lnTo>
                <a:lnTo>
                  <a:pt x="10450" y="45015"/>
                </a:lnTo>
                <a:lnTo>
                  <a:pt x="10450" y="45015"/>
                </a:lnTo>
                <a:lnTo>
                  <a:pt x="10450" y="45015"/>
                </a:lnTo>
                <a:lnTo>
                  <a:pt x="10450" y="45015"/>
                </a:lnTo>
                <a:lnTo>
                  <a:pt x="10450" y="45015"/>
                </a:lnTo>
                <a:lnTo>
                  <a:pt x="10451" y="45015"/>
                </a:lnTo>
                <a:lnTo>
                  <a:pt x="10451" y="45015"/>
                </a:lnTo>
                <a:lnTo>
                  <a:pt x="10451" y="45015"/>
                </a:lnTo>
                <a:lnTo>
                  <a:pt x="10451" y="45015"/>
                </a:lnTo>
                <a:lnTo>
                  <a:pt x="10451" y="45015"/>
                </a:lnTo>
                <a:lnTo>
                  <a:pt x="10451" y="45015"/>
                </a:lnTo>
                <a:lnTo>
                  <a:pt x="10451" y="45015"/>
                </a:lnTo>
                <a:lnTo>
                  <a:pt x="10451" y="45015"/>
                </a:lnTo>
                <a:lnTo>
                  <a:pt x="10451" y="45015"/>
                </a:lnTo>
                <a:lnTo>
                  <a:pt x="10451" y="45015"/>
                </a:lnTo>
                <a:lnTo>
                  <a:pt x="10451" y="45015"/>
                </a:lnTo>
                <a:lnTo>
                  <a:pt x="10451" y="45015"/>
                </a:lnTo>
                <a:lnTo>
                  <a:pt x="10451" y="45015"/>
                </a:lnTo>
                <a:lnTo>
                  <a:pt x="10451" y="45015"/>
                </a:lnTo>
                <a:lnTo>
                  <a:pt x="10451" y="45015"/>
                </a:lnTo>
                <a:lnTo>
                  <a:pt x="10451" y="45015"/>
                </a:lnTo>
                <a:lnTo>
                  <a:pt x="10452" y="45015"/>
                </a:lnTo>
                <a:lnTo>
                  <a:pt x="10452" y="45015"/>
                </a:lnTo>
                <a:lnTo>
                  <a:pt x="10452" y="45015"/>
                </a:lnTo>
                <a:lnTo>
                  <a:pt x="10452" y="45015"/>
                </a:lnTo>
                <a:lnTo>
                  <a:pt x="10452" y="45015"/>
                </a:lnTo>
                <a:lnTo>
                  <a:pt x="10452" y="45015"/>
                </a:lnTo>
                <a:lnTo>
                  <a:pt x="10452" y="45015"/>
                </a:lnTo>
                <a:lnTo>
                  <a:pt x="10452" y="45015"/>
                </a:lnTo>
                <a:lnTo>
                  <a:pt x="10452" y="45015"/>
                </a:lnTo>
                <a:lnTo>
                  <a:pt x="10452" y="45015"/>
                </a:lnTo>
                <a:lnTo>
                  <a:pt x="10452" y="45015"/>
                </a:lnTo>
                <a:lnTo>
                  <a:pt x="10452" y="45015"/>
                </a:lnTo>
                <a:lnTo>
                  <a:pt x="10452" y="45015"/>
                </a:lnTo>
                <a:lnTo>
                  <a:pt x="10452" y="45015"/>
                </a:lnTo>
                <a:lnTo>
                  <a:pt x="10452" y="45015"/>
                </a:lnTo>
                <a:lnTo>
                  <a:pt x="10453" y="45015"/>
                </a:lnTo>
                <a:lnTo>
                  <a:pt x="10453" y="45015"/>
                </a:lnTo>
                <a:lnTo>
                  <a:pt x="10453" y="45015"/>
                </a:lnTo>
                <a:lnTo>
                  <a:pt x="10453" y="45015"/>
                </a:lnTo>
                <a:lnTo>
                  <a:pt x="10453" y="45015"/>
                </a:lnTo>
                <a:lnTo>
                  <a:pt x="10453" y="45015"/>
                </a:lnTo>
                <a:lnTo>
                  <a:pt x="10453" y="45015"/>
                </a:lnTo>
                <a:lnTo>
                  <a:pt x="10453" y="45015"/>
                </a:lnTo>
                <a:lnTo>
                  <a:pt x="10453" y="45015"/>
                </a:lnTo>
                <a:lnTo>
                  <a:pt x="10453" y="45015"/>
                </a:lnTo>
                <a:lnTo>
                  <a:pt x="10453" y="45015"/>
                </a:lnTo>
                <a:lnTo>
                  <a:pt x="10453" y="45015"/>
                </a:lnTo>
                <a:lnTo>
                  <a:pt x="10453" y="45015"/>
                </a:lnTo>
                <a:lnTo>
                  <a:pt x="10453" y="45015"/>
                </a:lnTo>
                <a:lnTo>
                  <a:pt x="10453" y="45015"/>
                </a:lnTo>
                <a:lnTo>
                  <a:pt x="10454" y="45015"/>
                </a:lnTo>
                <a:lnTo>
                  <a:pt x="10454" y="45015"/>
                </a:lnTo>
                <a:lnTo>
                  <a:pt x="10454" y="45015"/>
                </a:lnTo>
                <a:lnTo>
                  <a:pt x="10454" y="45015"/>
                </a:lnTo>
                <a:lnTo>
                  <a:pt x="10454" y="45015"/>
                </a:lnTo>
                <a:lnTo>
                  <a:pt x="10454" y="45015"/>
                </a:lnTo>
                <a:lnTo>
                  <a:pt x="10454" y="45015"/>
                </a:lnTo>
                <a:lnTo>
                  <a:pt x="10454" y="45015"/>
                </a:lnTo>
                <a:lnTo>
                  <a:pt x="10454" y="45015"/>
                </a:lnTo>
                <a:lnTo>
                  <a:pt x="10454" y="45015"/>
                </a:lnTo>
                <a:lnTo>
                  <a:pt x="10454" y="45015"/>
                </a:lnTo>
                <a:lnTo>
                  <a:pt x="10454" y="45015"/>
                </a:lnTo>
                <a:lnTo>
                  <a:pt x="10454" y="45015"/>
                </a:lnTo>
                <a:lnTo>
                  <a:pt x="10454" y="45015"/>
                </a:lnTo>
                <a:lnTo>
                  <a:pt x="10454" y="45015"/>
                </a:lnTo>
                <a:lnTo>
                  <a:pt x="10454" y="45015"/>
                </a:lnTo>
                <a:lnTo>
                  <a:pt x="10455" y="45015"/>
                </a:lnTo>
                <a:lnTo>
                  <a:pt x="10455" y="45015"/>
                </a:lnTo>
                <a:lnTo>
                  <a:pt x="10455" y="45015"/>
                </a:lnTo>
                <a:lnTo>
                  <a:pt x="10455" y="45015"/>
                </a:lnTo>
                <a:lnTo>
                  <a:pt x="10455" y="45015"/>
                </a:lnTo>
                <a:lnTo>
                  <a:pt x="10455" y="45015"/>
                </a:lnTo>
                <a:lnTo>
                  <a:pt x="10455" y="45015"/>
                </a:lnTo>
                <a:lnTo>
                  <a:pt x="10455" y="45015"/>
                </a:lnTo>
                <a:lnTo>
                  <a:pt x="10455" y="45015"/>
                </a:lnTo>
                <a:lnTo>
                  <a:pt x="10455" y="45015"/>
                </a:lnTo>
                <a:lnTo>
                  <a:pt x="10455" y="45015"/>
                </a:lnTo>
                <a:lnTo>
                  <a:pt x="10455" y="45015"/>
                </a:lnTo>
                <a:lnTo>
                  <a:pt x="10455" y="45015"/>
                </a:lnTo>
                <a:lnTo>
                  <a:pt x="10455" y="45015"/>
                </a:lnTo>
                <a:lnTo>
                  <a:pt x="10455" y="45015"/>
                </a:lnTo>
                <a:lnTo>
                  <a:pt x="10456" y="45015"/>
                </a:lnTo>
                <a:lnTo>
                  <a:pt x="10456" y="45015"/>
                </a:lnTo>
                <a:lnTo>
                  <a:pt x="10456" y="45015"/>
                </a:lnTo>
                <a:lnTo>
                  <a:pt x="10456" y="45015"/>
                </a:lnTo>
                <a:lnTo>
                  <a:pt x="10456" y="45015"/>
                </a:lnTo>
                <a:lnTo>
                  <a:pt x="10456" y="45015"/>
                </a:lnTo>
                <a:lnTo>
                  <a:pt x="10456" y="45015"/>
                </a:lnTo>
                <a:lnTo>
                  <a:pt x="10456" y="45015"/>
                </a:lnTo>
                <a:lnTo>
                  <a:pt x="10456" y="45015"/>
                </a:lnTo>
                <a:lnTo>
                  <a:pt x="10456" y="45015"/>
                </a:lnTo>
                <a:lnTo>
                  <a:pt x="10456" y="45015"/>
                </a:lnTo>
                <a:lnTo>
                  <a:pt x="10456" y="45015"/>
                </a:lnTo>
                <a:lnTo>
                  <a:pt x="10456" y="45015"/>
                </a:lnTo>
                <a:lnTo>
                  <a:pt x="10456" y="45015"/>
                </a:lnTo>
                <a:lnTo>
                  <a:pt x="10456" y="45015"/>
                </a:lnTo>
                <a:lnTo>
                  <a:pt x="10456" y="45015"/>
                </a:lnTo>
                <a:lnTo>
                  <a:pt x="10457" y="45015"/>
                </a:lnTo>
                <a:lnTo>
                  <a:pt x="10457" y="45015"/>
                </a:lnTo>
                <a:lnTo>
                  <a:pt x="10457" y="45015"/>
                </a:lnTo>
                <a:lnTo>
                  <a:pt x="10457" y="45015"/>
                </a:lnTo>
                <a:lnTo>
                  <a:pt x="10457" y="45015"/>
                </a:lnTo>
                <a:lnTo>
                  <a:pt x="10457" y="45015"/>
                </a:lnTo>
                <a:lnTo>
                  <a:pt x="10457" y="45015"/>
                </a:lnTo>
                <a:lnTo>
                  <a:pt x="10457" y="45015"/>
                </a:lnTo>
                <a:lnTo>
                  <a:pt x="10457" y="45015"/>
                </a:lnTo>
                <a:lnTo>
                  <a:pt x="10457" y="45015"/>
                </a:lnTo>
                <a:lnTo>
                  <a:pt x="10457" y="45015"/>
                </a:lnTo>
                <a:lnTo>
                  <a:pt x="10457" y="45015"/>
                </a:lnTo>
                <a:lnTo>
                  <a:pt x="10457" y="45015"/>
                </a:lnTo>
                <a:lnTo>
                  <a:pt x="10457" y="45015"/>
                </a:lnTo>
                <a:lnTo>
                  <a:pt x="10457" y="45015"/>
                </a:lnTo>
                <a:lnTo>
                  <a:pt x="10458" y="45015"/>
                </a:lnTo>
                <a:lnTo>
                  <a:pt x="10458" y="45015"/>
                </a:lnTo>
                <a:lnTo>
                  <a:pt x="10458" y="45015"/>
                </a:lnTo>
                <a:lnTo>
                  <a:pt x="10458" y="45015"/>
                </a:lnTo>
                <a:lnTo>
                  <a:pt x="10458" y="45015"/>
                </a:lnTo>
                <a:lnTo>
                  <a:pt x="10458" y="45015"/>
                </a:lnTo>
                <a:lnTo>
                  <a:pt x="10458" y="45015"/>
                </a:lnTo>
                <a:lnTo>
                  <a:pt x="10458" y="45015"/>
                </a:lnTo>
                <a:lnTo>
                  <a:pt x="10458" y="45015"/>
                </a:lnTo>
                <a:lnTo>
                  <a:pt x="10458" y="45015"/>
                </a:lnTo>
                <a:lnTo>
                  <a:pt x="10458" y="45015"/>
                </a:lnTo>
                <a:lnTo>
                  <a:pt x="10458" y="45015"/>
                </a:lnTo>
                <a:lnTo>
                  <a:pt x="10458" y="45015"/>
                </a:lnTo>
                <a:lnTo>
                  <a:pt x="10458" y="45015"/>
                </a:lnTo>
                <a:lnTo>
                  <a:pt x="10458" y="45015"/>
                </a:lnTo>
                <a:lnTo>
                  <a:pt x="10458" y="45015"/>
                </a:lnTo>
                <a:lnTo>
                  <a:pt x="10459" y="45015"/>
                </a:lnTo>
                <a:lnTo>
                  <a:pt x="10459" y="45015"/>
                </a:lnTo>
                <a:lnTo>
                  <a:pt x="10459" y="45015"/>
                </a:lnTo>
                <a:lnTo>
                  <a:pt x="10459" y="45015"/>
                </a:lnTo>
                <a:lnTo>
                  <a:pt x="10459" y="45015"/>
                </a:lnTo>
                <a:lnTo>
                  <a:pt x="10459" y="45015"/>
                </a:lnTo>
                <a:lnTo>
                  <a:pt x="10459" y="45015"/>
                </a:lnTo>
                <a:lnTo>
                  <a:pt x="10459" y="45015"/>
                </a:lnTo>
                <a:lnTo>
                  <a:pt x="10459" y="45015"/>
                </a:lnTo>
                <a:lnTo>
                  <a:pt x="10459" y="45015"/>
                </a:lnTo>
                <a:lnTo>
                  <a:pt x="10459" y="45015"/>
                </a:lnTo>
                <a:lnTo>
                  <a:pt x="10459" y="45015"/>
                </a:lnTo>
                <a:lnTo>
                  <a:pt x="10459" y="45015"/>
                </a:lnTo>
                <a:lnTo>
                  <a:pt x="10459" y="45015"/>
                </a:lnTo>
                <a:lnTo>
                  <a:pt x="10459" y="45015"/>
                </a:lnTo>
                <a:lnTo>
                  <a:pt x="10460" y="45015"/>
                </a:lnTo>
                <a:lnTo>
                  <a:pt x="10460" y="45015"/>
                </a:lnTo>
                <a:lnTo>
                  <a:pt x="10460" y="45015"/>
                </a:lnTo>
                <a:lnTo>
                  <a:pt x="10460" y="45015"/>
                </a:lnTo>
                <a:lnTo>
                  <a:pt x="10460" y="45015"/>
                </a:lnTo>
                <a:lnTo>
                  <a:pt x="10460" y="45015"/>
                </a:lnTo>
                <a:lnTo>
                  <a:pt x="10460" y="45015"/>
                </a:lnTo>
                <a:lnTo>
                  <a:pt x="10460" y="45015"/>
                </a:lnTo>
                <a:lnTo>
                  <a:pt x="10460" y="45015"/>
                </a:lnTo>
                <a:lnTo>
                  <a:pt x="10460" y="45015"/>
                </a:lnTo>
                <a:lnTo>
                  <a:pt x="10460" y="45015"/>
                </a:lnTo>
                <a:lnTo>
                  <a:pt x="10460" y="45015"/>
                </a:lnTo>
                <a:lnTo>
                  <a:pt x="10460" y="45015"/>
                </a:lnTo>
                <a:lnTo>
                  <a:pt x="10460" y="45015"/>
                </a:lnTo>
                <a:lnTo>
                  <a:pt x="10460" y="45015"/>
                </a:lnTo>
                <a:lnTo>
                  <a:pt x="10460" y="45015"/>
                </a:lnTo>
                <a:lnTo>
                  <a:pt x="10461" y="45015"/>
                </a:lnTo>
                <a:lnTo>
                  <a:pt x="10461" y="45015"/>
                </a:lnTo>
                <a:lnTo>
                  <a:pt x="10461" y="45015"/>
                </a:lnTo>
                <a:lnTo>
                  <a:pt x="10461" y="45015"/>
                </a:lnTo>
                <a:lnTo>
                  <a:pt x="10461" y="45015"/>
                </a:lnTo>
                <a:lnTo>
                  <a:pt x="10461" y="45015"/>
                </a:lnTo>
                <a:lnTo>
                  <a:pt x="10461" y="45015"/>
                </a:lnTo>
                <a:lnTo>
                  <a:pt x="10461" y="45015"/>
                </a:lnTo>
                <a:lnTo>
                  <a:pt x="10461" y="45015"/>
                </a:lnTo>
                <a:lnTo>
                  <a:pt x="10461" y="45015"/>
                </a:lnTo>
                <a:lnTo>
                  <a:pt x="10461" y="45015"/>
                </a:lnTo>
                <a:lnTo>
                  <a:pt x="10461" y="45015"/>
                </a:lnTo>
                <a:lnTo>
                  <a:pt x="10461" y="45015"/>
                </a:lnTo>
                <a:lnTo>
                  <a:pt x="10461" y="45015"/>
                </a:lnTo>
                <a:lnTo>
                  <a:pt x="10461" y="45015"/>
                </a:lnTo>
                <a:lnTo>
                  <a:pt x="10462" y="45015"/>
                </a:lnTo>
                <a:lnTo>
                  <a:pt x="10462" y="45015"/>
                </a:lnTo>
                <a:lnTo>
                  <a:pt x="10462" y="45015"/>
                </a:lnTo>
                <a:lnTo>
                  <a:pt x="10462" y="45015"/>
                </a:lnTo>
                <a:lnTo>
                  <a:pt x="10462" y="45015"/>
                </a:lnTo>
                <a:lnTo>
                  <a:pt x="10462" y="45015"/>
                </a:lnTo>
                <a:lnTo>
                  <a:pt x="10462" y="45015"/>
                </a:lnTo>
                <a:lnTo>
                  <a:pt x="10462" y="45015"/>
                </a:lnTo>
                <a:lnTo>
                  <a:pt x="10462" y="45015"/>
                </a:lnTo>
                <a:lnTo>
                  <a:pt x="10462" y="45015"/>
                </a:lnTo>
                <a:lnTo>
                  <a:pt x="10462" y="45015"/>
                </a:lnTo>
                <a:lnTo>
                  <a:pt x="10462" y="45015"/>
                </a:lnTo>
                <a:lnTo>
                  <a:pt x="10462" y="45015"/>
                </a:lnTo>
                <a:lnTo>
                  <a:pt x="10462" y="45015"/>
                </a:lnTo>
                <a:lnTo>
                  <a:pt x="10462" y="45015"/>
                </a:lnTo>
                <a:lnTo>
                  <a:pt x="10462" y="45015"/>
                </a:lnTo>
                <a:lnTo>
                  <a:pt x="10463" y="45015"/>
                </a:lnTo>
                <a:lnTo>
                  <a:pt x="10463" y="45015"/>
                </a:lnTo>
                <a:lnTo>
                  <a:pt x="10463" y="45015"/>
                </a:lnTo>
                <a:lnTo>
                  <a:pt x="10463" y="45015"/>
                </a:lnTo>
                <a:lnTo>
                  <a:pt x="10463" y="45015"/>
                </a:lnTo>
                <a:lnTo>
                  <a:pt x="10463" y="45015"/>
                </a:lnTo>
                <a:lnTo>
                  <a:pt x="10463" y="45015"/>
                </a:lnTo>
                <a:lnTo>
                  <a:pt x="10463" y="45015"/>
                </a:lnTo>
                <a:lnTo>
                  <a:pt x="10463" y="45015"/>
                </a:lnTo>
                <a:lnTo>
                  <a:pt x="10463" y="45015"/>
                </a:lnTo>
                <a:lnTo>
                  <a:pt x="10463" y="45015"/>
                </a:lnTo>
                <a:lnTo>
                  <a:pt x="10463" y="45015"/>
                </a:lnTo>
                <a:lnTo>
                  <a:pt x="10463" y="45015"/>
                </a:lnTo>
                <a:lnTo>
                  <a:pt x="10463" y="45015"/>
                </a:lnTo>
                <a:lnTo>
                  <a:pt x="10463" y="45015"/>
                </a:lnTo>
                <a:lnTo>
                  <a:pt x="10464" y="45015"/>
                </a:lnTo>
                <a:lnTo>
                  <a:pt x="10464" y="45015"/>
                </a:lnTo>
                <a:lnTo>
                  <a:pt x="10464" y="45015"/>
                </a:lnTo>
                <a:lnTo>
                  <a:pt x="10464" y="45015"/>
                </a:lnTo>
                <a:lnTo>
                  <a:pt x="10464" y="45015"/>
                </a:lnTo>
                <a:lnTo>
                  <a:pt x="10464" y="45015"/>
                </a:lnTo>
                <a:lnTo>
                  <a:pt x="10464" y="45015"/>
                </a:lnTo>
                <a:lnTo>
                  <a:pt x="10464" y="45015"/>
                </a:lnTo>
                <a:lnTo>
                  <a:pt x="10464" y="45015"/>
                </a:lnTo>
                <a:lnTo>
                  <a:pt x="10464" y="45015"/>
                </a:lnTo>
                <a:lnTo>
                  <a:pt x="10464" y="45015"/>
                </a:lnTo>
                <a:lnTo>
                  <a:pt x="10464" y="45015"/>
                </a:lnTo>
                <a:lnTo>
                  <a:pt x="10464" y="45015"/>
                </a:lnTo>
                <a:lnTo>
                  <a:pt x="10464" y="45015"/>
                </a:lnTo>
                <a:lnTo>
                  <a:pt x="10464" y="45015"/>
                </a:lnTo>
                <a:lnTo>
                  <a:pt x="10464" y="45015"/>
                </a:lnTo>
                <a:lnTo>
                  <a:pt x="10465" y="45015"/>
                </a:lnTo>
                <a:lnTo>
                  <a:pt x="10465" y="45015"/>
                </a:lnTo>
                <a:lnTo>
                  <a:pt x="10465" y="45015"/>
                </a:lnTo>
                <a:lnTo>
                  <a:pt x="10465" y="45015"/>
                </a:lnTo>
                <a:lnTo>
                  <a:pt x="10465" y="45015"/>
                </a:lnTo>
                <a:lnTo>
                  <a:pt x="10465" y="45015"/>
                </a:lnTo>
                <a:lnTo>
                  <a:pt x="10465" y="45015"/>
                </a:lnTo>
                <a:lnTo>
                  <a:pt x="10465" y="45015"/>
                </a:lnTo>
                <a:lnTo>
                  <a:pt x="10465" y="45015"/>
                </a:lnTo>
                <a:lnTo>
                  <a:pt x="10465" y="45015"/>
                </a:lnTo>
                <a:lnTo>
                  <a:pt x="10465" y="45015"/>
                </a:lnTo>
                <a:lnTo>
                  <a:pt x="10465" y="45015"/>
                </a:lnTo>
                <a:lnTo>
                  <a:pt x="10465" y="45015"/>
                </a:lnTo>
                <a:lnTo>
                  <a:pt x="10465" y="45015"/>
                </a:lnTo>
                <a:lnTo>
                  <a:pt x="10465" y="45015"/>
                </a:lnTo>
                <a:lnTo>
                  <a:pt x="10465" y="45015"/>
                </a:lnTo>
                <a:lnTo>
                  <a:pt x="10466" y="45015"/>
                </a:lnTo>
                <a:lnTo>
                  <a:pt x="10466" y="45015"/>
                </a:lnTo>
                <a:lnTo>
                  <a:pt x="10466" y="45015"/>
                </a:lnTo>
                <a:lnTo>
                  <a:pt x="10466" y="45015"/>
                </a:lnTo>
                <a:lnTo>
                  <a:pt x="10466" y="45015"/>
                </a:lnTo>
                <a:lnTo>
                  <a:pt x="10466" y="45015"/>
                </a:lnTo>
                <a:lnTo>
                  <a:pt x="10466" y="45015"/>
                </a:lnTo>
                <a:lnTo>
                  <a:pt x="10466" y="45015"/>
                </a:lnTo>
                <a:lnTo>
                  <a:pt x="10466" y="45015"/>
                </a:lnTo>
                <a:lnTo>
                  <a:pt x="10466" y="45015"/>
                </a:lnTo>
                <a:lnTo>
                  <a:pt x="10466" y="45015"/>
                </a:lnTo>
                <a:lnTo>
                  <a:pt x="10466" y="45015"/>
                </a:lnTo>
                <a:lnTo>
                  <a:pt x="10466" y="45015"/>
                </a:lnTo>
                <a:lnTo>
                  <a:pt x="10466" y="45015"/>
                </a:lnTo>
                <a:lnTo>
                  <a:pt x="10466" y="45015"/>
                </a:lnTo>
                <a:lnTo>
                  <a:pt x="10467" y="45015"/>
                </a:lnTo>
                <a:lnTo>
                  <a:pt x="10467" y="45015"/>
                </a:lnTo>
                <a:lnTo>
                  <a:pt x="10467" y="45015"/>
                </a:lnTo>
                <a:lnTo>
                  <a:pt x="10467" y="45015"/>
                </a:lnTo>
                <a:lnTo>
                  <a:pt x="10467" y="45015"/>
                </a:lnTo>
                <a:lnTo>
                  <a:pt x="10467" y="45015"/>
                </a:lnTo>
                <a:lnTo>
                  <a:pt x="10467" y="45015"/>
                </a:lnTo>
                <a:lnTo>
                  <a:pt x="10467" y="45015"/>
                </a:lnTo>
                <a:lnTo>
                  <a:pt x="10467" y="45015"/>
                </a:lnTo>
                <a:lnTo>
                  <a:pt x="10467" y="45015"/>
                </a:lnTo>
                <a:lnTo>
                  <a:pt x="10467" y="45015"/>
                </a:lnTo>
                <a:lnTo>
                  <a:pt x="10467" y="45015"/>
                </a:lnTo>
                <a:lnTo>
                  <a:pt x="10467" y="45015"/>
                </a:lnTo>
                <a:lnTo>
                  <a:pt x="10467" y="45015"/>
                </a:lnTo>
                <a:lnTo>
                  <a:pt x="10467" y="45015"/>
                </a:lnTo>
                <a:lnTo>
                  <a:pt x="10467" y="45015"/>
                </a:lnTo>
                <a:lnTo>
                  <a:pt x="10468" y="45015"/>
                </a:lnTo>
                <a:lnTo>
                  <a:pt x="10468" y="45015"/>
                </a:lnTo>
                <a:lnTo>
                  <a:pt x="10468" y="45015"/>
                </a:lnTo>
                <a:lnTo>
                  <a:pt x="10468" y="45015"/>
                </a:lnTo>
                <a:lnTo>
                  <a:pt x="10468" y="45015"/>
                </a:lnTo>
                <a:lnTo>
                  <a:pt x="10468" y="45015"/>
                </a:lnTo>
                <a:lnTo>
                  <a:pt x="10468" y="45015"/>
                </a:lnTo>
                <a:lnTo>
                  <a:pt x="10468" y="45015"/>
                </a:lnTo>
                <a:lnTo>
                  <a:pt x="10468" y="45015"/>
                </a:lnTo>
                <a:lnTo>
                  <a:pt x="10468" y="45015"/>
                </a:lnTo>
                <a:lnTo>
                  <a:pt x="10468" y="45015"/>
                </a:lnTo>
                <a:lnTo>
                  <a:pt x="10468" y="45015"/>
                </a:lnTo>
                <a:lnTo>
                  <a:pt x="10468" y="45015"/>
                </a:lnTo>
                <a:lnTo>
                  <a:pt x="10468" y="45015"/>
                </a:lnTo>
                <a:lnTo>
                  <a:pt x="10468" y="45015"/>
                </a:lnTo>
                <a:lnTo>
                  <a:pt x="10468" y="45015"/>
                </a:lnTo>
                <a:lnTo>
                  <a:pt x="10469" y="45015"/>
                </a:lnTo>
                <a:lnTo>
                  <a:pt x="10469" y="45015"/>
                </a:lnTo>
                <a:lnTo>
                  <a:pt x="10469" y="45015"/>
                </a:lnTo>
                <a:lnTo>
                  <a:pt x="10469" y="45015"/>
                </a:lnTo>
                <a:lnTo>
                  <a:pt x="10469" y="45015"/>
                </a:lnTo>
                <a:lnTo>
                  <a:pt x="10469" y="45015"/>
                </a:lnTo>
                <a:lnTo>
                  <a:pt x="10469" y="45015"/>
                </a:lnTo>
                <a:lnTo>
                  <a:pt x="10469" y="45015"/>
                </a:lnTo>
                <a:lnTo>
                  <a:pt x="10469" y="45015"/>
                </a:lnTo>
                <a:lnTo>
                  <a:pt x="10469" y="45015"/>
                </a:lnTo>
                <a:lnTo>
                  <a:pt x="10469" y="45015"/>
                </a:lnTo>
                <a:lnTo>
                  <a:pt x="10469" y="45015"/>
                </a:lnTo>
                <a:lnTo>
                  <a:pt x="10469" y="45015"/>
                </a:lnTo>
                <a:lnTo>
                  <a:pt x="10469" y="45015"/>
                </a:lnTo>
                <a:lnTo>
                  <a:pt x="10469" y="45015"/>
                </a:lnTo>
                <a:lnTo>
                  <a:pt x="10469" y="45015"/>
                </a:lnTo>
                <a:lnTo>
                  <a:pt x="10470" y="45015"/>
                </a:lnTo>
                <a:lnTo>
                  <a:pt x="10470" y="45015"/>
                </a:lnTo>
                <a:lnTo>
                  <a:pt x="10470" y="45015"/>
                </a:lnTo>
                <a:lnTo>
                  <a:pt x="10470" y="45015"/>
                </a:lnTo>
                <a:lnTo>
                  <a:pt x="10470" y="45015"/>
                </a:lnTo>
                <a:lnTo>
                  <a:pt x="10470" y="45015"/>
                </a:lnTo>
                <a:lnTo>
                  <a:pt x="10470" y="45015"/>
                </a:lnTo>
                <a:lnTo>
                  <a:pt x="10470" y="45015"/>
                </a:lnTo>
                <a:lnTo>
                  <a:pt x="10470" y="45015"/>
                </a:lnTo>
                <a:lnTo>
                  <a:pt x="10470" y="45015"/>
                </a:lnTo>
                <a:lnTo>
                  <a:pt x="10470" y="45015"/>
                </a:lnTo>
                <a:lnTo>
                  <a:pt x="10470" y="45015"/>
                </a:lnTo>
                <a:lnTo>
                  <a:pt x="10470" y="45015"/>
                </a:lnTo>
                <a:lnTo>
                  <a:pt x="10470" y="45015"/>
                </a:lnTo>
                <a:lnTo>
                  <a:pt x="10470" y="45015"/>
                </a:lnTo>
                <a:lnTo>
                  <a:pt x="10471" y="45015"/>
                </a:lnTo>
                <a:lnTo>
                  <a:pt x="10471" y="45015"/>
                </a:lnTo>
                <a:lnTo>
                  <a:pt x="10471" y="45015"/>
                </a:lnTo>
                <a:lnTo>
                  <a:pt x="10471" y="45015"/>
                </a:lnTo>
                <a:lnTo>
                  <a:pt x="10471" y="45015"/>
                </a:lnTo>
                <a:lnTo>
                  <a:pt x="10471" y="45015"/>
                </a:lnTo>
                <a:lnTo>
                  <a:pt x="10471" y="45015"/>
                </a:lnTo>
                <a:lnTo>
                  <a:pt x="10471" y="45015"/>
                </a:lnTo>
                <a:lnTo>
                  <a:pt x="10471" y="45015"/>
                </a:lnTo>
                <a:lnTo>
                  <a:pt x="10471" y="45015"/>
                </a:lnTo>
                <a:lnTo>
                  <a:pt x="10471" y="45015"/>
                </a:lnTo>
                <a:lnTo>
                  <a:pt x="10471" y="45015"/>
                </a:lnTo>
                <a:lnTo>
                  <a:pt x="10471" y="45015"/>
                </a:lnTo>
                <a:lnTo>
                  <a:pt x="10471" y="45015"/>
                </a:lnTo>
                <a:lnTo>
                  <a:pt x="10471" y="45015"/>
                </a:lnTo>
                <a:lnTo>
                  <a:pt x="10471" y="45015"/>
                </a:lnTo>
                <a:lnTo>
                  <a:pt x="10472" y="45015"/>
                </a:lnTo>
                <a:lnTo>
                  <a:pt x="10472" y="45015"/>
                </a:lnTo>
                <a:lnTo>
                  <a:pt x="10472" y="45015"/>
                </a:lnTo>
                <a:lnTo>
                  <a:pt x="10472" y="45015"/>
                </a:lnTo>
                <a:lnTo>
                  <a:pt x="10472" y="45015"/>
                </a:lnTo>
                <a:lnTo>
                  <a:pt x="10472" y="45015"/>
                </a:lnTo>
                <a:lnTo>
                  <a:pt x="10472" y="45015"/>
                </a:lnTo>
                <a:lnTo>
                  <a:pt x="10472" y="45015"/>
                </a:lnTo>
                <a:lnTo>
                  <a:pt x="10472" y="45015"/>
                </a:lnTo>
                <a:lnTo>
                  <a:pt x="10472" y="45015"/>
                </a:lnTo>
                <a:lnTo>
                  <a:pt x="10472" y="45015"/>
                </a:lnTo>
                <a:lnTo>
                  <a:pt x="10472" y="45015"/>
                </a:lnTo>
                <a:lnTo>
                  <a:pt x="10472" y="45015"/>
                </a:lnTo>
                <a:lnTo>
                  <a:pt x="10472" y="45015"/>
                </a:lnTo>
                <a:lnTo>
                  <a:pt x="10472" y="45015"/>
                </a:lnTo>
                <a:lnTo>
                  <a:pt x="10472" y="45015"/>
                </a:lnTo>
                <a:lnTo>
                  <a:pt x="10473" y="45015"/>
                </a:lnTo>
                <a:lnTo>
                  <a:pt x="10473" y="45015"/>
                </a:lnTo>
                <a:lnTo>
                  <a:pt x="10473" y="45015"/>
                </a:lnTo>
                <a:lnTo>
                  <a:pt x="10473" y="45015"/>
                </a:lnTo>
                <a:lnTo>
                  <a:pt x="10473" y="45015"/>
                </a:lnTo>
                <a:lnTo>
                  <a:pt x="10473" y="45015"/>
                </a:lnTo>
                <a:lnTo>
                  <a:pt x="10473" y="45015"/>
                </a:lnTo>
                <a:lnTo>
                  <a:pt x="10473" y="45015"/>
                </a:lnTo>
                <a:lnTo>
                  <a:pt x="10473" y="45015"/>
                </a:lnTo>
                <a:lnTo>
                  <a:pt x="10473" y="45015"/>
                </a:lnTo>
                <a:lnTo>
                  <a:pt x="10473" y="45015"/>
                </a:lnTo>
                <a:lnTo>
                  <a:pt x="10473" y="45015"/>
                </a:lnTo>
                <a:lnTo>
                  <a:pt x="10473" y="45015"/>
                </a:lnTo>
                <a:lnTo>
                  <a:pt x="10473" y="45015"/>
                </a:lnTo>
                <a:lnTo>
                  <a:pt x="10473" y="45015"/>
                </a:lnTo>
                <a:lnTo>
                  <a:pt x="10473" y="45015"/>
                </a:lnTo>
                <a:lnTo>
                  <a:pt x="10474" y="45015"/>
                </a:lnTo>
                <a:lnTo>
                  <a:pt x="10474" y="45015"/>
                </a:lnTo>
                <a:lnTo>
                  <a:pt x="10474" y="45015"/>
                </a:lnTo>
                <a:lnTo>
                  <a:pt x="10474" y="45015"/>
                </a:lnTo>
                <a:lnTo>
                  <a:pt x="10474" y="45015"/>
                </a:lnTo>
                <a:lnTo>
                  <a:pt x="10474" y="45015"/>
                </a:lnTo>
                <a:lnTo>
                  <a:pt x="10474" y="45015"/>
                </a:lnTo>
                <a:lnTo>
                  <a:pt x="10474" y="45015"/>
                </a:lnTo>
                <a:lnTo>
                  <a:pt x="10474" y="45015"/>
                </a:lnTo>
                <a:lnTo>
                  <a:pt x="10474" y="45015"/>
                </a:lnTo>
                <a:lnTo>
                  <a:pt x="10474" y="45015"/>
                </a:lnTo>
                <a:lnTo>
                  <a:pt x="10474" y="45015"/>
                </a:lnTo>
                <a:lnTo>
                  <a:pt x="10474" y="45015"/>
                </a:lnTo>
                <a:lnTo>
                  <a:pt x="10474" y="45015"/>
                </a:lnTo>
                <a:lnTo>
                  <a:pt x="10474" y="45015"/>
                </a:lnTo>
                <a:lnTo>
                  <a:pt x="10474" y="45015"/>
                </a:lnTo>
                <a:lnTo>
                  <a:pt x="10475" y="45015"/>
                </a:lnTo>
                <a:lnTo>
                  <a:pt x="10475" y="45015"/>
                </a:lnTo>
                <a:lnTo>
                  <a:pt x="10475" y="45015"/>
                </a:lnTo>
                <a:lnTo>
                  <a:pt x="10475" y="45015"/>
                </a:lnTo>
                <a:lnTo>
                  <a:pt x="10475" y="45015"/>
                </a:lnTo>
                <a:lnTo>
                  <a:pt x="10475" y="45015"/>
                </a:lnTo>
                <a:lnTo>
                  <a:pt x="10475" y="45015"/>
                </a:lnTo>
                <a:lnTo>
                  <a:pt x="10475" y="45015"/>
                </a:lnTo>
                <a:lnTo>
                  <a:pt x="10475" y="45015"/>
                </a:lnTo>
                <a:lnTo>
                  <a:pt x="10475" y="45015"/>
                </a:lnTo>
                <a:lnTo>
                  <a:pt x="10475" y="45015"/>
                </a:lnTo>
                <a:lnTo>
                  <a:pt x="10475" y="45015"/>
                </a:lnTo>
                <a:lnTo>
                  <a:pt x="10475" y="45015"/>
                </a:lnTo>
                <a:lnTo>
                  <a:pt x="10475" y="45015"/>
                </a:lnTo>
                <a:lnTo>
                  <a:pt x="10475" y="45015"/>
                </a:lnTo>
                <a:lnTo>
                  <a:pt x="10475" y="45015"/>
                </a:lnTo>
                <a:lnTo>
                  <a:pt x="10476" y="45015"/>
                </a:lnTo>
                <a:lnTo>
                  <a:pt x="10476" y="45015"/>
                </a:lnTo>
                <a:lnTo>
                  <a:pt x="10476" y="45015"/>
                </a:lnTo>
                <a:lnTo>
                  <a:pt x="10476" y="45015"/>
                </a:lnTo>
                <a:lnTo>
                  <a:pt x="10476" y="45015"/>
                </a:lnTo>
                <a:lnTo>
                  <a:pt x="10476" y="45015"/>
                </a:lnTo>
                <a:lnTo>
                  <a:pt x="10476" y="45015"/>
                </a:lnTo>
                <a:lnTo>
                  <a:pt x="10476" y="45015"/>
                </a:lnTo>
                <a:lnTo>
                  <a:pt x="10476" y="45015"/>
                </a:lnTo>
                <a:lnTo>
                  <a:pt x="10476" y="45015"/>
                </a:lnTo>
                <a:lnTo>
                  <a:pt x="10476" y="45015"/>
                </a:lnTo>
                <a:lnTo>
                  <a:pt x="10476" y="45015"/>
                </a:lnTo>
                <a:lnTo>
                  <a:pt x="10476" y="45015"/>
                </a:lnTo>
                <a:lnTo>
                  <a:pt x="10476" y="45015"/>
                </a:lnTo>
                <a:lnTo>
                  <a:pt x="10476" y="45015"/>
                </a:lnTo>
                <a:lnTo>
                  <a:pt x="10476" y="45015"/>
                </a:lnTo>
                <a:lnTo>
                  <a:pt x="10477" y="45015"/>
                </a:lnTo>
                <a:lnTo>
                  <a:pt x="10477" y="45015"/>
                </a:lnTo>
                <a:lnTo>
                  <a:pt x="10477" y="45015"/>
                </a:lnTo>
                <a:lnTo>
                  <a:pt x="10477" y="45015"/>
                </a:lnTo>
                <a:lnTo>
                  <a:pt x="10477" y="45015"/>
                </a:lnTo>
                <a:lnTo>
                  <a:pt x="10477" y="45015"/>
                </a:lnTo>
                <a:lnTo>
                  <a:pt x="10477" y="45015"/>
                </a:lnTo>
                <a:lnTo>
                  <a:pt x="10477" y="45015"/>
                </a:lnTo>
                <a:lnTo>
                  <a:pt x="10477" y="45015"/>
                </a:lnTo>
                <a:lnTo>
                  <a:pt x="10477" y="45015"/>
                </a:lnTo>
                <a:lnTo>
                  <a:pt x="10477" y="45015"/>
                </a:lnTo>
                <a:lnTo>
                  <a:pt x="10477" y="45015"/>
                </a:lnTo>
                <a:lnTo>
                  <a:pt x="10477" y="45015"/>
                </a:lnTo>
                <a:lnTo>
                  <a:pt x="10477" y="45015"/>
                </a:lnTo>
                <a:lnTo>
                  <a:pt x="10477" y="45015"/>
                </a:lnTo>
                <a:lnTo>
                  <a:pt x="10477" y="45015"/>
                </a:lnTo>
                <a:lnTo>
                  <a:pt x="10478" y="45015"/>
                </a:lnTo>
                <a:lnTo>
                  <a:pt x="10478" y="45015"/>
                </a:lnTo>
                <a:lnTo>
                  <a:pt x="10478" y="45015"/>
                </a:lnTo>
                <a:lnTo>
                  <a:pt x="10478" y="45015"/>
                </a:lnTo>
                <a:lnTo>
                  <a:pt x="10478" y="45015"/>
                </a:lnTo>
                <a:lnTo>
                  <a:pt x="10478" y="45015"/>
                </a:lnTo>
                <a:lnTo>
                  <a:pt x="10478" y="45015"/>
                </a:lnTo>
                <a:lnTo>
                  <a:pt x="10478" y="45015"/>
                </a:lnTo>
                <a:lnTo>
                  <a:pt x="10478" y="45015"/>
                </a:lnTo>
                <a:lnTo>
                  <a:pt x="10478" y="45015"/>
                </a:lnTo>
                <a:lnTo>
                  <a:pt x="10478" y="45015"/>
                </a:lnTo>
                <a:lnTo>
                  <a:pt x="10478" y="45015"/>
                </a:lnTo>
                <a:lnTo>
                  <a:pt x="10478" y="45015"/>
                </a:lnTo>
                <a:lnTo>
                  <a:pt x="10478" y="45015"/>
                </a:lnTo>
                <a:lnTo>
                  <a:pt x="10478" y="45015"/>
                </a:lnTo>
                <a:lnTo>
                  <a:pt x="10478" y="45015"/>
                </a:lnTo>
                <a:lnTo>
                  <a:pt x="10479" y="45015"/>
                </a:lnTo>
                <a:lnTo>
                  <a:pt x="10479" y="45015"/>
                </a:lnTo>
                <a:lnTo>
                  <a:pt x="10479" y="45015"/>
                </a:lnTo>
                <a:lnTo>
                  <a:pt x="10479" y="45015"/>
                </a:lnTo>
                <a:lnTo>
                  <a:pt x="10479" y="45015"/>
                </a:lnTo>
                <a:lnTo>
                  <a:pt x="10479" y="45015"/>
                </a:lnTo>
                <a:lnTo>
                  <a:pt x="10479" y="45015"/>
                </a:lnTo>
                <a:lnTo>
                  <a:pt x="10479" y="45015"/>
                </a:lnTo>
                <a:lnTo>
                  <a:pt x="10479" y="45015"/>
                </a:lnTo>
                <a:lnTo>
                  <a:pt x="10479" y="45015"/>
                </a:lnTo>
                <a:lnTo>
                  <a:pt x="10479" y="45015"/>
                </a:lnTo>
                <a:lnTo>
                  <a:pt x="10479" y="45015"/>
                </a:lnTo>
                <a:lnTo>
                  <a:pt x="10479" y="45015"/>
                </a:lnTo>
                <a:lnTo>
                  <a:pt x="10479" y="45015"/>
                </a:lnTo>
                <a:lnTo>
                  <a:pt x="10479" y="45015"/>
                </a:lnTo>
                <a:lnTo>
                  <a:pt x="10479" y="45015"/>
                </a:lnTo>
                <a:lnTo>
                  <a:pt x="10480" y="45015"/>
                </a:lnTo>
                <a:lnTo>
                  <a:pt x="10480" y="45015"/>
                </a:lnTo>
                <a:lnTo>
                  <a:pt x="10480" y="45015"/>
                </a:lnTo>
                <a:lnTo>
                  <a:pt x="10480" y="45015"/>
                </a:lnTo>
                <a:lnTo>
                  <a:pt x="10480" y="45015"/>
                </a:lnTo>
                <a:lnTo>
                  <a:pt x="10480" y="45015"/>
                </a:lnTo>
                <a:lnTo>
                  <a:pt x="10480" y="45015"/>
                </a:lnTo>
                <a:lnTo>
                  <a:pt x="10480" y="45015"/>
                </a:lnTo>
                <a:lnTo>
                  <a:pt x="10480" y="45015"/>
                </a:lnTo>
                <a:lnTo>
                  <a:pt x="10480" y="45015"/>
                </a:lnTo>
                <a:lnTo>
                  <a:pt x="10480" y="45015"/>
                </a:lnTo>
                <a:lnTo>
                  <a:pt x="10480" y="45015"/>
                </a:lnTo>
                <a:lnTo>
                  <a:pt x="10480" y="45015"/>
                </a:lnTo>
                <a:lnTo>
                  <a:pt x="10480" y="45015"/>
                </a:lnTo>
                <a:lnTo>
                  <a:pt x="10480" y="45015"/>
                </a:lnTo>
                <a:lnTo>
                  <a:pt x="10480" y="45015"/>
                </a:lnTo>
                <a:lnTo>
                  <a:pt x="10481" y="45015"/>
                </a:lnTo>
                <a:lnTo>
                  <a:pt x="10481" y="45015"/>
                </a:lnTo>
                <a:lnTo>
                  <a:pt x="10481" y="45015"/>
                </a:lnTo>
                <a:lnTo>
                  <a:pt x="10481" y="45015"/>
                </a:lnTo>
                <a:lnTo>
                  <a:pt x="10481" y="45015"/>
                </a:lnTo>
                <a:lnTo>
                  <a:pt x="10481" y="45015"/>
                </a:lnTo>
                <a:lnTo>
                  <a:pt x="10481" y="45015"/>
                </a:lnTo>
                <a:lnTo>
                  <a:pt x="10481" y="45015"/>
                </a:lnTo>
                <a:lnTo>
                  <a:pt x="10481" y="45015"/>
                </a:lnTo>
                <a:lnTo>
                  <a:pt x="10481" y="45015"/>
                </a:lnTo>
                <a:lnTo>
                  <a:pt x="10481" y="45015"/>
                </a:lnTo>
                <a:lnTo>
                  <a:pt x="10481" y="45015"/>
                </a:lnTo>
                <a:lnTo>
                  <a:pt x="10481" y="45015"/>
                </a:lnTo>
                <a:lnTo>
                  <a:pt x="10481" y="45015"/>
                </a:lnTo>
                <a:lnTo>
                  <a:pt x="10481" y="45015"/>
                </a:lnTo>
                <a:lnTo>
                  <a:pt x="10481" y="45015"/>
                </a:lnTo>
                <a:lnTo>
                  <a:pt x="10482" y="45015"/>
                </a:lnTo>
                <a:lnTo>
                  <a:pt x="10482" y="45015"/>
                </a:lnTo>
                <a:lnTo>
                  <a:pt x="10482" y="45015"/>
                </a:lnTo>
                <a:lnTo>
                  <a:pt x="10482" y="45015"/>
                </a:lnTo>
                <a:lnTo>
                  <a:pt x="10482" y="45015"/>
                </a:lnTo>
                <a:lnTo>
                  <a:pt x="10482" y="45015"/>
                </a:lnTo>
                <a:lnTo>
                  <a:pt x="10482" y="45015"/>
                </a:lnTo>
                <a:lnTo>
                  <a:pt x="10482" y="45015"/>
                </a:lnTo>
                <a:lnTo>
                  <a:pt x="10482" y="45015"/>
                </a:lnTo>
                <a:lnTo>
                  <a:pt x="10482" y="45015"/>
                </a:lnTo>
                <a:lnTo>
                  <a:pt x="10482" y="45015"/>
                </a:lnTo>
                <a:lnTo>
                  <a:pt x="10482" y="45015"/>
                </a:lnTo>
                <a:lnTo>
                  <a:pt x="10482" y="45015"/>
                </a:lnTo>
                <a:lnTo>
                  <a:pt x="10482" y="45015"/>
                </a:lnTo>
                <a:lnTo>
                  <a:pt x="10482" y="45015"/>
                </a:lnTo>
                <a:lnTo>
                  <a:pt x="10482" y="45015"/>
                </a:lnTo>
                <a:lnTo>
                  <a:pt x="10483" y="45015"/>
                </a:lnTo>
                <a:lnTo>
                  <a:pt x="10483" y="45015"/>
                </a:lnTo>
                <a:lnTo>
                  <a:pt x="10483" y="45015"/>
                </a:lnTo>
                <a:lnTo>
                  <a:pt x="10483" y="45015"/>
                </a:lnTo>
                <a:lnTo>
                  <a:pt x="10483" y="45015"/>
                </a:lnTo>
                <a:lnTo>
                  <a:pt x="10483" y="45015"/>
                </a:lnTo>
                <a:lnTo>
                  <a:pt x="10483" y="45015"/>
                </a:lnTo>
                <a:lnTo>
                  <a:pt x="10483" y="45015"/>
                </a:lnTo>
                <a:lnTo>
                  <a:pt x="10483" y="45015"/>
                </a:lnTo>
                <a:lnTo>
                  <a:pt x="10483" y="45015"/>
                </a:lnTo>
                <a:lnTo>
                  <a:pt x="10483" y="45015"/>
                </a:lnTo>
                <a:lnTo>
                  <a:pt x="10483" y="45015"/>
                </a:lnTo>
                <a:lnTo>
                  <a:pt x="10483" y="45015"/>
                </a:lnTo>
                <a:lnTo>
                  <a:pt x="10483" y="45015"/>
                </a:lnTo>
                <a:lnTo>
                  <a:pt x="10483" y="45015"/>
                </a:lnTo>
                <a:lnTo>
                  <a:pt x="10483" y="45015"/>
                </a:lnTo>
                <a:lnTo>
                  <a:pt x="10484" y="45015"/>
                </a:lnTo>
                <a:lnTo>
                  <a:pt x="10484" y="45015"/>
                </a:lnTo>
                <a:lnTo>
                  <a:pt x="10484" y="45015"/>
                </a:lnTo>
                <a:lnTo>
                  <a:pt x="10484" y="45015"/>
                </a:lnTo>
                <a:lnTo>
                  <a:pt x="10484" y="45015"/>
                </a:lnTo>
                <a:lnTo>
                  <a:pt x="10484" y="45015"/>
                </a:lnTo>
                <a:lnTo>
                  <a:pt x="10484" y="45015"/>
                </a:lnTo>
                <a:lnTo>
                  <a:pt x="10484" y="45015"/>
                </a:lnTo>
                <a:lnTo>
                  <a:pt x="10484" y="45015"/>
                </a:lnTo>
                <a:lnTo>
                  <a:pt x="10484" y="45015"/>
                </a:lnTo>
                <a:lnTo>
                  <a:pt x="10484" y="45015"/>
                </a:lnTo>
                <a:lnTo>
                  <a:pt x="10484" y="45015"/>
                </a:lnTo>
                <a:lnTo>
                  <a:pt x="10484" y="45015"/>
                </a:lnTo>
                <a:lnTo>
                  <a:pt x="10484" y="45015"/>
                </a:lnTo>
                <a:lnTo>
                  <a:pt x="10484" y="45015"/>
                </a:lnTo>
                <a:lnTo>
                  <a:pt x="10484" y="45015"/>
                </a:lnTo>
                <a:lnTo>
                  <a:pt x="10485" y="45015"/>
                </a:lnTo>
                <a:lnTo>
                  <a:pt x="10485" y="45015"/>
                </a:lnTo>
                <a:lnTo>
                  <a:pt x="10485" y="45015"/>
                </a:lnTo>
                <a:lnTo>
                  <a:pt x="10485" y="45015"/>
                </a:lnTo>
                <a:lnTo>
                  <a:pt x="10485" y="45015"/>
                </a:lnTo>
                <a:lnTo>
                  <a:pt x="10485" y="45015"/>
                </a:lnTo>
                <a:lnTo>
                  <a:pt x="10485" y="45015"/>
                </a:lnTo>
                <a:lnTo>
                  <a:pt x="10485" y="45015"/>
                </a:lnTo>
                <a:lnTo>
                  <a:pt x="10485" y="45015"/>
                </a:lnTo>
                <a:lnTo>
                  <a:pt x="10485" y="45015"/>
                </a:lnTo>
                <a:lnTo>
                  <a:pt x="10485" y="45015"/>
                </a:lnTo>
                <a:lnTo>
                  <a:pt x="10485" y="45015"/>
                </a:lnTo>
                <a:lnTo>
                  <a:pt x="10485" y="45015"/>
                </a:lnTo>
                <a:lnTo>
                  <a:pt x="10485" y="45015"/>
                </a:lnTo>
                <a:lnTo>
                  <a:pt x="10485" y="45015"/>
                </a:lnTo>
                <a:lnTo>
                  <a:pt x="10485" y="45015"/>
                </a:lnTo>
                <a:lnTo>
                  <a:pt x="10486" y="45015"/>
                </a:lnTo>
                <a:lnTo>
                  <a:pt x="10486" y="45015"/>
                </a:lnTo>
                <a:lnTo>
                  <a:pt x="10486" y="45015"/>
                </a:lnTo>
                <a:lnTo>
                  <a:pt x="10486" y="45015"/>
                </a:lnTo>
                <a:lnTo>
                  <a:pt x="10486" y="45015"/>
                </a:lnTo>
                <a:lnTo>
                  <a:pt x="10486" y="45015"/>
                </a:lnTo>
                <a:lnTo>
                  <a:pt x="10486" y="45015"/>
                </a:lnTo>
                <a:lnTo>
                  <a:pt x="10486" y="45015"/>
                </a:lnTo>
                <a:lnTo>
                  <a:pt x="10486" y="45015"/>
                </a:lnTo>
                <a:lnTo>
                  <a:pt x="10486" y="45015"/>
                </a:lnTo>
                <a:lnTo>
                  <a:pt x="10486" y="45015"/>
                </a:lnTo>
                <a:lnTo>
                  <a:pt x="10486" y="45015"/>
                </a:lnTo>
                <a:lnTo>
                  <a:pt x="10486" y="45015"/>
                </a:lnTo>
                <a:lnTo>
                  <a:pt x="10486" y="45015"/>
                </a:lnTo>
                <a:lnTo>
                  <a:pt x="10486" y="45015"/>
                </a:lnTo>
                <a:lnTo>
                  <a:pt x="10486" y="45015"/>
                </a:lnTo>
                <a:lnTo>
                  <a:pt x="10487" y="45015"/>
                </a:lnTo>
                <a:lnTo>
                  <a:pt x="10487" y="45015"/>
                </a:lnTo>
                <a:lnTo>
                  <a:pt x="10487" y="45015"/>
                </a:lnTo>
                <a:lnTo>
                  <a:pt x="10487" y="45015"/>
                </a:lnTo>
                <a:lnTo>
                  <a:pt x="10487" y="45015"/>
                </a:lnTo>
                <a:lnTo>
                  <a:pt x="10487" y="45015"/>
                </a:lnTo>
                <a:lnTo>
                  <a:pt x="10487" y="45015"/>
                </a:lnTo>
                <a:lnTo>
                  <a:pt x="10487" y="45015"/>
                </a:lnTo>
                <a:lnTo>
                  <a:pt x="10487" y="45015"/>
                </a:lnTo>
                <a:lnTo>
                  <a:pt x="10487" y="45015"/>
                </a:lnTo>
                <a:lnTo>
                  <a:pt x="10487" y="45015"/>
                </a:lnTo>
                <a:lnTo>
                  <a:pt x="10487" y="45015"/>
                </a:lnTo>
                <a:lnTo>
                  <a:pt x="10487" y="45015"/>
                </a:lnTo>
                <a:lnTo>
                  <a:pt x="10487" y="45015"/>
                </a:lnTo>
                <a:lnTo>
                  <a:pt x="10487" y="45015"/>
                </a:lnTo>
                <a:lnTo>
                  <a:pt x="10487" y="45015"/>
                </a:lnTo>
                <a:lnTo>
                  <a:pt x="10488" y="45015"/>
                </a:lnTo>
                <a:lnTo>
                  <a:pt x="10488" y="45015"/>
                </a:lnTo>
                <a:lnTo>
                  <a:pt x="10488" y="45015"/>
                </a:lnTo>
                <a:lnTo>
                  <a:pt x="10488" y="45015"/>
                </a:lnTo>
                <a:lnTo>
                  <a:pt x="10488" y="45015"/>
                </a:lnTo>
                <a:lnTo>
                  <a:pt x="10488" y="45015"/>
                </a:lnTo>
                <a:lnTo>
                  <a:pt x="10488" y="45015"/>
                </a:lnTo>
                <a:lnTo>
                  <a:pt x="10488" y="45015"/>
                </a:lnTo>
                <a:lnTo>
                  <a:pt x="10488" y="45015"/>
                </a:lnTo>
                <a:lnTo>
                  <a:pt x="10488" y="45015"/>
                </a:lnTo>
                <a:lnTo>
                  <a:pt x="10488" y="45015"/>
                </a:lnTo>
                <a:lnTo>
                  <a:pt x="10488" y="45015"/>
                </a:lnTo>
                <a:lnTo>
                  <a:pt x="10488" y="45015"/>
                </a:lnTo>
                <a:lnTo>
                  <a:pt x="10488" y="45015"/>
                </a:lnTo>
                <a:lnTo>
                  <a:pt x="10488" y="45015"/>
                </a:lnTo>
                <a:lnTo>
                  <a:pt x="10488" y="45015"/>
                </a:lnTo>
                <a:lnTo>
                  <a:pt x="10488" y="45015"/>
                </a:lnTo>
                <a:lnTo>
                  <a:pt x="10489" y="45015"/>
                </a:lnTo>
                <a:lnTo>
                  <a:pt x="10489" y="45015"/>
                </a:lnTo>
                <a:lnTo>
                  <a:pt x="10489" y="45015"/>
                </a:lnTo>
                <a:lnTo>
                  <a:pt x="10489" y="45015"/>
                </a:lnTo>
                <a:lnTo>
                  <a:pt x="10489" y="45015"/>
                </a:lnTo>
                <a:lnTo>
                  <a:pt x="10489" y="45015"/>
                </a:lnTo>
                <a:lnTo>
                  <a:pt x="10489" y="45015"/>
                </a:lnTo>
                <a:lnTo>
                  <a:pt x="10489" y="45015"/>
                </a:lnTo>
                <a:lnTo>
                  <a:pt x="10489" y="45015"/>
                </a:lnTo>
                <a:lnTo>
                  <a:pt x="10489" y="45015"/>
                </a:lnTo>
                <a:lnTo>
                  <a:pt x="10489" y="45015"/>
                </a:lnTo>
                <a:lnTo>
                  <a:pt x="10489" y="45015"/>
                </a:lnTo>
                <a:lnTo>
                  <a:pt x="10489" y="45015"/>
                </a:lnTo>
                <a:lnTo>
                  <a:pt x="10489" y="45015"/>
                </a:lnTo>
                <a:lnTo>
                  <a:pt x="10489" y="45015"/>
                </a:lnTo>
                <a:lnTo>
                  <a:pt x="10489" y="45015"/>
                </a:lnTo>
                <a:lnTo>
                  <a:pt x="10490" y="45015"/>
                </a:lnTo>
                <a:lnTo>
                  <a:pt x="10490" y="45015"/>
                </a:lnTo>
                <a:lnTo>
                  <a:pt x="10490" y="45015"/>
                </a:lnTo>
                <a:lnTo>
                  <a:pt x="10490" y="45015"/>
                </a:lnTo>
                <a:lnTo>
                  <a:pt x="10490" y="45015"/>
                </a:lnTo>
                <a:lnTo>
                  <a:pt x="10490" y="45015"/>
                </a:lnTo>
                <a:lnTo>
                  <a:pt x="10490" y="45015"/>
                </a:lnTo>
                <a:lnTo>
                  <a:pt x="10490" y="45015"/>
                </a:lnTo>
                <a:lnTo>
                  <a:pt x="10490" y="45015"/>
                </a:lnTo>
                <a:lnTo>
                  <a:pt x="10490" y="45015"/>
                </a:lnTo>
                <a:lnTo>
                  <a:pt x="10490" y="45015"/>
                </a:lnTo>
                <a:lnTo>
                  <a:pt x="10490" y="45015"/>
                </a:lnTo>
                <a:lnTo>
                  <a:pt x="10490" y="45015"/>
                </a:lnTo>
                <a:lnTo>
                  <a:pt x="10490" y="45015"/>
                </a:lnTo>
                <a:lnTo>
                  <a:pt x="10490" y="45015"/>
                </a:lnTo>
                <a:lnTo>
                  <a:pt x="10490" y="45015"/>
                </a:lnTo>
                <a:lnTo>
                  <a:pt x="10491" y="45015"/>
                </a:lnTo>
                <a:lnTo>
                  <a:pt x="10491" y="45015"/>
                </a:lnTo>
                <a:lnTo>
                  <a:pt x="10491" y="45015"/>
                </a:lnTo>
                <a:lnTo>
                  <a:pt x="10491" y="45015"/>
                </a:lnTo>
                <a:lnTo>
                  <a:pt x="10491" y="45015"/>
                </a:lnTo>
                <a:lnTo>
                  <a:pt x="10491" y="45015"/>
                </a:lnTo>
                <a:lnTo>
                  <a:pt x="10491" y="45015"/>
                </a:lnTo>
                <a:lnTo>
                  <a:pt x="10491" y="45015"/>
                </a:lnTo>
                <a:lnTo>
                  <a:pt x="10491" y="45015"/>
                </a:lnTo>
                <a:lnTo>
                  <a:pt x="10491" y="45015"/>
                </a:lnTo>
                <a:lnTo>
                  <a:pt x="10491" y="45015"/>
                </a:lnTo>
                <a:lnTo>
                  <a:pt x="10491" y="45015"/>
                </a:lnTo>
                <a:lnTo>
                  <a:pt x="10491" y="45015"/>
                </a:lnTo>
                <a:lnTo>
                  <a:pt x="10491" y="45015"/>
                </a:lnTo>
                <a:lnTo>
                  <a:pt x="10491" y="45015"/>
                </a:lnTo>
                <a:lnTo>
                  <a:pt x="10491" y="45015"/>
                </a:lnTo>
                <a:lnTo>
                  <a:pt x="10491" y="45015"/>
                </a:lnTo>
                <a:lnTo>
                  <a:pt x="10492" y="45015"/>
                </a:lnTo>
                <a:lnTo>
                  <a:pt x="10492" y="45015"/>
                </a:lnTo>
                <a:lnTo>
                  <a:pt x="10492" y="45015"/>
                </a:lnTo>
                <a:lnTo>
                  <a:pt x="10492" y="45015"/>
                </a:lnTo>
                <a:lnTo>
                  <a:pt x="10492" y="45015"/>
                </a:lnTo>
                <a:lnTo>
                  <a:pt x="10492" y="45015"/>
                </a:lnTo>
                <a:lnTo>
                  <a:pt x="10492" y="45015"/>
                </a:lnTo>
                <a:lnTo>
                  <a:pt x="10492" y="45015"/>
                </a:lnTo>
                <a:lnTo>
                  <a:pt x="10492" y="45015"/>
                </a:lnTo>
                <a:lnTo>
                  <a:pt x="10492" y="45015"/>
                </a:lnTo>
                <a:lnTo>
                  <a:pt x="10492" y="45015"/>
                </a:lnTo>
                <a:lnTo>
                  <a:pt x="10492" y="45015"/>
                </a:lnTo>
                <a:lnTo>
                  <a:pt x="10492" y="45015"/>
                </a:lnTo>
                <a:lnTo>
                  <a:pt x="10492" y="45015"/>
                </a:lnTo>
                <a:lnTo>
                  <a:pt x="10492" y="45015"/>
                </a:lnTo>
                <a:lnTo>
                  <a:pt x="10492" y="45015"/>
                </a:lnTo>
                <a:lnTo>
                  <a:pt x="10493" y="45015"/>
                </a:lnTo>
                <a:lnTo>
                  <a:pt x="10493" y="45015"/>
                </a:lnTo>
                <a:lnTo>
                  <a:pt x="10493" y="45015"/>
                </a:lnTo>
                <a:lnTo>
                  <a:pt x="10493" y="45015"/>
                </a:lnTo>
                <a:lnTo>
                  <a:pt x="10493" y="45015"/>
                </a:lnTo>
                <a:lnTo>
                  <a:pt x="10493" y="45015"/>
                </a:lnTo>
                <a:lnTo>
                  <a:pt x="10493" y="45015"/>
                </a:lnTo>
                <a:lnTo>
                  <a:pt x="10493" y="45015"/>
                </a:lnTo>
                <a:lnTo>
                  <a:pt x="10493" y="45015"/>
                </a:lnTo>
                <a:lnTo>
                  <a:pt x="10493" y="45015"/>
                </a:lnTo>
                <a:lnTo>
                  <a:pt x="10493" y="45015"/>
                </a:lnTo>
                <a:lnTo>
                  <a:pt x="10493" y="45015"/>
                </a:lnTo>
                <a:lnTo>
                  <a:pt x="10493" y="45015"/>
                </a:lnTo>
                <a:lnTo>
                  <a:pt x="10493" y="45015"/>
                </a:lnTo>
                <a:lnTo>
                  <a:pt x="10493" y="45015"/>
                </a:lnTo>
                <a:lnTo>
                  <a:pt x="10493" y="45015"/>
                </a:lnTo>
                <a:lnTo>
                  <a:pt x="10494" y="45015"/>
                </a:lnTo>
                <a:lnTo>
                  <a:pt x="10494" y="45015"/>
                </a:lnTo>
                <a:lnTo>
                  <a:pt x="10494" y="45015"/>
                </a:lnTo>
                <a:lnTo>
                  <a:pt x="10494" y="45015"/>
                </a:lnTo>
                <a:lnTo>
                  <a:pt x="10494" y="45015"/>
                </a:lnTo>
                <a:lnTo>
                  <a:pt x="10494" y="45015"/>
                </a:lnTo>
                <a:lnTo>
                  <a:pt x="10494" y="45015"/>
                </a:lnTo>
                <a:lnTo>
                  <a:pt x="10494" y="45015"/>
                </a:lnTo>
                <a:lnTo>
                  <a:pt x="10494" y="45015"/>
                </a:lnTo>
                <a:lnTo>
                  <a:pt x="10494" y="45015"/>
                </a:lnTo>
                <a:lnTo>
                  <a:pt x="10494" y="45015"/>
                </a:lnTo>
                <a:lnTo>
                  <a:pt x="10494" y="45015"/>
                </a:lnTo>
                <a:lnTo>
                  <a:pt x="10494" y="45015"/>
                </a:lnTo>
                <a:lnTo>
                  <a:pt x="10494" y="45015"/>
                </a:lnTo>
                <a:lnTo>
                  <a:pt x="10494" y="45015"/>
                </a:lnTo>
                <a:lnTo>
                  <a:pt x="10494" y="45015"/>
                </a:lnTo>
                <a:lnTo>
                  <a:pt x="10494" y="45015"/>
                </a:lnTo>
                <a:lnTo>
                  <a:pt x="10495" y="45015"/>
                </a:lnTo>
                <a:lnTo>
                  <a:pt x="10495" y="45015"/>
                </a:lnTo>
                <a:lnTo>
                  <a:pt x="10495" y="45015"/>
                </a:lnTo>
                <a:lnTo>
                  <a:pt x="10495" y="45015"/>
                </a:lnTo>
                <a:lnTo>
                  <a:pt x="10495" y="45015"/>
                </a:lnTo>
                <a:lnTo>
                  <a:pt x="10495" y="45015"/>
                </a:lnTo>
                <a:lnTo>
                  <a:pt x="10495" y="45015"/>
                </a:lnTo>
                <a:lnTo>
                  <a:pt x="10495" y="45015"/>
                </a:lnTo>
                <a:lnTo>
                  <a:pt x="10495" y="45015"/>
                </a:lnTo>
                <a:lnTo>
                  <a:pt x="10495" y="45015"/>
                </a:lnTo>
                <a:lnTo>
                  <a:pt x="10495" y="45015"/>
                </a:lnTo>
                <a:lnTo>
                  <a:pt x="10495" y="45015"/>
                </a:lnTo>
                <a:lnTo>
                  <a:pt x="10495" y="45015"/>
                </a:lnTo>
                <a:lnTo>
                  <a:pt x="10495" y="45015"/>
                </a:lnTo>
                <a:lnTo>
                  <a:pt x="10495" y="45015"/>
                </a:lnTo>
                <a:lnTo>
                  <a:pt x="10495" y="45015"/>
                </a:lnTo>
                <a:lnTo>
                  <a:pt x="10496" y="45015"/>
                </a:lnTo>
                <a:lnTo>
                  <a:pt x="10496" y="45015"/>
                </a:lnTo>
                <a:lnTo>
                  <a:pt x="10496" y="45015"/>
                </a:lnTo>
                <a:lnTo>
                  <a:pt x="10496" y="45015"/>
                </a:lnTo>
                <a:lnTo>
                  <a:pt x="10496" y="45015"/>
                </a:lnTo>
                <a:lnTo>
                  <a:pt x="10496" y="45015"/>
                </a:lnTo>
                <a:lnTo>
                  <a:pt x="10496" y="45015"/>
                </a:lnTo>
                <a:lnTo>
                  <a:pt x="10496" y="45015"/>
                </a:lnTo>
                <a:lnTo>
                  <a:pt x="10496" y="45015"/>
                </a:lnTo>
                <a:lnTo>
                  <a:pt x="10496" y="45015"/>
                </a:lnTo>
                <a:lnTo>
                  <a:pt x="10496" y="45015"/>
                </a:lnTo>
                <a:lnTo>
                  <a:pt x="10496" y="45015"/>
                </a:lnTo>
                <a:lnTo>
                  <a:pt x="10496" y="45015"/>
                </a:lnTo>
                <a:lnTo>
                  <a:pt x="10496" y="45015"/>
                </a:lnTo>
                <a:lnTo>
                  <a:pt x="10496" y="45015"/>
                </a:lnTo>
                <a:lnTo>
                  <a:pt x="10496" y="45015"/>
                </a:lnTo>
                <a:lnTo>
                  <a:pt x="10496" y="45015"/>
                </a:lnTo>
                <a:lnTo>
                  <a:pt x="10497" y="45015"/>
                </a:lnTo>
                <a:lnTo>
                  <a:pt x="10497" y="45015"/>
                </a:lnTo>
                <a:lnTo>
                  <a:pt x="10497" y="45015"/>
                </a:lnTo>
                <a:lnTo>
                  <a:pt x="10497" y="45015"/>
                </a:lnTo>
                <a:lnTo>
                  <a:pt x="10497" y="45015"/>
                </a:lnTo>
                <a:lnTo>
                  <a:pt x="10497" y="45015"/>
                </a:lnTo>
                <a:lnTo>
                  <a:pt x="10497" y="45015"/>
                </a:lnTo>
                <a:lnTo>
                  <a:pt x="10497" y="45015"/>
                </a:lnTo>
                <a:lnTo>
                  <a:pt x="10497" y="45015"/>
                </a:lnTo>
                <a:lnTo>
                  <a:pt x="10497" y="45015"/>
                </a:lnTo>
                <a:lnTo>
                  <a:pt x="10497" y="45015"/>
                </a:lnTo>
                <a:lnTo>
                  <a:pt x="10497" y="45015"/>
                </a:lnTo>
                <a:lnTo>
                  <a:pt x="10497" y="45015"/>
                </a:lnTo>
                <a:lnTo>
                  <a:pt x="10497" y="45015"/>
                </a:lnTo>
                <a:lnTo>
                  <a:pt x="10497" y="45015"/>
                </a:lnTo>
                <a:lnTo>
                  <a:pt x="10497" y="45015"/>
                </a:lnTo>
                <a:lnTo>
                  <a:pt x="10498" y="45015"/>
                </a:lnTo>
                <a:lnTo>
                  <a:pt x="10498" y="45015"/>
                </a:lnTo>
                <a:lnTo>
                  <a:pt x="10498" y="45015"/>
                </a:lnTo>
                <a:lnTo>
                  <a:pt x="10498" y="45015"/>
                </a:lnTo>
                <a:lnTo>
                  <a:pt x="10498" y="45015"/>
                </a:lnTo>
                <a:lnTo>
                  <a:pt x="10498" y="45015"/>
                </a:lnTo>
                <a:lnTo>
                  <a:pt x="10498" y="45015"/>
                </a:lnTo>
                <a:lnTo>
                  <a:pt x="10498" y="45015"/>
                </a:lnTo>
                <a:lnTo>
                  <a:pt x="10498" y="45015"/>
                </a:lnTo>
                <a:lnTo>
                  <a:pt x="10498" y="45015"/>
                </a:lnTo>
                <a:lnTo>
                  <a:pt x="10498" y="45015"/>
                </a:lnTo>
                <a:lnTo>
                  <a:pt x="10498" y="45015"/>
                </a:lnTo>
                <a:lnTo>
                  <a:pt x="10498" y="45015"/>
                </a:lnTo>
                <a:lnTo>
                  <a:pt x="10498" y="45015"/>
                </a:lnTo>
                <a:lnTo>
                  <a:pt x="10498" y="45015"/>
                </a:lnTo>
                <a:lnTo>
                  <a:pt x="10498" y="45015"/>
                </a:lnTo>
                <a:lnTo>
                  <a:pt x="10498" y="45015"/>
                </a:lnTo>
                <a:lnTo>
                  <a:pt x="10499" y="45015"/>
                </a:lnTo>
                <a:lnTo>
                  <a:pt x="10499" y="45015"/>
                </a:lnTo>
                <a:lnTo>
                  <a:pt x="10499" y="45015"/>
                </a:lnTo>
                <a:lnTo>
                  <a:pt x="10499" y="45015"/>
                </a:lnTo>
                <a:lnTo>
                  <a:pt x="10499" y="45015"/>
                </a:lnTo>
                <a:lnTo>
                  <a:pt x="10499" y="45015"/>
                </a:lnTo>
                <a:lnTo>
                  <a:pt x="10499" y="45015"/>
                </a:lnTo>
                <a:lnTo>
                  <a:pt x="10499" y="45015"/>
                </a:lnTo>
                <a:lnTo>
                  <a:pt x="10499" y="45015"/>
                </a:lnTo>
                <a:lnTo>
                  <a:pt x="10499" y="45015"/>
                </a:lnTo>
                <a:lnTo>
                  <a:pt x="10499" y="45015"/>
                </a:lnTo>
                <a:lnTo>
                  <a:pt x="10499" y="45015"/>
                </a:lnTo>
                <a:lnTo>
                  <a:pt x="10499" y="45015"/>
                </a:lnTo>
                <a:lnTo>
                  <a:pt x="10499" y="45015"/>
                </a:lnTo>
                <a:lnTo>
                  <a:pt x="10499" y="45015"/>
                </a:lnTo>
                <a:lnTo>
                  <a:pt x="10499" y="45015"/>
                </a:lnTo>
                <a:lnTo>
                  <a:pt x="10500" y="45015"/>
                </a:lnTo>
                <a:lnTo>
                  <a:pt x="10500" y="45015"/>
                </a:lnTo>
                <a:lnTo>
                  <a:pt x="10500" y="45015"/>
                </a:lnTo>
                <a:lnTo>
                  <a:pt x="10500" y="45015"/>
                </a:lnTo>
                <a:lnTo>
                  <a:pt x="10500" y="45015"/>
                </a:lnTo>
                <a:lnTo>
                  <a:pt x="10500" y="45015"/>
                </a:lnTo>
                <a:lnTo>
                  <a:pt x="10500" y="45015"/>
                </a:lnTo>
                <a:lnTo>
                  <a:pt x="10500" y="45015"/>
                </a:lnTo>
                <a:lnTo>
                  <a:pt x="10500" y="45015"/>
                </a:lnTo>
                <a:lnTo>
                  <a:pt x="10500" y="45015"/>
                </a:lnTo>
                <a:lnTo>
                  <a:pt x="10500" y="45015"/>
                </a:lnTo>
                <a:lnTo>
                  <a:pt x="10500" y="45015"/>
                </a:lnTo>
                <a:lnTo>
                  <a:pt x="10500" y="45015"/>
                </a:lnTo>
                <a:lnTo>
                  <a:pt x="10500" y="45015"/>
                </a:lnTo>
                <a:lnTo>
                  <a:pt x="10500" y="45015"/>
                </a:lnTo>
                <a:lnTo>
                  <a:pt x="10500" y="45015"/>
                </a:lnTo>
                <a:lnTo>
                  <a:pt x="10500" y="45015"/>
                </a:lnTo>
                <a:lnTo>
                  <a:pt x="10501" y="45015"/>
                </a:lnTo>
                <a:lnTo>
                  <a:pt x="10501" y="45015"/>
                </a:lnTo>
                <a:lnTo>
                  <a:pt x="10501" y="45015"/>
                </a:lnTo>
                <a:lnTo>
                  <a:pt x="10501" y="45015"/>
                </a:lnTo>
                <a:lnTo>
                  <a:pt x="10501" y="45015"/>
                </a:lnTo>
                <a:lnTo>
                  <a:pt x="10501" y="45015"/>
                </a:lnTo>
                <a:lnTo>
                  <a:pt x="10501" y="45015"/>
                </a:lnTo>
                <a:lnTo>
                  <a:pt x="10501" y="45015"/>
                </a:lnTo>
                <a:lnTo>
                  <a:pt x="10501" y="45015"/>
                </a:lnTo>
                <a:lnTo>
                  <a:pt x="10501" y="45015"/>
                </a:lnTo>
                <a:lnTo>
                  <a:pt x="10501" y="45015"/>
                </a:lnTo>
                <a:lnTo>
                  <a:pt x="10501" y="45015"/>
                </a:lnTo>
                <a:lnTo>
                  <a:pt x="10501" y="45015"/>
                </a:lnTo>
                <a:lnTo>
                  <a:pt x="10501" y="45015"/>
                </a:lnTo>
                <a:lnTo>
                  <a:pt x="10501" y="45015"/>
                </a:lnTo>
                <a:lnTo>
                  <a:pt x="10501" y="45015"/>
                </a:lnTo>
                <a:lnTo>
                  <a:pt x="10502" y="45015"/>
                </a:lnTo>
                <a:lnTo>
                  <a:pt x="10502" y="45015"/>
                </a:lnTo>
                <a:lnTo>
                  <a:pt x="10502" y="45015"/>
                </a:lnTo>
                <a:lnTo>
                  <a:pt x="10502" y="45015"/>
                </a:lnTo>
                <a:lnTo>
                  <a:pt x="10502" y="45015"/>
                </a:lnTo>
                <a:lnTo>
                  <a:pt x="10502" y="45015"/>
                </a:lnTo>
                <a:lnTo>
                  <a:pt x="10502" y="45015"/>
                </a:lnTo>
                <a:lnTo>
                  <a:pt x="10502" y="45015"/>
                </a:lnTo>
                <a:lnTo>
                  <a:pt x="10502" y="45015"/>
                </a:lnTo>
                <a:lnTo>
                  <a:pt x="10502" y="45015"/>
                </a:lnTo>
                <a:lnTo>
                  <a:pt x="10502" y="45015"/>
                </a:lnTo>
                <a:lnTo>
                  <a:pt x="10502" y="45015"/>
                </a:lnTo>
                <a:lnTo>
                  <a:pt x="10502" y="45015"/>
                </a:lnTo>
                <a:lnTo>
                  <a:pt x="10502" y="45015"/>
                </a:lnTo>
                <a:lnTo>
                  <a:pt x="10502" y="45015"/>
                </a:lnTo>
                <a:lnTo>
                  <a:pt x="10502" y="45015"/>
                </a:lnTo>
                <a:lnTo>
                  <a:pt x="10502" y="45015"/>
                </a:lnTo>
                <a:lnTo>
                  <a:pt x="10503" y="45015"/>
                </a:lnTo>
                <a:lnTo>
                  <a:pt x="10503" y="45015"/>
                </a:lnTo>
                <a:lnTo>
                  <a:pt x="10503" y="45015"/>
                </a:lnTo>
                <a:lnTo>
                  <a:pt x="10503" y="45015"/>
                </a:lnTo>
                <a:lnTo>
                  <a:pt x="10503" y="45015"/>
                </a:lnTo>
                <a:lnTo>
                  <a:pt x="10503" y="45015"/>
                </a:lnTo>
                <a:lnTo>
                  <a:pt x="10503" y="45015"/>
                </a:lnTo>
                <a:lnTo>
                  <a:pt x="10503" y="45015"/>
                </a:lnTo>
                <a:lnTo>
                  <a:pt x="10503" y="45015"/>
                </a:lnTo>
                <a:lnTo>
                  <a:pt x="10503" y="45015"/>
                </a:lnTo>
                <a:lnTo>
                  <a:pt x="10503" y="45015"/>
                </a:lnTo>
                <a:lnTo>
                  <a:pt x="10503" y="45015"/>
                </a:lnTo>
                <a:lnTo>
                  <a:pt x="10503" y="45015"/>
                </a:lnTo>
                <a:lnTo>
                  <a:pt x="10503" y="45015"/>
                </a:lnTo>
                <a:lnTo>
                  <a:pt x="10503" y="45015"/>
                </a:lnTo>
                <a:lnTo>
                  <a:pt x="10503" y="45015"/>
                </a:lnTo>
                <a:lnTo>
                  <a:pt x="10503" y="45015"/>
                </a:lnTo>
                <a:lnTo>
                  <a:pt x="10504" y="45015"/>
                </a:lnTo>
                <a:lnTo>
                  <a:pt x="10504" y="45015"/>
                </a:lnTo>
                <a:lnTo>
                  <a:pt x="10504" y="45015"/>
                </a:lnTo>
                <a:lnTo>
                  <a:pt x="10504" y="45015"/>
                </a:lnTo>
                <a:lnTo>
                  <a:pt x="10504" y="45015"/>
                </a:lnTo>
                <a:lnTo>
                  <a:pt x="10504" y="45015"/>
                </a:lnTo>
                <a:lnTo>
                  <a:pt x="10504" y="45015"/>
                </a:lnTo>
                <a:lnTo>
                  <a:pt x="10504" y="45015"/>
                </a:lnTo>
                <a:lnTo>
                  <a:pt x="10504" y="45015"/>
                </a:lnTo>
                <a:lnTo>
                  <a:pt x="10504" y="45015"/>
                </a:lnTo>
                <a:lnTo>
                  <a:pt x="10504" y="45015"/>
                </a:lnTo>
                <a:lnTo>
                  <a:pt x="10504" y="45015"/>
                </a:lnTo>
                <a:lnTo>
                  <a:pt x="10504" y="45015"/>
                </a:lnTo>
                <a:lnTo>
                  <a:pt x="10504" y="45015"/>
                </a:lnTo>
                <a:lnTo>
                  <a:pt x="10504" y="45015"/>
                </a:lnTo>
                <a:lnTo>
                  <a:pt x="10504" y="45015"/>
                </a:lnTo>
                <a:lnTo>
                  <a:pt x="10505" y="45015"/>
                </a:lnTo>
                <a:lnTo>
                  <a:pt x="10505" y="45015"/>
                </a:lnTo>
                <a:lnTo>
                  <a:pt x="10505" y="45015"/>
                </a:lnTo>
                <a:lnTo>
                  <a:pt x="10505" y="45015"/>
                </a:lnTo>
                <a:lnTo>
                  <a:pt x="10505" y="45015"/>
                </a:lnTo>
                <a:lnTo>
                  <a:pt x="10505" y="45015"/>
                </a:lnTo>
                <a:lnTo>
                  <a:pt x="10505" y="45015"/>
                </a:lnTo>
                <a:lnTo>
                  <a:pt x="10505" y="45015"/>
                </a:lnTo>
                <a:lnTo>
                  <a:pt x="10505" y="45015"/>
                </a:lnTo>
                <a:lnTo>
                  <a:pt x="10505" y="45015"/>
                </a:lnTo>
                <a:lnTo>
                  <a:pt x="10505" y="45015"/>
                </a:lnTo>
                <a:lnTo>
                  <a:pt x="10505" y="45015"/>
                </a:lnTo>
                <a:lnTo>
                  <a:pt x="10505" y="45015"/>
                </a:lnTo>
                <a:lnTo>
                  <a:pt x="10505" y="45015"/>
                </a:lnTo>
                <a:lnTo>
                  <a:pt x="10505" y="45015"/>
                </a:lnTo>
                <a:lnTo>
                  <a:pt x="10505" y="45015"/>
                </a:lnTo>
                <a:lnTo>
                  <a:pt x="10505" y="45015"/>
                </a:lnTo>
                <a:lnTo>
                  <a:pt x="10506" y="45015"/>
                </a:lnTo>
                <a:lnTo>
                  <a:pt x="10506" y="45015"/>
                </a:lnTo>
                <a:lnTo>
                  <a:pt x="10506" y="45015"/>
                </a:lnTo>
                <a:lnTo>
                  <a:pt x="10506" y="45015"/>
                </a:lnTo>
                <a:lnTo>
                  <a:pt x="10506" y="45015"/>
                </a:lnTo>
                <a:lnTo>
                  <a:pt x="10506" y="45015"/>
                </a:lnTo>
                <a:lnTo>
                  <a:pt x="10506" y="45015"/>
                </a:lnTo>
                <a:lnTo>
                  <a:pt x="10506" y="45015"/>
                </a:lnTo>
                <a:lnTo>
                  <a:pt x="10506" y="45015"/>
                </a:lnTo>
                <a:lnTo>
                  <a:pt x="10506" y="45015"/>
                </a:lnTo>
                <a:lnTo>
                  <a:pt x="10506" y="45015"/>
                </a:lnTo>
                <a:lnTo>
                  <a:pt x="10506" y="45015"/>
                </a:lnTo>
                <a:lnTo>
                  <a:pt x="10506" y="45015"/>
                </a:lnTo>
                <a:lnTo>
                  <a:pt x="10506" y="45015"/>
                </a:lnTo>
                <a:lnTo>
                  <a:pt x="10506" y="45015"/>
                </a:lnTo>
                <a:lnTo>
                  <a:pt x="10506" y="45015"/>
                </a:lnTo>
                <a:lnTo>
                  <a:pt x="10506" y="45015"/>
                </a:lnTo>
                <a:lnTo>
                  <a:pt x="10507" y="45015"/>
                </a:lnTo>
                <a:lnTo>
                  <a:pt x="10507" y="45015"/>
                </a:lnTo>
                <a:lnTo>
                  <a:pt x="10507" y="45015"/>
                </a:lnTo>
                <a:lnTo>
                  <a:pt x="10507" y="45015"/>
                </a:lnTo>
                <a:lnTo>
                  <a:pt x="10507" y="45015"/>
                </a:lnTo>
                <a:lnTo>
                  <a:pt x="10507" y="45015"/>
                </a:lnTo>
                <a:lnTo>
                  <a:pt x="10507" y="45015"/>
                </a:lnTo>
                <a:lnTo>
                  <a:pt x="10507" y="45015"/>
                </a:lnTo>
                <a:lnTo>
                  <a:pt x="10507" y="45015"/>
                </a:lnTo>
                <a:lnTo>
                  <a:pt x="10507" y="45015"/>
                </a:lnTo>
                <a:lnTo>
                  <a:pt x="10507" y="45015"/>
                </a:lnTo>
                <a:lnTo>
                  <a:pt x="10507" y="45015"/>
                </a:lnTo>
                <a:lnTo>
                  <a:pt x="10507" y="45015"/>
                </a:lnTo>
                <a:lnTo>
                  <a:pt x="10507" y="45015"/>
                </a:lnTo>
                <a:lnTo>
                  <a:pt x="10507" y="45015"/>
                </a:lnTo>
                <a:lnTo>
                  <a:pt x="10507" y="45015"/>
                </a:lnTo>
                <a:lnTo>
                  <a:pt x="10508" y="45015"/>
                </a:lnTo>
                <a:lnTo>
                  <a:pt x="10508" y="45015"/>
                </a:lnTo>
                <a:lnTo>
                  <a:pt x="10508" y="45015"/>
                </a:lnTo>
                <a:lnTo>
                  <a:pt x="10508" y="45015"/>
                </a:lnTo>
                <a:lnTo>
                  <a:pt x="10508" y="45015"/>
                </a:lnTo>
                <a:lnTo>
                  <a:pt x="10508" y="45015"/>
                </a:lnTo>
                <a:lnTo>
                  <a:pt x="10508" y="45015"/>
                </a:lnTo>
                <a:lnTo>
                  <a:pt x="10508" y="45015"/>
                </a:lnTo>
                <a:lnTo>
                  <a:pt x="10508" y="45015"/>
                </a:lnTo>
                <a:lnTo>
                  <a:pt x="10508" y="45015"/>
                </a:lnTo>
                <a:lnTo>
                  <a:pt x="10508" y="45015"/>
                </a:lnTo>
                <a:lnTo>
                  <a:pt x="10508" y="45015"/>
                </a:lnTo>
                <a:lnTo>
                  <a:pt x="10508" y="45015"/>
                </a:lnTo>
                <a:lnTo>
                  <a:pt x="10508" y="45015"/>
                </a:lnTo>
                <a:lnTo>
                  <a:pt x="10508" y="45015"/>
                </a:lnTo>
                <a:lnTo>
                  <a:pt x="10508" y="45015"/>
                </a:lnTo>
                <a:lnTo>
                  <a:pt x="10508" y="45015"/>
                </a:lnTo>
                <a:lnTo>
                  <a:pt x="10509" y="45015"/>
                </a:lnTo>
                <a:lnTo>
                  <a:pt x="10509" y="45015"/>
                </a:lnTo>
                <a:lnTo>
                  <a:pt x="10509" y="45015"/>
                </a:lnTo>
                <a:lnTo>
                  <a:pt x="10509" y="45015"/>
                </a:lnTo>
                <a:lnTo>
                  <a:pt x="10509" y="45015"/>
                </a:lnTo>
                <a:lnTo>
                  <a:pt x="10509" y="45015"/>
                </a:lnTo>
                <a:lnTo>
                  <a:pt x="10509" y="45015"/>
                </a:lnTo>
                <a:lnTo>
                  <a:pt x="10509" y="45015"/>
                </a:lnTo>
                <a:lnTo>
                  <a:pt x="10509" y="45015"/>
                </a:lnTo>
                <a:lnTo>
                  <a:pt x="10509" y="45015"/>
                </a:lnTo>
                <a:lnTo>
                  <a:pt x="10509" y="45015"/>
                </a:lnTo>
                <a:lnTo>
                  <a:pt x="10509" y="45015"/>
                </a:lnTo>
                <a:lnTo>
                  <a:pt x="10509" y="45015"/>
                </a:lnTo>
                <a:lnTo>
                  <a:pt x="10509" y="45015"/>
                </a:lnTo>
                <a:lnTo>
                  <a:pt x="10509" y="45015"/>
                </a:lnTo>
                <a:lnTo>
                  <a:pt x="10509" y="45015"/>
                </a:lnTo>
                <a:lnTo>
                  <a:pt x="10509" y="45015"/>
                </a:lnTo>
                <a:lnTo>
                  <a:pt x="10510" y="45015"/>
                </a:lnTo>
                <a:lnTo>
                  <a:pt x="10510" y="45015"/>
                </a:lnTo>
                <a:lnTo>
                  <a:pt x="10510" y="45015"/>
                </a:lnTo>
                <a:lnTo>
                  <a:pt x="10510" y="45015"/>
                </a:lnTo>
                <a:lnTo>
                  <a:pt x="10510" y="45015"/>
                </a:lnTo>
                <a:lnTo>
                  <a:pt x="10510" y="45015"/>
                </a:lnTo>
                <a:lnTo>
                  <a:pt x="10510" y="45015"/>
                </a:lnTo>
                <a:lnTo>
                  <a:pt x="10510" y="45015"/>
                </a:lnTo>
                <a:lnTo>
                  <a:pt x="10510" y="45015"/>
                </a:lnTo>
                <a:lnTo>
                  <a:pt x="10510" y="45015"/>
                </a:lnTo>
                <a:lnTo>
                  <a:pt x="10510" y="45015"/>
                </a:lnTo>
                <a:lnTo>
                  <a:pt x="10510" y="45015"/>
                </a:lnTo>
                <a:lnTo>
                  <a:pt x="10510" y="45015"/>
                </a:lnTo>
                <a:lnTo>
                  <a:pt x="10510" y="45015"/>
                </a:lnTo>
                <a:lnTo>
                  <a:pt x="10510" y="45015"/>
                </a:lnTo>
                <a:lnTo>
                  <a:pt x="10510" y="45015"/>
                </a:lnTo>
                <a:lnTo>
                  <a:pt x="10510" y="45015"/>
                </a:lnTo>
                <a:lnTo>
                  <a:pt x="10511" y="45015"/>
                </a:lnTo>
                <a:lnTo>
                  <a:pt x="10511" y="45015"/>
                </a:lnTo>
                <a:lnTo>
                  <a:pt x="10511" y="45015"/>
                </a:lnTo>
                <a:lnTo>
                  <a:pt x="10511" y="45015"/>
                </a:lnTo>
                <a:lnTo>
                  <a:pt x="10511" y="45015"/>
                </a:lnTo>
                <a:lnTo>
                  <a:pt x="10511" y="45015"/>
                </a:lnTo>
                <a:lnTo>
                  <a:pt x="10511" y="45015"/>
                </a:lnTo>
                <a:lnTo>
                  <a:pt x="10511" y="45015"/>
                </a:lnTo>
                <a:lnTo>
                  <a:pt x="10511" y="45015"/>
                </a:lnTo>
                <a:lnTo>
                  <a:pt x="10511" y="45015"/>
                </a:lnTo>
                <a:lnTo>
                  <a:pt x="10511" y="45015"/>
                </a:lnTo>
                <a:lnTo>
                  <a:pt x="10511" y="45015"/>
                </a:lnTo>
                <a:lnTo>
                  <a:pt x="10511" y="45015"/>
                </a:lnTo>
                <a:lnTo>
                  <a:pt x="10511" y="45015"/>
                </a:lnTo>
                <a:lnTo>
                  <a:pt x="10511" y="45015"/>
                </a:lnTo>
                <a:lnTo>
                  <a:pt x="10511" y="45015"/>
                </a:lnTo>
                <a:lnTo>
                  <a:pt x="10511" y="45015"/>
                </a:lnTo>
                <a:lnTo>
                  <a:pt x="10512" y="45015"/>
                </a:lnTo>
                <a:lnTo>
                  <a:pt x="10512" y="45015"/>
                </a:lnTo>
                <a:lnTo>
                  <a:pt x="10512" y="45015"/>
                </a:lnTo>
                <a:lnTo>
                  <a:pt x="10512" y="45015"/>
                </a:lnTo>
                <a:lnTo>
                  <a:pt x="10512" y="45015"/>
                </a:lnTo>
                <a:lnTo>
                  <a:pt x="10512" y="45015"/>
                </a:lnTo>
                <a:lnTo>
                  <a:pt x="10512" y="45015"/>
                </a:lnTo>
                <a:lnTo>
                  <a:pt x="10512" y="45015"/>
                </a:lnTo>
                <a:lnTo>
                  <a:pt x="10512" y="45015"/>
                </a:lnTo>
                <a:lnTo>
                  <a:pt x="10512" y="45015"/>
                </a:lnTo>
                <a:lnTo>
                  <a:pt x="10512" y="45015"/>
                </a:lnTo>
                <a:lnTo>
                  <a:pt x="10512" y="45015"/>
                </a:lnTo>
                <a:lnTo>
                  <a:pt x="10512" y="45015"/>
                </a:lnTo>
                <a:lnTo>
                  <a:pt x="10512" y="45015"/>
                </a:lnTo>
                <a:lnTo>
                  <a:pt x="10512" y="45015"/>
                </a:lnTo>
                <a:lnTo>
                  <a:pt x="10512" y="45015"/>
                </a:lnTo>
                <a:lnTo>
                  <a:pt x="10512" y="45015"/>
                </a:lnTo>
                <a:lnTo>
                  <a:pt x="10513" y="45015"/>
                </a:lnTo>
                <a:lnTo>
                  <a:pt x="10513" y="45015"/>
                </a:lnTo>
                <a:lnTo>
                  <a:pt x="10513" y="45015"/>
                </a:lnTo>
                <a:lnTo>
                  <a:pt x="10513" y="45015"/>
                </a:lnTo>
                <a:lnTo>
                  <a:pt x="10513" y="45015"/>
                </a:lnTo>
                <a:lnTo>
                  <a:pt x="10513" y="45015"/>
                </a:lnTo>
                <a:lnTo>
                  <a:pt x="10513" y="45015"/>
                </a:lnTo>
                <a:lnTo>
                  <a:pt x="10513" y="45015"/>
                </a:lnTo>
                <a:lnTo>
                  <a:pt x="10513" y="45015"/>
                </a:lnTo>
                <a:lnTo>
                  <a:pt x="10513" y="45015"/>
                </a:lnTo>
                <a:lnTo>
                  <a:pt x="10513" y="45015"/>
                </a:lnTo>
                <a:lnTo>
                  <a:pt x="10513" y="45015"/>
                </a:lnTo>
                <a:lnTo>
                  <a:pt x="10513" y="45015"/>
                </a:lnTo>
                <a:lnTo>
                  <a:pt x="10513" y="45015"/>
                </a:lnTo>
                <a:lnTo>
                  <a:pt x="10513" y="45015"/>
                </a:lnTo>
                <a:lnTo>
                  <a:pt x="10513" y="45015"/>
                </a:lnTo>
                <a:lnTo>
                  <a:pt x="10513" y="45015"/>
                </a:lnTo>
                <a:lnTo>
                  <a:pt x="10514" y="45015"/>
                </a:lnTo>
                <a:lnTo>
                  <a:pt x="10514" y="45015"/>
                </a:lnTo>
                <a:lnTo>
                  <a:pt x="10514" y="45015"/>
                </a:lnTo>
                <a:lnTo>
                  <a:pt x="10514" y="45015"/>
                </a:lnTo>
                <a:lnTo>
                  <a:pt x="10514" y="45015"/>
                </a:lnTo>
                <a:lnTo>
                  <a:pt x="10514" y="45015"/>
                </a:lnTo>
                <a:lnTo>
                  <a:pt x="10514" y="45015"/>
                </a:lnTo>
                <a:lnTo>
                  <a:pt x="10514" y="45015"/>
                </a:lnTo>
                <a:lnTo>
                  <a:pt x="10514" y="45015"/>
                </a:lnTo>
                <a:lnTo>
                  <a:pt x="10514" y="45015"/>
                </a:lnTo>
                <a:lnTo>
                  <a:pt x="10514" y="45015"/>
                </a:lnTo>
                <a:lnTo>
                  <a:pt x="10514" y="45015"/>
                </a:lnTo>
                <a:lnTo>
                  <a:pt x="10514" y="45015"/>
                </a:lnTo>
                <a:lnTo>
                  <a:pt x="10514" y="45015"/>
                </a:lnTo>
                <a:lnTo>
                  <a:pt x="10514" y="45015"/>
                </a:lnTo>
                <a:lnTo>
                  <a:pt x="10514" y="45015"/>
                </a:lnTo>
                <a:lnTo>
                  <a:pt x="10514" y="45015"/>
                </a:lnTo>
                <a:lnTo>
                  <a:pt x="10515" y="45015"/>
                </a:lnTo>
                <a:lnTo>
                  <a:pt x="10515" y="45015"/>
                </a:lnTo>
                <a:lnTo>
                  <a:pt x="10515" y="45015"/>
                </a:lnTo>
                <a:lnTo>
                  <a:pt x="10515" y="45015"/>
                </a:lnTo>
                <a:lnTo>
                  <a:pt x="10515" y="45015"/>
                </a:lnTo>
                <a:lnTo>
                  <a:pt x="10515" y="45015"/>
                </a:lnTo>
                <a:lnTo>
                  <a:pt x="10515" y="45015"/>
                </a:lnTo>
                <a:lnTo>
                  <a:pt x="10515" y="45015"/>
                </a:lnTo>
                <a:lnTo>
                  <a:pt x="10515" y="45015"/>
                </a:lnTo>
                <a:lnTo>
                  <a:pt x="10515" y="45015"/>
                </a:lnTo>
                <a:lnTo>
                  <a:pt x="10515" y="45015"/>
                </a:lnTo>
                <a:lnTo>
                  <a:pt x="10515" y="45015"/>
                </a:lnTo>
                <a:lnTo>
                  <a:pt x="10515" y="45015"/>
                </a:lnTo>
                <a:lnTo>
                  <a:pt x="10515" y="45015"/>
                </a:lnTo>
                <a:lnTo>
                  <a:pt x="10515" y="45015"/>
                </a:lnTo>
                <a:lnTo>
                  <a:pt x="10515" y="45015"/>
                </a:lnTo>
                <a:lnTo>
                  <a:pt x="10515" y="45015"/>
                </a:lnTo>
                <a:lnTo>
                  <a:pt x="10516" y="45015"/>
                </a:lnTo>
                <a:lnTo>
                  <a:pt x="10516" y="45015"/>
                </a:lnTo>
                <a:lnTo>
                  <a:pt x="10516" y="45015"/>
                </a:lnTo>
                <a:lnTo>
                  <a:pt x="10516" y="45015"/>
                </a:lnTo>
                <a:lnTo>
                  <a:pt x="10516" y="45015"/>
                </a:lnTo>
                <a:lnTo>
                  <a:pt x="10516" y="45015"/>
                </a:lnTo>
                <a:lnTo>
                  <a:pt x="10516" y="45015"/>
                </a:lnTo>
                <a:lnTo>
                  <a:pt x="10516" y="45015"/>
                </a:lnTo>
                <a:lnTo>
                  <a:pt x="10516" y="45015"/>
                </a:lnTo>
                <a:lnTo>
                  <a:pt x="10516" y="45015"/>
                </a:lnTo>
                <a:lnTo>
                  <a:pt x="10516" y="45015"/>
                </a:lnTo>
                <a:lnTo>
                  <a:pt x="10516" y="45015"/>
                </a:lnTo>
                <a:lnTo>
                  <a:pt x="10516" y="45015"/>
                </a:lnTo>
                <a:lnTo>
                  <a:pt x="10516" y="45015"/>
                </a:lnTo>
                <a:lnTo>
                  <a:pt x="10516" y="45015"/>
                </a:lnTo>
                <a:lnTo>
                  <a:pt x="10516" y="45015"/>
                </a:lnTo>
                <a:lnTo>
                  <a:pt x="10516" y="45015"/>
                </a:lnTo>
                <a:lnTo>
                  <a:pt x="10517" y="45015"/>
                </a:lnTo>
                <a:lnTo>
                  <a:pt x="10517" y="45015"/>
                </a:lnTo>
                <a:lnTo>
                  <a:pt x="10517" y="45015"/>
                </a:lnTo>
                <a:lnTo>
                  <a:pt x="10517" y="45015"/>
                </a:lnTo>
                <a:lnTo>
                  <a:pt x="10517" y="45015"/>
                </a:lnTo>
                <a:lnTo>
                  <a:pt x="10517" y="45015"/>
                </a:lnTo>
                <a:lnTo>
                  <a:pt x="10517" y="45015"/>
                </a:lnTo>
                <a:lnTo>
                  <a:pt x="10517" y="45015"/>
                </a:lnTo>
                <a:lnTo>
                  <a:pt x="10517" y="45015"/>
                </a:lnTo>
                <a:lnTo>
                  <a:pt x="10517" y="45015"/>
                </a:lnTo>
                <a:lnTo>
                  <a:pt x="10517" y="45015"/>
                </a:lnTo>
                <a:lnTo>
                  <a:pt x="10517" y="45015"/>
                </a:lnTo>
                <a:lnTo>
                  <a:pt x="10517" y="45015"/>
                </a:lnTo>
                <a:lnTo>
                  <a:pt x="10517" y="45015"/>
                </a:lnTo>
                <a:lnTo>
                  <a:pt x="10517" y="45015"/>
                </a:lnTo>
                <a:lnTo>
                  <a:pt x="10517" y="45015"/>
                </a:lnTo>
                <a:lnTo>
                  <a:pt x="10517" y="45015"/>
                </a:lnTo>
                <a:lnTo>
                  <a:pt x="10518" y="45015"/>
                </a:lnTo>
                <a:lnTo>
                  <a:pt x="10518" y="45015"/>
                </a:lnTo>
                <a:lnTo>
                  <a:pt x="10518" y="45015"/>
                </a:lnTo>
                <a:lnTo>
                  <a:pt x="10518" y="45015"/>
                </a:lnTo>
                <a:lnTo>
                  <a:pt x="10518" y="45015"/>
                </a:lnTo>
                <a:lnTo>
                  <a:pt x="10518" y="45015"/>
                </a:lnTo>
                <a:lnTo>
                  <a:pt x="10518" y="45015"/>
                </a:lnTo>
                <a:lnTo>
                  <a:pt x="10518" y="45015"/>
                </a:lnTo>
                <a:lnTo>
                  <a:pt x="10518" y="45015"/>
                </a:lnTo>
                <a:lnTo>
                  <a:pt x="10518" y="45015"/>
                </a:lnTo>
                <a:lnTo>
                  <a:pt x="10518" y="45015"/>
                </a:lnTo>
                <a:lnTo>
                  <a:pt x="10518" y="45015"/>
                </a:lnTo>
                <a:lnTo>
                  <a:pt x="10518" y="45015"/>
                </a:lnTo>
                <a:lnTo>
                  <a:pt x="10518" y="45015"/>
                </a:lnTo>
                <a:lnTo>
                  <a:pt x="10518" y="45015"/>
                </a:lnTo>
                <a:lnTo>
                  <a:pt x="10518" y="45015"/>
                </a:lnTo>
                <a:lnTo>
                  <a:pt x="10518" y="45015"/>
                </a:lnTo>
                <a:lnTo>
                  <a:pt x="10519" y="45015"/>
                </a:lnTo>
                <a:lnTo>
                  <a:pt x="10519" y="45015"/>
                </a:lnTo>
                <a:lnTo>
                  <a:pt x="10519" y="45015"/>
                </a:lnTo>
                <a:lnTo>
                  <a:pt x="10519" y="45015"/>
                </a:lnTo>
                <a:lnTo>
                  <a:pt x="10519" y="45015"/>
                </a:lnTo>
                <a:lnTo>
                  <a:pt x="10519" y="45015"/>
                </a:lnTo>
                <a:lnTo>
                  <a:pt x="10519" y="45015"/>
                </a:lnTo>
                <a:lnTo>
                  <a:pt x="10519" y="45015"/>
                </a:lnTo>
                <a:lnTo>
                  <a:pt x="10519" y="45015"/>
                </a:lnTo>
                <a:lnTo>
                  <a:pt x="10519" y="45015"/>
                </a:lnTo>
                <a:lnTo>
                  <a:pt x="10519" y="45015"/>
                </a:lnTo>
                <a:lnTo>
                  <a:pt x="10519" y="45015"/>
                </a:lnTo>
                <a:lnTo>
                  <a:pt x="10519" y="45015"/>
                </a:lnTo>
                <a:lnTo>
                  <a:pt x="10519" y="45015"/>
                </a:lnTo>
                <a:lnTo>
                  <a:pt x="10519" y="45015"/>
                </a:lnTo>
                <a:lnTo>
                  <a:pt x="10519" y="45015"/>
                </a:lnTo>
                <a:lnTo>
                  <a:pt x="10519" y="45015"/>
                </a:lnTo>
                <a:lnTo>
                  <a:pt x="10520" y="45015"/>
                </a:lnTo>
                <a:lnTo>
                  <a:pt x="10520" y="45015"/>
                </a:lnTo>
                <a:lnTo>
                  <a:pt x="10520" y="45015"/>
                </a:lnTo>
                <a:lnTo>
                  <a:pt x="10520" y="45015"/>
                </a:lnTo>
                <a:lnTo>
                  <a:pt x="10520" y="45015"/>
                </a:lnTo>
                <a:lnTo>
                  <a:pt x="10520" y="45015"/>
                </a:lnTo>
                <a:lnTo>
                  <a:pt x="10520" y="45015"/>
                </a:lnTo>
                <a:lnTo>
                  <a:pt x="10520" y="45015"/>
                </a:lnTo>
                <a:lnTo>
                  <a:pt x="10520" y="45015"/>
                </a:lnTo>
                <a:lnTo>
                  <a:pt x="10520" y="45015"/>
                </a:lnTo>
                <a:lnTo>
                  <a:pt x="10520" y="45015"/>
                </a:lnTo>
                <a:lnTo>
                  <a:pt x="10520" y="45015"/>
                </a:lnTo>
                <a:lnTo>
                  <a:pt x="10520" y="45015"/>
                </a:lnTo>
                <a:lnTo>
                  <a:pt x="10520" y="45015"/>
                </a:lnTo>
                <a:lnTo>
                  <a:pt x="10520" y="45015"/>
                </a:lnTo>
                <a:lnTo>
                  <a:pt x="10520" y="45015"/>
                </a:lnTo>
                <a:lnTo>
                  <a:pt x="10520" y="45015"/>
                </a:lnTo>
                <a:lnTo>
                  <a:pt x="10521" y="45015"/>
                </a:lnTo>
                <a:lnTo>
                  <a:pt x="10521" y="45015"/>
                </a:lnTo>
                <a:lnTo>
                  <a:pt x="10521" y="45015"/>
                </a:lnTo>
                <a:lnTo>
                  <a:pt x="10521" y="45015"/>
                </a:lnTo>
                <a:lnTo>
                  <a:pt x="10521" y="45015"/>
                </a:lnTo>
                <a:lnTo>
                  <a:pt x="10521" y="45015"/>
                </a:lnTo>
                <a:lnTo>
                  <a:pt x="10521" y="45015"/>
                </a:lnTo>
                <a:lnTo>
                  <a:pt x="10521" y="45015"/>
                </a:lnTo>
                <a:lnTo>
                  <a:pt x="10521" y="45015"/>
                </a:lnTo>
                <a:lnTo>
                  <a:pt x="10521" y="45015"/>
                </a:lnTo>
                <a:lnTo>
                  <a:pt x="10521" y="45015"/>
                </a:lnTo>
                <a:lnTo>
                  <a:pt x="10521" y="45015"/>
                </a:lnTo>
                <a:lnTo>
                  <a:pt x="10521" y="45015"/>
                </a:lnTo>
                <a:lnTo>
                  <a:pt x="10521" y="45015"/>
                </a:lnTo>
                <a:lnTo>
                  <a:pt x="10521" y="45015"/>
                </a:lnTo>
                <a:lnTo>
                  <a:pt x="10521" y="45015"/>
                </a:lnTo>
                <a:lnTo>
                  <a:pt x="10521" y="45015"/>
                </a:lnTo>
                <a:lnTo>
                  <a:pt x="10522" y="45015"/>
                </a:lnTo>
                <a:lnTo>
                  <a:pt x="10522" y="45015"/>
                </a:lnTo>
                <a:lnTo>
                  <a:pt x="10522" y="45015"/>
                </a:lnTo>
                <a:lnTo>
                  <a:pt x="10522" y="45015"/>
                </a:lnTo>
                <a:lnTo>
                  <a:pt x="10522" y="45015"/>
                </a:lnTo>
                <a:lnTo>
                  <a:pt x="10522" y="45015"/>
                </a:lnTo>
                <a:lnTo>
                  <a:pt x="10522" y="45015"/>
                </a:lnTo>
                <a:lnTo>
                  <a:pt x="10522" y="45015"/>
                </a:lnTo>
                <a:lnTo>
                  <a:pt x="10522" y="45015"/>
                </a:lnTo>
                <a:lnTo>
                  <a:pt x="10522" y="45015"/>
                </a:lnTo>
                <a:lnTo>
                  <a:pt x="10522" y="45015"/>
                </a:lnTo>
                <a:lnTo>
                  <a:pt x="10522" y="45015"/>
                </a:lnTo>
                <a:lnTo>
                  <a:pt x="10522" y="45015"/>
                </a:lnTo>
                <a:lnTo>
                  <a:pt x="10522" y="45015"/>
                </a:lnTo>
                <a:lnTo>
                  <a:pt x="10522" y="45015"/>
                </a:lnTo>
                <a:lnTo>
                  <a:pt x="10522" y="45015"/>
                </a:lnTo>
                <a:lnTo>
                  <a:pt x="10522" y="45015"/>
                </a:lnTo>
                <a:lnTo>
                  <a:pt x="10522" y="45015"/>
                </a:lnTo>
                <a:lnTo>
                  <a:pt x="10523" y="45015"/>
                </a:lnTo>
                <a:lnTo>
                  <a:pt x="10523" y="45015"/>
                </a:lnTo>
                <a:lnTo>
                  <a:pt x="10523" y="45015"/>
                </a:lnTo>
                <a:lnTo>
                  <a:pt x="10523" y="45015"/>
                </a:lnTo>
                <a:lnTo>
                  <a:pt x="10523" y="45015"/>
                </a:lnTo>
                <a:lnTo>
                  <a:pt x="10523" y="45015"/>
                </a:lnTo>
                <a:lnTo>
                  <a:pt x="10523" y="45015"/>
                </a:lnTo>
                <a:lnTo>
                  <a:pt x="10523" y="45015"/>
                </a:lnTo>
                <a:lnTo>
                  <a:pt x="10523" y="45015"/>
                </a:lnTo>
                <a:lnTo>
                  <a:pt x="10523" y="45015"/>
                </a:lnTo>
                <a:lnTo>
                  <a:pt x="10523" y="45015"/>
                </a:lnTo>
                <a:lnTo>
                  <a:pt x="10523" y="45015"/>
                </a:lnTo>
                <a:lnTo>
                  <a:pt x="10523" y="45015"/>
                </a:lnTo>
                <a:lnTo>
                  <a:pt x="10523" y="45015"/>
                </a:lnTo>
                <a:lnTo>
                  <a:pt x="10523" y="45015"/>
                </a:lnTo>
                <a:lnTo>
                  <a:pt x="10523" y="45015"/>
                </a:lnTo>
                <a:lnTo>
                  <a:pt x="10523" y="45015"/>
                </a:lnTo>
                <a:lnTo>
                  <a:pt x="10524" y="45015"/>
                </a:lnTo>
                <a:lnTo>
                  <a:pt x="10524" y="45015"/>
                </a:lnTo>
                <a:lnTo>
                  <a:pt x="10524" y="45015"/>
                </a:lnTo>
                <a:lnTo>
                  <a:pt x="10524" y="45015"/>
                </a:lnTo>
                <a:lnTo>
                  <a:pt x="10524" y="45015"/>
                </a:lnTo>
                <a:lnTo>
                  <a:pt x="10524" y="45015"/>
                </a:lnTo>
                <a:lnTo>
                  <a:pt x="10524" y="45015"/>
                </a:lnTo>
                <a:lnTo>
                  <a:pt x="10524" y="45015"/>
                </a:lnTo>
                <a:lnTo>
                  <a:pt x="10524" y="45015"/>
                </a:lnTo>
                <a:lnTo>
                  <a:pt x="10524" y="45015"/>
                </a:lnTo>
                <a:lnTo>
                  <a:pt x="10524" y="45015"/>
                </a:lnTo>
                <a:lnTo>
                  <a:pt x="10524" y="45015"/>
                </a:lnTo>
                <a:lnTo>
                  <a:pt x="10524" y="45015"/>
                </a:lnTo>
                <a:lnTo>
                  <a:pt x="10524" y="45015"/>
                </a:lnTo>
                <a:lnTo>
                  <a:pt x="10524" y="45015"/>
                </a:lnTo>
                <a:lnTo>
                  <a:pt x="10524" y="45015"/>
                </a:lnTo>
                <a:lnTo>
                  <a:pt x="10524" y="45015"/>
                </a:lnTo>
                <a:lnTo>
                  <a:pt x="10525" y="45015"/>
                </a:lnTo>
                <a:lnTo>
                  <a:pt x="10525" y="45015"/>
                </a:lnTo>
                <a:lnTo>
                  <a:pt x="10525" y="45015"/>
                </a:lnTo>
                <a:lnTo>
                  <a:pt x="10525" y="45015"/>
                </a:lnTo>
                <a:lnTo>
                  <a:pt x="10525" y="45015"/>
                </a:lnTo>
                <a:lnTo>
                  <a:pt x="10525" y="45015"/>
                </a:lnTo>
                <a:lnTo>
                  <a:pt x="10525" y="45015"/>
                </a:lnTo>
                <a:lnTo>
                  <a:pt x="10525" y="45015"/>
                </a:lnTo>
                <a:lnTo>
                  <a:pt x="10525" y="45015"/>
                </a:lnTo>
                <a:lnTo>
                  <a:pt x="10525" y="45015"/>
                </a:lnTo>
                <a:lnTo>
                  <a:pt x="10525" y="45015"/>
                </a:lnTo>
                <a:lnTo>
                  <a:pt x="10525" y="45015"/>
                </a:lnTo>
                <a:lnTo>
                  <a:pt x="10525" y="45015"/>
                </a:lnTo>
                <a:lnTo>
                  <a:pt x="10525" y="45015"/>
                </a:lnTo>
                <a:lnTo>
                  <a:pt x="10525" y="45015"/>
                </a:lnTo>
                <a:lnTo>
                  <a:pt x="10525" y="45015"/>
                </a:lnTo>
                <a:lnTo>
                  <a:pt x="10525" y="45015"/>
                </a:lnTo>
                <a:lnTo>
                  <a:pt x="10526" y="45015"/>
                </a:lnTo>
                <a:lnTo>
                  <a:pt x="10526" y="45015"/>
                </a:lnTo>
                <a:lnTo>
                  <a:pt x="10526" y="45015"/>
                </a:lnTo>
                <a:lnTo>
                  <a:pt x="10526" y="45015"/>
                </a:lnTo>
                <a:lnTo>
                  <a:pt x="10526" y="45015"/>
                </a:lnTo>
                <a:lnTo>
                  <a:pt x="10526" y="45015"/>
                </a:lnTo>
                <a:lnTo>
                  <a:pt x="10526" y="45015"/>
                </a:lnTo>
                <a:lnTo>
                  <a:pt x="10526" y="45015"/>
                </a:lnTo>
                <a:lnTo>
                  <a:pt x="10526" y="45015"/>
                </a:lnTo>
                <a:lnTo>
                  <a:pt x="10526" y="45015"/>
                </a:lnTo>
                <a:lnTo>
                  <a:pt x="10526" y="45015"/>
                </a:lnTo>
                <a:lnTo>
                  <a:pt x="10526" y="45015"/>
                </a:lnTo>
                <a:lnTo>
                  <a:pt x="10526" y="45015"/>
                </a:lnTo>
                <a:lnTo>
                  <a:pt x="10526" y="45015"/>
                </a:lnTo>
                <a:lnTo>
                  <a:pt x="10526" y="45015"/>
                </a:lnTo>
                <a:lnTo>
                  <a:pt x="10526" y="45015"/>
                </a:lnTo>
                <a:lnTo>
                  <a:pt x="10526" y="45015"/>
                </a:lnTo>
                <a:lnTo>
                  <a:pt x="10526" y="45015"/>
                </a:lnTo>
                <a:lnTo>
                  <a:pt x="10527" y="45015"/>
                </a:lnTo>
                <a:lnTo>
                  <a:pt x="10527" y="45015"/>
                </a:lnTo>
                <a:lnTo>
                  <a:pt x="10527" y="45015"/>
                </a:lnTo>
                <a:lnTo>
                  <a:pt x="10527" y="45015"/>
                </a:lnTo>
                <a:lnTo>
                  <a:pt x="10527" y="45015"/>
                </a:lnTo>
                <a:lnTo>
                  <a:pt x="10527" y="45015"/>
                </a:lnTo>
                <a:lnTo>
                  <a:pt x="10527" y="45015"/>
                </a:lnTo>
                <a:lnTo>
                  <a:pt x="10527" y="45015"/>
                </a:lnTo>
                <a:lnTo>
                  <a:pt x="10527" y="45015"/>
                </a:lnTo>
                <a:lnTo>
                  <a:pt x="10527" y="45015"/>
                </a:lnTo>
                <a:lnTo>
                  <a:pt x="10527" y="45015"/>
                </a:lnTo>
                <a:lnTo>
                  <a:pt x="10527" y="45015"/>
                </a:lnTo>
                <a:lnTo>
                  <a:pt x="10527" y="45015"/>
                </a:lnTo>
                <a:lnTo>
                  <a:pt x="10527" y="45015"/>
                </a:lnTo>
                <a:lnTo>
                  <a:pt x="10527" y="45015"/>
                </a:lnTo>
                <a:lnTo>
                  <a:pt x="10527" y="45015"/>
                </a:lnTo>
                <a:lnTo>
                  <a:pt x="10527" y="45015"/>
                </a:lnTo>
                <a:lnTo>
                  <a:pt x="10528" y="45015"/>
                </a:lnTo>
                <a:lnTo>
                  <a:pt x="10528" y="45015"/>
                </a:lnTo>
                <a:lnTo>
                  <a:pt x="10528" y="45015"/>
                </a:lnTo>
                <a:lnTo>
                  <a:pt x="10528" y="45015"/>
                </a:lnTo>
                <a:lnTo>
                  <a:pt x="10528" y="45015"/>
                </a:lnTo>
                <a:lnTo>
                  <a:pt x="10528" y="45015"/>
                </a:lnTo>
                <a:lnTo>
                  <a:pt x="10528" y="45015"/>
                </a:lnTo>
                <a:lnTo>
                  <a:pt x="10528" y="45015"/>
                </a:lnTo>
                <a:lnTo>
                  <a:pt x="10528" y="45015"/>
                </a:lnTo>
                <a:lnTo>
                  <a:pt x="10528" y="45015"/>
                </a:lnTo>
                <a:lnTo>
                  <a:pt x="10528" y="45015"/>
                </a:lnTo>
                <a:lnTo>
                  <a:pt x="10528" y="45015"/>
                </a:lnTo>
                <a:lnTo>
                  <a:pt x="10528" y="45015"/>
                </a:lnTo>
                <a:lnTo>
                  <a:pt x="10528" y="45015"/>
                </a:lnTo>
                <a:lnTo>
                  <a:pt x="10528" y="45015"/>
                </a:lnTo>
                <a:lnTo>
                  <a:pt x="10528" y="45015"/>
                </a:lnTo>
                <a:lnTo>
                  <a:pt x="10528" y="45015"/>
                </a:lnTo>
                <a:lnTo>
                  <a:pt x="10528" y="45015"/>
                </a:lnTo>
                <a:lnTo>
                  <a:pt x="10529" y="45015"/>
                </a:lnTo>
                <a:lnTo>
                  <a:pt x="10529" y="45015"/>
                </a:lnTo>
                <a:lnTo>
                  <a:pt x="10529" y="45015"/>
                </a:lnTo>
                <a:lnTo>
                  <a:pt x="10529" y="45015"/>
                </a:lnTo>
                <a:lnTo>
                  <a:pt x="10529" y="45015"/>
                </a:lnTo>
                <a:lnTo>
                  <a:pt x="10529" y="45015"/>
                </a:lnTo>
                <a:lnTo>
                  <a:pt x="10529" y="45015"/>
                </a:lnTo>
                <a:lnTo>
                  <a:pt x="10529" y="45015"/>
                </a:lnTo>
                <a:lnTo>
                  <a:pt x="10529" y="45015"/>
                </a:lnTo>
                <a:lnTo>
                  <a:pt x="10529" y="45015"/>
                </a:lnTo>
                <a:lnTo>
                  <a:pt x="10529" y="45015"/>
                </a:lnTo>
                <a:lnTo>
                  <a:pt x="10529" y="45015"/>
                </a:lnTo>
                <a:lnTo>
                  <a:pt x="10529" y="45015"/>
                </a:lnTo>
                <a:lnTo>
                  <a:pt x="10529" y="45015"/>
                </a:lnTo>
                <a:lnTo>
                  <a:pt x="10529" y="45015"/>
                </a:lnTo>
                <a:lnTo>
                  <a:pt x="10529" y="45015"/>
                </a:lnTo>
                <a:lnTo>
                  <a:pt x="10529" y="45015"/>
                </a:lnTo>
                <a:lnTo>
                  <a:pt x="10530" y="45015"/>
                </a:lnTo>
                <a:lnTo>
                  <a:pt x="10530" y="45015"/>
                </a:lnTo>
                <a:lnTo>
                  <a:pt x="10530" y="45015"/>
                </a:lnTo>
                <a:lnTo>
                  <a:pt x="10530" y="45015"/>
                </a:lnTo>
                <a:lnTo>
                  <a:pt x="10530" y="45015"/>
                </a:lnTo>
                <a:lnTo>
                  <a:pt x="10530" y="45015"/>
                </a:lnTo>
                <a:lnTo>
                  <a:pt x="10530" y="45015"/>
                </a:lnTo>
                <a:lnTo>
                  <a:pt x="10530" y="45015"/>
                </a:lnTo>
                <a:lnTo>
                  <a:pt x="10530" y="45015"/>
                </a:lnTo>
                <a:lnTo>
                  <a:pt x="10530" y="45015"/>
                </a:lnTo>
                <a:lnTo>
                  <a:pt x="10530" y="45015"/>
                </a:lnTo>
                <a:lnTo>
                  <a:pt x="10530" y="45015"/>
                </a:lnTo>
                <a:lnTo>
                  <a:pt x="10530" y="45015"/>
                </a:lnTo>
                <a:lnTo>
                  <a:pt x="10530" y="45015"/>
                </a:lnTo>
                <a:lnTo>
                  <a:pt x="10530" y="45015"/>
                </a:lnTo>
                <a:lnTo>
                  <a:pt x="10530" y="45015"/>
                </a:lnTo>
                <a:lnTo>
                  <a:pt x="10530" y="45015"/>
                </a:lnTo>
                <a:lnTo>
                  <a:pt x="10530" y="45015"/>
                </a:lnTo>
                <a:lnTo>
                  <a:pt x="10531" y="45015"/>
                </a:lnTo>
                <a:lnTo>
                  <a:pt x="10531" y="45015"/>
                </a:lnTo>
                <a:lnTo>
                  <a:pt x="10531" y="45015"/>
                </a:lnTo>
                <a:lnTo>
                  <a:pt x="10531" y="45015"/>
                </a:lnTo>
                <a:lnTo>
                  <a:pt x="10531" y="45015"/>
                </a:lnTo>
                <a:lnTo>
                  <a:pt x="10531" y="45015"/>
                </a:lnTo>
                <a:lnTo>
                  <a:pt x="10531" y="45015"/>
                </a:lnTo>
                <a:lnTo>
                  <a:pt x="10531" y="45015"/>
                </a:lnTo>
                <a:lnTo>
                  <a:pt x="10531" y="45015"/>
                </a:lnTo>
                <a:lnTo>
                  <a:pt x="10531" y="45015"/>
                </a:lnTo>
                <a:lnTo>
                  <a:pt x="10531" y="45015"/>
                </a:lnTo>
                <a:lnTo>
                  <a:pt x="10531" y="45015"/>
                </a:lnTo>
                <a:lnTo>
                  <a:pt x="10531" y="45015"/>
                </a:lnTo>
                <a:lnTo>
                  <a:pt x="10531" y="45015"/>
                </a:lnTo>
                <a:lnTo>
                  <a:pt x="10531" y="45015"/>
                </a:lnTo>
                <a:lnTo>
                  <a:pt x="10531" y="45015"/>
                </a:lnTo>
                <a:lnTo>
                  <a:pt x="10531" y="45015"/>
                </a:lnTo>
                <a:lnTo>
                  <a:pt x="10532" y="45015"/>
                </a:lnTo>
                <a:lnTo>
                  <a:pt x="10532" y="45015"/>
                </a:lnTo>
                <a:lnTo>
                  <a:pt x="10532" y="45015"/>
                </a:lnTo>
                <a:lnTo>
                  <a:pt x="10532" y="45015"/>
                </a:lnTo>
                <a:lnTo>
                  <a:pt x="10532" y="45015"/>
                </a:lnTo>
                <a:lnTo>
                  <a:pt x="10532" y="45015"/>
                </a:lnTo>
                <a:lnTo>
                  <a:pt x="10532" y="45015"/>
                </a:lnTo>
                <a:lnTo>
                  <a:pt x="10532" y="45015"/>
                </a:lnTo>
                <a:lnTo>
                  <a:pt x="10532" y="45015"/>
                </a:lnTo>
                <a:lnTo>
                  <a:pt x="10532" y="45015"/>
                </a:lnTo>
                <a:lnTo>
                  <a:pt x="10532" y="45015"/>
                </a:lnTo>
                <a:lnTo>
                  <a:pt x="10532" y="45015"/>
                </a:lnTo>
                <a:lnTo>
                  <a:pt x="10532" y="45015"/>
                </a:lnTo>
                <a:lnTo>
                  <a:pt x="10532" y="45015"/>
                </a:lnTo>
                <a:lnTo>
                  <a:pt x="10532" y="45015"/>
                </a:lnTo>
                <a:lnTo>
                  <a:pt x="10532" y="45015"/>
                </a:lnTo>
                <a:lnTo>
                  <a:pt x="10532" y="45015"/>
                </a:lnTo>
                <a:lnTo>
                  <a:pt x="10532" y="45015"/>
                </a:lnTo>
                <a:lnTo>
                  <a:pt x="10533" y="45015"/>
                </a:lnTo>
                <a:lnTo>
                  <a:pt x="10533" y="45015"/>
                </a:lnTo>
                <a:lnTo>
                  <a:pt x="10533" y="45015"/>
                </a:lnTo>
                <a:lnTo>
                  <a:pt x="10533" y="45015"/>
                </a:lnTo>
                <a:lnTo>
                  <a:pt x="10533" y="45015"/>
                </a:lnTo>
                <a:lnTo>
                  <a:pt x="10533" y="45015"/>
                </a:lnTo>
                <a:lnTo>
                  <a:pt x="10533" y="45015"/>
                </a:lnTo>
                <a:lnTo>
                  <a:pt x="10533" y="45015"/>
                </a:lnTo>
                <a:lnTo>
                  <a:pt x="10533" y="45015"/>
                </a:lnTo>
                <a:lnTo>
                  <a:pt x="10533" y="45015"/>
                </a:lnTo>
                <a:lnTo>
                  <a:pt x="10533" y="45015"/>
                </a:lnTo>
                <a:lnTo>
                  <a:pt x="10533" y="45015"/>
                </a:lnTo>
                <a:lnTo>
                  <a:pt x="10533" y="45015"/>
                </a:lnTo>
                <a:lnTo>
                  <a:pt x="10533" y="45015"/>
                </a:lnTo>
                <a:lnTo>
                  <a:pt x="10533" y="45015"/>
                </a:lnTo>
                <a:lnTo>
                  <a:pt x="10533" y="45015"/>
                </a:lnTo>
                <a:lnTo>
                  <a:pt x="10533" y="45015"/>
                </a:lnTo>
                <a:lnTo>
                  <a:pt x="10534" y="45015"/>
                </a:lnTo>
                <a:lnTo>
                  <a:pt x="10534" y="45015"/>
                </a:lnTo>
                <a:lnTo>
                  <a:pt x="10534" y="45015"/>
                </a:lnTo>
                <a:lnTo>
                  <a:pt x="10534" y="45015"/>
                </a:lnTo>
                <a:lnTo>
                  <a:pt x="10534" y="45015"/>
                </a:lnTo>
                <a:lnTo>
                  <a:pt x="10534" y="45015"/>
                </a:lnTo>
                <a:lnTo>
                  <a:pt x="10534" y="45015"/>
                </a:lnTo>
                <a:lnTo>
                  <a:pt x="10534" y="45015"/>
                </a:lnTo>
                <a:lnTo>
                  <a:pt x="10534" y="45015"/>
                </a:lnTo>
                <a:lnTo>
                  <a:pt x="10534" y="45015"/>
                </a:lnTo>
                <a:lnTo>
                  <a:pt x="10534" y="45015"/>
                </a:lnTo>
                <a:lnTo>
                  <a:pt x="10534" y="45015"/>
                </a:lnTo>
                <a:lnTo>
                  <a:pt x="10534" y="45015"/>
                </a:lnTo>
                <a:lnTo>
                  <a:pt x="10534" y="45015"/>
                </a:lnTo>
                <a:lnTo>
                  <a:pt x="10534" y="45015"/>
                </a:lnTo>
                <a:lnTo>
                  <a:pt x="10534" y="45015"/>
                </a:lnTo>
                <a:lnTo>
                  <a:pt x="10534" y="45015"/>
                </a:lnTo>
                <a:lnTo>
                  <a:pt x="10534" y="45015"/>
                </a:lnTo>
                <a:lnTo>
                  <a:pt x="10535" y="45015"/>
                </a:lnTo>
                <a:lnTo>
                  <a:pt x="10535" y="45015"/>
                </a:lnTo>
                <a:lnTo>
                  <a:pt x="10535" y="45015"/>
                </a:lnTo>
                <a:lnTo>
                  <a:pt x="10535" y="45015"/>
                </a:lnTo>
                <a:lnTo>
                  <a:pt x="10535" y="45015"/>
                </a:lnTo>
                <a:lnTo>
                  <a:pt x="10535" y="45015"/>
                </a:lnTo>
                <a:lnTo>
                  <a:pt x="10535" y="45015"/>
                </a:lnTo>
                <a:lnTo>
                  <a:pt x="10535" y="45015"/>
                </a:lnTo>
                <a:lnTo>
                  <a:pt x="10535" y="45015"/>
                </a:lnTo>
                <a:lnTo>
                  <a:pt x="10535" y="45015"/>
                </a:lnTo>
                <a:lnTo>
                  <a:pt x="10535" y="45015"/>
                </a:lnTo>
                <a:lnTo>
                  <a:pt x="10535" y="45015"/>
                </a:lnTo>
                <a:lnTo>
                  <a:pt x="10535" y="45015"/>
                </a:lnTo>
                <a:lnTo>
                  <a:pt x="10535" y="45015"/>
                </a:lnTo>
                <a:lnTo>
                  <a:pt x="10535" y="45015"/>
                </a:lnTo>
                <a:lnTo>
                  <a:pt x="10535" y="45015"/>
                </a:lnTo>
                <a:lnTo>
                  <a:pt x="10535" y="45015"/>
                </a:lnTo>
                <a:lnTo>
                  <a:pt x="10535" y="45015"/>
                </a:lnTo>
                <a:lnTo>
                  <a:pt x="10536" y="45015"/>
                </a:lnTo>
                <a:lnTo>
                  <a:pt x="10536" y="45015"/>
                </a:lnTo>
                <a:lnTo>
                  <a:pt x="10536" y="45015"/>
                </a:lnTo>
                <a:lnTo>
                  <a:pt x="10536" y="45015"/>
                </a:lnTo>
                <a:lnTo>
                  <a:pt x="10536" y="45015"/>
                </a:lnTo>
                <a:lnTo>
                  <a:pt x="10536" y="45015"/>
                </a:lnTo>
                <a:lnTo>
                  <a:pt x="10536" y="45015"/>
                </a:lnTo>
                <a:lnTo>
                  <a:pt x="10536" y="45015"/>
                </a:lnTo>
                <a:lnTo>
                  <a:pt x="10536" y="45015"/>
                </a:lnTo>
                <a:lnTo>
                  <a:pt x="10536" y="45015"/>
                </a:lnTo>
                <a:lnTo>
                  <a:pt x="10536" y="45015"/>
                </a:lnTo>
                <a:lnTo>
                  <a:pt x="10536" y="45015"/>
                </a:lnTo>
                <a:lnTo>
                  <a:pt x="10536" y="45015"/>
                </a:lnTo>
                <a:lnTo>
                  <a:pt x="10536" y="45015"/>
                </a:lnTo>
                <a:lnTo>
                  <a:pt x="10536" y="45015"/>
                </a:lnTo>
                <a:lnTo>
                  <a:pt x="10536" y="45015"/>
                </a:lnTo>
                <a:lnTo>
                  <a:pt x="10536" y="45015"/>
                </a:lnTo>
                <a:lnTo>
                  <a:pt x="10537" y="45015"/>
                </a:lnTo>
                <a:lnTo>
                  <a:pt x="10537" y="45015"/>
                </a:lnTo>
                <a:lnTo>
                  <a:pt x="10537" y="45015"/>
                </a:lnTo>
                <a:lnTo>
                  <a:pt x="10537" y="45015"/>
                </a:lnTo>
                <a:lnTo>
                  <a:pt x="10537" y="45015"/>
                </a:lnTo>
                <a:lnTo>
                  <a:pt x="10537" y="45015"/>
                </a:lnTo>
                <a:lnTo>
                  <a:pt x="10537" y="45015"/>
                </a:lnTo>
                <a:lnTo>
                  <a:pt x="10537" y="45015"/>
                </a:lnTo>
                <a:lnTo>
                  <a:pt x="10537" y="45015"/>
                </a:lnTo>
                <a:lnTo>
                  <a:pt x="10537" y="45015"/>
                </a:lnTo>
                <a:lnTo>
                  <a:pt x="10537" y="45015"/>
                </a:lnTo>
                <a:lnTo>
                  <a:pt x="10537" y="45015"/>
                </a:lnTo>
                <a:lnTo>
                  <a:pt x="10537" y="45015"/>
                </a:lnTo>
                <a:lnTo>
                  <a:pt x="10537" y="45015"/>
                </a:lnTo>
                <a:lnTo>
                  <a:pt x="10537" y="45015"/>
                </a:lnTo>
                <a:lnTo>
                  <a:pt x="10537" y="45015"/>
                </a:lnTo>
                <a:lnTo>
                  <a:pt x="10537" y="45015"/>
                </a:lnTo>
                <a:lnTo>
                  <a:pt x="10537" y="45015"/>
                </a:lnTo>
                <a:lnTo>
                  <a:pt x="10538" y="45015"/>
                </a:lnTo>
                <a:lnTo>
                  <a:pt x="10538" y="45015"/>
                </a:lnTo>
                <a:lnTo>
                  <a:pt x="10538" y="45015"/>
                </a:lnTo>
                <a:lnTo>
                  <a:pt x="10538" y="45015"/>
                </a:lnTo>
                <a:lnTo>
                  <a:pt x="10538" y="45015"/>
                </a:lnTo>
                <a:lnTo>
                  <a:pt x="10538" y="45015"/>
                </a:lnTo>
                <a:lnTo>
                  <a:pt x="10538" y="45015"/>
                </a:lnTo>
                <a:lnTo>
                  <a:pt x="10538" y="45015"/>
                </a:lnTo>
                <a:lnTo>
                  <a:pt x="10538" y="45015"/>
                </a:lnTo>
                <a:lnTo>
                  <a:pt x="10538" y="45015"/>
                </a:lnTo>
                <a:lnTo>
                  <a:pt x="10538" y="45015"/>
                </a:lnTo>
                <a:lnTo>
                  <a:pt x="10538" y="45015"/>
                </a:lnTo>
                <a:lnTo>
                  <a:pt x="10538" y="45015"/>
                </a:lnTo>
                <a:lnTo>
                  <a:pt x="10538" y="45015"/>
                </a:lnTo>
                <a:lnTo>
                  <a:pt x="10538" y="45015"/>
                </a:lnTo>
                <a:lnTo>
                  <a:pt x="10538" y="45015"/>
                </a:lnTo>
                <a:lnTo>
                  <a:pt x="10538" y="45015"/>
                </a:lnTo>
                <a:lnTo>
                  <a:pt x="10538" y="45015"/>
                </a:lnTo>
                <a:lnTo>
                  <a:pt x="10539" y="45015"/>
                </a:lnTo>
                <a:lnTo>
                  <a:pt x="10539" y="45015"/>
                </a:lnTo>
                <a:lnTo>
                  <a:pt x="10539" y="45015"/>
                </a:lnTo>
                <a:lnTo>
                  <a:pt x="10539" y="45015"/>
                </a:lnTo>
                <a:lnTo>
                  <a:pt x="10539" y="45015"/>
                </a:lnTo>
                <a:lnTo>
                  <a:pt x="10539" y="45015"/>
                </a:lnTo>
                <a:lnTo>
                  <a:pt x="10539" y="45015"/>
                </a:lnTo>
                <a:lnTo>
                  <a:pt x="10539" y="45015"/>
                </a:lnTo>
                <a:lnTo>
                  <a:pt x="10539" y="45015"/>
                </a:lnTo>
                <a:lnTo>
                  <a:pt x="10539" y="45015"/>
                </a:lnTo>
                <a:lnTo>
                  <a:pt x="10539" y="45015"/>
                </a:lnTo>
                <a:lnTo>
                  <a:pt x="10539" y="45015"/>
                </a:lnTo>
                <a:lnTo>
                  <a:pt x="10539" y="45015"/>
                </a:lnTo>
                <a:lnTo>
                  <a:pt x="10539" y="45015"/>
                </a:lnTo>
                <a:lnTo>
                  <a:pt x="10539" y="45015"/>
                </a:lnTo>
                <a:lnTo>
                  <a:pt x="10539" y="45015"/>
                </a:lnTo>
                <a:lnTo>
                  <a:pt x="10539" y="45015"/>
                </a:lnTo>
                <a:lnTo>
                  <a:pt x="10540" y="45015"/>
                </a:lnTo>
                <a:lnTo>
                  <a:pt x="10540" y="45015"/>
                </a:lnTo>
                <a:lnTo>
                  <a:pt x="10540" y="45015"/>
                </a:lnTo>
                <a:lnTo>
                  <a:pt x="10540" y="45015"/>
                </a:lnTo>
                <a:lnTo>
                  <a:pt x="10540" y="45015"/>
                </a:lnTo>
                <a:lnTo>
                  <a:pt x="10540" y="45015"/>
                </a:lnTo>
                <a:lnTo>
                  <a:pt x="10540" y="45015"/>
                </a:lnTo>
                <a:lnTo>
                  <a:pt x="10540" y="45015"/>
                </a:lnTo>
                <a:lnTo>
                  <a:pt x="10540" y="45015"/>
                </a:lnTo>
                <a:lnTo>
                  <a:pt x="10540" y="45015"/>
                </a:lnTo>
                <a:lnTo>
                  <a:pt x="10540" y="45015"/>
                </a:lnTo>
                <a:lnTo>
                  <a:pt x="10540" y="45015"/>
                </a:lnTo>
                <a:lnTo>
                  <a:pt x="10540" y="45015"/>
                </a:lnTo>
                <a:lnTo>
                  <a:pt x="10540" y="45015"/>
                </a:lnTo>
                <a:lnTo>
                  <a:pt x="10540" y="45015"/>
                </a:lnTo>
                <a:lnTo>
                  <a:pt x="10540" y="45015"/>
                </a:lnTo>
                <a:lnTo>
                  <a:pt x="10540" y="45015"/>
                </a:lnTo>
                <a:lnTo>
                  <a:pt x="10540" y="45015"/>
                </a:lnTo>
                <a:lnTo>
                  <a:pt x="10541" y="45015"/>
                </a:lnTo>
                <a:lnTo>
                  <a:pt x="10541" y="45015"/>
                </a:lnTo>
                <a:lnTo>
                  <a:pt x="10541" y="45015"/>
                </a:lnTo>
                <a:lnTo>
                  <a:pt x="10541" y="45015"/>
                </a:lnTo>
                <a:lnTo>
                  <a:pt x="10541" y="45015"/>
                </a:lnTo>
                <a:lnTo>
                  <a:pt x="10541" y="45015"/>
                </a:lnTo>
                <a:lnTo>
                  <a:pt x="10541" y="45015"/>
                </a:lnTo>
                <a:lnTo>
                  <a:pt x="10541" y="45015"/>
                </a:lnTo>
                <a:lnTo>
                  <a:pt x="10541" y="45015"/>
                </a:lnTo>
                <a:lnTo>
                  <a:pt x="10541" y="45015"/>
                </a:lnTo>
                <a:lnTo>
                  <a:pt x="10541" y="45015"/>
                </a:lnTo>
                <a:lnTo>
                  <a:pt x="10541" y="45015"/>
                </a:lnTo>
                <a:lnTo>
                  <a:pt x="10541" y="45015"/>
                </a:lnTo>
                <a:lnTo>
                  <a:pt x="10541" y="45015"/>
                </a:lnTo>
                <a:lnTo>
                  <a:pt x="10541" y="45015"/>
                </a:lnTo>
                <a:lnTo>
                  <a:pt x="10541" y="45015"/>
                </a:lnTo>
                <a:lnTo>
                  <a:pt x="10541" y="45015"/>
                </a:lnTo>
                <a:lnTo>
                  <a:pt x="10541" y="45015"/>
                </a:lnTo>
                <a:lnTo>
                  <a:pt x="10542" y="45015"/>
                </a:lnTo>
                <a:lnTo>
                  <a:pt x="10542" y="45015"/>
                </a:lnTo>
                <a:lnTo>
                  <a:pt x="10542" y="45015"/>
                </a:lnTo>
                <a:lnTo>
                  <a:pt x="10542" y="45015"/>
                </a:lnTo>
                <a:lnTo>
                  <a:pt x="10542" y="45015"/>
                </a:lnTo>
                <a:lnTo>
                  <a:pt x="10542" y="45015"/>
                </a:lnTo>
                <a:lnTo>
                  <a:pt x="10542" y="45015"/>
                </a:lnTo>
                <a:lnTo>
                  <a:pt x="10542" y="45015"/>
                </a:lnTo>
                <a:lnTo>
                  <a:pt x="10542" y="45015"/>
                </a:lnTo>
                <a:lnTo>
                  <a:pt x="10542" y="45015"/>
                </a:lnTo>
                <a:lnTo>
                  <a:pt x="10542" y="45015"/>
                </a:lnTo>
                <a:lnTo>
                  <a:pt x="10542" y="45015"/>
                </a:lnTo>
                <a:lnTo>
                  <a:pt x="10542" y="45015"/>
                </a:lnTo>
                <a:lnTo>
                  <a:pt x="10542" y="45015"/>
                </a:lnTo>
                <a:lnTo>
                  <a:pt x="10542" y="45015"/>
                </a:lnTo>
                <a:lnTo>
                  <a:pt x="10542" y="45015"/>
                </a:lnTo>
                <a:lnTo>
                  <a:pt x="10542" y="45015"/>
                </a:lnTo>
                <a:lnTo>
                  <a:pt x="10542" y="45015"/>
                </a:lnTo>
                <a:lnTo>
                  <a:pt x="10543" y="45015"/>
                </a:lnTo>
                <a:lnTo>
                  <a:pt x="10543" y="45015"/>
                </a:lnTo>
                <a:lnTo>
                  <a:pt x="10543" y="45015"/>
                </a:lnTo>
                <a:lnTo>
                  <a:pt x="10543" y="45015"/>
                </a:lnTo>
                <a:lnTo>
                  <a:pt x="10543" y="45015"/>
                </a:lnTo>
                <a:lnTo>
                  <a:pt x="10543" y="45015"/>
                </a:lnTo>
                <a:lnTo>
                  <a:pt x="10543" y="45015"/>
                </a:lnTo>
                <a:lnTo>
                  <a:pt x="10543" y="45015"/>
                </a:lnTo>
                <a:lnTo>
                  <a:pt x="10543" y="45015"/>
                </a:lnTo>
                <a:lnTo>
                  <a:pt x="10543" y="45015"/>
                </a:lnTo>
                <a:lnTo>
                  <a:pt x="10543" y="45015"/>
                </a:lnTo>
                <a:lnTo>
                  <a:pt x="10543" y="45015"/>
                </a:lnTo>
                <a:lnTo>
                  <a:pt x="10543" y="45015"/>
                </a:lnTo>
                <a:lnTo>
                  <a:pt x="10543" y="45015"/>
                </a:lnTo>
                <a:lnTo>
                  <a:pt x="10543" y="45015"/>
                </a:lnTo>
                <a:lnTo>
                  <a:pt x="10543" y="45015"/>
                </a:lnTo>
                <a:lnTo>
                  <a:pt x="10543" y="45015"/>
                </a:lnTo>
                <a:lnTo>
                  <a:pt x="10543" y="45015"/>
                </a:lnTo>
                <a:lnTo>
                  <a:pt x="10544" y="45015"/>
                </a:lnTo>
                <a:lnTo>
                  <a:pt x="10544" y="45015"/>
                </a:lnTo>
                <a:lnTo>
                  <a:pt x="10544" y="45015"/>
                </a:lnTo>
                <a:lnTo>
                  <a:pt x="10544" y="45015"/>
                </a:lnTo>
                <a:lnTo>
                  <a:pt x="10544" y="45015"/>
                </a:lnTo>
                <a:lnTo>
                  <a:pt x="10544" y="45015"/>
                </a:lnTo>
                <a:lnTo>
                  <a:pt x="10544" y="45015"/>
                </a:lnTo>
                <a:lnTo>
                  <a:pt x="10544" y="45015"/>
                </a:lnTo>
                <a:lnTo>
                  <a:pt x="10544" y="45015"/>
                </a:lnTo>
                <a:lnTo>
                  <a:pt x="10544" y="45015"/>
                </a:lnTo>
                <a:lnTo>
                  <a:pt x="10544" y="45015"/>
                </a:lnTo>
                <a:lnTo>
                  <a:pt x="10544" y="45015"/>
                </a:lnTo>
                <a:lnTo>
                  <a:pt x="10544" y="45015"/>
                </a:lnTo>
                <a:lnTo>
                  <a:pt x="10544" y="45015"/>
                </a:lnTo>
                <a:lnTo>
                  <a:pt x="10544" y="45015"/>
                </a:lnTo>
                <a:lnTo>
                  <a:pt x="10544" y="45015"/>
                </a:lnTo>
                <a:lnTo>
                  <a:pt x="10544" y="45015"/>
                </a:lnTo>
                <a:lnTo>
                  <a:pt x="10544" y="45015"/>
                </a:lnTo>
                <a:lnTo>
                  <a:pt x="10545" y="45015"/>
                </a:lnTo>
                <a:lnTo>
                  <a:pt x="10545" y="45015"/>
                </a:lnTo>
                <a:lnTo>
                  <a:pt x="10545" y="45015"/>
                </a:lnTo>
                <a:lnTo>
                  <a:pt x="10545" y="45015"/>
                </a:lnTo>
                <a:lnTo>
                  <a:pt x="10545" y="45015"/>
                </a:lnTo>
                <a:lnTo>
                  <a:pt x="10545" y="45015"/>
                </a:lnTo>
                <a:lnTo>
                  <a:pt x="10545" y="45015"/>
                </a:lnTo>
                <a:lnTo>
                  <a:pt x="10545" y="45015"/>
                </a:lnTo>
                <a:lnTo>
                  <a:pt x="10545" y="45015"/>
                </a:lnTo>
                <a:lnTo>
                  <a:pt x="10545" y="45015"/>
                </a:lnTo>
                <a:lnTo>
                  <a:pt x="10545" y="45015"/>
                </a:lnTo>
                <a:lnTo>
                  <a:pt x="10545" y="45015"/>
                </a:lnTo>
                <a:lnTo>
                  <a:pt x="10545" y="45015"/>
                </a:lnTo>
                <a:lnTo>
                  <a:pt x="10545" y="45015"/>
                </a:lnTo>
                <a:lnTo>
                  <a:pt x="10545" y="45015"/>
                </a:lnTo>
                <a:lnTo>
                  <a:pt x="10545" y="45015"/>
                </a:lnTo>
                <a:lnTo>
                  <a:pt x="10545" y="45015"/>
                </a:lnTo>
                <a:lnTo>
                  <a:pt x="10545" y="45015"/>
                </a:lnTo>
                <a:lnTo>
                  <a:pt x="10546" y="45015"/>
                </a:lnTo>
                <a:lnTo>
                  <a:pt x="10546" y="45015"/>
                </a:lnTo>
                <a:lnTo>
                  <a:pt x="10546" y="45015"/>
                </a:lnTo>
                <a:lnTo>
                  <a:pt x="10546" y="45015"/>
                </a:lnTo>
                <a:lnTo>
                  <a:pt x="10546" y="45015"/>
                </a:lnTo>
                <a:lnTo>
                  <a:pt x="10546" y="45015"/>
                </a:lnTo>
                <a:lnTo>
                  <a:pt x="10546" y="45015"/>
                </a:lnTo>
                <a:lnTo>
                  <a:pt x="10546" y="45015"/>
                </a:lnTo>
                <a:lnTo>
                  <a:pt x="10546" y="45015"/>
                </a:lnTo>
                <a:lnTo>
                  <a:pt x="10546" y="45015"/>
                </a:lnTo>
                <a:lnTo>
                  <a:pt x="10546" y="45015"/>
                </a:lnTo>
                <a:lnTo>
                  <a:pt x="10546" y="45015"/>
                </a:lnTo>
                <a:lnTo>
                  <a:pt x="10546" y="45015"/>
                </a:lnTo>
                <a:lnTo>
                  <a:pt x="10546" y="45015"/>
                </a:lnTo>
                <a:lnTo>
                  <a:pt x="10546" y="45015"/>
                </a:lnTo>
                <a:lnTo>
                  <a:pt x="10546" y="45015"/>
                </a:lnTo>
                <a:lnTo>
                  <a:pt x="10546" y="45015"/>
                </a:lnTo>
                <a:lnTo>
                  <a:pt x="10546" y="45015"/>
                </a:lnTo>
                <a:lnTo>
                  <a:pt x="10547" y="45015"/>
                </a:lnTo>
                <a:lnTo>
                  <a:pt x="10547" y="45015"/>
                </a:lnTo>
                <a:lnTo>
                  <a:pt x="10547" y="45015"/>
                </a:lnTo>
                <a:lnTo>
                  <a:pt x="10547" y="45015"/>
                </a:lnTo>
                <a:lnTo>
                  <a:pt x="10547" y="45015"/>
                </a:lnTo>
                <a:lnTo>
                  <a:pt x="10547" y="45015"/>
                </a:lnTo>
                <a:lnTo>
                  <a:pt x="10547" y="45015"/>
                </a:lnTo>
                <a:lnTo>
                  <a:pt x="10547" y="45015"/>
                </a:lnTo>
                <a:lnTo>
                  <a:pt x="10547" y="45015"/>
                </a:lnTo>
                <a:lnTo>
                  <a:pt x="10547" y="45015"/>
                </a:lnTo>
                <a:lnTo>
                  <a:pt x="10547" y="45015"/>
                </a:lnTo>
                <a:lnTo>
                  <a:pt x="10547" y="45015"/>
                </a:lnTo>
                <a:lnTo>
                  <a:pt x="10547" y="45015"/>
                </a:lnTo>
                <a:lnTo>
                  <a:pt x="10547" y="45015"/>
                </a:lnTo>
                <a:lnTo>
                  <a:pt x="10547" y="45015"/>
                </a:lnTo>
                <a:lnTo>
                  <a:pt x="10547" y="45015"/>
                </a:lnTo>
                <a:lnTo>
                  <a:pt x="10547" y="45015"/>
                </a:lnTo>
                <a:lnTo>
                  <a:pt x="10547" y="45015"/>
                </a:lnTo>
                <a:lnTo>
                  <a:pt x="10548" y="45015"/>
                </a:lnTo>
                <a:lnTo>
                  <a:pt x="10548" y="45015"/>
                </a:lnTo>
                <a:lnTo>
                  <a:pt x="10548" y="45015"/>
                </a:lnTo>
                <a:lnTo>
                  <a:pt x="10548" y="45015"/>
                </a:lnTo>
                <a:lnTo>
                  <a:pt x="10548" y="45015"/>
                </a:lnTo>
                <a:lnTo>
                  <a:pt x="10548" y="45015"/>
                </a:lnTo>
                <a:lnTo>
                  <a:pt x="10548" y="45015"/>
                </a:lnTo>
                <a:lnTo>
                  <a:pt x="10548" y="45015"/>
                </a:lnTo>
                <a:lnTo>
                  <a:pt x="10548" y="45015"/>
                </a:lnTo>
                <a:lnTo>
                  <a:pt x="10548" y="45015"/>
                </a:lnTo>
                <a:lnTo>
                  <a:pt x="10548" y="45015"/>
                </a:lnTo>
                <a:lnTo>
                  <a:pt x="10548" y="45015"/>
                </a:lnTo>
                <a:lnTo>
                  <a:pt x="10548" y="45015"/>
                </a:lnTo>
                <a:lnTo>
                  <a:pt x="10548" y="45015"/>
                </a:lnTo>
                <a:lnTo>
                  <a:pt x="10548" y="45015"/>
                </a:lnTo>
                <a:lnTo>
                  <a:pt x="10548" y="45015"/>
                </a:lnTo>
                <a:lnTo>
                  <a:pt x="10548" y="45015"/>
                </a:lnTo>
                <a:lnTo>
                  <a:pt x="10548" y="45015"/>
                </a:lnTo>
                <a:lnTo>
                  <a:pt x="10549" y="45015"/>
                </a:lnTo>
                <a:lnTo>
                  <a:pt x="10549" y="45015"/>
                </a:lnTo>
                <a:lnTo>
                  <a:pt x="10549" y="45015"/>
                </a:lnTo>
                <a:lnTo>
                  <a:pt x="10549" y="45015"/>
                </a:lnTo>
                <a:lnTo>
                  <a:pt x="10549" y="45015"/>
                </a:lnTo>
                <a:lnTo>
                  <a:pt x="10549" y="45015"/>
                </a:lnTo>
                <a:lnTo>
                  <a:pt x="10549" y="45015"/>
                </a:lnTo>
                <a:lnTo>
                  <a:pt x="10549" y="45015"/>
                </a:lnTo>
                <a:lnTo>
                  <a:pt x="10549" y="45015"/>
                </a:lnTo>
                <a:lnTo>
                  <a:pt x="10549" y="45015"/>
                </a:lnTo>
                <a:lnTo>
                  <a:pt x="10549" y="45015"/>
                </a:lnTo>
                <a:lnTo>
                  <a:pt x="10549" y="45015"/>
                </a:lnTo>
                <a:lnTo>
                  <a:pt x="10549" y="45015"/>
                </a:lnTo>
                <a:lnTo>
                  <a:pt x="10549" y="45015"/>
                </a:lnTo>
                <a:lnTo>
                  <a:pt x="10549" y="45015"/>
                </a:lnTo>
                <a:lnTo>
                  <a:pt x="10549" y="45015"/>
                </a:lnTo>
                <a:lnTo>
                  <a:pt x="10549" y="45015"/>
                </a:lnTo>
                <a:lnTo>
                  <a:pt x="10549" y="45015"/>
                </a:lnTo>
                <a:lnTo>
                  <a:pt x="10550" y="45015"/>
                </a:lnTo>
                <a:lnTo>
                  <a:pt x="10550" y="45015"/>
                </a:lnTo>
                <a:lnTo>
                  <a:pt x="10550" y="45015"/>
                </a:lnTo>
                <a:lnTo>
                  <a:pt x="10550" y="45015"/>
                </a:lnTo>
                <a:lnTo>
                  <a:pt x="10550" y="45015"/>
                </a:lnTo>
                <a:lnTo>
                  <a:pt x="10550" y="45015"/>
                </a:lnTo>
                <a:lnTo>
                  <a:pt x="10550" y="45015"/>
                </a:lnTo>
                <a:lnTo>
                  <a:pt x="10550" y="45015"/>
                </a:lnTo>
                <a:lnTo>
                  <a:pt x="10550" y="45015"/>
                </a:lnTo>
                <a:lnTo>
                  <a:pt x="10550" y="45015"/>
                </a:lnTo>
                <a:lnTo>
                  <a:pt x="10550" y="45015"/>
                </a:lnTo>
                <a:lnTo>
                  <a:pt x="10550" y="45015"/>
                </a:lnTo>
                <a:lnTo>
                  <a:pt x="10550" y="45015"/>
                </a:lnTo>
                <a:lnTo>
                  <a:pt x="10550" y="45015"/>
                </a:lnTo>
                <a:lnTo>
                  <a:pt x="10550" y="45015"/>
                </a:lnTo>
                <a:lnTo>
                  <a:pt x="10550" y="45015"/>
                </a:lnTo>
                <a:lnTo>
                  <a:pt x="10550" y="45015"/>
                </a:lnTo>
                <a:lnTo>
                  <a:pt x="10550" y="45015"/>
                </a:lnTo>
                <a:lnTo>
                  <a:pt x="10550" y="45015"/>
                </a:lnTo>
                <a:lnTo>
                  <a:pt x="10551" y="45015"/>
                </a:lnTo>
                <a:lnTo>
                  <a:pt x="10551" y="45015"/>
                </a:lnTo>
                <a:lnTo>
                  <a:pt x="10551" y="45015"/>
                </a:lnTo>
                <a:lnTo>
                  <a:pt x="10551" y="45015"/>
                </a:lnTo>
                <a:lnTo>
                  <a:pt x="10551" y="45015"/>
                </a:lnTo>
                <a:lnTo>
                  <a:pt x="10551" y="45015"/>
                </a:lnTo>
                <a:lnTo>
                  <a:pt x="10551" y="45015"/>
                </a:lnTo>
                <a:lnTo>
                  <a:pt x="10551" y="45015"/>
                </a:lnTo>
                <a:lnTo>
                  <a:pt x="10551" y="45015"/>
                </a:lnTo>
                <a:lnTo>
                  <a:pt x="10551" y="45015"/>
                </a:lnTo>
                <a:lnTo>
                  <a:pt x="10551" y="45015"/>
                </a:lnTo>
                <a:lnTo>
                  <a:pt x="10551" y="45015"/>
                </a:lnTo>
                <a:lnTo>
                  <a:pt x="10551" y="45015"/>
                </a:lnTo>
                <a:lnTo>
                  <a:pt x="10551" y="45015"/>
                </a:lnTo>
                <a:lnTo>
                  <a:pt x="10551" y="45015"/>
                </a:lnTo>
                <a:lnTo>
                  <a:pt x="10551" y="45015"/>
                </a:lnTo>
                <a:lnTo>
                  <a:pt x="10551" y="45015"/>
                </a:lnTo>
                <a:lnTo>
                  <a:pt x="10551" y="45015"/>
                </a:lnTo>
                <a:lnTo>
                  <a:pt x="10552" y="45015"/>
                </a:lnTo>
                <a:lnTo>
                  <a:pt x="10552" y="45015"/>
                </a:lnTo>
                <a:lnTo>
                  <a:pt x="10552" y="45015"/>
                </a:lnTo>
                <a:lnTo>
                  <a:pt x="10552" y="45015"/>
                </a:lnTo>
                <a:lnTo>
                  <a:pt x="10552" y="45015"/>
                </a:lnTo>
                <a:lnTo>
                  <a:pt x="10552" y="45015"/>
                </a:lnTo>
                <a:lnTo>
                  <a:pt x="10552" y="45015"/>
                </a:lnTo>
                <a:lnTo>
                  <a:pt x="10552" y="45015"/>
                </a:lnTo>
                <a:lnTo>
                  <a:pt x="10552" y="45015"/>
                </a:lnTo>
                <a:lnTo>
                  <a:pt x="10552" y="45015"/>
                </a:lnTo>
                <a:lnTo>
                  <a:pt x="10552" y="45015"/>
                </a:lnTo>
                <a:lnTo>
                  <a:pt x="10552" y="45015"/>
                </a:lnTo>
                <a:lnTo>
                  <a:pt x="10552" y="45015"/>
                </a:lnTo>
                <a:lnTo>
                  <a:pt x="10552" y="45015"/>
                </a:lnTo>
                <a:lnTo>
                  <a:pt x="10552" y="45015"/>
                </a:lnTo>
                <a:lnTo>
                  <a:pt x="10552" y="45015"/>
                </a:lnTo>
                <a:lnTo>
                  <a:pt x="10552" y="45015"/>
                </a:lnTo>
                <a:lnTo>
                  <a:pt x="10552" y="45015"/>
                </a:lnTo>
                <a:lnTo>
                  <a:pt x="10553" y="45015"/>
                </a:lnTo>
                <a:lnTo>
                  <a:pt x="10553" y="45015"/>
                </a:lnTo>
                <a:lnTo>
                  <a:pt x="10553" y="45015"/>
                </a:lnTo>
                <a:lnTo>
                  <a:pt x="10553" y="45015"/>
                </a:lnTo>
                <a:lnTo>
                  <a:pt x="10553" y="45015"/>
                </a:lnTo>
                <a:lnTo>
                  <a:pt x="10553" y="45015"/>
                </a:lnTo>
                <a:lnTo>
                  <a:pt x="10553" y="45015"/>
                </a:lnTo>
                <a:lnTo>
                  <a:pt x="10553" y="45015"/>
                </a:lnTo>
                <a:lnTo>
                  <a:pt x="10553" y="45015"/>
                </a:lnTo>
                <a:lnTo>
                  <a:pt x="10553" y="45015"/>
                </a:lnTo>
                <a:lnTo>
                  <a:pt x="10553" y="45015"/>
                </a:lnTo>
                <a:lnTo>
                  <a:pt x="10553" y="45015"/>
                </a:lnTo>
                <a:lnTo>
                  <a:pt x="10553" y="45015"/>
                </a:lnTo>
                <a:lnTo>
                  <a:pt x="10553" y="45015"/>
                </a:lnTo>
                <a:lnTo>
                  <a:pt x="10553" y="45015"/>
                </a:lnTo>
                <a:lnTo>
                  <a:pt x="10553" y="45015"/>
                </a:lnTo>
                <a:lnTo>
                  <a:pt x="10553" y="45015"/>
                </a:lnTo>
                <a:lnTo>
                  <a:pt x="10553" y="45015"/>
                </a:lnTo>
                <a:lnTo>
                  <a:pt x="10554" y="45015"/>
                </a:lnTo>
                <a:lnTo>
                  <a:pt x="10554" y="45015"/>
                </a:lnTo>
                <a:lnTo>
                  <a:pt x="10554" y="45015"/>
                </a:lnTo>
                <a:lnTo>
                  <a:pt x="10554" y="45015"/>
                </a:lnTo>
                <a:lnTo>
                  <a:pt x="10554" y="45015"/>
                </a:lnTo>
                <a:lnTo>
                  <a:pt x="10554" y="45015"/>
                </a:lnTo>
                <a:lnTo>
                  <a:pt x="10554" y="45015"/>
                </a:lnTo>
                <a:lnTo>
                  <a:pt x="10554" y="45015"/>
                </a:lnTo>
                <a:lnTo>
                  <a:pt x="10554" y="45015"/>
                </a:lnTo>
                <a:lnTo>
                  <a:pt x="10554" y="45015"/>
                </a:lnTo>
                <a:lnTo>
                  <a:pt x="10554" y="45015"/>
                </a:lnTo>
                <a:lnTo>
                  <a:pt x="10554" y="45015"/>
                </a:lnTo>
                <a:lnTo>
                  <a:pt x="10554" y="45015"/>
                </a:lnTo>
                <a:lnTo>
                  <a:pt x="10554" y="45015"/>
                </a:lnTo>
                <a:lnTo>
                  <a:pt x="10554" y="45015"/>
                </a:lnTo>
                <a:lnTo>
                  <a:pt x="10554" y="45015"/>
                </a:lnTo>
                <a:lnTo>
                  <a:pt x="10554" y="45015"/>
                </a:lnTo>
                <a:lnTo>
                  <a:pt x="10554" y="45015"/>
                </a:lnTo>
                <a:lnTo>
                  <a:pt x="10554" y="45015"/>
                </a:lnTo>
                <a:lnTo>
                  <a:pt x="10555" y="45015"/>
                </a:lnTo>
                <a:lnTo>
                  <a:pt x="10555" y="45015"/>
                </a:lnTo>
                <a:lnTo>
                  <a:pt x="10555" y="45015"/>
                </a:lnTo>
                <a:lnTo>
                  <a:pt x="10555" y="45015"/>
                </a:lnTo>
                <a:lnTo>
                  <a:pt x="10555" y="45015"/>
                </a:lnTo>
                <a:lnTo>
                  <a:pt x="10555" y="45015"/>
                </a:lnTo>
                <a:lnTo>
                  <a:pt x="10555" y="45015"/>
                </a:lnTo>
                <a:lnTo>
                  <a:pt x="10555" y="45015"/>
                </a:lnTo>
                <a:lnTo>
                  <a:pt x="10555" y="45015"/>
                </a:lnTo>
                <a:lnTo>
                  <a:pt x="10555" y="45015"/>
                </a:lnTo>
                <a:lnTo>
                  <a:pt x="10555" y="45015"/>
                </a:lnTo>
                <a:lnTo>
                  <a:pt x="10555" y="45015"/>
                </a:lnTo>
                <a:lnTo>
                  <a:pt x="10555" y="45015"/>
                </a:lnTo>
                <a:lnTo>
                  <a:pt x="10555" y="45015"/>
                </a:lnTo>
                <a:lnTo>
                  <a:pt x="10555" y="45015"/>
                </a:lnTo>
                <a:lnTo>
                  <a:pt x="10555" y="45015"/>
                </a:lnTo>
                <a:lnTo>
                  <a:pt x="10555" y="45015"/>
                </a:lnTo>
                <a:lnTo>
                  <a:pt x="10555" y="45015"/>
                </a:lnTo>
                <a:lnTo>
                  <a:pt x="10556" y="45015"/>
                </a:lnTo>
                <a:lnTo>
                  <a:pt x="10556" y="45015"/>
                </a:lnTo>
                <a:lnTo>
                  <a:pt x="10556" y="45015"/>
                </a:lnTo>
                <a:lnTo>
                  <a:pt x="10556" y="45015"/>
                </a:lnTo>
                <a:lnTo>
                  <a:pt x="10556" y="45015"/>
                </a:lnTo>
                <a:lnTo>
                  <a:pt x="10556" y="45015"/>
                </a:lnTo>
                <a:lnTo>
                  <a:pt x="10556" y="45015"/>
                </a:lnTo>
                <a:lnTo>
                  <a:pt x="10556" y="45015"/>
                </a:lnTo>
                <a:lnTo>
                  <a:pt x="10556" y="45015"/>
                </a:lnTo>
                <a:lnTo>
                  <a:pt x="10556" y="45015"/>
                </a:lnTo>
                <a:lnTo>
                  <a:pt x="10556" y="45015"/>
                </a:lnTo>
                <a:lnTo>
                  <a:pt x="10556" y="45015"/>
                </a:lnTo>
                <a:lnTo>
                  <a:pt x="10556" y="45015"/>
                </a:lnTo>
                <a:lnTo>
                  <a:pt x="10556" y="45015"/>
                </a:lnTo>
                <a:lnTo>
                  <a:pt x="10556" y="45015"/>
                </a:lnTo>
                <a:lnTo>
                  <a:pt x="10556" y="45015"/>
                </a:lnTo>
                <a:lnTo>
                  <a:pt x="10556" y="45015"/>
                </a:lnTo>
                <a:lnTo>
                  <a:pt x="10556" y="45015"/>
                </a:lnTo>
                <a:lnTo>
                  <a:pt x="10557" y="45015"/>
                </a:lnTo>
                <a:lnTo>
                  <a:pt x="10557" y="45015"/>
                </a:lnTo>
                <a:lnTo>
                  <a:pt x="10557" y="45015"/>
                </a:lnTo>
                <a:lnTo>
                  <a:pt x="10557" y="45015"/>
                </a:lnTo>
                <a:lnTo>
                  <a:pt x="10557" y="45015"/>
                </a:lnTo>
                <a:lnTo>
                  <a:pt x="10557" y="45015"/>
                </a:lnTo>
                <a:lnTo>
                  <a:pt x="10557" y="45015"/>
                </a:lnTo>
                <a:lnTo>
                  <a:pt x="10557" y="45015"/>
                </a:lnTo>
                <a:lnTo>
                  <a:pt x="10557" y="45015"/>
                </a:lnTo>
                <a:lnTo>
                  <a:pt x="10557" y="45015"/>
                </a:lnTo>
                <a:lnTo>
                  <a:pt x="10557" y="45015"/>
                </a:lnTo>
                <a:lnTo>
                  <a:pt x="10557" y="45015"/>
                </a:lnTo>
                <a:lnTo>
                  <a:pt x="10557" y="45015"/>
                </a:lnTo>
                <a:lnTo>
                  <a:pt x="10557" y="45015"/>
                </a:lnTo>
                <a:lnTo>
                  <a:pt x="10557" y="45015"/>
                </a:lnTo>
                <a:lnTo>
                  <a:pt x="10557" y="45015"/>
                </a:lnTo>
                <a:lnTo>
                  <a:pt x="10557" y="45015"/>
                </a:lnTo>
                <a:lnTo>
                  <a:pt x="10557" y="45015"/>
                </a:lnTo>
                <a:lnTo>
                  <a:pt x="10557" y="45015"/>
                </a:lnTo>
                <a:lnTo>
                  <a:pt x="10558" y="45015"/>
                </a:lnTo>
                <a:lnTo>
                  <a:pt x="10558" y="45015"/>
                </a:lnTo>
                <a:lnTo>
                  <a:pt x="10558" y="45015"/>
                </a:lnTo>
                <a:lnTo>
                  <a:pt x="10558" y="45015"/>
                </a:lnTo>
                <a:lnTo>
                  <a:pt x="10558" y="45015"/>
                </a:lnTo>
                <a:lnTo>
                  <a:pt x="10558" y="45015"/>
                </a:lnTo>
                <a:lnTo>
                  <a:pt x="10558" y="45015"/>
                </a:lnTo>
                <a:lnTo>
                  <a:pt x="10558" y="45015"/>
                </a:lnTo>
                <a:lnTo>
                  <a:pt x="10558" y="45015"/>
                </a:lnTo>
                <a:lnTo>
                  <a:pt x="10558" y="45015"/>
                </a:lnTo>
                <a:lnTo>
                  <a:pt x="10558" y="45015"/>
                </a:lnTo>
                <a:lnTo>
                  <a:pt x="10558" y="45015"/>
                </a:lnTo>
                <a:lnTo>
                  <a:pt x="10558" y="45015"/>
                </a:lnTo>
                <a:lnTo>
                  <a:pt x="10558" y="45015"/>
                </a:lnTo>
                <a:lnTo>
                  <a:pt x="10558" y="45015"/>
                </a:lnTo>
                <a:lnTo>
                  <a:pt x="10558" y="45015"/>
                </a:lnTo>
                <a:lnTo>
                  <a:pt x="10558" y="45015"/>
                </a:lnTo>
                <a:lnTo>
                  <a:pt x="10558" y="45015"/>
                </a:lnTo>
                <a:lnTo>
                  <a:pt x="10559" y="45015"/>
                </a:lnTo>
                <a:lnTo>
                  <a:pt x="10559" y="45015"/>
                </a:lnTo>
                <a:lnTo>
                  <a:pt x="10559" y="45015"/>
                </a:lnTo>
                <a:lnTo>
                  <a:pt x="10559" y="45015"/>
                </a:lnTo>
                <a:lnTo>
                  <a:pt x="10559" y="45015"/>
                </a:lnTo>
                <a:lnTo>
                  <a:pt x="10559" y="45015"/>
                </a:lnTo>
                <a:lnTo>
                  <a:pt x="10559" y="45015"/>
                </a:lnTo>
                <a:lnTo>
                  <a:pt x="10559" y="45015"/>
                </a:lnTo>
                <a:lnTo>
                  <a:pt x="10559" y="45015"/>
                </a:lnTo>
                <a:lnTo>
                  <a:pt x="10559" y="45015"/>
                </a:lnTo>
                <a:lnTo>
                  <a:pt x="10559" y="45015"/>
                </a:lnTo>
                <a:lnTo>
                  <a:pt x="10559" y="45015"/>
                </a:lnTo>
                <a:lnTo>
                  <a:pt x="10559" y="45015"/>
                </a:lnTo>
                <a:lnTo>
                  <a:pt x="10559" y="45015"/>
                </a:lnTo>
                <a:lnTo>
                  <a:pt x="10559" y="45015"/>
                </a:lnTo>
                <a:lnTo>
                  <a:pt x="10559" y="45015"/>
                </a:lnTo>
                <a:lnTo>
                  <a:pt x="10559" y="45015"/>
                </a:lnTo>
                <a:lnTo>
                  <a:pt x="10559" y="45015"/>
                </a:lnTo>
                <a:lnTo>
                  <a:pt x="10559" y="45015"/>
                </a:lnTo>
                <a:lnTo>
                  <a:pt x="10560" y="45015"/>
                </a:lnTo>
                <a:lnTo>
                  <a:pt x="10560" y="45015"/>
                </a:lnTo>
                <a:lnTo>
                  <a:pt x="10560" y="45015"/>
                </a:lnTo>
                <a:lnTo>
                  <a:pt x="10560" y="45015"/>
                </a:lnTo>
                <a:lnTo>
                  <a:pt x="10560" y="45015"/>
                </a:lnTo>
                <a:lnTo>
                  <a:pt x="10560" y="45015"/>
                </a:lnTo>
                <a:lnTo>
                  <a:pt x="10560" y="45015"/>
                </a:lnTo>
                <a:lnTo>
                  <a:pt x="10560" y="45015"/>
                </a:lnTo>
                <a:lnTo>
                  <a:pt x="10560" y="45015"/>
                </a:lnTo>
                <a:lnTo>
                  <a:pt x="10560" y="45015"/>
                </a:lnTo>
                <a:lnTo>
                  <a:pt x="10560" y="45015"/>
                </a:lnTo>
                <a:lnTo>
                  <a:pt x="10560" y="45015"/>
                </a:lnTo>
                <a:lnTo>
                  <a:pt x="10560" y="45015"/>
                </a:lnTo>
                <a:lnTo>
                  <a:pt x="10560" y="45015"/>
                </a:lnTo>
                <a:lnTo>
                  <a:pt x="10560" y="45015"/>
                </a:lnTo>
                <a:lnTo>
                  <a:pt x="10560" y="45015"/>
                </a:lnTo>
                <a:lnTo>
                  <a:pt x="10560" y="45015"/>
                </a:lnTo>
                <a:lnTo>
                  <a:pt x="10560" y="45015"/>
                </a:lnTo>
                <a:lnTo>
                  <a:pt x="10561" y="45015"/>
                </a:lnTo>
                <a:lnTo>
                  <a:pt x="10561" y="45015"/>
                </a:lnTo>
                <a:lnTo>
                  <a:pt x="10561" y="45015"/>
                </a:lnTo>
                <a:lnTo>
                  <a:pt x="10561" y="45015"/>
                </a:lnTo>
                <a:lnTo>
                  <a:pt x="10561" y="45015"/>
                </a:lnTo>
                <a:lnTo>
                  <a:pt x="10561" y="45015"/>
                </a:lnTo>
                <a:lnTo>
                  <a:pt x="10561" y="45015"/>
                </a:lnTo>
                <a:lnTo>
                  <a:pt x="10561" y="45015"/>
                </a:lnTo>
                <a:lnTo>
                  <a:pt x="10561" y="45015"/>
                </a:lnTo>
                <a:lnTo>
                  <a:pt x="10561" y="45015"/>
                </a:lnTo>
                <a:lnTo>
                  <a:pt x="10561" y="45015"/>
                </a:lnTo>
                <a:lnTo>
                  <a:pt x="10561" y="45015"/>
                </a:lnTo>
                <a:lnTo>
                  <a:pt x="10561" y="45015"/>
                </a:lnTo>
                <a:lnTo>
                  <a:pt x="10561" y="45015"/>
                </a:lnTo>
                <a:lnTo>
                  <a:pt x="10561" y="45015"/>
                </a:lnTo>
                <a:lnTo>
                  <a:pt x="10561" y="45015"/>
                </a:lnTo>
                <a:lnTo>
                  <a:pt x="10561" y="45015"/>
                </a:lnTo>
                <a:lnTo>
                  <a:pt x="10561" y="45015"/>
                </a:lnTo>
                <a:lnTo>
                  <a:pt x="10561" y="45015"/>
                </a:lnTo>
                <a:lnTo>
                  <a:pt x="10562" y="45015"/>
                </a:lnTo>
                <a:lnTo>
                  <a:pt x="10562" y="45015"/>
                </a:lnTo>
                <a:lnTo>
                  <a:pt x="10562" y="45015"/>
                </a:lnTo>
                <a:lnTo>
                  <a:pt x="10562" y="45015"/>
                </a:lnTo>
                <a:lnTo>
                  <a:pt x="10562" y="45015"/>
                </a:lnTo>
                <a:lnTo>
                  <a:pt x="10562" y="45015"/>
                </a:lnTo>
                <a:lnTo>
                  <a:pt x="10562" y="45015"/>
                </a:lnTo>
                <a:lnTo>
                  <a:pt x="10562" y="45015"/>
                </a:lnTo>
                <a:lnTo>
                  <a:pt x="10562" y="45015"/>
                </a:lnTo>
                <a:lnTo>
                  <a:pt x="10562" y="45015"/>
                </a:lnTo>
                <a:lnTo>
                  <a:pt x="10562" y="45015"/>
                </a:lnTo>
                <a:lnTo>
                  <a:pt x="10562" y="45015"/>
                </a:lnTo>
                <a:lnTo>
                  <a:pt x="10562" y="45015"/>
                </a:lnTo>
                <a:lnTo>
                  <a:pt x="10562" y="45015"/>
                </a:lnTo>
                <a:lnTo>
                  <a:pt x="10562" y="45015"/>
                </a:lnTo>
                <a:lnTo>
                  <a:pt x="10562" y="45015"/>
                </a:lnTo>
                <a:lnTo>
                  <a:pt x="10562" y="45015"/>
                </a:lnTo>
                <a:lnTo>
                  <a:pt x="10562" y="45015"/>
                </a:lnTo>
                <a:lnTo>
                  <a:pt x="10562" y="45015"/>
                </a:lnTo>
                <a:lnTo>
                  <a:pt x="10563" y="45015"/>
                </a:lnTo>
                <a:lnTo>
                  <a:pt x="10563" y="45015"/>
                </a:lnTo>
                <a:lnTo>
                  <a:pt x="10563" y="45015"/>
                </a:lnTo>
                <a:lnTo>
                  <a:pt x="10563" y="45015"/>
                </a:lnTo>
                <a:lnTo>
                  <a:pt x="10563" y="45015"/>
                </a:lnTo>
                <a:lnTo>
                  <a:pt x="10563" y="45015"/>
                </a:lnTo>
                <a:lnTo>
                  <a:pt x="10563" y="45015"/>
                </a:lnTo>
                <a:lnTo>
                  <a:pt x="10563" y="45015"/>
                </a:lnTo>
                <a:lnTo>
                  <a:pt x="10563" y="45015"/>
                </a:lnTo>
                <a:lnTo>
                  <a:pt x="10563" y="45015"/>
                </a:lnTo>
                <a:lnTo>
                  <a:pt x="10563" y="45015"/>
                </a:lnTo>
                <a:lnTo>
                  <a:pt x="10563" y="45015"/>
                </a:lnTo>
                <a:lnTo>
                  <a:pt x="10563" y="45015"/>
                </a:lnTo>
                <a:lnTo>
                  <a:pt x="10563" y="45015"/>
                </a:lnTo>
                <a:lnTo>
                  <a:pt x="10563" y="45015"/>
                </a:lnTo>
                <a:lnTo>
                  <a:pt x="10563" y="45015"/>
                </a:lnTo>
                <a:lnTo>
                  <a:pt x="10563" y="45015"/>
                </a:lnTo>
                <a:lnTo>
                  <a:pt x="10563" y="45015"/>
                </a:lnTo>
                <a:lnTo>
                  <a:pt x="10564" y="45015"/>
                </a:lnTo>
                <a:lnTo>
                  <a:pt x="10564" y="45015"/>
                </a:lnTo>
                <a:lnTo>
                  <a:pt x="10564" y="45015"/>
                </a:lnTo>
                <a:lnTo>
                  <a:pt x="10564" y="45015"/>
                </a:lnTo>
                <a:lnTo>
                  <a:pt x="10564" y="45015"/>
                </a:lnTo>
                <a:lnTo>
                  <a:pt x="10564" y="45015"/>
                </a:lnTo>
                <a:lnTo>
                  <a:pt x="10564" y="45015"/>
                </a:lnTo>
                <a:lnTo>
                  <a:pt x="10564" y="45015"/>
                </a:lnTo>
                <a:lnTo>
                  <a:pt x="10564" y="45015"/>
                </a:lnTo>
                <a:lnTo>
                  <a:pt x="10564" y="45015"/>
                </a:lnTo>
                <a:lnTo>
                  <a:pt x="10564" y="45015"/>
                </a:lnTo>
                <a:lnTo>
                  <a:pt x="10564" y="45015"/>
                </a:lnTo>
                <a:lnTo>
                  <a:pt x="10564" y="45015"/>
                </a:lnTo>
                <a:lnTo>
                  <a:pt x="10564" y="45015"/>
                </a:lnTo>
                <a:lnTo>
                  <a:pt x="10564" y="45015"/>
                </a:lnTo>
                <a:lnTo>
                  <a:pt x="10564" y="45015"/>
                </a:lnTo>
                <a:lnTo>
                  <a:pt x="10564" y="45015"/>
                </a:lnTo>
                <a:lnTo>
                  <a:pt x="10564" y="45015"/>
                </a:lnTo>
                <a:lnTo>
                  <a:pt x="10564" y="45015"/>
                </a:lnTo>
                <a:lnTo>
                  <a:pt x="10565" y="45015"/>
                </a:lnTo>
                <a:lnTo>
                  <a:pt x="10565" y="45015"/>
                </a:lnTo>
                <a:lnTo>
                  <a:pt x="10565" y="45015"/>
                </a:lnTo>
                <a:lnTo>
                  <a:pt x="10565" y="45015"/>
                </a:lnTo>
                <a:lnTo>
                  <a:pt x="10565" y="45015"/>
                </a:lnTo>
                <a:lnTo>
                  <a:pt x="10565" y="45015"/>
                </a:lnTo>
                <a:lnTo>
                  <a:pt x="10565" y="45015"/>
                </a:lnTo>
                <a:lnTo>
                  <a:pt x="10565" y="45015"/>
                </a:lnTo>
                <a:lnTo>
                  <a:pt x="10565" y="45015"/>
                </a:lnTo>
                <a:lnTo>
                  <a:pt x="10565" y="45015"/>
                </a:lnTo>
                <a:lnTo>
                  <a:pt x="10565" y="45015"/>
                </a:lnTo>
                <a:lnTo>
                  <a:pt x="10565" y="45015"/>
                </a:lnTo>
                <a:lnTo>
                  <a:pt x="10565" y="45015"/>
                </a:lnTo>
                <a:lnTo>
                  <a:pt x="10565" y="45015"/>
                </a:lnTo>
                <a:lnTo>
                  <a:pt x="10565" y="45015"/>
                </a:lnTo>
                <a:lnTo>
                  <a:pt x="10565" y="45015"/>
                </a:lnTo>
                <a:lnTo>
                  <a:pt x="10565" y="45015"/>
                </a:lnTo>
                <a:lnTo>
                  <a:pt x="10565" y="45015"/>
                </a:lnTo>
                <a:lnTo>
                  <a:pt x="10565" y="45015"/>
                </a:lnTo>
                <a:lnTo>
                  <a:pt x="10566" y="45015"/>
                </a:lnTo>
                <a:lnTo>
                  <a:pt x="10566" y="45015"/>
                </a:lnTo>
                <a:lnTo>
                  <a:pt x="10566" y="45015"/>
                </a:lnTo>
                <a:lnTo>
                  <a:pt x="10566" y="45015"/>
                </a:lnTo>
                <a:lnTo>
                  <a:pt x="10566" y="45015"/>
                </a:lnTo>
                <a:lnTo>
                  <a:pt x="10566" y="45015"/>
                </a:lnTo>
                <a:lnTo>
                  <a:pt x="10566" y="45015"/>
                </a:lnTo>
                <a:lnTo>
                  <a:pt x="10566" y="45015"/>
                </a:lnTo>
                <a:lnTo>
                  <a:pt x="10566" y="45015"/>
                </a:lnTo>
                <a:lnTo>
                  <a:pt x="10566" y="45015"/>
                </a:lnTo>
                <a:lnTo>
                  <a:pt x="10566" y="45015"/>
                </a:lnTo>
                <a:lnTo>
                  <a:pt x="10566" y="45015"/>
                </a:lnTo>
                <a:lnTo>
                  <a:pt x="10566" y="45015"/>
                </a:lnTo>
                <a:lnTo>
                  <a:pt x="10566" y="45015"/>
                </a:lnTo>
                <a:lnTo>
                  <a:pt x="10566" y="45015"/>
                </a:lnTo>
                <a:lnTo>
                  <a:pt x="10566" y="45015"/>
                </a:lnTo>
                <a:lnTo>
                  <a:pt x="10566" y="45015"/>
                </a:lnTo>
                <a:lnTo>
                  <a:pt x="10566" y="45015"/>
                </a:lnTo>
                <a:lnTo>
                  <a:pt x="10566" y="45015"/>
                </a:lnTo>
                <a:lnTo>
                  <a:pt x="10567" y="45015"/>
                </a:lnTo>
                <a:lnTo>
                  <a:pt x="10567" y="45015"/>
                </a:lnTo>
                <a:lnTo>
                  <a:pt x="10567" y="45015"/>
                </a:lnTo>
                <a:lnTo>
                  <a:pt x="10567" y="45015"/>
                </a:lnTo>
                <a:lnTo>
                  <a:pt x="10567" y="45015"/>
                </a:lnTo>
                <a:lnTo>
                  <a:pt x="10567" y="45015"/>
                </a:lnTo>
                <a:lnTo>
                  <a:pt x="10567" y="45015"/>
                </a:lnTo>
                <a:lnTo>
                  <a:pt x="10567" y="45015"/>
                </a:lnTo>
                <a:lnTo>
                  <a:pt x="10567" y="45015"/>
                </a:lnTo>
                <a:lnTo>
                  <a:pt x="10567" y="45015"/>
                </a:lnTo>
                <a:lnTo>
                  <a:pt x="10567" y="45015"/>
                </a:lnTo>
                <a:lnTo>
                  <a:pt x="10567" y="45015"/>
                </a:lnTo>
                <a:lnTo>
                  <a:pt x="10567" y="45015"/>
                </a:lnTo>
                <a:lnTo>
                  <a:pt x="10567" y="45015"/>
                </a:lnTo>
                <a:lnTo>
                  <a:pt x="10567" y="45015"/>
                </a:lnTo>
                <a:lnTo>
                  <a:pt x="10567" y="45015"/>
                </a:lnTo>
                <a:lnTo>
                  <a:pt x="10567" y="45015"/>
                </a:lnTo>
                <a:lnTo>
                  <a:pt x="10567" y="45015"/>
                </a:lnTo>
                <a:lnTo>
                  <a:pt x="10567" y="45015"/>
                </a:lnTo>
                <a:lnTo>
                  <a:pt x="10568" y="45015"/>
                </a:lnTo>
                <a:lnTo>
                  <a:pt x="10568" y="45015"/>
                </a:lnTo>
                <a:lnTo>
                  <a:pt x="10568" y="45015"/>
                </a:lnTo>
                <a:lnTo>
                  <a:pt x="10568" y="45015"/>
                </a:lnTo>
                <a:lnTo>
                  <a:pt x="10568" y="45015"/>
                </a:lnTo>
                <a:lnTo>
                  <a:pt x="10568" y="45015"/>
                </a:lnTo>
                <a:lnTo>
                  <a:pt x="10568" y="45015"/>
                </a:lnTo>
                <a:lnTo>
                  <a:pt x="10568" y="45015"/>
                </a:lnTo>
                <a:lnTo>
                  <a:pt x="10568" y="45015"/>
                </a:lnTo>
                <a:lnTo>
                  <a:pt x="10568" y="45015"/>
                </a:lnTo>
                <a:lnTo>
                  <a:pt x="10568" y="45015"/>
                </a:lnTo>
                <a:lnTo>
                  <a:pt x="10568" y="45015"/>
                </a:lnTo>
                <a:lnTo>
                  <a:pt x="10568" y="45015"/>
                </a:lnTo>
                <a:lnTo>
                  <a:pt x="10568" y="45015"/>
                </a:lnTo>
                <a:lnTo>
                  <a:pt x="10568" y="45015"/>
                </a:lnTo>
                <a:lnTo>
                  <a:pt x="10568" y="45015"/>
                </a:lnTo>
                <a:lnTo>
                  <a:pt x="10568" y="45015"/>
                </a:lnTo>
                <a:lnTo>
                  <a:pt x="10568" y="45015"/>
                </a:lnTo>
                <a:lnTo>
                  <a:pt x="10568" y="45015"/>
                </a:lnTo>
                <a:lnTo>
                  <a:pt x="10569" y="45015"/>
                </a:lnTo>
                <a:lnTo>
                  <a:pt x="10569" y="45015"/>
                </a:lnTo>
                <a:lnTo>
                  <a:pt x="10569" y="45015"/>
                </a:lnTo>
                <a:lnTo>
                  <a:pt x="10569" y="45015"/>
                </a:lnTo>
                <a:lnTo>
                  <a:pt x="10569" y="45015"/>
                </a:lnTo>
                <a:lnTo>
                  <a:pt x="10569" y="45015"/>
                </a:lnTo>
                <a:lnTo>
                  <a:pt x="10569" y="45015"/>
                </a:lnTo>
                <a:lnTo>
                  <a:pt x="10569" y="45015"/>
                </a:lnTo>
                <a:lnTo>
                  <a:pt x="10569" y="45015"/>
                </a:lnTo>
                <a:lnTo>
                  <a:pt x="10569" y="45015"/>
                </a:lnTo>
                <a:lnTo>
                  <a:pt x="10569" y="45015"/>
                </a:lnTo>
                <a:lnTo>
                  <a:pt x="10569" y="45015"/>
                </a:lnTo>
                <a:lnTo>
                  <a:pt x="10569" y="45015"/>
                </a:lnTo>
                <a:lnTo>
                  <a:pt x="10569" y="45015"/>
                </a:lnTo>
                <a:lnTo>
                  <a:pt x="10569" y="45015"/>
                </a:lnTo>
                <a:lnTo>
                  <a:pt x="10569" y="45015"/>
                </a:lnTo>
                <a:lnTo>
                  <a:pt x="10569" y="45015"/>
                </a:lnTo>
                <a:lnTo>
                  <a:pt x="10569" y="45015"/>
                </a:lnTo>
                <a:lnTo>
                  <a:pt x="10570" y="45015"/>
                </a:lnTo>
                <a:lnTo>
                  <a:pt x="10570" y="45015"/>
                </a:lnTo>
                <a:lnTo>
                  <a:pt x="10570" y="45015"/>
                </a:lnTo>
                <a:lnTo>
                  <a:pt x="10570" y="45015"/>
                </a:lnTo>
                <a:lnTo>
                  <a:pt x="10570" y="45015"/>
                </a:lnTo>
                <a:lnTo>
                  <a:pt x="10570" y="45015"/>
                </a:lnTo>
                <a:lnTo>
                  <a:pt x="10570" y="45015"/>
                </a:lnTo>
                <a:lnTo>
                  <a:pt x="10570" y="45015"/>
                </a:lnTo>
                <a:lnTo>
                  <a:pt x="10570" y="45015"/>
                </a:lnTo>
                <a:lnTo>
                  <a:pt x="10570" y="45015"/>
                </a:lnTo>
                <a:lnTo>
                  <a:pt x="10570" y="45015"/>
                </a:lnTo>
                <a:lnTo>
                  <a:pt x="10570" y="45015"/>
                </a:lnTo>
                <a:lnTo>
                  <a:pt x="10570" y="45015"/>
                </a:lnTo>
                <a:lnTo>
                  <a:pt x="10570" y="45015"/>
                </a:lnTo>
                <a:lnTo>
                  <a:pt x="10570" y="45015"/>
                </a:lnTo>
                <a:lnTo>
                  <a:pt x="10570" y="45015"/>
                </a:lnTo>
                <a:lnTo>
                  <a:pt x="10570" y="45015"/>
                </a:lnTo>
                <a:lnTo>
                  <a:pt x="10570" y="45015"/>
                </a:lnTo>
                <a:lnTo>
                  <a:pt x="10570" y="45015"/>
                </a:lnTo>
                <a:lnTo>
                  <a:pt x="10571" y="45015"/>
                </a:lnTo>
                <a:lnTo>
                  <a:pt x="10571" y="45015"/>
                </a:lnTo>
                <a:lnTo>
                  <a:pt x="10571" y="45015"/>
                </a:lnTo>
                <a:lnTo>
                  <a:pt x="10571" y="45015"/>
                </a:lnTo>
                <a:lnTo>
                  <a:pt x="10571" y="45015"/>
                </a:lnTo>
                <a:lnTo>
                  <a:pt x="10571" y="45015"/>
                </a:lnTo>
                <a:lnTo>
                  <a:pt x="10571" y="45015"/>
                </a:lnTo>
                <a:lnTo>
                  <a:pt x="10571" y="45015"/>
                </a:lnTo>
                <a:lnTo>
                  <a:pt x="10571" y="45015"/>
                </a:lnTo>
                <a:lnTo>
                  <a:pt x="10571" y="45015"/>
                </a:lnTo>
                <a:lnTo>
                  <a:pt x="10571" y="45015"/>
                </a:lnTo>
                <a:lnTo>
                  <a:pt x="10571" y="45015"/>
                </a:lnTo>
                <a:lnTo>
                  <a:pt x="10571" y="45015"/>
                </a:lnTo>
                <a:lnTo>
                  <a:pt x="10571" y="45015"/>
                </a:lnTo>
                <a:lnTo>
                  <a:pt x="10571" y="45015"/>
                </a:lnTo>
                <a:lnTo>
                  <a:pt x="10571" y="45015"/>
                </a:lnTo>
                <a:lnTo>
                  <a:pt x="10571" y="45015"/>
                </a:lnTo>
                <a:lnTo>
                  <a:pt x="10571" y="45015"/>
                </a:lnTo>
                <a:lnTo>
                  <a:pt x="10571" y="45015"/>
                </a:lnTo>
                <a:lnTo>
                  <a:pt x="10571" y="45015"/>
                </a:lnTo>
                <a:lnTo>
                  <a:pt x="10572" y="45015"/>
                </a:lnTo>
                <a:lnTo>
                  <a:pt x="10572" y="45015"/>
                </a:lnTo>
                <a:lnTo>
                  <a:pt x="10572" y="45015"/>
                </a:lnTo>
                <a:lnTo>
                  <a:pt x="10572" y="45015"/>
                </a:lnTo>
                <a:lnTo>
                  <a:pt x="10572" y="45015"/>
                </a:lnTo>
                <a:lnTo>
                  <a:pt x="10572" y="45015"/>
                </a:lnTo>
                <a:lnTo>
                  <a:pt x="10572" y="45015"/>
                </a:lnTo>
                <a:lnTo>
                  <a:pt x="10572" y="45015"/>
                </a:lnTo>
                <a:lnTo>
                  <a:pt x="10572" y="45015"/>
                </a:lnTo>
                <a:lnTo>
                  <a:pt x="10572" y="45015"/>
                </a:lnTo>
                <a:lnTo>
                  <a:pt x="10572" y="45015"/>
                </a:lnTo>
                <a:lnTo>
                  <a:pt x="10572" y="45015"/>
                </a:lnTo>
                <a:lnTo>
                  <a:pt x="10572" y="45015"/>
                </a:lnTo>
                <a:lnTo>
                  <a:pt x="10572" y="45015"/>
                </a:lnTo>
                <a:lnTo>
                  <a:pt x="10572" y="45015"/>
                </a:lnTo>
                <a:lnTo>
                  <a:pt x="10572" y="45015"/>
                </a:lnTo>
                <a:lnTo>
                  <a:pt x="10572" y="45015"/>
                </a:lnTo>
                <a:lnTo>
                  <a:pt x="10572" y="45015"/>
                </a:lnTo>
                <a:lnTo>
                  <a:pt x="10572" y="45015"/>
                </a:lnTo>
                <a:lnTo>
                  <a:pt x="10573" y="45015"/>
                </a:lnTo>
                <a:lnTo>
                  <a:pt x="10573" y="45015"/>
                </a:lnTo>
                <a:lnTo>
                  <a:pt x="10573" y="45015"/>
                </a:lnTo>
                <a:lnTo>
                  <a:pt x="10573" y="45015"/>
                </a:lnTo>
                <a:lnTo>
                  <a:pt x="10573" y="45015"/>
                </a:lnTo>
                <a:lnTo>
                  <a:pt x="10573" y="45015"/>
                </a:lnTo>
                <a:lnTo>
                  <a:pt x="10573" y="45015"/>
                </a:lnTo>
                <a:lnTo>
                  <a:pt x="10573" y="45015"/>
                </a:lnTo>
                <a:lnTo>
                  <a:pt x="10573" y="45015"/>
                </a:lnTo>
                <a:lnTo>
                  <a:pt x="10573" y="45015"/>
                </a:lnTo>
                <a:lnTo>
                  <a:pt x="10573" y="45015"/>
                </a:lnTo>
                <a:lnTo>
                  <a:pt x="10573" y="45015"/>
                </a:lnTo>
                <a:lnTo>
                  <a:pt x="10573" y="45015"/>
                </a:lnTo>
                <a:lnTo>
                  <a:pt x="10573" y="45015"/>
                </a:lnTo>
                <a:lnTo>
                  <a:pt x="10573" y="45015"/>
                </a:lnTo>
                <a:lnTo>
                  <a:pt x="10573" y="45015"/>
                </a:lnTo>
                <a:lnTo>
                  <a:pt x="10573" y="45015"/>
                </a:lnTo>
                <a:lnTo>
                  <a:pt x="10573" y="45015"/>
                </a:lnTo>
                <a:lnTo>
                  <a:pt x="10573" y="45015"/>
                </a:lnTo>
                <a:lnTo>
                  <a:pt x="10574" y="45015"/>
                </a:lnTo>
                <a:lnTo>
                  <a:pt x="10574" y="45015"/>
                </a:lnTo>
                <a:lnTo>
                  <a:pt x="10574" y="45015"/>
                </a:lnTo>
                <a:lnTo>
                  <a:pt x="10574" y="45015"/>
                </a:lnTo>
                <a:lnTo>
                  <a:pt x="10574" y="45015"/>
                </a:lnTo>
                <a:lnTo>
                  <a:pt x="10574" y="45015"/>
                </a:lnTo>
                <a:lnTo>
                  <a:pt x="10574" y="45015"/>
                </a:lnTo>
                <a:lnTo>
                  <a:pt x="10574" y="45015"/>
                </a:lnTo>
                <a:lnTo>
                  <a:pt x="10574" y="45015"/>
                </a:lnTo>
                <a:lnTo>
                  <a:pt x="10574" y="45015"/>
                </a:lnTo>
                <a:lnTo>
                  <a:pt x="10574" y="45015"/>
                </a:lnTo>
                <a:lnTo>
                  <a:pt x="10574" y="45015"/>
                </a:lnTo>
                <a:lnTo>
                  <a:pt x="10574" y="45015"/>
                </a:lnTo>
                <a:lnTo>
                  <a:pt x="10574" y="45015"/>
                </a:lnTo>
                <a:lnTo>
                  <a:pt x="10574" y="45015"/>
                </a:lnTo>
                <a:lnTo>
                  <a:pt x="10574" y="45015"/>
                </a:lnTo>
                <a:lnTo>
                  <a:pt x="10574" y="45015"/>
                </a:lnTo>
                <a:lnTo>
                  <a:pt x="10574" y="45015"/>
                </a:lnTo>
                <a:lnTo>
                  <a:pt x="10574" y="45015"/>
                </a:lnTo>
                <a:lnTo>
                  <a:pt x="10575" y="45015"/>
                </a:lnTo>
                <a:lnTo>
                  <a:pt x="10575" y="45015"/>
                </a:lnTo>
                <a:lnTo>
                  <a:pt x="10575" y="45015"/>
                </a:lnTo>
                <a:lnTo>
                  <a:pt x="10575" y="45015"/>
                </a:lnTo>
                <a:lnTo>
                  <a:pt x="10575" y="45015"/>
                </a:lnTo>
                <a:lnTo>
                  <a:pt x="10575" y="45015"/>
                </a:lnTo>
                <a:lnTo>
                  <a:pt x="10575" y="45015"/>
                </a:lnTo>
                <a:lnTo>
                  <a:pt x="10575" y="45015"/>
                </a:lnTo>
                <a:lnTo>
                  <a:pt x="10575" y="45015"/>
                </a:lnTo>
                <a:lnTo>
                  <a:pt x="10575" y="45015"/>
                </a:lnTo>
                <a:lnTo>
                  <a:pt x="10575" y="45015"/>
                </a:lnTo>
                <a:lnTo>
                  <a:pt x="10575" y="45015"/>
                </a:lnTo>
                <a:lnTo>
                  <a:pt x="10575" y="45015"/>
                </a:lnTo>
                <a:lnTo>
                  <a:pt x="10575" y="45015"/>
                </a:lnTo>
                <a:lnTo>
                  <a:pt x="10575" y="45015"/>
                </a:lnTo>
                <a:lnTo>
                  <a:pt x="10575" y="45015"/>
                </a:lnTo>
                <a:lnTo>
                  <a:pt x="10575" y="45015"/>
                </a:lnTo>
                <a:lnTo>
                  <a:pt x="10575" y="45015"/>
                </a:lnTo>
                <a:lnTo>
                  <a:pt x="10575" y="45015"/>
                </a:lnTo>
                <a:lnTo>
                  <a:pt x="10576" y="45015"/>
                </a:lnTo>
                <a:lnTo>
                  <a:pt x="10576" y="45015"/>
                </a:lnTo>
                <a:lnTo>
                  <a:pt x="10576" y="45015"/>
                </a:lnTo>
                <a:lnTo>
                  <a:pt x="10576" y="45015"/>
                </a:lnTo>
                <a:lnTo>
                  <a:pt x="10576" y="45015"/>
                </a:lnTo>
                <a:lnTo>
                  <a:pt x="10576" y="45015"/>
                </a:lnTo>
                <a:lnTo>
                  <a:pt x="10576" y="45015"/>
                </a:lnTo>
                <a:lnTo>
                  <a:pt x="10576" y="45015"/>
                </a:lnTo>
                <a:lnTo>
                  <a:pt x="10576" y="45015"/>
                </a:lnTo>
                <a:lnTo>
                  <a:pt x="10576" y="45015"/>
                </a:lnTo>
                <a:lnTo>
                  <a:pt x="10576" y="45015"/>
                </a:lnTo>
                <a:lnTo>
                  <a:pt x="10576" y="45015"/>
                </a:lnTo>
                <a:lnTo>
                  <a:pt x="10576" y="45015"/>
                </a:lnTo>
                <a:lnTo>
                  <a:pt x="10576" y="45015"/>
                </a:lnTo>
                <a:lnTo>
                  <a:pt x="10576" y="45015"/>
                </a:lnTo>
                <a:lnTo>
                  <a:pt x="10576" y="45015"/>
                </a:lnTo>
                <a:lnTo>
                  <a:pt x="10576" y="45015"/>
                </a:lnTo>
                <a:lnTo>
                  <a:pt x="10576" y="45015"/>
                </a:lnTo>
                <a:lnTo>
                  <a:pt x="10576" y="45015"/>
                </a:lnTo>
                <a:lnTo>
                  <a:pt x="10577" y="45015"/>
                </a:lnTo>
                <a:lnTo>
                  <a:pt x="10577" y="45015"/>
                </a:lnTo>
                <a:lnTo>
                  <a:pt x="10577" y="45015"/>
                </a:lnTo>
                <a:lnTo>
                  <a:pt x="10577" y="45015"/>
                </a:lnTo>
                <a:lnTo>
                  <a:pt x="10577" y="45015"/>
                </a:lnTo>
                <a:lnTo>
                  <a:pt x="10577" y="45015"/>
                </a:lnTo>
                <a:lnTo>
                  <a:pt x="10577" y="45015"/>
                </a:lnTo>
                <a:lnTo>
                  <a:pt x="10577" y="45015"/>
                </a:lnTo>
                <a:lnTo>
                  <a:pt x="10577" y="45015"/>
                </a:lnTo>
                <a:lnTo>
                  <a:pt x="10577" y="45015"/>
                </a:lnTo>
                <a:lnTo>
                  <a:pt x="10577" y="45015"/>
                </a:lnTo>
                <a:lnTo>
                  <a:pt x="10577" y="45015"/>
                </a:lnTo>
                <a:lnTo>
                  <a:pt x="10577" y="45015"/>
                </a:lnTo>
                <a:lnTo>
                  <a:pt x="10577" y="45015"/>
                </a:lnTo>
                <a:lnTo>
                  <a:pt x="10577" y="45015"/>
                </a:lnTo>
                <a:lnTo>
                  <a:pt x="10577" y="45015"/>
                </a:lnTo>
                <a:lnTo>
                  <a:pt x="10577" y="45015"/>
                </a:lnTo>
                <a:lnTo>
                  <a:pt x="10577" y="45015"/>
                </a:lnTo>
                <a:lnTo>
                  <a:pt x="10577" y="45015"/>
                </a:lnTo>
                <a:lnTo>
                  <a:pt x="10577" y="45015"/>
                </a:lnTo>
                <a:lnTo>
                  <a:pt x="10578" y="45015"/>
                </a:lnTo>
                <a:lnTo>
                  <a:pt x="10578" y="45015"/>
                </a:lnTo>
                <a:lnTo>
                  <a:pt x="10578" y="45015"/>
                </a:lnTo>
                <a:lnTo>
                  <a:pt x="10578" y="45015"/>
                </a:lnTo>
                <a:lnTo>
                  <a:pt x="10578" y="45015"/>
                </a:lnTo>
                <a:lnTo>
                  <a:pt x="10578" y="45015"/>
                </a:lnTo>
                <a:lnTo>
                  <a:pt x="10578" y="45015"/>
                </a:lnTo>
                <a:lnTo>
                  <a:pt x="10578" y="45015"/>
                </a:lnTo>
                <a:lnTo>
                  <a:pt x="10578" y="45015"/>
                </a:lnTo>
                <a:lnTo>
                  <a:pt x="10578" y="45015"/>
                </a:lnTo>
                <a:lnTo>
                  <a:pt x="10578" y="45015"/>
                </a:lnTo>
                <a:lnTo>
                  <a:pt x="10578" y="45015"/>
                </a:lnTo>
                <a:lnTo>
                  <a:pt x="10578" y="45015"/>
                </a:lnTo>
                <a:lnTo>
                  <a:pt x="10578" y="45015"/>
                </a:lnTo>
                <a:lnTo>
                  <a:pt x="10578" y="45015"/>
                </a:lnTo>
                <a:lnTo>
                  <a:pt x="10578" y="45015"/>
                </a:lnTo>
                <a:lnTo>
                  <a:pt x="10578" y="45015"/>
                </a:lnTo>
                <a:lnTo>
                  <a:pt x="10578" y="45015"/>
                </a:lnTo>
                <a:lnTo>
                  <a:pt x="10578" y="45015"/>
                </a:lnTo>
                <a:lnTo>
                  <a:pt x="10579" y="45015"/>
                </a:lnTo>
                <a:lnTo>
                  <a:pt x="10579" y="45015"/>
                </a:lnTo>
                <a:lnTo>
                  <a:pt x="10579" y="45015"/>
                </a:lnTo>
                <a:lnTo>
                  <a:pt x="10579" y="45015"/>
                </a:lnTo>
                <a:lnTo>
                  <a:pt x="10579" y="45015"/>
                </a:lnTo>
                <a:lnTo>
                  <a:pt x="10579" y="45015"/>
                </a:lnTo>
                <a:lnTo>
                  <a:pt x="10579" y="45015"/>
                </a:lnTo>
                <a:lnTo>
                  <a:pt x="10579" y="45015"/>
                </a:lnTo>
                <a:lnTo>
                  <a:pt x="10579" y="45015"/>
                </a:lnTo>
                <a:lnTo>
                  <a:pt x="10579" y="45015"/>
                </a:lnTo>
                <a:lnTo>
                  <a:pt x="10579" y="45015"/>
                </a:lnTo>
                <a:lnTo>
                  <a:pt x="10579" y="45015"/>
                </a:lnTo>
                <a:lnTo>
                  <a:pt x="10579" y="45015"/>
                </a:lnTo>
                <a:lnTo>
                  <a:pt x="10579" y="45015"/>
                </a:lnTo>
                <a:lnTo>
                  <a:pt x="10579" y="45015"/>
                </a:lnTo>
                <a:lnTo>
                  <a:pt x="10579" y="45015"/>
                </a:lnTo>
                <a:lnTo>
                  <a:pt x="10579" y="45015"/>
                </a:lnTo>
                <a:lnTo>
                  <a:pt x="10579" y="45015"/>
                </a:lnTo>
                <a:lnTo>
                  <a:pt x="10579" y="45015"/>
                </a:lnTo>
                <a:lnTo>
                  <a:pt x="10580" y="45015"/>
                </a:lnTo>
                <a:lnTo>
                  <a:pt x="10580" y="45015"/>
                </a:lnTo>
                <a:lnTo>
                  <a:pt x="10580" y="45015"/>
                </a:lnTo>
                <a:lnTo>
                  <a:pt x="10580" y="45015"/>
                </a:lnTo>
                <a:lnTo>
                  <a:pt x="10580" y="45015"/>
                </a:lnTo>
                <a:lnTo>
                  <a:pt x="10580" y="45015"/>
                </a:lnTo>
                <a:lnTo>
                  <a:pt x="10580" y="45015"/>
                </a:lnTo>
                <a:lnTo>
                  <a:pt x="10580" y="45015"/>
                </a:lnTo>
                <a:lnTo>
                  <a:pt x="10580" y="45015"/>
                </a:lnTo>
                <a:lnTo>
                  <a:pt x="10580" y="45015"/>
                </a:lnTo>
                <a:lnTo>
                  <a:pt x="10580" y="45015"/>
                </a:lnTo>
                <a:lnTo>
                  <a:pt x="10580" y="45015"/>
                </a:lnTo>
                <a:lnTo>
                  <a:pt x="10580" y="45015"/>
                </a:lnTo>
                <a:lnTo>
                  <a:pt x="10580" y="45015"/>
                </a:lnTo>
                <a:lnTo>
                  <a:pt x="10580" y="45015"/>
                </a:lnTo>
                <a:lnTo>
                  <a:pt x="10580" y="45015"/>
                </a:lnTo>
                <a:lnTo>
                  <a:pt x="10580" y="45015"/>
                </a:lnTo>
                <a:lnTo>
                  <a:pt x="10580" y="45015"/>
                </a:lnTo>
                <a:lnTo>
                  <a:pt x="10580" y="45015"/>
                </a:lnTo>
                <a:lnTo>
                  <a:pt x="10580" y="45015"/>
                </a:lnTo>
                <a:lnTo>
                  <a:pt x="10581" y="45015"/>
                </a:lnTo>
                <a:lnTo>
                  <a:pt x="10581" y="45015"/>
                </a:lnTo>
                <a:lnTo>
                  <a:pt x="10581" y="45015"/>
                </a:lnTo>
                <a:lnTo>
                  <a:pt x="10581" y="45015"/>
                </a:lnTo>
                <a:lnTo>
                  <a:pt x="10581" y="45015"/>
                </a:lnTo>
                <a:lnTo>
                  <a:pt x="10581" y="45015"/>
                </a:lnTo>
                <a:lnTo>
                  <a:pt x="10581" y="45015"/>
                </a:lnTo>
                <a:lnTo>
                  <a:pt x="10581" y="45015"/>
                </a:lnTo>
                <a:lnTo>
                  <a:pt x="10581" y="45015"/>
                </a:lnTo>
                <a:lnTo>
                  <a:pt x="10581" y="45015"/>
                </a:lnTo>
                <a:lnTo>
                  <a:pt x="10581" y="45015"/>
                </a:lnTo>
                <a:lnTo>
                  <a:pt x="10581" y="45015"/>
                </a:lnTo>
                <a:lnTo>
                  <a:pt x="10581" y="45015"/>
                </a:lnTo>
                <a:lnTo>
                  <a:pt x="10581" y="45015"/>
                </a:lnTo>
                <a:lnTo>
                  <a:pt x="10581" y="45015"/>
                </a:lnTo>
                <a:lnTo>
                  <a:pt x="10581" y="45015"/>
                </a:lnTo>
                <a:lnTo>
                  <a:pt x="10581" y="45015"/>
                </a:lnTo>
                <a:lnTo>
                  <a:pt x="10581" y="45015"/>
                </a:lnTo>
                <a:lnTo>
                  <a:pt x="10581" y="45015"/>
                </a:lnTo>
                <a:lnTo>
                  <a:pt x="10582" y="45015"/>
                </a:lnTo>
                <a:lnTo>
                  <a:pt x="10582" y="45015"/>
                </a:lnTo>
                <a:lnTo>
                  <a:pt x="10582" y="45015"/>
                </a:lnTo>
                <a:lnTo>
                  <a:pt x="10582" y="45015"/>
                </a:lnTo>
                <a:lnTo>
                  <a:pt x="10582" y="45015"/>
                </a:lnTo>
                <a:lnTo>
                  <a:pt x="10582" y="45015"/>
                </a:lnTo>
                <a:lnTo>
                  <a:pt x="10582" y="45015"/>
                </a:lnTo>
                <a:lnTo>
                  <a:pt x="10582" y="45015"/>
                </a:lnTo>
                <a:lnTo>
                  <a:pt x="10582" y="45015"/>
                </a:lnTo>
                <a:lnTo>
                  <a:pt x="10582" y="45015"/>
                </a:lnTo>
                <a:lnTo>
                  <a:pt x="10582" y="45015"/>
                </a:lnTo>
                <a:lnTo>
                  <a:pt x="10582" y="45015"/>
                </a:lnTo>
                <a:lnTo>
                  <a:pt x="10582" y="45015"/>
                </a:lnTo>
                <a:lnTo>
                  <a:pt x="10582" y="45015"/>
                </a:lnTo>
                <a:lnTo>
                  <a:pt x="10582" y="45015"/>
                </a:lnTo>
                <a:lnTo>
                  <a:pt x="10582" y="45015"/>
                </a:lnTo>
                <a:lnTo>
                  <a:pt x="10582" y="45015"/>
                </a:lnTo>
                <a:lnTo>
                  <a:pt x="10582" y="45015"/>
                </a:lnTo>
                <a:lnTo>
                  <a:pt x="10582" y="45015"/>
                </a:lnTo>
                <a:lnTo>
                  <a:pt x="10582" y="45015"/>
                </a:lnTo>
                <a:lnTo>
                  <a:pt x="10583" y="45015"/>
                </a:lnTo>
                <a:lnTo>
                  <a:pt x="10583" y="45015"/>
                </a:lnTo>
                <a:lnTo>
                  <a:pt x="10583" y="45015"/>
                </a:lnTo>
                <a:lnTo>
                  <a:pt x="10583" y="45015"/>
                </a:lnTo>
                <a:lnTo>
                  <a:pt x="10583" y="45015"/>
                </a:lnTo>
                <a:lnTo>
                  <a:pt x="10583" y="45015"/>
                </a:lnTo>
                <a:lnTo>
                  <a:pt x="10583" y="45015"/>
                </a:lnTo>
                <a:lnTo>
                  <a:pt x="10583" y="45015"/>
                </a:lnTo>
                <a:lnTo>
                  <a:pt x="10583" y="45015"/>
                </a:lnTo>
                <a:lnTo>
                  <a:pt x="10583" y="45015"/>
                </a:lnTo>
                <a:lnTo>
                  <a:pt x="10583" y="45015"/>
                </a:lnTo>
                <a:lnTo>
                  <a:pt x="10583" y="45015"/>
                </a:lnTo>
                <a:lnTo>
                  <a:pt x="10583" y="45015"/>
                </a:lnTo>
                <a:lnTo>
                  <a:pt x="10583" y="45015"/>
                </a:lnTo>
                <a:lnTo>
                  <a:pt x="10583" y="45015"/>
                </a:lnTo>
                <a:lnTo>
                  <a:pt x="10583" y="45015"/>
                </a:lnTo>
                <a:lnTo>
                  <a:pt x="10583" y="45015"/>
                </a:lnTo>
                <a:lnTo>
                  <a:pt x="10583" y="45015"/>
                </a:lnTo>
                <a:lnTo>
                  <a:pt x="10583" y="45015"/>
                </a:lnTo>
                <a:lnTo>
                  <a:pt x="10584" y="45015"/>
                </a:lnTo>
                <a:lnTo>
                  <a:pt x="10584" y="45015"/>
                </a:lnTo>
                <a:lnTo>
                  <a:pt x="10584" y="45015"/>
                </a:lnTo>
                <a:lnTo>
                  <a:pt x="10584" y="45015"/>
                </a:lnTo>
                <a:lnTo>
                  <a:pt x="10584" y="45015"/>
                </a:lnTo>
                <a:lnTo>
                  <a:pt x="10584" y="45015"/>
                </a:lnTo>
                <a:lnTo>
                  <a:pt x="10584" y="45015"/>
                </a:lnTo>
                <a:lnTo>
                  <a:pt x="10584" y="45015"/>
                </a:lnTo>
                <a:lnTo>
                  <a:pt x="10584" y="45015"/>
                </a:lnTo>
                <a:lnTo>
                  <a:pt x="10584" y="45015"/>
                </a:lnTo>
                <a:lnTo>
                  <a:pt x="10584" y="45015"/>
                </a:lnTo>
                <a:lnTo>
                  <a:pt x="10584" y="45015"/>
                </a:lnTo>
                <a:lnTo>
                  <a:pt x="10584" y="45015"/>
                </a:lnTo>
                <a:lnTo>
                  <a:pt x="10584" y="45015"/>
                </a:lnTo>
                <a:lnTo>
                  <a:pt x="10584" y="45015"/>
                </a:lnTo>
                <a:lnTo>
                  <a:pt x="10584" y="45015"/>
                </a:lnTo>
                <a:lnTo>
                  <a:pt x="10584" y="45015"/>
                </a:lnTo>
                <a:lnTo>
                  <a:pt x="10584" y="45015"/>
                </a:lnTo>
                <a:lnTo>
                  <a:pt x="10584" y="45015"/>
                </a:lnTo>
                <a:lnTo>
                  <a:pt x="10584" y="45015"/>
                </a:lnTo>
                <a:lnTo>
                  <a:pt x="10585" y="45015"/>
                </a:lnTo>
                <a:lnTo>
                  <a:pt x="10585" y="45015"/>
                </a:lnTo>
                <a:lnTo>
                  <a:pt x="10585" y="45015"/>
                </a:lnTo>
                <a:lnTo>
                  <a:pt x="10585" y="45015"/>
                </a:lnTo>
                <a:lnTo>
                  <a:pt x="10585" y="45015"/>
                </a:lnTo>
                <a:lnTo>
                  <a:pt x="10585" y="45015"/>
                </a:lnTo>
                <a:lnTo>
                  <a:pt x="10585" y="45015"/>
                </a:lnTo>
                <a:lnTo>
                  <a:pt x="10585" y="45015"/>
                </a:lnTo>
                <a:lnTo>
                  <a:pt x="10585" y="45015"/>
                </a:lnTo>
                <a:lnTo>
                  <a:pt x="10585" y="45015"/>
                </a:lnTo>
                <a:lnTo>
                  <a:pt x="10585" y="45015"/>
                </a:lnTo>
                <a:lnTo>
                  <a:pt x="10585" y="45015"/>
                </a:lnTo>
                <a:lnTo>
                  <a:pt x="10585" y="45015"/>
                </a:lnTo>
                <a:lnTo>
                  <a:pt x="10585" y="45015"/>
                </a:lnTo>
                <a:lnTo>
                  <a:pt x="10585" y="45015"/>
                </a:lnTo>
                <a:lnTo>
                  <a:pt x="10585" y="45015"/>
                </a:lnTo>
                <a:lnTo>
                  <a:pt x="10585" y="45015"/>
                </a:lnTo>
                <a:lnTo>
                  <a:pt x="10585" y="45015"/>
                </a:lnTo>
                <a:lnTo>
                  <a:pt x="10585" y="45015"/>
                </a:lnTo>
                <a:lnTo>
                  <a:pt x="10585" y="45015"/>
                </a:lnTo>
                <a:lnTo>
                  <a:pt x="10586" y="45015"/>
                </a:lnTo>
                <a:lnTo>
                  <a:pt x="10586" y="45015"/>
                </a:lnTo>
                <a:lnTo>
                  <a:pt x="10586" y="45015"/>
                </a:lnTo>
                <a:lnTo>
                  <a:pt x="10586" y="45015"/>
                </a:lnTo>
                <a:lnTo>
                  <a:pt x="10586" y="45015"/>
                </a:lnTo>
                <a:lnTo>
                  <a:pt x="10586" y="45015"/>
                </a:lnTo>
                <a:lnTo>
                  <a:pt x="10586" y="45015"/>
                </a:lnTo>
                <a:lnTo>
                  <a:pt x="10586" y="45015"/>
                </a:lnTo>
                <a:lnTo>
                  <a:pt x="10586" y="45015"/>
                </a:lnTo>
                <a:lnTo>
                  <a:pt x="10586" y="45015"/>
                </a:lnTo>
                <a:lnTo>
                  <a:pt x="10586" y="45015"/>
                </a:lnTo>
                <a:lnTo>
                  <a:pt x="10586" y="45015"/>
                </a:lnTo>
                <a:lnTo>
                  <a:pt x="10586" y="45015"/>
                </a:lnTo>
                <a:lnTo>
                  <a:pt x="10586" y="45015"/>
                </a:lnTo>
                <a:lnTo>
                  <a:pt x="10586" y="45015"/>
                </a:lnTo>
                <a:lnTo>
                  <a:pt x="10586" y="45015"/>
                </a:lnTo>
                <a:lnTo>
                  <a:pt x="10586" y="45015"/>
                </a:lnTo>
                <a:lnTo>
                  <a:pt x="10586" y="45015"/>
                </a:lnTo>
                <a:lnTo>
                  <a:pt x="10586" y="45015"/>
                </a:lnTo>
                <a:lnTo>
                  <a:pt x="10587" y="45015"/>
                </a:lnTo>
                <a:lnTo>
                  <a:pt x="10587" y="45015"/>
                </a:lnTo>
                <a:lnTo>
                  <a:pt x="10587" y="45015"/>
                </a:lnTo>
                <a:lnTo>
                  <a:pt x="10587" y="45015"/>
                </a:lnTo>
                <a:lnTo>
                  <a:pt x="10587" y="45015"/>
                </a:lnTo>
                <a:lnTo>
                  <a:pt x="10587" y="45015"/>
                </a:lnTo>
                <a:lnTo>
                  <a:pt x="10587" y="45015"/>
                </a:lnTo>
                <a:lnTo>
                  <a:pt x="10587" y="45015"/>
                </a:lnTo>
                <a:lnTo>
                  <a:pt x="10587" y="45015"/>
                </a:lnTo>
                <a:lnTo>
                  <a:pt x="10587" y="45015"/>
                </a:lnTo>
                <a:lnTo>
                  <a:pt x="10587" y="45015"/>
                </a:lnTo>
                <a:lnTo>
                  <a:pt x="10587" y="45015"/>
                </a:lnTo>
                <a:lnTo>
                  <a:pt x="10587" y="45015"/>
                </a:lnTo>
                <a:lnTo>
                  <a:pt x="10587" y="45015"/>
                </a:lnTo>
                <a:lnTo>
                  <a:pt x="10587" y="45015"/>
                </a:lnTo>
                <a:lnTo>
                  <a:pt x="10587" y="45015"/>
                </a:lnTo>
                <a:lnTo>
                  <a:pt x="10587" y="45015"/>
                </a:lnTo>
                <a:lnTo>
                  <a:pt x="10587" y="45015"/>
                </a:lnTo>
                <a:lnTo>
                  <a:pt x="10587" y="45015"/>
                </a:lnTo>
                <a:lnTo>
                  <a:pt x="10587" y="45015"/>
                </a:lnTo>
                <a:lnTo>
                  <a:pt x="10588" y="45015"/>
                </a:lnTo>
                <a:lnTo>
                  <a:pt x="10588" y="45015"/>
                </a:lnTo>
                <a:lnTo>
                  <a:pt x="10588" y="45015"/>
                </a:lnTo>
                <a:lnTo>
                  <a:pt x="10588" y="45015"/>
                </a:lnTo>
                <a:lnTo>
                  <a:pt x="10588" y="45015"/>
                </a:lnTo>
                <a:lnTo>
                  <a:pt x="10588" y="45015"/>
                </a:lnTo>
                <a:lnTo>
                  <a:pt x="10588" y="45015"/>
                </a:lnTo>
                <a:lnTo>
                  <a:pt x="10588" y="45015"/>
                </a:lnTo>
                <a:lnTo>
                  <a:pt x="10588" y="45015"/>
                </a:lnTo>
                <a:lnTo>
                  <a:pt x="10588" y="45015"/>
                </a:lnTo>
                <a:lnTo>
                  <a:pt x="10588" y="45015"/>
                </a:lnTo>
                <a:lnTo>
                  <a:pt x="10588" y="45015"/>
                </a:lnTo>
                <a:lnTo>
                  <a:pt x="10588" y="45015"/>
                </a:lnTo>
                <a:lnTo>
                  <a:pt x="10588" y="45015"/>
                </a:lnTo>
                <a:lnTo>
                  <a:pt x="10588" y="45015"/>
                </a:lnTo>
                <a:lnTo>
                  <a:pt x="10588" y="45015"/>
                </a:lnTo>
                <a:lnTo>
                  <a:pt x="10588" y="45015"/>
                </a:lnTo>
                <a:lnTo>
                  <a:pt x="10588" y="45015"/>
                </a:lnTo>
                <a:lnTo>
                  <a:pt x="10588" y="45015"/>
                </a:lnTo>
                <a:lnTo>
                  <a:pt x="10588" y="45015"/>
                </a:lnTo>
                <a:lnTo>
                  <a:pt x="10589" y="45015"/>
                </a:lnTo>
                <a:lnTo>
                  <a:pt x="10589" y="45015"/>
                </a:lnTo>
                <a:lnTo>
                  <a:pt x="10589" y="45015"/>
                </a:lnTo>
                <a:lnTo>
                  <a:pt x="10589" y="45015"/>
                </a:lnTo>
                <a:lnTo>
                  <a:pt x="10589" y="45015"/>
                </a:lnTo>
                <a:lnTo>
                  <a:pt x="10589" y="45015"/>
                </a:lnTo>
                <a:lnTo>
                  <a:pt x="10589" y="45015"/>
                </a:lnTo>
                <a:lnTo>
                  <a:pt x="10589" y="45015"/>
                </a:lnTo>
                <a:lnTo>
                  <a:pt x="10589" y="45015"/>
                </a:lnTo>
                <a:lnTo>
                  <a:pt x="10589" y="45015"/>
                </a:lnTo>
                <a:lnTo>
                  <a:pt x="10589" y="45015"/>
                </a:lnTo>
                <a:lnTo>
                  <a:pt x="10589" y="45015"/>
                </a:lnTo>
                <a:lnTo>
                  <a:pt x="10589" y="45015"/>
                </a:lnTo>
                <a:lnTo>
                  <a:pt x="10589" y="45015"/>
                </a:lnTo>
                <a:lnTo>
                  <a:pt x="10589" y="45015"/>
                </a:lnTo>
                <a:lnTo>
                  <a:pt x="10589" y="45015"/>
                </a:lnTo>
                <a:lnTo>
                  <a:pt x="10589" y="45015"/>
                </a:lnTo>
                <a:lnTo>
                  <a:pt x="10589" y="45015"/>
                </a:lnTo>
                <a:lnTo>
                  <a:pt x="10589" y="45015"/>
                </a:lnTo>
                <a:lnTo>
                  <a:pt x="10589" y="45015"/>
                </a:lnTo>
                <a:lnTo>
                  <a:pt x="10590" y="45015"/>
                </a:lnTo>
                <a:lnTo>
                  <a:pt x="10590" y="45015"/>
                </a:lnTo>
                <a:lnTo>
                  <a:pt x="10590" y="45015"/>
                </a:lnTo>
                <a:lnTo>
                  <a:pt x="10590" y="45015"/>
                </a:lnTo>
                <a:lnTo>
                  <a:pt x="10590" y="45015"/>
                </a:lnTo>
                <a:lnTo>
                  <a:pt x="10590" y="45015"/>
                </a:lnTo>
                <a:lnTo>
                  <a:pt x="10590" y="45015"/>
                </a:lnTo>
                <a:lnTo>
                  <a:pt x="10590" y="45015"/>
                </a:lnTo>
                <a:lnTo>
                  <a:pt x="10590" y="45015"/>
                </a:lnTo>
                <a:lnTo>
                  <a:pt x="10590" y="45015"/>
                </a:lnTo>
                <a:lnTo>
                  <a:pt x="10590" y="45015"/>
                </a:lnTo>
                <a:lnTo>
                  <a:pt x="10590" y="45015"/>
                </a:lnTo>
                <a:lnTo>
                  <a:pt x="10590" y="45015"/>
                </a:lnTo>
                <a:lnTo>
                  <a:pt x="10590" y="45015"/>
                </a:lnTo>
                <a:lnTo>
                  <a:pt x="10590" y="45015"/>
                </a:lnTo>
                <a:lnTo>
                  <a:pt x="10590" y="45015"/>
                </a:lnTo>
                <a:lnTo>
                  <a:pt x="10590" y="45015"/>
                </a:lnTo>
                <a:lnTo>
                  <a:pt x="10590" y="45015"/>
                </a:lnTo>
                <a:lnTo>
                  <a:pt x="10590" y="45015"/>
                </a:lnTo>
                <a:lnTo>
                  <a:pt x="10590" y="45015"/>
                </a:lnTo>
                <a:lnTo>
                  <a:pt x="10591" y="45015"/>
                </a:lnTo>
                <a:lnTo>
                  <a:pt x="10591" y="45015"/>
                </a:lnTo>
                <a:lnTo>
                  <a:pt x="10591" y="45015"/>
                </a:lnTo>
                <a:lnTo>
                  <a:pt x="10591" y="45015"/>
                </a:lnTo>
                <a:lnTo>
                  <a:pt x="10591" y="45015"/>
                </a:lnTo>
                <a:lnTo>
                  <a:pt x="10591" y="45015"/>
                </a:lnTo>
                <a:lnTo>
                  <a:pt x="10591" y="45015"/>
                </a:lnTo>
                <a:lnTo>
                  <a:pt x="10591" y="45015"/>
                </a:lnTo>
                <a:lnTo>
                  <a:pt x="10591" y="45015"/>
                </a:lnTo>
                <a:lnTo>
                  <a:pt x="10591" y="45015"/>
                </a:lnTo>
                <a:lnTo>
                  <a:pt x="10591" y="45015"/>
                </a:lnTo>
                <a:lnTo>
                  <a:pt x="10591" y="45015"/>
                </a:lnTo>
                <a:lnTo>
                  <a:pt x="10591" y="45015"/>
                </a:lnTo>
                <a:lnTo>
                  <a:pt x="10591" y="45015"/>
                </a:lnTo>
                <a:lnTo>
                  <a:pt x="10591" y="45015"/>
                </a:lnTo>
                <a:lnTo>
                  <a:pt x="10591" y="45015"/>
                </a:lnTo>
                <a:lnTo>
                  <a:pt x="10591" y="45015"/>
                </a:lnTo>
                <a:lnTo>
                  <a:pt x="10591" y="45015"/>
                </a:lnTo>
                <a:lnTo>
                  <a:pt x="10591" y="45015"/>
                </a:lnTo>
                <a:lnTo>
                  <a:pt x="10592" y="45015"/>
                </a:lnTo>
                <a:lnTo>
                  <a:pt x="10592" y="45015"/>
                </a:lnTo>
                <a:lnTo>
                  <a:pt x="10592" y="45015"/>
                </a:lnTo>
                <a:lnTo>
                  <a:pt x="10592" y="45015"/>
                </a:lnTo>
                <a:lnTo>
                  <a:pt x="10592" y="45015"/>
                </a:lnTo>
                <a:lnTo>
                  <a:pt x="10592" y="45015"/>
                </a:lnTo>
                <a:lnTo>
                  <a:pt x="10592" y="45015"/>
                </a:lnTo>
                <a:lnTo>
                  <a:pt x="10592" y="45015"/>
                </a:lnTo>
                <a:lnTo>
                  <a:pt x="10592" y="45015"/>
                </a:lnTo>
                <a:lnTo>
                  <a:pt x="10592" y="45015"/>
                </a:lnTo>
                <a:lnTo>
                  <a:pt x="10592" y="45015"/>
                </a:lnTo>
                <a:lnTo>
                  <a:pt x="10592" y="45015"/>
                </a:lnTo>
                <a:lnTo>
                  <a:pt x="10592" y="45015"/>
                </a:lnTo>
                <a:lnTo>
                  <a:pt x="10592" y="45015"/>
                </a:lnTo>
                <a:lnTo>
                  <a:pt x="10592" y="45015"/>
                </a:lnTo>
                <a:lnTo>
                  <a:pt x="10592" y="45015"/>
                </a:lnTo>
                <a:lnTo>
                  <a:pt x="10592" y="45015"/>
                </a:lnTo>
                <a:lnTo>
                  <a:pt x="10592" y="45015"/>
                </a:lnTo>
                <a:lnTo>
                  <a:pt x="10592" y="45015"/>
                </a:lnTo>
                <a:lnTo>
                  <a:pt x="10592" y="45015"/>
                </a:lnTo>
                <a:lnTo>
                  <a:pt x="10593" y="45015"/>
                </a:lnTo>
                <a:lnTo>
                  <a:pt x="10593" y="45015"/>
                </a:lnTo>
                <a:lnTo>
                  <a:pt x="10593" y="45015"/>
                </a:lnTo>
                <a:lnTo>
                  <a:pt x="10593" y="45015"/>
                </a:lnTo>
                <a:lnTo>
                  <a:pt x="10593" y="45015"/>
                </a:lnTo>
                <a:lnTo>
                  <a:pt x="10593" y="45015"/>
                </a:lnTo>
                <a:lnTo>
                  <a:pt x="10593" y="45015"/>
                </a:lnTo>
                <a:lnTo>
                  <a:pt x="10593" y="45015"/>
                </a:lnTo>
                <a:lnTo>
                  <a:pt x="10593" y="45015"/>
                </a:lnTo>
                <a:lnTo>
                  <a:pt x="10593" y="45015"/>
                </a:lnTo>
                <a:lnTo>
                  <a:pt x="10593" y="45015"/>
                </a:lnTo>
                <a:lnTo>
                  <a:pt x="10593" y="45015"/>
                </a:lnTo>
                <a:lnTo>
                  <a:pt x="10593" y="45015"/>
                </a:lnTo>
                <a:lnTo>
                  <a:pt x="10593" y="45015"/>
                </a:lnTo>
                <a:lnTo>
                  <a:pt x="10593" y="45015"/>
                </a:lnTo>
                <a:lnTo>
                  <a:pt x="10593" y="45015"/>
                </a:lnTo>
                <a:lnTo>
                  <a:pt x="10593" y="45015"/>
                </a:lnTo>
                <a:lnTo>
                  <a:pt x="10593" y="45015"/>
                </a:lnTo>
                <a:lnTo>
                  <a:pt x="10593" y="45015"/>
                </a:lnTo>
                <a:lnTo>
                  <a:pt x="10593" y="45015"/>
                </a:lnTo>
                <a:lnTo>
                  <a:pt x="10594" y="45015"/>
                </a:lnTo>
                <a:lnTo>
                  <a:pt x="10594" y="45015"/>
                </a:lnTo>
                <a:lnTo>
                  <a:pt x="10594" y="45015"/>
                </a:lnTo>
                <a:lnTo>
                  <a:pt x="10594" y="45015"/>
                </a:lnTo>
                <a:lnTo>
                  <a:pt x="10594" y="45015"/>
                </a:lnTo>
                <a:lnTo>
                  <a:pt x="10594" y="45015"/>
                </a:lnTo>
                <a:lnTo>
                  <a:pt x="10594" y="45015"/>
                </a:lnTo>
                <a:lnTo>
                  <a:pt x="10594" y="45015"/>
                </a:lnTo>
                <a:lnTo>
                  <a:pt x="10594" y="45015"/>
                </a:lnTo>
                <a:lnTo>
                  <a:pt x="10594" y="45015"/>
                </a:lnTo>
                <a:lnTo>
                  <a:pt x="10594" y="45015"/>
                </a:lnTo>
                <a:lnTo>
                  <a:pt x="10594" y="45015"/>
                </a:lnTo>
                <a:lnTo>
                  <a:pt x="10594" y="45015"/>
                </a:lnTo>
                <a:lnTo>
                  <a:pt x="10594" y="45015"/>
                </a:lnTo>
                <a:lnTo>
                  <a:pt x="10594" y="45015"/>
                </a:lnTo>
                <a:lnTo>
                  <a:pt x="10594" y="45015"/>
                </a:lnTo>
                <a:lnTo>
                  <a:pt x="10594" y="45015"/>
                </a:lnTo>
                <a:lnTo>
                  <a:pt x="10594" y="45015"/>
                </a:lnTo>
                <a:lnTo>
                  <a:pt x="10594" y="45015"/>
                </a:lnTo>
                <a:lnTo>
                  <a:pt x="10594" y="45015"/>
                </a:lnTo>
                <a:lnTo>
                  <a:pt x="10594" y="45015"/>
                </a:lnTo>
                <a:lnTo>
                  <a:pt x="10595" y="45015"/>
                </a:lnTo>
                <a:lnTo>
                  <a:pt x="10595" y="45015"/>
                </a:lnTo>
                <a:lnTo>
                  <a:pt x="10595" y="45015"/>
                </a:lnTo>
                <a:lnTo>
                  <a:pt x="10595" y="45015"/>
                </a:lnTo>
                <a:lnTo>
                  <a:pt x="10595" y="45015"/>
                </a:lnTo>
                <a:lnTo>
                  <a:pt x="10595" y="45015"/>
                </a:lnTo>
                <a:lnTo>
                  <a:pt x="10595" y="45015"/>
                </a:lnTo>
                <a:lnTo>
                  <a:pt x="10595" y="45015"/>
                </a:lnTo>
                <a:lnTo>
                  <a:pt x="10595" y="45015"/>
                </a:lnTo>
                <a:lnTo>
                  <a:pt x="10595" y="45015"/>
                </a:lnTo>
                <a:lnTo>
                  <a:pt x="10595" y="45015"/>
                </a:lnTo>
                <a:lnTo>
                  <a:pt x="10595" y="45015"/>
                </a:lnTo>
                <a:lnTo>
                  <a:pt x="10595" y="45015"/>
                </a:lnTo>
                <a:lnTo>
                  <a:pt x="10595" y="45015"/>
                </a:lnTo>
                <a:lnTo>
                  <a:pt x="10595" y="45015"/>
                </a:lnTo>
                <a:lnTo>
                  <a:pt x="10595" y="45015"/>
                </a:lnTo>
                <a:lnTo>
                  <a:pt x="10595" y="45015"/>
                </a:lnTo>
                <a:lnTo>
                  <a:pt x="10595" y="45015"/>
                </a:lnTo>
                <a:lnTo>
                  <a:pt x="10595" y="45015"/>
                </a:lnTo>
                <a:lnTo>
                  <a:pt x="10595" y="45015"/>
                </a:lnTo>
                <a:lnTo>
                  <a:pt x="10596" y="45015"/>
                </a:lnTo>
                <a:lnTo>
                  <a:pt x="10596" y="45015"/>
                </a:lnTo>
                <a:lnTo>
                  <a:pt x="10596" y="45015"/>
                </a:lnTo>
                <a:lnTo>
                  <a:pt x="10596" y="45015"/>
                </a:lnTo>
                <a:lnTo>
                  <a:pt x="10596" y="45015"/>
                </a:lnTo>
                <a:lnTo>
                  <a:pt x="10596" y="45015"/>
                </a:lnTo>
                <a:lnTo>
                  <a:pt x="10596" y="45015"/>
                </a:lnTo>
                <a:lnTo>
                  <a:pt x="10596" y="45015"/>
                </a:lnTo>
                <a:lnTo>
                  <a:pt x="10596" y="45015"/>
                </a:lnTo>
                <a:lnTo>
                  <a:pt x="10596" y="45015"/>
                </a:lnTo>
                <a:lnTo>
                  <a:pt x="10596" y="45015"/>
                </a:lnTo>
                <a:lnTo>
                  <a:pt x="10596" y="45015"/>
                </a:lnTo>
                <a:lnTo>
                  <a:pt x="10596" y="45015"/>
                </a:lnTo>
                <a:lnTo>
                  <a:pt x="10596" y="45015"/>
                </a:lnTo>
                <a:lnTo>
                  <a:pt x="10596" y="45015"/>
                </a:lnTo>
                <a:lnTo>
                  <a:pt x="10596" y="45015"/>
                </a:lnTo>
                <a:lnTo>
                  <a:pt x="10596" y="45015"/>
                </a:lnTo>
                <a:lnTo>
                  <a:pt x="10596" y="45015"/>
                </a:lnTo>
                <a:lnTo>
                  <a:pt x="10596" y="45015"/>
                </a:lnTo>
                <a:lnTo>
                  <a:pt x="10596" y="45015"/>
                </a:lnTo>
                <a:lnTo>
                  <a:pt x="10597" y="45015"/>
                </a:lnTo>
                <a:lnTo>
                  <a:pt x="10597" y="45015"/>
                </a:lnTo>
                <a:lnTo>
                  <a:pt x="10597" y="45015"/>
                </a:lnTo>
                <a:lnTo>
                  <a:pt x="10597" y="45015"/>
                </a:lnTo>
                <a:lnTo>
                  <a:pt x="10597" y="45015"/>
                </a:lnTo>
                <a:lnTo>
                  <a:pt x="10597" y="45015"/>
                </a:lnTo>
                <a:lnTo>
                  <a:pt x="10597" y="45015"/>
                </a:lnTo>
                <a:lnTo>
                  <a:pt x="10597" y="45015"/>
                </a:lnTo>
                <a:lnTo>
                  <a:pt x="10597" y="45015"/>
                </a:lnTo>
                <a:lnTo>
                  <a:pt x="10597" y="45015"/>
                </a:lnTo>
                <a:lnTo>
                  <a:pt x="10597" y="45015"/>
                </a:lnTo>
                <a:lnTo>
                  <a:pt x="10597" y="45015"/>
                </a:lnTo>
                <a:lnTo>
                  <a:pt x="10597" y="45015"/>
                </a:lnTo>
                <a:lnTo>
                  <a:pt x="10597" y="45015"/>
                </a:lnTo>
                <a:lnTo>
                  <a:pt x="10597" y="45015"/>
                </a:lnTo>
                <a:lnTo>
                  <a:pt x="10597" y="45015"/>
                </a:lnTo>
                <a:lnTo>
                  <a:pt x="10597" y="45015"/>
                </a:lnTo>
                <a:lnTo>
                  <a:pt x="10597" y="45015"/>
                </a:lnTo>
                <a:lnTo>
                  <a:pt x="10597" y="45015"/>
                </a:lnTo>
                <a:lnTo>
                  <a:pt x="10597" y="45015"/>
                </a:lnTo>
                <a:lnTo>
                  <a:pt x="10598" y="45015"/>
                </a:lnTo>
                <a:lnTo>
                  <a:pt x="10598" y="45015"/>
                </a:lnTo>
                <a:lnTo>
                  <a:pt x="10598" y="45015"/>
                </a:lnTo>
                <a:lnTo>
                  <a:pt x="10598" y="45015"/>
                </a:lnTo>
                <a:lnTo>
                  <a:pt x="10598" y="45015"/>
                </a:lnTo>
                <a:lnTo>
                  <a:pt x="10598" y="45015"/>
                </a:lnTo>
                <a:lnTo>
                  <a:pt x="10598" y="45015"/>
                </a:lnTo>
                <a:lnTo>
                  <a:pt x="10598" y="45015"/>
                </a:lnTo>
                <a:lnTo>
                  <a:pt x="10598" y="45015"/>
                </a:lnTo>
                <a:lnTo>
                  <a:pt x="10598" y="45015"/>
                </a:lnTo>
                <a:lnTo>
                  <a:pt x="10598" y="45015"/>
                </a:lnTo>
                <a:lnTo>
                  <a:pt x="10598" y="45015"/>
                </a:lnTo>
                <a:lnTo>
                  <a:pt x="10598" y="45015"/>
                </a:lnTo>
                <a:lnTo>
                  <a:pt x="10598" y="45015"/>
                </a:lnTo>
                <a:lnTo>
                  <a:pt x="10598" y="45015"/>
                </a:lnTo>
                <a:lnTo>
                  <a:pt x="10598" y="45015"/>
                </a:lnTo>
                <a:lnTo>
                  <a:pt x="10598" y="45015"/>
                </a:lnTo>
                <a:lnTo>
                  <a:pt x="10598" y="45015"/>
                </a:lnTo>
                <a:lnTo>
                  <a:pt x="10598" y="45015"/>
                </a:lnTo>
                <a:lnTo>
                  <a:pt x="10598" y="45015"/>
                </a:lnTo>
                <a:lnTo>
                  <a:pt x="10599" y="45015"/>
                </a:lnTo>
                <a:lnTo>
                  <a:pt x="10599" y="45015"/>
                </a:lnTo>
                <a:lnTo>
                  <a:pt x="10599" y="45015"/>
                </a:lnTo>
                <a:lnTo>
                  <a:pt x="10599" y="45015"/>
                </a:lnTo>
                <a:lnTo>
                  <a:pt x="10599" y="45015"/>
                </a:lnTo>
                <a:lnTo>
                  <a:pt x="10599" y="45015"/>
                </a:lnTo>
                <a:lnTo>
                  <a:pt x="10599" y="45015"/>
                </a:lnTo>
                <a:lnTo>
                  <a:pt x="10599" y="45015"/>
                </a:lnTo>
                <a:lnTo>
                  <a:pt x="10599" y="45015"/>
                </a:lnTo>
                <a:lnTo>
                  <a:pt x="10599" y="45015"/>
                </a:lnTo>
                <a:lnTo>
                  <a:pt x="10599" y="45015"/>
                </a:lnTo>
                <a:lnTo>
                  <a:pt x="10599" y="45015"/>
                </a:lnTo>
                <a:lnTo>
                  <a:pt x="10599" y="45015"/>
                </a:lnTo>
                <a:lnTo>
                  <a:pt x="10599" y="45015"/>
                </a:lnTo>
                <a:lnTo>
                  <a:pt x="10599" y="45015"/>
                </a:lnTo>
                <a:lnTo>
                  <a:pt x="10599" y="45015"/>
                </a:lnTo>
                <a:lnTo>
                  <a:pt x="10599" y="45015"/>
                </a:lnTo>
                <a:lnTo>
                  <a:pt x="10599" y="45015"/>
                </a:lnTo>
                <a:lnTo>
                  <a:pt x="10599" y="45015"/>
                </a:lnTo>
                <a:lnTo>
                  <a:pt x="10599" y="45015"/>
                </a:lnTo>
                <a:lnTo>
                  <a:pt x="10599" y="45015"/>
                </a:lnTo>
                <a:lnTo>
                  <a:pt x="10600" y="45015"/>
                </a:lnTo>
                <a:lnTo>
                  <a:pt x="10600" y="45015"/>
                </a:lnTo>
                <a:lnTo>
                  <a:pt x="10600" y="45015"/>
                </a:lnTo>
                <a:lnTo>
                  <a:pt x="10600" y="45015"/>
                </a:lnTo>
                <a:lnTo>
                  <a:pt x="10600" y="45015"/>
                </a:lnTo>
                <a:lnTo>
                  <a:pt x="10600" y="45015"/>
                </a:lnTo>
                <a:lnTo>
                  <a:pt x="10600" y="45015"/>
                </a:lnTo>
                <a:lnTo>
                  <a:pt x="10600" y="45015"/>
                </a:lnTo>
                <a:lnTo>
                  <a:pt x="10600" y="45015"/>
                </a:lnTo>
                <a:lnTo>
                  <a:pt x="10600" y="45015"/>
                </a:lnTo>
                <a:lnTo>
                  <a:pt x="10600" y="45015"/>
                </a:lnTo>
                <a:lnTo>
                  <a:pt x="10600" y="45015"/>
                </a:lnTo>
                <a:lnTo>
                  <a:pt x="10600" y="45015"/>
                </a:lnTo>
                <a:lnTo>
                  <a:pt x="10600" y="45015"/>
                </a:lnTo>
                <a:lnTo>
                  <a:pt x="10600" y="45015"/>
                </a:lnTo>
                <a:lnTo>
                  <a:pt x="10600" y="45015"/>
                </a:lnTo>
                <a:lnTo>
                  <a:pt x="10600" y="45015"/>
                </a:lnTo>
                <a:lnTo>
                  <a:pt x="10600" y="45015"/>
                </a:lnTo>
                <a:lnTo>
                  <a:pt x="10600" y="45015"/>
                </a:lnTo>
                <a:lnTo>
                  <a:pt x="10600" y="45015"/>
                </a:lnTo>
                <a:lnTo>
                  <a:pt x="10601" y="45015"/>
                </a:lnTo>
                <a:lnTo>
                  <a:pt x="10601" y="45015"/>
                </a:lnTo>
                <a:lnTo>
                  <a:pt x="10601" y="45015"/>
                </a:lnTo>
                <a:lnTo>
                  <a:pt x="10601" y="45015"/>
                </a:lnTo>
                <a:lnTo>
                  <a:pt x="10601" y="45015"/>
                </a:lnTo>
                <a:lnTo>
                  <a:pt x="10601" y="45015"/>
                </a:lnTo>
                <a:lnTo>
                  <a:pt x="10601" y="45015"/>
                </a:lnTo>
                <a:lnTo>
                  <a:pt x="10601" y="45015"/>
                </a:lnTo>
                <a:lnTo>
                  <a:pt x="10601" y="45015"/>
                </a:lnTo>
                <a:lnTo>
                  <a:pt x="10601" y="45015"/>
                </a:lnTo>
                <a:lnTo>
                  <a:pt x="10601" y="45015"/>
                </a:lnTo>
                <a:lnTo>
                  <a:pt x="10601" y="45015"/>
                </a:lnTo>
                <a:lnTo>
                  <a:pt x="10601" y="45015"/>
                </a:lnTo>
                <a:lnTo>
                  <a:pt x="10601" y="45015"/>
                </a:lnTo>
                <a:lnTo>
                  <a:pt x="10601" y="45015"/>
                </a:lnTo>
                <a:lnTo>
                  <a:pt x="10601" y="45015"/>
                </a:lnTo>
                <a:lnTo>
                  <a:pt x="10601" y="45015"/>
                </a:lnTo>
                <a:lnTo>
                  <a:pt x="10601" y="45015"/>
                </a:lnTo>
                <a:lnTo>
                  <a:pt x="10601" y="45015"/>
                </a:lnTo>
                <a:lnTo>
                  <a:pt x="10601" y="45015"/>
                </a:lnTo>
                <a:lnTo>
                  <a:pt x="10601" y="45015"/>
                </a:lnTo>
                <a:lnTo>
                  <a:pt x="10602" y="45015"/>
                </a:lnTo>
                <a:lnTo>
                  <a:pt x="10602" y="45015"/>
                </a:lnTo>
                <a:lnTo>
                  <a:pt x="10602" y="45015"/>
                </a:lnTo>
                <a:lnTo>
                  <a:pt x="10602" y="45015"/>
                </a:lnTo>
                <a:lnTo>
                  <a:pt x="10602" y="45015"/>
                </a:lnTo>
                <a:lnTo>
                  <a:pt x="10602" y="45015"/>
                </a:lnTo>
                <a:lnTo>
                  <a:pt x="10602" y="45015"/>
                </a:lnTo>
                <a:lnTo>
                  <a:pt x="10602" y="45015"/>
                </a:lnTo>
                <a:lnTo>
                  <a:pt x="10602" y="45015"/>
                </a:lnTo>
                <a:lnTo>
                  <a:pt x="10602" y="45015"/>
                </a:lnTo>
                <a:lnTo>
                  <a:pt x="10602" y="45015"/>
                </a:lnTo>
                <a:lnTo>
                  <a:pt x="10602" y="45015"/>
                </a:lnTo>
                <a:lnTo>
                  <a:pt x="10602" y="45015"/>
                </a:lnTo>
                <a:lnTo>
                  <a:pt x="10602" y="45015"/>
                </a:lnTo>
                <a:lnTo>
                  <a:pt x="10602" y="45015"/>
                </a:lnTo>
                <a:lnTo>
                  <a:pt x="10602" y="45015"/>
                </a:lnTo>
                <a:lnTo>
                  <a:pt x="10602" y="45015"/>
                </a:lnTo>
                <a:lnTo>
                  <a:pt x="10602" y="45015"/>
                </a:lnTo>
                <a:lnTo>
                  <a:pt x="10602" y="45015"/>
                </a:lnTo>
                <a:lnTo>
                  <a:pt x="10602" y="45015"/>
                </a:lnTo>
                <a:lnTo>
                  <a:pt x="10603" y="45015"/>
                </a:lnTo>
                <a:lnTo>
                  <a:pt x="10603" y="45015"/>
                </a:lnTo>
                <a:lnTo>
                  <a:pt x="10603" y="45015"/>
                </a:lnTo>
                <a:lnTo>
                  <a:pt x="10603" y="45015"/>
                </a:lnTo>
                <a:lnTo>
                  <a:pt x="10603" y="45015"/>
                </a:lnTo>
                <a:lnTo>
                  <a:pt x="10603" y="45015"/>
                </a:lnTo>
                <a:lnTo>
                  <a:pt x="10603" y="45015"/>
                </a:lnTo>
                <a:lnTo>
                  <a:pt x="10603" y="45015"/>
                </a:lnTo>
                <a:lnTo>
                  <a:pt x="10603" y="45015"/>
                </a:lnTo>
                <a:lnTo>
                  <a:pt x="10603" y="45015"/>
                </a:lnTo>
                <a:lnTo>
                  <a:pt x="10603" y="45015"/>
                </a:lnTo>
                <a:lnTo>
                  <a:pt x="10603" y="45015"/>
                </a:lnTo>
                <a:lnTo>
                  <a:pt x="10603" y="45015"/>
                </a:lnTo>
                <a:lnTo>
                  <a:pt x="10603" y="45015"/>
                </a:lnTo>
                <a:lnTo>
                  <a:pt x="10603" y="45015"/>
                </a:lnTo>
                <a:lnTo>
                  <a:pt x="10603" y="45015"/>
                </a:lnTo>
                <a:lnTo>
                  <a:pt x="10603" y="45015"/>
                </a:lnTo>
                <a:lnTo>
                  <a:pt x="10603" y="45015"/>
                </a:lnTo>
                <a:lnTo>
                  <a:pt x="10603" y="45015"/>
                </a:lnTo>
                <a:lnTo>
                  <a:pt x="10603" y="45015"/>
                </a:lnTo>
                <a:lnTo>
                  <a:pt x="10603" y="45015"/>
                </a:lnTo>
                <a:lnTo>
                  <a:pt x="10604" y="45015"/>
                </a:lnTo>
                <a:lnTo>
                  <a:pt x="10604" y="45015"/>
                </a:lnTo>
                <a:lnTo>
                  <a:pt x="10604" y="45015"/>
                </a:lnTo>
                <a:lnTo>
                  <a:pt x="10604" y="45015"/>
                </a:lnTo>
                <a:lnTo>
                  <a:pt x="10604" y="45015"/>
                </a:lnTo>
                <a:lnTo>
                  <a:pt x="10604" y="45015"/>
                </a:lnTo>
                <a:lnTo>
                  <a:pt x="10604" y="45015"/>
                </a:lnTo>
                <a:lnTo>
                  <a:pt x="10604" y="45015"/>
                </a:lnTo>
                <a:lnTo>
                  <a:pt x="10604" y="45015"/>
                </a:lnTo>
                <a:lnTo>
                  <a:pt x="10604" y="45015"/>
                </a:lnTo>
                <a:lnTo>
                  <a:pt x="10604" y="45015"/>
                </a:lnTo>
                <a:lnTo>
                  <a:pt x="10604" y="45015"/>
                </a:lnTo>
                <a:lnTo>
                  <a:pt x="10604" y="45015"/>
                </a:lnTo>
                <a:lnTo>
                  <a:pt x="10604" y="45015"/>
                </a:lnTo>
                <a:lnTo>
                  <a:pt x="10604" y="45015"/>
                </a:lnTo>
                <a:lnTo>
                  <a:pt x="10604" y="45015"/>
                </a:lnTo>
                <a:lnTo>
                  <a:pt x="10604" y="45015"/>
                </a:lnTo>
                <a:lnTo>
                  <a:pt x="10604" y="45015"/>
                </a:lnTo>
                <a:lnTo>
                  <a:pt x="10604" y="45015"/>
                </a:lnTo>
                <a:lnTo>
                  <a:pt x="10604" y="45015"/>
                </a:lnTo>
                <a:lnTo>
                  <a:pt x="10605" y="45015"/>
                </a:lnTo>
                <a:lnTo>
                  <a:pt x="10605" y="45015"/>
                </a:lnTo>
                <a:lnTo>
                  <a:pt x="10605" y="45015"/>
                </a:lnTo>
                <a:lnTo>
                  <a:pt x="10605" y="45015"/>
                </a:lnTo>
                <a:lnTo>
                  <a:pt x="10605" y="45015"/>
                </a:lnTo>
                <a:lnTo>
                  <a:pt x="10605" y="45015"/>
                </a:lnTo>
                <a:lnTo>
                  <a:pt x="10605" y="45015"/>
                </a:lnTo>
                <a:lnTo>
                  <a:pt x="10605" y="45015"/>
                </a:lnTo>
                <a:lnTo>
                  <a:pt x="10605" y="45015"/>
                </a:lnTo>
                <a:lnTo>
                  <a:pt x="10605" y="45015"/>
                </a:lnTo>
                <a:lnTo>
                  <a:pt x="10605" y="45015"/>
                </a:lnTo>
                <a:lnTo>
                  <a:pt x="10605" y="45015"/>
                </a:lnTo>
                <a:lnTo>
                  <a:pt x="10605" y="45015"/>
                </a:lnTo>
                <a:lnTo>
                  <a:pt x="10605" y="45015"/>
                </a:lnTo>
                <a:lnTo>
                  <a:pt x="10605" y="45015"/>
                </a:lnTo>
                <a:lnTo>
                  <a:pt x="10605" y="45015"/>
                </a:lnTo>
                <a:lnTo>
                  <a:pt x="10605" y="45015"/>
                </a:lnTo>
                <a:lnTo>
                  <a:pt x="10605" y="45015"/>
                </a:lnTo>
                <a:lnTo>
                  <a:pt x="10605" y="45015"/>
                </a:lnTo>
                <a:lnTo>
                  <a:pt x="10605" y="45015"/>
                </a:lnTo>
                <a:lnTo>
                  <a:pt x="10605" y="45015"/>
                </a:lnTo>
                <a:lnTo>
                  <a:pt x="10606" y="45015"/>
                </a:lnTo>
                <a:lnTo>
                  <a:pt x="10606" y="45015"/>
                </a:lnTo>
                <a:lnTo>
                  <a:pt x="10606" y="45015"/>
                </a:lnTo>
                <a:lnTo>
                  <a:pt x="10606" y="45015"/>
                </a:lnTo>
                <a:lnTo>
                  <a:pt x="10606" y="45015"/>
                </a:lnTo>
                <a:lnTo>
                  <a:pt x="10606" y="45015"/>
                </a:lnTo>
                <a:lnTo>
                  <a:pt x="10606" y="45015"/>
                </a:lnTo>
                <a:lnTo>
                  <a:pt x="10606" y="45015"/>
                </a:lnTo>
                <a:lnTo>
                  <a:pt x="10606" y="45015"/>
                </a:lnTo>
                <a:lnTo>
                  <a:pt x="10606" y="45015"/>
                </a:lnTo>
                <a:lnTo>
                  <a:pt x="10606" y="45015"/>
                </a:lnTo>
                <a:lnTo>
                  <a:pt x="10606" y="45015"/>
                </a:lnTo>
                <a:lnTo>
                  <a:pt x="10606" y="45015"/>
                </a:lnTo>
                <a:lnTo>
                  <a:pt x="10606" y="45015"/>
                </a:lnTo>
                <a:lnTo>
                  <a:pt x="10606" y="45015"/>
                </a:lnTo>
                <a:lnTo>
                  <a:pt x="10606" y="45015"/>
                </a:lnTo>
                <a:lnTo>
                  <a:pt x="10606" y="45015"/>
                </a:lnTo>
                <a:lnTo>
                  <a:pt x="10606" y="45015"/>
                </a:lnTo>
                <a:lnTo>
                  <a:pt x="10606" y="45015"/>
                </a:lnTo>
                <a:lnTo>
                  <a:pt x="10606" y="45015"/>
                </a:lnTo>
                <a:lnTo>
                  <a:pt x="10606" y="45015"/>
                </a:lnTo>
                <a:lnTo>
                  <a:pt x="10607" y="45015"/>
                </a:lnTo>
                <a:lnTo>
                  <a:pt x="10607" y="45015"/>
                </a:lnTo>
                <a:lnTo>
                  <a:pt x="10607" y="45015"/>
                </a:lnTo>
                <a:lnTo>
                  <a:pt x="10607" y="45015"/>
                </a:lnTo>
                <a:lnTo>
                  <a:pt x="10607" y="45015"/>
                </a:lnTo>
                <a:lnTo>
                  <a:pt x="10607" y="45015"/>
                </a:lnTo>
                <a:lnTo>
                  <a:pt x="10607" y="45015"/>
                </a:lnTo>
                <a:lnTo>
                  <a:pt x="10607" y="45015"/>
                </a:lnTo>
                <a:lnTo>
                  <a:pt x="10607" y="45015"/>
                </a:lnTo>
                <a:lnTo>
                  <a:pt x="10607" y="45015"/>
                </a:lnTo>
                <a:lnTo>
                  <a:pt x="10607" y="45015"/>
                </a:lnTo>
                <a:lnTo>
                  <a:pt x="10607" y="45015"/>
                </a:lnTo>
                <a:lnTo>
                  <a:pt x="10607" y="45015"/>
                </a:lnTo>
                <a:lnTo>
                  <a:pt x="10607" y="45015"/>
                </a:lnTo>
                <a:lnTo>
                  <a:pt x="10607" y="45015"/>
                </a:lnTo>
                <a:lnTo>
                  <a:pt x="10607" y="45015"/>
                </a:lnTo>
                <a:lnTo>
                  <a:pt x="10607" y="45015"/>
                </a:lnTo>
                <a:lnTo>
                  <a:pt x="10607" y="45015"/>
                </a:lnTo>
                <a:lnTo>
                  <a:pt x="10607" y="45015"/>
                </a:lnTo>
                <a:lnTo>
                  <a:pt x="10607" y="45015"/>
                </a:lnTo>
                <a:lnTo>
                  <a:pt x="10607" y="45015"/>
                </a:lnTo>
                <a:lnTo>
                  <a:pt x="10608" y="45015"/>
                </a:lnTo>
                <a:lnTo>
                  <a:pt x="10608" y="45015"/>
                </a:lnTo>
                <a:lnTo>
                  <a:pt x="10608" y="45015"/>
                </a:lnTo>
                <a:lnTo>
                  <a:pt x="10608" y="45015"/>
                </a:lnTo>
                <a:lnTo>
                  <a:pt x="10608" y="45015"/>
                </a:lnTo>
                <a:lnTo>
                  <a:pt x="10608" y="45015"/>
                </a:lnTo>
                <a:lnTo>
                  <a:pt x="10608" y="45015"/>
                </a:lnTo>
                <a:lnTo>
                  <a:pt x="10608" y="45015"/>
                </a:lnTo>
                <a:lnTo>
                  <a:pt x="10608" y="45015"/>
                </a:lnTo>
                <a:lnTo>
                  <a:pt x="10608" y="45015"/>
                </a:lnTo>
                <a:lnTo>
                  <a:pt x="10608" y="45015"/>
                </a:lnTo>
                <a:lnTo>
                  <a:pt x="10608" y="45015"/>
                </a:lnTo>
                <a:lnTo>
                  <a:pt x="10608" y="45015"/>
                </a:lnTo>
                <a:lnTo>
                  <a:pt x="10608" y="45015"/>
                </a:lnTo>
                <a:lnTo>
                  <a:pt x="10608" y="45015"/>
                </a:lnTo>
                <a:lnTo>
                  <a:pt x="10608" y="45015"/>
                </a:lnTo>
                <a:lnTo>
                  <a:pt x="10608" y="45015"/>
                </a:lnTo>
                <a:lnTo>
                  <a:pt x="10608" y="45015"/>
                </a:lnTo>
                <a:lnTo>
                  <a:pt x="10608" y="45015"/>
                </a:lnTo>
                <a:lnTo>
                  <a:pt x="10608" y="45015"/>
                </a:lnTo>
                <a:lnTo>
                  <a:pt x="10609" y="45015"/>
                </a:lnTo>
                <a:lnTo>
                  <a:pt x="10609" y="45015"/>
                </a:lnTo>
                <a:lnTo>
                  <a:pt x="10609" y="45015"/>
                </a:lnTo>
                <a:lnTo>
                  <a:pt x="10609" y="45015"/>
                </a:lnTo>
                <a:lnTo>
                  <a:pt x="10609" y="45015"/>
                </a:lnTo>
                <a:lnTo>
                  <a:pt x="10609" y="45015"/>
                </a:lnTo>
                <a:lnTo>
                  <a:pt x="10609" y="45015"/>
                </a:lnTo>
                <a:lnTo>
                  <a:pt x="10609" y="45015"/>
                </a:lnTo>
                <a:lnTo>
                  <a:pt x="10609" y="45015"/>
                </a:lnTo>
                <a:lnTo>
                  <a:pt x="10609" y="45015"/>
                </a:lnTo>
                <a:lnTo>
                  <a:pt x="10609" y="45015"/>
                </a:lnTo>
                <a:lnTo>
                  <a:pt x="10609" y="45015"/>
                </a:lnTo>
                <a:lnTo>
                  <a:pt x="10609" y="45015"/>
                </a:lnTo>
                <a:lnTo>
                  <a:pt x="10609" y="45015"/>
                </a:lnTo>
                <a:lnTo>
                  <a:pt x="10609" y="45015"/>
                </a:lnTo>
                <a:lnTo>
                  <a:pt x="10609" y="45015"/>
                </a:lnTo>
                <a:lnTo>
                  <a:pt x="10609" y="45015"/>
                </a:lnTo>
                <a:lnTo>
                  <a:pt x="10609" y="45015"/>
                </a:lnTo>
                <a:lnTo>
                  <a:pt x="10609" y="45015"/>
                </a:lnTo>
                <a:lnTo>
                  <a:pt x="10609" y="45015"/>
                </a:lnTo>
                <a:lnTo>
                  <a:pt x="10609" y="45015"/>
                </a:lnTo>
                <a:lnTo>
                  <a:pt x="10610" y="45015"/>
                </a:lnTo>
                <a:lnTo>
                  <a:pt x="10610" y="45015"/>
                </a:lnTo>
                <a:lnTo>
                  <a:pt x="10610" y="45015"/>
                </a:lnTo>
                <a:lnTo>
                  <a:pt x="10610" y="45015"/>
                </a:lnTo>
                <a:lnTo>
                  <a:pt x="10610" y="45015"/>
                </a:lnTo>
                <a:lnTo>
                  <a:pt x="10610" y="45015"/>
                </a:lnTo>
                <a:lnTo>
                  <a:pt x="10610" y="45015"/>
                </a:lnTo>
                <a:lnTo>
                  <a:pt x="10610" y="45015"/>
                </a:lnTo>
                <a:lnTo>
                  <a:pt x="10610" y="45015"/>
                </a:lnTo>
                <a:lnTo>
                  <a:pt x="10610" y="45015"/>
                </a:lnTo>
                <a:lnTo>
                  <a:pt x="10610" y="45015"/>
                </a:lnTo>
                <a:lnTo>
                  <a:pt x="10610" y="45015"/>
                </a:lnTo>
                <a:lnTo>
                  <a:pt x="10610" y="45015"/>
                </a:lnTo>
                <a:lnTo>
                  <a:pt x="10610" y="45015"/>
                </a:lnTo>
                <a:lnTo>
                  <a:pt x="10610" y="45015"/>
                </a:lnTo>
                <a:lnTo>
                  <a:pt x="10610" y="45015"/>
                </a:lnTo>
                <a:lnTo>
                  <a:pt x="10610" y="45015"/>
                </a:lnTo>
                <a:lnTo>
                  <a:pt x="10610" y="45015"/>
                </a:lnTo>
                <a:lnTo>
                  <a:pt x="10610" y="45015"/>
                </a:lnTo>
                <a:lnTo>
                  <a:pt x="10610" y="45015"/>
                </a:lnTo>
                <a:lnTo>
                  <a:pt x="10610" y="45015"/>
                </a:lnTo>
                <a:lnTo>
                  <a:pt x="10611" y="45015"/>
                </a:lnTo>
                <a:lnTo>
                  <a:pt x="10611" y="45015"/>
                </a:lnTo>
                <a:lnTo>
                  <a:pt x="10611" y="45015"/>
                </a:lnTo>
                <a:lnTo>
                  <a:pt x="10611" y="45015"/>
                </a:lnTo>
                <a:lnTo>
                  <a:pt x="10611" y="45015"/>
                </a:lnTo>
                <a:lnTo>
                  <a:pt x="10611" y="45015"/>
                </a:lnTo>
                <a:lnTo>
                  <a:pt x="10611" y="45015"/>
                </a:lnTo>
                <a:lnTo>
                  <a:pt x="10611" y="45015"/>
                </a:lnTo>
                <a:lnTo>
                  <a:pt x="10611" y="45015"/>
                </a:lnTo>
                <a:lnTo>
                  <a:pt x="10611" y="45015"/>
                </a:lnTo>
                <a:lnTo>
                  <a:pt x="10611" y="45015"/>
                </a:lnTo>
                <a:lnTo>
                  <a:pt x="10611" y="45015"/>
                </a:lnTo>
                <a:lnTo>
                  <a:pt x="10611" y="45015"/>
                </a:lnTo>
                <a:lnTo>
                  <a:pt x="10611" y="45015"/>
                </a:lnTo>
                <a:lnTo>
                  <a:pt x="10611" y="45015"/>
                </a:lnTo>
                <a:lnTo>
                  <a:pt x="10611" y="45015"/>
                </a:lnTo>
                <a:lnTo>
                  <a:pt x="10611" y="45015"/>
                </a:lnTo>
                <a:lnTo>
                  <a:pt x="10611" y="45015"/>
                </a:lnTo>
                <a:lnTo>
                  <a:pt x="10611" y="45015"/>
                </a:lnTo>
                <a:lnTo>
                  <a:pt x="10611" y="45015"/>
                </a:lnTo>
                <a:lnTo>
                  <a:pt x="10611" y="45015"/>
                </a:lnTo>
                <a:lnTo>
                  <a:pt x="10612" y="45015"/>
                </a:lnTo>
                <a:lnTo>
                  <a:pt x="10612" y="45015"/>
                </a:lnTo>
                <a:lnTo>
                  <a:pt x="10612" y="45015"/>
                </a:lnTo>
                <a:lnTo>
                  <a:pt x="10612" y="45015"/>
                </a:lnTo>
                <a:lnTo>
                  <a:pt x="10612" y="45015"/>
                </a:lnTo>
                <a:lnTo>
                  <a:pt x="10612" y="45015"/>
                </a:lnTo>
                <a:lnTo>
                  <a:pt x="10612" y="45015"/>
                </a:lnTo>
                <a:lnTo>
                  <a:pt x="10612" y="45015"/>
                </a:lnTo>
                <a:lnTo>
                  <a:pt x="10612" y="45015"/>
                </a:lnTo>
                <a:lnTo>
                  <a:pt x="10612" y="45015"/>
                </a:lnTo>
                <a:lnTo>
                  <a:pt x="10612" y="45015"/>
                </a:lnTo>
                <a:lnTo>
                  <a:pt x="10612" y="45015"/>
                </a:lnTo>
                <a:lnTo>
                  <a:pt x="10612" y="45015"/>
                </a:lnTo>
                <a:lnTo>
                  <a:pt x="10612" y="45015"/>
                </a:lnTo>
                <a:lnTo>
                  <a:pt x="10612" y="45015"/>
                </a:lnTo>
                <a:lnTo>
                  <a:pt x="10612" y="45015"/>
                </a:lnTo>
                <a:lnTo>
                  <a:pt x="10612" y="45015"/>
                </a:lnTo>
                <a:lnTo>
                  <a:pt x="10612" y="45015"/>
                </a:lnTo>
                <a:lnTo>
                  <a:pt x="10612" y="45015"/>
                </a:lnTo>
                <a:lnTo>
                  <a:pt x="10612" y="45015"/>
                </a:lnTo>
                <a:lnTo>
                  <a:pt x="10612" y="45015"/>
                </a:lnTo>
                <a:lnTo>
                  <a:pt x="10613" y="45015"/>
                </a:lnTo>
                <a:lnTo>
                  <a:pt x="10613" y="45015"/>
                </a:lnTo>
                <a:lnTo>
                  <a:pt x="10613" y="45015"/>
                </a:lnTo>
                <a:lnTo>
                  <a:pt x="10613" y="45015"/>
                </a:lnTo>
                <a:lnTo>
                  <a:pt x="10613" y="45015"/>
                </a:lnTo>
                <a:lnTo>
                  <a:pt x="10613" y="45015"/>
                </a:lnTo>
                <a:lnTo>
                  <a:pt x="10613" y="45015"/>
                </a:lnTo>
                <a:lnTo>
                  <a:pt x="10613" y="45015"/>
                </a:lnTo>
                <a:lnTo>
                  <a:pt x="10613" y="45015"/>
                </a:lnTo>
                <a:lnTo>
                  <a:pt x="10613" y="45015"/>
                </a:lnTo>
                <a:lnTo>
                  <a:pt x="10613" y="45015"/>
                </a:lnTo>
                <a:lnTo>
                  <a:pt x="10613" y="45015"/>
                </a:lnTo>
                <a:lnTo>
                  <a:pt x="10613" y="45015"/>
                </a:lnTo>
                <a:lnTo>
                  <a:pt x="10613" y="45015"/>
                </a:lnTo>
                <a:lnTo>
                  <a:pt x="10613" y="45015"/>
                </a:lnTo>
                <a:lnTo>
                  <a:pt x="10613" y="45015"/>
                </a:lnTo>
                <a:lnTo>
                  <a:pt x="10613" y="45015"/>
                </a:lnTo>
                <a:lnTo>
                  <a:pt x="10613" y="45015"/>
                </a:lnTo>
                <a:lnTo>
                  <a:pt x="10613" y="45015"/>
                </a:lnTo>
                <a:lnTo>
                  <a:pt x="10613" y="45015"/>
                </a:lnTo>
                <a:lnTo>
                  <a:pt x="10613" y="45015"/>
                </a:lnTo>
                <a:lnTo>
                  <a:pt x="10614" y="45015"/>
                </a:lnTo>
                <a:lnTo>
                  <a:pt x="10614" y="45015"/>
                </a:lnTo>
                <a:lnTo>
                  <a:pt x="10614" y="45015"/>
                </a:lnTo>
                <a:lnTo>
                  <a:pt x="10614" y="45015"/>
                </a:lnTo>
                <a:lnTo>
                  <a:pt x="10614" y="45015"/>
                </a:lnTo>
                <a:lnTo>
                  <a:pt x="10614" y="45015"/>
                </a:lnTo>
                <a:lnTo>
                  <a:pt x="10614" y="45015"/>
                </a:lnTo>
                <a:lnTo>
                  <a:pt x="10614" y="45015"/>
                </a:lnTo>
                <a:lnTo>
                  <a:pt x="10614" y="45015"/>
                </a:lnTo>
                <a:lnTo>
                  <a:pt x="10614" y="45015"/>
                </a:lnTo>
                <a:lnTo>
                  <a:pt x="10614" y="45015"/>
                </a:lnTo>
                <a:lnTo>
                  <a:pt x="10614" y="45015"/>
                </a:lnTo>
                <a:lnTo>
                  <a:pt x="10614" y="45015"/>
                </a:lnTo>
                <a:lnTo>
                  <a:pt x="10614" y="45015"/>
                </a:lnTo>
                <a:lnTo>
                  <a:pt x="10614" y="45015"/>
                </a:lnTo>
                <a:lnTo>
                  <a:pt x="10614" y="45015"/>
                </a:lnTo>
                <a:lnTo>
                  <a:pt x="10614" y="45015"/>
                </a:lnTo>
                <a:lnTo>
                  <a:pt x="10614" y="45015"/>
                </a:lnTo>
                <a:lnTo>
                  <a:pt x="10614" y="45015"/>
                </a:lnTo>
                <a:lnTo>
                  <a:pt x="10614" y="45015"/>
                </a:lnTo>
                <a:lnTo>
                  <a:pt x="10614" y="45015"/>
                </a:lnTo>
                <a:lnTo>
                  <a:pt x="10614" y="45015"/>
                </a:lnTo>
                <a:lnTo>
                  <a:pt x="10615" y="45015"/>
                </a:lnTo>
                <a:lnTo>
                  <a:pt x="10615" y="45015"/>
                </a:lnTo>
                <a:lnTo>
                  <a:pt x="10615" y="45015"/>
                </a:lnTo>
                <a:lnTo>
                  <a:pt x="10615" y="45015"/>
                </a:lnTo>
                <a:lnTo>
                  <a:pt x="10615" y="45015"/>
                </a:lnTo>
                <a:lnTo>
                  <a:pt x="10615" y="45015"/>
                </a:lnTo>
                <a:lnTo>
                  <a:pt x="10615" y="45015"/>
                </a:lnTo>
                <a:lnTo>
                  <a:pt x="10615" y="45015"/>
                </a:lnTo>
                <a:lnTo>
                  <a:pt x="10615" y="45015"/>
                </a:lnTo>
                <a:lnTo>
                  <a:pt x="10615" y="45015"/>
                </a:lnTo>
                <a:lnTo>
                  <a:pt x="10615" y="45015"/>
                </a:lnTo>
                <a:lnTo>
                  <a:pt x="10615" y="45015"/>
                </a:lnTo>
                <a:lnTo>
                  <a:pt x="10615" y="45015"/>
                </a:lnTo>
                <a:lnTo>
                  <a:pt x="10615" y="45015"/>
                </a:lnTo>
                <a:lnTo>
                  <a:pt x="10615" y="45015"/>
                </a:lnTo>
                <a:lnTo>
                  <a:pt x="10615" y="45015"/>
                </a:lnTo>
                <a:lnTo>
                  <a:pt x="10615" y="45015"/>
                </a:lnTo>
                <a:lnTo>
                  <a:pt x="10615" y="45015"/>
                </a:lnTo>
                <a:lnTo>
                  <a:pt x="10615" y="45015"/>
                </a:lnTo>
                <a:lnTo>
                  <a:pt x="10615" y="45015"/>
                </a:lnTo>
                <a:lnTo>
                  <a:pt x="10615" y="45015"/>
                </a:lnTo>
                <a:lnTo>
                  <a:pt x="10616" y="45015"/>
                </a:lnTo>
                <a:lnTo>
                  <a:pt x="10616" y="45015"/>
                </a:lnTo>
                <a:lnTo>
                  <a:pt x="10616" y="45015"/>
                </a:lnTo>
                <a:lnTo>
                  <a:pt x="10616" y="45015"/>
                </a:lnTo>
                <a:lnTo>
                  <a:pt x="10616" y="45015"/>
                </a:lnTo>
                <a:lnTo>
                  <a:pt x="10616" y="45015"/>
                </a:lnTo>
                <a:lnTo>
                  <a:pt x="10616" y="45015"/>
                </a:lnTo>
                <a:lnTo>
                  <a:pt x="10616" y="45015"/>
                </a:lnTo>
                <a:lnTo>
                  <a:pt x="10616" y="45015"/>
                </a:lnTo>
                <a:lnTo>
                  <a:pt x="10616" y="45015"/>
                </a:lnTo>
                <a:lnTo>
                  <a:pt x="10616" y="45015"/>
                </a:lnTo>
                <a:lnTo>
                  <a:pt x="10616" y="45015"/>
                </a:lnTo>
                <a:lnTo>
                  <a:pt x="10616" y="45015"/>
                </a:lnTo>
                <a:lnTo>
                  <a:pt x="10616" y="45015"/>
                </a:lnTo>
                <a:lnTo>
                  <a:pt x="10616" y="45015"/>
                </a:lnTo>
                <a:lnTo>
                  <a:pt x="10616" y="45015"/>
                </a:lnTo>
                <a:lnTo>
                  <a:pt x="10616" y="45015"/>
                </a:lnTo>
                <a:lnTo>
                  <a:pt x="10616" y="45015"/>
                </a:lnTo>
                <a:lnTo>
                  <a:pt x="10616" y="45015"/>
                </a:lnTo>
                <a:lnTo>
                  <a:pt x="10616" y="45015"/>
                </a:lnTo>
                <a:lnTo>
                  <a:pt x="10616" y="45015"/>
                </a:lnTo>
                <a:lnTo>
                  <a:pt x="10617" y="45015"/>
                </a:lnTo>
                <a:lnTo>
                  <a:pt x="10617" y="45015"/>
                </a:lnTo>
                <a:lnTo>
                  <a:pt x="10617" y="45015"/>
                </a:lnTo>
                <a:lnTo>
                  <a:pt x="10617" y="45015"/>
                </a:lnTo>
                <a:lnTo>
                  <a:pt x="10617" y="45015"/>
                </a:lnTo>
                <a:lnTo>
                  <a:pt x="10617" y="45015"/>
                </a:lnTo>
                <a:lnTo>
                  <a:pt x="10617" y="45015"/>
                </a:lnTo>
                <a:lnTo>
                  <a:pt x="10617" y="45015"/>
                </a:lnTo>
                <a:lnTo>
                  <a:pt x="10617" y="45015"/>
                </a:lnTo>
                <a:lnTo>
                  <a:pt x="10617" y="45015"/>
                </a:lnTo>
                <a:lnTo>
                  <a:pt x="10617" y="45015"/>
                </a:lnTo>
                <a:lnTo>
                  <a:pt x="10617" y="45015"/>
                </a:lnTo>
                <a:lnTo>
                  <a:pt x="10617" y="45015"/>
                </a:lnTo>
                <a:lnTo>
                  <a:pt x="10617" y="45015"/>
                </a:lnTo>
                <a:lnTo>
                  <a:pt x="10617" y="45015"/>
                </a:lnTo>
                <a:lnTo>
                  <a:pt x="10617" y="45015"/>
                </a:lnTo>
                <a:lnTo>
                  <a:pt x="10617" y="45015"/>
                </a:lnTo>
                <a:lnTo>
                  <a:pt x="10617" y="45015"/>
                </a:lnTo>
                <a:lnTo>
                  <a:pt x="10617" y="45015"/>
                </a:lnTo>
                <a:lnTo>
                  <a:pt x="10617" y="45015"/>
                </a:lnTo>
                <a:lnTo>
                  <a:pt x="10617" y="45015"/>
                </a:lnTo>
                <a:lnTo>
                  <a:pt x="10618" y="45015"/>
                </a:lnTo>
                <a:lnTo>
                  <a:pt x="10618" y="45015"/>
                </a:lnTo>
                <a:lnTo>
                  <a:pt x="10618" y="45015"/>
                </a:lnTo>
                <a:lnTo>
                  <a:pt x="10618" y="45015"/>
                </a:lnTo>
                <a:lnTo>
                  <a:pt x="10618" y="45015"/>
                </a:lnTo>
                <a:lnTo>
                  <a:pt x="10618" y="45015"/>
                </a:lnTo>
                <a:lnTo>
                  <a:pt x="10618" y="45015"/>
                </a:lnTo>
                <a:lnTo>
                  <a:pt x="10618" y="45015"/>
                </a:lnTo>
                <a:lnTo>
                  <a:pt x="10618" y="45015"/>
                </a:lnTo>
                <a:lnTo>
                  <a:pt x="10618" y="45015"/>
                </a:lnTo>
                <a:lnTo>
                  <a:pt x="10618" y="45015"/>
                </a:lnTo>
                <a:lnTo>
                  <a:pt x="10618" y="45015"/>
                </a:lnTo>
                <a:lnTo>
                  <a:pt x="10618" y="45015"/>
                </a:lnTo>
                <a:lnTo>
                  <a:pt x="10618" y="45015"/>
                </a:lnTo>
                <a:lnTo>
                  <a:pt x="10618" y="45015"/>
                </a:lnTo>
                <a:lnTo>
                  <a:pt x="10618" y="45015"/>
                </a:lnTo>
                <a:lnTo>
                  <a:pt x="10618" y="45015"/>
                </a:lnTo>
                <a:lnTo>
                  <a:pt x="10618" y="45015"/>
                </a:lnTo>
                <a:lnTo>
                  <a:pt x="10618" y="45015"/>
                </a:lnTo>
                <a:lnTo>
                  <a:pt x="10618" y="45015"/>
                </a:lnTo>
                <a:lnTo>
                  <a:pt x="10618" y="45015"/>
                </a:lnTo>
                <a:lnTo>
                  <a:pt x="10618" y="45015"/>
                </a:lnTo>
                <a:lnTo>
                  <a:pt x="10619" y="45015"/>
                </a:lnTo>
                <a:lnTo>
                  <a:pt x="10619" y="45015"/>
                </a:lnTo>
                <a:lnTo>
                  <a:pt x="10619" y="45015"/>
                </a:lnTo>
                <a:lnTo>
                  <a:pt x="10619" y="45015"/>
                </a:lnTo>
                <a:lnTo>
                  <a:pt x="10619" y="45015"/>
                </a:lnTo>
                <a:lnTo>
                  <a:pt x="10619" y="45015"/>
                </a:lnTo>
                <a:lnTo>
                  <a:pt x="10619" y="45015"/>
                </a:lnTo>
                <a:lnTo>
                  <a:pt x="10619" y="45015"/>
                </a:lnTo>
                <a:lnTo>
                  <a:pt x="10619" y="45015"/>
                </a:lnTo>
                <a:lnTo>
                  <a:pt x="10619" y="45015"/>
                </a:lnTo>
                <a:lnTo>
                  <a:pt x="10619" y="45015"/>
                </a:lnTo>
                <a:lnTo>
                  <a:pt x="10619" y="45015"/>
                </a:lnTo>
                <a:lnTo>
                  <a:pt x="10619" y="45015"/>
                </a:lnTo>
                <a:lnTo>
                  <a:pt x="10619" y="45015"/>
                </a:lnTo>
                <a:lnTo>
                  <a:pt x="10619" y="45015"/>
                </a:lnTo>
                <a:lnTo>
                  <a:pt x="10619" y="45015"/>
                </a:lnTo>
                <a:lnTo>
                  <a:pt x="10619" y="45015"/>
                </a:lnTo>
                <a:lnTo>
                  <a:pt x="10619" y="45015"/>
                </a:lnTo>
                <a:lnTo>
                  <a:pt x="10619" y="45015"/>
                </a:lnTo>
                <a:lnTo>
                  <a:pt x="10619" y="45015"/>
                </a:lnTo>
                <a:lnTo>
                  <a:pt x="10619" y="45015"/>
                </a:lnTo>
                <a:lnTo>
                  <a:pt x="10620" y="45015"/>
                </a:lnTo>
                <a:lnTo>
                  <a:pt x="10620" y="45015"/>
                </a:lnTo>
                <a:lnTo>
                  <a:pt x="10620" y="45015"/>
                </a:lnTo>
                <a:lnTo>
                  <a:pt x="10620" y="45015"/>
                </a:lnTo>
                <a:lnTo>
                  <a:pt x="10620" y="45015"/>
                </a:lnTo>
                <a:lnTo>
                  <a:pt x="10620" y="45015"/>
                </a:lnTo>
                <a:lnTo>
                  <a:pt x="10620" y="45015"/>
                </a:lnTo>
                <a:lnTo>
                  <a:pt x="10620" y="45015"/>
                </a:lnTo>
                <a:lnTo>
                  <a:pt x="10620" y="45015"/>
                </a:lnTo>
                <a:lnTo>
                  <a:pt x="10620" y="45015"/>
                </a:lnTo>
                <a:lnTo>
                  <a:pt x="10620" y="45015"/>
                </a:lnTo>
                <a:lnTo>
                  <a:pt x="10620" y="45015"/>
                </a:lnTo>
                <a:lnTo>
                  <a:pt x="10620" y="45015"/>
                </a:lnTo>
                <a:lnTo>
                  <a:pt x="10620" y="45015"/>
                </a:lnTo>
                <a:lnTo>
                  <a:pt x="10620" y="45015"/>
                </a:lnTo>
                <a:lnTo>
                  <a:pt x="10620" y="45015"/>
                </a:lnTo>
                <a:lnTo>
                  <a:pt x="10620" y="45015"/>
                </a:lnTo>
                <a:lnTo>
                  <a:pt x="10620" y="45015"/>
                </a:lnTo>
                <a:lnTo>
                  <a:pt x="10620" y="45015"/>
                </a:lnTo>
                <a:lnTo>
                  <a:pt x="10620" y="45015"/>
                </a:lnTo>
                <a:lnTo>
                  <a:pt x="10620" y="45015"/>
                </a:lnTo>
                <a:lnTo>
                  <a:pt x="10620" y="45015"/>
                </a:lnTo>
                <a:lnTo>
                  <a:pt x="10621" y="45015"/>
                </a:lnTo>
                <a:lnTo>
                  <a:pt x="10621" y="45015"/>
                </a:lnTo>
                <a:lnTo>
                  <a:pt x="10621" y="45015"/>
                </a:lnTo>
                <a:lnTo>
                  <a:pt x="10621" y="45015"/>
                </a:lnTo>
                <a:lnTo>
                  <a:pt x="10621" y="45015"/>
                </a:lnTo>
                <a:lnTo>
                  <a:pt x="10621" y="45015"/>
                </a:lnTo>
                <a:lnTo>
                  <a:pt x="10621" y="45015"/>
                </a:lnTo>
                <a:lnTo>
                  <a:pt x="10621" y="45015"/>
                </a:lnTo>
                <a:lnTo>
                  <a:pt x="10621" y="45015"/>
                </a:lnTo>
                <a:lnTo>
                  <a:pt x="10621" y="45015"/>
                </a:lnTo>
                <a:lnTo>
                  <a:pt x="10621" y="45015"/>
                </a:lnTo>
                <a:lnTo>
                  <a:pt x="10621" y="45015"/>
                </a:lnTo>
                <a:lnTo>
                  <a:pt x="10621" y="45015"/>
                </a:lnTo>
                <a:lnTo>
                  <a:pt x="10621" y="45015"/>
                </a:lnTo>
                <a:lnTo>
                  <a:pt x="10621" y="45015"/>
                </a:lnTo>
                <a:lnTo>
                  <a:pt x="10621" y="45015"/>
                </a:lnTo>
                <a:lnTo>
                  <a:pt x="10621" y="45015"/>
                </a:lnTo>
                <a:lnTo>
                  <a:pt x="10621" y="45015"/>
                </a:lnTo>
                <a:lnTo>
                  <a:pt x="10621" y="45015"/>
                </a:lnTo>
                <a:lnTo>
                  <a:pt x="10621" y="45015"/>
                </a:lnTo>
                <a:lnTo>
                  <a:pt x="10621" y="45015"/>
                </a:lnTo>
                <a:lnTo>
                  <a:pt x="10621" y="45015"/>
                </a:lnTo>
                <a:lnTo>
                  <a:pt x="10622" y="45015"/>
                </a:lnTo>
                <a:lnTo>
                  <a:pt x="10622" y="45015"/>
                </a:lnTo>
                <a:lnTo>
                  <a:pt x="10622" y="45015"/>
                </a:lnTo>
                <a:lnTo>
                  <a:pt x="10622" y="45015"/>
                </a:lnTo>
                <a:lnTo>
                  <a:pt x="10622" y="45015"/>
                </a:lnTo>
                <a:lnTo>
                  <a:pt x="10622" y="45015"/>
                </a:lnTo>
                <a:lnTo>
                  <a:pt x="10622" y="45015"/>
                </a:lnTo>
                <a:lnTo>
                  <a:pt x="10622" y="45015"/>
                </a:lnTo>
                <a:lnTo>
                  <a:pt x="10622" y="45015"/>
                </a:lnTo>
                <a:lnTo>
                  <a:pt x="10622" y="45015"/>
                </a:lnTo>
                <a:lnTo>
                  <a:pt x="10622" y="45015"/>
                </a:lnTo>
                <a:lnTo>
                  <a:pt x="10622" y="45015"/>
                </a:lnTo>
                <a:lnTo>
                  <a:pt x="10622" y="45015"/>
                </a:lnTo>
                <a:lnTo>
                  <a:pt x="10622" y="45015"/>
                </a:lnTo>
                <a:lnTo>
                  <a:pt x="10622" y="45015"/>
                </a:lnTo>
                <a:lnTo>
                  <a:pt x="10622" y="45015"/>
                </a:lnTo>
                <a:lnTo>
                  <a:pt x="10622" y="45015"/>
                </a:lnTo>
                <a:lnTo>
                  <a:pt x="10622" y="45015"/>
                </a:lnTo>
                <a:lnTo>
                  <a:pt x="10622" y="45015"/>
                </a:lnTo>
                <a:lnTo>
                  <a:pt x="10622" y="45015"/>
                </a:lnTo>
                <a:lnTo>
                  <a:pt x="10622" y="45015"/>
                </a:lnTo>
                <a:lnTo>
                  <a:pt x="10623" y="45015"/>
                </a:lnTo>
                <a:lnTo>
                  <a:pt x="10623" y="45015"/>
                </a:lnTo>
                <a:lnTo>
                  <a:pt x="10623" y="45015"/>
                </a:lnTo>
                <a:lnTo>
                  <a:pt x="10623" y="45015"/>
                </a:lnTo>
                <a:lnTo>
                  <a:pt x="10623" y="45015"/>
                </a:lnTo>
                <a:lnTo>
                  <a:pt x="10623" y="45015"/>
                </a:lnTo>
                <a:lnTo>
                  <a:pt x="10623" y="45015"/>
                </a:lnTo>
                <a:lnTo>
                  <a:pt x="10623" y="45015"/>
                </a:lnTo>
                <a:lnTo>
                  <a:pt x="10623" y="45015"/>
                </a:lnTo>
                <a:lnTo>
                  <a:pt x="10623" y="45015"/>
                </a:lnTo>
                <a:lnTo>
                  <a:pt x="10623" y="45015"/>
                </a:lnTo>
                <a:lnTo>
                  <a:pt x="10623" y="45015"/>
                </a:lnTo>
                <a:lnTo>
                  <a:pt x="10623" y="45015"/>
                </a:lnTo>
                <a:lnTo>
                  <a:pt x="10623" y="45015"/>
                </a:lnTo>
                <a:lnTo>
                  <a:pt x="10623" y="45015"/>
                </a:lnTo>
                <a:lnTo>
                  <a:pt x="10623" y="45015"/>
                </a:lnTo>
                <a:lnTo>
                  <a:pt x="10623" y="45015"/>
                </a:lnTo>
                <a:lnTo>
                  <a:pt x="10623" y="45015"/>
                </a:lnTo>
                <a:lnTo>
                  <a:pt x="10623" y="45015"/>
                </a:lnTo>
                <a:lnTo>
                  <a:pt x="10623" y="45015"/>
                </a:lnTo>
                <a:lnTo>
                  <a:pt x="10623" y="45015"/>
                </a:lnTo>
                <a:lnTo>
                  <a:pt x="10623" y="45015"/>
                </a:lnTo>
                <a:lnTo>
                  <a:pt x="10624" y="45015"/>
                </a:lnTo>
                <a:lnTo>
                  <a:pt x="10624" y="45015"/>
                </a:lnTo>
                <a:lnTo>
                  <a:pt x="10624" y="45015"/>
                </a:lnTo>
                <a:lnTo>
                  <a:pt x="10624" y="45015"/>
                </a:lnTo>
                <a:lnTo>
                  <a:pt x="10624" y="45015"/>
                </a:lnTo>
                <a:lnTo>
                  <a:pt x="10624" y="45015"/>
                </a:lnTo>
                <a:lnTo>
                  <a:pt x="10624" y="45015"/>
                </a:lnTo>
                <a:lnTo>
                  <a:pt x="10624" y="45015"/>
                </a:lnTo>
                <a:lnTo>
                  <a:pt x="10624" y="45015"/>
                </a:lnTo>
                <a:lnTo>
                  <a:pt x="10624" y="45015"/>
                </a:lnTo>
                <a:lnTo>
                  <a:pt x="10624" y="45015"/>
                </a:lnTo>
                <a:lnTo>
                  <a:pt x="10624" y="45015"/>
                </a:lnTo>
                <a:lnTo>
                  <a:pt x="10624" y="45015"/>
                </a:lnTo>
                <a:lnTo>
                  <a:pt x="10624" y="45015"/>
                </a:lnTo>
                <a:lnTo>
                  <a:pt x="10624" y="45015"/>
                </a:lnTo>
                <a:lnTo>
                  <a:pt x="10624" y="45015"/>
                </a:lnTo>
                <a:lnTo>
                  <a:pt x="10624" y="45015"/>
                </a:lnTo>
                <a:lnTo>
                  <a:pt x="10624" y="45015"/>
                </a:lnTo>
                <a:lnTo>
                  <a:pt x="10624" y="45015"/>
                </a:lnTo>
                <a:lnTo>
                  <a:pt x="10624" y="45015"/>
                </a:lnTo>
                <a:lnTo>
                  <a:pt x="10624" y="45015"/>
                </a:lnTo>
                <a:lnTo>
                  <a:pt x="10624" y="45015"/>
                </a:lnTo>
                <a:lnTo>
                  <a:pt x="10625" y="45015"/>
                </a:lnTo>
                <a:lnTo>
                  <a:pt x="10625" y="45015"/>
                </a:lnTo>
                <a:lnTo>
                  <a:pt x="10625" y="45015"/>
                </a:lnTo>
                <a:lnTo>
                  <a:pt x="10625" y="45015"/>
                </a:lnTo>
                <a:lnTo>
                  <a:pt x="10625" y="45015"/>
                </a:lnTo>
                <a:lnTo>
                  <a:pt x="10625" y="45015"/>
                </a:lnTo>
                <a:lnTo>
                  <a:pt x="10625" y="45015"/>
                </a:lnTo>
                <a:lnTo>
                  <a:pt x="10625" y="45015"/>
                </a:lnTo>
                <a:lnTo>
                  <a:pt x="10625" y="45015"/>
                </a:lnTo>
                <a:lnTo>
                  <a:pt x="10625" y="45015"/>
                </a:lnTo>
                <a:lnTo>
                  <a:pt x="10625" y="45015"/>
                </a:lnTo>
                <a:lnTo>
                  <a:pt x="10625" y="45015"/>
                </a:lnTo>
                <a:lnTo>
                  <a:pt x="10625" y="45015"/>
                </a:lnTo>
                <a:lnTo>
                  <a:pt x="10625" y="45015"/>
                </a:lnTo>
                <a:lnTo>
                  <a:pt x="10625" y="45015"/>
                </a:lnTo>
                <a:lnTo>
                  <a:pt x="10625" y="45015"/>
                </a:lnTo>
                <a:lnTo>
                  <a:pt x="10625" y="45015"/>
                </a:lnTo>
                <a:lnTo>
                  <a:pt x="10625" y="45015"/>
                </a:lnTo>
                <a:lnTo>
                  <a:pt x="10625" y="45015"/>
                </a:lnTo>
                <a:lnTo>
                  <a:pt x="10625" y="45015"/>
                </a:lnTo>
                <a:lnTo>
                  <a:pt x="10625" y="45015"/>
                </a:lnTo>
                <a:lnTo>
                  <a:pt x="10625" y="45015"/>
                </a:lnTo>
                <a:lnTo>
                  <a:pt x="10626" y="45015"/>
                </a:lnTo>
                <a:lnTo>
                  <a:pt x="10626" y="45015"/>
                </a:lnTo>
                <a:lnTo>
                  <a:pt x="10626" y="45015"/>
                </a:lnTo>
                <a:lnTo>
                  <a:pt x="10626" y="45015"/>
                </a:lnTo>
                <a:lnTo>
                  <a:pt x="10626" y="45015"/>
                </a:lnTo>
                <a:lnTo>
                  <a:pt x="10626" y="45015"/>
                </a:lnTo>
                <a:lnTo>
                  <a:pt x="10626" y="45015"/>
                </a:lnTo>
                <a:lnTo>
                  <a:pt x="10626" y="45015"/>
                </a:lnTo>
                <a:lnTo>
                  <a:pt x="10626" y="45015"/>
                </a:lnTo>
                <a:lnTo>
                  <a:pt x="10626" y="45015"/>
                </a:lnTo>
                <a:lnTo>
                  <a:pt x="10626" y="45015"/>
                </a:lnTo>
                <a:lnTo>
                  <a:pt x="10626" y="45015"/>
                </a:lnTo>
                <a:lnTo>
                  <a:pt x="10626" y="45015"/>
                </a:lnTo>
                <a:lnTo>
                  <a:pt x="10626" y="45015"/>
                </a:lnTo>
                <a:lnTo>
                  <a:pt x="10626" y="45015"/>
                </a:lnTo>
                <a:lnTo>
                  <a:pt x="10626" y="45015"/>
                </a:lnTo>
                <a:lnTo>
                  <a:pt x="10626" y="45015"/>
                </a:lnTo>
                <a:lnTo>
                  <a:pt x="10626" y="45015"/>
                </a:lnTo>
                <a:lnTo>
                  <a:pt x="10626" y="45015"/>
                </a:lnTo>
                <a:lnTo>
                  <a:pt x="10626" y="45015"/>
                </a:lnTo>
                <a:lnTo>
                  <a:pt x="10626" y="45015"/>
                </a:lnTo>
                <a:lnTo>
                  <a:pt x="10626" y="45015"/>
                </a:lnTo>
                <a:lnTo>
                  <a:pt x="10627" y="45015"/>
                </a:lnTo>
                <a:lnTo>
                  <a:pt x="10627" y="45015"/>
                </a:lnTo>
                <a:lnTo>
                  <a:pt x="10627" y="45015"/>
                </a:lnTo>
                <a:lnTo>
                  <a:pt x="10627" y="45015"/>
                </a:lnTo>
                <a:lnTo>
                  <a:pt x="10627" y="45015"/>
                </a:lnTo>
                <a:lnTo>
                  <a:pt x="10627" y="45015"/>
                </a:lnTo>
                <a:lnTo>
                  <a:pt x="10627" y="45015"/>
                </a:lnTo>
                <a:lnTo>
                  <a:pt x="10627" y="45015"/>
                </a:lnTo>
                <a:lnTo>
                  <a:pt x="10627" y="45015"/>
                </a:lnTo>
                <a:lnTo>
                  <a:pt x="10627" y="45015"/>
                </a:lnTo>
                <a:lnTo>
                  <a:pt x="10627" y="45015"/>
                </a:lnTo>
                <a:lnTo>
                  <a:pt x="10627" y="45015"/>
                </a:lnTo>
                <a:lnTo>
                  <a:pt x="10627" y="45015"/>
                </a:lnTo>
                <a:lnTo>
                  <a:pt x="10627" y="45015"/>
                </a:lnTo>
                <a:lnTo>
                  <a:pt x="10627" y="45015"/>
                </a:lnTo>
                <a:lnTo>
                  <a:pt x="10627" y="45015"/>
                </a:lnTo>
                <a:lnTo>
                  <a:pt x="10627" y="45015"/>
                </a:lnTo>
                <a:lnTo>
                  <a:pt x="10627" y="45015"/>
                </a:lnTo>
                <a:lnTo>
                  <a:pt x="10627" y="45015"/>
                </a:lnTo>
                <a:lnTo>
                  <a:pt x="10627" y="45015"/>
                </a:lnTo>
                <a:lnTo>
                  <a:pt x="10627" y="45015"/>
                </a:lnTo>
                <a:lnTo>
                  <a:pt x="10627" y="45015"/>
                </a:lnTo>
                <a:lnTo>
                  <a:pt x="10628" y="45015"/>
                </a:lnTo>
                <a:lnTo>
                  <a:pt x="10628" y="45015"/>
                </a:lnTo>
                <a:lnTo>
                  <a:pt x="10628" y="45015"/>
                </a:lnTo>
                <a:lnTo>
                  <a:pt x="10628" y="45015"/>
                </a:lnTo>
                <a:lnTo>
                  <a:pt x="10628" y="45015"/>
                </a:lnTo>
                <a:lnTo>
                  <a:pt x="10628" y="45015"/>
                </a:lnTo>
                <a:lnTo>
                  <a:pt x="10628" y="45015"/>
                </a:lnTo>
                <a:lnTo>
                  <a:pt x="10628" y="45015"/>
                </a:lnTo>
                <a:lnTo>
                  <a:pt x="10628" y="45015"/>
                </a:lnTo>
                <a:lnTo>
                  <a:pt x="10628" y="45015"/>
                </a:lnTo>
                <a:lnTo>
                  <a:pt x="10628" y="45015"/>
                </a:lnTo>
                <a:lnTo>
                  <a:pt x="10628" y="45015"/>
                </a:lnTo>
                <a:lnTo>
                  <a:pt x="10628" y="45015"/>
                </a:lnTo>
                <a:lnTo>
                  <a:pt x="10628" y="45015"/>
                </a:lnTo>
                <a:lnTo>
                  <a:pt x="10628" y="45015"/>
                </a:lnTo>
                <a:lnTo>
                  <a:pt x="10628" y="45015"/>
                </a:lnTo>
                <a:lnTo>
                  <a:pt x="10628" y="45015"/>
                </a:lnTo>
                <a:lnTo>
                  <a:pt x="10628" y="45015"/>
                </a:lnTo>
                <a:lnTo>
                  <a:pt x="10628" y="45015"/>
                </a:lnTo>
                <a:lnTo>
                  <a:pt x="10628" y="45015"/>
                </a:lnTo>
                <a:lnTo>
                  <a:pt x="10628" y="45015"/>
                </a:lnTo>
                <a:lnTo>
                  <a:pt x="10628" y="45015"/>
                </a:lnTo>
                <a:lnTo>
                  <a:pt x="10629" y="45015"/>
                </a:lnTo>
                <a:lnTo>
                  <a:pt x="10629" y="45015"/>
                </a:lnTo>
                <a:lnTo>
                  <a:pt x="10629" y="45015"/>
                </a:lnTo>
                <a:lnTo>
                  <a:pt x="10629" y="45015"/>
                </a:lnTo>
                <a:lnTo>
                  <a:pt x="10629" y="45015"/>
                </a:lnTo>
                <a:lnTo>
                  <a:pt x="10629" y="45015"/>
                </a:lnTo>
                <a:lnTo>
                  <a:pt x="10629" y="45015"/>
                </a:lnTo>
                <a:lnTo>
                  <a:pt x="10629" y="45015"/>
                </a:lnTo>
                <a:lnTo>
                  <a:pt x="10629" y="45015"/>
                </a:lnTo>
                <a:lnTo>
                  <a:pt x="10629" y="45015"/>
                </a:lnTo>
                <a:lnTo>
                  <a:pt x="10629" y="45015"/>
                </a:lnTo>
                <a:lnTo>
                  <a:pt x="10629" y="45015"/>
                </a:lnTo>
                <a:lnTo>
                  <a:pt x="10629" y="45015"/>
                </a:lnTo>
                <a:lnTo>
                  <a:pt x="10629" y="45015"/>
                </a:lnTo>
                <a:lnTo>
                  <a:pt x="10629" y="45015"/>
                </a:lnTo>
                <a:lnTo>
                  <a:pt x="10629" y="45015"/>
                </a:lnTo>
                <a:lnTo>
                  <a:pt x="10629" y="45015"/>
                </a:lnTo>
                <a:lnTo>
                  <a:pt x="10629" y="45015"/>
                </a:lnTo>
                <a:lnTo>
                  <a:pt x="10629" y="45015"/>
                </a:lnTo>
                <a:lnTo>
                  <a:pt x="10629" y="45015"/>
                </a:lnTo>
                <a:lnTo>
                  <a:pt x="10629" y="45015"/>
                </a:lnTo>
                <a:lnTo>
                  <a:pt x="10629" y="45015"/>
                </a:lnTo>
                <a:lnTo>
                  <a:pt x="10630" y="45015"/>
                </a:lnTo>
                <a:lnTo>
                  <a:pt x="10630" y="45015"/>
                </a:lnTo>
                <a:lnTo>
                  <a:pt x="10630" y="45015"/>
                </a:lnTo>
                <a:lnTo>
                  <a:pt x="10630" y="45015"/>
                </a:lnTo>
                <a:lnTo>
                  <a:pt x="10630" y="45015"/>
                </a:lnTo>
                <a:lnTo>
                  <a:pt x="10630" y="45015"/>
                </a:lnTo>
                <a:lnTo>
                  <a:pt x="10630" y="45015"/>
                </a:lnTo>
                <a:lnTo>
                  <a:pt x="10630" y="45015"/>
                </a:lnTo>
                <a:lnTo>
                  <a:pt x="10630" y="45015"/>
                </a:lnTo>
                <a:lnTo>
                  <a:pt x="10630" y="45015"/>
                </a:lnTo>
                <a:lnTo>
                  <a:pt x="10630" y="45015"/>
                </a:lnTo>
                <a:lnTo>
                  <a:pt x="10630" y="45015"/>
                </a:lnTo>
                <a:lnTo>
                  <a:pt x="10630" y="45015"/>
                </a:lnTo>
                <a:lnTo>
                  <a:pt x="10630" y="45015"/>
                </a:lnTo>
                <a:lnTo>
                  <a:pt x="10630" y="45015"/>
                </a:lnTo>
                <a:lnTo>
                  <a:pt x="10630" y="45015"/>
                </a:lnTo>
                <a:lnTo>
                  <a:pt x="10630" y="45015"/>
                </a:lnTo>
                <a:lnTo>
                  <a:pt x="10630" y="45015"/>
                </a:lnTo>
                <a:lnTo>
                  <a:pt x="10630" y="45015"/>
                </a:lnTo>
                <a:lnTo>
                  <a:pt x="10630" y="45015"/>
                </a:lnTo>
                <a:lnTo>
                  <a:pt x="10630" y="45015"/>
                </a:lnTo>
                <a:lnTo>
                  <a:pt x="10630" y="45015"/>
                </a:lnTo>
                <a:lnTo>
                  <a:pt x="10631" y="45015"/>
                </a:lnTo>
                <a:lnTo>
                  <a:pt x="10631" y="45015"/>
                </a:lnTo>
                <a:lnTo>
                  <a:pt x="10631" y="45015"/>
                </a:lnTo>
                <a:lnTo>
                  <a:pt x="10631" y="45015"/>
                </a:lnTo>
                <a:lnTo>
                  <a:pt x="10631" y="45015"/>
                </a:lnTo>
                <a:lnTo>
                  <a:pt x="10631" y="45015"/>
                </a:lnTo>
                <a:lnTo>
                  <a:pt x="10631" y="45015"/>
                </a:lnTo>
                <a:lnTo>
                  <a:pt x="10631" y="45015"/>
                </a:lnTo>
                <a:lnTo>
                  <a:pt x="10631" y="45015"/>
                </a:lnTo>
                <a:lnTo>
                  <a:pt x="10631" y="45015"/>
                </a:lnTo>
                <a:lnTo>
                  <a:pt x="10631" y="45015"/>
                </a:lnTo>
                <a:lnTo>
                  <a:pt x="10631" y="45015"/>
                </a:lnTo>
                <a:lnTo>
                  <a:pt x="10631" y="45015"/>
                </a:lnTo>
                <a:lnTo>
                  <a:pt x="10631" y="45015"/>
                </a:lnTo>
                <a:lnTo>
                  <a:pt x="10631" y="45015"/>
                </a:lnTo>
                <a:lnTo>
                  <a:pt x="10631" y="45015"/>
                </a:lnTo>
                <a:lnTo>
                  <a:pt x="10631" y="45015"/>
                </a:lnTo>
                <a:lnTo>
                  <a:pt x="10631" y="45015"/>
                </a:lnTo>
                <a:lnTo>
                  <a:pt x="10631" y="45015"/>
                </a:lnTo>
                <a:lnTo>
                  <a:pt x="10631" y="45015"/>
                </a:lnTo>
                <a:lnTo>
                  <a:pt x="10631" y="45015"/>
                </a:lnTo>
                <a:lnTo>
                  <a:pt x="10631" y="45015"/>
                </a:lnTo>
                <a:lnTo>
                  <a:pt x="10632" y="45015"/>
                </a:lnTo>
                <a:lnTo>
                  <a:pt x="10632" y="45015"/>
                </a:lnTo>
                <a:lnTo>
                  <a:pt x="10632" y="45015"/>
                </a:lnTo>
                <a:lnTo>
                  <a:pt x="10632" y="45015"/>
                </a:lnTo>
                <a:lnTo>
                  <a:pt x="10632" y="45015"/>
                </a:lnTo>
                <a:lnTo>
                  <a:pt x="10632" y="45015"/>
                </a:lnTo>
                <a:lnTo>
                  <a:pt x="10632" y="45015"/>
                </a:lnTo>
                <a:lnTo>
                  <a:pt x="10632" y="45015"/>
                </a:lnTo>
                <a:lnTo>
                  <a:pt x="10632" y="45015"/>
                </a:lnTo>
                <a:lnTo>
                  <a:pt x="10632" y="45015"/>
                </a:lnTo>
                <a:lnTo>
                  <a:pt x="10632" y="45015"/>
                </a:lnTo>
                <a:lnTo>
                  <a:pt x="10632" y="45015"/>
                </a:lnTo>
                <a:lnTo>
                  <a:pt x="10632" y="45015"/>
                </a:lnTo>
                <a:lnTo>
                  <a:pt x="10632" y="45015"/>
                </a:lnTo>
                <a:lnTo>
                  <a:pt x="10632" y="45015"/>
                </a:lnTo>
                <a:lnTo>
                  <a:pt x="10632" y="45015"/>
                </a:lnTo>
                <a:lnTo>
                  <a:pt x="10632" y="45015"/>
                </a:lnTo>
                <a:lnTo>
                  <a:pt x="10632" y="45015"/>
                </a:lnTo>
                <a:lnTo>
                  <a:pt x="10632" y="45015"/>
                </a:lnTo>
                <a:lnTo>
                  <a:pt x="10632" y="45015"/>
                </a:lnTo>
                <a:lnTo>
                  <a:pt x="10632" y="45015"/>
                </a:lnTo>
                <a:lnTo>
                  <a:pt x="10632" y="45015"/>
                </a:lnTo>
                <a:lnTo>
                  <a:pt x="10632" y="45015"/>
                </a:lnTo>
                <a:lnTo>
                  <a:pt x="10633" y="45015"/>
                </a:lnTo>
                <a:lnTo>
                  <a:pt x="10633" y="45015"/>
                </a:lnTo>
                <a:lnTo>
                  <a:pt x="10633" y="45015"/>
                </a:lnTo>
                <a:lnTo>
                  <a:pt x="10633" y="45015"/>
                </a:lnTo>
                <a:lnTo>
                  <a:pt x="10633" y="45015"/>
                </a:lnTo>
                <a:lnTo>
                  <a:pt x="10633" y="45015"/>
                </a:lnTo>
                <a:lnTo>
                  <a:pt x="10633" y="45015"/>
                </a:lnTo>
                <a:lnTo>
                  <a:pt x="10633" y="45015"/>
                </a:lnTo>
                <a:lnTo>
                  <a:pt x="10633" y="45015"/>
                </a:lnTo>
                <a:lnTo>
                  <a:pt x="10633" y="45015"/>
                </a:lnTo>
                <a:lnTo>
                  <a:pt x="10633" y="45015"/>
                </a:lnTo>
                <a:lnTo>
                  <a:pt x="10633" y="45015"/>
                </a:lnTo>
                <a:lnTo>
                  <a:pt x="10633" y="45015"/>
                </a:lnTo>
                <a:lnTo>
                  <a:pt x="10633" y="45015"/>
                </a:lnTo>
                <a:lnTo>
                  <a:pt x="10633" y="45015"/>
                </a:lnTo>
                <a:lnTo>
                  <a:pt x="10633" y="45015"/>
                </a:lnTo>
                <a:lnTo>
                  <a:pt x="10633" y="45015"/>
                </a:lnTo>
                <a:lnTo>
                  <a:pt x="10633" y="45015"/>
                </a:lnTo>
                <a:lnTo>
                  <a:pt x="10633" y="45015"/>
                </a:lnTo>
                <a:lnTo>
                  <a:pt x="10633" y="45015"/>
                </a:lnTo>
                <a:lnTo>
                  <a:pt x="10633" y="45015"/>
                </a:lnTo>
                <a:lnTo>
                  <a:pt x="10633" y="45015"/>
                </a:lnTo>
                <a:lnTo>
                  <a:pt x="10634" y="45015"/>
                </a:lnTo>
                <a:lnTo>
                  <a:pt x="10634" y="45015"/>
                </a:lnTo>
                <a:lnTo>
                  <a:pt x="10634" y="45015"/>
                </a:lnTo>
                <a:lnTo>
                  <a:pt x="10634" y="45015"/>
                </a:lnTo>
                <a:lnTo>
                  <a:pt x="10634" y="45015"/>
                </a:lnTo>
                <a:lnTo>
                  <a:pt x="10634" y="45015"/>
                </a:lnTo>
                <a:lnTo>
                  <a:pt x="10634" y="45015"/>
                </a:lnTo>
                <a:lnTo>
                  <a:pt x="10634" y="45015"/>
                </a:lnTo>
                <a:lnTo>
                  <a:pt x="10634" y="45015"/>
                </a:lnTo>
                <a:lnTo>
                  <a:pt x="10634" y="45015"/>
                </a:lnTo>
                <a:lnTo>
                  <a:pt x="10634" y="45015"/>
                </a:lnTo>
                <a:lnTo>
                  <a:pt x="10634" y="45015"/>
                </a:lnTo>
                <a:lnTo>
                  <a:pt x="10634" y="45015"/>
                </a:lnTo>
                <a:lnTo>
                  <a:pt x="10634" y="45015"/>
                </a:lnTo>
                <a:lnTo>
                  <a:pt x="10634" y="45015"/>
                </a:lnTo>
                <a:lnTo>
                  <a:pt x="10634" y="45015"/>
                </a:lnTo>
                <a:lnTo>
                  <a:pt x="10634" y="45015"/>
                </a:lnTo>
                <a:lnTo>
                  <a:pt x="10634" y="45015"/>
                </a:lnTo>
                <a:lnTo>
                  <a:pt x="10634" y="45015"/>
                </a:lnTo>
                <a:lnTo>
                  <a:pt x="10634" y="45015"/>
                </a:lnTo>
                <a:lnTo>
                  <a:pt x="10634" y="45015"/>
                </a:lnTo>
                <a:lnTo>
                  <a:pt x="10634" y="45015"/>
                </a:lnTo>
                <a:lnTo>
                  <a:pt x="10635" y="45015"/>
                </a:lnTo>
                <a:lnTo>
                  <a:pt x="10635" y="45015"/>
                </a:lnTo>
                <a:lnTo>
                  <a:pt x="10635" y="45015"/>
                </a:lnTo>
                <a:lnTo>
                  <a:pt x="10635" y="45015"/>
                </a:lnTo>
                <a:lnTo>
                  <a:pt x="10635" y="45015"/>
                </a:lnTo>
                <a:lnTo>
                  <a:pt x="10635" y="45015"/>
                </a:lnTo>
                <a:lnTo>
                  <a:pt x="10635" y="45015"/>
                </a:lnTo>
                <a:lnTo>
                  <a:pt x="10635" y="45015"/>
                </a:lnTo>
                <a:lnTo>
                  <a:pt x="10635" y="45015"/>
                </a:lnTo>
                <a:lnTo>
                  <a:pt x="10635" y="45015"/>
                </a:lnTo>
                <a:lnTo>
                  <a:pt x="10635" y="45015"/>
                </a:lnTo>
                <a:lnTo>
                  <a:pt x="10635" y="45015"/>
                </a:lnTo>
                <a:lnTo>
                  <a:pt x="10635" y="45015"/>
                </a:lnTo>
                <a:lnTo>
                  <a:pt x="10635" y="45015"/>
                </a:lnTo>
                <a:lnTo>
                  <a:pt x="10635" y="45015"/>
                </a:lnTo>
                <a:lnTo>
                  <a:pt x="10635" y="45015"/>
                </a:lnTo>
                <a:lnTo>
                  <a:pt x="10635" y="45015"/>
                </a:lnTo>
                <a:lnTo>
                  <a:pt x="10635" y="45015"/>
                </a:lnTo>
                <a:lnTo>
                  <a:pt x="10635" y="45015"/>
                </a:lnTo>
                <a:lnTo>
                  <a:pt x="10635" y="45015"/>
                </a:lnTo>
                <a:lnTo>
                  <a:pt x="10635" y="45015"/>
                </a:lnTo>
                <a:lnTo>
                  <a:pt x="10635" y="45015"/>
                </a:lnTo>
                <a:lnTo>
                  <a:pt x="10635" y="45015"/>
                </a:lnTo>
                <a:lnTo>
                  <a:pt x="10636" y="45015"/>
                </a:lnTo>
                <a:lnTo>
                  <a:pt x="10636" y="45015"/>
                </a:lnTo>
                <a:lnTo>
                  <a:pt x="10636" y="45015"/>
                </a:lnTo>
                <a:lnTo>
                  <a:pt x="10636" y="45015"/>
                </a:lnTo>
                <a:lnTo>
                  <a:pt x="10636" y="45015"/>
                </a:lnTo>
                <a:lnTo>
                  <a:pt x="10636" y="45015"/>
                </a:lnTo>
                <a:lnTo>
                  <a:pt x="10636" y="45015"/>
                </a:lnTo>
                <a:lnTo>
                  <a:pt x="10636" y="45015"/>
                </a:lnTo>
                <a:lnTo>
                  <a:pt x="10636" y="45015"/>
                </a:lnTo>
                <a:lnTo>
                  <a:pt x="10636" y="45015"/>
                </a:lnTo>
                <a:lnTo>
                  <a:pt x="10636" y="45015"/>
                </a:lnTo>
                <a:lnTo>
                  <a:pt x="10636" y="45015"/>
                </a:lnTo>
                <a:lnTo>
                  <a:pt x="10636" y="45015"/>
                </a:lnTo>
                <a:lnTo>
                  <a:pt x="10636" y="45015"/>
                </a:lnTo>
                <a:lnTo>
                  <a:pt x="10636" y="45015"/>
                </a:lnTo>
                <a:lnTo>
                  <a:pt x="10636" y="45015"/>
                </a:lnTo>
                <a:lnTo>
                  <a:pt x="10636" y="45015"/>
                </a:lnTo>
                <a:lnTo>
                  <a:pt x="10636" y="45015"/>
                </a:lnTo>
                <a:lnTo>
                  <a:pt x="10636" y="45015"/>
                </a:lnTo>
                <a:lnTo>
                  <a:pt x="10636" y="45015"/>
                </a:lnTo>
                <a:lnTo>
                  <a:pt x="10636" y="45015"/>
                </a:lnTo>
                <a:lnTo>
                  <a:pt x="10636" y="45015"/>
                </a:lnTo>
                <a:lnTo>
                  <a:pt x="10636" y="45015"/>
                </a:lnTo>
                <a:lnTo>
                  <a:pt x="10637" y="45015"/>
                </a:lnTo>
                <a:lnTo>
                  <a:pt x="10637" y="45015"/>
                </a:lnTo>
                <a:lnTo>
                  <a:pt x="10637" y="45015"/>
                </a:lnTo>
                <a:lnTo>
                  <a:pt x="10637" y="45015"/>
                </a:lnTo>
                <a:lnTo>
                  <a:pt x="10637" y="45015"/>
                </a:lnTo>
                <a:lnTo>
                  <a:pt x="10637" y="45015"/>
                </a:lnTo>
                <a:lnTo>
                  <a:pt x="10637" y="45015"/>
                </a:lnTo>
                <a:lnTo>
                  <a:pt x="10637" y="45015"/>
                </a:lnTo>
                <a:lnTo>
                  <a:pt x="10637" y="45015"/>
                </a:lnTo>
                <a:lnTo>
                  <a:pt x="10637" y="45015"/>
                </a:lnTo>
                <a:lnTo>
                  <a:pt x="10637" y="45015"/>
                </a:lnTo>
                <a:lnTo>
                  <a:pt x="10637" y="45015"/>
                </a:lnTo>
                <a:lnTo>
                  <a:pt x="10637" y="45015"/>
                </a:lnTo>
                <a:lnTo>
                  <a:pt x="10637" y="45015"/>
                </a:lnTo>
                <a:lnTo>
                  <a:pt x="10637" y="45015"/>
                </a:lnTo>
                <a:lnTo>
                  <a:pt x="10637" y="45015"/>
                </a:lnTo>
                <a:lnTo>
                  <a:pt x="10637" y="45015"/>
                </a:lnTo>
                <a:lnTo>
                  <a:pt x="10637" y="45015"/>
                </a:lnTo>
                <a:lnTo>
                  <a:pt x="10637" y="45015"/>
                </a:lnTo>
                <a:lnTo>
                  <a:pt x="10637" y="45015"/>
                </a:lnTo>
                <a:lnTo>
                  <a:pt x="10637" y="45015"/>
                </a:lnTo>
                <a:lnTo>
                  <a:pt x="10637" y="45015"/>
                </a:lnTo>
                <a:lnTo>
                  <a:pt x="10638" y="45015"/>
                </a:lnTo>
                <a:lnTo>
                  <a:pt x="10638" y="45015"/>
                </a:lnTo>
                <a:lnTo>
                  <a:pt x="10638" y="45015"/>
                </a:lnTo>
                <a:lnTo>
                  <a:pt x="10638" y="45015"/>
                </a:lnTo>
                <a:lnTo>
                  <a:pt x="10638" y="45015"/>
                </a:lnTo>
                <a:lnTo>
                  <a:pt x="10638" y="45015"/>
                </a:lnTo>
                <a:lnTo>
                  <a:pt x="10638" y="45015"/>
                </a:lnTo>
                <a:lnTo>
                  <a:pt x="10638" y="45015"/>
                </a:lnTo>
                <a:lnTo>
                  <a:pt x="10638" y="45015"/>
                </a:lnTo>
                <a:lnTo>
                  <a:pt x="10638" y="45015"/>
                </a:lnTo>
                <a:lnTo>
                  <a:pt x="10638" y="45015"/>
                </a:lnTo>
                <a:lnTo>
                  <a:pt x="10638" y="45015"/>
                </a:lnTo>
                <a:lnTo>
                  <a:pt x="10638" y="45015"/>
                </a:lnTo>
                <a:lnTo>
                  <a:pt x="10638" y="45015"/>
                </a:lnTo>
                <a:lnTo>
                  <a:pt x="10638" y="45015"/>
                </a:lnTo>
                <a:lnTo>
                  <a:pt x="10638" y="45015"/>
                </a:lnTo>
                <a:lnTo>
                  <a:pt x="10638" y="45015"/>
                </a:lnTo>
                <a:lnTo>
                  <a:pt x="10638" y="45015"/>
                </a:lnTo>
                <a:lnTo>
                  <a:pt x="10638" y="45015"/>
                </a:lnTo>
                <a:lnTo>
                  <a:pt x="10638" y="45015"/>
                </a:lnTo>
                <a:lnTo>
                  <a:pt x="10638" y="45015"/>
                </a:lnTo>
                <a:lnTo>
                  <a:pt x="10638" y="45015"/>
                </a:lnTo>
                <a:lnTo>
                  <a:pt x="10638" y="45015"/>
                </a:lnTo>
                <a:lnTo>
                  <a:pt x="10639" y="45015"/>
                </a:lnTo>
                <a:lnTo>
                  <a:pt x="10639" y="45015"/>
                </a:lnTo>
                <a:lnTo>
                  <a:pt x="10639" y="45015"/>
                </a:lnTo>
                <a:lnTo>
                  <a:pt x="10639" y="45015"/>
                </a:lnTo>
                <a:lnTo>
                  <a:pt x="10639" y="45015"/>
                </a:lnTo>
                <a:lnTo>
                  <a:pt x="10639" y="45015"/>
                </a:lnTo>
                <a:lnTo>
                  <a:pt x="10639" y="45015"/>
                </a:lnTo>
                <a:lnTo>
                  <a:pt x="10639" y="45015"/>
                </a:lnTo>
                <a:lnTo>
                  <a:pt x="10639" y="45015"/>
                </a:lnTo>
                <a:lnTo>
                  <a:pt x="10639" y="45015"/>
                </a:lnTo>
                <a:lnTo>
                  <a:pt x="10639" y="45015"/>
                </a:lnTo>
                <a:lnTo>
                  <a:pt x="10639" y="45015"/>
                </a:lnTo>
                <a:lnTo>
                  <a:pt x="10639" y="45015"/>
                </a:lnTo>
                <a:lnTo>
                  <a:pt x="10639" y="45015"/>
                </a:lnTo>
                <a:lnTo>
                  <a:pt x="10639" y="45015"/>
                </a:lnTo>
                <a:lnTo>
                  <a:pt x="10639" y="45015"/>
                </a:lnTo>
                <a:lnTo>
                  <a:pt x="10639" y="45015"/>
                </a:lnTo>
                <a:lnTo>
                  <a:pt x="10639" y="45015"/>
                </a:lnTo>
                <a:lnTo>
                  <a:pt x="10639" y="45015"/>
                </a:lnTo>
                <a:lnTo>
                  <a:pt x="10639" y="45015"/>
                </a:lnTo>
                <a:lnTo>
                  <a:pt x="10639" y="45015"/>
                </a:lnTo>
                <a:lnTo>
                  <a:pt x="10639" y="45015"/>
                </a:lnTo>
                <a:lnTo>
                  <a:pt x="10639" y="45015"/>
                </a:lnTo>
                <a:lnTo>
                  <a:pt x="10640" y="45015"/>
                </a:lnTo>
                <a:lnTo>
                  <a:pt x="10640" y="45015"/>
                </a:lnTo>
                <a:lnTo>
                  <a:pt x="10640" y="45015"/>
                </a:lnTo>
                <a:lnTo>
                  <a:pt x="10640" y="45015"/>
                </a:lnTo>
                <a:lnTo>
                  <a:pt x="10640" y="45015"/>
                </a:lnTo>
                <a:lnTo>
                  <a:pt x="10640" y="45015"/>
                </a:lnTo>
                <a:lnTo>
                  <a:pt x="10640" y="45015"/>
                </a:lnTo>
                <a:lnTo>
                  <a:pt x="10640" y="45015"/>
                </a:lnTo>
                <a:lnTo>
                  <a:pt x="10640" y="45015"/>
                </a:lnTo>
                <a:lnTo>
                  <a:pt x="10640" y="45015"/>
                </a:lnTo>
                <a:lnTo>
                  <a:pt x="10640" y="45015"/>
                </a:lnTo>
                <a:lnTo>
                  <a:pt x="10640" y="45015"/>
                </a:lnTo>
                <a:lnTo>
                  <a:pt x="10640" y="45015"/>
                </a:lnTo>
                <a:lnTo>
                  <a:pt x="10640" y="45015"/>
                </a:lnTo>
                <a:lnTo>
                  <a:pt x="10640" y="45015"/>
                </a:lnTo>
                <a:lnTo>
                  <a:pt x="10640" y="45015"/>
                </a:lnTo>
                <a:lnTo>
                  <a:pt x="10640" y="45015"/>
                </a:lnTo>
                <a:lnTo>
                  <a:pt x="10640" y="45015"/>
                </a:lnTo>
                <a:lnTo>
                  <a:pt x="10640" y="45015"/>
                </a:lnTo>
                <a:lnTo>
                  <a:pt x="10640" y="45015"/>
                </a:lnTo>
                <a:lnTo>
                  <a:pt x="10640" y="45015"/>
                </a:lnTo>
                <a:lnTo>
                  <a:pt x="10640" y="45015"/>
                </a:lnTo>
                <a:lnTo>
                  <a:pt x="10640" y="45015"/>
                </a:lnTo>
                <a:lnTo>
                  <a:pt x="10641" y="45015"/>
                </a:lnTo>
                <a:lnTo>
                  <a:pt x="10641" y="45015"/>
                </a:lnTo>
                <a:lnTo>
                  <a:pt x="10641" y="45015"/>
                </a:lnTo>
                <a:lnTo>
                  <a:pt x="10641" y="45015"/>
                </a:lnTo>
                <a:lnTo>
                  <a:pt x="10641" y="45015"/>
                </a:lnTo>
                <a:lnTo>
                  <a:pt x="10641" y="45015"/>
                </a:lnTo>
                <a:lnTo>
                  <a:pt x="10641" y="45015"/>
                </a:lnTo>
                <a:lnTo>
                  <a:pt x="10641" y="45015"/>
                </a:lnTo>
                <a:lnTo>
                  <a:pt x="10641" y="45015"/>
                </a:lnTo>
                <a:lnTo>
                  <a:pt x="10641" y="45015"/>
                </a:lnTo>
                <a:lnTo>
                  <a:pt x="10641" y="45015"/>
                </a:lnTo>
                <a:lnTo>
                  <a:pt x="10641" y="45015"/>
                </a:lnTo>
                <a:lnTo>
                  <a:pt x="10641" y="45015"/>
                </a:lnTo>
                <a:lnTo>
                  <a:pt x="10641" y="45015"/>
                </a:lnTo>
                <a:lnTo>
                  <a:pt x="10641" y="45015"/>
                </a:lnTo>
                <a:lnTo>
                  <a:pt x="10641" y="45015"/>
                </a:lnTo>
                <a:lnTo>
                  <a:pt x="10641" y="45015"/>
                </a:lnTo>
                <a:lnTo>
                  <a:pt x="10641" y="45015"/>
                </a:lnTo>
                <a:lnTo>
                  <a:pt x="10641" y="45015"/>
                </a:lnTo>
                <a:lnTo>
                  <a:pt x="10641" y="45015"/>
                </a:lnTo>
                <a:lnTo>
                  <a:pt x="10641" y="45015"/>
                </a:lnTo>
                <a:lnTo>
                  <a:pt x="10641" y="45015"/>
                </a:lnTo>
                <a:lnTo>
                  <a:pt x="10641" y="45015"/>
                </a:lnTo>
                <a:lnTo>
                  <a:pt x="10642" y="45015"/>
                </a:lnTo>
                <a:lnTo>
                  <a:pt x="10642" y="45015"/>
                </a:lnTo>
                <a:lnTo>
                  <a:pt x="10642" y="45015"/>
                </a:lnTo>
                <a:lnTo>
                  <a:pt x="10642" y="45015"/>
                </a:lnTo>
                <a:lnTo>
                  <a:pt x="10642" y="45015"/>
                </a:lnTo>
                <a:lnTo>
                  <a:pt x="10642" y="45015"/>
                </a:lnTo>
                <a:lnTo>
                  <a:pt x="10642" y="45015"/>
                </a:lnTo>
                <a:lnTo>
                  <a:pt x="10642" y="45015"/>
                </a:lnTo>
                <a:lnTo>
                  <a:pt x="10642" y="45015"/>
                </a:lnTo>
                <a:lnTo>
                  <a:pt x="10642" y="45015"/>
                </a:lnTo>
                <a:lnTo>
                  <a:pt x="10642" y="45015"/>
                </a:lnTo>
                <a:lnTo>
                  <a:pt x="10642" y="45015"/>
                </a:lnTo>
                <a:lnTo>
                  <a:pt x="10642" y="45015"/>
                </a:lnTo>
                <a:lnTo>
                  <a:pt x="10642" y="45015"/>
                </a:lnTo>
                <a:lnTo>
                  <a:pt x="10642" y="45015"/>
                </a:lnTo>
                <a:lnTo>
                  <a:pt x="10642" y="45015"/>
                </a:lnTo>
                <a:lnTo>
                  <a:pt x="10642" y="45015"/>
                </a:lnTo>
                <a:lnTo>
                  <a:pt x="10642" y="45015"/>
                </a:lnTo>
                <a:lnTo>
                  <a:pt x="10642" y="45015"/>
                </a:lnTo>
                <a:lnTo>
                  <a:pt x="10642" y="45015"/>
                </a:lnTo>
                <a:lnTo>
                  <a:pt x="10642" y="45015"/>
                </a:lnTo>
                <a:lnTo>
                  <a:pt x="10642" y="45015"/>
                </a:lnTo>
                <a:lnTo>
                  <a:pt x="10642" y="45015"/>
                </a:lnTo>
                <a:lnTo>
                  <a:pt x="10643" y="45015"/>
                </a:lnTo>
                <a:lnTo>
                  <a:pt x="10643" y="45015"/>
                </a:lnTo>
                <a:lnTo>
                  <a:pt x="10643" y="45015"/>
                </a:lnTo>
                <a:lnTo>
                  <a:pt x="10643" y="45015"/>
                </a:lnTo>
                <a:lnTo>
                  <a:pt x="10643" y="45015"/>
                </a:lnTo>
                <a:lnTo>
                  <a:pt x="10643" y="45015"/>
                </a:lnTo>
                <a:lnTo>
                  <a:pt x="10643" y="45015"/>
                </a:lnTo>
                <a:lnTo>
                  <a:pt x="10643" y="45015"/>
                </a:lnTo>
                <a:lnTo>
                  <a:pt x="10643" y="45015"/>
                </a:lnTo>
                <a:lnTo>
                  <a:pt x="10643" y="45015"/>
                </a:lnTo>
                <a:lnTo>
                  <a:pt x="10643" y="45015"/>
                </a:lnTo>
                <a:lnTo>
                  <a:pt x="10643" y="45015"/>
                </a:lnTo>
                <a:lnTo>
                  <a:pt x="10643" y="45015"/>
                </a:lnTo>
                <a:lnTo>
                  <a:pt x="10643" y="45015"/>
                </a:lnTo>
                <a:lnTo>
                  <a:pt x="10643" y="45015"/>
                </a:lnTo>
                <a:lnTo>
                  <a:pt x="10643" y="45015"/>
                </a:lnTo>
                <a:lnTo>
                  <a:pt x="10643" y="45015"/>
                </a:lnTo>
                <a:lnTo>
                  <a:pt x="10643" y="45015"/>
                </a:lnTo>
                <a:lnTo>
                  <a:pt x="10643" y="45015"/>
                </a:lnTo>
                <a:lnTo>
                  <a:pt x="10643" y="45015"/>
                </a:lnTo>
                <a:lnTo>
                  <a:pt x="10643" y="45015"/>
                </a:lnTo>
                <a:lnTo>
                  <a:pt x="10643" y="45015"/>
                </a:lnTo>
                <a:lnTo>
                  <a:pt x="10643" y="45015"/>
                </a:lnTo>
                <a:lnTo>
                  <a:pt x="10644" y="45015"/>
                </a:lnTo>
                <a:lnTo>
                  <a:pt x="10644" y="45015"/>
                </a:lnTo>
                <a:lnTo>
                  <a:pt x="10644" y="45015"/>
                </a:lnTo>
                <a:lnTo>
                  <a:pt x="10644" y="45015"/>
                </a:lnTo>
                <a:lnTo>
                  <a:pt x="10644" y="45015"/>
                </a:lnTo>
                <a:lnTo>
                  <a:pt x="10644" y="45015"/>
                </a:lnTo>
                <a:lnTo>
                  <a:pt x="10644" y="45015"/>
                </a:lnTo>
                <a:lnTo>
                  <a:pt x="10644" y="45015"/>
                </a:lnTo>
                <a:lnTo>
                  <a:pt x="10644" y="45015"/>
                </a:lnTo>
                <a:lnTo>
                  <a:pt x="10644" y="45015"/>
                </a:lnTo>
                <a:lnTo>
                  <a:pt x="10644" y="45015"/>
                </a:lnTo>
                <a:lnTo>
                  <a:pt x="10644" y="45015"/>
                </a:lnTo>
                <a:lnTo>
                  <a:pt x="10644" y="45015"/>
                </a:lnTo>
                <a:lnTo>
                  <a:pt x="10644" y="45015"/>
                </a:lnTo>
                <a:lnTo>
                  <a:pt x="10644" y="45015"/>
                </a:lnTo>
                <a:lnTo>
                  <a:pt x="10644" y="45015"/>
                </a:lnTo>
                <a:lnTo>
                  <a:pt x="10644" y="45015"/>
                </a:lnTo>
                <a:lnTo>
                  <a:pt x="10644" y="45015"/>
                </a:lnTo>
                <a:lnTo>
                  <a:pt x="10644" y="45015"/>
                </a:lnTo>
                <a:lnTo>
                  <a:pt x="10644" y="45015"/>
                </a:lnTo>
                <a:lnTo>
                  <a:pt x="10644" y="45015"/>
                </a:lnTo>
                <a:lnTo>
                  <a:pt x="10644" y="45015"/>
                </a:lnTo>
                <a:lnTo>
                  <a:pt x="10644" y="45015"/>
                </a:lnTo>
                <a:lnTo>
                  <a:pt x="10645" y="45015"/>
                </a:lnTo>
                <a:lnTo>
                  <a:pt x="10645" y="45015"/>
                </a:lnTo>
                <a:lnTo>
                  <a:pt x="10645" y="45015"/>
                </a:lnTo>
                <a:lnTo>
                  <a:pt x="10645" y="45015"/>
                </a:lnTo>
                <a:lnTo>
                  <a:pt x="10645" y="45015"/>
                </a:lnTo>
                <a:lnTo>
                  <a:pt x="10645" y="45015"/>
                </a:lnTo>
                <a:lnTo>
                  <a:pt x="10645" y="45015"/>
                </a:lnTo>
                <a:lnTo>
                  <a:pt x="10645" y="45015"/>
                </a:lnTo>
                <a:lnTo>
                  <a:pt x="10645" y="45015"/>
                </a:lnTo>
                <a:lnTo>
                  <a:pt x="10645" y="45015"/>
                </a:lnTo>
                <a:lnTo>
                  <a:pt x="10645" y="45015"/>
                </a:lnTo>
                <a:lnTo>
                  <a:pt x="10645" y="45015"/>
                </a:lnTo>
                <a:lnTo>
                  <a:pt x="10645" y="45015"/>
                </a:lnTo>
                <a:lnTo>
                  <a:pt x="10645" y="45015"/>
                </a:lnTo>
                <a:lnTo>
                  <a:pt x="10645" y="45015"/>
                </a:lnTo>
                <a:lnTo>
                  <a:pt x="10645" y="45015"/>
                </a:lnTo>
                <a:lnTo>
                  <a:pt x="10645" y="45015"/>
                </a:lnTo>
                <a:lnTo>
                  <a:pt x="10645" y="45015"/>
                </a:lnTo>
                <a:lnTo>
                  <a:pt x="10645" y="45015"/>
                </a:lnTo>
                <a:lnTo>
                  <a:pt x="10645" y="45015"/>
                </a:lnTo>
                <a:lnTo>
                  <a:pt x="10645" y="45015"/>
                </a:lnTo>
                <a:lnTo>
                  <a:pt x="10645" y="45015"/>
                </a:lnTo>
                <a:lnTo>
                  <a:pt x="10645" y="45015"/>
                </a:lnTo>
                <a:lnTo>
                  <a:pt x="10646" y="45015"/>
                </a:lnTo>
                <a:lnTo>
                  <a:pt x="10646" y="45015"/>
                </a:lnTo>
                <a:lnTo>
                  <a:pt x="10646" y="45015"/>
                </a:lnTo>
                <a:lnTo>
                  <a:pt x="10646" y="45015"/>
                </a:lnTo>
                <a:lnTo>
                  <a:pt x="10646" y="45015"/>
                </a:lnTo>
                <a:lnTo>
                  <a:pt x="10646" y="45015"/>
                </a:lnTo>
                <a:lnTo>
                  <a:pt x="10646" y="45015"/>
                </a:lnTo>
                <a:lnTo>
                  <a:pt x="10646" y="45015"/>
                </a:lnTo>
                <a:lnTo>
                  <a:pt x="10646" y="45015"/>
                </a:lnTo>
                <a:lnTo>
                  <a:pt x="10646" y="45015"/>
                </a:lnTo>
                <a:lnTo>
                  <a:pt x="10646" y="45015"/>
                </a:lnTo>
                <a:lnTo>
                  <a:pt x="10646" y="45015"/>
                </a:lnTo>
                <a:lnTo>
                  <a:pt x="10646" y="45015"/>
                </a:lnTo>
                <a:lnTo>
                  <a:pt x="10646" y="45015"/>
                </a:lnTo>
                <a:lnTo>
                  <a:pt x="10646" y="45015"/>
                </a:lnTo>
                <a:lnTo>
                  <a:pt x="10646" y="45015"/>
                </a:lnTo>
                <a:lnTo>
                  <a:pt x="10646" y="45015"/>
                </a:lnTo>
                <a:lnTo>
                  <a:pt x="10646" y="45015"/>
                </a:lnTo>
                <a:lnTo>
                  <a:pt x="10646" y="45015"/>
                </a:lnTo>
                <a:lnTo>
                  <a:pt x="10646" y="45015"/>
                </a:lnTo>
                <a:lnTo>
                  <a:pt x="10646" y="45015"/>
                </a:lnTo>
                <a:lnTo>
                  <a:pt x="10646" y="45015"/>
                </a:lnTo>
                <a:lnTo>
                  <a:pt x="10646" y="45015"/>
                </a:lnTo>
                <a:lnTo>
                  <a:pt x="10646" y="45015"/>
                </a:lnTo>
                <a:lnTo>
                  <a:pt x="10647" y="45015"/>
                </a:lnTo>
                <a:lnTo>
                  <a:pt x="10647" y="45015"/>
                </a:lnTo>
                <a:lnTo>
                  <a:pt x="10647" y="45015"/>
                </a:lnTo>
                <a:lnTo>
                  <a:pt x="10647" y="45015"/>
                </a:lnTo>
                <a:lnTo>
                  <a:pt x="10647" y="45015"/>
                </a:lnTo>
                <a:lnTo>
                  <a:pt x="10647" y="45015"/>
                </a:lnTo>
                <a:lnTo>
                  <a:pt x="10647" y="45015"/>
                </a:lnTo>
                <a:lnTo>
                  <a:pt x="10647" y="45015"/>
                </a:lnTo>
                <a:lnTo>
                  <a:pt x="10647" y="45015"/>
                </a:lnTo>
                <a:lnTo>
                  <a:pt x="10647" y="45015"/>
                </a:lnTo>
                <a:lnTo>
                  <a:pt x="10647" y="45015"/>
                </a:lnTo>
                <a:lnTo>
                  <a:pt x="10647" y="45015"/>
                </a:lnTo>
                <a:lnTo>
                  <a:pt x="10647" y="45015"/>
                </a:lnTo>
                <a:lnTo>
                  <a:pt x="10647" y="45015"/>
                </a:lnTo>
                <a:lnTo>
                  <a:pt x="10647" y="45015"/>
                </a:lnTo>
                <a:lnTo>
                  <a:pt x="10647" y="45015"/>
                </a:lnTo>
                <a:lnTo>
                  <a:pt x="10647" y="45015"/>
                </a:lnTo>
                <a:lnTo>
                  <a:pt x="10647" y="45015"/>
                </a:lnTo>
                <a:lnTo>
                  <a:pt x="10647" y="45015"/>
                </a:lnTo>
                <a:lnTo>
                  <a:pt x="10647" y="45015"/>
                </a:lnTo>
                <a:lnTo>
                  <a:pt x="10647" y="45015"/>
                </a:lnTo>
                <a:lnTo>
                  <a:pt x="10647" y="45015"/>
                </a:lnTo>
                <a:lnTo>
                  <a:pt x="10647" y="45015"/>
                </a:lnTo>
                <a:lnTo>
                  <a:pt x="10648" y="45015"/>
                </a:lnTo>
                <a:lnTo>
                  <a:pt x="10648" y="45015"/>
                </a:lnTo>
                <a:lnTo>
                  <a:pt x="10648" y="45015"/>
                </a:lnTo>
                <a:lnTo>
                  <a:pt x="10648" y="45015"/>
                </a:lnTo>
                <a:lnTo>
                  <a:pt x="10648" y="45015"/>
                </a:lnTo>
                <a:lnTo>
                  <a:pt x="10648" y="45015"/>
                </a:lnTo>
                <a:lnTo>
                  <a:pt x="10648" y="45015"/>
                </a:lnTo>
                <a:lnTo>
                  <a:pt x="10648" y="45015"/>
                </a:lnTo>
                <a:lnTo>
                  <a:pt x="10648" y="45015"/>
                </a:lnTo>
                <a:lnTo>
                  <a:pt x="10648" y="45015"/>
                </a:lnTo>
                <a:lnTo>
                  <a:pt x="10648" y="45015"/>
                </a:lnTo>
                <a:lnTo>
                  <a:pt x="10648" y="45015"/>
                </a:lnTo>
                <a:lnTo>
                  <a:pt x="10648" y="45015"/>
                </a:lnTo>
                <a:lnTo>
                  <a:pt x="10648" y="45015"/>
                </a:lnTo>
                <a:lnTo>
                  <a:pt x="10648" y="45015"/>
                </a:lnTo>
                <a:lnTo>
                  <a:pt x="10648" y="45015"/>
                </a:lnTo>
                <a:lnTo>
                  <a:pt x="10648" y="45015"/>
                </a:lnTo>
                <a:lnTo>
                  <a:pt x="10648" y="45015"/>
                </a:lnTo>
                <a:lnTo>
                  <a:pt x="10648" y="45015"/>
                </a:lnTo>
                <a:lnTo>
                  <a:pt x="10648" y="45015"/>
                </a:lnTo>
                <a:lnTo>
                  <a:pt x="10648" y="45015"/>
                </a:lnTo>
                <a:lnTo>
                  <a:pt x="10648" y="45015"/>
                </a:lnTo>
                <a:lnTo>
                  <a:pt x="10648" y="45015"/>
                </a:lnTo>
                <a:lnTo>
                  <a:pt x="10648" y="45015"/>
                </a:lnTo>
                <a:lnTo>
                  <a:pt x="10649" y="45015"/>
                </a:lnTo>
                <a:lnTo>
                  <a:pt x="10649" y="45015"/>
                </a:lnTo>
                <a:lnTo>
                  <a:pt x="10649" y="45015"/>
                </a:lnTo>
                <a:lnTo>
                  <a:pt x="10649" y="45015"/>
                </a:lnTo>
                <a:lnTo>
                  <a:pt x="10649" y="45015"/>
                </a:lnTo>
                <a:lnTo>
                  <a:pt x="10649" y="45015"/>
                </a:lnTo>
                <a:lnTo>
                  <a:pt x="10649" y="45015"/>
                </a:lnTo>
                <a:lnTo>
                  <a:pt x="10649" y="45015"/>
                </a:lnTo>
                <a:lnTo>
                  <a:pt x="10649" y="45015"/>
                </a:lnTo>
                <a:lnTo>
                  <a:pt x="10649" y="45015"/>
                </a:lnTo>
                <a:lnTo>
                  <a:pt x="10649" y="45015"/>
                </a:lnTo>
                <a:lnTo>
                  <a:pt x="10649" y="45015"/>
                </a:lnTo>
                <a:lnTo>
                  <a:pt x="10649" y="45015"/>
                </a:lnTo>
                <a:lnTo>
                  <a:pt x="10649" y="45015"/>
                </a:lnTo>
                <a:lnTo>
                  <a:pt x="10649" y="45015"/>
                </a:lnTo>
                <a:lnTo>
                  <a:pt x="10649" y="45015"/>
                </a:lnTo>
                <a:lnTo>
                  <a:pt x="10649" y="45015"/>
                </a:lnTo>
                <a:lnTo>
                  <a:pt x="10649" y="45015"/>
                </a:lnTo>
                <a:lnTo>
                  <a:pt x="10649" y="45015"/>
                </a:lnTo>
                <a:lnTo>
                  <a:pt x="10649" y="45015"/>
                </a:lnTo>
                <a:lnTo>
                  <a:pt x="10649" y="45015"/>
                </a:lnTo>
                <a:lnTo>
                  <a:pt x="10649" y="45015"/>
                </a:lnTo>
                <a:lnTo>
                  <a:pt x="10649" y="45015"/>
                </a:lnTo>
                <a:lnTo>
                  <a:pt x="10650" y="45015"/>
                </a:lnTo>
                <a:lnTo>
                  <a:pt x="10650" y="45015"/>
                </a:lnTo>
                <a:lnTo>
                  <a:pt x="10650" y="45015"/>
                </a:lnTo>
                <a:lnTo>
                  <a:pt x="10650" y="45015"/>
                </a:lnTo>
                <a:lnTo>
                  <a:pt x="10650" y="45015"/>
                </a:lnTo>
                <a:lnTo>
                  <a:pt x="10650" y="45015"/>
                </a:lnTo>
                <a:lnTo>
                  <a:pt x="10650" y="45015"/>
                </a:lnTo>
                <a:lnTo>
                  <a:pt x="10650" y="45015"/>
                </a:lnTo>
                <a:lnTo>
                  <a:pt x="10650" y="45015"/>
                </a:lnTo>
                <a:lnTo>
                  <a:pt x="10650" y="45015"/>
                </a:lnTo>
                <a:lnTo>
                  <a:pt x="10650" y="45015"/>
                </a:lnTo>
                <a:lnTo>
                  <a:pt x="10650" y="45015"/>
                </a:lnTo>
                <a:lnTo>
                  <a:pt x="10650" y="45015"/>
                </a:lnTo>
                <a:lnTo>
                  <a:pt x="10650" y="45015"/>
                </a:lnTo>
                <a:lnTo>
                  <a:pt x="10650" y="45015"/>
                </a:lnTo>
                <a:lnTo>
                  <a:pt x="10650" y="45015"/>
                </a:lnTo>
                <a:lnTo>
                  <a:pt x="10650" y="45015"/>
                </a:lnTo>
                <a:lnTo>
                  <a:pt x="10650" y="45015"/>
                </a:lnTo>
                <a:lnTo>
                  <a:pt x="10650" y="45015"/>
                </a:lnTo>
                <a:lnTo>
                  <a:pt x="10650" y="45015"/>
                </a:lnTo>
                <a:lnTo>
                  <a:pt x="10650" y="45015"/>
                </a:lnTo>
                <a:lnTo>
                  <a:pt x="10650" y="45015"/>
                </a:lnTo>
                <a:lnTo>
                  <a:pt x="10650" y="45015"/>
                </a:lnTo>
                <a:lnTo>
                  <a:pt x="10650" y="45015"/>
                </a:lnTo>
                <a:lnTo>
                  <a:pt x="10651" y="45015"/>
                </a:lnTo>
                <a:lnTo>
                  <a:pt x="10651" y="45015"/>
                </a:lnTo>
                <a:lnTo>
                  <a:pt x="10651" y="45015"/>
                </a:lnTo>
                <a:lnTo>
                  <a:pt x="10651" y="45015"/>
                </a:lnTo>
                <a:lnTo>
                  <a:pt x="10651" y="45015"/>
                </a:lnTo>
                <a:lnTo>
                  <a:pt x="10651" y="45015"/>
                </a:lnTo>
                <a:lnTo>
                  <a:pt x="10651" y="45015"/>
                </a:lnTo>
                <a:lnTo>
                  <a:pt x="10651" y="45015"/>
                </a:lnTo>
                <a:lnTo>
                  <a:pt x="10651" y="45015"/>
                </a:lnTo>
                <a:lnTo>
                  <a:pt x="10651" y="45015"/>
                </a:lnTo>
                <a:lnTo>
                  <a:pt x="10651" y="45015"/>
                </a:lnTo>
                <a:lnTo>
                  <a:pt x="10651" y="45015"/>
                </a:lnTo>
                <a:lnTo>
                  <a:pt x="10651" y="45015"/>
                </a:lnTo>
                <a:lnTo>
                  <a:pt x="10651" y="45015"/>
                </a:lnTo>
                <a:lnTo>
                  <a:pt x="10651" y="45015"/>
                </a:lnTo>
                <a:lnTo>
                  <a:pt x="10651" y="45015"/>
                </a:lnTo>
                <a:lnTo>
                  <a:pt x="10651" y="45015"/>
                </a:lnTo>
                <a:lnTo>
                  <a:pt x="10651" y="45015"/>
                </a:lnTo>
                <a:lnTo>
                  <a:pt x="10651" y="45015"/>
                </a:lnTo>
                <a:lnTo>
                  <a:pt x="10651" y="45015"/>
                </a:lnTo>
                <a:lnTo>
                  <a:pt x="10651" y="45015"/>
                </a:lnTo>
                <a:lnTo>
                  <a:pt x="10651" y="45015"/>
                </a:lnTo>
                <a:lnTo>
                  <a:pt x="10651" y="45015"/>
                </a:lnTo>
                <a:lnTo>
                  <a:pt x="10651" y="45015"/>
                </a:lnTo>
                <a:lnTo>
                  <a:pt x="10652" y="45015"/>
                </a:lnTo>
                <a:lnTo>
                  <a:pt x="10652" y="45015"/>
                </a:lnTo>
                <a:lnTo>
                  <a:pt x="10652" y="45015"/>
                </a:lnTo>
                <a:lnTo>
                  <a:pt x="10652" y="45015"/>
                </a:lnTo>
                <a:lnTo>
                  <a:pt x="10652" y="45015"/>
                </a:lnTo>
                <a:lnTo>
                  <a:pt x="10652" y="45015"/>
                </a:lnTo>
                <a:lnTo>
                  <a:pt x="10652" y="45015"/>
                </a:lnTo>
                <a:lnTo>
                  <a:pt x="10652" y="45015"/>
                </a:lnTo>
                <a:lnTo>
                  <a:pt x="10652" y="45015"/>
                </a:lnTo>
                <a:lnTo>
                  <a:pt x="10652" y="45015"/>
                </a:lnTo>
                <a:lnTo>
                  <a:pt x="10652" y="45015"/>
                </a:lnTo>
                <a:lnTo>
                  <a:pt x="10652" y="45015"/>
                </a:lnTo>
                <a:lnTo>
                  <a:pt x="10652" y="45015"/>
                </a:lnTo>
                <a:lnTo>
                  <a:pt x="10652" y="45015"/>
                </a:lnTo>
                <a:lnTo>
                  <a:pt x="10652" y="45015"/>
                </a:lnTo>
                <a:lnTo>
                  <a:pt x="10652" y="45015"/>
                </a:lnTo>
                <a:lnTo>
                  <a:pt x="10652" y="45015"/>
                </a:lnTo>
                <a:lnTo>
                  <a:pt x="10652" y="45015"/>
                </a:lnTo>
                <a:lnTo>
                  <a:pt x="10652" y="45015"/>
                </a:lnTo>
                <a:lnTo>
                  <a:pt x="10652" y="45015"/>
                </a:lnTo>
                <a:lnTo>
                  <a:pt x="10652" y="45015"/>
                </a:lnTo>
                <a:lnTo>
                  <a:pt x="10652" y="45015"/>
                </a:lnTo>
                <a:lnTo>
                  <a:pt x="10652" y="45015"/>
                </a:lnTo>
                <a:lnTo>
                  <a:pt x="10652" y="45015"/>
                </a:lnTo>
                <a:lnTo>
                  <a:pt x="10653" y="45015"/>
                </a:lnTo>
                <a:lnTo>
                  <a:pt x="10653" y="45015"/>
                </a:lnTo>
                <a:lnTo>
                  <a:pt x="10653" y="45015"/>
                </a:lnTo>
                <a:lnTo>
                  <a:pt x="10653" y="45015"/>
                </a:lnTo>
                <a:lnTo>
                  <a:pt x="10653" y="45015"/>
                </a:lnTo>
                <a:lnTo>
                  <a:pt x="10653" y="45015"/>
                </a:lnTo>
                <a:lnTo>
                  <a:pt x="10653" y="45015"/>
                </a:lnTo>
                <a:lnTo>
                  <a:pt x="10653" y="45015"/>
                </a:lnTo>
                <a:lnTo>
                  <a:pt x="10653" y="45015"/>
                </a:lnTo>
                <a:lnTo>
                  <a:pt x="10653" y="45015"/>
                </a:lnTo>
                <a:lnTo>
                  <a:pt x="10653" y="45015"/>
                </a:lnTo>
                <a:lnTo>
                  <a:pt x="10653" y="45015"/>
                </a:lnTo>
                <a:lnTo>
                  <a:pt x="10653" y="45015"/>
                </a:lnTo>
                <a:lnTo>
                  <a:pt x="10653" y="45015"/>
                </a:lnTo>
                <a:lnTo>
                  <a:pt x="10653" y="45015"/>
                </a:lnTo>
                <a:lnTo>
                  <a:pt x="10653" y="45015"/>
                </a:lnTo>
                <a:lnTo>
                  <a:pt x="10653" y="45015"/>
                </a:lnTo>
                <a:lnTo>
                  <a:pt x="10653" y="45015"/>
                </a:lnTo>
                <a:lnTo>
                  <a:pt x="10653" y="45015"/>
                </a:lnTo>
                <a:lnTo>
                  <a:pt x="10653" y="45015"/>
                </a:lnTo>
                <a:lnTo>
                  <a:pt x="10653" y="45015"/>
                </a:lnTo>
                <a:lnTo>
                  <a:pt x="10653" y="45015"/>
                </a:lnTo>
                <a:lnTo>
                  <a:pt x="10653" y="45015"/>
                </a:lnTo>
                <a:lnTo>
                  <a:pt x="10653" y="45015"/>
                </a:lnTo>
                <a:lnTo>
                  <a:pt x="10654" y="45015"/>
                </a:lnTo>
                <a:lnTo>
                  <a:pt x="10654" y="45015"/>
                </a:lnTo>
                <a:lnTo>
                  <a:pt x="10654" y="45015"/>
                </a:lnTo>
                <a:lnTo>
                  <a:pt x="10654" y="45015"/>
                </a:lnTo>
                <a:lnTo>
                  <a:pt x="10654" y="45015"/>
                </a:lnTo>
                <a:lnTo>
                  <a:pt x="10654" y="45015"/>
                </a:lnTo>
                <a:lnTo>
                  <a:pt x="10654" y="45015"/>
                </a:lnTo>
                <a:lnTo>
                  <a:pt x="10654" y="45015"/>
                </a:lnTo>
                <a:lnTo>
                  <a:pt x="10654" y="45015"/>
                </a:lnTo>
                <a:lnTo>
                  <a:pt x="10654" y="45015"/>
                </a:lnTo>
                <a:lnTo>
                  <a:pt x="10654" y="45015"/>
                </a:lnTo>
                <a:lnTo>
                  <a:pt x="10654" y="45015"/>
                </a:lnTo>
                <a:lnTo>
                  <a:pt x="10654" y="45015"/>
                </a:lnTo>
                <a:lnTo>
                  <a:pt x="10654" y="45015"/>
                </a:lnTo>
                <a:lnTo>
                  <a:pt x="10654" y="45015"/>
                </a:lnTo>
                <a:lnTo>
                  <a:pt x="10654" y="45015"/>
                </a:lnTo>
                <a:lnTo>
                  <a:pt x="10654" y="45015"/>
                </a:lnTo>
                <a:lnTo>
                  <a:pt x="10654" y="45015"/>
                </a:lnTo>
                <a:lnTo>
                  <a:pt x="10654" y="45015"/>
                </a:lnTo>
                <a:lnTo>
                  <a:pt x="10654" y="45015"/>
                </a:lnTo>
                <a:lnTo>
                  <a:pt x="10654" y="45015"/>
                </a:lnTo>
                <a:lnTo>
                  <a:pt x="10654" y="45015"/>
                </a:lnTo>
                <a:lnTo>
                  <a:pt x="10654" y="45015"/>
                </a:lnTo>
                <a:lnTo>
                  <a:pt x="10654" y="45015"/>
                </a:lnTo>
                <a:lnTo>
                  <a:pt x="10655" y="45015"/>
                </a:lnTo>
                <a:lnTo>
                  <a:pt x="10655" y="45015"/>
                </a:lnTo>
                <a:lnTo>
                  <a:pt x="10655" y="45015"/>
                </a:lnTo>
                <a:lnTo>
                  <a:pt x="10655" y="45015"/>
                </a:lnTo>
                <a:lnTo>
                  <a:pt x="10655" y="45015"/>
                </a:lnTo>
                <a:lnTo>
                  <a:pt x="10655" y="45015"/>
                </a:lnTo>
                <a:lnTo>
                  <a:pt x="10655" y="45015"/>
                </a:lnTo>
                <a:lnTo>
                  <a:pt x="10655" y="45015"/>
                </a:lnTo>
                <a:lnTo>
                  <a:pt x="10655" y="45015"/>
                </a:lnTo>
                <a:lnTo>
                  <a:pt x="10655" y="45015"/>
                </a:lnTo>
                <a:lnTo>
                  <a:pt x="10655" y="45015"/>
                </a:lnTo>
                <a:lnTo>
                  <a:pt x="10655" y="45015"/>
                </a:lnTo>
                <a:lnTo>
                  <a:pt x="10655" y="45015"/>
                </a:lnTo>
                <a:lnTo>
                  <a:pt x="10655" y="45015"/>
                </a:lnTo>
                <a:lnTo>
                  <a:pt x="10655" y="45015"/>
                </a:lnTo>
                <a:lnTo>
                  <a:pt x="10655" y="45015"/>
                </a:lnTo>
                <a:lnTo>
                  <a:pt x="10655" y="45015"/>
                </a:lnTo>
                <a:lnTo>
                  <a:pt x="10655" y="45015"/>
                </a:lnTo>
                <a:lnTo>
                  <a:pt x="10655" y="45015"/>
                </a:lnTo>
                <a:lnTo>
                  <a:pt x="10655" y="45015"/>
                </a:lnTo>
                <a:lnTo>
                  <a:pt x="10655" y="45015"/>
                </a:lnTo>
                <a:lnTo>
                  <a:pt x="10655" y="45015"/>
                </a:lnTo>
                <a:lnTo>
                  <a:pt x="10655" y="45015"/>
                </a:lnTo>
                <a:lnTo>
                  <a:pt x="10655" y="45015"/>
                </a:lnTo>
                <a:lnTo>
                  <a:pt x="10656" y="45015"/>
                </a:lnTo>
                <a:lnTo>
                  <a:pt x="10656" y="45015"/>
                </a:lnTo>
                <a:lnTo>
                  <a:pt x="10656" y="45015"/>
                </a:lnTo>
                <a:lnTo>
                  <a:pt x="10656" y="45015"/>
                </a:lnTo>
                <a:lnTo>
                  <a:pt x="10656" y="45015"/>
                </a:lnTo>
                <a:lnTo>
                  <a:pt x="10656" y="45015"/>
                </a:lnTo>
                <a:lnTo>
                  <a:pt x="10656" y="45015"/>
                </a:lnTo>
                <a:lnTo>
                  <a:pt x="10656" y="45015"/>
                </a:lnTo>
                <a:lnTo>
                  <a:pt x="10656" y="45015"/>
                </a:lnTo>
                <a:lnTo>
                  <a:pt x="10656" y="45015"/>
                </a:lnTo>
                <a:lnTo>
                  <a:pt x="10656" y="45015"/>
                </a:lnTo>
                <a:lnTo>
                  <a:pt x="10656" y="45015"/>
                </a:lnTo>
                <a:lnTo>
                  <a:pt x="10656" y="45015"/>
                </a:lnTo>
                <a:lnTo>
                  <a:pt x="10656" y="45015"/>
                </a:lnTo>
                <a:lnTo>
                  <a:pt x="10656" y="45015"/>
                </a:lnTo>
                <a:lnTo>
                  <a:pt x="10656" y="45015"/>
                </a:lnTo>
                <a:lnTo>
                  <a:pt x="10656" y="45015"/>
                </a:lnTo>
                <a:lnTo>
                  <a:pt x="10656" y="45015"/>
                </a:lnTo>
                <a:lnTo>
                  <a:pt x="10656" y="45015"/>
                </a:lnTo>
                <a:lnTo>
                  <a:pt x="10656" y="45015"/>
                </a:lnTo>
                <a:lnTo>
                  <a:pt x="10656" y="45015"/>
                </a:lnTo>
                <a:lnTo>
                  <a:pt x="10656" y="45015"/>
                </a:lnTo>
                <a:lnTo>
                  <a:pt x="10656" y="45015"/>
                </a:lnTo>
                <a:lnTo>
                  <a:pt x="10656" y="45015"/>
                </a:lnTo>
                <a:lnTo>
                  <a:pt x="10657" y="45015"/>
                </a:lnTo>
                <a:lnTo>
                  <a:pt x="10657" y="45015"/>
                </a:lnTo>
                <a:lnTo>
                  <a:pt x="10657" y="45015"/>
                </a:lnTo>
                <a:lnTo>
                  <a:pt x="10657" y="45015"/>
                </a:lnTo>
                <a:lnTo>
                  <a:pt x="10657" y="45015"/>
                </a:lnTo>
                <a:lnTo>
                  <a:pt x="10657" y="45015"/>
                </a:lnTo>
                <a:lnTo>
                  <a:pt x="10657" y="45015"/>
                </a:lnTo>
                <a:lnTo>
                  <a:pt x="10657" y="45015"/>
                </a:lnTo>
                <a:lnTo>
                  <a:pt x="10657" y="45015"/>
                </a:lnTo>
                <a:lnTo>
                  <a:pt x="10657" y="45015"/>
                </a:lnTo>
                <a:lnTo>
                  <a:pt x="10657" y="45015"/>
                </a:lnTo>
                <a:lnTo>
                  <a:pt x="10657" y="45015"/>
                </a:lnTo>
                <a:lnTo>
                  <a:pt x="10657" y="45015"/>
                </a:lnTo>
                <a:lnTo>
                  <a:pt x="10657" y="45015"/>
                </a:lnTo>
                <a:lnTo>
                  <a:pt x="10657" y="45015"/>
                </a:lnTo>
                <a:lnTo>
                  <a:pt x="10657" y="45015"/>
                </a:lnTo>
                <a:lnTo>
                  <a:pt x="10657" y="45015"/>
                </a:lnTo>
                <a:lnTo>
                  <a:pt x="10657" y="45015"/>
                </a:lnTo>
                <a:lnTo>
                  <a:pt x="10657" y="45015"/>
                </a:lnTo>
                <a:lnTo>
                  <a:pt x="10657" y="45015"/>
                </a:lnTo>
                <a:lnTo>
                  <a:pt x="10657" y="45015"/>
                </a:lnTo>
                <a:lnTo>
                  <a:pt x="10657" y="45015"/>
                </a:lnTo>
                <a:lnTo>
                  <a:pt x="10657" y="45015"/>
                </a:lnTo>
                <a:lnTo>
                  <a:pt x="10657" y="45015"/>
                </a:lnTo>
                <a:lnTo>
                  <a:pt x="10658" y="45015"/>
                </a:lnTo>
                <a:lnTo>
                  <a:pt x="10658" y="45015"/>
                </a:lnTo>
                <a:lnTo>
                  <a:pt x="10658" y="45015"/>
                </a:lnTo>
                <a:lnTo>
                  <a:pt x="10658" y="45015"/>
                </a:lnTo>
                <a:lnTo>
                  <a:pt x="10658" y="45015"/>
                </a:lnTo>
                <a:lnTo>
                  <a:pt x="10658" y="45015"/>
                </a:lnTo>
                <a:lnTo>
                  <a:pt x="10658" y="45015"/>
                </a:lnTo>
                <a:lnTo>
                  <a:pt x="10658" y="45015"/>
                </a:lnTo>
                <a:lnTo>
                  <a:pt x="10658" y="45015"/>
                </a:lnTo>
                <a:lnTo>
                  <a:pt x="10658" y="45015"/>
                </a:lnTo>
                <a:lnTo>
                  <a:pt x="10658" y="45015"/>
                </a:lnTo>
                <a:lnTo>
                  <a:pt x="10658" y="45015"/>
                </a:lnTo>
                <a:lnTo>
                  <a:pt x="10658" y="45015"/>
                </a:lnTo>
                <a:lnTo>
                  <a:pt x="10658" y="45015"/>
                </a:lnTo>
                <a:lnTo>
                  <a:pt x="10658" y="45015"/>
                </a:lnTo>
                <a:lnTo>
                  <a:pt x="10658" y="45015"/>
                </a:lnTo>
                <a:lnTo>
                  <a:pt x="10658" y="45015"/>
                </a:lnTo>
                <a:lnTo>
                  <a:pt x="10658" y="45015"/>
                </a:lnTo>
                <a:lnTo>
                  <a:pt x="10658" y="45015"/>
                </a:lnTo>
                <a:lnTo>
                  <a:pt x="10658" y="45015"/>
                </a:lnTo>
                <a:lnTo>
                  <a:pt x="10658" y="45015"/>
                </a:lnTo>
                <a:lnTo>
                  <a:pt x="10658" y="45015"/>
                </a:lnTo>
                <a:lnTo>
                  <a:pt x="10658" y="45015"/>
                </a:lnTo>
                <a:lnTo>
                  <a:pt x="10658" y="45015"/>
                </a:lnTo>
                <a:lnTo>
                  <a:pt x="10658" y="45015"/>
                </a:lnTo>
                <a:lnTo>
                  <a:pt x="10659" y="45015"/>
                </a:lnTo>
                <a:lnTo>
                  <a:pt x="10659" y="45015"/>
                </a:lnTo>
                <a:lnTo>
                  <a:pt x="10659" y="45015"/>
                </a:lnTo>
                <a:lnTo>
                  <a:pt x="10659" y="45015"/>
                </a:lnTo>
                <a:lnTo>
                  <a:pt x="10659" y="45015"/>
                </a:lnTo>
                <a:lnTo>
                  <a:pt x="10659" y="45015"/>
                </a:lnTo>
                <a:lnTo>
                  <a:pt x="10659" y="45015"/>
                </a:lnTo>
                <a:lnTo>
                  <a:pt x="10659" y="45015"/>
                </a:lnTo>
                <a:lnTo>
                  <a:pt x="10659" y="45015"/>
                </a:lnTo>
                <a:lnTo>
                  <a:pt x="10659" y="45015"/>
                </a:lnTo>
                <a:lnTo>
                  <a:pt x="10659" y="45015"/>
                </a:lnTo>
                <a:lnTo>
                  <a:pt x="10659" y="45015"/>
                </a:lnTo>
                <a:lnTo>
                  <a:pt x="10659" y="45015"/>
                </a:lnTo>
                <a:lnTo>
                  <a:pt x="10659" y="45015"/>
                </a:lnTo>
                <a:lnTo>
                  <a:pt x="10659" y="45015"/>
                </a:lnTo>
                <a:lnTo>
                  <a:pt x="10659" y="45015"/>
                </a:lnTo>
                <a:lnTo>
                  <a:pt x="10659" y="45015"/>
                </a:lnTo>
                <a:lnTo>
                  <a:pt x="10659" y="45015"/>
                </a:lnTo>
                <a:lnTo>
                  <a:pt x="10659" y="45015"/>
                </a:lnTo>
                <a:lnTo>
                  <a:pt x="10659" y="45015"/>
                </a:lnTo>
                <a:lnTo>
                  <a:pt x="10659" y="45015"/>
                </a:lnTo>
                <a:lnTo>
                  <a:pt x="10659" y="45015"/>
                </a:lnTo>
                <a:lnTo>
                  <a:pt x="10659" y="45015"/>
                </a:lnTo>
                <a:lnTo>
                  <a:pt x="10659" y="45015"/>
                </a:lnTo>
                <a:lnTo>
                  <a:pt x="10660" y="45015"/>
                </a:lnTo>
                <a:lnTo>
                  <a:pt x="10660" y="45015"/>
                </a:lnTo>
                <a:lnTo>
                  <a:pt x="10660" y="45015"/>
                </a:lnTo>
                <a:lnTo>
                  <a:pt x="10660" y="45015"/>
                </a:lnTo>
                <a:lnTo>
                  <a:pt x="10660" y="45015"/>
                </a:lnTo>
                <a:lnTo>
                  <a:pt x="10660" y="45015"/>
                </a:lnTo>
                <a:lnTo>
                  <a:pt x="10660" y="45015"/>
                </a:lnTo>
                <a:lnTo>
                  <a:pt x="10660" y="45015"/>
                </a:lnTo>
                <a:lnTo>
                  <a:pt x="10660" y="45015"/>
                </a:lnTo>
                <a:lnTo>
                  <a:pt x="10660" y="45015"/>
                </a:lnTo>
                <a:lnTo>
                  <a:pt x="10660" y="45015"/>
                </a:lnTo>
                <a:lnTo>
                  <a:pt x="10660" y="45015"/>
                </a:lnTo>
                <a:lnTo>
                  <a:pt x="10660" y="45015"/>
                </a:lnTo>
                <a:lnTo>
                  <a:pt x="10660" y="45015"/>
                </a:lnTo>
                <a:lnTo>
                  <a:pt x="10660" y="45015"/>
                </a:lnTo>
                <a:lnTo>
                  <a:pt x="10660" y="45015"/>
                </a:lnTo>
                <a:lnTo>
                  <a:pt x="10660" y="45015"/>
                </a:lnTo>
                <a:lnTo>
                  <a:pt x="10660" y="45015"/>
                </a:lnTo>
                <a:lnTo>
                  <a:pt x="10660" y="45015"/>
                </a:lnTo>
                <a:lnTo>
                  <a:pt x="10660" y="45015"/>
                </a:lnTo>
                <a:lnTo>
                  <a:pt x="10660" y="45015"/>
                </a:lnTo>
                <a:lnTo>
                  <a:pt x="10660" y="45015"/>
                </a:lnTo>
                <a:lnTo>
                  <a:pt x="10660" y="45015"/>
                </a:lnTo>
                <a:lnTo>
                  <a:pt x="10660" y="45015"/>
                </a:lnTo>
                <a:lnTo>
                  <a:pt x="10660" y="45015"/>
                </a:lnTo>
                <a:lnTo>
                  <a:pt x="10661" y="45015"/>
                </a:lnTo>
                <a:lnTo>
                  <a:pt x="10661" y="45015"/>
                </a:lnTo>
                <a:lnTo>
                  <a:pt x="10661" y="45015"/>
                </a:lnTo>
                <a:lnTo>
                  <a:pt x="10661" y="45015"/>
                </a:lnTo>
                <a:lnTo>
                  <a:pt x="10661" y="45015"/>
                </a:lnTo>
                <a:lnTo>
                  <a:pt x="10661" y="45015"/>
                </a:lnTo>
                <a:lnTo>
                  <a:pt x="10661" y="45015"/>
                </a:lnTo>
                <a:lnTo>
                  <a:pt x="10661" y="45015"/>
                </a:lnTo>
                <a:lnTo>
                  <a:pt x="10661" y="45015"/>
                </a:lnTo>
                <a:lnTo>
                  <a:pt x="10661" y="45015"/>
                </a:lnTo>
                <a:lnTo>
                  <a:pt x="10661" y="45015"/>
                </a:lnTo>
                <a:lnTo>
                  <a:pt x="10661" y="45015"/>
                </a:lnTo>
                <a:lnTo>
                  <a:pt x="10661" y="45015"/>
                </a:lnTo>
                <a:lnTo>
                  <a:pt x="10661" y="45015"/>
                </a:lnTo>
                <a:lnTo>
                  <a:pt x="10661" y="45015"/>
                </a:lnTo>
                <a:lnTo>
                  <a:pt x="10661" y="45015"/>
                </a:lnTo>
                <a:lnTo>
                  <a:pt x="10661" y="45015"/>
                </a:lnTo>
                <a:lnTo>
                  <a:pt x="10661" y="45015"/>
                </a:lnTo>
                <a:lnTo>
                  <a:pt x="10661" y="45015"/>
                </a:lnTo>
                <a:lnTo>
                  <a:pt x="10661" y="45015"/>
                </a:lnTo>
                <a:lnTo>
                  <a:pt x="10661" y="45015"/>
                </a:lnTo>
                <a:lnTo>
                  <a:pt x="10661" y="45015"/>
                </a:lnTo>
                <a:lnTo>
                  <a:pt x="10661" y="45015"/>
                </a:lnTo>
                <a:lnTo>
                  <a:pt x="10661" y="45015"/>
                </a:lnTo>
                <a:lnTo>
                  <a:pt x="10662" y="45015"/>
                </a:lnTo>
                <a:lnTo>
                  <a:pt x="10662" y="45015"/>
                </a:lnTo>
                <a:lnTo>
                  <a:pt x="10662" y="45015"/>
                </a:lnTo>
                <a:lnTo>
                  <a:pt x="10662" y="45015"/>
                </a:lnTo>
                <a:lnTo>
                  <a:pt x="10662" y="45015"/>
                </a:lnTo>
                <a:lnTo>
                  <a:pt x="10662" y="45015"/>
                </a:lnTo>
                <a:lnTo>
                  <a:pt x="10662" y="45015"/>
                </a:lnTo>
                <a:lnTo>
                  <a:pt x="10662" y="45015"/>
                </a:lnTo>
                <a:lnTo>
                  <a:pt x="10662" y="45015"/>
                </a:lnTo>
                <a:lnTo>
                  <a:pt x="10662" y="45015"/>
                </a:lnTo>
                <a:lnTo>
                  <a:pt x="10662" y="45015"/>
                </a:lnTo>
                <a:lnTo>
                  <a:pt x="10662" y="45015"/>
                </a:lnTo>
                <a:lnTo>
                  <a:pt x="10662" y="45015"/>
                </a:lnTo>
                <a:lnTo>
                  <a:pt x="10662" y="45015"/>
                </a:lnTo>
                <a:lnTo>
                  <a:pt x="10662" y="45015"/>
                </a:lnTo>
                <a:lnTo>
                  <a:pt x="10662" y="45015"/>
                </a:lnTo>
                <a:lnTo>
                  <a:pt x="10662" y="45015"/>
                </a:lnTo>
                <a:lnTo>
                  <a:pt x="10662" y="45015"/>
                </a:lnTo>
                <a:lnTo>
                  <a:pt x="10662" y="45015"/>
                </a:lnTo>
                <a:lnTo>
                  <a:pt x="10662" y="45015"/>
                </a:lnTo>
                <a:lnTo>
                  <a:pt x="10662" y="45015"/>
                </a:lnTo>
                <a:lnTo>
                  <a:pt x="10662" y="45015"/>
                </a:lnTo>
                <a:lnTo>
                  <a:pt x="10662" y="45015"/>
                </a:lnTo>
                <a:lnTo>
                  <a:pt x="10662" y="45015"/>
                </a:lnTo>
                <a:lnTo>
                  <a:pt x="10662" y="45015"/>
                </a:lnTo>
                <a:lnTo>
                  <a:pt x="10663" y="45015"/>
                </a:lnTo>
                <a:lnTo>
                  <a:pt x="10663" y="45015"/>
                </a:lnTo>
                <a:lnTo>
                  <a:pt x="10663" y="45015"/>
                </a:lnTo>
                <a:lnTo>
                  <a:pt x="10663" y="45015"/>
                </a:lnTo>
                <a:lnTo>
                  <a:pt x="10663" y="45015"/>
                </a:lnTo>
                <a:lnTo>
                  <a:pt x="10663" y="45015"/>
                </a:lnTo>
                <a:lnTo>
                  <a:pt x="10663" y="45015"/>
                </a:lnTo>
                <a:lnTo>
                  <a:pt x="10663" y="45015"/>
                </a:lnTo>
                <a:lnTo>
                  <a:pt x="10663" y="45015"/>
                </a:lnTo>
                <a:lnTo>
                  <a:pt x="10663" y="45015"/>
                </a:lnTo>
                <a:lnTo>
                  <a:pt x="10663" y="45015"/>
                </a:lnTo>
                <a:lnTo>
                  <a:pt x="10663" y="45015"/>
                </a:lnTo>
                <a:lnTo>
                  <a:pt x="10663" y="45015"/>
                </a:lnTo>
                <a:lnTo>
                  <a:pt x="10663" y="45015"/>
                </a:lnTo>
                <a:lnTo>
                  <a:pt x="10663" y="45015"/>
                </a:lnTo>
                <a:lnTo>
                  <a:pt x="10663" y="45015"/>
                </a:lnTo>
                <a:lnTo>
                  <a:pt x="10663" y="45015"/>
                </a:lnTo>
                <a:lnTo>
                  <a:pt x="10663" y="45015"/>
                </a:lnTo>
                <a:lnTo>
                  <a:pt x="10663" y="45015"/>
                </a:lnTo>
                <a:lnTo>
                  <a:pt x="10663" y="45015"/>
                </a:lnTo>
                <a:lnTo>
                  <a:pt x="10663" y="45015"/>
                </a:lnTo>
                <a:lnTo>
                  <a:pt x="10663" y="45015"/>
                </a:lnTo>
                <a:lnTo>
                  <a:pt x="10663" y="45015"/>
                </a:lnTo>
                <a:lnTo>
                  <a:pt x="10663" y="45015"/>
                </a:lnTo>
                <a:lnTo>
                  <a:pt x="10663" y="45015"/>
                </a:lnTo>
                <a:lnTo>
                  <a:pt x="10664" y="45015"/>
                </a:lnTo>
                <a:lnTo>
                  <a:pt x="10664" y="45015"/>
                </a:lnTo>
                <a:lnTo>
                  <a:pt x="10664" y="45015"/>
                </a:lnTo>
                <a:lnTo>
                  <a:pt x="10664" y="45015"/>
                </a:lnTo>
                <a:lnTo>
                  <a:pt x="10664" y="45015"/>
                </a:lnTo>
                <a:lnTo>
                  <a:pt x="10664" y="45015"/>
                </a:lnTo>
                <a:lnTo>
                  <a:pt x="10664" y="45015"/>
                </a:lnTo>
                <a:lnTo>
                  <a:pt x="10664" y="45015"/>
                </a:lnTo>
                <a:lnTo>
                  <a:pt x="10664" y="45015"/>
                </a:lnTo>
                <a:lnTo>
                  <a:pt x="10664" y="45015"/>
                </a:lnTo>
                <a:lnTo>
                  <a:pt x="10664" y="45015"/>
                </a:lnTo>
                <a:lnTo>
                  <a:pt x="10664" y="45015"/>
                </a:lnTo>
                <a:lnTo>
                  <a:pt x="10664" y="45015"/>
                </a:lnTo>
                <a:lnTo>
                  <a:pt x="10664" y="45015"/>
                </a:lnTo>
                <a:lnTo>
                  <a:pt x="10664" y="45015"/>
                </a:lnTo>
                <a:lnTo>
                  <a:pt x="10664" y="45015"/>
                </a:lnTo>
                <a:lnTo>
                  <a:pt x="10664" y="45015"/>
                </a:lnTo>
                <a:lnTo>
                  <a:pt x="10664" y="45015"/>
                </a:lnTo>
                <a:lnTo>
                  <a:pt x="10664" y="45015"/>
                </a:lnTo>
                <a:lnTo>
                  <a:pt x="10664" y="45015"/>
                </a:lnTo>
                <a:lnTo>
                  <a:pt x="10664" y="45015"/>
                </a:lnTo>
                <a:lnTo>
                  <a:pt x="10664" y="45015"/>
                </a:lnTo>
                <a:lnTo>
                  <a:pt x="10664" y="45015"/>
                </a:lnTo>
                <a:lnTo>
                  <a:pt x="10664" y="45015"/>
                </a:lnTo>
                <a:lnTo>
                  <a:pt x="10664" y="45015"/>
                </a:lnTo>
                <a:lnTo>
                  <a:pt x="10665" y="45015"/>
                </a:lnTo>
                <a:lnTo>
                  <a:pt x="10665" y="45015"/>
                </a:lnTo>
                <a:lnTo>
                  <a:pt x="10665" y="45015"/>
                </a:lnTo>
                <a:lnTo>
                  <a:pt x="10665" y="45015"/>
                </a:lnTo>
                <a:lnTo>
                  <a:pt x="10665" y="45015"/>
                </a:lnTo>
                <a:lnTo>
                  <a:pt x="10665" y="45015"/>
                </a:lnTo>
                <a:lnTo>
                  <a:pt x="10665" y="45015"/>
                </a:lnTo>
                <a:lnTo>
                  <a:pt x="10665" y="45015"/>
                </a:lnTo>
                <a:lnTo>
                  <a:pt x="10665" y="45015"/>
                </a:lnTo>
                <a:lnTo>
                  <a:pt x="10665" y="45015"/>
                </a:lnTo>
                <a:lnTo>
                  <a:pt x="10665" y="45015"/>
                </a:lnTo>
                <a:lnTo>
                  <a:pt x="10665" y="45015"/>
                </a:lnTo>
                <a:lnTo>
                  <a:pt x="10665" y="45015"/>
                </a:lnTo>
                <a:lnTo>
                  <a:pt x="10665" y="45015"/>
                </a:lnTo>
                <a:lnTo>
                  <a:pt x="10665" y="45015"/>
                </a:lnTo>
                <a:lnTo>
                  <a:pt x="10665" y="45015"/>
                </a:lnTo>
                <a:lnTo>
                  <a:pt x="10665" y="45015"/>
                </a:lnTo>
                <a:lnTo>
                  <a:pt x="10665" y="45015"/>
                </a:lnTo>
                <a:lnTo>
                  <a:pt x="10665" y="45015"/>
                </a:lnTo>
                <a:lnTo>
                  <a:pt x="10665" y="45015"/>
                </a:lnTo>
                <a:lnTo>
                  <a:pt x="10665" y="45015"/>
                </a:lnTo>
                <a:lnTo>
                  <a:pt x="10665" y="45015"/>
                </a:lnTo>
                <a:lnTo>
                  <a:pt x="10665" y="45015"/>
                </a:lnTo>
                <a:lnTo>
                  <a:pt x="10665" y="45015"/>
                </a:lnTo>
                <a:lnTo>
                  <a:pt x="10665" y="45015"/>
                </a:lnTo>
                <a:lnTo>
                  <a:pt x="10666" y="45015"/>
                </a:lnTo>
                <a:lnTo>
                  <a:pt x="10666" y="45015"/>
                </a:lnTo>
                <a:lnTo>
                  <a:pt x="10666" y="45015"/>
                </a:lnTo>
                <a:lnTo>
                  <a:pt x="10666" y="45015"/>
                </a:lnTo>
                <a:lnTo>
                  <a:pt x="10666" y="45015"/>
                </a:lnTo>
                <a:lnTo>
                  <a:pt x="10666" y="45015"/>
                </a:lnTo>
                <a:lnTo>
                  <a:pt x="10666" y="45015"/>
                </a:lnTo>
                <a:lnTo>
                  <a:pt x="10666" y="45015"/>
                </a:lnTo>
                <a:lnTo>
                  <a:pt x="10666" y="45015"/>
                </a:lnTo>
                <a:lnTo>
                  <a:pt x="10666" y="45015"/>
                </a:lnTo>
                <a:lnTo>
                  <a:pt x="10666" y="45015"/>
                </a:lnTo>
                <a:lnTo>
                  <a:pt x="10666" y="45015"/>
                </a:lnTo>
                <a:lnTo>
                  <a:pt x="10666" y="45015"/>
                </a:lnTo>
                <a:lnTo>
                  <a:pt x="10666" y="45015"/>
                </a:lnTo>
                <a:lnTo>
                  <a:pt x="10666" y="45015"/>
                </a:lnTo>
                <a:lnTo>
                  <a:pt x="10666" y="45015"/>
                </a:lnTo>
                <a:lnTo>
                  <a:pt x="10666" y="45015"/>
                </a:lnTo>
                <a:lnTo>
                  <a:pt x="10666" y="45015"/>
                </a:lnTo>
                <a:lnTo>
                  <a:pt x="10666" y="45015"/>
                </a:lnTo>
                <a:lnTo>
                  <a:pt x="10666" y="45015"/>
                </a:lnTo>
                <a:lnTo>
                  <a:pt x="10666" y="45015"/>
                </a:lnTo>
                <a:lnTo>
                  <a:pt x="10666" y="45015"/>
                </a:lnTo>
                <a:lnTo>
                  <a:pt x="10666" y="45015"/>
                </a:lnTo>
                <a:lnTo>
                  <a:pt x="10666" y="45015"/>
                </a:lnTo>
                <a:lnTo>
                  <a:pt x="10666" y="45015"/>
                </a:lnTo>
                <a:lnTo>
                  <a:pt x="10667" y="45015"/>
                </a:lnTo>
                <a:lnTo>
                  <a:pt x="10667" y="45015"/>
                </a:lnTo>
                <a:lnTo>
                  <a:pt x="10667" y="45015"/>
                </a:lnTo>
                <a:lnTo>
                  <a:pt x="10667" y="45015"/>
                </a:lnTo>
                <a:lnTo>
                  <a:pt x="10667" y="45015"/>
                </a:lnTo>
                <a:lnTo>
                  <a:pt x="10667" y="45015"/>
                </a:lnTo>
                <a:lnTo>
                  <a:pt x="10667" y="45015"/>
                </a:lnTo>
                <a:lnTo>
                  <a:pt x="10667" y="45015"/>
                </a:lnTo>
                <a:lnTo>
                  <a:pt x="10667" y="45015"/>
                </a:lnTo>
                <a:lnTo>
                  <a:pt x="10667" y="45015"/>
                </a:lnTo>
                <a:lnTo>
                  <a:pt x="10667" y="45015"/>
                </a:lnTo>
                <a:lnTo>
                  <a:pt x="10667" y="45015"/>
                </a:lnTo>
                <a:lnTo>
                  <a:pt x="10667" y="45015"/>
                </a:lnTo>
                <a:lnTo>
                  <a:pt x="10667" y="45015"/>
                </a:lnTo>
                <a:lnTo>
                  <a:pt x="10667" y="45015"/>
                </a:lnTo>
                <a:lnTo>
                  <a:pt x="10667" y="45015"/>
                </a:lnTo>
                <a:lnTo>
                  <a:pt x="10667" y="45015"/>
                </a:lnTo>
                <a:lnTo>
                  <a:pt x="10667" y="45015"/>
                </a:lnTo>
                <a:lnTo>
                  <a:pt x="10667" y="45015"/>
                </a:lnTo>
                <a:lnTo>
                  <a:pt x="10667" y="45015"/>
                </a:lnTo>
                <a:lnTo>
                  <a:pt x="10667" y="45015"/>
                </a:lnTo>
                <a:lnTo>
                  <a:pt x="10667" y="45015"/>
                </a:lnTo>
                <a:lnTo>
                  <a:pt x="10667" y="45015"/>
                </a:lnTo>
                <a:lnTo>
                  <a:pt x="10667" y="45015"/>
                </a:lnTo>
                <a:lnTo>
                  <a:pt x="10667" y="45015"/>
                </a:lnTo>
                <a:lnTo>
                  <a:pt x="10668" y="45015"/>
                </a:lnTo>
                <a:lnTo>
                  <a:pt x="10668" y="45015"/>
                </a:lnTo>
                <a:lnTo>
                  <a:pt x="10668" y="45015"/>
                </a:lnTo>
                <a:lnTo>
                  <a:pt x="10668" y="45015"/>
                </a:lnTo>
                <a:lnTo>
                  <a:pt x="10668" y="45015"/>
                </a:lnTo>
                <a:lnTo>
                  <a:pt x="10668" y="45015"/>
                </a:lnTo>
                <a:lnTo>
                  <a:pt x="10668" y="45015"/>
                </a:lnTo>
                <a:lnTo>
                  <a:pt x="10668" y="45015"/>
                </a:lnTo>
                <a:lnTo>
                  <a:pt x="10668" y="45015"/>
                </a:lnTo>
                <a:lnTo>
                  <a:pt x="10668" y="45015"/>
                </a:lnTo>
                <a:lnTo>
                  <a:pt x="10668" y="45015"/>
                </a:lnTo>
                <a:lnTo>
                  <a:pt x="10668" y="45015"/>
                </a:lnTo>
                <a:lnTo>
                  <a:pt x="10668" y="45015"/>
                </a:lnTo>
                <a:lnTo>
                  <a:pt x="10668" y="45015"/>
                </a:lnTo>
                <a:lnTo>
                  <a:pt x="10668" y="45015"/>
                </a:lnTo>
                <a:lnTo>
                  <a:pt x="10668" y="45015"/>
                </a:lnTo>
                <a:lnTo>
                  <a:pt x="10668" y="45015"/>
                </a:lnTo>
                <a:lnTo>
                  <a:pt x="10668" y="45015"/>
                </a:lnTo>
                <a:lnTo>
                  <a:pt x="10668" y="45015"/>
                </a:lnTo>
                <a:lnTo>
                  <a:pt x="10668" y="45015"/>
                </a:lnTo>
                <a:lnTo>
                  <a:pt x="10668" y="45015"/>
                </a:lnTo>
                <a:lnTo>
                  <a:pt x="10668" y="45015"/>
                </a:lnTo>
                <a:lnTo>
                  <a:pt x="10668" y="45015"/>
                </a:lnTo>
                <a:lnTo>
                  <a:pt x="10668" y="45015"/>
                </a:lnTo>
                <a:lnTo>
                  <a:pt x="10668" y="45015"/>
                </a:lnTo>
                <a:lnTo>
                  <a:pt x="10668" y="45015"/>
                </a:lnTo>
                <a:lnTo>
                  <a:pt x="10669" y="45015"/>
                </a:lnTo>
                <a:lnTo>
                  <a:pt x="10669" y="45015"/>
                </a:lnTo>
                <a:lnTo>
                  <a:pt x="10669" y="45015"/>
                </a:lnTo>
                <a:lnTo>
                  <a:pt x="10669" y="45015"/>
                </a:lnTo>
                <a:lnTo>
                  <a:pt x="10669" y="45015"/>
                </a:lnTo>
                <a:lnTo>
                  <a:pt x="10669" y="45015"/>
                </a:lnTo>
                <a:lnTo>
                  <a:pt x="10669" y="45015"/>
                </a:lnTo>
                <a:lnTo>
                  <a:pt x="10669" y="45015"/>
                </a:lnTo>
                <a:lnTo>
                  <a:pt x="10669" y="45015"/>
                </a:lnTo>
                <a:lnTo>
                  <a:pt x="10669" y="45015"/>
                </a:lnTo>
                <a:lnTo>
                  <a:pt x="10669" y="45015"/>
                </a:lnTo>
                <a:lnTo>
                  <a:pt x="10669" y="45015"/>
                </a:lnTo>
                <a:lnTo>
                  <a:pt x="10669" y="45015"/>
                </a:lnTo>
                <a:lnTo>
                  <a:pt x="10669" y="45015"/>
                </a:lnTo>
                <a:lnTo>
                  <a:pt x="10669" y="45015"/>
                </a:lnTo>
                <a:lnTo>
                  <a:pt x="10669" y="45015"/>
                </a:lnTo>
                <a:lnTo>
                  <a:pt x="10669" y="45015"/>
                </a:lnTo>
                <a:lnTo>
                  <a:pt x="10669" y="45015"/>
                </a:lnTo>
                <a:lnTo>
                  <a:pt x="10669" y="45015"/>
                </a:lnTo>
                <a:lnTo>
                  <a:pt x="10669" y="45015"/>
                </a:lnTo>
                <a:lnTo>
                  <a:pt x="10669" y="45015"/>
                </a:lnTo>
                <a:lnTo>
                  <a:pt x="10669" y="45015"/>
                </a:lnTo>
                <a:lnTo>
                  <a:pt x="10669" y="45015"/>
                </a:lnTo>
                <a:lnTo>
                  <a:pt x="10669" y="45015"/>
                </a:lnTo>
                <a:lnTo>
                  <a:pt x="10669" y="45015"/>
                </a:lnTo>
                <a:lnTo>
                  <a:pt x="10670" y="45015"/>
                </a:lnTo>
                <a:lnTo>
                  <a:pt x="10670" y="45015"/>
                </a:lnTo>
                <a:lnTo>
                  <a:pt x="10670" y="45015"/>
                </a:lnTo>
                <a:lnTo>
                  <a:pt x="10670" y="45015"/>
                </a:lnTo>
                <a:lnTo>
                  <a:pt x="10670" y="45015"/>
                </a:lnTo>
                <a:lnTo>
                  <a:pt x="10670" y="45015"/>
                </a:lnTo>
                <a:lnTo>
                  <a:pt x="10670" y="45015"/>
                </a:lnTo>
                <a:lnTo>
                  <a:pt x="10670" y="45015"/>
                </a:lnTo>
                <a:lnTo>
                  <a:pt x="10670" y="45015"/>
                </a:lnTo>
                <a:lnTo>
                  <a:pt x="10670" y="45015"/>
                </a:lnTo>
                <a:lnTo>
                  <a:pt x="10670" y="45015"/>
                </a:lnTo>
                <a:lnTo>
                  <a:pt x="10670" y="45015"/>
                </a:lnTo>
                <a:lnTo>
                  <a:pt x="10670" y="45015"/>
                </a:lnTo>
                <a:lnTo>
                  <a:pt x="10670" y="45015"/>
                </a:lnTo>
                <a:lnTo>
                  <a:pt x="10670" y="45015"/>
                </a:lnTo>
                <a:lnTo>
                  <a:pt x="10670" y="45015"/>
                </a:lnTo>
                <a:lnTo>
                  <a:pt x="10670" y="45015"/>
                </a:lnTo>
                <a:lnTo>
                  <a:pt x="10670" y="45015"/>
                </a:lnTo>
                <a:lnTo>
                  <a:pt x="10670" y="45015"/>
                </a:lnTo>
                <a:lnTo>
                  <a:pt x="10670" y="45015"/>
                </a:lnTo>
                <a:lnTo>
                  <a:pt x="10670" y="45015"/>
                </a:lnTo>
                <a:lnTo>
                  <a:pt x="10670" y="45015"/>
                </a:lnTo>
                <a:lnTo>
                  <a:pt x="10670" y="45015"/>
                </a:lnTo>
                <a:lnTo>
                  <a:pt x="10670" y="45015"/>
                </a:lnTo>
                <a:lnTo>
                  <a:pt x="10670" y="45015"/>
                </a:lnTo>
                <a:lnTo>
                  <a:pt x="10670" y="45015"/>
                </a:lnTo>
                <a:lnTo>
                  <a:pt x="10671" y="45015"/>
                </a:lnTo>
                <a:lnTo>
                  <a:pt x="10671" y="45015"/>
                </a:lnTo>
                <a:lnTo>
                  <a:pt x="10671" y="45015"/>
                </a:lnTo>
                <a:lnTo>
                  <a:pt x="10671" y="45015"/>
                </a:lnTo>
                <a:lnTo>
                  <a:pt x="10671" y="45015"/>
                </a:lnTo>
                <a:lnTo>
                  <a:pt x="10671" y="45015"/>
                </a:lnTo>
                <a:lnTo>
                  <a:pt x="10671" y="45015"/>
                </a:lnTo>
                <a:lnTo>
                  <a:pt x="10671" y="45015"/>
                </a:lnTo>
                <a:lnTo>
                  <a:pt x="10671" y="45015"/>
                </a:lnTo>
                <a:lnTo>
                  <a:pt x="10671" y="45015"/>
                </a:lnTo>
                <a:lnTo>
                  <a:pt x="10671" y="45015"/>
                </a:lnTo>
                <a:lnTo>
                  <a:pt x="10671" y="45015"/>
                </a:lnTo>
                <a:lnTo>
                  <a:pt x="10671" y="45015"/>
                </a:lnTo>
                <a:lnTo>
                  <a:pt x="10671" y="45015"/>
                </a:lnTo>
                <a:lnTo>
                  <a:pt x="10671" y="45015"/>
                </a:lnTo>
                <a:lnTo>
                  <a:pt x="10671" y="45015"/>
                </a:lnTo>
                <a:lnTo>
                  <a:pt x="10671" y="45015"/>
                </a:lnTo>
                <a:lnTo>
                  <a:pt x="10671" y="45015"/>
                </a:lnTo>
                <a:lnTo>
                  <a:pt x="10671" y="45015"/>
                </a:lnTo>
                <a:lnTo>
                  <a:pt x="10671" y="45015"/>
                </a:lnTo>
                <a:lnTo>
                  <a:pt x="10671" y="45015"/>
                </a:lnTo>
                <a:lnTo>
                  <a:pt x="10671" y="45015"/>
                </a:lnTo>
                <a:lnTo>
                  <a:pt x="10671" y="45015"/>
                </a:lnTo>
                <a:lnTo>
                  <a:pt x="10671" y="45015"/>
                </a:lnTo>
                <a:lnTo>
                  <a:pt x="10671" y="45015"/>
                </a:lnTo>
                <a:lnTo>
                  <a:pt x="10672" y="45015"/>
                </a:lnTo>
                <a:lnTo>
                  <a:pt x="10672" y="45015"/>
                </a:lnTo>
                <a:lnTo>
                  <a:pt x="10672" y="45015"/>
                </a:lnTo>
                <a:lnTo>
                  <a:pt x="10672" y="45015"/>
                </a:lnTo>
                <a:lnTo>
                  <a:pt x="10672" y="45015"/>
                </a:lnTo>
                <a:lnTo>
                  <a:pt x="10672" y="45015"/>
                </a:lnTo>
                <a:lnTo>
                  <a:pt x="10672" y="45015"/>
                </a:lnTo>
                <a:lnTo>
                  <a:pt x="10672" y="45015"/>
                </a:lnTo>
                <a:lnTo>
                  <a:pt x="10672" y="45015"/>
                </a:lnTo>
                <a:lnTo>
                  <a:pt x="10672" y="45015"/>
                </a:lnTo>
                <a:lnTo>
                  <a:pt x="10672" y="45015"/>
                </a:lnTo>
                <a:lnTo>
                  <a:pt x="10672" y="45015"/>
                </a:lnTo>
                <a:lnTo>
                  <a:pt x="10672" y="45015"/>
                </a:lnTo>
                <a:lnTo>
                  <a:pt x="10672" y="45015"/>
                </a:lnTo>
                <a:lnTo>
                  <a:pt x="10672" y="45015"/>
                </a:lnTo>
                <a:lnTo>
                  <a:pt x="10672" y="45015"/>
                </a:lnTo>
                <a:lnTo>
                  <a:pt x="10672" y="45015"/>
                </a:lnTo>
                <a:lnTo>
                  <a:pt x="10672" y="45015"/>
                </a:lnTo>
                <a:lnTo>
                  <a:pt x="10672" y="45015"/>
                </a:lnTo>
                <a:lnTo>
                  <a:pt x="10672" y="45015"/>
                </a:lnTo>
                <a:lnTo>
                  <a:pt x="10672" y="45015"/>
                </a:lnTo>
                <a:lnTo>
                  <a:pt x="10672" y="45015"/>
                </a:lnTo>
                <a:lnTo>
                  <a:pt x="10672" y="45015"/>
                </a:lnTo>
                <a:lnTo>
                  <a:pt x="10672" y="45015"/>
                </a:lnTo>
                <a:lnTo>
                  <a:pt x="10672" y="45015"/>
                </a:lnTo>
                <a:lnTo>
                  <a:pt x="10672" y="45015"/>
                </a:lnTo>
                <a:lnTo>
                  <a:pt x="10673" y="45015"/>
                </a:lnTo>
                <a:lnTo>
                  <a:pt x="10673" y="45015"/>
                </a:lnTo>
                <a:lnTo>
                  <a:pt x="10673" y="45015"/>
                </a:lnTo>
                <a:lnTo>
                  <a:pt x="10673" y="45015"/>
                </a:lnTo>
                <a:lnTo>
                  <a:pt x="10673" y="45015"/>
                </a:lnTo>
                <a:lnTo>
                  <a:pt x="10673" y="45015"/>
                </a:lnTo>
                <a:lnTo>
                  <a:pt x="10673" y="45015"/>
                </a:lnTo>
                <a:lnTo>
                  <a:pt x="10673" y="45015"/>
                </a:lnTo>
                <a:lnTo>
                  <a:pt x="10673" y="45015"/>
                </a:lnTo>
                <a:lnTo>
                  <a:pt x="10673" y="45015"/>
                </a:lnTo>
                <a:lnTo>
                  <a:pt x="10673" y="45015"/>
                </a:lnTo>
                <a:lnTo>
                  <a:pt x="10673" y="45015"/>
                </a:lnTo>
                <a:lnTo>
                  <a:pt x="10673" y="45015"/>
                </a:lnTo>
                <a:lnTo>
                  <a:pt x="10673" y="45015"/>
                </a:lnTo>
                <a:lnTo>
                  <a:pt x="10673" y="45015"/>
                </a:lnTo>
                <a:lnTo>
                  <a:pt x="10673" y="45015"/>
                </a:lnTo>
                <a:lnTo>
                  <a:pt x="10673" y="45015"/>
                </a:lnTo>
                <a:lnTo>
                  <a:pt x="10673" y="45015"/>
                </a:lnTo>
                <a:lnTo>
                  <a:pt x="10673" y="45015"/>
                </a:lnTo>
                <a:lnTo>
                  <a:pt x="10673" y="45015"/>
                </a:lnTo>
                <a:lnTo>
                  <a:pt x="10673" y="45015"/>
                </a:lnTo>
                <a:lnTo>
                  <a:pt x="10673" y="45015"/>
                </a:lnTo>
                <a:lnTo>
                  <a:pt x="10673" y="45015"/>
                </a:lnTo>
                <a:lnTo>
                  <a:pt x="10673" y="45015"/>
                </a:lnTo>
                <a:lnTo>
                  <a:pt x="10673" y="45015"/>
                </a:lnTo>
                <a:lnTo>
                  <a:pt x="10673" y="45015"/>
                </a:lnTo>
                <a:lnTo>
                  <a:pt x="10674" y="45015"/>
                </a:lnTo>
                <a:lnTo>
                  <a:pt x="10674" y="45015"/>
                </a:lnTo>
                <a:lnTo>
                  <a:pt x="10674" y="45015"/>
                </a:lnTo>
                <a:lnTo>
                  <a:pt x="10674" y="45015"/>
                </a:lnTo>
                <a:lnTo>
                  <a:pt x="10674" y="45015"/>
                </a:lnTo>
                <a:lnTo>
                  <a:pt x="10674" y="45015"/>
                </a:lnTo>
                <a:lnTo>
                  <a:pt x="10674" y="45015"/>
                </a:lnTo>
                <a:lnTo>
                  <a:pt x="10674" y="45015"/>
                </a:lnTo>
                <a:lnTo>
                  <a:pt x="10674" y="45015"/>
                </a:lnTo>
                <a:lnTo>
                  <a:pt x="10674" y="45015"/>
                </a:lnTo>
                <a:lnTo>
                  <a:pt x="10674" y="45015"/>
                </a:lnTo>
                <a:lnTo>
                  <a:pt x="10674" y="45015"/>
                </a:lnTo>
                <a:lnTo>
                  <a:pt x="10674" y="45015"/>
                </a:lnTo>
                <a:lnTo>
                  <a:pt x="10674" y="45015"/>
                </a:lnTo>
                <a:lnTo>
                  <a:pt x="10674" y="45015"/>
                </a:lnTo>
                <a:lnTo>
                  <a:pt x="10674" y="45015"/>
                </a:lnTo>
                <a:lnTo>
                  <a:pt x="10674" y="45015"/>
                </a:lnTo>
                <a:lnTo>
                  <a:pt x="10674" y="45015"/>
                </a:lnTo>
                <a:lnTo>
                  <a:pt x="10674" y="45015"/>
                </a:lnTo>
                <a:lnTo>
                  <a:pt x="10674" y="45015"/>
                </a:lnTo>
                <a:lnTo>
                  <a:pt x="10674" y="45015"/>
                </a:lnTo>
                <a:lnTo>
                  <a:pt x="10674" y="45015"/>
                </a:lnTo>
                <a:lnTo>
                  <a:pt x="10674" y="45015"/>
                </a:lnTo>
                <a:lnTo>
                  <a:pt x="10674" y="45015"/>
                </a:lnTo>
                <a:lnTo>
                  <a:pt x="10674" y="45015"/>
                </a:lnTo>
                <a:lnTo>
                  <a:pt x="10674" y="45015"/>
                </a:lnTo>
                <a:lnTo>
                  <a:pt x="10675" y="45015"/>
                </a:lnTo>
                <a:lnTo>
                  <a:pt x="10675" y="45015"/>
                </a:lnTo>
                <a:lnTo>
                  <a:pt x="10675" y="45015"/>
                </a:lnTo>
                <a:lnTo>
                  <a:pt x="10675" y="45015"/>
                </a:lnTo>
                <a:lnTo>
                  <a:pt x="10675" y="45015"/>
                </a:lnTo>
                <a:lnTo>
                  <a:pt x="10675" y="45015"/>
                </a:lnTo>
                <a:lnTo>
                  <a:pt x="10675" y="45015"/>
                </a:lnTo>
                <a:lnTo>
                  <a:pt x="10675" y="45015"/>
                </a:lnTo>
                <a:lnTo>
                  <a:pt x="10675" y="45015"/>
                </a:lnTo>
                <a:lnTo>
                  <a:pt x="10675" y="45015"/>
                </a:lnTo>
                <a:lnTo>
                  <a:pt x="10675" y="45015"/>
                </a:lnTo>
                <a:lnTo>
                  <a:pt x="10675" y="45015"/>
                </a:lnTo>
                <a:lnTo>
                  <a:pt x="10675" y="45015"/>
                </a:lnTo>
                <a:lnTo>
                  <a:pt x="10675" y="45015"/>
                </a:lnTo>
                <a:lnTo>
                  <a:pt x="10675" y="45015"/>
                </a:lnTo>
                <a:lnTo>
                  <a:pt x="10675" y="45015"/>
                </a:lnTo>
                <a:lnTo>
                  <a:pt x="10675" y="45015"/>
                </a:lnTo>
                <a:lnTo>
                  <a:pt x="10675" y="45015"/>
                </a:lnTo>
                <a:lnTo>
                  <a:pt x="10675" y="45015"/>
                </a:lnTo>
                <a:lnTo>
                  <a:pt x="10675" y="45015"/>
                </a:lnTo>
                <a:lnTo>
                  <a:pt x="10675" y="45015"/>
                </a:lnTo>
                <a:lnTo>
                  <a:pt x="10675" y="45015"/>
                </a:lnTo>
                <a:lnTo>
                  <a:pt x="10675" y="45015"/>
                </a:lnTo>
                <a:lnTo>
                  <a:pt x="10675" y="45015"/>
                </a:lnTo>
                <a:lnTo>
                  <a:pt x="10675" y="45015"/>
                </a:lnTo>
                <a:lnTo>
                  <a:pt x="10675" y="45015"/>
                </a:lnTo>
                <a:lnTo>
                  <a:pt x="10676" y="45015"/>
                </a:lnTo>
                <a:lnTo>
                  <a:pt x="10676" y="45015"/>
                </a:lnTo>
                <a:lnTo>
                  <a:pt x="10676" y="45015"/>
                </a:lnTo>
                <a:lnTo>
                  <a:pt x="10676" y="45015"/>
                </a:lnTo>
                <a:lnTo>
                  <a:pt x="10676" y="45015"/>
                </a:lnTo>
                <a:lnTo>
                  <a:pt x="10676" y="45015"/>
                </a:lnTo>
                <a:lnTo>
                  <a:pt x="10676" y="45015"/>
                </a:lnTo>
                <a:lnTo>
                  <a:pt x="10676" y="45015"/>
                </a:lnTo>
                <a:lnTo>
                  <a:pt x="10676" y="45015"/>
                </a:lnTo>
                <a:lnTo>
                  <a:pt x="10676" y="45015"/>
                </a:lnTo>
                <a:lnTo>
                  <a:pt x="10676" y="45015"/>
                </a:lnTo>
                <a:lnTo>
                  <a:pt x="10676" y="45015"/>
                </a:lnTo>
                <a:lnTo>
                  <a:pt x="10676" y="45015"/>
                </a:lnTo>
                <a:lnTo>
                  <a:pt x="10676" y="45015"/>
                </a:lnTo>
                <a:lnTo>
                  <a:pt x="10676" y="45015"/>
                </a:lnTo>
                <a:lnTo>
                  <a:pt x="10676" y="45015"/>
                </a:lnTo>
                <a:lnTo>
                  <a:pt x="10676" y="45015"/>
                </a:lnTo>
                <a:lnTo>
                  <a:pt x="10676" y="45015"/>
                </a:lnTo>
                <a:lnTo>
                  <a:pt x="10676" y="45015"/>
                </a:lnTo>
                <a:lnTo>
                  <a:pt x="10676" y="45015"/>
                </a:lnTo>
                <a:lnTo>
                  <a:pt x="10676" y="45015"/>
                </a:lnTo>
                <a:lnTo>
                  <a:pt x="10676" y="45015"/>
                </a:lnTo>
                <a:lnTo>
                  <a:pt x="10676" y="45015"/>
                </a:lnTo>
                <a:lnTo>
                  <a:pt x="10676" y="45015"/>
                </a:lnTo>
                <a:lnTo>
                  <a:pt x="10796" y="45013"/>
                </a:lnTo>
                <a:lnTo>
                  <a:pt x="10915" y="45007"/>
                </a:lnTo>
                <a:lnTo>
                  <a:pt x="11031" y="44997"/>
                </a:lnTo>
                <a:lnTo>
                  <a:pt x="11146" y="44984"/>
                </a:lnTo>
                <a:lnTo>
                  <a:pt x="11258" y="44968"/>
                </a:lnTo>
                <a:lnTo>
                  <a:pt x="11369" y="44949"/>
                </a:lnTo>
                <a:lnTo>
                  <a:pt x="11477" y="44928"/>
                </a:lnTo>
                <a:lnTo>
                  <a:pt x="11582" y="44904"/>
                </a:lnTo>
                <a:lnTo>
                  <a:pt x="11684" y="44879"/>
                </a:lnTo>
                <a:lnTo>
                  <a:pt x="11784" y="44852"/>
                </a:lnTo>
                <a:lnTo>
                  <a:pt x="11881" y="44823"/>
                </a:lnTo>
                <a:lnTo>
                  <a:pt x="11975" y="44793"/>
                </a:lnTo>
                <a:lnTo>
                  <a:pt x="12065" y="44762"/>
                </a:lnTo>
                <a:lnTo>
                  <a:pt x="12152" y="44731"/>
                </a:lnTo>
                <a:lnTo>
                  <a:pt x="12235" y="44699"/>
                </a:lnTo>
                <a:lnTo>
                  <a:pt x="12315" y="44668"/>
                </a:lnTo>
                <a:lnTo>
                  <a:pt x="12391" y="44636"/>
                </a:lnTo>
                <a:lnTo>
                  <a:pt x="12463" y="44605"/>
                </a:lnTo>
                <a:lnTo>
                  <a:pt x="12530" y="44575"/>
                </a:lnTo>
                <a:lnTo>
                  <a:pt x="12594" y="44546"/>
                </a:lnTo>
                <a:lnTo>
                  <a:pt x="12653" y="44518"/>
                </a:lnTo>
                <a:lnTo>
                  <a:pt x="12707" y="44491"/>
                </a:lnTo>
                <a:lnTo>
                  <a:pt x="12757" y="44467"/>
                </a:lnTo>
                <a:lnTo>
                  <a:pt x="12801" y="44445"/>
                </a:lnTo>
                <a:lnTo>
                  <a:pt x="12840" y="44425"/>
                </a:lnTo>
                <a:lnTo>
                  <a:pt x="12881" y="44404"/>
                </a:lnTo>
                <a:lnTo>
                  <a:pt x="12922" y="44382"/>
                </a:lnTo>
                <a:lnTo>
                  <a:pt x="12966" y="44359"/>
                </a:lnTo>
                <a:lnTo>
                  <a:pt x="13010" y="44335"/>
                </a:lnTo>
                <a:lnTo>
                  <a:pt x="13055" y="44309"/>
                </a:lnTo>
                <a:lnTo>
                  <a:pt x="13102" y="44283"/>
                </a:lnTo>
                <a:lnTo>
                  <a:pt x="13150" y="44255"/>
                </a:lnTo>
                <a:lnTo>
                  <a:pt x="13198" y="44225"/>
                </a:lnTo>
                <a:lnTo>
                  <a:pt x="13247" y="44195"/>
                </a:lnTo>
                <a:lnTo>
                  <a:pt x="13297" y="44163"/>
                </a:lnTo>
                <a:lnTo>
                  <a:pt x="13348" y="44129"/>
                </a:lnTo>
                <a:lnTo>
                  <a:pt x="13399" y="44095"/>
                </a:lnTo>
                <a:lnTo>
                  <a:pt x="13451" y="44058"/>
                </a:lnTo>
                <a:lnTo>
                  <a:pt x="13503" y="44021"/>
                </a:lnTo>
                <a:lnTo>
                  <a:pt x="13556" y="43982"/>
                </a:lnTo>
                <a:lnTo>
                  <a:pt x="13609" y="43941"/>
                </a:lnTo>
                <a:lnTo>
                  <a:pt x="13662" y="43899"/>
                </a:lnTo>
                <a:lnTo>
                  <a:pt x="13715" y="43856"/>
                </a:lnTo>
                <a:lnTo>
                  <a:pt x="13768" y="43811"/>
                </a:lnTo>
                <a:lnTo>
                  <a:pt x="13821" y="43764"/>
                </a:lnTo>
                <a:lnTo>
                  <a:pt x="13874" y="43716"/>
                </a:lnTo>
                <a:lnTo>
                  <a:pt x="13926" y="43666"/>
                </a:lnTo>
                <a:lnTo>
                  <a:pt x="13979" y="43615"/>
                </a:lnTo>
                <a:lnTo>
                  <a:pt x="14033" y="43560"/>
                </a:lnTo>
                <a:lnTo>
                  <a:pt x="14089" y="43500"/>
                </a:lnTo>
                <a:lnTo>
                  <a:pt x="14146" y="43436"/>
                </a:lnTo>
                <a:lnTo>
                  <a:pt x="14204" y="43368"/>
                </a:lnTo>
                <a:lnTo>
                  <a:pt x="14263" y="43296"/>
                </a:lnTo>
                <a:lnTo>
                  <a:pt x="14322" y="43219"/>
                </a:lnTo>
                <a:lnTo>
                  <a:pt x="14381" y="43138"/>
                </a:lnTo>
                <a:lnTo>
                  <a:pt x="14439" y="43053"/>
                </a:lnTo>
                <a:lnTo>
                  <a:pt x="14497" y="42964"/>
                </a:lnTo>
                <a:lnTo>
                  <a:pt x="14554" y="42871"/>
                </a:lnTo>
                <a:lnTo>
                  <a:pt x="14609" y="42773"/>
                </a:lnTo>
                <a:lnTo>
                  <a:pt x="14662" y="42671"/>
                </a:lnTo>
                <a:lnTo>
                  <a:pt x="14713" y="42566"/>
                </a:lnTo>
                <a:lnTo>
                  <a:pt x="14762" y="42456"/>
                </a:lnTo>
                <a:lnTo>
                  <a:pt x="14808" y="42341"/>
                </a:lnTo>
                <a:lnTo>
                  <a:pt x="14850" y="42223"/>
                </a:lnTo>
                <a:lnTo>
                  <a:pt x="14889" y="42101"/>
                </a:lnTo>
                <a:lnTo>
                  <a:pt x="14923" y="41975"/>
                </a:lnTo>
                <a:lnTo>
                  <a:pt x="14954" y="41844"/>
                </a:lnTo>
                <a:lnTo>
                  <a:pt x="14959" y="41815"/>
                </a:lnTo>
                <a:lnTo>
                  <a:pt x="15384" y="41390"/>
                </a:lnTo>
                <a:lnTo>
                  <a:pt x="15610" y="40593"/>
                </a:lnTo>
                <a:lnTo>
                  <a:pt x="15937" y="39463"/>
                </a:lnTo>
                <a:lnTo>
                  <a:pt x="16270" y="38361"/>
                </a:lnTo>
                <a:lnTo>
                  <a:pt x="16610" y="37288"/>
                </a:lnTo>
                <a:lnTo>
                  <a:pt x="16955" y="36242"/>
                </a:lnTo>
                <a:lnTo>
                  <a:pt x="17307" y="35224"/>
                </a:lnTo>
                <a:lnTo>
                  <a:pt x="17664" y="34234"/>
                </a:lnTo>
                <a:lnTo>
                  <a:pt x="18026" y="33272"/>
                </a:lnTo>
                <a:lnTo>
                  <a:pt x="18395" y="32337"/>
                </a:lnTo>
                <a:lnTo>
                  <a:pt x="18769" y="31429"/>
                </a:lnTo>
                <a:lnTo>
                  <a:pt x="19148" y="30549"/>
                </a:lnTo>
                <a:lnTo>
                  <a:pt x="19533" y="29695"/>
                </a:lnTo>
                <a:lnTo>
                  <a:pt x="19923" y="28869"/>
                </a:lnTo>
                <a:lnTo>
                  <a:pt x="20319" y="28069"/>
                </a:lnTo>
                <a:lnTo>
                  <a:pt x="20719" y="27296"/>
                </a:lnTo>
                <a:lnTo>
                  <a:pt x="21125" y="26549"/>
                </a:lnTo>
                <a:lnTo>
                  <a:pt x="21536" y="25829"/>
                </a:lnTo>
                <a:lnTo>
                  <a:pt x="21951" y="25135"/>
                </a:lnTo>
                <a:lnTo>
                  <a:pt x="22372" y="24467"/>
                </a:lnTo>
                <a:lnTo>
                  <a:pt x="22797" y="23825"/>
                </a:lnTo>
                <a:lnTo>
                  <a:pt x="23227" y="23209"/>
                </a:lnTo>
                <a:lnTo>
                  <a:pt x="23661" y="22618"/>
                </a:lnTo>
                <a:lnTo>
                  <a:pt x="24101" y="22053"/>
                </a:lnTo>
                <a:lnTo>
                  <a:pt x="24544" y="21513"/>
                </a:lnTo>
                <a:lnTo>
                  <a:pt x="24992" y="20999"/>
                </a:lnTo>
                <a:lnTo>
                  <a:pt x="25466" y="20480"/>
                </a:lnTo>
                <a:lnTo>
                  <a:pt x="25933" y="19990"/>
                </a:lnTo>
                <a:lnTo>
                  <a:pt x="26392" y="19528"/>
                </a:lnTo>
                <a:lnTo>
                  <a:pt x="26844" y="19093"/>
                </a:lnTo>
                <a:lnTo>
                  <a:pt x="27289" y="18685"/>
                </a:lnTo>
                <a:lnTo>
                  <a:pt x="27726" y="18303"/>
                </a:lnTo>
                <a:lnTo>
                  <a:pt x="28156" y="17947"/>
                </a:lnTo>
                <a:lnTo>
                  <a:pt x="28578" y="17616"/>
                </a:lnTo>
                <a:lnTo>
                  <a:pt x="28993" y="17309"/>
                </a:lnTo>
                <a:lnTo>
                  <a:pt x="29401" y="17027"/>
                </a:lnTo>
                <a:lnTo>
                  <a:pt x="29801" y="16767"/>
                </a:lnTo>
                <a:lnTo>
                  <a:pt x="30194" y="16531"/>
                </a:lnTo>
                <a:lnTo>
                  <a:pt x="30579" y="16317"/>
                </a:lnTo>
                <a:lnTo>
                  <a:pt x="30958" y="16124"/>
                </a:lnTo>
                <a:lnTo>
                  <a:pt x="31329" y="15952"/>
                </a:lnTo>
                <a:lnTo>
                  <a:pt x="31692" y="15801"/>
                </a:lnTo>
                <a:lnTo>
                  <a:pt x="32048" y="15670"/>
                </a:lnTo>
                <a:lnTo>
                  <a:pt x="32397" y="15558"/>
                </a:lnTo>
                <a:lnTo>
                  <a:pt x="32739" y="15465"/>
                </a:lnTo>
                <a:lnTo>
                  <a:pt x="33074" y="15390"/>
                </a:lnTo>
                <a:lnTo>
                  <a:pt x="33401" y="15333"/>
                </a:lnTo>
                <a:lnTo>
                  <a:pt x="33720" y="15293"/>
                </a:lnTo>
                <a:lnTo>
                  <a:pt x="34033" y="15269"/>
                </a:lnTo>
                <a:lnTo>
                  <a:pt x="34338" y="15262"/>
                </a:lnTo>
                <a:lnTo>
                  <a:pt x="34387" y="15262"/>
                </a:lnTo>
                <a:lnTo>
                  <a:pt x="34434" y="15263"/>
                </a:lnTo>
                <a:lnTo>
                  <a:pt x="34478" y="15264"/>
                </a:lnTo>
                <a:lnTo>
                  <a:pt x="34521" y="15267"/>
                </a:lnTo>
                <a:lnTo>
                  <a:pt x="34561" y="15269"/>
                </a:lnTo>
                <a:lnTo>
                  <a:pt x="34600" y="15272"/>
                </a:lnTo>
                <a:lnTo>
                  <a:pt x="34637" y="15276"/>
                </a:lnTo>
                <a:lnTo>
                  <a:pt x="34672" y="15280"/>
                </a:lnTo>
                <a:lnTo>
                  <a:pt x="34705" y="15284"/>
                </a:lnTo>
                <a:lnTo>
                  <a:pt x="34737" y="15289"/>
                </a:lnTo>
                <a:lnTo>
                  <a:pt x="34766" y="15293"/>
                </a:lnTo>
                <a:lnTo>
                  <a:pt x="34794" y="15298"/>
                </a:lnTo>
                <a:lnTo>
                  <a:pt x="34821" y="15304"/>
                </a:lnTo>
                <a:lnTo>
                  <a:pt x="34845" y="15309"/>
                </a:lnTo>
                <a:lnTo>
                  <a:pt x="34868" y="15314"/>
                </a:lnTo>
                <a:lnTo>
                  <a:pt x="34890" y="15320"/>
                </a:lnTo>
                <a:lnTo>
                  <a:pt x="34910" y="15325"/>
                </a:lnTo>
                <a:lnTo>
                  <a:pt x="34928" y="15331"/>
                </a:lnTo>
                <a:lnTo>
                  <a:pt x="34945" y="15336"/>
                </a:lnTo>
                <a:lnTo>
                  <a:pt x="34960" y="15341"/>
                </a:lnTo>
                <a:lnTo>
                  <a:pt x="34975" y="15346"/>
                </a:lnTo>
                <a:lnTo>
                  <a:pt x="34987" y="15351"/>
                </a:lnTo>
                <a:lnTo>
                  <a:pt x="34999" y="15356"/>
                </a:lnTo>
                <a:lnTo>
                  <a:pt x="35009" y="15360"/>
                </a:lnTo>
                <a:lnTo>
                  <a:pt x="35016" y="15363"/>
                </a:lnTo>
                <a:lnTo>
                  <a:pt x="35022" y="15366"/>
                </a:lnTo>
                <a:lnTo>
                  <a:pt x="35029" y="15369"/>
                </a:lnTo>
                <a:lnTo>
                  <a:pt x="35035" y="15372"/>
                </a:lnTo>
                <a:lnTo>
                  <a:pt x="35041" y="15376"/>
                </a:lnTo>
                <a:lnTo>
                  <a:pt x="35047" y="15379"/>
                </a:lnTo>
                <a:lnTo>
                  <a:pt x="35053" y="15382"/>
                </a:lnTo>
                <a:lnTo>
                  <a:pt x="35059" y="15386"/>
                </a:lnTo>
                <a:lnTo>
                  <a:pt x="35064" y="15389"/>
                </a:lnTo>
                <a:lnTo>
                  <a:pt x="35070" y="15393"/>
                </a:lnTo>
                <a:lnTo>
                  <a:pt x="35075" y="15397"/>
                </a:lnTo>
                <a:lnTo>
                  <a:pt x="35081" y="15401"/>
                </a:lnTo>
                <a:lnTo>
                  <a:pt x="35086" y="15406"/>
                </a:lnTo>
                <a:lnTo>
                  <a:pt x="35091" y="15410"/>
                </a:lnTo>
                <a:lnTo>
                  <a:pt x="35096" y="15415"/>
                </a:lnTo>
                <a:lnTo>
                  <a:pt x="35102" y="15420"/>
                </a:lnTo>
                <a:lnTo>
                  <a:pt x="35107" y="15425"/>
                </a:lnTo>
                <a:lnTo>
                  <a:pt x="35112" y="15430"/>
                </a:lnTo>
                <a:lnTo>
                  <a:pt x="35118" y="15436"/>
                </a:lnTo>
                <a:lnTo>
                  <a:pt x="35123" y="15442"/>
                </a:lnTo>
                <a:lnTo>
                  <a:pt x="35128" y="15449"/>
                </a:lnTo>
                <a:lnTo>
                  <a:pt x="35134" y="15456"/>
                </a:lnTo>
                <a:lnTo>
                  <a:pt x="35140" y="15463"/>
                </a:lnTo>
                <a:lnTo>
                  <a:pt x="35145" y="15470"/>
                </a:lnTo>
                <a:lnTo>
                  <a:pt x="35163" y="15495"/>
                </a:lnTo>
                <a:lnTo>
                  <a:pt x="35183" y="15525"/>
                </a:lnTo>
                <a:lnTo>
                  <a:pt x="35205" y="15561"/>
                </a:lnTo>
                <a:lnTo>
                  <a:pt x="35227" y="15602"/>
                </a:lnTo>
                <a:lnTo>
                  <a:pt x="35251" y="15649"/>
                </a:lnTo>
                <a:lnTo>
                  <a:pt x="35276" y="15702"/>
                </a:lnTo>
                <a:lnTo>
                  <a:pt x="35301" y="15761"/>
                </a:lnTo>
                <a:lnTo>
                  <a:pt x="35327" y="15826"/>
                </a:lnTo>
                <a:lnTo>
                  <a:pt x="35353" y="15898"/>
                </a:lnTo>
                <a:lnTo>
                  <a:pt x="35379" y="15977"/>
                </a:lnTo>
                <a:lnTo>
                  <a:pt x="35404" y="16064"/>
                </a:lnTo>
                <a:lnTo>
                  <a:pt x="35429" y="16157"/>
                </a:lnTo>
                <a:lnTo>
                  <a:pt x="35454" y="16259"/>
                </a:lnTo>
                <a:lnTo>
                  <a:pt x="35477" y="16368"/>
                </a:lnTo>
                <a:lnTo>
                  <a:pt x="35499" y="16485"/>
                </a:lnTo>
                <a:lnTo>
                  <a:pt x="35520" y="16610"/>
                </a:lnTo>
                <a:lnTo>
                  <a:pt x="35539" y="16744"/>
                </a:lnTo>
                <a:lnTo>
                  <a:pt x="35557" y="16887"/>
                </a:lnTo>
                <a:lnTo>
                  <a:pt x="35572" y="17038"/>
                </a:lnTo>
                <a:lnTo>
                  <a:pt x="35585" y="17199"/>
                </a:lnTo>
                <a:lnTo>
                  <a:pt x="35596" y="17369"/>
                </a:lnTo>
                <a:lnTo>
                  <a:pt x="35604" y="17549"/>
                </a:lnTo>
                <a:lnTo>
                  <a:pt x="35608" y="17739"/>
                </a:lnTo>
                <a:lnTo>
                  <a:pt x="35610" y="17939"/>
                </a:lnTo>
                <a:lnTo>
                  <a:pt x="35608" y="18062"/>
                </a:lnTo>
                <a:lnTo>
                  <a:pt x="35603" y="18196"/>
                </a:lnTo>
                <a:lnTo>
                  <a:pt x="35595" y="18341"/>
                </a:lnTo>
                <a:lnTo>
                  <a:pt x="35582" y="18496"/>
                </a:lnTo>
                <a:lnTo>
                  <a:pt x="35566" y="18662"/>
                </a:lnTo>
                <a:lnTo>
                  <a:pt x="35546" y="18839"/>
                </a:lnTo>
                <a:lnTo>
                  <a:pt x="35523" y="19028"/>
                </a:lnTo>
                <a:lnTo>
                  <a:pt x="35495" y="19227"/>
                </a:lnTo>
                <a:lnTo>
                  <a:pt x="35463" y="19438"/>
                </a:lnTo>
                <a:lnTo>
                  <a:pt x="35427" y="19660"/>
                </a:lnTo>
                <a:lnTo>
                  <a:pt x="35386" y="19893"/>
                </a:lnTo>
                <a:lnTo>
                  <a:pt x="35342" y="20138"/>
                </a:lnTo>
                <a:lnTo>
                  <a:pt x="35293" y="20395"/>
                </a:lnTo>
                <a:lnTo>
                  <a:pt x="35239" y="20664"/>
                </a:lnTo>
                <a:lnTo>
                  <a:pt x="35180" y="20944"/>
                </a:lnTo>
                <a:lnTo>
                  <a:pt x="35117" y="21237"/>
                </a:lnTo>
                <a:lnTo>
                  <a:pt x="35049" y="21542"/>
                </a:lnTo>
                <a:lnTo>
                  <a:pt x="34976" y="21859"/>
                </a:lnTo>
                <a:lnTo>
                  <a:pt x="34898" y="22189"/>
                </a:lnTo>
                <a:lnTo>
                  <a:pt x="34815" y="22531"/>
                </a:lnTo>
                <a:lnTo>
                  <a:pt x="34727" y="22885"/>
                </a:lnTo>
                <a:lnTo>
                  <a:pt x="34634" y="23253"/>
                </a:lnTo>
                <a:lnTo>
                  <a:pt x="34535" y="23633"/>
                </a:lnTo>
                <a:lnTo>
                  <a:pt x="34430" y="24026"/>
                </a:lnTo>
                <a:lnTo>
                  <a:pt x="34324" y="24419"/>
                </a:lnTo>
                <a:lnTo>
                  <a:pt x="34213" y="24821"/>
                </a:lnTo>
                <a:lnTo>
                  <a:pt x="34098" y="25233"/>
                </a:lnTo>
                <a:lnTo>
                  <a:pt x="33978" y="25654"/>
                </a:lnTo>
                <a:lnTo>
                  <a:pt x="33854" y="26085"/>
                </a:lnTo>
                <a:lnTo>
                  <a:pt x="33725" y="26526"/>
                </a:lnTo>
                <a:lnTo>
                  <a:pt x="33592" y="26976"/>
                </a:lnTo>
                <a:lnTo>
                  <a:pt x="33454" y="27436"/>
                </a:lnTo>
                <a:lnTo>
                  <a:pt x="33311" y="27906"/>
                </a:lnTo>
                <a:lnTo>
                  <a:pt x="33165" y="28385"/>
                </a:lnTo>
                <a:lnTo>
                  <a:pt x="33013" y="28874"/>
                </a:lnTo>
                <a:lnTo>
                  <a:pt x="32857" y="29373"/>
                </a:lnTo>
                <a:lnTo>
                  <a:pt x="32697" y="29881"/>
                </a:lnTo>
                <a:lnTo>
                  <a:pt x="32532" y="30399"/>
                </a:lnTo>
                <a:lnTo>
                  <a:pt x="32362" y="30927"/>
                </a:lnTo>
                <a:lnTo>
                  <a:pt x="32188" y="31465"/>
                </a:lnTo>
                <a:lnTo>
                  <a:pt x="32009" y="32012"/>
                </a:lnTo>
                <a:lnTo>
                  <a:pt x="31825" y="32569"/>
                </a:lnTo>
                <a:lnTo>
                  <a:pt x="31637" y="33136"/>
                </a:lnTo>
                <a:lnTo>
                  <a:pt x="31445" y="33712"/>
                </a:lnTo>
                <a:lnTo>
                  <a:pt x="31248" y="34299"/>
                </a:lnTo>
                <a:lnTo>
                  <a:pt x="31046" y="34895"/>
                </a:lnTo>
                <a:lnTo>
                  <a:pt x="30840" y="35500"/>
                </a:lnTo>
                <a:lnTo>
                  <a:pt x="30650" y="36054"/>
                </a:lnTo>
                <a:lnTo>
                  <a:pt x="30042" y="37605"/>
                </a:lnTo>
                <a:lnTo>
                  <a:pt x="29428" y="39184"/>
                </a:lnTo>
                <a:lnTo>
                  <a:pt x="28833" y="40724"/>
                </a:lnTo>
                <a:lnTo>
                  <a:pt x="28258" y="42223"/>
                </a:lnTo>
                <a:lnTo>
                  <a:pt x="27703" y="43684"/>
                </a:lnTo>
                <a:lnTo>
                  <a:pt x="27167" y="45104"/>
                </a:lnTo>
                <a:lnTo>
                  <a:pt x="26651" y="46485"/>
                </a:lnTo>
                <a:lnTo>
                  <a:pt x="26155" y="47826"/>
                </a:lnTo>
                <a:lnTo>
                  <a:pt x="25678" y="49127"/>
                </a:lnTo>
                <a:lnTo>
                  <a:pt x="25221" y="50388"/>
                </a:lnTo>
                <a:lnTo>
                  <a:pt x="24785" y="51609"/>
                </a:lnTo>
                <a:lnTo>
                  <a:pt x="24368" y="52790"/>
                </a:lnTo>
                <a:lnTo>
                  <a:pt x="23971" y="53931"/>
                </a:lnTo>
                <a:lnTo>
                  <a:pt x="23594" y="55032"/>
                </a:lnTo>
                <a:lnTo>
                  <a:pt x="23238" y="56092"/>
                </a:lnTo>
                <a:lnTo>
                  <a:pt x="22901" y="57112"/>
                </a:lnTo>
                <a:lnTo>
                  <a:pt x="22585" y="58092"/>
                </a:lnTo>
                <a:lnTo>
                  <a:pt x="22289" y="59031"/>
                </a:lnTo>
                <a:lnTo>
                  <a:pt x="22013" y="59929"/>
                </a:lnTo>
                <a:lnTo>
                  <a:pt x="21758" y="60787"/>
                </a:lnTo>
                <a:lnTo>
                  <a:pt x="21523" y="61604"/>
                </a:lnTo>
                <a:lnTo>
                  <a:pt x="21308" y="62381"/>
                </a:lnTo>
                <a:lnTo>
                  <a:pt x="21114" y="63116"/>
                </a:lnTo>
                <a:lnTo>
                  <a:pt x="20940" y="63811"/>
                </a:lnTo>
                <a:lnTo>
                  <a:pt x="20781" y="64482"/>
                </a:lnTo>
                <a:lnTo>
                  <a:pt x="20628" y="65152"/>
                </a:lnTo>
                <a:lnTo>
                  <a:pt x="20482" y="65821"/>
                </a:lnTo>
                <a:lnTo>
                  <a:pt x="20342" y="66488"/>
                </a:lnTo>
                <a:lnTo>
                  <a:pt x="20209" y="67155"/>
                </a:lnTo>
                <a:lnTo>
                  <a:pt x="20083" y="67819"/>
                </a:lnTo>
                <a:lnTo>
                  <a:pt x="19964" y="68483"/>
                </a:lnTo>
                <a:lnTo>
                  <a:pt x="19852" y="69145"/>
                </a:lnTo>
                <a:lnTo>
                  <a:pt x="19746" y="69805"/>
                </a:lnTo>
                <a:lnTo>
                  <a:pt x="19647" y="70465"/>
                </a:lnTo>
                <a:lnTo>
                  <a:pt x="19555" y="71123"/>
                </a:lnTo>
                <a:lnTo>
                  <a:pt x="19470" y="71780"/>
                </a:lnTo>
                <a:lnTo>
                  <a:pt x="19391" y="72435"/>
                </a:lnTo>
                <a:lnTo>
                  <a:pt x="19319" y="73089"/>
                </a:lnTo>
                <a:lnTo>
                  <a:pt x="19254" y="73742"/>
                </a:lnTo>
                <a:lnTo>
                  <a:pt x="19196" y="74393"/>
                </a:lnTo>
                <a:lnTo>
                  <a:pt x="19145" y="75043"/>
                </a:lnTo>
                <a:lnTo>
                  <a:pt x="19100" y="75691"/>
                </a:lnTo>
                <a:lnTo>
                  <a:pt x="19062" y="76338"/>
                </a:lnTo>
                <a:lnTo>
                  <a:pt x="19031" y="76984"/>
                </a:lnTo>
                <a:lnTo>
                  <a:pt x="19007" y="77629"/>
                </a:lnTo>
                <a:lnTo>
                  <a:pt x="18990" y="78272"/>
                </a:lnTo>
                <a:lnTo>
                  <a:pt x="18980" y="78913"/>
                </a:lnTo>
                <a:lnTo>
                  <a:pt x="18976" y="79554"/>
                </a:lnTo>
                <a:lnTo>
                  <a:pt x="18993" y="80853"/>
                </a:lnTo>
                <a:lnTo>
                  <a:pt x="19041" y="82130"/>
                </a:lnTo>
                <a:lnTo>
                  <a:pt x="19123" y="83385"/>
                </a:lnTo>
                <a:lnTo>
                  <a:pt x="19237" y="84618"/>
                </a:lnTo>
                <a:lnTo>
                  <a:pt x="19384" y="85829"/>
                </a:lnTo>
                <a:lnTo>
                  <a:pt x="19565" y="87017"/>
                </a:lnTo>
                <a:lnTo>
                  <a:pt x="19779" y="88181"/>
                </a:lnTo>
                <a:lnTo>
                  <a:pt x="20027" y="89323"/>
                </a:lnTo>
                <a:lnTo>
                  <a:pt x="20309" y="90441"/>
                </a:lnTo>
                <a:lnTo>
                  <a:pt x="20625" y="91535"/>
                </a:lnTo>
                <a:lnTo>
                  <a:pt x="20975" y="92605"/>
                </a:lnTo>
                <a:lnTo>
                  <a:pt x="21360" y="93651"/>
                </a:lnTo>
                <a:lnTo>
                  <a:pt x="21780" y="94673"/>
                </a:lnTo>
                <a:lnTo>
                  <a:pt x="22234" y="95669"/>
                </a:lnTo>
                <a:lnTo>
                  <a:pt x="22724" y="96641"/>
                </a:lnTo>
                <a:lnTo>
                  <a:pt x="23249" y="97587"/>
                </a:lnTo>
                <a:lnTo>
                  <a:pt x="23809" y="98508"/>
                </a:lnTo>
                <a:lnTo>
                  <a:pt x="24405" y="99403"/>
                </a:lnTo>
                <a:lnTo>
                  <a:pt x="25038" y="100271"/>
                </a:lnTo>
                <a:lnTo>
                  <a:pt x="25706" y="101114"/>
                </a:lnTo>
                <a:lnTo>
                  <a:pt x="26410" y="101929"/>
                </a:lnTo>
                <a:lnTo>
                  <a:pt x="27152" y="102718"/>
                </a:lnTo>
                <a:lnTo>
                  <a:pt x="27929" y="103480"/>
                </a:lnTo>
                <a:lnTo>
                  <a:pt x="28739" y="104211"/>
                </a:lnTo>
                <a:lnTo>
                  <a:pt x="28739" y="104211"/>
                </a:lnTo>
                <a:lnTo>
                  <a:pt x="28742" y="104213"/>
                </a:lnTo>
                <a:lnTo>
                  <a:pt x="28744" y="104215"/>
                </a:lnTo>
                <a:lnTo>
                  <a:pt x="28744" y="104215"/>
                </a:lnTo>
                <a:lnTo>
                  <a:pt x="29583" y="104917"/>
                </a:lnTo>
                <a:lnTo>
                  <a:pt x="30448" y="105592"/>
                </a:lnTo>
                <a:lnTo>
                  <a:pt x="31334" y="106236"/>
                </a:lnTo>
                <a:lnTo>
                  <a:pt x="32243" y="106848"/>
                </a:lnTo>
                <a:lnTo>
                  <a:pt x="33173" y="107429"/>
                </a:lnTo>
                <a:lnTo>
                  <a:pt x="34124" y="107979"/>
                </a:lnTo>
                <a:lnTo>
                  <a:pt x="35096" y="108498"/>
                </a:lnTo>
                <a:lnTo>
                  <a:pt x="36090" y="108986"/>
                </a:lnTo>
                <a:lnTo>
                  <a:pt x="37104" y="109444"/>
                </a:lnTo>
                <a:lnTo>
                  <a:pt x="38139" y="109871"/>
                </a:lnTo>
                <a:lnTo>
                  <a:pt x="39195" y="110267"/>
                </a:lnTo>
                <a:lnTo>
                  <a:pt x="40271" y="110633"/>
                </a:lnTo>
                <a:lnTo>
                  <a:pt x="41367" y="110970"/>
                </a:lnTo>
                <a:lnTo>
                  <a:pt x="42483" y="111276"/>
                </a:lnTo>
                <a:lnTo>
                  <a:pt x="43620" y="111552"/>
                </a:lnTo>
                <a:lnTo>
                  <a:pt x="44776" y="111799"/>
                </a:lnTo>
                <a:lnTo>
                  <a:pt x="45952" y="112016"/>
                </a:lnTo>
                <a:lnTo>
                  <a:pt x="47147" y="112204"/>
                </a:lnTo>
                <a:lnTo>
                  <a:pt x="48362" y="112362"/>
                </a:lnTo>
                <a:lnTo>
                  <a:pt x="49596" y="112492"/>
                </a:lnTo>
                <a:lnTo>
                  <a:pt x="50849" y="112592"/>
                </a:lnTo>
                <a:lnTo>
                  <a:pt x="52121" y="112664"/>
                </a:lnTo>
                <a:lnTo>
                  <a:pt x="53411" y="112706"/>
                </a:lnTo>
                <a:lnTo>
                  <a:pt x="54720" y="112721"/>
                </a:lnTo>
                <a:lnTo>
                  <a:pt x="54773" y="112721"/>
                </a:lnTo>
                <a:lnTo>
                  <a:pt x="54724" y="109728"/>
                </a:lnTo>
                <a:lnTo>
                  <a:pt x="54773" y="112720"/>
                </a:lnTo>
                <a:lnTo>
                  <a:pt x="56062" y="112676"/>
                </a:lnTo>
                <a:lnTo>
                  <a:pt x="57337" y="112588"/>
                </a:lnTo>
                <a:lnTo>
                  <a:pt x="58598" y="112456"/>
                </a:lnTo>
                <a:lnTo>
                  <a:pt x="59846" y="112280"/>
                </a:lnTo>
                <a:lnTo>
                  <a:pt x="61080" y="112059"/>
                </a:lnTo>
                <a:lnTo>
                  <a:pt x="62301" y="111795"/>
                </a:lnTo>
                <a:lnTo>
                  <a:pt x="63508" y="111488"/>
                </a:lnTo>
                <a:lnTo>
                  <a:pt x="64701" y="111137"/>
                </a:lnTo>
                <a:lnTo>
                  <a:pt x="65880" y="110743"/>
                </a:lnTo>
                <a:lnTo>
                  <a:pt x="67046" y="110305"/>
                </a:lnTo>
                <a:lnTo>
                  <a:pt x="68198" y="109825"/>
                </a:lnTo>
                <a:lnTo>
                  <a:pt x="69336" y="109302"/>
                </a:lnTo>
                <a:lnTo>
                  <a:pt x="70460" y="108736"/>
                </a:lnTo>
                <a:lnTo>
                  <a:pt x="71570" y="108128"/>
                </a:lnTo>
                <a:lnTo>
                  <a:pt x="72666" y="107478"/>
                </a:lnTo>
                <a:lnTo>
                  <a:pt x="73748" y="106785"/>
                </a:lnTo>
                <a:lnTo>
                  <a:pt x="74816" y="106051"/>
                </a:lnTo>
                <a:lnTo>
                  <a:pt x="75869" y="105274"/>
                </a:lnTo>
                <a:lnTo>
                  <a:pt x="76909" y="104456"/>
                </a:lnTo>
                <a:lnTo>
                  <a:pt x="77935" y="103597"/>
                </a:lnTo>
                <a:lnTo>
                  <a:pt x="78946" y="102696"/>
                </a:lnTo>
                <a:lnTo>
                  <a:pt x="79943" y="101753"/>
                </a:lnTo>
                <a:lnTo>
                  <a:pt x="80925" y="100770"/>
                </a:lnTo>
                <a:lnTo>
                  <a:pt x="81894" y="99746"/>
                </a:lnTo>
                <a:lnTo>
                  <a:pt x="82821" y="98720"/>
                </a:lnTo>
                <a:lnTo>
                  <a:pt x="83730" y="97678"/>
                </a:lnTo>
                <a:lnTo>
                  <a:pt x="84622" y="96621"/>
                </a:lnTo>
                <a:lnTo>
                  <a:pt x="85495" y="95547"/>
                </a:lnTo>
                <a:lnTo>
                  <a:pt x="86350" y="94458"/>
                </a:lnTo>
                <a:lnTo>
                  <a:pt x="87187" y="93354"/>
                </a:lnTo>
                <a:lnTo>
                  <a:pt x="88006" y="92233"/>
                </a:lnTo>
                <a:lnTo>
                  <a:pt x="88807" y="91097"/>
                </a:lnTo>
                <a:lnTo>
                  <a:pt x="89590" y="89945"/>
                </a:lnTo>
                <a:lnTo>
                  <a:pt x="90355" y="88778"/>
                </a:lnTo>
                <a:lnTo>
                  <a:pt x="91102" y="87594"/>
                </a:lnTo>
                <a:lnTo>
                  <a:pt x="91831" y="86395"/>
                </a:lnTo>
                <a:lnTo>
                  <a:pt x="92542" y="85181"/>
                </a:lnTo>
                <a:lnTo>
                  <a:pt x="93235" y="83951"/>
                </a:lnTo>
                <a:lnTo>
                  <a:pt x="93910" y="82705"/>
                </a:lnTo>
                <a:lnTo>
                  <a:pt x="94567" y="81444"/>
                </a:lnTo>
                <a:lnTo>
                  <a:pt x="95206" y="80167"/>
                </a:lnTo>
                <a:lnTo>
                  <a:pt x="95827" y="78875"/>
                </a:lnTo>
                <a:lnTo>
                  <a:pt x="96430" y="77568"/>
                </a:lnTo>
                <a:lnTo>
                  <a:pt x="97015" y="76244"/>
                </a:lnTo>
                <a:lnTo>
                  <a:pt x="97582" y="74906"/>
                </a:lnTo>
                <a:lnTo>
                  <a:pt x="98132" y="73552"/>
                </a:lnTo>
                <a:lnTo>
                  <a:pt x="98663" y="72182"/>
                </a:lnTo>
                <a:lnTo>
                  <a:pt x="99177" y="70797"/>
                </a:lnTo>
                <a:lnTo>
                  <a:pt x="99664" y="69443"/>
                </a:lnTo>
                <a:lnTo>
                  <a:pt x="100141" y="68098"/>
                </a:lnTo>
                <a:lnTo>
                  <a:pt x="100607" y="66764"/>
                </a:lnTo>
                <a:lnTo>
                  <a:pt x="101063" y="65440"/>
                </a:lnTo>
                <a:lnTo>
                  <a:pt x="101509" y="64126"/>
                </a:lnTo>
                <a:lnTo>
                  <a:pt x="101944" y="62822"/>
                </a:lnTo>
                <a:lnTo>
                  <a:pt x="102368" y="61528"/>
                </a:lnTo>
                <a:lnTo>
                  <a:pt x="102782" y="60245"/>
                </a:lnTo>
                <a:lnTo>
                  <a:pt x="103185" y="58972"/>
                </a:lnTo>
                <a:lnTo>
                  <a:pt x="103578" y="57709"/>
                </a:lnTo>
                <a:lnTo>
                  <a:pt x="103960" y="56456"/>
                </a:lnTo>
                <a:lnTo>
                  <a:pt x="104332" y="55213"/>
                </a:lnTo>
                <a:lnTo>
                  <a:pt x="104693" y="53980"/>
                </a:lnTo>
                <a:lnTo>
                  <a:pt x="105043" y="52758"/>
                </a:lnTo>
                <a:lnTo>
                  <a:pt x="105383" y="51546"/>
                </a:lnTo>
                <a:lnTo>
                  <a:pt x="105712" y="50344"/>
                </a:lnTo>
                <a:lnTo>
                  <a:pt x="106031" y="49152"/>
                </a:lnTo>
                <a:lnTo>
                  <a:pt x="106339" y="47970"/>
                </a:lnTo>
                <a:lnTo>
                  <a:pt x="106637" y="46799"/>
                </a:lnTo>
                <a:lnTo>
                  <a:pt x="106924" y="45638"/>
                </a:lnTo>
                <a:lnTo>
                  <a:pt x="107200" y="44487"/>
                </a:lnTo>
                <a:lnTo>
                  <a:pt x="107465" y="43346"/>
                </a:lnTo>
                <a:lnTo>
                  <a:pt x="107720" y="42216"/>
                </a:lnTo>
                <a:lnTo>
                  <a:pt x="107965" y="41096"/>
                </a:lnTo>
                <a:lnTo>
                  <a:pt x="108195" y="40009"/>
                </a:lnTo>
                <a:lnTo>
                  <a:pt x="108416" y="38943"/>
                </a:lnTo>
                <a:lnTo>
                  <a:pt x="108628" y="37899"/>
                </a:lnTo>
                <a:lnTo>
                  <a:pt x="108831" y="36876"/>
                </a:lnTo>
                <a:lnTo>
                  <a:pt x="109025" y="35874"/>
                </a:lnTo>
                <a:lnTo>
                  <a:pt x="109208" y="34893"/>
                </a:lnTo>
                <a:lnTo>
                  <a:pt x="109383" y="33934"/>
                </a:lnTo>
                <a:lnTo>
                  <a:pt x="109548" y="32997"/>
                </a:lnTo>
                <a:lnTo>
                  <a:pt x="109703" y="32081"/>
                </a:lnTo>
                <a:lnTo>
                  <a:pt x="109849" y="31187"/>
                </a:lnTo>
                <a:lnTo>
                  <a:pt x="109985" y="30314"/>
                </a:lnTo>
                <a:lnTo>
                  <a:pt x="110111" y="29464"/>
                </a:lnTo>
                <a:lnTo>
                  <a:pt x="110227" y="28635"/>
                </a:lnTo>
                <a:lnTo>
                  <a:pt x="110334" y="27828"/>
                </a:lnTo>
                <a:lnTo>
                  <a:pt x="110431" y="27043"/>
                </a:lnTo>
                <a:lnTo>
                  <a:pt x="110517" y="26281"/>
                </a:lnTo>
                <a:lnTo>
                  <a:pt x="110594" y="25540"/>
                </a:lnTo>
                <a:lnTo>
                  <a:pt x="110661" y="24822"/>
                </a:lnTo>
                <a:lnTo>
                  <a:pt x="110717" y="24126"/>
                </a:lnTo>
                <a:lnTo>
                  <a:pt x="110764" y="23453"/>
                </a:lnTo>
                <a:lnTo>
                  <a:pt x="110800" y="22802"/>
                </a:lnTo>
                <a:lnTo>
                  <a:pt x="110826" y="22173"/>
                </a:lnTo>
                <a:lnTo>
                  <a:pt x="110841" y="21568"/>
                </a:lnTo>
                <a:lnTo>
                  <a:pt x="110846" y="20985"/>
                </a:lnTo>
                <a:lnTo>
                  <a:pt x="110846" y="20905"/>
                </a:lnTo>
                <a:lnTo>
                  <a:pt x="110845" y="20905"/>
                </a:lnTo>
                <a:lnTo>
                  <a:pt x="110819" y="20098"/>
                </a:lnTo>
                <a:lnTo>
                  <a:pt x="110781" y="19302"/>
                </a:lnTo>
                <a:lnTo>
                  <a:pt x="110730" y="18519"/>
                </a:lnTo>
                <a:lnTo>
                  <a:pt x="110667" y="17748"/>
                </a:lnTo>
                <a:lnTo>
                  <a:pt x="110591" y="16989"/>
                </a:lnTo>
                <a:lnTo>
                  <a:pt x="110502" y="16243"/>
                </a:lnTo>
                <a:lnTo>
                  <a:pt x="110399" y="15511"/>
                </a:lnTo>
                <a:lnTo>
                  <a:pt x="110283" y="14792"/>
                </a:lnTo>
                <a:lnTo>
                  <a:pt x="110153" y="14087"/>
                </a:lnTo>
                <a:lnTo>
                  <a:pt x="110009" y="13395"/>
                </a:lnTo>
                <a:lnTo>
                  <a:pt x="109851" y="12719"/>
                </a:lnTo>
                <a:lnTo>
                  <a:pt x="109678" y="12056"/>
                </a:lnTo>
                <a:lnTo>
                  <a:pt x="109490" y="11409"/>
                </a:lnTo>
                <a:lnTo>
                  <a:pt x="109286" y="10777"/>
                </a:lnTo>
                <a:lnTo>
                  <a:pt x="109068" y="10161"/>
                </a:lnTo>
                <a:lnTo>
                  <a:pt x="108833" y="9560"/>
                </a:lnTo>
                <a:lnTo>
                  <a:pt x="108583" y="8976"/>
                </a:lnTo>
                <a:lnTo>
                  <a:pt x="108316" y="8408"/>
                </a:lnTo>
                <a:lnTo>
                  <a:pt x="108033" y="7857"/>
                </a:lnTo>
                <a:lnTo>
                  <a:pt x="107733" y="7322"/>
                </a:lnTo>
                <a:lnTo>
                  <a:pt x="107416" y="6805"/>
                </a:lnTo>
                <a:lnTo>
                  <a:pt x="107082" y="6306"/>
                </a:lnTo>
                <a:lnTo>
                  <a:pt x="106731" y="5824"/>
                </a:lnTo>
                <a:lnTo>
                  <a:pt x="106361" y="5361"/>
                </a:lnTo>
                <a:lnTo>
                  <a:pt x="106008" y="4949"/>
                </a:lnTo>
                <a:lnTo>
                  <a:pt x="105648" y="4552"/>
                </a:lnTo>
                <a:lnTo>
                  <a:pt x="105281" y="4168"/>
                </a:lnTo>
                <a:lnTo>
                  <a:pt x="104907" y="3800"/>
                </a:lnTo>
                <a:lnTo>
                  <a:pt x="104526" y="3447"/>
                </a:lnTo>
                <a:lnTo>
                  <a:pt x="104137" y="3110"/>
                </a:lnTo>
                <a:lnTo>
                  <a:pt x="103741" y="2788"/>
                </a:lnTo>
                <a:lnTo>
                  <a:pt x="103339" y="2482"/>
                </a:lnTo>
                <a:lnTo>
                  <a:pt x="102929" y="2192"/>
                </a:lnTo>
                <a:lnTo>
                  <a:pt x="102512" y="1919"/>
                </a:lnTo>
                <a:lnTo>
                  <a:pt x="102088" y="1663"/>
                </a:lnTo>
                <a:lnTo>
                  <a:pt x="101658" y="1424"/>
                </a:lnTo>
                <a:lnTo>
                  <a:pt x="101220" y="1202"/>
                </a:lnTo>
                <a:lnTo>
                  <a:pt x="100775" y="998"/>
                </a:lnTo>
                <a:lnTo>
                  <a:pt x="100324" y="813"/>
                </a:lnTo>
                <a:lnTo>
                  <a:pt x="99865" y="645"/>
                </a:lnTo>
                <a:lnTo>
                  <a:pt x="99400" y="496"/>
                </a:lnTo>
                <a:lnTo>
                  <a:pt x="98928" y="366"/>
                </a:lnTo>
                <a:lnTo>
                  <a:pt x="98449" y="256"/>
                </a:lnTo>
                <a:lnTo>
                  <a:pt x="97963" y="164"/>
                </a:lnTo>
                <a:lnTo>
                  <a:pt x="97471" y="93"/>
                </a:lnTo>
                <a:lnTo>
                  <a:pt x="96972" y="41"/>
                </a:lnTo>
                <a:lnTo>
                  <a:pt x="96466" y="10"/>
                </a:lnTo>
                <a:lnTo>
                  <a:pt x="95953" y="0"/>
                </a:lnTo>
                <a:lnTo>
                  <a:pt x="95398" y="10"/>
                </a:lnTo>
                <a:lnTo>
                  <a:pt x="94848" y="41"/>
                </a:lnTo>
                <a:lnTo>
                  <a:pt x="94304" y="91"/>
                </a:lnTo>
                <a:lnTo>
                  <a:pt x="93764" y="161"/>
                </a:lnTo>
                <a:lnTo>
                  <a:pt x="93230" y="251"/>
                </a:lnTo>
                <a:lnTo>
                  <a:pt x="92701" y="360"/>
                </a:lnTo>
                <a:lnTo>
                  <a:pt x="92177" y="488"/>
                </a:lnTo>
                <a:lnTo>
                  <a:pt x="91659" y="635"/>
                </a:lnTo>
                <a:lnTo>
                  <a:pt x="91146" y="800"/>
                </a:lnTo>
                <a:lnTo>
                  <a:pt x="90638" y="985"/>
                </a:lnTo>
                <a:lnTo>
                  <a:pt x="90135" y="1187"/>
                </a:lnTo>
                <a:lnTo>
                  <a:pt x="89638" y="1408"/>
                </a:lnTo>
                <a:lnTo>
                  <a:pt x="89146" y="1646"/>
                </a:lnTo>
                <a:lnTo>
                  <a:pt x="88660" y="1902"/>
                </a:lnTo>
                <a:lnTo>
                  <a:pt x="88179" y="2175"/>
                </a:lnTo>
                <a:lnTo>
                  <a:pt x="87703" y="2466"/>
                </a:lnTo>
                <a:lnTo>
                  <a:pt x="87233" y="2773"/>
                </a:lnTo>
                <a:lnTo>
                  <a:pt x="86769" y="3097"/>
                </a:lnTo>
                <a:lnTo>
                  <a:pt x="86310" y="3438"/>
                </a:lnTo>
                <a:lnTo>
                  <a:pt x="85856" y="3795"/>
                </a:lnTo>
                <a:lnTo>
                  <a:pt x="85409" y="4168"/>
                </a:lnTo>
                <a:lnTo>
                  <a:pt x="84967" y="4557"/>
                </a:lnTo>
                <a:lnTo>
                  <a:pt x="84530" y="4962"/>
                </a:lnTo>
                <a:lnTo>
                  <a:pt x="84099" y="5383"/>
                </a:lnTo>
                <a:lnTo>
                  <a:pt x="83679" y="5813"/>
                </a:lnTo>
                <a:lnTo>
                  <a:pt x="83274" y="6250"/>
                </a:lnTo>
                <a:lnTo>
                  <a:pt x="82885" y="6692"/>
                </a:lnTo>
                <a:lnTo>
                  <a:pt x="82512" y="7140"/>
                </a:lnTo>
                <a:lnTo>
                  <a:pt x="82155" y="7593"/>
                </a:lnTo>
                <a:lnTo>
                  <a:pt x="81814" y="8052"/>
                </a:lnTo>
                <a:lnTo>
                  <a:pt x="81490" y="8516"/>
                </a:lnTo>
                <a:lnTo>
                  <a:pt x="81182" y="8986"/>
                </a:lnTo>
                <a:lnTo>
                  <a:pt x="80892" y="9462"/>
                </a:lnTo>
                <a:lnTo>
                  <a:pt x="80619" y="9943"/>
                </a:lnTo>
                <a:lnTo>
                  <a:pt x="80363" y="10429"/>
                </a:lnTo>
                <a:lnTo>
                  <a:pt x="80124" y="10921"/>
                </a:lnTo>
                <a:lnTo>
                  <a:pt x="79904" y="11418"/>
                </a:lnTo>
                <a:lnTo>
                  <a:pt x="79702" y="11921"/>
                </a:lnTo>
                <a:lnTo>
                  <a:pt x="79517" y="12429"/>
                </a:lnTo>
                <a:lnTo>
                  <a:pt x="79352" y="12942"/>
                </a:lnTo>
                <a:lnTo>
                  <a:pt x="79205" y="13460"/>
                </a:lnTo>
                <a:lnTo>
                  <a:pt x="79077" y="13984"/>
                </a:lnTo>
                <a:lnTo>
                  <a:pt x="78968" y="14513"/>
                </a:lnTo>
                <a:lnTo>
                  <a:pt x="78878" y="15048"/>
                </a:lnTo>
                <a:lnTo>
                  <a:pt x="78808" y="15587"/>
                </a:lnTo>
                <a:lnTo>
                  <a:pt x="78757" y="16132"/>
                </a:lnTo>
                <a:lnTo>
                  <a:pt x="78727" y="16681"/>
                </a:lnTo>
                <a:lnTo>
                  <a:pt x="78717" y="17236"/>
                </a:lnTo>
                <a:lnTo>
                  <a:pt x="78721" y="17578"/>
                </a:lnTo>
                <a:lnTo>
                  <a:pt x="78735" y="17916"/>
                </a:lnTo>
                <a:lnTo>
                  <a:pt x="78758" y="18252"/>
                </a:lnTo>
                <a:lnTo>
                  <a:pt x="78790" y="18585"/>
                </a:lnTo>
                <a:lnTo>
                  <a:pt x="78831" y="18915"/>
                </a:lnTo>
                <a:lnTo>
                  <a:pt x="78881" y="19242"/>
                </a:lnTo>
                <a:lnTo>
                  <a:pt x="78940" y="19566"/>
                </a:lnTo>
                <a:lnTo>
                  <a:pt x="79009" y="19886"/>
                </a:lnTo>
                <a:lnTo>
                  <a:pt x="79087" y="20203"/>
                </a:lnTo>
                <a:lnTo>
                  <a:pt x="79174" y="20517"/>
                </a:lnTo>
                <a:lnTo>
                  <a:pt x="79271" y="20827"/>
                </a:lnTo>
                <a:lnTo>
                  <a:pt x="79377" y="21134"/>
                </a:lnTo>
                <a:lnTo>
                  <a:pt x="79492" y="21437"/>
                </a:lnTo>
                <a:lnTo>
                  <a:pt x="79617" y="21736"/>
                </a:lnTo>
                <a:lnTo>
                  <a:pt x="79752" y="22032"/>
                </a:lnTo>
                <a:lnTo>
                  <a:pt x="79896" y="22323"/>
                </a:lnTo>
                <a:lnTo>
                  <a:pt x="80049" y="22611"/>
                </a:lnTo>
                <a:lnTo>
                  <a:pt x="80212" y="22894"/>
                </a:lnTo>
                <a:lnTo>
                  <a:pt x="80385" y="23173"/>
                </a:lnTo>
                <a:lnTo>
                  <a:pt x="80568" y="23448"/>
                </a:lnTo>
                <a:lnTo>
                  <a:pt x="80760" y="23718"/>
                </a:lnTo>
                <a:lnTo>
                  <a:pt x="80961" y="23984"/>
                </a:lnTo>
                <a:lnTo>
                  <a:pt x="81173" y="24246"/>
                </a:lnTo>
                <a:lnTo>
                  <a:pt x="81394" y="24503"/>
                </a:lnTo>
                <a:lnTo>
                  <a:pt x="81562" y="24690"/>
                </a:lnTo>
                <a:lnTo>
                  <a:pt x="81732" y="24878"/>
                </a:lnTo>
                <a:lnTo>
                  <a:pt x="81903" y="25066"/>
                </a:lnTo>
                <a:lnTo>
                  <a:pt x="82075" y="25253"/>
                </a:lnTo>
                <a:lnTo>
                  <a:pt x="82249" y="25440"/>
                </a:lnTo>
                <a:lnTo>
                  <a:pt x="82425" y="25627"/>
                </a:lnTo>
                <a:lnTo>
                  <a:pt x="82603" y="25814"/>
                </a:lnTo>
                <a:lnTo>
                  <a:pt x="82782" y="26001"/>
                </a:lnTo>
                <a:lnTo>
                  <a:pt x="82962" y="26188"/>
                </a:lnTo>
                <a:lnTo>
                  <a:pt x="83145" y="26374"/>
                </a:lnTo>
                <a:lnTo>
                  <a:pt x="83328" y="26561"/>
                </a:lnTo>
                <a:lnTo>
                  <a:pt x="83514" y="26747"/>
                </a:lnTo>
                <a:lnTo>
                  <a:pt x="83701" y="26933"/>
                </a:lnTo>
                <a:lnTo>
                  <a:pt x="83889" y="27119"/>
                </a:lnTo>
                <a:lnTo>
                  <a:pt x="84079" y="27305"/>
                </a:lnTo>
                <a:lnTo>
                  <a:pt x="84271" y="27490"/>
                </a:lnTo>
                <a:lnTo>
                  <a:pt x="84464" y="27676"/>
                </a:lnTo>
                <a:lnTo>
                  <a:pt x="84659" y="27861"/>
                </a:lnTo>
                <a:lnTo>
                  <a:pt x="84855" y="28047"/>
                </a:lnTo>
                <a:lnTo>
                  <a:pt x="85053" y="28232"/>
                </a:lnTo>
                <a:lnTo>
                  <a:pt x="85253" y="28417"/>
                </a:lnTo>
                <a:lnTo>
                  <a:pt x="85454" y="28601"/>
                </a:lnTo>
                <a:lnTo>
                  <a:pt x="85656" y="28786"/>
                </a:lnTo>
                <a:lnTo>
                  <a:pt x="85861" y="28971"/>
                </a:lnTo>
                <a:lnTo>
                  <a:pt x="86004" y="29103"/>
                </a:lnTo>
                <a:lnTo>
                  <a:pt x="86148" y="29242"/>
                </a:lnTo>
                <a:lnTo>
                  <a:pt x="86293" y="29387"/>
                </a:lnTo>
                <a:lnTo>
                  <a:pt x="86437" y="29538"/>
                </a:lnTo>
                <a:lnTo>
                  <a:pt x="86582" y="29697"/>
                </a:lnTo>
                <a:lnTo>
                  <a:pt x="86727" y="29861"/>
                </a:lnTo>
                <a:lnTo>
                  <a:pt x="86872" y="30033"/>
                </a:lnTo>
                <a:lnTo>
                  <a:pt x="87018" y="30211"/>
                </a:lnTo>
                <a:lnTo>
                  <a:pt x="87163" y="30396"/>
                </a:lnTo>
                <a:lnTo>
                  <a:pt x="87308" y="30589"/>
                </a:lnTo>
                <a:lnTo>
                  <a:pt x="87454" y="30788"/>
                </a:lnTo>
                <a:lnTo>
                  <a:pt x="87599" y="30994"/>
                </a:lnTo>
                <a:lnTo>
                  <a:pt x="87744" y="31208"/>
                </a:lnTo>
                <a:lnTo>
                  <a:pt x="87889" y="31428"/>
                </a:lnTo>
                <a:lnTo>
                  <a:pt x="88035" y="31656"/>
                </a:lnTo>
                <a:lnTo>
                  <a:pt x="88179" y="31892"/>
                </a:lnTo>
                <a:lnTo>
                  <a:pt x="88324" y="32135"/>
                </a:lnTo>
                <a:lnTo>
                  <a:pt x="88468" y="32385"/>
                </a:lnTo>
                <a:lnTo>
                  <a:pt x="88613" y="32644"/>
                </a:lnTo>
                <a:lnTo>
                  <a:pt x="88756" y="32910"/>
                </a:lnTo>
                <a:lnTo>
                  <a:pt x="88900" y="33183"/>
                </a:lnTo>
                <a:lnTo>
                  <a:pt x="89043" y="33465"/>
                </a:lnTo>
                <a:lnTo>
                  <a:pt x="89186" y="33755"/>
                </a:lnTo>
                <a:lnTo>
                  <a:pt x="89328" y="34052"/>
                </a:lnTo>
                <a:lnTo>
                  <a:pt x="89452" y="34323"/>
                </a:lnTo>
                <a:lnTo>
                  <a:pt x="89571" y="34599"/>
                </a:lnTo>
                <a:lnTo>
                  <a:pt x="89685" y="34881"/>
                </a:lnTo>
                <a:lnTo>
                  <a:pt x="89795" y="35168"/>
                </a:lnTo>
                <a:lnTo>
                  <a:pt x="89900" y="35460"/>
                </a:lnTo>
                <a:lnTo>
                  <a:pt x="90000" y="35757"/>
                </a:lnTo>
                <a:lnTo>
                  <a:pt x="90094" y="36060"/>
                </a:lnTo>
                <a:lnTo>
                  <a:pt x="90184" y="36368"/>
                </a:lnTo>
                <a:lnTo>
                  <a:pt x="90269" y="36682"/>
                </a:lnTo>
                <a:lnTo>
                  <a:pt x="90349" y="37001"/>
                </a:lnTo>
                <a:lnTo>
                  <a:pt x="90423" y="37326"/>
                </a:lnTo>
                <a:lnTo>
                  <a:pt x="90492" y="37656"/>
                </a:lnTo>
                <a:lnTo>
                  <a:pt x="90556" y="37992"/>
                </a:lnTo>
                <a:lnTo>
                  <a:pt x="90615" y="38334"/>
                </a:lnTo>
                <a:lnTo>
                  <a:pt x="90668" y="38681"/>
                </a:lnTo>
                <a:lnTo>
                  <a:pt x="90716" y="39034"/>
                </a:lnTo>
                <a:lnTo>
                  <a:pt x="90759" y="39393"/>
                </a:lnTo>
                <a:lnTo>
                  <a:pt x="90796" y="39757"/>
                </a:lnTo>
                <a:lnTo>
                  <a:pt x="90827" y="40128"/>
                </a:lnTo>
                <a:lnTo>
                  <a:pt x="90853" y="40504"/>
                </a:lnTo>
                <a:lnTo>
                  <a:pt x="90873" y="40887"/>
                </a:lnTo>
                <a:lnTo>
                  <a:pt x="90888" y="41275"/>
                </a:lnTo>
                <a:lnTo>
                  <a:pt x="90896" y="41669"/>
                </a:lnTo>
                <a:lnTo>
                  <a:pt x="90899" y="42069"/>
                </a:lnTo>
                <a:lnTo>
                  <a:pt x="90895" y="42349"/>
                </a:lnTo>
                <a:lnTo>
                  <a:pt x="90884" y="42647"/>
                </a:lnTo>
                <a:lnTo>
                  <a:pt x="90864" y="42963"/>
                </a:lnTo>
                <a:lnTo>
                  <a:pt x="90837" y="43298"/>
                </a:lnTo>
                <a:lnTo>
                  <a:pt x="90801" y="43651"/>
                </a:lnTo>
                <a:lnTo>
                  <a:pt x="90757" y="44023"/>
                </a:lnTo>
                <a:lnTo>
                  <a:pt x="90705" y="44415"/>
                </a:lnTo>
                <a:lnTo>
                  <a:pt x="90645" y="44825"/>
                </a:lnTo>
                <a:lnTo>
                  <a:pt x="90576" y="45254"/>
                </a:lnTo>
                <a:lnTo>
                  <a:pt x="90498" y="45703"/>
                </a:lnTo>
                <a:lnTo>
                  <a:pt x="90412" y="46171"/>
                </a:lnTo>
                <a:lnTo>
                  <a:pt x="90317" y="46659"/>
                </a:lnTo>
                <a:lnTo>
                  <a:pt x="90213" y="47166"/>
                </a:lnTo>
                <a:lnTo>
                  <a:pt x="90100" y="47693"/>
                </a:lnTo>
                <a:lnTo>
                  <a:pt x="89977" y="48239"/>
                </a:lnTo>
                <a:lnTo>
                  <a:pt x="89846" y="48806"/>
                </a:lnTo>
                <a:lnTo>
                  <a:pt x="89705" y="49392"/>
                </a:lnTo>
                <a:lnTo>
                  <a:pt x="89554" y="49999"/>
                </a:lnTo>
                <a:lnTo>
                  <a:pt x="89395" y="50626"/>
                </a:lnTo>
                <a:lnTo>
                  <a:pt x="89225" y="51274"/>
                </a:lnTo>
                <a:lnTo>
                  <a:pt x="89046" y="51942"/>
                </a:lnTo>
                <a:lnTo>
                  <a:pt x="88856" y="52631"/>
                </a:lnTo>
                <a:lnTo>
                  <a:pt x="88657" y="53340"/>
                </a:lnTo>
                <a:lnTo>
                  <a:pt x="88448" y="54071"/>
                </a:lnTo>
                <a:lnTo>
                  <a:pt x="88234" y="54800"/>
                </a:lnTo>
                <a:lnTo>
                  <a:pt x="88015" y="55536"/>
                </a:lnTo>
                <a:lnTo>
                  <a:pt x="87791" y="56278"/>
                </a:lnTo>
                <a:lnTo>
                  <a:pt x="87561" y="57025"/>
                </a:lnTo>
                <a:lnTo>
                  <a:pt x="87325" y="57779"/>
                </a:lnTo>
                <a:lnTo>
                  <a:pt x="87083" y="58538"/>
                </a:lnTo>
                <a:lnTo>
                  <a:pt x="86836" y="59303"/>
                </a:lnTo>
                <a:lnTo>
                  <a:pt x="86582" y="60075"/>
                </a:lnTo>
                <a:lnTo>
                  <a:pt x="86324" y="60852"/>
                </a:lnTo>
                <a:lnTo>
                  <a:pt x="86059" y="61635"/>
                </a:lnTo>
                <a:lnTo>
                  <a:pt x="85789" y="62424"/>
                </a:lnTo>
                <a:lnTo>
                  <a:pt x="85513" y="63218"/>
                </a:lnTo>
                <a:lnTo>
                  <a:pt x="85232" y="64019"/>
                </a:lnTo>
                <a:lnTo>
                  <a:pt x="84944" y="64826"/>
                </a:lnTo>
                <a:lnTo>
                  <a:pt x="84651" y="65638"/>
                </a:lnTo>
                <a:lnTo>
                  <a:pt x="84352" y="66457"/>
                </a:lnTo>
                <a:lnTo>
                  <a:pt x="84048" y="67281"/>
                </a:lnTo>
                <a:lnTo>
                  <a:pt x="83738" y="68112"/>
                </a:lnTo>
                <a:lnTo>
                  <a:pt x="83422" y="68948"/>
                </a:lnTo>
                <a:lnTo>
                  <a:pt x="83100" y="69790"/>
                </a:lnTo>
                <a:lnTo>
                  <a:pt x="82773" y="70639"/>
                </a:lnTo>
                <a:lnTo>
                  <a:pt x="82439" y="71493"/>
                </a:lnTo>
                <a:lnTo>
                  <a:pt x="82100" y="72353"/>
                </a:lnTo>
                <a:lnTo>
                  <a:pt x="81756" y="73219"/>
                </a:lnTo>
                <a:lnTo>
                  <a:pt x="81417" y="74048"/>
                </a:lnTo>
                <a:lnTo>
                  <a:pt x="81067" y="74869"/>
                </a:lnTo>
                <a:lnTo>
                  <a:pt x="80707" y="75682"/>
                </a:lnTo>
                <a:lnTo>
                  <a:pt x="80336" y="76485"/>
                </a:lnTo>
                <a:lnTo>
                  <a:pt x="79954" y="77279"/>
                </a:lnTo>
                <a:lnTo>
                  <a:pt x="79562" y="78065"/>
                </a:lnTo>
                <a:lnTo>
                  <a:pt x="79159" y="78842"/>
                </a:lnTo>
                <a:lnTo>
                  <a:pt x="78745" y="79611"/>
                </a:lnTo>
                <a:lnTo>
                  <a:pt x="78321" y="80370"/>
                </a:lnTo>
                <a:lnTo>
                  <a:pt x="77886" y="81121"/>
                </a:lnTo>
                <a:lnTo>
                  <a:pt x="77440" y="81864"/>
                </a:lnTo>
                <a:lnTo>
                  <a:pt x="76984" y="82597"/>
                </a:lnTo>
                <a:lnTo>
                  <a:pt x="76517" y="83322"/>
                </a:lnTo>
                <a:lnTo>
                  <a:pt x="76040" y="84039"/>
                </a:lnTo>
                <a:lnTo>
                  <a:pt x="75552" y="84746"/>
                </a:lnTo>
                <a:lnTo>
                  <a:pt x="75053" y="85445"/>
                </a:lnTo>
                <a:lnTo>
                  <a:pt x="74543" y="86136"/>
                </a:lnTo>
                <a:lnTo>
                  <a:pt x="74023" y="86818"/>
                </a:lnTo>
                <a:lnTo>
                  <a:pt x="73492" y="87491"/>
                </a:lnTo>
                <a:lnTo>
                  <a:pt x="72951" y="88155"/>
                </a:lnTo>
                <a:lnTo>
                  <a:pt x="72399" y="88811"/>
                </a:lnTo>
                <a:lnTo>
                  <a:pt x="71836" y="89459"/>
                </a:lnTo>
                <a:lnTo>
                  <a:pt x="71263" y="90098"/>
                </a:lnTo>
                <a:lnTo>
                  <a:pt x="70679" y="90728"/>
                </a:lnTo>
                <a:lnTo>
                  <a:pt x="70108" y="91320"/>
                </a:lnTo>
                <a:lnTo>
                  <a:pt x="69537" y="91884"/>
                </a:lnTo>
                <a:lnTo>
                  <a:pt x="68965" y="92420"/>
                </a:lnTo>
                <a:lnTo>
                  <a:pt x="68393" y="92928"/>
                </a:lnTo>
                <a:lnTo>
                  <a:pt x="67821" y="93409"/>
                </a:lnTo>
                <a:lnTo>
                  <a:pt x="67248" y="93863"/>
                </a:lnTo>
                <a:lnTo>
                  <a:pt x="66674" y="94289"/>
                </a:lnTo>
                <a:lnTo>
                  <a:pt x="66100" y="94689"/>
                </a:lnTo>
                <a:lnTo>
                  <a:pt x="65526" y="95063"/>
                </a:lnTo>
                <a:lnTo>
                  <a:pt x="64951" y="95411"/>
                </a:lnTo>
                <a:lnTo>
                  <a:pt x="64375" y="95733"/>
                </a:lnTo>
                <a:lnTo>
                  <a:pt x="63799" y="96029"/>
                </a:lnTo>
                <a:lnTo>
                  <a:pt x="63222" y="96301"/>
                </a:lnTo>
                <a:lnTo>
                  <a:pt x="62644" y="96547"/>
                </a:lnTo>
                <a:lnTo>
                  <a:pt x="62066" y="96768"/>
                </a:lnTo>
                <a:lnTo>
                  <a:pt x="61487" y="96965"/>
                </a:lnTo>
                <a:lnTo>
                  <a:pt x="60908" y="97138"/>
                </a:lnTo>
                <a:lnTo>
                  <a:pt x="60327" y="97287"/>
                </a:lnTo>
                <a:lnTo>
                  <a:pt x="59746" y="97412"/>
                </a:lnTo>
                <a:lnTo>
                  <a:pt x="59164" y="97514"/>
                </a:lnTo>
                <a:lnTo>
                  <a:pt x="58582" y="97593"/>
                </a:lnTo>
                <a:lnTo>
                  <a:pt x="57998" y="97649"/>
                </a:lnTo>
                <a:lnTo>
                  <a:pt x="57414" y="97682"/>
                </a:lnTo>
                <a:lnTo>
                  <a:pt x="56829" y="97693"/>
                </a:lnTo>
                <a:lnTo>
                  <a:pt x="56401" y="97689"/>
                </a:lnTo>
                <a:lnTo>
                  <a:pt x="55983" y="97678"/>
                </a:lnTo>
                <a:lnTo>
                  <a:pt x="55575" y="97659"/>
                </a:lnTo>
                <a:lnTo>
                  <a:pt x="55177" y="97633"/>
                </a:lnTo>
                <a:lnTo>
                  <a:pt x="54788" y="97599"/>
                </a:lnTo>
                <a:lnTo>
                  <a:pt x="54409" y="97558"/>
                </a:lnTo>
                <a:lnTo>
                  <a:pt x="54039" y="97510"/>
                </a:lnTo>
                <a:lnTo>
                  <a:pt x="53678" y="97455"/>
                </a:lnTo>
                <a:lnTo>
                  <a:pt x="53326" y="97394"/>
                </a:lnTo>
                <a:lnTo>
                  <a:pt x="52983" y="97325"/>
                </a:lnTo>
                <a:lnTo>
                  <a:pt x="52650" y="97250"/>
                </a:lnTo>
                <a:lnTo>
                  <a:pt x="52325" y="97169"/>
                </a:lnTo>
                <a:lnTo>
                  <a:pt x="52009" y="97081"/>
                </a:lnTo>
                <a:lnTo>
                  <a:pt x="51701" y="96987"/>
                </a:lnTo>
                <a:lnTo>
                  <a:pt x="51402" y="96887"/>
                </a:lnTo>
                <a:lnTo>
                  <a:pt x="51111" y="96781"/>
                </a:lnTo>
                <a:lnTo>
                  <a:pt x="50829" y="96669"/>
                </a:lnTo>
                <a:lnTo>
                  <a:pt x="50554" y="96551"/>
                </a:lnTo>
                <a:lnTo>
                  <a:pt x="50288" y="96427"/>
                </a:lnTo>
                <a:lnTo>
                  <a:pt x="50030" y="96298"/>
                </a:lnTo>
                <a:lnTo>
                  <a:pt x="49780" y="96163"/>
                </a:lnTo>
                <a:lnTo>
                  <a:pt x="49537" y="96024"/>
                </a:lnTo>
                <a:lnTo>
                  <a:pt x="49302" y="95878"/>
                </a:lnTo>
                <a:lnTo>
                  <a:pt x="49075" y="95728"/>
                </a:lnTo>
                <a:lnTo>
                  <a:pt x="48857" y="95575"/>
                </a:lnTo>
                <a:lnTo>
                  <a:pt x="48643" y="95414"/>
                </a:lnTo>
                <a:lnTo>
                  <a:pt x="48434" y="95247"/>
                </a:lnTo>
                <a:lnTo>
                  <a:pt x="48229" y="95072"/>
                </a:lnTo>
                <a:lnTo>
                  <a:pt x="48029" y="94890"/>
                </a:lnTo>
                <a:lnTo>
                  <a:pt x="47833" y="94701"/>
                </a:lnTo>
                <a:lnTo>
                  <a:pt x="47641" y="94504"/>
                </a:lnTo>
                <a:lnTo>
                  <a:pt x="47454" y="94299"/>
                </a:lnTo>
                <a:lnTo>
                  <a:pt x="47271" y="94086"/>
                </a:lnTo>
                <a:lnTo>
                  <a:pt x="47093" y="93866"/>
                </a:lnTo>
                <a:lnTo>
                  <a:pt x="46920" y="93637"/>
                </a:lnTo>
                <a:lnTo>
                  <a:pt x="46751" y="93401"/>
                </a:lnTo>
                <a:lnTo>
                  <a:pt x="46587" y="93156"/>
                </a:lnTo>
                <a:lnTo>
                  <a:pt x="46428" y="92902"/>
                </a:lnTo>
                <a:lnTo>
                  <a:pt x="46274" y="92640"/>
                </a:lnTo>
                <a:lnTo>
                  <a:pt x="46125" y="92370"/>
                </a:lnTo>
                <a:lnTo>
                  <a:pt x="45980" y="92090"/>
                </a:lnTo>
                <a:lnTo>
                  <a:pt x="45841" y="91802"/>
                </a:lnTo>
                <a:lnTo>
                  <a:pt x="45707" y="91505"/>
                </a:lnTo>
                <a:lnTo>
                  <a:pt x="45577" y="91198"/>
                </a:lnTo>
                <a:lnTo>
                  <a:pt x="45453" y="90883"/>
                </a:lnTo>
                <a:lnTo>
                  <a:pt x="45335" y="90558"/>
                </a:lnTo>
                <a:lnTo>
                  <a:pt x="45221" y="90223"/>
                </a:lnTo>
                <a:lnTo>
                  <a:pt x="45116" y="89889"/>
                </a:lnTo>
                <a:lnTo>
                  <a:pt x="45038" y="89616"/>
                </a:lnTo>
                <a:lnTo>
                  <a:pt x="44960" y="89321"/>
                </a:lnTo>
                <a:lnTo>
                  <a:pt x="44885" y="89017"/>
                </a:lnTo>
                <a:lnTo>
                  <a:pt x="44812" y="88704"/>
                </a:lnTo>
                <a:lnTo>
                  <a:pt x="44743" y="88382"/>
                </a:lnTo>
                <a:lnTo>
                  <a:pt x="44677" y="88051"/>
                </a:lnTo>
                <a:lnTo>
                  <a:pt x="44615" y="87711"/>
                </a:lnTo>
                <a:lnTo>
                  <a:pt x="44555" y="87361"/>
                </a:lnTo>
                <a:lnTo>
                  <a:pt x="44499" y="87003"/>
                </a:lnTo>
                <a:lnTo>
                  <a:pt x="44446" y="86635"/>
                </a:lnTo>
                <a:lnTo>
                  <a:pt x="44396" y="86258"/>
                </a:lnTo>
                <a:lnTo>
                  <a:pt x="44350" y="85872"/>
                </a:lnTo>
                <a:lnTo>
                  <a:pt x="44307" y="85476"/>
                </a:lnTo>
                <a:lnTo>
                  <a:pt x="44268" y="85071"/>
                </a:lnTo>
                <a:lnTo>
                  <a:pt x="44233" y="84656"/>
                </a:lnTo>
                <a:lnTo>
                  <a:pt x="44201" y="84232"/>
                </a:lnTo>
                <a:lnTo>
                  <a:pt x="44172" y="83798"/>
                </a:lnTo>
                <a:lnTo>
                  <a:pt x="44147" y="83355"/>
                </a:lnTo>
                <a:lnTo>
                  <a:pt x="44126" y="82902"/>
                </a:lnTo>
                <a:lnTo>
                  <a:pt x="44109" y="82439"/>
                </a:lnTo>
                <a:lnTo>
                  <a:pt x="44095" y="81967"/>
                </a:lnTo>
                <a:lnTo>
                  <a:pt x="44085" y="81485"/>
                </a:lnTo>
                <a:lnTo>
                  <a:pt x="44080" y="80993"/>
                </a:lnTo>
                <a:lnTo>
                  <a:pt x="44078" y="80579"/>
                </a:lnTo>
                <a:lnTo>
                  <a:pt x="44115" y="79954"/>
                </a:lnTo>
                <a:lnTo>
                  <a:pt x="44168" y="79239"/>
                </a:lnTo>
                <a:lnTo>
                  <a:pt x="44232" y="78512"/>
                </a:lnTo>
                <a:lnTo>
                  <a:pt x="44307" y="77774"/>
                </a:lnTo>
                <a:lnTo>
                  <a:pt x="44393" y="77025"/>
                </a:lnTo>
                <a:lnTo>
                  <a:pt x="44490" y="76264"/>
                </a:lnTo>
                <a:lnTo>
                  <a:pt x="44598" y="75491"/>
                </a:lnTo>
                <a:lnTo>
                  <a:pt x="44716" y="74708"/>
                </a:lnTo>
                <a:lnTo>
                  <a:pt x="44846" y="73912"/>
                </a:lnTo>
                <a:lnTo>
                  <a:pt x="44987" y="73105"/>
                </a:lnTo>
                <a:lnTo>
                  <a:pt x="45140" y="72287"/>
                </a:lnTo>
                <a:lnTo>
                  <a:pt x="45303" y="71457"/>
                </a:lnTo>
                <a:lnTo>
                  <a:pt x="45478" y="70616"/>
                </a:lnTo>
                <a:lnTo>
                  <a:pt x="45664" y="69763"/>
                </a:lnTo>
                <a:lnTo>
                  <a:pt x="45861" y="68898"/>
                </a:lnTo>
                <a:lnTo>
                  <a:pt x="46069" y="68022"/>
                </a:lnTo>
                <a:lnTo>
                  <a:pt x="46289" y="67134"/>
                </a:lnTo>
                <a:lnTo>
                  <a:pt x="46520" y="66234"/>
                </a:lnTo>
                <a:lnTo>
                  <a:pt x="46763" y="65323"/>
                </a:lnTo>
                <a:lnTo>
                  <a:pt x="47017" y="64400"/>
                </a:lnTo>
                <a:lnTo>
                  <a:pt x="47283" y="63466"/>
                </a:lnTo>
                <a:lnTo>
                  <a:pt x="47560" y="62520"/>
                </a:lnTo>
                <a:lnTo>
                  <a:pt x="47849" y="61562"/>
                </a:lnTo>
                <a:lnTo>
                  <a:pt x="48149" y="60592"/>
                </a:lnTo>
                <a:lnTo>
                  <a:pt x="48459" y="59608"/>
                </a:lnTo>
                <a:lnTo>
                  <a:pt x="48768" y="58635"/>
                </a:lnTo>
                <a:lnTo>
                  <a:pt x="49076" y="57673"/>
                </a:lnTo>
                <a:lnTo>
                  <a:pt x="49383" y="56722"/>
                </a:lnTo>
                <a:lnTo>
                  <a:pt x="49689" y="55781"/>
                </a:lnTo>
                <a:lnTo>
                  <a:pt x="49995" y="54851"/>
                </a:lnTo>
                <a:lnTo>
                  <a:pt x="50299" y="53932"/>
                </a:lnTo>
                <a:lnTo>
                  <a:pt x="50602" y="53024"/>
                </a:lnTo>
                <a:lnTo>
                  <a:pt x="50905" y="52127"/>
                </a:lnTo>
                <a:lnTo>
                  <a:pt x="51207" y="51240"/>
                </a:lnTo>
                <a:lnTo>
                  <a:pt x="51508" y="50364"/>
                </a:lnTo>
                <a:lnTo>
                  <a:pt x="51808" y="49499"/>
                </a:lnTo>
                <a:lnTo>
                  <a:pt x="52107" y="48645"/>
                </a:lnTo>
                <a:lnTo>
                  <a:pt x="52405" y="47801"/>
                </a:lnTo>
                <a:lnTo>
                  <a:pt x="52702" y="46969"/>
                </a:lnTo>
                <a:lnTo>
                  <a:pt x="52998" y="46147"/>
                </a:lnTo>
                <a:lnTo>
                  <a:pt x="53293" y="45335"/>
                </a:lnTo>
                <a:lnTo>
                  <a:pt x="53588" y="44535"/>
                </a:lnTo>
                <a:lnTo>
                  <a:pt x="53881" y="43745"/>
                </a:lnTo>
                <a:lnTo>
                  <a:pt x="54174" y="42966"/>
                </a:lnTo>
                <a:lnTo>
                  <a:pt x="54466" y="42198"/>
                </a:lnTo>
                <a:lnTo>
                  <a:pt x="54756" y="41440"/>
                </a:lnTo>
                <a:lnTo>
                  <a:pt x="55046" y="40693"/>
                </a:lnTo>
                <a:lnTo>
                  <a:pt x="55335" y="39957"/>
                </a:lnTo>
                <a:lnTo>
                  <a:pt x="55481" y="39587"/>
                </a:lnTo>
                <a:lnTo>
                  <a:pt x="55624" y="39223"/>
                </a:lnTo>
                <a:lnTo>
                  <a:pt x="55764" y="38865"/>
                </a:lnTo>
                <a:lnTo>
                  <a:pt x="55901" y="38514"/>
                </a:lnTo>
                <a:lnTo>
                  <a:pt x="56035" y="38168"/>
                </a:lnTo>
                <a:lnTo>
                  <a:pt x="56166" y="37829"/>
                </a:lnTo>
                <a:lnTo>
                  <a:pt x="56295" y="37496"/>
                </a:lnTo>
                <a:lnTo>
                  <a:pt x="56420" y="37169"/>
                </a:lnTo>
                <a:lnTo>
                  <a:pt x="56543" y="36848"/>
                </a:lnTo>
                <a:lnTo>
                  <a:pt x="56662" y="36534"/>
                </a:lnTo>
                <a:lnTo>
                  <a:pt x="56779" y="36225"/>
                </a:lnTo>
                <a:lnTo>
                  <a:pt x="56892" y="35923"/>
                </a:lnTo>
                <a:lnTo>
                  <a:pt x="57003" y="35627"/>
                </a:lnTo>
                <a:lnTo>
                  <a:pt x="57110" y="35338"/>
                </a:lnTo>
                <a:lnTo>
                  <a:pt x="57215" y="35055"/>
                </a:lnTo>
                <a:lnTo>
                  <a:pt x="57317" y="34777"/>
                </a:lnTo>
                <a:lnTo>
                  <a:pt x="57416" y="34507"/>
                </a:lnTo>
                <a:lnTo>
                  <a:pt x="57511" y="34242"/>
                </a:lnTo>
                <a:lnTo>
                  <a:pt x="57604" y="33984"/>
                </a:lnTo>
                <a:lnTo>
                  <a:pt x="57694" y="33732"/>
                </a:lnTo>
                <a:lnTo>
                  <a:pt x="57781" y="33486"/>
                </a:lnTo>
                <a:lnTo>
                  <a:pt x="57864" y="33247"/>
                </a:lnTo>
                <a:lnTo>
                  <a:pt x="57945" y="33014"/>
                </a:lnTo>
                <a:lnTo>
                  <a:pt x="58023" y="32787"/>
                </a:lnTo>
                <a:lnTo>
                  <a:pt x="58060" y="32676"/>
                </a:lnTo>
                <a:lnTo>
                  <a:pt x="58097" y="32567"/>
                </a:lnTo>
                <a:lnTo>
                  <a:pt x="58134" y="32458"/>
                </a:lnTo>
                <a:lnTo>
                  <a:pt x="58170" y="32351"/>
                </a:lnTo>
                <a:lnTo>
                  <a:pt x="58205" y="32245"/>
                </a:lnTo>
                <a:lnTo>
                  <a:pt x="58239" y="32140"/>
                </a:lnTo>
                <a:lnTo>
                  <a:pt x="58273" y="32037"/>
                </a:lnTo>
                <a:lnTo>
                  <a:pt x="58306" y="31935"/>
                </a:lnTo>
                <a:lnTo>
                  <a:pt x="58339" y="31834"/>
                </a:lnTo>
                <a:lnTo>
                  <a:pt x="58371" y="31734"/>
                </a:lnTo>
                <a:lnTo>
                  <a:pt x="58402" y="31635"/>
                </a:lnTo>
                <a:lnTo>
                  <a:pt x="58432" y="31538"/>
                </a:lnTo>
                <a:lnTo>
                  <a:pt x="58462" y="31442"/>
                </a:lnTo>
                <a:lnTo>
                  <a:pt x="58491" y="31348"/>
                </a:lnTo>
                <a:lnTo>
                  <a:pt x="58520" y="31255"/>
                </a:lnTo>
                <a:lnTo>
                  <a:pt x="58548" y="31163"/>
                </a:lnTo>
                <a:lnTo>
                  <a:pt x="58575" y="31072"/>
                </a:lnTo>
                <a:lnTo>
                  <a:pt x="58601" y="30983"/>
                </a:lnTo>
                <a:lnTo>
                  <a:pt x="58626" y="30895"/>
                </a:lnTo>
                <a:lnTo>
                  <a:pt x="58651" y="30808"/>
                </a:lnTo>
                <a:lnTo>
                  <a:pt x="58675" y="30723"/>
                </a:lnTo>
                <a:lnTo>
                  <a:pt x="58699" y="30639"/>
                </a:lnTo>
                <a:lnTo>
                  <a:pt x="58722" y="30557"/>
                </a:lnTo>
                <a:lnTo>
                  <a:pt x="58743" y="30475"/>
                </a:lnTo>
                <a:lnTo>
                  <a:pt x="58762" y="30406"/>
                </a:lnTo>
                <a:lnTo>
                  <a:pt x="58780" y="30335"/>
                </a:lnTo>
                <a:lnTo>
                  <a:pt x="58799" y="30262"/>
                </a:lnTo>
                <a:lnTo>
                  <a:pt x="58818" y="30187"/>
                </a:lnTo>
                <a:lnTo>
                  <a:pt x="58837" y="30111"/>
                </a:lnTo>
                <a:lnTo>
                  <a:pt x="58856" y="30033"/>
                </a:lnTo>
                <a:lnTo>
                  <a:pt x="58875" y="29953"/>
                </a:lnTo>
                <a:lnTo>
                  <a:pt x="58893" y="29872"/>
                </a:lnTo>
                <a:lnTo>
                  <a:pt x="58911" y="29789"/>
                </a:lnTo>
                <a:lnTo>
                  <a:pt x="58929" y="29706"/>
                </a:lnTo>
                <a:lnTo>
                  <a:pt x="58946" y="29621"/>
                </a:lnTo>
                <a:lnTo>
                  <a:pt x="58962" y="29536"/>
                </a:lnTo>
                <a:lnTo>
                  <a:pt x="58978" y="29450"/>
                </a:lnTo>
                <a:lnTo>
                  <a:pt x="58992" y="29363"/>
                </a:lnTo>
                <a:lnTo>
                  <a:pt x="59006" y="29275"/>
                </a:lnTo>
                <a:lnTo>
                  <a:pt x="59019" y="29187"/>
                </a:lnTo>
                <a:lnTo>
                  <a:pt x="59030" y="29099"/>
                </a:lnTo>
                <a:lnTo>
                  <a:pt x="59031" y="29093"/>
                </a:lnTo>
                <a:lnTo>
                  <a:pt x="59058" y="29003"/>
                </a:lnTo>
                <a:lnTo>
                  <a:pt x="59126" y="28753"/>
                </a:lnTo>
                <a:lnTo>
                  <a:pt x="59191" y="28497"/>
                </a:lnTo>
                <a:lnTo>
                  <a:pt x="59252" y="28236"/>
                </a:lnTo>
                <a:lnTo>
                  <a:pt x="59309" y="27970"/>
                </a:lnTo>
                <a:lnTo>
                  <a:pt x="59363" y="27699"/>
                </a:lnTo>
                <a:lnTo>
                  <a:pt x="59413" y="27423"/>
                </a:lnTo>
                <a:lnTo>
                  <a:pt x="59459" y="27141"/>
                </a:lnTo>
                <a:lnTo>
                  <a:pt x="59502" y="26855"/>
                </a:lnTo>
                <a:lnTo>
                  <a:pt x="59541" y="26564"/>
                </a:lnTo>
                <a:lnTo>
                  <a:pt x="59577" y="26269"/>
                </a:lnTo>
                <a:lnTo>
                  <a:pt x="59610" y="25969"/>
                </a:lnTo>
                <a:lnTo>
                  <a:pt x="59640" y="25664"/>
                </a:lnTo>
                <a:lnTo>
                  <a:pt x="59666" y="25355"/>
                </a:lnTo>
                <a:lnTo>
                  <a:pt x="59690" y="25042"/>
                </a:lnTo>
                <a:lnTo>
                  <a:pt x="59710" y="24724"/>
                </a:lnTo>
                <a:lnTo>
                  <a:pt x="59727" y="24402"/>
                </a:lnTo>
                <a:lnTo>
                  <a:pt x="59742" y="24077"/>
                </a:lnTo>
                <a:lnTo>
                  <a:pt x="59754" y="23747"/>
                </a:lnTo>
                <a:lnTo>
                  <a:pt x="59763" y="23413"/>
                </a:lnTo>
                <a:lnTo>
                  <a:pt x="59769" y="23076"/>
                </a:lnTo>
                <a:lnTo>
                  <a:pt x="59773" y="22735"/>
                </a:lnTo>
                <a:lnTo>
                  <a:pt x="59774" y="22390"/>
                </a:lnTo>
                <a:lnTo>
                  <a:pt x="59774" y="22341"/>
                </a:lnTo>
                <a:lnTo>
                  <a:pt x="59773" y="22291"/>
                </a:lnTo>
                <a:lnTo>
                  <a:pt x="59739" y="21568"/>
                </a:lnTo>
                <a:lnTo>
                  <a:pt x="59685" y="20852"/>
                </a:lnTo>
                <a:lnTo>
                  <a:pt x="59610" y="20143"/>
                </a:lnTo>
                <a:lnTo>
                  <a:pt x="59513" y="19442"/>
                </a:lnTo>
                <a:lnTo>
                  <a:pt x="59396" y="18749"/>
                </a:lnTo>
                <a:lnTo>
                  <a:pt x="59258" y="18063"/>
                </a:lnTo>
                <a:lnTo>
                  <a:pt x="59099" y="17385"/>
                </a:lnTo>
                <a:lnTo>
                  <a:pt x="58919" y="16714"/>
                </a:lnTo>
                <a:lnTo>
                  <a:pt x="58719" y="16051"/>
                </a:lnTo>
                <a:lnTo>
                  <a:pt x="58498" y="15396"/>
                </a:lnTo>
                <a:lnTo>
                  <a:pt x="58256" y="14749"/>
                </a:lnTo>
                <a:lnTo>
                  <a:pt x="57994" y="14109"/>
                </a:lnTo>
                <a:lnTo>
                  <a:pt x="57712" y="13478"/>
                </a:lnTo>
                <a:lnTo>
                  <a:pt x="57409" y="12855"/>
                </a:lnTo>
                <a:lnTo>
                  <a:pt x="57085" y="12239"/>
                </a:lnTo>
                <a:lnTo>
                  <a:pt x="56742" y="11632"/>
                </a:lnTo>
                <a:lnTo>
                  <a:pt x="56378" y="11033"/>
                </a:lnTo>
                <a:lnTo>
                  <a:pt x="55994" y="10442"/>
                </a:lnTo>
                <a:lnTo>
                  <a:pt x="55589" y="9859"/>
                </a:lnTo>
                <a:lnTo>
                  <a:pt x="55165" y="9285"/>
                </a:lnTo>
                <a:lnTo>
                  <a:pt x="54720" y="8718"/>
                </a:lnTo>
                <a:lnTo>
                  <a:pt x="54256" y="8161"/>
                </a:lnTo>
                <a:lnTo>
                  <a:pt x="53772" y="7612"/>
                </a:lnTo>
                <a:lnTo>
                  <a:pt x="53268" y="7071"/>
                </a:lnTo>
                <a:lnTo>
                  <a:pt x="52716" y="6517"/>
                </a:lnTo>
                <a:lnTo>
                  <a:pt x="52148" y="5989"/>
                </a:lnTo>
                <a:lnTo>
                  <a:pt x="51563" y="5487"/>
                </a:lnTo>
                <a:lnTo>
                  <a:pt x="50961" y="5009"/>
                </a:lnTo>
                <a:lnTo>
                  <a:pt x="50343" y="4556"/>
                </a:lnTo>
                <a:lnTo>
                  <a:pt x="49708" y="4128"/>
                </a:lnTo>
                <a:lnTo>
                  <a:pt x="49058" y="3725"/>
                </a:lnTo>
                <a:lnTo>
                  <a:pt x="48392" y="3346"/>
                </a:lnTo>
                <a:lnTo>
                  <a:pt x="47710" y="2991"/>
                </a:lnTo>
                <a:lnTo>
                  <a:pt x="47012" y="2661"/>
                </a:lnTo>
                <a:lnTo>
                  <a:pt x="46300" y="2354"/>
                </a:lnTo>
                <a:lnTo>
                  <a:pt x="45572" y="2071"/>
                </a:lnTo>
                <a:lnTo>
                  <a:pt x="44830" y="1812"/>
                </a:lnTo>
                <a:lnTo>
                  <a:pt x="44073" y="1576"/>
                </a:lnTo>
                <a:lnTo>
                  <a:pt x="43301" y="1363"/>
                </a:lnTo>
                <a:lnTo>
                  <a:pt x="42516" y="1174"/>
                </a:lnTo>
                <a:lnTo>
                  <a:pt x="41716" y="1007"/>
                </a:lnTo>
                <a:lnTo>
                  <a:pt x="40903" y="863"/>
                </a:lnTo>
                <a:lnTo>
                  <a:pt x="40076" y="742"/>
                </a:lnTo>
                <a:lnTo>
                  <a:pt x="39235" y="643"/>
                </a:lnTo>
                <a:lnTo>
                  <a:pt x="38382" y="566"/>
                </a:lnTo>
                <a:lnTo>
                  <a:pt x="37515" y="512"/>
                </a:lnTo>
                <a:lnTo>
                  <a:pt x="36636" y="479"/>
                </a:lnTo>
                <a:lnTo>
                  <a:pt x="35744" y="469"/>
                </a:lnTo>
                <a:lnTo>
                  <a:pt x="35699" y="469"/>
                </a:lnTo>
                <a:lnTo>
                  <a:pt x="35653" y="470"/>
                </a:lnTo>
                <a:lnTo>
                  <a:pt x="34891" y="501"/>
                </a:lnTo>
                <a:close/>
                <a:moveTo>
                  <a:pt x="35653" y="470"/>
                </a:moveTo>
                <a:lnTo>
                  <a:pt x="35744" y="3648"/>
                </a:lnTo>
                <a:lnTo>
                  <a:pt x="35744" y="3648"/>
                </a:lnTo>
                <a:lnTo>
                  <a:pt x="35653" y="470"/>
                </a:lnTo>
                <a:close/>
                <a:moveTo>
                  <a:pt x="9045" y="31457"/>
                </a:moveTo>
                <a:lnTo>
                  <a:pt x="9235" y="31006"/>
                </a:lnTo>
                <a:lnTo>
                  <a:pt x="9431" y="30547"/>
                </a:lnTo>
                <a:lnTo>
                  <a:pt x="9634" y="30082"/>
                </a:lnTo>
                <a:lnTo>
                  <a:pt x="9844" y="29609"/>
                </a:lnTo>
                <a:lnTo>
                  <a:pt x="10060" y="29129"/>
                </a:lnTo>
                <a:lnTo>
                  <a:pt x="10283" y="28642"/>
                </a:lnTo>
                <a:lnTo>
                  <a:pt x="10513" y="28149"/>
                </a:lnTo>
                <a:lnTo>
                  <a:pt x="10749" y="27648"/>
                </a:lnTo>
                <a:lnTo>
                  <a:pt x="10992" y="27140"/>
                </a:lnTo>
                <a:lnTo>
                  <a:pt x="11242" y="26624"/>
                </a:lnTo>
                <a:lnTo>
                  <a:pt x="11498" y="26102"/>
                </a:lnTo>
                <a:lnTo>
                  <a:pt x="11761" y="25573"/>
                </a:lnTo>
                <a:lnTo>
                  <a:pt x="12031" y="25036"/>
                </a:lnTo>
                <a:lnTo>
                  <a:pt x="12308" y="24493"/>
                </a:lnTo>
                <a:lnTo>
                  <a:pt x="12591" y="23942"/>
                </a:lnTo>
                <a:lnTo>
                  <a:pt x="12881" y="23384"/>
                </a:lnTo>
                <a:lnTo>
                  <a:pt x="13178" y="22819"/>
                </a:lnTo>
                <a:lnTo>
                  <a:pt x="13482" y="22247"/>
                </a:lnTo>
                <a:lnTo>
                  <a:pt x="13771" y="21717"/>
                </a:lnTo>
                <a:lnTo>
                  <a:pt x="14068" y="21194"/>
                </a:lnTo>
                <a:lnTo>
                  <a:pt x="14374" y="20678"/>
                </a:lnTo>
                <a:lnTo>
                  <a:pt x="14690" y="20168"/>
                </a:lnTo>
                <a:lnTo>
                  <a:pt x="15014" y="19665"/>
                </a:lnTo>
                <a:lnTo>
                  <a:pt x="15347" y="19168"/>
                </a:lnTo>
                <a:lnTo>
                  <a:pt x="15689" y="18678"/>
                </a:lnTo>
                <a:lnTo>
                  <a:pt x="16040" y="18195"/>
                </a:lnTo>
                <a:lnTo>
                  <a:pt x="16401" y="17718"/>
                </a:lnTo>
                <a:lnTo>
                  <a:pt x="16770" y="17247"/>
                </a:lnTo>
                <a:lnTo>
                  <a:pt x="17148" y="16783"/>
                </a:lnTo>
                <a:lnTo>
                  <a:pt x="17535" y="16326"/>
                </a:lnTo>
                <a:lnTo>
                  <a:pt x="17931" y="15875"/>
                </a:lnTo>
                <a:lnTo>
                  <a:pt x="18337" y="15431"/>
                </a:lnTo>
                <a:lnTo>
                  <a:pt x="18751" y="14993"/>
                </a:lnTo>
                <a:lnTo>
                  <a:pt x="19175" y="14562"/>
                </a:lnTo>
                <a:lnTo>
                  <a:pt x="19607" y="14137"/>
                </a:lnTo>
                <a:lnTo>
                  <a:pt x="20049" y="13719"/>
                </a:lnTo>
                <a:lnTo>
                  <a:pt x="20500" y="13307"/>
                </a:lnTo>
                <a:lnTo>
                  <a:pt x="20960" y="12902"/>
                </a:lnTo>
                <a:lnTo>
                  <a:pt x="21429" y="12503"/>
                </a:lnTo>
                <a:lnTo>
                  <a:pt x="21908" y="12111"/>
                </a:lnTo>
                <a:lnTo>
                  <a:pt x="22395" y="11725"/>
                </a:lnTo>
                <a:lnTo>
                  <a:pt x="22892" y="11346"/>
                </a:lnTo>
                <a:lnTo>
                  <a:pt x="23376" y="10992"/>
                </a:lnTo>
                <a:lnTo>
                  <a:pt x="23863" y="10653"/>
                </a:lnTo>
                <a:lnTo>
                  <a:pt x="24356" y="10329"/>
                </a:lnTo>
                <a:lnTo>
                  <a:pt x="24853" y="10019"/>
                </a:lnTo>
                <a:lnTo>
                  <a:pt x="25355" y="9723"/>
                </a:lnTo>
                <a:lnTo>
                  <a:pt x="25861" y="9442"/>
                </a:lnTo>
                <a:lnTo>
                  <a:pt x="26373" y="9175"/>
                </a:lnTo>
                <a:lnTo>
                  <a:pt x="26889" y="8922"/>
                </a:lnTo>
                <a:lnTo>
                  <a:pt x="27410" y="8684"/>
                </a:lnTo>
                <a:lnTo>
                  <a:pt x="27936" y="8460"/>
                </a:lnTo>
                <a:lnTo>
                  <a:pt x="28467" y="8251"/>
                </a:lnTo>
                <a:lnTo>
                  <a:pt x="29003" y="8056"/>
                </a:lnTo>
                <a:lnTo>
                  <a:pt x="29543" y="7875"/>
                </a:lnTo>
                <a:lnTo>
                  <a:pt x="30089" y="7708"/>
                </a:lnTo>
                <a:lnTo>
                  <a:pt x="30640" y="7556"/>
                </a:lnTo>
                <a:lnTo>
                  <a:pt x="31197" y="7418"/>
                </a:lnTo>
                <a:lnTo>
                  <a:pt x="31758" y="7294"/>
                </a:lnTo>
                <a:lnTo>
                  <a:pt x="32324" y="7185"/>
                </a:lnTo>
                <a:lnTo>
                  <a:pt x="32896" y="7089"/>
                </a:lnTo>
                <a:lnTo>
                  <a:pt x="33473" y="7008"/>
                </a:lnTo>
                <a:lnTo>
                  <a:pt x="34055" y="6942"/>
                </a:lnTo>
                <a:lnTo>
                  <a:pt x="34643" y="6889"/>
                </a:lnTo>
                <a:lnTo>
                  <a:pt x="35236" y="6851"/>
                </a:lnTo>
                <a:lnTo>
                  <a:pt x="35789" y="6828"/>
                </a:lnTo>
                <a:lnTo>
                  <a:pt x="36477" y="6836"/>
                </a:lnTo>
                <a:lnTo>
                  <a:pt x="37191" y="6862"/>
                </a:lnTo>
                <a:lnTo>
                  <a:pt x="37887" y="6905"/>
                </a:lnTo>
                <a:lnTo>
                  <a:pt x="38565" y="6966"/>
                </a:lnTo>
                <a:lnTo>
                  <a:pt x="39226" y="7042"/>
                </a:lnTo>
                <a:lnTo>
                  <a:pt x="39869" y="7136"/>
                </a:lnTo>
                <a:lnTo>
                  <a:pt x="40494" y="7246"/>
                </a:lnTo>
                <a:lnTo>
                  <a:pt x="41103" y="7372"/>
                </a:lnTo>
                <a:lnTo>
                  <a:pt x="41694" y="7514"/>
                </a:lnTo>
                <a:lnTo>
                  <a:pt x="42269" y="7673"/>
                </a:lnTo>
                <a:lnTo>
                  <a:pt x="42827" y="7847"/>
                </a:lnTo>
                <a:lnTo>
                  <a:pt x="43369" y="8036"/>
                </a:lnTo>
                <a:lnTo>
                  <a:pt x="43895" y="8242"/>
                </a:lnTo>
                <a:lnTo>
                  <a:pt x="44405" y="8462"/>
                </a:lnTo>
                <a:lnTo>
                  <a:pt x="44900" y="8698"/>
                </a:lnTo>
                <a:lnTo>
                  <a:pt x="45379" y="8948"/>
                </a:lnTo>
                <a:lnTo>
                  <a:pt x="45842" y="9214"/>
                </a:lnTo>
                <a:lnTo>
                  <a:pt x="46291" y="9493"/>
                </a:lnTo>
                <a:lnTo>
                  <a:pt x="46724" y="9788"/>
                </a:lnTo>
                <a:lnTo>
                  <a:pt x="47143" y="10097"/>
                </a:lnTo>
                <a:lnTo>
                  <a:pt x="47548" y="10419"/>
                </a:lnTo>
                <a:lnTo>
                  <a:pt x="47938" y="10756"/>
                </a:lnTo>
                <a:lnTo>
                  <a:pt x="48314" y="11107"/>
                </a:lnTo>
                <a:lnTo>
                  <a:pt x="48676" y="11471"/>
                </a:lnTo>
                <a:lnTo>
                  <a:pt x="49052" y="11874"/>
                </a:lnTo>
                <a:lnTo>
                  <a:pt x="49412" y="12281"/>
                </a:lnTo>
                <a:lnTo>
                  <a:pt x="49757" y="12693"/>
                </a:lnTo>
                <a:lnTo>
                  <a:pt x="50085" y="13109"/>
                </a:lnTo>
                <a:lnTo>
                  <a:pt x="50398" y="13531"/>
                </a:lnTo>
                <a:lnTo>
                  <a:pt x="50694" y="13957"/>
                </a:lnTo>
                <a:lnTo>
                  <a:pt x="50976" y="14387"/>
                </a:lnTo>
                <a:lnTo>
                  <a:pt x="51241" y="14823"/>
                </a:lnTo>
                <a:lnTo>
                  <a:pt x="51492" y="15263"/>
                </a:lnTo>
                <a:lnTo>
                  <a:pt x="51726" y="15709"/>
                </a:lnTo>
                <a:lnTo>
                  <a:pt x="51945" y="16159"/>
                </a:lnTo>
                <a:lnTo>
                  <a:pt x="52149" y="16614"/>
                </a:lnTo>
                <a:lnTo>
                  <a:pt x="52338" y="17075"/>
                </a:lnTo>
                <a:lnTo>
                  <a:pt x="52511" y="17540"/>
                </a:lnTo>
                <a:lnTo>
                  <a:pt x="52669" y="18011"/>
                </a:lnTo>
                <a:lnTo>
                  <a:pt x="52812" y="18487"/>
                </a:lnTo>
                <a:lnTo>
                  <a:pt x="52940" y="18968"/>
                </a:lnTo>
                <a:lnTo>
                  <a:pt x="53053" y="19455"/>
                </a:lnTo>
                <a:lnTo>
                  <a:pt x="53151" y="19947"/>
                </a:lnTo>
                <a:lnTo>
                  <a:pt x="53233" y="20444"/>
                </a:lnTo>
                <a:lnTo>
                  <a:pt x="53301" y="20947"/>
                </a:lnTo>
                <a:lnTo>
                  <a:pt x="53355" y="21456"/>
                </a:lnTo>
                <a:lnTo>
                  <a:pt x="53393" y="21970"/>
                </a:lnTo>
                <a:lnTo>
                  <a:pt x="53415" y="22450"/>
                </a:lnTo>
                <a:lnTo>
                  <a:pt x="53414" y="22703"/>
                </a:lnTo>
                <a:lnTo>
                  <a:pt x="53410" y="23006"/>
                </a:lnTo>
                <a:lnTo>
                  <a:pt x="53404" y="23300"/>
                </a:lnTo>
                <a:lnTo>
                  <a:pt x="53396" y="23585"/>
                </a:lnTo>
                <a:lnTo>
                  <a:pt x="53386" y="23860"/>
                </a:lnTo>
                <a:lnTo>
                  <a:pt x="53374" y="24126"/>
                </a:lnTo>
                <a:lnTo>
                  <a:pt x="53360" y="24384"/>
                </a:lnTo>
                <a:lnTo>
                  <a:pt x="53343" y="24633"/>
                </a:lnTo>
                <a:lnTo>
                  <a:pt x="53325" y="24872"/>
                </a:lnTo>
                <a:lnTo>
                  <a:pt x="53305" y="25103"/>
                </a:lnTo>
                <a:lnTo>
                  <a:pt x="53284" y="25326"/>
                </a:lnTo>
                <a:lnTo>
                  <a:pt x="53260" y="25540"/>
                </a:lnTo>
                <a:lnTo>
                  <a:pt x="53235" y="25745"/>
                </a:lnTo>
                <a:lnTo>
                  <a:pt x="53209" y="25943"/>
                </a:lnTo>
                <a:lnTo>
                  <a:pt x="53181" y="26132"/>
                </a:lnTo>
                <a:lnTo>
                  <a:pt x="53152" y="26312"/>
                </a:lnTo>
                <a:lnTo>
                  <a:pt x="53121" y="26485"/>
                </a:lnTo>
                <a:lnTo>
                  <a:pt x="53089" y="26650"/>
                </a:lnTo>
                <a:lnTo>
                  <a:pt x="53056" y="26807"/>
                </a:lnTo>
                <a:lnTo>
                  <a:pt x="53022" y="26956"/>
                </a:lnTo>
                <a:lnTo>
                  <a:pt x="52987" y="27097"/>
                </a:lnTo>
                <a:lnTo>
                  <a:pt x="52950" y="27231"/>
                </a:lnTo>
                <a:lnTo>
                  <a:pt x="52913" y="27357"/>
                </a:lnTo>
                <a:lnTo>
                  <a:pt x="52875" y="27476"/>
                </a:lnTo>
                <a:lnTo>
                  <a:pt x="52712" y="27965"/>
                </a:lnTo>
                <a:lnTo>
                  <a:pt x="52712" y="28362"/>
                </a:lnTo>
                <a:lnTo>
                  <a:pt x="52712" y="28364"/>
                </a:lnTo>
                <a:lnTo>
                  <a:pt x="52709" y="28378"/>
                </a:lnTo>
                <a:lnTo>
                  <a:pt x="52705" y="28396"/>
                </a:lnTo>
                <a:lnTo>
                  <a:pt x="52701" y="28418"/>
                </a:lnTo>
                <a:lnTo>
                  <a:pt x="52695" y="28445"/>
                </a:lnTo>
                <a:lnTo>
                  <a:pt x="52688" y="28476"/>
                </a:lnTo>
                <a:lnTo>
                  <a:pt x="52680" y="28512"/>
                </a:lnTo>
                <a:lnTo>
                  <a:pt x="52671" y="28552"/>
                </a:lnTo>
                <a:lnTo>
                  <a:pt x="52660" y="28598"/>
                </a:lnTo>
                <a:lnTo>
                  <a:pt x="52648" y="28648"/>
                </a:lnTo>
                <a:lnTo>
                  <a:pt x="52634" y="28703"/>
                </a:lnTo>
                <a:lnTo>
                  <a:pt x="52618" y="28764"/>
                </a:lnTo>
                <a:lnTo>
                  <a:pt x="52601" y="28830"/>
                </a:lnTo>
                <a:lnTo>
                  <a:pt x="52585" y="28887"/>
                </a:lnTo>
                <a:lnTo>
                  <a:pt x="52569" y="28946"/>
                </a:lnTo>
                <a:lnTo>
                  <a:pt x="52552" y="29007"/>
                </a:lnTo>
                <a:lnTo>
                  <a:pt x="52534" y="29070"/>
                </a:lnTo>
                <a:lnTo>
                  <a:pt x="52516" y="29135"/>
                </a:lnTo>
                <a:lnTo>
                  <a:pt x="52496" y="29201"/>
                </a:lnTo>
                <a:lnTo>
                  <a:pt x="52476" y="29270"/>
                </a:lnTo>
                <a:lnTo>
                  <a:pt x="52455" y="29340"/>
                </a:lnTo>
                <a:lnTo>
                  <a:pt x="52433" y="29413"/>
                </a:lnTo>
                <a:lnTo>
                  <a:pt x="52411" y="29487"/>
                </a:lnTo>
                <a:lnTo>
                  <a:pt x="52387" y="29563"/>
                </a:lnTo>
                <a:lnTo>
                  <a:pt x="52363" y="29642"/>
                </a:lnTo>
                <a:lnTo>
                  <a:pt x="52338" y="29722"/>
                </a:lnTo>
                <a:lnTo>
                  <a:pt x="52312" y="29804"/>
                </a:lnTo>
                <a:lnTo>
                  <a:pt x="52285" y="29888"/>
                </a:lnTo>
                <a:lnTo>
                  <a:pt x="52257" y="29974"/>
                </a:lnTo>
                <a:lnTo>
                  <a:pt x="52228" y="30062"/>
                </a:lnTo>
                <a:lnTo>
                  <a:pt x="52199" y="30152"/>
                </a:lnTo>
                <a:lnTo>
                  <a:pt x="52169" y="30244"/>
                </a:lnTo>
                <a:lnTo>
                  <a:pt x="52137" y="30338"/>
                </a:lnTo>
                <a:lnTo>
                  <a:pt x="52105" y="30435"/>
                </a:lnTo>
                <a:lnTo>
                  <a:pt x="52072" y="30533"/>
                </a:lnTo>
                <a:lnTo>
                  <a:pt x="52039" y="30633"/>
                </a:lnTo>
                <a:lnTo>
                  <a:pt x="52004" y="30735"/>
                </a:lnTo>
                <a:lnTo>
                  <a:pt x="51932" y="30945"/>
                </a:lnTo>
                <a:lnTo>
                  <a:pt x="51857" y="31161"/>
                </a:lnTo>
                <a:lnTo>
                  <a:pt x="51779" y="31383"/>
                </a:lnTo>
                <a:lnTo>
                  <a:pt x="51698" y="31613"/>
                </a:lnTo>
                <a:lnTo>
                  <a:pt x="51614" y="31849"/>
                </a:lnTo>
                <a:lnTo>
                  <a:pt x="51527" y="32092"/>
                </a:lnTo>
                <a:lnTo>
                  <a:pt x="51436" y="32341"/>
                </a:lnTo>
                <a:lnTo>
                  <a:pt x="51343" y="32598"/>
                </a:lnTo>
                <a:lnTo>
                  <a:pt x="51246" y="32861"/>
                </a:lnTo>
                <a:lnTo>
                  <a:pt x="51147" y="33131"/>
                </a:lnTo>
                <a:lnTo>
                  <a:pt x="51044" y="33407"/>
                </a:lnTo>
                <a:lnTo>
                  <a:pt x="50938" y="33690"/>
                </a:lnTo>
                <a:lnTo>
                  <a:pt x="50829" y="33981"/>
                </a:lnTo>
                <a:lnTo>
                  <a:pt x="50717" y="34278"/>
                </a:lnTo>
                <a:lnTo>
                  <a:pt x="50601" y="34581"/>
                </a:lnTo>
                <a:lnTo>
                  <a:pt x="50483" y="34892"/>
                </a:lnTo>
                <a:lnTo>
                  <a:pt x="50361" y="35209"/>
                </a:lnTo>
                <a:lnTo>
                  <a:pt x="50236" y="35533"/>
                </a:lnTo>
                <a:lnTo>
                  <a:pt x="50108" y="35864"/>
                </a:lnTo>
                <a:lnTo>
                  <a:pt x="49977" y="36202"/>
                </a:lnTo>
                <a:lnTo>
                  <a:pt x="49842" y="36547"/>
                </a:lnTo>
                <a:lnTo>
                  <a:pt x="49705" y="36898"/>
                </a:lnTo>
                <a:lnTo>
                  <a:pt x="49564" y="37257"/>
                </a:lnTo>
                <a:lnTo>
                  <a:pt x="49420" y="37622"/>
                </a:lnTo>
                <a:lnTo>
                  <a:pt x="49123" y="38380"/>
                </a:lnTo>
                <a:lnTo>
                  <a:pt x="48824" y="39149"/>
                </a:lnTo>
                <a:lnTo>
                  <a:pt x="48525" y="39928"/>
                </a:lnTo>
                <a:lnTo>
                  <a:pt x="48226" y="40717"/>
                </a:lnTo>
                <a:lnTo>
                  <a:pt x="47925" y="41517"/>
                </a:lnTo>
                <a:lnTo>
                  <a:pt x="47624" y="42328"/>
                </a:lnTo>
                <a:lnTo>
                  <a:pt x="47322" y="43148"/>
                </a:lnTo>
                <a:lnTo>
                  <a:pt x="47020" y="43979"/>
                </a:lnTo>
                <a:lnTo>
                  <a:pt x="46716" y="44821"/>
                </a:lnTo>
                <a:lnTo>
                  <a:pt x="46412" y="45673"/>
                </a:lnTo>
                <a:lnTo>
                  <a:pt x="46108" y="46535"/>
                </a:lnTo>
                <a:lnTo>
                  <a:pt x="45802" y="47408"/>
                </a:lnTo>
                <a:lnTo>
                  <a:pt x="45496" y="48291"/>
                </a:lnTo>
                <a:lnTo>
                  <a:pt x="45189" y="49184"/>
                </a:lnTo>
                <a:lnTo>
                  <a:pt x="44882" y="50088"/>
                </a:lnTo>
                <a:lnTo>
                  <a:pt x="44573" y="51002"/>
                </a:lnTo>
                <a:lnTo>
                  <a:pt x="44264" y="51927"/>
                </a:lnTo>
                <a:lnTo>
                  <a:pt x="43955" y="52862"/>
                </a:lnTo>
                <a:lnTo>
                  <a:pt x="43644" y="53807"/>
                </a:lnTo>
                <a:lnTo>
                  <a:pt x="43333" y="54762"/>
                </a:lnTo>
                <a:lnTo>
                  <a:pt x="43021" y="55728"/>
                </a:lnTo>
                <a:lnTo>
                  <a:pt x="42709" y="56705"/>
                </a:lnTo>
                <a:lnTo>
                  <a:pt x="42395" y="57691"/>
                </a:lnTo>
                <a:lnTo>
                  <a:pt x="42081" y="58688"/>
                </a:lnTo>
                <a:lnTo>
                  <a:pt x="41768" y="59699"/>
                </a:lnTo>
                <a:lnTo>
                  <a:pt x="41466" y="60701"/>
                </a:lnTo>
                <a:lnTo>
                  <a:pt x="41176" y="61693"/>
                </a:lnTo>
                <a:lnTo>
                  <a:pt x="40896" y="62676"/>
                </a:lnTo>
                <a:lnTo>
                  <a:pt x="40628" y="63649"/>
                </a:lnTo>
                <a:lnTo>
                  <a:pt x="40371" y="64613"/>
                </a:lnTo>
                <a:lnTo>
                  <a:pt x="40126" y="65568"/>
                </a:lnTo>
                <a:lnTo>
                  <a:pt x="39892" y="66513"/>
                </a:lnTo>
                <a:lnTo>
                  <a:pt x="39669" y="67448"/>
                </a:lnTo>
                <a:lnTo>
                  <a:pt x="39458" y="68374"/>
                </a:lnTo>
                <a:lnTo>
                  <a:pt x="39258" y="69290"/>
                </a:lnTo>
                <a:lnTo>
                  <a:pt x="39070" y="70197"/>
                </a:lnTo>
                <a:lnTo>
                  <a:pt x="38894" y="71094"/>
                </a:lnTo>
                <a:lnTo>
                  <a:pt x="38729" y="71981"/>
                </a:lnTo>
                <a:lnTo>
                  <a:pt x="38575" y="72859"/>
                </a:lnTo>
                <a:lnTo>
                  <a:pt x="38433" y="73727"/>
                </a:lnTo>
                <a:lnTo>
                  <a:pt x="38303" y="74586"/>
                </a:lnTo>
                <a:lnTo>
                  <a:pt x="38185" y="75435"/>
                </a:lnTo>
                <a:lnTo>
                  <a:pt x="38078" y="76274"/>
                </a:lnTo>
                <a:lnTo>
                  <a:pt x="37984" y="77103"/>
                </a:lnTo>
                <a:lnTo>
                  <a:pt x="37901" y="77923"/>
                </a:lnTo>
                <a:lnTo>
                  <a:pt x="37829" y="78733"/>
                </a:lnTo>
                <a:lnTo>
                  <a:pt x="37770" y="79533"/>
                </a:lnTo>
                <a:lnTo>
                  <a:pt x="37723" y="80324"/>
                </a:lnTo>
                <a:lnTo>
                  <a:pt x="37719" y="80407"/>
                </a:lnTo>
                <a:lnTo>
                  <a:pt x="37719" y="80491"/>
                </a:lnTo>
                <a:lnTo>
                  <a:pt x="37721" y="81035"/>
                </a:lnTo>
                <a:lnTo>
                  <a:pt x="37727" y="81573"/>
                </a:lnTo>
                <a:lnTo>
                  <a:pt x="37738" y="82104"/>
                </a:lnTo>
                <a:lnTo>
                  <a:pt x="37752" y="82629"/>
                </a:lnTo>
                <a:lnTo>
                  <a:pt x="37772" y="83148"/>
                </a:lnTo>
                <a:lnTo>
                  <a:pt x="37795" y="83659"/>
                </a:lnTo>
                <a:lnTo>
                  <a:pt x="37823" y="84165"/>
                </a:lnTo>
                <a:lnTo>
                  <a:pt x="37856" y="84663"/>
                </a:lnTo>
                <a:lnTo>
                  <a:pt x="37893" y="85155"/>
                </a:lnTo>
                <a:lnTo>
                  <a:pt x="37935" y="85640"/>
                </a:lnTo>
                <a:lnTo>
                  <a:pt x="37981" y="86118"/>
                </a:lnTo>
                <a:lnTo>
                  <a:pt x="38032" y="86590"/>
                </a:lnTo>
                <a:lnTo>
                  <a:pt x="38087" y="87054"/>
                </a:lnTo>
                <a:lnTo>
                  <a:pt x="38148" y="87512"/>
                </a:lnTo>
                <a:lnTo>
                  <a:pt x="38213" y="87962"/>
                </a:lnTo>
                <a:lnTo>
                  <a:pt x="38282" y="88406"/>
                </a:lnTo>
                <a:lnTo>
                  <a:pt x="38357" y="88842"/>
                </a:lnTo>
                <a:lnTo>
                  <a:pt x="38437" y="89272"/>
                </a:lnTo>
                <a:lnTo>
                  <a:pt x="38521" y="89694"/>
                </a:lnTo>
                <a:lnTo>
                  <a:pt x="38611" y="90109"/>
                </a:lnTo>
                <a:lnTo>
                  <a:pt x="38705" y="90517"/>
                </a:lnTo>
                <a:lnTo>
                  <a:pt x="38805" y="90917"/>
                </a:lnTo>
                <a:lnTo>
                  <a:pt x="38909" y="91310"/>
                </a:lnTo>
                <a:lnTo>
                  <a:pt x="39019" y="91696"/>
                </a:lnTo>
                <a:lnTo>
                  <a:pt x="39026" y="91719"/>
                </a:lnTo>
                <a:lnTo>
                  <a:pt x="42069" y="90799"/>
                </a:lnTo>
                <a:lnTo>
                  <a:pt x="42069" y="90799"/>
                </a:lnTo>
                <a:lnTo>
                  <a:pt x="39026" y="91719"/>
                </a:lnTo>
                <a:lnTo>
                  <a:pt x="39179" y="92206"/>
                </a:lnTo>
                <a:lnTo>
                  <a:pt x="39342" y="92684"/>
                </a:lnTo>
                <a:lnTo>
                  <a:pt x="39515" y="93155"/>
                </a:lnTo>
                <a:lnTo>
                  <a:pt x="39697" y="93618"/>
                </a:lnTo>
                <a:lnTo>
                  <a:pt x="39889" y="94072"/>
                </a:lnTo>
                <a:lnTo>
                  <a:pt x="40092" y="94518"/>
                </a:lnTo>
                <a:lnTo>
                  <a:pt x="40304" y="94956"/>
                </a:lnTo>
                <a:lnTo>
                  <a:pt x="40526" y="95385"/>
                </a:lnTo>
                <a:lnTo>
                  <a:pt x="40759" y="95805"/>
                </a:lnTo>
                <a:lnTo>
                  <a:pt x="41001" y="96216"/>
                </a:lnTo>
                <a:lnTo>
                  <a:pt x="41254" y="96619"/>
                </a:lnTo>
                <a:lnTo>
                  <a:pt x="41517" y="97012"/>
                </a:lnTo>
                <a:lnTo>
                  <a:pt x="41790" y="97396"/>
                </a:lnTo>
                <a:lnTo>
                  <a:pt x="42074" y="97771"/>
                </a:lnTo>
                <a:lnTo>
                  <a:pt x="42368" y="98136"/>
                </a:lnTo>
                <a:lnTo>
                  <a:pt x="42672" y="98492"/>
                </a:lnTo>
                <a:lnTo>
                  <a:pt x="42987" y="98838"/>
                </a:lnTo>
                <a:lnTo>
                  <a:pt x="43313" y="99175"/>
                </a:lnTo>
                <a:lnTo>
                  <a:pt x="43649" y="99501"/>
                </a:lnTo>
                <a:lnTo>
                  <a:pt x="43995" y="99818"/>
                </a:lnTo>
                <a:lnTo>
                  <a:pt x="44353" y="100124"/>
                </a:lnTo>
                <a:lnTo>
                  <a:pt x="44721" y="100420"/>
                </a:lnTo>
                <a:lnTo>
                  <a:pt x="45100" y="100705"/>
                </a:lnTo>
                <a:lnTo>
                  <a:pt x="45490" y="100981"/>
                </a:lnTo>
                <a:lnTo>
                  <a:pt x="45885" y="101241"/>
                </a:lnTo>
                <a:lnTo>
                  <a:pt x="46287" y="101490"/>
                </a:lnTo>
                <a:lnTo>
                  <a:pt x="46697" y="101726"/>
                </a:lnTo>
                <a:lnTo>
                  <a:pt x="47115" y="101950"/>
                </a:lnTo>
                <a:lnTo>
                  <a:pt x="47539" y="102162"/>
                </a:lnTo>
                <a:lnTo>
                  <a:pt x="47971" y="102362"/>
                </a:lnTo>
                <a:lnTo>
                  <a:pt x="48409" y="102550"/>
                </a:lnTo>
                <a:lnTo>
                  <a:pt x="48854" y="102726"/>
                </a:lnTo>
                <a:lnTo>
                  <a:pt x="49307" y="102891"/>
                </a:lnTo>
                <a:lnTo>
                  <a:pt x="49765" y="103045"/>
                </a:lnTo>
                <a:lnTo>
                  <a:pt x="50231" y="103187"/>
                </a:lnTo>
                <a:lnTo>
                  <a:pt x="50703" y="103318"/>
                </a:lnTo>
                <a:lnTo>
                  <a:pt x="51181" y="103437"/>
                </a:lnTo>
                <a:lnTo>
                  <a:pt x="51665" y="103546"/>
                </a:lnTo>
                <a:lnTo>
                  <a:pt x="52156" y="103644"/>
                </a:lnTo>
                <a:lnTo>
                  <a:pt x="52652" y="103731"/>
                </a:lnTo>
                <a:lnTo>
                  <a:pt x="53155" y="103807"/>
                </a:lnTo>
                <a:lnTo>
                  <a:pt x="53663" y="103873"/>
                </a:lnTo>
                <a:lnTo>
                  <a:pt x="54177" y="103928"/>
                </a:lnTo>
                <a:lnTo>
                  <a:pt x="54697" y="103973"/>
                </a:lnTo>
                <a:lnTo>
                  <a:pt x="55222" y="104008"/>
                </a:lnTo>
                <a:lnTo>
                  <a:pt x="55752" y="104033"/>
                </a:lnTo>
                <a:lnTo>
                  <a:pt x="56288" y="104048"/>
                </a:lnTo>
                <a:lnTo>
                  <a:pt x="56829" y="104052"/>
                </a:lnTo>
                <a:lnTo>
                  <a:pt x="57684" y="104036"/>
                </a:lnTo>
                <a:lnTo>
                  <a:pt x="58533" y="103986"/>
                </a:lnTo>
                <a:lnTo>
                  <a:pt x="59373" y="103904"/>
                </a:lnTo>
                <a:lnTo>
                  <a:pt x="60207" y="103789"/>
                </a:lnTo>
                <a:lnTo>
                  <a:pt x="61033" y="103642"/>
                </a:lnTo>
                <a:lnTo>
                  <a:pt x="61852" y="103463"/>
                </a:lnTo>
                <a:lnTo>
                  <a:pt x="62664" y="103252"/>
                </a:lnTo>
                <a:lnTo>
                  <a:pt x="63468" y="103010"/>
                </a:lnTo>
                <a:lnTo>
                  <a:pt x="64264" y="102737"/>
                </a:lnTo>
                <a:lnTo>
                  <a:pt x="65054" y="102433"/>
                </a:lnTo>
                <a:lnTo>
                  <a:pt x="65835" y="102099"/>
                </a:lnTo>
                <a:lnTo>
                  <a:pt x="66610" y="101734"/>
                </a:lnTo>
                <a:lnTo>
                  <a:pt x="67376" y="101339"/>
                </a:lnTo>
                <a:lnTo>
                  <a:pt x="68136" y="100914"/>
                </a:lnTo>
                <a:lnTo>
                  <a:pt x="68887" y="100459"/>
                </a:lnTo>
                <a:lnTo>
                  <a:pt x="69631" y="99976"/>
                </a:lnTo>
                <a:lnTo>
                  <a:pt x="70368" y="99463"/>
                </a:lnTo>
                <a:lnTo>
                  <a:pt x="71097" y="98922"/>
                </a:lnTo>
                <a:lnTo>
                  <a:pt x="71818" y="98352"/>
                </a:lnTo>
                <a:lnTo>
                  <a:pt x="72532" y="97755"/>
                </a:lnTo>
                <a:lnTo>
                  <a:pt x="73238" y="97129"/>
                </a:lnTo>
                <a:lnTo>
                  <a:pt x="73936" y="96475"/>
                </a:lnTo>
                <a:lnTo>
                  <a:pt x="74627" y="95795"/>
                </a:lnTo>
                <a:lnTo>
                  <a:pt x="75309" y="95087"/>
                </a:lnTo>
                <a:lnTo>
                  <a:pt x="75963" y="94381"/>
                </a:lnTo>
                <a:lnTo>
                  <a:pt x="76605" y="93665"/>
                </a:lnTo>
                <a:lnTo>
                  <a:pt x="77235" y="92940"/>
                </a:lnTo>
                <a:lnTo>
                  <a:pt x="77853" y="92206"/>
                </a:lnTo>
                <a:lnTo>
                  <a:pt x="78458" y="91463"/>
                </a:lnTo>
                <a:lnTo>
                  <a:pt x="79052" y="90710"/>
                </a:lnTo>
                <a:lnTo>
                  <a:pt x="79633" y="89948"/>
                </a:lnTo>
                <a:lnTo>
                  <a:pt x="80202" y="89176"/>
                </a:lnTo>
                <a:lnTo>
                  <a:pt x="80759" y="88396"/>
                </a:lnTo>
                <a:lnTo>
                  <a:pt x="81304" y="87606"/>
                </a:lnTo>
                <a:lnTo>
                  <a:pt x="81837" y="86807"/>
                </a:lnTo>
                <a:lnTo>
                  <a:pt x="82357" y="85998"/>
                </a:lnTo>
                <a:lnTo>
                  <a:pt x="82866" y="85181"/>
                </a:lnTo>
                <a:lnTo>
                  <a:pt x="83362" y="84354"/>
                </a:lnTo>
                <a:lnTo>
                  <a:pt x="83847" y="83518"/>
                </a:lnTo>
                <a:lnTo>
                  <a:pt x="84319" y="82672"/>
                </a:lnTo>
                <a:lnTo>
                  <a:pt x="84779" y="81818"/>
                </a:lnTo>
                <a:lnTo>
                  <a:pt x="85227" y="80954"/>
                </a:lnTo>
                <a:lnTo>
                  <a:pt x="85663" y="80081"/>
                </a:lnTo>
                <a:lnTo>
                  <a:pt x="86086" y="79199"/>
                </a:lnTo>
                <a:lnTo>
                  <a:pt x="86498" y="78308"/>
                </a:lnTo>
                <a:lnTo>
                  <a:pt x="86897" y="77408"/>
                </a:lnTo>
                <a:lnTo>
                  <a:pt x="87285" y="76499"/>
                </a:lnTo>
                <a:lnTo>
                  <a:pt x="87660" y="75580"/>
                </a:lnTo>
                <a:lnTo>
                  <a:pt x="88012" y="74695"/>
                </a:lnTo>
                <a:lnTo>
                  <a:pt x="88359" y="73815"/>
                </a:lnTo>
                <a:lnTo>
                  <a:pt x="88700" y="72941"/>
                </a:lnTo>
                <a:lnTo>
                  <a:pt x="89036" y="72072"/>
                </a:lnTo>
                <a:lnTo>
                  <a:pt x="89366" y="71208"/>
                </a:lnTo>
                <a:lnTo>
                  <a:pt x="89690" y="70350"/>
                </a:lnTo>
                <a:lnTo>
                  <a:pt x="90008" y="69497"/>
                </a:lnTo>
                <a:lnTo>
                  <a:pt x="90321" y="68650"/>
                </a:lnTo>
                <a:lnTo>
                  <a:pt x="90629" y="67808"/>
                </a:lnTo>
                <a:lnTo>
                  <a:pt x="90930" y="66972"/>
                </a:lnTo>
                <a:lnTo>
                  <a:pt x="91226" y="66141"/>
                </a:lnTo>
                <a:lnTo>
                  <a:pt x="91516" y="65316"/>
                </a:lnTo>
                <a:lnTo>
                  <a:pt x="91801" y="64496"/>
                </a:lnTo>
                <a:lnTo>
                  <a:pt x="92080" y="63682"/>
                </a:lnTo>
                <a:lnTo>
                  <a:pt x="92353" y="62873"/>
                </a:lnTo>
                <a:lnTo>
                  <a:pt x="92621" y="62069"/>
                </a:lnTo>
                <a:lnTo>
                  <a:pt x="92883" y="61271"/>
                </a:lnTo>
                <a:lnTo>
                  <a:pt x="93139" y="60479"/>
                </a:lnTo>
                <a:lnTo>
                  <a:pt x="93389" y="59692"/>
                </a:lnTo>
                <a:lnTo>
                  <a:pt x="93634" y="58910"/>
                </a:lnTo>
                <a:lnTo>
                  <a:pt x="93873" y="58134"/>
                </a:lnTo>
                <a:lnTo>
                  <a:pt x="94106" y="57363"/>
                </a:lnTo>
                <a:lnTo>
                  <a:pt x="94334" y="56598"/>
                </a:lnTo>
                <a:lnTo>
                  <a:pt x="94556" y="55839"/>
                </a:lnTo>
                <a:lnTo>
                  <a:pt x="94767" y="55102"/>
                </a:lnTo>
                <a:lnTo>
                  <a:pt x="94971" y="54379"/>
                </a:lnTo>
                <a:lnTo>
                  <a:pt x="95166" y="53670"/>
                </a:lnTo>
                <a:lnTo>
                  <a:pt x="95354" y="52974"/>
                </a:lnTo>
                <a:lnTo>
                  <a:pt x="95533" y="52291"/>
                </a:lnTo>
                <a:lnTo>
                  <a:pt x="95704" y="51622"/>
                </a:lnTo>
                <a:lnTo>
                  <a:pt x="95867" y="50968"/>
                </a:lnTo>
                <a:lnTo>
                  <a:pt x="96021" y="50327"/>
                </a:lnTo>
                <a:lnTo>
                  <a:pt x="96167" y="49700"/>
                </a:lnTo>
                <a:lnTo>
                  <a:pt x="96304" y="49088"/>
                </a:lnTo>
                <a:lnTo>
                  <a:pt x="96433" y="48489"/>
                </a:lnTo>
                <a:lnTo>
                  <a:pt x="96552" y="47906"/>
                </a:lnTo>
                <a:lnTo>
                  <a:pt x="96663" y="47336"/>
                </a:lnTo>
                <a:lnTo>
                  <a:pt x="96765" y="46782"/>
                </a:lnTo>
                <a:lnTo>
                  <a:pt x="96857" y="46242"/>
                </a:lnTo>
                <a:lnTo>
                  <a:pt x="96940" y="45718"/>
                </a:lnTo>
                <a:lnTo>
                  <a:pt x="97014" y="45208"/>
                </a:lnTo>
                <a:lnTo>
                  <a:pt x="97078" y="44713"/>
                </a:lnTo>
                <a:lnTo>
                  <a:pt x="97133" y="44234"/>
                </a:lnTo>
                <a:lnTo>
                  <a:pt x="97178" y="43770"/>
                </a:lnTo>
                <a:lnTo>
                  <a:pt x="97213" y="43321"/>
                </a:lnTo>
                <a:lnTo>
                  <a:pt x="97238" y="42888"/>
                </a:lnTo>
                <a:lnTo>
                  <a:pt x="97253" y="42471"/>
                </a:lnTo>
                <a:lnTo>
                  <a:pt x="97258" y="42069"/>
                </a:lnTo>
                <a:lnTo>
                  <a:pt x="97255" y="41577"/>
                </a:lnTo>
                <a:lnTo>
                  <a:pt x="97244" y="41087"/>
                </a:lnTo>
                <a:lnTo>
                  <a:pt x="97226" y="40602"/>
                </a:lnTo>
                <a:lnTo>
                  <a:pt x="97201" y="40121"/>
                </a:lnTo>
                <a:lnTo>
                  <a:pt x="97168" y="39643"/>
                </a:lnTo>
                <a:lnTo>
                  <a:pt x="97128" y="39169"/>
                </a:lnTo>
                <a:lnTo>
                  <a:pt x="97080" y="38699"/>
                </a:lnTo>
                <a:lnTo>
                  <a:pt x="97025" y="38233"/>
                </a:lnTo>
                <a:lnTo>
                  <a:pt x="96962" y="37771"/>
                </a:lnTo>
                <a:lnTo>
                  <a:pt x="96892" y="37313"/>
                </a:lnTo>
                <a:lnTo>
                  <a:pt x="96814" y="36859"/>
                </a:lnTo>
                <a:lnTo>
                  <a:pt x="96728" y="36409"/>
                </a:lnTo>
                <a:lnTo>
                  <a:pt x="96635" y="35963"/>
                </a:lnTo>
                <a:lnTo>
                  <a:pt x="96533" y="35522"/>
                </a:lnTo>
                <a:lnTo>
                  <a:pt x="96424" y="35084"/>
                </a:lnTo>
                <a:lnTo>
                  <a:pt x="96307" y="34651"/>
                </a:lnTo>
                <a:lnTo>
                  <a:pt x="96182" y="34223"/>
                </a:lnTo>
                <a:lnTo>
                  <a:pt x="96050" y="33798"/>
                </a:lnTo>
                <a:lnTo>
                  <a:pt x="95909" y="33378"/>
                </a:lnTo>
                <a:lnTo>
                  <a:pt x="95760" y="32962"/>
                </a:lnTo>
                <a:lnTo>
                  <a:pt x="95602" y="32551"/>
                </a:lnTo>
                <a:lnTo>
                  <a:pt x="95437" y="32144"/>
                </a:lnTo>
                <a:lnTo>
                  <a:pt x="95263" y="31742"/>
                </a:lnTo>
                <a:lnTo>
                  <a:pt x="95082" y="31345"/>
                </a:lnTo>
                <a:lnTo>
                  <a:pt x="94910" y="30985"/>
                </a:lnTo>
                <a:lnTo>
                  <a:pt x="94735" y="30630"/>
                </a:lnTo>
                <a:lnTo>
                  <a:pt x="94558" y="30281"/>
                </a:lnTo>
                <a:lnTo>
                  <a:pt x="94377" y="29936"/>
                </a:lnTo>
                <a:lnTo>
                  <a:pt x="94194" y="29597"/>
                </a:lnTo>
                <a:lnTo>
                  <a:pt x="94008" y="29263"/>
                </a:lnTo>
                <a:lnTo>
                  <a:pt x="93819" y="28934"/>
                </a:lnTo>
                <a:lnTo>
                  <a:pt x="93627" y="28611"/>
                </a:lnTo>
                <a:lnTo>
                  <a:pt x="93432" y="28293"/>
                </a:lnTo>
                <a:lnTo>
                  <a:pt x="93233" y="27981"/>
                </a:lnTo>
                <a:lnTo>
                  <a:pt x="93032" y="27675"/>
                </a:lnTo>
                <a:lnTo>
                  <a:pt x="92827" y="27374"/>
                </a:lnTo>
                <a:lnTo>
                  <a:pt x="92620" y="27080"/>
                </a:lnTo>
                <a:lnTo>
                  <a:pt x="92409" y="26791"/>
                </a:lnTo>
                <a:lnTo>
                  <a:pt x="92195" y="26508"/>
                </a:lnTo>
                <a:lnTo>
                  <a:pt x="91977" y="26231"/>
                </a:lnTo>
                <a:lnTo>
                  <a:pt x="91756" y="25960"/>
                </a:lnTo>
                <a:lnTo>
                  <a:pt x="91532" y="25696"/>
                </a:lnTo>
                <a:lnTo>
                  <a:pt x="91305" y="25438"/>
                </a:lnTo>
                <a:lnTo>
                  <a:pt x="91074" y="25186"/>
                </a:lnTo>
                <a:lnTo>
                  <a:pt x="90839" y="24940"/>
                </a:lnTo>
                <a:lnTo>
                  <a:pt x="90601" y="24702"/>
                </a:lnTo>
                <a:lnTo>
                  <a:pt x="90360" y="24469"/>
                </a:lnTo>
                <a:lnTo>
                  <a:pt x="90115" y="24244"/>
                </a:lnTo>
                <a:lnTo>
                  <a:pt x="89930" y="24077"/>
                </a:lnTo>
                <a:lnTo>
                  <a:pt x="89747" y="23910"/>
                </a:lnTo>
                <a:lnTo>
                  <a:pt x="89566" y="23744"/>
                </a:lnTo>
                <a:lnTo>
                  <a:pt x="89386" y="23577"/>
                </a:lnTo>
                <a:lnTo>
                  <a:pt x="89208" y="23411"/>
                </a:lnTo>
                <a:lnTo>
                  <a:pt x="89032" y="23245"/>
                </a:lnTo>
                <a:lnTo>
                  <a:pt x="88858" y="23079"/>
                </a:lnTo>
                <a:lnTo>
                  <a:pt x="88685" y="22913"/>
                </a:lnTo>
                <a:lnTo>
                  <a:pt x="88514" y="22747"/>
                </a:lnTo>
                <a:lnTo>
                  <a:pt x="88344" y="22581"/>
                </a:lnTo>
                <a:lnTo>
                  <a:pt x="88176" y="22416"/>
                </a:lnTo>
                <a:lnTo>
                  <a:pt x="88010" y="22250"/>
                </a:lnTo>
                <a:lnTo>
                  <a:pt x="87846" y="22085"/>
                </a:lnTo>
                <a:lnTo>
                  <a:pt x="87683" y="21920"/>
                </a:lnTo>
                <a:lnTo>
                  <a:pt x="87522" y="21755"/>
                </a:lnTo>
                <a:lnTo>
                  <a:pt x="87363" y="21591"/>
                </a:lnTo>
                <a:lnTo>
                  <a:pt x="87205" y="21426"/>
                </a:lnTo>
                <a:lnTo>
                  <a:pt x="87049" y="21261"/>
                </a:lnTo>
                <a:lnTo>
                  <a:pt x="86894" y="21097"/>
                </a:lnTo>
                <a:lnTo>
                  <a:pt x="86742" y="20933"/>
                </a:lnTo>
                <a:lnTo>
                  <a:pt x="86591" y="20769"/>
                </a:lnTo>
                <a:lnTo>
                  <a:pt x="86441" y="20605"/>
                </a:lnTo>
                <a:lnTo>
                  <a:pt x="86293" y="20441"/>
                </a:lnTo>
                <a:lnTo>
                  <a:pt x="86147" y="20278"/>
                </a:lnTo>
                <a:lnTo>
                  <a:pt x="86063" y="20180"/>
                </a:lnTo>
                <a:lnTo>
                  <a:pt x="85981" y="20080"/>
                </a:lnTo>
                <a:lnTo>
                  <a:pt x="85903" y="19979"/>
                </a:lnTo>
                <a:lnTo>
                  <a:pt x="85828" y="19875"/>
                </a:lnTo>
                <a:lnTo>
                  <a:pt x="85757" y="19769"/>
                </a:lnTo>
                <a:lnTo>
                  <a:pt x="85689" y="19661"/>
                </a:lnTo>
                <a:lnTo>
                  <a:pt x="85624" y="19551"/>
                </a:lnTo>
                <a:lnTo>
                  <a:pt x="85563" y="19438"/>
                </a:lnTo>
                <a:lnTo>
                  <a:pt x="85505" y="19323"/>
                </a:lnTo>
                <a:lnTo>
                  <a:pt x="85451" y="19205"/>
                </a:lnTo>
                <a:lnTo>
                  <a:pt x="85400" y="19084"/>
                </a:lnTo>
                <a:lnTo>
                  <a:pt x="85353" y="18961"/>
                </a:lnTo>
                <a:lnTo>
                  <a:pt x="85310" y="18835"/>
                </a:lnTo>
                <a:lnTo>
                  <a:pt x="85270" y="18706"/>
                </a:lnTo>
                <a:lnTo>
                  <a:pt x="85233" y="18574"/>
                </a:lnTo>
                <a:lnTo>
                  <a:pt x="85201" y="18439"/>
                </a:lnTo>
                <a:lnTo>
                  <a:pt x="85172" y="18300"/>
                </a:lnTo>
                <a:lnTo>
                  <a:pt x="85146" y="18159"/>
                </a:lnTo>
                <a:lnTo>
                  <a:pt x="85125" y="18014"/>
                </a:lnTo>
                <a:lnTo>
                  <a:pt x="85108" y="17866"/>
                </a:lnTo>
                <a:lnTo>
                  <a:pt x="85094" y="17714"/>
                </a:lnTo>
                <a:lnTo>
                  <a:pt x="85084" y="17558"/>
                </a:lnTo>
                <a:lnTo>
                  <a:pt x="85078" y="17399"/>
                </a:lnTo>
                <a:lnTo>
                  <a:pt x="85076" y="17236"/>
                </a:lnTo>
                <a:lnTo>
                  <a:pt x="85081" y="16934"/>
                </a:lnTo>
                <a:lnTo>
                  <a:pt x="85097" y="16632"/>
                </a:lnTo>
                <a:lnTo>
                  <a:pt x="85124" y="16330"/>
                </a:lnTo>
                <a:lnTo>
                  <a:pt x="85162" y="16028"/>
                </a:lnTo>
                <a:lnTo>
                  <a:pt x="85212" y="15725"/>
                </a:lnTo>
                <a:lnTo>
                  <a:pt x="85273" y="15422"/>
                </a:lnTo>
                <a:lnTo>
                  <a:pt x="85346" y="15118"/>
                </a:lnTo>
                <a:lnTo>
                  <a:pt x="85430" y="14814"/>
                </a:lnTo>
                <a:lnTo>
                  <a:pt x="85527" y="14510"/>
                </a:lnTo>
                <a:lnTo>
                  <a:pt x="85637" y="14205"/>
                </a:lnTo>
                <a:lnTo>
                  <a:pt x="85759" y="13900"/>
                </a:lnTo>
                <a:lnTo>
                  <a:pt x="85894" y="13595"/>
                </a:lnTo>
                <a:lnTo>
                  <a:pt x="86042" y="13288"/>
                </a:lnTo>
                <a:lnTo>
                  <a:pt x="86204" y="12982"/>
                </a:lnTo>
                <a:lnTo>
                  <a:pt x="86378" y="12674"/>
                </a:lnTo>
                <a:lnTo>
                  <a:pt x="86567" y="12367"/>
                </a:lnTo>
                <a:lnTo>
                  <a:pt x="86770" y="12058"/>
                </a:lnTo>
                <a:lnTo>
                  <a:pt x="86986" y="11749"/>
                </a:lnTo>
                <a:lnTo>
                  <a:pt x="87217" y="11439"/>
                </a:lnTo>
                <a:lnTo>
                  <a:pt x="87463" y="11129"/>
                </a:lnTo>
                <a:lnTo>
                  <a:pt x="87724" y="10817"/>
                </a:lnTo>
                <a:lnTo>
                  <a:pt x="87999" y="10505"/>
                </a:lnTo>
                <a:lnTo>
                  <a:pt x="88290" y="10193"/>
                </a:lnTo>
                <a:lnTo>
                  <a:pt x="88596" y="9879"/>
                </a:lnTo>
                <a:lnTo>
                  <a:pt x="88910" y="9573"/>
                </a:lnTo>
                <a:lnTo>
                  <a:pt x="89222" y="9282"/>
                </a:lnTo>
                <a:lnTo>
                  <a:pt x="89534" y="9007"/>
                </a:lnTo>
                <a:lnTo>
                  <a:pt x="89846" y="8746"/>
                </a:lnTo>
                <a:lnTo>
                  <a:pt x="90156" y="8501"/>
                </a:lnTo>
                <a:lnTo>
                  <a:pt x="90466" y="8269"/>
                </a:lnTo>
                <a:lnTo>
                  <a:pt x="90775" y="8053"/>
                </a:lnTo>
                <a:lnTo>
                  <a:pt x="91083" y="7850"/>
                </a:lnTo>
                <a:lnTo>
                  <a:pt x="91391" y="7662"/>
                </a:lnTo>
                <a:lnTo>
                  <a:pt x="91699" y="7487"/>
                </a:lnTo>
                <a:lnTo>
                  <a:pt x="92005" y="7325"/>
                </a:lnTo>
                <a:lnTo>
                  <a:pt x="92312" y="7177"/>
                </a:lnTo>
                <a:lnTo>
                  <a:pt x="92617" y="7042"/>
                </a:lnTo>
                <a:lnTo>
                  <a:pt x="92922" y="6920"/>
                </a:lnTo>
                <a:lnTo>
                  <a:pt x="93227" y="6811"/>
                </a:lnTo>
                <a:lnTo>
                  <a:pt x="93531" y="6714"/>
                </a:lnTo>
                <a:lnTo>
                  <a:pt x="93835" y="6629"/>
                </a:lnTo>
                <a:lnTo>
                  <a:pt x="94139" y="6556"/>
                </a:lnTo>
                <a:lnTo>
                  <a:pt x="94442" y="6495"/>
                </a:lnTo>
                <a:lnTo>
                  <a:pt x="94745" y="6445"/>
                </a:lnTo>
                <a:lnTo>
                  <a:pt x="95047" y="6407"/>
                </a:lnTo>
                <a:lnTo>
                  <a:pt x="95349" y="6380"/>
                </a:lnTo>
                <a:lnTo>
                  <a:pt x="95651" y="6364"/>
                </a:lnTo>
                <a:lnTo>
                  <a:pt x="95953" y="6359"/>
                </a:lnTo>
                <a:lnTo>
                  <a:pt x="96179" y="6363"/>
                </a:lnTo>
                <a:lnTo>
                  <a:pt x="96405" y="6376"/>
                </a:lnTo>
                <a:lnTo>
                  <a:pt x="96632" y="6398"/>
                </a:lnTo>
                <a:lnTo>
                  <a:pt x="96858" y="6429"/>
                </a:lnTo>
                <a:lnTo>
                  <a:pt x="97085" y="6470"/>
                </a:lnTo>
                <a:lnTo>
                  <a:pt x="97312" y="6520"/>
                </a:lnTo>
                <a:lnTo>
                  <a:pt x="97540" y="6580"/>
                </a:lnTo>
                <a:lnTo>
                  <a:pt x="97767" y="6651"/>
                </a:lnTo>
                <a:lnTo>
                  <a:pt x="97996" y="6733"/>
                </a:lnTo>
                <a:lnTo>
                  <a:pt x="98224" y="6825"/>
                </a:lnTo>
                <a:lnTo>
                  <a:pt x="98453" y="6929"/>
                </a:lnTo>
                <a:lnTo>
                  <a:pt x="98682" y="7044"/>
                </a:lnTo>
                <a:lnTo>
                  <a:pt x="98912" y="7171"/>
                </a:lnTo>
                <a:lnTo>
                  <a:pt x="99142" y="7310"/>
                </a:lnTo>
                <a:lnTo>
                  <a:pt x="99373" y="7462"/>
                </a:lnTo>
                <a:lnTo>
                  <a:pt x="99604" y="7626"/>
                </a:lnTo>
                <a:lnTo>
                  <a:pt x="99836" y="7803"/>
                </a:lnTo>
                <a:lnTo>
                  <a:pt x="100069" y="7994"/>
                </a:lnTo>
                <a:lnTo>
                  <a:pt x="100302" y="8198"/>
                </a:lnTo>
                <a:lnTo>
                  <a:pt x="100535" y="8416"/>
                </a:lnTo>
                <a:lnTo>
                  <a:pt x="100769" y="8648"/>
                </a:lnTo>
                <a:lnTo>
                  <a:pt x="101004" y="8894"/>
                </a:lnTo>
                <a:lnTo>
                  <a:pt x="101240" y="9156"/>
                </a:lnTo>
                <a:lnTo>
                  <a:pt x="101476" y="9432"/>
                </a:lnTo>
                <a:lnTo>
                  <a:pt x="101681" y="9689"/>
                </a:lnTo>
                <a:lnTo>
                  <a:pt x="101881" y="9964"/>
                </a:lnTo>
                <a:lnTo>
                  <a:pt x="102075" y="10257"/>
                </a:lnTo>
                <a:lnTo>
                  <a:pt x="102264" y="10568"/>
                </a:lnTo>
                <a:lnTo>
                  <a:pt x="102448" y="10898"/>
                </a:lnTo>
                <a:lnTo>
                  <a:pt x="102625" y="11246"/>
                </a:lnTo>
                <a:lnTo>
                  <a:pt x="102796" y="11614"/>
                </a:lnTo>
                <a:lnTo>
                  <a:pt x="102960" y="12001"/>
                </a:lnTo>
                <a:lnTo>
                  <a:pt x="103118" y="12407"/>
                </a:lnTo>
                <a:lnTo>
                  <a:pt x="103269" y="12834"/>
                </a:lnTo>
                <a:lnTo>
                  <a:pt x="103412" y="13280"/>
                </a:lnTo>
                <a:lnTo>
                  <a:pt x="103548" y="13748"/>
                </a:lnTo>
                <a:lnTo>
                  <a:pt x="103675" y="14236"/>
                </a:lnTo>
                <a:lnTo>
                  <a:pt x="103795" y="14745"/>
                </a:lnTo>
                <a:lnTo>
                  <a:pt x="103906" y="15276"/>
                </a:lnTo>
                <a:lnTo>
                  <a:pt x="104009" y="15828"/>
                </a:lnTo>
                <a:lnTo>
                  <a:pt x="104103" y="16402"/>
                </a:lnTo>
                <a:lnTo>
                  <a:pt x="104188" y="16999"/>
                </a:lnTo>
                <a:lnTo>
                  <a:pt x="104263" y="17618"/>
                </a:lnTo>
                <a:lnTo>
                  <a:pt x="104328" y="18261"/>
                </a:lnTo>
                <a:lnTo>
                  <a:pt x="104384" y="18926"/>
                </a:lnTo>
                <a:lnTo>
                  <a:pt x="104429" y="19615"/>
                </a:lnTo>
                <a:lnTo>
                  <a:pt x="104464" y="20327"/>
                </a:lnTo>
                <a:lnTo>
                  <a:pt x="104487" y="21023"/>
                </a:lnTo>
                <a:lnTo>
                  <a:pt x="104483" y="21479"/>
                </a:lnTo>
                <a:lnTo>
                  <a:pt x="104469" y="21999"/>
                </a:lnTo>
                <a:lnTo>
                  <a:pt x="104446" y="22542"/>
                </a:lnTo>
                <a:lnTo>
                  <a:pt x="104414" y="23111"/>
                </a:lnTo>
                <a:lnTo>
                  <a:pt x="104373" y="23704"/>
                </a:lnTo>
                <a:lnTo>
                  <a:pt x="104322" y="24322"/>
                </a:lnTo>
                <a:lnTo>
                  <a:pt x="104261" y="24965"/>
                </a:lnTo>
                <a:lnTo>
                  <a:pt x="104192" y="25632"/>
                </a:lnTo>
                <a:lnTo>
                  <a:pt x="104113" y="26325"/>
                </a:lnTo>
                <a:lnTo>
                  <a:pt x="104024" y="27043"/>
                </a:lnTo>
                <a:lnTo>
                  <a:pt x="103925" y="27785"/>
                </a:lnTo>
                <a:lnTo>
                  <a:pt x="103817" y="28554"/>
                </a:lnTo>
                <a:lnTo>
                  <a:pt x="103699" y="29347"/>
                </a:lnTo>
                <a:lnTo>
                  <a:pt x="103572" y="30166"/>
                </a:lnTo>
                <a:lnTo>
                  <a:pt x="103434" y="31010"/>
                </a:lnTo>
                <a:lnTo>
                  <a:pt x="103287" y="31879"/>
                </a:lnTo>
                <a:lnTo>
                  <a:pt x="103130" y="32775"/>
                </a:lnTo>
                <a:lnTo>
                  <a:pt x="102963" y="33696"/>
                </a:lnTo>
                <a:lnTo>
                  <a:pt x="102785" y="34642"/>
                </a:lnTo>
                <a:lnTo>
                  <a:pt x="102598" y="35615"/>
                </a:lnTo>
                <a:lnTo>
                  <a:pt x="102400" y="36613"/>
                </a:lnTo>
                <a:lnTo>
                  <a:pt x="102193" y="37637"/>
                </a:lnTo>
                <a:lnTo>
                  <a:pt x="101975" y="38687"/>
                </a:lnTo>
                <a:lnTo>
                  <a:pt x="101747" y="39763"/>
                </a:lnTo>
                <a:lnTo>
                  <a:pt x="101512" y="40840"/>
                </a:lnTo>
                <a:lnTo>
                  <a:pt x="101266" y="41928"/>
                </a:lnTo>
                <a:lnTo>
                  <a:pt x="101011" y="43027"/>
                </a:lnTo>
                <a:lnTo>
                  <a:pt x="100744" y="44137"/>
                </a:lnTo>
                <a:lnTo>
                  <a:pt x="100467" y="45257"/>
                </a:lnTo>
                <a:lnTo>
                  <a:pt x="100180" y="46389"/>
                </a:lnTo>
                <a:lnTo>
                  <a:pt x="99882" y="47531"/>
                </a:lnTo>
                <a:lnTo>
                  <a:pt x="99574" y="48685"/>
                </a:lnTo>
                <a:lnTo>
                  <a:pt x="99254" y="49849"/>
                </a:lnTo>
                <a:lnTo>
                  <a:pt x="98925" y="51024"/>
                </a:lnTo>
                <a:lnTo>
                  <a:pt x="98585" y="52211"/>
                </a:lnTo>
                <a:lnTo>
                  <a:pt x="98234" y="53408"/>
                </a:lnTo>
                <a:lnTo>
                  <a:pt x="97873" y="54616"/>
                </a:lnTo>
                <a:lnTo>
                  <a:pt x="97501" y="55835"/>
                </a:lnTo>
                <a:lnTo>
                  <a:pt x="97118" y="57065"/>
                </a:lnTo>
                <a:lnTo>
                  <a:pt x="96725" y="58307"/>
                </a:lnTo>
                <a:lnTo>
                  <a:pt x="96322" y="59559"/>
                </a:lnTo>
                <a:lnTo>
                  <a:pt x="95907" y="60822"/>
                </a:lnTo>
                <a:lnTo>
                  <a:pt x="95482" y="62096"/>
                </a:lnTo>
                <a:lnTo>
                  <a:pt x="95047" y="63381"/>
                </a:lnTo>
                <a:lnTo>
                  <a:pt x="94601" y="64677"/>
                </a:lnTo>
                <a:lnTo>
                  <a:pt x="94144" y="65984"/>
                </a:lnTo>
                <a:lnTo>
                  <a:pt x="93676" y="67302"/>
                </a:lnTo>
                <a:lnTo>
                  <a:pt x="93198" y="68631"/>
                </a:lnTo>
                <a:lnTo>
                  <a:pt x="92718" y="69925"/>
                </a:lnTo>
                <a:lnTo>
                  <a:pt x="92222" y="71203"/>
                </a:lnTo>
                <a:lnTo>
                  <a:pt x="91710" y="72466"/>
                </a:lnTo>
                <a:lnTo>
                  <a:pt x="91182" y="73713"/>
                </a:lnTo>
                <a:lnTo>
                  <a:pt x="90637" y="74945"/>
                </a:lnTo>
                <a:lnTo>
                  <a:pt x="90076" y="76162"/>
                </a:lnTo>
                <a:lnTo>
                  <a:pt x="89499" y="77363"/>
                </a:lnTo>
                <a:lnTo>
                  <a:pt x="88905" y="78548"/>
                </a:lnTo>
                <a:lnTo>
                  <a:pt x="88296" y="79719"/>
                </a:lnTo>
                <a:lnTo>
                  <a:pt x="87670" y="80873"/>
                </a:lnTo>
                <a:lnTo>
                  <a:pt x="87028" y="82013"/>
                </a:lnTo>
                <a:lnTo>
                  <a:pt x="86370" y="83137"/>
                </a:lnTo>
                <a:lnTo>
                  <a:pt x="85696" y="84246"/>
                </a:lnTo>
                <a:lnTo>
                  <a:pt x="85005" y="85340"/>
                </a:lnTo>
                <a:lnTo>
                  <a:pt x="84299" y="86418"/>
                </a:lnTo>
                <a:lnTo>
                  <a:pt x="83576" y="87481"/>
                </a:lnTo>
                <a:lnTo>
                  <a:pt x="82837" y="88529"/>
                </a:lnTo>
                <a:lnTo>
                  <a:pt x="82082" y="89562"/>
                </a:lnTo>
                <a:lnTo>
                  <a:pt x="81311" y="90580"/>
                </a:lnTo>
                <a:lnTo>
                  <a:pt x="80524" y="91582"/>
                </a:lnTo>
                <a:lnTo>
                  <a:pt x="79720" y="92569"/>
                </a:lnTo>
                <a:lnTo>
                  <a:pt x="78901" y="93541"/>
                </a:lnTo>
                <a:lnTo>
                  <a:pt x="78065" y="94498"/>
                </a:lnTo>
                <a:lnTo>
                  <a:pt x="77214" y="95440"/>
                </a:lnTo>
                <a:lnTo>
                  <a:pt x="76375" y="96328"/>
                </a:lnTo>
                <a:lnTo>
                  <a:pt x="75527" y="97178"/>
                </a:lnTo>
                <a:lnTo>
                  <a:pt x="74671" y="97989"/>
                </a:lnTo>
                <a:lnTo>
                  <a:pt x="73806" y="98761"/>
                </a:lnTo>
                <a:lnTo>
                  <a:pt x="72933" y="99495"/>
                </a:lnTo>
                <a:lnTo>
                  <a:pt x="72051" y="100191"/>
                </a:lnTo>
                <a:lnTo>
                  <a:pt x="71161" y="100848"/>
                </a:lnTo>
                <a:lnTo>
                  <a:pt x="70262" y="101468"/>
                </a:lnTo>
                <a:lnTo>
                  <a:pt x="69354" y="102050"/>
                </a:lnTo>
                <a:lnTo>
                  <a:pt x="68438" y="102595"/>
                </a:lnTo>
                <a:lnTo>
                  <a:pt x="67513" y="103102"/>
                </a:lnTo>
                <a:lnTo>
                  <a:pt x="66578" y="103572"/>
                </a:lnTo>
                <a:lnTo>
                  <a:pt x="65636" y="104005"/>
                </a:lnTo>
                <a:lnTo>
                  <a:pt x="64684" y="104400"/>
                </a:lnTo>
                <a:lnTo>
                  <a:pt x="63723" y="104759"/>
                </a:lnTo>
                <a:lnTo>
                  <a:pt x="62753" y="105082"/>
                </a:lnTo>
                <a:lnTo>
                  <a:pt x="61775" y="105368"/>
                </a:lnTo>
                <a:lnTo>
                  <a:pt x="60787" y="105618"/>
                </a:lnTo>
                <a:lnTo>
                  <a:pt x="59790" y="105831"/>
                </a:lnTo>
                <a:lnTo>
                  <a:pt x="58784" y="106009"/>
                </a:lnTo>
                <a:lnTo>
                  <a:pt x="57769" y="106150"/>
                </a:lnTo>
                <a:lnTo>
                  <a:pt x="56744" y="106256"/>
                </a:lnTo>
                <a:lnTo>
                  <a:pt x="55710" y="106327"/>
                </a:lnTo>
                <a:lnTo>
                  <a:pt x="54690" y="106361"/>
                </a:lnTo>
                <a:lnTo>
                  <a:pt x="53552" y="106349"/>
                </a:lnTo>
                <a:lnTo>
                  <a:pt x="52407" y="106311"/>
                </a:lnTo>
                <a:lnTo>
                  <a:pt x="51286" y="106248"/>
                </a:lnTo>
                <a:lnTo>
                  <a:pt x="50188" y="106161"/>
                </a:lnTo>
                <a:lnTo>
                  <a:pt x="49113" y="106049"/>
                </a:lnTo>
                <a:lnTo>
                  <a:pt x="48061" y="105912"/>
                </a:lnTo>
                <a:lnTo>
                  <a:pt x="47033" y="105751"/>
                </a:lnTo>
                <a:lnTo>
                  <a:pt x="46027" y="105565"/>
                </a:lnTo>
                <a:lnTo>
                  <a:pt x="45044" y="105356"/>
                </a:lnTo>
                <a:lnTo>
                  <a:pt x="44083" y="105122"/>
                </a:lnTo>
                <a:lnTo>
                  <a:pt x="43144" y="104864"/>
                </a:lnTo>
                <a:lnTo>
                  <a:pt x="42228" y="104583"/>
                </a:lnTo>
                <a:lnTo>
                  <a:pt x="41334" y="104278"/>
                </a:lnTo>
                <a:lnTo>
                  <a:pt x="40462" y="103950"/>
                </a:lnTo>
                <a:lnTo>
                  <a:pt x="39611" y="103599"/>
                </a:lnTo>
                <a:lnTo>
                  <a:pt x="38782" y="103224"/>
                </a:lnTo>
                <a:lnTo>
                  <a:pt x="37975" y="102826"/>
                </a:lnTo>
                <a:lnTo>
                  <a:pt x="37188" y="102406"/>
                </a:lnTo>
                <a:lnTo>
                  <a:pt x="36423" y="101962"/>
                </a:lnTo>
                <a:lnTo>
                  <a:pt x="35679" y="101496"/>
                </a:lnTo>
                <a:lnTo>
                  <a:pt x="34956" y="101008"/>
                </a:lnTo>
                <a:lnTo>
                  <a:pt x="34253" y="100497"/>
                </a:lnTo>
                <a:lnTo>
                  <a:pt x="33571" y="99964"/>
                </a:lnTo>
                <a:lnTo>
                  <a:pt x="32909" y="99409"/>
                </a:lnTo>
                <a:lnTo>
                  <a:pt x="32904" y="99405"/>
                </a:lnTo>
                <a:lnTo>
                  <a:pt x="31452" y="101084"/>
                </a:lnTo>
                <a:lnTo>
                  <a:pt x="32904" y="99405"/>
                </a:lnTo>
                <a:lnTo>
                  <a:pt x="32304" y="98865"/>
                </a:lnTo>
                <a:lnTo>
                  <a:pt x="31728" y="98302"/>
                </a:lnTo>
                <a:lnTo>
                  <a:pt x="31175" y="97715"/>
                </a:lnTo>
                <a:lnTo>
                  <a:pt x="30645" y="97105"/>
                </a:lnTo>
                <a:lnTo>
                  <a:pt x="30140" y="96471"/>
                </a:lnTo>
                <a:lnTo>
                  <a:pt x="29658" y="95813"/>
                </a:lnTo>
                <a:lnTo>
                  <a:pt x="29201" y="95130"/>
                </a:lnTo>
                <a:lnTo>
                  <a:pt x="28768" y="94423"/>
                </a:lnTo>
                <a:lnTo>
                  <a:pt x="28360" y="93691"/>
                </a:lnTo>
                <a:lnTo>
                  <a:pt x="27977" y="92934"/>
                </a:lnTo>
                <a:lnTo>
                  <a:pt x="27619" y="92152"/>
                </a:lnTo>
                <a:lnTo>
                  <a:pt x="27286" y="91344"/>
                </a:lnTo>
                <a:lnTo>
                  <a:pt x="26978" y="90510"/>
                </a:lnTo>
                <a:lnTo>
                  <a:pt x="26697" y="89649"/>
                </a:lnTo>
                <a:lnTo>
                  <a:pt x="26441" y="88763"/>
                </a:lnTo>
                <a:lnTo>
                  <a:pt x="26211" y="87850"/>
                </a:lnTo>
                <a:lnTo>
                  <a:pt x="26007" y="86910"/>
                </a:lnTo>
                <a:lnTo>
                  <a:pt x="25830" y="85942"/>
                </a:lnTo>
                <a:lnTo>
                  <a:pt x="25680" y="84948"/>
                </a:lnTo>
                <a:lnTo>
                  <a:pt x="25557" y="83925"/>
                </a:lnTo>
                <a:lnTo>
                  <a:pt x="25460" y="82875"/>
                </a:lnTo>
                <a:lnTo>
                  <a:pt x="25391" y="81796"/>
                </a:lnTo>
                <a:lnTo>
                  <a:pt x="25349" y="80689"/>
                </a:lnTo>
                <a:lnTo>
                  <a:pt x="25336" y="79554"/>
                </a:lnTo>
                <a:lnTo>
                  <a:pt x="25339" y="78982"/>
                </a:lnTo>
                <a:lnTo>
                  <a:pt x="25348" y="78408"/>
                </a:lnTo>
                <a:lnTo>
                  <a:pt x="25363" y="77833"/>
                </a:lnTo>
                <a:lnTo>
                  <a:pt x="25385" y="77255"/>
                </a:lnTo>
                <a:lnTo>
                  <a:pt x="25412" y="76676"/>
                </a:lnTo>
                <a:lnTo>
                  <a:pt x="25446" y="76095"/>
                </a:lnTo>
                <a:lnTo>
                  <a:pt x="25486" y="75512"/>
                </a:lnTo>
                <a:lnTo>
                  <a:pt x="25533" y="74927"/>
                </a:lnTo>
                <a:lnTo>
                  <a:pt x="25585" y="74340"/>
                </a:lnTo>
                <a:lnTo>
                  <a:pt x="25644" y="73751"/>
                </a:lnTo>
                <a:lnTo>
                  <a:pt x="25708" y="73161"/>
                </a:lnTo>
                <a:lnTo>
                  <a:pt x="25780" y="72568"/>
                </a:lnTo>
                <a:lnTo>
                  <a:pt x="25857" y="71974"/>
                </a:lnTo>
                <a:lnTo>
                  <a:pt x="25940" y="71378"/>
                </a:lnTo>
                <a:lnTo>
                  <a:pt x="26030" y="70779"/>
                </a:lnTo>
                <a:lnTo>
                  <a:pt x="26126" y="70179"/>
                </a:lnTo>
                <a:lnTo>
                  <a:pt x="26228" y="69577"/>
                </a:lnTo>
                <a:lnTo>
                  <a:pt x="26337" y="68973"/>
                </a:lnTo>
                <a:lnTo>
                  <a:pt x="26452" y="68367"/>
                </a:lnTo>
                <a:lnTo>
                  <a:pt x="26573" y="67760"/>
                </a:lnTo>
                <a:lnTo>
                  <a:pt x="26700" y="67150"/>
                </a:lnTo>
                <a:lnTo>
                  <a:pt x="26834" y="66538"/>
                </a:lnTo>
                <a:lnTo>
                  <a:pt x="26974" y="65925"/>
                </a:lnTo>
                <a:lnTo>
                  <a:pt x="27120" y="65309"/>
                </a:lnTo>
                <a:lnTo>
                  <a:pt x="27279" y="64674"/>
                </a:lnTo>
                <a:lnTo>
                  <a:pt x="27458" y="63996"/>
                </a:lnTo>
                <a:lnTo>
                  <a:pt x="27658" y="63277"/>
                </a:lnTo>
                <a:lnTo>
                  <a:pt x="27877" y="62515"/>
                </a:lnTo>
                <a:lnTo>
                  <a:pt x="28117" y="61711"/>
                </a:lnTo>
                <a:lnTo>
                  <a:pt x="28378" y="60865"/>
                </a:lnTo>
                <a:lnTo>
                  <a:pt x="28658" y="59976"/>
                </a:lnTo>
                <a:lnTo>
                  <a:pt x="28959" y="59045"/>
                </a:lnTo>
                <a:lnTo>
                  <a:pt x="29281" y="58071"/>
                </a:lnTo>
                <a:lnTo>
                  <a:pt x="29623" y="57054"/>
                </a:lnTo>
                <a:lnTo>
                  <a:pt x="29986" y="55995"/>
                </a:lnTo>
                <a:lnTo>
                  <a:pt x="30369" y="54893"/>
                </a:lnTo>
                <a:lnTo>
                  <a:pt x="30773" y="53749"/>
                </a:lnTo>
                <a:lnTo>
                  <a:pt x="31198" y="52561"/>
                </a:lnTo>
                <a:lnTo>
                  <a:pt x="31644" y="51331"/>
                </a:lnTo>
                <a:lnTo>
                  <a:pt x="32110" y="50057"/>
                </a:lnTo>
                <a:lnTo>
                  <a:pt x="32597" y="48740"/>
                </a:lnTo>
                <a:lnTo>
                  <a:pt x="33105" y="47381"/>
                </a:lnTo>
                <a:lnTo>
                  <a:pt x="33634" y="45978"/>
                </a:lnTo>
                <a:lnTo>
                  <a:pt x="34184" y="44531"/>
                </a:lnTo>
                <a:lnTo>
                  <a:pt x="34755" y="43042"/>
                </a:lnTo>
                <a:lnTo>
                  <a:pt x="35347" y="41509"/>
                </a:lnTo>
                <a:lnTo>
                  <a:pt x="35960" y="39932"/>
                </a:lnTo>
                <a:lnTo>
                  <a:pt x="36595" y="38312"/>
                </a:lnTo>
                <a:lnTo>
                  <a:pt x="36620" y="38248"/>
                </a:lnTo>
                <a:lnTo>
                  <a:pt x="36642" y="38183"/>
                </a:lnTo>
                <a:lnTo>
                  <a:pt x="36856" y="37559"/>
                </a:lnTo>
                <a:lnTo>
                  <a:pt x="37066" y="36943"/>
                </a:lnTo>
                <a:lnTo>
                  <a:pt x="37271" y="36336"/>
                </a:lnTo>
                <a:lnTo>
                  <a:pt x="37473" y="35739"/>
                </a:lnTo>
                <a:lnTo>
                  <a:pt x="37669" y="35150"/>
                </a:lnTo>
                <a:lnTo>
                  <a:pt x="37862" y="34570"/>
                </a:lnTo>
                <a:lnTo>
                  <a:pt x="38049" y="33999"/>
                </a:lnTo>
                <a:lnTo>
                  <a:pt x="38233" y="33437"/>
                </a:lnTo>
                <a:lnTo>
                  <a:pt x="38412" y="32884"/>
                </a:lnTo>
                <a:lnTo>
                  <a:pt x="38587" y="32341"/>
                </a:lnTo>
                <a:lnTo>
                  <a:pt x="38758" y="31806"/>
                </a:lnTo>
                <a:lnTo>
                  <a:pt x="38924" y="31280"/>
                </a:lnTo>
                <a:lnTo>
                  <a:pt x="39085" y="30763"/>
                </a:lnTo>
                <a:lnTo>
                  <a:pt x="39243" y="30255"/>
                </a:lnTo>
                <a:lnTo>
                  <a:pt x="39396" y="29756"/>
                </a:lnTo>
                <a:lnTo>
                  <a:pt x="39544" y="29266"/>
                </a:lnTo>
                <a:lnTo>
                  <a:pt x="39688" y="28785"/>
                </a:lnTo>
                <a:lnTo>
                  <a:pt x="39828" y="28314"/>
                </a:lnTo>
                <a:lnTo>
                  <a:pt x="39963" y="27851"/>
                </a:lnTo>
                <a:lnTo>
                  <a:pt x="40094" y="27397"/>
                </a:lnTo>
                <a:lnTo>
                  <a:pt x="40220" y="26953"/>
                </a:lnTo>
                <a:lnTo>
                  <a:pt x="40342" y="26518"/>
                </a:lnTo>
                <a:lnTo>
                  <a:pt x="40459" y="26091"/>
                </a:lnTo>
                <a:lnTo>
                  <a:pt x="40572" y="25674"/>
                </a:lnTo>
                <a:lnTo>
                  <a:pt x="40678" y="25276"/>
                </a:lnTo>
                <a:lnTo>
                  <a:pt x="40780" y="24884"/>
                </a:lnTo>
                <a:lnTo>
                  <a:pt x="40879" y="24498"/>
                </a:lnTo>
                <a:lnTo>
                  <a:pt x="40974" y="24117"/>
                </a:lnTo>
                <a:lnTo>
                  <a:pt x="41066" y="23743"/>
                </a:lnTo>
                <a:lnTo>
                  <a:pt x="41153" y="23375"/>
                </a:lnTo>
                <a:lnTo>
                  <a:pt x="41237" y="23013"/>
                </a:lnTo>
                <a:lnTo>
                  <a:pt x="41317" y="22658"/>
                </a:lnTo>
                <a:lnTo>
                  <a:pt x="41392" y="22310"/>
                </a:lnTo>
                <a:lnTo>
                  <a:pt x="41463" y="21967"/>
                </a:lnTo>
                <a:lnTo>
                  <a:pt x="41530" y="21632"/>
                </a:lnTo>
                <a:lnTo>
                  <a:pt x="41593" y="21304"/>
                </a:lnTo>
                <a:lnTo>
                  <a:pt x="41651" y="20982"/>
                </a:lnTo>
                <a:lnTo>
                  <a:pt x="41705" y="20668"/>
                </a:lnTo>
                <a:lnTo>
                  <a:pt x="41754" y="20361"/>
                </a:lnTo>
                <a:lnTo>
                  <a:pt x="41798" y="20061"/>
                </a:lnTo>
                <a:lnTo>
                  <a:pt x="41837" y="19769"/>
                </a:lnTo>
                <a:lnTo>
                  <a:pt x="41872" y="19484"/>
                </a:lnTo>
                <a:lnTo>
                  <a:pt x="41901" y="19206"/>
                </a:lnTo>
                <a:lnTo>
                  <a:pt x="41925" y="18937"/>
                </a:lnTo>
                <a:lnTo>
                  <a:pt x="41944" y="18675"/>
                </a:lnTo>
                <a:lnTo>
                  <a:pt x="41958" y="18422"/>
                </a:lnTo>
                <a:lnTo>
                  <a:pt x="41966" y="18176"/>
                </a:lnTo>
                <a:lnTo>
                  <a:pt x="41969" y="17939"/>
                </a:lnTo>
                <a:lnTo>
                  <a:pt x="41967" y="17656"/>
                </a:lnTo>
                <a:lnTo>
                  <a:pt x="41960" y="17373"/>
                </a:lnTo>
                <a:lnTo>
                  <a:pt x="41949" y="17090"/>
                </a:lnTo>
                <a:lnTo>
                  <a:pt x="41932" y="16808"/>
                </a:lnTo>
                <a:lnTo>
                  <a:pt x="41910" y="16526"/>
                </a:lnTo>
                <a:lnTo>
                  <a:pt x="41883" y="16246"/>
                </a:lnTo>
                <a:lnTo>
                  <a:pt x="41851" y="15966"/>
                </a:lnTo>
                <a:lnTo>
                  <a:pt x="41812" y="15688"/>
                </a:lnTo>
                <a:lnTo>
                  <a:pt x="41767" y="15412"/>
                </a:lnTo>
                <a:lnTo>
                  <a:pt x="41716" y="15138"/>
                </a:lnTo>
                <a:lnTo>
                  <a:pt x="41658" y="14866"/>
                </a:lnTo>
                <a:lnTo>
                  <a:pt x="41594" y="14596"/>
                </a:lnTo>
                <a:lnTo>
                  <a:pt x="41522" y="14328"/>
                </a:lnTo>
                <a:lnTo>
                  <a:pt x="41443" y="14064"/>
                </a:lnTo>
                <a:lnTo>
                  <a:pt x="41357" y="13802"/>
                </a:lnTo>
                <a:lnTo>
                  <a:pt x="41263" y="13544"/>
                </a:lnTo>
                <a:lnTo>
                  <a:pt x="41161" y="13289"/>
                </a:lnTo>
                <a:lnTo>
                  <a:pt x="41051" y="13038"/>
                </a:lnTo>
                <a:lnTo>
                  <a:pt x="40933" y="12791"/>
                </a:lnTo>
                <a:lnTo>
                  <a:pt x="40806" y="12548"/>
                </a:lnTo>
                <a:lnTo>
                  <a:pt x="40670" y="12310"/>
                </a:lnTo>
                <a:lnTo>
                  <a:pt x="40526" y="12076"/>
                </a:lnTo>
                <a:lnTo>
                  <a:pt x="40372" y="11846"/>
                </a:lnTo>
                <a:lnTo>
                  <a:pt x="40208" y="11622"/>
                </a:lnTo>
                <a:lnTo>
                  <a:pt x="40021" y="11386"/>
                </a:lnTo>
                <a:lnTo>
                  <a:pt x="39826" y="11162"/>
                </a:lnTo>
                <a:lnTo>
                  <a:pt x="39626" y="10950"/>
                </a:lnTo>
                <a:lnTo>
                  <a:pt x="39418" y="10749"/>
                </a:lnTo>
                <a:lnTo>
                  <a:pt x="39205" y="10559"/>
                </a:lnTo>
                <a:lnTo>
                  <a:pt x="38986" y="10381"/>
                </a:lnTo>
                <a:lnTo>
                  <a:pt x="38761" y="10213"/>
                </a:lnTo>
                <a:lnTo>
                  <a:pt x="38531" y="10057"/>
                </a:lnTo>
                <a:lnTo>
                  <a:pt x="38296" y="9911"/>
                </a:lnTo>
                <a:lnTo>
                  <a:pt x="38056" y="9776"/>
                </a:lnTo>
                <a:lnTo>
                  <a:pt x="37812" y="9651"/>
                </a:lnTo>
                <a:lnTo>
                  <a:pt x="37563" y="9536"/>
                </a:lnTo>
                <a:lnTo>
                  <a:pt x="37310" y="9432"/>
                </a:lnTo>
                <a:lnTo>
                  <a:pt x="37054" y="9337"/>
                </a:lnTo>
                <a:lnTo>
                  <a:pt x="36794" y="9253"/>
                </a:lnTo>
                <a:lnTo>
                  <a:pt x="36530" y="9177"/>
                </a:lnTo>
                <a:lnTo>
                  <a:pt x="36264" y="9112"/>
                </a:lnTo>
                <a:lnTo>
                  <a:pt x="35995" y="9055"/>
                </a:lnTo>
                <a:lnTo>
                  <a:pt x="35724" y="9008"/>
                </a:lnTo>
                <a:lnTo>
                  <a:pt x="35450" y="8970"/>
                </a:lnTo>
                <a:lnTo>
                  <a:pt x="35174" y="8940"/>
                </a:lnTo>
                <a:lnTo>
                  <a:pt x="34897" y="8919"/>
                </a:lnTo>
                <a:lnTo>
                  <a:pt x="34618" y="8907"/>
                </a:lnTo>
                <a:lnTo>
                  <a:pt x="34338" y="8903"/>
                </a:lnTo>
                <a:lnTo>
                  <a:pt x="33705" y="8918"/>
                </a:lnTo>
                <a:lnTo>
                  <a:pt x="33075" y="8965"/>
                </a:lnTo>
                <a:lnTo>
                  <a:pt x="32450" y="9043"/>
                </a:lnTo>
                <a:lnTo>
                  <a:pt x="31829" y="9151"/>
                </a:lnTo>
                <a:lnTo>
                  <a:pt x="31211" y="9289"/>
                </a:lnTo>
                <a:lnTo>
                  <a:pt x="30598" y="9455"/>
                </a:lnTo>
                <a:lnTo>
                  <a:pt x="29989" y="9650"/>
                </a:lnTo>
                <a:lnTo>
                  <a:pt x="29384" y="9873"/>
                </a:lnTo>
                <a:lnTo>
                  <a:pt x="28782" y="10122"/>
                </a:lnTo>
                <a:lnTo>
                  <a:pt x="28185" y="10399"/>
                </a:lnTo>
                <a:lnTo>
                  <a:pt x="27592" y="10702"/>
                </a:lnTo>
                <a:lnTo>
                  <a:pt x="27003" y="11030"/>
                </a:lnTo>
                <a:lnTo>
                  <a:pt x="26418" y="11383"/>
                </a:lnTo>
                <a:lnTo>
                  <a:pt x="25838" y="11761"/>
                </a:lnTo>
                <a:lnTo>
                  <a:pt x="25261" y="12163"/>
                </a:lnTo>
                <a:lnTo>
                  <a:pt x="24689" y="12587"/>
                </a:lnTo>
                <a:lnTo>
                  <a:pt x="24120" y="13035"/>
                </a:lnTo>
                <a:lnTo>
                  <a:pt x="23556" y="13504"/>
                </a:lnTo>
                <a:lnTo>
                  <a:pt x="22996" y="13995"/>
                </a:lnTo>
                <a:lnTo>
                  <a:pt x="22440" y="14507"/>
                </a:lnTo>
                <a:lnTo>
                  <a:pt x="21888" y="15040"/>
                </a:lnTo>
                <a:lnTo>
                  <a:pt x="21340" y="15592"/>
                </a:lnTo>
                <a:lnTo>
                  <a:pt x="20796" y="16163"/>
                </a:lnTo>
                <a:lnTo>
                  <a:pt x="20257" y="16754"/>
                </a:lnTo>
                <a:lnTo>
                  <a:pt x="19697" y="17397"/>
                </a:lnTo>
                <a:lnTo>
                  <a:pt x="19147" y="18065"/>
                </a:lnTo>
                <a:lnTo>
                  <a:pt x="18608" y="18758"/>
                </a:lnTo>
                <a:lnTo>
                  <a:pt x="18078" y="19476"/>
                </a:lnTo>
                <a:lnTo>
                  <a:pt x="17559" y="20219"/>
                </a:lnTo>
                <a:lnTo>
                  <a:pt x="17050" y="20987"/>
                </a:lnTo>
                <a:lnTo>
                  <a:pt x="16550" y="21779"/>
                </a:lnTo>
                <a:lnTo>
                  <a:pt x="16060" y="22596"/>
                </a:lnTo>
                <a:lnTo>
                  <a:pt x="15580" y="23436"/>
                </a:lnTo>
                <a:lnTo>
                  <a:pt x="15110" y="24301"/>
                </a:lnTo>
                <a:lnTo>
                  <a:pt x="14649" y="25190"/>
                </a:lnTo>
                <a:lnTo>
                  <a:pt x="14198" y="26103"/>
                </a:lnTo>
                <a:lnTo>
                  <a:pt x="13756" y="27039"/>
                </a:lnTo>
                <a:lnTo>
                  <a:pt x="13323" y="27999"/>
                </a:lnTo>
                <a:lnTo>
                  <a:pt x="12899" y="28982"/>
                </a:lnTo>
                <a:lnTo>
                  <a:pt x="12485" y="29988"/>
                </a:lnTo>
                <a:lnTo>
                  <a:pt x="12080" y="31018"/>
                </a:lnTo>
                <a:lnTo>
                  <a:pt x="11684" y="32070"/>
                </a:lnTo>
                <a:lnTo>
                  <a:pt x="11297" y="33146"/>
                </a:lnTo>
                <a:lnTo>
                  <a:pt x="10918" y="34244"/>
                </a:lnTo>
                <a:lnTo>
                  <a:pt x="10549" y="35364"/>
                </a:lnTo>
                <a:lnTo>
                  <a:pt x="10188" y="36507"/>
                </a:lnTo>
                <a:lnTo>
                  <a:pt x="9835" y="37673"/>
                </a:lnTo>
                <a:lnTo>
                  <a:pt x="9663" y="38268"/>
                </a:lnTo>
                <a:lnTo>
                  <a:pt x="9628" y="38321"/>
                </a:lnTo>
                <a:lnTo>
                  <a:pt x="9586" y="38387"/>
                </a:lnTo>
                <a:lnTo>
                  <a:pt x="9546" y="38452"/>
                </a:lnTo>
                <a:lnTo>
                  <a:pt x="9506" y="38516"/>
                </a:lnTo>
                <a:lnTo>
                  <a:pt x="9469" y="38580"/>
                </a:lnTo>
                <a:lnTo>
                  <a:pt x="9432" y="38644"/>
                </a:lnTo>
                <a:lnTo>
                  <a:pt x="9425" y="38656"/>
                </a:lnTo>
                <a:lnTo>
                  <a:pt x="9425" y="38656"/>
                </a:lnTo>
                <a:lnTo>
                  <a:pt x="9425" y="38656"/>
                </a:lnTo>
                <a:lnTo>
                  <a:pt x="9425" y="38656"/>
                </a:lnTo>
                <a:lnTo>
                  <a:pt x="9425" y="38656"/>
                </a:lnTo>
                <a:lnTo>
                  <a:pt x="9425" y="38656"/>
                </a:lnTo>
                <a:lnTo>
                  <a:pt x="9425" y="38656"/>
                </a:lnTo>
                <a:lnTo>
                  <a:pt x="9424" y="38656"/>
                </a:lnTo>
                <a:lnTo>
                  <a:pt x="9424" y="38656"/>
                </a:lnTo>
                <a:lnTo>
                  <a:pt x="9424" y="38656"/>
                </a:lnTo>
                <a:lnTo>
                  <a:pt x="9424" y="38656"/>
                </a:lnTo>
                <a:lnTo>
                  <a:pt x="9424" y="38656"/>
                </a:lnTo>
                <a:lnTo>
                  <a:pt x="9424" y="38656"/>
                </a:lnTo>
                <a:lnTo>
                  <a:pt x="9424" y="38656"/>
                </a:lnTo>
                <a:lnTo>
                  <a:pt x="9424" y="38656"/>
                </a:lnTo>
                <a:lnTo>
                  <a:pt x="9423" y="38656"/>
                </a:lnTo>
                <a:lnTo>
                  <a:pt x="9423" y="38656"/>
                </a:lnTo>
                <a:lnTo>
                  <a:pt x="9423" y="38656"/>
                </a:lnTo>
                <a:lnTo>
                  <a:pt x="9423" y="38656"/>
                </a:lnTo>
                <a:lnTo>
                  <a:pt x="9423" y="38656"/>
                </a:lnTo>
                <a:lnTo>
                  <a:pt x="9423" y="38656"/>
                </a:lnTo>
                <a:lnTo>
                  <a:pt x="9423" y="38656"/>
                </a:lnTo>
                <a:lnTo>
                  <a:pt x="9422" y="38656"/>
                </a:lnTo>
                <a:lnTo>
                  <a:pt x="9422" y="38656"/>
                </a:lnTo>
                <a:lnTo>
                  <a:pt x="9422" y="38656"/>
                </a:lnTo>
                <a:lnTo>
                  <a:pt x="9422" y="38656"/>
                </a:lnTo>
                <a:lnTo>
                  <a:pt x="9422" y="38656"/>
                </a:lnTo>
                <a:lnTo>
                  <a:pt x="9422" y="38656"/>
                </a:lnTo>
                <a:lnTo>
                  <a:pt x="9422" y="38656"/>
                </a:lnTo>
                <a:lnTo>
                  <a:pt x="9422" y="38656"/>
                </a:lnTo>
                <a:lnTo>
                  <a:pt x="9421" y="38656"/>
                </a:lnTo>
                <a:lnTo>
                  <a:pt x="9421" y="38656"/>
                </a:lnTo>
                <a:lnTo>
                  <a:pt x="9421" y="38656"/>
                </a:lnTo>
                <a:lnTo>
                  <a:pt x="9421" y="38656"/>
                </a:lnTo>
                <a:lnTo>
                  <a:pt x="9421" y="38656"/>
                </a:lnTo>
                <a:lnTo>
                  <a:pt x="9421" y="38656"/>
                </a:lnTo>
                <a:lnTo>
                  <a:pt x="9421" y="38656"/>
                </a:lnTo>
                <a:lnTo>
                  <a:pt x="9421" y="38656"/>
                </a:lnTo>
                <a:lnTo>
                  <a:pt x="9420" y="38656"/>
                </a:lnTo>
                <a:lnTo>
                  <a:pt x="9420" y="38656"/>
                </a:lnTo>
                <a:lnTo>
                  <a:pt x="9420" y="38656"/>
                </a:lnTo>
                <a:lnTo>
                  <a:pt x="9420" y="38656"/>
                </a:lnTo>
                <a:lnTo>
                  <a:pt x="9420" y="38656"/>
                </a:lnTo>
                <a:lnTo>
                  <a:pt x="9420" y="38656"/>
                </a:lnTo>
                <a:lnTo>
                  <a:pt x="9420" y="38656"/>
                </a:lnTo>
                <a:lnTo>
                  <a:pt x="9419" y="38656"/>
                </a:lnTo>
                <a:lnTo>
                  <a:pt x="9419" y="38656"/>
                </a:lnTo>
                <a:lnTo>
                  <a:pt x="9419" y="38656"/>
                </a:lnTo>
                <a:lnTo>
                  <a:pt x="9419" y="38656"/>
                </a:lnTo>
                <a:lnTo>
                  <a:pt x="9419" y="38656"/>
                </a:lnTo>
                <a:lnTo>
                  <a:pt x="9419" y="38656"/>
                </a:lnTo>
                <a:lnTo>
                  <a:pt x="9419" y="38656"/>
                </a:lnTo>
                <a:lnTo>
                  <a:pt x="9419" y="38656"/>
                </a:lnTo>
                <a:lnTo>
                  <a:pt x="9418" y="38656"/>
                </a:lnTo>
                <a:lnTo>
                  <a:pt x="9418" y="38656"/>
                </a:lnTo>
                <a:lnTo>
                  <a:pt x="9418" y="38656"/>
                </a:lnTo>
                <a:lnTo>
                  <a:pt x="9418" y="38656"/>
                </a:lnTo>
                <a:lnTo>
                  <a:pt x="9418" y="38656"/>
                </a:lnTo>
                <a:lnTo>
                  <a:pt x="9418" y="38656"/>
                </a:lnTo>
                <a:lnTo>
                  <a:pt x="9418" y="38656"/>
                </a:lnTo>
                <a:lnTo>
                  <a:pt x="9418" y="38656"/>
                </a:lnTo>
                <a:lnTo>
                  <a:pt x="9417" y="38656"/>
                </a:lnTo>
                <a:lnTo>
                  <a:pt x="9417" y="38656"/>
                </a:lnTo>
                <a:lnTo>
                  <a:pt x="9417" y="38656"/>
                </a:lnTo>
                <a:lnTo>
                  <a:pt x="9417" y="38656"/>
                </a:lnTo>
                <a:lnTo>
                  <a:pt x="9417" y="38656"/>
                </a:lnTo>
                <a:lnTo>
                  <a:pt x="9417" y="38656"/>
                </a:lnTo>
                <a:lnTo>
                  <a:pt x="9417" y="38656"/>
                </a:lnTo>
                <a:lnTo>
                  <a:pt x="9416" y="38656"/>
                </a:lnTo>
                <a:lnTo>
                  <a:pt x="9416" y="38656"/>
                </a:lnTo>
                <a:lnTo>
                  <a:pt x="9416" y="38656"/>
                </a:lnTo>
                <a:lnTo>
                  <a:pt x="9416" y="38656"/>
                </a:lnTo>
                <a:lnTo>
                  <a:pt x="9416" y="38656"/>
                </a:lnTo>
                <a:lnTo>
                  <a:pt x="9416" y="38656"/>
                </a:lnTo>
                <a:lnTo>
                  <a:pt x="9416" y="38656"/>
                </a:lnTo>
                <a:lnTo>
                  <a:pt x="9416" y="38656"/>
                </a:lnTo>
                <a:lnTo>
                  <a:pt x="9415" y="38656"/>
                </a:lnTo>
                <a:lnTo>
                  <a:pt x="9415" y="38656"/>
                </a:lnTo>
                <a:lnTo>
                  <a:pt x="9415" y="38656"/>
                </a:lnTo>
                <a:lnTo>
                  <a:pt x="9415" y="38656"/>
                </a:lnTo>
                <a:lnTo>
                  <a:pt x="9415" y="38656"/>
                </a:lnTo>
                <a:lnTo>
                  <a:pt x="9415" y="38656"/>
                </a:lnTo>
                <a:lnTo>
                  <a:pt x="9415" y="38656"/>
                </a:lnTo>
                <a:lnTo>
                  <a:pt x="9414" y="38656"/>
                </a:lnTo>
                <a:lnTo>
                  <a:pt x="9414" y="38656"/>
                </a:lnTo>
                <a:lnTo>
                  <a:pt x="9414" y="38656"/>
                </a:lnTo>
                <a:lnTo>
                  <a:pt x="9414" y="38656"/>
                </a:lnTo>
                <a:lnTo>
                  <a:pt x="9414" y="38656"/>
                </a:lnTo>
                <a:lnTo>
                  <a:pt x="9414" y="38656"/>
                </a:lnTo>
                <a:lnTo>
                  <a:pt x="9414" y="38656"/>
                </a:lnTo>
                <a:lnTo>
                  <a:pt x="9414" y="38656"/>
                </a:lnTo>
                <a:lnTo>
                  <a:pt x="9413" y="38656"/>
                </a:lnTo>
                <a:lnTo>
                  <a:pt x="9413" y="38656"/>
                </a:lnTo>
                <a:lnTo>
                  <a:pt x="9413" y="38656"/>
                </a:lnTo>
                <a:lnTo>
                  <a:pt x="9413" y="38656"/>
                </a:lnTo>
                <a:lnTo>
                  <a:pt x="9413" y="38656"/>
                </a:lnTo>
                <a:lnTo>
                  <a:pt x="9413" y="38656"/>
                </a:lnTo>
                <a:lnTo>
                  <a:pt x="9413" y="38656"/>
                </a:lnTo>
                <a:lnTo>
                  <a:pt x="9413" y="38656"/>
                </a:lnTo>
                <a:lnTo>
                  <a:pt x="9412" y="38656"/>
                </a:lnTo>
                <a:lnTo>
                  <a:pt x="9412" y="38656"/>
                </a:lnTo>
                <a:lnTo>
                  <a:pt x="9412" y="38656"/>
                </a:lnTo>
                <a:lnTo>
                  <a:pt x="9412" y="38656"/>
                </a:lnTo>
                <a:lnTo>
                  <a:pt x="9412" y="38656"/>
                </a:lnTo>
                <a:lnTo>
                  <a:pt x="9412" y="38656"/>
                </a:lnTo>
                <a:lnTo>
                  <a:pt x="9412" y="38656"/>
                </a:lnTo>
                <a:lnTo>
                  <a:pt x="9411" y="38656"/>
                </a:lnTo>
                <a:lnTo>
                  <a:pt x="9411" y="38656"/>
                </a:lnTo>
                <a:lnTo>
                  <a:pt x="9411" y="38656"/>
                </a:lnTo>
                <a:lnTo>
                  <a:pt x="9411" y="38656"/>
                </a:lnTo>
                <a:lnTo>
                  <a:pt x="9411" y="38656"/>
                </a:lnTo>
                <a:lnTo>
                  <a:pt x="9411" y="38656"/>
                </a:lnTo>
                <a:lnTo>
                  <a:pt x="9411" y="38656"/>
                </a:lnTo>
                <a:lnTo>
                  <a:pt x="9411" y="38656"/>
                </a:lnTo>
                <a:lnTo>
                  <a:pt x="9410" y="38656"/>
                </a:lnTo>
                <a:lnTo>
                  <a:pt x="9410" y="38656"/>
                </a:lnTo>
                <a:lnTo>
                  <a:pt x="9410" y="38656"/>
                </a:lnTo>
                <a:lnTo>
                  <a:pt x="9410" y="38656"/>
                </a:lnTo>
                <a:lnTo>
                  <a:pt x="9410" y="38656"/>
                </a:lnTo>
                <a:lnTo>
                  <a:pt x="9410" y="38656"/>
                </a:lnTo>
                <a:lnTo>
                  <a:pt x="9410" y="38656"/>
                </a:lnTo>
                <a:lnTo>
                  <a:pt x="9410" y="38656"/>
                </a:lnTo>
                <a:lnTo>
                  <a:pt x="9409" y="38656"/>
                </a:lnTo>
                <a:lnTo>
                  <a:pt x="9409" y="38656"/>
                </a:lnTo>
                <a:lnTo>
                  <a:pt x="9409" y="38656"/>
                </a:lnTo>
                <a:lnTo>
                  <a:pt x="9409" y="38656"/>
                </a:lnTo>
                <a:lnTo>
                  <a:pt x="9409" y="38656"/>
                </a:lnTo>
                <a:lnTo>
                  <a:pt x="9409" y="38656"/>
                </a:lnTo>
                <a:lnTo>
                  <a:pt x="9409" y="38656"/>
                </a:lnTo>
                <a:lnTo>
                  <a:pt x="9408" y="38656"/>
                </a:lnTo>
                <a:lnTo>
                  <a:pt x="9408" y="38656"/>
                </a:lnTo>
                <a:lnTo>
                  <a:pt x="9408" y="38656"/>
                </a:lnTo>
                <a:lnTo>
                  <a:pt x="9408" y="38656"/>
                </a:lnTo>
                <a:lnTo>
                  <a:pt x="9408" y="38656"/>
                </a:lnTo>
                <a:lnTo>
                  <a:pt x="9408" y="38656"/>
                </a:lnTo>
                <a:lnTo>
                  <a:pt x="9408" y="38656"/>
                </a:lnTo>
                <a:lnTo>
                  <a:pt x="9408" y="38656"/>
                </a:lnTo>
                <a:lnTo>
                  <a:pt x="9407" y="38656"/>
                </a:lnTo>
                <a:lnTo>
                  <a:pt x="9407" y="38656"/>
                </a:lnTo>
                <a:lnTo>
                  <a:pt x="9407" y="38656"/>
                </a:lnTo>
                <a:lnTo>
                  <a:pt x="9407" y="38656"/>
                </a:lnTo>
                <a:lnTo>
                  <a:pt x="9407" y="38656"/>
                </a:lnTo>
                <a:lnTo>
                  <a:pt x="9407" y="38656"/>
                </a:lnTo>
                <a:lnTo>
                  <a:pt x="9407" y="38656"/>
                </a:lnTo>
                <a:lnTo>
                  <a:pt x="9407" y="38656"/>
                </a:lnTo>
                <a:lnTo>
                  <a:pt x="9406" y="38656"/>
                </a:lnTo>
                <a:lnTo>
                  <a:pt x="9406" y="38656"/>
                </a:lnTo>
                <a:lnTo>
                  <a:pt x="9406" y="38656"/>
                </a:lnTo>
                <a:lnTo>
                  <a:pt x="9406" y="38656"/>
                </a:lnTo>
                <a:lnTo>
                  <a:pt x="9406" y="38656"/>
                </a:lnTo>
                <a:lnTo>
                  <a:pt x="9406" y="38656"/>
                </a:lnTo>
                <a:lnTo>
                  <a:pt x="9406" y="38656"/>
                </a:lnTo>
                <a:lnTo>
                  <a:pt x="9405" y="38656"/>
                </a:lnTo>
                <a:lnTo>
                  <a:pt x="9405" y="38656"/>
                </a:lnTo>
                <a:lnTo>
                  <a:pt x="9405" y="38656"/>
                </a:lnTo>
                <a:lnTo>
                  <a:pt x="9405" y="38656"/>
                </a:lnTo>
                <a:lnTo>
                  <a:pt x="9405" y="38656"/>
                </a:lnTo>
                <a:lnTo>
                  <a:pt x="9405" y="38656"/>
                </a:lnTo>
                <a:lnTo>
                  <a:pt x="9405" y="38656"/>
                </a:lnTo>
                <a:lnTo>
                  <a:pt x="9405" y="38656"/>
                </a:lnTo>
                <a:lnTo>
                  <a:pt x="9404" y="38656"/>
                </a:lnTo>
                <a:lnTo>
                  <a:pt x="9404" y="38656"/>
                </a:lnTo>
                <a:lnTo>
                  <a:pt x="9404" y="38656"/>
                </a:lnTo>
                <a:lnTo>
                  <a:pt x="9404" y="38656"/>
                </a:lnTo>
                <a:lnTo>
                  <a:pt x="9404" y="38656"/>
                </a:lnTo>
                <a:lnTo>
                  <a:pt x="9404" y="38656"/>
                </a:lnTo>
                <a:lnTo>
                  <a:pt x="9404" y="38656"/>
                </a:lnTo>
                <a:lnTo>
                  <a:pt x="9403" y="38656"/>
                </a:lnTo>
                <a:lnTo>
                  <a:pt x="9403" y="38656"/>
                </a:lnTo>
                <a:lnTo>
                  <a:pt x="9403" y="38656"/>
                </a:lnTo>
                <a:lnTo>
                  <a:pt x="9403" y="38656"/>
                </a:lnTo>
                <a:lnTo>
                  <a:pt x="9403" y="38656"/>
                </a:lnTo>
                <a:lnTo>
                  <a:pt x="9403" y="38656"/>
                </a:lnTo>
                <a:lnTo>
                  <a:pt x="9403" y="38656"/>
                </a:lnTo>
                <a:lnTo>
                  <a:pt x="9403" y="38656"/>
                </a:lnTo>
                <a:lnTo>
                  <a:pt x="9402" y="38656"/>
                </a:lnTo>
                <a:lnTo>
                  <a:pt x="9402" y="38656"/>
                </a:lnTo>
                <a:lnTo>
                  <a:pt x="9402" y="38656"/>
                </a:lnTo>
                <a:lnTo>
                  <a:pt x="9402" y="38656"/>
                </a:lnTo>
                <a:lnTo>
                  <a:pt x="9402" y="38656"/>
                </a:lnTo>
                <a:lnTo>
                  <a:pt x="9402" y="38656"/>
                </a:lnTo>
                <a:lnTo>
                  <a:pt x="9402" y="38656"/>
                </a:lnTo>
                <a:lnTo>
                  <a:pt x="9402" y="38656"/>
                </a:lnTo>
                <a:lnTo>
                  <a:pt x="9401" y="38656"/>
                </a:lnTo>
                <a:lnTo>
                  <a:pt x="9401" y="38656"/>
                </a:lnTo>
                <a:lnTo>
                  <a:pt x="9401" y="38656"/>
                </a:lnTo>
                <a:lnTo>
                  <a:pt x="9401" y="38656"/>
                </a:lnTo>
                <a:lnTo>
                  <a:pt x="9401" y="38656"/>
                </a:lnTo>
                <a:lnTo>
                  <a:pt x="9401" y="38656"/>
                </a:lnTo>
                <a:lnTo>
                  <a:pt x="9401" y="38656"/>
                </a:lnTo>
                <a:lnTo>
                  <a:pt x="9400" y="38656"/>
                </a:lnTo>
                <a:lnTo>
                  <a:pt x="9400" y="38656"/>
                </a:lnTo>
                <a:lnTo>
                  <a:pt x="9400" y="38656"/>
                </a:lnTo>
                <a:lnTo>
                  <a:pt x="9400" y="38656"/>
                </a:lnTo>
                <a:lnTo>
                  <a:pt x="9400" y="38656"/>
                </a:lnTo>
                <a:lnTo>
                  <a:pt x="9400" y="38656"/>
                </a:lnTo>
                <a:lnTo>
                  <a:pt x="9400" y="38656"/>
                </a:lnTo>
                <a:lnTo>
                  <a:pt x="9400" y="38656"/>
                </a:lnTo>
                <a:lnTo>
                  <a:pt x="9399" y="38656"/>
                </a:lnTo>
                <a:lnTo>
                  <a:pt x="9399" y="38656"/>
                </a:lnTo>
                <a:lnTo>
                  <a:pt x="9399" y="38656"/>
                </a:lnTo>
                <a:lnTo>
                  <a:pt x="9399" y="38656"/>
                </a:lnTo>
                <a:lnTo>
                  <a:pt x="9399" y="38656"/>
                </a:lnTo>
                <a:lnTo>
                  <a:pt x="9399" y="38656"/>
                </a:lnTo>
                <a:lnTo>
                  <a:pt x="9399" y="38656"/>
                </a:lnTo>
                <a:lnTo>
                  <a:pt x="9398" y="38656"/>
                </a:lnTo>
                <a:lnTo>
                  <a:pt x="9398" y="38656"/>
                </a:lnTo>
                <a:lnTo>
                  <a:pt x="9398" y="38656"/>
                </a:lnTo>
                <a:lnTo>
                  <a:pt x="9398" y="38656"/>
                </a:lnTo>
                <a:lnTo>
                  <a:pt x="9398" y="38656"/>
                </a:lnTo>
                <a:lnTo>
                  <a:pt x="9398" y="38656"/>
                </a:lnTo>
                <a:lnTo>
                  <a:pt x="9398" y="38656"/>
                </a:lnTo>
                <a:lnTo>
                  <a:pt x="9398" y="38656"/>
                </a:lnTo>
                <a:lnTo>
                  <a:pt x="9397" y="38656"/>
                </a:lnTo>
                <a:lnTo>
                  <a:pt x="9397" y="38656"/>
                </a:lnTo>
                <a:lnTo>
                  <a:pt x="9397" y="38656"/>
                </a:lnTo>
                <a:lnTo>
                  <a:pt x="9397" y="38656"/>
                </a:lnTo>
                <a:lnTo>
                  <a:pt x="9397" y="38656"/>
                </a:lnTo>
                <a:lnTo>
                  <a:pt x="9397" y="38656"/>
                </a:lnTo>
                <a:lnTo>
                  <a:pt x="9397" y="38656"/>
                </a:lnTo>
                <a:lnTo>
                  <a:pt x="9397" y="38656"/>
                </a:lnTo>
                <a:lnTo>
                  <a:pt x="9396" y="38656"/>
                </a:lnTo>
                <a:lnTo>
                  <a:pt x="9396" y="38656"/>
                </a:lnTo>
                <a:lnTo>
                  <a:pt x="9396" y="38656"/>
                </a:lnTo>
                <a:lnTo>
                  <a:pt x="9396" y="38656"/>
                </a:lnTo>
                <a:lnTo>
                  <a:pt x="9396" y="38656"/>
                </a:lnTo>
                <a:lnTo>
                  <a:pt x="9396" y="38656"/>
                </a:lnTo>
                <a:lnTo>
                  <a:pt x="9396" y="38656"/>
                </a:lnTo>
                <a:lnTo>
                  <a:pt x="9395" y="38656"/>
                </a:lnTo>
                <a:lnTo>
                  <a:pt x="9395" y="38656"/>
                </a:lnTo>
                <a:lnTo>
                  <a:pt x="9395" y="38656"/>
                </a:lnTo>
                <a:lnTo>
                  <a:pt x="9395" y="38656"/>
                </a:lnTo>
                <a:lnTo>
                  <a:pt x="9395" y="38656"/>
                </a:lnTo>
                <a:lnTo>
                  <a:pt x="9395" y="38656"/>
                </a:lnTo>
                <a:lnTo>
                  <a:pt x="9395" y="38656"/>
                </a:lnTo>
                <a:lnTo>
                  <a:pt x="9395" y="38656"/>
                </a:lnTo>
                <a:lnTo>
                  <a:pt x="9394" y="38656"/>
                </a:lnTo>
                <a:lnTo>
                  <a:pt x="9394" y="38656"/>
                </a:lnTo>
                <a:lnTo>
                  <a:pt x="9394" y="38656"/>
                </a:lnTo>
                <a:lnTo>
                  <a:pt x="9394" y="38656"/>
                </a:lnTo>
                <a:lnTo>
                  <a:pt x="9394" y="38656"/>
                </a:lnTo>
                <a:lnTo>
                  <a:pt x="9394" y="38656"/>
                </a:lnTo>
                <a:lnTo>
                  <a:pt x="9394" y="38656"/>
                </a:lnTo>
                <a:lnTo>
                  <a:pt x="9393" y="38656"/>
                </a:lnTo>
                <a:lnTo>
                  <a:pt x="9393" y="38656"/>
                </a:lnTo>
                <a:lnTo>
                  <a:pt x="9393" y="38656"/>
                </a:lnTo>
                <a:lnTo>
                  <a:pt x="9393" y="38656"/>
                </a:lnTo>
                <a:lnTo>
                  <a:pt x="9393" y="38656"/>
                </a:lnTo>
                <a:lnTo>
                  <a:pt x="9393" y="38656"/>
                </a:lnTo>
                <a:lnTo>
                  <a:pt x="9393" y="38656"/>
                </a:lnTo>
                <a:lnTo>
                  <a:pt x="9393" y="38656"/>
                </a:lnTo>
                <a:lnTo>
                  <a:pt x="9392" y="38656"/>
                </a:lnTo>
                <a:lnTo>
                  <a:pt x="9392" y="38656"/>
                </a:lnTo>
                <a:lnTo>
                  <a:pt x="9392" y="38656"/>
                </a:lnTo>
                <a:lnTo>
                  <a:pt x="9392" y="38656"/>
                </a:lnTo>
                <a:lnTo>
                  <a:pt x="9392" y="38656"/>
                </a:lnTo>
                <a:lnTo>
                  <a:pt x="9392" y="38656"/>
                </a:lnTo>
                <a:lnTo>
                  <a:pt x="9392" y="38656"/>
                </a:lnTo>
                <a:lnTo>
                  <a:pt x="9392" y="38656"/>
                </a:lnTo>
                <a:lnTo>
                  <a:pt x="9391" y="38656"/>
                </a:lnTo>
                <a:lnTo>
                  <a:pt x="9391" y="38656"/>
                </a:lnTo>
                <a:lnTo>
                  <a:pt x="9391" y="38656"/>
                </a:lnTo>
                <a:lnTo>
                  <a:pt x="9391" y="38656"/>
                </a:lnTo>
                <a:lnTo>
                  <a:pt x="9391" y="38656"/>
                </a:lnTo>
                <a:lnTo>
                  <a:pt x="9391" y="38656"/>
                </a:lnTo>
                <a:lnTo>
                  <a:pt x="9391" y="38656"/>
                </a:lnTo>
                <a:lnTo>
                  <a:pt x="9390" y="38656"/>
                </a:lnTo>
                <a:lnTo>
                  <a:pt x="9390" y="38656"/>
                </a:lnTo>
                <a:lnTo>
                  <a:pt x="9390" y="38656"/>
                </a:lnTo>
                <a:lnTo>
                  <a:pt x="9390" y="38656"/>
                </a:lnTo>
                <a:lnTo>
                  <a:pt x="9390" y="38656"/>
                </a:lnTo>
                <a:lnTo>
                  <a:pt x="9390" y="38656"/>
                </a:lnTo>
                <a:lnTo>
                  <a:pt x="9390" y="38656"/>
                </a:lnTo>
                <a:lnTo>
                  <a:pt x="9390" y="38656"/>
                </a:lnTo>
                <a:lnTo>
                  <a:pt x="9389" y="38656"/>
                </a:lnTo>
                <a:lnTo>
                  <a:pt x="9389" y="38656"/>
                </a:lnTo>
                <a:lnTo>
                  <a:pt x="9389" y="38656"/>
                </a:lnTo>
                <a:lnTo>
                  <a:pt x="9389" y="38656"/>
                </a:lnTo>
                <a:lnTo>
                  <a:pt x="9389" y="38656"/>
                </a:lnTo>
                <a:lnTo>
                  <a:pt x="9389" y="38656"/>
                </a:lnTo>
                <a:lnTo>
                  <a:pt x="9389" y="38656"/>
                </a:lnTo>
                <a:lnTo>
                  <a:pt x="9388" y="38656"/>
                </a:lnTo>
                <a:lnTo>
                  <a:pt x="9388" y="38656"/>
                </a:lnTo>
                <a:lnTo>
                  <a:pt x="9388" y="38656"/>
                </a:lnTo>
                <a:lnTo>
                  <a:pt x="9388" y="38656"/>
                </a:lnTo>
                <a:lnTo>
                  <a:pt x="9388" y="38656"/>
                </a:lnTo>
                <a:lnTo>
                  <a:pt x="9388" y="38656"/>
                </a:lnTo>
                <a:lnTo>
                  <a:pt x="9388" y="38656"/>
                </a:lnTo>
                <a:lnTo>
                  <a:pt x="9388" y="38656"/>
                </a:lnTo>
                <a:lnTo>
                  <a:pt x="9387" y="38656"/>
                </a:lnTo>
                <a:lnTo>
                  <a:pt x="9387" y="38656"/>
                </a:lnTo>
                <a:lnTo>
                  <a:pt x="9387" y="38656"/>
                </a:lnTo>
                <a:lnTo>
                  <a:pt x="9387" y="38656"/>
                </a:lnTo>
                <a:lnTo>
                  <a:pt x="9387" y="38656"/>
                </a:lnTo>
                <a:lnTo>
                  <a:pt x="9387" y="38656"/>
                </a:lnTo>
                <a:lnTo>
                  <a:pt x="9387" y="38656"/>
                </a:lnTo>
                <a:lnTo>
                  <a:pt x="9386" y="38656"/>
                </a:lnTo>
                <a:lnTo>
                  <a:pt x="9386" y="38656"/>
                </a:lnTo>
                <a:lnTo>
                  <a:pt x="9386" y="38656"/>
                </a:lnTo>
                <a:lnTo>
                  <a:pt x="9386" y="38656"/>
                </a:lnTo>
                <a:lnTo>
                  <a:pt x="9386" y="38656"/>
                </a:lnTo>
                <a:lnTo>
                  <a:pt x="9386" y="38656"/>
                </a:lnTo>
                <a:lnTo>
                  <a:pt x="9386" y="38656"/>
                </a:lnTo>
                <a:lnTo>
                  <a:pt x="9386" y="38656"/>
                </a:lnTo>
                <a:lnTo>
                  <a:pt x="9385" y="38656"/>
                </a:lnTo>
                <a:lnTo>
                  <a:pt x="9385" y="38656"/>
                </a:lnTo>
                <a:lnTo>
                  <a:pt x="9385" y="38656"/>
                </a:lnTo>
                <a:lnTo>
                  <a:pt x="9385" y="38656"/>
                </a:lnTo>
                <a:lnTo>
                  <a:pt x="9385" y="38656"/>
                </a:lnTo>
                <a:lnTo>
                  <a:pt x="9385" y="38656"/>
                </a:lnTo>
                <a:lnTo>
                  <a:pt x="9385" y="38656"/>
                </a:lnTo>
                <a:lnTo>
                  <a:pt x="9385" y="38656"/>
                </a:lnTo>
                <a:lnTo>
                  <a:pt x="9384" y="38656"/>
                </a:lnTo>
                <a:lnTo>
                  <a:pt x="9384" y="38656"/>
                </a:lnTo>
                <a:lnTo>
                  <a:pt x="9384" y="38656"/>
                </a:lnTo>
                <a:lnTo>
                  <a:pt x="9384" y="38656"/>
                </a:lnTo>
                <a:lnTo>
                  <a:pt x="9384" y="38656"/>
                </a:lnTo>
                <a:lnTo>
                  <a:pt x="9384" y="38656"/>
                </a:lnTo>
                <a:lnTo>
                  <a:pt x="9384" y="38656"/>
                </a:lnTo>
                <a:lnTo>
                  <a:pt x="9383" y="38656"/>
                </a:lnTo>
                <a:lnTo>
                  <a:pt x="9383" y="38656"/>
                </a:lnTo>
                <a:lnTo>
                  <a:pt x="9383" y="38656"/>
                </a:lnTo>
                <a:lnTo>
                  <a:pt x="9383" y="38656"/>
                </a:lnTo>
                <a:lnTo>
                  <a:pt x="9383" y="38656"/>
                </a:lnTo>
                <a:lnTo>
                  <a:pt x="9383" y="38656"/>
                </a:lnTo>
                <a:lnTo>
                  <a:pt x="9383" y="38656"/>
                </a:lnTo>
                <a:lnTo>
                  <a:pt x="9383" y="38656"/>
                </a:lnTo>
                <a:lnTo>
                  <a:pt x="9382" y="38656"/>
                </a:lnTo>
                <a:lnTo>
                  <a:pt x="9382" y="38656"/>
                </a:lnTo>
                <a:lnTo>
                  <a:pt x="9382" y="38656"/>
                </a:lnTo>
                <a:lnTo>
                  <a:pt x="9382" y="38656"/>
                </a:lnTo>
                <a:lnTo>
                  <a:pt x="9382" y="38656"/>
                </a:lnTo>
                <a:lnTo>
                  <a:pt x="9382" y="38656"/>
                </a:lnTo>
                <a:lnTo>
                  <a:pt x="9382" y="38656"/>
                </a:lnTo>
                <a:lnTo>
                  <a:pt x="9381" y="38656"/>
                </a:lnTo>
                <a:lnTo>
                  <a:pt x="9381" y="38656"/>
                </a:lnTo>
                <a:lnTo>
                  <a:pt x="9381" y="38656"/>
                </a:lnTo>
                <a:lnTo>
                  <a:pt x="9381" y="38656"/>
                </a:lnTo>
                <a:lnTo>
                  <a:pt x="9381" y="38656"/>
                </a:lnTo>
                <a:lnTo>
                  <a:pt x="9381" y="38656"/>
                </a:lnTo>
                <a:lnTo>
                  <a:pt x="9381" y="38656"/>
                </a:lnTo>
                <a:lnTo>
                  <a:pt x="9381" y="38656"/>
                </a:lnTo>
                <a:lnTo>
                  <a:pt x="9380" y="38656"/>
                </a:lnTo>
                <a:lnTo>
                  <a:pt x="9380" y="38656"/>
                </a:lnTo>
                <a:lnTo>
                  <a:pt x="9380" y="38656"/>
                </a:lnTo>
                <a:lnTo>
                  <a:pt x="9380" y="38656"/>
                </a:lnTo>
                <a:lnTo>
                  <a:pt x="9380" y="38656"/>
                </a:lnTo>
                <a:lnTo>
                  <a:pt x="9380" y="38656"/>
                </a:lnTo>
                <a:lnTo>
                  <a:pt x="9380" y="38656"/>
                </a:lnTo>
                <a:lnTo>
                  <a:pt x="9379" y="38656"/>
                </a:lnTo>
                <a:lnTo>
                  <a:pt x="9379" y="38656"/>
                </a:lnTo>
                <a:lnTo>
                  <a:pt x="9379" y="38656"/>
                </a:lnTo>
                <a:lnTo>
                  <a:pt x="9379" y="38656"/>
                </a:lnTo>
                <a:lnTo>
                  <a:pt x="9379" y="38656"/>
                </a:lnTo>
                <a:lnTo>
                  <a:pt x="9379" y="38656"/>
                </a:lnTo>
                <a:lnTo>
                  <a:pt x="9379" y="38656"/>
                </a:lnTo>
                <a:lnTo>
                  <a:pt x="9379" y="38656"/>
                </a:lnTo>
                <a:lnTo>
                  <a:pt x="9378" y="38656"/>
                </a:lnTo>
                <a:lnTo>
                  <a:pt x="9378" y="38656"/>
                </a:lnTo>
                <a:lnTo>
                  <a:pt x="9378" y="38656"/>
                </a:lnTo>
                <a:lnTo>
                  <a:pt x="9378" y="38656"/>
                </a:lnTo>
                <a:lnTo>
                  <a:pt x="9378" y="38656"/>
                </a:lnTo>
                <a:lnTo>
                  <a:pt x="9378" y="38656"/>
                </a:lnTo>
                <a:lnTo>
                  <a:pt x="9378" y="38656"/>
                </a:lnTo>
                <a:lnTo>
                  <a:pt x="9377" y="38656"/>
                </a:lnTo>
                <a:lnTo>
                  <a:pt x="9377" y="38656"/>
                </a:lnTo>
                <a:lnTo>
                  <a:pt x="9377" y="38656"/>
                </a:lnTo>
                <a:lnTo>
                  <a:pt x="9377" y="38656"/>
                </a:lnTo>
                <a:lnTo>
                  <a:pt x="9377" y="38656"/>
                </a:lnTo>
                <a:lnTo>
                  <a:pt x="9377" y="38656"/>
                </a:lnTo>
                <a:lnTo>
                  <a:pt x="9377" y="38656"/>
                </a:lnTo>
                <a:lnTo>
                  <a:pt x="9377" y="38656"/>
                </a:lnTo>
                <a:lnTo>
                  <a:pt x="9376" y="38656"/>
                </a:lnTo>
                <a:lnTo>
                  <a:pt x="9376" y="38656"/>
                </a:lnTo>
                <a:lnTo>
                  <a:pt x="9376" y="38656"/>
                </a:lnTo>
                <a:lnTo>
                  <a:pt x="9376" y="38656"/>
                </a:lnTo>
                <a:lnTo>
                  <a:pt x="9376" y="38656"/>
                </a:lnTo>
                <a:lnTo>
                  <a:pt x="9376" y="38656"/>
                </a:lnTo>
                <a:lnTo>
                  <a:pt x="9376" y="38656"/>
                </a:lnTo>
                <a:lnTo>
                  <a:pt x="9376" y="38656"/>
                </a:lnTo>
                <a:lnTo>
                  <a:pt x="9375" y="38656"/>
                </a:lnTo>
                <a:lnTo>
                  <a:pt x="9375" y="38656"/>
                </a:lnTo>
                <a:lnTo>
                  <a:pt x="9375" y="38656"/>
                </a:lnTo>
                <a:lnTo>
                  <a:pt x="9375" y="38656"/>
                </a:lnTo>
                <a:lnTo>
                  <a:pt x="9375" y="38656"/>
                </a:lnTo>
                <a:lnTo>
                  <a:pt x="9375" y="38656"/>
                </a:lnTo>
                <a:lnTo>
                  <a:pt x="9375" y="38656"/>
                </a:lnTo>
                <a:lnTo>
                  <a:pt x="9374" y="38656"/>
                </a:lnTo>
                <a:lnTo>
                  <a:pt x="9374" y="38656"/>
                </a:lnTo>
                <a:lnTo>
                  <a:pt x="9374" y="38656"/>
                </a:lnTo>
                <a:lnTo>
                  <a:pt x="9374" y="38656"/>
                </a:lnTo>
                <a:lnTo>
                  <a:pt x="9374" y="38656"/>
                </a:lnTo>
                <a:lnTo>
                  <a:pt x="9374" y="38656"/>
                </a:lnTo>
                <a:lnTo>
                  <a:pt x="9374" y="38656"/>
                </a:lnTo>
                <a:lnTo>
                  <a:pt x="9374" y="38656"/>
                </a:lnTo>
                <a:lnTo>
                  <a:pt x="9373" y="38656"/>
                </a:lnTo>
                <a:lnTo>
                  <a:pt x="9373" y="38656"/>
                </a:lnTo>
                <a:lnTo>
                  <a:pt x="9373" y="38656"/>
                </a:lnTo>
                <a:lnTo>
                  <a:pt x="9373" y="38656"/>
                </a:lnTo>
                <a:lnTo>
                  <a:pt x="9373" y="38656"/>
                </a:lnTo>
                <a:lnTo>
                  <a:pt x="9373" y="38656"/>
                </a:lnTo>
                <a:lnTo>
                  <a:pt x="9373" y="38656"/>
                </a:lnTo>
                <a:lnTo>
                  <a:pt x="9372" y="38656"/>
                </a:lnTo>
                <a:lnTo>
                  <a:pt x="9372" y="38656"/>
                </a:lnTo>
                <a:lnTo>
                  <a:pt x="9372" y="38656"/>
                </a:lnTo>
                <a:lnTo>
                  <a:pt x="9372" y="38656"/>
                </a:lnTo>
                <a:lnTo>
                  <a:pt x="9372" y="38656"/>
                </a:lnTo>
                <a:lnTo>
                  <a:pt x="9372" y="38656"/>
                </a:lnTo>
                <a:lnTo>
                  <a:pt x="9372" y="38656"/>
                </a:lnTo>
                <a:lnTo>
                  <a:pt x="9372" y="38656"/>
                </a:lnTo>
                <a:lnTo>
                  <a:pt x="9371" y="38656"/>
                </a:lnTo>
                <a:lnTo>
                  <a:pt x="9371" y="38656"/>
                </a:lnTo>
                <a:lnTo>
                  <a:pt x="9371" y="38656"/>
                </a:lnTo>
                <a:lnTo>
                  <a:pt x="9371" y="38656"/>
                </a:lnTo>
                <a:lnTo>
                  <a:pt x="9371" y="38656"/>
                </a:lnTo>
                <a:lnTo>
                  <a:pt x="9371" y="38656"/>
                </a:lnTo>
                <a:lnTo>
                  <a:pt x="9371" y="38656"/>
                </a:lnTo>
                <a:lnTo>
                  <a:pt x="9370" y="38656"/>
                </a:lnTo>
                <a:lnTo>
                  <a:pt x="9370" y="38656"/>
                </a:lnTo>
                <a:lnTo>
                  <a:pt x="9370" y="38656"/>
                </a:lnTo>
                <a:lnTo>
                  <a:pt x="9370" y="38656"/>
                </a:lnTo>
                <a:lnTo>
                  <a:pt x="9370" y="38656"/>
                </a:lnTo>
                <a:lnTo>
                  <a:pt x="9370" y="38656"/>
                </a:lnTo>
                <a:lnTo>
                  <a:pt x="9370" y="38656"/>
                </a:lnTo>
                <a:lnTo>
                  <a:pt x="9370" y="38656"/>
                </a:lnTo>
                <a:lnTo>
                  <a:pt x="9369" y="38656"/>
                </a:lnTo>
                <a:lnTo>
                  <a:pt x="9369" y="38656"/>
                </a:lnTo>
                <a:lnTo>
                  <a:pt x="9369" y="38656"/>
                </a:lnTo>
                <a:lnTo>
                  <a:pt x="9369" y="38656"/>
                </a:lnTo>
                <a:lnTo>
                  <a:pt x="9369" y="38656"/>
                </a:lnTo>
                <a:lnTo>
                  <a:pt x="9369" y="38656"/>
                </a:lnTo>
                <a:lnTo>
                  <a:pt x="9369" y="38656"/>
                </a:lnTo>
                <a:lnTo>
                  <a:pt x="9368" y="38656"/>
                </a:lnTo>
                <a:lnTo>
                  <a:pt x="9368" y="38656"/>
                </a:lnTo>
                <a:lnTo>
                  <a:pt x="9368" y="38656"/>
                </a:lnTo>
                <a:lnTo>
                  <a:pt x="9368" y="38656"/>
                </a:lnTo>
                <a:lnTo>
                  <a:pt x="9368" y="38656"/>
                </a:lnTo>
                <a:lnTo>
                  <a:pt x="9368" y="38656"/>
                </a:lnTo>
                <a:lnTo>
                  <a:pt x="9368" y="38656"/>
                </a:lnTo>
                <a:lnTo>
                  <a:pt x="9368" y="38656"/>
                </a:lnTo>
                <a:lnTo>
                  <a:pt x="9367" y="38656"/>
                </a:lnTo>
                <a:lnTo>
                  <a:pt x="9367" y="38656"/>
                </a:lnTo>
                <a:lnTo>
                  <a:pt x="9367" y="38656"/>
                </a:lnTo>
                <a:lnTo>
                  <a:pt x="9367" y="38656"/>
                </a:lnTo>
                <a:lnTo>
                  <a:pt x="9367" y="38656"/>
                </a:lnTo>
                <a:lnTo>
                  <a:pt x="9367" y="38656"/>
                </a:lnTo>
                <a:lnTo>
                  <a:pt x="9367" y="38656"/>
                </a:lnTo>
                <a:lnTo>
                  <a:pt x="9366" y="38656"/>
                </a:lnTo>
                <a:lnTo>
                  <a:pt x="9366" y="38656"/>
                </a:lnTo>
                <a:lnTo>
                  <a:pt x="9366" y="38656"/>
                </a:lnTo>
                <a:lnTo>
                  <a:pt x="9366" y="38656"/>
                </a:lnTo>
                <a:lnTo>
                  <a:pt x="9366" y="38656"/>
                </a:lnTo>
                <a:lnTo>
                  <a:pt x="9366" y="38656"/>
                </a:lnTo>
                <a:lnTo>
                  <a:pt x="9366" y="38656"/>
                </a:lnTo>
                <a:lnTo>
                  <a:pt x="9366" y="38656"/>
                </a:lnTo>
                <a:lnTo>
                  <a:pt x="9365" y="38656"/>
                </a:lnTo>
                <a:lnTo>
                  <a:pt x="9365" y="38656"/>
                </a:lnTo>
                <a:lnTo>
                  <a:pt x="9365" y="38656"/>
                </a:lnTo>
                <a:lnTo>
                  <a:pt x="9365" y="38656"/>
                </a:lnTo>
                <a:lnTo>
                  <a:pt x="9365" y="38656"/>
                </a:lnTo>
                <a:lnTo>
                  <a:pt x="9365" y="38656"/>
                </a:lnTo>
                <a:lnTo>
                  <a:pt x="9365" y="38656"/>
                </a:lnTo>
                <a:lnTo>
                  <a:pt x="9364" y="38656"/>
                </a:lnTo>
                <a:lnTo>
                  <a:pt x="9364" y="38656"/>
                </a:lnTo>
                <a:lnTo>
                  <a:pt x="9364" y="38656"/>
                </a:lnTo>
                <a:lnTo>
                  <a:pt x="9364" y="38656"/>
                </a:lnTo>
                <a:lnTo>
                  <a:pt x="9364" y="38656"/>
                </a:lnTo>
                <a:lnTo>
                  <a:pt x="9364" y="38656"/>
                </a:lnTo>
                <a:lnTo>
                  <a:pt x="9364" y="38656"/>
                </a:lnTo>
                <a:lnTo>
                  <a:pt x="9364" y="38656"/>
                </a:lnTo>
                <a:lnTo>
                  <a:pt x="9363" y="38656"/>
                </a:lnTo>
                <a:lnTo>
                  <a:pt x="9363" y="38656"/>
                </a:lnTo>
                <a:lnTo>
                  <a:pt x="9363" y="38656"/>
                </a:lnTo>
                <a:lnTo>
                  <a:pt x="9363" y="38656"/>
                </a:lnTo>
                <a:lnTo>
                  <a:pt x="9363" y="38656"/>
                </a:lnTo>
                <a:lnTo>
                  <a:pt x="9363" y="38656"/>
                </a:lnTo>
                <a:lnTo>
                  <a:pt x="9363" y="38656"/>
                </a:lnTo>
                <a:lnTo>
                  <a:pt x="9362" y="38656"/>
                </a:lnTo>
                <a:lnTo>
                  <a:pt x="9362" y="38656"/>
                </a:lnTo>
                <a:lnTo>
                  <a:pt x="9362" y="38656"/>
                </a:lnTo>
                <a:lnTo>
                  <a:pt x="9362" y="38656"/>
                </a:lnTo>
                <a:lnTo>
                  <a:pt x="9362" y="38656"/>
                </a:lnTo>
                <a:lnTo>
                  <a:pt x="9362" y="38656"/>
                </a:lnTo>
                <a:lnTo>
                  <a:pt x="9362" y="38656"/>
                </a:lnTo>
                <a:lnTo>
                  <a:pt x="9362" y="38656"/>
                </a:lnTo>
                <a:lnTo>
                  <a:pt x="9361" y="38656"/>
                </a:lnTo>
                <a:lnTo>
                  <a:pt x="9361" y="38656"/>
                </a:lnTo>
                <a:lnTo>
                  <a:pt x="9361" y="38656"/>
                </a:lnTo>
                <a:lnTo>
                  <a:pt x="9361" y="38656"/>
                </a:lnTo>
                <a:lnTo>
                  <a:pt x="9361" y="38656"/>
                </a:lnTo>
                <a:lnTo>
                  <a:pt x="9361" y="38656"/>
                </a:lnTo>
                <a:lnTo>
                  <a:pt x="9361" y="38656"/>
                </a:lnTo>
                <a:lnTo>
                  <a:pt x="9360" y="38656"/>
                </a:lnTo>
                <a:lnTo>
                  <a:pt x="9360" y="38656"/>
                </a:lnTo>
                <a:lnTo>
                  <a:pt x="9360" y="38656"/>
                </a:lnTo>
                <a:lnTo>
                  <a:pt x="9360" y="38656"/>
                </a:lnTo>
                <a:lnTo>
                  <a:pt x="9360" y="38656"/>
                </a:lnTo>
                <a:lnTo>
                  <a:pt x="9360" y="38656"/>
                </a:lnTo>
                <a:lnTo>
                  <a:pt x="9360" y="38656"/>
                </a:lnTo>
                <a:lnTo>
                  <a:pt x="9360" y="38656"/>
                </a:lnTo>
                <a:lnTo>
                  <a:pt x="9359" y="38656"/>
                </a:lnTo>
                <a:lnTo>
                  <a:pt x="9359" y="38656"/>
                </a:lnTo>
                <a:lnTo>
                  <a:pt x="9359" y="38656"/>
                </a:lnTo>
                <a:lnTo>
                  <a:pt x="9359" y="38656"/>
                </a:lnTo>
                <a:lnTo>
                  <a:pt x="9359" y="38656"/>
                </a:lnTo>
                <a:lnTo>
                  <a:pt x="9359" y="38656"/>
                </a:lnTo>
                <a:lnTo>
                  <a:pt x="9359" y="38656"/>
                </a:lnTo>
                <a:lnTo>
                  <a:pt x="9358" y="38656"/>
                </a:lnTo>
                <a:lnTo>
                  <a:pt x="9358" y="38656"/>
                </a:lnTo>
                <a:lnTo>
                  <a:pt x="9358" y="38656"/>
                </a:lnTo>
                <a:lnTo>
                  <a:pt x="9358" y="38656"/>
                </a:lnTo>
                <a:lnTo>
                  <a:pt x="9358" y="38656"/>
                </a:lnTo>
                <a:lnTo>
                  <a:pt x="9358" y="38656"/>
                </a:lnTo>
                <a:lnTo>
                  <a:pt x="9358" y="38656"/>
                </a:lnTo>
                <a:lnTo>
                  <a:pt x="9358" y="38656"/>
                </a:lnTo>
                <a:lnTo>
                  <a:pt x="9357" y="38656"/>
                </a:lnTo>
                <a:lnTo>
                  <a:pt x="9357" y="38656"/>
                </a:lnTo>
                <a:lnTo>
                  <a:pt x="9357" y="38656"/>
                </a:lnTo>
                <a:lnTo>
                  <a:pt x="9357" y="38656"/>
                </a:lnTo>
                <a:lnTo>
                  <a:pt x="9357" y="38656"/>
                </a:lnTo>
                <a:lnTo>
                  <a:pt x="9357" y="38656"/>
                </a:lnTo>
                <a:lnTo>
                  <a:pt x="9357" y="38656"/>
                </a:lnTo>
                <a:lnTo>
                  <a:pt x="9356" y="38656"/>
                </a:lnTo>
                <a:lnTo>
                  <a:pt x="9356" y="38656"/>
                </a:lnTo>
                <a:lnTo>
                  <a:pt x="9356" y="38656"/>
                </a:lnTo>
                <a:lnTo>
                  <a:pt x="9356" y="38656"/>
                </a:lnTo>
                <a:lnTo>
                  <a:pt x="9356" y="38656"/>
                </a:lnTo>
                <a:lnTo>
                  <a:pt x="9356" y="38656"/>
                </a:lnTo>
                <a:lnTo>
                  <a:pt x="9356" y="38656"/>
                </a:lnTo>
                <a:lnTo>
                  <a:pt x="9356" y="38656"/>
                </a:lnTo>
                <a:lnTo>
                  <a:pt x="9355" y="38656"/>
                </a:lnTo>
                <a:lnTo>
                  <a:pt x="9355" y="38656"/>
                </a:lnTo>
                <a:lnTo>
                  <a:pt x="9355" y="38656"/>
                </a:lnTo>
                <a:lnTo>
                  <a:pt x="9355" y="38656"/>
                </a:lnTo>
                <a:lnTo>
                  <a:pt x="9355" y="38656"/>
                </a:lnTo>
                <a:lnTo>
                  <a:pt x="9355" y="38656"/>
                </a:lnTo>
                <a:lnTo>
                  <a:pt x="9355" y="38656"/>
                </a:lnTo>
                <a:lnTo>
                  <a:pt x="9354" y="38656"/>
                </a:lnTo>
                <a:lnTo>
                  <a:pt x="9354" y="38656"/>
                </a:lnTo>
                <a:lnTo>
                  <a:pt x="9354" y="38656"/>
                </a:lnTo>
                <a:lnTo>
                  <a:pt x="9354" y="38656"/>
                </a:lnTo>
                <a:lnTo>
                  <a:pt x="9354" y="38656"/>
                </a:lnTo>
                <a:lnTo>
                  <a:pt x="9354" y="38656"/>
                </a:lnTo>
                <a:lnTo>
                  <a:pt x="9354" y="38656"/>
                </a:lnTo>
                <a:lnTo>
                  <a:pt x="9354" y="38656"/>
                </a:lnTo>
                <a:lnTo>
                  <a:pt x="9353" y="38656"/>
                </a:lnTo>
                <a:lnTo>
                  <a:pt x="9353" y="38656"/>
                </a:lnTo>
                <a:lnTo>
                  <a:pt x="9353" y="38656"/>
                </a:lnTo>
                <a:lnTo>
                  <a:pt x="9353" y="38656"/>
                </a:lnTo>
                <a:lnTo>
                  <a:pt x="9353" y="38656"/>
                </a:lnTo>
                <a:lnTo>
                  <a:pt x="9353" y="38656"/>
                </a:lnTo>
                <a:lnTo>
                  <a:pt x="9353" y="38656"/>
                </a:lnTo>
                <a:lnTo>
                  <a:pt x="9352" y="38656"/>
                </a:lnTo>
                <a:lnTo>
                  <a:pt x="9352" y="38656"/>
                </a:lnTo>
                <a:lnTo>
                  <a:pt x="9352" y="38656"/>
                </a:lnTo>
                <a:lnTo>
                  <a:pt x="9352" y="38656"/>
                </a:lnTo>
                <a:lnTo>
                  <a:pt x="9352" y="38656"/>
                </a:lnTo>
                <a:lnTo>
                  <a:pt x="9352" y="38656"/>
                </a:lnTo>
                <a:lnTo>
                  <a:pt x="9352" y="38656"/>
                </a:lnTo>
                <a:lnTo>
                  <a:pt x="9352" y="38656"/>
                </a:lnTo>
                <a:lnTo>
                  <a:pt x="9351" y="38656"/>
                </a:lnTo>
                <a:lnTo>
                  <a:pt x="9351" y="38656"/>
                </a:lnTo>
                <a:lnTo>
                  <a:pt x="9351" y="38656"/>
                </a:lnTo>
                <a:lnTo>
                  <a:pt x="9351" y="38656"/>
                </a:lnTo>
                <a:lnTo>
                  <a:pt x="9351" y="38656"/>
                </a:lnTo>
                <a:lnTo>
                  <a:pt x="9351" y="38656"/>
                </a:lnTo>
                <a:lnTo>
                  <a:pt x="9351" y="38656"/>
                </a:lnTo>
                <a:lnTo>
                  <a:pt x="9350" y="38656"/>
                </a:lnTo>
                <a:lnTo>
                  <a:pt x="9350" y="38656"/>
                </a:lnTo>
                <a:lnTo>
                  <a:pt x="9350" y="38656"/>
                </a:lnTo>
                <a:lnTo>
                  <a:pt x="9350" y="38656"/>
                </a:lnTo>
                <a:lnTo>
                  <a:pt x="9350" y="38656"/>
                </a:lnTo>
                <a:lnTo>
                  <a:pt x="9350" y="38656"/>
                </a:lnTo>
                <a:lnTo>
                  <a:pt x="9350" y="38656"/>
                </a:lnTo>
                <a:lnTo>
                  <a:pt x="9350" y="38656"/>
                </a:lnTo>
                <a:lnTo>
                  <a:pt x="9349" y="38656"/>
                </a:lnTo>
                <a:lnTo>
                  <a:pt x="9349" y="38656"/>
                </a:lnTo>
                <a:lnTo>
                  <a:pt x="9349" y="38656"/>
                </a:lnTo>
                <a:lnTo>
                  <a:pt x="9349" y="38656"/>
                </a:lnTo>
                <a:lnTo>
                  <a:pt x="9349" y="38656"/>
                </a:lnTo>
                <a:lnTo>
                  <a:pt x="9349" y="38656"/>
                </a:lnTo>
                <a:lnTo>
                  <a:pt x="9349" y="38656"/>
                </a:lnTo>
                <a:lnTo>
                  <a:pt x="9348" y="38656"/>
                </a:lnTo>
                <a:lnTo>
                  <a:pt x="9348" y="38656"/>
                </a:lnTo>
                <a:lnTo>
                  <a:pt x="9348" y="38656"/>
                </a:lnTo>
                <a:lnTo>
                  <a:pt x="9348" y="38656"/>
                </a:lnTo>
                <a:lnTo>
                  <a:pt x="9348" y="38656"/>
                </a:lnTo>
                <a:lnTo>
                  <a:pt x="9348" y="38656"/>
                </a:lnTo>
                <a:lnTo>
                  <a:pt x="9348" y="38656"/>
                </a:lnTo>
                <a:lnTo>
                  <a:pt x="9348" y="38656"/>
                </a:lnTo>
                <a:lnTo>
                  <a:pt x="9347" y="38656"/>
                </a:lnTo>
                <a:lnTo>
                  <a:pt x="9347" y="38656"/>
                </a:lnTo>
                <a:lnTo>
                  <a:pt x="9347" y="38656"/>
                </a:lnTo>
                <a:lnTo>
                  <a:pt x="9347" y="38656"/>
                </a:lnTo>
                <a:lnTo>
                  <a:pt x="9347" y="38656"/>
                </a:lnTo>
                <a:lnTo>
                  <a:pt x="9347" y="38656"/>
                </a:lnTo>
                <a:lnTo>
                  <a:pt x="9347" y="38656"/>
                </a:lnTo>
                <a:lnTo>
                  <a:pt x="9346" y="38656"/>
                </a:lnTo>
                <a:lnTo>
                  <a:pt x="9346" y="38656"/>
                </a:lnTo>
                <a:lnTo>
                  <a:pt x="9346" y="38656"/>
                </a:lnTo>
                <a:lnTo>
                  <a:pt x="9346" y="38656"/>
                </a:lnTo>
                <a:lnTo>
                  <a:pt x="9346" y="38656"/>
                </a:lnTo>
                <a:lnTo>
                  <a:pt x="9346" y="38656"/>
                </a:lnTo>
                <a:lnTo>
                  <a:pt x="9346" y="38656"/>
                </a:lnTo>
                <a:lnTo>
                  <a:pt x="9345" y="38656"/>
                </a:lnTo>
                <a:lnTo>
                  <a:pt x="9345" y="38656"/>
                </a:lnTo>
                <a:lnTo>
                  <a:pt x="9345" y="38656"/>
                </a:lnTo>
                <a:lnTo>
                  <a:pt x="9345" y="38656"/>
                </a:lnTo>
                <a:lnTo>
                  <a:pt x="9345" y="38656"/>
                </a:lnTo>
                <a:lnTo>
                  <a:pt x="9345" y="38656"/>
                </a:lnTo>
                <a:lnTo>
                  <a:pt x="9345" y="38656"/>
                </a:lnTo>
                <a:lnTo>
                  <a:pt x="9345" y="38656"/>
                </a:lnTo>
                <a:lnTo>
                  <a:pt x="9344" y="38656"/>
                </a:lnTo>
                <a:lnTo>
                  <a:pt x="9344" y="38656"/>
                </a:lnTo>
                <a:lnTo>
                  <a:pt x="9344" y="38656"/>
                </a:lnTo>
                <a:lnTo>
                  <a:pt x="9344" y="38656"/>
                </a:lnTo>
                <a:lnTo>
                  <a:pt x="9344" y="38656"/>
                </a:lnTo>
                <a:lnTo>
                  <a:pt x="9344" y="38656"/>
                </a:lnTo>
                <a:lnTo>
                  <a:pt x="9344" y="38656"/>
                </a:lnTo>
                <a:lnTo>
                  <a:pt x="9343" y="38656"/>
                </a:lnTo>
                <a:lnTo>
                  <a:pt x="9343" y="38656"/>
                </a:lnTo>
                <a:lnTo>
                  <a:pt x="9343" y="38656"/>
                </a:lnTo>
                <a:lnTo>
                  <a:pt x="9343" y="38656"/>
                </a:lnTo>
                <a:lnTo>
                  <a:pt x="9343" y="38656"/>
                </a:lnTo>
                <a:lnTo>
                  <a:pt x="9343" y="38656"/>
                </a:lnTo>
                <a:lnTo>
                  <a:pt x="9343" y="38656"/>
                </a:lnTo>
                <a:lnTo>
                  <a:pt x="9343" y="38656"/>
                </a:lnTo>
                <a:lnTo>
                  <a:pt x="9342" y="38656"/>
                </a:lnTo>
                <a:lnTo>
                  <a:pt x="9342" y="38656"/>
                </a:lnTo>
                <a:lnTo>
                  <a:pt x="9342" y="38656"/>
                </a:lnTo>
                <a:lnTo>
                  <a:pt x="9342" y="38656"/>
                </a:lnTo>
                <a:lnTo>
                  <a:pt x="9342" y="38656"/>
                </a:lnTo>
                <a:lnTo>
                  <a:pt x="9342" y="38656"/>
                </a:lnTo>
                <a:lnTo>
                  <a:pt x="9342" y="38656"/>
                </a:lnTo>
                <a:lnTo>
                  <a:pt x="9341" y="38656"/>
                </a:lnTo>
                <a:lnTo>
                  <a:pt x="9341" y="38656"/>
                </a:lnTo>
                <a:lnTo>
                  <a:pt x="9341" y="38656"/>
                </a:lnTo>
                <a:lnTo>
                  <a:pt x="9341" y="38656"/>
                </a:lnTo>
                <a:lnTo>
                  <a:pt x="9341" y="38656"/>
                </a:lnTo>
                <a:lnTo>
                  <a:pt x="9341" y="38656"/>
                </a:lnTo>
                <a:lnTo>
                  <a:pt x="9341" y="38656"/>
                </a:lnTo>
                <a:lnTo>
                  <a:pt x="9341" y="38656"/>
                </a:lnTo>
                <a:lnTo>
                  <a:pt x="9340" y="38656"/>
                </a:lnTo>
                <a:lnTo>
                  <a:pt x="9340" y="38656"/>
                </a:lnTo>
                <a:lnTo>
                  <a:pt x="9340" y="38656"/>
                </a:lnTo>
                <a:lnTo>
                  <a:pt x="9340" y="38656"/>
                </a:lnTo>
                <a:lnTo>
                  <a:pt x="9340" y="38656"/>
                </a:lnTo>
                <a:lnTo>
                  <a:pt x="9340" y="38656"/>
                </a:lnTo>
                <a:lnTo>
                  <a:pt x="9340" y="38656"/>
                </a:lnTo>
                <a:lnTo>
                  <a:pt x="9339" y="38656"/>
                </a:lnTo>
                <a:lnTo>
                  <a:pt x="9339" y="38656"/>
                </a:lnTo>
                <a:lnTo>
                  <a:pt x="9339" y="38656"/>
                </a:lnTo>
                <a:lnTo>
                  <a:pt x="9339" y="38656"/>
                </a:lnTo>
                <a:lnTo>
                  <a:pt x="9339" y="38656"/>
                </a:lnTo>
                <a:lnTo>
                  <a:pt x="9339" y="38656"/>
                </a:lnTo>
                <a:lnTo>
                  <a:pt x="9339" y="38656"/>
                </a:lnTo>
                <a:lnTo>
                  <a:pt x="9339" y="38656"/>
                </a:lnTo>
                <a:lnTo>
                  <a:pt x="9338" y="38656"/>
                </a:lnTo>
                <a:lnTo>
                  <a:pt x="9338" y="38656"/>
                </a:lnTo>
                <a:lnTo>
                  <a:pt x="9338" y="38656"/>
                </a:lnTo>
                <a:lnTo>
                  <a:pt x="9338" y="38656"/>
                </a:lnTo>
                <a:lnTo>
                  <a:pt x="9338" y="38656"/>
                </a:lnTo>
                <a:lnTo>
                  <a:pt x="9338" y="38656"/>
                </a:lnTo>
                <a:lnTo>
                  <a:pt x="9338" y="38656"/>
                </a:lnTo>
                <a:lnTo>
                  <a:pt x="9337" y="38656"/>
                </a:lnTo>
                <a:lnTo>
                  <a:pt x="9337" y="38656"/>
                </a:lnTo>
                <a:lnTo>
                  <a:pt x="9337" y="38656"/>
                </a:lnTo>
                <a:lnTo>
                  <a:pt x="9337" y="38656"/>
                </a:lnTo>
                <a:lnTo>
                  <a:pt x="9337" y="38656"/>
                </a:lnTo>
                <a:lnTo>
                  <a:pt x="9337" y="38656"/>
                </a:lnTo>
                <a:lnTo>
                  <a:pt x="9337" y="38656"/>
                </a:lnTo>
                <a:lnTo>
                  <a:pt x="9336" y="38656"/>
                </a:lnTo>
                <a:lnTo>
                  <a:pt x="9336" y="38656"/>
                </a:lnTo>
                <a:lnTo>
                  <a:pt x="9336" y="38656"/>
                </a:lnTo>
                <a:lnTo>
                  <a:pt x="9336" y="38656"/>
                </a:lnTo>
                <a:lnTo>
                  <a:pt x="9336" y="38656"/>
                </a:lnTo>
                <a:lnTo>
                  <a:pt x="9336" y="38656"/>
                </a:lnTo>
                <a:lnTo>
                  <a:pt x="9336" y="38656"/>
                </a:lnTo>
                <a:lnTo>
                  <a:pt x="9336" y="38656"/>
                </a:lnTo>
                <a:lnTo>
                  <a:pt x="9335" y="38656"/>
                </a:lnTo>
                <a:lnTo>
                  <a:pt x="9335" y="38656"/>
                </a:lnTo>
                <a:lnTo>
                  <a:pt x="9335" y="38656"/>
                </a:lnTo>
                <a:lnTo>
                  <a:pt x="9335" y="38656"/>
                </a:lnTo>
                <a:lnTo>
                  <a:pt x="9335" y="38656"/>
                </a:lnTo>
                <a:lnTo>
                  <a:pt x="9335" y="38656"/>
                </a:lnTo>
                <a:lnTo>
                  <a:pt x="9335" y="38656"/>
                </a:lnTo>
                <a:lnTo>
                  <a:pt x="9334" y="38656"/>
                </a:lnTo>
                <a:lnTo>
                  <a:pt x="9334" y="38656"/>
                </a:lnTo>
                <a:lnTo>
                  <a:pt x="9334" y="38656"/>
                </a:lnTo>
                <a:lnTo>
                  <a:pt x="9334" y="38656"/>
                </a:lnTo>
                <a:lnTo>
                  <a:pt x="9334" y="38656"/>
                </a:lnTo>
                <a:lnTo>
                  <a:pt x="9334" y="38656"/>
                </a:lnTo>
                <a:lnTo>
                  <a:pt x="9334" y="38656"/>
                </a:lnTo>
                <a:lnTo>
                  <a:pt x="9334" y="38656"/>
                </a:lnTo>
                <a:lnTo>
                  <a:pt x="9333" y="38656"/>
                </a:lnTo>
                <a:lnTo>
                  <a:pt x="9333" y="38656"/>
                </a:lnTo>
                <a:lnTo>
                  <a:pt x="9333" y="38656"/>
                </a:lnTo>
                <a:lnTo>
                  <a:pt x="9333" y="38656"/>
                </a:lnTo>
                <a:lnTo>
                  <a:pt x="9333" y="38656"/>
                </a:lnTo>
                <a:lnTo>
                  <a:pt x="9333" y="38656"/>
                </a:lnTo>
                <a:lnTo>
                  <a:pt x="9333" y="38656"/>
                </a:lnTo>
                <a:lnTo>
                  <a:pt x="9332" y="38656"/>
                </a:lnTo>
                <a:lnTo>
                  <a:pt x="9332" y="38656"/>
                </a:lnTo>
                <a:lnTo>
                  <a:pt x="9332" y="38656"/>
                </a:lnTo>
                <a:lnTo>
                  <a:pt x="9332" y="38656"/>
                </a:lnTo>
                <a:lnTo>
                  <a:pt x="9332" y="38656"/>
                </a:lnTo>
                <a:lnTo>
                  <a:pt x="9332" y="38656"/>
                </a:lnTo>
                <a:lnTo>
                  <a:pt x="9332" y="38656"/>
                </a:lnTo>
                <a:lnTo>
                  <a:pt x="9332" y="38656"/>
                </a:lnTo>
                <a:lnTo>
                  <a:pt x="9331" y="38656"/>
                </a:lnTo>
                <a:lnTo>
                  <a:pt x="9331" y="38656"/>
                </a:lnTo>
                <a:lnTo>
                  <a:pt x="9331" y="38656"/>
                </a:lnTo>
                <a:lnTo>
                  <a:pt x="9331" y="38656"/>
                </a:lnTo>
                <a:lnTo>
                  <a:pt x="9331" y="38656"/>
                </a:lnTo>
                <a:lnTo>
                  <a:pt x="9331" y="38656"/>
                </a:lnTo>
                <a:lnTo>
                  <a:pt x="9331" y="38656"/>
                </a:lnTo>
                <a:lnTo>
                  <a:pt x="9330" y="38656"/>
                </a:lnTo>
                <a:lnTo>
                  <a:pt x="9330" y="38656"/>
                </a:lnTo>
                <a:lnTo>
                  <a:pt x="9330" y="38656"/>
                </a:lnTo>
                <a:lnTo>
                  <a:pt x="9330" y="38656"/>
                </a:lnTo>
                <a:lnTo>
                  <a:pt x="9330" y="38656"/>
                </a:lnTo>
                <a:lnTo>
                  <a:pt x="9330" y="38656"/>
                </a:lnTo>
                <a:lnTo>
                  <a:pt x="9330" y="38656"/>
                </a:lnTo>
                <a:lnTo>
                  <a:pt x="9329" y="38656"/>
                </a:lnTo>
                <a:lnTo>
                  <a:pt x="9329" y="38656"/>
                </a:lnTo>
                <a:lnTo>
                  <a:pt x="9329" y="38656"/>
                </a:lnTo>
                <a:lnTo>
                  <a:pt x="9329" y="38656"/>
                </a:lnTo>
                <a:lnTo>
                  <a:pt x="9329" y="38656"/>
                </a:lnTo>
                <a:lnTo>
                  <a:pt x="9329" y="38656"/>
                </a:lnTo>
                <a:lnTo>
                  <a:pt x="9329" y="38656"/>
                </a:lnTo>
                <a:lnTo>
                  <a:pt x="9329" y="38656"/>
                </a:lnTo>
                <a:lnTo>
                  <a:pt x="9328" y="38656"/>
                </a:lnTo>
                <a:lnTo>
                  <a:pt x="9328" y="38656"/>
                </a:lnTo>
                <a:lnTo>
                  <a:pt x="9328" y="38656"/>
                </a:lnTo>
                <a:lnTo>
                  <a:pt x="9328" y="38656"/>
                </a:lnTo>
                <a:lnTo>
                  <a:pt x="9328" y="38656"/>
                </a:lnTo>
                <a:lnTo>
                  <a:pt x="9328" y="38656"/>
                </a:lnTo>
                <a:lnTo>
                  <a:pt x="9328" y="38656"/>
                </a:lnTo>
                <a:lnTo>
                  <a:pt x="9327" y="38656"/>
                </a:lnTo>
                <a:lnTo>
                  <a:pt x="9327" y="38656"/>
                </a:lnTo>
                <a:lnTo>
                  <a:pt x="9327" y="38656"/>
                </a:lnTo>
                <a:lnTo>
                  <a:pt x="9327" y="38656"/>
                </a:lnTo>
                <a:lnTo>
                  <a:pt x="9327" y="38656"/>
                </a:lnTo>
                <a:lnTo>
                  <a:pt x="9327" y="38656"/>
                </a:lnTo>
                <a:lnTo>
                  <a:pt x="9327" y="38656"/>
                </a:lnTo>
                <a:lnTo>
                  <a:pt x="9327" y="38656"/>
                </a:lnTo>
                <a:lnTo>
                  <a:pt x="9326" y="38656"/>
                </a:lnTo>
                <a:lnTo>
                  <a:pt x="9326" y="38656"/>
                </a:lnTo>
                <a:lnTo>
                  <a:pt x="9326" y="38656"/>
                </a:lnTo>
                <a:lnTo>
                  <a:pt x="9326" y="38656"/>
                </a:lnTo>
                <a:lnTo>
                  <a:pt x="9326" y="38656"/>
                </a:lnTo>
                <a:lnTo>
                  <a:pt x="9326" y="38656"/>
                </a:lnTo>
                <a:lnTo>
                  <a:pt x="9326" y="38656"/>
                </a:lnTo>
                <a:lnTo>
                  <a:pt x="9325" y="38656"/>
                </a:lnTo>
                <a:lnTo>
                  <a:pt x="9325" y="38656"/>
                </a:lnTo>
                <a:lnTo>
                  <a:pt x="9325" y="38656"/>
                </a:lnTo>
                <a:lnTo>
                  <a:pt x="9325" y="38656"/>
                </a:lnTo>
                <a:lnTo>
                  <a:pt x="9325" y="38656"/>
                </a:lnTo>
                <a:lnTo>
                  <a:pt x="9325" y="38656"/>
                </a:lnTo>
                <a:lnTo>
                  <a:pt x="9325" y="38656"/>
                </a:lnTo>
                <a:lnTo>
                  <a:pt x="9325" y="38656"/>
                </a:lnTo>
                <a:lnTo>
                  <a:pt x="9324" y="38656"/>
                </a:lnTo>
                <a:lnTo>
                  <a:pt x="9324" y="38656"/>
                </a:lnTo>
                <a:lnTo>
                  <a:pt x="9324" y="38656"/>
                </a:lnTo>
                <a:lnTo>
                  <a:pt x="9324" y="38656"/>
                </a:lnTo>
                <a:lnTo>
                  <a:pt x="9324" y="38656"/>
                </a:lnTo>
                <a:lnTo>
                  <a:pt x="9324" y="38656"/>
                </a:lnTo>
                <a:lnTo>
                  <a:pt x="9324" y="38656"/>
                </a:lnTo>
                <a:lnTo>
                  <a:pt x="9323" y="38656"/>
                </a:lnTo>
                <a:lnTo>
                  <a:pt x="9323" y="38656"/>
                </a:lnTo>
                <a:lnTo>
                  <a:pt x="9323" y="38656"/>
                </a:lnTo>
                <a:lnTo>
                  <a:pt x="9323" y="38656"/>
                </a:lnTo>
                <a:lnTo>
                  <a:pt x="9323" y="38656"/>
                </a:lnTo>
                <a:lnTo>
                  <a:pt x="9323" y="38656"/>
                </a:lnTo>
                <a:lnTo>
                  <a:pt x="9323" y="38656"/>
                </a:lnTo>
                <a:lnTo>
                  <a:pt x="9322" y="38656"/>
                </a:lnTo>
                <a:lnTo>
                  <a:pt x="9322" y="38656"/>
                </a:lnTo>
                <a:lnTo>
                  <a:pt x="9322" y="38656"/>
                </a:lnTo>
                <a:lnTo>
                  <a:pt x="9322" y="38656"/>
                </a:lnTo>
                <a:lnTo>
                  <a:pt x="9322" y="38656"/>
                </a:lnTo>
                <a:lnTo>
                  <a:pt x="9322" y="38656"/>
                </a:lnTo>
                <a:lnTo>
                  <a:pt x="9322" y="38656"/>
                </a:lnTo>
                <a:lnTo>
                  <a:pt x="9322" y="38656"/>
                </a:lnTo>
                <a:lnTo>
                  <a:pt x="9321" y="38656"/>
                </a:lnTo>
                <a:lnTo>
                  <a:pt x="9321" y="38656"/>
                </a:lnTo>
                <a:lnTo>
                  <a:pt x="9321" y="38656"/>
                </a:lnTo>
                <a:lnTo>
                  <a:pt x="9321" y="38656"/>
                </a:lnTo>
                <a:lnTo>
                  <a:pt x="9321" y="38656"/>
                </a:lnTo>
                <a:lnTo>
                  <a:pt x="9321" y="38656"/>
                </a:lnTo>
                <a:lnTo>
                  <a:pt x="9321" y="38656"/>
                </a:lnTo>
                <a:lnTo>
                  <a:pt x="9320" y="38656"/>
                </a:lnTo>
                <a:lnTo>
                  <a:pt x="9320" y="38656"/>
                </a:lnTo>
                <a:lnTo>
                  <a:pt x="9320" y="38656"/>
                </a:lnTo>
                <a:lnTo>
                  <a:pt x="9320" y="38656"/>
                </a:lnTo>
                <a:lnTo>
                  <a:pt x="9320" y="38656"/>
                </a:lnTo>
                <a:lnTo>
                  <a:pt x="9320" y="38656"/>
                </a:lnTo>
                <a:lnTo>
                  <a:pt x="9320" y="38656"/>
                </a:lnTo>
                <a:lnTo>
                  <a:pt x="9319" y="38656"/>
                </a:lnTo>
                <a:lnTo>
                  <a:pt x="9319" y="38656"/>
                </a:lnTo>
                <a:lnTo>
                  <a:pt x="9319" y="38656"/>
                </a:lnTo>
                <a:lnTo>
                  <a:pt x="9319" y="38656"/>
                </a:lnTo>
                <a:lnTo>
                  <a:pt x="9319" y="38656"/>
                </a:lnTo>
                <a:lnTo>
                  <a:pt x="9319" y="38656"/>
                </a:lnTo>
                <a:lnTo>
                  <a:pt x="9319" y="38656"/>
                </a:lnTo>
                <a:lnTo>
                  <a:pt x="9319" y="38656"/>
                </a:lnTo>
                <a:lnTo>
                  <a:pt x="9318" y="38656"/>
                </a:lnTo>
                <a:lnTo>
                  <a:pt x="9318" y="38656"/>
                </a:lnTo>
                <a:lnTo>
                  <a:pt x="9318" y="38656"/>
                </a:lnTo>
                <a:lnTo>
                  <a:pt x="9318" y="38656"/>
                </a:lnTo>
                <a:lnTo>
                  <a:pt x="9318" y="38656"/>
                </a:lnTo>
                <a:lnTo>
                  <a:pt x="9318" y="38656"/>
                </a:lnTo>
                <a:lnTo>
                  <a:pt x="9318" y="38656"/>
                </a:lnTo>
                <a:lnTo>
                  <a:pt x="9317" y="38656"/>
                </a:lnTo>
                <a:lnTo>
                  <a:pt x="9317" y="38656"/>
                </a:lnTo>
                <a:lnTo>
                  <a:pt x="9317" y="38656"/>
                </a:lnTo>
                <a:lnTo>
                  <a:pt x="9317" y="38656"/>
                </a:lnTo>
                <a:lnTo>
                  <a:pt x="9317" y="38656"/>
                </a:lnTo>
                <a:lnTo>
                  <a:pt x="9317" y="38656"/>
                </a:lnTo>
                <a:lnTo>
                  <a:pt x="9317" y="38656"/>
                </a:lnTo>
                <a:lnTo>
                  <a:pt x="9317" y="38656"/>
                </a:lnTo>
                <a:lnTo>
                  <a:pt x="9316" y="38656"/>
                </a:lnTo>
                <a:lnTo>
                  <a:pt x="9316" y="38656"/>
                </a:lnTo>
                <a:lnTo>
                  <a:pt x="9316" y="38656"/>
                </a:lnTo>
                <a:lnTo>
                  <a:pt x="9316" y="38656"/>
                </a:lnTo>
                <a:lnTo>
                  <a:pt x="9316" y="38656"/>
                </a:lnTo>
                <a:lnTo>
                  <a:pt x="9316" y="38656"/>
                </a:lnTo>
                <a:lnTo>
                  <a:pt x="9316" y="38656"/>
                </a:lnTo>
                <a:lnTo>
                  <a:pt x="9315" y="38656"/>
                </a:lnTo>
                <a:lnTo>
                  <a:pt x="9315" y="38656"/>
                </a:lnTo>
                <a:lnTo>
                  <a:pt x="9315" y="38656"/>
                </a:lnTo>
                <a:lnTo>
                  <a:pt x="9315" y="38656"/>
                </a:lnTo>
                <a:lnTo>
                  <a:pt x="9315" y="38656"/>
                </a:lnTo>
                <a:lnTo>
                  <a:pt x="9315" y="38656"/>
                </a:lnTo>
                <a:lnTo>
                  <a:pt x="9315" y="38656"/>
                </a:lnTo>
                <a:lnTo>
                  <a:pt x="9314" y="38656"/>
                </a:lnTo>
                <a:lnTo>
                  <a:pt x="9314" y="38656"/>
                </a:lnTo>
                <a:lnTo>
                  <a:pt x="9314" y="38656"/>
                </a:lnTo>
                <a:lnTo>
                  <a:pt x="9314" y="38656"/>
                </a:lnTo>
                <a:lnTo>
                  <a:pt x="9314" y="38656"/>
                </a:lnTo>
                <a:lnTo>
                  <a:pt x="9314" y="38656"/>
                </a:lnTo>
                <a:lnTo>
                  <a:pt x="9314" y="38656"/>
                </a:lnTo>
                <a:lnTo>
                  <a:pt x="9314" y="38656"/>
                </a:lnTo>
                <a:lnTo>
                  <a:pt x="9313" y="38656"/>
                </a:lnTo>
                <a:lnTo>
                  <a:pt x="9313" y="38656"/>
                </a:lnTo>
                <a:lnTo>
                  <a:pt x="9313" y="38656"/>
                </a:lnTo>
                <a:lnTo>
                  <a:pt x="9313" y="38656"/>
                </a:lnTo>
                <a:lnTo>
                  <a:pt x="9313" y="38656"/>
                </a:lnTo>
                <a:lnTo>
                  <a:pt x="9313" y="38656"/>
                </a:lnTo>
                <a:lnTo>
                  <a:pt x="9313" y="38656"/>
                </a:lnTo>
                <a:lnTo>
                  <a:pt x="9312" y="38656"/>
                </a:lnTo>
                <a:lnTo>
                  <a:pt x="9312" y="38656"/>
                </a:lnTo>
                <a:lnTo>
                  <a:pt x="9312" y="38656"/>
                </a:lnTo>
                <a:lnTo>
                  <a:pt x="9312" y="38656"/>
                </a:lnTo>
                <a:lnTo>
                  <a:pt x="9312" y="38656"/>
                </a:lnTo>
                <a:lnTo>
                  <a:pt x="9312" y="38656"/>
                </a:lnTo>
                <a:lnTo>
                  <a:pt x="9312" y="38656"/>
                </a:lnTo>
                <a:lnTo>
                  <a:pt x="9312" y="38656"/>
                </a:lnTo>
                <a:lnTo>
                  <a:pt x="9311" y="38656"/>
                </a:lnTo>
                <a:lnTo>
                  <a:pt x="9311" y="38656"/>
                </a:lnTo>
                <a:lnTo>
                  <a:pt x="9311" y="38656"/>
                </a:lnTo>
                <a:lnTo>
                  <a:pt x="9311" y="38656"/>
                </a:lnTo>
                <a:lnTo>
                  <a:pt x="9311" y="38656"/>
                </a:lnTo>
                <a:lnTo>
                  <a:pt x="9311" y="38656"/>
                </a:lnTo>
                <a:lnTo>
                  <a:pt x="9311" y="38656"/>
                </a:lnTo>
                <a:lnTo>
                  <a:pt x="9310" y="38656"/>
                </a:lnTo>
                <a:lnTo>
                  <a:pt x="9310" y="38656"/>
                </a:lnTo>
                <a:lnTo>
                  <a:pt x="9310" y="38656"/>
                </a:lnTo>
                <a:lnTo>
                  <a:pt x="9310" y="38656"/>
                </a:lnTo>
                <a:lnTo>
                  <a:pt x="9310" y="38656"/>
                </a:lnTo>
                <a:lnTo>
                  <a:pt x="9310" y="38656"/>
                </a:lnTo>
                <a:lnTo>
                  <a:pt x="9310" y="38656"/>
                </a:lnTo>
                <a:lnTo>
                  <a:pt x="9309" y="38656"/>
                </a:lnTo>
                <a:lnTo>
                  <a:pt x="9309" y="38656"/>
                </a:lnTo>
                <a:lnTo>
                  <a:pt x="9309" y="38656"/>
                </a:lnTo>
                <a:lnTo>
                  <a:pt x="9309" y="38656"/>
                </a:lnTo>
                <a:lnTo>
                  <a:pt x="9309" y="38656"/>
                </a:lnTo>
                <a:lnTo>
                  <a:pt x="9309" y="38656"/>
                </a:lnTo>
                <a:lnTo>
                  <a:pt x="9309" y="38656"/>
                </a:lnTo>
                <a:lnTo>
                  <a:pt x="9309" y="38656"/>
                </a:lnTo>
                <a:lnTo>
                  <a:pt x="9308" y="38656"/>
                </a:lnTo>
                <a:lnTo>
                  <a:pt x="9308" y="38656"/>
                </a:lnTo>
                <a:lnTo>
                  <a:pt x="9308" y="38656"/>
                </a:lnTo>
                <a:lnTo>
                  <a:pt x="9308" y="38656"/>
                </a:lnTo>
                <a:lnTo>
                  <a:pt x="9308" y="38656"/>
                </a:lnTo>
                <a:lnTo>
                  <a:pt x="9308" y="38656"/>
                </a:lnTo>
                <a:lnTo>
                  <a:pt x="9308" y="38656"/>
                </a:lnTo>
                <a:lnTo>
                  <a:pt x="9307" y="38656"/>
                </a:lnTo>
                <a:lnTo>
                  <a:pt x="9307" y="38656"/>
                </a:lnTo>
                <a:lnTo>
                  <a:pt x="9307" y="38656"/>
                </a:lnTo>
                <a:lnTo>
                  <a:pt x="9307" y="38656"/>
                </a:lnTo>
                <a:lnTo>
                  <a:pt x="9307" y="38656"/>
                </a:lnTo>
                <a:lnTo>
                  <a:pt x="9307" y="38656"/>
                </a:lnTo>
                <a:lnTo>
                  <a:pt x="9307" y="38656"/>
                </a:lnTo>
                <a:lnTo>
                  <a:pt x="9306" y="38656"/>
                </a:lnTo>
                <a:lnTo>
                  <a:pt x="9306" y="38656"/>
                </a:lnTo>
                <a:lnTo>
                  <a:pt x="9306" y="38656"/>
                </a:lnTo>
                <a:lnTo>
                  <a:pt x="9306" y="38656"/>
                </a:lnTo>
                <a:lnTo>
                  <a:pt x="9306" y="38656"/>
                </a:lnTo>
                <a:lnTo>
                  <a:pt x="9306" y="38656"/>
                </a:lnTo>
                <a:lnTo>
                  <a:pt x="9306" y="38656"/>
                </a:lnTo>
                <a:lnTo>
                  <a:pt x="9306" y="38656"/>
                </a:lnTo>
                <a:lnTo>
                  <a:pt x="9305" y="38656"/>
                </a:lnTo>
                <a:lnTo>
                  <a:pt x="9305" y="38656"/>
                </a:lnTo>
                <a:lnTo>
                  <a:pt x="9305" y="38656"/>
                </a:lnTo>
                <a:lnTo>
                  <a:pt x="9305" y="38656"/>
                </a:lnTo>
                <a:lnTo>
                  <a:pt x="9305" y="38656"/>
                </a:lnTo>
                <a:lnTo>
                  <a:pt x="9305" y="38656"/>
                </a:lnTo>
                <a:lnTo>
                  <a:pt x="9305" y="38656"/>
                </a:lnTo>
                <a:lnTo>
                  <a:pt x="9304" y="38656"/>
                </a:lnTo>
                <a:lnTo>
                  <a:pt x="9304" y="38656"/>
                </a:lnTo>
                <a:lnTo>
                  <a:pt x="9304" y="38656"/>
                </a:lnTo>
                <a:lnTo>
                  <a:pt x="9304" y="38656"/>
                </a:lnTo>
                <a:lnTo>
                  <a:pt x="9304" y="38656"/>
                </a:lnTo>
                <a:lnTo>
                  <a:pt x="9304" y="38656"/>
                </a:lnTo>
                <a:lnTo>
                  <a:pt x="9304" y="38656"/>
                </a:lnTo>
                <a:lnTo>
                  <a:pt x="9303" y="38656"/>
                </a:lnTo>
                <a:lnTo>
                  <a:pt x="9303" y="38656"/>
                </a:lnTo>
                <a:lnTo>
                  <a:pt x="9303" y="38656"/>
                </a:lnTo>
                <a:lnTo>
                  <a:pt x="9303" y="38656"/>
                </a:lnTo>
                <a:lnTo>
                  <a:pt x="9303" y="38656"/>
                </a:lnTo>
                <a:lnTo>
                  <a:pt x="9303" y="38656"/>
                </a:lnTo>
                <a:lnTo>
                  <a:pt x="9303" y="38656"/>
                </a:lnTo>
                <a:lnTo>
                  <a:pt x="9303" y="38656"/>
                </a:lnTo>
                <a:lnTo>
                  <a:pt x="9302" y="38656"/>
                </a:lnTo>
                <a:lnTo>
                  <a:pt x="9302" y="38656"/>
                </a:lnTo>
                <a:lnTo>
                  <a:pt x="9302" y="38656"/>
                </a:lnTo>
                <a:lnTo>
                  <a:pt x="9302" y="38656"/>
                </a:lnTo>
                <a:lnTo>
                  <a:pt x="9302" y="38656"/>
                </a:lnTo>
                <a:lnTo>
                  <a:pt x="9302" y="38656"/>
                </a:lnTo>
                <a:lnTo>
                  <a:pt x="9302" y="38656"/>
                </a:lnTo>
                <a:lnTo>
                  <a:pt x="9301" y="38656"/>
                </a:lnTo>
                <a:lnTo>
                  <a:pt x="9301" y="38656"/>
                </a:lnTo>
                <a:lnTo>
                  <a:pt x="9301" y="38656"/>
                </a:lnTo>
                <a:lnTo>
                  <a:pt x="9301" y="38656"/>
                </a:lnTo>
                <a:lnTo>
                  <a:pt x="9301" y="38656"/>
                </a:lnTo>
                <a:lnTo>
                  <a:pt x="9301" y="38656"/>
                </a:lnTo>
                <a:lnTo>
                  <a:pt x="9301" y="38656"/>
                </a:lnTo>
                <a:lnTo>
                  <a:pt x="9301" y="38656"/>
                </a:lnTo>
                <a:lnTo>
                  <a:pt x="9300" y="38656"/>
                </a:lnTo>
                <a:lnTo>
                  <a:pt x="9300" y="38656"/>
                </a:lnTo>
                <a:lnTo>
                  <a:pt x="9300" y="38656"/>
                </a:lnTo>
                <a:lnTo>
                  <a:pt x="9300" y="38656"/>
                </a:lnTo>
                <a:lnTo>
                  <a:pt x="9300" y="38656"/>
                </a:lnTo>
                <a:lnTo>
                  <a:pt x="9300" y="38656"/>
                </a:lnTo>
                <a:lnTo>
                  <a:pt x="9300" y="38656"/>
                </a:lnTo>
                <a:lnTo>
                  <a:pt x="9299" y="38656"/>
                </a:lnTo>
                <a:lnTo>
                  <a:pt x="9299" y="38656"/>
                </a:lnTo>
                <a:lnTo>
                  <a:pt x="9299" y="38656"/>
                </a:lnTo>
                <a:lnTo>
                  <a:pt x="9299" y="38656"/>
                </a:lnTo>
                <a:lnTo>
                  <a:pt x="9299" y="38656"/>
                </a:lnTo>
                <a:lnTo>
                  <a:pt x="9299" y="38656"/>
                </a:lnTo>
                <a:lnTo>
                  <a:pt x="9299" y="38656"/>
                </a:lnTo>
                <a:lnTo>
                  <a:pt x="9298" y="38656"/>
                </a:lnTo>
                <a:lnTo>
                  <a:pt x="9298" y="38656"/>
                </a:lnTo>
                <a:lnTo>
                  <a:pt x="9298" y="38656"/>
                </a:lnTo>
                <a:lnTo>
                  <a:pt x="9298" y="38656"/>
                </a:lnTo>
                <a:lnTo>
                  <a:pt x="9298" y="38656"/>
                </a:lnTo>
                <a:lnTo>
                  <a:pt x="9298" y="38656"/>
                </a:lnTo>
                <a:lnTo>
                  <a:pt x="9298" y="38656"/>
                </a:lnTo>
                <a:lnTo>
                  <a:pt x="9298" y="38656"/>
                </a:lnTo>
                <a:lnTo>
                  <a:pt x="9297" y="38656"/>
                </a:lnTo>
                <a:lnTo>
                  <a:pt x="9297" y="38656"/>
                </a:lnTo>
                <a:lnTo>
                  <a:pt x="9297" y="38656"/>
                </a:lnTo>
                <a:lnTo>
                  <a:pt x="9297" y="38656"/>
                </a:lnTo>
                <a:lnTo>
                  <a:pt x="9297" y="38656"/>
                </a:lnTo>
                <a:lnTo>
                  <a:pt x="9297" y="38656"/>
                </a:lnTo>
                <a:lnTo>
                  <a:pt x="9297" y="38656"/>
                </a:lnTo>
                <a:lnTo>
                  <a:pt x="9296" y="38656"/>
                </a:lnTo>
                <a:lnTo>
                  <a:pt x="9296" y="38656"/>
                </a:lnTo>
                <a:lnTo>
                  <a:pt x="9296" y="38656"/>
                </a:lnTo>
                <a:lnTo>
                  <a:pt x="9296" y="38656"/>
                </a:lnTo>
                <a:lnTo>
                  <a:pt x="9296" y="38656"/>
                </a:lnTo>
                <a:lnTo>
                  <a:pt x="9296" y="38656"/>
                </a:lnTo>
                <a:lnTo>
                  <a:pt x="9296" y="38656"/>
                </a:lnTo>
                <a:lnTo>
                  <a:pt x="9295" y="38656"/>
                </a:lnTo>
                <a:lnTo>
                  <a:pt x="9295" y="38656"/>
                </a:lnTo>
                <a:lnTo>
                  <a:pt x="9295" y="38656"/>
                </a:lnTo>
                <a:lnTo>
                  <a:pt x="9295" y="38656"/>
                </a:lnTo>
                <a:lnTo>
                  <a:pt x="9295" y="38656"/>
                </a:lnTo>
                <a:lnTo>
                  <a:pt x="9295" y="38656"/>
                </a:lnTo>
                <a:lnTo>
                  <a:pt x="9295" y="38656"/>
                </a:lnTo>
                <a:lnTo>
                  <a:pt x="9295" y="38656"/>
                </a:lnTo>
                <a:lnTo>
                  <a:pt x="9294" y="38656"/>
                </a:lnTo>
                <a:lnTo>
                  <a:pt x="9294" y="38656"/>
                </a:lnTo>
                <a:lnTo>
                  <a:pt x="9294" y="38656"/>
                </a:lnTo>
                <a:lnTo>
                  <a:pt x="9294" y="38656"/>
                </a:lnTo>
                <a:lnTo>
                  <a:pt x="9294" y="38656"/>
                </a:lnTo>
                <a:lnTo>
                  <a:pt x="9294" y="38656"/>
                </a:lnTo>
                <a:lnTo>
                  <a:pt x="9294" y="38656"/>
                </a:lnTo>
                <a:lnTo>
                  <a:pt x="9293" y="38656"/>
                </a:lnTo>
                <a:lnTo>
                  <a:pt x="9293" y="38656"/>
                </a:lnTo>
                <a:lnTo>
                  <a:pt x="9293" y="38656"/>
                </a:lnTo>
                <a:lnTo>
                  <a:pt x="9293" y="38656"/>
                </a:lnTo>
                <a:lnTo>
                  <a:pt x="9293" y="38656"/>
                </a:lnTo>
                <a:lnTo>
                  <a:pt x="9293" y="38656"/>
                </a:lnTo>
                <a:lnTo>
                  <a:pt x="9293" y="38656"/>
                </a:lnTo>
                <a:lnTo>
                  <a:pt x="9292" y="38656"/>
                </a:lnTo>
                <a:lnTo>
                  <a:pt x="9292" y="38656"/>
                </a:lnTo>
                <a:lnTo>
                  <a:pt x="9292" y="38656"/>
                </a:lnTo>
                <a:lnTo>
                  <a:pt x="9292" y="38656"/>
                </a:lnTo>
                <a:lnTo>
                  <a:pt x="9292" y="38656"/>
                </a:lnTo>
                <a:lnTo>
                  <a:pt x="9292" y="38656"/>
                </a:lnTo>
                <a:lnTo>
                  <a:pt x="9292" y="38656"/>
                </a:lnTo>
                <a:lnTo>
                  <a:pt x="9292" y="38656"/>
                </a:lnTo>
                <a:lnTo>
                  <a:pt x="9291" y="38656"/>
                </a:lnTo>
                <a:lnTo>
                  <a:pt x="9291" y="38656"/>
                </a:lnTo>
                <a:lnTo>
                  <a:pt x="9291" y="38656"/>
                </a:lnTo>
                <a:lnTo>
                  <a:pt x="9291" y="38656"/>
                </a:lnTo>
                <a:lnTo>
                  <a:pt x="9291" y="38656"/>
                </a:lnTo>
                <a:lnTo>
                  <a:pt x="9291" y="38656"/>
                </a:lnTo>
                <a:lnTo>
                  <a:pt x="9291" y="38656"/>
                </a:lnTo>
                <a:lnTo>
                  <a:pt x="9290" y="38656"/>
                </a:lnTo>
                <a:lnTo>
                  <a:pt x="9290" y="38656"/>
                </a:lnTo>
                <a:lnTo>
                  <a:pt x="9290" y="38656"/>
                </a:lnTo>
                <a:lnTo>
                  <a:pt x="9290" y="38656"/>
                </a:lnTo>
                <a:lnTo>
                  <a:pt x="9290" y="38656"/>
                </a:lnTo>
                <a:lnTo>
                  <a:pt x="9290" y="38656"/>
                </a:lnTo>
                <a:lnTo>
                  <a:pt x="9290" y="38656"/>
                </a:lnTo>
                <a:lnTo>
                  <a:pt x="9289" y="38656"/>
                </a:lnTo>
                <a:lnTo>
                  <a:pt x="9289" y="38656"/>
                </a:lnTo>
                <a:lnTo>
                  <a:pt x="9289" y="38656"/>
                </a:lnTo>
                <a:lnTo>
                  <a:pt x="9289" y="38656"/>
                </a:lnTo>
                <a:lnTo>
                  <a:pt x="9289" y="38656"/>
                </a:lnTo>
                <a:lnTo>
                  <a:pt x="9289" y="38656"/>
                </a:lnTo>
                <a:lnTo>
                  <a:pt x="9289" y="38656"/>
                </a:lnTo>
                <a:lnTo>
                  <a:pt x="9288" y="38656"/>
                </a:lnTo>
                <a:lnTo>
                  <a:pt x="9288" y="38656"/>
                </a:lnTo>
                <a:lnTo>
                  <a:pt x="9288" y="38656"/>
                </a:lnTo>
                <a:lnTo>
                  <a:pt x="9288" y="38656"/>
                </a:lnTo>
                <a:lnTo>
                  <a:pt x="9288" y="38656"/>
                </a:lnTo>
                <a:lnTo>
                  <a:pt x="9288" y="38656"/>
                </a:lnTo>
                <a:lnTo>
                  <a:pt x="9288" y="38656"/>
                </a:lnTo>
                <a:lnTo>
                  <a:pt x="9288" y="38656"/>
                </a:lnTo>
                <a:lnTo>
                  <a:pt x="9287" y="38656"/>
                </a:lnTo>
                <a:lnTo>
                  <a:pt x="9287" y="38656"/>
                </a:lnTo>
                <a:lnTo>
                  <a:pt x="9287" y="38656"/>
                </a:lnTo>
                <a:lnTo>
                  <a:pt x="9287" y="38656"/>
                </a:lnTo>
                <a:lnTo>
                  <a:pt x="9287" y="38656"/>
                </a:lnTo>
                <a:lnTo>
                  <a:pt x="9287" y="38656"/>
                </a:lnTo>
                <a:lnTo>
                  <a:pt x="9287" y="38656"/>
                </a:lnTo>
                <a:lnTo>
                  <a:pt x="9286" y="38656"/>
                </a:lnTo>
                <a:lnTo>
                  <a:pt x="9286" y="38656"/>
                </a:lnTo>
                <a:lnTo>
                  <a:pt x="9286" y="38656"/>
                </a:lnTo>
                <a:lnTo>
                  <a:pt x="9286" y="38656"/>
                </a:lnTo>
                <a:lnTo>
                  <a:pt x="9286" y="38656"/>
                </a:lnTo>
                <a:lnTo>
                  <a:pt x="9286" y="38656"/>
                </a:lnTo>
                <a:lnTo>
                  <a:pt x="9286" y="38656"/>
                </a:lnTo>
                <a:lnTo>
                  <a:pt x="9285" y="38656"/>
                </a:lnTo>
                <a:lnTo>
                  <a:pt x="9285" y="38656"/>
                </a:lnTo>
                <a:lnTo>
                  <a:pt x="9285" y="38656"/>
                </a:lnTo>
                <a:lnTo>
                  <a:pt x="9285" y="38656"/>
                </a:lnTo>
                <a:lnTo>
                  <a:pt x="9285" y="38656"/>
                </a:lnTo>
                <a:lnTo>
                  <a:pt x="9285" y="38656"/>
                </a:lnTo>
                <a:lnTo>
                  <a:pt x="9285" y="38656"/>
                </a:lnTo>
                <a:lnTo>
                  <a:pt x="9285" y="38656"/>
                </a:lnTo>
                <a:lnTo>
                  <a:pt x="9284" y="38656"/>
                </a:lnTo>
                <a:lnTo>
                  <a:pt x="9284" y="38656"/>
                </a:lnTo>
                <a:lnTo>
                  <a:pt x="9284" y="38656"/>
                </a:lnTo>
                <a:lnTo>
                  <a:pt x="9284" y="38656"/>
                </a:lnTo>
                <a:lnTo>
                  <a:pt x="9284" y="38656"/>
                </a:lnTo>
                <a:lnTo>
                  <a:pt x="9284" y="38656"/>
                </a:lnTo>
                <a:lnTo>
                  <a:pt x="9284" y="38656"/>
                </a:lnTo>
                <a:lnTo>
                  <a:pt x="9283" y="38656"/>
                </a:lnTo>
                <a:lnTo>
                  <a:pt x="9283" y="38656"/>
                </a:lnTo>
                <a:lnTo>
                  <a:pt x="9283" y="38656"/>
                </a:lnTo>
                <a:lnTo>
                  <a:pt x="9283" y="38656"/>
                </a:lnTo>
                <a:lnTo>
                  <a:pt x="9283" y="38656"/>
                </a:lnTo>
                <a:lnTo>
                  <a:pt x="9283" y="38656"/>
                </a:lnTo>
                <a:lnTo>
                  <a:pt x="9283" y="38656"/>
                </a:lnTo>
                <a:lnTo>
                  <a:pt x="9282" y="38656"/>
                </a:lnTo>
                <a:lnTo>
                  <a:pt x="9282" y="38656"/>
                </a:lnTo>
                <a:lnTo>
                  <a:pt x="9282" y="38656"/>
                </a:lnTo>
                <a:lnTo>
                  <a:pt x="9282" y="38656"/>
                </a:lnTo>
                <a:lnTo>
                  <a:pt x="9282" y="38656"/>
                </a:lnTo>
                <a:lnTo>
                  <a:pt x="9282" y="38656"/>
                </a:lnTo>
                <a:lnTo>
                  <a:pt x="9282" y="38656"/>
                </a:lnTo>
                <a:lnTo>
                  <a:pt x="9282" y="38656"/>
                </a:lnTo>
                <a:lnTo>
                  <a:pt x="9281" y="38656"/>
                </a:lnTo>
                <a:lnTo>
                  <a:pt x="9281" y="38656"/>
                </a:lnTo>
                <a:lnTo>
                  <a:pt x="9281" y="38656"/>
                </a:lnTo>
                <a:lnTo>
                  <a:pt x="9281" y="38656"/>
                </a:lnTo>
                <a:lnTo>
                  <a:pt x="9281" y="38656"/>
                </a:lnTo>
                <a:lnTo>
                  <a:pt x="9281" y="38656"/>
                </a:lnTo>
                <a:lnTo>
                  <a:pt x="9281" y="38656"/>
                </a:lnTo>
                <a:lnTo>
                  <a:pt x="9280" y="38656"/>
                </a:lnTo>
                <a:lnTo>
                  <a:pt x="9280" y="38656"/>
                </a:lnTo>
                <a:lnTo>
                  <a:pt x="9280" y="38656"/>
                </a:lnTo>
                <a:lnTo>
                  <a:pt x="9280" y="38656"/>
                </a:lnTo>
                <a:lnTo>
                  <a:pt x="9280" y="38656"/>
                </a:lnTo>
                <a:lnTo>
                  <a:pt x="9280" y="38656"/>
                </a:lnTo>
                <a:lnTo>
                  <a:pt x="9280" y="38656"/>
                </a:lnTo>
                <a:lnTo>
                  <a:pt x="9279" y="38656"/>
                </a:lnTo>
                <a:lnTo>
                  <a:pt x="9279" y="38656"/>
                </a:lnTo>
                <a:lnTo>
                  <a:pt x="9279" y="38656"/>
                </a:lnTo>
                <a:lnTo>
                  <a:pt x="9279" y="38656"/>
                </a:lnTo>
                <a:lnTo>
                  <a:pt x="9279" y="38656"/>
                </a:lnTo>
                <a:lnTo>
                  <a:pt x="9279" y="38656"/>
                </a:lnTo>
                <a:lnTo>
                  <a:pt x="9279" y="38656"/>
                </a:lnTo>
                <a:lnTo>
                  <a:pt x="9279" y="38656"/>
                </a:lnTo>
                <a:lnTo>
                  <a:pt x="9278" y="38656"/>
                </a:lnTo>
                <a:lnTo>
                  <a:pt x="9278" y="38656"/>
                </a:lnTo>
                <a:lnTo>
                  <a:pt x="9278" y="38656"/>
                </a:lnTo>
                <a:lnTo>
                  <a:pt x="9278" y="38656"/>
                </a:lnTo>
                <a:lnTo>
                  <a:pt x="9278" y="38656"/>
                </a:lnTo>
                <a:lnTo>
                  <a:pt x="9278" y="38656"/>
                </a:lnTo>
                <a:lnTo>
                  <a:pt x="9278" y="38656"/>
                </a:lnTo>
                <a:lnTo>
                  <a:pt x="9277" y="38656"/>
                </a:lnTo>
                <a:lnTo>
                  <a:pt x="9277" y="38656"/>
                </a:lnTo>
                <a:lnTo>
                  <a:pt x="9277" y="38656"/>
                </a:lnTo>
                <a:lnTo>
                  <a:pt x="9277" y="38656"/>
                </a:lnTo>
                <a:lnTo>
                  <a:pt x="9277" y="38656"/>
                </a:lnTo>
                <a:lnTo>
                  <a:pt x="9277" y="38656"/>
                </a:lnTo>
                <a:lnTo>
                  <a:pt x="9277" y="38656"/>
                </a:lnTo>
                <a:lnTo>
                  <a:pt x="9276" y="38656"/>
                </a:lnTo>
                <a:lnTo>
                  <a:pt x="9276" y="38656"/>
                </a:lnTo>
                <a:lnTo>
                  <a:pt x="9276" y="38656"/>
                </a:lnTo>
                <a:lnTo>
                  <a:pt x="9276" y="38656"/>
                </a:lnTo>
                <a:lnTo>
                  <a:pt x="9276" y="38656"/>
                </a:lnTo>
                <a:lnTo>
                  <a:pt x="9276" y="38656"/>
                </a:lnTo>
                <a:lnTo>
                  <a:pt x="9276" y="38656"/>
                </a:lnTo>
                <a:lnTo>
                  <a:pt x="9275" y="38656"/>
                </a:lnTo>
                <a:lnTo>
                  <a:pt x="9275" y="38656"/>
                </a:lnTo>
                <a:lnTo>
                  <a:pt x="9275" y="38656"/>
                </a:lnTo>
                <a:lnTo>
                  <a:pt x="9275" y="38656"/>
                </a:lnTo>
                <a:lnTo>
                  <a:pt x="9275" y="38656"/>
                </a:lnTo>
                <a:lnTo>
                  <a:pt x="9275" y="38656"/>
                </a:lnTo>
                <a:lnTo>
                  <a:pt x="9275" y="38656"/>
                </a:lnTo>
                <a:lnTo>
                  <a:pt x="9275" y="38656"/>
                </a:lnTo>
                <a:lnTo>
                  <a:pt x="9274" y="38656"/>
                </a:lnTo>
                <a:lnTo>
                  <a:pt x="9274" y="38656"/>
                </a:lnTo>
                <a:lnTo>
                  <a:pt x="9274" y="38656"/>
                </a:lnTo>
                <a:lnTo>
                  <a:pt x="9274" y="38656"/>
                </a:lnTo>
                <a:lnTo>
                  <a:pt x="9274" y="38656"/>
                </a:lnTo>
                <a:lnTo>
                  <a:pt x="9274" y="38656"/>
                </a:lnTo>
                <a:lnTo>
                  <a:pt x="9274" y="38656"/>
                </a:lnTo>
                <a:lnTo>
                  <a:pt x="9273" y="38656"/>
                </a:lnTo>
                <a:lnTo>
                  <a:pt x="9273" y="38656"/>
                </a:lnTo>
                <a:lnTo>
                  <a:pt x="9273" y="38656"/>
                </a:lnTo>
                <a:lnTo>
                  <a:pt x="9273" y="38656"/>
                </a:lnTo>
                <a:lnTo>
                  <a:pt x="9273" y="38656"/>
                </a:lnTo>
                <a:lnTo>
                  <a:pt x="9273" y="38656"/>
                </a:lnTo>
                <a:lnTo>
                  <a:pt x="9273" y="38656"/>
                </a:lnTo>
                <a:lnTo>
                  <a:pt x="9272" y="38656"/>
                </a:lnTo>
                <a:lnTo>
                  <a:pt x="9272" y="38656"/>
                </a:lnTo>
                <a:lnTo>
                  <a:pt x="9272" y="38656"/>
                </a:lnTo>
                <a:lnTo>
                  <a:pt x="9272" y="38656"/>
                </a:lnTo>
                <a:lnTo>
                  <a:pt x="9272" y="38656"/>
                </a:lnTo>
                <a:lnTo>
                  <a:pt x="9272" y="38656"/>
                </a:lnTo>
                <a:lnTo>
                  <a:pt x="9272" y="38656"/>
                </a:lnTo>
                <a:lnTo>
                  <a:pt x="9272" y="38656"/>
                </a:lnTo>
                <a:lnTo>
                  <a:pt x="9271" y="38656"/>
                </a:lnTo>
                <a:lnTo>
                  <a:pt x="9271" y="38656"/>
                </a:lnTo>
                <a:lnTo>
                  <a:pt x="9271" y="38656"/>
                </a:lnTo>
                <a:lnTo>
                  <a:pt x="9271" y="38656"/>
                </a:lnTo>
                <a:lnTo>
                  <a:pt x="9271" y="38656"/>
                </a:lnTo>
                <a:lnTo>
                  <a:pt x="9271" y="38656"/>
                </a:lnTo>
                <a:lnTo>
                  <a:pt x="9271" y="38656"/>
                </a:lnTo>
                <a:lnTo>
                  <a:pt x="9270" y="38656"/>
                </a:lnTo>
                <a:lnTo>
                  <a:pt x="9270" y="38656"/>
                </a:lnTo>
                <a:lnTo>
                  <a:pt x="9270" y="38656"/>
                </a:lnTo>
                <a:lnTo>
                  <a:pt x="9270" y="38656"/>
                </a:lnTo>
                <a:lnTo>
                  <a:pt x="9270" y="38656"/>
                </a:lnTo>
                <a:lnTo>
                  <a:pt x="9270" y="38656"/>
                </a:lnTo>
                <a:lnTo>
                  <a:pt x="9270" y="38656"/>
                </a:lnTo>
                <a:lnTo>
                  <a:pt x="9269" y="38656"/>
                </a:lnTo>
                <a:lnTo>
                  <a:pt x="9269" y="38656"/>
                </a:lnTo>
                <a:lnTo>
                  <a:pt x="9269" y="38656"/>
                </a:lnTo>
                <a:lnTo>
                  <a:pt x="9269" y="38656"/>
                </a:lnTo>
                <a:lnTo>
                  <a:pt x="9269" y="38656"/>
                </a:lnTo>
                <a:lnTo>
                  <a:pt x="9269" y="38656"/>
                </a:lnTo>
                <a:lnTo>
                  <a:pt x="9269" y="38656"/>
                </a:lnTo>
                <a:lnTo>
                  <a:pt x="9268" y="38656"/>
                </a:lnTo>
                <a:lnTo>
                  <a:pt x="9268" y="38656"/>
                </a:lnTo>
                <a:lnTo>
                  <a:pt x="9268" y="38656"/>
                </a:lnTo>
                <a:lnTo>
                  <a:pt x="9268" y="38656"/>
                </a:lnTo>
                <a:lnTo>
                  <a:pt x="9268" y="38656"/>
                </a:lnTo>
                <a:lnTo>
                  <a:pt x="9268" y="38656"/>
                </a:lnTo>
                <a:lnTo>
                  <a:pt x="9268" y="38656"/>
                </a:lnTo>
                <a:lnTo>
                  <a:pt x="9268" y="38656"/>
                </a:lnTo>
                <a:lnTo>
                  <a:pt x="9267" y="38656"/>
                </a:lnTo>
                <a:lnTo>
                  <a:pt x="9267" y="38656"/>
                </a:lnTo>
                <a:lnTo>
                  <a:pt x="9267" y="38656"/>
                </a:lnTo>
                <a:lnTo>
                  <a:pt x="9267" y="38656"/>
                </a:lnTo>
                <a:lnTo>
                  <a:pt x="9267" y="38656"/>
                </a:lnTo>
                <a:lnTo>
                  <a:pt x="9267" y="38656"/>
                </a:lnTo>
                <a:lnTo>
                  <a:pt x="9267" y="38656"/>
                </a:lnTo>
                <a:lnTo>
                  <a:pt x="9266" y="38656"/>
                </a:lnTo>
                <a:lnTo>
                  <a:pt x="9266" y="38656"/>
                </a:lnTo>
                <a:lnTo>
                  <a:pt x="9266" y="38656"/>
                </a:lnTo>
                <a:lnTo>
                  <a:pt x="9266" y="38656"/>
                </a:lnTo>
                <a:lnTo>
                  <a:pt x="9266" y="38656"/>
                </a:lnTo>
                <a:lnTo>
                  <a:pt x="9266" y="38656"/>
                </a:lnTo>
                <a:lnTo>
                  <a:pt x="9266" y="38656"/>
                </a:lnTo>
                <a:lnTo>
                  <a:pt x="9265" y="38656"/>
                </a:lnTo>
                <a:lnTo>
                  <a:pt x="9265" y="38656"/>
                </a:lnTo>
                <a:lnTo>
                  <a:pt x="9265" y="38656"/>
                </a:lnTo>
                <a:lnTo>
                  <a:pt x="9265" y="38656"/>
                </a:lnTo>
                <a:lnTo>
                  <a:pt x="9265" y="38656"/>
                </a:lnTo>
                <a:lnTo>
                  <a:pt x="9265" y="38656"/>
                </a:lnTo>
                <a:lnTo>
                  <a:pt x="9265" y="38656"/>
                </a:lnTo>
                <a:lnTo>
                  <a:pt x="9264" y="38656"/>
                </a:lnTo>
                <a:lnTo>
                  <a:pt x="9264" y="38656"/>
                </a:lnTo>
                <a:lnTo>
                  <a:pt x="9264" y="38656"/>
                </a:lnTo>
                <a:lnTo>
                  <a:pt x="9264" y="38656"/>
                </a:lnTo>
                <a:lnTo>
                  <a:pt x="9264" y="38656"/>
                </a:lnTo>
                <a:lnTo>
                  <a:pt x="9264" y="38656"/>
                </a:lnTo>
                <a:lnTo>
                  <a:pt x="9264" y="38656"/>
                </a:lnTo>
                <a:lnTo>
                  <a:pt x="9264" y="38656"/>
                </a:lnTo>
                <a:lnTo>
                  <a:pt x="9263" y="38656"/>
                </a:lnTo>
                <a:lnTo>
                  <a:pt x="9263" y="38656"/>
                </a:lnTo>
                <a:lnTo>
                  <a:pt x="9263" y="38656"/>
                </a:lnTo>
                <a:lnTo>
                  <a:pt x="9263" y="38656"/>
                </a:lnTo>
                <a:lnTo>
                  <a:pt x="9263" y="38656"/>
                </a:lnTo>
                <a:lnTo>
                  <a:pt x="9263" y="38656"/>
                </a:lnTo>
                <a:lnTo>
                  <a:pt x="9263" y="38656"/>
                </a:lnTo>
                <a:lnTo>
                  <a:pt x="9262" y="38656"/>
                </a:lnTo>
                <a:lnTo>
                  <a:pt x="9262" y="38656"/>
                </a:lnTo>
                <a:lnTo>
                  <a:pt x="9262" y="38656"/>
                </a:lnTo>
                <a:lnTo>
                  <a:pt x="9262" y="38656"/>
                </a:lnTo>
                <a:lnTo>
                  <a:pt x="9262" y="38656"/>
                </a:lnTo>
                <a:lnTo>
                  <a:pt x="9262" y="38656"/>
                </a:lnTo>
                <a:lnTo>
                  <a:pt x="9262" y="38656"/>
                </a:lnTo>
                <a:lnTo>
                  <a:pt x="9261" y="38656"/>
                </a:lnTo>
                <a:lnTo>
                  <a:pt x="9261" y="38656"/>
                </a:lnTo>
                <a:lnTo>
                  <a:pt x="9261" y="38656"/>
                </a:lnTo>
                <a:lnTo>
                  <a:pt x="9261" y="38656"/>
                </a:lnTo>
                <a:lnTo>
                  <a:pt x="9261" y="38656"/>
                </a:lnTo>
                <a:lnTo>
                  <a:pt x="9261" y="38656"/>
                </a:lnTo>
                <a:lnTo>
                  <a:pt x="9261" y="38656"/>
                </a:lnTo>
                <a:lnTo>
                  <a:pt x="9260" y="38656"/>
                </a:lnTo>
                <a:lnTo>
                  <a:pt x="9260" y="38656"/>
                </a:lnTo>
                <a:lnTo>
                  <a:pt x="9260" y="38656"/>
                </a:lnTo>
                <a:lnTo>
                  <a:pt x="9260" y="38656"/>
                </a:lnTo>
                <a:lnTo>
                  <a:pt x="9260" y="38656"/>
                </a:lnTo>
                <a:lnTo>
                  <a:pt x="9260" y="38656"/>
                </a:lnTo>
                <a:lnTo>
                  <a:pt x="9260" y="38656"/>
                </a:lnTo>
                <a:lnTo>
                  <a:pt x="9260" y="38656"/>
                </a:lnTo>
                <a:lnTo>
                  <a:pt x="9259" y="38656"/>
                </a:lnTo>
                <a:lnTo>
                  <a:pt x="9259" y="38656"/>
                </a:lnTo>
                <a:lnTo>
                  <a:pt x="9259" y="38656"/>
                </a:lnTo>
                <a:lnTo>
                  <a:pt x="9259" y="38656"/>
                </a:lnTo>
                <a:lnTo>
                  <a:pt x="9259" y="38656"/>
                </a:lnTo>
                <a:lnTo>
                  <a:pt x="9259" y="38656"/>
                </a:lnTo>
                <a:lnTo>
                  <a:pt x="9259" y="38656"/>
                </a:lnTo>
                <a:lnTo>
                  <a:pt x="9258" y="38656"/>
                </a:lnTo>
                <a:lnTo>
                  <a:pt x="9258" y="38656"/>
                </a:lnTo>
                <a:lnTo>
                  <a:pt x="9258" y="38656"/>
                </a:lnTo>
                <a:lnTo>
                  <a:pt x="9258" y="38656"/>
                </a:lnTo>
                <a:lnTo>
                  <a:pt x="9258" y="38656"/>
                </a:lnTo>
                <a:lnTo>
                  <a:pt x="9258" y="38656"/>
                </a:lnTo>
                <a:lnTo>
                  <a:pt x="9258" y="38656"/>
                </a:lnTo>
                <a:lnTo>
                  <a:pt x="9257" y="38656"/>
                </a:lnTo>
                <a:lnTo>
                  <a:pt x="9257" y="38656"/>
                </a:lnTo>
                <a:lnTo>
                  <a:pt x="9257" y="38656"/>
                </a:lnTo>
                <a:lnTo>
                  <a:pt x="9257" y="38656"/>
                </a:lnTo>
                <a:lnTo>
                  <a:pt x="9257" y="38656"/>
                </a:lnTo>
                <a:lnTo>
                  <a:pt x="9257" y="38656"/>
                </a:lnTo>
                <a:lnTo>
                  <a:pt x="9257" y="38656"/>
                </a:lnTo>
                <a:lnTo>
                  <a:pt x="9256" y="38656"/>
                </a:lnTo>
                <a:lnTo>
                  <a:pt x="9256" y="38656"/>
                </a:lnTo>
                <a:lnTo>
                  <a:pt x="9256" y="38656"/>
                </a:lnTo>
                <a:lnTo>
                  <a:pt x="9256" y="38656"/>
                </a:lnTo>
                <a:lnTo>
                  <a:pt x="9256" y="38656"/>
                </a:lnTo>
                <a:lnTo>
                  <a:pt x="9256" y="38656"/>
                </a:lnTo>
                <a:lnTo>
                  <a:pt x="9256" y="38656"/>
                </a:lnTo>
                <a:lnTo>
                  <a:pt x="9256" y="38656"/>
                </a:lnTo>
                <a:lnTo>
                  <a:pt x="9255" y="38656"/>
                </a:lnTo>
                <a:lnTo>
                  <a:pt x="9255" y="38656"/>
                </a:lnTo>
                <a:lnTo>
                  <a:pt x="9255" y="38656"/>
                </a:lnTo>
                <a:lnTo>
                  <a:pt x="9255" y="38656"/>
                </a:lnTo>
                <a:lnTo>
                  <a:pt x="9255" y="38656"/>
                </a:lnTo>
                <a:lnTo>
                  <a:pt x="9255" y="38656"/>
                </a:lnTo>
                <a:lnTo>
                  <a:pt x="9255" y="38656"/>
                </a:lnTo>
                <a:lnTo>
                  <a:pt x="9254" y="38656"/>
                </a:lnTo>
                <a:lnTo>
                  <a:pt x="9254" y="38656"/>
                </a:lnTo>
                <a:lnTo>
                  <a:pt x="9254" y="38656"/>
                </a:lnTo>
                <a:lnTo>
                  <a:pt x="9254" y="38656"/>
                </a:lnTo>
                <a:lnTo>
                  <a:pt x="9254" y="38656"/>
                </a:lnTo>
                <a:lnTo>
                  <a:pt x="9254" y="38656"/>
                </a:lnTo>
                <a:lnTo>
                  <a:pt x="9254" y="38656"/>
                </a:lnTo>
                <a:lnTo>
                  <a:pt x="9253" y="38656"/>
                </a:lnTo>
                <a:lnTo>
                  <a:pt x="9253" y="38656"/>
                </a:lnTo>
                <a:lnTo>
                  <a:pt x="9253" y="38656"/>
                </a:lnTo>
                <a:lnTo>
                  <a:pt x="9253" y="38656"/>
                </a:lnTo>
                <a:lnTo>
                  <a:pt x="9253" y="38656"/>
                </a:lnTo>
                <a:lnTo>
                  <a:pt x="9253" y="38656"/>
                </a:lnTo>
                <a:lnTo>
                  <a:pt x="9253" y="38656"/>
                </a:lnTo>
                <a:lnTo>
                  <a:pt x="9252" y="38656"/>
                </a:lnTo>
                <a:lnTo>
                  <a:pt x="9252" y="38656"/>
                </a:lnTo>
                <a:lnTo>
                  <a:pt x="9252" y="38656"/>
                </a:lnTo>
                <a:lnTo>
                  <a:pt x="9252" y="38656"/>
                </a:lnTo>
                <a:lnTo>
                  <a:pt x="9252" y="38656"/>
                </a:lnTo>
                <a:lnTo>
                  <a:pt x="9252" y="38656"/>
                </a:lnTo>
                <a:lnTo>
                  <a:pt x="9252" y="38656"/>
                </a:lnTo>
                <a:lnTo>
                  <a:pt x="9252" y="38656"/>
                </a:lnTo>
                <a:lnTo>
                  <a:pt x="9251" y="38656"/>
                </a:lnTo>
                <a:lnTo>
                  <a:pt x="9251" y="38656"/>
                </a:lnTo>
                <a:lnTo>
                  <a:pt x="9251" y="38656"/>
                </a:lnTo>
                <a:lnTo>
                  <a:pt x="9251" y="38656"/>
                </a:lnTo>
                <a:lnTo>
                  <a:pt x="9251" y="38656"/>
                </a:lnTo>
                <a:lnTo>
                  <a:pt x="9251" y="38656"/>
                </a:lnTo>
                <a:lnTo>
                  <a:pt x="9251" y="38656"/>
                </a:lnTo>
                <a:lnTo>
                  <a:pt x="9250" y="38656"/>
                </a:lnTo>
                <a:lnTo>
                  <a:pt x="9250" y="38656"/>
                </a:lnTo>
                <a:lnTo>
                  <a:pt x="9250" y="38656"/>
                </a:lnTo>
                <a:lnTo>
                  <a:pt x="9250" y="38656"/>
                </a:lnTo>
                <a:lnTo>
                  <a:pt x="9250" y="38656"/>
                </a:lnTo>
                <a:lnTo>
                  <a:pt x="9250" y="38656"/>
                </a:lnTo>
                <a:lnTo>
                  <a:pt x="9250" y="38656"/>
                </a:lnTo>
                <a:lnTo>
                  <a:pt x="9249" y="38656"/>
                </a:lnTo>
                <a:lnTo>
                  <a:pt x="9249" y="38656"/>
                </a:lnTo>
                <a:lnTo>
                  <a:pt x="9249" y="38656"/>
                </a:lnTo>
                <a:lnTo>
                  <a:pt x="9249" y="38656"/>
                </a:lnTo>
                <a:lnTo>
                  <a:pt x="9249" y="38656"/>
                </a:lnTo>
                <a:lnTo>
                  <a:pt x="9249" y="38656"/>
                </a:lnTo>
                <a:lnTo>
                  <a:pt x="9249" y="38656"/>
                </a:lnTo>
                <a:lnTo>
                  <a:pt x="9248" y="38656"/>
                </a:lnTo>
                <a:lnTo>
                  <a:pt x="9248" y="38656"/>
                </a:lnTo>
                <a:lnTo>
                  <a:pt x="9248" y="38656"/>
                </a:lnTo>
                <a:lnTo>
                  <a:pt x="9248" y="38656"/>
                </a:lnTo>
                <a:lnTo>
                  <a:pt x="9248" y="38656"/>
                </a:lnTo>
                <a:lnTo>
                  <a:pt x="9248" y="38656"/>
                </a:lnTo>
                <a:lnTo>
                  <a:pt x="9248" y="38656"/>
                </a:lnTo>
                <a:lnTo>
                  <a:pt x="9247" y="38656"/>
                </a:lnTo>
                <a:lnTo>
                  <a:pt x="9247" y="38656"/>
                </a:lnTo>
                <a:lnTo>
                  <a:pt x="9247" y="38656"/>
                </a:lnTo>
                <a:lnTo>
                  <a:pt x="9247" y="38656"/>
                </a:lnTo>
                <a:lnTo>
                  <a:pt x="9247" y="38656"/>
                </a:lnTo>
                <a:lnTo>
                  <a:pt x="9247" y="38656"/>
                </a:lnTo>
                <a:lnTo>
                  <a:pt x="9247" y="38656"/>
                </a:lnTo>
                <a:lnTo>
                  <a:pt x="9247" y="38656"/>
                </a:lnTo>
                <a:lnTo>
                  <a:pt x="9246" y="38656"/>
                </a:lnTo>
                <a:lnTo>
                  <a:pt x="9246" y="38656"/>
                </a:lnTo>
                <a:lnTo>
                  <a:pt x="9246" y="38656"/>
                </a:lnTo>
                <a:lnTo>
                  <a:pt x="9246" y="38656"/>
                </a:lnTo>
                <a:lnTo>
                  <a:pt x="9246" y="38656"/>
                </a:lnTo>
                <a:lnTo>
                  <a:pt x="9246" y="38656"/>
                </a:lnTo>
                <a:lnTo>
                  <a:pt x="9246" y="38656"/>
                </a:lnTo>
                <a:lnTo>
                  <a:pt x="9245" y="38656"/>
                </a:lnTo>
                <a:lnTo>
                  <a:pt x="9245" y="38656"/>
                </a:lnTo>
                <a:lnTo>
                  <a:pt x="9245" y="38656"/>
                </a:lnTo>
                <a:lnTo>
                  <a:pt x="9245" y="38656"/>
                </a:lnTo>
                <a:lnTo>
                  <a:pt x="9245" y="38656"/>
                </a:lnTo>
                <a:lnTo>
                  <a:pt x="9245" y="38656"/>
                </a:lnTo>
                <a:lnTo>
                  <a:pt x="9245" y="38656"/>
                </a:lnTo>
                <a:lnTo>
                  <a:pt x="9244" y="38656"/>
                </a:lnTo>
                <a:lnTo>
                  <a:pt x="9244" y="38656"/>
                </a:lnTo>
                <a:lnTo>
                  <a:pt x="9244" y="38656"/>
                </a:lnTo>
                <a:lnTo>
                  <a:pt x="9244" y="38656"/>
                </a:lnTo>
                <a:lnTo>
                  <a:pt x="9244" y="38656"/>
                </a:lnTo>
                <a:lnTo>
                  <a:pt x="9244" y="38656"/>
                </a:lnTo>
                <a:lnTo>
                  <a:pt x="9244" y="38656"/>
                </a:lnTo>
                <a:lnTo>
                  <a:pt x="9243" y="38656"/>
                </a:lnTo>
                <a:lnTo>
                  <a:pt x="9243" y="38656"/>
                </a:lnTo>
                <a:lnTo>
                  <a:pt x="9243" y="38656"/>
                </a:lnTo>
                <a:lnTo>
                  <a:pt x="9243" y="38656"/>
                </a:lnTo>
                <a:lnTo>
                  <a:pt x="9243" y="38656"/>
                </a:lnTo>
                <a:lnTo>
                  <a:pt x="9243" y="38656"/>
                </a:lnTo>
                <a:lnTo>
                  <a:pt x="9243" y="38656"/>
                </a:lnTo>
                <a:lnTo>
                  <a:pt x="9243" y="38656"/>
                </a:lnTo>
                <a:lnTo>
                  <a:pt x="9242" y="38656"/>
                </a:lnTo>
                <a:lnTo>
                  <a:pt x="9242" y="38656"/>
                </a:lnTo>
                <a:lnTo>
                  <a:pt x="9242" y="38656"/>
                </a:lnTo>
                <a:lnTo>
                  <a:pt x="9242" y="38656"/>
                </a:lnTo>
                <a:lnTo>
                  <a:pt x="9242" y="38656"/>
                </a:lnTo>
                <a:lnTo>
                  <a:pt x="9242" y="38656"/>
                </a:lnTo>
                <a:lnTo>
                  <a:pt x="9242" y="38656"/>
                </a:lnTo>
                <a:lnTo>
                  <a:pt x="9241" y="38656"/>
                </a:lnTo>
                <a:lnTo>
                  <a:pt x="9241" y="38656"/>
                </a:lnTo>
                <a:lnTo>
                  <a:pt x="9241" y="38656"/>
                </a:lnTo>
                <a:lnTo>
                  <a:pt x="9241" y="38656"/>
                </a:lnTo>
                <a:lnTo>
                  <a:pt x="9241" y="38656"/>
                </a:lnTo>
                <a:lnTo>
                  <a:pt x="9241" y="38656"/>
                </a:lnTo>
                <a:lnTo>
                  <a:pt x="9241" y="38656"/>
                </a:lnTo>
                <a:lnTo>
                  <a:pt x="9240" y="38656"/>
                </a:lnTo>
                <a:lnTo>
                  <a:pt x="9240" y="38656"/>
                </a:lnTo>
                <a:lnTo>
                  <a:pt x="9240" y="38656"/>
                </a:lnTo>
                <a:lnTo>
                  <a:pt x="9240" y="38656"/>
                </a:lnTo>
                <a:lnTo>
                  <a:pt x="9240" y="38656"/>
                </a:lnTo>
                <a:lnTo>
                  <a:pt x="9240" y="38656"/>
                </a:lnTo>
                <a:lnTo>
                  <a:pt x="9240" y="38656"/>
                </a:lnTo>
                <a:lnTo>
                  <a:pt x="9239" y="38656"/>
                </a:lnTo>
                <a:lnTo>
                  <a:pt x="9239" y="38656"/>
                </a:lnTo>
                <a:lnTo>
                  <a:pt x="9239" y="38656"/>
                </a:lnTo>
                <a:lnTo>
                  <a:pt x="9239" y="38656"/>
                </a:lnTo>
                <a:lnTo>
                  <a:pt x="9239" y="38656"/>
                </a:lnTo>
                <a:lnTo>
                  <a:pt x="9239" y="38656"/>
                </a:lnTo>
                <a:lnTo>
                  <a:pt x="9239" y="38656"/>
                </a:lnTo>
                <a:lnTo>
                  <a:pt x="9238" y="38656"/>
                </a:lnTo>
                <a:lnTo>
                  <a:pt x="9238" y="38656"/>
                </a:lnTo>
                <a:lnTo>
                  <a:pt x="9238" y="38656"/>
                </a:lnTo>
                <a:lnTo>
                  <a:pt x="9238" y="38656"/>
                </a:lnTo>
                <a:lnTo>
                  <a:pt x="9238" y="38656"/>
                </a:lnTo>
                <a:lnTo>
                  <a:pt x="9238" y="38656"/>
                </a:lnTo>
                <a:lnTo>
                  <a:pt x="9238" y="38656"/>
                </a:lnTo>
                <a:lnTo>
                  <a:pt x="9238" y="38656"/>
                </a:lnTo>
                <a:lnTo>
                  <a:pt x="9237" y="38656"/>
                </a:lnTo>
                <a:lnTo>
                  <a:pt x="9237" y="38656"/>
                </a:lnTo>
                <a:lnTo>
                  <a:pt x="9237" y="38656"/>
                </a:lnTo>
                <a:lnTo>
                  <a:pt x="9237" y="38656"/>
                </a:lnTo>
                <a:lnTo>
                  <a:pt x="9237" y="38656"/>
                </a:lnTo>
                <a:lnTo>
                  <a:pt x="9237" y="38656"/>
                </a:lnTo>
                <a:lnTo>
                  <a:pt x="9237" y="38656"/>
                </a:lnTo>
                <a:lnTo>
                  <a:pt x="9236" y="38656"/>
                </a:lnTo>
                <a:lnTo>
                  <a:pt x="9236" y="38656"/>
                </a:lnTo>
                <a:lnTo>
                  <a:pt x="9236" y="38656"/>
                </a:lnTo>
                <a:lnTo>
                  <a:pt x="9236" y="38656"/>
                </a:lnTo>
                <a:lnTo>
                  <a:pt x="9236" y="38656"/>
                </a:lnTo>
                <a:lnTo>
                  <a:pt x="9236" y="38656"/>
                </a:lnTo>
                <a:lnTo>
                  <a:pt x="9236" y="38656"/>
                </a:lnTo>
                <a:lnTo>
                  <a:pt x="9235" y="38656"/>
                </a:lnTo>
                <a:lnTo>
                  <a:pt x="9235" y="38656"/>
                </a:lnTo>
                <a:lnTo>
                  <a:pt x="9235" y="38656"/>
                </a:lnTo>
                <a:lnTo>
                  <a:pt x="9235" y="38656"/>
                </a:lnTo>
                <a:lnTo>
                  <a:pt x="9235" y="38656"/>
                </a:lnTo>
                <a:lnTo>
                  <a:pt x="9235" y="38656"/>
                </a:lnTo>
                <a:lnTo>
                  <a:pt x="9235" y="38656"/>
                </a:lnTo>
                <a:lnTo>
                  <a:pt x="9234" y="38656"/>
                </a:lnTo>
                <a:lnTo>
                  <a:pt x="9234" y="38656"/>
                </a:lnTo>
                <a:lnTo>
                  <a:pt x="9234" y="38656"/>
                </a:lnTo>
                <a:lnTo>
                  <a:pt x="9234" y="38656"/>
                </a:lnTo>
                <a:lnTo>
                  <a:pt x="9234" y="38656"/>
                </a:lnTo>
                <a:lnTo>
                  <a:pt x="9234" y="38656"/>
                </a:lnTo>
                <a:lnTo>
                  <a:pt x="9234" y="38656"/>
                </a:lnTo>
                <a:lnTo>
                  <a:pt x="9233" y="38656"/>
                </a:lnTo>
                <a:lnTo>
                  <a:pt x="9233" y="38656"/>
                </a:lnTo>
                <a:lnTo>
                  <a:pt x="9233" y="38656"/>
                </a:lnTo>
                <a:lnTo>
                  <a:pt x="9233" y="38656"/>
                </a:lnTo>
                <a:lnTo>
                  <a:pt x="9233" y="38656"/>
                </a:lnTo>
                <a:lnTo>
                  <a:pt x="9233" y="38656"/>
                </a:lnTo>
                <a:lnTo>
                  <a:pt x="9233" y="38656"/>
                </a:lnTo>
                <a:lnTo>
                  <a:pt x="9232" y="38656"/>
                </a:lnTo>
                <a:lnTo>
                  <a:pt x="9232" y="38656"/>
                </a:lnTo>
                <a:lnTo>
                  <a:pt x="9232" y="38656"/>
                </a:lnTo>
                <a:lnTo>
                  <a:pt x="9232" y="38656"/>
                </a:lnTo>
                <a:lnTo>
                  <a:pt x="9232" y="38656"/>
                </a:lnTo>
                <a:lnTo>
                  <a:pt x="9232" y="38656"/>
                </a:lnTo>
                <a:lnTo>
                  <a:pt x="9232" y="38656"/>
                </a:lnTo>
                <a:lnTo>
                  <a:pt x="9232" y="38656"/>
                </a:lnTo>
                <a:lnTo>
                  <a:pt x="9231" y="38656"/>
                </a:lnTo>
                <a:lnTo>
                  <a:pt x="9231" y="38656"/>
                </a:lnTo>
                <a:lnTo>
                  <a:pt x="9231" y="38656"/>
                </a:lnTo>
                <a:lnTo>
                  <a:pt x="9231" y="38656"/>
                </a:lnTo>
                <a:lnTo>
                  <a:pt x="9231" y="38656"/>
                </a:lnTo>
                <a:lnTo>
                  <a:pt x="9231" y="38656"/>
                </a:lnTo>
                <a:lnTo>
                  <a:pt x="9231" y="38656"/>
                </a:lnTo>
                <a:lnTo>
                  <a:pt x="9230" y="38656"/>
                </a:lnTo>
                <a:lnTo>
                  <a:pt x="9230" y="38656"/>
                </a:lnTo>
                <a:lnTo>
                  <a:pt x="9230" y="38656"/>
                </a:lnTo>
                <a:lnTo>
                  <a:pt x="9230" y="38656"/>
                </a:lnTo>
                <a:lnTo>
                  <a:pt x="9230" y="38656"/>
                </a:lnTo>
                <a:lnTo>
                  <a:pt x="9230" y="38656"/>
                </a:lnTo>
                <a:lnTo>
                  <a:pt x="9230" y="38656"/>
                </a:lnTo>
                <a:lnTo>
                  <a:pt x="9229" y="38656"/>
                </a:lnTo>
                <a:lnTo>
                  <a:pt x="9229" y="38656"/>
                </a:lnTo>
                <a:lnTo>
                  <a:pt x="9229" y="38656"/>
                </a:lnTo>
                <a:lnTo>
                  <a:pt x="9229" y="38656"/>
                </a:lnTo>
                <a:lnTo>
                  <a:pt x="9229" y="38656"/>
                </a:lnTo>
                <a:lnTo>
                  <a:pt x="9229" y="38656"/>
                </a:lnTo>
                <a:lnTo>
                  <a:pt x="9229" y="38656"/>
                </a:lnTo>
                <a:lnTo>
                  <a:pt x="9228" y="38656"/>
                </a:lnTo>
                <a:lnTo>
                  <a:pt x="9228" y="38656"/>
                </a:lnTo>
                <a:lnTo>
                  <a:pt x="9228" y="38656"/>
                </a:lnTo>
                <a:lnTo>
                  <a:pt x="9228" y="38656"/>
                </a:lnTo>
                <a:lnTo>
                  <a:pt x="9228" y="38656"/>
                </a:lnTo>
                <a:lnTo>
                  <a:pt x="9228" y="38656"/>
                </a:lnTo>
                <a:lnTo>
                  <a:pt x="9228" y="38656"/>
                </a:lnTo>
                <a:lnTo>
                  <a:pt x="9227" y="38656"/>
                </a:lnTo>
                <a:lnTo>
                  <a:pt x="9227" y="38656"/>
                </a:lnTo>
                <a:lnTo>
                  <a:pt x="9227" y="38656"/>
                </a:lnTo>
                <a:lnTo>
                  <a:pt x="9227" y="38656"/>
                </a:lnTo>
                <a:lnTo>
                  <a:pt x="9227" y="38656"/>
                </a:lnTo>
                <a:lnTo>
                  <a:pt x="9227" y="38656"/>
                </a:lnTo>
                <a:lnTo>
                  <a:pt x="9227" y="38656"/>
                </a:lnTo>
                <a:lnTo>
                  <a:pt x="9227" y="38656"/>
                </a:lnTo>
                <a:lnTo>
                  <a:pt x="9226" y="38656"/>
                </a:lnTo>
                <a:lnTo>
                  <a:pt x="9226" y="38656"/>
                </a:lnTo>
                <a:lnTo>
                  <a:pt x="9226" y="38656"/>
                </a:lnTo>
                <a:lnTo>
                  <a:pt x="9226" y="38656"/>
                </a:lnTo>
                <a:lnTo>
                  <a:pt x="9226" y="38656"/>
                </a:lnTo>
                <a:lnTo>
                  <a:pt x="9226" y="38656"/>
                </a:lnTo>
                <a:lnTo>
                  <a:pt x="9226" y="38656"/>
                </a:lnTo>
                <a:lnTo>
                  <a:pt x="9225" y="38656"/>
                </a:lnTo>
                <a:lnTo>
                  <a:pt x="9225" y="38656"/>
                </a:lnTo>
                <a:lnTo>
                  <a:pt x="9225" y="38656"/>
                </a:lnTo>
                <a:lnTo>
                  <a:pt x="9225" y="38656"/>
                </a:lnTo>
                <a:lnTo>
                  <a:pt x="9225" y="38656"/>
                </a:lnTo>
                <a:lnTo>
                  <a:pt x="9225" y="38656"/>
                </a:lnTo>
                <a:lnTo>
                  <a:pt x="9225" y="38656"/>
                </a:lnTo>
                <a:lnTo>
                  <a:pt x="9224" y="38656"/>
                </a:lnTo>
                <a:lnTo>
                  <a:pt x="9224" y="38656"/>
                </a:lnTo>
                <a:lnTo>
                  <a:pt x="9224" y="38656"/>
                </a:lnTo>
                <a:lnTo>
                  <a:pt x="9224" y="38656"/>
                </a:lnTo>
                <a:lnTo>
                  <a:pt x="9224" y="38656"/>
                </a:lnTo>
                <a:lnTo>
                  <a:pt x="9224" y="38656"/>
                </a:lnTo>
                <a:lnTo>
                  <a:pt x="9224" y="38656"/>
                </a:lnTo>
                <a:lnTo>
                  <a:pt x="9223" y="38656"/>
                </a:lnTo>
                <a:lnTo>
                  <a:pt x="9223" y="38656"/>
                </a:lnTo>
                <a:lnTo>
                  <a:pt x="9223" y="38656"/>
                </a:lnTo>
                <a:lnTo>
                  <a:pt x="9223" y="38656"/>
                </a:lnTo>
                <a:lnTo>
                  <a:pt x="9223" y="38656"/>
                </a:lnTo>
                <a:lnTo>
                  <a:pt x="9223" y="38656"/>
                </a:lnTo>
                <a:lnTo>
                  <a:pt x="9223" y="38656"/>
                </a:lnTo>
                <a:lnTo>
                  <a:pt x="9222" y="38656"/>
                </a:lnTo>
                <a:lnTo>
                  <a:pt x="9222" y="38656"/>
                </a:lnTo>
                <a:lnTo>
                  <a:pt x="9222" y="38656"/>
                </a:lnTo>
                <a:lnTo>
                  <a:pt x="9222" y="38656"/>
                </a:lnTo>
                <a:lnTo>
                  <a:pt x="9222" y="38656"/>
                </a:lnTo>
                <a:lnTo>
                  <a:pt x="9222" y="38656"/>
                </a:lnTo>
                <a:lnTo>
                  <a:pt x="9222" y="38656"/>
                </a:lnTo>
                <a:lnTo>
                  <a:pt x="9221" y="38656"/>
                </a:lnTo>
                <a:lnTo>
                  <a:pt x="9221" y="38656"/>
                </a:lnTo>
                <a:lnTo>
                  <a:pt x="9221" y="38656"/>
                </a:lnTo>
                <a:lnTo>
                  <a:pt x="9221" y="38656"/>
                </a:lnTo>
                <a:lnTo>
                  <a:pt x="9221" y="38656"/>
                </a:lnTo>
                <a:lnTo>
                  <a:pt x="9221" y="38656"/>
                </a:lnTo>
                <a:lnTo>
                  <a:pt x="9221" y="38656"/>
                </a:lnTo>
                <a:lnTo>
                  <a:pt x="9221" y="38656"/>
                </a:lnTo>
                <a:lnTo>
                  <a:pt x="9220" y="38656"/>
                </a:lnTo>
                <a:lnTo>
                  <a:pt x="9220" y="38656"/>
                </a:lnTo>
                <a:lnTo>
                  <a:pt x="9220" y="38656"/>
                </a:lnTo>
                <a:lnTo>
                  <a:pt x="9220" y="38656"/>
                </a:lnTo>
                <a:lnTo>
                  <a:pt x="9220" y="38656"/>
                </a:lnTo>
                <a:lnTo>
                  <a:pt x="9220" y="38656"/>
                </a:lnTo>
                <a:lnTo>
                  <a:pt x="9220" y="38656"/>
                </a:lnTo>
                <a:lnTo>
                  <a:pt x="9219" y="38656"/>
                </a:lnTo>
                <a:lnTo>
                  <a:pt x="9219" y="38656"/>
                </a:lnTo>
                <a:lnTo>
                  <a:pt x="9219" y="38656"/>
                </a:lnTo>
                <a:lnTo>
                  <a:pt x="9219" y="38656"/>
                </a:lnTo>
                <a:lnTo>
                  <a:pt x="9219" y="38656"/>
                </a:lnTo>
                <a:lnTo>
                  <a:pt x="9219" y="38656"/>
                </a:lnTo>
                <a:lnTo>
                  <a:pt x="9219" y="38656"/>
                </a:lnTo>
                <a:lnTo>
                  <a:pt x="9218" y="38656"/>
                </a:lnTo>
                <a:lnTo>
                  <a:pt x="9218" y="38656"/>
                </a:lnTo>
                <a:lnTo>
                  <a:pt x="9218" y="38656"/>
                </a:lnTo>
                <a:lnTo>
                  <a:pt x="9218" y="38656"/>
                </a:lnTo>
                <a:lnTo>
                  <a:pt x="9218" y="38656"/>
                </a:lnTo>
                <a:lnTo>
                  <a:pt x="9218" y="38656"/>
                </a:lnTo>
                <a:lnTo>
                  <a:pt x="9218" y="38656"/>
                </a:lnTo>
                <a:lnTo>
                  <a:pt x="9217" y="38656"/>
                </a:lnTo>
                <a:lnTo>
                  <a:pt x="9217" y="38656"/>
                </a:lnTo>
                <a:lnTo>
                  <a:pt x="9217" y="38656"/>
                </a:lnTo>
                <a:lnTo>
                  <a:pt x="9217" y="38656"/>
                </a:lnTo>
                <a:lnTo>
                  <a:pt x="9217" y="38656"/>
                </a:lnTo>
                <a:lnTo>
                  <a:pt x="9217" y="38656"/>
                </a:lnTo>
                <a:lnTo>
                  <a:pt x="9217" y="38656"/>
                </a:lnTo>
                <a:lnTo>
                  <a:pt x="9216" y="38656"/>
                </a:lnTo>
                <a:lnTo>
                  <a:pt x="9216" y="38656"/>
                </a:lnTo>
                <a:lnTo>
                  <a:pt x="9216" y="38656"/>
                </a:lnTo>
                <a:lnTo>
                  <a:pt x="9216" y="38656"/>
                </a:lnTo>
                <a:lnTo>
                  <a:pt x="9216" y="38656"/>
                </a:lnTo>
                <a:lnTo>
                  <a:pt x="9216" y="38656"/>
                </a:lnTo>
                <a:lnTo>
                  <a:pt x="9216" y="38656"/>
                </a:lnTo>
                <a:lnTo>
                  <a:pt x="9215" y="38656"/>
                </a:lnTo>
                <a:lnTo>
                  <a:pt x="9215" y="38656"/>
                </a:lnTo>
                <a:lnTo>
                  <a:pt x="9215" y="38656"/>
                </a:lnTo>
                <a:lnTo>
                  <a:pt x="9215" y="38656"/>
                </a:lnTo>
                <a:lnTo>
                  <a:pt x="9215" y="38656"/>
                </a:lnTo>
                <a:lnTo>
                  <a:pt x="9215" y="38656"/>
                </a:lnTo>
                <a:lnTo>
                  <a:pt x="9215" y="38656"/>
                </a:lnTo>
                <a:lnTo>
                  <a:pt x="9214" y="38656"/>
                </a:lnTo>
                <a:lnTo>
                  <a:pt x="9214" y="38656"/>
                </a:lnTo>
                <a:lnTo>
                  <a:pt x="9214" y="38656"/>
                </a:lnTo>
                <a:lnTo>
                  <a:pt x="9214" y="38656"/>
                </a:lnTo>
                <a:lnTo>
                  <a:pt x="9214" y="38656"/>
                </a:lnTo>
                <a:lnTo>
                  <a:pt x="9214" y="38656"/>
                </a:lnTo>
                <a:lnTo>
                  <a:pt x="9214" y="38656"/>
                </a:lnTo>
                <a:lnTo>
                  <a:pt x="9214" y="38656"/>
                </a:lnTo>
                <a:lnTo>
                  <a:pt x="9213" y="38656"/>
                </a:lnTo>
                <a:lnTo>
                  <a:pt x="9213" y="38656"/>
                </a:lnTo>
                <a:lnTo>
                  <a:pt x="9213" y="38656"/>
                </a:lnTo>
                <a:lnTo>
                  <a:pt x="9213" y="38656"/>
                </a:lnTo>
                <a:lnTo>
                  <a:pt x="9213" y="38656"/>
                </a:lnTo>
                <a:lnTo>
                  <a:pt x="9213" y="38656"/>
                </a:lnTo>
                <a:lnTo>
                  <a:pt x="9213" y="38656"/>
                </a:lnTo>
                <a:lnTo>
                  <a:pt x="9212" y="38656"/>
                </a:lnTo>
                <a:lnTo>
                  <a:pt x="9212" y="38656"/>
                </a:lnTo>
                <a:lnTo>
                  <a:pt x="9212" y="38656"/>
                </a:lnTo>
                <a:lnTo>
                  <a:pt x="9212" y="38656"/>
                </a:lnTo>
                <a:lnTo>
                  <a:pt x="9212" y="38656"/>
                </a:lnTo>
                <a:lnTo>
                  <a:pt x="9212" y="38656"/>
                </a:lnTo>
                <a:lnTo>
                  <a:pt x="9212" y="38656"/>
                </a:lnTo>
                <a:lnTo>
                  <a:pt x="9211" y="38656"/>
                </a:lnTo>
                <a:lnTo>
                  <a:pt x="9211" y="38656"/>
                </a:lnTo>
                <a:lnTo>
                  <a:pt x="9211" y="38656"/>
                </a:lnTo>
                <a:lnTo>
                  <a:pt x="9211" y="38656"/>
                </a:lnTo>
                <a:lnTo>
                  <a:pt x="9211" y="38656"/>
                </a:lnTo>
                <a:lnTo>
                  <a:pt x="9211" y="38656"/>
                </a:lnTo>
                <a:lnTo>
                  <a:pt x="9211" y="38656"/>
                </a:lnTo>
                <a:lnTo>
                  <a:pt x="9210" y="38656"/>
                </a:lnTo>
                <a:lnTo>
                  <a:pt x="9210" y="38656"/>
                </a:lnTo>
                <a:lnTo>
                  <a:pt x="9210" y="38656"/>
                </a:lnTo>
                <a:lnTo>
                  <a:pt x="9210" y="38656"/>
                </a:lnTo>
                <a:lnTo>
                  <a:pt x="9210" y="38656"/>
                </a:lnTo>
                <a:lnTo>
                  <a:pt x="9210" y="38656"/>
                </a:lnTo>
                <a:lnTo>
                  <a:pt x="9210" y="38656"/>
                </a:lnTo>
                <a:lnTo>
                  <a:pt x="9209" y="38656"/>
                </a:lnTo>
                <a:lnTo>
                  <a:pt x="9209" y="38656"/>
                </a:lnTo>
                <a:lnTo>
                  <a:pt x="9209" y="38656"/>
                </a:lnTo>
                <a:lnTo>
                  <a:pt x="9209" y="38656"/>
                </a:lnTo>
                <a:lnTo>
                  <a:pt x="9209" y="38656"/>
                </a:lnTo>
                <a:lnTo>
                  <a:pt x="9209" y="38656"/>
                </a:lnTo>
                <a:lnTo>
                  <a:pt x="9209" y="38656"/>
                </a:lnTo>
                <a:lnTo>
                  <a:pt x="9208" y="38656"/>
                </a:lnTo>
                <a:lnTo>
                  <a:pt x="9208" y="38656"/>
                </a:lnTo>
                <a:lnTo>
                  <a:pt x="9208" y="38656"/>
                </a:lnTo>
                <a:lnTo>
                  <a:pt x="9208" y="38656"/>
                </a:lnTo>
                <a:lnTo>
                  <a:pt x="9208" y="38656"/>
                </a:lnTo>
                <a:lnTo>
                  <a:pt x="9208" y="38656"/>
                </a:lnTo>
                <a:lnTo>
                  <a:pt x="9208" y="38656"/>
                </a:lnTo>
                <a:lnTo>
                  <a:pt x="9207" y="38656"/>
                </a:lnTo>
                <a:lnTo>
                  <a:pt x="9207" y="38656"/>
                </a:lnTo>
                <a:lnTo>
                  <a:pt x="9207" y="38656"/>
                </a:lnTo>
                <a:lnTo>
                  <a:pt x="9207" y="38656"/>
                </a:lnTo>
                <a:lnTo>
                  <a:pt x="9207" y="38656"/>
                </a:lnTo>
                <a:lnTo>
                  <a:pt x="9207" y="38656"/>
                </a:lnTo>
                <a:lnTo>
                  <a:pt x="9207" y="38656"/>
                </a:lnTo>
                <a:lnTo>
                  <a:pt x="9206" y="38656"/>
                </a:lnTo>
                <a:lnTo>
                  <a:pt x="9206" y="38656"/>
                </a:lnTo>
                <a:lnTo>
                  <a:pt x="9206" y="38656"/>
                </a:lnTo>
                <a:lnTo>
                  <a:pt x="9206" y="38656"/>
                </a:lnTo>
                <a:lnTo>
                  <a:pt x="9206" y="38656"/>
                </a:lnTo>
                <a:lnTo>
                  <a:pt x="9206" y="38656"/>
                </a:lnTo>
                <a:lnTo>
                  <a:pt x="9206" y="38656"/>
                </a:lnTo>
                <a:lnTo>
                  <a:pt x="9206" y="38656"/>
                </a:lnTo>
                <a:lnTo>
                  <a:pt x="9205" y="38656"/>
                </a:lnTo>
                <a:lnTo>
                  <a:pt x="9205" y="38656"/>
                </a:lnTo>
                <a:lnTo>
                  <a:pt x="9205" y="38656"/>
                </a:lnTo>
                <a:lnTo>
                  <a:pt x="9205" y="38656"/>
                </a:lnTo>
                <a:lnTo>
                  <a:pt x="9205" y="38656"/>
                </a:lnTo>
                <a:lnTo>
                  <a:pt x="9205" y="38656"/>
                </a:lnTo>
                <a:lnTo>
                  <a:pt x="9205" y="38656"/>
                </a:lnTo>
                <a:lnTo>
                  <a:pt x="9204" y="38656"/>
                </a:lnTo>
                <a:lnTo>
                  <a:pt x="9204" y="38656"/>
                </a:lnTo>
                <a:lnTo>
                  <a:pt x="9204" y="38656"/>
                </a:lnTo>
                <a:lnTo>
                  <a:pt x="9204" y="38656"/>
                </a:lnTo>
                <a:lnTo>
                  <a:pt x="9204" y="38656"/>
                </a:lnTo>
                <a:lnTo>
                  <a:pt x="9204" y="38656"/>
                </a:lnTo>
                <a:lnTo>
                  <a:pt x="9204" y="38656"/>
                </a:lnTo>
                <a:lnTo>
                  <a:pt x="9203" y="38656"/>
                </a:lnTo>
                <a:lnTo>
                  <a:pt x="9203" y="38656"/>
                </a:lnTo>
                <a:lnTo>
                  <a:pt x="9203" y="38656"/>
                </a:lnTo>
                <a:lnTo>
                  <a:pt x="9203" y="38656"/>
                </a:lnTo>
                <a:lnTo>
                  <a:pt x="9203" y="38656"/>
                </a:lnTo>
                <a:lnTo>
                  <a:pt x="9203" y="38656"/>
                </a:lnTo>
                <a:lnTo>
                  <a:pt x="9203" y="38656"/>
                </a:lnTo>
                <a:lnTo>
                  <a:pt x="9202" y="38656"/>
                </a:lnTo>
                <a:lnTo>
                  <a:pt x="9202" y="38656"/>
                </a:lnTo>
                <a:lnTo>
                  <a:pt x="9202" y="38656"/>
                </a:lnTo>
                <a:lnTo>
                  <a:pt x="9202" y="38656"/>
                </a:lnTo>
                <a:lnTo>
                  <a:pt x="9202" y="38656"/>
                </a:lnTo>
                <a:lnTo>
                  <a:pt x="9202" y="38656"/>
                </a:lnTo>
                <a:lnTo>
                  <a:pt x="9202" y="38656"/>
                </a:lnTo>
                <a:lnTo>
                  <a:pt x="9201" y="38656"/>
                </a:lnTo>
                <a:lnTo>
                  <a:pt x="9201" y="38656"/>
                </a:lnTo>
                <a:lnTo>
                  <a:pt x="9201" y="38656"/>
                </a:lnTo>
                <a:lnTo>
                  <a:pt x="9201" y="38656"/>
                </a:lnTo>
                <a:lnTo>
                  <a:pt x="9201" y="38656"/>
                </a:lnTo>
                <a:lnTo>
                  <a:pt x="9201" y="38656"/>
                </a:lnTo>
                <a:lnTo>
                  <a:pt x="9201" y="38656"/>
                </a:lnTo>
                <a:lnTo>
                  <a:pt x="9200" y="38656"/>
                </a:lnTo>
                <a:lnTo>
                  <a:pt x="9200" y="38656"/>
                </a:lnTo>
                <a:lnTo>
                  <a:pt x="9200" y="38656"/>
                </a:lnTo>
                <a:lnTo>
                  <a:pt x="9200" y="38656"/>
                </a:lnTo>
                <a:lnTo>
                  <a:pt x="9200" y="38656"/>
                </a:lnTo>
                <a:lnTo>
                  <a:pt x="9200" y="38656"/>
                </a:lnTo>
                <a:lnTo>
                  <a:pt x="9200" y="38656"/>
                </a:lnTo>
                <a:lnTo>
                  <a:pt x="9199" y="38656"/>
                </a:lnTo>
                <a:lnTo>
                  <a:pt x="9199" y="38656"/>
                </a:lnTo>
                <a:lnTo>
                  <a:pt x="9199" y="38656"/>
                </a:lnTo>
                <a:lnTo>
                  <a:pt x="9199" y="38656"/>
                </a:lnTo>
                <a:lnTo>
                  <a:pt x="9199" y="38656"/>
                </a:lnTo>
                <a:lnTo>
                  <a:pt x="9199" y="38656"/>
                </a:lnTo>
                <a:lnTo>
                  <a:pt x="9199" y="38656"/>
                </a:lnTo>
                <a:lnTo>
                  <a:pt x="9198" y="38656"/>
                </a:lnTo>
                <a:lnTo>
                  <a:pt x="9198" y="38656"/>
                </a:lnTo>
                <a:lnTo>
                  <a:pt x="9198" y="38656"/>
                </a:lnTo>
                <a:lnTo>
                  <a:pt x="9198" y="38656"/>
                </a:lnTo>
                <a:lnTo>
                  <a:pt x="9198" y="38656"/>
                </a:lnTo>
                <a:lnTo>
                  <a:pt x="9198" y="38656"/>
                </a:lnTo>
                <a:lnTo>
                  <a:pt x="9198" y="38656"/>
                </a:lnTo>
                <a:lnTo>
                  <a:pt x="9198" y="38656"/>
                </a:lnTo>
                <a:lnTo>
                  <a:pt x="9197" y="38656"/>
                </a:lnTo>
                <a:lnTo>
                  <a:pt x="9197" y="38656"/>
                </a:lnTo>
                <a:lnTo>
                  <a:pt x="9197" y="38656"/>
                </a:lnTo>
                <a:lnTo>
                  <a:pt x="9197" y="38656"/>
                </a:lnTo>
                <a:lnTo>
                  <a:pt x="9197" y="38656"/>
                </a:lnTo>
                <a:lnTo>
                  <a:pt x="9197" y="38656"/>
                </a:lnTo>
                <a:lnTo>
                  <a:pt x="9197" y="38656"/>
                </a:lnTo>
                <a:lnTo>
                  <a:pt x="9196" y="38656"/>
                </a:lnTo>
                <a:lnTo>
                  <a:pt x="9196" y="38656"/>
                </a:lnTo>
                <a:lnTo>
                  <a:pt x="9196" y="38656"/>
                </a:lnTo>
                <a:lnTo>
                  <a:pt x="9196" y="38656"/>
                </a:lnTo>
                <a:lnTo>
                  <a:pt x="9196" y="38656"/>
                </a:lnTo>
                <a:lnTo>
                  <a:pt x="9196" y="38656"/>
                </a:lnTo>
                <a:lnTo>
                  <a:pt x="9196" y="38656"/>
                </a:lnTo>
                <a:lnTo>
                  <a:pt x="9195" y="38656"/>
                </a:lnTo>
                <a:lnTo>
                  <a:pt x="9195" y="38656"/>
                </a:lnTo>
                <a:lnTo>
                  <a:pt x="9195" y="38656"/>
                </a:lnTo>
                <a:lnTo>
                  <a:pt x="9195" y="38656"/>
                </a:lnTo>
                <a:lnTo>
                  <a:pt x="9195" y="38656"/>
                </a:lnTo>
                <a:lnTo>
                  <a:pt x="9195" y="38656"/>
                </a:lnTo>
                <a:lnTo>
                  <a:pt x="9195" y="38656"/>
                </a:lnTo>
                <a:lnTo>
                  <a:pt x="9194" y="38656"/>
                </a:lnTo>
                <a:lnTo>
                  <a:pt x="9194" y="38656"/>
                </a:lnTo>
                <a:lnTo>
                  <a:pt x="9194" y="38656"/>
                </a:lnTo>
                <a:lnTo>
                  <a:pt x="9194" y="38656"/>
                </a:lnTo>
                <a:lnTo>
                  <a:pt x="9194" y="38656"/>
                </a:lnTo>
                <a:lnTo>
                  <a:pt x="9194" y="38656"/>
                </a:lnTo>
                <a:lnTo>
                  <a:pt x="9194" y="38656"/>
                </a:lnTo>
                <a:lnTo>
                  <a:pt x="9193" y="38656"/>
                </a:lnTo>
                <a:lnTo>
                  <a:pt x="9193" y="38656"/>
                </a:lnTo>
                <a:lnTo>
                  <a:pt x="9193" y="38656"/>
                </a:lnTo>
                <a:lnTo>
                  <a:pt x="9193" y="38656"/>
                </a:lnTo>
                <a:lnTo>
                  <a:pt x="9193" y="38656"/>
                </a:lnTo>
                <a:lnTo>
                  <a:pt x="9193" y="38656"/>
                </a:lnTo>
                <a:lnTo>
                  <a:pt x="9193" y="38656"/>
                </a:lnTo>
                <a:lnTo>
                  <a:pt x="9192" y="38656"/>
                </a:lnTo>
                <a:lnTo>
                  <a:pt x="9192" y="38656"/>
                </a:lnTo>
                <a:lnTo>
                  <a:pt x="9192" y="38656"/>
                </a:lnTo>
                <a:lnTo>
                  <a:pt x="9192" y="38656"/>
                </a:lnTo>
                <a:lnTo>
                  <a:pt x="9192" y="38656"/>
                </a:lnTo>
                <a:lnTo>
                  <a:pt x="9192" y="38656"/>
                </a:lnTo>
                <a:lnTo>
                  <a:pt x="9192" y="38656"/>
                </a:lnTo>
                <a:lnTo>
                  <a:pt x="9191" y="38656"/>
                </a:lnTo>
                <a:lnTo>
                  <a:pt x="9191" y="38656"/>
                </a:lnTo>
                <a:lnTo>
                  <a:pt x="9191" y="38656"/>
                </a:lnTo>
                <a:lnTo>
                  <a:pt x="9191" y="38656"/>
                </a:lnTo>
                <a:lnTo>
                  <a:pt x="9191" y="38656"/>
                </a:lnTo>
                <a:lnTo>
                  <a:pt x="9191" y="38656"/>
                </a:lnTo>
                <a:lnTo>
                  <a:pt x="9191" y="38656"/>
                </a:lnTo>
                <a:lnTo>
                  <a:pt x="9190" y="38656"/>
                </a:lnTo>
                <a:lnTo>
                  <a:pt x="9190" y="38656"/>
                </a:lnTo>
                <a:lnTo>
                  <a:pt x="9190" y="38656"/>
                </a:lnTo>
                <a:lnTo>
                  <a:pt x="9190" y="38656"/>
                </a:lnTo>
                <a:lnTo>
                  <a:pt x="9190" y="38656"/>
                </a:lnTo>
                <a:lnTo>
                  <a:pt x="9190" y="38656"/>
                </a:lnTo>
                <a:lnTo>
                  <a:pt x="9190" y="38656"/>
                </a:lnTo>
                <a:lnTo>
                  <a:pt x="9189" y="38656"/>
                </a:lnTo>
                <a:lnTo>
                  <a:pt x="9189" y="38656"/>
                </a:lnTo>
                <a:lnTo>
                  <a:pt x="9189" y="38656"/>
                </a:lnTo>
                <a:lnTo>
                  <a:pt x="9189" y="38656"/>
                </a:lnTo>
                <a:lnTo>
                  <a:pt x="9189" y="38656"/>
                </a:lnTo>
                <a:lnTo>
                  <a:pt x="9189" y="38656"/>
                </a:lnTo>
                <a:lnTo>
                  <a:pt x="9189" y="38656"/>
                </a:lnTo>
                <a:lnTo>
                  <a:pt x="9188" y="38656"/>
                </a:lnTo>
                <a:lnTo>
                  <a:pt x="9188" y="38656"/>
                </a:lnTo>
                <a:lnTo>
                  <a:pt x="9188" y="38656"/>
                </a:lnTo>
                <a:lnTo>
                  <a:pt x="9188" y="38656"/>
                </a:lnTo>
                <a:lnTo>
                  <a:pt x="9188" y="38656"/>
                </a:lnTo>
                <a:lnTo>
                  <a:pt x="9188" y="38656"/>
                </a:lnTo>
                <a:lnTo>
                  <a:pt x="9188" y="38656"/>
                </a:lnTo>
                <a:lnTo>
                  <a:pt x="9187" y="38656"/>
                </a:lnTo>
                <a:lnTo>
                  <a:pt x="9187" y="38656"/>
                </a:lnTo>
                <a:lnTo>
                  <a:pt x="9187" y="38656"/>
                </a:lnTo>
                <a:lnTo>
                  <a:pt x="9187" y="38656"/>
                </a:lnTo>
                <a:lnTo>
                  <a:pt x="9187" y="38656"/>
                </a:lnTo>
                <a:lnTo>
                  <a:pt x="9187" y="38656"/>
                </a:lnTo>
                <a:lnTo>
                  <a:pt x="9187" y="38656"/>
                </a:lnTo>
                <a:lnTo>
                  <a:pt x="9187" y="38656"/>
                </a:lnTo>
                <a:lnTo>
                  <a:pt x="9186" y="38656"/>
                </a:lnTo>
                <a:lnTo>
                  <a:pt x="9186" y="38656"/>
                </a:lnTo>
                <a:lnTo>
                  <a:pt x="9186" y="38656"/>
                </a:lnTo>
                <a:lnTo>
                  <a:pt x="9186" y="38656"/>
                </a:lnTo>
                <a:lnTo>
                  <a:pt x="9186" y="38656"/>
                </a:lnTo>
                <a:lnTo>
                  <a:pt x="9186" y="38656"/>
                </a:lnTo>
                <a:lnTo>
                  <a:pt x="9186" y="38656"/>
                </a:lnTo>
                <a:lnTo>
                  <a:pt x="9185" y="38656"/>
                </a:lnTo>
                <a:lnTo>
                  <a:pt x="9185" y="38656"/>
                </a:lnTo>
                <a:lnTo>
                  <a:pt x="9185" y="38656"/>
                </a:lnTo>
                <a:lnTo>
                  <a:pt x="9185" y="38656"/>
                </a:lnTo>
                <a:lnTo>
                  <a:pt x="9185" y="38656"/>
                </a:lnTo>
                <a:lnTo>
                  <a:pt x="9185" y="38656"/>
                </a:lnTo>
                <a:lnTo>
                  <a:pt x="9185" y="38656"/>
                </a:lnTo>
                <a:lnTo>
                  <a:pt x="9184" y="38656"/>
                </a:lnTo>
                <a:lnTo>
                  <a:pt x="9184" y="38656"/>
                </a:lnTo>
                <a:lnTo>
                  <a:pt x="9184" y="38656"/>
                </a:lnTo>
                <a:lnTo>
                  <a:pt x="9184" y="38656"/>
                </a:lnTo>
                <a:lnTo>
                  <a:pt x="9184" y="38656"/>
                </a:lnTo>
                <a:lnTo>
                  <a:pt x="9184" y="38656"/>
                </a:lnTo>
                <a:lnTo>
                  <a:pt x="9184" y="38656"/>
                </a:lnTo>
                <a:lnTo>
                  <a:pt x="9183" y="38656"/>
                </a:lnTo>
                <a:lnTo>
                  <a:pt x="9183" y="38656"/>
                </a:lnTo>
                <a:lnTo>
                  <a:pt x="9183" y="38656"/>
                </a:lnTo>
                <a:lnTo>
                  <a:pt x="9183" y="38656"/>
                </a:lnTo>
                <a:lnTo>
                  <a:pt x="9183" y="38656"/>
                </a:lnTo>
                <a:lnTo>
                  <a:pt x="9183" y="38656"/>
                </a:lnTo>
                <a:lnTo>
                  <a:pt x="9183" y="38656"/>
                </a:lnTo>
                <a:lnTo>
                  <a:pt x="9182" y="38656"/>
                </a:lnTo>
                <a:lnTo>
                  <a:pt x="9182" y="38656"/>
                </a:lnTo>
                <a:lnTo>
                  <a:pt x="9182" y="38656"/>
                </a:lnTo>
                <a:lnTo>
                  <a:pt x="9182" y="38656"/>
                </a:lnTo>
                <a:lnTo>
                  <a:pt x="9182" y="38656"/>
                </a:lnTo>
                <a:lnTo>
                  <a:pt x="9182" y="38656"/>
                </a:lnTo>
                <a:lnTo>
                  <a:pt x="9182" y="38656"/>
                </a:lnTo>
                <a:lnTo>
                  <a:pt x="9181" y="38656"/>
                </a:lnTo>
                <a:lnTo>
                  <a:pt x="9181" y="38656"/>
                </a:lnTo>
                <a:lnTo>
                  <a:pt x="9181" y="38656"/>
                </a:lnTo>
                <a:lnTo>
                  <a:pt x="9181" y="38656"/>
                </a:lnTo>
                <a:lnTo>
                  <a:pt x="9181" y="38656"/>
                </a:lnTo>
                <a:lnTo>
                  <a:pt x="9181" y="38656"/>
                </a:lnTo>
                <a:lnTo>
                  <a:pt x="9181" y="38656"/>
                </a:lnTo>
                <a:lnTo>
                  <a:pt x="9180" y="38656"/>
                </a:lnTo>
                <a:lnTo>
                  <a:pt x="9180" y="38656"/>
                </a:lnTo>
                <a:lnTo>
                  <a:pt x="9180" y="38656"/>
                </a:lnTo>
                <a:lnTo>
                  <a:pt x="9180" y="38656"/>
                </a:lnTo>
                <a:lnTo>
                  <a:pt x="9180" y="38656"/>
                </a:lnTo>
                <a:lnTo>
                  <a:pt x="9180" y="38656"/>
                </a:lnTo>
                <a:lnTo>
                  <a:pt x="9180" y="38656"/>
                </a:lnTo>
                <a:lnTo>
                  <a:pt x="9179" y="38656"/>
                </a:lnTo>
                <a:lnTo>
                  <a:pt x="9179" y="38656"/>
                </a:lnTo>
                <a:lnTo>
                  <a:pt x="9179" y="38656"/>
                </a:lnTo>
                <a:lnTo>
                  <a:pt x="9179" y="38656"/>
                </a:lnTo>
                <a:lnTo>
                  <a:pt x="9179" y="38656"/>
                </a:lnTo>
                <a:lnTo>
                  <a:pt x="9179" y="38656"/>
                </a:lnTo>
                <a:lnTo>
                  <a:pt x="9179" y="38656"/>
                </a:lnTo>
                <a:lnTo>
                  <a:pt x="9178" y="38656"/>
                </a:lnTo>
                <a:lnTo>
                  <a:pt x="9178" y="38656"/>
                </a:lnTo>
                <a:lnTo>
                  <a:pt x="9178" y="38656"/>
                </a:lnTo>
                <a:lnTo>
                  <a:pt x="9178" y="38656"/>
                </a:lnTo>
                <a:lnTo>
                  <a:pt x="9178" y="38656"/>
                </a:lnTo>
                <a:lnTo>
                  <a:pt x="9178" y="38656"/>
                </a:lnTo>
                <a:lnTo>
                  <a:pt x="9178" y="38656"/>
                </a:lnTo>
                <a:lnTo>
                  <a:pt x="9177" y="38656"/>
                </a:lnTo>
                <a:lnTo>
                  <a:pt x="9177" y="38656"/>
                </a:lnTo>
                <a:lnTo>
                  <a:pt x="9177" y="38656"/>
                </a:lnTo>
                <a:lnTo>
                  <a:pt x="9177" y="38656"/>
                </a:lnTo>
                <a:lnTo>
                  <a:pt x="9177" y="38656"/>
                </a:lnTo>
                <a:lnTo>
                  <a:pt x="9177" y="38656"/>
                </a:lnTo>
                <a:lnTo>
                  <a:pt x="9177" y="38656"/>
                </a:lnTo>
                <a:lnTo>
                  <a:pt x="9176" y="38656"/>
                </a:lnTo>
                <a:lnTo>
                  <a:pt x="9176" y="38656"/>
                </a:lnTo>
                <a:lnTo>
                  <a:pt x="9176" y="38656"/>
                </a:lnTo>
                <a:lnTo>
                  <a:pt x="9176" y="38656"/>
                </a:lnTo>
                <a:lnTo>
                  <a:pt x="9176" y="38656"/>
                </a:lnTo>
                <a:lnTo>
                  <a:pt x="9176" y="38656"/>
                </a:lnTo>
                <a:lnTo>
                  <a:pt x="9176" y="38656"/>
                </a:lnTo>
                <a:lnTo>
                  <a:pt x="9175" y="38656"/>
                </a:lnTo>
                <a:lnTo>
                  <a:pt x="9175" y="38656"/>
                </a:lnTo>
                <a:lnTo>
                  <a:pt x="9175" y="38656"/>
                </a:lnTo>
                <a:lnTo>
                  <a:pt x="9175" y="38656"/>
                </a:lnTo>
                <a:lnTo>
                  <a:pt x="9175" y="38656"/>
                </a:lnTo>
                <a:lnTo>
                  <a:pt x="9175" y="38656"/>
                </a:lnTo>
                <a:lnTo>
                  <a:pt x="9175" y="38656"/>
                </a:lnTo>
                <a:lnTo>
                  <a:pt x="9174" y="38656"/>
                </a:lnTo>
                <a:lnTo>
                  <a:pt x="9174" y="38656"/>
                </a:lnTo>
                <a:lnTo>
                  <a:pt x="9174" y="38656"/>
                </a:lnTo>
                <a:lnTo>
                  <a:pt x="9174" y="38656"/>
                </a:lnTo>
                <a:lnTo>
                  <a:pt x="9174" y="38656"/>
                </a:lnTo>
                <a:lnTo>
                  <a:pt x="9174" y="38656"/>
                </a:lnTo>
                <a:lnTo>
                  <a:pt x="9174" y="38656"/>
                </a:lnTo>
                <a:lnTo>
                  <a:pt x="9173" y="38656"/>
                </a:lnTo>
                <a:lnTo>
                  <a:pt x="9173" y="38656"/>
                </a:lnTo>
                <a:lnTo>
                  <a:pt x="9173" y="38656"/>
                </a:lnTo>
                <a:lnTo>
                  <a:pt x="9173" y="38656"/>
                </a:lnTo>
                <a:lnTo>
                  <a:pt x="9173" y="38656"/>
                </a:lnTo>
                <a:lnTo>
                  <a:pt x="9173" y="38656"/>
                </a:lnTo>
                <a:lnTo>
                  <a:pt x="9173" y="38656"/>
                </a:lnTo>
                <a:lnTo>
                  <a:pt x="9172" y="38656"/>
                </a:lnTo>
                <a:lnTo>
                  <a:pt x="9172" y="38656"/>
                </a:lnTo>
                <a:lnTo>
                  <a:pt x="9172" y="38656"/>
                </a:lnTo>
                <a:lnTo>
                  <a:pt x="9172" y="38656"/>
                </a:lnTo>
                <a:lnTo>
                  <a:pt x="9172" y="38656"/>
                </a:lnTo>
                <a:lnTo>
                  <a:pt x="9172" y="38656"/>
                </a:lnTo>
                <a:lnTo>
                  <a:pt x="9172" y="38656"/>
                </a:lnTo>
                <a:lnTo>
                  <a:pt x="9171" y="38656"/>
                </a:lnTo>
                <a:lnTo>
                  <a:pt x="9171" y="38656"/>
                </a:lnTo>
                <a:lnTo>
                  <a:pt x="9171" y="38656"/>
                </a:lnTo>
                <a:lnTo>
                  <a:pt x="9171" y="38656"/>
                </a:lnTo>
                <a:lnTo>
                  <a:pt x="9171" y="38656"/>
                </a:lnTo>
                <a:lnTo>
                  <a:pt x="9171" y="38656"/>
                </a:lnTo>
                <a:lnTo>
                  <a:pt x="9171" y="38656"/>
                </a:lnTo>
                <a:lnTo>
                  <a:pt x="9171" y="38656"/>
                </a:lnTo>
                <a:lnTo>
                  <a:pt x="9170" y="38656"/>
                </a:lnTo>
                <a:lnTo>
                  <a:pt x="9170" y="38656"/>
                </a:lnTo>
                <a:lnTo>
                  <a:pt x="9170" y="38656"/>
                </a:lnTo>
                <a:lnTo>
                  <a:pt x="9170" y="38656"/>
                </a:lnTo>
                <a:lnTo>
                  <a:pt x="9170" y="38656"/>
                </a:lnTo>
                <a:lnTo>
                  <a:pt x="9170" y="38656"/>
                </a:lnTo>
                <a:lnTo>
                  <a:pt x="9170" y="38656"/>
                </a:lnTo>
                <a:lnTo>
                  <a:pt x="9169" y="38656"/>
                </a:lnTo>
                <a:lnTo>
                  <a:pt x="9169" y="38656"/>
                </a:lnTo>
                <a:lnTo>
                  <a:pt x="9169" y="38656"/>
                </a:lnTo>
                <a:lnTo>
                  <a:pt x="9169" y="38656"/>
                </a:lnTo>
                <a:lnTo>
                  <a:pt x="9169" y="38656"/>
                </a:lnTo>
                <a:lnTo>
                  <a:pt x="9169" y="38656"/>
                </a:lnTo>
                <a:lnTo>
                  <a:pt x="9169" y="38656"/>
                </a:lnTo>
                <a:lnTo>
                  <a:pt x="9168" y="38656"/>
                </a:lnTo>
                <a:lnTo>
                  <a:pt x="9168" y="38656"/>
                </a:lnTo>
                <a:lnTo>
                  <a:pt x="9168" y="38656"/>
                </a:lnTo>
                <a:lnTo>
                  <a:pt x="9168" y="38656"/>
                </a:lnTo>
                <a:lnTo>
                  <a:pt x="9168" y="38656"/>
                </a:lnTo>
                <a:lnTo>
                  <a:pt x="9168" y="38656"/>
                </a:lnTo>
                <a:lnTo>
                  <a:pt x="9168" y="38656"/>
                </a:lnTo>
                <a:lnTo>
                  <a:pt x="9167" y="38656"/>
                </a:lnTo>
                <a:lnTo>
                  <a:pt x="9167" y="38656"/>
                </a:lnTo>
                <a:lnTo>
                  <a:pt x="9167" y="38656"/>
                </a:lnTo>
                <a:lnTo>
                  <a:pt x="9167" y="38656"/>
                </a:lnTo>
                <a:lnTo>
                  <a:pt x="9167" y="38656"/>
                </a:lnTo>
                <a:lnTo>
                  <a:pt x="9167" y="38656"/>
                </a:lnTo>
                <a:lnTo>
                  <a:pt x="9167" y="38656"/>
                </a:lnTo>
                <a:lnTo>
                  <a:pt x="9166" y="38656"/>
                </a:lnTo>
                <a:lnTo>
                  <a:pt x="9166" y="38656"/>
                </a:lnTo>
                <a:lnTo>
                  <a:pt x="9166" y="38656"/>
                </a:lnTo>
                <a:lnTo>
                  <a:pt x="9166" y="38656"/>
                </a:lnTo>
                <a:lnTo>
                  <a:pt x="9166" y="38656"/>
                </a:lnTo>
                <a:lnTo>
                  <a:pt x="9166" y="38656"/>
                </a:lnTo>
                <a:lnTo>
                  <a:pt x="9166" y="38656"/>
                </a:lnTo>
                <a:lnTo>
                  <a:pt x="9165" y="38656"/>
                </a:lnTo>
                <a:lnTo>
                  <a:pt x="9165" y="38656"/>
                </a:lnTo>
                <a:lnTo>
                  <a:pt x="9165" y="38656"/>
                </a:lnTo>
                <a:lnTo>
                  <a:pt x="9165" y="38656"/>
                </a:lnTo>
                <a:lnTo>
                  <a:pt x="9165" y="38656"/>
                </a:lnTo>
                <a:lnTo>
                  <a:pt x="9165" y="38656"/>
                </a:lnTo>
                <a:lnTo>
                  <a:pt x="9165" y="38656"/>
                </a:lnTo>
                <a:lnTo>
                  <a:pt x="9164" y="38656"/>
                </a:lnTo>
                <a:lnTo>
                  <a:pt x="9164" y="38656"/>
                </a:lnTo>
                <a:lnTo>
                  <a:pt x="9164" y="38656"/>
                </a:lnTo>
                <a:lnTo>
                  <a:pt x="9164" y="38656"/>
                </a:lnTo>
                <a:lnTo>
                  <a:pt x="9164" y="38656"/>
                </a:lnTo>
                <a:lnTo>
                  <a:pt x="9164" y="38656"/>
                </a:lnTo>
                <a:lnTo>
                  <a:pt x="9164" y="38656"/>
                </a:lnTo>
                <a:lnTo>
                  <a:pt x="9163" y="38656"/>
                </a:lnTo>
                <a:lnTo>
                  <a:pt x="9163" y="38656"/>
                </a:lnTo>
                <a:lnTo>
                  <a:pt x="9163" y="38656"/>
                </a:lnTo>
                <a:lnTo>
                  <a:pt x="9163" y="38656"/>
                </a:lnTo>
                <a:lnTo>
                  <a:pt x="9163" y="38656"/>
                </a:lnTo>
                <a:lnTo>
                  <a:pt x="9163" y="38656"/>
                </a:lnTo>
                <a:lnTo>
                  <a:pt x="9163" y="38656"/>
                </a:lnTo>
                <a:lnTo>
                  <a:pt x="9162" y="38656"/>
                </a:lnTo>
                <a:lnTo>
                  <a:pt x="9162" y="38656"/>
                </a:lnTo>
                <a:lnTo>
                  <a:pt x="9162" y="38656"/>
                </a:lnTo>
                <a:lnTo>
                  <a:pt x="9162" y="38656"/>
                </a:lnTo>
                <a:lnTo>
                  <a:pt x="9162" y="38656"/>
                </a:lnTo>
                <a:lnTo>
                  <a:pt x="9162" y="38656"/>
                </a:lnTo>
                <a:lnTo>
                  <a:pt x="9162" y="38656"/>
                </a:lnTo>
                <a:lnTo>
                  <a:pt x="9161" y="38656"/>
                </a:lnTo>
                <a:lnTo>
                  <a:pt x="9161" y="38656"/>
                </a:lnTo>
                <a:lnTo>
                  <a:pt x="9161" y="38656"/>
                </a:lnTo>
                <a:lnTo>
                  <a:pt x="9161" y="38656"/>
                </a:lnTo>
                <a:lnTo>
                  <a:pt x="9161" y="38656"/>
                </a:lnTo>
                <a:lnTo>
                  <a:pt x="9161" y="38656"/>
                </a:lnTo>
                <a:lnTo>
                  <a:pt x="9161" y="38656"/>
                </a:lnTo>
                <a:lnTo>
                  <a:pt x="9160" y="38656"/>
                </a:lnTo>
                <a:lnTo>
                  <a:pt x="9160" y="38656"/>
                </a:lnTo>
                <a:lnTo>
                  <a:pt x="9160" y="38656"/>
                </a:lnTo>
                <a:lnTo>
                  <a:pt x="9160" y="38656"/>
                </a:lnTo>
                <a:lnTo>
                  <a:pt x="9160" y="38656"/>
                </a:lnTo>
                <a:lnTo>
                  <a:pt x="9160" y="38656"/>
                </a:lnTo>
                <a:lnTo>
                  <a:pt x="9160" y="38656"/>
                </a:lnTo>
                <a:lnTo>
                  <a:pt x="9159" y="38656"/>
                </a:lnTo>
                <a:lnTo>
                  <a:pt x="9159" y="38656"/>
                </a:lnTo>
                <a:lnTo>
                  <a:pt x="9159" y="38656"/>
                </a:lnTo>
                <a:lnTo>
                  <a:pt x="9159" y="38656"/>
                </a:lnTo>
                <a:lnTo>
                  <a:pt x="9159" y="38656"/>
                </a:lnTo>
                <a:lnTo>
                  <a:pt x="9159" y="38656"/>
                </a:lnTo>
                <a:lnTo>
                  <a:pt x="9159" y="38656"/>
                </a:lnTo>
                <a:lnTo>
                  <a:pt x="9158" y="38656"/>
                </a:lnTo>
                <a:lnTo>
                  <a:pt x="9158" y="38656"/>
                </a:lnTo>
                <a:lnTo>
                  <a:pt x="9158" y="38656"/>
                </a:lnTo>
                <a:lnTo>
                  <a:pt x="9158" y="38656"/>
                </a:lnTo>
                <a:lnTo>
                  <a:pt x="9158" y="38656"/>
                </a:lnTo>
                <a:lnTo>
                  <a:pt x="9158" y="38656"/>
                </a:lnTo>
                <a:lnTo>
                  <a:pt x="9158" y="38656"/>
                </a:lnTo>
                <a:lnTo>
                  <a:pt x="9157" y="38656"/>
                </a:lnTo>
                <a:lnTo>
                  <a:pt x="9157" y="38656"/>
                </a:lnTo>
                <a:lnTo>
                  <a:pt x="9157" y="38656"/>
                </a:lnTo>
                <a:lnTo>
                  <a:pt x="9157" y="38656"/>
                </a:lnTo>
                <a:lnTo>
                  <a:pt x="9157" y="38656"/>
                </a:lnTo>
                <a:lnTo>
                  <a:pt x="9157" y="38656"/>
                </a:lnTo>
                <a:lnTo>
                  <a:pt x="9157" y="38656"/>
                </a:lnTo>
                <a:lnTo>
                  <a:pt x="9156" y="38656"/>
                </a:lnTo>
                <a:lnTo>
                  <a:pt x="9156" y="38656"/>
                </a:lnTo>
                <a:lnTo>
                  <a:pt x="9156" y="38656"/>
                </a:lnTo>
                <a:lnTo>
                  <a:pt x="9156" y="38656"/>
                </a:lnTo>
                <a:lnTo>
                  <a:pt x="9156" y="38656"/>
                </a:lnTo>
                <a:lnTo>
                  <a:pt x="9156" y="38656"/>
                </a:lnTo>
                <a:lnTo>
                  <a:pt x="9156" y="38656"/>
                </a:lnTo>
                <a:lnTo>
                  <a:pt x="9155" y="38656"/>
                </a:lnTo>
                <a:lnTo>
                  <a:pt x="9155" y="38656"/>
                </a:lnTo>
                <a:lnTo>
                  <a:pt x="9155" y="38656"/>
                </a:lnTo>
                <a:lnTo>
                  <a:pt x="9155" y="38656"/>
                </a:lnTo>
                <a:lnTo>
                  <a:pt x="9155" y="38656"/>
                </a:lnTo>
                <a:lnTo>
                  <a:pt x="9155" y="38656"/>
                </a:lnTo>
                <a:lnTo>
                  <a:pt x="9155" y="38656"/>
                </a:lnTo>
                <a:lnTo>
                  <a:pt x="9154" y="38656"/>
                </a:lnTo>
                <a:lnTo>
                  <a:pt x="9154" y="38656"/>
                </a:lnTo>
                <a:lnTo>
                  <a:pt x="9154" y="38656"/>
                </a:lnTo>
                <a:lnTo>
                  <a:pt x="9154" y="38656"/>
                </a:lnTo>
                <a:lnTo>
                  <a:pt x="9154" y="38656"/>
                </a:lnTo>
                <a:lnTo>
                  <a:pt x="9154" y="38656"/>
                </a:lnTo>
                <a:lnTo>
                  <a:pt x="9154" y="38656"/>
                </a:lnTo>
                <a:lnTo>
                  <a:pt x="9153" y="38656"/>
                </a:lnTo>
                <a:lnTo>
                  <a:pt x="9153" y="38656"/>
                </a:lnTo>
                <a:lnTo>
                  <a:pt x="9153" y="38656"/>
                </a:lnTo>
                <a:lnTo>
                  <a:pt x="9153" y="38656"/>
                </a:lnTo>
                <a:lnTo>
                  <a:pt x="9153" y="38656"/>
                </a:lnTo>
                <a:lnTo>
                  <a:pt x="9153" y="38656"/>
                </a:lnTo>
                <a:lnTo>
                  <a:pt x="9153" y="38656"/>
                </a:lnTo>
                <a:lnTo>
                  <a:pt x="9152" y="38656"/>
                </a:lnTo>
                <a:lnTo>
                  <a:pt x="9152" y="38656"/>
                </a:lnTo>
                <a:lnTo>
                  <a:pt x="9152" y="38656"/>
                </a:lnTo>
                <a:lnTo>
                  <a:pt x="9152" y="38656"/>
                </a:lnTo>
                <a:lnTo>
                  <a:pt x="9152" y="38656"/>
                </a:lnTo>
                <a:lnTo>
                  <a:pt x="9152" y="38656"/>
                </a:lnTo>
                <a:lnTo>
                  <a:pt x="9152" y="38656"/>
                </a:lnTo>
                <a:lnTo>
                  <a:pt x="9151" y="38656"/>
                </a:lnTo>
                <a:lnTo>
                  <a:pt x="9151" y="38656"/>
                </a:lnTo>
                <a:lnTo>
                  <a:pt x="9151" y="38656"/>
                </a:lnTo>
                <a:lnTo>
                  <a:pt x="9151" y="38656"/>
                </a:lnTo>
                <a:lnTo>
                  <a:pt x="9151" y="38656"/>
                </a:lnTo>
                <a:lnTo>
                  <a:pt x="9151" y="38656"/>
                </a:lnTo>
                <a:lnTo>
                  <a:pt x="9151" y="38656"/>
                </a:lnTo>
                <a:lnTo>
                  <a:pt x="9150" y="38656"/>
                </a:lnTo>
                <a:lnTo>
                  <a:pt x="9150" y="38656"/>
                </a:lnTo>
                <a:lnTo>
                  <a:pt x="9150" y="38656"/>
                </a:lnTo>
                <a:lnTo>
                  <a:pt x="9150" y="38656"/>
                </a:lnTo>
                <a:lnTo>
                  <a:pt x="9150" y="38656"/>
                </a:lnTo>
                <a:lnTo>
                  <a:pt x="9150" y="38656"/>
                </a:lnTo>
                <a:lnTo>
                  <a:pt x="9150" y="38656"/>
                </a:lnTo>
                <a:lnTo>
                  <a:pt x="9149" y="38656"/>
                </a:lnTo>
                <a:lnTo>
                  <a:pt x="9149" y="38656"/>
                </a:lnTo>
                <a:lnTo>
                  <a:pt x="9149" y="38656"/>
                </a:lnTo>
                <a:lnTo>
                  <a:pt x="9149" y="38656"/>
                </a:lnTo>
                <a:lnTo>
                  <a:pt x="9149" y="38656"/>
                </a:lnTo>
                <a:lnTo>
                  <a:pt x="9149" y="38656"/>
                </a:lnTo>
                <a:lnTo>
                  <a:pt x="9149" y="38656"/>
                </a:lnTo>
                <a:lnTo>
                  <a:pt x="9148" y="38656"/>
                </a:lnTo>
                <a:lnTo>
                  <a:pt x="9148" y="38656"/>
                </a:lnTo>
                <a:lnTo>
                  <a:pt x="9148" y="38656"/>
                </a:lnTo>
                <a:lnTo>
                  <a:pt x="9148" y="38656"/>
                </a:lnTo>
                <a:lnTo>
                  <a:pt x="9148" y="38656"/>
                </a:lnTo>
                <a:lnTo>
                  <a:pt x="9148" y="38656"/>
                </a:lnTo>
                <a:lnTo>
                  <a:pt x="9148" y="38656"/>
                </a:lnTo>
                <a:lnTo>
                  <a:pt x="9147" y="38656"/>
                </a:lnTo>
                <a:lnTo>
                  <a:pt x="9147" y="38656"/>
                </a:lnTo>
                <a:lnTo>
                  <a:pt x="9147" y="38656"/>
                </a:lnTo>
                <a:lnTo>
                  <a:pt x="9147" y="38656"/>
                </a:lnTo>
                <a:lnTo>
                  <a:pt x="9147" y="38656"/>
                </a:lnTo>
                <a:lnTo>
                  <a:pt x="9147" y="38656"/>
                </a:lnTo>
                <a:lnTo>
                  <a:pt x="9147" y="38656"/>
                </a:lnTo>
                <a:lnTo>
                  <a:pt x="9146" y="38656"/>
                </a:lnTo>
                <a:lnTo>
                  <a:pt x="9146" y="38656"/>
                </a:lnTo>
                <a:lnTo>
                  <a:pt x="9146" y="38656"/>
                </a:lnTo>
                <a:lnTo>
                  <a:pt x="9146" y="38656"/>
                </a:lnTo>
                <a:lnTo>
                  <a:pt x="9146" y="38656"/>
                </a:lnTo>
                <a:lnTo>
                  <a:pt x="9146" y="38656"/>
                </a:lnTo>
                <a:lnTo>
                  <a:pt x="9146" y="38656"/>
                </a:lnTo>
                <a:lnTo>
                  <a:pt x="9145" y="38656"/>
                </a:lnTo>
                <a:lnTo>
                  <a:pt x="9145" y="38656"/>
                </a:lnTo>
                <a:lnTo>
                  <a:pt x="9145" y="38656"/>
                </a:lnTo>
                <a:lnTo>
                  <a:pt x="9145" y="38656"/>
                </a:lnTo>
                <a:lnTo>
                  <a:pt x="9145" y="38656"/>
                </a:lnTo>
                <a:lnTo>
                  <a:pt x="9145" y="38656"/>
                </a:lnTo>
                <a:lnTo>
                  <a:pt x="9145" y="38656"/>
                </a:lnTo>
                <a:lnTo>
                  <a:pt x="9144" y="38656"/>
                </a:lnTo>
                <a:lnTo>
                  <a:pt x="9144" y="38656"/>
                </a:lnTo>
                <a:lnTo>
                  <a:pt x="9144" y="38656"/>
                </a:lnTo>
                <a:lnTo>
                  <a:pt x="9144" y="38656"/>
                </a:lnTo>
                <a:lnTo>
                  <a:pt x="9144" y="38656"/>
                </a:lnTo>
                <a:lnTo>
                  <a:pt x="9144" y="38656"/>
                </a:lnTo>
                <a:lnTo>
                  <a:pt x="9144" y="38656"/>
                </a:lnTo>
                <a:lnTo>
                  <a:pt x="9143" y="38656"/>
                </a:lnTo>
                <a:lnTo>
                  <a:pt x="9143" y="38656"/>
                </a:lnTo>
                <a:lnTo>
                  <a:pt x="9143" y="38656"/>
                </a:lnTo>
                <a:lnTo>
                  <a:pt x="9143" y="38656"/>
                </a:lnTo>
                <a:lnTo>
                  <a:pt x="9143" y="38656"/>
                </a:lnTo>
                <a:lnTo>
                  <a:pt x="9143" y="38656"/>
                </a:lnTo>
                <a:lnTo>
                  <a:pt x="9143" y="38656"/>
                </a:lnTo>
                <a:lnTo>
                  <a:pt x="9142" y="38656"/>
                </a:lnTo>
                <a:lnTo>
                  <a:pt x="9142" y="38656"/>
                </a:lnTo>
                <a:lnTo>
                  <a:pt x="9142" y="38656"/>
                </a:lnTo>
                <a:lnTo>
                  <a:pt x="9142" y="38656"/>
                </a:lnTo>
                <a:lnTo>
                  <a:pt x="9142" y="38656"/>
                </a:lnTo>
                <a:lnTo>
                  <a:pt x="9142" y="38656"/>
                </a:lnTo>
                <a:lnTo>
                  <a:pt x="9142" y="38656"/>
                </a:lnTo>
                <a:lnTo>
                  <a:pt x="9141" y="38656"/>
                </a:lnTo>
                <a:lnTo>
                  <a:pt x="9141" y="38656"/>
                </a:lnTo>
                <a:lnTo>
                  <a:pt x="9141" y="38656"/>
                </a:lnTo>
                <a:lnTo>
                  <a:pt x="9141" y="38656"/>
                </a:lnTo>
                <a:lnTo>
                  <a:pt x="9141" y="38656"/>
                </a:lnTo>
                <a:lnTo>
                  <a:pt x="9141" y="38656"/>
                </a:lnTo>
                <a:lnTo>
                  <a:pt x="9141" y="38656"/>
                </a:lnTo>
                <a:lnTo>
                  <a:pt x="9140" y="38656"/>
                </a:lnTo>
                <a:lnTo>
                  <a:pt x="9140" y="38656"/>
                </a:lnTo>
                <a:lnTo>
                  <a:pt x="9140" y="38656"/>
                </a:lnTo>
                <a:lnTo>
                  <a:pt x="9140" y="38656"/>
                </a:lnTo>
                <a:lnTo>
                  <a:pt x="9140" y="38656"/>
                </a:lnTo>
                <a:lnTo>
                  <a:pt x="9140" y="38656"/>
                </a:lnTo>
                <a:lnTo>
                  <a:pt x="9140" y="38656"/>
                </a:lnTo>
                <a:lnTo>
                  <a:pt x="9139" y="38656"/>
                </a:lnTo>
                <a:lnTo>
                  <a:pt x="9139" y="38656"/>
                </a:lnTo>
                <a:lnTo>
                  <a:pt x="9139" y="38656"/>
                </a:lnTo>
                <a:lnTo>
                  <a:pt x="9139" y="38656"/>
                </a:lnTo>
                <a:lnTo>
                  <a:pt x="9139" y="38656"/>
                </a:lnTo>
                <a:lnTo>
                  <a:pt x="9139" y="38656"/>
                </a:lnTo>
                <a:lnTo>
                  <a:pt x="9139" y="38656"/>
                </a:lnTo>
                <a:lnTo>
                  <a:pt x="9138" y="38656"/>
                </a:lnTo>
                <a:lnTo>
                  <a:pt x="9138" y="38656"/>
                </a:lnTo>
                <a:lnTo>
                  <a:pt x="9138" y="38656"/>
                </a:lnTo>
                <a:lnTo>
                  <a:pt x="9138" y="38656"/>
                </a:lnTo>
                <a:lnTo>
                  <a:pt x="9138" y="38656"/>
                </a:lnTo>
                <a:lnTo>
                  <a:pt x="9138" y="38656"/>
                </a:lnTo>
                <a:lnTo>
                  <a:pt x="9138" y="38656"/>
                </a:lnTo>
                <a:lnTo>
                  <a:pt x="9137" y="38656"/>
                </a:lnTo>
                <a:lnTo>
                  <a:pt x="9137" y="38656"/>
                </a:lnTo>
                <a:lnTo>
                  <a:pt x="9137" y="38656"/>
                </a:lnTo>
                <a:lnTo>
                  <a:pt x="9137" y="38656"/>
                </a:lnTo>
                <a:lnTo>
                  <a:pt x="9137" y="38656"/>
                </a:lnTo>
                <a:lnTo>
                  <a:pt x="9137" y="38656"/>
                </a:lnTo>
                <a:lnTo>
                  <a:pt x="9137" y="38656"/>
                </a:lnTo>
                <a:lnTo>
                  <a:pt x="9136" y="38656"/>
                </a:lnTo>
                <a:lnTo>
                  <a:pt x="9136" y="38656"/>
                </a:lnTo>
                <a:lnTo>
                  <a:pt x="9136" y="38656"/>
                </a:lnTo>
                <a:lnTo>
                  <a:pt x="9136" y="38656"/>
                </a:lnTo>
                <a:lnTo>
                  <a:pt x="9136" y="38656"/>
                </a:lnTo>
                <a:lnTo>
                  <a:pt x="9136" y="38656"/>
                </a:lnTo>
                <a:lnTo>
                  <a:pt x="9136" y="38656"/>
                </a:lnTo>
                <a:lnTo>
                  <a:pt x="9135" y="38656"/>
                </a:lnTo>
                <a:lnTo>
                  <a:pt x="9135" y="38656"/>
                </a:lnTo>
                <a:lnTo>
                  <a:pt x="9135" y="38656"/>
                </a:lnTo>
                <a:lnTo>
                  <a:pt x="9135" y="38656"/>
                </a:lnTo>
                <a:lnTo>
                  <a:pt x="9135" y="38656"/>
                </a:lnTo>
                <a:lnTo>
                  <a:pt x="9135" y="38656"/>
                </a:lnTo>
                <a:lnTo>
                  <a:pt x="9135" y="38656"/>
                </a:lnTo>
                <a:lnTo>
                  <a:pt x="9134" y="38656"/>
                </a:lnTo>
                <a:lnTo>
                  <a:pt x="9134" y="38656"/>
                </a:lnTo>
                <a:lnTo>
                  <a:pt x="9134" y="38656"/>
                </a:lnTo>
                <a:lnTo>
                  <a:pt x="9134" y="38656"/>
                </a:lnTo>
                <a:lnTo>
                  <a:pt x="9134" y="38656"/>
                </a:lnTo>
                <a:lnTo>
                  <a:pt x="9134" y="38656"/>
                </a:lnTo>
                <a:lnTo>
                  <a:pt x="9134" y="38656"/>
                </a:lnTo>
                <a:lnTo>
                  <a:pt x="9133" y="38656"/>
                </a:lnTo>
                <a:lnTo>
                  <a:pt x="9133" y="38656"/>
                </a:lnTo>
                <a:lnTo>
                  <a:pt x="9133" y="38656"/>
                </a:lnTo>
                <a:lnTo>
                  <a:pt x="9133" y="38656"/>
                </a:lnTo>
                <a:lnTo>
                  <a:pt x="9133" y="38656"/>
                </a:lnTo>
                <a:lnTo>
                  <a:pt x="9133" y="38656"/>
                </a:lnTo>
                <a:lnTo>
                  <a:pt x="9133" y="38656"/>
                </a:lnTo>
                <a:lnTo>
                  <a:pt x="9132" y="38656"/>
                </a:lnTo>
                <a:lnTo>
                  <a:pt x="9132" y="38656"/>
                </a:lnTo>
                <a:lnTo>
                  <a:pt x="9132" y="38656"/>
                </a:lnTo>
                <a:lnTo>
                  <a:pt x="9132" y="38656"/>
                </a:lnTo>
                <a:lnTo>
                  <a:pt x="9132" y="38656"/>
                </a:lnTo>
                <a:lnTo>
                  <a:pt x="9132" y="38656"/>
                </a:lnTo>
                <a:lnTo>
                  <a:pt x="9132" y="38656"/>
                </a:lnTo>
                <a:lnTo>
                  <a:pt x="9131" y="38656"/>
                </a:lnTo>
                <a:lnTo>
                  <a:pt x="9131" y="38656"/>
                </a:lnTo>
                <a:lnTo>
                  <a:pt x="9131" y="38656"/>
                </a:lnTo>
                <a:lnTo>
                  <a:pt x="9131" y="38656"/>
                </a:lnTo>
                <a:lnTo>
                  <a:pt x="9131" y="38656"/>
                </a:lnTo>
                <a:lnTo>
                  <a:pt x="9131" y="38656"/>
                </a:lnTo>
                <a:lnTo>
                  <a:pt x="9131" y="38656"/>
                </a:lnTo>
                <a:lnTo>
                  <a:pt x="9130" y="38656"/>
                </a:lnTo>
                <a:lnTo>
                  <a:pt x="9130" y="38656"/>
                </a:lnTo>
                <a:lnTo>
                  <a:pt x="9130" y="38656"/>
                </a:lnTo>
                <a:lnTo>
                  <a:pt x="9130" y="38656"/>
                </a:lnTo>
                <a:lnTo>
                  <a:pt x="9130" y="38656"/>
                </a:lnTo>
                <a:lnTo>
                  <a:pt x="9130" y="38656"/>
                </a:lnTo>
                <a:lnTo>
                  <a:pt x="9130" y="38656"/>
                </a:lnTo>
                <a:lnTo>
                  <a:pt x="9129" y="38656"/>
                </a:lnTo>
                <a:lnTo>
                  <a:pt x="9129" y="38656"/>
                </a:lnTo>
                <a:lnTo>
                  <a:pt x="9129" y="38656"/>
                </a:lnTo>
                <a:lnTo>
                  <a:pt x="9129" y="38656"/>
                </a:lnTo>
                <a:lnTo>
                  <a:pt x="9129" y="38656"/>
                </a:lnTo>
                <a:lnTo>
                  <a:pt x="9129" y="38656"/>
                </a:lnTo>
                <a:lnTo>
                  <a:pt x="9129" y="38656"/>
                </a:lnTo>
                <a:lnTo>
                  <a:pt x="9128" y="38656"/>
                </a:lnTo>
                <a:lnTo>
                  <a:pt x="9128" y="38656"/>
                </a:lnTo>
                <a:lnTo>
                  <a:pt x="9128" y="38656"/>
                </a:lnTo>
                <a:lnTo>
                  <a:pt x="9128" y="38656"/>
                </a:lnTo>
                <a:lnTo>
                  <a:pt x="9128" y="38656"/>
                </a:lnTo>
                <a:lnTo>
                  <a:pt x="9128" y="38656"/>
                </a:lnTo>
                <a:lnTo>
                  <a:pt x="9128" y="38656"/>
                </a:lnTo>
                <a:lnTo>
                  <a:pt x="9127" y="38656"/>
                </a:lnTo>
                <a:lnTo>
                  <a:pt x="9127" y="38656"/>
                </a:lnTo>
                <a:lnTo>
                  <a:pt x="9127" y="38656"/>
                </a:lnTo>
                <a:lnTo>
                  <a:pt x="9127" y="38656"/>
                </a:lnTo>
                <a:lnTo>
                  <a:pt x="9127" y="38656"/>
                </a:lnTo>
                <a:lnTo>
                  <a:pt x="9127" y="38656"/>
                </a:lnTo>
                <a:lnTo>
                  <a:pt x="9126" y="38656"/>
                </a:lnTo>
                <a:lnTo>
                  <a:pt x="9126" y="38656"/>
                </a:lnTo>
                <a:lnTo>
                  <a:pt x="9126" y="38656"/>
                </a:lnTo>
                <a:lnTo>
                  <a:pt x="9126" y="38656"/>
                </a:lnTo>
                <a:lnTo>
                  <a:pt x="9126" y="38656"/>
                </a:lnTo>
                <a:lnTo>
                  <a:pt x="9126" y="38656"/>
                </a:lnTo>
                <a:lnTo>
                  <a:pt x="9126" y="38656"/>
                </a:lnTo>
                <a:lnTo>
                  <a:pt x="9125" y="38656"/>
                </a:lnTo>
                <a:lnTo>
                  <a:pt x="9125" y="38656"/>
                </a:lnTo>
                <a:lnTo>
                  <a:pt x="9125" y="38656"/>
                </a:lnTo>
                <a:lnTo>
                  <a:pt x="9125" y="38656"/>
                </a:lnTo>
                <a:lnTo>
                  <a:pt x="9125" y="38656"/>
                </a:lnTo>
                <a:lnTo>
                  <a:pt x="9125" y="38656"/>
                </a:lnTo>
                <a:lnTo>
                  <a:pt x="9125" y="38656"/>
                </a:lnTo>
                <a:lnTo>
                  <a:pt x="9124" y="38656"/>
                </a:lnTo>
                <a:lnTo>
                  <a:pt x="9124" y="38656"/>
                </a:lnTo>
                <a:lnTo>
                  <a:pt x="9124" y="38656"/>
                </a:lnTo>
                <a:lnTo>
                  <a:pt x="9124" y="38656"/>
                </a:lnTo>
                <a:lnTo>
                  <a:pt x="9124" y="38656"/>
                </a:lnTo>
                <a:lnTo>
                  <a:pt x="9124" y="38656"/>
                </a:lnTo>
                <a:lnTo>
                  <a:pt x="9124" y="38656"/>
                </a:lnTo>
                <a:lnTo>
                  <a:pt x="9123" y="38656"/>
                </a:lnTo>
                <a:lnTo>
                  <a:pt x="9123" y="38656"/>
                </a:lnTo>
                <a:lnTo>
                  <a:pt x="9123" y="38656"/>
                </a:lnTo>
                <a:lnTo>
                  <a:pt x="9123" y="38656"/>
                </a:lnTo>
                <a:lnTo>
                  <a:pt x="9123" y="38656"/>
                </a:lnTo>
                <a:lnTo>
                  <a:pt x="9123" y="38656"/>
                </a:lnTo>
                <a:lnTo>
                  <a:pt x="9123" y="38656"/>
                </a:lnTo>
                <a:lnTo>
                  <a:pt x="9122" y="38656"/>
                </a:lnTo>
                <a:lnTo>
                  <a:pt x="9122" y="38656"/>
                </a:lnTo>
                <a:lnTo>
                  <a:pt x="9122" y="38656"/>
                </a:lnTo>
                <a:lnTo>
                  <a:pt x="9122" y="38656"/>
                </a:lnTo>
                <a:lnTo>
                  <a:pt x="9122" y="38656"/>
                </a:lnTo>
                <a:lnTo>
                  <a:pt x="9122" y="38656"/>
                </a:lnTo>
                <a:lnTo>
                  <a:pt x="9122" y="38656"/>
                </a:lnTo>
                <a:lnTo>
                  <a:pt x="9121" y="38656"/>
                </a:lnTo>
                <a:lnTo>
                  <a:pt x="9121" y="38656"/>
                </a:lnTo>
                <a:lnTo>
                  <a:pt x="9121" y="38656"/>
                </a:lnTo>
                <a:lnTo>
                  <a:pt x="9121" y="38656"/>
                </a:lnTo>
                <a:lnTo>
                  <a:pt x="9121" y="38656"/>
                </a:lnTo>
                <a:lnTo>
                  <a:pt x="9121" y="38656"/>
                </a:lnTo>
                <a:lnTo>
                  <a:pt x="9121" y="38656"/>
                </a:lnTo>
                <a:lnTo>
                  <a:pt x="9120" y="38656"/>
                </a:lnTo>
                <a:lnTo>
                  <a:pt x="9120" y="38656"/>
                </a:lnTo>
                <a:lnTo>
                  <a:pt x="9120" y="38656"/>
                </a:lnTo>
                <a:lnTo>
                  <a:pt x="9120" y="38656"/>
                </a:lnTo>
                <a:lnTo>
                  <a:pt x="9120" y="38656"/>
                </a:lnTo>
                <a:lnTo>
                  <a:pt x="9120" y="38656"/>
                </a:lnTo>
                <a:lnTo>
                  <a:pt x="9120" y="38656"/>
                </a:lnTo>
                <a:lnTo>
                  <a:pt x="9119" y="38656"/>
                </a:lnTo>
                <a:lnTo>
                  <a:pt x="9119" y="38656"/>
                </a:lnTo>
                <a:lnTo>
                  <a:pt x="9119" y="38656"/>
                </a:lnTo>
                <a:lnTo>
                  <a:pt x="9119" y="38656"/>
                </a:lnTo>
                <a:lnTo>
                  <a:pt x="9119" y="38656"/>
                </a:lnTo>
                <a:lnTo>
                  <a:pt x="9119" y="38656"/>
                </a:lnTo>
                <a:lnTo>
                  <a:pt x="9119" y="38656"/>
                </a:lnTo>
                <a:lnTo>
                  <a:pt x="9118" y="38656"/>
                </a:lnTo>
                <a:lnTo>
                  <a:pt x="9118" y="38656"/>
                </a:lnTo>
                <a:lnTo>
                  <a:pt x="9118" y="38656"/>
                </a:lnTo>
                <a:lnTo>
                  <a:pt x="9118" y="38656"/>
                </a:lnTo>
                <a:lnTo>
                  <a:pt x="9118" y="38656"/>
                </a:lnTo>
                <a:lnTo>
                  <a:pt x="9118" y="38656"/>
                </a:lnTo>
                <a:lnTo>
                  <a:pt x="9118" y="38656"/>
                </a:lnTo>
                <a:lnTo>
                  <a:pt x="9117" y="38656"/>
                </a:lnTo>
                <a:lnTo>
                  <a:pt x="9117" y="38656"/>
                </a:lnTo>
                <a:lnTo>
                  <a:pt x="9117" y="38656"/>
                </a:lnTo>
                <a:lnTo>
                  <a:pt x="9117" y="38656"/>
                </a:lnTo>
                <a:lnTo>
                  <a:pt x="9117" y="38656"/>
                </a:lnTo>
                <a:lnTo>
                  <a:pt x="9117" y="38656"/>
                </a:lnTo>
                <a:lnTo>
                  <a:pt x="9117" y="38656"/>
                </a:lnTo>
                <a:lnTo>
                  <a:pt x="9116" y="38656"/>
                </a:lnTo>
                <a:lnTo>
                  <a:pt x="9116" y="38656"/>
                </a:lnTo>
                <a:lnTo>
                  <a:pt x="9116" y="38656"/>
                </a:lnTo>
                <a:lnTo>
                  <a:pt x="9116" y="38656"/>
                </a:lnTo>
                <a:lnTo>
                  <a:pt x="9116" y="38656"/>
                </a:lnTo>
                <a:lnTo>
                  <a:pt x="9116" y="38656"/>
                </a:lnTo>
                <a:lnTo>
                  <a:pt x="9116" y="38656"/>
                </a:lnTo>
                <a:lnTo>
                  <a:pt x="9115" y="38656"/>
                </a:lnTo>
                <a:lnTo>
                  <a:pt x="9115" y="38656"/>
                </a:lnTo>
                <a:lnTo>
                  <a:pt x="9115" y="38656"/>
                </a:lnTo>
                <a:lnTo>
                  <a:pt x="9115" y="38656"/>
                </a:lnTo>
                <a:lnTo>
                  <a:pt x="9115" y="38656"/>
                </a:lnTo>
                <a:lnTo>
                  <a:pt x="9115" y="38656"/>
                </a:lnTo>
                <a:lnTo>
                  <a:pt x="9115" y="38656"/>
                </a:lnTo>
                <a:lnTo>
                  <a:pt x="9114" y="38656"/>
                </a:lnTo>
                <a:lnTo>
                  <a:pt x="9114" y="38656"/>
                </a:lnTo>
                <a:lnTo>
                  <a:pt x="9114" y="38656"/>
                </a:lnTo>
                <a:lnTo>
                  <a:pt x="9114" y="38656"/>
                </a:lnTo>
                <a:lnTo>
                  <a:pt x="9114" y="38656"/>
                </a:lnTo>
                <a:lnTo>
                  <a:pt x="9114" y="38656"/>
                </a:lnTo>
                <a:lnTo>
                  <a:pt x="9114" y="38656"/>
                </a:lnTo>
                <a:lnTo>
                  <a:pt x="9113" y="38656"/>
                </a:lnTo>
                <a:lnTo>
                  <a:pt x="9113" y="38656"/>
                </a:lnTo>
                <a:lnTo>
                  <a:pt x="9113" y="38656"/>
                </a:lnTo>
                <a:lnTo>
                  <a:pt x="9113" y="38656"/>
                </a:lnTo>
                <a:lnTo>
                  <a:pt x="9113" y="38656"/>
                </a:lnTo>
                <a:lnTo>
                  <a:pt x="9113" y="38656"/>
                </a:lnTo>
                <a:lnTo>
                  <a:pt x="9113" y="38656"/>
                </a:lnTo>
                <a:lnTo>
                  <a:pt x="9112" y="38656"/>
                </a:lnTo>
                <a:lnTo>
                  <a:pt x="9112" y="38656"/>
                </a:lnTo>
                <a:lnTo>
                  <a:pt x="9112" y="38656"/>
                </a:lnTo>
                <a:lnTo>
                  <a:pt x="9112" y="38656"/>
                </a:lnTo>
                <a:lnTo>
                  <a:pt x="9112" y="38656"/>
                </a:lnTo>
                <a:lnTo>
                  <a:pt x="9112" y="38656"/>
                </a:lnTo>
                <a:lnTo>
                  <a:pt x="9111" y="38656"/>
                </a:lnTo>
                <a:lnTo>
                  <a:pt x="9111" y="38656"/>
                </a:lnTo>
                <a:lnTo>
                  <a:pt x="9111" y="38656"/>
                </a:lnTo>
                <a:lnTo>
                  <a:pt x="9111" y="38656"/>
                </a:lnTo>
                <a:lnTo>
                  <a:pt x="9111" y="38656"/>
                </a:lnTo>
                <a:lnTo>
                  <a:pt x="9111" y="38656"/>
                </a:lnTo>
                <a:lnTo>
                  <a:pt x="9111" y="38656"/>
                </a:lnTo>
                <a:lnTo>
                  <a:pt x="9110" y="38656"/>
                </a:lnTo>
                <a:lnTo>
                  <a:pt x="9110" y="38656"/>
                </a:lnTo>
                <a:lnTo>
                  <a:pt x="9110" y="38656"/>
                </a:lnTo>
                <a:lnTo>
                  <a:pt x="9110" y="38656"/>
                </a:lnTo>
                <a:lnTo>
                  <a:pt x="9110" y="38656"/>
                </a:lnTo>
                <a:lnTo>
                  <a:pt x="9110" y="38656"/>
                </a:lnTo>
                <a:lnTo>
                  <a:pt x="9110" y="38656"/>
                </a:lnTo>
                <a:lnTo>
                  <a:pt x="9109" y="38656"/>
                </a:lnTo>
                <a:lnTo>
                  <a:pt x="9109" y="38656"/>
                </a:lnTo>
                <a:lnTo>
                  <a:pt x="9109" y="38656"/>
                </a:lnTo>
                <a:lnTo>
                  <a:pt x="9109" y="38656"/>
                </a:lnTo>
                <a:lnTo>
                  <a:pt x="9109" y="38656"/>
                </a:lnTo>
                <a:lnTo>
                  <a:pt x="9109" y="38656"/>
                </a:lnTo>
                <a:lnTo>
                  <a:pt x="9109" y="38656"/>
                </a:lnTo>
                <a:lnTo>
                  <a:pt x="9108" y="38656"/>
                </a:lnTo>
                <a:lnTo>
                  <a:pt x="9108" y="38656"/>
                </a:lnTo>
                <a:lnTo>
                  <a:pt x="9108" y="38656"/>
                </a:lnTo>
                <a:lnTo>
                  <a:pt x="9108" y="38656"/>
                </a:lnTo>
                <a:lnTo>
                  <a:pt x="9108" y="38656"/>
                </a:lnTo>
                <a:lnTo>
                  <a:pt x="9108" y="38656"/>
                </a:lnTo>
                <a:lnTo>
                  <a:pt x="9108" y="38656"/>
                </a:lnTo>
                <a:lnTo>
                  <a:pt x="9107" y="38656"/>
                </a:lnTo>
                <a:lnTo>
                  <a:pt x="9107" y="38656"/>
                </a:lnTo>
                <a:lnTo>
                  <a:pt x="9107" y="38656"/>
                </a:lnTo>
                <a:lnTo>
                  <a:pt x="9107" y="38656"/>
                </a:lnTo>
                <a:lnTo>
                  <a:pt x="9107" y="38656"/>
                </a:lnTo>
                <a:lnTo>
                  <a:pt x="9107" y="38656"/>
                </a:lnTo>
                <a:lnTo>
                  <a:pt x="9107" y="38656"/>
                </a:lnTo>
                <a:lnTo>
                  <a:pt x="9106" y="38656"/>
                </a:lnTo>
                <a:lnTo>
                  <a:pt x="9106" y="38656"/>
                </a:lnTo>
                <a:lnTo>
                  <a:pt x="9106" y="38656"/>
                </a:lnTo>
                <a:lnTo>
                  <a:pt x="9106" y="38656"/>
                </a:lnTo>
                <a:lnTo>
                  <a:pt x="9106" y="38656"/>
                </a:lnTo>
                <a:lnTo>
                  <a:pt x="9106" y="38656"/>
                </a:lnTo>
                <a:lnTo>
                  <a:pt x="9106" y="38656"/>
                </a:lnTo>
                <a:lnTo>
                  <a:pt x="9105" y="38656"/>
                </a:lnTo>
                <a:lnTo>
                  <a:pt x="9105" y="38656"/>
                </a:lnTo>
                <a:lnTo>
                  <a:pt x="9105" y="38656"/>
                </a:lnTo>
                <a:lnTo>
                  <a:pt x="9105" y="38656"/>
                </a:lnTo>
                <a:lnTo>
                  <a:pt x="9105" y="38656"/>
                </a:lnTo>
                <a:lnTo>
                  <a:pt x="9105" y="38656"/>
                </a:lnTo>
                <a:lnTo>
                  <a:pt x="9105" y="38656"/>
                </a:lnTo>
                <a:lnTo>
                  <a:pt x="9104" y="38656"/>
                </a:lnTo>
                <a:lnTo>
                  <a:pt x="9104" y="38656"/>
                </a:lnTo>
                <a:lnTo>
                  <a:pt x="9104" y="38656"/>
                </a:lnTo>
                <a:lnTo>
                  <a:pt x="9104" y="38656"/>
                </a:lnTo>
                <a:lnTo>
                  <a:pt x="9104" y="38656"/>
                </a:lnTo>
                <a:lnTo>
                  <a:pt x="9104" y="38656"/>
                </a:lnTo>
                <a:lnTo>
                  <a:pt x="9104" y="38656"/>
                </a:lnTo>
                <a:lnTo>
                  <a:pt x="9103" y="38656"/>
                </a:lnTo>
                <a:lnTo>
                  <a:pt x="9103" y="38656"/>
                </a:lnTo>
                <a:lnTo>
                  <a:pt x="9103" y="38656"/>
                </a:lnTo>
                <a:lnTo>
                  <a:pt x="9103" y="38656"/>
                </a:lnTo>
                <a:lnTo>
                  <a:pt x="9103" y="38656"/>
                </a:lnTo>
                <a:lnTo>
                  <a:pt x="9103" y="38656"/>
                </a:lnTo>
                <a:lnTo>
                  <a:pt x="9103" y="38656"/>
                </a:lnTo>
                <a:lnTo>
                  <a:pt x="9102" y="38656"/>
                </a:lnTo>
                <a:lnTo>
                  <a:pt x="9102" y="38656"/>
                </a:lnTo>
                <a:lnTo>
                  <a:pt x="9102" y="38656"/>
                </a:lnTo>
                <a:lnTo>
                  <a:pt x="9102" y="38656"/>
                </a:lnTo>
                <a:lnTo>
                  <a:pt x="9102" y="38656"/>
                </a:lnTo>
                <a:lnTo>
                  <a:pt x="9102" y="38656"/>
                </a:lnTo>
                <a:lnTo>
                  <a:pt x="9102" y="38656"/>
                </a:lnTo>
                <a:lnTo>
                  <a:pt x="9101" y="38656"/>
                </a:lnTo>
                <a:lnTo>
                  <a:pt x="9101" y="38656"/>
                </a:lnTo>
                <a:lnTo>
                  <a:pt x="9101" y="38656"/>
                </a:lnTo>
                <a:lnTo>
                  <a:pt x="9101" y="38656"/>
                </a:lnTo>
                <a:lnTo>
                  <a:pt x="9101" y="38656"/>
                </a:lnTo>
                <a:lnTo>
                  <a:pt x="9101" y="38656"/>
                </a:lnTo>
                <a:lnTo>
                  <a:pt x="9101" y="38656"/>
                </a:lnTo>
                <a:lnTo>
                  <a:pt x="9100" y="38656"/>
                </a:lnTo>
                <a:lnTo>
                  <a:pt x="9100" y="38656"/>
                </a:lnTo>
                <a:lnTo>
                  <a:pt x="9100" y="38656"/>
                </a:lnTo>
                <a:lnTo>
                  <a:pt x="9100" y="38656"/>
                </a:lnTo>
                <a:lnTo>
                  <a:pt x="9100" y="38656"/>
                </a:lnTo>
                <a:lnTo>
                  <a:pt x="9100" y="38656"/>
                </a:lnTo>
                <a:lnTo>
                  <a:pt x="9099" y="38656"/>
                </a:lnTo>
                <a:lnTo>
                  <a:pt x="9099" y="38656"/>
                </a:lnTo>
                <a:lnTo>
                  <a:pt x="9099" y="38656"/>
                </a:lnTo>
                <a:lnTo>
                  <a:pt x="9099" y="38656"/>
                </a:lnTo>
                <a:lnTo>
                  <a:pt x="9099" y="38656"/>
                </a:lnTo>
                <a:lnTo>
                  <a:pt x="9099" y="38656"/>
                </a:lnTo>
                <a:lnTo>
                  <a:pt x="9099" y="38656"/>
                </a:lnTo>
                <a:lnTo>
                  <a:pt x="9098" y="38656"/>
                </a:lnTo>
                <a:lnTo>
                  <a:pt x="9098" y="38656"/>
                </a:lnTo>
                <a:lnTo>
                  <a:pt x="9098" y="38656"/>
                </a:lnTo>
                <a:lnTo>
                  <a:pt x="9098" y="38656"/>
                </a:lnTo>
                <a:lnTo>
                  <a:pt x="9098" y="38656"/>
                </a:lnTo>
                <a:lnTo>
                  <a:pt x="9098" y="38656"/>
                </a:lnTo>
                <a:lnTo>
                  <a:pt x="9098" y="38656"/>
                </a:lnTo>
                <a:lnTo>
                  <a:pt x="9097" y="38656"/>
                </a:lnTo>
                <a:lnTo>
                  <a:pt x="9097" y="38656"/>
                </a:lnTo>
                <a:lnTo>
                  <a:pt x="9097" y="38656"/>
                </a:lnTo>
                <a:lnTo>
                  <a:pt x="9097" y="38656"/>
                </a:lnTo>
                <a:lnTo>
                  <a:pt x="9097" y="38656"/>
                </a:lnTo>
                <a:lnTo>
                  <a:pt x="9097" y="38656"/>
                </a:lnTo>
                <a:lnTo>
                  <a:pt x="9097" y="38656"/>
                </a:lnTo>
                <a:lnTo>
                  <a:pt x="9096" y="38656"/>
                </a:lnTo>
                <a:lnTo>
                  <a:pt x="9096" y="38656"/>
                </a:lnTo>
                <a:lnTo>
                  <a:pt x="9096" y="38656"/>
                </a:lnTo>
                <a:lnTo>
                  <a:pt x="9096" y="38656"/>
                </a:lnTo>
                <a:lnTo>
                  <a:pt x="9096" y="38656"/>
                </a:lnTo>
                <a:lnTo>
                  <a:pt x="9096" y="38656"/>
                </a:lnTo>
                <a:lnTo>
                  <a:pt x="9096" y="38656"/>
                </a:lnTo>
                <a:lnTo>
                  <a:pt x="9095" y="38656"/>
                </a:lnTo>
                <a:lnTo>
                  <a:pt x="9095" y="38656"/>
                </a:lnTo>
                <a:lnTo>
                  <a:pt x="9095" y="38656"/>
                </a:lnTo>
                <a:lnTo>
                  <a:pt x="9095" y="38656"/>
                </a:lnTo>
                <a:lnTo>
                  <a:pt x="9095" y="38656"/>
                </a:lnTo>
                <a:lnTo>
                  <a:pt x="9095" y="38656"/>
                </a:lnTo>
                <a:lnTo>
                  <a:pt x="9095" y="38656"/>
                </a:lnTo>
                <a:lnTo>
                  <a:pt x="9094" y="38656"/>
                </a:lnTo>
                <a:lnTo>
                  <a:pt x="9094" y="38656"/>
                </a:lnTo>
                <a:lnTo>
                  <a:pt x="9094" y="38656"/>
                </a:lnTo>
                <a:lnTo>
                  <a:pt x="9094" y="38656"/>
                </a:lnTo>
                <a:lnTo>
                  <a:pt x="9094" y="38656"/>
                </a:lnTo>
                <a:lnTo>
                  <a:pt x="9094" y="38656"/>
                </a:lnTo>
                <a:lnTo>
                  <a:pt x="9094" y="38656"/>
                </a:lnTo>
                <a:lnTo>
                  <a:pt x="9093" y="38656"/>
                </a:lnTo>
                <a:lnTo>
                  <a:pt x="9093" y="38656"/>
                </a:lnTo>
                <a:lnTo>
                  <a:pt x="9093" y="38656"/>
                </a:lnTo>
                <a:lnTo>
                  <a:pt x="9093" y="38656"/>
                </a:lnTo>
                <a:lnTo>
                  <a:pt x="9093" y="38656"/>
                </a:lnTo>
                <a:lnTo>
                  <a:pt x="9093" y="38656"/>
                </a:lnTo>
                <a:lnTo>
                  <a:pt x="9093" y="38656"/>
                </a:lnTo>
                <a:lnTo>
                  <a:pt x="9092" y="38656"/>
                </a:lnTo>
                <a:lnTo>
                  <a:pt x="9092" y="38656"/>
                </a:lnTo>
                <a:lnTo>
                  <a:pt x="9092" y="38656"/>
                </a:lnTo>
                <a:lnTo>
                  <a:pt x="9092" y="38656"/>
                </a:lnTo>
                <a:lnTo>
                  <a:pt x="9092" y="38656"/>
                </a:lnTo>
                <a:lnTo>
                  <a:pt x="9092" y="38656"/>
                </a:lnTo>
                <a:lnTo>
                  <a:pt x="9091" y="38656"/>
                </a:lnTo>
                <a:lnTo>
                  <a:pt x="9091" y="38656"/>
                </a:lnTo>
                <a:lnTo>
                  <a:pt x="9091" y="38656"/>
                </a:lnTo>
                <a:lnTo>
                  <a:pt x="9091" y="38656"/>
                </a:lnTo>
                <a:lnTo>
                  <a:pt x="9091" y="38656"/>
                </a:lnTo>
                <a:lnTo>
                  <a:pt x="9091" y="38656"/>
                </a:lnTo>
                <a:lnTo>
                  <a:pt x="9091" y="38656"/>
                </a:lnTo>
                <a:lnTo>
                  <a:pt x="9090" y="38656"/>
                </a:lnTo>
                <a:lnTo>
                  <a:pt x="9090" y="38656"/>
                </a:lnTo>
                <a:lnTo>
                  <a:pt x="9090" y="38656"/>
                </a:lnTo>
                <a:lnTo>
                  <a:pt x="9090" y="38656"/>
                </a:lnTo>
                <a:lnTo>
                  <a:pt x="9090" y="38656"/>
                </a:lnTo>
                <a:lnTo>
                  <a:pt x="9090" y="38656"/>
                </a:lnTo>
                <a:lnTo>
                  <a:pt x="9090" y="38656"/>
                </a:lnTo>
                <a:lnTo>
                  <a:pt x="9089" y="38656"/>
                </a:lnTo>
                <a:lnTo>
                  <a:pt x="9089" y="38656"/>
                </a:lnTo>
                <a:lnTo>
                  <a:pt x="9089" y="38656"/>
                </a:lnTo>
                <a:lnTo>
                  <a:pt x="9089" y="38656"/>
                </a:lnTo>
                <a:lnTo>
                  <a:pt x="9089" y="38656"/>
                </a:lnTo>
                <a:lnTo>
                  <a:pt x="9089" y="38656"/>
                </a:lnTo>
                <a:lnTo>
                  <a:pt x="9089" y="38656"/>
                </a:lnTo>
                <a:lnTo>
                  <a:pt x="9088" y="38656"/>
                </a:lnTo>
                <a:lnTo>
                  <a:pt x="9088" y="38656"/>
                </a:lnTo>
                <a:lnTo>
                  <a:pt x="9088" y="38656"/>
                </a:lnTo>
                <a:lnTo>
                  <a:pt x="9088" y="38656"/>
                </a:lnTo>
                <a:lnTo>
                  <a:pt x="9088" y="38656"/>
                </a:lnTo>
                <a:lnTo>
                  <a:pt x="9088" y="38656"/>
                </a:lnTo>
                <a:lnTo>
                  <a:pt x="9088" y="38656"/>
                </a:lnTo>
                <a:lnTo>
                  <a:pt x="9087" y="38656"/>
                </a:lnTo>
                <a:lnTo>
                  <a:pt x="9087" y="38656"/>
                </a:lnTo>
                <a:lnTo>
                  <a:pt x="9087" y="38656"/>
                </a:lnTo>
                <a:lnTo>
                  <a:pt x="9087" y="38656"/>
                </a:lnTo>
                <a:lnTo>
                  <a:pt x="9087" y="38656"/>
                </a:lnTo>
                <a:lnTo>
                  <a:pt x="9087" y="38656"/>
                </a:lnTo>
                <a:lnTo>
                  <a:pt x="9087" y="38656"/>
                </a:lnTo>
                <a:lnTo>
                  <a:pt x="9086" y="38656"/>
                </a:lnTo>
                <a:lnTo>
                  <a:pt x="9086" y="38656"/>
                </a:lnTo>
                <a:lnTo>
                  <a:pt x="9086" y="38656"/>
                </a:lnTo>
                <a:lnTo>
                  <a:pt x="9086" y="38656"/>
                </a:lnTo>
                <a:lnTo>
                  <a:pt x="9086" y="38656"/>
                </a:lnTo>
                <a:lnTo>
                  <a:pt x="9086" y="38656"/>
                </a:lnTo>
                <a:lnTo>
                  <a:pt x="9086" y="38656"/>
                </a:lnTo>
                <a:lnTo>
                  <a:pt x="9085" y="38656"/>
                </a:lnTo>
                <a:lnTo>
                  <a:pt x="9085" y="38656"/>
                </a:lnTo>
                <a:lnTo>
                  <a:pt x="9085" y="38656"/>
                </a:lnTo>
                <a:lnTo>
                  <a:pt x="9085" y="38656"/>
                </a:lnTo>
                <a:lnTo>
                  <a:pt x="9085" y="38656"/>
                </a:lnTo>
                <a:lnTo>
                  <a:pt x="9085" y="38656"/>
                </a:lnTo>
                <a:lnTo>
                  <a:pt x="9085" y="38656"/>
                </a:lnTo>
                <a:lnTo>
                  <a:pt x="9084" y="38656"/>
                </a:lnTo>
                <a:lnTo>
                  <a:pt x="9084" y="38656"/>
                </a:lnTo>
                <a:lnTo>
                  <a:pt x="9084" y="38656"/>
                </a:lnTo>
                <a:lnTo>
                  <a:pt x="9084" y="38656"/>
                </a:lnTo>
                <a:lnTo>
                  <a:pt x="9084" y="38656"/>
                </a:lnTo>
                <a:lnTo>
                  <a:pt x="9084" y="38656"/>
                </a:lnTo>
                <a:lnTo>
                  <a:pt x="9083" y="38656"/>
                </a:lnTo>
                <a:lnTo>
                  <a:pt x="9083" y="38656"/>
                </a:lnTo>
                <a:lnTo>
                  <a:pt x="9083" y="38656"/>
                </a:lnTo>
                <a:lnTo>
                  <a:pt x="9083" y="38656"/>
                </a:lnTo>
                <a:lnTo>
                  <a:pt x="9083" y="38656"/>
                </a:lnTo>
                <a:lnTo>
                  <a:pt x="9083" y="38656"/>
                </a:lnTo>
                <a:lnTo>
                  <a:pt x="9083" y="38656"/>
                </a:lnTo>
                <a:lnTo>
                  <a:pt x="9082" y="38656"/>
                </a:lnTo>
                <a:lnTo>
                  <a:pt x="9082" y="38656"/>
                </a:lnTo>
                <a:lnTo>
                  <a:pt x="9082" y="38656"/>
                </a:lnTo>
                <a:lnTo>
                  <a:pt x="9082" y="38656"/>
                </a:lnTo>
                <a:lnTo>
                  <a:pt x="9082" y="38656"/>
                </a:lnTo>
                <a:lnTo>
                  <a:pt x="9082" y="38656"/>
                </a:lnTo>
                <a:lnTo>
                  <a:pt x="9082" y="38656"/>
                </a:lnTo>
                <a:lnTo>
                  <a:pt x="9081" y="38656"/>
                </a:lnTo>
                <a:lnTo>
                  <a:pt x="9081" y="38656"/>
                </a:lnTo>
                <a:lnTo>
                  <a:pt x="9081" y="38656"/>
                </a:lnTo>
                <a:lnTo>
                  <a:pt x="9081" y="38656"/>
                </a:lnTo>
                <a:lnTo>
                  <a:pt x="9081" y="38656"/>
                </a:lnTo>
                <a:lnTo>
                  <a:pt x="9081" y="38656"/>
                </a:lnTo>
                <a:lnTo>
                  <a:pt x="9081" y="38656"/>
                </a:lnTo>
                <a:lnTo>
                  <a:pt x="9080" y="38656"/>
                </a:lnTo>
                <a:lnTo>
                  <a:pt x="9080" y="38656"/>
                </a:lnTo>
                <a:lnTo>
                  <a:pt x="9080" y="38656"/>
                </a:lnTo>
                <a:lnTo>
                  <a:pt x="9080" y="38656"/>
                </a:lnTo>
                <a:lnTo>
                  <a:pt x="9080" y="38656"/>
                </a:lnTo>
                <a:lnTo>
                  <a:pt x="9080" y="38656"/>
                </a:lnTo>
                <a:lnTo>
                  <a:pt x="9080" y="38656"/>
                </a:lnTo>
                <a:lnTo>
                  <a:pt x="9079" y="38656"/>
                </a:lnTo>
                <a:lnTo>
                  <a:pt x="9079" y="38656"/>
                </a:lnTo>
                <a:lnTo>
                  <a:pt x="9079" y="38656"/>
                </a:lnTo>
                <a:lnTo>
                  <a:pt x="9079" y="38656"/>
                </a:lnTo>
                <a:lnTo>
                  <a:pt x="9079" y="38656"/>
                </a:lnTo>
                <a:lnTo>
                  <a:pt x="9079" y="38656"/>
                </a:lnTo>
                <a:lnTo>
                  <a:pt x="9079" y="38656"/>
                </a:lnTo>
                <a:lnTo>
                  <a:pt x="9078" y="38656"/>
                </a:lnTo>
                <a:lnTo>
                  <a:pt x="9078" y="38656"/>
                </a:lnTo>
                <a:lnTo>
                  <a:pt x="9078" y="38656"/>
                </a:lnTo>
                <a:lnTo>
                  <a:pt x="9078" y="38656"/>
                </a:lnTo>
                <a:lnTo>
                  <a:pt x="9078" y="38656"/>
                </a:lnTo>
                <a:lnTo>
                  <a:pt x="9078" y="38656"/>
                </a:lnTo>
                <a:lnTo>
                  <a:pt x="9078" y="38656"/>
                </a:lnTo>
                <a:lnTo>
                  <a:pt x="9077" y="38656"/>
                </a:lnTo>
                <a:lnTo>
                  <a:pt x="9077" y="38656"/>
                </a:lnTo>
                <a:lnTo>
                  <a:pt x="9077" y="38656"/>
                </a:lnTo>
                <a:lnTo>
                  <a:pt x="9077" y="38656"/>
                </a:lnTo>
                <a:lnTo>
                  <a:pt x="9077" y="38656"/>
                </a:lnTo>
                <a:lnTo>
                  <a:pt x="9077" y="38656"/>
                </a:lnTo>
                <a:lnTo>
                  <a:pt x="9076" y="38656"/>
                </a:lnTo>
                <a:lnTo>
                  <a:pt x="9076" y="38656"/>
                </a:lnTo>
                <a:lnTo>
                  <a:pt x="9076" y="38656"/>
                </a:lnTo>
                <a:lnTo>
                  <a:pt x="9076" y="38656"/>
                </a:lnTo>
                <a:lnTo>
                  <a:pt x="9076" y="38656"/>
                </a:lnTo>
                <a:lnTo>
                  <a:pt x="9076" y="38656"/>
                </a:lnTo>
                <a:lnTo>
                  <a:pt x="9076" y="38656"/>
                </a:lnTo>
                <a:lnTo>
                  <a:pt x="9075" y="38656"/>
                </a:lnTo>
                <a:lnTo>
                  <a:pt x="9075" y="38656"/>
                </a:lnTo>
                <a:lnTo>
                  <a:pt x="9075" y="38656"/>
                </a:lnTo>
                <a:lnTo>
                  <a:pt x="9075" y="38656"/>
                </a:lnTo>
                <a:lnTo>
                  <a:pt x="9075" y="38656"/>
                </a:lnTo>
                <a:lnTo>
                  <a:pt x="9075" y="38656"/>
                </a:lnTo>
                <a:lnTo>
                  <a:pt x="9075" y="38656"/>
                </a:lnTo>
                <a:lnTo>
                  <a:pt x="9074" y="38656"/>
                </a:lnTo>
                <a:lnTo>
                  <a:pt x="9074" y="38656"/>
                </a:lnTo>
                <a:lnTo>
                  <a:pt x="9074" y="38656"/>
                </a:lnTo>
                <a:lnTo>
                  <a:pt x="9074" y="38656"/>
                </a:lnTo>
                <a:lnTo>
                  <a:pt x="9074" y="38656"/>
                </a:lnTo>
                <a:lnTo>
                  <a:pt x="9074" y="38656"/>
                </a:lnTo>
                <a:lnTo>
                  <a:pt x="9074" y="38656"/>
                </a:lnTo>
                <a:lnTo>
                  <a:pt x="9073" y="38656"/>
                </a:lnTo>
                <a:lnTo>
                  <a:pt x="9073" y="38656"/>
                </a:lnTo>
                <a:lnTo>
                  <a:pt x="9073" y="38656"/>
                </a:lnTo>
                <a:lnTo>
                  <a:pt x="9073" y="38656"/>
                </a:lnTo>
                <a:lnTo>
                  <a:pt x="9073" y="38656"/>
                </a:lnTo>
                <a:lnTo>
                  <a:pt x="9073" y="38656"/>
                </a:lnTo>
                <a:lnTo>
                  <a:pt x="9073" y="38656"/>
                </a:lnTo>
                <a:lnTo>
                  <a:pt x="9072" y="38656"/>
                </a:lnTo>
                <a:lnTo>
                  <a:pt x="9072" y="38656"/>
                </a:lnTo>
                <a:lnTo>
                  <a:pt x="9072" y="38656"/>
                </a:lnTo>
                <a:lnTo>
                  <a:pt x="9072" y="38656"/>
                </a:lnTo>
                <a:lnTo>
                  <a:pt x="9072" y="38656"/>
                </a:lnTo>
                <a:lnTo>
                  <a:pt x="9072" y="38656"/>
                </a:lnTo>
                <a:lnTo>
                  <a:pt x="9072" y="38656"/>
                </a:lnTo>
                <a:lnTo>
                  <a:pt x="9071" y="38656"/>
                </a:lnTo>
                <a:lnTo>
                  <a:pt x="9071" y="38656"/>
                </a:lnTo>
                <a:lnTo>
                  <a:pt x="9071" y="38656"/>
                </a:lnTo>
                <a:lnTo>
                  <a:pt x="9071" y="38656"/>
                </a:lnTo>
                <a:lnTo>
                  <a:pt x="9071" y="38656"/>
                </a:lnTo>
                <a:lnTo>
                  <a:pt x="9071" y="38656"/>
                </a:lnTo>
                <a:lnTo>
                  <a:pt x="9071" y="38656"/>
                </a:lnTo>
                <a:lnTo>
                  <a:pt x="9070" y="38656"/>
                </a:lnTo>
                <a:lnTo>
                  <a:pt x="9070" y="38656"/>
                </a:lnTo>
                <a:lnTo>
                  <a:pt x="9070" y="38656"/>
                </a:lnTo>
                <a:lnTo>
                  <a:pt x="9070" y="38656"/>
                </a:lnTo>
                <a:lnTo>
                  <a:pt x="9070" y="38656"/>
                </a:lnTo>
                <a:lnTo>
                  <a:pt x="9070" y="38656"/>
                </a:lnTo>
                <a:lnTo>
                  <a:pt x="9069" y="38656"/>
                </a:lnTo>
                <a:lnTo>
                  <a:pt x="9069" y="38656"/>
                </a:lnTo>
                <a:lnTo>
                  <a:pt x="9069" y="38656"/>
                </a:lnTo>
                <a:lnTo>
                  <a:pt x="9069" y="38656"/>
                </a:lnTo>
                <a:lnTo>
                  <a:pt x="9069" y="38656"/>
                </a:lnTo>
                <a:lnTo>
                  <a:pt x="9069" y="38656"/>
                </a:lnTo>
                <a:lnTo>
                  <a:pt x="9069" y="38656"/>
                </a:lnTo>
                <a:lnTo>
                  <a:pt x="9068" y="38656"/>
                </a:lnTo>
                <a:lnTo>
                  <a:pt x="9068" y="38656"/>
                </a:lnTo>
                <a:lnTo>
                  <a:pt x="9068" y="38656"/>
                </a:lnTo>
                <a:lnTo>
                  <a:pt x="9068" y="38656"/>
                </a:lnTo>
                <a:lnTo>
                  <a:pt x="9068" y="38656"/>
                </a:lnTo>
                <a:lnTo>
                  <a:pt x="9068" y="38656"/>
                </a:lnTo>
                <a:lnTo>
                  <a:pt x="9068" y="38656"/>
                </a:lnTo>
                <a:lnTo>
                  <a:pt x="9067" y="38656"/>
                </a:lnTo>
                <a:lnTo>
                  <a:pt x="9067" y="38656"/>
                </a:lnTo>
                <a:lnTo>
                  <a:pt x="9067" y="38656"/>
                </a:lnTo>
                <a:lnTo>
                  <a:pt x="9067" y="38656"/>
                </a:lnTo>
                <a:lnTo>
                  <a:pt x="9067" y="38656"/>
                </a:lnTo>
                <a:lnTo>
                  <a:pt x="9067" y="38656"/>
                </a:lnTo>
                <a:lnTo>
                  <a:pt x="9067" y="38656"/>
                </a:lnTo>
                <a:lnTo>
                  <a:pt x="9066" y="38656"/>
                </a:lnTo>
                <a:lnTo>
                  <a:pt x="9066" y="38656"/>
                </a:lnTo>
                <a:lnTo>
                  <a:pt x="9066" y="38656"/>
                </a:lnTo>
                <a:lnTo>
                  <a:pt x="9066" y="38656"/>
                </a:lnTo>
                <a:lnTo>
                  <a:pt x="9066" y="38656"/>
                </a:lnTo>
                <a:lnTo>
                  <a:pt x="9066" y="38656"/>
                </a:lnTo>
                <a:lnTo>
                  <a:pt x="9066" y="38656"/>
                </a:lnTo>
                <a:lnTo>
                  <a:pt x="9065" y="38656"/>
                </a:lnTo>
                <a:lnTo>
                  <a:pt x="9065" y="38656"/>
                </a:lnTo>
                <a:lnTo>
                  <a:pt x="9065" y="38656"/>
                </a:lnTo>
                <a:lnTo>
                  <a:pt x="9065" y="38656"/>
                </a:lnTo>
                <a:lnTo>
                  <a:pt x="9065" y="38656"/>
                </a:lnTo>
                <a:lnTo>
                  <a:pt x="9065" y="38656"/>
                </a:lnTo>
                <a:lnTo>
                  <a:pt x="9065" y="38656"/>
                </a:lnTo>
                <a:lnTo>
                  <a:pt x="9064" y="38656"/>
                </a:lnTo>
                <a:lnTo>
                  <a:pt x="9064" y="38656"/>
                </a:lnTo>
                <a:lnTo>
                  <a:pt x="9064" y="38656"/>
                </a:lnTo>
                <a:lnTo>
                  <a:pt x="9064" y="38656"/>
                </a:lnTo>
                <a:lnTo>
                  <a:pt x="9064" y="38656"/>
                </a:lnTo>
                <a:lnTo>
                  <a:pt x="9064" y="38656"/>
                </a:lnTo>
                <a:lnTo>
                  <a:pt x="9063" y="38656"/>
                </a:lnTo>
                <a:lnTo>
                  <a:pt x="9063" y="38656"/>
                </a:lnTo>
                <a:lnTo>
                  <a:pt x="9063" y="38656"/>
                </a:lnTo>
                <a:lnTo>
                  <a:pt x="9063" y="38656"/>
                </a:lnTo>
                <a:lnTo>
                  <a:pt x="9063" y="38656"/>
                </a:lnTo>
                <a:lnTo>
                  <a:pt x="9063" y="38656"/>
                </a:lnTo>
                <a:lnTo>
                  <a:pt x="9063" y="38656"/>
                </a:lnTo>
                <a:lnTo>
                  <a:pt x="9062" y="38656"/>
                </a:lnTo>
                <a:lnTo>
                  <a:pt x="9062" y="38656"/>
                </a:lnTo>
                <a:lnTo>
                  <a:pt x="9062" y="38656"/>
                </a:lnTo>
                <a:lnTo>
                  <a:pt x="9062" y="38656"/>
                </a:lnTo>
                <a:lnTo>
                  <a:pt x="9062" y="38656"/>
                </a:lnTo>
                <a:lnTo>
                  <a:pt x="9062" y="38656"/>
                </a:lnTo>
                <a:lnTo>
                  <a:pt x="9062" y="38656"/>
                </a:lnTo>
                <a:lnTo>
                  <a:pt x="9061" y="38656"/>
                </a:lnTo>
                <a:lnTo>
                  <a:pt x="9061" y="38656"/>
                </a:lnTo>
                <a:lnTo>
                  <a:pt x="9061" y="38656"/>
                </a:lnTo>
                <a:lnTo>
                  <a:pt x="9061" y="38656"/>
                </a:lnTo>
                <a:lnTo>
                  <a:pt x="9061" y="38656"/>
                </a:lnTo>
                <a:lnTo>
                  <a:pt x="9061" y="38656"/>
                </a:lnTo>
                <a:lnTo>
                  <a:pt x="9061" y="38656"/>
                </a:lnTo>
                <a:lnTo>
                  <a:pt x="9060" y="38656"/>
                </a:lnTo>
                <a:lnTo>
                  <a:pt x="9060" y="38656"/>
                </a:lnTo>
                <a:lnTo>
                  <a:pt x="9060" y="38656"/>
                </a:lnTo>
                <a:lnTo>
                  <a:pt x="9060" y="38656"/>
                </a:lnTo>
                <a:lnTo>
                  <a:pt x="9060" y="38656"/>
                </a:lnTo>
                <a:lnTo>
                  <a:pt x="9060" y="38656"/>
                </a:lnTo>
                <a:lnTo>
                  <a:pt x="9060" y="38656"/>
                </a:lnTo>
                <a:lnTo>
                  <a:pt x="9059" y="38656"/>
                </a:lnTo>
                <a:lnTo>
                  <a:pt x="9059" y="38656"/>
                </a:lnTo>
                <a:lnTo>
                  <a:pt x="9059" y="38656"/>
                </a:lnTo>
                <a:lnTo>
                  <a:pt x="9059" y="38656"/>
                </a:lnTo>
                <a:lnTo>
                  <a:pt x="9059" y="38656"/>
                </a:lnTo>
                <a:lnTo>
                  <a:pt x="9059" y="38656"/>
                </a:lnTo>
                <a:lnTo>
                  <a:pt x="9058" y="38656"/>
                </a:lnTo>
                <a:lnTo>
                  <a:pt x="9058" y="38656"/>
                </a:lnTo>
                <a:lnTo>
                  <a:pt x="9058" y="38656"/>
                </a:lnTo>
                <a:lnTo>
                  <a:pt x="9058" y="38656"/>
                </a:lnTo>
                <a:lnTo>
                  <a:pt x="9058" y="38656"/>
                </a:lnTo>
                <a:lnTo>
                  <a:pt x="9058" y="38656"/>
                </a:lnTo>
                <a:lnTo>
                  <a:pt x="9058" y="38656"/>
                </a:lnTo>
                <a:lnTo>
                  <a:pt x="9057" y="38656"/>
                </a:lnTo>
                <a:lnTo>
                  <a:pt x="9057" y="38656"/>
                </a:lnTo>
                <a:lnTo>
                  <a:pt x="9057" y="38656"/>
                </a:lnTo>
                <a:lnTo>
                  <a:pt x="9057" y="38656"/>
                </a:lnTo>
                <a:lnTo>
                  <a:pt x="9057" y="38656"/>
                </a:lnTo>
                <a:lnTo>
                  <a:pt x="9057" y="38656"/>
                </a:lnTo>
                <a:lnTo>
                  <a:pt x="9057" y="38656"/>
                </a:lnTo>
                <a:lnTo>
                  <a:pt x="9056" y="38656"/>
                </a:lnTo>
                <a:lnTo>
                  <a:pt x="9056" y="38656"/>
                </a:lnTo>
                <a:lnTo>
                  <a:pt x="9056" y="38656"/>
                </a:lnTo>
                <a:lnTo>
                  <a:pt x="9056" y="38656"/>
                </a:lnTo>
                <a:lnTo>
                  <a:pt x="9056" y="38656"/>
                </a:lnTo>
                <a:lnTo>
                  <a:pt x="9056" y="38656"/>
                </a:lnTo>
                <a:lnTo>
                  <a:pt x="9056" y="38656"/>
                </a:lnTo>
                <a:lnTo>
                  <a:pt x="9055" y="38656"/>
                </a:lnTo>
                <a:lnTo>
                  <a:pt x="9055" y="38656"/>
                </a:lnTo>
                <a:lnTo>
                  <a:pt x="9055" y="38656"/>
                </a:lnTo>
                <a:lnTo>
                  <a:pt x="9055" y="38656"/>
                </a:lnTo>
                <a:lnTo>
                  <a:pt x="9055" y="38656"/>
                </a:lnTo>
                <a:lnTo>
                  <a:pt x="9055" y="38656"/>
                </a:lnTo>
                <a:lnTo>
                  <a:pt x="9055" y="38656"/>
                </a:lnTo>
                <a:lnTo>
                  <a:pt x="9054" y="38656"/>
                </a:lnTo>
                <a:lnTo>
                  <a:pt x="9054" y="38656"/>
                </a:lnTo>
                <a:lnTo>
                  <a:pt x="9054" y="38656"/>
                </a:lnTo>
                <a:lnTo>
                  <a:pt x="9054" y="38656"/>
                </a:lnTo>
                <a:lnTo>
                  <a:pt x="9054" y="38656"/>
                </a:lnTo>
                <a:lnTo>
                  <a:pt x="9054" y="38656"/>
                </a:lnTo>
                <a:lnTo>
                  <a:pt x="9054" y="38656"/>
                </a:lnTo>
                <a:lnTo>
                  <a:pt x="9053" y="38656"/>
                </a:lnTo>
                <a:lnTo>
                  <a:pt x="9053" y="38656"/>
                </a:lnTo>
                <a:lnTo>
                  <a:pt x="9053" y="38656"/>
                </a:lnTo>
                <a:lnTo>
                  <a:pt x="9053" y="38656"/>
                </a:lnTo>
                <a:lnTo>
                  <a:pt x="9053" y="38656"/>
                </a:lnTo>
                <a:lnTo>
                  <a:pt x="9053" y="38656"/>
                </a:lnTo>
                <a:lnTo>
                  <a:pt x="9052" y="38656"/>
                </a:lnTo>
                <a:lnTo>
                  <a:pt x="9052" y="38656"/>
                </a:lnTo>
                <a:lnTo>
                  <a:pt x="9052" y="38656"/>
                </a:lnTo>
                <a:lnTo>
                  <a:pt x="9052" y="38656"/>
                </a:lnTo>
                <a:lnTo>
                  <a:pt x="9052" y="38656"/>
                </a:lnTo>
                <a:lnTo>
                  <a:pt x="9052" y="38656"/>
                </a:lnTo>
                <a:lnTo>
                  <a:pt x="9052" y="38656"/>
                </a:lnTo>
                <a:lnTo>
                  <a:pt x="9051" y="38656"/>
                </a:lnTo>
                <a:lnTo>
                  <a:pt x="9051" y="38656"/>
                </a:lnTo>
                <a:lnTo>
                  <a:pt x="9051" y="38656"/>
                </a:lnTo>
                <a:lnTo>
                  <a:pt x="9051" y="38656"/>
                </a:lnTo>
                <a:lnTo>
                  <a:pt x="9051" y="38656"/>
                </a:lnTo>
                <a:lnTo>
                  <a:pt x="9051" y="38656"/>
                </a:lnTo>
                <a:lnTo>
                  <a:pt x="9051" y="38656"/>
                </a:lnTo>
                <a:lnTo>
                  <a:pt x="9050" y="38656"/>
                </a:lnTo>
                <a:lnTo>
                  <a:pt x="9050" y="38656"/>
                </a:lnTo>
                <a:lnTo>
                  <a:pt x="9050" y="38656"/>
                </a:lnTo>
                <a:lnTo>
                  <a:pt x="9050" y="38656"/>
                </a:lnTo>
                <a:lnTo>
                  <a:pt x="9050" y="38656"/>
                </a:lnTo>
                <a:lnTo>
                  <a:pt x="9050" y="38656"/>
                </a:lnTo>
                <a:lnTo>
                  <a:pt x="9050" y="38656"/>
                </a:lnTo>
                <a:lnTo>
                  <a:pt x="9049" y="38656"/>
                </a:lnTo>
                <a:lnTo>
                  <a:pt x="9049" y="38656"/>
                </a:lnTo>
                <a:lnTo>
                  <a:pt x="9049" y="38656"/>
                </a:lnTo>
                <a:lnTo>
                  <a:pt x="9049" y="38656"/>
                </a:lnTo>
                <a:lnTo>
                  <a:pt x="9049" y="38656"/>
                </a:lnTo>
                <a:lnTo>
                  <a:pt x="9049" y="38656"/>
                </a:lnTo>
                <a:lnTo>
                  <a:pt x="9049" y="38656"/>
                </a:lnTo>
                <a:lnTo>
                  <a:pt x="9048" y="38656"/>
                </a:lnTo>
                <a:lnTo>
                  <a:pt x="9048" y="38656"/>
                </a:lnTo>
                <a:lnTo>
                  <a:pt x="9048" y="38656"/>
                </a:lnTo>
                <a:lnTo>
                  <a:pt x="9048" y="38656"/>
                </a:lnTo>
                <a:lnTo>
                  <a:pt x="9048" y="38656"/>
                </a:lnTo>
                <a:lnTo>
                  <a:pt x="9048" y="38656"/>
                </a:lnTo>
                <a:lnTo>
                  <a:pt x="9047" y="38656"/>
                </a:lnTo>
                <a:lnTo>
                  <a:pt x="9047" y="38656"/>
                </a:lnTo>
                <a:lnTo>
                  <a:pt x="9047" y="38656"/>
                </a:lnTo>
                <a:lnTo>
                  <a:pt x="9047" y="38656"/>
                </a:lnTo>
                <a:lnTo>
                  <a:pt x="9047" y="38656"/>
                </a:lnTo>
                <a:lnTo>
                  <a:pt x="9047" y="38656"/>
                </a:lnTo>
                <a:lnTo>
                  <a:pt x="9047" y="38656"/>
                </a:lnTo>
                <a:lnTo>
                  <a:pt x="9046" y="38656"/>
                </a:lnTo>
                <a:lnTo>
                  <a:pt x="9046" y="38656"/>
                </a:lnTo>
                <a:lnTo>
                  <a:pt x="9046" y="38656"/>
                </a:lnTo>
                <a:lnTo>
                  <a:pt x="9046" y="38656"/>
                </a:lnTo>
                <a:lnTo>
                  <a:pt x="9046" y="38656"/>
                </a:lnTo>
                <a:lnTo>
                  <a:pt x="9046" y="38656"/>
                </a:lnTo>
                <a:lnTo>
                  <a:pt x="9046" y="38656"/>
                </a:lnTo>
                <a:lnTo>
                  <a:pt x="9045" y="38656"/>
                </a:lnTo>
                <a:lnTo>
                  <a:pt x="9045" y="38656"/>
                </a:lnTo>
                <a:lnTo>
                  <a:pt x="9045" y="38656"/>
                </a:lnTo>
                <a:lnTo>
                  <a:pt x="9045" y="38656"/>
                </a:lnTo>
                <a:lnTo>
                  <a:pt x="9045" y="38656"/>
                </a:lnTo>
                <a:lnTo>
                  <a:pt x="9045" y="38656"/>
                </a:lnTo>
                <a:lnTo>
                  <a:pt x="9045" y="38656"/>
                </a:lnTo>
                <a:lnTo>
                  <a:pt x="9044" y="38656"/>
                </a:lnTo>
                <a:lnTo>
                  <a:pt x="9044" y="38656"/>
                </a:lnTo>
                <a:lnTo>
                  <a:pt x="9044" y="38656"/>
                </a:lnTo>
                <a:lnTo>
                  <a:pt x="9044" y="38656"/>
                </a:lnTo>
                <a:lnTo>
                  <a:pt x="9044" y="38656"/>
                </a:lnTo>
                <a:lnTo>
                  <a:pt x="9044" y="38656"/>
                </a:lnTo>
                <a:lnTo>
                  <a:pt x="9043" y="38656"/>
                </a:lnTo>
                <a:lnTo>
                  <a:pt x="9043" y="38656"/>
                </a:lnTo>
                <a:lnTo>
                  <a:pt x="9043" y="38656"/>
                </a:lnTo>
                <a:lnTo>
                  <a:pt x="9043" y="38656"/>
                </a:lnTo>
                <a:lnTo>
                  <a:pt x="9043" y="38656"/>
                </a:lnTo>
                <a:lnTo>
                  <a:pt x="9043" y="38656"/>
                </a:lnTo>
                <a:lnTo>
                  <a:pt x="9043" y="38656"/>
                </a:lnTo>
                <a:lnTo>
                  <a:pt x="9042" y="38656"/>
                </a:lnTo>
                <a:lnTo>
                  <a:pt x="9042" y="38656"/>
                </a:lnTo>
                <a:lnTo>
                  <a:pt x="9042" y="38656"/>
                </a:lnTo>
                <a:lnTo>
                  <a:pt x="9042" y="38656"/>
                </a:lnTo>
                <a:lnTo>
                  <a:pt x="9042" y="38656"/>
                </a:lnTo>
                <a:lnTo>
                  <a:pt x="9042" y="38656"/>
                </a:lnTo>
                <a:lnTo>
                  <a:pt x="9042" y="38656"/>
                </a:lnTo>
                <a:lnTo>
                  <a:pt x="9041" y="38656"/>
                </a:lnTo>
                <a:lnTo>
                  <a:pt x="9041" y="38656"/>
                </a:lnTo>
                <a:lnTo>
                  <a:pt x="9041" y="38656"/>
                </a:lnTo>
                <a:lnTo>
                  <a:pt x="9041" y="38656"/>
                </a:lnTo>
                <a:lnTo>
                  <a:pt x="9041" y="38656"/>
                </a:lnTo>
                <a:lnTo>
                  <a:pt x="9041" y="38656"/>
                </a:lnTo>
                <a:lnTo>
                  <a:pt x="9041" y="38656"/>
                </a:lnTo>
                <a:lnTo>
                  <a:pt x="9040" y="38656"/>
                </a:lnTo>
                <a:lnTo>
                  <a:pt x="9040" y="38656"/>
                </a:lnTo>
                <a:lnTo>
                  <a:pt x="9040" y="38656"/>
                </a:lnTo>
                <a:lnTo>
                  <a:pt x="9040" y="38656"/>
                </a:lnTo>
                <a:lnTo>
                  <a:pt x="9040" y="38656"/>
                </a:lnTo>
                <a:lnTo>
                  <a:pt x="9040" y="38656"/>
                </a:lnTo>
                <a:lnTo>
                  <a:pt x="9040" y="38656"/>
                </a:lnTo>
                <a:lnTo>
                  <a:pt x="9039" y="38656"/>
                </a:lnTo>
                <a:lnTo>
                  <a:pt x="9039" y="38656"/>
                </a:lnTo>
                <a:lnTo>
                  <a:pt x="9039" y="38656"/>
                </a:lnTo>
                <a:lnTo>
                  <a:pt x="9039" y="38656"/>
                </a:lnTo>
                <a:lnTo>
                  <a:pt x="9039" y="38656"/>
                </a:lnTo>
                <a:lnTo>
                  <a:pt x="9039" y="38656"/>
                </a:lnTo>
                <a:lnTo>
                  <a:pt x="9038" y="38656"/>
                </a:lnTo>
                <a:lnTo>
                  <a:pt x="9038" y="38656"/>
                </a:lnTo>
                <a:lnTo>
                  <a:pt x="9038" y="38656"/>
                </a:lnTo>
                <a:lnTo>
                  <a:pt x="9038" y="38656"/>
                </a:lnTo>
                <a:lnTo>
                  <a:pt x="9038" y="38656"/>
                </a:lnTo>
                <a:lnTo>
                  <a:pt x="9038" y="38656"/>
                </a:lnTo>
                <a:lnTo>
                  <a:pt x="9038" y="38656"/>
                </a:lnTo>
                <a:lnTo>
                  <a:pt x="9037" y="38656"/>
                </a:lnTo>
                <a:lnTo>
                  <a:pt x="9037" y="38656"/>
                </a:lnTo>
                <a:lnTo>
                  <a:pt x="9037" y="38656"/>
                </a:lnTo>
                <a:lnTo>
                  <a:pt x="9037" y="38656"/>
                </a:lnTo>
                <a:lnTo>
                  <a:pt x="9037" y="38656"/>
                </a:lnTo>
                <a:lnTo>
                  <a:pt x="9037" y="38656"/>
                </a:lnTo>
                <a:lnTo>
                  <a:pt x="9037" y="38656"/>
                </a:lnTo>
                <a:lnTo>
                  <a:pt x="9036" y="38656"/>
                </a:lnTo>
                <a:lnTo>
                  <a:pt x="9036" y="38656"/>
                </a:lnTo>
                <a:lnTo>
                  <a:pt x="9036" y="38656"/>
                </a:lnTo>
                <a:lnTo>
                  <a:pt x="9036" y="38656"/>
                </a:lnTo>
                <a:lnTo>
                  <a:pt x="9036" y="38656"/>
                </a:lnTo>
                <a:lnTo>
                  <a:pt x="9036" y="38656"/>
                </a:lnTo>
                <a:lnTo>
                  <a:pt x="9036" y="38656"/>
                </a:lnTo>
                <a:lnTo>
                  <a:pt x="9035" y="38656"/>
                </a:lnTo>
                <a:lnTo>
                  <a:pt x="9035" y="38656"/>
                </a:lnTo>
                <a:lnTo>
                  <a:pt x="9035" y="38656"/>
                </a:lnTo>
                <a:lnTo>
                  <a:pt x="9035" y="38656"/>
                </a:lnTo>
                <a:lnTo>
                  <a:pt x="9035" y="38656"/>
                </a:lnTo>
                <a:lnTo>
                  <a:pt x="9035" y="38656"/>
                </a:lnTo>
                <a:lnTo>
                  <a:pt x="9034" y="38656"/>
                </a:lnTo>
                <a:lnTo>
                  <a:pt x="9034" y="38656"/>
                </a:lnTo>
                <a:lnTo>
                  <a:pt x="9034" y="38656"/>
                </a:lnTo>
                <a:lnTo>
                  <a:pt x="9034" y="38656"/>
                </a:lnTo>
                <a:lnTo>
                  <a:pt x="9034" y="38656"/>
                </a:lnTo>
                <a:lnTo>
                  <a:pt x="9034" y="38656"/>
                </a:lnTo>
                <a:lnTo>
                  <a:pt x="9034" y="38656"/>
                </a:lnTo>
                <a:lnTo>
                  <a:pt x="9033" y="38656"/>
                </a:lnTo>
                <a:lnTo>
                  <a:pt x="9033" y="38656"/>
                </a:lnTo>
                <a:lnTo>
                  <a:pt x="9033" y="38656"/>
                </a:lnTo>
                <a:lnTo>
                  <a:pt x="9033" y="38656"/>
                </a:lnTo>
                <a:lnTo>
                  <a:pt x="9033" y="38656"/>
                </a:lnTo>
                <a:lnTo>
                  <a:pt x="9033" y="38656"/>
                </a:lnTo>
                <a:lnTo>
                  <a:pt x="9033" y="38656"/>
                </a:lnTo>
                <a:lnTo>
                  <a:pt x="9032" y="38656"/>
                </a:lnTo>
                <a:lnTo>
                  <a:pt x="9032" y="38656"/>
                </a:lnTo>
                <a:lnTo>
                  <a:pt x="9032" y="38656"/>
                </a:lnTo>
                <a:lnTo>
                  <a:pt x="9032" y="38656"/>
                </a:lnTo>
                <a:lnTo>
                  <a:pt x="9032" y="38656"/>
                </a:lnTo>
                <a:lnTo>
                  <a:pt x="9032" y="38656"/>
                </a:lnTo>
                <a:lnTo>
                  <a:pt x="9032" y="38656"/>
                </a:lnTo>
                <a:lnTo>
                  <a:pt x="9031" y="38656"/>
                </a:lnTo>
                <a:lnTo>
                  <a:pt x="9031" y="38656"/>
                </a:lnTo>
                <a:lnTo>
                  <a:pt x="9031" y="38656"/>
                </a:lnTo>
                <a:lnTo>
                  <a:pt x="9031" y="38656"/>
                </a:lnTo>
                <a:lnTo>
                  <a:pt x="9031" y="38656"/>
                </a:lnTo>
                <a:lnTo>
                  <a:pt x="9031" y="38656"/>
                </a:lnTo>
                <a:lnTo>
                  <a:pt x="9030" y="38656"/>
                </a:lnTo>
                <a:lnTo>
                  <a:pt x="9030" y="38656"/>
                </a:lnTo>
                <a:lnTo>
                  <a:pt x="9030" y="38656"/>
                </a:lnTo>
                <a:lnTo>
                  <a:pt x="9030" y="38656"/>
                </a:lnTo>
                <a:lnTo>
                  <a:pt x="9030" y="38656"/>
                </a:lnTo>
                <a:lnTo>
                  <a:pt x="9030" y="38656"/>
                </a:lnTo>
                <a:lnTo>
                  <a:pt x="9030" y="38656"/>
                </a:lnTo>
                <a:lnTo>
                  <a:pt x="9029" y="38656"/>
                </a:lnTo>
                <a:lnTo>
                  <a:pt x="9029" y="38656"/>
                </a:lnTo>
                <a:lnTo>
                  <a:pt x="9029" y="38656"/>
                </a:lnTo>
                <a:lnTo>
                  <a:pt x="9029" y="38656"/>
                </a:lnTo>
                <a:lnTo>
                  <a:pt x="9029" y="38656"/>
                </a:lnTo>
                <a:lnTo>
                  <a:pt x="9029" y="38656"/>
                </a:lnTo>
                <a:lnTo>
                  <a:pt x="9029" y="38656"/>
                </a:lnTo>
                <a:lnTo>
                  <a:pt x="9028" y="38656"/>
                </a:lnTo>
                <a:lnTo>
                  <a:pt x="9028" y="38656"/>
                </a:lnTo>
                <a:lnTo>
                  <a:pt x="9028" y="38656"/>
                </a:lnTo>
                <a:lnTo>
                  <a:pt x="9028" y="38656"/>
                </a:lnTo>
                <a:lnTo>
                  <a:pt x="9028" y="38656"/>
                </a:lnTo>
                <a:lnTo>
                  <a:pt x="9028" y="38656"/>
                </a:lnTo>
                <a:lnTo>
                  <a:pt x="9028" y="38656"/>
                </a:lnTo>
                <a:lnTo>
                  <a:pt x="9027" y="38656"/>
                </a:lnTo>
                <a:lnTo>
                  <a:pt x="9027" y="38656"/>
                </a:lnTo>
                <a:lnTo>
                  <a:pt x="9027" y="38656"/>
                </a:lnTo>
                <a:lnTo>
                  <a:pt x="9027" y="38656"/>
                </a:lnTo>
                <a:lnTo>
                  <a:pt x="9027" y="38656"/>
                </a:lnTo>
                <a:lnTo>
                  <a:pt x="9027" y="38656"/>
                </a:lnTo>
                <a:lnTo>
                  <a:pt x="9027" y="38656"/>
                </a:lnTo>
                <a:lnTo>
                  <a:pt x="9026" y="38656"/>
                </a:lnTo>
                <a:lnTo>
                  <a:pt x="9026" y="38656"/>
                </a:lnTo>
                <a:lnTo>
                  <a:pt x="9026" y="38656"/>
                </a:lnTo>
                <a:lnTo>
                  <a:pt x="9026" y="38656"/>
                </a:lnTo>
                <a:lnTo>
                  <a:pt x="9026" y="38656"/>
                </a:lnTo>
                <a:lnTo>
                  <a:pt x="9026" y="38656"/>
                </a:lnTo>
                <a:lnTo>
                  <a:pt x="9025" y="38656"/>
                </a:lnTo>
                <a:lnTo>
                  <a:pt x="9025" y="38656"/>
                </a:lnTo>
                <a:lnTo>
                  <a:pt x="9025" y="38656"/>
                </a:lnTo>
                <a:lnTo>
                  <a:pt x="9025" y="38656"/>
                </a:lnTo>
                <a:lnTo>
                  <a:pt x="9025" y="38656"/>
                </a:lnTo>
                <a:lnTo>
                  <a:pt x="9025" y="38656"/>
                </a:lnTo>
                <a:lnTo>
                  <a:pt x="9025" y="38656"/>
                </a:lnTo>
                <a:lnTo>
                  <a:pt x="9024" y="38656"/>
                </a:lnTo>
                <a:lnTo>
                  <a:pt x="9024" y="38656"/>
                </a:lnTo>
                <a:lnTo>
                  <a:pt x="9024" y="38656"/>
                </a:lnTo>
                <a:lnTo>
                  <a:pt x="9024" y="38656"/>
                </a:lnTo>
                <a:lnTo>
                  <a:pt x="9024" y="38656"/>
                </a:lnTo>
                <a:lnTo>
                  <a:pt x="9024" y="38656"/>
                </a:lnTo>
                <a:lnTo>
                  <a:pt x="9024" y="38656"/>
                </a:lnTo>
                <a:lnTo>
                  <a:pt x="9023" y="38656"/>
                </a:lnTo>
                <a:lnTo>
                  <a:pt x="9023" y="38656"/>
                </a:lnTo>
                <a:lnTo>
                  <a:pt x="9023" y="38656"/>
                </a:lnTo>
                <a:lnTo>
                  <a:pt x="9023" y="38656"/>
                </a:lnTo>
                <a:lnTo>
                  <a:pt x="9023" y="38656"/>
                </a:lnTo>
                <a:lnTo>
                  <a:pt x="9023" y="38656"/>
                </a:lnTo>
                <a:lnTo>
                  <a:pt x="9023" y="38656"/>
                </a:lnTo>
                <a:lnTo>
                  <a:pt x="9022" y="38656"/>
                </a:lnTo>
                <a:lnTo>
                  <a:pt x="9022" y="38656"/>
                </a:lnTo>
                <a:lnTo>
                  <a:pt x="9022" y="38656"/>
                </a:lnTo>
                <a:lnTo>
                  <a:pt x="9022" y="38656"/>
                </a:lnTo>
                <a:lnTo>
                  <a:pt x="9022" y="38656"/>
                </a:lnTo>
                <a:lnTo>
                  <a:pt x="9022" y="38656"/>
                </a:lnTo>
                <a:lnTo>
                  <a:pt x="9021" y="38656"/>
                </a:lnTo>
                <a:lnTo>
                  <a:pt x="9021" y="38656"/>
                </a:lnTo>
                <a:lnTo>
                  <a:pt x="9021" y="38656"/>
                </a:lnTo>
                <a:lnTo>
                  <a:pt x="9021" y="38656"/>
                </a:lnTo>
                <a:lnTo>
                  <a:pt x="9021" y="38656"/>
                </a:lnTo>
                <a:lnTo>
                  <a:pt x="9021" y="38656"/>
                </a:lnTo>
                <a:lnTo>
                  <a:pt x="9021" y="38656"/>
                </a:lnTo>
                <a:lnTo>
                  <a:pt x="9020" y="38656"/>
                </a:lnTo>
                <a:lnTo>
                  <a:pt x="9020" y="38656"/>
                </a:lnTo>
                <a:lnTo>
                  <a:pt x="9020" y="38656"/>
                </a:lnTo>
                <a:lnTo>
                  <a:pt x="9020" y="38656"/>
                </a:lnTo>
                <a:lnTo>
                  <a:pt x="9020" y="38656"/>
                </a:lnTo>
                <a:lnTo>
                  <a:pt x="9020" y="38656"/>
                </a:lnTo>
                <a:lnTo>
                  <a:pt x="9020" y="38656"/>
                </a:lnTo>
                <a:lnTo>
                  <a:pt x="9019" y="38656"/>
                </a:lnTo>
                <a:lnTo>
                  <a:pt x="9019" y="38656"/>
                </a:lnTo>
                <a:lnTo>
                  <a:pt x="9019" y="38656"/>
                </a:lnTo>
                <a:lnTo>
                  <a:pt x="9019" y="38656"/>
                </a:lnTo>
                <a:lnTo>
                  <a:pt x="9019" y="38656"/>
                </a:lnTo>
                <a:lnTo>
                  <a:pt x="9019" y="38656"/>
                </a:lnTo>
                <a:lnTo>
                  <a:pt x="9018" y="38656"/>
                </a:lnTo>
                <a:lnTo>
                  <a:pt x="9018" y="38656"/>
                </a:lnTo>
                <a:lnTo>
                  <a:pt x="9018" y="38656"/>
                </a:lnTo>
                <a:lnTo>
                  <a:pt x="9018" y="38656"/>
                </a:lnTo>
                <a:lnTo>
                  <a:pt x="9018" y="38656"/>
                </a:lnTo>
                <a:lnTo>
                  <a:pt x="9018" y="38656"/>
                </a:lnTo>
                <a:lnTo>
                  <a:pt x="9018" y="38656"/>
                </a:lnTo>
                <a:lnTo>
                  <a:pt x="9017" y="38656"/>
                </a:lnTo>
                <a:lnTo>
                  <a:pt x="9017" y="38656"/>
                </a:lnTo>
                <a:lnTo>
                  <a:pt x="9017" y="38656"/>
                </a:lnTo>
                <a:lnTo>
                  <a:pt x="9017" y="38656"/>
                </a:lnTo>
                <a:lnTo>
                  <a:pt x="9017" y="38656"/>
                </a:lnTo>
                <a:lnTo>
                  <a:pt x="9017" y="38656"/>
                </a:lnTo>
                <a:lnTo>
                  <a:pt x="9017" y="38656"/>
                </a:lnTo>
                <a:lnTo>
                  <a:pt x="9016" y="38656"/>
                </a:lnTo>
                <a:lnTo>
                  <a:pt x="9016" y="38656"/>
                </a:lnTo>
                <a:lnTo>
                  <a:pt x="9016" y="38656"/>
                </a:lnTo>
                <a:lnTo>
                  <a:pt x="9016" y="38656"/>
                </a:lnTo>
                <a:lnTo>
                  <a:pt x="9016" y="38656"/>
                </a:lnTo>
                <a:lnTo>
                  <a:pt x="9016" y="38656"/>
                </a:lnTo>
                <a:lnTo>
                  <a:pt x="9016" y="38656"/>
                </a:lnTo>
                <a:lnTo>
                  <a:pt x="9015" y="38656"/>
                </a:lnTo>
                <a:lnTo>
                  <a:pt x="9015" y="38656"/>
                </a:lnTo>
                <a:lnTo>
                  <a:pt x="9015" y="38656"/>
                </a:lnTo>
                <a:lnTo>
                  <a:pt x="9015" y="38656"/>
                </a:lnTo>
                <a:lnTo>
                  <a:pt x="9015" y="38656"/>
                </a:lnTo>
                <a:lnTo>
                  <a:pt x="9015" y="38656"/>
                </a:lnTo>
                <a:lnTo>
                  <a:pt x="9014" y="38656"/>
                </a:lnTo>
                <a:lnTo>
                  <a:pt x="9014" y="38656"/>
                </a:lnTo>
                <a:lnTo>
                  <a:pt x="9014" y="38656"/>
                </a:lnTo>
                <a:lnTo>
                  <a:pt x="9014" y="38656"/>
                </a:lnTo>
                <a:lnTo>
                  <a:pt x="9014" y="38656"/>
                </a:lnTo>
                <a:lnTo>
                  <a:pt x="9014" y="38656"/>
                </a:lnTo>
                <a:lnTo>
                  <a:pt x="9014" y="38656"/>
                </a:lnTo>
                <a:lnTo>
                  <a:pt x="9013" y="38656"/>
                </a:lnTo>
                <a:lnTo>
                  <a:pt x="9013" y="38656"/>
                </a:lnTo>
                <a:lnTo>
                  <a:pt x="9013" y="38656"/>
                </a:lnTo>
                <a:lnTo>
                  <a:pt x="9013" y="38656"/>
                </a:lnTo>
                <a:lnTo>
                  <a:pt x="9013" y="38656"/>
                </a:lnTo>
                <a:lnTo>
                  <a:pt x="9013" y="38656"/>
                </a:lnTo>
                <a:lnTo>
                  <a:pt x="9013" y="38656"/>
                </a:lnTo>
                <a:lnTo>
                  <a:pt x="9012" y="38656"/>
                </a:lnTo>
                <a:lnTo>
                  <a:pt x="9012" y="38656"/>
                </a:lnTo>
                <a:lnTo>
                  <a:pt x="9012" y="38656"/>
                </a:lnTo>
                <a:lnTo>
                  <a:pt x="9012" y="38656"/>
                </a:lnTo>
                <a:lnTo>
                  <a:pt x="9012" y="38656"/>
                </a:lnTo>
                <a:lnTo>
                  <a:pt x="9012" y="38656"/>
                </a:lnTo>
                <a:lnTo>
                  <a:pt x="9012" y="38656"/>
                </a:lnTo>
                <a:lnTo>
                  <a:pt x="9011" y="38656"/>
                </a:lnTo>
                <a:lnTo>
                  <a:pt x="9011" y="38656"/>
                </a:lnTo>
                <a:lnTo>
                  <a:pt x="9011" y="38656"/>
                </a:lnTo>
                <a:lnTo>
                  <a:pt x="9011" y="38656"/>
                </a:lnTo>
                <a:lnTo>
                  <a:pt x="9011" y="38656"/>
                </a:lnTo>
                <a:lnTo>
                  <a:pt x="9011" y="38656"/>
                </a:lnTo>
                <a:lnTo>
                  <a:pt x="9010" y="38656"/>
                </a:lnTo>
                <a:lnTo>
                  <a:pt x="9010" y="38656"/>
                </a:lnTo>
                <a:lnTo>
                  <a:pt x="9010" y="38656"/>
                </a:lnTo>
                <a:lnTo>
                  <a:pt x="9010" y="38656"/>
                </a:lnTo>
                <a:lnTo>
                  <a:pt x="9010" y="38656"/>
                </a:lnTo>
                <a:lnTo>
                  <a:pt x="9010" y="38656"/>
                </a:lnTo>
                <a:lnTo>
                  <a:pt x="9010" y="38656"/>
                </a:lnTo>
                <a:lnTo>
                  <a:pt x="9009" y="38656"/>
                </a:lnTo>
                <a:lnTo>
                  <a:pt x="9009" y="38656"/>
                </a:lnTo>
                <a:lnTo>
                  <a:pt x="9009" y="38656"/>
                </a:lnTo>
                <a:lnTo>
                  <a:pt x="9009" y="38656"/>
                </a:lnTo>
                <a:lnTo>
                  <a:pt x="9009" y="38656"/>
                </a:lnTo>
                <a:lnTo>
                  <a:pt x="9009" y="38656"/>
                </a:lnTo>
                <a:lnTo>
                  <a:pt x="9009" y="38656"/>
                </a:lnTo>
                <a:lnTo>
                  <a:pt x="9008" y="38656"/>
                </a:lnTo>
                <a:lnTo>
                  <a:pt x="9008" y="38656"/>
                </a:lnTo>
                <a:lnTo>
                  <a:pt x="9008" y="38656"/>
                </a:lnTo>
                <a:lnTo>
                  <a:pt x="9008" y="38656"/>
                </a:lnTo>
                <a:lnTo>
                  <a:pt x="9008" y="38656"/>
                </a:lnTo>
                <a:lnTo>
                  <a:pt x="9008" y="38656"/>
                </a:lnTo>
                <a:lnTo>
                  <a:pt x="9007" y="38656"/>
                </a:lnTo>
                <a:lnTo>
                  <a:pt x="9007" y="38656"/>
                </a:lnTo>
                <a:lnTo>
                  <a:pt x="9007" y="38656"/>
                </a:lnTo>
                <a:lnTo>
                  <a:pt x="9007" y="38656"/>
                </a:lnTo>
                <a:lnTo>
                  <a:pt x="9007" y="38656"/>
                </a:lnTo>
                <a:lnTo>
                  <a:pt x="9007" y="38656"/>
                </a:lnTo>
                <a:lnTo>
                  <a:pt x="9007" y="38656"/>
                </a:lnTo>
                <a:lnTo>
                  <a:pt x="9006" y="38656"/>
                </a:lnTo>
                <a:lnTo>
                  <a:pt x="9006" y="38656"/>
                </a:lnTo>
                <a:lnTo>
                  <a:pt x="9006" y="38656"/>
                </a:lnTo>
                <a:lnTo>
                  <a:pt x="9006" y="38656"/>
                </a:lnTo>
                <a:lnTo>
                  <a:pt x="9006" y="38656"/>
                </a:lnTo>
                <a:lnTo>
                  <a:pt x="9006" y="38656"/>
                </a:lnTo>
                <a:lnTo>
                  <a:pt x="9006" y="38656"/>
                </a:lnTo>
                <a:lnTo>
                  <a:pt x="9005" y="38656"/>
                </a:lnTo>
                <a:lnTo>
                  <a:pt x="9005" y="38656"/>
                </a:lnTo>
                <a:lnTo>
                  <a:pt x="9005" y="38656"/>
                </a:lnTo>
                <a:lnTo>
                  <a:pt x="9005" y="38656"/>
                </a:lnTo>
                <a:lnTo>
                  <a:pt x="9005" y="38656"/>
                </a:lnTo>
                <a:lnTo>
                  <a:pt x="9005" y="38656"/>
                </a:lnTo>
                <a:lnTo>
                  <a:pt x="9005" y="38656"/>
                </a:lnTo>
                <a:lnTo>
                  <a:pt x="9004" y="38656"/>
                </a:lnTo>
                <a:lnTo>
                  <a:pt x="9004" y="38656"/>
                </a:lnTo>
                <a:lnTo>
                  <a:pt x="9004" y="38656"/>
                </a:lnTo>
                <a:lnTo>
                  <a:pt x="9004" y="38656"/>
                </a:lnTo>
                <a:lnTo>
                  <a:pt x="9004" y="38656"/>
                </a:lnTo>
                <a:lnTo>
                  <a:pt x="9004" y="38656"/>
                </a:lnTo>
                <a:lnTo>
                  <a:pt x="9003" y="38656"/>
                </a:lnTo>
                <a:lnTo>
                  <a:pt x="9003" y="38656"/>
                </a:lnTo>
                <a:lnTo>
                  <a:pt x="9003" y="38656"/>
                </a:lnTo>
                <a:lnTo>
                  <a:pt x="9003" y="38656"/>
                </a:lnTo>
                <a:lnTo>
                  <a:pt x="9003" y="38656"/>
                </a:lnTo>
                <a:lnTo>
                  <a:pt x="9003" y="38656"/>
                </a:lnTo>
                <a:lnTo>
                  <a:pt x="9003" y="38656"/>
                </a:lnTo>
                <a:lnTo>
                  <a:pt x="9002" y="38656"/>
                </a:lnTo>
                <a:lnTo>
                  <a:pt x="9002" y="38656"/>
                </a:lnTo>
                <a:lnTo>
                  <a:pt x="9002" y="38656"/>
                </a:lnTo>
                <a:lnTo>
                  <a:pt x="9002" y="38656"/>
                </a:lnTo>
                <a:lnTo>
                  <a:pt x="9002" y="38656"/>
                </a:lnTo>
                <a:lnTo>
                  <a:pt x="9002" y="38656"/>
                </a:lnTo>
                <a:lnTo>
                  <a:pt x="9002" y="38656"/>
                </a:lnTo>
                <a:lnTo>
                  <a:pt x="9001" y="38656"/>
                </a:lnTo>
                <a:lnTo>
                  <a:pt x="9001" y="38656"/>
                </a:lnTo>
                <a:lnTo>
                  <a:pt x="9001" y="38656"/>
                </a:lnTo>
                <a:lnTo>
                  <a:pt x="9001" y="38656"/>
                </a:lnTo>
                <a:lnTo>
                  <a:pt x="9001" y="38656"/>
                </a:lnTo>
                <a:lnTo>
                  <a:pt x="9001" y="38656"/>
                </a:lnTo>
                <a:lnTo>
                  <a:pt x="9000" y="38656"/>
                </a:lnTo>
                <a:lnTo>
                  <a:pt x="9000" y="38656"/>
                </a:lnTo>
                <a:lnTo>
                  <a:pt x="9000" y="38656"/>
                </a:lnTo>
                <a:lnTo>
                  <a:pt x="9000" y="38656"/>
                </a:lnTo>
                <a:lnTo>
                  <a:pt x="9000" y="38656"/>
                </a:lnTo>
                <a:lnTo>
                  <a:pt x="9000" y="38656"/>
                </a:lnTo>
                <a:lnTo>
                  <a:pt x="9000" y="38656"/>
                </a:lnTo>
                <a:lnTo>
                  <a:pt x="8999" y="38656"/>
                </a:lnTo>
                <a:lnTo>
                  <a:pt x="8999" y="38656"/>
                </a:lnTo>
                <a:lnTo>
                  <a:pt x="8999" y="38656"/>
                </a:lnTo>
                <a:lnTo>
                  <a:pt x="8999" y="38656"/>
                </a:lnTo>
                <a:lnTo>
                  <a:pt x="8999" y="38656"/>
                </a:lnTo>
                <a:lnTo>
                  <a:pt x="8999" y="38656"/>
                </a:lnTo>
                <a:lnTo>
                  <a:pt x="8999" y="38656"/>
                </a:lnTo>
                <a:lnTo>
                  <a:pt x="8998" y="38656"/>
                </a:lnTo>
                <a:lnTo>
                  <a:pt x="8998" y="38656"/>
                </a:lnTo>
                <a:lnTo>
                  <a:pt x="8998" y="38656"/>
                </a:lnTo>
                <a:lnTo>
                  <a:pt x="8998" y="38656"/>
                </a:lnTo>
                <a:lnTo>
                  <a:pt x="8998" y="38656"/>
                </a:lnTo>
                <a:lnTo>
                  <a:pt x="8998" y="38656"/>
                </a:lnTo>
                <a:lnTo>
                  <a:pt x="8998" y="38656"/>
                </a:lnTo>
                <a:lnTo>
                  <a:pt x="8997" y="38656"/>
                </a:lnTo>
                <a:lnTo>
                  <a:pt x="8997" y="38656"/>
                </a:lnTo>
                <a:lnTo>
                  <a:pt x="8997" y="38656"/>
                </a:lnTo>
                <a:lnTo>
                  <a:pt x="8997" y="38656"/>
                </a:lnTo>
                <a:lnTo>
                  <a:pt x="8997" y="38656"/>
                </a:lnTo>
                <a:lnTo>
                  <a:pt x="8997" y="38656"/>
                </a:lnTo>
                <a:lnTo>
                  <a:pt x="8996" y="38656"/>
                </a:lnTo>
                <a:lnTo>
                  <a:pt x="8996" y="38656"/>
                </a:lnTo>
                <a:lnTo>
                  <a:pt x="8996" y="38656"/>
                </a:lnTo>
                <a:lnTo>
                  <a:pt x="8996" y="38656"/>
                </a:lnTo>
                <a:lnTo>
                  <a:pt x="8996" y="38656"/>
                </a:lnTo>
                <a:lnTo>
                  <a:pt x="8996" y="38656"/>
                </a:lnTo>
                <a:lnTo>
                  <a:pt x="8996" y="38656"/>
                </a:lnTo>
                <a:lnTo>
                  <a:pt x="8995" y="38656"/>
                </a:lnTo>
                <a:lnTo>
                  <a:pt x="8995" y="38656"/>
                </a:lnTo>
                <a:lnTo>
                  <a:pt x="8995" y="38656"/>
                </a:lnTo>
                <a:lnTo>
                  <a:pt x="8995" y="38656"/>
                </a:lnTo>
                <a:lnTo>
                  <a:pt x="8995" y="38656"/>
                </a:lnTo>
                <a:lnTo>
                  <a:pt x="8995" y="38656"/>
                </a:lnTo>
                <a:lnTo>
                  <a:pt x="8995" y="38656"/>
                </a:lnTo>
                <a:lnTo>
                  <a:pt x="8994" y="38656"/>
                </a:lnTo>
                <a:lnTo>
                  <a:pt x="8994" y="38656"/>
                </a:lnTo>
                <a:lnTo>
                  <a:pt x="8994" y="38656"/>
                </a:lnTo>
                <a:lnTo>
                  <a:pt x="8994" y="38656"/>
                </a:lnTo>
                <a:lnTo>
                  <a:pt x="8994" y="38656"/>
                </a:lnTo>
                <a:lnTo>
                  <a:pt x="8994" y="38656"/>
                </a:lnTo>
                <a:lnTo>
                  <a:pt x="8993" y="38656"/>
                </a:lnTo>
                <a:lnTo>
                  <a:pt x="8993" y="38656"/>
                </a:lnTo>
                <a:lnTo>
                  <a:pt x="8993" y="38656"/>
                </a:lnTo>
                <a:lnTo>
                  <a:pt x="8993" y="38656"/>
                </a:lnTo>
                <a:lnTo>
                  <a:pt x="8993" y="38656"/>
                </a:lnTo>
                <a:lnTo>
                  <a:pt x="8993" y="38656"/>
                </a:lnTo>
                <a:lnTo>
                  <a:pt x="8993" y="38656"/>
                </a:lnTo>
                <a:lnTo>
                  <a:pt x="8992" y="38656"/>
                </a:lnTo>
                <a:lnTo>
                  <a:pt x="8992" y="38656"/>
                </a:lnTo>
                <a:lnTo>
                  <a:pt x="8992" y="38656"/>
                </a:lnTo>
                <a:lnTo>
                  <a:pt x="8992" y="38656"/>
                </a:lnTo>
                <a:lnTo>
                  <a:pt x="8992" y="38656"/>
                </a:lnTo>
                <a:lnTo>
                  <a:pt x="8992" y="38656"/>
                </a:lnTo>
                <a:lnTo>
                  <a:pt x="8992" y="38656"/>
                </a:lnTo>
                <a:lnTo>
                  <a:pt x="8991" y="38656"/>
                </a:lnTo>
                <a:lnTo>
                  <a:pt x="8991" y="38656"/>
                </a:lnTo>
                <a:lnTo>
                  <a:pt x="8991" y="38656"/>
                </a:lnTo>
                <a:lnTo>
                  <a:pt x="8991" y="38656"/>
                </a:lnTo>
                <a:lnTo>
                  <a:pt x="8991" y="38656"/>
                </a:lnTo>
                <a:lnTo>
                  <a:pt x="8991" y="38656"/>
                </a:lnTo>
                <a:lnTo>
                  <a:pt x="8990" y="38656"/>
                </a:lnTo>
                <a:lnTo>
                  <a:pt x="8990" y="38656"/>
                </a:lnTo>
                <a:lnTo>
                  <a:pt x="8990" y="38656"/>
                </a:lnTo>
                <a:lnTo>
                  <a:pt x="8990" y="38656"/>
                </a:lnTo>
                <a:lnTo>
                  <a:pt x="8990" y="38656"/>
                </a:lnTo>
                <a:lnTo>
                  <a:pt x="8990" y="38656"/>
                </a:lnTo>
                <a:lnTo>
                  <a:pt x="8990" y="38656"/>
                </a:lnTo>
                <a:lnTo>
                  <a:pt x="8989" y="38656"/>
                </a:lnTo>
                <a:lnTo>
                  <a:pt x="8989" y="38656"/>
                </a:lnTo>
                <a:lnTo>
                  <a:pt x="8989" y="38656"/>
                </a:lnTo>
                <a:lnTo>
                  <a:pt x="8989" y="38656"/>
                </a:lnTo>
                <a:lnTo>
                  <a:pt x="8989" y="38656"/>
                </a:lnTo>
                <a:lnTo>
                  <a:pt x="8989" y="38656"/>
                </a:lnTo>
                <a:lnTo>
                  <a:pt x="8989" y="38656"/>
                </a:lnTo>
                <a:lnTo>
                  <a:pt x="8988" y="38656"/>
                </a:lnTo>
                <a:lnTo>
                  <a:pt x="8988" y="38656"/>
                </a:lnTo>
                <a:lnTo>
                  <a:pt x="8988" y="38656"/>
                </a:lnTo>
                <a:lnTo>
                  <a:pt x="8988" y="38656"/>
                </a:lnTo>
                <a:lnTo>
                  <a:pt x="8988" y="38656"/>
                </a:lnTo>
                <a:lnTo>
                  <a:pt x="8988" y="38656"/>
                </a:lnTo>
                <a:lnTo>
                  <a:pt x="8987" y="38656"/>
                </a:lnTo>
                <a:lnTo>
                  <a:pt x="8987" y="38656"/>
                </a:lnTo>
                <a:lnTo>
                  <a:pt x="8987" y="38656"/>
                </a:lnTo>
                <a:lnTo>
                  <a:pt x="8987" y="38656"/>
                </a:lnTo>
                <a:lnTo>
                  <a:pt x="8987" y="38656"/>
                </a:lnTo>
                <a:lnTo>
                  <a:pt x="8987" y="38656"/>
                </a:lnTo>
                <a:lnTo>
                  <a:pt x="8987" y="38656"/>
                </a:lnTo>
                <a:lnTo>
                  <a:pt x="8986" y="38656"/>
                </a:lnTo>
                <a:lnTo>
                  <a:pt x="8986" y="38656"/>
                </a:lnTo>
                <a:lnTo>
                  <a:pt x="8986" y="38656"/>
                </a:lnTo>
                <a:lnTo>
                  <a:pt x="8986" y="38656"/>
                </a:lnTo>
                <a:lnTo>
                  <a:pt x="8986" y="38656"/>
                </a:lnTo>
                <a:lnTo>
                  <a:pt x="8986" y="38656"/>
                </a:lnTo>
                <a:lnTo>
                  <a:pt x="8986" y="38656"/>
                </a:lnTo>
                <a:lnTo>
                  <a:pt x="8985" y="38656"/>
                </a:lnTo>
                <a:lnTo>
                  <a:pt x="8985" y="38656"/>
                </a:lnTo>
                <a:lnTo>
                  <a:pt x="8985" y="38656"/>
                </a:lnTo>
                <a:lnTo>
                  <a:pt x="8985" y="38656"/>
                </a:lnTo>
                <a:lnTo>
                  <a:pt x="8985" y="38656"/>
                </a:lnTo>
                <a:lnTo>
                  <a:pt x="8985" y="38656"/>
                </a:lnTo>
                <a:lnTo>
                  <a:pt x="8984" y="38656"/>
                </a:lnTo>
                <a:lnTo>
                  <a:pt x="8984" y="38656"/>
                </a:lnTo>
                <a:lnTo>
                  <a:pt x="8984" y="38656"/>
                </a:lnTo>
                <a:lnTo>
                  <a:pt x="8984" y="38656"/>
                </a:lnTo>
                <a:lnTo>
                  <a:pt x="8984" y="38656"/>
                </a:lnTo>
                <a:lnTo>
                  <a:pt x="8984" y="38656"/>
                </a:lnTo>
                <a:lnTo>
                  <a:pt x="8984" y="38656"/>
                </a:lnTo>
                <a:lnTo>
                  <a:pt x="8983" y="38656"/>
                </a:lnTo>
                <a:lnTo>
                  <a:pt x="8983" y="38656"/>
                </a:lnTo>
                <a:lnTo>
                  <a:pt x="8983" y="38656"/>
                </a:lnTo>
                <a:lnTo>
                  <a:pt x="8983" y="38656"/>
                </a:lnTo>
                <a:lnTo>
                  <a:pt x="8983" y="38656"/>
                </a:lnTo>
                <a:lnTo>
                  <a:pt x="8983" y="38656"/>
                </a:lnTo>
                <a:lnTo>
                  <a:pt x="8983" y="38656"/>
                </a:lnTo>
                <a:lnTo>
                  <a:pt x="8982" y="38656"/>
                </a:lnTo>
                <a:lnTo>
                  <a:pt x="8982" y="38656"/>
                </a:lnTo>
                <a:lnTo>
                  <a:pt x="8982" y="38656"/>
                </a:lnTo>
                <a:lnTo>
                  <a:pt x="8982" y="38656"/>
                </a:lnTo>
                <a:lnTo>
                  <a:pt x="8982" y="38656"/>
                </a:lnTo>
                <a:lnTo>
                  <a:pt x="8982" y="38656"/>
                </a:lnTo>
                <a:lnTo>
                  <a:pt x="8981" y="38656"/>
                </a:lnTo>
                <a:lnTo>
                  <a:pt x="8981" y="38656"/>
                </a:lnTo>
                <a:lnTo>
                  <a:pt x="8981" y="38656"/>
                </a:lnTo>
                <a:lnTo>
                  <a:pt x="8981" y="38656"/>
                </a:lnTo>
                <a:lnTo>
                  <a:pt x="8981" y="38656"/>
                </a:lnTo>
                <a:lnTo>
                  <a:pt x="8981" y="38656"/>
                </a:lnTo>
                <a:lnTo>
                  <a:pt x="8981" y="38656"/>
                </a:lnTo>
                <a:lnTo>
                  <a:pt x="8980" y="38656"/>
                </a:lnTo>
                <a:lnTo>
                  <a:pt x="8980" y="38656"/>
                </a:lnTo>
                <a:lnTo>
                  <a:pt x="8980" y="38656"/>
                </a:lnTo>
                <a:lnTo>
                  <a:pt x="8980" y="38656"/>
                </a:lnTo>
                <a:lnTo>
                  <a:pt x="8980" y="38656"/>
                </a:lnTo>
                <a:lnTo>
                  <a:pt x="8980" y="38656"/>
                </a:lnTo>
                <a:lnTo>
                  <a:pt x="8980" y="38656"/>
                </a:lnTo>
                <a:lnTo>
                  <a:pt x="8979" y="38656"/>
                </a:lnTo>
                <a:lnTo>
                  <a:pt x="8979" y="38656"/>
                </a:lnTo>
                <a:lnTo>
                  <a:pt x="8979" y="38656"/>
                </a:lnTo>
                <a:lnTo>
                  <a:pt x="8979" y="38656"/>
                </a:lnTo>
                <a:lnTo>
                  <a:pt x="8979" y="38656"/>
                </a:lnTo>
                <a:lnTo>
                  <a:pt x="8979" y="38656"/>
                </a:lnTo>
                <a:lnTo>
                  <a:pt x="8978" y="38656"/>
                </a:lnTo>
                <a:lnTo>
                  <a:pt x="8978" y="38656"/>
                </a:lnTo>
                <a:lnTo>
                  <a:pt x="8978" y="38656"/>
                </a:lnTo>
                <a:lnTo>
                  <a:pt x="8978" y="38656"/>
                </a:lnTo>
                <a:lnTo>
                  <a:pt x="8978" y="38656"/>
                </a:lnTo>
                <a:lnTo>
                  <a:pt x="8978" y="38656"/>
                </a:lnTo>
                <a:lnTo>
                  <a:pt x="8978" y="38656"/>
                </a:lnTo>
                <a:lnTo>
                  <a:pt x="8977" y="38656"/>
                </a:lnTo>
                <a:lnTo>
                  <a:pt x="8977" y="38656"/>
                </a:lnTo>
                <a:lnTo>
                  <a:pt x="8977" y="38656"/>
                </a:lnTo>
                <a:lnTo>
                  <a:pt x="8977" y="38656"/>
                </a:lnTo>
                <a:lnTo>
                  <a:pt x="8977" y="38656"/>
                </a:lnTo>
                <a:lnTo>
                  <a:pt x="8977" y="38656"/>
                </a:lnTo>
                <a:lnTo>
                  <a:pt x="8977" y="38656"/>
                </a:lnTo>
                <a:lnTo>
                  <a:pt x="8976" y="38656"/>
                </a:lnTo>
                <a:lnTo>
                  <a:pt x="8976" y="38656"/>
                </a:lnTo>
                <a:lnTo>
                  <a:pt x="8976" y="38656"/>
                </a:lnTo>
                <a:lnTo>
                  <a:pt x="8976" y="38656"/>
                </a:lnTo>
                <a:lnTo>
                  <a:pt x="8976" y="38656"/>
                </a:lnTo>
                <a:lnTo>
                  <a:pt x="8976" y="38656"/>
                </a:lnTo>
                <a:lnTo>
                  <a:pt x="8975" y="38656"/>
                </a:lnTo>
                <a:lnTo>
                  <a:pt x="8975" y="38656"/>
                </a:lnTo>
                <a:lnTo>
                  <a:pt x="8975" y="38656"/>
                </a:lnTo>
                <a:lnTo>
                  <a:pt x="8975" y="38656"/>
                </a:lnTo>
                <a:lnTo>
                  <a:pt x="8975" y="38656"/>
                </a:lnTo>
                <a:lnTo>
                  <a:pt x="8975" y="38656"/>
                </a:lnTo>
                <a:lnTo>
                  <a:pt x="8975" y="38656"/>
                </a:lnTo>
                <a:lnTo>
                  <a:pt x="8974" y="38656"/>
                </a:lnTo>
                <a:lnTo>
                  <a:pt x="8974" y="38656"/>
                </a:lnTo>
                <a:lnTo>
                  <a:pt x="8974" y="38656"/>
                </a:lnTo>
                <a:lnTo>
                  <a:pt x="8974" y="38656"/>
                </a:lnTo>
                <a:lnTo>
                  <a:pt x="8974" y="38656"/>
                </a:lnTo>
                <a:lnTo>
                  <a:pt x="8974" y="38656"/>
                </a:lnTo>
                <a:lnTo>
                  <a:pt x="8974" y="38656"/>
                </a:lnTo>
                <a:lnTo>
                  <a:pt x="8973" y="38656"/>
                </a:lnTo>
                <a:lnTo>
                  <a:pt x="8973" y="38656"/>
                </a:lnTo>
                <a:lnTo>
                  <a:pt x="8973" y="38656"/>
                </a:lnTo>
                <a:lnTo>
                  <a:pt x="8973" y="38656"/>
                </a:lnTo>
                <a:lnTo>
                  <a:pt x="8973" y="38656"/>
                </a:lnTo>
                <a:lnTo>
                  <a:pt x="8973" y="38656"/>
                </a:lnTo>
                <a:lnTo>
                  <a:pt x="8972" y="38656"/>
                </a:lnTo>
                <a:lnTo>
                  <a:pt x="8972" y="38656"/>
                </a:lnTo>
                <a:lnTo>
                  <a:pt x="8972" y="38656"/>
                </a:lnTo>
                <a:lnTo>
                  <a:pt x="8972" y="38656"/>
                </a:lnTo>
                <a:lnTo>
                  <a:pt x="8972" y="38656"/>
                </a:lnTo>
                <a:lnTo>
                  <a:pt x="8972" y="38656"/>
                </a:lnTo>
                <a:lnTo>
                  <a:pt x="8972" y="38656"/>
                </a:lnTo>
                <a:lnTo>
                  <a:pt x="8971" y="38656"/>
                </a:lnTo>
                <a:lnTo>
                  <a:pt x="8971" y="38656"/>
                </a:lnTo>
                <a:lnTo>
                  <a:pt x="8971" y="38656"/>
                </a:lnTo>
                <a:lnTo>
                  <a:pt x="8971" y="38656"/>
                </a:lnTo>
                <a:lnTo>
                  <a:pt x="8971" y="38656"/>
                </a:lnTo>
                <a:lnTo>
                  <a:pt x="8971" y="38656"/>
                </a:lnTo>
                <a:lnTo>
                  <a:pt x="8971" y="38656"/>
                </a:lnTo>
                <a:lnTo>
                  <a:pt x="8970" y="38656"/>
                </a:lnTo>
                <a:lnTo>
                  <a:pt x="8970" y="38656"/>
                </a:lnTo>
                <a:lnTo>
                  <a:pt x="8970" y="38656"/>
                </a:lnTo>
                <a:lnTo>
                  <a:pt x="8970" y="38656"/>
                </a:lnTo>
                <a:lnTo>
                  <a:pt x="8970" y="38656"/>
                </a:lnTo>
                <a:lnTo>
                  <a:pt x="8970" y="38656"/>
                </a:lnTo>
                <a:lnTo>
                  <a:pt x="8969" y="38656"/>
                </a:lnTo>
                <a:lnTo>
                  <a:pt x="8969" y="38656"/>
                </a:lnTo>
                <a:lnTo>
                  <a:pt x="8969" y="38656"/>
                </a:lnTo>
                <a:lnTo>
                  <a:pt x="8969" y="38656"/>
                </a:lnTo>
                <a:lnTo>
                  <a:pt x="8969" y="38656"/>
                </a:lnTo>
                <a:lnTo>
                  <a:pt x="8969" y="38656"/>
                </a:lnTo>
                <a:lnTo>
                  <a:pt x="8969" y="38656"/>
                </a:lnTo>
                <a:lnTo>
                  <a:pt x="8968" y="38656"/>
                </a:lnTo>
                <a:lnTo>
                  <a:pt x="8968" y="38656"/>
                </a:lnTo>
                <a:lnTo>
                  <a:pt x="8968" y="38656"/>
                </a:lnTo>
                <a:lnTo>
                  <a:pt x="8968" y="38656"/>
                </a:lnTo>
                <a:lnTo>
                  <a:pt x="8968" y="38656"/>
                </a:lnTo>
                <a:lnTo>
                  <a:pt x="8968" y="38656"/>
                </a:lnTo>
                <a:lnTo>
                  <a:pt x="8968" y="38656"/>
                </a:lnTo>
                <a:lnTo>
                  <a:pt x="8967" y="38656"/>
                </a:lnTo>
                <a:lnTo>
                  <a:pt x="8967" y="38656"/>
                </a:lnTo>
                <a:lnTo>
                  <a:pt x="8967" y="38656"/>
                </a:lnTo>
                <a:lnTo>
                  <a:pt x="8967" y="38656"/>
                </a:lnTo>
                <a:lnTo>
                  <a:pt x="8967" y="38656"/>
                </a:lnTo>
                <a:lnTo>
                  <a:pt x="8967" y="38656"/>
                </a:lnTo>
                <a:lnTo>
                  <a:pt x="8966" y="38656"/>
                </a:lnTo>
                <a:lnTo>
                  <a:pt x="8966" y="38656"/>
                </a:lnTo>
                <a:lnTo>
                  <a:pt x="8966" y="38656"/>
                </a:lnTo>
                <a:lnTo>
                  <a:pt x="8966" y="38656"/>
                </a:lnTo>
                <a:lnTo>
                  <a:pt x="8966" y="38656"/>
                </a:lnTo>
                <a:lnTo>
                  <a:pt x="8966" y="38656"/>
                </a:lnTo>
                <a:lnTo>
                  <a:pt x="8966" y="38656"/>
                </a:lnTo>
                <a:lnTo>
                  <a:pt x="8965" y="38656"/>
                </a:lnTo>
                <a:lnTo>
                  <a:pt x="8965" y="38656"/>
                </a:lnTo>
                <a:lnTo>
                  <a:pt x="8965" y="38656"/>
                </a:lnTo>
                <a:lnTo>
                  <a:pt x="8965" y="38656"/>
                </a:lnTo>
                <a:lnTo>
                  <a:pt x="8965" y="38656"/>
                </a:lnTo>
                <a:lnTo>
                  <a:pt x="8965" y="38656"/>
                </a:lnTo>
                <a:lnTo>
                  <a:pt x="8965" y="38656"/>
                </a:lnTo>
                <a:lnTo>
                  <a:pt x="8964" y="38656"/>
                </a:lnTo>
                <a:lnTo>
                  <a:pt x="8964" y="38656"/>
                </a:lnTo>
                <a:lnTo>
                  <a:pt x="8964" y="38656"/>
                </a:lnTo>
                <a:lnTo>
                  <a:pt x="8964" y="38656"/>
                </a:lnTo>
                <a:lnTo>
                  <a:pt x="8964" y="38656"/>
                </a:lnTo>
                <a:lnTo>
                  <a:pt x="8964" y="38656"/>
                </a:lnTo>
                <a:lnTo>
                  <a:pt x="8963" y="38656"/>
                </a:lnTo>
                <a:lnTo>
                  <a:pt x="8963" y="38656"/>
                </a:lnTo>
                <a:lnTo>
                  <a:pt x="8963" y="38656"/>
                </a:lnTo>
                <a:lnTo>
                  <a:pt x="8963" y="38656"/>
                </a:lnTo>
                <a:lnTo>
                  <a:pt x="8963" y="38656"/>
                </a:lnTo>
                <a:lnTo>
                  <a:pt x="8963" y="38656"/>
                </a:lnTo>
                <a:lnTo>
                  <a:pt x="8963" y="38656"/>
                </a:lnTo>
                <a:lnTo>
                  <a:pt x="8962" y="38656"/>
                </a:lnTo>
                <a:lnTo>
                  <a:pt x="8962" y="38656"/>
                </a:lnTo>
                <a:lnTo>
                  <a:pt x="8962" y="38656"/>
                </a:lnTo>
                <a:lnTo>
                  <a:pt x="8962" y="38656"/>
                </a:lnTo>
                <a:lnTo>
                  <a:pt x="8962" y="38656"/>
                </a:lnTo>
                <a:lnTo>
                  <a:pt x="8962" y="38656"/>
                </a:lnTo>
                <a:lnTo>
                  <a:pt x="8961" y="38656"/>
                </a:lnTo>
                <a:lnTo>
                  <a:pt x="8961" y="38656"/>
                </a:lnTo>
                <a:lnTo>
                  <a:pt x="8961" y="38656"/>
                </a:lnTo>
                <a:lnTo>
                  <a:pt x="8961" y="38656"/>
                </a:lnTo>
                <a:lnTo>
                  <a:pt x="8961" y="38656"/>
                </a:lnTo>
                <a:lnTo>
                  <a:pt x="8961" y="38656"/>
                </a:lnTo>
                <a:lnTo>
                  <a:pt x="8961" y="38656"/>
                </a:lnTo>
                <a:lnTo>
                  <a:pt x="8960" y="38656"/>
                </a:lnTo>
                <a:lnTo>
                  <a:pt x="8960" y="38656"/>
                </a:lnTo>
                <a:lnTo>
                  <a:pt x="8960" y="38656"/>
                </a:lnTo>
                <a:lnTo>
                  <a:pt x="8960" y="38656"/>
                </a:lnTo>
                <a:lnTo>
                  <a:pt x="8960" y="38656"/>
                </a:lnTo>
                <a:lnTo>
                  <a:pt x="8960" y="38656"/>
                </a:lnTo>
                <a:lnTo>
                  <a:pt x="8960" y="38656"/>
                </a:lnTo>
                <a:lnTo>
                  <a:pt x="8959" y="38656"/>
                </a:lnTo>
                <a:lnTo>
                  <a:pt x="8959" y="38656"/>
                </a:lnTo>
                <a:lnTo>
                  <a:pt x="8959" y="38656"/>
                </a:lnTo>
                <a:lnTo>
                  <a:pt x="8959" y="38656"/>
                </a:lnTo>
                <a:lnTo>
                  <a:pt x="8959" y="38656"/>
                </a:lnTo>
                <a:lnTo>
                  <a:pt x="8959" y="38656"/>
                </a:lnTo>
                <a:lnTo>
                  <a:pt x="8958" y="38656"/>
                </a:lnTo>
                <a:lnTo>
                  <a:pt x="8958" y="38656"/>
                </a:lnTo>
                <a:lnTo>
                  <a:pt x="8958" y="38656"/>
                </a:lnTo>
                <a:lnTo>
                  <a:pt x="8958" y="38656"/>
                </a:lnTo>
                <a:lnTo>
                  <a:pt x="8958" y="38656"/>
                </a:lnTo>
                <a:lnTo>
                  <a:pt x="8958" y="38656"/>
                </a:lnTo>
                <a:lnTo>
                  <a:pt x="8958" y="38656"/>
                </a:lnTo>
                <a:lnTo>
                  <a:pt x="8957" y="38656"/>
                </a:lnTo>
                <a:lnTo>
                  <a:pt x="8957" y="38656"/>
                </a:lnTo>
                <a:lnTo>
                  <a:pt x="8957" y="38656"/>
                </a:lnTo>
                <a:lnTo>
                  <a:pt x="8957" y="38656"/>
                </a:lnTo>
                <a:lnTo>
                  <a:pt x="8957" y="38656"/>
                </a:lnTo>
                <a:lnTo>
                  <a:pt x="8957" y="38656"/>
                </a:lnTo>
                <a:lnTo>
                  <a:pt x="8957" y="38656"/>
                </a:lnTo>
                <a:lnTo>
                  <a:pt x="8956" y="38656"/>
                </a:lnTo>
                <a:lnTo>
                  <a:pt x="8956" y="38656"/>
                </a:lnTo>
                <a:lnTo>
                  <a:pt x="8956" y="38656"/>
                </a:lnTo>
                <a:lnTo>
                  <a:pt x="8956" y="38656"/>
                </a:lnTo>
                <a:lnTo>
                  <a:pt x="8956" y="38656"/>
                </a:lnTo>
                <a:lnTo>
                  <a:pt x="8956" y="38656"/>
                </a:lnTo>
                <a:lnTo>
                  <a:pt x="8955" y="38656"/>
                </a:lnTo>
                <a:lnTo>
                  <a:pt x="8955" y="38656"/>
                </a:lnTo>
                <a:lnTo>
                  <a:pt x="8955" y="38656"/>
                </a:lnTo>
                <a:lnTo>
                  <a:pt x="8955" y="38656"/>
                </a:lnTo>
                <a:lnTo>
                  <a:pt x="8955" y="38656"/>
                </a:lnTo>
                <a:lnTo>
                  <a:pt x="8955" y="38656"/>
                </a:lnTo>
                <a:lnTo>
                  <a:pt x="8955" y="38656"/>
                </a:lnTo>
                <a:lnTo>
                  <a:pt x="8954" y="38656"/>
                </a:lnTo>
                <a:lnTo>
                  <a:pt x="8954" y="38656"/>
                </a:lnTo>
                <a:lnTo>
                  <a:pt x="8954" y="38656"/>
                </a:lnTo>
                <a:lnTo>
                  <a:pt x="8954" y="38656"/>
                </a:lnTo>
                <a:lnTo>
                  <a:pt x="8954" y="38656"/>
                </a:lnTo>
                <a:lnTo>
                  <a:pt x="8954" y="38656"/>
                </a:lnTo>
                <a:lnTo>
                  <a:pt x="8953" y="38656"/>
                </a:lnTo>
                <a:lnTo>
                  <a:pt x="8953" y="38656"/>
                </a:lnTo>
                <a:lnTo>
                  <a:pt x="8953" y="38656"/>
                </a:lnTo>
                <a:lnTo>
                  <a:pt x="8953" y="38656"/>
                </a:lnTo>
                <a:lnTo>
                  <a:pt x="8953" y="38656"/>
                </a:lnTo>
                <a:lnTo>
                  <a:pt x="8953" y="38656"/>
                </a:lnTo>
                <a:lnTo>
                  <a:pt x="8953" y="38656"/>
                </a:lnTo>
                <a:lnTo>
                  <a:pt x="8952" y="38656"/>
                </a:lnTo>
                <a:lnTo>
                  <a:pt x="8952" y="38656"/>
                </a:lnTo>
                <a:lnTo>
                  <a:pt x="8952" y="38656"/>
                </a:lnTo>
                <a:lnTo>
                  <a:pt x="8952" y="38656"/>
                </a:lnTo>
                <a:lnTo>
                  <a:pt x="8952" y="38656"/>
                </a:lnTo>
                <a:lnTo>
                  <a:pt x="8952" y="38656"/>
                </a:lnTo>
                <a:lnTo>
                  <a:pt x="8952" y="38656"/>
                </a:lnTo>
                <a:lnTo>
                  <a:pt x="8951" y="38656"/>
                </a:lnTo>
                <a:lnTo>
                  <a:pt x="8951" y="38656"/>
                </a:lnTo>
                <a:lnTo>
                  <a:pt x="8951" y="38656"/>
                </a:lnTo>
                <a:lnTo>
                  <a:pt x="8951" y="38656"/>
                </a:lnTo>
                <a:lnTo>
                  <a:pt x="8951" y="38656"/>
                </a:lnTo>
                <a:lnTo>
                  <a:pt x="8951" y="38656"/>
                </a:lnTo>
                <a:lnTo>
                  <a:pt x="8950" y="38656"/>
                </a:lnTo>
                <a:lnTo>
                  <a:pt x="8950" y="38656"/>
                </a:lnTo>
                <a:lnTo>
                  <a:pt x="8950" y="38656"/>
                </a:lnTo>
                <a:lnTo>
                  <a:pt x="8950" y="38656"/>
                </a:lnTo>
                <a:lnTo>
                  <a:pt x="8950" y="38656"/>
                </a:lnTo>
                <a:lnTo>
                  <a:pt x="8950" y="38656"/>
                </a:lnTo>
                <a:lnTo>
                  <a:pt x="8950" y="38656"/>
                </a:lnTo>
                <a:lnTo>
                  <a:pt x="8949" y="38656"/>
                </a:lnTo>
                <a:lnTo>
                  <a:pt x="8949" y="38656"/>
                </a:lnTo>
                <a:lnTo>
                  <a:pt x="8949" y="38656"/>
                </a:lnTo>
                <a:lnTo>
                  <a:pt x="8949" y="38656"/>
                </a:lnTo>
                <a:lnTo>
                  <a:pt x="8949" y="38656"/>
                </a:lnTo>
                <a:lnTo>
                  <a:pt x="8949" y="38656"/>
                </a:lnTo>
                <a:lnTo>
                  <a:pt x="8948" y="38656"/>
                </a:lnTo>
                <a:lnTo>
                  <a:pt x="8948" y="38656"/>
                </a:lnTo>
                <a:lnTo>
                  <a:pt x="8948" y="38656"/>
                </a:lnTo>
                <a:lnTo>
                  <a:pt x="8948" y="38656"/>
                </a:lnTo>
                <a:lnTo>
                  <a:pt x="8948" y="38656"/>
                </a:lnTo>
                <a:lnTo>
                  <a:pt x="8948" y="38656"/>
                </a:lnTo>
                <a:lnTo>
                  <a:pt x="8948" y="38656"/>
                </a:lnTo>
                <a:lnTo>
                  <a:pt x="8947" y="38656"/>
                </a:lnTo>
                <a:lnTo>
                  <a:pt x="8947" y="38656"/>
                </a:lnTo>
                <a:lnTo>
                  <a:pt x="8947" y="38656"/>
                </a:lnTo>
                <a:lnTo>
                  <a:pt x="8947" y="38656"/>
                </a:lnTo>
                <a:lnTo>
                  <a:pt x="8947" y="38656"/>
                </a:lnTo>
                <a:lnTo>
                  <a:pt x="8947" y="38656"/>
                </a:lnTo>
                <a:lnTo>
                  <a:pt x="8947" y="38656"/>
                </a:lnTo>
                <a:lnTo>
                  <a:pt x="8946" y="38656"/>
                </a:lnTo>
                <a:lnTo>
                  <a:pt x="8946" y="38656"/>
                </a:lnTo>
                <a:lnTo>
                  <a:pt x="8946" y="38656"/>
                </a:lnTo>
                <a:lnTo>
                  <a:pt x="8946" y="38656"/>
                </a:lnTo>
                <a:lnTo>
                  <a:pt x="8946" y="38656"/>
                </a:lnTo>
                <a:lnTo>
                  <a:pt x="8946" y="38656"/>
                </a:lnTo>
                <a:lnTo>
                  <a:pt x="8945" y="38656"/>
                </a:lnTo>
                <a:lnTo>
                  <a:pt x="8945" y="38656"/>
                </a:lnTo>
                <a:lnTo>
                  <a:pt x="8945" y="38656"/>
                </a:lnTo>
                <a:lnTo>
                  <a:pt x="8945" y="38656"/>
                </a:lnTo>
                <a:lnTo>
                  <a:pt x="8945" y="38656"/>
                </a:lnTo>
                <a:lnTo>
                  <a:pt x="8945" y="38656"/>
                </a:lnTo>
                <a:lnTo>
                  <a:pt x="8945" y="38656"/>
                </a:lnTo>
                <a:lnTo>
                  <a:pt x="8944" y="38656"/>
                </a:lnTo>
                <a:lnTo>
                  <a:pt x="8944" y="38656"/>
                </a:lnTo>
                <a:lnTo>
                  <a:pt x="8944" y="38656"/>
                </a:lnTo>
                <a:lnTo>
                  <a:pt x="8944" y="38656"/>
                </a:lnTo>
                <a:lnTo>
                  <a:pt x="8944" y="38656"/>
                </a:lnTo>
                <a:lnTo>
                  <a:pt x="8944" y="38656"/>
                </a:lnTo>
                <a:lnTo>
                  <a:pt x="8944" y="38656"/>
                </a:lnTo>
                <a:lnTo>
                  <a:pt x="8943" y="38656"/>
                </a:lnTo>
                <a:lnTo>
                  <a:pt x="8943" y="38656"/>
                </a:lnTo>
                <a:lnTo>
                  <a:pt x="8943" y="38656"/>
                </a:lnTo>
                <a:lnTo>
                  <a:pt x="8943" y="38656"/>
                </a:lnTo>
                <a:lnTo>
                  <a:pt x="8943" y="38656"/>
                </a:lnTo>
                <a:lnTo>
                  <a:pt x="8943" y="38656"/>
                </a:lnTo>
                <a:lnTo>
                  <a:pt x="8942" y="38656"/>
                </a:lnTo>
                <a:lnTo>
                  <a:pt x="8942" y="38656"/>
                </a:lnTo>
                <a:lnTo>
                  <a:pt x="8942" y="38656"/>
                </a:lnTo>
                <a:lnTo>
                  <a:pt x="8942" y="38656"/>
                </a:lnTo>
                <a:lnTo>
                  <a:pt x="8942" y="38656"/>
                </a:lnTo>
                <a:lnTo>
                  <a:pt x="8942" y="38656"/>
                </a:lnTo>
                <a:lnTo>
                  <a:pt x="8942" y="38656"/>
                </a:lnTo>
                <a:lnTo>
                  <a:pt x="8941" y="38656"/>
                </a:lnTo>
                <a:lnTo>
                  <a:pt x="8941" y="38656"/>
                </a:lnTo>
                <a:lnTo>
                  <a:pt x="8941" y="38656"/>
                </a:lnTo>
                <a:lnTo>
                  <a:pt x="8941" y="38656"/>
                </a:lnTo>
                <a:lnTo>
                  <a:pt x="8941" y="38656"/>
                </a:lnTo>
                <a:lnTo>
                  <a:pt x="8941" y="38656"/>
                </a:lnTo>
                <a:lnTo>
                  <a:pt x="8940" y="38656"/>
                </a:lnTo>
                <a:lnTo>
                  <a:pt x="8940" y="38656"/>
                </a:lnTo>
                <a:lnTo>
                  <a:pt x="8940" y="38656"/>
                </a:lnTo>
                <a:lnTo>
                  <a:pt x="8940" y="38656"/>
                </a:lnTo>
                <a:lnTo>
                  <a:pt x="8940" y="38656"/>
                </a:lnTo>
                <a:lnTo>
                  <a:pt x="8940" y="38656"/>
                </a:lnTo>
                <a:lnTo>
                  <a:pt x="8940" y="38656"/>
                </a:lnTo>
                <a:lnTo>
                  <a:pt x="8939" y="38656"/>
                </a:lnTo>
                <a:lnTo>
                  <a:pt x="8939" y="38656"/>
                </a:lnTo>
                <a:lnTo>
                  <a:pt x="8939" y="38656"/>
                </a:lnTo>
                <a:lnTo>
                  <a:pt x="8939" y="38656"/>
                </a:lnTo>
                <a:lnTo>
                  <a:pt x="8939" y="38656"/>
                </a:lnTo>
                <a:lnTo>
                  <a:pt x="8939" y="38656"/>
                </a:lnTo>
                <a:lnTo>
                  <a:pt x="8938" y="38656"/>
                </a:lnTo>
                <a:lnTo>
                  <a:pt x="8938" y="38656"/>
                </a:lnTo>
                <a:lnTo>
                  <a:pt x="8938" y="38656"/>
                </a:lnTo>
                <a:lnTo>
                  <a:pt x="8938" y="38656"/>
                </a:lnTo>
                <a:lnTo>
                  <a:pt x="8938" y="38656"/>
                </a:lnTo>
                <a:lnTo>
                  <a:pt x="8938" y="38656"/>
                </a:lnTo>
                <a:lnTo>
                  <a:pt x="8938" y="38656"/>
                </a:lnTo>
                <a:lnTo>
                  <a:pt x="8937" y="38656"/>
                </a:lnTo>
                <a:lnTo>
                  <a:pt x="8937" y="38656"/>
                </a:lnTo>
                <a:lnTo>
                  <a:pt x="8937" y="38656"/>
                </a:lnTo>
                <a:lnTo>
                  <a:pt x="8937" y="38656"/>
                </a:lnTo>
                <a:lnTo>
                  <a:pt x="8937" y="38656"/>
                </a:lnTo>
                <a:lnTo>
                  <a:pt x="8937" y="38656"/>
                </a:lnTo>
                <a:lnTo>
                  <a:pt x="8937" y="38656"/>
                </a:lnTo>
                <a:lnTo>
                  <a:pt x="8936" y="38656"/>
                </a:lnTo>
                <a:lnTo>
                  <a:pt x="8936" y="38656"/>
                </a:lnTo>
                <a:lnTo>
                  <a:pt x="8936" y="38656"/>
                </a:lnTo>
                <a:lnTo>
                  <a:pt x="8936" y="38656"/>
                </a:lnTo>
                <a:lnTo>
                  <a:pt x="8936" y="38656"/>
                </a:lnTo>
                <a:lnTo>
                  <a:pt x="8936" y="38656"/>
                </a:lnTo>
                <a:lnTo>
                  <a:pt x="8935" y="38656"/>
                </a:lnTo>
                <a:lnTo>
                  <a:pt x="8935" y="38656"/>
                </a:lnTo>
                <a:lnTo>
                  <a:pt x="8935" y="38656"/>
                </a:lnTo>
                <a:lnTo>
                  <a:pt x="8935" y="38656"/>
                </a:lnTo>
                <a:lnTo>
                  <a:pt x="8935" y="38656"/>
                </a:lnTo>
                <a:lnTo>
                  <a:pt x="8935" y="38656"/>
                </a:lnTo>
                <a:lnTo>
                  <a:pt x="8935" y="38656"/>
                </a:lnTo>
                <a:lnTo>
                  <a:pt x="8934" y="38656"/>
                </a:lnTo>
                <a:lnTo>
                  <a:pt x="8934" y="38656"/>
                </a:lnTo>
                <a:lnTo>
                  <a:pt x="8934" y="38656"/>
                </a:lnTo>
                <a:lnTo>
                  <a:pt x="8934" y="38656"/>
                </a:lnTo>
                <a:lnTo>
                  <a:pt x="8934" y="38656"/>
                </a:lnTo>
                <a:lnTo>
                  <a:pt x="8934" y="38656"/>
                </a:lnTo>
                <a:lnTo>
                  <a:pt x="8933" y="38656"/>
                </a:lnTo>
                <a:lnTo>
                  <a:pt x="8933" y="38656"/>
                </a:lnTo>
                <a:lnTo>
                  <a:pt x="8933" y="38656"/>
                </a:lnTo>
                <a:lnTo>
                  <a:pt x="8933" y="38656"/>
                </a:lnTo>
                <a:lnTo>
                  <a:pt x="8933" y="38656"/>
                </a:lnTo>
                <a:lnTo>
                  <a:pt x="8933" y="38656"/>
                </a:lnTo>
                <a:lnTo>
                  <a:pt x="8933" y="38656"/>
                </a:lnTo>
                <a:lnTo>
                  <a:pt x="8932" y="38656"/>
                </a:lnTo>
                <a:lnTo>
                  <a:pt x="8932" y="38656"/>
                </a:lnTo>
                <a:lnTo>
                  <a:pt x="8932" y="38656"/>
                </a:lnTo>
                <a:lnTo>
                  <a:pt x="8932" y="38656"/>
                </a:lnTo>
                <a:lnTo>
                  <a:pt x="8932" y="38656"/>
                </a:lnTo>
                <a:lnTo>
                  <a:pt x="8932" y="38656"/>
                </a:lnTo>
                <a:lnTo>
                  <a:pt x="8932" y="38656"/>
                </a:lnTo>
                <a:lnTo>
                  <a:pt x="8931" y="38656"/>
                </a:lnTo>
                <a:lnTo>
                  <a:pt x="8931" y="38656"/>
                </a:lnTo>
                <a:lnTo>
                  <a:pt x="8931" y="38656"/>
                </a:lnTo>
                <a:lnTo>
                  <a:pt x="8931" y="38656"/>
                </a:lnTo>
                <a:lnTo>
                  <a:pt x="8931" y="38656"/>
                </a:lnTo>
                <a:lnTo>
                  <a:pt x="8931" y="38656"/>
                </a:lnTo>
                <a:lnTo>
                  <a:pt x="8930" y="38656"/>
                </a:lnTo>
                <a:lnTo>
                  <a:pt x="8930" y="38656"/>
                </a:lnTo>
                <a:lnTo>
                  <a:pt x="8930" y="38656"/>
                </a:lnTo>
                <a:lnTo>
                  <a:pt x="8930" y="38656"/>
                </a:lnTo>
                <a:lnTo>
                  <a:pt x="8930" y="38656"/>
                </a:lnTo>
                <a:lnTo>
                  <a:pt x="8930" y="38656"/>
                </a:lnTo>
                <a:lnTo>
                  <a:pt x="8930" y="38656"/>
                </a:lnTo>
                <a:lnTo>
                  <a:pt x="8929" y="38656"/>
                </a:lnTo>
                <a:lnTo>
                  <a:pt x="8929" y="38656"/>
                </a:lnTo>
                <a:lnTo>
                  <a:pt x="8929" y="38656"/>
                </a:lnTo>
                <a:lnTo>
                  <a:pt x="8929" y="38656"/>
                </a:lnTo>
                <a:lnTo>
                  <a:pt x="8929" y="38656"/>
                </a:lnTo>
                <a:lnTo>
                  <a:pt x="8929" y="38656"/>
                </a:lnTo>
                <a:lnTo>
                  <a:pt x="8928" y="38656"/>
                </a:lnTo>
                <a:lnTo>
                  <a:pt x="8928" y="38656"/>
                </a:lnTo>
                <a:lnTo>
                  <a:pt x="8928" y="38656"/>
                </a:lnTo>
                <a:lnTo>
                  <a:pt x="8928" y="38656"/>
                </a:lnTo>
                <a:lnTo>
                  <a:pt x="8928" y="38656"/>
                </a:lnTo>
                <a:lnTo>
                  <a:pt x="8928" y="38656"/>
                </a:lnTo>
                <a:lnTo>
                  <a:pt x="8928" y="38656"/>
                </a:lnTo>
                <a:lnTo>
                  <a:pt x="8927" y="38656"/>
                </a:lnTo>
                <a:lnTo>
                  <a:pt x="8927" y="38656"/>
                </a:lnTo>
                <a:lnTo>
                  <a:pt x="8927" y="38656"/>
                </a:lnTo>
                <a:lnTo>
                  <a:pt x="8927" y="38656"/>
                </a:lnTo>
                <a:lnTo>
                  <a:pt x="8927" y="38656"/>
                </a:lnTo>
                <a:lnTo>
                  <a:pt x="8927" y="38656"/>
                </a:lnTo>
                <a:lnTo>
                  <a:pt x="8926" y="38656"/>
                </a:lnTo>
                <a:lnTo>
                  <a:pt x="8926" y="38656"/>
                </a:lnTo>
                <a:lnTo>
                  <a:pt x="8926" y="38656"/>
                </a:lnTo>
                <a:lnTo>
                  <a:pt x="8926" y="38656"/>
                </a:lnTo>
                <a:lnTo>
                  <a:pt x="8926" y="38656"/>
                </a:lnTo>
                <a:lnTo>
                  <a:pt x="8926" y="38656"/>
                </a:lnTo>
                <a:lnTo>
                  <a:pt x="8926" y="38656"/>
                </a:lnTo>
                <a:lnTo>
                  <a:pt x="8925" y="38656"/>
                </a:lnTo>
                <a:lnTo>
                  <a:pt x="8925" y="38656"/>
                </a:lnTo>
                <a:lnTo>
                  <a:pt x="8925" y="38656"/>
                </a:lnTo>
                <a:lnTo>
                  <a:pt x="8925" y="38656"/>
                </a:lnTo>
                <a:lnTo>
                  <a:pt x="8925" y="38656"/>
                </a:lnTo>
                <a:lnTo>
                  <a:pt x="8925" y="38656"/>
                </a:lnTo>
                <a:lnTo>
                  <a:pt x="8925" y="38656"/>
                </a:lnTo>
                <a:lnTo>
                  <a:pt x="8924" y="38656"/>
                </a:lnTo>
                <a:lnTo>
                  <a:pt x="8924" y="38656"/>
                </a:lnTo>
                <a:lnTo>
                  <a:pt x="8924" y="38656"/>
                </a:lnTo>
                <a:lnTo>
                  <a:pt x="8924" y="38656"/>
                </a:lnTo>
                <a:lnTo>
                  <a:pt x="8924" y="38656"/>
                </a:lnTo>
                <a:lnTo>
                  <a:pt x="8924" y="38656"/>
                </a:lnTo>
                <a:lnTo>
                  <a:pt x="8923" y="38656"/>
                </a:lnTo>
                <a:lnTo>
                  <a:pt x="8923" y="38656"/>
                </a:lnTo>
                <a:lnTo>
                  <a:pt x="8923" y="38656"/>
                </a:lnTo>
                <a:lnTo>
                  <a:pt x="8923" y="38656"/>
                </a:lnTo>
                <a:lnTo>
                  <a:pt x="8923" y="38656"/>
                </a:lnTo>
                <a:lnTo>
                  <a:pt x="8923" y="38656"/>
                </a:lnTo>
                <a:lnTo>
                  <a:pt x="8923" y="38656"/>
                </a:lnTo>
                <a:lnTo>
                  <a:pt x="8922" y="38656"/>
                </a:lnTo>
                <a:lnTo>
                  <a:pt x="8922" y="38656"/>
                </a:lnTo>
                <a:lnTo>
                  <a:pt x="8922" y="38656"/>
                </a:lnTo>
                <a:lnTo>
                  <a:pt x="8922" y="38656"/>
                </a:lnTo>
                <a:lnTo>
                  <a:pt x="8922" y="38656"/>
                </a:lnTo>
                <a:lnTo>
                  <a:pt x="8922" y="38656"/>
                </a:lnTo>
                <a:lnTo>
                  <a:pt x="8921" y="38656"/>
                </a:lnTo>
                <a:lnTo>
                  <a:pt x="8921" y="38656"/>
                </a:lnTo>
                <a:lnTo>
                  <a:pt x="8921" y="38656"/>
                </a:lnTo>
                <a:lnTo>
                  <a:pt x="8921" y="38656"/>
                </a:lnTo>
                <a:lnTo>
                  <a:pt x="8921" y="38656"/>
                </a:lnTo>
                <a:lnTo>
                  <a:pt x="8921" y="38656"/>
                </a:lnTo>
                <a:lnTo>
                  <a:pt x="8921" y="38656"/>
                </a:lnTo>
                <a:lnTo>
                  <a:pt x="8920" y="38656"/>
                </a:lnTo>
                <a:lnTo>
                  <a:pt x="8920" y="38656"/>
                </a:lnTo>
                <a:lnTo>
                  <a:pt x="8920" y="38656"/>
                </a:lnTo>
                <a:lnTo>
                  <a:pt x="8920" y="38656"/>
                </a:lnTo>
                <a:lnTo>
                  <a:pt x="8920" y="38656"/>
                </a:lnTo>
                <a:lnTo>
                  <a:pt x="8920" y="38656"/>
                </a:lnTo>
                <a:lnTo>
                  <a:pt x="8919" y="38656"/>
                </a:lnTo>
                <a:lnTo>
                  <a:pt x="8919" y="38656"/>
                </a:lnTo>
                <a:lnTo>
                  <a:pt x="8919" y="38656"/>
                </a:lnTo>
                <a:lnTo>
                  <a:pt x="8919" y="38656"/>
                </a:lnTo>
                <a:lnTo>
                  <a:pt x="8919" y="38656"/>
                </a:lnTo>
                <a:lnTo>
                  <a:pt x="8919" y="38656"/>
                </a:lnTo>
                <a:lnTo>
                  <a:pt x="8919" y="38656"/>
                </a:lnTo>
                <a:lnTo>
                  <a:pt x="8918" y="38656"/>
                </a:lnTo>
                <a:lnTo>
                  <a:pt x="8918" y="38656"/>
                </a:lnTo>
                <a:lnTo>
                  <a:pt x="8918" y="38656"/>
                </a:lnTo>
                <a:lnTo>
                  <a:pt x="8918" y="38656"/>
                </a:lnTo>
                <a:lnTo>
                  <a:pt x="8918" y="38656"/>
                </a:lnTo>
                <a:lnTo>
                  <a:pt x="8918" y="38656"/>
                </a:lnTo>
                <a:lnTo>
                  <a:pt x="8917" y="38656"/>
                </a:lnTo>
                <a:lnTo>
                  <a:pt x="8917" y="38656"/>
                </a:lnTo>
                <a:lnTo>
                  <a:pt x="8917" y="38656"/>
                </a:lnTo>
                <a:lnTo>
                  <a:pt x="8917" y="38656"/>
                </a:lnTo>
                <a:lnTo>
                  <a:pt x="8917" y="38656"/>
                </a:lnTo>
                <a:lnTo>
                  <a:pt x="8917" y="38656"/>
                </a:lnTo>
                <a:lnTo>
                  <a:pt x="8917" y="38656"/>
                </a:lnTo>
                <a:lnTo>
                  <a:pt x="8916" y="38656"/>
                </a:lnTo>
                <a:lnTo>
                  <a:pt x="8916" y="38656"/>
                </a:lnTo>
                <a:lnTo>
                  <a:pt x="8916" y="38656"/>
                </a:lnTo>
                <a:lnTo>
                  <a:pt x="8916" y="38656"/>
                </a:lnTo>
                <a:lnTo>
                  <a:pt x="8916" y="38656"/>
                </a:lnTo>
                <a:lnTo>
                  <a:pt x="8916" y="38656"/>
                </a:lnTo>
                <a:lnTo>
                  <a:pt x="8916" y="38656"/>
                </a:lnTo>
                <a:lnTo>
                  <a:pt x="8915" y="38656"/>
                </a:lnTo>
                <a:lnTo>
                  <a:pt x="8915" y="38656"/>
                </a:lnTo>
                <a:lnTo>
                  <a:pt x="8915" y="38656"/>
                </a:lnTo>
                <a:lnTo>
                  <a:pt x="8915" y="38656"/>
                </a:lnTo>
                <a:lnTo>
                  <a:pt x="8915" y="38656"/>
                </a:lnTo>
                <a:lnTo>
                  <a:pt x="8915" y="38656"/>
                </a:lnTo>
                <a:lnTo>
                  <a:pt x="8914" y="38656"/>
                </a:lnTo>
                <a:lnTo>
                  <a:pt x="8914" y="38656"/>
                </a:lnTo>
                <a:lnTo>
                  <a:pt x="8914" y="38656"/>
                </a:lnTo>
                <a:lnTo>
                  <a:pt x="8914" y="38656"/>
                </a:lnTo>
                <a:lnTo>
                  <a:pt x="8914" y="38656"/>
                </a:lnTo>
                <a:lnTo>
                  <a:pt x="8914" y="38656"/>
                </a:lnTo>
                <a:lnTo>
                  <a:pt x="8914" y="38656"/>
                </a:lnTo>
                <a:lnTo>
                  <a:pt x="8913" y="38656"/>
                </a:lnTo>
                <a:lnTo>
                  <a:pt x="8913" y="38656"/>
                </a:lnTo>
                <a:lnTo>
                  <a:pt x="8913" y="38656"/>
                </a:lnTo>
                <a:lnTo>
                  <a:pt x="8913" y="38656"/>
                </a:lnTo>
                <a:lnTo>
                  <a:pt x="8913" y="38656"/>
                </a:lnTo>
                <a:lnTo>
                  <a:pt x="8913" y="38656"/>
                </a:lnTo>
                <a:lnTo>
                  <a:pt x="8912" y="38656"/>
                </a:lnTo>
                <a:lnTo>
                  <a:pt x="8912" y="38656"/>
                </a:lnTo>
                <a:lnTo>
                  <a:pt x="8912" y="38656"/>
                </a:lnTo>
                <a:lnTo>
                  <a:pt x="8912" y="38656"/>
                </a:lnTo>
                <a:lnTo>
                  <a:pt x="8912" y="38656"/>
                </a:lnTo>
                <a:lnTo>
                  <a:pt x="8912" y="38656"/>
                </a:lnTo>
                <a:lnTo>
                  <a:pt x="8912" y="38656"/>
                </a:lnTo>
                <a:lnTo>
                  <a:pt x="8911" y="38656"/>
                </a:lnTo>
                <a:lnTo>
                  <a:pt x="8911" y="38656"/>
                </a:lnTo>
                <a:lnTo>
                  <a:pt x="8911" y="38656"/>
                </a:lnTo>
                <a:lnTo>
                  <a:pt x="8911" y="38656"/>
                </a:lnTo>
                <a:lnTo>
                  <a:pt x="8911" y="38656"/>
                </a:lnTo>
                <a:lnTo>
                  <a:pt x="8911" y="38656"/>
                </a:lnTo>
                <a:lnTo>
                  <a:pt x="8910" y="38656"/>
                </a:lnTo>
                <a:lnTo>
                  <a:pt x="8910" y="38656"/>
                </a:lnTo>
                <a:lnTo>
                  <a:pt x="8910" y="38656"/>
                </a:lnTo>
                <a:lnTo>
                  <a:pt x="8910" y="38656"/>
                </a:lnTo>
                <a:lnTo>
                  <a:pt x="8910" y="38656"/>
                </a:lnTo>
                <a:lnTo>
                  <a:pt x="8910" y="38656"/>
                </a:lnTo>
                <a:lnTo>
                  <a:pt x="8910" y="38656"/>
                </a:lnTo>
                <a:lnTo>
                  <a:pt x="8909" y="38656"/>
                </a:lnTo>
                <a:lnTo>
                  <a:pt x="8909" y="38656"/>
                </a:lnTo>
                <a:lnTo>
                  <a:pt x="8909" y="38656"/>
                </a:lnTo>
                <a:lnTo>
                  <a:pt x="8909" y="38656"/>
                </a:lnTo>
                <a:lnTo>
                  <a:pt x="8909" y="38656"/>
                </a:lnTo>
                <a:lnTo>
                  <a:pt x="8909" y="38656"/>
                </a:lnTo>
                <a:lnTo>
                  <a:pt x="8908" y="38656"/>
                </a:lnTo>
                <a:lnTo>
                  <a:pt x="8908" y="38656"/>
                </a:lnTo>
                <a:lnTo>
                  <a:pt x="8908" y="38656"/>
                </a:lnTo>
                <a:lnTo>
                  <a:pt x="8908" y="38656"/>
                </a:lnTo>
                <a:lnTo>
                  <a:pt x="8908" y="38656"/>
                </a:lnTo>
                <a:lnTo>
                  <a:pt x="8908" y="38656"/>
                </a:lnTo>
                <a:lnTo>
                  <a:pt x="8908" y="38656"/>
                </a:lnTo>
                <a:lnTo>
                  <a:pt x="8907" y="38656"/>
                </a:lnTo>
                <a:lnTo>
                  <a:pt x="8907" y="38656"/>
                </a:lnTo>
                <a:lnTo>
                  <a:pt x="8907" y="38656"/>
                </a:lnTo>
                <a:lnTo>
                  <a:pt x="8907" y="38656"/>
                </a:lnTo>
                <a:lnTo>
                  <a:pt x="8907" y="38656"/>
                </a:lnTo>
                <a:lnTo>
                  <a:pt x="8907" y="38656"/>
                </a:lnTo>
                <a:lnTo>
                  <a:pt x="8906" y="38656"/>
                </a:lnTo>
                <a:lnTo>
                  <a:pt x="8906" y="38656"/>
                </a:lnTo>
                <a:lnTo>
                  <a:pt x="8906" y="38656"/>
                </a:lnTo>
                <a:lnTo>
                  <a:pt x="8906" y="38656"/>
                </a:lnTo>
                <a:lnTo>
                  <a:pt x="8906" y="38656"/>
                </a:lnTo>
                <a:lnTo>
                  <a:pt x="8906" y="38656"/>
                </a:lnTo>
                <a:lnTo>
                  <a:pt x="8906" y="38656"/>
                </a:lnTo>
                <a:lnTo>
                  <a:pt x="8905" y="38656"/>
                </a:lnTo>
                <a:lnTo>
                  <a:pt x="8905" y="38656"/>
                </a:lnTo>
                <a:lnTo>
                  <a:pt x="8905" y="38656"/>
                </a:lnTo>
                <a:lnTo>
                  <a:pt x="8905" y="38656"/>
                </a:lnTo>
                <a:lnTo>
                  <a:pt x="8905" y="38656"/>
                </a:lnTo>
                <a:lnTo>
                  <a:pt x="8905" y="38656"/>
                </a:lnTo>
                <a:lnTo>
                  <a:pt x="8905" y="38656"/>
                </a:lnTo>
                <a:lnTo>
                  <a:pt x="8904" y="38656"/>
                </a:lnTo>
                <a:lnTo>
                  <a:pt x="8904" y="38656"/>
                </a:lnTo>
                <a:lnTo>
                  <a:pt x="8904" y="38656"/>
                </a:lnTo>
                <a:lnTo>
                  <a:pt x="8904" y="38656"/>
                </a:lnTo>
                <a:lnTo>
                  <a:pt x="8904" y="38656"/>
                </a:lnTo>
                <a:lnTo>
                  <a:pt x="8904" y="38656"/>
                </a:lnTo>
                <a:lnTo>
                  <a:pt x="8903" y="38656"/>
                </a:lnTo>
                <a:lnTo>
                  <a:pt x="8903" y="38656"/>
                </a:lnTo>
                <a:lnTo>
                  <a:pt x="8903" y="38656"/>
                </a:lnTo>
                <a:lnTo>
                  <a:pt x="8903" y="38656"/>
                </a:lnTo>
                <a:lnTo>
                  <a:pt x="8903" y="38656"/>
                </a:lnTo>
                <a:lnTo>
                  <a:pt x="8903" y="38656"/>
                </a:lnTo>
                <a:lnTo>
                  <a:pt x="8903" y="38656"/>
                </a:lnTo>
                <a:lnTo>
                  <a:pt x="8902" y="38656"/>
                </a:lnTo>
                <a:lnTo>
                  <a:pt x="8902" y="38656"/>
                </a:lnTo>
                <a:lnTo>
                  <a:pt x="8902" y="38656"/>
                </a:lnTo>
                <a:lnTo>
                  <a:pt x="8902" y="38656"/>
                </a:lnTo>
                <a:lnTo>
                  <a:pt x="8902" y="38656"/>
                </a:lnTo>
                <a:lnTo>
                  <a:pt x="8902" y="38656"/>
                </a:lnTo>
                <a:lnTo>
                  <a:pt x="8901" y="38656"/>
                </a:lnTo>
                <a:lnTo>
                  <a:pt x="8901" y="38656"/>
                </a:lnTo>
                <a:lnTo>
                  <a:pt x="8901" y="38656"/>
                </a:lnTo>
                <a:lnTo>
                  <a:pt x="8901" y="38656"/>
                </a:lnTo>
                <a:lnTo>
                  <a:pt x="8901" y="38656"/>
                </a:lnTo>
                <a:lnTo>
                  <a:pt x="8901" y="38656"/>
                </a:lnTo>
                <a:lnTo>
                  <a:pt x="8901" y="38656"/>
                </a:lnTo>
                <a:lnTo>
                  <a:pt x="8900" y="38656"/>
                </a:lnTo>
                <a:lnTo>
                  <a:pt x="8900" y="38656"/>
                </a:lnTo>
                <a:lnTo>
                  <a:pt x="8900" y="38656"/>
                </a:lnTo>
                <a:lnTo>
                  <a:pt x="8900" y="38656"/>
                </a:lnTo>
                <a:lnTo>
                  <a:pt x="8900" y="38656"/>
                </a:lnTo>
                <a:lnTo>
                  <a:pt x="8900" y="38656"/>
                </a:lnTo>
                <a:lnTo>
                  <a:pt x="8899" y="38656"/>
                </a:lnTo>
                <a:lnTo>
                  <a:pt x="8899" y="38656"/>
                </a:lnTo>
                <a:lnTo>
                  <a:pt x="8899" y="38656"/>
                </a:lnTo>
                <a:lnTo>
                  <a:pt x="8899" y="38656"/>
                </a:lnTo>
                <a:lnTo>
                  <a:pt x="8899" y="38656"/>
                </a:lnTo>
                <a:lnTo>
                  <a:pt x="8899" y="38656"/>
                </a:lnTo>
                <a:lnTo>
                  <a:pt x="8899" y="38656"/>
                </a:lnTo>
                <a:lnTo>
                  <a:pt x="8898" y="38656"/>
                </a:lnTo>
                <a:lnTo>
                  <a:pt x="8898" y="38656"/>
                </a:lnTo>
                <a:lnTo>
                  <a:pt x="8898" y="38656"/>
                </a:lnTo>
                <a:lnTo>
                  <a:pt x="8898" y="38656"/>
                </a:lnTo>
                <a:lnTo>
                  <a:pt x="8898" y="38656"/>
                </a:lnTo>
                <a:lnTo>
                  <a:pt x="8898" y="38656"/>
                </a:lnTo>
                <a:lnTo>
                  <a:pt x="8897" y="38656"/>
                </a:lnTo>
                <a:lnTo>
                  <a:pt x="8897" y="38656"/>
                </a:lnTo>
                <a:lnTo>
                  <a:pt x="8897" y="38656"/>
                </a:lnTo>
                <a:lnTo>
                  <a:pt x="8897" y="38656"/>
                </a:lnTo>
                <a:lnTo>
                  <a:pt x="8897" y="38656"/>
                </a:lnTo>
                <a:lnTo>
                  <a:pt x="8897" y="38656"/>
                </a:lnTo>
                <a:lnTo>
                  <a:pt x="8897" y="38656"/>
                </a:lnTo>
                <a:lnTo>
                  <a:pt x="8896" y="38656"/>
                </a:lnTo>
                <a:lnTo>
                  <a:pt x="8896" y="38656"/>
                </a:lnTo>
                <a:lnTo>
                  <a:pt x="8896" y="38656"/>
                </a:lnTo>
                <a:lnTo>
                  <a:pt x="8896" y="38656"/>
                </a:lnTo>
                <a:lnTo>
                  <a:pt x="8896" y="38656"/>
                </a:lnTo>
                <a:lnTo>
                  <a:pt x="8896" y="38656"/>
                </a:lnTo>
                <a:lnTo>
                  <a:pt x="8895" y="38656"/>
                </a:lnTo>
                <a:lnTo>
                  <a:pt x="8895" y="38656"/>
                </a:lnTo>
                <a:lnTo>
                  <a:pt x="8895" y="38656"/>
                </a:lnTo>
                <a:lnTo>
                  <a:pt x="8895" y="38656"/>
                </a:lnTo>
                <a:lnTo>
                  <a:pt x="8895" y="38656"/>
                </a:lnTo>
                <a:lnTo>
                  <a:pt x="8895" y="38656"/>
                </a:lnTo>
                <a:lnTo>
                  <a:pt x="8895" y="38656"/>
                </a:lnTo>
                <a:lnTo>
                  <a:pt x="8894" y="38656"/>
                </a:lnTo>
                <a:lnTo>
                  <a:pt x="8894" y="38656"/>
                </a:lnTo>
                <a:lnTo>
                  <a:pt x="8894" y="38656"/>
                </a:lnTo>
                <a:lnTo>
                  <a:pt x="8894" y="38656"/>
                </a:lnTo>
                <a:lnTo>
                  <a:pt x="8894" y="38656"/>
                </a:lnTo>
                <a:lnTo>
                  <a:pt x="8894" y="38656"/>
                </a:lnTo>
                <a:lnTo>
                  <a:pt x="8893" y="38656"/>
                </a:lnTo>
                <a:lnTo>
                  <a:pt x="8893" y="38656"/>
                </a:lnTo>
                <a:lnTo>
                  <a:pt x="8893" y="38656"/>
                </a:lnTo>
                <a:lnTo>
                  <a:pt x="8893" y="38656"/>
                </a:lnTo>
                <a:lnTo>
                  <a:pt x="8893" y="38656"/>
                </a:lnTo>
                <a:lnTo>
                  <a:pt x="8893" y="38656"/>
                </a:lnTo>
                <a:lnTo>
                  <a:pt x="8893" y="38656"/>
                </a:lnTo>
                <a:lnTo>
                  <a:pt x="8892" y="38656"/>
                </a:lnTo>
                <a:lnTo>
                  <a:pt x="8892" y="38656"/>
                </a:lnTo>
                <a:lnTo>
                  <a:pt x="8892" y="38656"/>
                </a:lnTo>
                <a:lnTo>
                  <a:pt x="8892" y="38656"/>
                </a:lnTo>
                <a:lnTo>
                  <a:pt x="8892" y="38656"/>
                </a:lnTo>
                <a:lnTo>
                  <a:pt x="8892" y="38656"/>
                </a:lnTo>
                <a:lnTo>
                  <a:pt x="8891" y="38656"/>
                </a:lnTo>
                <a:lnTo>
                  <a:pt x="8891" y="38656"/>
                </a:lnTo>
                <a:lnTo>
                  <a:pt x="8891" y="38656"/>
                </a:lnTo>
                <a:lnTo>
                  <a:pt x="8891" y="38656"/>
                </a:lnTo>
                <a:lnTo>
                  <a:pt x="8891" y="38656"/>
                </a:lnTo>
                <a:lnTo>
                  <a:pt x="8891" y="38656"/>
                </a:lnTo>
                <a:lnTo>
                  <a:pt x="8891" y="38656"/>
                </a:lnTo>
                <a:lnTo>
                  <a:pt x="8890" y="38656"/>
                </a:lnTo>
                <a:lnTo>
                  <a:pt x="8890" y="38656"/>
                </a:lnTo>
                <a:lnTo>
                  <a:pt x="8890" y="38656"/>
                </a:lnTo>
                <a:lnTo>
                  <a:pt x="8890" y="38656"/>
                </a:lnTo>
                <a:lnTo>
                  <a:pt x="8890" y="38656"/>
                </a:lnTo>
                <a:lnTo>
                  <a:pt x="8890" y="38656"/>
                </a:lnTo>
                <a:lnTo>
                  <a:pt x="8889" y="38656"/>
                </a:lnTo>
                <a:lnTo>
                  <a:pt x="8889" y="38656"/>
                </a:lnTo>
                <a:lnTo>
                  <a:pt x="8889" y="38656"/>
                </a:lnTo>
                <a:lnTo>
                  <a:pt x="8889" y="38656"/>
                </a:lnTo>
                <a:lnTo>
                  <a:pt x="8889" y="38656"/>
                </a:lnTo>
                <a:lnTo>
                  <a:pt x="8889" y="38656"/>
                </a:lnTo>
                <a:lnTo>
                  <a:pt x="8889" y="38656"/>
                </a:lnTo>
                <a:lnTo>
                  <a:pt x="8888" y="38656"/>
                </a:lnTo>
                <a:lnTo>
                  <a:pt x="8888" y="38656"/>
                </a:lnTo>
                <a:lnTo>
                  <a:pt x="8888" y="38656"/>
                </a:lnTo>
                <a:lnTo>
                  <a:pt x="8888" y="38656"/>
                </a:lnTo>
                <a:lnTo>
                  <a:pt x="8888" y="38656"/>
                </a:lnTo>
                <a:lnTo>
                  <a:pt x="8888" y="38656"/>
                </a:lnTo>
                <a:lnTo>
                  <a:pt x="8887" y="38656"/>
                </a:lnTo>
                <a:lnTo>
                  <a:pt x="8887" y="38656"/>
                </a:lnTo>
                <a:lnTo>
                  <a:pt x="8887" y="38656"/>
                </a:lnTo>
                <a:lnTo>
                  <a:pt x="8887" y="38656"/>
                </a:lnTo>
                <a:lnTo>
                  <a:pt x="8887" y="38656"/>
                </a:lnTo>
                <a:lnTo>
                  <a:pt x="8887" y="38656"/>
                </a:lnTo>
                <a:lnTo>
                  <a:pt x="8887" y="38656"/>
                </a:lnTo>
                <a:lnTo>
                  <a:pt x="8886" y="38656"/>
                </a:lnTo>
                <a:lnTo>
                  <a:pt x="8886" y="38656"/>
                </a:lnTo>
                <a:lnTo>
                  <a:pt x="8886" y="38656"/>
                </a:lnTo>
                <a:lnTo>
                  <a:pt x="8886" y="38656"/>
                </a:lnTo>
                <a:lnTo>
                  <a:pt x="8886" y="38656"/>
                </a:lnTo>
                <a:lnTo>
                  <a:pt x="8886" y="38656"/>
                </a:lnTo>
                <a:lnTo>
                  <a:pt x="8885" y="38656"/>
                </a:lnTo>
                <a:lnTo>
                  <a:pt x="8885" y="38656"/>
                </a:lnTo>
                <a:lnTo>
                  <a:pt x="8885" y="38656"/>
                </a:lnTo>
                <a:lnTo>
                  <a:pt x="8885" y="38656"/>
                </a:lnTo>
                <a:lnTo>
                  <a:pt x="8885" y="38656"/>
                </a:lnTo>
                <a:lnTo>
                  <a:pt x="8885" y="38656"/>
                </a:lnTo>
                <a:lnTo>
                  <a:pt x="8885" y="38656"/>
                </a:lnTo>
                <a:lnTo>
                  <a:pt x="8884" y="38656"/>
                </a:lnTo>
                <a:lnTo>
                  <a:pt x="8884" y="38656"/>
                </a:lnTo>
                <a:lnTo>
                  <a:pt x="8884" y="38656"/>
                </a:lnTo>
                <a:lnTo>
                  <a:pt x="8884" y="38656"/>
                </a:lnTo>
                <a:lnTo>
                  <a:pt x="8884" y="38656"/>
                </a:lnTo>
                <a:lnTo>
                  <a:pt x="8884" y="38656"/>
                </a:lnTo>
                <a:lnTo>
                  <a:pt x="8883" y="38656"/>
                </a:lnTo>
                <a:lnTo>
                  <a:pt x="8883" y="38656"/>
                </a:lnTo>
                <a:lnTo>
                  <a:pt x="8883" y="38656"/>
                </a:lnTo>
                <a:lnTo>
                  <a:pt x="8883" y="38656"/>
                </a:lnTo>
                <a:lnTo>
                  <a:pt x="8883" y="38656"/>
                </a:lnTo>
                <a:lnTo>
                  <a:pt x="8883" y="38656"/>
                </a:lnTo>
                <a:lnTo>
                  <a:pt x="8883" y="38656"/>
                </a:lnTo>
                <a:lnTo>
                  <a:pt x="8882" y="38656"/>
                </a:lnTo>
                <a:lnTo>
                  <a:pt x="8882" y="38656"/>
                </a:lnTo>
                <a:lnTo>
                  <a:pt x="8882" y="38656"/>
                </a:lnTo>
                <a:lnTo>
                  <a:pt x="8882" y="38656"/>
                </a:lnTo>
                <a:lnTo>
                  <a:pt x="8882" y="38656"/>
                </a:lnTo>
                <a:lnTo>
                  <a:pt x="8882" y="38656"/>
                </a:lnTo>
                <a:lnTo>
                  <a:pt x="8881" y="38656"/>
                </a:lnTo>
                <a:lnTo>
                  <a:pt x="8881" y="38656"/>
                </a:lnTo>
                <a:lnTo>
                  <a:pt x="8881" y="38656"/>
                </a:lnTo>
                <a:lnTo>
                  <a:pt x="8881" y="38656"/>
                </a:lnTo>
                <a:lnTo>
                  <a:pt x="8881" y="38656"/>
                </a:lnTo>
                <a:lnTo>
                  <a:pt x="8881" y="38656"/>
                </a:lnTo>
                <a:lnTo>
                  <a:pt x="8881" y="38656"/>
                </a:lnTo>
                <a:lnTo>
                  <a:pt x="8880" y="38656"/>
                </a:lnTo>
                <a:lnTo>
                  <a:pt x="8880" y="38656"/>
                </a:lnTo>
                <a:lnTo>
                  <a:pt x="8880" y="38656"/>
                </a:lnTo>
                <a:lnTo>
                  <a:pt x="8880" y="38656"/>
                </a:lnTo>
                <a:lnTo>
                  <a:pt x="8880" y="38656"/>
                </a:lnTo>
                <a:lnTo>
                  <a:pt x="8880" y="38656"/>
                </a:lnTo>
                <a:lnTo>
                  <a:pt x="8879" y="38656"/>
                </a:lnTo>
                <a:lnTo>
                  <a:pt x="8879" y="38656"/>
                </a:lnTo>
                <a:lnTo>
                  <a:pt x="8879" y="38656"/>
                </a:lnTo>
                <a:lnTo>
                  <a:pt x="8879" y="38656"/>
                </a:lnTo>
                <a:lnTo>
                  <a:pt x="8879" y="38656"/>
                </a:lnTo>
                <a:lnTo>
                  <a:pt x="8879" y="38656"/>
                </a:lnTo>
                <a:lnTo>
                  <a:pt x="8879" y="38656"/>
                </a:lnTo>
                <a:lnTo>
                  <a:pt x="8878" y="38656"/>
                </a:lnTo>
                <a:lnTo>
                  <a:pt x="8878" y="38656"/>
                </a:lnTo>
                <a:lnTo>
                  <a:pt x="8878" y="38656"/>
                </a:lnTo>
                <a:lnTo>
                  <a:pt x="8878" y="38656"/>
                </a:lnTo>
                <a:lnTo>
                  <a:pt x="8878" y="38656"/>
                </a:lnTo>
                <a:lnTo>
                  <a:pt x="8878" y="38656"/>
                </a:lnTo>
                <a:lnTo>
                  <a:pt x="8877" y="38656"/>
                </a:lnTo>
                <a:lnTo>
                  <a:pt x="8877" y="38656"/>
                </a:lnTo>
                <a:lnTo>
                  <a:pt x="8877" y="38656"/>
                </a:lnTo>
                <a:lnTo>
                  <a:pt x="8877" y="38656"/>
                </a:lnTo>
                <a:lnTo>
                  <a:pt x="8877" y="38656"/>
                </a:lnTo>
                <a:lnTo>
                  <a:pt x="8877" y="38656"/>
                </a:lnTo>
                <a:lnTo>
                  <a:pt x="8877" y="38656"/>
                </a:lnTo>
                <a:lnTo>
                  <a:pt x="8876" y="38656"/>
                </a:lnTo>
                <a:lnTo>
                  <a:pt x="8876" y="38656"/>
                </a:lnTo>
                <a:lnTo>
                  <a:pt x="8876" y="38656"/>
                </a:lnTo>
                <a:lnTo>
                  <a:pt x="8876" y="38656"/>
                </a:lnTo>
                <a:lnTo>
                  <a:pt x="8876" y="38656"/>
                </a:lnTo>
                <a:lnTo>
                  <a:pt x="8876" y="38656"/>
                </a:lnTo>
                <a:lnTo>
                  <a:pt x="8875" y="38656"/>
                </a:lnTo>
                <a:lnTo>
                  <a:pt x="8875" y="38656"/>
                </a:lnTo>
                <a:lnTo>
                  <a:pt x="8875" y="38656"/>
                </a:lnTo>
                <a:lnTo>
                  <a:pt x="8875" y="38656"/>
                </a:lnTo>
                <a:lnTo>
                  <a:pt x="8875" y="38656"/>
                </a:lnTo>
                <a:lnTo>
                  <a:pt x="8875" y="38656"/>
                </a:lnTo>
                <a:lnTo>
                  <a:pt x="8875" y="38656"/>
                </a:lnTo>
                <a:lnTo>
                  <a:pt x="8874" y="38656"/>
                </a:lnTo>
                <a:lnTo>
                  <a:pt x="8874" y="38656"/>
                </a:lnTo>
                <a:lnTo>
                  <a:pt x="8874" y="38656"/>
                </a:lnTo>
                <a:lnTo>
                  <a:pt x="8874" y="38656"/>
                </a:lnTo>
                <a:lnTo>
                  <a:pt x="8874" y="38656"/>
                </a:lnTo>
                <a:lnTo>
                  <a:pt x="8874" y="38656"/>
                </a:lnTo>
                <a:lnTo>
                  <a:pt x="8873" y="38656"/>
                </a:lnTo>
                <a:lnTo>
                  <a:pt x="8873" y="38656"/>
                </a:lnTo>
                <a:lnTo>
                  <a:pt x="8873" y="38656"/>
                </a:lnTo>
                <a:lnTo>
                  <a:pt x="8873" y="38656"/>
                </a:lnTo>
                <a:lnTo>
                  <a:pt x="8873" y="38656"/>
                </a:lnTo>
                <a:lnTo>
                  <a:pt x="8873" y="38656"/>
                </a:lnTo>
                <a:lnTo>
                  <a:pt x="8873" y="38656"/>
                </a:lnTo>
                <a:lnTo>
                  <a:pt x="8872" y="38656"/>
                </a:lnTo>
                <a:lnTo>
                  <a:pt x="8872" y="38656"/>
                </a:lnTo>
                <a:lnTo>
                  <a:pt x="8872" y="38656"/>
                </a:lnTo>
                <a:lnTo>
                  <a:pt x="8872" y="38656"/>
                </a:lnTo>
                <a:lnTo>
                  <a:pt x="8872" y="38656"/>
                </a:lnTo>
                <a:lnTo>
                  <a:pt x="8872" y="38656"/>
                </a:lnTo>
                <a:lnTo>
                  <a:pt x="8871" y="38656"/>
                </a:lnTo>
                <a:lnTo>
                  <a:pt x="8871" y="38656"/>
                </a:lnTo>
                <a:lnTo>
                  <a:pt x="8871" y="38656"/>
                </a:lnTo>
                <a:lnTo>
                  <a:pt x="8871" y="38656"/>
                </a:lnTo>
                <a:lnTo>
                  <a:pt x="8871" y="38656"/>
                </a:lnTo>
                <a:lnTo>
                  <a:pt x="8871" y="38656"/>
                </a:lnTo>
                <a:lnTo>
                  <a:pt x="8871" y="38656"/>
                </a:lnTo>
                <a:lnTo>
                  <a:pt x="8870" y="38656"/>
                </a:lnTo>
                <a:lnTo>
                  <a:pt x="8870" y="38656"/>
                </a:lnTo>
                <a:lnTo>
                  <a:pt x="8870" y="38656"/>
                </a:lnTo>
                <a:lnTo>
                  <a:pt x="8870" y="38656"/>
                </a:lnTo>
                <a:lnTo>
                  <a:pt x="8870" y="38656"/>
                </a:lnTo>
                <a:lnTo>
                  <a:pt x="8870" y="38656"/>
                </a:lnTo>
                <a:lnTo>
                  <a:pt x="8869" y="38656"/>
                </a:lnTo>
                <a:lnTo>
                  <a:pt x="8869" y="38656"/>
                </a:lnTo>
                <a:lnTo>
                  <a:pt x="8869" y="38656"/>
                </a:lnTo>
                <a:lnTo>
                  <a:pt x="8869" y="38656"/>
                </a:lnTo>
                <a:lnTo>
                  <a:pt x="8869" y="38656"/>
                </a:lnTo>
                <a:lnTo>
                  <a:pt x="8869" y="38656"/>
                </a:lnTo>
                <a:lnTo>
                  <a:pt x="8869" y="38656"/>
                </a:lnTo>
                <a:lnTo>
                  <a:pt x="8868" y="38656"/>
                </a:lnTo>
                <a:lnTo>
                  <a:pt x="8868" y="38656"/>
                </a:lnTo>
                <a:lnTo>
                  <a:pt x="8868" y="38656"/>
                </a:lnTo>
                <a:lnTo>
                  <a:pt x="8868" y="38656"/>
                </a:lnTo>
                <a:lnTo>
                  <a:pt x="8868" y="38656"/>
                </a:lnTo>
                <a:lnTo>
                  <a:pt x="8868" y="38656"/>
                </a:lnTo>
                <a:lnTo>
                  <a:pt x="8867" y="38656"/>
                </a:lnTo>
                <a:lnTo>
                  <a:pt x="8867" y="38656"/>
                </a:lnTo>
                <a:lnTo>
                  <a:pt x="8867" y="38656"/>
                </a:lnTo>
                <a:lnTo>
                  <a:pt x="8867" y="38656"/>
                </a:lnTo>
                <a:lnTo>
                  <a:pt x="8867" y="38656"/>
                </a:lnTo>
                <a:lnTo>
                  <a:pt x="8867" y="38656"/>
                </a:lnTo>
                <a:lnTo>
                  <a:pt x="8866" y="38656"/>
                </a:lnTo>
                <a:lnTo>
                  <a:pt x="8866" y="38656"/>
                </a:lnTo>
                <a:lnTo>
                  <a:pt x="8866" y="38656"/>
                </a:lnTo>
                <a:lnTo>
                  <a:pt x="8866" y="38656"/>
                </a:lnTo>
                <a:lnTo>
                  <a:pt x="8866" y="38656"/>
                </a:lnTo>
                <a:lnTo>
                  <a:pt x="8866" y="38656"/>
                </a:lnTo>
                <a:lnTo>
                  <a:pt x="8866" y="38656"/>
                </a:lnTo>
                <a:lnTo>
                  <a:pt x="8865" y="38656"/>
                </a:lnTo>
                <a:lnTo>
                  <a:pt x="8865" y="38656"/>
                </a:lnTo>
                <a:lnTo>
                  <a:pt x="8865" y="38656"/>
                </a:lnTo>
                <a:lnTo>
                  <a:pt x="8865" y="38656"/>
                </a:lnTo>
                <a:lnTo>
                  <a:pt x="8865" y="38656"/>
                </a:lnTo>
                <a:lnTo>
                  <a:pt x="8865" y="38656"/>
                </a:lnTo>
                <a:lnTo>
                  <a:pt x="8864" y="38656"/>
                </a:lnTo>
                <a:lnTo>
                  <a:pt x="8864" y="38656"/>
                </a:lnTo>
                <a:lnTo>
                  <a:pt x="8864" y="38656"/>
                </a:lnTo>
                <a:lnTo>
                  <a:pt x="8864" y="38656"/>
                </a:lnTo>
                <a:lnTo>
                  <a:pt x="8864" y="38656"/>
                </a:lnTo>
                <a:lnTo>
                  <a:pt x="8864" y="38656"/>
                </a:lnTo>
                <a:lnTo>
                  <a:pt x="8864" y="38656"/>
                </a:lnTo>
                <a:lnTo>
                  <a:pt x="8863" y="38656"/>
                </a:lnTo>
                <a:lnTo>
                  <a:pt x="8863" y="38656"/>
                </a:lnTo>
                <a:lnTo>
                  <a:pt x="8863" y="38656"/>
                </a:lnTo>
                <a:lnTo>
                  <a:pt x="8863" y="38656"/>
                </a:lnTo>
                <a:lnTo>
                  <a:pt x="8863" y="38656"/>
                </a:lnTo>
                <a:lnTo>
                  <a:pt x="8863" y="38656"/>
                </a:lnTo>
                <a:lnTo>
                  <a:pt x="8862" y="38656"/>
                </a:lnTo>
                <a:lnTo>
                  <a:pt x="8862" y="38656"/>
                </a:lnTo>
                <a:lnTo>
                  <a:pt x="8862" y="38656"/>
                </a:lnTo>
                <a:lnTo>
                  <a:pt x="8862" y="38656"/>
                </a:lnTo>
                <a:lnTo>
                  <a:pt x="8862" y="38656"/>
                </a:lnTo>
                <a:lnTo>
                  <a:pt x="8862" y="38656"/>
                </a:lnTo>
                <a:lnTo>
                  <a:pt x="8862" y="38656"/>
                </a:lnTo>
                <a:lnTo>
                  <a:pt x="8861" y="38656"/>
                </a:lnTo>
                <a:lnTo>
                  <a:pt x="8861" y="38656"/>
                </a:lnTo>
                <a:lnTo>
                  <a:pt x="8861" y="38656"/>
                </a:lnTo>
                <a:lnTo>
                  <a:pt x="8861" y="38656"/>
                </a:lnTo>
                <a:lnTo>
                  <a:pt x="8861" y="38656"/>
                </a:lnTo>
                <a:lnTo>
                  <a:pt x="8861" y="38656"/>
                </a:lnTo>
                <a:lnTo>
                  <a:pt x="8860" y="38656"/>
                </a:lnTo>
                <a:lnTo>
                  <a:pt x="8860" y="38656"/>
                </a:lnTo>
                <a:lnTo>
                  <a:pt x="8860" y="38656"/>
                </a:lnTo>
                <a:lnTo>
                  <a:pt x="8860" y="38656"/>
                </a:lnTo>
                <a:lnTo>
                  <a:pt x="8860" y="38656"/>
                </a:lnTo>
                <a:lnTo>
                  <a:pt x="8860" y="38656"/>
                </a:lnTo>
                <a:lnTo>
                  <a:pt x="8860" y="38656"/>
                </a:lnTo>
                <a:lnTo>
                  <a:pt x="8859" y="38656"/>
                </a:lnTo>
                <a:lnTo>
                  <a:pt x="8859" y="38656"/>
                </a:lnTo>
                <a:lnTo>
                  <a:pt x="8859" y="38656"/>
                </a:lnTo>
                <a:lnTo>
                  <a:pt x="8859" y="38656"/>
                </a:lnTo>
                <a:lnTo>
                  <a:pt x="8859" y="38656"/>
                </a:lnTo>
                <a:lnTo>
                  <a:pt x="8859" y="38656"/>
                </a:lnTo>
                <a:lnTo>
                  <a:pt x="8858" y="38656"/>
                </a:lnTo>
                <a:lnTo>
                  <a:pt x="8858" y="38656"/>
                </a:lnTo>
                <a:lnTo>
                  <a:pt x="8858" y="38656"/>
                </a:lnTo>
                <a:lnTo>
                  <a:pt x="8858" y="38656"/>
                </a:lnTo>
                <a:lnTo>
                  <a:pt x="8858" y="38656"/>
                </a:lnTo>
                <a:lnTo>
                  <a:pt x="8858" y="38656"/>
                </a:lnTo>
                <a:lnTo>
                  <a:pt x="8858" y="38656"/>
                </a:lnTo>
                <a:lnTo>
                  <a:pt x="8857" y="38656"/>
                </a:lnTo>
                <a:lnTo>
                  <a:pt x="8857" y="38656"/>
                </a:lnTo>
                <a:lnTo>
                  <a:pt x="8857" y="38656"/>
                </a:lnTo>
                <a:lnTo>
                  <a:pt x="8857" y="38656"/>
                </a:lnTo>
                <a:lnTo>
                  <a:pt x="8857" y="38656"/>
                </a:lnTo>
                <a:lnTo>
                  <a:pt x="8857" y="38656"/>
                </a:lnTo>
                <a:lnTo>
                  <a:pt x="8856" y="38656"/>
                </a:lnTo>
                <a:lnTo>
                  <a:pt x="8856" y="38656"/>
                </a:lnTo>
                <a:lnTo>
                  <a:pt x="8856" y="38656"/>
                </a:lnTo>
                <a:lnTo>
                  <a:pt x="8856" y="38656"/>
                </a:lnTo>
                <a:lnTo>
                  <a:pt x="8856" y="38656"/>
                </a:lnTo>
                <a:lnTo>
                  <a:pt x="8856" y="38656"/>
                </a:lnTo>
                <a:lnTo>
                  <a:pt x="8855" y="38656"/>
                </a:lnTo>
                <a:lnTo>
                  <a:pt x="8855" y="38656"/>
                </a:lnTo>
                <a:lnTo>
                  <a:pt x="8855" y="38656"/>
                </a:lnTo>
                <a:lnTo>
                  <a:pt x="8855" y="38656"/>
                </a:lnTo>
                <a:lnTo>
                  <a:pt x="8855" y="38656"/>
                </a:lnTo>
                <a:lnTo>
                  <a:pt x="8855" y="38656"/>
                </a:lnTo>
                <a:lnTo>
                  <a:pt x="8855" y="38656"/>
                </a:lnTo>
                <a:lnTo>
                  <a:pt x="8854" y="38656"/>
                </a:lnTo>
                <a:lnTo>
                  <a:pt x="8854" y="38656"/>
                </a:lnTo>
                <a:lnTo>
                  <a:pt x="8854" y="38656"/>
                </a:lnTo>
                <a:lnTo>
                  <a:pt x="8854" y="38656"/>
                </a:lnTo>
                <a:lnTo>
                  <a:pt x="8854" y="38656"/>
                </a:lnTo>
                <a:lnTo>
                  <a:pt x="8854" y="38656"/>
                </a:lnTo>
                <a:lnTo>
                  <a:pt x="8853" y="38656"/>
                </a:lnTo>
                <a:lnTo>
                  <a:pt x="8853" y="38656"/>
                </a:lnTo>
                <a:lnTo>
                  <a:pt x="8853" y="38656"/>
                </a:lnTo>
                <a:lnTo>
                  <a:pt x="8853" y="38656"/>
                </a:lnTo>
                <a:lnTo>
                  <a:pt x="8853" y="38656"/>
                </a:lnTo>
                <a:lnTo>
                  <a:pt x="8853" y="38656"/>
                </a:lnTo>
                <a:lnTo>
                  <a:pt x="8853" y="38656"/>
                </a:lnTo>
                <a:lnTo>
                  <a:pt x="8852" y="38656"/>
                </a:lnTo>
                <a:lnTo>
                  <a:pt x="8852" y="38656"/>
                </a:lnTo>
                <a:lnTo>
                  <a:pt x="8852" y="38656"/>
                </a:lnTo>
                <a:lnTo>
                  <a:pt x="8852" y="38656"/>
                </a:lnTo>
                <a:lnTo>
                  <a:pt x="8852" y="38656"/>
                </a:lnTo>
                <a:lnTo>
                  <a:pt x="8852" y="38656"/>
                </a:lnTo>
                <a:lnTo>
                  <a:pt x="8851" y="38656"/>
                </a:lnTo>
                <a:lnTo>
                  <a:pt x="8851" y="38656"/>
                </a:lnTo>
                <a:lnTo>
                  <a:pt x="8851" y="38656"/>
                </a:lnTo>
                <a:lnTo>
                  <a:pt x="8851" y="38656"/>
                </a:lnTo>
                <a:lnTo>
                  <a:pt x="8851" y="38656"/>
                </a:lnTo>
                <a:lnTo>
                  <a:pt x="8851" y="38656"/>
                </a:lnTo>
                <a:lnTo>
                  <a:pt x="8851" y="38656"/>
                </a:lnTo>
                <a:lnTo>
                  <a:pt x="8850" y="38656"/>
                </a:lnTo>
                <a:lnTo>
                  <a:pt x="8850" y="38656"/>
                </a:lnTo>
                <a:lnTo>
                  <a:pt x="8850" y="38656"/>
                </a:lnTo>
                <a:lnTo>
                  <a:pt x="8850" y="38656"/>
                </a:lnTo>
                <a:lnTo>
                  <a:pt x="8850" y="38656"/>
                </a:lnTo>
                <a:lnTo>
                  <a:pt x="8850" y="38656"/>
                </a:lnTo>
                <a:lnTo>
                  <a:pt x="8849" y="38656"/>
                </a:lnTo>
                <a:lnTo>
                  <a:pt x="8849" y="38656"/>
                </a:lnTo>
                <a:lnTo>
                  <a:pt x="8849" y="38656"/>
                </a:lnTo>
                <a:lnTo>
                  <a:pt x="8849" y="38656"/>
                </a:lnTo>
                <a:lnTo>
                  <a:pt x="8849" y="38656"/>
                </a:lnTo>
                <a:lnTo>
                  <a:pt x="8849" y="38656"/>
                </a:lnTo>
                <a:lnTo>
                  <a:pt x="8849" y="38656"/>
                </a:lnTo>
                <a:lnTo>
                  <a:pt x="8848" y="38656"/>
                </a:lnTo>
                <a:lnTo>
                  <a:pt x="8848" y="38656"/>
                </a:lnTo>
                <a:lnTo>
                  <a:pt x="8848" y="38656"/>
                </a:lnTo>
                <a:lnTo>
                  <a:pt x="8848" y="38656"/>
                </a:lnTo>
                <a:lnTo>
                  <a:pt x="8848" y="38656"/>
                </a:lnTo>
                <a:lnTo>
                  <a:pt x="8848" y="38656"/>
                </a:lnTo>
                <a:lnTo>
                  <a:pt x="8847" y="38656"/>
                </a:lnTo>
                <a:lnTo>
                  <a:pt x="8847" y="38656"/>
                </a:lnTo>
                <a:lnTo>
                  <a:pt x="8847" y="38656"/>
                </a:lnTo>
                <a:lnTo>
                  <a:pt x="8847" y="38656"/>
                </a:lnTo>
                <a:lnTo>
                  <a:pt x="8847" y="38656"/>
                </a:lnTo>
                <a:lnTo>
                  <a:pt x="8847" y="38656"/>
                </a:lnTo>
                <a:lnTo>
                  <a:pt x="8846" y="38656"/>
                </a:lnTo>
                <a:lnTo>
                  <a:pt x="8846" y="38656"/>
                </a:lnTo>
                <a:lnTo>
                  <a:pt x="8846" y="38656"/>
                </a:lnTo>
                <a:lnTo>
                  <a:pt x="8846" y="38656"/>
                </a:lnTo>
                <a:lnTo>
                  <a:pt x="8846" y="38656"/>
                </a:lnTo>
                <a:lnTo>
                  <a:pt x="8846" y="38656"/>
                </a:lnTo>
                <a:lnTo>
                  <a:pt x="8846" y="38656"/>
                </a:lnTo>
                <a:lnTo>
                  <a:pt x="8845" y="38656"/>
                </a:lnTo>
                <a:lnTo>
                  <a:pt x="8845" y="38656"/>
                </a:lnTo>
                <a:lnTo>
                  <a:pt x="8845" y="38656"/>
                </a:lnTo>
                <a:lnTo>
                  <a:pt x="8845" y="38656"/>
                </a:lnTo>
                <a:lnTo>
                  <a:pt x="8845" y="38656"/>
                </a:lnTo>
                <a:lnTo>
                  <a:pt x="8845" y="38656"/>
                </a:lnTo>
                <a:lnTo>
                  <a:pt x="8844" y="38656"/>
                </a:lnTo>
                <a:lnTo>
                  <a:pt x="8844" y="38656"/>
                </a:lnTo>
                <a:lnTo>
                  <a:pt x="8844" y="38656"/>
                </a:lnTo>
                <a:lnTo>
                  <a:pt x="8844" y="38656"/>
                </a:lnTo>
                <a:lnTo>
                  <a:pt x="8844" y="38656"/>
                </a:lnTo>
                <a:lnTo>
                  <a:pt x="8844" y="38656"/>
                </a:lnTo>
                <a:lnTo>
                  <a:pt x="8844" y="38656"/>
                </a:lnTo>
                <a:lnTo>
                  <a:pt x="8843" y="38656"/>
                </a:lnTo>
                <a:lnTo>
                  <a:pt x="8843" y="38656"/>
                </a:lnTo>
                <a:lnTo>
                  <a:pt x="8843" y="38656"/>
                </a:lnTo>
                <a:lnTo>
                  <a:pt x="8843" y="38656"/>
                </a:lnTo>
                <a:lnTo>
                  <a:pt x="8843" y="38656"/>
                </a:lnTo>
                <a:lnTo>
                  <a:pt x="8843" y="38656"/>
                </a:lnTo>
                <a:lnTo>
                  <a:pt x="8842" y="38656"/>
                </a:lnTo>
                <a:lnTo>
                  <a:pt x="8842" y="38656"/>
                </a:lnTo>
                <a:lnTo>
                  <a:pt x="8842" y="38656"/>
                </a:lnTo>
                <a:lnTo>
                  <a:pt x="8842" y="38656"/>
                </a:lnTo>
                <a:lnTo>
                  <a:pt x="8842" y="38656"/>
                </a:lnTo>
                <a:lnTo>
                  <a:pt x="8842" y="38656"/>
                </a:lnTo>
                <a:lnTo>
                  <a:pt x="8842" y="38656"/>
                </a:lnTo>
                <a:lnTo>
                  <a:pt x="8841" y="38656"/>
                </a:lnTo>
                <a:lnTo>
                  <a:pt x="8841" y="38656"/>
                </a:lnTo>
                <a:lnTo>
                  <a:pt x="8841" y="38656"/>
                </a:lnTo>
                <a:lnTo>
                  <a:pt x="8841" y="38656"/>
                </a:lnTo>
                <a:lnTo>
                  <a:pt x="8841" y="38656"/>
                </a:lnTo>
                <a:lnTo>
                  <a:pt x="8841" y="38656"/>
                </a:lnTo>
                <a:lnTo>
                  <a:pt x="8840" y="38656"/>
                </a:lnTo>
                <a:lnTo>
                  <a:pt x="8840" y="38656"/>
                </a:lnTo>
                <a:lnTo>
                  <a:pt x="8840" y="38656"/>
                </a:lnTo>
                <a:lnTo>
                  <a:pt x="8840" y="38656"/>
                </a:lnTo>
                <a:lnTo>
                  <a:pt x="8840" y="38656"/>
                </a:lnTo>
                <a:lnTo>
                  <a:pt x="8840" y="38656"/>
                </a:lnTo>
                <a:lnTo>
                  <a:pt x="8839" y="38656"/>
                </a:lnTo>
                <a:lnTo>
                  <a:pt x="8839" y="38656"/>
                </a:lnTo>
                <a:lnTo>
                  <a:pt x="8839" y="38656"/>
                </a:lnTo>
                <a:lnTo>
                  <a:pt x="8839" y="38656"/>
                </a:lnTo>
                <a:lnTo>
                  <a:pt x="8839" y="38656"/>
                </a:lnTo>
                <a:lnTo>
                  <a:pt x="8839" y="38656"/>
                </a:lnTo>
                <a:lnTo>
                  <a:pt x="8839" y="38656"/>
                </a:lnTo>
                <a:lnTo>
                  <a:pt x="8838" y="38656"/>
                </a:lnTo>
                <a:lnTo>
                  <a:pt x="8838" y="38656"/>
                </a:lnTo>
                <a:lnTo>
                  <a:pt x="8838" y="38656"/>
                </a:lnTo>
                <a:lnTo>
                  <a:pt x="8838" y="38656"/>
                </a:lnTo>
                <a:lnTo>
                  <a:pt x="8838" y="38656"/>
                </a:lnTo>
                <a:lnTo>
                  <a:pt x="8838" y="38656"/>
                </a:lnTo>
                <a:lnTo>
                  <a:pt x="8837" y="38656"/>
                </a:lnTo>
                <a:lnTo>
                  <a:pt x="8837" y="38656"/>
                </a:lnTo>
                <a:lnTo>
                  <a:pt x="8837" y="38656"/>
                </a:lnTo>
                <a:lnTo>
                  <a:pt x="8837" y="38656"/>
                </a:lnTo>
                <a:lnTo>
                  <a:pt x="8837" y="38656"/>
                </a:lnTo>
                <a:lnTo>
                  <a:pt x="8837" y="38656"/>
                </a:lnTo>
                <a:lnTo>
                  <a:pt x="8837" y="38656"/>
                </a:lnTo>
                <a:lnTo>
                  <a:pt x="8836" y="38656"/>
                </a:lnTo>
                <a:lnTo>
                  <a:pt x="8836" y="38656"/>
                </a:lnTo>
                <a:lnTo>
                  <a:pt x="8836" y="38656"/>
                </a:lnTo>
                <a:lnTo>
                  <a:pt x="8836" y="38656"/>
                </a:lnTo>
                <a:lnTo>
                  <a:pt x="8836" y="38656"/>
                </a:lnTo>
                <a:lnTo>
                  <a:pt x="8836" y="38656"/>
                </a:lnTo>
                <a:lnTo>
                  <a:pt x="8835" y="38656"/>
                </a:lnTo>
                <a:lnTo>
                  <a:pt x="8835" y="38656"/>
                </a:lnTo>
                <a:lnTo>
                  <a:pt x="8835" y="38656"/>
                </a:lnTo>
                <a:lnTo>
                  <a:pt x="8835" y="38656"/>
                </a:lnTo>
                <a:lnTo>
                  <a:pt x="8835" y="38656"/>
                </a:lnTo>
                <a:lnTo>
                  <a:pt x="8835" y="38656"/>
                </a:lnTo>
                <a:lnTo>
                  <a:pt x="8835" y="38656"/>
                </a:lnTo>
                <a:lnTo>
                  <a:pt x="8834" y="38656"/>
                </a:lnTo>
                <a:lnTo>
                  <a:pt x="8834" y="38656"/>
                </a:lnTo>
                <a:lnTo>
                  <a:pt x="8834" y="38656"/>
                </a:lnTo>
                <a:lnTo>
                  <a:pt x="8834" y="38656"/>
                </a:lnTo>
                <a:lnTo>
                  <a:pt x="8834" y="38656"/>
                </a:lnTo>
                <a:lnTo>
                  <a:pt x="8834" y="38656"/>
                </a:lnTo>
                <a:lnTo>
                  <a:pt x="8833" y="38656"/>
                </a:lnTo>
                <a:lnTo>
                  <a:pt x="8833" y="38656"/>
                </a:lnTo>
                <a:lnTo>
                  <a:pt x="8833" y="38656"/>
                </a:lnTo>
                <a:lnTo>
                  <a:pt x="8833" y="38656"/>
                </a:lnTo>
                <a:lnTo>
                  <a:pt x="8833" y="38656"/>
                </a:lnTo>
                <a:lnTo>
                  <a:pt x="8833" y="38656"/>
                </a:lnTo>
                <a:lnTo>
                  <a:pt x="8832" y="38656"/>
                </a:lnTo>
                <a:lnTo>
                  <a:pt x="8832" y="38656"/>
                </a:lnTo>
                <a:lnTo>
                  <a:pt x="8832" y="38656"/>
                </a:lnTo>
                <a:lnTo>
                  <a:pt x="8832" y="38656"/>
                </a:lnTo>
                <a:lnTo>
                  <a:pt x="8832" y="38656"/>
                </a:lnTo>
                <a:lnTo>
                  <a:pt x="8832" y="38656"/>
                </a:lnTo>
                <a:lnTo>
                  <a:pt x="8832" y="38656"/>
                </a:lnTo>
                <a:lnTo>
                  <a:pt x="8831" y="38656"/>
                </a:lnTo>
                <a:lnTo>
                  <a:pt x="8831" y="38656"/>
                </a:lnTo>
                <a:lnTo>
                  <a:pt x="8831" y="38656"/>
                </a:lnTo>
                <a:lnTo>
                  <a:pt x="8831" y="38656"/>
                </a:lnTo>
                <a:lnTo>
                  <a:pt x="8831" y="38656"/>
                </a:lnTo>
                <a:lnTo>
                  <a:pt x="8831" y="38656"/>
                </a:lnTo>
                <a:lnTo>
                  <a:pt x="8830" y="38656"/>
                </a:lnTo>
                <a:lnTo>
                  <a:pt x="8830" y="38656"/>
                </a:lnTo>
                <a:lnTo>
                  <a:pt x="8830" y="38656"/>
                </a:lnTo>
                <a:lnTo>
                  <a:pt x="8830" y="38656"/>
                </a:lnTo>
                <a:lnTo>
                  <a:pt x="8830" y="38656"/>
                </a:lnTo>
                <a:lnTo>
                  <a:pt x="8830" y="38656"/>
                </a:lnTo>
                <a:lnTo>
                  <a:pt x="8830" y="38656"/>
                </a:lnTo>
                <a:lnTo>
                  <a:pt x="8829" y="38656"/>
                </a:lnTo>
                <a:lnTo>
                  <a:pt x="8829" y="38656"/>
                </a:lnTo>
                <a:lnTo>
                  <a:pt x="8829" y="38656"/>
                </a:lnTo>
                <a:lnTo>
                  <a:pt x="8829" y="38656"/>
                </a:lnTo>
                <a:lnTo>
                  <a:pt x="8829" y="38656"/>
                </a:lnTo>
                <a:lnTo>
                  <a:pt x="8829" y="38656"/>
                </a:lnTo>
                <a:lnTo>
                  <a:pt x="8828" y="38656"/>
                </a:lnTo>
                <a:lnTo>
                  <a:pt x="8828" y="38656"/>
                </a:lnTo>
                <a:lnTo>
                  <a:pt x="8828" y="38656"/>
                </a:lnTo>
                <a:lnTo>
                  <a:pt x="8828" y="38656"/>
                </a:lnTo>
                <a:lnTo>
                  <a:pt x="8828" y="38656"/>
                </a:lnTo>
                <a:lnTo>
                  <a:pt x="8828" y="38656"/>
                </a:lnTo>
                <a:lnTo>
                  <a:pt x="8827" y="38656"/>
                </a:lnTo>
                <a:lnTo>
                  <a:pt x="8827" y="38656"/>
                </a:lnTo>
                <a:lnTo>
                  <a:pt x="8827" y="38656"/>
                </a:lnTo>
                <a:lnTo>
                  <a:pt x="8827" y="38656"/>
                </a:lnTo>
                <a:lnTo>
                  <a:pt x="8827" y="38656"/>
                </a:lnTo>
                <a:lnTo>
                  <a:pt x="8827" y="38656"/>
                </a:lnTo>
                <a:lnTo>
                  <a:pt x="8827" y="38656"/>
                </a:lnTo>
                <a:lnTo>
                  <a:pt x="8826" y="38656"/>
                </a:lnTo>
                <a:lnTo>
                  <a:pt x="8826" y="38656"/>
                </a:lnTo>
                <a:lnTo>
                  <a:pt x="8826" y="38656"/>
                </a:lnTo>
                <a:lnTo>
                  <a:pt x="8826" y="38656"/>
                </a:lnTo>
                <a:lnTo>
                  <a:pt x="8826" y="38656"/>
                </a:lnTo>
                <a:lnTo>
                  <a:pt x="8826" y="38656"/>
                </a:lnTo>
                <a:lnTo>
                  <a:pt x="8825" y="38656"/>
                </a:lnTo>
                <a:lnTo>
                  <a:pt x="8825" y="38656"/>
                </a:lnTo>
                <a:lnTo>
                  <a:pt x="8825" y="38656"/>
                </a:lnTo>
                <a:lnTo>
                  <a:pt x="8825" y="38656"/>
                </a:lnTo>
                <a:lnTo>
                  <a:pt x="8825" y="38656"/>
                </a:lnTo>
                <a:lnTo>
                  <a:pt x="8825" y="38656"/>
                </a:lnTo>
                <a:lnTo>
                  <a:pt x="8825" y="38656"/>
                </a:lnTo>
                <a:lnTo>
                  <a:pt x="8824" y="38656"/>
                </a:lnTo>
                <a:lnTo>
                  <a:pt x="8824" y="38656"/>
                </a:lnTo>
                <a:lnTo>
                  <a:pt x="8824" y="38656"/>
                </a:lnTo>
                <a:lnTo>
                  <a:pt x="8824" y="38656"/>
                </a:lnTo>
                <a:lnTo>
                  <a:pt x="8824" y="38656"/>
                </a:lnTo>
                <a:lnTo>
                  <a:pt x="8824" y="38656"/>
                </a:lnTo>
                <a:lnTo>
                  <a:pt x="8823" y="38656"/>
                </a:lnTo>
                <a:lnTo>
                  <a:pt x="8823" y="38656"/>
                </a:lnTo>
                <a:lnTo>
                  <a:pt x="8823" y="38656"/>
                </a:lnTo>
                <a:lnTo>
                  <a:pt x="8823" y="38656"/>
                </a:lnTo>
                <a:lnTo>
                  <a:pt x="8823" y="38656"/>
                </a:lnTo>
                <a:lnTo>
                  <a:pt x="8823" y="38656"/>
                </a:lnTo>
                <a:lnTo>
                  <a:pt x="8822" y="38656"/>
                </a:lnTo>
                <a:lnTo>
                  <a:pt x="8822" y="38656"/>
                </a:lnTo>
                <a:lnTo>
                  <a:pt x="8822" y="38656"/>
                </a:lnTo>
                <a:lnTo>
                  <a:pt x="8822" y="38656"/>
                </a:lnTo>
                <a:lnTo>
                  <a:pt x="8822" y="38656"/>
                </a:lnTo>
                <a:lnTo>
                  <a:pt x="8822" y="38656"/>
                </a:lnTo>
                <a:lnTo>
                  <a:pt x="8822" y="38656"/>
                </a:lnTo>
                <a:lnTo>
                  <a:pt x="8821" y="38656"/>
                </a:lnTo>
                <a:lnTo>
                  <a:pt x="8821" y="38656"/>
                </a:lnTo>
                <a:lnTo>
                  <a:pt x="8821" y="38656"/>
                </a:lnTo>
                <a:lnTo>
                  <a:pt x="8821" y="38656"/>
                </a:lnTo>
                <a:lnTo>
                  <a:pt x="8821" y="38656"/>
                </a:lnTo>
                <a:lnTo>
                  <a:pt x="8821" y="38656"/>
                </a:lnTo>
                <a:lnTo>
                  <a:pt x="8820" y="38656"/>
                </a:lnTo>
                <a:lnTo>
                  <a:pt x="8820" y="38656"/>
                </a:lnTo>
                <a:lnTo>
                  <a:pt x="8820" y="38656"/>
                </a:lnTo>
                <a:lnTo>
                  <a:pt x="8820" y="38656"/>
                </a:lnTo>
                <a:lnTo>
                  <a:pt x="8820" y="38656"/>
                </a:lnTo>
                <a:lnTo>
                  <a:pt x="8820" y="38656"/>
                </a:lnTo>
                <a:lnTo>
                  <a:pt x="8820" y="38656"/>
                </a:lnTo>
                <a:lnTo>
                  <a:pt x="8819" y="38656"/>
                </a:lnTo>
                <a:lnTo>
                  <a:pt x="8819" y="38656"/>
                </a:lnTo>
                <a:lnTo>
                  <a:pt x="8819" y="38656"/>
                </a:lnTo>
                <a:lnTo>
                  <a:pt x="8819" y="38656"/>
                </a:lnTo>
                <a:lnTo>
                  <a:pt x="8819" y="38656"/>
                </a:lnTo>
                <a:lnTo>
                  <a:pt x="8819" y="38656"/>
                </a:lnTo>
                <a:lnTo>
                  <a:pt x="8818" y="38656"/>
                </a:lnTo>
                <a:lnTo>
                  <a:pt x="8818" y="38656"/>
                </a:lnTo>
                <a:lnTo>
                  <a:pt x="8818" y="38656"/>
                </a:lnTo>
                <a:lnTo>
                  <a:pt x="8818" y="38656"/>
                </a:lnTo>
                <a:lnTo>
                  <a:pt x="8818" y="38656"/>
                </a:lnTo>
                <a:lnTo>
                  <a:pt x="8818" y="38656"/>
                </a:lnTo>
                <a:lnTo>
                  <a:pt x="8817" y="38656"/>
                </a:lnTo>
                <a:lnTo>
                  <a:pt x="8817" y="38656"/>
                </a:lnTo>
                <a:lnTo>
                  <a:pt x="8817" y="38656"/>
                </a:lnTo>
                <a:lnTo>
                  <a:pt x="8817" y="38656"/>
                </a:lnTo>
                <a:lnTo>
                  <a:pt x="8817" y="38656"/>
                </a:lnTo>
                <a:lnTo>
                  <a:pt x="8817" y="38656"/>
                </a:lnTo>
                <a:lnTo>
                  <a:pt x="8817" y="38656"/>
                </a:lnTo>
                <a:lnTo>
                  <a:pt x="8816" y="38656"/>
                </a:lnTo>
                <a:lnTo>
                  <a:pt x="8816" y="38656"/>
                </a:lnTo>
                <a:lnTo>
                  <a:pt x="8816" y="38656"/>
                </a:lnTo>
                <a:lnTo>
                  <a:pt x="8816" y="38656"/>
                </a:lnTo>
                <a:lnTo>
                  <a:pt x="8816" y="38656"/>
                </a:lnTo>
                <a:lnTo>
                  <a:pt x="8816" y="38656"/>
                </a:lnTo>
                <a:lnTo>
                  <a:pt x="8815" y="38656"/>
                </a:lnTo>
                <a:lnTo>
                  <a:pt x="8815" y="38656"/>
                </a:lnTo>
                <a:lnTo>
                  <a:pt x="8815" y="38656"/>
                </a:lnTo>
                <a:lnTo>
                  <a:pt x="8815" y="38656"/>
                </a:lnTo>
                <a:lnTo>
                  <a:pt x="8815" y="38656"/>
                </a:lnTo>
                <a:lnTo>
                  <a:pt x="8815" y="38656"/>
                </a:lnTo>
                <a:lnTo>
                  <a:pt x="8814" y="38656"/>
                </a:lnTo>
                <a:lnTo>
                  <a:pt x="8814" y="38656"/>
                </a:lnTo>
                <a:lnTo>
                  <a:pt x="8814" y="38656"/>
                </a:lnTo>
                <a:lnTo>
                  <a:pt x="8814" y="38656"/>
                </a:lnTo>
                <a:lnTo>
                  <a:pt x="8814" y="38656"/>
                </a:lnTo>
                <a:lnTo>
                  <a:pt x="8814" y="38656"/>
                </a:lnTo>
                <a:lnTo>
                  <a:pt x="8814" y="38656"/>
                </a:lnTo>
                <a:lnTo>
                  <a:pt x="8813" y="38656"/>
                </a:lnTo>
                <a:lnTo>
                  <a:pt x="8813" y="38656"/>
                </a:lnTo>
                <a:lnTo>
                  <a:pt x="8813" y="38656"/>
                </a:lnTo>
                <a:lnTo>
                  <a:pt x="8813" y="38656"/>
                </a:lnTo>
                <a:lnTo>
                  <a:pt x="8813" y="38656"/>
                </a:lnTo>
                <a:lnTo>
                  <a:pt x="8813" y="38656"/>
                </a:lnTo>
                <a:lnTo>
                  <a:pt x="8812" y="38656"/>
                </a:lnTo>
                <a:lnTo>
                  <a:pt x="8812" y="38656"/>
                </a:lnTo>
                <a:lnTo>
                  <a:pt x="8812" y="38656"/>
                </a:lnTo>
                <a:lnTo>
                  <a:pt x="8812" y="38656"/>
                </a:lnTo>
                <a:lnTo>
                  <a:pt x="8812" y="38656"/>
                </a:lnTo>
                <a:lnTo>
                  <a:pt x="8812" y="38656"/>
                </a:lnTo>
                <a:lnTo>
                  <a:pt x="8812" y="38656"/>
                </a:lnTo>
                <a:lnTo>
                  <a:pt x="8811" y="38656"/>
                </a:lnTo>
                <a:lnTo>
                  <a:pt x="8811" y="38656"/>
                </a:lnTo>
                <a:lnTo>
                  <a:pt x="8811" y="38656"/>
                </a:lnTo>
                <a:lnTo>
                  <a:pt x="8811" y="38656"/>
                </a:lnTo>
                <a:lnTo>
                  <a:pt x="8811" y="38656"/>
                </a:lnTo>
                <a:lnTo>
                  <a:pt x="8811" y="38656"/>
                </a:lnTo>
                <a:lnTo>
                  <a:pt x="8810" y="38656"/>
                </a:lnTo>
                <a:lnTo>
                  <a:pt x="8810" y="38656"/>
                </a:lnTo>
                <a:lnTo>
                  <a:pt x="8810" y="38656"/>
                </a:lnTo>
                <a:lnTo>
                  <a:pt x="8810" y="38656"/>
                </a:lnTo>
                <a:lnTo>
                  <a:pt x="8810" y="38656"/>
                </a:lnTo>
                <a:lnTo>
                  <a:pt x="8810" y="38656"/>
                </a:lnTo>
                <a:lnTo>
                  <a:pt x="8809" y="38656"/>
                </a:lnTo>
                <a:lnTo>
                  <a:pt x="8809" y="38656"/>
                </a:lnTo>
                <a:lnTo>
                  <a:pt x="8809" y="38656"/>
                </a:lnTo>
                <a:lnTo>
                  <a:pt x="8809" y="38656"/>
                </a:lnTo>
                <a:lnTo>
                  <a:pt x="8809" y="38656"/>
                </a:lnTo>
                <a:lnTo>
                  <a:pt x="8809" y="38656"/>
                </a:lnTo>
                <a:lnTo>
                  <a:pt x="8809" y="38656"/>
                </a:lnTo>
                <a:lnTo>
                  <a:pt x="8808" y="38656"/>
                </a:lnTo>
                <a:lnTo>
                  <a:pt x="8808" y="38656"/>
                </a:lnTo>
                <a:lnTo>
                  <a:pt x="8808" y="38656"/>
                </a:lnTo>
                <a:lnTo>
                  <a:pt x="8808" y="38656"/>
                </a:lnTo>
                <a:lnTo>
                  <a:pt x="8808" y="38656"/>
                </a:lnTo>
                <a:lnTo>
                  <a:pt x="8808" y="38656"/>
                </a:lnTo>
                <a:lnTo>
                  <a:pt x="8807" y="38656"/>
                </a:lnTo>
                <a:lnTo>
                  <a:pt x="8807" y="38656"/>
                </a:lnTo>
                <a:lnTo>
                  <a:pt x="8807" y="38656"/>
                </a:lnTo>
                <a:lnTo>
                  <a:pt x="8807" y="38656"/>
                </a:lnTo>
                <a:lnTo>
                  <a:pt x="8807" y="38656"/>
                </a:lnTo>
                <a:lnTo>
                  <a:pt x="8807" y="38656"/>
                </a:lnTo>
                <a:lnTo>
                  <a:pt x="8806" y="38656"/>
                </a:lnTo>
                <a:lnTo>
                  <a:pt x="8806" y="38656"/>
                </a:lnTo>
                <a:lnTo>
                  <a:pt x="8806" y="38656"/>
                </a:lnTo>
                <a:lnTo>
                  <a:pt x="8806" y="38656"/>
                </a:lnTo>
                <a:lnTo>
                  <a:pt x="8806" y="38656"/>
                </a:lnTo>
                <a:lnTo>
                  <a:pt x="8806" y="38656"/>
                </a:lnTo>
                <a:lnTo>
                  <a:pt x="8806" y="38656"/>
                </a:lnTo>
                <a:lnTo>
                  <a:pt x="8805" y="38656"/>
                </a:lnTo>
                <a:lnTo>
                  <a:pt x="8805" y="38656"/>
                </a:lnTo>
                <a:lnTo>
                  <a:pt x="8805" y="38656"/>
                </a:lnTo>
                <a:lnTo>
                  <a:pt x="8805" y="38656"/>
                </a:lnTo>
                <a:lnTo>
                  <a:pt x="8805" y="38656"/>
                </a:lnTo>
                <a:lnTo>
                  <a:pt x="8805" y="38656"/>
                </a:lnTo>
                <a:lnTo>
                  <a:pt x="8804" y="38656"/>
                </a:lnTo>
                <a:lnTo>
                  <a:pt x="8804" y="38656"/>
                </a:lnTo>
                <a:lnTo>
                  <a:pt x="8804" y="38656"/>
                </a:lnTo>
                <a:lnTo>
                  <a:pt x="8804" y="38656"/>
                </a:lnTo>
                <a:lnTo>
                  <a:pt x="8804" y="38656"/>
                </a:lnTo>
                <a:lnTo>
                  <a:pt x="8804" y="38656"/>
                </a:lnTo>
                <a:lnTo>
                  <a:pt x="8804" y="38656"/>
                </a:lnTo>
                <a:lnTo>
                  <a:pt x="8803" y="38656"/>
                </a:lnTo>
                <a:lnTo>
                  <a:pt x="8803" y="38656"/>
                </a:lnTo>
                <a:lnTo>
                  <a:pt x="8803" y="38656"/>
                </a:lnTo>
                <a:lnTo>
                  <a:pt x="8803" y="38656"/>
                </a:lnTo>
                <a:lnTo>
                  <a:pt x="8803" y="38656"/>
                </a:lnTo>
                <a:lnTo>
                  <a:pt x="8803" y="38656"/>
                </a:lnTo>
                <a:lnTo>
                  <a:pt x="8802" y="38656"/>
                </a:lnTo>
                <a:lnTo>
                  <a:pt x="8802" y="38656"/>
                </a:lnTo>
                <a:lnTo>
                  <a:pt x="8802" y="38656"/>
                </a:lnTo>
                <a:lnTo>
                  <a:pt x="8802" y="38656"/>
                </a:lnTo>
                <a:lnTo>
                  <a:pt x="8802" y="38656"/>
                </a:lnTo>
                <a:lnTo>
                  <a:pt x="8802" y="38656"/>
                </a:lnTo>
                <a:lnTo>
                  <a:pt x="8801" y="38656"/>
                </a:lnTo>
                <a:lnTo>
                  <a:pt x="8801" y="38656"/>
                </a:lnTo>
                <a:lnTo>
                  <a:pt x="8801" y="38656"/>
                </a:lnTo>
                <a:lnTo>
                  <a:pt x="8801" y="38656"/>
                </a:lnTo>
                <a:lnTo>
                  <a:pt x="8801" y="38656"/>
                </a:lnTo>
                <a:lnTo>
                  <a:pt x="8801" y="38656"/>
                </a:lnTo>
                <a:lnTo>
                  <a:pt x="8801" y="38656"/>
                </a:lnTo>
                <a:lnTo>
                  <a:pt x="8800" y="38656"/>
                </a:lnTo>
                <a:lnTo>
                  <a:pt x="8800" y="38656"/>
                </a:lnTo>
                <a:lnTo>
                  <a:pt x="8800" y="38656"/>
                </a:lnTo>
                <a:lnTo>
                  <a:pt x="8800" y="38656"/>
                </a:lnTo>
                <a:lnTo>
                  <a:pt x="8800" y="38656"/>
                </a:lnTo>
                <a:lnTo>
                  <a:pt x="8800" y="38656"/>
                </a:lnTo>
                <a:lnTo>
                  <a:pt x="8799" y="38656"/>
                </a:lnTo>
                <a:lnTo>
                  <a:pt x="8799" y="38656"/>
                </a:lnTo>
                <a:lnTo>
                  <a:pt x="8799" y="38656"/>
                </a:lnTo>
                <a:lnTo>
                  <a:pt x="8799" y="38656"/>
                </a:lnTo>
                <a:lnTo>
                  <a:pt x="8799" y="38656"/>
                </a:lnTo>
                <a:lnTo>
                  <a:pt x="8799" y="38656"/>
                </a:lnTo>
                <a:lnTo>
                  <a:pt x="8798" y="38656"/>
                </a:lnTo>
                <a:lnTo>
                  <a:pt x="8798" y="38656"/>
                </a:lnTo>
                <a:lnTo>
                  <a:pt x="8798" y="38656"/>
                </a:lnTo>
                <a:lnTo>
                  <a:pt x="8798" y="38656"/>
                </a:lnTo>
                <a:lnTo>
                  <a:pt x="8798" y="38656"/>
                </a:lnTo>
                <a:lnTo>
                  <a:pt x="8798" y="38656"/>
                </a:lnTo>
                <a:lnTo>
                  <a:pt x="8798" y="38656"/>
                </a:lnTo>
                <a:lnTo>
                  <a:pt x="8797" y="38656"/>
                </a:lnTo>
                <a:lnTo>
                  <a:pt x="8797" y="38656"/>
                </a:lnTo>
                <a:lnTo>
                  <a:pt x="8797" y="38656"/>
                </a:lnTo>
                <a:lnTo>
                  <a:pt x="8797" y="38656"/>
                </a:lnTo>
                <a:lnTo>
                  <a:pt x="8797" y="38656"/>
                </a:lnTo>
                <a:lnTo>
                  <a:pt x="8797" y="38656"/>
                </a:lnTo>
                <a:lnTo>
                  <a:pt x="8796" y="38656"/>
                </a:lnTo>
                <a:lnTo>
                  <a:pt x="8796" y="38656"/>
                </a:lnTo>
                <a:lnTo>
                  <a:pt x="8796" y="38656"/>
                </a:lnTo>
                <a:lnTo>
                  <a:pt x="8796" y="38656"/>
                </a:lnTo>
                <a:lnTo>
                  <a:pt x="8796" y="38656"/>
                </a:lnTo>
                <a:lnTo>
                  <a:pt x="8796" y="38656"/>
                </a:lnTo>
                <a:lnTo>
                  <a:pt x="8795" y="38656"/>
                </a:lnTo>
                <a:lnTo>
                  <a:pt x="8795" y="38656"/>
                </a:lnTo>
                <a:lnTo>
                  <a:pt x="8795" y="38656"/>
                </a:lnTo>
                <a:lnTo>
                  <a:pt x="8795" y="38656"/>
                </a:lnTo>
                <a:lnTo>
                  <a:pt x="8795" y="38656"/>
                </a:lnTo>
                <a:lnTo>
                  <a:pt x="8795" y="38656"/>
                </a:lnTo>
                <a:lnTo>
                  <a:pt x="8795" y="38656"/>
                </a:lnTo>
                <a:lnTo>
                  <a:pt x="8794" y="38656"/>
                </a:lnTo>
                <a:lnTo>
                  <a:pt x="8794" y="38656"/>
                </a:lnTo>
                <a:lnTo>
                  <a:pt x="8794" y="38656"/>
                </a:lnTo>
                <a:lnTo>
                  <a:pt x="8794" y="38656"/>
                </a:lnTo>
                <a:lnTo>
                  <a:pt x="8794" y="38656"/>
                </a:lnTo>
                <a:lnTo>
                  <a:pt x="8794" y="38656"/>
                </a:lnTo>
                <a:lnTo>
                  <a:pt x="8793" y="38656"/>
                </a:lnTo>
                <a:lnTo>
                  <a:pt x="8793" y="38656"/>
                </a:lnTo>
                <a:lnTo>
                  <a:pt x="8793" y="38656"/>
                </a:lnTo>
                <a:lnTo>
                  <a:pt x="8793" y="38656"/>
                </a:lnTo>
                <a:lnTo>
                  <a:pt x="8793" y="38656"/>
                </a:lnTo>
                <a:lnTo>
                  <a:pt x="8793" y="38656"/>
                </a:lnTo>
                <a:lnTo>
                  <a:pt x="8792" y="38656"/>
                </a:lnTo>
                <a:lnTo>
                  <a:pt x="8792" y="38656"/>
                </a:lnTo>
                <a:lnTo>
                  <a:pt x="8792" y="38656"/>
                </a:lnTo>
                <a:lnTo>
                  <a:pt x="8792" y="38656"/>
                </a:lnTo>
                <a:lnTo>
                  <a:pt x="8792" y="38656"/>
                </a:lnTo>
                <a:lnTo>
                  <a:pt x="8792" y="38656"/>
                </a:lnTo>
                <a:lnTo>
                  <a:pt x="8792" y="38656"/>
                </a:lnTo>
                <a:lnTo>
                  <a:pt x="8791" y="38656"/>
                </a:lnTo>
                <a:lnTo>
                  <a:pt x="8791" y="38656"/>
                </a:lnTo>
                <a:lnTo>
                  <a:pt x="8791" y="38656"/>
                </a:lnTo>
                <a:lnTo>
                  <a:pt x="8791" y="38656"/>
                </a:lnTo>
                <a:lnTo>
                  <a:pt x="8791" y="38656"/>
                </a:lnTo>
                <a:lnTo>
                  <a:pt x="8791" y="38656"/>
                </a:lnTo>
                <a:lnTo>
                  <a:pt x="8790" y="38656"/>
                </a:lnTo>
                <a:lnTo>
                  <a:pt x="8790" y="38656"/>
                </a:lnTo>
                <a:lnTo>
                  <a:pt x="8790" y="38656"/>
                </a:lnTo>
                <a:lnTo>
                  <a:pt x="8790" y="38656"/>
                </a:lnTo>
                <a:lnTo>
                  <a:pt x="8790" y="38656"/>
                </a:lnTo>
                <a:lnTo>
                  <a:pt x="8790" y="38656"/>
                </a:lnTo>
                <a:lnTo>
                  <a:pt x="8789" y="38656"/>
                </a:lnTo>
                <a:lnTo>
                  <a:pt x="8789" y="38656"/>
                </a:lnTo>
                <a:lnTo>
                  <a:pt x="8789" y="38656"/>
                </a:lnTo>
                <a:lnTo>
                  <a:pt x="8789" y="38656"/>
                </a:lnTo>
                <a:lnTo>
                  <a:pt x="8789" y="38656"/>
                </a:lnTo>
                <a:lnTo>
                  <a:pt x="8789" y="38656"/>
                </a:lnTo>
                <a:lnTo>
                  <a:pt x="8789" y="38656"/>
                </a:lnTo>
                <a:lnTo>
                  <a:pt x="8788" y="38656"/>
                </a:lnTo>
                <a:lnTo>
                  <a:pt x="8788" y="38656"/>
                </a:lnTo>
                <a:lnTo>
                  <a:pt x="8788" y="38656"/>
                </a:lnTo>
                <a:lnTo>
                  <a:pt x="8788" y="38656"/>
                </a:lnTo>
                <a:lnTo>
                  <a:pt x="8788" y="38656"/>
                </a:lnTo>
                <a:lnTo>
                  <a:pt x="8788" y="38656"/>
                </a:lnTo>
                <a:lnTo>
                  <a:pt x="8787" y="38656"/>
                </a:lnTo>
                <a:lnTo>
                  <a:pt x="8787" y="38656"/>
                </a:lnTo>
                <a:lnTo>
                  <a:pt x="8787" y="38656"/>
                </a:lnTo>
                <a:lnTo>
                  <a:pt x="8787" y="38656"/>
                </a:lnTo>
                <a:lnTo>
                  <a:pt x="8787" y="38656"/>
                </a:lnTo>
                <a:lnTo>
                  <a:pt x="8787" y="38656"/>
                </a:lnTo>
                <a:lnTo>
                  <a:pt x="8786" y="38656"/>
                </a:lnTo>
                <a:lnTo>
                  <a:pt x="8786" y="38656"/>
                </a:lnTo>
                <a:lnTo>
                  <a:pt x="8786" y="38656"/>
                </a:lnTo>
                <a:lnTo>
                  <a:pt x="8786" y="38656"/>
                </a:lnTo>
                <a:lnTo>
                  <a:pt x="8786" y="38656"/>
                </a:lnTo>
                <a:lnTo>
                  <a:pt x="8786" y="38656"/>
                </a:lnTo>
                <a:lnTo>
                  <a:pt x="8786" y="38656"/>
                </a:lnTo>
                <a:lnTo>
                  <a:pt x="8785" y="38656"/>
                </a:lnTo>
                <a:lnTo>
                  <a:pt x="8785" y="38656"/>
                </a:lnTo>
                <a:lnTo>
                  <a:pt x="8785" y="38656"/>
                </a:lnTo>
                <a:lnTo>
                  <a:pt x="8785" y="38656"/>
                </a:lnTo>
                <a:lnTo>
                  <a:pt x="8785" y="38656"/>
                </a:lnTo>
                <a:lnTo>
                  <a:pt x="8785" y="38656"/>
                </a:lnTo>
                <a:lnTo>
                  <a:pt x="8784" y="38656"/>
                </a:lnTo>
                <a:lnTo>
                  <a:pt x="8784" y="38656"/>
                </a:lnTo>
                <a:lnTo>
                  <a:pt x="8784" y="38656"/>
                </a:lnTo>
                <a:lnTo>
                  <a:pt x="8784" y="38656"/>
                </a:lnTo>
                <a:lnTo>
                  <a:pt x="8784" y="38656"/>
                </a:lnTo>
                <a:lnTo>
                  <a:pt x="8784" y="38656"/>
                </a:lnTo>
                <a:lnTo>
                  <a:pt x="8783" y="38656"/>
                </a:lnTo>
                <a:lnTo>
                  <a:pt x="8783" y="38656"/>
                </a:lnTo>
                <a:lnTo>
                  <a:pt x="8783" y="38656"/>
                </a:lnTo>
                <a:lnTo>
                  <a:pt x="8783" y="38656"/>
                </a:lnTo>
                <a:lnTo>
                  <a:pt x="8783" y="38656"/>
                </a:lnTo>
                <a:lnTo>
                  <a:pt x="8783" y="38656"/>
                </a:lnTo>
                <a:lnTo>
                  <a:pt x="8783" y="38656"/>
                </a:lnTo>
                <a:lnTo>
                  <a:pt x="8782" y="38656"/>
                </a:lnTo>
                <a:lnTo>
                  <a:pt x="8782" y="38656"/>
                </a:lnTo>
                <a:lnTo>
                  <a:pt x="8782" y="38656"/>
                </a:lnTo>
                <a:lnTo>
                  <a:pt x="8782" y="38656"/>
                </a:lnTo>
                <a:lnTo>
                  <a:pt x="8782" y="38656"/>
                </a:lnTo>
                <a:lnTo>
                  <a:pt x="8782" y="38656"/>
                </a:lnTo>
                <a:lnTo>
                  <a:pt x="8781" y="38656"/>
                </a:lnTo>
                <a:lnTo>
                  <a:pt x="8781" y="38656"/>
                </a:lnTo>
                <a:lnTo>
                  <a:pt x="8781" y="38656"/>
                </a:lnTo>
                <a:lnTo>
                  <a:pt x="8781" y="38656"/>
                </a:lnTo>
                <a:lnTo>
                  <a:pt x="8781" y="38656"/>
                </a:lnTo>
                <a:lnTo>
                  <a:pt x="8781" y="38656"/>
                </a:lnTo>
                <a:lnTo>
                  <a:pt x="8780" y="38656"/>
                </a:lnTo>
                <a:lnTo>
                  <a:pt x="8780" y="38656"/>
                </a:lnTo>
                <a:lnTo>
                  <a:pt x="8780" y="38656"/>
                </a:lnTo>
                <a:lnTo>
                  <a:pt x="8780" y="38656"/>
                </a:lnTo>
                <a:lnTo>
                  <a:pt x="8780" y="38656"/>
                </a:lnTo>
                <a:lnTo>
                  <a:pt x="8780" y="38656"/>
                </a:lnTo>
                <a:lnTo>
                  <a:pt x="8780" y="38656"/>
                </a:lnTo>
                <a:lnTo>
                  <a:pt x="8779" y="38656"/>
                </a:lnTo>
                <a:lnTo>
                  <a:pt x="8779" y="38656"/>
                </a:lnTo>
                <a:lnTo>
                  <a:pt x="8779" y="38656"/>
                </a:lnTo>
                <a:lnTo>
                  <a:pt x="8779" y="38656"/>
                </a:lnTo>
                <a:lnTo>
                  <a:pt x="8779" y="38656"/>
                </a:lnTo>
                <a:lnTo>
                  <a:pt x="8779" y="38656"/>
                </a:lnTo>
                <a:lnTo>
                  <a:pt x="8778" y="38656"/>
                </a:lnTo>
                <a:lnTo>
                  <a:pt x="8778" y="38656"/>
                </a:lnTo>
                <a:lnTo>
                  <a:pt x="8778" y="38656"/>
                </a:lnTo>
                <a:lnTo>
                  <a:pt x="8778" y="38656"/>
                </a:lnTo>
                <a:lnTo>
                  <a:pt x="8778" y="38656"/>
                </a:lnTo>
                <a:lnTo>
                  <a:pt x="8778" y="38656"/>
                </a:lnTo>
                <a:lnTo>
                  <a:pt x="8777" y="38656"/>
                </a:lnTo>
                <a:lnTo>
                  <a:pt x="8777" y="38656"/>
                </a:lnTo>
                <a:lnTo>
                  <a:pt x="8777" y="38656"/>
                </a:lnTo>
                <a:lnTo>
                  <a:pt x="8777" y="38656"/>
                </a:lnTo>
                <a:lnTo>
                  <a:pt x="8777" y="38656"/>
                </a:lnTo>
                <a:lnTo>
                  <a:pt x="8777" y="38656"/>
                </a:lnTo>
                <a:lnTo>
                  <a:pt x="8777" y="38656"/>
                </a:lnTo>
                <a:lnTo>
                  <a:pt x="8776" y="38656"/>
                </a:lnTo>
                <a:lnTo>
                  <a:pt x="8776" y="38656"/>
                </a:lnTo>
                <a:lnTo>
                  <a:pt x="8776" y="38656"/>
                </a:lnTo>
                <a:lnTo>
                  <a:pt x="8776" y="38656"/>
                </a:lnTo>
                <a:lnTo>
                  <a:pt x="8776" y="38656"/>
                </a:lnTo>
                <a:lnTo>
                  <a:pt x="8776" y="38656"/>
                </a:lnTo>
                <a:lnTo>
                  <a:pt x="8775" y="38656"/>
                </a:lnTo>
                <a:lnTo>
                  <a:pt x="8775" y="38656"/>
                </a:lnTo>
                <a:lnTo>
                  <a:pt x="8775" y="38656"/>
                </a:lnTo>
                <a:lnTo>
                  <a:pt x="8775" y="38656"/>
                </a:lnTo>
                <a:lnTo>
                  <a:pt x="8775" y="38656"/>
                </a:lnTo>
                <a:lnTo>
                  <a:pt x="8775" y="38656"/>
                </a:lnTo>
                <a:lnTo>
                  <a:pt x="8774" y="38656"/>
                </a:lnTo>
                <a:lnTo>
                  <a:pt x="8774" y="38656"/>
                </a:lnTo>
                <a:lnTo>
                  <a:pt x="8774" y="38656"/>
                </a:lnTo>
                <a:lnTo>
                  <a:pt x="8774" y="38656"/>
                </a:lnTo>
                <a:lnTo>
                  <a:pt x="8774" y="38656"/>
                </a:lnTo>
                <a:lnTo>
                  <a:pt x="8774" y="38656"/>
                </a:lnTo>
                <a:lnTo>
                  <a:pt x="8774" y="38656"/>
                </a:lnTo>
                <a:lnTo>
                  <a:pt x="8773" y="38656"/>
                </a:lnTo>
                <a:lnTo>
                  <a:pt x="8773" y="38656"/>
                </a:lnTo>
                <a:lnTo>
                  <a:pt x="8773" y="38656"/>
                </a:lnTo>
                <a:lnTo>
                  <a:pt x="8773" y="38656"/>
                </a:lnTo>
                <a:lnTo>
                  <a:pt x="8773" y="38656"/>
                </a:lnTo>
                <a:lnTo>
                  <a:pt x="8773" y="38656"/>
                </a:lnTo>
                <a:lnTo>
                  <a:pt x="8772" y="38656"/>
                </a:lnTo>
                <a:lnTo>
                  <a:pt x="8772" y="38656"/>
                </a:lnTo>
                <a:lnTo>
                  <a:pt x="8772" y="38656"/>
                </a:lnTo>
                <a:lnTo>
                  <a:pt x="8772" y="38656"/>
                </a:lnTo>
                <a:lnTo>
                  <a:pt x="8772" y="38656"/>
                </a:lnTo>
                <a:lnTo>
                  <a:pt x="8772" y="38656"/>
                </a:lnTo>
                <a:lnTo>
                  <a:pt x="8771" y="38656"/>
                </a:lnTo>
                <a:lnTo>
                  <a:pt x="8771" y="38656"/>
                </a:lnTo>
                <a:lnTo>
                  <a:pt x="8771" y="38656"/>
                </a:lnTo>
                <a:lnTo>
                  <a:pt x="8771" y="38656"/>
                </a:lnTo>
                <a:lnTo>
                  <a:pt x="8771" y="38656"/>
                </a:lnTo>
                <a:lnTo>
                  <a:pt x="8771" y="38656"/>
                </a:lnTo>
                <a:lnTo>
                  <a:pt x="8771" y="38656"/>
                </a:lnTo>
                <a:lnTo>
                  <a:pt x="8770" y="38656"/>
                </a:lnTo>
                <a:lnTo>
                  <a:pt x="8770" y="38656"/>
                </a:lnTo>
                <a:lnTo>
                  <a:pt x="8770" y="38656"/>
                </a:lnTo>
                <a:lnTo>
                  <a:pt x="8770" y="38656"/>
                </a:lnTo>
                <a:lnTo>
                  <a:pt x="8770" y="38656"/>
                </a:lnTo>
                <a:lnTo>
                  <a:pt x="8770" y="38656"/>
                </a:lnTo>
                <a:lnTo>
                  <a:pt x="8769" y="38656"/>
                </a:lnTo>
                <a:lnTo>
                  <a:pt x="8769" y="38656"/>
                </a:lnTo>
                <a:lnTo>
                  <a:pt x="8769" y="38656"/>
                </a:lnTo>
                <a:lnTo>
                  <a:pt x="8769" y="38656"/>
                </a:lnTo>
                <a:lnTo>
                  <a:pt x="8769" y="38656"/>
                </a:lnTo>
                <a:lnTo>
                  <a:pt x="8769" y="38656"/>
                </a:lnTo>
                <a:lnTo>
                  <a:pt x="8768" y="38656"/>
                </a:lnTo>
                <a:lnTo>
                  <a:pt x="8768" y="38656"/>
                </a:lnTo>
                <a:lnTo>
                  <a:pt x="8768" y="38656"/>
                </a:lnTo>
                <a:lnTo>
                  <a:pt x="8768" y="38656"/>
                </a:lnTo>
                <a:lnTo>
                  <a:pt x="8768" y="38656"/>
                </a:lnTo>
                <a:lnTo>
                  <a:pt x="8768" y="38656"/>
                </a:lnTo>
                <a:lnTo>
                  <a:pt x="8768" y="38656"/>
                </a:lnTo>
                <a:lnTo>
                  <a:pt x="8767" y="38656"/>
                </a:lnTo>
                <a:lnTo>
                  <a:pt x="8767" y="38656"/>
                </a:lnTo>
                <a:lnTo>
                  <a:pt x="8767" y="38656"/>
                </a:lnTo>
                <a:lnTo>
                  <a:pt x="8767" y="38656"/>
                </a:lnTo>
                <a:lnTo>
                  <a:pt x="8767" y="38656"/>
                </a:lnTo>
                <a:lnTo>
                  <a:pt x="8767" y="38656"/>
                </a:lnTo>
                <a:lnTo>
                  <a:pt x="8766" y="38656"/>
                </a:lnTo>
                <a:lnTo>
                  <a:pt x="8766" y="38656"/>
                </a:lnTo>
                <a:lnTo>
                  <a:pt x="8766" y="38656"/>
                </a:lnTo>
                <a:lnTo>
                  <a:pt x="8766" y="38656"/>
                </a:lnTo>
                <a:lnTo>
                  <a:pt x="8766" y="38656"/>
                </a:lnTo>
                <a:lnTo>
                  <a:pt x="8766" y="38656"/>
                </a:lnTo>
                <a:lnTo>
                  <a:pt x="8765" y="38656"/>
                </a:lnTo>
                <a:lnTo>
                  <a:pt x="8765" y="38656"/>
                </a:lnTo>
                <a:lnTo>
                  <a:pt x="8765" y="38656"/>
                </a:lnTo>
                <a:lnTo>
                  <a:pt x="8765" y="38656"/>
                </a:lnTo>
                <a:lnTo>
                  <a:pt x="8765" y="38656"/>
                </a:lnTo>
                <a:lnTo>
                  <a:pt x="8765" y="38656"/>
                </a:lnTo>
                <a:lnTo>
                  <a:pt x="8764" y="38656"/>
                </a:lnTo>
                <a:lnTo>
                  <a:pt x="8764" y="38656"/>
                </a:lnTo>
                <a:lnTo>
                  <a:pt x="8764" y="38656"/>
                </a:lnTo>
                <a:lnTo>
                  <a:pt x="8764" y="38656"/>
                </a:lnTo>
                <a:lnTo>
                  <a:pt x="8764" y="38656"/>
                </a:lnTo>
                <a:lnTo>
                  <a:pt x="8764" y="38656"/>
                </a:lnTo>
                <a:lnTo>
                  <a:pt x="8764" y="38656"/>
                </a:lnTo>
                <a:lnTo>
                  <a:pt x="8763" y="38656"/>
                </a:lnTo>
                <a:lnTo>
                  <a:pt x="8763" y="38656"/>
                </a:lnTo>
                <a:lnTo>
                  <a:pt x="8763" y="38656"/>
                </a:lnTo>
                <a:lnTo>
                  <a:pt x="8763" y="38656"/>
                </a:lnTo>
                <a:lnTo>
                  <a:pt x="8763" y="38656"/>
                </a:lnTo>
                <a:lnTo>
                  <a:pt x="8763" y="38656"/>
                </a:lnTo>
                <a:lnTo>
                  <a:pt x="8762" y="38656"/>
                </a:lnTo>
                <a:lnTo>
                  <a:pt x="8762" y="38656"/>
                </a:lnTo>
                <a:lnTo>
                  <a:pt x="8762" y="38656"/>
                </a:lnTo>
                <a:lnTo>
                  <a:pt x="8762" y="38656"/>
                </a:lnTo>
                <a:lnTo>
                  <a:pt x="8762" y="38656"/>
                </a:lnTo>
                <a:lnTo>
                  <a:pt x="8762" y="38656"/>
                </a:lnTo>
                <a:lnTo>
                  <a:pt x="8761" y="38656"/>
                </a:lnTo>
                <a:lnTo>
                  <a:pt x="8761" y="38656"/>
                </a:lnTo>
                <a:lnTo>
                  <a:pt x="8761" y="38656"/>
                </a:lnTo>
                <a:lnTo>
                  <a:pt x="8761" y="38656"/>
                </a:lnTo>
                <a:lnTo>
                  <a:pt x="8761" y="38656"/>
                </a:lnTo>
                <a:lnTo>
                  <a:pt x="8761" y="38656"/>
                </a:lnTo>
                <a:lnTo>
                  <a:pt x="8761" y="38656"/>
                </a:lnTo>
                <a:lnTo>
                  <a:pt x="8760" y="38656"/>
                </a:lnTo>
                <a:lnTo>
                  <a:pt x="8760" y="38656"/>
                </a:lnTo>
                <a:lnTo>
                  <a:pt x="8760" y="38656"/>
                </a:lnTo>
                <a:lnTo>
                  <a:pt x="8760" y="38656"/>
                </a:lnTo>
                <a:lnTo>
                  <a:pt x="8760" y="38656"/>
                </a:lnTo>
                <a:lnTo>
                  <a:pt x="8760" y="38656"/>
                </a:lnTo>
                <a:lnTo>
                  <a:pt x="8759" y="38656"/>
                </a:lnTo>
                <a:lnTo>
                  <a:pt x="8759" y="38656"/>
                </a:lnTo>
                <a:lnTo>
                  <a:pt x="8759" y="38656"/>
                </a:lnTo>
                <a:lnTo>
                  <a:pt x="8759" y="38656"/>
                </a:lnTo>
                <a:lnTo>
                  <a:pt x="8759" y="38656"/>
                </a:lnTo>
                <a:lnTo>
                  <a:pt x="8759" y="38656"/>
                </a:lnTo>
                <a:lnTo>
                  <a:pt x="8758" y="38656"/>
                </a:lnTo>
                <a:lnTo>
                  <a:pt x="8758" y="38656"/>
                </a:lnTo>
                <a:lnTo>
                  <a:pt x="8758" y="38656"/>
                </a:lnTo>
                <a:lnTo>
                  <a:pt x="8758" y="38656"/>
                </a:lnTo>
                <a:lnTo>
                  <a:pt x="8758" y="38656"/>
                </a:lnTo>
                <a:lnTo>
                  <a:pt x="8758" y="38656"/>
                </a:lnTo>
                <a:lnTo>
                  <a:pt x="8758" y="38656"/>
                </a:lnTo>
                <a:lnTo>
                  <a:pt x="8757" y="38656"/>
                </a:lnTo>
                <a:lnTo>
                  <a:pt x="8757" y="38656"/>
                </a:lnTo>
                <a:lnTo>
                  <a:pt x="8757" y="38656"/>
                </a:lnTo>
                <a:lnTo>
                  <a:pt x="8757" y="38656"/>
                </a:lnTo>
                <a:lnTo>
                  <a:pt x="8757" y="38656"/>
                </a:lnTo>
                <a:lnTo>
                  <a:pt x="8757" y="38656"/>
                </a:lnTo>
                <a:lnTo>
                  <a:pt x="8756" y="38656"/>
                </a:lnTo>
                <a:lnTo>
                  <a:pt x="8756" y="38656"/>
                </a:lnTo>
                <a:lnTo>
                  <a:pt x="8756" y="38656"/>
                </a:lnTo>
                <a:lnTo>
                  <a:pt x="8756" y="38656"/>
                </a:lnTo>
                <a:lnTo>
                  <a:pt x="8756" y="38656"/>
                </a:lnTo>
                <a:lnTo>
                  <a:pt x="8756" y="38656"/>
                </a:lnTo>
                <a:lnTo>
                  <a:pt x="8755" y="38656"/>
                </a:lnTo>
                <a:lnTo>
                  <a:pt x="8755" y="38656"/>
                </a:lnTo>
                <a:lnTo>
                  <a:pt x="8755" y="38656"/>
                </a:lnTo>
                <a:lnTo>
                  <a:pt x="8755" y="38656"/>
                </a:lnTo>
                <a:lnTo>
                  <a:pt x="8755" y="38656"/>
                </a:lnTo>
                <a:lnTo>
                  <a:pt x="8755" y="38656"/>
                </a:lnTo>
                <a:lnTo>
                  <a:pt x="8754" y="38656"/>
                </a:lnTo>
                <a:lnTo>
                  <a:pt x="8754" y="38656"/>
                </a:lnTo>
                <a:lnTo>
                  <a:pt x="8754" y="38656"/>
                </a:lnTo>
                <a:lnTo>
                  <a:pt x="8754" y="38656"/>
                </a:lnTo>
                <a:lnTo>
                  <a:pt x="8754" y="38656"/>
                </a:lnTo>
                <a:lnTo>
                  <a:pt x="8754" y="38656"/>
                </a:lnTo>
                <a:lnTo>
                  <a:pt x="8754" y="38656"/>
                </a:lnTo>
                <a:lnTo>
                  <a:pt x="8753" y="38656"/>
                </a:lnTo>
                <a:lnTo>
                  <a:pt x="8753" y="38656"/>
                </a:lnTo>
                <a:lnTo>
                  <a:pt x="8753" y="38656"/>
                </a:lnTo>
                <a:lnTo>
                  <a:pt x="8753" y="38656"/>
                </a:lnTo>
                <a:lnTo>
                  <a:pt x="8753" y="38656"/>
                </a:lnTo>
                <a:lnTo>
                  <a:pt x="8753" y="38656"/>
                </a:lnTo>
                <a:lnTo>
                  <a:pt x="8752" y="38656"/>
                </a:lnTo>
                <a:lnTo>
                  <a:pt x="8752" y="38656"/>
                </a:lnTo>
                <a:lnTo>
                  <a:pt x="8752" y="38656"/>
                </a:lnTo>
                <a:lnTo>
                  <a:pt x="8752" y="38656"/>
                </a:lnTo>
                <a:lnTo>
                  <a:pt x="8752" y="38656"/>
                </a:lnTo>
                <a:lnTo>
                  <a:pt x="8752" y="38656"/>
                </a:lnTo>
                <a:lnTo>
                  <a:pt x="8751" y="38656"/>
                </a:lnTo>
                <a:lnTo>
                  <a:pt x="8751" y="38656"/>
                </a:lnTo>
                <a:lnTo>
                  <a:pt x="8751" y="38656"/>
                </a:lnTo>
                <a:lnTo>
                  <a:pt x="8751" y="38656"/>
                </a:lnTo>
                <a:lnTo>
                  <a:pt x="8751" y="38656"/>
                </a:lnTo>
                <a:lnTo>
                  <a:pt x="8751" y="38656"/>
                </a:lnTo>
                <a:lnTo>
                  <a:pt x="8751" y="38656"/>
                </a:lnTo>
                <a:lnTo>
                  <a:pt x="8750" y="38656"/>
                </a:lnTo>
                <a:lnTo>
                  <a:pt x="8750" y="38656"/>
                </a:lnTo>
                <a:lnTo>
                  <a:pt x="8750" y="38656"/>
                </a:lnTo>
                <a:lnTo>
                  <a:pt x="8750" y="38656"/>
                </a:lnTo>
                <a:lnTo>
                  <a:pt x="8750" y="38656"/>
                </a:lnTo>
                <a:lnTo>
                  <a:pt x="8750" y="38656"/>
                </a:lnTo>
                <a:lnTo>
                  <a:pt x="8749" y="38656"/>
                </a:lnTo>
                <a:lnTo>
                  <a:pt x="8749" y="38656"/>
                </a:lnTo>
                <a:lnTo>
                  <a:pt x="8749" y="38656"/>
                </a:lnTo>
                <a:lnTo>
                  <a:pt x="8749" y="38656"/>
                </a:lnTo>
                <a:lnTo>
                  <a:pt x="8749" y="38656"/>
                </a:lnTo>
                <a:lnTo>
                  <a:pt x="8749" y="38656"/>
                </a:lnTo>
                <a:lnTo>
                  <a:pt x="8748" y="38656"/>
                </a:lnTo>
                <a:lnTo>
                  <a:pt x="8748" y="38656"/>
                </a:lnTo>
                <a:lnTo>
                  <a:pt x="8748" y="38656"/>
                </a:lnTo>
                <a:lnTo>
                  <a:pt x="8748" y="38656"/>
                </a:lnTo>
                <a:lnTo>
                  <a:pt x="8748" y="38656"/>
                </a:lnTo>
                <a:lnTo>
                  <a:pt x="8748" y="38656"/>
                </a:lnTo>
                <a:lnTo>
                  <a:pt x="8747" y="38656"/>
                </a:lnTo>
                <a:lnTo>
                  <a:pt x="8747" y="38656"/>
                </a:lnTo>
                <a:lnTo>
                  <a:pt x="8747" y="38656"/>
                </a:lnTo>
                <a:lnTo>
                  <a:pt x="8747" y="38656"/>
                </a:lnTo>
                <a:lnTo>
                  <a:pt x="8747" y="38656"/>
                </a:lnTo>
                <a:lnTo>
                  <a:pt x="8747" y="38656"/>
                </a:lnTo>
                <a:lnTo>
                  <a:pt x="8747" y="38656"/>
                </a:lnTo>
                <a:lnTo>
                  <a:pt x="8746" y="38656"/>
                </a:lnTo>
                <a:lnTo>
                  <a:pt x="8746" y="38656"/>
                </a:lnTo>
                <a:lnTo>
                  <a:pt x="8746" y="38656"/>
                </a:lnTo>
                <a:lnTo>
                  <a:pt x="8746" y="38656"/>
                </a:lnTo>
                <a:lnTo>
                  <a:pt x="8746" y="38656"/>
                </a:lnTo>
                <a:lnTo>
                  <a:pt x="8746" y="38656"/>
                </a:lnTo>
                <a:lnTo>
                  <a:pt x="8745" y="38656"/>
                </a:lnTo>
                <a:lnTo>
                  <a:pt x="8745" y="38656"/>
                </a:lnTo>
                <a:lnTo>
                  <a:pt x="8745" y="38656"/>
                </a:lnTo>
                <a:lnTo>
                  <a:pt x="8745" y="38656"/>
                </a:lnTo>
                <a:lnTo>
                  <a:pt x="8745" y="38656"/>
                </a:lnTo>
                <a:lnTo>
                  <a:pt x="8745" y="38656"/>
                </a:lnTo>
                <a:lnTo>
                  <a:pt x="8744" y="38656"/>
                </a:lnTo>
                <a:lnTo>
                  <a:pt x="8744" y="38656"/>
                </a:lnTo>
                <a:lnTo>
                  <a:pt x="8744" y="38656"/>
                </a:lnTo>
                <a:lnTo>
                  <a:pt x="8744" y="38656"/>
                </a:lnTo>
                <a:lnTo>
                  <a:pt x="8744" y="38656"/>
                </a:lnTo>
                <a:lnTo>
                  <a:pt x="8744" y="38656"/>
                </a:lnTo>
                <a:lnTo>
                  <a:pt x="8743" y="38656"/>
                </a:lnTo>
                <a:lnTo>
                  <a:pt x="8743" y="38656"/>
                </a:lnTo>
                <a:lnTo>
                  <a:pt x="8743" y="38656"/>
                </a:lnTo>
                <a:lnTo>
                  <a:pt x="8743" y="38656"/>
                </a:lnTo>
                <a:lnTo>
                  <a:pt x="8743" y="38656"/>
                </a:lnTo>
                <a:lnTo>
                  <a:pt x="8743" y="38656"/>
                </a:lnTo>
                <a:lnTo>
                  <a:pt x="8743" y="38656"/>
                </a:lnTo>
                <a:lnTo>
                  <a:pt x="8742" y="38656"/>
                </a:lnTo>
                <a:lnTo>
                  <a:pt x="8742" y="38656"/>
                </a:lnTo>
                <a:lnTo>
                  <a:pt x="8742" y="38656"/>
                </a:lnTo>
                <a:lnTo>
                  <a:pt x="8742" y="38656"/>
                </a:lnTo>
                <a:lnTo>
                  <a:pt x="8742" y="38656"/>
                </a:lnTo>
                <a:lnTo>
                  <a:pt x="8742" y="38656"/>
                </a:lnTo>
                <a:lnTo>
                  <a:pt x="8741" y="38656"/>
                </a:lnTo>
                <a:lnTo>
                  <a:pt x="8741" y="38656"/>
                </a:lnTo>
                <a:lnTo>
                  <a:pt x="8741" y="38656"/>
                </a:lnTo>
                <a:lnTo>
                  <a:pt x="8741" y="38656"/>
                </a:lnTo>
                <a:lnTo>
                  <a:pt x="8741" y="38656"/>
                </a:lnTo>
                <a:lnTo>
                  <a:pt x="8741" y="38656"/>
                </a:lnTo>
                <a:lnTo>
                  <a:pt x="8740" y="38656"/>
                </a:lnTo>
                <a:lnTo>
                  <a:pt x="8740" y="38656"/>
                </a:lnTo>
                <a:lnTo>
                  <a:pt x="8740" y="38656"/>
                </a:lnTo>
                <a:lnTo>
                  <a:pt x="8740" y="38656"/>
                </a:lnTo>
                <a:lnTo>
                  <a:pt x="8740" y="38656"/>
                </a:lnTo>
                <a:lnTo>
                  <a:pt x="8740" y="38656"/>
                </a:lnTo>
                <a:lnTo>
                  <a:pt x="8740" y="38656"/>
                </a:lnTo>
                <a:lnTo>
                  <a:pt x="8739" y="38656"/>
                </a:lnTo>
                <a:lnTo>
                  <a:pt x="8739" y="38656"/>
                </a:lnTo>
                <a:lnTo>
                  <a:pt x="8739" y="38656"/>
                </a:lnTo>
                <a:lnTo>
                  <a:pt x="8739" y="38656"/>
                </a:lnTo>
                <a:lnTo>
                  <a:pt x="8739" y="38656"/>
                </a:lnTo>
                <a:lnTo>
                  <a:pt x="8739" y="38656"/>
                </a:lnTo>
                <a:lnTo>
                  <a:pt x="8738" y="38656"/>
                </a:lnTo>
                <a:lnTo>
                  <a:pt x="8738" y="38656"/>
                </a:lnTo>
                <a:lnTo>
                  <a:pt x="8738" y="38656"/>
                </a:lnTo>
                <a:lnTo>
                  <a:pt x="8738" y="38656"/>
                </a:lnTo>
                <a:lnTo>
                  <a:pt x="8738" y="38656"/>
                </a:lnTo>
                <a:lnTo>
                  <a:pt x="8738" y="38656"/>
                </a:lnTo>
                <a:lnTo>
                  <a:pt x="8737" y="38656"/>
                </a:lnTo>
                <a:lnTo>
                  <a:pt x="8737" y="38656"/>
                </a:lnTo>
                <a:lnTo>
                  <a:pt x="8737" y="38656"/>
                </a:lnTo>
                <a:lnTo>
                  <a:pt x="8737" y="38656"/>
                </a:lnTo>
                <a:lnTo>
                  <a:pt x="8737" y="38656"/>
                </a:lnTo>
                <a:lnTo>
                  <a:pt x="8737" y="38656"/>
                </a:lnTo>
                <a:lnTo>
                  <a:pt x="8736" y="38656"/>
                </a:lnTo>
                <a:lnTo>
                  <a:pt x="8736" y="38656"/>
                </a:lnTo>
                <a:lnTo>
                  <a:pt x="8736" y="38656"/>
                </a:lnTo>
                <a:lnTo>
                  <a:pt x="8736" y="38656"/>
                </a:lnTo>
                <a:lnTo>
                  <a:pt x="8736" y="38656"/>
                </a:lnTo>
                <a:lnTo>
                  <a:pt x="8736" y="38656"/>
                </a:lnTo>
                <a:lnTo>
                  <a:pt x="8736" y="38656"/>
                </a:lnTo>
                <a:lnTo>
                  <a:pt x="8735" y="38656"/>
                </a:lnTo>
                <a:lnTo>
                  <a:pt x="8735" y="38656"/>
                </a:lnTo>
                <a:lnTo>
                  <a:pt x="8735" y="38656"/>
                </a:lnTo>
                <a:lnTo>
                  <a:pt x="8735" y="38656"/>
                </a:lnTo>
                <a:lnTo>
                  <a:pt x="8735" y="38656"/>
                </a:lnTo>
                <a:lnTo>
                  <a:pt x="8735" y="38656"/>
                </a:lnTo>
                <a:lnTo>
                  <a:pt x="8734" y="38656"/>
                </a:lnTo>
                <a:lnTo>
                  <a:pt x="8734" y="38656"/>
                </a:lnTo>
                <a:lnTo>
                  <a:pt x="8734" y="38656"/>
                </a:lnTo>
                <a:lnTo>
                  <a:pt x="8734" y="38656"/>
                </a:lnTo>
                <a:lnTo>
                  <a:pt x="8734" y="38656"/>
                </a:lnTo>
                <a:lnTo>
                  <a:pt x="8734" y="38656"/>
                </a:lnTo>
                <a:lnTo>
                  <a:pt x="8733" y="38656"/>
                </a:lnTo>
                <a:lnTo>
                  <a:pt x="8733" y="38656"/>
                </a:lnTo>
                <a:lnTo>
                  <a:pt x="8733" y="38656"/>
                </a:lnTo>
                <a:lnTo>
                  <a:pt x="8733" y="38656"/>
                </a:lnTo>
                <a:lnTo>
                  <a:pt x="8733" y="38656"/>
                </a:lnTo>
                <a:lnTo>
                  <a:pt x="8733" y="38656"/>
                </a:lnTo>
                <a:lnTo>
                  <a:pt x="8732" y="38656"/>
                </a:lnTo>
                <a:lnTo>
                  <a:pt x="8732" y="38656"/>
                </a:lnTo>
                <a:lnTo>
                  <a:pt x="8732" y="38656"/>
                </a:lnTo>
                <a:lnTo>
                  <a:pt x="8732" y="38656"/>
                </a:lnTo>
                <a:lnTo>
                  <a:pt x="8732" y="38656"/>
                </a:lnTo>
                <a:lnTo>
                  <a:pt x="8732" y="38656"/>
                </a:lnTo>
                <a:lnTo>
                  <a:pt x="8732" y="38656"/>
                </a:lnTo>
                <a:lnTo>
                  <a:pt x="8731" y="38656"/>
                </a:lnTo>
                <a:lnTo>
                  <a:pt x="8731" y="38656"/>
                </a:lnTo>
                <a:lnTo>
                  <a:pt x="8731" y="38656"/>
                </a:lnTo>
                <a:lnTo>
                  <a:pt x="8731" y="38656"/>
                </a:lnTo>
                <a:lnTo>
                  <a:pt x="8731" y="38656"/>
                </a:lnTo>
                <a:lnTo>
                  <a:pt x="8731" y="38656"/>
                </a:lnTo>
                <a:lnTo>
                  <a:pt x="8730" y="38656"/>
                </a:lnTo>
                <a:lnTo>
                  <a:pt x="8730" y="38656"/>
                </a:lnTo>
                <a:lnTo>
                  <a:pt x="8730" y="38656"/>
                </a:lnTo>
                <a:lnTo>
                  <a:pt x="8730" y="38656"/>
                </a:lnTo>
                <a:lnTo>
                  <a:pt x="8730" y="38656"/>
                </a:lnTo>
                <a:lnTo>
                  <a:pt x="8730" y="38656"/>
                </a:lnTo>
                <a:lnTo>
                  <a:pt x="8729" y="38656"/>
                </a:lnTo>
                <a:lnTo>
                  <a:pt x="8729" y="38656"/>
                </a:lnTo>
                <a:lnTo>
                  <a:pt x="8729" y="38656"/>
                </a:lnTo>
                <a:lnTo>
                  <a:pt x="8729" y="38656"/>
                </a:lnTo>
                <a:lnTo>
                  <a:pt x="8729" y="38656"/>
                </a:lnTo>
                <a:lnTo>
                  <a:pt x="8729" y="38656"/>
                </a:lnTo>
                <a:lnTo>
                  <a:pt x="8728" y="38656"/>
                </a:lnTo>
                <a:lnTo>
                  <a:pt x="8728" y="38656"/>
                </a:lnTo>
                <a:lnTo>
                  <a:pt x="8728" y="38656"/>
                </a:lnTo>
                <a:lnTo>
                  <a:pt x="8728" y="38656"/>
                </a:lnTo>
                <a:lnTo>
                  <a:pt x="8728" y="38656"/>
                </a:lnTo>
                <a:lnTo>
                  <a:pt x="8728" y="38656"/>
                </a:lnTo>
                <a:lnTo>
                  <a:pt x="8728" y="38656"/>
                </a:lnTo>
                <a:lnTo>
                  <a:pt x="8727" y="38656"/>
                </a:lnTo>
                <a:lnTo>
                  <a:pt x="8727" y="38656"/>
                </a:lnTo>
                <a:lnTo>
                  <a:pt x="8727" y="38656"/>
                </a:lnTo>
                <a:lnTo>
                  <a:pt x="8727" y="38656"/>
                </a:lnTo>
                <a:lnTo>
                  <a:pt x="8727" y="38656"/>
                </a:lnTo>
                <a:lnTo>
                  <a:pt x="8727" y="38656"/>
                </a:lnTo>
                <a:lnTo>
                  <a:pt x="8726" y="38656"/>
                </a:lnTo>
                <a:lnTo>
                  <a:pt x="8726" y="38656"/>
                </a:lnTo>
                <a:lnTo>
                  <a:pt x="8726" y="38656"/>
                </a:lnTo>
                <a:lnTo>
                  <a:pt x="8726" y="38656"/>
                </a:lnTo>
                <a:lnTo>
                  <a:pt x="8726" y="38656"/>
                </a:lnTo>
                <a:lnTo>
                  <a:pt x="8726" y="38656"/>
                </a:lnTo>
                <a:lnTo>
                  <a:pt x="8725" y="38656"/>
                </a:lnTo>
                <a:lnTo>
                  <a:pt x="8725" y="38656"/>
                </a:lnTo>
                <a:lnTo>
                  <a:pt x="8725" y="38656"/>
                </a:lnTo>
                <a:lnTo>
                  <a:pt x="8725" y="38656"/>
                </a:lnTo>
                <a:lnTo>
                  <a:pt x="8725" y="38656"/>
                </a:lnTo>
                <a:lnTo>
                  <a:pt x="8725" y="38656"/>
                </a:lnTo>
                <a:lnTo>
                  <a:pt x="8724" y="38656"/>
                </a:lnTo>
                <a:lnTo>
                  <a:pt x="8724" y="38656"/>
                </a:lnTo>
                <a:lnTo>
                  <a:pt x="8724" y="38656"/>
                </a:lnTo>
                <a:lnTo>
                  <a:pt x="8724" y="38656"/>
                </a:lnTo>
                <a:lnTo>
                  <a:pt x="8724" y="38656"/>
                </a:lnTo>
                <a:lnTo>
                  <a:pt x="8724" y="38656"/>
                </a:lnTo>
                <a:lnTo>
                  <a:pt x="8724" y="38656"/>
                </a:lnTo>
                <a:lnTo>
                  <a:pt x="8723" y="38656"/>
                </a:lnTo>
                <a:lnTo>
                  <a:pt x="8723" y="38656"/>
                </a:lnTo>
                <a:lnTo>
                  <a:pt x="8723" y="38656"/>
                </a:lnTo>
                <a:lnTo>
                  <a:pt x="8723" y="38656"/>
                </a:lnTo>
                <a:lnTo>
                  <a:pt x="8723" y="38656"/>
                </a:lnTo>
                <a:lnTo>
                  <a:pt x="8723" y="38656"/>
                </a:lnTo>
                <a:lnTo>
                  <a:pt x="8722" y="38656"/>
                </a:lnTo>
                <a:lnTo>
                  <a:pt x="8722" y="38656"/>
                </a:lnTo>
                <a:lnTo>
                  <a:pt x="8722" y="38656"/>
                </a:lnTo>
                <a:lnTo>
                  <a:pt x="8722" y="38656"/>
                </a:lnTo>
                <a:lnTo>
                  <a:pt x="8722" y="38656"/>
                </a:lnTo>
                <a:lnTo>
                  <a:pt x="8722" y="38656"/>
                </a:lnTo>
                <a:lnTo>
                  <a:pt x="8721" y="38656"/>
                </a:lnTo>
                <a:lnTo>
                  <a:pt x="8721" y="38656"/>
                </a:lnTo>
                <a:lnTo>
                  <a:pt x="8721" y="38656"/>
                </a:lnTo>
                <a:lnTo>
                  <a:pt x="8721" y="38656"/>
                </a:lnTo>
                <a:lnTo>
                  <a:pt x="8721" y="38656"/>
                </a:lnTo>
                <a:lnTo>
                  <a:pt x="8721" y="38656"/>
                </a:lnTo>
                <a:lnTo>
                  <a:pt x="8720" y="38656"/>
                </a:lnTo>
                <a:lnTo>
                  <a:pt x="8720" y="38656"/>
                </a:lnTo>
                <a:lnTo>
                  <a:pt x="8720" y="38656"/>
                </a:lnTo>
                <a:lnTo>
                  <a:pt x="8720" y="38656"/>
                </a:lnTo>
                <a:lnTo>
                  <a:pt x="8720" y="38656"/>
                </a:lnTo>
                <a:lnTo>
                  <a:pt x="8720" y="38656"/>
                </a:lnTo>
                <a:lnTo>
                  <a:pt x="8719" y="38656"/>
                </a:lnTo>
                <a:lnTo>
                  <a:pt x="8719" y="38656"/>
                </a:lnTo>
                <a:lnTo>
                  <a:pt x="8719" y="38656"/>
                </a:lnTo>
                <a:lnTo>
                  <a:pt x="8719" y="38656"/>
                </a:lnTo>
                <a:lnTo>
                  <a:pt x="8719" y="38656"/>
                </a:lnTo>
                <a:lnTo>
                  <a:pt x="8719" y="38656"/>
                </a:lnTo>
                <a:lnTo>
                  <a:pt x="8719" y="38656"/>
                </a:lnTo>
                <a:lnTo>
                  <a:pt x="8718" y="38656"/>
                </a:lnTo>
                <a:lnTo>
                  <a:pt x="8718" y="38656"/>
                </a:lnTo>
                <a:lnTo>
                  <a:pt x="8718" y="38656"/>
                </a:lnTo>
                <a:lnTo>
                  <a:pt x="8718" y="38656"/>
                </a:lnTo>
                <a:lnTo>
                  <a:pt x="8718" y="38656"/>
                </a:lnTo>
                <a:lnTo>
                  <a:pt x="8718" y="38656"/>
                </a:lnTo>
                <a:lnTo>
                  <a:pt x="8717" y="38656"/>
                </a:lnTo>
                <a:lnTo>
                  <a:pt x="8717" y="38656"/>
                </a:lnTo>
                <a:lnTo>
                  <a:pt x="8717" y="38656"/>
                </a:lnTo>
                <a:lnTo>
                  <a:pt x="8717" y="38656"/>
                </a:lnTo>
                <a:lnTo>
                  <a:pt x="8717" y="38656"/>
                </a:lnTo>
                <a:lnTo>
                  <a:pt x="8717" y="38656"/>
                </a:lnTo>
                <a:lnTo>
                  <a:pt x="8716" y="38656"/>
                </a:lnTo>
                <a:lnTo>
                  <a:pt x="8716" y="38656"/>
                </a:lnTo>
                <a:lnTo>
                  <a:pt x="8716" y="38656"/>
                </a:lnTo>
                <a:lnTo>
                  <a:pt x="8716" y="38656"/>
                </a:lnTo>
                <a:lnTo>
                  <a:pt x="8716" y="38656"/>
                </a:lnTo>
                <a:lnTo>
                  <a:pt x="8716" y="38656"/>
                </a:lnTo>
                <a:lnTo>
                  <a:pt x="8715" y="38656"/>
                </a:lnTo>
                <a:lnTo>
                  <a:pt x="8715" y="38656"/>
                </a:lnTo>
                <a:lnTo>
                  <a:pt x="8715" y="38656"/>
                </a:lnTo>
                <a:lnTo>
                  <a:pt x="8715" y="38656"/>
                </a:lnTo>
                <a:lnTo>
                  <a:pt x="8715" y="38656"/>
                </a:lnTo>
                <a:lnTo>
                  <a:pt x="8715" y="38656"/>
                </a:lnTo>
                <a:lnTo>
                  <a:pt x="8715" y="38656"/>
                </a:lnTo>
                <a:lnTo>
                  <a:pt x="8714" y="38656"/>
                </a:lnTo>
                <a:lnTo>
                  <a:pt x="8714" y="38656"/>
                </a:lnTo>
                <a:lnTo>
                  <a:pt x="8714" y="38656"/>
                </a:lnTo>
                <a:lnTo>
                  <a:pt x="8714" y="38656"/>
                </a:lnTo>
                <a:lnTo>
                  <a:pt x="8714" y="38656"/>
                </a:lnTo>
                <a:lnTo>
                  <a:pt x="8714" y="38656"/>
                </a:lnTo>
                <a:lnTo>
                  <a:pt x="8713" y="38656"/>
                </a:lnTo>
                <a:lnTo>
                  <a:pt x="8713" y="38656"/>
                </a:lnTo>
                <a:lnTo>
                  <a:pt x="8713" y="38656"/>
                </a:lnTo>
                <a:lnTo>
                  <a:pt x="8713" y="38656"/>
                </a:lnTo>
                <a:lnTo>
                  <a:pt x="8713" y="38656"/>
                </a:lnTo>
                <a:lnTo>
                  <a:pt x="8713" y="38656"/>
                </a:lnTo>
                <a:lnTo>
                  <a:pt x="8712" y="38656"/>
                </a:lnTo>
                <a:lnTo>
                  <a:pt x="8712" y="38656"/>
                </a:lnTo>
                <a:lnTo>
                  <a:pt x="8712" y="38656"/>
                </a:lnTo>
                <a:lnTo>
                  <a:pt x="8712" y="38656"/>
                </a:lnTo>
                <a:lnTo>
                  <a:pt x="8712" y="38656"/>
                </a:lnTo>
                <a:lnTo>
                  <a:pt x="8712" y="38656"/>
                </a:lnTo>
                <a:lnTo>
                  <a:pt x="8711" y="38656"/>
                </a:lnTo>
                <a:lnTo>
                  <a:pt x="8711" y="38656"/>
                </a:lnTo>
                <a:lnTo>
                  <a:pt x="8711" y="38656"/>
                </a:lnTo>
                <a:lnTo>
                  <a:pt x="8711" y="38656"/>
                </a:lnTo>
                <a:lnTo>
                  <a:pt x="8711" y="38656"/>
                </a:lnTo>
                <a:lnTo>
                  <a:pt x="8711" y="38656"/>
                </a:lnTo>
                <a:lnTo>
                  <a:pt x="8711" y="38656"/>
                </a:lnTo>
                <a:lnTo>
                  <a:pt x="8710" y="38656"/>
                </a:lnTo>
                <a:lnTo>
                  <a:pt x="8710" y="38656"/>
                </a:lnTo>
                <a:lnTo>
                  <a:pt x="8710" y="38656"/>
                </a:lnTo>
                <a:lnTo>
                  <a:pt x="8710" y="38656"/>
                </a:lnTo>
                <a:lnTo>
                  <a:pt x="8710" y="38656"/>
                </a:lnTo>
                <a:lnTo>
                  <a:pt x="8710" y="38656"/>
                </a:lnTo>
                <a:lnTo>
                  <a:pt x="8709" y="38656"/>
                </a:lnTo>
                <a:lnTo>
                  <a:pt x="8709" y="38656"/>
                </a:lnTo>
                <a:lnTo>
                  <a:pt x="8709" y="38656"/>
                </a:lnTo>
                <a:lnTo>
                  <a:pt x="8709" y="38656"/>
                </a:lnTo>
                <a:lnTo>
                  <a:pt x="8709" y="38656"/>
                </a:lnTo>
                <a:lnTo>
                  <a:pt x="8709" y="38656"/>
                </a:lnTo>
                <a:lnTo>
                  <a:pt x="8708" y="38656"/>
                </a:lnTo>
                <a:lnTo>
                  <a:pt x="8708" y="38656"/>
                </a:lnTo>
                <a:lnTo>
                  <a:pt x="8708" y="38656"/>
                </a:lnTo>
                <a:lnTo>
                  <a:pt x="8708" y="38656"/>
                </a:lnTo>
                <a:lnTo>
                  <a:pt x="8708" y="38656"/>
                </a:lnTo>
                <a:lnTo>
                  <a:pt x="8708" y="38656"/>
                </a:lnTo>
                <a:lnTo>
                  <a:pt x="8707" y="38656"/>
                </a:lnTo>
                <a:lnTo>
                  <a:pt x="8707" y="38656"/>
                </a:lnTo>
                <a:lnTo>
                  <a:pt x="8707" y="38656"/>
                </a:lnTo>
                <a:lnTo>
                  <a:pt x="8707" y="38656"/>
                </a:lnTo>
                <a:lnTo>
                  <a:pt x="8707" y="38656"/>
                </a:lnTo>
                <a:lnTo>
                  <a:pt x="8707" y="38656"/>
                </a:lnTo>
                <a:lnTo>
                  <a:pt x="8706" y="38656"/>
                </a:lnTo>
                <a:lnTo>
                  <a:pt x="8706" y="38656"/>
                </a:lnTo>
                <a:lnTo>
                  <a:pt x="8706" y="38656"/>
                </a:lnTo>
                <a:lnTo>
                  <a:pt x="8706" y="38656"/>
                </a:lnTo>
                <a:lnTo>
                  <a:pt x="8706" y="38656"/>
                </a:lnTo>
                <a:lnTo>
                  <a:pt x="8706" y="38656"/>
                </a:lnTo>
                <a:lnTo>
                  <a:pt x="8706" y="38656"/>
                </a:lnTo>
                <a:lnTo>
                  <a:pt x="8705" y="38656"/>
                </a:lnTo>
                <a:lnTo>
                  <a:pt x="8705" y="38656"/>
                </a:lnTo>
                <a:lnTo>
                  <a:pt x="8705" y="38656"/>
                </a:lnTo>
                <a:lnTo>
                  <a:pt x="8705" y="38656"/>
                </a:lnTo>
                <a:lnTo>
                  <a:pt x="8705" y="38656"/>
                </a:lnTo>
                <a:lnTo>
                  <a:pt x="8705" y="38656"/>
                </a:lnTo>
                <a:lnTo>
                  <a:pt x="8704" y="38656"/>
                </a:lnTo>
                <a:lnTo>
                  <a:pt x="8704" y="38656"/>
                </a:lnTo>
                <a:lnTo>
                  <a:pt x="8704" y="38656"/>
                </a:lnTo>
                <a:lnTo>
                  <a:pt x="8704" y="38656"/>
                </a:lnTo>
                <a:lnTo>
                  <a:pt x="8704" y="38656"/>
                </a:lnTo>
                <a:lnTo>
                  <a:pt x="8704" y="38656"/>
                </a:lnTo>
                <a:lnTo>
                  <a:pt x="8703" y="38656"/>
                </a:lnTo>
                <a:lnTo>
                  <a:pt x="8703" y="38656"/>
                </a:lnTo>
                <a:lnTo>
                  <a:pt x="8703" y="38656"/>
                </a:lnTo>
                <a:lnTo>
                  <a:pt x="8703" y="38656"/>
                </a:lnTo>
                <a:lnTo>
                  <a:pt x="8703" y="38656"/>
                </a:lnTo>
                <a:lnTo>
                  <a:pt x="8703" y="38656"/>
                </a:lnTo>
                <a:lnTo>
                  <a:pt x="8702" y="38656"/>
                </a:lnTo>
                <a:lnTo>
                  <a:pt x="8702" y="38656"/>
                </a:lnTo>
                <a:lnTo>
                  <a:pt x="8702" y="38656"/>
                </a:lnTo>
                <a:lnTo>
                  <a:pt x="8702" y="38656"/>
                </a:lnTo>
                <a:lnTo>
                  <a:pt x="8702" y="38656"/>
                </a:lnTo>
                <a:lnTo>
                  <a:pt x="8702" y="38656"/>
                </a:lnTo>
                <a:lnTo>
                  <a:pt x="8701" y="38656"/>
                </a:lnTo>
                <a:lnTo>
                  <a:pt x="8701" y="38656"/>
                </a:lnTo>
                <a:lnTo>
                  <a:pt x="8701" y="38656"/>
                </a:lnTo>
                <a:lnTo>
                  <a:pt x="8701" y="38656"/>
                </a:lnTo>
                <a:lnTo>
                  <a:pt x="8701" y="38656"/>
                </a:lnTo>
                <a:lnTo>
                  <a:pt x="8701" y="38656"/>
                </a:lnTo>
                <a:lnTo>
                  <a:pt x="8701" y="38656"/>
                </a:lnTo>
                <a:lnTo>
                  <a:pt x="8700" y="38656"/>
                </a:lnTo>
                <a:lnTo>
                  <a:pt x="8700" y="38656"/>
                </a:lnTo>
                <a:lnTo>
                  <a:pt x="8700" y="38656"/>
                </a:lnTo>
                <a:lnTo>
                  <a:pt x="8700" y="38656"/>
                </a:lnTo>
                <a:lnTo>
                  <a:pt x="8700" y="38656"/>
                </a:lnTo>
                <a:lnTo>
                  <a:pt x="8700" y="38656"/>
                </a:lnTo>
                <a:lnTo>
                  <a:pt x="8699" y="38656"/>
                </a:lnTo>
                <a:lnTo>
                  <a:pt x="8699" y="38656"/>
                </a:lnTo>
                <a:lnTo>
                  <a:pt x="8699" y="38656"/>
                </a:lnTo>
                <a:lnTo>
                  <a:pt x="8699" y="38656"/>
                </a:lnTo>
                <a:lnTo>
                  <a:pt x="8699" y="38656"/>
                </a:lnTo>
                <a:lnTo>
                  <a:pt x="8699" y="38656"/>
                </a:lnTo>
                <a:lnTo>
                  <a:pt x="8698" y="38656"/>
                </a:lnTo>
                <a:lnTo>
                  <a:pt x="8698" y="38656"/>
                </a:lnTo>
                <a:lnTo>
                  <a:pt x="8698" y="38656"/>
                </a:lnTo>
                <a:lnTo>
                  <a:pt x="8698" y="38656"/>
                </a:lnTo>
                <a:lnTo>
                  <a:pt x="8698" y="38656"/>
                </a:lnTo>
                <a:lnTo>
                  <a:pt x="8698" y="38656"/>
                </a:lnTo>
                <a:lnTo>
                  <a:pt x="8697" y="38656"/>
                </a:lnTo>
                <a:lnTo>
                  <a:pt x="8697" y="38656"/>
                </a:lnTo>
                <a:lnTo>
                  <a:pt x="8697" y="38656"/>
                </a:lnTo>
                <a:lnTo>
                  <a:pt x="8697" y="38656"/>
                </a:lnTo>
                <a:lnTo>
                  <a:pt x="8697" y="38656"/>
                </a:lnTo>
                <a:lnTo>
                  <a:pt x="8697" y="38656"/>
                </a:lnTo>
                <a:lnTo>
                  <a:pt x="8696" y="38656"/>
                </a:lnTo>
                <a:lnTo>
                  <a:pt x="8696" y="38656"/>
                </a:lnTo>
                <a:lnTo>
                  <a:pt x="8696" y="38656"/>
                </a:lnTo>
                <a:lnTo>
                  <a:pt x="8696" y="38656"/>
                </a:lnTo>
                <a:lnTo>
                  <a:pt x="8696" y="38656"/>
                </a:lnTo>
                <a:lnTo>
                  <a:pt x="8696" y="38656"/>
                </a:lnTo>
                <a:lnTo>
                  <a:pt x="8696" y="38656"/>
                </a:lnTo>
                <a:lnTo>
                  <a:pt x="8695" y="38656"/>
                </a:lnTo>
                <a:lnTo>
                  <a:pt x="8695" y="38656"/>
                </a:lnTo>
                <a:lnTo>
                  <a:pt x="8695" y="38656"/>
                </a:lnTo>
                <a:lnTo>
                  <a:pt x="8695" y="38656"/>
                </a:lnTo>
                <a:lnTo>
                  <a:pt x="8695" y="38656"/>
                </a:lnTo>
                <a:lnTo>
                  <a:pt x="8695" y="38656"/>
                </a:lnTo>
                <a:lnTo>
                  <a:pt x="8694" y="38656"/>
                </a:lnTo>
                <a:lnTo>
                  <a:pt x="8694" y="38656"/>
                </a:lnTo>
                <a:lnTo>
                  <a:pt x="8694" y="38656"/>
                </a:lnTo>
                <a:lnTo>
                  <a:pt x="8694" y="38656"/>
                </a:lnTo>
                <a:lnTo>
                  <a:pt x="8694" y="38656"/>
                </a:lnTo>
                <a:lnTo>
                  <a:pt x="8694" y="38656"/>
                </a:lnTo>
                <a:lnTo>
                  <a:pt x="8693" y="38656"/>
                </a:lnTo>
                <a:lnTo>
                  <a:pt x="8693" y="38656"/>
                </a:lnTo>
                <a:lnTo>
                  <a:pt x="8693" y="38656"/>
                </a:lnTo>
                <a:lnTo>
                  <a:pt x="8693" y="38656"/>
                </a:lnTo>
                <a:lnTo>
                  <a:pt x="8693" y="38656"/>
                </a:lnTo>
                <a:lnTo>
                  <a:pt x="8693" y="38656"/>
                </a:lnTo>
                <a:lnTo>
                  <a:pt x="8692" y="38656"/>
                </a:lnTo>
                <a:lnTo>
                  <a:pt x="8692" y="38656"/>
                </a:lnTo>
                <a:lnTo>
                  <a:pt x="8692" y="38656"/>
                </a:lnTo>
                <a:lnTo>
                  <a:pt x="8692" y="38656"/>
                </a:lnTo>
                <a:lnTo>
                  <a:pt x="8692" y="38656"/>
                </a:lnTo>
                <a:lnTo>
                  <a:pt x="8692" y="38656"/>
                </a:lnTo>
                <a:lnTo>
                  <a:pt x="8691" y="38656"/>
                </a:lnTo>
                <a:lnTo>
                  <a:pt x="8691" y="38656"/>
                </a:lnTo>
                <a:lnTo>
                  <a:pt x="8691" y="38656"/>
                </a:lnTo>
                <a:lnTo>
                  <a:pt x="8691" y="38656"/>
                </a:lnTo>
                <a:lnTo>
                  <a:pt x="8691" y="38656"/>
                </a:lnTo>
                <a:lnTo>
                  <a:pt x="8691" y="38656"/>
                </a:lnTo>
                <a:lnTo>
                  <a:pt x="8691" y="38656"/>
                </a:lnTo>
                <a:lnTo>
                  <a:pt x="8690" y="38656"/>
                </a:lnTo>
                <a:lnTo>
                  <a:pt x="8690" y="38656"/>
                </a:lnTo>
                <a:lnTo>
                  <a:pt x="8690" y="38656"/>
                </a:lnTo>
                <a:lnTo>
                  <a:pt x="8690" y="38656"/>
                </a:lnTo>
                <a:lnTo>
                  <a:pt x="8690" y="38656"/>
                </a:lnTo>
                <a:lnTo>
                  <a:pt x="8690" y="38656"/>
                </a:lnTo>
                <a:lnTo>
                  <a:pt x="8689" y="38656"/>
                </a:lnTo>
                <a:lnTo>
                  <a:pt x="8689" y="38656"/>
                </a:lnTo>
                <a:lnTo>
                  <a:pt x="8689" y="38656"/>
                </a:lnTo>
                <a:lnTo>
                  <a:pt x="8689" y="38656"/>
                </a:lnTo>
                <a:lnTo>
                  <a:pt x="8689" y="38656"/>
                </a:lnTo>
                <a:lnTo>
                  <a:pt x="8689" y="38656"/>
                </a:lnTo>
                <a:lnTo>
                  <a:pt x="8688" y="38656"/>
                </a:lnTo>
                <a:lnTo>
                  <a:pt x="8688" y="38656"/>
                </a:lnTo>
                <a:lnTo>
                  <a:pt x="8688" y="38656"/>
                </a:lnTo>
                <a:lnTo>
                  <a:pt x="8688" y="38656"/>
                </a:lnTo>
                <a:lnTo>
                  <a:pt x="8688" y="38656"/>
                </a:lnTo>
                <a:lnTo>
                  <a:pt x="8688" y="38656"/>
                </a:lnTo>
                <a:lnTo>
                  <a:pt x="8687" y="38656"/>
                </a:lnTo>
                <a:lnTo>
                  <a:pt x="8687" y="38656"/>
                </a:lnTo>
                <a:lnTo>
                  <a:pt x="8687" y="38656"/>
                </a:lnTo>
                <a:lnTo>
                  <a:pt x="8687" y="38656"/>
                </a:lnTo>
                <a:lnTo>
                  <a:pt x="8687" y="38656"/>
                </a:lnTo>
                <a:lnTo>
                  <a:pt x="8687" y="38656"/>
                </a:lnTo>
                <a:lnTo>
                  <a:pt x="8686" y="38656"/>
                </a:lnTo>
                <a:lnTo>
                  <a:pt x="8686" y="38656"/>
                </a:lnTo>
                <a:lnTo>
                  <a:pt x="8686" y="38656"/>
                </a:lnTo>
                <a:lnTo>
                  <a:pt x="8686" y="38656"/>
                </a:lnTo>
                <a:lnTo>
                  <a:pt x="8686" y="38656"/>
                </a:lnTo>
                <a:lnTo>
                  <a:pt x="8686" y="38656"/>
                </a:lnTo>
                <a:lnTo>
                  <a:pt x="8686" y="38656"/>
                </a:lnTo>
                <a:lnTo>
                  <a:pt x="8685" y="38656"/>
                </a:lnTo>
                <a:lnTo>
                  <a:pt x="8685" y="38656"/>
                </a:lnTo>
                <a:lnTo>
                  <a:pt x="8685" y="38656"/>
                </a:lnTo>
                <a:lnTo>
                  <a:pt x="8685" y="38656"/>
                </a:lnTo>
                <a:lnTo>
                  <a:pt x="8685" y="38656"/>
                </a:lnTo>
                <a:lnTo>
                  <a:pt x="8685" y="38656"/>
                </a:lnTo>
                <a:lnTo>
                  <a:pt x="8684" y="38656"/>
                </a:lnTo>
                <a:lnTo>
                  <a:pt x="8684" y="38656"/>
                </a:lnTo>
                <a:lnTo>
                  <a:pt x="8684" y="38656"/>
                </a:lnTo>
                <a:lnTo>
                  <a:pt x="8684" y="38656"/>
                </a:lnTo>
                <a:lnTo>
                  <a:pt x="8684" y="38656"/>
                </a:lnTo>
                <a:lnTo>
                  <a:pt x="8684" y="38656"/>
                </a:lnTo>
                <a:lnTo>
                  <a:pt x="8683" y="38656"/>
                </a:lnTo>
                <a:lnTo>
                  <a:pt x="8683" y="38656"/>
                </a:lnTo>
                <a:lnTo>
                  <a:pt x="8683" y="38656"/>
                </a:lnTo>
                <a:lnTo>
                  <a:pt x="8683" y="38656"/>
                </a:lnTo>
                <a:lnTo>
                  <a:pt x="8683" y="38656"/>
                </a:lnTo>
                <a:lnTo>
                  <a:pt x="8683" y="38656"/>
                </a:lnTo>
                <a:lnTo>
                  <a:pt x="8682" y="38656"/>
                </a:lnTo>
                <a:lnTo>
                  <a:pt x="8682" y="38656"/>
                </a:lnTo>
                <a:lnTo>
                  <a:pt x="8682" y="38656"/>
                </a:lnTo>
                <a:lnTo>
                  <a:pt x="8682" y="38656"/>
                </a:lnTo>
                <a:lnTo>
                  <a:pt x="8682" y="38656"/>
                </a:lnTo>
                <a:lnTo>
                  <a:pt x="8682" y="38656"/>
                </a:lnTo>
                <a:lnTo>
                  <a:pt x="8681" y="38656"/>
                </a:lnTo>
                <a:lnTo>
                  <a:pt x="8681" y="38656"/>
                </a:lnTo>
                <a:lnTo>
                  <a:pt x="8681" y="38656"/>
                </a:lnTo>
                <a:lnTo>
                  <a:pt x="8681" y="38656"/>
                </a:lnTo>
                <a:lnTo>
                  <a:pt x="8681" y="38656"/>
                </a:lnTo>
                <a:lnTo>
                  <a:pt x="8681" y="38656"/>
                </a:lnTo>
                <a:lnTo>
                  <a:pt x="8680" y="38656"/>
                </a:lnTo>
                <a:lnTo>
                  <a:pt x="8680" y="38656"/>
                </a:lnTo>
                <a:lnTo>
                  <a:pt x="8680" y="38656"/>
                </a:lnTo>
                <a:lnTo>
                  <a:pt x="8680" y="38656"/>
                </a:lnTo>
                <a:lnTo>
                  <a:pt x="8680" y="38656"/>
                </a:lnTo>
                <a:lnTo>
                  <a:pt x="8680" y="38656"/>
                </a:lnTo>
                <a:lnTo>
                  <a:pt x="8680" y="38656"/>
                </a:lnTo>
                <a:lnTo>
                  <a:pt x="8679" y="38656"/>
                </a:lnTo>
                <a:lnTo>
                  <a:pt x="8679" y="38656"/>
                </a:lnTo>
                <a:lnTo>
                  <a:pt x="8679" y="38656"/>
                </a:lnTo>
                <a:lnTo>
                  <a:pt x="8679" y="38656"/>
                </a:lnTo>
                <a:lnTo>
                  <a:pt x="8679" y="38656"/>
                </a:lnTo>
                <a:lnTo>
                  <a:pt x="8679" y="38656"/>
                </a:lnTo>
                <a:lnTo>
                  <a:pt x="8678" y="38656"/>
                </a:lnTo>
                <a:lnTo>
                  <a:pt x="8678" y="38656"/>
                </a:lnTo>
                <a:lnTo>
                  <a:pt x="8678" y="38656"/>
                </a:lnTo>
                <a:lnTo>
                  <a:pt x="8678" y="38656"/>
                </a:lnTo>
                <a:lnTo>
                  <a:pt x="8678" y="38656"/>
                </a:lnTo>
                <a:lnTo>
                  <a:pt x="8678" y="38656"/>
                </a:lnTo>
                <a:lnTo>
                  <a:pt x="8677" y="38656"/>
                </a:lnTo>
                <a:lnTo>
                  <a:pt x="8677" y="38656"/>
                </a:lnTo>
                <a:lnTo>
                  <a:pt x="8677" y="38656"/>
                </a:lnTo>
                <a:lnTo>
                  <a:pt x="8677" y="38656"/>
                </a:lnTo>
                <a:lnTo>
                  <a:pt x="8677" y="38656"/>
                </a:lnTo>
                <a:lnTo>
                  <a:pt x="8677" y="38656"/>
                </a:lnTo>
                <a:lnTo>
                  <a:pt x="8676" y="38656"/>
                </a:lnTo>
                <a:lnTo>
                  <a:pt x="8676" y="38656"/>
                </a:lnTo>
                <a:lnTo>
                  <a:pt x="8676" y="38656"/>
                </a:lnTo>
                <a:lnTo>
                  <a:pt x="8676" y="38656"/>
                </a:lnTo>
                <a:lnTo>
                  <a:pt x="8676" y="38656"/>
                </a:lnTo>
                <a:lnTo>
                  <a:pt x="8676" y="38656"/>
                </a:lnTo>
                <a:lnTo>
                  <a:pt x="8675" y="38656"/>
                </a:lnTo>
                <a:lnTo>
                  <a:pt x="8675" y="38656"/>
                </a:lnTo>
                <a:lnTo>
                  <a:pt x="8675" y="38656"/>
                </a:lnTo>
                <a:lnTo>
                  <a:pt x="8675" y="38656"/>
                </a:lnTo>
                <a:lnTo>
                  <a:pt x="8675" y="38656"/>
                </a:lnTo>
                <a:lnTo>
                  <a:pt x="8675" y="38656"/>
                </a:lnTo>
                <a:lnTo>
                  <a:pt x="8674" y="38656"/>
                </a:lnTo>
                <a:lnTo>
                  <a:pt x="8674" y="38656"/>
                </a:lnTo>
                <a:lnTo>
                  <a:pt x="8674" y="38656"/>
                </a:lnTo>
                <a:lnTo>
                  <a:pt x="8674" y="38656"/>
                </a:lnTo>
                <a:lnTo>
                  <a:pt x="8674" y="38656"/>
                </a:lnTo>
                <a:lnTo>
                  <a:pt x="8674" y="38656"/>
                </a:lnTo>
                <a:lnTo>
                  <a:pt x="8674" y="38656"/>
                </a:lnTo>
                <a:lnTo>
                  <a:pt x="8673" y="38656"/>
                </a:lnTo>
                <a:lnTo>
                  <a:pt x="8673" y="38656"/>
                </a:lnTo>
                <a:lnTo>
                  <a:pt x="8673" y="38656"/>
                </a:lnTo>
                <a:lnTo>
                  <a:pt x="8673" y="38656"/>
                </a:lnTo>
                <a:lnTo>
                  <a:pt x="8673" y="38656"/>
                </a:lnTo>
                <a:lnTo>
                  <a:pt x="8673" y="38656"/>
                </a:lnTo>
                <a:lnTo>
                  <a:pt x="8672" y="38656"/>
                </a:lnTo>
                <a:lnTo>
                  <a:pt x="8672" y="38656"/>
                </a:lnTo>
                <a:lnTo>
                  <a:pt x="8672" y="38656"/>
                </a:lnTo>
                <a:lnTo>
                  <a:pt x="8672" y="38656"/>
                </a:lnTo>
                <a:lnTo>
                  <a:pt x="8672" y="38656"/>
                </a:lnTo>
                <a:lnTo>
                  <a:pt x="8672" y="38656"/>
                </a:lnTo>
                <a:lnTo>
                  <a:pt x="8671" y="38656"/>
                </a:lnTo>
                <a:lnTo>
                  <a:pt x="8671" y="38656"/>
                </a:lnTo>
                <a:lnTo>
                  <a:pt x="8671" y="38656"/>
                </a:lnTo>
                <a:lnTo>
                  <a:pt x="8671" y="38656"/>
                </a:lnTo>
                <a:lnTo>
                  <a:pt x="8671" y="38656"/>
                </a:lnTo>
                <a:lnTo>
                  <a:pt x="8671" y="38656"/>
                </a:lnTo>
                <a:lnTo>
                  <a:pt x="8670" y="38656"/>
                </a:lnTo>
                <a:lnTo>
                  <a:pt x="8670" y="38656"/>
                </a:lnTo>
                <a:lnTo>
                  <a:pt x="8670" y="38656"/>
                </a:lnTo>
                <a:lnTo>
                  <a:pt x="8670" y="38656"/>
                </a:lnTo>
                <a:lnTo>
                  <a:pt x="8670" y="38656"/>
                </a:lnTo>
                <a:lnTo>
                  <a:pt x="8670" y="38656"/>
                </a:lnTo>
                <a:lnTo>
                  <a:pt x="8669" y="38656"/>
                </a:lnTo>
                <a:lnTo>
                  <a:pt x="8669" y="38656"/>
                </a:lnTo>
                <a:lnTo>
                  <a:pt x="8669" y="38656"/>
                </a:lnTo>
                <a:lnTo>
                  <a:pt x="8669" y="38656"/>
                </a:lnTo>
                <a:lnTo>
                  <a:pt x="8669" y="38656"/>
                </a:lnTo>
                <a:lnTo>
                  <a:pt x="8669" y="38656"/>
                </a:lnTo>
                <a:lnTo>
                  <a:pt x="8668" y="38656"/>
                </a:lnTo>
                <a:lnTo>
                  <a:pt x="8668" y="38656"/>
                </a:lnTo>
                <a:lnTo>
                  <a:pt x="8668" y="38656"/>
                </a:lnTo>
                <a:lnTo>
                  <a:pt x="8668" y="38656"/>
                </a:lnTo>
                <a:lnTo>
                  <a:pt x="8668" y="38656"/>
                </a:lnTo>
                <a:lnTo>
                  <a:pt x="8668" y="38656"/>
                </a:lnTo>
                <a:lnTo>
                  <a:pt x="8668" y="38656"/>
                </a:lnTo>
                <a:lnTo>
                  <a:pt x="8667" y="38656"/>
                </a:lnTo>
                <a:lnTo>
                  <a:pt x="8667" y="38656"/>
                </a:lnTo>
                <a:lnTo>
                  <a:pt x="8667" y="38656"/>
                </a:lnTo>
                <a:lnTo>
                  <a:pt x="8667" y="38656"/>
                </a:lnTo>
                <a:lnTo>
                  <a:pt x="8667" y="38656"/>
                </a:lnTo>
                <a:lnTo>
                  <a:pt x="8667" y="38656"/>
                </a:lnTo>
                <a:lnTo>
                  <a:pt x="8666" y="38656"/>
                </a:lnTo>
                <a:lnTo>
                  <a:pt x="8666" y="38656"/>
                </a:lnTo>
                <a:lnTo>
                  <a:pt x="8666" y="38656"/>
                </a:lnTo>
                <a:lnTo>
                  <a:pt x="8666" y="38656"/>
                </a:lnTo>
                <a:lnTo>
                  <a:pt x="8666" y="38656"/>
                </a:lnTo>
                <a:lnTo>
                  <a:pt x="8666" y="38656"/>
                </a:lnTo>
                <a:lnTo>
                  <a:pt x="8665" y="38656"/>
                </a:lnTo>
                <a:lnTo>
                  <a:pt x="8665" y="38656"/>
                </a:lnTo>
                <a:lnTo>
                  <a:pt x="8665" y="38656"/>
                </a:lnTo>
                <a:lnTo>
                  <a:pt x="8665" y="38656"/>
                </a:lnTo>
                <a:lnTo>
                  <a:pt x="8665" y="38656"/>
                </a:lnTo>
                <a:lnTo>
                  <a:pt x="8665" y="38656"/>
                </a:lnTo>
                <a:lnTo>
                  <a:pt x="8664" y="38656"/>
                </a:lnTo>
                <a:lnTo>
                  <a:pt x="8664" y="38656"/>
                </a:lnTo>
                <a:lnTo>
                  <a:pt x="8664" y="38656"/>
                </a:lnTo>
                <a:lnTo>
                  <a:pt x="8664" y="38656"/>
                </a:lnTo>
                <a:lnTo>
                  <a:pt x="8664" y="38656"/>
                </a:lnTo>
                <a:lnTo>
                  <a:pt x="8664" y="38656"/>
                </a:lnTo>
                <a:lnTo>
                  <a:pt x="8663" y="38656"/>
                </a:lnTo>
                <a:lnTo>
                  <a:pt x="8663" y="38656"/>
                </a:lnTo>
                <a:lnTo>
                  <a:pt x="8663" y="38656"/>
                </a:lnTo>
                <a:lnTo>
                  <a:pt x="8663" y="38656"/>
                </a:lnTo>
                <a:lnTo>
                  <a:pt x="8663" y="38656"/>
                </a:lnTo>
                <a:lnTo>
                  <a:pt x="8663" y="38656"/>
                </a:lnTo>
                <a:lnTo>
                  <a:pt x="8662" y="38656"/>
                </a:lnTo>
                <a:lnTo>
                  <a:pt x="8662" y="38656"/>
                </a:lnTo>
                <a:lnTo>
                  <a:pt x="8662" y="38656"/>
                </a:lnTo>
                <a:lnTo>
                  <a:pt x="8662" y="38656"/>
                </a:lnTo>
                <a:lnTo>
                  <a:pt x="8662" y="38656"/>
                </a:lnTo>
                <a:lnTo>
                  <a:pt x="8662" y="38656"/>
                </a:lnTo>
                <a:lnTo>
                  <a:pt x="8661" y="38656"/>
                </a:lnTo>
                <a:lnTo>
                  <a:pt x="8661" y="38656"/>
                </a:lnTo>
                <a:lnTo>
                  <a:pt x="8661" y="38656"/>
                </a:lnTo>
                <a:lnTo>
                  <a:pt x="8661" y="38656"/>
                </a:lnTo>
                <a:lnTo>
                  <a:pt x="8661" y="38656"/>
                </a:lnTo>
                <a:lnTo>
                  <a:pt x="8661" y="38656"/>
                </a:lnTo>
                <a:lnTo>
                  <a:pt x="8661" y="38656"/>
                </a:lnTo>
                <a:lnTo>
                  <a:pt x="8660" y="38656"/>
                </a:lnTo>
                <a:lnTo>
                  <a:pt x="8660" y="38656"/>
                </a:lnTo>
                <a:lnTo>
                  <a:pt x="8660" y="38656"/>
                </a:lnTo>
                <a:lnTo>
                  <a:pt x="8660" y="38656"/>
                </a:lnTo>
                <a:lnTo>
                  <a:pt x="8660" y="38656"/>
                </a:lnTo>
                <a:lnTo>
                  <a:pt x="8660" y="38656"/>
                </a:lnTo>
                <a:lnTo>
                  <a:pt x="8659" y="38656"/>
                </a:lnTo>
                <a:lnTo>
                  <a:pt x="8659" y="38656"/>
                </a:lnTo>
                <a:lnTo>
                  <a:pt x="8659" y="38656"/>
                </a:lnTo>
                <a:lnTo>
                  <a:pt x="8659" y="38656"/>
                </a:lnTo>
                <a:lnTo>
                  <a:pt x="8659" y="38656"/>
                </a:lnTo>
                <a:lnTo>
                  <a:pt x="8659" y="38656"/>
                </a:lnTo>
                <a:lnTo>
                  <a:pt x="8658" y="38656"/>
                </a:lnTo>
                <a:lnTo>
                  <a:pt x="8658" y="38656"/>
                </a:lnTo>
                <a:lnTo>
                  <a:pt x="8658" y="38656"/>
                </a:lnTo>
                <a:lnTo>
                  <a:pt x="8658" y="38656"/>
                </a:lnTo>
                <a:lnTo>
                  <a:pt x="8658" y="38656"/>
                </a:lnTo>
                <a:lnTo>
                  <a:pt x="8658" y="38656"/>
                </a:lnTo>
                <a:lnTo>
                  <a:pt x="8657" y="38656"/>
                </a:lnTo>
                <a:lnTo>
                  <a:pt x="8657" y="38656"/>
                </a:lnTo>
                <a:lnTo>
                  <a:pt x="8657" y="38656"/>
                </a:lnTo>
                <a:lnTo>
                  <a:pt x="8657" y="38656"/>
                </a:lnTo>
                <a:lnTo>
                  <a:pt x="8657" y="38656"/>
                </a:lnTo>
                <a:lnTo>
                  <a:pt x="8657" y="38656"/>
                </a:lnTo>
                <a:lnTo>
                  <a:pt x="8656" y="38656"/>
                </a:lnTo>
                <a:lnTo>
                  <a:pt x="8656" y="38656"/>
                </a:lnTo>
                <a:lnTo>
                  <a:pt x="8656" y="38656"/>
                </a:lnTo>
                <a:lnTo>
                  <a:pt x="8656" y="38656"/>
                </a:lnTo>
                <a:lnTo>
                  <a:pt x="8656" y="38656"/>
                </a:lnTo>
                <a:lnTo>
                  <a:pt x="8656" y="38656"/>
                </a:lnTo>
                <a:lnTo>
                  <a:pt x="8655" y="38656"/>
                </a:lnTo>
                <a:lnTo>
                  <a:pt x="8655" y="38656"/>
                </a:lnTo>
                <a:lnTo>
                  <a:pt x="8655" y="38656"/>
                </a:lnTo>
                <a:lnTo>
                  <a:pt x="8655" y="38656"/>
                </a:lnTo>
                <a:lnTo>
                  <a:pt x="8655" y="38656"/>
                </a:lnTo>
                <a:lnTo>
                  <a:pt x="8655" y="38656"/>
                </a:lnTo>
                <a:lnTo>
                  <a:pt x="8654" y="38656"/>
                </a:lnTo>
                <a:lnTo>
                  <a:pt x="8654" y="38656"/>
                </a:lnTo>
                <a:lnTo>
                  <a:pt x="8654" y="38656"/>
                </a:lnTo>
                <a:lnTo>
                  <a:pt x="8654" y="38656"/>
                </a:lnTo>
                <a:lnTo>
                  <a:pt x="8654" y="38656"/>
                </a:lnTo>
                <a:lnTo>
                  <a:pt x="8654" y="38656"/>
                </a:lnTo>
                <a:lnTo>
                  <a:pt x="8654" y="38656"/>
                </a:lnTo>
                <a:lnTo>
                  <a:pt x="8653" y="38656"/>
                </a:lnTo>
                <a:lnTo>
                  <a:pt x="8653" y="38656"/>
                </a:lnTo>
                <a:lnTo>
                  <a:pt x="8653" y="38656"/>
                </a:lnTo>
                <a:lnTo>
                  <a:pt x="8653" y="38656"/>
                </a:lnTo>
                <a:lnTo>
                  <a:pt x="8653" y="38656"/>
                </a:lnTo>
                <a:lnTo>
                  <a:pt x="8653" y="38656"/>
                </a:lnTo>
                <a:lnTo>
                  <a:pt x="8652" y="38656"/>
                </a:lnTo>
                <a:lnTo>
                  <a:pt x="8652" y="38656"/>
                </a:lnTo>
                <a:lnTo>
                  <a:pt x="8652" y="38656"/>
                </a:lnTo>
                <a:lnTo>
                  <a:pt x="8652" y="38656"/>
                </a:lnTo>
                <a:lnTo>
                  <a:pt x="8652" y="38656"/>
                </a:lnTo>
                <a:lnTo>
                  <a:pt x="8652" y="38656"/>
                </a:lnTo>
                <a:lnTo>
                  <a:pt x="8651" y="38656"/>
                </a:lnTo>
                <a:lnTo>
                  <a:pt x="8651" y="38656"/>
                </a:lnTo>
                <a:lnTo>
                  <a:pt x="8651" y="38656"/>
                </a:lnTo>
                <a:lnTo>
                  <a:pt x="8651" y="38656"/>
                </a:lnTo>
                <a:lnTo>
                  <a:pt x="8651" y="38656"/>
                </a:lnTo>
                <a:lnTo>
                  <a:pt x="8651" y="38656"/>
                </a:lnTo>
                <a:lnTo>
                  <a:pt x="8650" y="38656"/>
                </a:lnTo>
                <a:lnTo>
                  <a:pt x="8650" y="38656"/>
                </a:lnTo>
                <a:lnTo>
                  <a:pt x="8650" y="38656"/>
                </a:lnTo>
                <a:lnTo>
                  <a:pt x="8650" y="38656"/>
                </a:lnTo>
                <a:lnTo>
                  <a:pt x="8650" y="38656"/>
                </a:lnTo>
                <a:lnTo>
                  <a:pt x="8650" y="38656"/>
                </a:lnTo>
                <a:lnTo>
                  <a:pt x="8649" y="38656"/>
                </a:lnTo>
                <a:lnTo>
                  <a:pt x="8649" y="38656"/>
                </a:lnTo>
                <a:lnTo>
                  <a:pt x="8649" y="38656"/>
                </a:lnTo>
                <a:lnTo>
                  <a:pt x="8649" y="38656"/>
                </a:lnTo>
                <a:lnTo>
                  <a:pt x="8649" y="38656"/>
                </a:lnTo>
                <a:lnTo>
                  <a:pt x="8649" y="38656"/>
                </a:lnTo>
                <a:lnTo>
                  <a:pt x="8648" y="38656"/>
                </a:lnTo>
                <a:lnTo>
                  <a:pt x="8648" y="38656"/>
                </a:lnTo>
                <a:lnTo>
                  <a:pt x="8648" y="38656"/>
                </a:lnTo>
                <a:lnTo>
                  <a:pt x="8648" y="38656"/>
                </a:lnTo>
                <a:lnTo>
                  <a:pt x="8648" y="38656"/>
                </a:lnTo>
                <a:lnTo>
                  <a:pt x="8648" y="38656"/>
                </a:lnTo>
                <a:lnTo>
                  <a:pt x="8647" y="38656"/>
                </a:lnTo>
                <a:lnTo>
                  <a:pt x="8647" y="38656"/>
                </a:lnTo>
                <a:lnTo>
                  <a:pt x="8647" y="38656"/>
                </a:lnTo>
                <a:lnTo>
                  <a:pt x="8647" y="38656"/>
                </a:lnTo>
                <a:lnTo>
                  <a:pt x="8647" y="38656"/>
                </a:lnTo>
                <a:lnTo>
                  <a:pt x="8647" y="38656"/>
                </a:lnTo>
                <a:lnTo>
                  <a:pt x="8647" y="38656"/>
                </a:lnTo>
                <a:lnTo>
                  <a:pt x="8646" y="38656"/>
                </a:lnTo>
                <a:lnTo>
                  <a:pt x="8646" y="38656"/>
                </a:lnTo>
                <a:lnTo>
                  <a:pt x="8646" y="38656"/>
                </a:lnTo>
                <a:lnTo>
                  <a:pt x="8646" y="38656"/>
                </a:lnTo>
                <a:lnTo>
                  <a:pt x="8646" y="38656"/>
                </a:lnTo>
                <a:lnTo>
                  <a:pt x="8646" y="38656"/>
                </a:lnTo>
                <a:lnTo>
                  <a:pt x="8645" y="38656"/>
                </a:lnTo>
                <a:lnTo>
                  <a:pt x="8645" y="38656"/>
                </a:lnTo>
                <a:lnTo>
                  <a:pt x="8645" y="38656"/>
                </a:lnTo>
                <a:lnTo>
                  <a:pt x="8645" y="38656"/>
                </a:lnTo>
                <a:lnTo>
                  <a:pt x="8645" y="38656"/>
                </a:lnTo>
                <a:lnTo>
                  <a:pt x="8645" y="38656"/>
                </a:lnTo>
                <a:lnTo>
                  <a:pt x="8644" y="38656"/>
                </a:lnTo>
                <a:lnTo>
                  <a:pt x="8644" y="38656"/>
                </a:lnTo>
                <a:lnTo>
                  <a:pt x="8644" y="38656"/>
                </a:lnTo>
                <a:lnTo>
                  <a:pt x="8644" y="38656"/>
                </a:lnTo>
                <a:lnTo>
                  <a:pt x="8644" y="38656"/>
                </a:lnTo>
                <a:lnTo>
                  <a:pt x="8644" y="38656"/>
                </a:lnTo>
                <a:lnTo>
                  <a:pt x="8643" y="38656"/>
                </a:lnTo>
                <a:lnTo>
                  <a:pt x="8643" y="38656"/>
                </a:lnTo>
                <a:lnTo>
                  <a:pt x="8643" y="38656"/>
                </a:lnTo>
                <a:lnTo>
                  <a:pt x="8643" y="38656"/>
                </a:lnTo>
                <a:lnTo>
                  <a:pt x="8643" y="38656"/>
                </a:lnTo>
                <a:lnTo>
                  <a:pt x="8643" y="38656"/>
                </a:lnTo>
                <a:lnTo>
                  <a:pt x="8642" y="38656"/>
                </a:lnTo>
                <a:lnTo>
                  <a:pt x="8642" y="38656"/>
                </a:lnTo>
                <a:lnTo>
                  <a:pt x="8642" y="38656"/>
                </a:lnTo>
                <a:lnTo>
                  <a:pt x="8642" y="38656"/>
                </a:lnTo>
                <a:lnTo>
                  <a:pt x="8642" y="38656"/>
                </a:lnTo>
                <a:lnTo>
                  <a:pt x="8642" y="38656"/>
                </a:lnTo>
                <a:lnTo>
                  <a:pt x="8641" y="38656"/>
                </a:lnTo>
                <a:lnTo>
                  <a:pt x="8641" y="38656"/>
                </a:lnTo>
                <a:lnTo>
                  <a:pt x="8641" y="38656"/>
                </a:lnTo>
                <a:lnTo>
                  <a:pt x="8641" y="38656"/>
                </a:lnTo>
                <a:lnTo>
                  <a:pt x="8641" y="38656"/>
                </a:lnTo>
                <a:lnTo>
                  <a:pt x="8641" y="38656"/>
                </a:lnTo>
                <a:lnTo>
                  <a:pt x="8640" y="38656"/>
                </a:lnTo>
                <a:lnTo>
                  <a:pt x="8640" y="38656"/>
                </a:lnTo>
                <a:lnTo>
                  <a:pt x="8640" y="38656"/>
                </a:lnTo>
                <a:lnTo>
                  <a:pt x="8640" y="38656"/>
                </a:lnTo>
                <a:lnTo>
                  <a:pt x="8640" y="38656"/>
                </a:lnTo>
                <a:lnTo>
                  <a:pt x="8640" y="38656"/>
                </a:lnTo>
                <a:lnTo>
                  <a:pt x="8639" y="38656"/>
                </a:lnTo>
                <a:lnTo>
                  <a:pt x="8639" y="38656"/>
                </a:lnTo>
                <a:lnTo>
                  <a:pt x="8639" y="38656"/>
                </a:lnTo>
                <a:lnTo>
                  <a:pt x="8639" y="38656"/>
                </a:lnTo>
                <a:lnTo>
                  <a:pt x="8639" y="38656"/>
                </a:lnTo>
                <a:lnTo>
                  <a:pt x="8639" y="38656"/>
                </a:lnTo>
                <a:lnTo>
                  <a:pt x="8639" y="38656"/>
                </a:lnTo>
                <a:lnTo>
                  <a:pt x="8638" y="38656"/>
                </a:lnTo>
                <a:lnTo>
                  <a:pt x="8638" y="38656"/>
                </a:lnTo>
                <a:lnTo>
                  <a:pt x="8638" y="38656"/>
                </a:lnTo>
                <a:lnTo>
                  <a:pt x="8638" y="38656"/>
                </a:lnTo>
                <a:lnTo>
                  <a:pt x="8638" y="38656"/>
                </a:lnTo>
                <a:lnTo>
                  <a:pt x="8638" y="38656"/>
                </a:lnTo>
                <a:lnTo>
                  <a:pt x="8637" y="38656"/>
                </a:lnTo>
                <a:lnTo>
                  <a:pt x="8637" y="38656"/>
                </a:lnTo>
                <a:lnTo>
                  <a:pt x="8637" y="38656"/>
                </a:lnTo>
                <a:lnTo>
                  <a:pt x="8637" y="38656"/>
                </a:lnTo>
                <a:lnTo>
                  <a:pt x="8637" y="38656"/>
                </a:lnTo>
                <a:lnTo>
                  <a:pt x="8637" y="38656"/>
                </a:lnTo>
                <a:lnTo>
                  <a:pt x="8636" y="38656"/>
                </a:lnTo>
                <a:lnTo>
                  <a:pt x="8636" y="38656"/>
                </a:lnTo>
                <a:lnTo>
                  <a:pt x="8636" y="38656"/>
                </a:lnTo>
                <a:lnTo>
                  <a:pt x="8636" y="38656"/>
                </a:lnTo>
                <a:lnTo>
                  <a:pt x="8636" y="38656"/>
                </a:lnTo>
                <a:lnTo>
                  <a:pt x="8636" y="38656"/>
                </a:lnTo>
                <a:lnTo>
                  <a:pt x="8635" y="38656"/>
                </a:lnTo>
                <a:lnTo>
                  <a:pt x="8635" y="38656"/>
                </a:lnTo>
                <a:lnTo>
                  <a:pt x="8635" y="38656"/>
                </a:lnTo>
                <a:lnTo>
                  <a:pt x="8635" y="38656"/>
                </a:lnTo>
                <a:lnTo>
                  <a:pt x="8635" y="38656"/>
                </a:lnTo>
                <a:lnTo>
                  <a:pt x="8635" y="38656"/>
                </a:lnTo>
                <a:lnTo>
                  <a:pt x="8634" y="38656"/>
                </a:lnTo>
                <a:lnTo>
                  <a:pt x="8634" y="38656"/>
                </a:lnTo>
                <a:lnTo>
                  <a:pt x="8634" y="38656"/>
                </a:lnTo>
                <a:lnTo>
                  <a:pt x="8634" y="38656"/>
                </a:lnTo>
                <a:lnTo>
                  <a:pt x="8634" y="38656"/>
                </a:lnTo>
                <a:lnTo>
                  <a:pt x="8634" y="38656"/>
                </a:lnTo>
                <a:lnTo>
                  <a:pt x="8633" y="38656"/>
                </a:lnTo>
                <a:lnTo>
                  <a:pt x="8633" y="38656"/>
                </a:lnTo>
                <a:lnTo>
                  <a:pt x="8633" y="38656"/>
                </a:lnTo>
                <a:lnTo>
                  <a:pt x="8633" y="38656"/>
                </a:lnTo>
                <a:lnTo>
                  <a:pt x="8633" y="38656"/>
                </a:lnTo>
                <a:lnTo>
                  <a:pt x="8633" y="38656"/>
                </a:lnTo>
                <a:lnTo>
                  <a:pt x="8632" y="38656"/>
                </a:lnTo>
                <a:lnTo>
                  <a:pt x="8632" y="38656"/>
                </a:lnTo>
                <a:lnTo>
                  <a:pt x="8632" y="38656"/>
                </a:lnTo>
                <a:lnTo>
                  <a:pt x="8632" y="38656"/>
                </a:lnTo>
                <a:lnTo>
                  <a:pt x="8632" y="38656"/>
                </a:lnTo>
                <a:lnTo>
                  <a:pt x="8632" y="38656"/>
                </a:lnTo>
                <a:lnTo>
                  <a:pt x="8631" y="38656"/>
                </a:lnTo>
                <a:lnTo>
                  <a:pt x="8631" y="38656"/>
                </a:lnTo>
                <a:lnTo>
                  <a:pt x="8631" y="38656"/>
                </a:lnTo>
                <a:lnTo>
                  <a:pt x="8631" y="38656"/>
                </a:lnTo>
                <a:lnTo>
                  <a:pt x="8631" y="38656"/>
                </a:lnTo>
                <a:lnTo>
                  <a:pt x="8631" y="38656"/>
                </a:lnTo>
                <a:lnTo>
                  <a:pt x="8630" y="38656"/>
                </a:lnTo>
                <a:lnTo>
                  <a:pt x="8630" y="38656"/>
                </a:lnTo>
                <a:lnTo>
                  <a:pt x="8630" y="38656"/>
                </a:lnTo>
                <a:lnTo>
                  <a:pt x="8630" y="38656"/>
                </a:lnTo>
                <a:lnTo>
                  <a:pt x="8630" y="38656"/>
                </a:lnTo>
                <a:lnTo>
                  <a:pt x="8630" y="38656"/>
                </a:lnTo>
                <a:lnTo>
                  <a:pt x="8629" y="38656"/>
                </a:lnTo>
                <a:lnTo>
                  <a:pt x="8629" y="38656"/>
                </a:lnTo>
                <a:lnTo>
                  <a:pt x="8629" y="38656"/>
                </a:lnTo>
                <a:lnTo>
                  <a:pt x="8629" y="38656"/>
                </a:lnTo>
                <a:lnTo>
                  <a:pt x="8629" y="38656"/>
                </a:lnTo>
                <a:lnTo>
                  <a:pt x="8629" y="38656"/>
                </a:lnTo>
                <a:lnTo>
                  <a:pt x="8629" y="38656"/>
                </a:lnTo>
                <a:lnTo>
                  <a:pt x="8628" y="38656"/>
                </a:lnTo>
                <a:lnTo>
                  <a:pt x="8628" y="38656"/>
                </a:lnTo>
                <a:lnTo>
                  <a:pt x="8628" y="38656"/>
                </a:lnTo>
                <a:lnTo>
                  <a:pt x="8628" y="38656"/>
                </a:lnTo>
                <a:lnTo>
                  <a:pt x="8628" y="38656"/>
                </a:lnTo>
                <a:lnTo>
                  <a:pt x="8628" y="38656"/>
                </a:lnTo>
                <a:lnTo>
                  <a:pt x="8627" y="38656"/>
                </a:lnTo>
                <a:lnTo>
                  <a:pt x="8627" y="38656"/>
                </a:lnTo>
                <a:lnTo>
                  <a:pt x="8627" y="38656"/>
                </a:lnTo>
                <a:lnTo>
                  <a:pt x="8627" y="38656"/>
                </a:lnTo>
                <a:lnTo>
                  <a:pt x="8627" y="38656"/>
                </a:lnTo>
                <a:lnTo>
                  <a:pt x="8627" y="38656"/>
                </a:lnTo>
                <a:lnTo>
                  <a:pt x="8626" y="38656"/>
                </a:lnTo>
                <a:lnTo>
                  <a:pt x="8626" y="38656"/>
                </a:lnTo>
                <a:lnTo>
                  <a:pt x="8626" y="38656"/>
                </a:lnTo>
                <a:lnTo>
                  <a:pt x="8626" y="38656"/>
                </a:lnTo>
                <a:lnTo>
                  <a:pt x="8626" y="38656"/>
                </a:lnTo>
                <a:lnTo>
                  <a:pt x="8626" y="38656"/>
                </a:lnTo>
                <a:lnTo>
                  <a:pt x="8625" y="38656"/>
                </a:lnTo>
                <a:lnTo>
                  <a:pt x="8625" y="38656"/>
                </a:lnTo>
                <a:lnTo>
                  <a:pt x="8625" y="38656"/>
                </a:lnTo>
                <a:lnTo>
                  <a:pt x="8625" y="38656"/>
                </a:lnTo>
                <a:lnTo>
                  <a:pt x="8625" y="38656"/>
                </a:lnTo>
                <a:lnTo>
                  <a:pt x="8625" y="38656"/>
                </a:lnTo>
                <a:lnTo>
                  <a:pt x="8624" y="38656"/>
                </a:lnTo>
                <a:lnTo>
                  <a:pt x="8624" y="38656"/>
                </a:lnTo>
                <a:lnTo>
                  <a:pt x="8624" y="38656"/>
                </a:lnTo>
                <a:lnTo>
                  <a:pt x="8624" y="38656"/>
                </a:lnTo>
                <a:lnTo>
                  <a:pt x="8624" y="38656"/>
                </a:lnTo>
                <a:lnTo>
                  <a:pt x="8624" y="38656"/>
                </a:lnTo>
                <a:lnTo>
                  <a:pt x="8623" y="38656"/>
                </a:lnTo>
                <a:lnTo>
                  <a:pt x="8623" y="38656"/>
                </a:lnTo>
                <a:lnTo>
                  <a:pt x="8623" y="38656"/>
                </a:lnTo>
                <a:lnTo>
                  <a:pt x="8623" y="38656"/>
                </a:lnTo>
                <a:lnTo>
                  <a:pt x="8623" y="38656"/>
                </a:lnTo>
                <a:lnTo>
                  <a:pt x="8623" y="38656"/>
                </a:lnTo>
                <a:lnTo>
                  <a:pt x="8622" y="38656"/>
                </a:lnTo>
                <a:lnTo>
                  <a:pt x="8622" y="38656"/>
                </a:lnTo>
                <a:lnTo>
                  <a:pt x="8622" y="38656"/>
                </a:lnTo>
                <a:lnTo>
                  <a:pt x="8622" y="38656"/>
                </a:lnTo>
                <a:lnTo>
                  <a:pt x="8622" y="38656"/>
                </a:lnTo>
                <a:lnTo>
                  <a:pt x="8622" y="38656"/>
                </a:lnTo>
                <a:lnTo>
                  <a:pt x="8621" y="38656"/>
                </a:lnTo>
                <a:lnTo>
                  <a:pt x="8621" y="38656"/>
                </a:lnTo>
                <a:lnTo>
                  <a:pt x="8621" y="38656"/>
                </a:lnTo>
                <a:lnTo>
                  <a:pt x="8621" y="38656"/>
                </a:lnTo>
                <a:lnTo>
                  <a:pt x="8621" y="38656"/>
                </a:lnTo>
                <a:lnTo>
                  <a:pt x="8621" y="38656"/>
                </a:lnTo>
                <a:lnTo>
                  <a:pt x="8620" y="38656"/>
                </a:lnTo>
                <a:lnTo>
                  <a:pt x="8620" y="38656"/>
                </a:lnTo>
                <a:lnTo>
                  <a:pt x="8620" y="38656"/>
                </a:lnTo>
                <a:lnTo>
                  <a:pt x="8620" y="38656"/>
                </a:lnTo>
                <a:lnTo>
                  <a:pt x="8620" y="38656"/>
                </a:lnTo>
                <a:lnTo>
                  <a:pt x="8620" y="38656"/>
                </a:lnTo>
                <a:lnTo>
                  <a:pt x="8619" y="38656"/>
                </a:lnTo>
                <a:lnTo>
                  <a:pt x="8619" y="38656"/>
                </a:lnTo>
                <a:lnTo>
                  <a:pt x="8619" y="38656"/>
                </a:lnTo>
                <a:lnTo>
                  <a:pt x="8619" y="38656"/>
                </a:lnTo>
                <a:lnTo>
                  <a:pt x="8619" y="38656"/>
                </a:lnTo>
                <a:lnTo>
                  <a:pt x="8619" y="38656"/>
                </a:lnTo>
                <a:lnTo>
                  <a:pt x="8618" y="38656"/>
                </a:lnTo>
                <a:lnTo>
                  <a:pt x="8618" y="38656"/>
                </a:lnTo>
                <a:lnTo>
                  <a:pt x="8618" y="38656"/>
                </a:lnTo>
                <a:lnTo>
                  <a:pt x="8618" y="38656"/>
                </a:lnTo>
                <a:lnTo>
                  <a:pt x="8618" y="38656"/>
                </a:lnTo>
                <a:lnTo>
                  <a:pt x="8618" y="38656"/>
                </a:lnTo>
                <a:lnTo>
                  <a:pt x="8618" y="38656"/>
                </a:lnTo>
                <a:lnTo>
                  <a:pt x="8617" y="38656"/>
                </a:lnTo>
                <a:lnTo>
                  <a:pt x="8617" y="38656"/>
                </a:lnTo>
                <a:lnTo>
                  <a:pt x="8617" y="38656"/>
                </a:lnTo>
                <a:lnTo>
                  <a:pt x="8617" y="38656"/>
                </a:lnTo>
                <a:lnTo>
                  <a:pt x="8617" y="38656"/>
                </a:lnTo>
                <a:lnTo>
                  <a:pt x="8617" y="38656"/>
                </a:lnTo>
                <a:lnTo>
                  <a:pt x="8616" y="38656"/>
                </a:lnTo>
                <a:lnTo>
                  <a:pt x="8616" y="38656"/>
                </a:lnTo>
                <a:lnTo>
                  <a:pt x="8616" y="38656"/>
                </a:lnTo>
                <a:lnTo>
                  <a:pt x="8616" y="38656"/>
                </a:lnTo>
                <a:lnTo>
                  <a:pt x="8616" y="38656"/>
                </a:lnTo>
                <a:lnTo>
                  <a:pt x="8616" y="38656"/>
                </a:lnTo>
                <a:lnTo>
                  <a:pt x="8615" y="38656"/>
                </a:lnTo>
                <a:lnTo>
                  <a:pt x="8615" y="38656"/>
                </a:lnTo>
                <a:lnTo>
                  <a:pt x="8615" y="38656"/>
                </a:lnTo>
                <a:lnTo>
                  <a:pt x="8615" y="38656"/>
                </a:lnTo>
                <a:lnTo>
                  <a:pt x="8615" y="38656"/>
                </a:lnTo>
                <a:lnTo>
                  <a:pt x="8615" y="38656"/>
                </a:lnTo>
                <a:lnTo>
                  <a:pt x="8614" y="38656"/>
                </a:lnTo>
                <a:lnTo>
                  <a:pt x="8614" y="38656"/>
                </a:lnTo>
                <a:lnTo>
                  <a:pt x="8614" y="38656"/>
                </a:lnTo>
                <a:lnTo>
                  <a:pt x="8614" y="38656"/>
                </a:lnTo>
                <a:lnTo>
                  <a:pt x="8614" y="38656"/>
                </a:lnTo>
                <a:lnTo>
                  <a:pt x="8614" y="38656"/>
                </a:lnTo>
                <a:lnTo>
                  <a:pt x="8613" y="38656"/>
                </a:lnTo>
                <a:lnTo>
                  <a:pt x="8613" y="38656"/>
                </a:lnTo>
                <a:lnTo>
                  <a:pt x="8613" y="38656"/>
                </a:lnTo>
                <a:lnTo>
                  <a:pt x="8613" y="38656"/>
                </a:lnTo>
                <a:lnTo>
                  <a:pt x="8613" y="38656"/>
                </a:lnTo>
                <a:lnTo>
                  <a:pt x="8613" y="38656"/>
                </a:lnTo>
                <a:lnTo>
                  <a:pt x="8612" y="38656"/>
                </a:lnTo>
                <a:lnTo>
                  <a:pt x="8612" y="38656"/>
                </a:lnTo>
                <a:lnTo>
                  <a:pt x="8612" y="38656"/>
                </a:lnTo>
                <a:lnTo>
                  <a:pt x="8612" y="38656"/>
                </a:lnTo>
                <a:lnTo>
                  <a:pt x="8612" y="38656"/>
                </a:lnTo>
                <a:lnTo>
                  <a:pt x="8612" y="38656"/>
                </a:lnTo>
                <a:lnTo>
                  <a:pt x="8611" y="38656"/>
                </a:lnTo>
                <a:lnTo>
                  <a:pt x="8611" y="38656"/>
                </a:lnTo>
                <a:lnTo>
                  <a:pt x="8611" y="38656"/>
                </a:lnTo>
                <a:lnTo>
                  <a:pt x="8611" y="38656"/>
                </a:lnTo>
                <a:lnTo>
                  <a:pt x="8611" y="38656"/>
                </a:lnTo>
                <a:lnTo>
                  <a:pt x="8611" y="38656"/>
                </a:lnTo>
                <a:lnTo>
                  <a:pt x="8610" y="38656"/>
                </a:lnTo>
                <a:lnTo>
                  <a:pt x="8610" y="38656"/>
                </a:lnTo>
                <a:lnTo>
                  <a:pt x="8610" y="38656"/>
                </a:lnTo>
                <a:lnTo>
                  <a:pt x="8610" y="38656"/>
                </a:lnTo>
                <a:lnTo>
                  <a:pt x="8610" y="38656"/>
                </a:lnTo>
                <a:lnTo>
                  <a:pt x="8610" y="38656"/>
                </a:lnTo>
                <a:lnTo>
                  <a:pt x="8609" y="38656"/>
                </a:lnTo>
                <a:lnTo>
                  <a:pt x="8609" y="38656"/>
                </a:lnTo>
                <a:lnTo>
                  <a:pt x="8609" y="38656"/>
                </a:lnTo>
                <a:lnTo>
                  <a:pt x="8609" y="38656"/>
                </a:lnTo>
                <a:lnTo>
                  <a:pt x="8609" y="38656"/>
                </a:lnTo>
                <a:lnTo>
                  <a:pt x="8609" y="38656"/>
                </a:lnTo>
                <a:lnTo>
                  <a:pt x="8608" y="38656"/>
                </a:lnTo>
                <a:lnTo>
                  <a:pt x="8608" y="38656"/>
                </a:lnTo>
                <a:lnTo>
                  <a:pt x="8608" y="38656"/>
                </a:lnTo>
                <a:lnTo>
                  <a:pt x="8608" y="38656"/>
                </a:lnTo>
                <a:lnTo>
                  <a:pt x="8608" y="38656"/>
                </a:lnTo>
                <a:lnTo>
                  <a:pt x="8608" y="38656"/>
                </a:lnTo>
                <a:lnTo>
                  <a:pt x="8607" y="38656"/>
                </a:lnTo>
                <a:lnTo>
                  <a:pt x="8607" y="38656"/>
                </a:lnTo>
                <a:lnTo>
                  <a:pt x="8607" y="38656"/>
                </a:lnTo>
                <a:lnTo>
                  <a:pt x="8607" y="38656"/>
                </a:lnTo>
                <a:lnTo>
                  <a:pt x="8607" y="38656"/>
                </a:lnTo>
                <a:lnTo>
                  <a:pt x="8607" y="38656"/>
                </a:lnTo>
                <a:lnTo>
                  <a:pt x="8606" y="38656"/>
                </a:lnTo>
                <a:lnTo>
                  <a:pt x="8606" y="38656"/>
                </a:lnTo>
                <a:lnTo>
                  <a:pt x="8606" y="38656"/>
                </a:lnTo>
                <a:lnTo>
                  <a:pt x="8606" y="38656"/>
                </a:lnTo>
                <a:lnTo>
                  <a:pt x="8606" y="38656"/>
                </a:lnTo>
                <a:lnTo>
                  <a:pt x="8606" y="38656"/>
                </a:lnTo>
                <a:lnTo>
                  <a:pt x="8605" y="38656"/>
                </a:lnTo>
                <a:lnTo>
                  <a:pt x="8605" y="38656"/>
                </a:lnTo>
                <a:lnTo>
                  <a:pt x="8605" y="38656"/>
                </a:lnTo>
                <a:lnTo>
                  <a:pt x="8605" y="38656"/>
                </a:lnTo>
                <a:lnTo>
                  <a:pt x="8605" y="38656"/>
                </a:lnTo>
                <a:lnTo>
                  <a:pt x="8605" y="38656"/>
                </a:lnTo>
                <a:lnTo>
                  <a:pt x="8605" y="38656"/>
                </a:lnTo>
                <a:lnTo>
                  <a:pt x="8604" y="38656"/>
                </a:lnTo>
                <a:lnTo>
                  <a:pt x="8604" y="38656"/>
                </a:lnTo>
                <a:lnTo>
                  <a:pt x="8604" y="38656"/>
                </a:lnTo>
                <a:lnTo>
                  <a:pt x="8604" y="38656"/>
                </a:lnTo>
                <a:lnTo>
                  <a:pt x="8604" y="38656"/>
                </a:lnTo>
                <a:lnTo>
                  <a:pt x="8604" y="38656"/>
                </a:lnTo>
                <a:lnTo>
                  <a:pt x="8603" y="38656"/>
                </a:lnTo>
                <a:lnTo>
                  <a:pt x="8603" y="38656"/>
                </a:lnTo>
                <a:lnTo>
                  <a:pt x="8603" y="38656"/>
                </a:lnTo>
                <a:lnTo>
                  <a:pt x="8603" y="38656"/>
                </a:lnTo>
                <a:lnTo>
                  <a:pt x="8603" y="38656"/>
                </a:lnTo>
                <a:lnTo>
                  <a:pt x="8603" y="38656"/>
                </a:lnTo>
                <a:lnTo>
                  <a:pt x="8602" y="38656"/>
                </a:lnTo>
                <a:lnTo>
                  <a:pt x="8602" y="38656"/>
                </a:lnTo>
                <a:lnTo>
                  <a:pt x="8602" y="38656"/>
                </a:lnTo>
                <a:lnTo>
                  <a:pt x="8602" y="38656"/>
                </a:lnTo>
                <a:lnTo>
                  <a:pt x="8602" y="38656"/>
                </a:lnTo>
                <a:lnTo>
                  <a:pt x="8602" y="38656"/>
                </a:lnTo>
                <a:lnTo>
                  <a:pt x="8601" y="38656"/>
                </a:lnTo>
                <a:lnTo>
                  <a:pt x="8601" y="38656"/>
                </a:lnTo>
                <a:lnTo>
                  <a:pt x="8601" y="38656"/>
                </a:lnTo>
                <a:lnTo>
                  <a:pt x="8601" y="38656"/>
                </a:lnTo>
                <a:lnTo>
                  <a:pt x="8601" y="38656"/>
                </a:lnTo>
                <a:lnTo>
                  <a:pt x="8601" y="38656"/>
                </a:lnTo>
                <a:lnTo>
                  <a:pt x="8600" y="38656"/>
                </a:lnTo>
                <a:lnTo>
                  <a:pt x="8600" y="38656"/>
                </a:lnTo>
                <a:lnTo>
                  <a:pt x="8600" y="38656"/>
                </a:lnTo>
                <a:lnTo>
                  <a:pt x="8600" y="38656"/>
                </a:lnTo>
                <a:lnTo>
                  <a:pt x="8600" y="38656"/>
                </a:lnTo>
                <a:lnTo>
                  <a:pt x="8600" y="38656"/>
                </a:lnTo>
                <a:lnTo>
                  <a:pt x="8599" y="38656"/>
                </a:lnTo>
                <a:lnTo>
                  <a:pt x="8599" y="38656"/>
                </a:lnTo>
                <a:lnTo>
                  <a:pt x="8599" y="38656"/>
                </a:lnTo>
                <a:lnTo>
                  <a:pt x="8599" y="38656"/>
                </a:lnTo>
                <a:lnTo>
                  <a:pt x="8599" y="38656"/>
                </a:lnTo>
                <a:lnTo>
                  <a:pt x="8599" y="38656"/>
                </a:lnTo>
                <a:lnTo>
                  <a:pt x="8598" y="38656"/>
                </a:lnTo>
                <a:lnTo>
                  <a:pt x="8598" y="38656"/>
                </a:lnTo>
                <a:lnTo>
                  <a:pt x="8598" y="38656"/>
                </a:lnTo>
                <a:lnTo>
                  <a:pt x="8598" y="38656"/>
                </a:lnTo>
                <a:lnTo>
                  <a:pt x="8598" y="38656"/>
                </a:lnTo>
                <a:lnTo>
                  <a:pt x="8598" y="38656"/>
                </a:lnTo>
                <a:lnTo>
                  <a:pt x="8597" y="38656"/>
                </a:lnTo>
                <a:lnTo>
                  <a:pt x="8597" y="38656"/>
                </a:lnTo>
                <a:lnTo>
                  <a:pt x="8597" y="38656"/>
                </a:lnTo>
                <a:lnTo>
                  <a:pt x="8597" y="38656"/>
                </a:lnTo>
                <a:lnTo>
                  <a:pt x="8597" y="38656"/>
                </a:lnTo>
                <a:lnTo>
                  <a:pt x="8597" y="38656"/>
                </a:lnTo>
                <a:lnTo>
                  <a:pt x="8596" y="38656"/>
                </a:lnTo>
                <a:lnTo>
                  <a:pt x="8596" y="38656"/>
                </a:lnTo>
                <a:lnTo>
                  <a:pt x="8596" y="38656"/>
                </a:lnTo>
                <a:lnTo>
                  <a:pt x="8596" y="38656"/>
                </a:lnTo>
                <a:lnTo>
                  <a:pt x="8596" y="38656"/>
                </a:lnTo>
                <a:lnTo>
                  <a:pt x="8596" y="38656"/>
                </a:lnTo>
                <a:lnTo>
                  <a:pt x="8595" y="38656"/>
                </a:lnTo>
                <a:lnTo>
                  <a:pt x="8595" y="38656"/>
                </a:lnTo>
                <a:lnTo>
                  <a:pt x="8595" y="38656"/>
                </a:lnTo>
                <a:lnTo>
                  <a:pt x="8595" y="38656"/>
                </a:lnTo>
                <a:lnTo>
                  <a:pt x="8595" y="38656"/>
                </a:lnTo>
                <a:lnTo>
                  <a:pt x="8595" y="38656"/>
                </a:lnTo>
                <a:lnTo>
                  <a:pt x="8594" y="38656"/>
                </a:lnTo>
                <a:lnTo>
                  <a:pt x="8594" y="38656"/>
                </a:lnTo>
                <a:lnTo>
                  <a:pt x="8594" y="38656"/>
                </a:lnTo>
                <a:lnTo>
                  <a:pt x="8594" y="38656"/>
                </a:lnTo>
                <a:lnTo>
                  <a:pt x="8594" y="38656"/>
                </a:lnTo>
                <a:lnTo>
                  <a:pt x="8594" y="38656"/>
                </a:lnTo>
                <a:lnTo>
                  <a:pt x="8593" y="38656"/>
                </a:lnTo>
                <a:lnTo>
                  <a:pt x="8593" y="38656"/>
                </a:lnTo>
                <a:lnTo>
                  <a:pt x="8593" y="38656"/>
                </a:lnTo>
                <a:lnTo>
                  <a:pt x="8593" y="38656"/>
                </a:lnTo>
                <a:lnTo>
                  <a:pt x="8593" y="38656"/>
                </a:lnTo>
                <a:lnTo>
                  <a:pt x="8593" y="38656"/>
                </a:lnTo>
                <a:lnTo>
                  <a:pt x="8592" y="38656"/>
                </a:lnTo>
                <a:lnTo>
                  <a:pt x="8592" y="38656"/>
                </a:lnTo>
                <a:lnTo>
                  <a:pt x="8592" y="38656"/>
                </a:lnTo>
                <a:lnTo>
                  <a:pt x="8592" y="38656"/>
                </a:lnTo>
                <a:lnTo>
                  <a:pt x="8592" y="38656"/>
                </a:lnTo>
                <a:lnTo>
                  <a:pt x="8592" y="38656"/>
                </a:lnTo>
                <a:lnTo>
                  <a:pt x="8591" y="38656"/>
                </a:lnTo>
                <a:lnTo>
                  <a:pt x="8591" y="38656"/>
                </a:lnTo>
                <a:lnTo>
                  <a:pt x="8591" y="38656"/>
                </a:lnTo>
                <a:lnTo>
                  <a:pt x="8591" y="38656"/>
                </a:lnTo>
                <a:lnTo>
                  <a:pt x="8591" y="38656"/>
                </a:lnTo>
                <a:lnTo>
                  <a:pt x="8591" y="38656"/>
                </a:lnTo>
                <a:lnTo>
                  <a:pt x="8590" y="38656"/>
                </a:lnTo>
                <a:lnTo>
                  <a:pt x="8590" y="38656"/>
                </a:lnTo>
                <a:lnTo>
                  <a:pt x="8590" y="38656"/>
                </a:lnTo>
                <a:lnTo>
                  <a:pt x="8590" y="38656"/>
                </a:lnTo>
                <a:lnTo>
                  <a:pt x="8590" y="38656"/>
                </a:lnTo>
                <a:lnTo>
                  <a:pt x="8590" y="38656"/>
                </a:lnTo>
                <a:lnTo>
                  <a:pt x="8589" y="38656"/>
                </a:lnTo>
                <a:lnTo>
                  <a:pt x="8589" y="38656"/>
                </a:lnTo>
                <a:lnTo>
                  <a:pt x="8589" y="38656"/>
                </a:lnTo>
                <a:lnTo>
                  <a:pt x="8589" y="38656"/>
                </a:lnTo>
                <a:lnTo>
                  <a:pt x="8589" y="38656"/>
                </a:lnTo>
                <a:lnTo>
                  <a:pt x="8589" y="38656"/>
                </a:lnTo>
                <a:lnTo>
                  <a:pt x="8588" y="38656"/>
                </a:lnTo>
                <a:lnTo>
                  <a:pt x="8588" y="38656"/>
                </a:lnTo>
                <a:lnTo>
                  <a:pt x="8588" y="38656"/>
                </a:lnTo>
                <a:lnTo>
                  <a:pt x="8588" y="38656"/>
                </a:lnTo>
                <a:lnTo>
                  <a:pt x="8588" y="38656"/>
                </a:lnTo>
                <a:lnTo>
                  <a:pt x="8588" y="38656"/>
                </a:lnTo>
                <a:lnTo>
                  <a:pt x="8587" y="38656"/>
                </a:lnTo>
                <a:lnTo>
                  <a:pt x="8587" y="38656"/>
                </a:lnTo>
                <a:lnTo>
                  <a:pt x="8587" y="38656"/>
                </a:lnTo>
                <a:lnTo>
                  <a:pt x="8587" y="38656"/>
                </a:lnTo>
                <a:lnTo>
                  <a:pt x="8587" y="38656"/>
                </a:lnTo>
                <a:lnTo>
                  <a:pt x="8587" y="38656"/>
                </a:lnTo>
                <a:lnTo>
                  <a:pt x="8587" y="38656"/>
                </a:lnTo>
                <a:lnTo>
                  <a:pt x="8586" y="38656"/>
                </a:lnTo>
                <a:lnTo>
                  <a:pt x="8586" y="38656"/>
                </a:lnTo>
                <a:lnTo>
                  <a:pt x="8586" y="38656"/>
                </a:lnTo>
                <a:lnTo>
                  <a:pt x="8586" y="38656"/>
                </a:lnTo>
                <a:lnTo>
                  <a:pt x="8586" y="38656"/>
                </a:lnTo>
                <a:lnTo>
                  <a:pt x="8586" y="38656"/>
                </a:lnTo>
                <a:lnTo>
                  <a:pt x="8585" y="38656"/>
                </a:lnTo>
                <a:lnTo>
                  <a:pt x="8585" y="38656"/>
                </a:lnTo>
                <a:lnTo>
                  <a:pt x="8585" y="38656"/>
                </a:lnTo>
                <a:lnTo>
                  <a:pt x="8585" y="38656"/>
                </a:lnTo>
                <a:lnTo>
                  <a:pt x="8585" y="38656"/>
                </a:lnTo>
                <a:lnTo>
                  <a:pt x="8585" y="38656"/>
                </a:lnTo>
                <a:lnTo>
                  <a:pt x="8584" y="38656"/>
                </a:lnTo>
                <a:lnTo>
                  <a:pt x="8584" y="38656"/>
                </a:lnTo>
                <a:lnTo>
                  <a:pt x="8584" y="38656"/>
                </a:lnTo>
                <a:lnTo>
                  <a:pt x="8584" y="38656"/>
                </a:lnTo>
                <a:lnTo>
                  <a:pt x="8584" y="38656"/>
                </a:lnTo>
                <a:lnTo>
                  <a:pt x="8584" y="38656"/>
                </a:lnTo>
                <a:lnTo>
                  <a:pt x="8583" y="38656"/>
                </a:lnTo>
                <a:lnTo>
                  <a:pt x="8583" y="38656"/>
                </a:lnTo>
                <a:lnTo>
                  <a:pt x="8583" y="38656"/>
                </a:lnTo>
                <a:lnTo>
                  <a:pt x="8583" y="38656"/>
                </a:lnTo>
                <a:lnTo>
                  <a:pt x="8583" y="38656"/>
                </a:lnTo>
                <a:lnTo>
                  <a:pt x="8583" y="38656"/>
                </a:lnTo>
                <a:lnTo>
                  <a:pt x="8582" y="38656"/>
                </a:lnTo>
                <a:lnTo>
                  <a:pt x="8582" y="38656"/>
                </a:lnTo>
                <a:lnTo>
                  <a:pt x="8582" y="38656"/>
                </a:lnTo>
                <a:lnTo>
                  <a:pt x="8582" y="38656"/>
                </a:lnTo>
                <a:lnTo>
                  <a:pt x="8582" y="38656"/>
                </a:lnTo>
                <a:lnTo>
                  <a:pt x="8582" y="38656"/>
                </a:lnTo>
                <a:lnTo>
                  <a:pt x="8581" y="38656"/>
                </a:lnTo>
                <a:lnTo>
                  <a:pt x="8581" y="38656"/>
                </a:lnTo>
                <a:lnTo>
                  <a:pt x="8581" y="38656"/>
                </a:lnTo>
                <a:lnTo>
                  <a:pt x="8581" y="38656"/>
                </a:lnTo>
                <a:lnTo>
                  <a:pt x="8581" y="38656"/>
                </a:lnTo>
                <a:lnTo>
                  <a:pt x="8581" y="38656"/>
                </a:lnTo>
                <a:lnTo>
                  <a:pt x="8580" y="38656"/>
                </a:lnTo>
                <a:lnTo>
                  <a:pt x="8580" y="38656"/>
                </a:lnTo>
                <a:lnTo>
                  <a:pt x="8580" y="38656"/>
                </a:lnTo>
                <a:lnTo>
                  <a:pt x="8580" y="38656"/>
                </a:lnTo>
                <a:lnTo>
                  <a:pt x="8580" y="38656"/>
                </a:lnTo>
                <a:lnTo>
                  <a:pt x="8580" y="38656"/>
                </a:lnTo>
                <a:lnTo>
                  <a:pt x="8579" y="38656"/>
                </a:lnTo>
                <a:lnTo>
                  <a:pt x="8579" y="38656"/>
                </a:lnTo>
                <a:lnTo>
                  <a:pt x="8579" y="38656"/>
                </a:lnTo>
                <a:lnTo>
                  <a:pt x="8579" y="38656"/>
                </a:lnTo>
                <a:lnTo>
                  <a:pt x="8579" y="38656"/>
                </a:lnTo>
                <a:lnTo>
                  <a:pt x="8579" y="38656"/>
                </a:lnTo>
                <a:lnTo>
                  <a:pt x="8578" y="38656"/>
                </a:lnTo>
                <a:lnTo>
                  <a:pt x="8578" y="38656"/>
                </a:lnTo>
                <a:lnTo>
                  <a:pt x="8578" y="38656"/>
                </a:lnTo>
                <a:lnTo>
                  <a:pt x="8578" y="38656"/>
                </a:lnTo>
                <a:lnTo>
                  <a:pt x="8578" y="38656"/>
                </a:lnTo>
                <a:lnTo>
                  <a:pt x="8578" y="38656"/>
                </a:lnTo>
                <a:lnTo>
                  <a:pt x="8577" y="38656"/>
                </a:lnTo>
                <a:lnTo>
                  <a:pt x="8577" y="38656"/>
                </a:lnTo>
                <a:lnTo>
                  <a:pt x="8577" y="38656"/>
                </a:lnTo>
                <a:lnTo>
                  <a:pt x="8577" y="38656"/>
                </a:lnTo>
                <a:lnTo>
                  <a:pt x="8577" y="38656"/>
                </a:lnTo>
                <a:lnTo>
                  <a:pt x="8577" y="38656"/>
                </a:lnTo>
                <a:lnTo>
                  <a:pt x="8576" y="38656"/>
                </a:lnTo>
                <a:lnTo>
                  <a:pt x="8576" y="38656"/>
                </a:lnTo>
                <a:lnTo>
                  <a:pt x="8576" y="38656"/>
                </a:lnTo>
                <a:lnTo>
                  <a:pt x="8576" y="38656"/>
                </a:lnTo>
                <a:lnTo>
                  <a:pt x="8576" y="38656"/>
                </a:lnTo>
                <a:lnTo>
                  <a:pt x="8576" y="38656"/>
                </a:lnTo>
                <a:lnTo>
                  <a:pt x="8575" y="38656"/>
                </a:lnTo>
                <a:lnTo>
                  <a:pt x="8575" y="38656"/>
                </a:lnTo>
                <a:lnTo>
                  <a:pt x="8575" y="38656"/>
                </a:lnTo>
                <a:lnTo>
                  <a:pt x="8575" y="38656"/>
                </a:lnTo>
                <a:lnTo>
                  <a:pt x="8575" y="38656"/>
                </a:lnTo>
                <a:lnTo>
                  <a:pt x="8575" y="38656"/>
                </a:lnTo>
                <a:lnTo>
                  <a:pt x="8574" y="38656"/>
                </a:lnTo>
                <a:lnTo>
                  <a:pt x="8574" y="38656"/>
                </a:lnTo>
                <a:lnTo>
                  <a:pt x="8574" y="38656"/>
                </a:lnTo>
                <a:lnTo>
                  <a:pt x="8574" y="38656"/>
                </a:lnTo>
                <a:lnTo>
                  <a:pt x="8574" y="38656"/>
                </a:lnTo>
                <a:lnTo>
                  <a:pt x="8574" y="38656"/>
                </a:lnTo>
                <a:lnTo>
                  <a:pt x="8573" y="38656"/>
                </a:lnTo>
                <a:lnTo>
                  <a:pt x="8573" y="38656"/>
                </a:lnTo>
                <a:lnTo>
                  <a:pt x="8573" y="38656"/>
                </a:lnTo>
                <a:lnTo>
                  <a:pt x="8573" y="38656"/>
                </a:lnTo>
                <a:lnTo>
                  <a:pt x="8573" y="38656"/>
                </a:lnTo>
                <a:lnTo>
                  <a:pt x="8573" y="38656"/>
                </a:lnTo>
                <a:lnTo>
                  <a:pt x="8572" y="38656"/>
                </a:lnTo>
                <a:lnTo>
                  <a:pt x="8572" y="38656"/>
                </a:lnTo>
                <a:lnTo>
                  <a:pt x="8572" y="38656"/>
                </a:lnTo>
                <a:lnTo>
                  <a:pt x="8572" y="38656"/>
                </a:lnTo>
                <a:lnTo>
                  <a:pt x="8572" y="38656"/>
                </a:lnTo>
                <a:lnTo>
                  <a:pt x="8572" y="38656"/>
                </a:lnTo>
                <a:lnTo>
                  <a:pt x="8571" y="38656"/>
                </a:lnTo>
                <a:lnTo>
                  <a:pt x="8571" y="38656"/>
                </a:lnTo>
                <a:lnTo>
                  <a:pt x="8571" y="38656"/>
                </a:lnTo>
                <a:lnTo>
                  <a:pt x="8571" y="38656"/>
                </a:lnTo>
                <a:lnTo>
                  <a:pt x="8571" y="38656"/>
                </a:lnTo>
                <a:lnTo>
                  <a:pt x="8571" y="38656"/>
                </a:lnTo>
                <a:lnTo>
                  <a:pt x="8570" y="38656"/>
                </a:lnTo>
                <a:lnTo>
                  <a:pt x="8570" y="38656"/>
                </a:lnTo>
                <a:lnTo>
                  <a:pt x="8570" y="38656"/>
                </a:lnTo>
                <a:lnTo>
                  <a:pt x="8570" y="38656"/>
                </a:lnTo>
                <a:lnTo>
                  <a:pt x="8570" y="38656"/>
                </a:lnTo>
                <a:lnTo>
                  <a:pt x="8570" y="38656"/>
                </a:lnTo>
                <a:lnTo>
                  <a:pt x="8569" y="38656"/>
                </a:lnTo>
                <a:lnTo>
                  <a:pt x="8569" y="38656"/>
                </a:lnTo>
                <a:lnTo>
                  <a:pt x="8569" y="38656"/>
                </a:lnTo>
                <a:lnTo>
                  <a:pt x="8569" y="38656"/>
                </a:lnTo>
                <a:lnTo>
                  <a:pt x="8569" y="38656"/>
                </a:lnTo>
                <a:lnTo>
                  <a:pt x="8569" y="38656"/>
                </a:lnTo>
                <a:lnTo>
                  <a:pt x="8568" y="38656"/>
                </a:lnTo>
                <a:lnTo>
                  <a:pt x="8568" y="38656"/>
                </a:lnTo>
                <a:lnTo>
                  <a:pt x="8568" y="38656"/>
                </a:lnTo>
                <a:lnTo>
                  <a:pt x="8568" y="38656"/>
                </a:lnTo>
                <a:lnTo>
                  <a:pt x="8568" y="38656"/>
                </a:lnTo>
                <a:lnTo>
                  <a:pt x="8568" y="38656"/>
                </a:lnTo>
                <a:lnTo>
                  <a:pt x="8567" y="38656"/>
                </a:lnTo>
                <a:lnTo>
                  <a:pt x="8567" y="38656"/>
                </a:lnTo>
                <a:lnTo>
                  <a:pt x="8567" y="38656"/>
                </a:lnTo>
                <a:lnTo>
                  <a:pt x="8567" y="38656"/>
                </a:lnTo>
                <a:lnTo>
                  <a:pt x="8567" y="38656"/>
                </a:lnTo>
                <a:lnTo>
                  <a:pt x="8567" y="38656"/>
                </a:lnTo>
                <a:lnTo>
                  <a:pt x="8566" y="38656"/>
                </a:lnTo>
                <a:lnTo>
                  <a:pt x="8566" y="38656"/>
                </a:lnTo>
                <a:lnTo>
                  <a:pt x="8566" y="38656"/>
                </a:lnTo>
                <a:lnTo>
                  <a:pt x="8566" y="38656"/>
                </a:lnTo>
                <a:lnTo>
                  <a:pt x="8566" y="38656"/>
                </a:lnTo>
                <a:lnTo>
                  <a:pt x="8566" y="38656"/>
                </a:lnTo>
                <a:lnTo>
                  <a:pt x="8565" y="38656"/>
                </a:lnTo>
                <a:lnTo>
                  <a:pt x="8565" y="38656"/>
                </a:lnTo>
                <a:lnTo>
                  <a:pt x="8565" y="38656"/>
                </a:lnTo>
                <a:lnTo>
                  <a:pt x="8565" y="38656"/>
                </a:lnTo>
                <a:lnTo>
                  <a:pt x="8565" y="38656"/>
                </a:lnTo>
                <a:lnTo>
                  <a:pt x="8565" y="38656"/>
                </a:lnTo>
                <a:lnTo>
                  <a:pt x="8564" y="38656"/>
                </a:lnTo>
                <a:lnTo>
                  <a:pt x="8564" y="38656"/>
                </a:lnTo>
                <a:lnTo>
                  <a:pt x="8564" y="38656"/>
                </a:lnTo>
                <a:lnTo>
                  <a:pt x="8564" y="38656"/>
                </a:lnTo>
                <a:lnTo>
                  <a:pt x="8564" y="38656"/>
                </a:lnTo>
                <a:lnTo>
                  <a:pt x="8564" y="38656"/>
                </a:lnTo>
                <a:lnTo>
                  <a:pt x="8563" y="38656"/>
                </a:lnTo>
                <a:lnTo>
                  <a:pt x="8563" y="38656"/>
                </a:lnTo>
                <a:lnTo>
                  <a:pt x="8563" y="38656"/>
                </a:lnTo>
                <a:lnTo>
                  <a:pt x="8563" y="38656"/>
                </a:lnTo>
                <a:lnTo>
                  <a:pt x="8563" y="38656"/>
                </a:lnTo>
                <a:lnTo>
                  <a:pt x="8563" y="38656"/>
                </a:lnTo>
                <a:lnTo>
                  <a:pt x="8562" y="38656"/>
                </a:lnTo>
                <a:lnTo>
                  <a:pt x="8562" y="38656"/>
                </a:lnTo>
                <a:lnTo>
                  <a:pt x="8562" y="38656"/>
                </a:lnTo>
                <a:lnTo>
                  <a:pt x="8562" y="38656"/>
                </a:lnTo>
                <a:lnTo>
                  <a:pt x="8562" y="38656"/>
                </a:lnTo>
                <a:lnTo>
                  <a:pt x="8562" y="38656"/>
                </a:lnTo>
                <a:lnTo>
                  <a:pt x="8561" y="38656"/>
                </a:lnTo>
                <a:lnTo>
                  <a:pt x="8561" y="38656"/>
                </a:lnTo>
                <a:lnTo>
                  <a:pt x="8561" y="38656"/>
                </a:lnTo>
                <a:lnTo>
                  <a:pt x="8561" y="38656"/>
                </a:lnTo>
                <a:lnTo>
                  <a:pt x="8561" y="38656"/>
                </a:lnTo>
                <a:lnTo>
                  <a:pt x="8561" y="38656"/>
                </a:lnTo>
                <a:lnTo>
                  <a:pt x="8560" y="38656"/>
                </a:lnTo>
                <a:lnTo>
                  <a:pt x="8560" y="38656"/>
                </a:lnTo>
                <a:lnTo>
                  <a:pt x="8560" y="38656"/>
                </a:lnTo>
                <a:lnTo>
                  <a:pt x="8560" y="38656"/>
                </a:lnTo>
                <a:lnTo>
                  <a:pt x="8560" y="38656"/>
                </a:lnTo>
                <a:lnTo>
                  <a:pt x="8560" y="38656"/>
                </a:lnTo>
                <a:lnTo>
                  <a:pt x="8559" y="38656"/>
                </a:lnTo>
                <a:lnTo>
                  <a:pt x="8559" y="38656"/>
                </a:lnTo>
                <a:lnTo>
                  <a:pt x="8559" y="38656"/>
                </a:lnTo>
                <a:lnTo>
                  <a:pt x="8559" y="38656"/>
                </a:lnTo>
                <a:lnTo>
                  <a:pt x="8559" y="38656"/>
                </a:lnTo>
                <a:lnTo>
                  <a:pt x="8559" y="38656"/>
                </a:lnTo>
                <a:lnTo>
                  <a:pt x="8558" y="38656"/>
                </a:lnTo>
                <a:lnTo>
                  <a:pt x="8558" y="38656"/>
                </a:lnTo>
                <a:lnTo>
                  <a:pt x="8558" y="38656"/>
                </a:lnTo>
                <a:lnTo>
                  <a:pt x="8558" y="38656"/>
                </a:lnTo>
                <a:lnTo>
                  <a:pt x="8558" y="38656"/>
                </a:lnTo>
                <a:lnTo>
                  <a:pt x="8558" y="38656"/>
                </a:lnTo>
                <a:lnTo>
                  <a:pt x="8557" y="38656"/>
                </a:lnTo>
                <a:lnTo>
                  <a:pt x="8557" y="38656"/>
                </a:lnTo>
                <a:lnTo>
                  <a:pt x="8557" y="38656"/>
                </a:lnTo>
                <a:lnTo>
                  <a:pt x="8557" y="38656"/>
                </a:lnTo>
                <a:lnTo>
                  <a:pt x="8557" y="38656"/>
                </a:lnTo>
                <a:lnTo>
                  <a:pt x="8557" y="38656"/>
                </a:lnTo>
                <a:lnTo>
                  <a:pt x="8556" y="38656"/>
                </a:lnTo>
                <a:lnTo>
                  <a:pt x="8556" y="38656"/>
                </a:lnTo>
                <a:lnTo>
                  <a:pt x="8556" y="38656"/>
                </a:lnTo>
                <a:lnTo>
                  <a:pt x="8556" y="38656"/>
                </a:lnTo>
                <a:lnTo>
                  <a:pt x="8556" y="38656"/>
                </a:lnTo>
                <a:lnTo>
                  <a:pt x="8556" y="38656"/>
                </a:lnTo>
                <a:lnTo>
                  <a:pt x="8555" y="38656"/>
                </a:lnTo>
                <a:lnTo>
                  <a:pt x="8555" y="38656"/>
                </a:lnTo>
                <a:lnTo>
                  <a:pt x="8555" y="38656"/>
                </a:lnTo>
                <a:lnTo>
                  <a:pt x="8555" y="38656"/>
                </a:lnTo>
                <a:lnTo>
                  <a:pt x="8555" y="38656"/>
                </a:lnTo>
                <a:lnTo>
                  <a:pt x="8555" y="38656"/>
                </a:lnTo>
                <a:lnTo>
                  <a:pt x="8554" y="38656"/>
                </a:lnTo>
                <a:lnTo>
                  <a:pt x="8554" y="38656"/>
                </a:lnTo>
                <a:lnTo>
                  <a:pt x="8554" y="38656"/>
                </a:lnTo>
                <a:lnTo>
                  <a:pt x="8554" y="38656"/>
                </a:lnTo>
                <a:lnTo>
                  <a:pt x="8554" y="38656"/>
                </a:lnTo>
                <a:lnTo>
                  <a:pt x="8554" y="38656"/>
                </a:lnTo>
                <a:lnTo>
                  <a:pt x="8553" y="38656"/>
                </a:lnTo>
                <a:lnTo>
                  <a:pt x="8553" y="38656"/>
                </a:lnTo>
                <a:lnTo>
                  <a:pt x="8553" y="38656"/>
                </a:lnTo>
                <a:lnTo>
                  <a:pt x="8553" y="38656"/>
                </a:lnTo>
                <a:lnTo>
                  <a:pt x="8553" y="38656"/>
                </a:lnTo>
                <a:lnTo>
                  <a:pt x="8553" y="38656"/>
                </a:lnTo>
                <a:lnTo>
                  <a:pt x="8552" y="38656"/>
                </a:lnTo>
                <a:lnTo>
                  <a:pt x="8552" y="38656"/>
                </a:lnTo>
                <a:lnTo>
                  <a:pt x="8552" y="38656"/>
                </a:lnTo>
                <a:lnTo>
                  <a:pt x="8552" y="38656"/>
                </a:lnTo>
                <a:lnTo>
                  <a:pt x="8552" y="38656"/>
                </a:lnTo>
                <a:lnTo>
                  <a:pt x="8552" y="38656"/>
                </a:lnTo>
                <a:lnTo>
                  <a:pt x="8551" y="38656"/>
                </a:lnTo>
                <a:lnTo>
                  <a:pt x="8551" y="38656"/>
                </a:lnTo>
                <a:lnTo>
                  <a:pt x="8551" y="38656"/>
                </a:lnTo>
                <a:lnTo>
                  <a:pt x="8551" y="38656"/>
                </a:lnTo>
                <a:lnTo>
                  <a:pt x="8551" y="38656"/>
                </a:lnTo>
                <a:lnTo>
                  <a:pt x="8551" y="38656"/>
                </a:lnTo>
                <a:lnTo>
                  <a:pt x="8550" y="38656"/>
                </a:lnTo>
                <a:lnTo>
                  <a:pt x="8550" y="38656"/>
                </a:lnTo>
                <a:lnTo>
                  <a:pt x="8550" y="38656"/>
                </a:lnTo>
                <a:lnTo>
                  <a:pt x="8550" y="38656"/>
                </a:lnTo>
                <a:lnTo>
                  <a:pt x="8550" y="38656"/>
                </a:lnTo>
                <a:lnTo>
                  <a:pt x="8550" y="38656"/>
                </a:lnTo>
                <a:lnTo>
                  <a:pt x="8549" y="38656"/>
                </a:lnTo>
                <a:lnTo>
                  <a:pt x="8549" y="38656"/>
                </a:lnTo>
                <a:lnTo>
                  <a:pt x="8549" y="38656"/>
                </a:lnTo>
                <a:lnTo>
                  <a:pt x="8549" y="38656"/>
                </a:lnTo>
                <a:lnTo>
                  <a:pt x="8549" y="38656"/>
                </a:lnTo>
                <a:lnTo>
                  <a:pt x="8549" y="38656"/>
                </a:lnTo>
                <a:lnTo>
                  <a:pt x="8548" y="38656"/>
                </a:lnTo>
                <a:lnTo>
                  <a:pt x="8548" y="38656"/>
                </a:lnTo>
                <a:lnTo>
                  <a:pt x="8548" y="38656"/>
                </a:lnTo>
                <a:lnTo>
                  <a:pt x="8548" y="38656"/>
                </a:lnTo>
                <a:lnTo>
                  <a:pt x="8548" y="38656"/>
                </a:lnTo>
                <a:lnTo>
                  <a:pt x="8548" y="38656"/>
                </a:lnTo>
                <a:lnTo>
                  <a:pt x="8547" y="38656"/>
                </a:lnTo>
                <a:lnTo>
                  <a:pt x="8547" y="38656"/>
                </a:lnTo>
                <a:lnTo>
                  <a:pt x="8547" y="38656"/>
                </a:lnTo>
                <a:lnTo>
                  <a:pt x="8547" y="38656"/>
                </a:lnTo>
                <a:lnTo>
                  <a:pt x="8547" y="38656"/>
                </a:lnTo>
                <a:lnTo>
                  <a:pt x="8547" y="38656"/>
                </a:lnTo>
                <a:lnTo>
                  <a:pt x="8546" y="38656"/>
                </a:lnTo>
                <a:lnTo>
                  <a:pt x="8546" y="38656"/>
                </a:lnTo>
                <a:lnTo>
                  <a:pt x="8546" y="38656"/>
                </a:lnTo>
                <a:lnTo>
                  <a:pt x="8546" y="38656"/>
                </a:lnTo>
                <a:lnTo>
                  <a:pt x="8546" y="38656"/>
                </a:lnTo>
                <a:lnTo>
                  <a:pt x="8546" y="38656"/>
                </a:lnTo>
                <a:lnTo>
                  <a:pt x="8545" y="38656"/>
                </a:lnTo>
                <a:lnTo>
                  <a:pt x="8545" y="38656"/>
                </a:lnTo>
                <a:lnTo>
                  <a:pt x="8545" y="38656"/>
                </a:lnTo>
                <a:lnTo>
                  <a:pt x="8545" y="38656"/>
                </a:lnTo>
                <a:lnTo>
                  <a:pt x="8545" y="38656"/>
                </a:lnTo>
                <a:lnTo>
                  <a:pt x="8545" y="38656"/>
                </a:lnTo>
                <a:lnTo>
                  <a:pt x="8544" y="38656"/>
                </a:lnTo>
                <a:lnTo>
                  <a:pt x="8544" y="38656"/>
                </a:lnTo>
                <a:lnTo>
                  <a:pt x="8544" y="38656"/>
                </a:lnTo>
                <a:lnTo>
                  <a:pt x="8544" y="38656"/>
                </a:lnTo>
                <a:lnTo>
                  <a:pt x="8544" y="38656"/>
                </a:lnTo>
                <a:lnTo>
                  <a:pt x="8544" y="38656"/>
                </a:lnTo>
                <a:lnTo>
                  <a:pt x="8543" y="38656"/>
                </a:lnTo>
                <a:lnTo>
                  <a:pt x="8543" y="38656"/>
                </a:lnTo>
                <a:lnTo>
                  <a:pt x="8543" y="38656"/>
                </a:lnTo>
                <a:lnTo>
                  <a:pt x="8543" y="38656"/>
                </a:lnTo>
                <a:lnTo>
                  <a:pt x="8543" y="38656"/>
                </a:lnTo>
                <a:lnTo>
                  <a:pt x="8543" y="38656"/>
                </a:lnTo>
                <a:lnTo>
                  <a:pt x="8542" y="38656"/>
                </a:lnTo>
                <a:lnTo>
                  <a:pt x="8542" y="38656"/>
                </a:lnTo>
                <a:lnTo>
                  <a:pt x="8542" y="38656"/>
                </a:lnTo>
                <a:lnTo>
                  <a:pt x="8542" y="38656"/>
                </a:lnTo>
                <a:lnTo>
                  <a:pt x="8542" y="38656"/>
                </a:lnTo>
                <a:lnTo>
                  <a:pt x="8542" y="38656"/>
                </a:lnTo>
                <a:lnTo>
                  <a:pt x="8541" y="38656"/>
                </a:lnTo>
                <a:lnTo>
                  <a:pt x="8541" y="38656"/>
                </a:lnTo>
                <a:lnTo>
                  <a:pt x="8541" y="38656"/>
                </a:lnTo>
                <a:lnTo>
                  <a:pt x="8541" y="38656"/>
                </a:lnTo>
                <a:lnTo>
                  <a:pt x="8541" y="38656"/>
                </a:lnTo>
                <a:lnTo>
                  <a:pt x="8541" y="38656"/>
                </a:lnTo>
                <a:lnTo>
                  <a:pt x="8540" y="38656"/>
                </a:lnTo>
                <a:lnTo>
                  <a:pt x="8540" y="38656"/>
                </a:lnTo>
                <a:lnTo>
                  <a:pt x="8540" y="38656"/>
                </a:lnTo>
                <a:lnTo>
                  <a:pt x="8540" y="38656"/>
                </a:lnTo>
                <a:lnTo>
                  <a:pt x="8540" y="38656"/>
                </a:lnTo>
                <a:lnTo>
                  <a:pt x="8540" y="38656"/>
                </a:lnTo>
                <a:lnTo>
                  <a:pt x="8539" y="38656"/>
                </a:lnTo>
                <a:lnTo>
                  <a:pt x="8539" y="38656"/>
                </a:lnTo>
                <a:lnTo>
                  <a:pt x="8539" y="38656"/>
                </a:lnTo>
                <a:lnTo>
                  <a:pt x="8539" y="38656"/>
                </a:lnTo>
                <a:lnTo>
                  <a:pt x="8539" y="38656"/>
                </a:lnTo>
                <a:lnTo>
                  <a:pt x="8539" y="38656"/>
                </a:lnTo>
                <a:lnTo>
                  <a:pt x="8538" y="38656"/>
                </a:lnTo>
                <a:lnTo>
                  <a:pt x="8538" y="38656"/>
                </a:lnTo>
                <a:lnTo>
                  <a:pt x="8538" y="38656"/>
                </a:lnTo>
                <a:lnTo>
                  <a:pt x="8538" y="38656"/>
                </a:lnTo>
                <a:lnTo>
                  <a:pt x="8538" y="38656"/>
                </a:lnTo>
                <a:lnTo>
                  <a:pt x="8538" y="38656"/>
                </a:lnTo>
                <a:lnTo>
                  <a:pt x="8537" y="38656"/>
                </a:lnTo>
                <a:lnTo>
                  <a:pt x="8537" y="38656"/>
                </a:lnTo>
                <a:lnTo>
                  <a:pt x="8537" y="38656"/>
                </a:lnTo>
                <a:lnTo>
                  <a:pt x="8537" y="38656"/>
                </a:lnTo>
                <a:lnTo>
                  <a:pt x="8537" y="38656"/>
                </a:lnTo>
                <a:lnTo>
                  <a:pt x="8537" y="38656"/>
                </a:lnTo>
                <a:lnTo>
                  <a:pt x="8536" y="38656"/>
                </a:lnTo>
                <a:lnTo>
                  <a:pt x="8536" y="38656"/>
                </a:lnTo>
                <a:lnTo>
                  <a:pt x="8536" y="38656"/>
                </a:lnTo>
                <a:lnTo>
                  <a:pt x="8536" y="38656"/>
                </a:lnTo>
                <a:lnTo>
                  <a:pt x="8536" y="38656"/>
                </a:lnTo>
                <a:lnTo>
                  <a:pt x="8536" y="38656"/>
                </a:lnTo>
                <a:lnTo>
                  <a:pt x="8535" y="38656"/>
                </a:lnTo>
                <a:lnTo>
                  <a:pt x="8535" y="38656"/>
                </a:lnTo>
                <a:lnTo>
                  <a:pt x="8535" y="38656"/>
                </a:lnTo>
                <a:lnTo>
                  <a:pt x="8535" y="38656"/>
                </a:lnTo>
                <a:lnTo>
                  <a:pt x="8535" y="38656"/>
                </a:lnTo>
                <a:lnTo>
                  <a:pt x="8535" y="38656"/>
                </a:lnTo>
                <a:lnTo>
                  <a:pt x="8534" y="38656"/>
                </a:lnTo>
                <a:lnTo>
                  <a:pt x="8534" y="38656"/>
                </a:lnTo>
                <a:lnTo>
                  <a:pt x="8534" y="38656"/>
                </a:lnTo>
                <a:lnTo>
                  <a:pt x="8534" y="38656"/>
                </a:lnTo>
                <a:lnTo>
                  <a:pt x="8534" y="38656"/>
                </a:lnTo>
                <a:lnTo>
                  <a:pt x="8534" y="38656"/>
                </a:lnTo>
                <a:lnTo>
                  <a:pt x="8533" y="38656"/>
                </a:lnTo>
                <a:lnTo>
                  <a:pt x="8533" y="38656"/>
                </a:lnTo>
                <a:lnTo>
                  <a:pt x="8533" y="38656"/>
                </a:lnTo>
                <a:lnTo>
                  <a:pt x="8533" y="38656"/>
                </a:lnTo>
                <a:lnTo>
                  <a:pt x="8533" y="38656"/>
                </a:lnTo>
                <a:lnTo>
                  <a:pt x="8533" y="38656"/>
                </a:lnTo>
                <a:lnTo>
                  <a:pt x="8532" y="38656"/>
                </a:lnTo>
                <a:lnTo>
                  <a:pt x="8532" y="38656"/>
                </a:lnTo>
                <a:lnTo>
                  <a:pt x="8532" y="38656"/>
                </a:lnTo>
                <a:lnTo>
                  <a:pt x="8532" y="38656"/>
                </a:lnTo>
                <a:lnTo>
                  <a:pt x="8532" y="38656"/>
                </a:lnTo>
                <a:lnTo>
                  <a:pt x="8532" y="38656"/>
                </a:lnTo>
                <a:lnTo>
                  <a:pt x="8531" y="38656"/>
                </a:lnTo>
                <a:lnTo>
                  <a:pt x="8531" y="38656"/>
                </a:lnTo>
                <a:lnTo>
                  <a:pt x="8531" y="38656"/>
                </a:lnTo>
                <a:lnTo>
                  <a:pt x="8531" y="38656"/>
                </a:lnTo>
                <a:lnTo>
                  <a:pt x="8531" y="38656"/>
                </a:lnTo>
                <a:lnTo>
                  <a:pt x="8531" y="38656"/>
                </a:lnTo>
                <a:lnTo>
                  <a:pt x="8530" y="38656"/>
                </a:lnTo>
                <a:lnTo>
                  <a:pt x="8530" y="38656"/>
                </a:lnTo>
                <a:lnTo>
                  <a:pt x="8530" y="38656"/>
                </a:lnTo>
                <a:lnTo>
                  <a:pt x="8530" y="38656"/>
                </a:lnTo>
                <a:lnTo>
                  <a:pt x="8530" y="38656"/>
                </a:lnTo>
                <a:lnTo>
                  <a:pt x="8530" y="38656"/>
                </a:lnTo>
                <a:lnTo>
                  <a:pt x="8529" y="38656"/>
                </a:lnTo>
                <a:lnTo>
                  <a:pt x="8529" y="38656"/>
                </a:lnTo>
                <a:lnTo>
                  <a:pt x="8529" y="38656"/>
                </a:lnTo>
                <a:lnTo>
                  <a:pt x="8529" y="38656"/>
                </a:lnTo>
                <a:lnTo>
                  <a:pt x="8529" y="38656"/>
                </a:lnTo>
                <a:lnTo>
                  <a:pt x="8529" y="38656"/>
                </a:lnTo>
                <a:lnTo>
                  <a:pt x="8528" y="38656"/>
                </a:lnTo>
                <a:lnTo>
                  <a:pt x="8528" y="38656"/>
                </a:lnTo>
                <a:lnTo>
                  <a:pt x="8528" y="38656"/>
                </a:lnTo>
                <a:lnTo>
                  <a:pt x="8528" y="38656"/>
                </a:lnTo>
                <a:lnTo>
                  <a:pt x="8528" y="38656"/>
                </a:lnTo>
                <a:lnTo>
                  <a:pt x="8528" y="38656"/>
                </a:lnTo>
                <a:lnTo>
                  <a:pt x="8527" y="38656"/>
                </a:lnTo>
                <a:lnTo>
                  <a:pt x="8527" y="38656"/>
                </a:lnTo>
                <a:lnTo>
                  <a:pt x="8527" y="38656"/>
                </a:lnTo>
                <a:lnTo>
                  <a:pt x="8527" y="38656"/>
                </a:lnTo>
                <a:lnTo>
                  <a:pt x="8527" y="38656"/>
                </a:lnTo>
                <a:lnTo>
                  <a:pt x="8527" y="38656"/>
                </a:lnTo>
                <a:lnTo>
                  <a:pt x="8526" y="38656"/>
                </a:lnTo>
                <a:lnTo>
                  <a:pt x="8526" y="38656"/>
                </a:lnTo>
                <a:lnTo>
                  <a:pt x="8526" y="38656"/>
                </a:lnTo>
                <a:lnTo>
                  <a:pt x="8526" y="38656"/>
                </a:lnTo>
                <a:lnTo>
                  <a:pt x="8526" y="38656"/>
                </a:lnTo>
                <a:lnTo>
                  <a:pt x="8526" y="38656"/>
                </a:lnTo>
                <a:lnTo>
                  <a:pt x="8525" y="38656"/>
                </a:lnTo>
                <a:lnTo>
                  <a:pt x="8525" y="38656"/>
                </a:lnTo>
                <a:lnTo>
                  <a:pt x="8525" y="38656"/>
                </a:lnTo>
                <a:lnTo>
                  <a:pt x="8525" y="38656"/>
                </a:lnTo>
                <a:lnTo>
                  <a:pt x="8525" y="38656"/>
                </a:lnTo>
                <a:lnTo>
                  <a:pt x="8525" y="38656"/>
                </a:lnTo>
                <a:lnTo>
                  <a:pt x="8524" y="38656"/>
                </a:lnTo>
                <a:lnTo>
                  <a:pt x="8524" y="38656"/>
                </a:lnTo>
                <a:lnTo>
                  <a:pt x="8524" y="38656"/>
                </a:lnTo>
                <a:lnTo>
                  <a:pt x="8524" y="38656"/>
                </a:lnTo>
                <a:lnTo>
                  <a:pt x="8524" y="38656"/>
                </a:lnTo>
                <a:lnTo>
                  <a:pt x="8523" y="38656"/>
                </a:lnTo>
                <a:lnTo>
                  <a:pt x="8523" y="38656"/>
                </a:lnTo>
                <a:lnTo>
                  <a:pt x="8523" y="38656"/>
                </a:lnTo>
                <a:lnTo>
                  <a:pt x="8523" y="38656"/>
                </a:lnTo>
                <a:lnTo>
                  <a:pt x="8523" y="38656"/>
                </a:lnTo>
                <a:lnTo>
                  <a:pt x="8523" y="38656"/>
                </a:lnTo>
                <a:lnTo>
                  <a:pt x="8522" y="38656"/>
                </a:lnTo>
                <a:lnTo>
                  <a:pt x="8522" y="38656"/>
                </a:lnTo>
                <a:lnTo>
                  <a:pt x="8522" y="38656"/>
                </a:lnTo>
                <a:lnTo>
                  <a:pt x="8522" y="38656"/>
                </a:lnTo>
                <a:lnTo>
                  <a:pt x="8522" y="38656"/>
                </a:lnTo>
                <a:lnTo>
                  <a:pt x="8522" y="38656"/>
                </a:lnTo>
                <a:lnTo>
                  <a:pt x="8521" y="38656"/>
                </a:lnTo>
                <a:lnTo>
                  <a:pt x="8521" y="38656"/>
                </a:lnTo>
                <a:lnTo>
                  <a:pt x="8521" y="38656"/>
                </a:lnTo>
                <a:lnTo>
                  <a:pt x="8521" y="38656"/>
                </a:lnTo>
                <a:lnTo>
                  <a:pt x="8521" y="38656"/>
                </a:lnTo>
                <a:lnTo>
                  <a:pt x="8521" y="38656"/>
                </a:lnTo>
                <a:lnTo>
                  <a:pt x="8520" y="38656"/>
                </a:lnTo>
                <a:lnTo>
                  <a:pt x="8520" y="38656"/>
                </a:lnTo>
                <a:lnTo>
                  <a:pt x="8520" y="38656"/>
                </a:lnTo>
                <a:lnTo>
                  <a:pt x="8520" y="38656"/>
                </a:lnTo>
                <a:lnTo>
                  <a:pt x="8520" y="38656"/>
                </a:lnTo>
                <a:lnTo>
                  <a:pt x="8520" y="38656"/>
                </a:lnTo>
                <a:lnTo>
                  <a:pt x="8519" y="38656"/>
                </a:lnTo>
                <a:lnTo>
                  <a:pt x="8519" y="38656"/>
                </a:lnTo>
                <a:lnTo>
                  <a:pt x="8519" y="38656"/>
                </a:lnTo>
                <a:lnTo>
                  <a:pt x="8519" y="38656"/>
                </a:lnTo>
                <a:lnTo>
                  <a:pt x="8519" y="38656"/>
                </a:lnTo>
                <a:lnTo>
                  <a:pt x="8519" y="38656"/>
                </a:lnTo>
                <a:lnTo>
                  <a:pt x="8518" y="38656"/>
                </a:lnTo>
                <a:lnTo>
                  <a:pt x="8518" y="38656"/>
                </a:lnTo>
                <a:lnTo>
                  <a:pt x="8518" y="38656"/>
                </a:lnTo>
                <a:lnTo>
                  <a:pt x="8518" y="38656"/>
                </a:lnTo>
                <a:lnTo>
                  <a:pt x="8518" y="38656"/>
                </a:lnTo>
                <a:lnTo>
                  <a:pt x="8518" y="38656"/>
                </a:lnTo>
                <a:lnTo>
                  <a:pt x="8517" y="38656"/>
                </a:lnTo>
                <a:lnTo>
                  <a:pt x="8517" y="38656"/>
                </a:lnTo>
                <a:lnTo>
                  <a:pt x="8517" y="38656"/>
                </a:lnTo>
                <a:lnTo>
                  <a:pt x="8517" y="38656"/>
                </a:lnTo>
                <a:lnTo>
                  <a:pt x="8517" y="38656"/>
                </a:lnTo>
                <a:lnTo>
                  <a:pt x="8517" y="38656"/>
                </a:lnTo>
                <a:lnTo>
                  <a:pt x="8516" y="38656"/>
                </a:lnTo>
                <a:lnTo>
                  <a:pt x="8516" y="38656"/>
                </a:lnTo>
                <a:lnTo>
                  <a:pt x="8516" y="38656"/>
                </a:lnTo>
                <a:lnTo>
                  <a:pt x="8516" y="38656"/>
                </a:lnTo>
                <a:lnTo>
                  <a:pt x="8516" y="38656"/>
                </a:lnTo>
                <a:lnTo>
                  <a:pt x="8516" y="38656"/>
                </a:lnTo>
                <a:lnTo>
                  <a:pt x="8515" y="38656"/>
                </a:lnTo>
                <a:lnTo>
                  <a:pt x="8515" y="38656"/>
                </a:lnTo>
                <a:lnTo>
                  <a:pt x="8515" y="38656"/>
                </a:lnTo>
                <a:lnTo>
                  <a:pt x="8515" y="38656"/>
                </a:lnTo>
                <a:lnTo>
                  <a:pt x="8515" y="38656"/>
                </a:lnTo>
                <a:lnTo>
                  <a:pt x="8515" y="38656"/>
                </a:lnTo>
                <a:lnTo>
                  <a:pt x="8514" y="38656"/>
                </a:lnTo>
                <a:lnTo>
                  <a:pt x="8514" y="38656"/>
                </a:lnTo>
                <a:lnTo>
                  <a:pt x="8514" y="38656"/>
                </a:lnTo>
                <a:lnTo>
                  <a:pt x="8514" y="38656"/>
                </a:lnTo>
                <a:lnTo>
                  <a:pt x="8514" y="38656"/>
                </a:lnTo>
                <a:lnTo>
                  <a:pt x="8514" y="38656"/>
                </a:lnTo>
                <a:lnTo>
                  <a:pt x="8513" y="38656"/>
                </a:lnTo>
                <a:lnTo>
                  <a:pt x="8513" y="38656"/>
                </a:lnTo>
                <a:lnTo>
                  <a:pt x="8513" y="38656"/>
                </a:lnTo>
                <a:lnTo>
                  <a:pt x="8513" y="38656"/>
                </a:lnTo>
                <a:lnTo>
                  <a:pt x="8513" y="38656"/>
                </a:lnTo>
                <a:lnTo>
                  <a:pt x="8513" y="38656"/>
                </a:lnTo>
                <a:lnTo>
                  <a:pt x="8512" y="38656"/>
                </a:lnTo>
                <a:lnTo>
                  <a:pt x="8512" y="38656"/>
                </a:lnTo>
                <a:lnTo>
                  <a:pt x="8512" y="38656"/>
                </a:lnTo>
                <a:lnTo>
                  <a:pt x="8512" y="38656"/>
                </a:lnTo>
                <a:lnTo>
                  <a:pt x="8512" y="38656"/>
                </a:lnTo>
                <a:lnTo>
                  <a:pt x="8512" y="38656"/>
                </a:lnTo>
                <a:lnTo>
                  <a:pt x="8511" y="38656"/>
                </a:lnTo>
                <a:lnTo>
                  <a:pt x="8511" y="38656"/>
                </a:lnTo>
                <a:lnTo>
                  <a:pt x="8511" y="38656"/>
                </a:lnTo>
                <a:lnTo>
                  <a:pt x="8511" y="38656"/>
                </a:lnTo>
                <a:lnTo>
                  <a:pt x="8511" y="38656"/>
                </a:lnTo>
                <a:lnTo>
                  <a:pt x="8511" y="38656"/>
                </a:lnTo>
                <a:lnTo>
                  <a:pt x="8510" y="38656"/>
                </a:lnTo>
                <a:lnTo>
                  <a:pt x="8510" y="38656"/>
                </a:lnTo>
                <a:lnTo>
                  <a:pt x="8510" y="38656"/>
                </a:lnTo>
                <a:lnTo>
                  <a:pt x="8510" y="38656"/>
                </a:lnTo>
                <a:lnTo>
                  <a:pt x="8510" y="38656"/>
                </a:lnTo>
                <a:lnTo>
                  <a:pt x="8510" y="38656"/>
                </a:lnTo>
                <a:lnTo>
                  <a:pt x="8509" y="38656"/>
                </a:lnTo>
                <a:lnTo>
                  <a:pt x="8509" y="38656"/>
                </a:lnTo>
                <a:lnTo>
                  <a:pt x="8509" y="38656"/>
                </a:lnTo>
                <a:lnTo>
                  <a:pt x="8509" y="38656"/>
                </a:lnTo>
                <a:lnTo>
                  <a:pt x="8509" y="38656"/>
                </a:lnTo>
                <a:lnTo>
                  <a:pt x="8509" y="38656"/>
                </a:lnTo>
                <a:lnTo>
                  <a:pt x="8508" y="38656"/>
                </a:lnTo>
                <a:lnTo>
                  <a:pt x="8508" y="38656"/>
                </a:lnTo>
                <a:lnTo>
                  <a:pt x="8508" y="38656"/>
                </a:lnTo>
                <a:lnTo>
                  <a:pt x="8508" y="38656"/>
                </a:lnTo>
                <a:lnTo>
                  <a:pt x="8508" y="38656"/>
                </a:lnTo>
                <a:lnTo>
                  <a:pt x="8508" y="38656"/>
                </a:lnTo>
                <a:lnTo>
                  <a:pt x="8507" y="38656"/>
                </a:lnTo>
                <a:lnTo>
                  <a:pt x="8507" y="38656"/>
                </a:lnTo>
                <a:lnTo>
                  <a:pt x="8507" y="38656"/>
                </a:lnTo>
                <a:lnTo>
                  <a:pt x="8507" y="38656"/>
                </a:lnTo>
                <a:lnTo>
                  <a:pt x="8507" y="38656"/>
                </a:lnTo>
                <a:lnTo>
                  <a:pt x="8507" y="38656"/>
                </a:lnTo>
                <a:lnTo>
                  <a:pt x="8506" y="38656"/>
                </a:lnTo>
                <a:lnTo>
                  <a:pt x="8506" y="38656"/>
                </a:lnTo>
                <a:lnTo>
                  <a:pt x="8506" y="38656"/>
                </a:lnTo>
                <a:lnTo>
                  <a:pt x="8506" y="38656"/>
                </a:lnTo>
                <a:lnTo>
                  <a:pt x="8506" y="38656"/>
                </a:lnTo>
                <a:lnTo>
                  <a:pt x="8506" y="38656"/>
                </a:lnTo>
                <a:lnTo>
                  <a:pt x="8505" y="38656"/>
                </a:lnTo>
                <a:lnTo>
                  <a:pt x="8505" y="38656"/>
                </a:lnTo>
                <a:lnTo>
                  <a:pt x="8505" y="38656"/>
                </a:lnTo>
                <a:lnTo>
                  <a:pt x="8505" y="38656"/>
                </a:lnTo>
                <a:lnTo>
                  <a:pt x="8505" y="38656"/>
                </a:lnTo>
                <a:lnTo>
                  <a:pt x="8504" y="38656"/>
                </a:lnTo>
                <a:lnTo>
                  <a:pt x="8504" y="38656"/>
                </a:lnTo>
                <a:lnTo>
                  <a:pt x="8504" y="38656"/>
                </a:lnTo>
                <a:lnTo>
                  <a:pt x="8504" y="38656"/>
                </a:lnTo>
                <a:lnTo>
                  <a:pt x="8504" y="38656"/>
                </a:lnTo>
                <a:lnTo>
                  <a:pt x="8504" y="38656"/>
                </a:lnTo>
                <a:lnTo>
                  <a:pt x="8503" y="38656"/>
                </a:lnTo>
                <a:lnTo>
                  <a:pt x="8503" y="38656"/>
                </a:lnTo>
                <a:lnTo>
                  <a:pt x="8503" y="38656"/>
                </a:lnTo>
                <a:lnTo>
                  <a:pt x="8503" y="38656"/>
                </a:lnTo>
                <a:lnTo>
                  <a:pt x="8503" y="38656"/>
                </a:lnTo>
                <a:lnTo>
                  <a:pt x="8503" y="38656"/>
                </a:lnTo>
                <a:lnTo>
                  <a:pt x="8502" y="38656"/>
                </a:lnTo>
                <a:lnTo>
                  <a:pt x="8502" y="38656"/>
                </a:lnTo>
                <a:lnTo>
                  <a:pt x="8502" y="38656"/>
                </a:lnTo>
                <a:lnTo>
                  <a:pt x="8502" y="38656"/>
                </a:lnTo>
                <a:lnTo>
                  <a:pt x="8502" y="38656"/>
                </a:lnTo>
                <a:lnTo>
                  <a:pt x="8502" y="38656"/>
                </a:lnTo>
                <a:lnTo>
                  <a:pt x="8501" y="38656"/>
                </a:lnTo>
                <a:lnTo>
                  <a:pt x="8501" y="38656"/>
                </a:lnTo>
                <a:lnTo>
                  <a:pt x="8501" y="38656"/>
                </a:lnTo>
                <a:lnTo>
                  <a:pt x="8501" y="38656"/>
                </a:lnTo>
                <a:lnTo>
                  <a:pt x="8501" y="38656"/>
                </a:lnTo>
                <a:lnTo>
                  <a:pt x="8501" y="38656"/>
                </a:lnTo>
                <a:lnTo>
                  <a:pt x="8500" y="38656"/>
                </a:lnTo>
                <a:lnTo>
                  <a:pt x="8500" y="38656"/>
                </a:lnTo>
                <a:lnTo>
                  <a:pt x="8500" y="38656"/>
                </a:lnTo>
                <a:lnTo>
                  <a:pt x="8500" y="38656"/>
                </a:lnTo>
                <a:lnTo>
                  <a:pt x="8500" y="38656"/>
                </a:lnTo>
                <a:lnTo>
                  <a:pt x="8500" y="38656"/>
                </a:lnTo>
                <a:lnTo>
                  <a:pt x="8499" y="38656"/>
                </a:lnTo>
                <a:lnTo>
                  <a:pt x="8499" y="38656"/>
                </a:lnTo>
                <a:lnTo>
                  <a:pt x="8499" y="38656"/>
                </a:lnTo>
                <a:lnTo>
                  <a:pt x="8499" y="38656"/>
                </a:lnTo>
                <a:lnTo>
                  <a:pt x="8499" y="38656"/>
                </a:lnTo>
                <a:lnTo>
                  <a:pt x="8499" y="38656"/>
                </a:lnTo>
                <a:lnTo>
                  <a:pt x="8498" y="38656"/>
                </a:lnTo>
                <a:lnTo>
                  <a:pt x="8498" y="38656"/>
                </a:lnTo>
                <a:lnTo>
                  <a:pt x="8498" y="38656"/>
                </a:lnTo>
                <a:lnTo>
                  <a:pt x="8498" y="38656"/>
                </a:lnTo>
                <a:lnTo>
                  <a:pt x="8498" y="38656"/>
                </a:lnTo>
                <a:lnTo>
                  <a:pt x="8498" y="38656"/>
                </a:lnTo>
                <a:lnTo>
                  <a:pt x="8497" y="38656"/>
                </a:lnTo>
                <a:lnTo>
                  <a:pt x="8497" y="38656"/>
                </a:lnTo>
                <a:lnTo>
                  <a:pt x="8497" y="38656"/>
                </a:lnTo>
                <a:lnTo>
                  <a:pt x="8497" y="38656"/>
                </a:lnTo>
                <a:lnTo>
                  <a:pt x="8497" y="38656"/>
                </a:lnTo>
                <a:lnTo>
                  <a:pt x="8497" y="38656"/>
                </a:lnTo>
                <a:lnTo>
                  <a:pt x="8496" y="38656"/>
                </a:lnTo>
                <a:lnTo>
                  <a:pt x="8496" y="38656"/>
                </a:lnTo>
                <a:lnTo>
                  <a:pt x="8496" y="38656"/>
                </a:lnTo>
                <a:lnTo>
                  <a:pt x="8496" y="38656"/>
                </a:lnTo>
                <a:lnTo>
                  <a:pt x="8496" y="38656"/>
                </a:lnTo>
                <a:lnTo>
                  <a:pt x="8496" y="38656"/>
                </a:lnTo>
                <a:lnTo>
                  <a:pt x="8495" y="38656"/>
                </a:lnTo>
                <a:lnTo>
                  <a:pt x="8495" y="38656"/>
                </a:lnTo>
                <a:lnTo>
                  <a:pt x="8495" y="38656"/>
                </a:lnTo>
                <a:lnTo>
                  <a:pt x="8495" y="38656"/>
                </a:lnTo>
                <a:lnTo>
                  <a:pt x="8495" y="38656"/>
                </a:lnTo>
                <a:lnTo>
                  <a:pt x="8495" y="38656"/>
                </a:lnTo>
                <a:lnTo>
                  <a:pt x="8494" y="38656"/>
                </a:lnTo>
                <a:lnTo>
                  <a:pt x="8494" y="38656"/>
                </a:lnTo>
                <a:lnTo>
                  <a:pt x="8494" y="38656"/>
                </a:lnTo>
                <a:lnTo>
                  <a:pt x="8494" y="38656"/>
                </a:lnTo>
                <a:lnTo>
                  <a:pt x="8494" y="38656"/>
                </a:lnTo>
                <a:lnTo>
                  <a:pt x="8494" y="38656"/>
                </a:lnTo>
                <a:lnTo>
                  <a:pt x="8493" y="38656"/>
                </a:lnTo>
                <a:lnTo>
                  <a:pt x="8493" y="38656"/>
                </a:lnTo>
                <a:lnTo>
                  <a:pt x="8493" y="38656"/>
                </a:lnTo>
                <a:lnTo>
                  <a:pt x="8493" y="38656"/>
                </a:lnTo>
                <a:lnTo>
                  <a:pt x="8493" y="38656"/>
                </a:lnTo>
                <a:lnTo>
                  <a:pt x="8493" y="38656"/>
                </a:lnTo>
                <a:lnTo>
                  <a:pt x="8492" y="38656"/>
                </a:lnTo>
                <a:lnTo>
                  <a:pt x="8492" y="38656"/>
                </a:lnTo>
                <a:lnTo>
                  <a:pt x="8492" y="38656"/>
                </a:lnTo>
                <a:lnTo>
                  <a:pt x="8492" y="38656"/>
                </a:lnTo>
                <a:lnTo>
                  <a:pt x="8492" y="38656"/>
                </a:lnTo>
                <a:lnTo>
                  <a:pt x="8491" y="38656"/>
                </a:lnTo>
                <a:lnTo>
                  <a:pt x="8491" y="38656"/>
                </a:lnTo>
                <a:lnTo>
                  <a:pt x="8491" y="38656"/>
                </a:lnTo>
                <a:lnTo>
                  <a:pt x="8491" y="38656"/>
                </a:lnTo>
                <a:lnTo>
                  <a:pt x="8491" y="38656"/>
                </a:lnTo>
                <a:lnTo>
                  <a:pt x="8491" y="38656"/>
                </a:lnTo>
                <a:lnTo>
                  <a:pt x="8490" y="38656"/>
                </a:lnTo>
                <a:lnTo>
                  <a:pt x="8490" y="38656"/>
                </a:lnTo>
                <a:lnTo>
                  <a:pt x="8490" y="38656"/>
                </a:lnTo>
                <a:lnTo>
                  <a:pt x="8490" y="38656"/>
                </a:lnTo>
                <a:lnTo>
                  <a:pt x="8490" y="38656"/>
                </a:lnTo>
                <a:lnTo>
                  <a:pt x="8490" y="38656"/>
                </a:lnTo>
                <a:lnTo>
                  <a:pt x="8489" y="38656"/>
                </a:lnTo>
                <a:lnTo>
                  <a:pt x="8489" y="38656"/>
                </a:lnTo>
                <a:lnTo>
                  <a:pt x="8489" y="38656"/>
                </a:lnTo>
                <a:lnTo>
                  <a:pt x="8489" y="38656"/>
                </a:lnTo>
                <a:lnTo>
                  <a:pt x="8489" y="38656"/>
                </a:lnTo>
                <a:lnTo>
                  <a:pt x="8489" y="38656"/>
                </a:lnTo>
                <a:lnTo>
                  <a:pt x="8488" y="38656"/>
                </a:lnTo>
                <a:lnTo>
                  <a:pt x="8488" y="38656"/>
                </a:lnTo>
                <a:lnTo>
                  <a:pt x="8488" y="38656"/>
                </a:lnTo>
                <a:lnTo>
                  <a:pt x="8488" y="38656"/>
                </a:lnTo>
                <a:lnTo>
                  <a:pt x="8488" y="38656"/>
                </a:lnTo>
                <a:lnTo>
                  <a:pt x="8488" y="38656"/>
                </a:lnTo>
                <a:lnTo>
                  <a:pt x="8487" y="38656"/>
                </a:lnTo>
                <a:lnTo>
                  <a:pt x="8487" y="38656"/>
                </a:lnTo>
                <a:lnTo>
                  <a:pt x="8487" y="38656"/>
                </a:lnTo>
                <a:lnTo>
                  <a:pt x="8487" y="38656"/>
                </a:lnTo>
                <a:lnTo>
                  <a:pt x="8487" y="38656"/>
                </a:lnTo>
                <a:lnTo>
                  <a:pt x="8487" y="38656"/>
                </a:lnTo>
                <a:lnTo>
                  <a:pt x="8486" y="38656"/>
                </a:lnTo>
                <a:lnTo>
                  <a:pt x="8486" y="38656"/>
                </a:lnTo>
                <a:lnTo>
                  <a:pt x="8486" y="38656"/>
                </a:lnTo>
                <a:lnTo>
                  <a:pt x="8486" y="38656"/>
                </a:lnTo>
                <a:lnTo>
                  <a:pt x="8486" y="38656"/>
                </a:lnTo>
                <a:lnTo>
                  <a:pt x="8486" y="38656"/>
                </a:lnTo>
                <a:lnTo>
                  <a:pt x="8485" y="38656"/>
                </a:lnTo>
                <a:lnTo>
                  <a:pt x="8485" y="38656"/>
                </a:lnTo>
                <a:lnTo>
                  <a:pt x="8485" y="38656"/>
                </a:lnTo>
                <a:lnTo>
                  <a:pt x="8485" y="38656"/>
                </a:lnTo>
                <a:lnTo>
                  <a:pt x="8485" y="38656"/>
                </a:lnTo>
                <a:lnTo>
                  <a:pt x="8485" y="38656"/>
                </a:lnTo>
                <a:lnTo>
                  <a:pt x="8484" y="38656"/>
                </a:lnTo>
                <a:lnTo>
                  <a:pt x="8484" y="38656"/>
                </a:lnTo>
                <a:lnTo>
                  <a:pt x="8484" y="38656"/>
                </a:lnTo>
                <a:lnTo>
                  <a:pt x="8484" y="38656"/>
                </a:lnTo>
                <a:lnTo>
                  <a:pt x="8484" y="38656"/>
                </a:lnTo>
                <a:lnTo>
                  <a:pt x="8484" y="38656"/>
                </a:lnTo>
                <a:lnTo>
                  <a:pt x="8483" y="38656"/>
                </a:lnTo>
                <a:lnTo>
                  <a:pt x="8483" y="38656"/>
                </a:lnTo>
                <a:lnTo>
                  <a:pt x="8483" y="38656"/>
                </a:lnTo>
                <a:lnTo>
                  <a:pt x="8483" y="38656"/>
                </a:lnTo>
                <a:lnTo>
                  <a:pt x="8483" y="38656"/>
                </a:lnTo>
                <a:lnTo>
                  <a:pt x="8483" y="38656"/>
                </a:lnTo>
                <a:lnTo>
                  <a:pt x="8482" y="38656"/>
                </a:lnTo>
                <a:lnTo>
                  <a:pt x="8482" y="38656"/>
                </a:lnTo>
                <a:lnTo>
                  <a:pt x="8482" y="38656"/>
                </a:lnTo>
                <a:lnTo>
                  <a:pt x="8482" y="38656"/>
                </a:lnTo>
                <a:lnTo>
                  <a:pt x="8482" y="38656"/>
                </a:lnTo>
                <a:lnTo>
                  <a:pt x="8482" y="38656"/>
                </a:lnTo>
                <a:lnTo>
                  <a:pt x="8481" y="38656"/>
                </a:lnTo>
                <a:lnTo>
                  <a:pt x="8481" y="38656"/>
                </a:lnTo>
                <a:lnTo>
                  <a:pt x="8481" y="38656"/>
                </a:lnTo>
                <a:lnTo>
                  <a:pt x="8481" y="38656"/>
                </a:lnTo>
                <a:lnTo>
                  <a:pt x="8481" y="38656"/>
                </a:lnTo>
                <a:lnTo>
                  <a:pt x="8480" y="38656"/>
                </a:lnTo>
                <a:lnTo>
                  <a:pt x="8480" y="38656"/>
                </a:lnTo>
                <a:lnTo>
                  <a:pt x="8480" y="38656"/>
                </a:lnTo>
                <a:lnTo>
                  <a:pt x="8480" y="38656"/>
                </a:lnTo>
                <a:lnTo>
                  <a:pt x="8480" y="38656"/>
                </a:lnTo>
                <a:lnTo>
                  <a:pt x="8480" y="38656"/>
                </a:lnTo>
                <a:lnTo>
                  <a:pt x="8479" y="38656"/>
                </a:lnTo>
                <a:lnTo>
                  <a:pt x="8479" y="38656"/>
                </a:lnTo>
                <a:lnTo>
                  <a:pt x="8479" y="38656"/>
                </a:lnTo>
                <a:lnTo>
                  <a:pt x="8479" y="38656"/>
                </a:lnTo>
                <a:lnTo>
                  <a:pt x="8479" y="38656"/>
                </a:lnTo>
                <a:lnTo>
                  <a:pt x="8479" y="38656"/>
                </a:lnTo>
                <a:lnTo>
                  <a:pt x="8478" y="38656"/>
                </a:lnTo>
                <a:lnTo>
                  <a:pt x="8478" y="38656"/>
                </a:lnTo>
                <a:lnTo>
                  <a:pt x="8478" y="38656"/>
                </a:lnTo>
                <a:lnTo>
                  <a:pt x="8478" y="38656"/>
                </a:lnTo>
                <a:lnTo>
                  <a:pt x="8478" y="38656"/>
                </a:lnTo>
                <a:lnTo>
                  <a:pt x="8478" y="38656"/>
                </a:lnTo>
                <a:lnTo>
                  <a:pt x="8477" y="38656"/>
                </a:lnTo>
                <a:lnTo>
                  <a:pt x="8477" y="38656"/>
                </a:lnTo>
                <a:lnTo>
                  <a:pt x="8477" y="38656"/>
                </a:lnTo>
                <a:lnTo>
                  <a:pt x="8477" y="38656"/>
                </a:lnTo>
                <a:lnTo>
                  <a:pt x="8477" y="38656"/>
                </a:lnTo>
                <a:lnTo>
                  <a:pt x="8477" y="38656"/>
                </a:lnTo>
                <a:lnTo>
                  <a:pt x="8476" y="38656"/>
                </a:lnTo>
                <a:lnTo>
                  <a:pt x="8476" y="38656"/>
                </a:lnTo>
                <a:lnTo>
                  <a:pt x="8476" y="38656"/>
                </a:lnTo>
                <a:lnTo>
                  <a:pt x="8476" y="38656"/>
                </a:lnTo>
                <a:lnTo>
                  <a:pt x="8476" y="38656"/>
                </a:lnTo>
                <a:lnTo>
                  <a:pt x="8476" y="38656"/>
                </a:lnTo>
                <a:lnTo>
                  <a:pt x="8475" y="38656"/>
                </a:lnTo>
                <a:lnTo>
                  <a:pt x="8475" y="38656"/>
                </a:lnTo>
                <a:lnTo>
                  <a:pt x="8475" y="38656"/>
                </a:lnTo>
                <a:lnTo>
                  <a:pt x="8475" y="38656"/>
                </a:lnTo>
                <a:lnTo>
                  <a:pt x="8475" y="38656"/>
                </a:lnTo>
                <a:lnTo>
                  <a:pt x="8475" y="38656"/>
                </a:lnTo>
                <a:lnTo>
                  <a:pt x="8474" y="38656"/>
                </a:lnTo>
                <a:lnTo>
                  <a:pt x="8474" y="38656"/>
                </a:lnTo>
                <a:lnTo>
                  <a:pt x="8474" y="38656"/>
                </a:lnTo>
                <a:lnTo>
                  <a:pt x="8474" y="38656"/>
                </a:lnTo>
                <a:lnTo>
                  <a:pt x="8474" y="38656"/>
                </a:lnTo>
                <a:lnTo>
                  <a:pt x="8474" y="38656"/>
                </a:lnTo>
                <a:lnTo>
                  <a:pt x="8473" y="38656"/>
                </a:lnTo>
                <a:lnTo>
                  <a:pt x="8473" y="38656"/>
                </a:lnTo>
                <a:lnTo>
                  <a:pt x="8473" y="38656"/>
                </a:lnTo>
                <a:lnTo>
                  <a:pt x="8473" y="38656"/>
                </a:lnTo>
                <a:lnTo>
                  <a:pt x="8473" y="38656"/>
                </a:lnTo>
                <a:lnTo>
                  <a:pt x="8473" y="38656"/>
                </a:lnTo>
                <a:lnTo>
                  <a:pt x="8472" y="38656"/>
                </a:lnTo>
                <a:lnTo>
                  <a:pt x="8472" y="38656"/>
                </a:lnTo>
                <a:lnTo>
                  <a:pt x="8472" y="38656"/>
                </a:lnTo>
                <a:lnTo>
                  <a:pt x="8472" y="38656"/>
                </a:lnTo>
                <a:lnTo>
                  <a:pt x="8472" y="38656"/>
                </a:lnTo>
                <a:lnTo>
                  <a:pt x="8472" y="38656"/>
                </a:lnTo>
                <a:lnTo>
                  <a:pt x="8471" y="38656"/>
                </a:lnTo>
                <a:lnTo>
                  <a:pt x="8471" y="38656"/>
                </a:lnTo>
                <a:lnTo>
                  <a:pt x="8471" y="38656"/>
                </a:lnTo>
                <a:lnTo>
                  <a:pt x="8471" y="38656"/>
                </a:lnTo>
                <a:lnTo>
                  <a:pt x="8471" y="38656"/>
                </a:lnTo>
                <a:lnTo>
                  <a:pt x="8470" y="38656"/>
                </a:lnTo>
                <a:lnTo>
                  <a:pt x="8470" y="38656"/>
                </a:lnTo>
                <a:lnTo>
                  <a:pt x="8470" y="38656"/>
                </a:lnTo>
                <a:lnTo>
                  <a:pt x="8470" y="38656"/>
                </a:lnTo>
                <a:lnTo>
                  <a:pt x="8470" y="38656"/>
                </a:lnTo>
                <a:lnTo>
                  <a:pt x="8470" y="38656"/>
                </a:lnTo>
                <a:lnTo>
                  <a:pt x="8469" y="38656"/>
                </a:lnTo>
                <a:lnTo>
                  <a:pt x="8469" y="38656"/>
                </a:lnTo>
                <a:lnTo>
                  <a:pt x="8469" y="38656"/>
                </a:lnTo>
                <a:lnTo>
                  <a:pt x="8469" y="38656"/>
                </a:lnTo>
                <a:lnTo>
                  <a:pt x="8469" y="38656"/>
                </a:lnTo>
                <a:lnTo>
                  <a:pt x="8469" y="38656"/>
                </a:lnTo>
                <a:lnTo>
                  <a:pt x="8468" y="38656"/>
                </a:lnTo>
                <a:lnTo>
                  <a:pt x="8468" y="38656"/>
                </a:lnTo>
                <a:lnTo>
                  <a:pt x="8468" y="38656"/>
                </a:lnTo>
                <a:lnTo>
                  <a:pt x="8468" y="38656"/>
                </a:lnTo>
                <a:lnTo>
                  <a:pt x="8468" y="38656"/>
                </a:lnTo>
                <a:lnTo>
                  <a:pt x="8468" y="38656"/>
                </a:lnTo>
                <a:lnTo>
                  <a:pt x="8467" y="38656"/>
                </a:lnTo>
                <a:lnTo>
                  <a:pt x="8467" y="38656"/>
                </a:lnTo>
                <a:lnTo>
                  <a:pt x="8467" y="38656"/>
                </a:lnTo>
                <a:lnTo>
                  <a:pt x="8467" y="38656"/>
                </a:lnTo>
                <a:lnTo>
                  <a:pt x="8467" y="38656"/>
                </a:lnTo>
                <a:lnTo>
                  <a:pt x="8467" y="38656"/>
                </a:lnTo>
                <a:lnTo>
                  <a:pt x="8466" y="38656"/>
                </a:lnTo>
                <a:lnTo>
                  <a:pt x="8466" y="38656"/>
                </a:lnTo>
                <a:lnTo>
                  <a:pt x="8466" y="38656"/>
                </a:lnTo>
                <a:lnTo>
                  <a:pt x="8466" y="38656"/>
                </a:lnTo>
                <a:lnTo>
                  <a:pt x="8466" y="38656"/>
                </a:lnTo>
                <a:lnTo>
                  <a:pt x="8466" y="38656"/>
                </a:lnTo>
                <a:lnTo>
                  <a:pt x="8465" y="38656"/>
                </a:lnTo>
                <a:lnTo>
                  <a:pt x="8465" y="38656"/>
                </a:lnTo>
                <a:lnTo>
                  <a:pt x="8465" y="38656"/>
                </a:lnTo>
                <a:lnTo>
                  <a:pt x="8465" y="38656"/>
                </a:lnTo>
                <a:lnTo>
                  <a:pt x="8465" y="38656"/>
                </a:lnTo>
                <a:lnTo>
                  <a:pt x="8465" y="38656"/>
                </a:lnTo>
                <a:lnTo>
                  <a:pt x="8464" y="38656"/>
                </a:lnTo>
                <a:lnTo>
                  <a:pt x="8464" y="38656"/>
                </a:lnTo>
                <a:lnTo>
                  <a:pt x="8464" y="38656"/>
                </a:lnTo>
                <a:lnTo>
                  <a:pt x="8464" y="38656"/>
                </a:lnTo>
                <a:lnTo>
                  <a:pt x="8464" y="38656"/>
                </a:lnTo>
                <a:lnTo>
                  <a:pt x="8464" y="38656"/>
                </a:lnTo>
                <a:lnTo>
                  <a:pt x="8463" y="38656"/>
                </a:lnTo>
                <a:lnTo>
                  <a:pt x="8463" y="38656"/>
                </a:lnTo>
                <a:lnTo>
                  <a:pt x="8463" y="38656"/>
                </a:lnTo>
                <a:lnTo>
                  <a:pt x="8463" y="38656"/>
                </a:lnTo>
                <a:lnTo>
                  <a:pt x="8463" y="38656"/>
                </a:lnTo>
                <a:lnTo>
                  <a:pt x="8462" y="38656"/>
                </a:lnTo>
                <a:lnTo>
                  <a:pt x="8462" y="38656"/>
                </a:lnTo>
                <a:lnTo>
                  <a:pt x="8462" y="38656"/>
                </a:lnTo>
                <a:lnTo>
                  <a:pt x="8462" y="38656"/>
                </a:lnTo>
                <a:lnTo>
                  <a:pt x="8462" y="38656"/>
                </a:lnTo>
                <a:lnTo>
                  <a:pt x="8462" y="38656"/>
                </a:lnTo>
                <a:lnTo>
                  <a:pt x="8461" y="38656"/>
                </a:lnTo>
                <a:lnTo>
                  <a:pt x="8461" y="38656"/>
                </a:lnTo>
                <a:lnTo>
                  <a:pt x="8461" y="38656"/>
                </a:lnTo>
                <a:lnTo>
                  <a:pt x="8461" y="38656"/>
                </a:lnTo>
                <a:lnTo>
                  <a:pt x="8461" y="38656"/>
                </a:lnTo>
                <a:lnTo>
                  <a:pt x="8461" y="38656"/>
                </a:lnTo>
                <a:lnTo>
                  <a:pt x="8460" y="38656"/>
                </a:lnTo>
                <a:lnTo>
                  <a:pt x="8460" y="38656"/>
                </a:lnTo>
                <a:lnTo>
                  <a:pt x="8460" y="38656"/>
                </a:lnTo>
                <a:lnTo>
                  <a:pt x="8460" y="38656"/>
                </a:lnTo>
                <a:lnTo>
                  <a:pt x="8460" y="38656"/>
                </a:lnTo>
                <a:lnTo>
                  <a:pt x="8460" y="38656"/>
                </a:lnTo>
                <a:lnTo>
                  <a:pt x="8459" y="38656"/>
                </a:lnTo>
                <a:lnTo>
                  <a:pt x="8459" y="38656"/>
                </a:lnTo>
                <a:lnTo>
                  <a:pt x="8459" y="38656"/>
                </a:lnTo>
                <a:lnTo>
                  <a:pt x="8459" y="38656"/>
                </a:lnTo>
                <a:lnTo>
                  <a:pt x="8459" y="38656"/>
                </a:lnTo>
                <a:lnTo>
                  <a:pt x="8459" y="38656"/>
                </a:lnTo>
                <a:lnTo>
                  <a:pt x="8458" y="38656"/>
                </a:lnTo>
                <a:lnTo>
                  <a:pt x="8458" y="38656"/>
                </a:lnTo>
                <a:lnTo>
                  <a:pt x="8458" y="38656"/>
                </a:lnTo>
                <a:lnTo>
                  <a:pt x="8458" y="38656"/>
                </a:lnTo>
                <a:lnTo>
                  <a:pt x="8458" y="38656"/>
                </a:lnTo>
                <a:lnTo>
                  <a:pt x="8458" y="38656"/>
                </a:lnTo>
                <a:lnTo>
                  <a:pt x="8457" y="38656"/>
                </a:lnTo>
                <a:lnTo>
                  <a:pt x="8457" y="38656"/>
                </a:lnTo>
                <a:lnTo>
                  <a:pt x="8457" y="38656"/>
                </a:lnTo>
                <a:lnTo>
                  <a:pt x="8457" y="38656"/>
                </a:lnTo>
                <a:lnTo>
                  <a:pt x="8457" y="38656"/>
                </a:lnTo>
                <a:lnTo>
                  <a:pt x="8457" y="38656"/>
                </a:lnTo>
                <a:lnTo>
                  <a:pt x="8456" y="38656"/>
                </a:lnTo>
                <a:lnTo>
                  <a:pt x="8456" y="38656"/>
                </a:lnTo>
                <a:lnTo>
                  <a:pt x="8456" y="38656"/>
                </a:lnTo>
                <a:lnTo>
                  <a:pt x="8456" y="38656"/>
                </a:lnTo>
                <a:lnTo>
                  <a:pt x="8456" y="38656"/>
                </a:lnTo>
                <a:lnTo>
                  <a:pt x="8456" y="38656"/>
                </a:lnTo>
                <a:lnTo>
                  <a:pt x="8455" y="38656"/>
                </a:lnTo>
                <a:lnTo>
                  <a:pt x="8455" y="38656"/>
                </a:lnTo>
                <a:lnTo>
                  <a:pt x="8455" y="38656"/>
                </a:lnTo>
                <a:lnTo>
                  <a:pt x="8455" y="38656"/>
                </a:lnTo>
                <a:lnTo>
                  <a:pt x="8455" y="38656"/>
                </a:lnTo>
                <a:lnTo>
                  <a:pt x="8454" y="38656"/>
                </a:lnTo>
                <a:lnTo>
                  <a:pt x="8454" y="38656"/>
                </a:lnTo>
                <a:lnTo>
                  <a:pt x="8454" y="38656"/>
                </a:lnTo>
                <a:lnTo>
                  <a:pt x="8454" y="38656"/>
                </a:lnTo>
                <a:lnTo>
                  <a:pt x="8454" y="38656"/>
                </a:lnTo>
                <a:lnTo>
                  <a:pt x="8454" y="38656"/>
                </a:lnTo>
                <a:lnTo>
                  <a:pt x="8453" y="38656"/>
                </a:lnTo>
                <a:lnTo>
                  <a:pt x="8453" y="38656"/>
                </a:lnTo>
                <a:lnTo>
                  <a:pt x="8453" y="38656"/>
                </a:lnTo>
                <a:lnTo>
                  <a:pt x="8453" y="38656"/>
                </a:lnTo>
                <a:lnTo>
                  <a:pt x="8453" y="38656"/>
                </a:lnTo>
                <a:lnTo>
                  <a:pt x="8453" y="38656"/>
                </a:lnTo>
                <a:lnTo>
                  <a:pt x="8452" y="38656"/>
                </a:lnTo>
                <a:lnTo>
                  <a:pt x="8452" y="38656"/>
                </a:lnTo>
                <a:lnTo>
                  <a:pt x="8452" y="38656"/>
                </a:lnTo>
                <a:lnTo>
                  <a:pt x="8452" y="38656"/>
                </a:lnTo>
                <a:lnTo>
                  <a:pt x="8452" y="38656"/>
                </a:lnTo>
                <a:lnTo>
                  <a:pt x="8452" y="38656"/>
                </a:lnTo>
                <a:lnTo>
                  <a:pt x="8451" y="38656"/>
                </a:lnTo>
                <a:lnTo>
                  <a:pt x="8451" y="38656"/>
                </a:lnTo>
                <a:lnTo>
                  <a:pt x="8451" y="38656"/>
                </a:lnTo>
                <a:lnTo>
                  <a:pt x="8451" y="38656"/>
                </a:lnTo>
                <a:lnTo>
                  <a:pt x="8451" y="38656"/>
                </a:lnTo>
                <a:lnTo>
                  <a:pt x="8451" y="38656"/>
                </a:lnTo>
                <a:lnTo>
                  <a:pt x="8450" y="38656"/>
                </a:lnTo>
                <a:lnTo>
                  <a:pt x="8450" y="38656"/>
                </a:lnTo>
                <a:lnTo>
                  <a:pt x="8450" y="38656"/>
                </a:lnTo>
                <a:lnTo>
                  <a:pt x="8450" y="38656"/>
                </a:lnTo>
                <a:lnTo>
                  <a:pt x="8450" y="38656"/>
                </a:lnTo>
                <a:lnTo>
                  <a:pt x="8450" y="38656"/>
                </a:lnTo>
                <a:lnTo>
                  <a:pt x="8449" y="38656"/>
                </a:lnTo>
                <a:lnTo>
                  <a:pt x="8449" y="38656"/>
                </a:lnTo>
                <a:lnTo>
                  <a:pt x="8449" y="38656"/>
                </a:lnTo>
                <a:lnTo>
                  <a:pt x="8449" y="38656"/>
                </a:lnTo>
                <a:lnTo>
                  <a:pt x="8449" y="38656"/>
                </a:lnTo>
                <a:lnTo>
                  <a:pt x="8449" y="38656"/>
                </a:lnTo>
                <a:lnTo>
                  <a:pt x="8448" y="38656"/>
                </a:lnTo>
                <a:lnTo>
                  <a:pt x="8448" y="38656"/>
                </a:lnTo>
                <a:lnTo>
                  <a:pt x="8448" y="38656"/>
                </a:lnTo>
                <a:lnTo>
                  <a:pt x="8448" y="38656"/>
                </a:lnTo>
                <a:lnTo>
                  <a:pt x="8448" y="38656"/>
                </a:lnTo>
                <a:lnTo>
                  <a:pt x="8448" y="38656"/>
                </a:lnTo>
                <a:lnTo>
                  <a:pt x="8447" y="38656"/>
                </a:lnTo>
                <a:lnTo>
                  <a:pt x="8447" y="38656"/>
                </a:lnTo>
                <a:lnTo>
                  <a:pt x="8447" y="38656"/>
                </a:lnTo>
                <a:lnTo>
                  <a:pt x="8447" y="38656"/>
                </a:lnTo>
                <a:lnTo>
                  <a:pt x="8447" y="38656"/>
                </a:lnTo>
                <a:lnTo>
                  <a:pt x="8446" y="38656"/>
                </a:lnTo>
                <a:lnTo>
                  <a:pt x="8446" y="38656"/>
                </a:lnTo>
                <a:lnTo>
                  <a:pt x="8446" y="38656"/>
                </a:lnTo>
                <a:lnTo>
                  <a:pt x="8446" y="38656"/>
                </a:lnTo>
                <a:lnTo>
                  <a:pt x="8446" y="38656"/>
                </a:lnTo>
                <a:lnTo>
                  <a:pt x="8446" y="38656"/>
                </a:lnTo>
                <a:lnTo>
                  <a:pt x="8445" y="38656"/>
                </a:lnTo>
                <a:lnTo>
                  <a:pt x="8445" y="38656"/>
                </a:lnTo>
                <a:lnTo>
                  <a:pt x="8445" y="38656"/>
                </a:lnTo>
                <a:lnTo>
                  <a:pt x="8445" y="38656"/>
                </a:lnTo>
                <a:lnTo>
                  <a:pt x="8445" y="38656"/>
                </a:lnTo>
                <a:lnTo>
                  <a:pt x="8445" y="38656"/>
                </a:lnTo>
                <a:lnTo>
                  <a:pt x="8444" y="38656"/>
                </a:lnTo>
                <a:lnTo>
                  <a:pt x="8444" y="38656"/>
                </a:lnTo>
                <a:lnTo>
                  <a:pt x="8444" y="38656"/>
                </a:lnTo>
                <a:lnTo>
                  <a:pt x="8444" y="38656"/>
                </a:lnTo>
                <a:lnTo>
                  <a:pt x="8444" y="38656"/>
                </a:lnTo>
                <a:lnTo>
                  <a:pt x="8444" y="38656"/>
                </a:lnTo>
                <a:lnTo>
                  <a:pt x="8443" y="38656"/>
                </a:lnTo>
                <a:lnTo>
                  <a:pt x="8443" y="38656"/>
                </a:lnTo>
                <a:lnTo>
                  <a:pt x="8443" y="38656"/>
                </a:lnTo>
                <a:lnTo>
                  <a:pt x="8443" y="38656"/>
                </a:lnTo>
                <a:lnTo>
                  <a:pt x="8443" y="38656"/>
                </a:lnTo>
                <a:lnTo>
                  <a:pt x="8443" y="38656"/>
                </a:lnTo>
                <a:lnTo>
                  <a:pt x="8442" y="38656"/>
                </a:lnTo>
                <a:lnTo>
                  <a:pt x="8442" y="38656"/>
                </a:lnTo>
                <a:lnTo>
                  <a:pt x="8442" y="38656"/>
                </a:lnTo>
                <a:lnTo>
                  <a:pt x="8442" y="38656"/>
                </a:lnTo>
                <a:lnTo>
                  <a:pt x="8442" y="38656"/>
                </a:lnTo>
                <a:lnTo>
                  <a:pt x="8442" y="38656"/>
                </a:lnTo>
                <a:lnTo>
                  <a:pt x="8441" y="38656"/>
                </a:lnTo>
                <a:lnTo>
                  <a:pt x="8441" y="38656"/>
                </a:lnTo>
                <a:lnTo>
                  <a:pt x="8441" y="38656"/>
                </a:lnTo>
                <a:lnTo>
                  <a:pt x="8441" y="38656"/>
                </a:lnTo>
                <a:lnTo>
                  <a:pt x="8441" y="38656"/>
                </a:lnTo>
                <a:lnTo>
                  <a:pt x="8441" y="38656"/>
                </a:lnTo>
                <a:lnTo>
                  <a:pt x="8440" y="38656"/>
                </a:lnTo>
                <a:lnTo>
                  <a:pt x="8440" y="38656"/>
                </a:lnTo>
                <a:lnTo>
                  <a:pt x="8440" y="38656"/>
                </a:lnTo>
                <a:lnTo>
                  <a:pt x="8440" y="38656"/>
                </a:lnTo>
                <a:lnTo>
                  <a:pt x="8440" y="38656"/>
                </a:lnTo>
                <a:lnTo>
                  <a:pt x="8439" y="38656"/>
                </a:lnTo>
                <a:lnTo>
                  <a:pt x="8439" y="38656"/>
                </a:lnTo>
                <a:lnTo>
                  <a:pt x="8439" y="38656"/>
                </a:lnTo>
                <a:lnTo>
                  <a:pt x="8439" y="38656"/>
                </a:lnTo>
                <a:lnTo>
                  <a:pt x="8439" y="38656"/>
                </a:lnTo>
                <a:lnTo>
                  <a:pt x="8439" y="38656"/>
                </a:lnTo>
                <a:lnTo>
                  <a:pt x="8438" y="38656"/>
                </a:lnTo>
                <a:lnTo>
                  <a:pt x="8438" y="38656"/>
                </a:lnTo>
                <a:lnTo>
                  <a:pt x="8438" y="38656"/>
                </a:lnTo>
                <a:lnTo>
                  <a:pt x="8438" y="38656"/>
                </a:lnTo>
                <a:lnTo>
                  <a:pt x="8438" y="38656"/>
                </a:lnTo>
                <a:lnTo>
                  <a:pt x="8438" y="38656"/>
                </a:lnTo>
                <a:lnTo>
                  <a:pt x="8437" y="38656"/>
                </a:lnTo>
                <a:lnTo>
                  <a:pt x="8437" y="38656"/>
                </a:lnTo>
                <a:lnTo>
                  <a:pt x="8437" y="38656"/>
                </a:lnTo>
                <a:lnTo>
                  <a:pt x="8437" y="38656"/>
                </a:lnTo>
                <a:lnTo>
                  <a:pt x="8437" y="38656"/>
                </a:lnTo>
                <a:lnTo>
                  <a:pt x="8437" y="38656"/>
                </a:lnTo>
                <a:lnTo>
                  <a:pt x="8436" y="38656"/>
                </a:lnTo>
                <a:lnTo>
                  <a:pt x="8436" y="38656"/>
                </a:lnTo>
                <a:lnTo>
                  <a:pt x="8436" y="38656"/>
                </a:lnTo>
                <a:lnTo>
                  <a:pt x="8436" y="38656"/>
                </a:lnTo>
                <a:lnTo>
                  <a:pt x="8436" y="38656"/>
                </a:lnTo>
                <a:lnTo>
                  <a:pt x="8436" y="38656"/>
                </a:lnTo>
                <a:lnTo>
                  <a:pt x="8435" y="38656"/>
                </a:lnTo>
                <a:lnTo>
                  <a:pt x="8435" y="38656"/>
                </a:lnTo>
                <a:lnTo>
                  <a:pt x="8435" y="38656"/>
                </a:lnTo>
                <a:lnTo>
                  <a:pt x="8435" y="38656"/>
                </a:lnTo>
                <a:lnTo>
                  <a:pt x="8435" y="38656"/>
                </a:lnTo>
                <a:lnTo>
                  <a:pt x="8435" y="38656"/>
                </a:lnTo>
                <a:lnTo>
                  <a:pt x="8434" y="38656"/>
                </a:lnTo>
                <a:lnTo>
                  <a:pt x="8434" y="38656"/>
                </a:lnTo>
                <a:lnTo>
                  <a:pt x="8434" y="38656"/>
                </a:lnTo>
                <a:lnTo>
                  <a:pt x="8434" y="38656"/>
                </a:lnTo>
                <a:lnTo>
                  <a:pt x="8434" y="38656"/>
                </a:lnTo>
                <a:lnTo>
                  <a:pt x="8433" y="38656"/>
                </a:lnTo>
                <a:lnTo>
                  <a:pt x="8433" y="38656"/>
                </a:lnTo>
                <a:lnTo>
                  <a:pt x="8433" y="38656"/>
                </a:lnTo>
                <a:lnTo>
                  <a:pt x="8433" y="38656"/>
                </a:lnTo>
                <a:lnTo>
                  <a:pt x="8433" y="38656"/>
                </a:lnTo>
                <a:lnTo>
                  <a:pt x="8433" y="38656"/>
                </a:lnTo>
                <a:lnTo>
                  <a:pt x="8432" y="38656"/>
                </a:lnTo>
                <a:lnTo>
                  <a:pt x="8432" y="38656"/>
                </a:lnTo>
                <a:lnTo>
                  <a:pt x="8432" y="38656"/>
                </a:lnTo>
                <a:lnTo>
                  <a:pt x="8432" y="38656"/>
                </a:lnTo>
                <a:lnTo>
                  <a:pt x="8432" y="38656"/>
                </a:lnTo>
                <a:lnTo>
                  <a:pt x="8432" y="38656"/>
                </a:lnTo>
                <a:lnTo>
                  <a:pt x="8431" y="38656"/>
                </a:lnTo>
                <a:lnTo>
                  <a:pt x="8431" y="38656"/>
                </a:lnTo>
                <a:lnTo>
                  <a:pt x="8431" y="38656"/>
                </a:lnTo>
                <a:lnTo>
                  <a:pt x="8431" y="38656"/>
                </a:lnTo>
                <a:lnTo>
                  <a:pt x="8431" y="38656"/>
                </a:lnTo>
                <a:lnTo>
                  <a:pt x="8431" y="38656"/>
                </a:lnTo>
                <a:lnTo>
                  <a:pt x="8430" y="38656"/>
                </a:lnTo>
                <a:lnTo>
                  <a:pt x="8430" y="38656"/>
                </a:lnTo>
                <a:lnTo>
                  <a:pt x="8430" y="38656"/>
                </a:lnTo>
                <a:lnTo>
                  <a:pt x="8430" y="38656"/>
                </a:lnTo>
                <a:lnTo>
                  <a:pt x="8430" y="38656"/>
                </a:lnTo>
                <a:lnTo>
                  <a:pt x="8430" y="38656"/>
                </a:lnTo>
                <a:lnTo>
                  <a:pt x="8429" y="38656"/>
                </a:lnTo>
                <a:lnTo>
                  <a:pt x="8429" y="38656"/>
                </a:lnTo>
                <a:lnTo>
                  <a:pt x="8429" y="38656"/>
                </a:lnTo>
                <a:lnTo>
                  <a:pt x="8429" y="38656"/>
                </a:lnTo>
                <a:lnTo>
                  <a:pt x="8429" y="38656"/>
                </a:lnTo>
                <a:lnTo>
                  <a:pt x="8429" y="38656"/>
                </a:lnTo>
                <a:lnTo>
                  <a:pt x="8428" y="38656"/>
                </a:lnTo>
                <a:lnTo>
                  <a:pt x="8428" y="38656"/>
                </a:lnTo>
                <a:lnTo>
                  <a:pt x="8428" y="38656"/>
                </a:lnTo>
                <a:lnTo>
                  <a:pt x="8428" y="38656"/>
                </a:lnTo>
                <a:lnTo>
                  <a:pt x="8428" y="38656"/>
                </a:lnTo>
                <a:lnTo>
                  <a:pt x="8427" y="38656"/>
                </a:lnTo>
                <a:lnTo>
                  <a:pt x="8427" y="38656"/>
                </a:lnTo>
                <a:lnTo>
                  <a:pt x="8427" y="38656"/>
                </a:lnTo>
                <a:lnTo>
                  <a:pt x="8427" y="38656"/>
                </a:lnTo>
                <a:lnTo>
                  <a:pt x="8427" y="38656"/>
                </a:lnTo>
                <a:lnTo>
                  <a:pt x="8427" y="38656"/>
                </a:lnTo>
                <a:lnTo>
                  <a:pt x="8426" y="38656"/>
                </a:lnTo>
                <a:lnTo>
                  <a:pt x="8426" y="38656"/>
                </a:lnTo>
                <a:lnTo>
                  <a:pt x="8426" y="38656"/>
                </a:lnTo>
                <a:lnTo>
                  <a:pt x="8426" y="38656"/>
                </a:lnTo>
                <a:lnTo>
                  <a:pt x="8426" y="38656"/>
                </a:lnTo>
                <a:lnTo>
                  <a:pt x="8426" y="38656"/>
                </a:lnTo>
                <a:lnTo>
                  <a:pt x="8425" y="38656"/>
                </a:lnTo>
                <a:lnTo>
                  <a:pt x="8425" y="38656"/>
                </a:lnTo>
                <a:lnTo>
                  <a:pt x="8425" y="38656"/>
                </a:lnTo>
                <a:lnTo>
                  <a:pt x="8425" y="38656"/>
                </a:lnTo>
                <a:lnTo>
                  <a:pt x="8425" y="38656"/>
                </a:lnTo>
                <a:lnTo>
                  <a:pt x="8425" y="38656"/>
                </a:lnTo>
                <a:lnTo>
                  <a:pt x="8424" y="38656"/>
                </a:lnTo>
                <a:lnTo>
                  <a:pt x="8424" y="38656"/>
                </a:lnTo>
                <a:lnTo>
                  <a:pt x="8424" y="38656"/>
                </a:lnTo>
                <a:lnTo>
                  <a:pt x="8424" y="38656"/>
                </a:lnTo>
                <a:lnTo>
                  <a:pt x="8424" y="38656"/>
                </a:lnTo>
                <a:lnTo>
                  <a:pt x="8424" y="38656"/>
                </a:lnTo>
                <a:lnTo>
                  <a:pt x="8423" y="38656"/>
                </a:lnTo>
                <a:lnTo>
                  <a:pt x="8423" y="38656"/>
                </a:lnTo>
                <a:lnTo>
                  <a:pt x="8423" y="38656"/>
                </a:lnTo>
                <a:lnTo>
                  <a:pt x="8423" y="38656"/>
                </a:lnTo>
                <a:lnTo>
                  <a:pt x="8423" y="38656"/>
                </a:lnTo>
                <a:lnTo>
                  <a:pt x="8423" y="38656"/>
                </a:lnTo>
                <a:lnTo>
                  <a:pt x="8422" y="38656"/>
                </a:lnTo>
                <a:lnTo>
                  <a:pt x="8422" y="38656"/>
                </a:lnTo>
                <a:lnTo>
                  <a:pt x="8422" y="38656"/>
                </a:lnTo>
                <a:lnTo>
                  <a:pt x="8422" y="38656"/>
                </a:lnTo>
                <a:lnTo>
                  <a:pt x="8422" y="38656"/>
                </a:lnTo>
                <a:lnTo>
                  <a:pt x="8421" y="38656"/>
                </a:lnTo>
                <a:lnTo>
                  <a:pt x="8421" y="38656"/>
                </a:lnTo>
                <a:lnTo>
                  <a:pt x="8421" y="38656"/>
                </a:lnTo>
                <a:lnTo>
                  <a:pt x="8421" y="38656"/>
                </a:lnTo>
                <a:lnTo>
                  <a:pt x="8421" y="38656"/>
                </a:lnTo>
                <a:lnTo>
                  <a:pt x="8421" y="38656"/>
                </a:lnTo>
                <a:lnTo>
                  <a:pt x="8420" y="38656"/>
                </a:lnTo>
                <a:lnTo>
                  <a:pt x="8420" y="38656"/>
                </a:lnTo>
                <a:lnTo>
                  <a:pt x="8420" y="38656"/>
                </a:lnTo>
                <a:lnTo>
                  <a:pt x="8420" y="38656"/>
                </a:lnTo>
                <a:lnTo>
                  <a:pt x="8420" y="38656"/>
                </a:lnTo>
                <a:lnTo>
                  <a:pt x="8420" y="38656"/>
                </a:lnTo>
                <a:lnTo>
                  <a:pt x="8419" y="38656"/>
                </a:lnTo>
                <a:lnTo>
                  <a:pt x="8419" y="38656"/>
                </a:lnTo>
                <a:lnTo>
                  <a:pt x="8419" y="38656"/>
                </a:lnTo>
                <a:lnTo>
                  <a:pt x="8419" y="38656"/>
                </a:lnTo>
                <a:lnTo>
                  <a:pt x="8419" y="38656"/>
                </a:lnTo>
                <a:lnTo>
                  <a:pt x="8419" y="38656"/>
                </a:lnTo>
                <a:lnTo>
                  <a:pt x="8418" y="38656"/>
                </a:lnTo>
                <a:lnTo>
                  <a:pt x="8418" y="38656"/>
                </a:lnTo>
                <a:lnTo>
                  <a:pt x="8418" y="38656"/>
                </a:lnTo>
                <a:lnTo>
                  <a:pt x="8418" y="38656"/>
                </a:lnTo>
                <a:lnTo>
                  <a:pt x="8418" y="38656"/>
                </a:lnTo>
                <a:lnTo>
                  <a:pt x="8418" y="38656"/>
                </a:lnTo>
                <a:lnTo>
                  <a:pt x="8417" y="38656"/>
                </a:lnTo>
                <a:lnTo>
                  <a:pt x="8417" y="38656"/>
                </a:lnTo>
                <a:lnTo>
                  <a:pt x="8417" y="38656"/>
                </a:lnTo>
                <a:lnTo>
                  <a:pt x="8417" y="38656"/>
                </a:lnTo>
                <a:lnTo>
                  <a:pt x="8417" y="38656"/>
                </a:lnTo>
                <a:lnTo>
                  <a:pt x="8417" y="38656"/>
                </a:lnTo>
                <a:lnTo>
                  <a:pt x="8416" y="38656"/>
                </a:lnTo>
                <a:lnTo>
                  <a:pt x="8416" y="38656"/>
                </a:lnTo>
                <a:lnTo>
                  <a:pt x="8416" y="38656"/>
                </a:lnTo>
                <a:lnTo>
                  <a:pt x="8416" y="38656"/>
                </a:lnTo>
                <a:lnTo>
                  <a:pt x="8416" y="38656"/>
                </a:lnTo>
                <a:lnTo>
                  <a:pt x="8415" y="38656"/>
                </a:lnTo>
                <a:lnTo>
                  <a:pt x="8415" y="38656"/>
                </a:lnTo>
                <a:lnTo>
                  <a:pt x="8415" y="38656"/>
                </a:lnTo>
                <a:lnTo>
                  <a:pt x="8415" y="38656"/>
                </a:lnTo>
                <a:lnTo>
                  <a:pt x="8415" y="38656"/>
                </a:lnTo>
                <a:lnTo>
                  <a:pt x="8415" y="38656"/>
                </a:lnTo>
                <a:lnTo>
                  <a:pt x="8414" y="38656"/>
                </a:lnTo>
                <a:lnTo>
                  <a:pt x="8414" y="38656"/>
                </a:lnTo>
                <a:lnTo>
                  <a:pt x="8414" y="38656"/>
                </a:lnTo>
                <a:lnTo>
                  <a:pt x="8414" y="38656"/>
                </a:lnTo>
                <a:lnTo>
                  <a:pt x="8414" y="38656"/>
                </a:lnTo>
                <a:lnTo>
                  <a:pt x="8414" y="38656"/>
                </a:lnTo>
                <a:lnTo>
                  <a:pt x="8413" y="38656"/>
                </a:lnTo>
                <a:lnTo>
                  <a:pt x="8413" y="38656"/>
                </a:lnTo>
                <a:lnTo>
                  <a:pt x="8413" y="38656"/>
                </a:lnTo>
                <a:lnTo>
                  <a:pt x="8413" y="38656"/>
                </a:lnTo>
                <a:lnTo>
                  <a:pt x="8413" y="38656"/>
                </a:lnTo>
                <a:lnTo>
                  <a:pt x="8413" y="38656"/>
                </a:lnTo>
                <a:lnTo>
                  <a:pt x="8412" y="38656"/>
                </a:lnTo>
                <a:lnTo>
                  <a:pt x="8412" y="38656"/>
                </a:lnTo>
                <a:lnTo>
                  <a:pt x="8412" y="38656"/>
                </a:lnTo>
                <a:lnTo>
                  <a:pt x="8412" y="38656"/>
                </a:lnTo>
                <a:lnTo>
                  <a:pt x="8412" y="38656"/>
                </a:lnTo>
                <a:lnTo>
                  <a:pt x="8412" y="38656"/>
                </a:lnTo>
                <a:lnTo>
                  <a:pt x="8411" y="38656"/>
                </a:lnTo>
                <a:lnTo>
                  <a:pt x="8411" y="38656"/>
                </a:lnTo>
                <a:lnTo>
                  <a:pt x="8411" y="38656"/>
                </a:lnTo>
                <a:lnTo>
                  <a:pt x="8411" y="38656"/>
                </a:lnTo>
                <a:lnTo>
                  <a:pt x="8411" y="38656"/>
                </a:lnTo>
                <a:lnTo>
                  <a:pt x="8410" y="38656"/>
                </a:lnTo>
                <a:lnTo>
                  <a:pt x="8410" y="38656"/>
                </a:lnTo>
                <a:lnTo>
                  <a:pt x="8410" y="38656"/>
                </a:lnTo>
                <a:lnTo>
                  <a:pt x="8410" y="38656"/>
                </a:lnTo>
                <a:lnTo>
                  <a:pt x="8410" y="38656"/>
                </a:lnTo>
                <a:lnTo>
                  <a:pt x="8410" y="38656"/>
                </a:lnTo>
                <a:lnTo>
                  <a:pt x="8409" y="38656"/>
                </a:lnTo>
                <a:lnTo>
                  <a:pt x="8409" y="38656"/>
                </a:lnTo>
                <a:lnTo>
                  <a:pt x="8409" y="38656"/>
                </a:lnTo>
                <a:lnTo>
                  <a:pt x="8409" y="38656"/>
                </a:lnTo>
                <a:lnTo>
                  <a:pt x="8409" y="38656"/>
                </a:lnTo>
                <a:lnTo>
                  <a:pt x="8409" y="38656"/>
                </a:lnTo>
                <a:lnTo>
                  <a:pt x="8408" y="38656"/>
                </a:lnTo>
                <a:lnTo>
                  <a:pt x="8408" y="38656"/>
                </a:lnTo>
                <a:lnTo>
                  <a:pt x="8408" y="38656"/>
                </a:lnTo>
                <a:lnTo>
                  <a:pt x="8408" y="38656"/>
                </a:lnTo>
                <a:lnTo>
                  <a:pt x="8408" y="38656"/>
                </a:lnTo>
                <a:lnTo>
                  <a:pt x="8408" y="38656"/>
                </a:lnTo>
                <a:lnTo>
                  <a:pt x="8407" y="38656"/>
                </a:lnTo>
                <a:lnTo>
                  <a:pt x="8407" y="38656"/>
                </a:lnTo>
                <a:lnTo>
                  <a:pt x="8407" y="38656"/>
                </a:lnTo>
                <a:lnTo>
                  <a:pt x="8407" y="38656"/>
                </a:lnTo>
                <a:lnTo>
                  <a:pt x="8407" y="38656"/>
                </a:lnTo>
                <a:lnTo>
                  <a:pt x="8407" y="38656"/>
                </a:lnTo>
                <a:lnTo>
                  <a:pt x="8406" y="38656"/>
                </a:lnTo>
                <a:lnTo>
                  <a:pt x="8406" y="38656"/>
                </a:lnTo>
                <a:lnTo>
                  <a:pt x="8406" y="38656"/>
                </a:lnTo>
                <a:lnTo>
                  <a:pt x="8406" y="38656"/>
                </a:lnTo>
                <a:lnTo>
                  <a:pt x="8406" y="38656"/>
                </a:lnTo>
                <a:lnTo>
                  <a:pt x="8406" y="38656"/>
                </a:lnTo>
                <a:lnTo>
                  <a:pt x="8405" y="38656"/>
                </a:lnTo>
                <a:lnTo>
                  <a:pt x="8405" y="38656"/>
                </a:lnTo>
                <a:lnTo>
                  <a:pt x="8405" y="38656"/>
                </a:lnTo>
                <a:lnTo>
                  <a:pt x="8405" y="38656"/>
                </a:lnTo>
                <a:lnTo>
                  <a:pt x="8405" y="38656"/>
                </a:lnTo>
                <a:lnTo>
                  <a:pt x="8404" y="38656"/>
                </a:lnTo>
                <a:lnTo>
                  <a:pt x="8404" y="38656"/>
                </a:lnTo>
                <a:lnTo>
                  <a:pt x="8404" y="38656"/>
                </a:lnTo>
                <a:lnTo>
                  <a:pt x="8404" y="38656"/>
                </a:lnTo>
                <a:lnTo>
                  <a:pt x="8404" y="38656"/>
                </a:lnTo>
                <a:lnTo>
                  <a:pt x="8404" y="38656"/>
                </a:lnTo>
                <a:lnTo>
                  <a:pt x="8403" y="38656"/>
                </a:lnTo>
                <a:lnTo>
                  <a:pt x="8403" y="38656"/>
                </a:lnTo>
                <a:lnTo>
                  <a:pt x="8403" y="38656"/>
                </a:lnTo>
                <a:lnTo>
                  <a:pt x="8403" y="38656"/>
                </a:lnTo>
                <a:lnTo>
                  <a:pt x="8403" y="38656"/>
                </a:lnTo>
                <a:lnTo>
                  <a:pt x="8403" y="38656"/>
                </a:lnTo>
                <a:lnTo>
                  <a:pt x="8402" y="38656"/>
                </a:lnTo>
                <a:lnTo>
                  <a:pt x="8402" y="38656"/>
                </a:lnTo>
                <a:lnTo>
                  <a:pt x="8402" y="38656"/>
                </a:lnTo>
                <a:lnTo>
                  <a:pt x="8402" y="38656"/>
                </a:lnTo>
                <a:lnTo>
                  <a:pt x="8402" y="38656"/>
                </a:lnTo>
                <a:lnTo>
                  <a:pt x="8402" y="38656"/>
                </a:lnTo>
                <a:lnTo>
                  <a:pt x="8401" y="38656"/>
                </a:lnTo>
                <a:lnTo>
                  <a:pt x="8401" y="38656"/>
                </a:lnTo>
                <a:lnTo>
                  <a:pt x="8401" y="38656"/>
                </a:lnTo>
                <a:lnTo>
                  <a:pt x="8401" y="38656"/>
                </a:lnTo>
                <a:lnTo>
                  <a:pt x="8401" y="38656"/>
                </a:lnTo>
                <a:lnTo>
                  <a:pt x="8401" y="38656"/>
                </a:lnTo>
                <a:lnTo>
                  <a:pt x="8400" y="38656"/>
                </a:lnTo>
                <a:lnTo>
                  <a:pt x="8400" y="38656"/>
                </a:lnTo>
                <a:lnTo>
                  <a:pt x="8400" y="38656"/>
                </a:lnTo>
                <a:lnTo>
                  <a:pt x="8400" y="38656"/>
                </a:lnTo>
                <a:lnTo>
                  <a:pt x="8400" y="38656"/>
                </a:lnTo>
                <a:lnTo>
                  <a:pt x="8399" y="38656"/>
                </a:lnTo>
                <a:lnTo>
                  <a:pt x="8399" y="38656"/>
                </a:lnTo>
                <a:lnTo>
                  <a:pt x="8399" y="38656"/>
                </a:lnTo>
                <a:lnTo>
                  <a:pt x="8399" y="38656"/>
                </a:lnTo>
                <a:lnTo>
                  <a:pt x="8399" y="38656"/>
                </a:lnTo>
                <a:lnTo>
                  <a:pt x="8399" y="38656"/>
                </a:lnTo>
                <a:lnTo>
                  <a:pt x="8398" y="38656"/>
                </a:lnTo>
                <a:lnTo>
                  <a:pt x="8398" y="38656"/>
                </a:lnTo>
                <a:lnTo>
                  <a:pt x="8398" y="38656"/>
                </a:lnTo>
                <a:lnTo>
                  <a:pt x="8398" y="38656"/>
                </a:lnTo>
                <a:lnTo>
                  <a:pt x="8398" y="38656"/>
                </a:lnTo>
                <a:lnTo>
                  <a:pt x="8398" y="38656"/>
                </a:lnTo>
                <a:lnTo>
                  <a:pt x="8397" y="38656"/>
                </a:lnTo>
                <a:lnTo>
                  <a:pt x="8397" y="38656"/>
                </a:lnTo>
                <a:lnTo>
                  <a:pt x="8397" y="38656"/>
                </a:lnTo>
                <a:lnTo>
                  <a:pt x="8397" y="38656"/>
                </a:lnTo>
                <a:lnTo>
                  <a:pt x="8397" y="38656"/>
                </a:lnTo>
                <a:lnTo>
                  <a:pt x="8397" y="38656"/>
                </a:lnTo>
                <a:lnTo>
                  <a:pt x="8396" y="38656"/>
                </a:lnTo>
                <a:lnTo>
                  <a:pt x="8396" y="38656"/>
                </a:lnTo>
                <a:lnTo>
                  <a:pt x="8396" y="38656"/>
                </a:lnTo>
                <a:lnTo>
                  <a:pt x="8396" y="38656"/>
                </a:lnTo>
                <a:lnTo>
                  <a:pt x="8396" y="38656"/>
                </a:lnTo>
                <a:lnTo>
                  <a:pt x="8396" y="38656"/>
                </a:lnTo>
                <a:lnTo>
                  <a:pt x="8395" y="38656"/>
                </a:lnTo>
                <a:lnTo>
                  <a:pt x="8395" y="38656"/>
                </a:lnTo>
                <a:lnTo>
                  <a:pt x="8395" y="38656"/>
                </a:lnTo>
                <a:lnTo>
                  <a:pt x="8395" y="38656"/>
                </a:lnTo>
                <a:lnTo>
                  <a:pt x="8395" y="38656"/>
                </a:lnTo>
                <a:lnTo>
                  <a:pt x="8394" y="38656"/>
                </a:lnTo>
                <a:lnTo>
                  <a:pt x="8394" y="38656"/>
                </a:lnTo>
                <a:lnTo>
                  <a:pt x="8394" y="38656"/>
                </a:lnTo>
                <a:lnTo>
                  <a:pt x="8394" y="38656"/>
                </a:lnTo>
                <a:lnTo>
                  <a:pt x="8394" y="38656"/>
                </a:lnTo>
                <a:lnTo>
                  <a:pt x="8394" y="38656"/>
                </a:lnTo>
                <a:lnTo>
                  <a:pt x="8393" y="38656"/>
                </a:lnTo>
                <a:lnTo>
                  <a:pt x="8393" y="38656"/>
                </a:lnTo>
                <a:lnTo>
                  <a:pt x="8393" y="38656"/>
                </a:lnTo>
                <a:lnTo>
                  <a:pt x="8393" y="38656"/>
                </a:lnTo>
                <a:lnTo>
                  <a:pt x="8393" y="38656"/>
                </a:lnTo>
                <a:lnTo>
                  <a:pt x="8393" y="38656"/>
                </a:lnTo>
                <a:lnTo>
                  <a:pt x="8392" y="38656"/>
                </a:lnTo>
                <a:lnTo>
                  <a:pt x="8392" y="38656"/>
                </a:lnTo>
                <a:lnTo>
                  <a:pt x="8392" y="38656"/>
                </a:lnTo>
                <a:lnTo>
                  <a:pt x="8392" y="38656"/>
                </a:lnTo>
                <a:lnTo>
                  <a:pt x="8392" y="38656"/>
                </a:lnTo>
                <a:lnTo>
                  <a:pt x="8392" y="38656"/>
                </a:lnTo>
                <a:lnTo>
                  <a:pt x="8391" y="38656"/>
                </a:lnTo>
                <a:lnTo>
                  <a:pt x="8391" y="38656"/>
                </a:lnTo>
                <a:lnTo>
                  <a:pt x="8391" y="38656"/>
                </a:lnTo>
                <a:lnTo>
                  <a:pt x="8391" y="38656"/>
                </a:lnTo>
                <a:lnTo>
                  <a:pt x="8391" y="38656"/>
                </a:lnTo>
                <a:lnTo>
                  <a:pt x="8391" y="38656"/>
                </a:lnTo>
                <a:lnTo>
                  <a:pt x="8390" y="38656"/>
                </a:lnTo>
                <a:lnTo>
                  <a:pt x="8390" y="38656"/>
                </a:lnTo>
                <a:lnTo>
                  <a:pt x="8390" y="38656"/>
                </a:lnTo>
                <a:lnTo>
                  <a:pt x="8390" y="38656"/>
                </a:lnTo>
                <a:lnTo>
                  <a:pt x="8390" y="38656"/>
                </a:lnTo>
                <a:lnTo>
                  <a:pt x="8389" y="38656"/>
                </a:lnTo>
                <a:lnTo>
                  <a:pt x="8389" y="38656"/>
                </a:lnTo>
                <a:lnTo>
                  <a:pt x="8389" y="38656"/>
                </a:lnTo>
                <a:lnTo>
                  <a:pt x="8389" y="38656"/>
                </a:lnTo>
                <a:lnTo>
                  <a:pt x="8389" y="38656"/>
                </a:lnTo>
                <a:lnTo>
                  <a:pt x="8389" y="38656"/>
                </a:lnTo>
                <a:lnTo>
                  <a:pt x="8388" y="38656"/>
                </a:lnTo>
                <a:lnTo>
                  <a:pt x="8388" y="38656"/>
                </a:lnTo>
                <a:lnTo>
                  <a:pt x="8388" y="38656"/>
                </a:lnTo>
                <a:lnTo>
                  <a:pt x="8388" y="38656"/>
                </a:lnTo>
                <a:lnTo>
                  <a:pt x="8388" y="38656"/>
                </a:lnTo>
                <a:lnTo>
                  <a:pt x="8388" y="38656"/>
                </a:lnTo>
                <a:lnTo>
                  <a:pt x="8387" y="38656"/>
                </a:lnTo>
                <a:lnTo>
                  <a:pt x="8387" y="38656"/>
                </a:lnTo>
                <a:lnTo>
                  <a:pt x="8387" y="38656"/>
                </a:lnTo>
                <a:lnTo>
                  <a:pt x="8387" y="38656"/>
                </a:lnTo>
                <a:lnTo>
                  <a:pt x="8387" y="38656"/>
                </a:lnTo>
                <a:lnTo>
                  <a:pt x="8387" y="38656"/>
                </a:lnTo>
                <a:lnTo>
                  <a:pt x="8386" y="38656"/>
                </a:lnTo>
                <a:lnTo>
                  <a:pt x="8386" y="38656"/>
                </a:lnTo>
                <a:lnTo>
                  <a:pt x="8386" y="38656"/>
                </a:lnTo>
                <a:lnTo>
                  <a:pt x="8386" y="38656"/>
                </a:lnTo>
                <a:lnTo>
                  <a:pt x="8386" y="38656"/>
                </a:lnTo>
                <a:lnTo>
                  <a:pt x="8385" y="38656"/>
                </a:lnTo>
                <a:lnTo>
                  <a:pt x="8385" y="38656"/>
                </a:lnTo>
                <a:lnTo>
                  <a:pt x="8385" y="38656"/>
                </a:lnTo>
                <a:lnTo>
                  <a:pt x="8385" y="38656"/>
                </a:lnTo>
                <a:lnTo>
                  <a:pt x="8385" y="38656"/>
                </a:lnTo>
                <a:lnTo>
                  <a:pt x="8385" y="38656"/>
                </a:lnTo>
                <a:lnTo>
                  <a:pt x="8384" y="38656"/>
                </a:lnTo>
                <a:lnTo>
                  <a:pt x="8384" y="38656"/>
                </a:lnTo>
                <a:lnTo>
                  <a:pt x="8384" y="38656"/>
                </a:lnTo>
                <a:lnTo>
                  <a:pt x="8384" y="38656"/>
                </a:lnTo>
                <a:lnTo>
                  <a:pt x="8384" y="38656"/>
                </a:lnTo>
                <a:lnTo>
                  <a:pt x="8384" y="38656"/>
                </a:lnTo>
                <a:lnTo>
                  <a:pt x="8383" y="38656"/>
                </a:lnTo>
                <a:lnTo>
                  <a:pt x="8383" y="38656"/>
                </a:lnTo>
                <a:lnTo>
                  <a:pt x="8383" y="38656"/>
                </a:lnTo>
                <a:lnTo>
                  <a:pt x="8383" y="38656"/>
                </a:lnTo>
                <a:lnTo>
                  <a:pt x="8383" y="38656"/>
                </a:lnTo>
                <a:lnTo>
                  <a:pt x="8383" y="38656"/>
                </a:lnTo>
                <a:lnTo>
                  <a:pt x="8382" y="38656"/>
                </a:lnTo>
                <a:lnTo>
                  <a:pt x="8382" y="38656"/>
                </a:lnTo>
                <a:lnTo>
                  <a:pt x="8382" y="38656"/>
                </a:lnTo>
                <a:lnTo>
                  <a:pt x="8382" y="38656"/>
                </a:lnTo>
                <a:lnTo>
                  <a:pt x="8382" y="38656"/>
                </a:lnTo>
                <a:lnTo>
                  <a:pt x="8382" y="38656"/>
                </a:lnTo>
                <a:lnTo>
                  <a:pt x="8381" y="38656"/>
                </a:lnTo>
                <a:lnTo>
                  <a:pt x="8381" y="38656"/>
                </a:lnTo>
                <a:lnTo>
                  <a:pt x="8381" y="38656"/>
                </a:lnTo>
                <a:lnTo>
                  <a:pt x="8381" y="38656"/>
                </a:lnTo>
                <a:lnTo>
                  <a:pt x="8381" y="38656"/>
                </a:lnTo>
                <a:lnTo>
                  <a:pt x="8380" y="38656"/>
                </a:lnTo>
                <a:lnTo>
                  <a:pt x="8380" y="38656"/>
                </a:lnTo>
                <a:lnTo>
                  <a:pt x="8380" y="38656"/>
                </a:lnTo>
                <a:lnTo>
                  <a:pt x="8380" y="38656"/>
                </a:lnTo>
                <a:lnTo>
                  <a:pt x="8380" y="38656"/>
                </a:lnTo>
                <a:lnTo>
                  <a:pt x="8380" y="38656"/>
                </a:lnTo>
                <a:lnTo>
                  <a:pt x="8379" y="38656"/>
                </a:lnTo>
                <a:lnTo>
                  <a:pt x="8379" y="38656"/>
                </a:lnTo>
                <a:lnTo>
                  <a:pt x="8379" y="38656"/>
                </a:lnTo>
                <a:lnTo>
                  <a:pt x="8379" y="38656"/>
                </a:lnTo>
                <a:lnTo>
                  <a:pt x="8379" y="38656"/>
                </a:lnTo>
                <a:lnTo>
                  <a:pt x="8379" y="38656"/>
                </a:lnTo>
                <a:lnTo>
                  <a:pt x="8378" y="38656"/>
                </a:lnTo>
                <a:lnTo>
                  <a:pt x="8378" y="38656"/>
                </a:lnTo>
                <a:lnTo>
                  <a:pt x="8378" y="38656"/>
                </a:lnTo>
                <a:lnTo>
                  <a:pt x="8378" y="38656"/>
                </a:lnTo>
                <a:lnTo>
                  <a:pt x="8378" y="38656"/>
                </a:lnTo>
                <a:lnTo>
                  <a:pt x="8378" y="38656"/>
                </a:lnTo>
                <a:lnTo>
                  <a:pt x="8377" y="38656"/>
                </a:lnTo>
                <a:lnTo>
                  <a:pt x="8377" y="38656"/>
                </a:lnTo>
                <a:lnTo>
                  <a:pt x="8377" y="38656"/>
                </a:lnTo>
                <a:lnTo>
                  <a:pt x="8377" y="38656"/>
                </a:lnTo>
                <a:lnTo>
                  <a:pt x="8377" y="38656"/>
                </a:lnTo>
                <a:lnTo>
                  <a:pt x="8376" y="38656"/>
                </a:lnTo>
                <a:lnTo>
                  <a:pt x="8376" y="38656"/>
                </a:lnTo>
                <a:lnTo>
                  <a:pt x="8376" y="38656"/>
                </a:lnTo>
                <a:lnTo>
                  <a:pt x="8376" y="38656"/>
                </a:lnTo>
                <a:lnTo>
                  <a:pt x="8376" y="38656"/>
                </a:lnTo>
                <a:lnTo>
                  <a:pt x="8376" y="38656"/>
                </a:lnTo>
                <a:lnTo>
                  <a:pt x="8375" y="38656"/>
                </a:lnTo>
                <a:lnTo>
                  <a:pt x="8375" y="38656"/>
                </a:lnTo>
                <a:lnTo>
                  <a:pt x="8375" y="38656"/>
                </a:lnTo>
                <a:lnTo>
                  <a:pt x="8375" y="38656"/>
                </a:lnTo>
                <a:lnTo>
                  <a:pt x="8375" y="38656"/>
                </a:lnTo>
                <a:lnTo>
                  <a:pt x="8375" y="38656"/>
                </a:lnTo>
                <a:lnTo>
                  <a:pt x="8374" y="38656"/>
                </a:lnTo>
                <a:lnTo>
                  <a:pt x="8374" y="38656"/>
                </a:lnTo>
                <a:lnTo>
                  <a:pt x="8374" y="38656"/>
                </a:lnTo>
                <a:lnTo>
                  <a:pt x="8374" y="38656"/>
                </a:lnTo>
                <a:lnTo>
                  <a:pt x="8374" y="38656"/>
                </a:lnTo>
                <a:lnTo>
                  <a:pt x="8374" y="38656"/>
                </a:lnTo>
                <a:lnTo>
                  <a:pt x="8373" y="38656"/>
                </a:lnTo>
                <a:lnTo>
                  <a:pt x="8373" y="38656"/>
                </a:lnTo>
                <a:lnTo>
                  <a:pt x="8373" y="38656"/>
                </a:lnTo>
                <a:lnTo>
                  <a:pt x="8373" y="38656"/>
                </a:lnTo>
                <a:lnTo>
                  <a:pt x="8373" y="38656"/>
                </a:lnTo>
                <a:lnTo>
                  <a:pt x="8373" y="38656"/>
                </a:lnTo>
                <a:lnTo>
                  <a:pt x="8372" y="38656"/>
                </a:lnTo>
                <a:lnTo>
                  <a:pt x="8372" y="38656"/>
                </a:lnTo>
                <a:lnTo>
                  <a:pt x="8372" y="38656"/>
                </a:lnTo>
                <a:lnTo>
                  <a:pt x="8372" y="38656"/>
                </a:lnTo>
                <a:lnTo>
                  <a:pt x="8372" y="38656"/>
                </a:lnTo>
                <a:lnTo>
                  <a:pt x="8371" y="38656"/>
                </a:lnTo>
                <a:lnTo>
                  <a:pt x="8371" y="38656"/>
                </a:lnTo>
                <a:lnTo>
                  <a:pt x="8371" y="38656"/>
                </a:lnTo>
                <a:lnTo>
                  <a:pt x="8371" y="38656"/>
                </a:lnTo>
                <a:lnTo>
                  <a:pt x="8371" y="38656"/>
                </a:lnTo>
                <a:lnTo>
                  <a:pt x="8371" y="38656"/>
                </a:lnTo>
                <a:lnTo>
                  <a:pt x="8370" y="38656"/>
                </a:lnTo>
                <a:lnTo>
                  <a:pt x="8370" y="38656"/>
                </a:lnTo>
                <a:lnTo>
                  <a:pt x="8370" y="38656"/>
                </a:lnTo>
                <a:lnTo>
                  <a:pt x="8370" y="38656"/>
                </a:lnTo>
                <a:lnTo>
                  <a:pt x="8370" y="38656"/>
                </a:lnTo>
                <a:lnTo>
                  <a:pt x="8370" y="38656"/>
                </a:lnTo>
                <a:lnTo>
                  <a:pt x="8369" y="38656"/>
                </a:lnTo>
                <a:lnTo>
                  <a:pt x="8369" y="38656"/>
                </a:lnTo>
                <a:lnTo>
                  <a:pt x="8369" y="38656"/>
                </a:lnTo>
                <a:lnTo>
                  <a:pt x="8369" y="38656"/>
                </a:lnTo>
                <a:lnTo>
                  <a:pt x="8369" y="38656"/>
                </a:lnTo>
                <a:lnTo>
                  <a:pt x="8369" y="38656"/>
                </a:lnTo>
                <a:lnTo>
                  <a:pt x="8368" y="38656"/>
                </a:lnTo>
                <a:lnTo>
                  <a:pt x="8368" y="38656"/>
                </a:lnTo>
                <a:lnTo>
                  <a:pt x="8368" y="38656"/>
                </a:lnTo>
                <a:lnTo>
                  <a:pt x="8368" y="38656"/>
                </a:lnTo>
                <a:lnTo>
                  <a:pt x="8368" y="38656"/>
                </a:lnTo>
                <a:lnTo>
                  <a:pt x="8367" y="38656"/>
                </a:lnTo>
                <a:lnTo>
                  <a:pt x="8367" y="38656"/>
                </a:lnTo>
                <a:lnTo>
                  <a:pt x="8367" y="38656"/>
                </a:lnTo>
                <a:lnTo>
                  <a:pt x="8367" y="38656"/>
                </a:lnTo>
                <a:lnTo>
                  <a:pt x="8367" y="38656"/>
                </a:lnTo>
                <a:lnTo>
                  <a:pt x="8367" y="38656"/>
                </a:lnTo>
                <a:lnTo>
                  <a:pt x="8366" y="38656"/>
                </a:lnTo>
                <a:lnTo>
                  <a:pt x="8366" y="38656"/>
                </a:lnTo>
                <a:lnTo>
                  <a:pt x="8366" y="38656"/>
                </a:lnTo>
                <a:lnTo>
                  <a:pt x="8366" y="38656"/>
                </a:lnTo>
                <a:lnTo>
                  <a:pt x="8366" y="38656"/>
                </a:lnTo>
                <a:lnTo>
                  <a:pt x="8366" y="38656"/>
                </a:lnTo>
                <a:lnTo>
                  <a:pt x="8365" y="38656"/>
                </a:lnTo>
                <a:lnTo>
                  <a:pt x="8365" y="38656"/>
                </a:lnTo>
                <a:lnTo>
                  <a:pt x="8365" y="38656"/>
                </a:lnTo>
                <a:lnTo>
                  <a:pt x="8365" y="38656"/>
                </a:lnTo>
                <a:lnTo>
                  <a:pt x="8365" y="38656"/>
                </a:lnTo>
                <a:lnTo>
                  <a:pt x="8365" y="38656"/>
                </a:lnTo>
                <a:lnTo>
                  <a:pt x="8364" y="38656"/>
                </a:lnTo>
                <a:lnTo>
                  <a:pt x="8364" y="38656"/>
                </a:lnTo>
                <a:lnTo>
                  <a:pt x="8364" y="38656"/>
                </a:lnTo>
                <a:lnTo>
                  <a:pt x="8364" y="38656"/>
                </a:lnTo>
                <a:lnTo>
                  <a:pt x="8364" y="38656"/>
                </a:lnTo>
                <a:lnTo>
                  <a:pt x="8363" y="38656"/>
                </a:lnTo>
                <a:lnTo>
                  <a:pt x="8363" y="38656"/>
                </a:lnTo>
                <a:lnTo>
                  <a:pt x="8363" y="38656"/>
                </a:lnTo>
                <a:lnTo>
                  <a:pt x="8363" y="38656"/>
                </a:lnTo>
                <a:lnTo>
                  <a:pt x="8363" y="38656"/>
                </a:lnTo>
                <a:lnTo>
                  <a:pt x="8363" y="38656"/>
                </a:lnTo>
                <a:lnTo>
                  <a:pt x="8362" y="38656"/>
                </a:lnTo>
                <a:lnTo>
                  <a:pt x="8362" y="38656"/>
                </a:lnTo>
                <a:lnTo>
                  <a:pt x="8362" y="38656"/>
                </a:lnTo>
                <a:lnTo>
                  <a:pt x="8362" y="38656"/>
                </a:lnTo>
                <a:lnTo>
                  <a:pt x="8362" y="38656"/>
                </a:lnTo>
                <a:lnTo>
                  <a:pt x="8362" y="38656"/>
                </a:lnTo>
                <a:lnTo>
                  <a:pt x="8361" y="38656"/>
                </a:lnTo>
                <a:lnTo>
                  <a:pt x="8361" y="38656"/>
                </a:lnTo>
                <a:lnTo>
                  <a:pt x="8361" y="38656"/>
                </a:lnTo>
                <a:lnTo>
                  <a:pt x="8361" y="38656"/>
                </a:lnTo>
                <a:lnTo>
                  <a:pt x="8361" y="38656"/>
                </a:lnTo>
                <a:lnTo>
                  <a:pt x="8361" y="38656"/>
                </a:lnTo>
                <a:lnTo>
                  <a:pt x="8360" y="38656"/>
                </a:lnTo>
                <a:lnTo>
                  <a:pt x="8360" y="38656"/>
                </a:lnTo>
                <a:lnTo>
                  <a:pt x="8360" y="38656"/>
                </a:lnTo>
                <a:lnTo>
                  <a:pt x="8360" y="38656"/>
                </a:lnTo>
                <a:lnTo>
                  <a:pt x="8360" y="38656"/>
                </a:lnTo>
                <a:lnTo>
                  <a:pt x="8359" y="38656"/>
                </a:lnTo>
                <a:lnTo>
                  <a:pt x="8359" y="38656"/>
                </a:lnTo>
                <a:lnTo>
                  <a:pt x="8359" y="38656"/>
                </a:lnTo>
                <a:lnTo>
                  <a:pt x="8359" y="38656"/>
                </a:lnTo>
                <a:lnTo>
                  <a:pt x="8359" y="38656"/>
                </a:lnTo>
                <a:lnTo>
                  <a:pt x="8359" y="38656"/>
                </a:lnTo>
                <a:lnTo>
                  <a:pt x="8358" y="38656"/>
                </a:lnTo>
                <a:lnTo>
                  <a:pt x="8358" y="38656"/>
                </a:lnTo>
                <a:lnTo>
                  <a:pt x="8358" y="38656"/>
                </a:lnTo>
                <a:lnTo>
                  <a:pt x="8358" y="38656"/>
                </a:lnTo>
                <a:lnTo>
                  <a:pt x="8358" y="38656"/>
                </a:lnTo>
                <a:lnTo>
                  <a:pt x="8358" y="38656"/>
                </a:lnTo>
                <a:lnTo>
                  <a:pt x="8357" y="38656"/>
                </a:lnTo>
                <a:lnTo>
                  <a:pt x="8357" y="38656"/>
                </a:lnTo>
                <a:lnTo>
                  <a:pt x="8357" y="38656"/>
                </a:lnTo>
                <a:lnTo>
                  <a:pt x="8357" y="38656"/>
                </a:lnTo>
                <a:lnTo>
                  <a:pt x="8357" y="38656"/>
                </a:lnTo>
                <a:lnTo>
                  <a:pt x="8357" y="38656"/>
                </a:lnTo>
                <a:lnTo>
                  <a:pt x="8356" y="38656"/>
                </a:lnTo>
                <a:lnTo>
                  <a:pt x="8356" y="38656"/>
                </a:lnTo>
                <a:lnTo>
                  <a:pt x="8356" y="38656"/>
                </a:lnTo>
                <a:lnTo>
                  <a:pt x="8356" y="38656"/>
                </a:lnTo>
                <a:lnTo>
                  <a:pt x="8356" y="38656"/>
                </a:lnTo>
                <a:lnTo>
                  <a:pt x="8355" y="38656"/>
                </a:lnTo>
                <a:lnTo>
                  <a:pt x="8355" y="38656"/>
                </a:lnTo>
                <a:lnTo>
                  <a:pt x="8355" y="38656"/>
                </a:lnTo>
                <a:lnTo>
                  <a:pt x="8355" y="38656"/>
                </a:lnTo>
                <a:lnTo>
                  <a:pt x="8355" y="38656"/>
                </a:lnTo>
                <a:lnTo>
                  <a:pt x="8355" y="38656"/>
                </a:lnTo>
                <a:lnTo>
                  <a:pt x="8354" y="38656"/>
                </a:lnTo>
                <a:lnTo>
                  <a:pt x="8354" y="38656"/>
                </a:lnTo>
                <a:lnTo>
                  <a:pt x="8354" y="38656"/>
                </a:lnTo>
                <a:lnTo>
                  <a:pt x="8354" y="38656"/>
                </a:lnTo>
                <a:lnTo>
                  <a:pt x="8354" y="38656"/>
                </a:lnTo>
                <a:lnTo>
                  <a:pt x="8354" y="38656"/>
                </a:lnTo>
                <a:lnTo>
                  <a:pt x="8353" y="38656"/>
                </a:lnTo>
                <a:lnTo>
                  <a:pt x="8353" y="38656"/>
                </a:lnTo>
                <a:lnTo>
                  <a:pt x="8353" y="38656"/>
                </a:lnTo>
                <a:lnTo>
                  <a:pt x="8353" y="38656"/>
                </a:lnTo>
                <a:lnTo>
                  <a:pt x="8353" y="38656"/>
                </a:lnTo>
                <a:lnTo>
                  <a:pt x="8353" y="38656"/>
                </a:lnTo>
                <a:lnTo>
                  <a:pt x="8352" y="38656"/>
                </a:lnTo>
                <a:lnTo>
                  <a:pt x="8352" y="38656"/>
                </a:lnTo>
                <a:lnTo>
                  <a:pt x="8352" y="38656"/>
                </a:lnTo>
                <a:lnTo>
                  <a:pt x="8352" y="38656"/>
                </a:lnTo>
                <a:lnTo>
                  <a:pt x="8352" y="38656"/>
                </a:lnTo>
                <a:lnTo>
                  <a:pt x="8351" y="38656"/>
                </a:lnTo>
                <a:lnTo>
                  <a:pt x="8351" y="38656"/>
                </a:lnTo>
                <a:lnTo>
                  <a:pt x="8351" y="38656"/>
                </a:lnTo>
                <a:lnTo>
                  <a:pt x="8351" y="38656"/>
                </a:lnTo>
                <a:lnTo>
                  <a:pt x="8351" y="38656"/>
                </a:lnTo>
                <a:lnTo>
                  <a:pt x="8351" y="38656"/>
                </a:lnTo>
                <a:lnTo>
                  <a:pt x="8350" y="38656"/>
                </a:lnTo>
                <a:lnTo>
                  <a:pt x="8350" y="38656"/>
                </a:lnTo>
                <a:lnTo>
                  <a:pt x="8350" y="38656"/>
                </a:lnTo>
                <a:lnTo>
                  <a:pt x="8350" y="38656"/>
                </a:lnTo>
                <a:lnTo>
                  <a:pt x="8350" y="38656"/>
                </a:lnTo>
                <a:lnTo>
                  <a:pt x="8350" y="38656"/>
                </a:lnTo>
                <a:lnTo>
                  <a:pt x="8349" y="38656"/>
                </a:lnTo>
                <a:lnTo>
                  <a:pt x="8349" y="38656"/>
                </a:lnTo>
                <a:lnTo>
                  <a:pt x="8349" y="38656"/>
                </a:lnTo>
                <a:lnTo>
                  <a:pt x="8349" y="38656"/>
                </a:lnTo>
                <a:lnTo>
                  <a:pt x="8349" y="38656"/>
                </a:lnTo>
                <a:lnTo>
                  <a:pt x="8349" y="38656"/>
                </a:lnTo>
                <a:lnTo>
                  <a:pt x="8348" y="38656"/>
                </a:lnTo>
                <a:lnTo>
                  <a:pt x="8348" y="38656"/>
                </a:lnTo>
                <a:lnTo>
                  <a:pt x="8348" y="38656"/>
                </a:lnTo>
                <a:lnTo>
                  <a:pt x="8348" y="38656"/>
                </a:lnTo>
                <a:lnTo>
                  <a:pt x="8348" y="38656"/>
                </a:lnTo>
                <a:lnTo>
                  <a:pt x="8347" y="38656"/>
                </a:lnTo>
                <a:lnTo>
                  <a:pt x="8347" y="38656"/>
                </a:lnTo>
                <a:lnTo>
                  <a:pt x="8347" y="38656"/>
                </a:lnTo>
                <a:lnTo>
                  <a:pt x="8347" y="38656"/>
                </a:lnTo>
                <a:lnTo>
                  <a:pt x="8347" y="38656"/>
                </a:lnTo>
                <a:lnTo>
                  <a:pt x="8347" y="38656"/>
                </a:lnTo>
                <a:lnTo>
                  <a:pt x="8346" y="38656"/>
                </a:lnTo>
                <a:lnTo>
                  <a:pt x="8346" y="38656"/>
                </a:lnTo>
                <a:lnTo>
                  <a:pt x="8346" y="38656"/>
                </a:lnTo>
                <a:lnTo>
                  <a:pt x="8346" y="38656"/>
                </a:lnTo>
                <a:lnTo>
                  <a:pt x="8346" y="38656"/>
                </a:lnTo>
                <a:lnTo>
                  <a:pt x="8346" y="38656"/>
                </a:lnTo>
                <a:lnTo>
                  <a:pt x="8345" y="38656"/>
                </a:lnTo>
                <a:lnTo>
                  <a:pt x="8345" y="38656"/>
                </a:lnTo>
                <a:lnTo>
                  <a:pt x="8345" y="38656"/>
                </a:lnTo>
                <a:lnTo>
                  <a:pt x="8345" y="38656"/>
                </a:lnTo>
                <a:lnTo>
                  <a:pt x="8345" y="38656"/>
                </a:lnTo>
                <a:lnTo>
                  <a:pt x="8345" y="38656"/>
                </a:lnTo>
                <a:lnTo>
                  <a:pt x="8344" y="38656"/>
                </a:lnTo>
                <a:lnTo>
                  <a:pt x="8344" y="38656"/>
                </a:lnTo>
                <a:lnTo>
                  <a:pt x="8344" y="38656"/>
                </a:lnTo>
                <a:lnTo>
                  <a:pt x="8344" y="38656"/>
                </a:lnTo>
                <a:lnTo>
                  <a:pt x="8344" y="38656"/>
                </a:lnTo>
                <a:lnTo>
                  <a:pt x="8343" y="38656"/>
                </a:lnTo>
                <a:lnTo>
                  <a:pt x="8343" y="38656"/>
                </a:lnTo>
                <a:lnTo>
                  <a:pt x="8343" y="38656"/>
                </a:lnTo>
                <a:lnTo>
                  <a:pt x="8343" y="38656"/>
                </a:lnTo>
                <a:lnTo>
                  <a:pt x="8343" y="38656"/>
                </a:lnTo>
                <a:lnTo>
                  <a:pt x="8343" y="38656"/>
                </a:lnTo>
                <a:lnTo>
                  <a:pt x="8342" y="38656"/>
                </a:lnTo>
                <a:lnTo>
                  <a:pt x="8342" y="38656"/>
                </a:lnTo>
                <a:lnTo>
                  <a:pt x="8342" y="38656"/>
                </a:lnTo>
                <a:lnTo>
                  <a:pt x="8342" y="38656"/>
                </a:lnTo>
                <a:lnTo>
                  <a:pt x="8342" y="38656"/>
                </a:lnTo>
                <a:lnTo>
                  <a:pt x="8342" y="38656"/>
                </a:lnTo>
                <a:lnTo>
                  <a:pt x="8341" y="38656"/>
                </a:lnTo>
                <a:lnTo>
                  <a:pt x="8341" y="38656"/>
                </a:lnTo>
                <a:lnTo>
                  <a:pt x="8341" y="38656"/>
                </a:lnTo>
                <a:lnTo>
                  <a:pt x="8341" y="38656"/>
                </a:lnTo>
                <a:lnTo>
                  <a:pt x="8341" y="38656"/>
                </a:lnTo>
                <a:lnTo>
                  <a:pt x="8341" y="38656"/>
                </a:lnTo>
                <a:lnTo>
                  <a:pt x="8340" y="38656"/>
                </a:lnTo>
                <a:lnTo>
                  <a:pt x="8340" y="38656"/>
                </a:lnTo>
                <a:lnTo>
                  <a:pt x="8340" y="38656"/>
                </a:lnTo>
                <a:lnTo>
                  <a:pt x="8340" y="38656"/>
                </a:lnTo>
                <a:lnTo>
                  <a:pt x="8340" y="38656"/>
                </a:lnTo>
                <a:lnTo>
                  <a:pt x="8339" y="38656"/>
                </a:lnTo>
                <a:lnTo>
                  <a:pt x="8339" y="38656"/>
                </a:lnTo>
                <a:lnTo>
                  <a:pt x="8339" y="38656"/>
                </a:lnTo>
                <a:lnTo>
                  <a:pt x="8339" y="38656"/>
                </a:lnTo>
                <a:lnTo>
                  <a:pt x="8339" y="38656"/>
                </a:lnTo>
                <a:lnTo>
                  <a:pt x="8339" y="38656"/>
                </a:lnTo>
                <a:lnTo>
                  <a:pt x="8338" y="38656"/>
                </a:lnTo>
                <a:lnTo>
                  <a:pt x="8338" y="38656"/>
                </a:lnTo>
                <a:lnTo>
                  <a:pt x="8338" y="38656"/>
                </a:lnTo>
                <a:lnTo>
                  <a:pt x="8338" y="38656"/>
                </a:lnTo>
                <a:lnTo>
                  <a:pt x="8338" y="38656"/>
                </a:lnTo>
                <a:lnTo>
                  <a:pt x="8338" y="38656"/>
                </a:lnTo>
                <a:lnTo>
                  <a:pt x="8337" y="38656"/>
                </a:lnTo>
                <a:lnTo>
                  <a:pt x="8337" y="38656"/>
                </a:lnTo>
                <a:lnTo>
                  <a:pt x="8337" y="38656"/>
                </a:lnTo>
                <a:lnTo>
                  <a:pt x="8337" y="38656"/>
                </a:lnTo>
                <a:lnTo>
                  <a:pt x="8337" y="38656"/>
                </a:lnTo>
                <a:lnTo>
                  <a:pt x="8336" y="38656"/>
                </a:lnTo>
                <a:lnTo>
                  <a:pt x="8336" y="38656"/>
                </a:lnTo>
                <a:lnTo>
                  <a:pt x="8336" y="38656"/>
                </a:lnTo>
                <a:lnTo>
                  <a:pt x="8336" y="38656"/>
                </a:lnTo>
                <a:lnTo>
                  <a:pt x="8336" y="38656"/>
                </a:lnTo>
                <a:lnTo>
                  <a:pt x="8336" y="38656"/>
                </a:lnTo>
                <a:lnTo>
                  <a:pt x="8335" y="38656"/>
                </a:lnTo>
                <a:lnTo>
                  <a:pt x="8335" y="38656"/>
                </a:lnTo>
                <a:lnTo>
                  <a:pt x="8335" y="38656"/>
                </a:lnTo>
                <a:lnTo>
                  <a:pt x="8335" y="38656"/>
                </a:lnTo>
                <a:lnTo>
                  <a:pt x="8335" y="38656"/>
                </a:lnTo>
                <a:lnTo>
                  <a:pt x="8335" y="38656"/>
                </a:lnTo>
                <a:lnTo>
                  <a:pt x="8334" y="38656"/>
                </a:lnTo>
                <a:lnTo>
                  <a:pt x="8334" y="38656"/>
                </a:lnTo>
                <a:lnTo>
                  <a:pt x="8334" y="38656"/>
                </a:lnTo>
                <a:lnTo>
                  <a:pt x="8334" y="38656"/>
                </a:lnTo>
                <a:lnTo>
                  <a:pt x="8334" y="38656"/>
                </a:lnTo>
                <a:lnTo>
                  <a:pt x="8334" y="38656"/>
                </a:lnTo>
                <a:lnTo>
                  <a:pt x="8333" y="38656"/>
                </a:lnTo>
                <a:lnTo>
                  <a:pt x="8333" y="38656"/>
                </a:lnTo>
                <a:lnTo>
                  <a:pt x="8333" y="38656"/>
                </a:lnTo>
                <a:lnTo>
                  <a:pt x="8333" y="38656"/>
                </a:lnTo>
                <a:lnTo>
                  <a:pt x="8333" y="38656"/>
                </a:lnTo>
                <a:lnTo>
                  <a:pt x="8332" y="38656"/>
                </a:lnTo>
                <a:lnTo>
                  <a:pt x="8332" y="38656"/>
                </a:lnTo>
                <a:lnTo>
                  <a:pt x="8332" y="38656"/>
                </a:lnTo>
                <a:lnTo>
                  <a:pt x="8332" y="38656"/>
                </a:lnTo>
                <a:lnTo>
                  <a:pt x="8332" y="38656"/>
                </a:lnTo>
                <a:lnTo>
                  <a:pt x="8332" y="38656"/>
                </a:lnTo>
                <a:lnTo>
                  <a:pt x="8331" y="38656"/>
                </a:lnTo>
                <a:lnTo>
                  <a:pt x="8331" y="38656"/>
                </a:lnTo>
                <a:lnTo>
                  <a:pt x="8331" y="38656"/>
                </a:lnTo>
                <a:lnTo>
                  <a:pt x="8331" y="38656"/>
                </a:lnTo>
                <a:lnTo>
                  <a:pt x="8331" y="38656"/>
                </a:lnTo>
                <a:lnTo>
                  <a:pt x="8331" y="38656"/>
                </a:lnTo>
                <a:lnTo>
                  <a:pt x="8330" y="38656"/>
                </a:lnTo>
                <a:lnTo>
                  <a:pt x="8330" y="38656"/>
                </a:lnTo>
                <a:lnTo>
                  <a:pt x="8330" y="38656"/>
                </a:lnTo>
                <a:lnTo>
                  <a:pt x="8330" y="38656"/>
                </a:lnTo>
                <a:lnTo>
                  <a:pt x="8330" y="38656"/>
                </a:lnTo>
                <a:lnTo>
                  <a:pt x="8330" y="38656"/>
                </a:lnTo>
                <a:lnTo>
                  <a:pt x="8329" y="38656"/>
                </a:lnTo>
                <a:lnTo>
                  <a:pt x="8329" y="38656"/>
                </a:lnTo>
                <a:lnTo>
                  <a:pt x="8329" y="38656"/>
                </a:lnTo>
                <a:lnTo>
                  <a:pt x="8329" y="38656"/>
                </a:lnTo>
                <a:lnTo>
                  <a:pt x="8329" y="38656"/>
                </a:lnTo>
                <a:lnTo>
                  <a:pt x="8328" y="38656"/>
                </a:lnTo>
                <a:lnTo>
                  <a:pt x="8328" y="38656"/>
                </a:lnTo>
                <a:lnTo>
                  <a:pt x="8328" y="38656"/>
                </a:lnTo>
                <a:lnTo>
                  <a:pt x="8328" y="38656"/>
                </a:lnTo>
                <a:lnTo>
                  <a:pt x="8328" y="38656"/>
                </a:lnTo>
                <a:lnTo>
                  <a:pt x="8328" y="38656"/>
                </a:lnTo>
                <a:lnTo>
                  <a:pt x="8327" y="38656"/>
                </a:lnTo>
                <a:lnTo>
                  <a:pt x="8327" y="38656"/>
                </a:lnTo>
                <a:lnTo>
                  <a:pt x="8327" y="38656"/>
                </a:lnTo>
                <a:lnTo>
                  <a:pt x="8327" y="38656"/>
                </a:lnTo>
                <a:lnTo>
                  <a:pt x="8327" y="38656"/>
                </a:lnTo>
                <a:lnTo>
                  <a:pt x="8327" y="38656"/>
                </a:lnTo>
                <a:lnTo>
                  <a:pt x="8326" y="38656"/>
                </a:lnTo>
                <a:lnTo>
                  <a:pt x="8326" y="38656"/>
                </a:lnTo>
                <a:lnTo>
                  <a:pt x="8326" y="38656"/>
                </a:lnTo>
                <a:lnTo>
                  <a:pt x="8326" y="38656"/>
                </a:lnTo>
                <a:lnTo>
                  <a:pt x="8326" y="38656"/>
                </a:lnTo>
                <a:lnTo>
                  <a:pt x="8325" y="38656"/>
                </a:lnTo>
                <a:lnTo>
                  <a:pt x="8325" y="38656"/>
                </a:lnTo>
                <a:lnTo>
                  <a:pt x="8325" y="38656"/>
                </a:lnTo>
                <a:lnTo>
                  <a:pt x="8325" y="38656"/>
                </a:lnTo>
                <a:lnTo>
                  <a:pt x="8325" y="38656"/>
                </a:lnTo>
                <a:lnTo>
                  <a:pt x="8325" y="38656"/>
                </a:lnTo>
                <a:lnTo>
                  <a:pt x="8324" y="38656"/>
                </a:lnTo>
                <a:lnTo>
                  <a:pt x="8324" y="38656"/>
                </a:lnTo>
                <a:lnTo>
                  <a:pt x="8324" y="38656"/>
                </a:lnTo>
                <a:lnTo>
                  <a:pt x="8324" y="38656"/>
                </a:lnTo>
                <a:lnTo>
                  <a:pt x="8324" y="38656"/>
                </a:lnTo>
                <a:lnTo>
                  <a:pt x="8324" y="38656"/>
                </a:lnTo>
                <a:lnTo>
                  <a:pt x="8323" y="38656"/>
                </a:lnTo>
                <a:lnTo>
                  <a:pt x="8323" y="38656"/>
                </a:lnTo>
                <a:lnTo>
                  <a:pt x="8323" y="38656"/>
                </a:lnTo>
                <a:lnTo>
                  <a:pt x="8323" y="38656"/>
                </a:lnTo>
                <a:lnTo>
                  <a:pt x="8323" y="38656"/>
                </a:lnTo>
                <a:lnTo>
                  <a:pt x="8323" y="38656"/>
                </a:lnTo>
                <a:lnTo>
                  <a:pt x="8322" y="38656"/>
                </a:lnTo>
                <a:lnTo>
                  <a:pt x="8322" y="38656"/>
                </a:lnTo>
                <a:lnTo>
                  <a:pt x="8322" y="38656"/>
                </a:lnTo>
                <a:lnTo>
                  <a:pt x="8322" y="38656"/>
                </a:lnTo>
                <a:lnTo>
                  <a:pt x="8322" y="38656"/>
                </a:lnTo>
                <a:lnTo>
                  <a:pt x="8321" y="38656"/>
                </a:lnTo>
                <a:lnTo>
                  <a:pt x="8321" y="38656"/>
                </a:lnTo>
                <a:lnTo>
                  <a:pt x="8321" y="38656"/>
                </a:lnTo>
                <a:lnTo>
                  <a:pt x="8321" y="38656"/>
                </a:lnTo>
                <a:lnTo>
                  <a:pt x="8321" y="38656"/>
                </a:lnTo>
                <a:lnTo>
                  <a:pt x="8321" y="38656"/>
                </a:lnTo>
                <a:lnTo>
                  <a:pt x="8320" y="38656"/>
                </a:lnTo>
                <a:lnTo>
                  <a:pt x="8320" y="38656"/>
                </a:lnTo>
                <a:lnTo>
                  <a:pt x="8320" y="38656"/>
                </a:lnTo>
                <a:lnTo>
                  <a:pt x="8320" y="38656"/>
                </a:lnTo>
                <a:lnTo>
                  <a:pt x="8320" y="38656"/>
                </a:lnTo>
                <a:lnTo>
                  <a:pt x="8320" y="38656"/>
                </a:lnTo>
                <a:lnTo>
                  <a:pt x="8319" y="38656"/>
                </a:lnTo>
                <a:lnTo>
                  <a:pt x="8319" y="38656"/>
                </a:lnTo>
                <a:lnTo>
                  <a:pt x="8319" y="38656"/>
                </a:lnTo>
                <a:lnTo>
                  <a:pt x="8319" y="38656"/>
                </a:lnTo>
                <a:lnTo>
                  <a:pt x="8319" y="38656"/>
                </a:lnTo>
                <a:lnTo>
                  <a:pt x="8318" y="38656"/>
                </a:lnTo>
                <a:lnTo>
                  <a:pt x="8318" y="38656"/>
                </a:lnTo>
                <a:lnTo>
                  <a:pt x="8318" y="38656"/>
                </a:lnTo>
                <a:lnTo>
                  <a:pt x="8318" y="38656"/>
                </a:lnTo>
                <a:lnTo>
                  <a:pt x="8318" y="38656"/>
                </a:lnTo>
                <a:lnTo>
                  <a:pt x="8318" y="38656"/>
                </a:lnTo>
                <a:lnTo>
                  <a:pt x="8317" y="38656"/>
                </a:lnTo>
                <a:lnTo>
                  <a:pt x="8317" y="38656"/>
                </a:lnTo>
                <a:lnTo>
                  <a:pt x="8317" y="38656"/>
                </a:lnTo>
                <a:lnTo>
                  <a:pt x="8317" y="38656"/>
                </a:lnTo>
                <a:lnTo>
                  <a:pt x="8317" y="38656"/>
                </a:lnTo>
                <a:lnTo>
                  <a:pt x="8317" y="38656"/>
                </a:lnTo>
                <a:lnTo>
                  <a:pt x="8316" y="38656"/>
                </a:lnTo>
                <a:lnTo>
                  <a:pt x="8316" y="38656"/>
                </a:lnTo>
                <a:lnTo>
                  <a:pt x="8316" y="38656"/>
                </a:lnTo>
                <a:lnTo>
                  <a:pt x="8316" y="38656"/>
                </a:lnTo>
                <a:lnTo>
                  <a:pt x="8316" y="38656"/>
                </a:lnTo>
                <a:lnTo>
                  <a:pt x="8315" y="38656"/>
                </a:lnTo>
                <a:lnTo>
                  <a:pt x="8315" y="38656"/>
                </a:lnTo>
                <a:lnTo>
                  <a:pt x="8315" y="38656"/>
                </a:lnTo>
                <a:lnTo>
                  <a:pt x="8315" y="38656"/>
                </a:lnTo>
                <a:lnTo>
                  <a:pt x="8315" y="38656"/>
                </a:lnTo>
                <a:lnTo>
                  <a:pt x="8315" y="38656"/>
                </a:lnTo>
                <a:lnTo>
                  <a:pt x="8314" y="38656"/>
                </a:lnTo>
                <a:lnTo>
                  <a:pt x="8314" y="38656"/>
                </a:lnTo>
                <a:lnTo>
                  <a:pt x="8314" y="38656"/>
                </a:lnTo>
                <a:lnTo>
                  <a:pt x="8314" y="38656"/>
                </a:lnTo>
                <a:lnTo>
                  <a:pt x="8314" y="38656"/>
                </a:lnTo>
                <a:lnTo>
                  <a:pt x="8314" y="38656"/>
                </a:lnTo>
                <a:lnTo>
                  <a:pt x="8313" y="38656"/>
                </a:lnTo>
                <a:lnTo>
                  <a:pt x="8313" y="38656"/>
                </a:lnTo>
                <a:lnTo>
                  <a:pt x="8313" y="38656"/>
                </a:lnTo>
                <a:lnTo>
                  <a:pt x="8313" y="38656"/>
                </a:lnTo>
                <a:lnTo>
                  <a:pt x="8313" y="38656"/>
                </a:lnTo>
                <a:lnTo>
                  <a:pt x="8313" y="38656"/>
                </a:lnTo>
                <a:lnTo>
                  <a:pt x="8312" y="38656"/>
                </a:lnTo>
                <a:lnTo>
                  <a:pt x="8312" y="38656"/>
                </a:lnTo>
                <a:lnTo>
                  <a:pt x="8312" y="38656"/>
                </a:lnTo>
                <a:lnTo>
                  <a:pt x="8312" y="38656"/>
                </a:lnTo>
                <a:lnTo>
                  <a:pt x="8312" y="38656"/>
                </a:lnTo>
                <a:lnTo>
                  <a:pt x="8311" y="38656"/>
                </a:lnTo>
                <a:lnTo>
                  <a:pt x="8311" y="38656"/>
                </a:lnTo>
                <a:lnTo>
                  <a:pt x="8311" y="38656"/>
                </a:lnTo>
                <a:lnTo>
                  <a:pt x="8311" y="38656"/>
                </a:lnTo>
                <a:lnTo>
                  <a:pt x="8311" y="38656"/>
                </a:lnTo>
                <a:lnTo>
                  <a:pt x="8311" y="38656"/>
                </a:lnTo>
                <a:lnTo>
                  <a:pt x="8310" y="38656"/>
                </a:lnTo>
                <a:lnTo>
                  <a:pt x="8310" y="38656"/>
                </a:lnTo>
                <a:lnTo>
                  <a:pt x="8310" y="38656"/>
                </a:lnTo>
                <a:lnTo>
                  <a:pt x="8310" y="38656"/>
                </a:lnTo>
                <a:lnTo>
                  <a:pt x="8310" y="38656"/>
                </a:lnTo>
                <a:lnTo>
                  <a:pt x="8310" y="38656"/>
                </a:lnTo>
                <a:lnTo>
                  <a:pt x="8309" y="38656"/>
                </a:lnTo>
                <a:lnTo>
                  <a:pt x="8309" y="38656"/>
                </a:lnTo>
                <a:lnTo>
                  <a:pt x="8309" y="38656"/>
                </a:lnTo>
                <a:lnTo>
                  <a:pt x="8309" y="38656"/>
                </a:lnTo>
                <a:lnTo>
                  <a:pt x="8309" y="38656"/>
                </a:lnTo>
                <a:lnTo>
                  <a:pt x="8308" y="38656"/>
                </a:lnTo>
                <a:lnTo>
                  <a:pt x="8308" y="38656"/>
                </a:lnTo>
                <a:lnTo>
                  <a:pt x="8308" y="38656"/>
                </a:lnTo>
                <a:lnTo>
                  <a:pt x="8308" y="38656"/>
                </a:lnTo>
                <a:lnTo>
                  <a:pt x="8308" y="38656"/>
                </a:lnTo>
                <a:lnTo>
                  <a:pt x="8308" y="38656"/>
                </a:lnTo>
                <a:lnTo>
                  <a:pt x="8307" y="38656"/>
                </a:lnTo>
                <a:lnTo>
                  <a:pt x="8307" y="38656"/>
                </a:lnTo>
                <a:lnTo>
                  <a:pt x="8307" y="38656"/>
                </a:lnTo>
                <a:lnTo>
                  <a:pt x="8307" y="38656"/>
                </a:lnTo>
                <a:lnTo>
                  <a:pt x="8307" y="38656"/>
                </a:lnTo>
                <a:lnTo>
                  <a:pt x="8307" y="38656"/>
                </a:lnTo>
                <a:lnTo>
                  <a:pt x="8306" y="38656"/>
                </a:lnTo>
                <a:lnTo>
                  <a:pt x="8306" y="38656"/>
                </a:lnTo>
                <a:lnTo>
                  <a:pt x="8306" y="38656"/>
                </a:lnTo>
                <a:lnTo>
                  <a:pt x="8306" y="38656"/>
                </a:lnTo>
                <a:lnTo>
                  <a:pt x="8306" y="38656"/>
                </a:lnTo>
                <a:lnTo>
                  <a:pt x="8305" y="38656"/>
                </a:lnTo>
                <a:lnTo>
                  <a:pt x="8305" y="38656"/>
                </a:lnTo>
                <a:lnTo>
                  <a:pt x="8305" y="38656"/>
                </a:lnTo>
                <a:lnTo>
                  <a:pt x="8305" y="38656"/>
                </a:lnTo>
                <a:lnTo>
                  <a:pt x="8305" y="38656"/>
                </a:lnTo>
                <a:lnTo>
                  <a:pt x="8305" y="38656"/>
                </a:lnTo>
                <a:lnTo>
                  <a:pt x="8304" y="38656"/>
                </a:lnTo>
                <a:lnTo>
                  <a:pt x="8304" y="38656"/>
                </a:lnTo>
                <a:lnTo>
                  <a:pt x="8304" y="38656"/>
                </a:lnTo>
                <a:lnTo>
                  <a:pt x="8304" y="38656"/>
                </a:lnTo>
                <a:lnTo>
                  <a:pt x="8304" y="38656"/>
                </a:lnTo>
                <a:lnTo>
                  <a:pt x="8304" y="38656"/>
                </a:lnTo>
                <a:lnTo>
                  <a:pt x="8303" y="38656"/>
                </a:lnTo>
                <a:lnTo>
                  <a:pt x="8303" y="38656"/>
                </a:lnTo>
                <a:lnTo>
                  <a:pt x="8303" y="38656"/>
                </a:lnTo>
                <a:lnTo>
                  <a:pt x="8303" y="38656"/>
                </a:lnTo>
                <a:lnTo>
                  <a:pt x="8303" y="38656"/>
                </a:lnTo>
                <a:lnTo>
                  <a:pt x="8303" y="38656"/>
                </a:lnTo>
                <a:lnTo>
                  <a:pt x="8302" y="38656"/>
                </a:lnTo>
                <a:lnTo>
                  <a:pt x="8302" y="38656"/>
                </a:lnTo>
                <a:lnTo>
                  <a:pt x="8302" y="38656"/>
                </a:lnTo>
                <a:lnTo>
                  <a:pt x="8302" y="38656"/>
                </a:lnTo>
                <a:lnTo>
                  <a:pt x="8302" y="38656"/>
                </a:lnTo>
                <a:lnTo>
                  <a:pt x="8301" y="38656"/>
                </a:lnTo>
                <a:lnTo>
                  <a:pt x="8301" y="38656"/>
                </a:lnTo>
                <a:lnTo>
                  <a:pt x="8301" y="38656"/>
                </a:lnTo>
                <a:lnTo>
                  <a:pt x="8301" y="38656"/>
                </a:lnTo>
                <a:lnTo>
                  <a:pt x="8301" y="38656"/>
                </a:lnTo>
                <a:lnTo>
                  <a:pt x="8301" y="38656"/>
                </a:lnTo>
                <a:lnTo>
                  <a:pt x="8300" y="38656"/>
                </a:lnTo>
                <a:lnTo>
                  <a:pt x="8300" y="38656"/>
                </a:lnTo>
                <a:lnTo>
                  <a:pt x="8300" y="38656"/>
                </a:lnTo>
                <a:lnTo>
                  <a:pt x="8300" y="38656"/>
                </a:lnTo>
                <a:lnTo>
                  <a:pt x="8300" y="38656"/>
                </a:lnTo>
                <a:lnTo>
                  <a:pt x="8300" y="38656"/>
                </a:lnTo>
                <a:lnTo>
                  <a:pt x="8299" y="38656"/>
                </a:lnTo>
                <a:lnTo>
                  <a:pt x="8299" y="38656"/>
                </a:lnTo>
                <a:lnTo>
                  <a:pt x="8299" y="38656"/>
                </a:lnTo>
                <a:lnTo>
                  <a:pt x="8299" y="38656"/>
                </a:lnTo>
                <a:lnTo>
                  <a:pt x="8299" y="38656"/>
                </a:lnTo>
                <a:lnTo>
                  <a:pt x="8298" y="38656"/>
                </a:lnTo>
                <a:lnTo>
                  <a:pt x="8298" y="38656"/>
                </a:lnTo>
                <a:lnTo>
                  <a:pt x="8298" y="38656"/>
                </a:lnTo>
                <a:lnTo>
                  <a:pt x="8298" y="38656"/>
                </a:lnTo>
                <a:lnTo>
                  <a:pt x="8298" y="38656"/>
                </a:lnTo>
                <a:lnTo>
                  <a:pt x="8298" y="38656"/>
                </a:lnTo>
                <a:lnTo>
                  <a:pt x="8297" y="38656"/>
                </a:lnTo>
                <a:lnTo>
                  <a:pt x="8297" y="38656"/>
                </a:lnTo>
                <a:lnTo>
                  <a:pt x="8297" y="38656"/>
                </a:lnTo>
                <a:lnTo>
                  <a:pt x="8297" y="38656"/>
                </a:lnTo>
                <a:lnTo>
                  <a:pt x="8297" y="38656"/>
                </a:lnTo>
                <a:lnTo>
                  <a:pt x="8297" y="38656"/>
                </a:lnTo>
                <a:lnTo>
                  <a:pt x="8296" y="38656"/>
                </a:lnTo>
                <a:lnTo>
                  <a:pt x="8296" y="38656"/>
                </a:lnTo>
                <a:lnTo>
                  <a:pt x="8296" y="38656"/>
                </a:lnTo>
                <a:lnTo>
                  <a:pt x="8296" y="38656"/>
                </a:lnTo>
                <a:lnTo>
                  <a:pt x="8296" y="38656"/>
                </a:lnTo>
                <a:lnTo>
                  <a:pt x="8295" y="38656"/>
                </a:lnTo>
                <a:lnTo>
                  <a:pt x="8295" y="38656"/>
                </a:lnTo>
                <a:lnTo>
                  <a:pt x="8295" y="38656"/>
                </a:lnTo>
                <a:lnTo>
                  <a:pt x="8295" y="38656"/>
                </a:lnTo>
                <a:lnTo>
                  <a:pt x="8295" y="38656"/>
                </a:lnTo>
                <a:lnTo>
                  <a:pt x="8295" y="38656"/>
                </a:lnTo>
                <a:lnTo>
                  <a:pt x="8294" y="38656"/>
                </a:lnTo>
                <a:lnTo>
                  <a:pt x="8294" y="38656"/>
                </a:lnTo>
                <a:lnTo>
                  <a:pt x="8294" y="38656"/>
                </a:lnTo>
                <a:lnTo>
                  <a:pt x="8294" y="38656"/>
                </a:lnTo>
                <a:lnTo>
                  <a:pt x="8294" y="38656"/>
                </a:lnTo>
                <a:lnTo>
                  <a:pt x="8294" y="38656"/>
                </a:lnTo>
                <a:lnTo>
                  <a:pt x="8293" y="38656"/>
                </a:lnTo>
                <a:lnTo>
                  <a:pt x="8293" y="38656"/>
                </a:lnTo>
                <a:lnTo>
                  <a:pt x="8293" y="38656"/>
                </a:lnTo>
                <a:lnTo>
                  <a:pt x="8293" y="38656"/>
                </a:lnTo>
                <a:lnTo>
                  <a:pt x="8293" y="38656"/>
                </a:lnTo>
                <a:lnTo>
                  <a:pt x="8292" y="38656"/>
                </a:lnTo>
                <a:lnTo>
                  <a:pt x="8292" y="38656"/>
                </a:lnTo>
                <a:lnTo>
                  <a:pt x="8292" y="38656"/>
                </a:lnTo>
                <a:lnTo>
                  <a:pt x="8292" y="38656"/>
                </a:lnTo>
                <a:lnTo>
                  <a:pt x="8292" y="38656"/>
                </a:lnTo>
                <a:lnTo>
                  <a:pt x="8292" y="38656"/>
                </a:lnTo>
                <a:lnTo>
                  <a:pt x="8291" y="38656"/>
                </a:lnTo>
                <a:lnTo>
                  <a:pt x="8291" y="38656"/>
                </a:lnTo>
                <a:lnTo>
                  <a:pt x="8291" y="38656"/>
                </a:lnTo>
                <a:lnTo>
                  <a:pt x="8291" y="38656"/>
                </a:lnTo>
                <a:lnTo>
                  <a:pt x="8291" y="38656"/>
                </a:lnTo>
                <a:lnTo>
                  <a:pt x="8291" y="38656"/>
                </a:lnTo>
                <a:lnTo>
                  <a:pt x="8290" y="38656"/>
                </a:lnTo>
                <a:lnTo>
                  <a:pt x="8290" y="38656"/>
                </a:lnTo>
                <a:lnTo>
                  <a:pt x="8290" y="38656"/>
                </a:lnTo>
                <a:lnTo>
                  <a:pt x="8290" y="38656"/>
                </a:lnTo>
                <a:lnTo>
                  <a:pt x="8290" y="38656"/>
                </a:lnTo>
                <a:lnTo>
                  <a:pt x="8289" y="38656"/>
                </a:lnTo>
                <a:lnTo>
                  <a:pt x="8289" y="38656"/>
                </a:lnTo>
                <a:lnTo>
                  <a:pt x="8289" y="38656"/>
                </a:lnTo>
                <a:lnTo>
                  <a:pt x="8289" y="38656"/>
                </a:lnTo>
                <a:lnTo>
                  <a:pt x="8289" y="38656"/>
                </a:lnTo>
                <a:lnTo>
                  <a:pt x="8289" y="38656"/>
                </a:lnTo>
                <a:lnTo>
                  <a:pt x="8288" y="38656"/>
                </a:lnTo>
                <a:lnTo>
                  <a:pt x="8288" y="38656"/>
                </a:lnTo>
                <a:lnTo>
                  <a:pt x="8288" y="38656"/>
                </a:lnTo>
                <a:lnTo>
                  <a:pt x="8288" y="38656"/>
                </a:lnTo>
                <a:lnTo>
                  <a:pt x="8288" y="38656"/>
                </a:lnTo>
                <a:lnTo>
                  <a:pt x="8288" y="38656"/>
                </a:lnTo>
                <a:lnTo>
                  <a:pt x="8287" y="38656"/>
                </a:lnTo>
                <a:lnTo>
                  <a:pt x="8287" y="38656"/>
                </a:lnTo>
                <a:lnTo>
                  <a:pt x="8287" y="38656"/>
                </a:lnTo>
                <a:lnTo>
                  <a:pt x="8287" y="38656"/>
                </a:lnTo>
                <a:lnTo>
                  <a:pt x="8287" y="38656"/>
                </a:lnTo>
                <a:lnTo>
                  <a:pt x="8286" y="38656"/>
                </a:lnTo>
                <a:lnTo>
                  <a:pt x="8286" y="38656"/>
                </a:lnTo>
                <a:lnTo>
                  <a:pt x="8286" y="38656"/>
                </a:lnTo>
                <a:lnTo>
                  <a:pt x="8286" y="38656"/>
                </a:lnTo>
                <a:lnTo>
                  <a:pt x="8286" y="38656"/>
                </a:lnTo>
                <a:lnTo>
                  <a:pt x="8286" y="38656"/>
                </a:lnTo>
                <a:lnTo>
                  <a:pt x="8285" y="38656"/>
                </a:lnTo>
                <a:lnTo>
                  <a:pt x="8285" y="38656"/>
                </a:lnTo>
                <a:lnTo>
                  <a:pt x="8285" y="38656"/>
                </a:lnTo>
                <a:lnTo>
                  <a:pt x="8285" y="38656"/>
                </a:lnTo>
                <a:lnTo>
                  <a:pt x="8285" y="38656"/>
                </a:lnTo>
                <a:lnTo>
                  <a:pt x="8285" y="38656"/>
                </a:lnTo>
                <a:lnTo>
                  <a:pt x="8284" y="38656"/>
                </a:lnTo>
                <a:lnTo>
                  <a:pt x="8284" y="38656"/>
                </a:lnTo>
                <a:lnTo>
                  <a:pt x="8284" y="38656"/>
                </a:lnTo>
                <a:lnTo>
                  <a:pt x="8284" y="38656"/>
                </a:lnTo>
                <a:lnTo>
                  <a:pt x="8284" y="38656"/>
                </a:lnTo>
                <a:lnTo>
                  <a:pt x="8283" y="38656"/>
                </a:lnTo>
                <a:lnTo>
                  <a:pt x="8283" y="38656"/>
                </a:lnTo>
                <a:lnTo>
                  <a:pt x="8283" y="38656"/>
                </a:lnTo>
                <a:lnTo>
                  <a:pt x="8283" y="38656"/>
                </a:lnTo>
                <a:lnTo>
                  <a:pt x="8283" y="38656"/>
                </a:lnTo>
                <a:lnTo>
                  <a:pt x="8283" y="38656"/>
                </a:lnTo>
                <a:lnTo>
                  <a:pt x="8282" y="38656"/>
                </a:lnTo>
                <a:lnTo>
                  <a:pt x="8282" y="38656"/>
                </a:lnTo>
                <a:lnTo>
                  <a:pt x="8282" y="38656"/>
                </a:lnTo>
                <a:lnTo>
                  <a:pt x="8282" y="38656"/>
                </a:lnTo>
                <a:lnTo>
                  <a:pt x="8282" y="38656"/>
                </a:lnTo>
                <a:lnTo>
                  <a:pt x="8282" y="38656"/>
                </a:lnTo>
                <a:lnTo>
                  <a:pt x="8281" y="38656"/>
                </a:lnTo>
                <a:lnTo>
                  <a:pt x="8281" y="38656"/>
                </a:lnTo>
                <a:lnTo>
                  <a:pt x="8281" y="38656"/>
                </a:lnTo>
                <a:lnTo>
                  <a:pt x="8281" y="38656"/>
                </a:lnTo>
                <a:lnTo>
                  <a:pt x="8281" y="38656"/>
                </a:lnTo>
                <a:lnTo>
                  <a:pt x="8280" y="38656"/>
                </a:lnTo>
                <a:lnTo>
                  <a:pt x="8280" y="38656"/>
                </a:lnTo>
                <a:lnTo>
                  <a:pt x="8280" y="38656"/>
                </a:lnTo>
                <a:lnTo>
                  <a:pt x="8280" y="38656"/>
                </a:lnTo>
                <a:lnTo>
                  <a:pt x="8280" y="38656"/>
                </a:lnTo>
                <a:lnTo>
                  <a:pt x="8280" y="38656"/>
                </a:lnTo>
                <a:lnTo>
                  <a:pt x="8279" y="38656"/>
                </a:lnTo>
                <a:lnTo>
                  <a:pt x="8279" y="38656"/>
                </a:lnTo>
                <a:lnTo>
                  <a:pt x="8279" y="38656"/>
                </a:lnTo>
                <a:lnTo>
                  <a:pt x="8279" y="38656"/>
                </a:lnTo>
                <a:lnTo>
                  <a:pt x="8279" y="38656"/>
                </a:lnTo>
                <a:lnTo>
                  <a:pt x="8279" y="38656"/>
                </a:lnTo>
                <a:lnTo>
                  <a:pt x="8278" y="38656"/>
                </a:lnTo>
                <a:lnTo>
                  <a:pt x="8278" y="38656"/>
                </a:lnTo>
                <a:lnTo>
                  <a:pt x="8278" y="38656"/>
                </a:lnTo>
                <a:lnTo>
                  <a:pt x="8278" y="38656"/>
                </a:lnTo>
                <a:lnTo>
                  <a:pt x="8278" y="38656"/>
                </a:lnTo>
                <a:lnTo>
                  <a:pt x="8277" y="38656"/>
                </a:lnTo>
                <a:lnTo>
                  <a:pt x="8277" y="38656"/>
                </a:lnTo>
                <a:lnTo>
                  <a:pt x="8277" y="38656"/>
                </a:lnTo>
                <a:lnTo>
                  <a:pt x="8277" y="38656"/>
                </a:lnTo>
                <a:lnTo>
                  <a:pt x="8277" y="38656"/>
                </a:lnTo>
                <a:lnTo>
                  <a:pt x="8277" y="38656"/>
                </a:lnTo>
                <a:lnTo>
                  <a:pt x="8276" y="38656"/>
                </a:lnTo>
                <a:lnTo>
                  <a:pt x="8276" y="38656"/>
                </a:lnTo>
                <a:lnTo>
                  <a:pt x="8276" y="38656"/>
                </a:lnTo>
                <a:lnTo>
                  <a:pt x="8276" y="38656"/>
                </a:lnTo>
                <a:lnTo>
                  <a:pt x="8276" y="38656"/>
                </a:lnTo>
                <a:lnTo>
                  <a:pt x="8276" y="38656"/>
                </a:lnTo>
                <a:lnTo>
                  <a:pt x="8275" y="38656"/>
                </a:lnTo>
                <a:lnTo>
                  <a:pt x="8275" y="38656"/>
                </a:lnTo>
                <a:lnTo>
                  <a:pt x="8275" y="38656"/>
                </a:lnTo>
                <a:lnTo>
                  <a:pt x="8275" y="38656"/>
                </a:lnTo>
                <a:lnTo>
                  <a:pt x="8275" y="38656"/>
                </a:lnTo>
                <a:lnTo>
                  <a:pt x="8274" y="38656"/>
                </a:lnTo>
                <a:lnTo>
                  <a:pt x="8274" y="38656"/>
                </a:lnTo>
                <a:lnTo>
                  <a:pt x="8274" y="38656"/>
                </a:lnTo>
                <a:lnTo>
                  <a:pt x="8274" y="38656"/>
                </a:lnTo>
                <a:lnTo>
                  <a:pt x="8274" y="38656"/>
                </a:lnTo>
                <a:lnTo>
                  <a:pt x="8274" y="38656"/>
                </a:lnTo>
                <a:lnTo>
                  <a:pt x="8273" y="38656"/>
                </a:lnTo>
                <a:lnTo>
                  <a:pt x="8273" y="38656"/>
                </a:lnTo>
                <a:lnTo>
                  <a:pt x="8273" y="38656"/>
                </a:lnTo>
                <a:lnTo>
                  <a:pt x="8273" y="38656"/>
                </a:lnTo>
                <a:lnTo>
                  <a:pt x="8273" y="38656"/>
                </a:lnTo>
                <a:lnTo>
                  <a:pt x="8273" y="38656"/>
                </a:lnTo>
                <a:lnTo>
                  <a:pt x="8272" y="38656"/>
                </a:lnTo>
                <a:lnTo>
                  <a:pt x="8272" y="38656"/>
                </a:lnTo>
                <a:lnTo>
                  <a:pt x="8272" y="38656"/>
                </a:lnTo>
                <a:lnTo>
                  <a:pt x="8272" y="38656"/>
                </a:lnTo>
                <a:lnTo>
                  <a:pt x="8272" y="38656"/>
                </a:lnTo>
                <a:lnTo>
                  <a:pt x="8271" y="38656"/>
                </a:lnTo>
                <a:lnTo>
                  <a:pt x="8271" y="38656"/>
                </a:lnTo>
                <a:lnTo>
                  <a:pt x="8271" y="38656"/>
                </a:lnTo>
                <a:lnTo>
                  <a:pt x="8271" y="38656"/>
                </a:lnTo>
                <a:lnTo>
                  <a:pt x="8271" y="38656"/>
                </a:lnTo>
                <a:lnTo>
                  <a:pt x="8271" y="38656"/>
                </a:lnTo>
                <a:lnTo>
                  <a:pt x="8270" y="38656"/>
                </a:lnTo>
                <a:lnTo>
                  <a:pt x="8270" y="38656"/>
                </a:lnTo>
                <a:lnTo>
                  <a:pt x="8270" y="38656"/>
                </a:lnTo>
                <a:lnTo>
                  <a:pt x="8270" y="38656"/>
                </a:lnTo>
                <a:lnTo>
                  <a:pt x="8270" y="38656"/>
                </a:lnTo>
                <a:lnTo>
                  <a:pt x="8270" y="38656"/>
                </a:lnTo>
                <a:lnTo>
                  <a:pt x="8269" y="38656"/>
                </a:lnTo>
                <a:lnTo>
                  <a:pt x="8269" y="38656"/>
                </a:lnTo>
                <a:lnTo>
                  <a:pt x="8269" y="38656"/>
                </a:lnTo>
                <a:lnTo>
                  <a:pt x="8269" y="38656"/>
                </a:lnTo>
                <a:lnTo>
                  <a:pt x="8269" y="38656"/>
                </a:lnTo>
                <a:lnTo>
                  <a:pt x="8268" y="38656"/>
                </a:lnTo>
                <a:lnTo>
                  <a:pt x="8268" y="38656"/>
                </a:lnTo>
                <a:lnTo>
                  <a:pt x="8268" y="38656"/>
                </a:lnTo>
                <a:lnTo>
                  <a:pt x="8268" y="38656"/>
                </a:lnTo>
                <a:lnTo>
                  <a:pt x="8268" y="38656"/>
                </a:lnTo>
                <a:lnTo>
                  <a:pt x="8268" y="38656"/>
                </a:lnTo>
                <a:lnTo>
                  <a:pt x="8267" y="38656"/>
                </a:lnTo>
                <a:lnTo>
                  <a:pt x="8267" y="38656"/>
                </a:lnTo>
                <a:lnTo>
                  <a:pt x="8267" y="38656"/>
                </a:lnTo>
                <a:lnTo>
                  <a:pt x="8267" y="38656"/>
                </a:lnTo>
                <a:lnTo>
                  <a:pt x="8267" y="38656"/>
                </a:lnTo>
                <a:lnTo>
                  <a:pt x="8266" y="38656"/>
                </a:lnTo>
                <a:lnTo>
                  <a:pt x="8266" y="38656"/>
                </a:lnTo>
                <a:lnTo>
                  <a:pt x="8266" y="38656"/>
                </a:lnTo>
                <a:lnTo>
                  <a:pt x="8266" y="38656"/>
                </a:lnTo>
                <a:lnTo>
                  <a:pt x="8266" y="38656"/>
                </a:lnTo>
                <a:lnTo>
                  <a:pt x="8266" y="38656"/>
                </a:lnTo>
                <a:lnTo>
                  <a:pt x="8265" y="38656"/>
                </a:lnTo>
                <a:lnTo>
                  <a:pt x="8265" y="38656"/>
                </a:lnTo>
                <a:lnTo>
                  <a:pt x="8265" y="38656"/>
                </a:lnTo>
                <a:lnTo>
                  <a:pt x="8265" y="38656"/>
                </a:lnTo>
                <a:lnTo>
                  <a:pt x="8265" y="38656"/>
                </a:lnTo>
                <a:lnTo>
                  <a:pt x="8265" y="38656"/>
                </a:lnTo>
                <a:lnTo>
                  <a:pt x="8264" y="38656"/>
                </a:lnTo>
                <a:lnTo>
                  <a:pt x="8264" y="38656"/>
                </a:lnTo>
                <a:lnTo>
                  <a:pt x="8264" y="38656"/>
                </a:lnTo>
                <a:lnTo>
                  <a:pt x="8264" y="38656"/>
                </a:lnTo>
                <a:lnTo>
                  <a:pt x="8264" y="38656"/>
                </a:lnTo>
                <a:lnTo>
                  <a:pt x="8263" y="38656"/>
                </a:lnTo>
                <a:lnTo>
                  <a:pt x="8263" y="38656"/>
                </a:lnTo>
                <a:lnTo>
                  <a:pt x="8263" y="38656"/>
                </a:lnTo>
                <a:lnTo>
                  <a:pt x="8263" y="38656"/>
                </a:lnTo>
                <a:lnTo>
                  <a:pt x="8263" y="38656"/>
                </a:lnTo>
                <a:lnTo>
                  <a:pt x="8263" y="38656"/>
                </a:lnTo>
                <a:lnTo>
                  <a:pt x="8262" y="38656"/>
                </a:lnTo>
                <a:lnTo>
                  <a:pt x="8262" y="38656"/>
                </a:lnTo>
                <a:lnTo>
                  <a:pt x="8262" y="38656"/>
                </a:lnTo>
                <a:lnTo>
                  <a:pt x="8262" y="38656"/>
                </a:lnTo>
                <a:lnTo>
                  <a:pt x="8262" y="38656"/>
                </a:lnTo>
                <a:lnTo>
                  <a:pt x="8262" y="38656"/>
                </a:lnTo>
                <a:lnTo>
                  <a:pt x="8261" y="38656"/>
                </a:lnTo>
                <a:lnTo>
                  <a:pt x="8261" y="38656"/>
                </a:lnTo>
                <a:lnTo>
                  <a:pt x="8261" y="38656"/>
                </a:lnTo>
                <a:lnTo>
                  <a:pt x="8261" y="38656"/>
                </a:lnTo>
                <a:lnTo>
                  <a:pt x="8261" y="38656"/>
                </a:lnTo>
                <a:lnTo>
                  <a:pt x="8260" y="38656"/>
                </a:lnTo>
                <a:lnTo>
                  <a:pt x="8260" y="38656"/>
                </a:lnTo>
                <a:lnTo>
                  <a:pt x="8260" y="38656"/>
                </a:lnTo>
                <a:lnTo>
                  <a:pt x="8260" y="38656"/>
                </a:lnTo>
                <a:lnTo>
                  <a:pt x="8260" y="38656"/>
                </a:lnTo>
                <a:lnTo>
                  <a:pt x="8260" y="38656"/>
                </a:lnTo>
                <a:lnTo>
                  <a:pt x="8259" y="38656"/>
                </a:lnTo>
                <a:lnTo>
                  <a:pt x="8259" y="38656"/>
                </a:lnTo>
                <a:lnTo>
                  <a:pt x="8259" y="38656"/>
                </a:lnTo>
                <a:lnTo>
                  <a:pt x="8259" y="38656"/>
                </a:lnTo>
                <a:lnTo>
                  <a:pt x="8259" y="38656"/>
                </a:lnTo>
                <a:lnTo>
                  <a:pt x="8259" y="38656"/>
                </a:lnTo>
                <a:lnTo>
                  <a:pt x="8258" y="38656"/>
                </a:lnTo>
                <a:lnTo>
                  <a:pt x="8258" y="38656"/>
                </a:lnTo>
                <a:lnTo>
                  <a:pt x="8258" y="38656"/>
                </a:lnTo>
                <a:lnTo>
                  <a:pt x="8258" y="38656"/>
                </a:lnTo>
                <a:lnTo>
                  <a:pt x="8258" y="38656"/>
                </a:lnTo>
                <a:lnTo>
                  <a:pt x="8257" y="38656"/>
                </a:lnTo>
                <a:lnTo>
                  <a:pt x="8257" y="38656"/>
                </a:lnTo>
                <a:lnTo>
                  <a:pt x="8257" y="38656"/>
                </a:lnTo>
                <a:lnTo>
                  <a:pt x="8257" y="38656"/>
                </a:lnTo>
                <a:lnTo>
                  <a:pt x="8257" y="38656"/>
                </a:lnTo>
                <a:lnTo>
                  <a:pt x="8257" y="38656"/>
                </a:lnTo>
                <a:lnTo>
                  <a:pt x="8256" y="38656"/>
                </a:lnTo>
                <a:lnTo>
                  <a:pt x="8256" y="38656"/>
                </a:lnTo>
                <a:lnTo>
                  <a:pt x="8256" y="38656"/>
                </a:lnTo>
                <a:lnTo>
                  <a:pt x="8256" y="38656"/>
                </a:lnTo>
                <a:lnTo>
                  <a:pt x="8256" y="38656"/>
                </a:lnTo>
                <a:lnTo>
                  <a:pt x="8256" y="38656"/>
                </a:lnTo>
                <a:lnTo>
                  <a:pt x="8255" y="38656"/>
                </a:lnTo>
                <a:lnTo>
                  <a:pt x="8255" y="38656"/>
                </a:lnTo>
                <a:lnTo>
                  <a:pt x="8255" y="38656"/>
                </a:lnTo>
                <a:lnTo>
                  <a:pt x="8255" y="38656"/>
                </a:lnTo>
                <a:lnTo>
                  <a:pt x="8255" y="38656"/>
                </a:lnTo>
                <a:lnTo>
                  <a:pt x="8254" y="38656"/>
                </a:lnTo>
                <a:lnTo>
                  <a:pt x="8254" y="38656"/>
                </a:lnTo>
                <a:lnTo>
                  <a:pt x="8254" y="38656"/>
                </a:lnTo>
                <a:lnTo>
                  <a:pt x="8254" y="38656"/>
                </a:lnTo>
                <a:lnTo>
                  <a:pt x="8254" y="38656"/>
                </a:lnTo>
                <a:lnTo>
                  <a:pt x="8254" y="38656"/>
                </a:lnTo>
                <a:lnTo>
                  <a:pt x="8253" y="38656"/>
                </a:lnTo>
                <a:lnTo>
                  <a:pt x="8253" y="38656"/>
                </a:lnTo>
                <a:lnTo>
                  <a:pt x="8253" y="38656"/>
                </a:lnTo>
                <a:lnTo>
                  <a:pt x="8253" y="38656"/>
                </a:lnTo>
                <a:lnTo>
                  <a:pt x="8253" y="38656"/>
                </a:lnTo>
                <a:lnTo>
                  <a:pt x="8252" y="38656"/>
                </a:lnTo>
                <a:lnTo>
                  <a:pt x="8252" y="38656"/>
                </a:lnTo>
                <a:lnTo>
                  <a:pt x="8252" y="38656"/>
                </a:lnTo>
                <a:lnTo>
                  <a:pt x="8252" y="38656"/>
                </a:lnTo>
                <a:lnTo>
                  <a:pt x="8252" y="38656"/>
                </a:lnTo>
                <a:lnTo>
                  <a:pt x="8252" y="38656"/>
                </a:lnTo>
                <a:lnTo>
                  <a:pt x="8251" y="38656"/>
                </a:lnTo>
                <a:lnTo>
                  <a:pt x="8251" y="38656"/>
                </a:lnTo>
                <a:lnTo>
                  <a:pt x="8251" y="38656"/>
                </a:lnTo>
                <a:lnTo>
                  <a:pt x="8251" y="38656"/>
                </a:lnTo>
                <a:lnTo>
                  <a:pt x="8251" y="38656"/>
                </a:lnTo>
                <a:lnTo>
                  <a:pt x="8251" y="38656"/>
                </a:lnTo>
                <a:lnTo>
                  <a:pt x="8250" y="38656"/>
                </a:lnTo>
                <a:lnTo>
                  <a:pt x="8250" y="38656"/>
                </a:lnTo>
                <a:lnTo>
                  <a:pt x="8250" y="38656"/>
                </a:lnTo>
                <a:lnTo>
                  <a:pt x="8250" y="38656"/>
                </a:lnTo>
                <a:lnTo>
                  <a:pt x="8250" y="38656"/>
                </a:lnTo>
                <a:lnTo>
                  <a:pt x="8249" y="38656"/>
                </a:lnTo>
                <a:lnTo>
                  <a:pt x="8249" y="38656"/>
                </a:lnTo>
                <a:lnTo>
                  <a:pt x="8249" y="38656"/>
                </a:lnTo>
                <a:lnTo>
                  <a:pt x="8249" y="38656"/>
                </a:lnTo>
                <a:lnTo>
                  <a:pt x="8249" y="38656"/>
                </a:lnTo>
                <a:lnTo>
                  <a:pt x="8249" y="38656"/>
                </a:lnTo>
                <a:lnTo>
                  <a:pt x="8248" y="38656"/>
                </a:lnTo>
                <a:lnTo>
                  <a:pt x="8248" y="38656"/>
                </a:lnTo>
                <a:lnTo>
                  <a:pt x="8248" y="38656"/>
                </a:lnTo>
                <a:lnTo>
                  <a:pt x="8248" y="38656"/>
                </a:lnTo>
                <a:lnTo>
                  <a:pt x="8248" y="38656"/>
                </a:lnTo>
                <a:lnTo>
                  <a:pt x="8248" y="38656"/>
                </a:lnTo>
                <a:lnTo>
                  <a:pt x="8247" y="38656"/>
                </a:lnTo>
                <a:lnTo>
                  <a:pt x="8247" y="38656"/>
                </a:lnTo>
                <a:lnTo>
                  <a:pt x="8247" y="38656"/>
                </a:lnTo>
                <a:lnTo>
                  <a:pt x="8247" y="38656"/>
                </a:lnTo>
                <a:lnTo>
                  <a:pt x="8247" y="38656"/>
                </a:lnTo>
                <a:lnTo>
                  <a:pt x="8246" y="38656"/>
                </a:lnTo>
                <a:lnTo>
                  <a:pt x="8246" y="38656"/>
                </a:lnTo>
                <a:lnTo>
                  <a:pt x="8246" y="38656"/>
                </a:lnTo>
                <a:lnTo>
                  <a:pt x="8246" y="38656"/>
                </a:lnTo>
                <a:lnTo>
                  <a:pt x="8246" y="38656"/>
                </a:lnTo>
                <a:lnTo>
                  <a:pt x="8246" y="38656"/>
                </a:lnTo>
                <a:lnTo>
                  <a:pt x="8245" y="38656"/>
                </a:lnTo>
                <a:lnTo>
                  <a:pt x="8245" y="38656"/>
                </a:lnTo>
                <a:lnTo>
                  <a:pt x="8245" y="38656"/>
                </a:lnTo>
                <a:lnTo>
                  <a:pt x="8245" y="38656"/>
                </a:lnTo>
                <a:lnTo>
                  <a:pt x="8245" y="38656"/>
                </a:lnTo>
                <a:lnTo>
                  <a:pt x="8244" y="38656"/>
                </a:lnTo>
                <a:lnTo>
                  <a:pt x="8244" y="38656"/>
                </a:lnTo>
                <a:lnTo>
                  <a:pt x="8244" y="38656"/>
                </a:lnTo>
                <a:lnTo>
                  <a:pt x="8244" y="38656"/>
                </a:lnTo>
                <a:lnTo>
                  <a:pt x="8244" y="38656"/>
                </a:lnTo>
                <a:lnTo>
                  <a:pt x="8244" y="38656"/>
                </a:lnTo>
                <a:lnTo>
                  <a:pt x="8243" y="38656"/>
                </a:lnTo>
                <a:lnTo>
                  <a:pt x="8243" y="38656"/>
                </a:lnTo>
                <a:lnTo>
                  <a:pt x="8243" y="38656"/>
                </a:lnTo>
                <a:lnTo>
                  <a:pt x="8243" y="38656"/>
                </a:lnTo>
                <a:lnTo>
                  <a:pt x="8243" y="38656"/>
                </a:lnTo>
                <a:lnTo>
                  <a:pt x="8243" y="38656"/>
                </a:lnTo>
                <a:lnTo>
                  <a:pt x="8242" y="38656"/>
                </a:lnTo>
                <a:lnTo>
                  <a:pt x="8242" y="38656"/>
                </a:lnTo>
                <a:lnTo>
                  <a:pt x="8242" y="38656"/>
                </a:lnTo>
                <a:lnTo>
                  <a:pt x="8242" y="38656"/>
                </a:lnTo>
                <a:lnTo>
                  <a:pt x="8242" y="38656"/>
                </a:lnTo>
                <a:lnTo>
                  <a:pt x="8241" y="38656"/>
                </a:lnTo>
                <a:lnTo>
                  <a:pt x="8241" y="38656"/>
                </a:lnTo>
                <a:lnTo>
                  <a:pt x="8241" y="38656"/>
                </a:lnTo>
                <a:lnTo>
                  <a:pt x="8241" y="38656"/>
                </a:lnTo>
                <a:lnTo>
                  <a:pt x="8241" y="38656"/>
                </a:lnTo>
                <a:lnTo>
                  <a:pt x="8241" y="38656"/>
                </a:lnTo>
                <a:lnTo>
                  <a:pt x="8240" y="38656"/>
                </a:lnTo>
                <a:lnTo>
                  <a:pt x="8240" y="38656"/>
                </a:lnTo>
                <a:lnTo>
                  <a:pt x="8240" y="38656"/>
                </a:lnTo>
                <a:lnTo>
                  <a:pt x="8240" y="38656"/>
                </a:lnTo>
                <a:lnTo>
                  <a:pt x="8240" y="38656"/>
                </a:lnTo>
                <a:lnTo>
                  <a:pt x="8240" y="38656"/>
                </a:lnTo>
                <a:lnTo>
                  <a:pt x="8239" y="38656"/>
                </a:lnTo>
                <a:lnTo>
                  <a:pt x="8239" y="38656"/>
                </a:lnTo>
                <a:lnTo>
                  <a:pt x="8239" y="38656"/>
                </a:lnTo>
                <a:lnTo>
                  <a:pt x="8239" y="38656"/>
                </a:lnTo>
                <a:lnTo>
                  <a:pt x="8239" y="38656"/>
                </a:lnTo>
                <a:lnTo>
                  <a:pt x="8238" y="38656"/>
                </a:lnTo>
                <a:lnTo>
                  <a:pt x="8238" y="38656"/>
                </a:lnTo>
                <a:lnTo>
                  <a:pt x="8238" y="38656"/>
                </a:lnTo>
                <a:lnTo>
                  <a:pt x="8238" y="38656"/>
                </a:lnTo>
                <a:lnTo>
                  <a:pt x="8238" y="38656"/>
                </a:lnTo>
                <a:lnTo>
                  <a:pt x="8238" y="38656"/>
                </a:lnTo>
                <a:lnTo>
                  <a:pt x="8237" y="38656"/>
                </a:lnTo>
                <a:lnTo>
                  <a:pt x="8237" y="38656"/>
                </a:lnTo>
                <a:lnTo>
                  <a:pt x="8237" y="38656"/>
                </a:lnTo>
                <a:lnTo>
                  <a:pt x="8237" y="38656"/>
                </a:lnTo>
                <a:lnTo>
                  <a:pt x="8237" y="38656"/>
                </a:lnTo>
                <a:lnTo>
                  <a:pt x="8236" y="38656"/>
                </a:lnTo>
                <a:lnTo>
                  <a:pt x="8236" y="38656"/>
                </a:lnTo>
                <a:lnTo>
                  <a:pt x="8236" y="38656"/>
                </a:lnTo>
                <a:lnTo>
                  <a:pt x="8236" y="38656"/>
                </a:lnTo>
                <a:lnTo>
                  <a:pt x="8236" y="38656"/>
                </a:lnTo>
                <a:lnTo>
                  <a:pt x="8236" y="38656"/>
                </a:lnTo>
                <a:lnTo>
                  <a:pt x="8235" y="38656"/>
                </a:lnTo>
                <a:lnTo>
                  <a:pt x="8235" y="38656"/>
                </a:lnTo>
                <a:lnTo>
                  <a:pt x="8235" y="38656"/>
                </a:lnTo>
                <a:lnTo>
                  <a:pt x="8235" y="38656"/>
                </a:lnTo>
                <a:lnTo>
                  <a:pt x="8235" y="38656"/>
                </a:lnTo>
                <a:lnTo>
                  <a:pt x="8235" y="38656"/>
                </a:lnTo>
                <a:lnTo>
                  <a:pt x="8234" y="38656"/>
                </a:lnTo>
                <a:lnTo>
                  <a:pt x="8234" y="38656"/>
                </a:lnTo>
                <a:lnTo>
                  <a:pt x="8234" y="38656"/>
                </a:lnTo>
                <a:lnTo>
                  <a:pt x="8234" y="38656"/>
                </a:lnTo>
                <a:lnTo>
                  <a:pt x="8234" y="38656"/>
                </a:lnTo>
                <a:lnTo>
                  <a:pt x="8233" y="38656"/>
                </a:lnTo>
                <a:lnTo>
                  <a:pt x="8233" y="38656"/>
                </a:lnTo>
                <a:lnTo>
                  <a:pt x="8233" y="38656"/>
                </a:lnTo>
                <a:lnTo>
                  <a:pt x="8233" y="38656"/>
                </a:lnTo>
                <a:lnTo>
                  <a:pt x="8233" y="38656"/>
                </a:lnTo>
                <a:lnTo>
                  <a:pt x="8233" y="38656"/>
                </a:lnTo>
                <a:lnTo>
                  <a:pt x="8232" y="38656"/>
                </a:lnTo>
                <a:lnTo>
                  <a:pt x="8232" y="38656"/>
                </a:lnTo>
                <a:lnTo>
                  <a:pt x="8232" y="38656"/>
                </a:lnTo>
                <a:lnTo>
                  <a:pt x="8232" y="38656"/>
                </a:lnTo>
                <a:lnTo>
                  <a:pt x="8232" y="38656"/>
                </a:lnTo>
                <a:lnTo>
                  <a:pt x="8231" y="38656"/>
                </a:lnTo>
                <a:lnTo>
                  <a:pt x="8231" y="38656"/>
                </a:lnTo>
                <a:lnTo>
                  <a:pt x="8231" y="38656"/>
                </a:lnTo>
                <a:lnTo>
                  <a:pt x="8231" y="38656"/>
                </a:lnTo>
                <a:lnTo>
                  <a:pt x="8231" y="38656"/>
                </a:lnTo>
                <a:lnTo>
                  <a:pt x="8231" y="38656"/>
                </a:lnTo>
                <a:lnTo>
                  <a:pt x="8230" y="38656"/>
                </a:lnTo>
                <a:lnTo>
                  <a:pt x="8230" y="38656"/>
                </a:lnTo>
                <a:lnTo>
                  <a:pt x="8230" y="38656"/>
                </a:lnTo>
                <a:lnTo>
                  <a:pt x="8230" y="38656"/>
                </a:lnTo>
                <a:lnTo>
                  <a:pt x="8230" y="38656"/>
                </a:lnTo>
                <a:lnTo>
                  <a:pt x="8230" y="38656"/>
                </a:lnTo>
                <a:lnTo>
                  <a:pt x="8229" y="38656"/>
                </a:lnTo>
                <a:lnTo>
                  <a:pt x="8229" y="38656"/>
                </a:lnTo>
                <a:lnTo>
                  <a:pt x="8229" y="38656"/>
                </a:lnTo>
                <a:lnTo>
                  <a:pt x="8229" y="38656"/>
                </a:lnTo>
                <a:lnTo>
                  <a:pt x="8229" y="38656"/>
                </a:lnTo>
                <a:lnTo>
                  <a:pt x="8228" y="38656"/>
                </a:lnTo>
                <a:lnTo>
                  <a:pt x="8228" y="38656"/>
                </a:lnTo>
                <a:lnTo>
                  <a:pt x="8228" y="38656"/>
                </a:lnTo>
                <a:lnTo>
                  <a:pt x="8228" y="38656"/>
                </a:lnTo>
                <a:lnTo>
                  <a:pt x="8228" y="38656"/>
                </a:lnTo>
                <a:lnTo>
                  <a:pt x="8228" y="38656"/>
                </a:lnTo>
                <a:lnTo>
                  <a:pt x="8227" y="38656"/>
                </a:lnTo>
                <a:lnTo>
                  <a:pt x="8227" y="38656"/>
                </a:lnTo>
                <a:lnTo>
                  <a:pt x="8227" y="38656"/>
                </a:lnTo>
                <a:lnTo>
                  <a:pt x="8227" y="38656"/>
                </a:lnTo>
                <a:lnTo>
                  <a:pt x="8227" y="38656"/>
                </a:lnTo>
                <a:lnTo>
                  <a:pt x="8226" y="38656"/>
                </a:lnTo>
                <a:lnTo>
                  <a:pt x="8226" y="38656"/>
                </a:lnTo>
                <a:lnTo>
                  <a:pt x="8226" y="38656"/>
                </a:lnTo>
                <a:lnTo>
                  <a:pt x="8226" y="38656"/>
                </a:lnTo>
                <a:lnTo>
                  <a:pt x="8226" y="38656"/>
                </a:lnTo>
                <a:lnTo>
                  <a:pt x="8226" y="38656"/>
                </a:lnTo>
                <a:lnTo>
                  <a:pt x="8225" y="38656"/>
                </a:lnTo>
                <a:lnTo>
                  <a:pt x="8225" y="38656"/>
                </a:lnTo>
                <a:lnTo>
                  <a:pt x="8225" y="38656"/>
                </a:lnTo>
                <a:lnTo>
                  <a:pt x="8225" y="38656"/>
                </a:lnTo>
                <a:lnTo>
                  <a:pt x="8225" y="38656"/>
                </a:lnTo>
                <a:lnTo>
                  <a:pt x="8225" y="38656"/>
                </a:lnTo>
                <a:lnTo>
                  <a:pt x="8224" y="38656"/>
                </a:lnTo>
                <a:lnTo>
                  <a:pt x="8224" y="38656"/>
                </a:lnTo>
                <a:lnTo>
                  <a:pt x="8224" y="38656"/>
                </a:lnTo>
                <a:lnTo>
                  <a:pt x="8224" y="38656"/>
                </a:lnTo>
                <a:lnTo>
                  <a:pt x="8224" y="38656"/>
                </a:lnTo>
                <a:lnTo>
                  <a:pt x="8223" y="38656"/>
                </a:lnTo>
                <a:lnTo>
                  <a:pt x="8223" y="38656"/>
                </a:lnTo>
                <a:lnTo>
                  <a:pt x="8223" y="38656"/>
                </a:lnTo>
                <a:lnTo>
                  <a:pt x="8223" y="38656"/>
                </a:lnTo>
                <a:lnTo>
                  <a:pt x="8223" y="38656"/>
                </a:lnTo>
                <a:lnTo>
                  <a:pt x="8223" y="38656"/>
                </a:lnTo>
                <a:lnTo>
                  <a:pt x="8222" y="38656"/>
                </a:lnTo>
                <a:lnTo>
                  <a:pt x="8222" y="38656"/>
                </a:lnTo>
                <a:lnTo>
                  <a:pt x="8222" y="38656"/>
                </a:lnTo>
                <a:lnTo>
                  <a:pt x="8222" y="38656"/>
                </a:lnTo>
                <a:lnTo>
                  <a:pt x="8222" y="38656"/>
                </a:lnTo>
                <a:lnTo>
                  <a:pt x="8221" y="38656"/>
                </a:lnTo>
                <a:lnTo>
                  <a:pt x="8221" y="38656"/>
                </a:lnTo>
                <a:lnTo>
                  <a:pt x="8221" y="38656"/>
                </a:lnTo>
                <a:lnTo>
                  <a:pt x="8221" y="38656"/>
                </a:lnTo>
                <a:lnTo>
                  <a:pt x="8221" y="38656"/>
                </a:lnTo>
                <a:lnTo>
                  <a:pt x="8221" y="38656"/>
                </a:lnTo>
                <a:lnTo>
                  <a:pt x="8220" y="38656"/>
                </a:lnTo>
                <a:lnTo>
                  <a:pt x="8220" y="38656"/>
                </a:lnTo>
                <a:lnTo>
                  <a:pt x="8220" y="38656"/>
                </a:lnTo>
                <a:lnTo>
                  <a:pt x="8220" y="38656"/>
                </a:lnTo>
                <a:lnTo>
                  <a:pt x="8220" y="38656"/>
                </a:lnTo>
                <a:lnTo>
                  <a:pt x="8220" y="38656"/>
                </a:lnTo>
                <a:lnTo>
                  <a:pt x="8219" y="38656"/>
                </a:lnTo>
                <a:lnTo>
                  <a:pt x="8219" y="38656"/>
                </a:lnTo>
                <a:lnTo>
                  <a:pt x="8219" y="38656"/>
                </a:lnTo>
                <a:lnTo>
                  <a:pt x="8219" y="38656"/>
                </a:lnTo>
                <a:lnTo>
                  <a:pt x="8219" y="38656"/>
                </a:lnTo>
                <a:lnTo>
                  <a:pt x="8218" y="38656"/>
                </a:lnTo>
                <a:lnTo>
                  <a:pt x="8218" y="38656"/>
                </a:lnTo>
                <a:lnTo>
                  <a:pt x="8218" y="38656"/>
                </a:lnTo>
                <a:lnTo>
                  <a:pt x="8218" y="38656"/>
                </a:lnTo>
                <a:lnTo>
                  <a:pt x="8218" y="38656"/>
                </a:lnTo>
                <a:lnTo>
                  <a:pt x="8218" y="38656"/>
                </a:lnTo>
                <a:lnTo>
                  <a:pt x="8217" y="38656"/>
                </a:lnTo>
                <a:lnTo>
                  <a:pt x="8217" y="38656"/>
                </a:lnTo>
                <a:lnTo>
                  <a:pt x="8217" y="38656"/>
                </a:lnTo>
                <a:lnTo>
                  <a:pt x="8217" y="38656"/>
                </a:lnTo>
                <a:lnTo>
                  <a:pt x="8217" y="38656"/>
                </a:lnTo>
                <a:lnTo>
                  <a:pt x="8216" y="38656"/>
                </a:lnTo>
                <a:lnTo>
                  <a:pt x="8216" y="38656"/>
                </a:lnTo>
                <a:lnTo>
                  <a:pt x="8216" y="38656"/>
                </a:lnTo>
                <a:lnTo>
                  <a:pt x="8216" y="38656"/>
                </a:lnTo>
                <a:lnTo>
                  <a:pt x="8216" y="38656"/>
                </a:lnTo>
                <a:lnTo>
                  <a:pt x="8216" y="38656"/>
                </a:lnTo>
                <a:lnTo>
                  <a:pt x="8215" y="38656"/>
                </a:lnTo>
                <a:lnTo>
                  <a:pt x="8215" y="38656"/>
                </a:lnTo>
                <a:lnTo>
                  <a:pt x="8215" y="38656"/>
                </a:lnTo>
                <a:lnTo>
                  <a:pt x="8215" y="38656"/>
                </a:lnTo>
                <a:lnTo>
                  <a:pt x="8215" y="38656"/>
                </a:lnTo>
                <a:lnTo>
                  <a:pt x="8215" y="38656"/>
                </a:lnTo>
                <a:lnTo>
                  <a:pt x="8214" y="38656"/>
                </a:lnTo>
                <a:lnTo>
                  <a:pt x="8214" y="38656"/>
                </a:lnTo>
                <a:lnTo>
                  <a:pt x="8214" y="38656"/>
                </a:lnTo>
                <a:lnTo>
                  <a:pt x="8214" y="38656"/>
                </a:lnTo>
                <a:lnTo>
                  <a:pt x="8214" y="38656"/>
                </a:lnTo>
                <a:lnTo>
                  <a:pt x="8213" y="38656"/>
                </a:lnTo>
                <a:lnTo>
                  <a:pt x="8213" y="38656"/>
                </a:lnTo>
                <a:lnTo>
                  <a:pt x="8213" y="38656"/>
                </a:lnTo>
                <a:lnTo>
                  <a:pt x="8213" y="38656"/>
                </a:lnTo>
                <a:lnTo>
                  <a:pt x="8213" y="38656"/>
                </a:lnTo>
                <a:lnTo>
                  <a:pt x="8213" y="38656"/>
                </a:lnTo>
                <a:lnTo>
                  <a:pt x="8212" y="38656"/>
                </a:lnTo>
                <a:lnTo>
                  <a:pt x="8212" y="38656"/>
                </a:lnTo>
                <a:lnTo>
                  <a:pt x="8212" y="38656"/>
                </a:lnTo>
                <a:lnTo>
                  <a:pt x="8212" y="38656"/>
                </a:lnTo>
                <a:lnTo>
                  <a:pt x="8212" y="38656"/>
                </a:lnTo>
                <a:lnTo>
                  <a:pt x="8211" y="38656"/>
                </a:lnTo>
                <a:lnTo>
                  <a:pt x="8211" y="38656"/>
                </a:lnTo>
                <a:lnTo>
                  <a:pt x="8211" y="38656"/>
                </a:lnTo>
                <a:lnTo>
                  <a:pt x="8211" y="38656"/>
                </a:lnTo>
                <a:lnTo>
                  <a:pt x="8211" y="38656"/>
                </a:lnTo>
                <a:lnTo>
                  <a:pt x="8211" y="38656"/>
                </a:lnTo>
                <a:lnTo>
                  <a:pt x="8210" y="38656"/>
                </a:lnTo>
                <a:lnTo>
                  <a:pt x="8210" y="38656"/>
                </a:lnTo>
                <a:lnTo>
                  <a:pt x="8210" y="38656"/>
                </a:lnTo>
                <a:lnTo>
                  <a:pt x="8210" y="38656"/>
                </a:lnTo>
                <a:lnTo>
                  <a:pt x="8210" y="38656"/>
                </a:lnTo>
                <a:lnTo>
                  <a:pt x="8210" y="38656"/>
                </a:lnTo>
                <a:lnTo>
                  <a:pt x="8209" y="38656"/>
                </a:lnTo>
                <a:lnTo>
                  <a:pt x="8209" y="38656"/>
                </a:lnTo>
                <a:lnTo>
                  <a:pt x="8209" y="38656"/>
                </a:lnTo>
                <a:lnTo>
                  <a:pt x="8209" y="38656"/>
                </a:lnTo>
                <a:lnTo>
                  <a:pt x="8209" y="38656"/>
                </a:lnTo>
                <a:lnTo>
                  <a:pt x="8208" y="38656"/>
                </a:lnTo>
                <a:lnTo>
                  <a:pt x="8208" y="38656"/>
                </a:lnTo>
                <a:lnTo>
                  <a:pt x="8208" y="38656"/>
                </a:lnTo>
                <a:lnTo>
                  <a:pt x="8208" y="38656"/>
                </a:lnTo>
                <a:lnTo>
                  <a:pt x="8208" y="38656"/>
                </a:lnTo>
                <a:lnTo>
                  <a:pt x="8208" y="38656"/>
                </a:lnTo>
                <a:lnTo>
                  <a:pt x="8207" y="38656"/>
                </a:lnTo>
                <a:lnTo>
                  <a:pt x="8207" y="38656"/>
                </a:lnTo>
                <a:lnTo>
                  <a:pt x="8207" y="38656"/>
                </a:lnTo>
                <a:lnTo>
                  <a:pt x="8207" y="38656"/>
                </a:lnTo>
                <a:lnTo>
                  <a:pt x="8207" y="38656"/>
                </a:lnTo>
                <a:lnTo>
                  <a:pt x="8206" y="38656"/>
                </a:lnTo>
                <a:lnTo>
                  <a:pt x="8206" y="38656"/>
                </a:lnTo>
                <a:lnTo>
                  <a:pt x="8206" y="38656"/>
                </a:lnTo>
                <a:lnTo>
                  <a:pt x="8206" y="38656"/>
                </a:lnTo>
                <a:lnTo>
                  <a:pt x="8206" y="38656"/>
                </a:lnTo>
                <a:lnTo>
                  <a:pt x="8206" y="38656"/>
                </a:lnTo>
                <a:lnTo>
                  <a:pt x="8205" y="38656"/>
                </a:lnTo>
                <a:lnTo>
                  <a:pt x="8205" y="38656"/>
                </a:lnTo>
                <a:lnTo>
                  <a:pt x="8205" y="38656"/>
                </a:lnTo>
                <a:lnTo>
                  <a:pt x="8205" y="38656"/>
                </a:lnTo>
                <a:lnTo>
                  <a:pt x="8205" y="38656"/>
                </a:lnTo>
                <a:lnTo>
                  <a:pt x="8204" y="38656"/>
                </a:lnTo>
                <a:lnTo>
                  <a:pt x="8204" y="38656"/>
                </a:lnTo>
                <a:lnTo>
                  <a:pt x="8204" y="38656"/>
                </a:lnTo>
                <a:lnTo>
                  <a:pt x="8204" y="38656"/>
                </a:lnTo>
                <a:lnTo>
                  <a:pt x="8204" y="38656"/>
                </a:lnTo>
                <a:lnTo>
                  <a:pt x="8204" y="38656"/>
                </a:lnTo>
                <a:lnTo>
                  <a:pt x="8203" y="38656"/>
                </a:lnTo>
                <a:lnTo>
                  <a:pt x="8203" y="38656"/>
                </a:lnTo>
                <a:lnTo>
                  <a:pt x="8203" y="38656"/>
                </a:lnTo>
                <a:lnTo>
                  <a:pt x="8203" y="38656"/>
                </a:lnTo>
                <a:lnTo>
                  <a:pt x="8203" y="38656"/>
                </a:lnTo>
                <a:lnTo>
                  <a:pt x="8203" y="38656"/>
                </a:lnTo>
                <a:lnTo>
                  <a:pt x="8202" y="38656"/>
                </a:lnTo>
                <a:lnTo>
                  <a:pt x="8202" y="38656"/>
                </a:lnTo>
                <a:lnTo>
                  <a:pt x="8202" y="38656"/>
                </a:lnTo>
                <a:lnTo>
                  <a:pt x="8202" y="38656"/>
                </a:lnTo>
                <a:lnTo>
                  <a:pt x="8202" y="38656"/>
                </a:lnTo>
                <a:lnTo>
                  <a:pt x="8201" y="38656"/>
                </a:lnTo>
                <a:lnTo>
                  <a:pt x="8201" y="38656"/>
                </a:lnTo>
                <a:lnTo>
                  <a:pt x="8201" y="38656"/>
                </a:lnTo>
                <a:lnTo>
                  <a:pt x="8201" y="38656"/>
                </a:lnTo>
                <a:lnTo>
                  <a:pt x="8201" y="38656"/>
                </a:lnTo>
                <a:lnTo>
                  <a:pt x="8201" y="38656"/>
                </a:lnTo>
                <a:lnTo>
                  <a:pt x="8200" y="38656"/>
                </a:lnTo>
                <a:lnTo>
                  <a:pt x="8200" y="38656"/>
                </a:lnTo>
                <a:lnTo>
                  <a:pt x="8200" y="38656"/>
                </a:lnTo>
                <a:lnTo>
                  <a:pt x="8200" y="38656"/>
                </a:lnTo>
                <a:lnTo>
                  <a:pt x="8200" y="38656"/>
                </a:lnTo>
                <a:lnTo>
                  <a:pt x="8199" y="38656"/>
                </a:lnTo>
                <a:lnTo>
                  <a:pt x="8199" y="38656"/>
                </a:lnTo>
                <a:lnTo>
                  <a:pt x="8199" y="38656"/>
                </a:lnTo>
                <a:lnTo>
                  <a:pt x="8199" y="38656"/>
                </a:lnTo>
                <a:lnTo>
                  <a:pt x="8199" y="38656"/>
                </a:lnTo>
                <a:lnTo>
                  <a:pt x="8199" y="38656"/>
                </a:lnTo>
                <a:lnTo>
                  <a:pt x="8198" y="38656"/>
                </a:lnTo>
                <a:lnTo>
                  <a:pt x="8198" y="38656"/>
                </a:lnTo>
                <a:lnTo>
                  <a:pt x="8198" y="38656"/>
                </a:lnTo>
                <a:lnTo>
                  <a:pt x="8198" y="38656"/>
                </a:lnTo>
                <a:lnTo>
                  <a:pt x="8198" y="38656"/>
                </a:lnTo>
                <a:lnTo>
                  <a:pt x="8197" y="38656"/>
                </a:lnTo>
                <a:lnTo>
                  <a:pt x="8197" y="38656"/>
                </a:lnTo>
                <a:lnTo>
                  <a:pt x="8197" y="38656"/>
                </a:lnTo>
                <a:lnTo>
                  <a:pt x="8197" y="38656"/>
                </a:lnTo>
                <a:lnTo>
                  <a:pt x="8197" y="38656"/>
                </a:lnTo>
                <a:lnTo>
                  <a:pt x="8197" y="38656"/>
                </a:lnTo>
                <a:lnTo>
                  <a:pt x="8196" y="38656"/>
                </a:lnTo>
                <a:lnTo>
                  <a:pt x="8196" y="38656"/>
                </a:lnTo>
                <a:lnTo>
                  <a:pt x="8196" y="38656"/>
                </a:lnTo>
                <a:lnTo>
                  <a:pt x="8196" y="38656"/>
                </a:lnTo>
                <a:lnTo>
                  <a:pt x="8196" y="38656"/>
                </a:lnTo>
                <a:lnTo>
                  <a:pt x="8196" y="38656"/>
                </a:lnTo>
                <a:lnTo>
                  <a:pt x="8195" y="38656"/>
                </a:lnTo>
                <a:lnTo>
                  <a:pt x="8195" y="38656"/>
                </a:lnTo>
                <a:lnTo>
                  <a:pt x="8195" y="38656"/>
                </a:lnTo>
                <a:lnTo>
                  <a:pt x="8195" y="38656"/>
                </a:lnTo>
                <a:lnTo>
                  <a:pt x="8195" y="38656"/>
                </a:lnTo>
                <a:lnTo>
                  <a:pt x="8194" y="38656"/>
                </a:lnTo>
                <a:lnTo>
                  <a:pt x="8194" y="38656"/>
                </a:lnTo>
                <a:lnTo>
                  <a:pt x="8194" y="38656"/>
                </a:lnTo>
                <a:lnTo>
                  <a:pt x="8194" y="38656"/>
                </a:lnTo>
                <a:lnTo>
                  <a:pt x="8194" y="38656"/>
                </a:lnTo>
                <a:lnTo>
                  <a:pt x="8194" y="38656"/>
                </a:lnTo>
                <a:lnTo>
                  <a:pt x="8193" y="38656"/>
                </a:lnTo>
                <a:lnTo>
                  <a:pt x="8193" y="38656"/>
                </a:lnTo>
                <a:lnTo>
                  <a:pt x="8193" y="38656"/>
                </a:lnTo>
                <a:lnTo>
                  <a:pt x="8193" y="38656"/>
                </a:lnTo>
                <a:lnTo>
                  <a:pt x="8193" y="38656"/>
                </a:lnTo>
                <a:lnTo>
                  <a:pt x="8192" y="38656"/>
                </a:lnTo>
                <a:lnTo>
                  <a:pt x="8192" y="38656"/>
                </a:lnTo>
                <a:lnTo>
                  <a:pt x="8192" y="38656"/>
                </a:lnTo>
                <a:lnTo>
                  <a:pt x="8192" y="38656"/>
                </a:lnTo>
                <a:lnTo>
                  <a:pt x="8192" y="38656"/>
                </a:lnTo>
                <a:lnTo>
                  <a:pt x="8192" y="38656"/>
                </a:lnTo>
                <a:lnTo>
                  <a:pt x="8191" y="38656"/>
                </a:lnTo>
                <a:lnTo>
                  <a:pt x="8191" y="38656"/>
                </a:lnTo>
                <a:lnTo>
                  <a:pt x="8191" y="38656"/>
                </a:lnTo>
                <a:lnTo>
                  <a:pt x="8191" y="38656"/>
                </a:lnTo>
                <a:lnTo>
                  <a:pt x="8191" y="38656"/>
                </a:lnTo>
                <a:lnTo>
                  <a:pt x="8190" y="38656"/>
                </a:lnTo>
                <a:lnTo>
                  <a:pt x="8190" y="38656"/>
                </a:lnTo>
                <a:lnTo>
                  <a:pt x="8190" y="38656"/>
                </a:lnTo>
                <a:lnTo>
                  <a:pt x="8190" y="38656"/>
                </a:lnTo>
                <a:lnTo>
                  <a:pt x="8190" y="38656"/>
                </a:lnTo>
                <a:lnTo>
                  <a:pt x="8190" y="38656"/>
                </a:lnTo>
                <a:lnTo>
                  <a:pt x="8189" y="38656"/>
                </a:lnTo>
                <a:lnTo>
                  <a:pt x="8189" y="38656"/>
                </a:lnTo>
                <a:lnTo>
                  <a:pt x="8189" y="38656"/>
                </a:lnTo>
                <a:lnTo>
                  <a:pt x="8189" y="38656"/>
                </a:lnTo>
                <a:lnTo>
                  <a:pt x="8189" y="38656"/>
                </a:lnTo>
                <a:lnTo>
                  <a:pt x="8189" y="38656"/>
                </a:lnTo>
                <a:lnTo>
                  <a:pt x="8188" y="38656"/>
                </a:lnTo>
                <a:lnTo>
                  <a:pt x="8188" y="38656"/>
                </a:lnTo>
                <a:lnTo>
                  <a:pt x="8188" y="38656"/>
                </a:lnTo>
                <a:lnTo>
                  <a:pt x="8188" y="38656"/>
                </a:lnTo>
                <a:lnTo>
                  <a:pt x="8188" y="38656"/>
                </a:lnTo>
                <a:lnTo>
                  <a:pt x="8187" y="38656"/>
                </a:lnTo>
                <a:lnTo>
                  <a:pt x="8187" y="38656"/>
                </a:lnTo>
                <a:lnTo>
                  <a:pt x="8187" y="38656"/>
                </a:lnTo>
                <a:lnTo>
                  <a:pt x="8187" y="38656"/>
                </a:lnTo>
                <a:lnTo>
                  <a:pt x="8187" y="38656"/>
                </a:lnTo>
                <a:lnTo>
                  <a:pt x="8187" y="38656"/>
                </a:lnTo>
                <a:lnTo>
                  <a:pt x="8186" y="38656"/>
                </a:lnTo>
                <a:lnTo>
                  <a:pt x="8186" y="38656"/>
                </a:lnTo>
                <a:lnTo>
                  <a:pt x="8186" y="38656"/>
                </a:lnTo>
                <a:lnTo>
                  <a:pt x="8186" y="38656"/>
                </a:lnTo>
                <a:lnTo>
                  <a:pt x="8186" y="38656"/>
                </a:lnTo>
                <a:lnTo>
                  <a:pt x="8185" y="38656"/>
                </a:lnTo>
                <a:lnTo>
                  <a:pt x="8185" y="38656"/>
                </a:lnTo>
                <a:lnTo>
                  <a:pt x="8185" y="38656"/>
                </a:lnTo>
                <a:lnTo>
                  <a:pt x="8185" y="38656"/>
                </a:lnTo>
                <a:lnTo>
                  <a:pt x="8185" y="38656"/>
                </a:lnTo>
                <a:lnTo>
                  <a:pt x="8185" y="38656"/>
                </a:lnTo>
                <a:lnTo>
                  <a:pt x="8184" y="38656"/>
                </a:lnTo>
                <a:lnTo>
                  <a:pt x="8184" y="38656"/>
                </a:lnTo>
                <a:lnTo>
                  <a:pt x="8184" y="38656"/>
                </a:lnTo>
                <a:lnTo>
                  <a:pt x="8184" y="38656"/>
                </a:lnTo>
                <a:lnTo>
                  <a:pt x="8184" y="38656"/>
                </a:lnTo>
                <a:lnTo>
                  <a:pt x="8183" y="38656"/>
                </a:lnTo>
                <a:lnTo>
                  <a:pt x="8183" y="38656"/>
                </a:lnTo>
                <a:lnTo>
                  <a:pt x="8183" y="38656"/>
                </a:lnTo>
                <a:lnTo>
                  <a:pt x="8183" y="38656"/>
                </a:lnTo>
                <a:lnTo>
                  <a:pt x="8183" y="38656"/>
                </a:lnTo>
                <a:lnTo>
                  <a:pt x="8183" y="38656"/>
                </a:lnTo>
                <a:lnTo>
                  <a:pt x="8182" y="38656"/>
                </a:lnTo>
                <a:lnTo>
                  <a:pt x="8182" y="38656"/>
                </a:lnTo>
                <a:lnTo>
                  <a:pt x="8182" y="38656"/>
                </a:lnTo>
                <a:lnTo>
                  <a:pt x="8182" y="38656"/>
                </a:lnTo>
                <a:lnTo>
                  <a:pt x="8182" y="38656"/>
                </a:lnTo>
                <a:lnTo>
                  <a:pt x="8181" y="38656"/>
                </a:lnTo>
                <a:lnTo>
                  <a:pt x="8181" y="38656"/>
                </a:lnTo>
                <a:lnTo>
                  <a:pt x="8181" y="38656"/>
                </a:lnTo>
                <a:lnTo>
                  <a:pt x="8181" y="38656"/>
                </a:lnTo>
                <a:lnTo>
                  <a:pt x="8181" y="38656"/>
                </a:lnTo>
                <a:lnTo>
                  <a:pt x="8181" y="38656"/>
                </a:lnTo>
                <a:lnTo>
                  <a:pt x="8180" y="38656"/>
                </a:lnTo>
                <a:lnTo>
                  <a:pt x="8180" y="38656"/>
                </a:lnTo>
                <a:lnTo>
                  <a:pt x="8180" y="38656"/>
                </a:lnTo>
                <a:lnTo>
                  <a:pt x="8180" y="38656"/>
                </a:lnTo>
                <a:lnTo>
                  <a:pt x="8180" y="38656"/>
                </a:lnTo>
                <a:lnTo>
                  <a:pt x="8180" y="38656"/>
                </a:lnTo>
                <a:lnTo>
                  <a:pt x="8179" y="38656"/>
                </a:lnTo>
                <a:lnTo>
                  <a:pt x="8179" y="38656"/>
                </a:lnTo>
                <a:lnTo>
                  <a:pt x="8179" y="38656"/>
                </a:lnTo>
                <a:lnTo>
                  <a:pt x="8179" y="38656"/>
                </a:lnTo>
                <a:lnTo>
                  <a:pt x="8179" y="38656"/>
                </a:lnTo>
                <a:lnTo>
                  <a:pt x="8178" y="38656"/>
                </a:lnTo>
                <a:lnTo>
                  <a:pt x="8178" y="38656"/>
                </a:lnTo>
                <a:lnTo>
                  <a:pt x="8178" y="38656"/>
                </a:lnTo>
                <a:lnTo>
                  <a:pt x="8178" y="38656"/>
                </a:lnTo>
                <a:lnTo>
                  <a:pt x="8178" y="38656"/>
                </a:lnTo>
                <a:lnTo>
                  <a:pt x="8178" y="38656"/>
                </a:lnTo>
                <a:lnTo>
                  <a:pt x="8177" y="38656"/>
                </a:lnTo>
                <a:lnTo>
                  <a:pt x="8177" y="38656"/>
                </a:lnTo>
                <a:lnTo>
                  <a:pt x="8177" y="38656"/>
                </a:lnTo>
                <a:lnTo>
                  <a:pt x="8177" y="38656"/>
                </a:lnTo>
                <a:lnTo>
                  <a:pt x="8177" y="38656"/>
                </a:lnTo>
                <a:lnTo>
                  <a:pt x="8176" y="38656"/>
                </a:lnTo>
                <a:lnTo>
                  <a:pt x="8176" y="38656"/>
                </a:lnTo>
                <a:lnTo>
                  <a:pt x="8176" y="38656"/>
                </a:lnTo>
                <a:lnTo>
                  <a:pt x="8176" y="38656"/>
                </a:lnTo>
                <a:lnTo>
                  <a:pt x="8176" y="38656"/>
                </a:lnTo>
                <a:lnTo>
                  <a:pt x="8176" y="38656"/>
                </a:lnTo>
                <a:lnTo>
                  <a:pt x="8175" y="38656"/>
                </a:lnTo>
                <a:lnTo>
                  <a:pt x="8175" y="38656"/>
                </a:lnTo>
                <a:lnTo>
                  <a:pt x="8175" y="38656"/>
                </a:lnTo>
                <a:lnTo>
                  <a:pt x="8175" y="38656"/>
                </a:lnTo>
                <a:lnTo>
                  <a:pt x="8175" y="38656"/>
                </a:lnTo>
                <a:lnTo>
                  <a:pt x="8174" y="38656"/>
                </a:lnTo>
                <a:lnTo>
                  <a:pt x="8174" y="38656"/>
                </a:lnTo>
                <a:lnTo>
                  <a:pt x="8174" y="38656"/>
                </a:lnTo>
                <a:lnTo>
                  <a:pt x="8174" y="38656"/>
                </a:lnTo>
                <a:lnTo>
                  <a:pt x="8174" y="38656"/>
                </a:lnTo>
                <a:lnTo>
                  <a:pt x="8174" y="38656"/>
                </a:lnTo>
                <a:lnTo>
                  <a:pt x="8173" y="38656"/>
                </a:lnTo>
                <a:lnTo>
                  <a:pt x="8173" y="38656"/>
                </a:lnTo>
                <a:lnTo>
                  <a:pt x="8173" y="38656"/>
                </a:lnTo>
                <a:lnTo>
                  <a:pt x="8173" y="38656"/>
                </a:lnTo>
                <a:lnTo>
                  <a:pt x="8173" y="38656"/>
                </a:lnTo>
                <a:lnTo>
                  <a:pt x="8172" y="38656"/>
                </a:lnTo>
                <a:lnTo>
                  <a:pt x="8172" y="38656"/>
                </a:lnTo>
                <a:lnTo>
                  <a:pt x="8172" y="38656"/>
                </a:lnTo>
                <a:lnTo>
                  <a:pt x="8172" y="38656"/>
                </a:lnTo>
                <a:lnTo>
                  <a:pt x="8172" y="38656"/>
                </a:lnTo>
                <a:lnTo>
                  <a:pt x="8172" y="38656"/>
                </a:lnTo>
                <a:lnTo>
                  <a:pt x="8171" y="38656"/>
                </a:lnTo>
                <a:lnTo>
                  <a:pt x="8171" y="38656"/>
                </a:lnTo>
                <a:lnTo>
                  <a:pt x="8171" y="38656"/>
                </a:lnTo>
                <a:lnTo>
                  <a:pt x="8171" y="38656"/>
                </a:lnTo>
                <a:lnTo>
                  <a:pt x="8171" y="38656"/>
                </a:lnTo>
                <a:lnTo>
                  <a:pt x="8170" y="38656"/>
                </a:lnTo>
                <a:lnTo>
                  <a:pt x="8170" y="38656"/>
                </a:lnTo>
                <a:lnTo>
                  <a:pt x="8170" y="38656"/>
                </a:lnTo>
                <a:lnTo>
                  <a:pt x="8170" y="38656"/>
                </a:lnTo>
                <a:lnTo>
                  <a:pt x="8170" y="38656"/>
                </a:lnTo>
                <a:lnTo>
                  <a:pt x="8170" y="38656"/>
                </a:lnTo>
                <a:lnTo>
                  <a:pt x="8169" y="38656"/>
                </a:lnTo>
                <a:lnTo>
                  <a:pt x="8169" y="38656"/>
                </a:lnTo>
                <a:lnTo>
                  <a:pt x="8169" y="38656"/>
                </a:lnTo>
                <a:lnTo>
                  <a:pt x="8169" y="38656"/>
                </a:lnTo>
                <a:lnTo>
                  <a:pt x="8169" y="38656"/>
                </a:lnTo>
                <a:lnTo>
                  <a:pt x="8169" y="38656"/>
                </a:lnTo>
                <a:lnTo>
                  <a:pt x="8168" y="38656"/>
                </a:lnTo>
                <a:lnTo>
                  <a:pt x="8168" y="38656"/>
                </a:lnTo>
                <a:lnTo>
                  <a:pt x="8168" y="38656"/>
                </a:lnTo>
                <a:lnTo>
                  <a:pt x="8168" y="38656"/>
                </a:lnTo>
                <a:lnTo>
                  <a:pt x="8168" y="38656"/>
                </a:lnTo>
                <a:lnTo>
                  <a:pt x="8167" y="38656"/>
                </a:lnTo>
                <a:lnTo>
                  <a:pt x="8167" y="38656"/>
                </a:lnTo>
                <a:lnTo>
                  <a:pt x="8167" y="38656"/>
                </a:lnTo>
                <a:lnTo>
                  <a:pt x="8167" y="38656"/>
                </a:lnTo>
                <a:lnTo>
                  <a:pt x="8167" y="38656"/>
                </a:lnTo>
                <a:lnTo>
                  <a:pt x="8167" y="38656"/>
                </a:lnTo>
                <a:lnTo>
                  <a:pt x="8166" y="38656"/>
                </a:lnTo>
                <a:lnTo>
                  <a:pt x="8166" y="38656"/>
                </a:lnTo>
                <a:lnTo>
                  <a:pt x="8166" y="38656"/>
                </a:lnTo>
                <a:lnTo>
                  <a:pt x="8166" y="38656"/>
                </a:lnTo>
                <a:lnTo>
                  <a:pt x="8166" y="38656"/>
                </a:lnTo>
                <a:lnTo>
                  <a:pt x="8165" y="38656"/>
                </a:lnTo>
                <a:lnTo>
                  <a:pt x="8165" y="38656"/>
                </a:lnTo>
                <a:lnTo>
                  <a:pt x="8165" y="38656"/>
                </a:lnTo>
                <a:lnTo>
                  <a:pt x="8165" y="38656"/>
                </a:lnTo>
                <a:lnTo>
                  <a:pt x="8165" y="38656"/>
                </a:lnTo>
                <a:lnTo>
                  <a:pt x="8165" y="38656"/>
                </a:lnTo>
                <a:lnTo>
                  <a:pt x="8164" y="38656"/>
                </a:lnTo>
                <a:lnTo>
                  <a:pt x="8164" y="38656"/>
                </a:lnTo>
                <a:lnTo>
                  <a:pt x="8164" y="38656"/>
                </a:lnTo>
                <a:lnTo>
                  <a:pt x="8164" y="38656"/>
                </a:lnTo>
                <a:lnTo>
                  <a:pt x="8164" y="38656"/>
                </a:lnTo>
                <a:lnTo>
                  <a:pt x="8163" y="38656"/>
                </a:lnTo>
                <a:lnTo>
                  <a:pt x="8163" y="38656"/>
                </a:lnTo>
                <a:lnTo>
                  <a:pt x="8163" y="38656"/>
                </a:lnTo>
                <a:lnTo>
                  <a:pt x="8163" y="38656"/>
                </a:lnTo>
                <a:lnTo>
                  <a:pt x="8163" y="38656"/>
                </a:lnTo>
                <a:lnTo>
                  <a:pt x="8163" y="38656"/>
                </a:lnTo>
                <a:lnTo>
                  <a:pt x="8162" y="38656"/>
                </a:lnTo>
                <a:lnTo>
                  <a:pt x="8162" y="38656"/>
                </a:lnTo>
                <a:lnTo>
                  <a:pt x="8162" y="38656"/>
                </a:lnTo>
                <a:lnTo>
                  <a:pt x="8162" y="38656"/>
                </a:lnTo>
                <a:lnTo>
                  <a:pt x="8162" y="38656"/>
                </a:lnTo>
                <a:lnTo>
                  <a:pt x="8161" y="38656"/>
                </a:lnTo>
                <a:lnTo>
                  <a:pt x="8161" y="38656"/>
                </a:lnTo>
                <a:lnTo>
                  <a:pt x="8161" y="38656"/>
                </a:lnTo>
                <a:lnTo>
                  <a:pt x="8161" y="38656"/>
                </a:lnTo>
                <a:lnTo>
                  <a:pt x="8161" y="38656"/>
                </a:lnTo>
                <a:lnTo>
                  <a:pt x="8161" y="38656"/>
                </a:lnTo>
                <a:lnTo>
                  <a:pt x="8160" y="38656"/>
                </a:lnTo>
                <a:lnTo>
                  <a:pt x="8160" y="38656"/>
                </a:lnTo>
                <a:lnTo>
                  <a:pt x="8160" y="38656"/>
                </a:lnTo>
                <a:lnTo>
                  <a:pt x="8160" y="38656"/>
                </a:lnTo>
                <a:lnTo>
                  <a:pt x="8160" y="38656"/>
                </a:lnTo>
                <a:lnTo>
                  <a:pt x="8159" y="38656"/>
                </a:lnTo>
                <a:lnTo>
                  <a:pt x="8159" y="38656"/>
                </a:lnTo>
                <a:lnTo>
                  <a:pt x="8159" y="38656"/>
                </a:lnTo>
                <a:lnTo>
                  <a:pt x="8159" y="38656"/>
                </a:lnTo>
                <a:lnTo>
                  <a:pt x="8159" y="38656"/>
                </a:lnTo>
                <a:lnTo>
                  <a:pt x="8159" y="38656"/>
                </a:lnTo>
                <a:lnTo>
                  <a:pt x="8158" y="38656"/>
                </a:lnTo>
                <a:lnTo>
                  <a:pt x="8158" y="38656"/>
                </a:lnTo>
                <a:lnTo>
                  <a:pt x="8158" y="38656"/>
                </a:lnTo>
                <a:lnTo>
                  <a:pt x="8158" y="38656"/>
                </a:lnTo>
                <a:lnTo>
                  <a:pt x="8158" y="38656"/>
                </a:lnTo>
                <a:lnTo>
                  <a:pt x="8157" y="38656"/>
                </a:lnTo>
                <a:lnTo>
                  <a:pt x="8157" y="38656"/>
                </a:lnTo>
                <a:lnTo>
                  <a:pt x="8157" y="38656"/>
                </a:lnTo>
                <a:lnTo>
                  <a:pt x="8157" y="38656"/>
                </a:lnTo>
                <a:lnTo>
                  <a:pt x="8157" y="38656"/>
                </a:lnTo>
                <a:lnTo>
                  <a:pt x="8157" y="38656"/>
                </a:lnTo>
                <a:lnTo>
                  <a:pt x="8156" y="38656"/>
                </a:lnTo>
                <a:lnTo>
                  <a:pt x="8156" y="38656"/>
                </a:lnTo>
                <a:lnTo>
                  <a:pt x="8156" y="38656"/>
                </a:lnTo>
                <a:lnTo>
                  <a:pt x="8156" y="38656"/>
                </a:lnTo>
                <a:lnTo>
                  <a:pt x="8156" y="38656"/>
                </a:lnTo>
                <a:lnTo>
                  <a:pt x="8155" y="38656"/>
                </a:lnTo>
                <a:lnTo>
                  <a:pt x="8155" y="38656"/>
                </a:lnTo>
                <a:lnTo>
                  <a:pt x="8155" y="38656"/>
                </a:lnTo>
                <a:lnTo>
                  <a:pt x="8155" y="38656"/>
                </a:lnTo>
                <a:lnTo>
                  <a:pt x="8155" y="38656"/>
                </a:lnTo>
                <a:lnTo>
                  <a:pt x="8155" y="38656"/>
                </a:lnTo>
                <a:lnTo>
                  <a:pt x="8154" y="38656"/>
                </a:lnTo>
                <a:lnTo>
                  <a:pt x="8154" y="38656"/>
                </a:lnTo>
                <a:lnTo>
                  <a:pt x="8154" y="38656"/>
                </a:lnTo>
                <a:lnTo>
                  <a:pt x="8154" y="38656"/>
                </a:lnTo>
                <a:lnTo>
                  <a:pt x="8154" y="38656"/>
                </a:lnTo>
                <a:lnTo>
                  <a:pt x="8154" y="38656"/>
                </a:lnTo>
                <a:lnTo>
                  <a:pt x="8153" y="38656"/>
                </a:lnTo>
                <a:lnTo>
                  <a:pt x="8153" y="38656"/>
                </a:lnTo>
                <a:lnTo>
                  <a:pt x="8153" y="38656"/>
                </a:lnTo>
                <a:lnTo>
                  <a:pt x="8153" y="38656"/>
                </a:lnTo>
                <a:lnTo>
                  <a:pt x="8153" y="38656"/>
                </a:lnTo>
                <a:lnTo>
                  <a:pt x="8152" y="38656"/>
                </a:lnTo>
                <a:lnTo>
                  <a:pt x="8152" y="38656"/>
                </a:lnTo>
                <a:lnTo>
                  <a:pt x="8152" y="38656"/>
                </a:lnTo>
                <a:lnTo>
                  <a:pt x="8152" y="38656"/>
                </a:lnTo>
                <a:lnTo>
                  <a:pt x="8152" y="38656"/>
                </a:lnTo>
                <a:lnTo>
                  <a:pt x="8152" y="38656"/>
                </a:lnTo>
                <a:lnTo>
                  <a:pt x="8151" y="38656"/>
                </a:lnTo>
                <a:lnTo>
                  <a:pt x="8151" y="38656"/>
                </a:lnTo>
                <a:lnTo>
                  <a:pt x="8151" y="38656"/>
                </a:lnTo>
                <a:lnTo>
                  <a:pt x="8151" y="38656"/>
                </a:lnTo>
                <a:lnTo>
                  <a:pt x="8151" y="38656"/>
                </a:lnTo>
                <a:lnTo>
                  <a:pt x="8150" y="38656"/>
                </a:lnTo>
                <a:lnTo>
                  <a:pt x="8150" y="38656"/>
                </a:lnTo>
                <a:lnTo>
                  <a:pt x="8150" y="38656"/>
                </a:lnTo>
                <a:lnTo>
                  <a:pt x="8150" y="38656"/>
                </a:lnTo>
                <a:lnTo>
                  <a:pt x="8150" y="38656"/>
                </a:lnTo>
                <a:lnTo>
                  <a:pt x="8150" y="38656"/>
                </a:lnTo>
                <a:lnTo>
                  <a:pt x="8149" y="38656"/>
                </a:lnTo>
                <a:lnTo>
                  <a:pt x="8149" y="38656"/>
                </a:lnTo>
                <a:lnTo>
                  <a:pt x="8149" y="38656"/>
                </a:lnTo>
                <a:lnTo>
                  <a:pt x="8149" y="38656"/>
                </a:lnTo>
                <a:lnTo>
                  <a:pt x="8149" y="38656"/>
                </a:lnTo>
                <a:lnTo>
                  <a:pt x="8148" y="38656"/>
                </a:lnTo>
                <a:lnTo>
                  <a:pt x="8148" y="38656"/>
                </a:lnTo>
                <a:lnTo>
                  <a:pt x="8148" y="38656"/>
                </a:lnTo>
                <a:lnTo>
                  <a:pt x="8148" y="38656"/>
                </a:lnTo>
                <a:lnTo>
                  <a:pt x="8148" y="38656"/>
                </a:lnTo>
                <a:lnTo>
                  <a:pt x="8148" y="38656"/>
                </a:lnTo>
                <a:lnTo>
                  <a:pt x="8147" y="38656"/>
                </a:lnTo>
                <a:lnTo>
                  <a:pt x="8147" y="38656"/>
                </a:lnTo>
                <a:lnTo>
                  <a:pt x="8147" y="38656"/>
                </a:lnTo>
                <a:lnTo>
                  <a:pt x="8147" y="38656"/>
                </a:lnTo>
                <a:lnTo>
                  <a:pt x="8147" y="38656"/>
                </a:lnTo>
                <a:lnTo>
                  <a:pt x="8146" y="38656"/>
                </a:lnTo>
                <a:lnTo>
                  <a:pt x="8146" y="38656"/>
                </a:lnTo>
                <a:lnTo>
                  <a:pt x="8146" y="38656"/>
                </a:lnTo>
                <a:lnTo>
                  <a:pt x="8146" y="38656"/>
                </a:lnTo>
                <a:lnTo>
                  <a:pt x="8146" y="38656"/>
                </a:lnTo>
                <a:lnTo>
                  <a:pt x="8146" y="38656"/>
                </a:lnTo>
                <a:lnTo>
                  <a:pt x="8145" y="38656"/>
                </a:lnTo>
                <a:lnTo>
                  <a:pt x="8145" y="38656"/>
                </a:lnTo>
                <a:lnTo>
                  <a:pt x="8145" y="38656"/>
                </a:lnTo>
                <a:lnTo>
                  <a:pt x="8145" y="38656"/>
                </a:lnTo>
                <a:lnTo>
                  <a:pt x="8145" y="38656"/>
                </a:lnTo>
                <a:lnTo>
                  <a:pt x="8144" y="38656"/>
                </a:lnTo>
                <a:lnTo>
                  <a:pt x="8144" y="38656"/>
                </a:lnTo>
                <a:lnTo>
                  <a:pt x="8144" y="38656"/>
                </a:lnTo>
                <a:lnTo>
                  <a:pt x="8144" y="38656"/>
                </a:lnTo>
                <a:lnTo>
                  <a:pt x="8144" y="38656"/>
                </a:lnTo>
                <a:lnTo>
                  <a:pt x="8144" y="38656"/>
                </a:lnTo>
                <a:lnTo>
                  <a:pt x="8143" y="38656"/>
                </a:lnTo>
                <a:lnTo>
                  <a:pt x="8143" y="38656"/>
                </a:lnTo>
                <a:lnTo>
                  <a:pt x="8143" y="38656"/>
                </a:lnTo>
                <a:lnTo>
                  <a:pt x="8143" y="38656"/>
                </a:lnTo>
                <a:lnTo>
                  <a:pt x="8143" y="38656"/>
                </a:lnTo>
                <a:lnTo>
                  <a:pt x="8142" y="38656"/>
                </a:lnTo>
                <a:lnTo>
                  <a:pt x="8142" y="38656"/>
                </a:lnTo>
                <a:lnTo>
                  <a:pt x="8142" y="38656"/>
                </a:lnTo>
                <a:lnTo>
                  <a:pt x="8142" y="38656"/>
                </a:lnTo>
                <a:lnTo>
                  <a:pt x="8142" y="38656"/>
                </a:lnTo>
                <a:lnTo>
                  <a:pt x="8142" y="38656"/>
                </a:lnTo>
                <a:lnTo>
                  <a:pt x="8141" y="38656"/>
                </a:lnTo>
                <a:lnTo>
                  <a:pt x="8141" y="38656"/>
                </a:lnTo>
                <a:lnTo>
                  <a:pt x="8141" y="38656"/>
                </a:lnTo>
                <a:lnTo>
                  <a:pt x="8141" y="38656"/>
                </a:lnTo>
                <a:lnTo>
                  <a:pt x="8141" y="38656"/>
                </a:lnTo>
                <a:lnTo>
                  <a:pt x="8140" y="38656"/>
                </a:lnTo>
                <a:lnTo>
                  <a:pt x="8140" y="38656"/>
                </a:lnTo>
                <a:lnTo>
                  <a:pt x="8140" y="38656"/>
                </a:lnTo>
                <a:lnTo>
                  <a:pt x="8140" y="38656"/>
                </a:lnTo>
                <a:lnTo>
                  <a:pt x="8140" y="38656"/>
                </a:lnTo>
                <a:lnTo>
                  <a:pt x="8140" y="38656"/>
                </a:lnTo>
                <a:lnTo>
                  <a:pt x="8139" y="38656"/>
                </a:lnTo>
                <a:lnTo>
                  <a:pt x="8139" y="38656"/>
                </a:lnTo>
                <a:lnTo>
                  <a:pt x="8139" y="38656"/>
                </a:lnTo>
                <a:lnTo>
                  <a:pt x="8139" y="38656"/>
                </a:lnTo>
                <a:lnTo>
                  <a:pt x="8139" y="38656"/>
                </a:lnTo>
                <a:lnTo>
                  <a:pt x="8138" y="38656"/>
                </a:lnTo>
                <a:lnTo>
                  <a:pt x="8138" y="38656"/>
                </a:lnTo>
                <a:lnTo>
                  <a:pt x="8138" y="38656"/>
                </a:lnTo>
                <a:lnTo>
                  <a:pt x="8138" y="38656"/>
                </a:lnTo>
                <a:lnTo>
                  <a:pt x="8138" y="38656"/>
                </a:lnTo>
                <a:lnTo>
                  <a:pt x="8138" y="38656"/>
                </a:lnTo>
                <a:lnTo>
                  <a:pt x="8137" y="38656"/>
                </a:lnTo>
                <a:lnTo>
                  <a:pt x="8137" y="38656"/>
                </a:lnTo>
                <a:lnTo>
                  <a:pt x="8137" y="38656"/>
                </a:lnTo>
                <a:lnTo>
                  <a:pt x="8137" y="38656"/>
                </a:lnTo>
                <a:lnTo>
                  <a:pt x="8137" y="38656"/>
                </a:lnTo>
                <a:lnTo>
                  <a:pt x="8136" y="38656"/>
                </a:lnTo>
                <a:lnTo>
                  <a:pt x="8136" y="38656"/>
                </a:lnTo>
                <a:lnTo>
                  <a:pt x="8136" y="38656"/>
                </a:lnTo>
                <a:lnTo>
                  <a:pt x="8136" y="38656"/>
                </a:lnTo>
                <a:lnTo>
                  <a:pt x="8136" y="38656"/>
                </a:lnTo>
                <a:lnTo>
                  <a:pt x="8136" y="38656"/>
                </a:lnTo>
                <a:lnTo>
                  <a:pt x="8135" y="38656"/>
                </a:lnTo>
                <a:lnTo>
                  <a:pt x="8135" y="38656"/>
                </a:lnTo>
                <a:lnTo>
                  <a:pt x="8135" y="38656"/>
                </a:lnTo>
                <a:lnTo>
                  <a:pt x="8135" y="38656"/>
                </a:lnTo>
                <a:lnTo>
                  <a:pt x="8135" y="38656"/>
                </a:lnTo>
                <a:lnTo>
                  <a:pt x="8134" y="38656"/>
                </a:lnTo>
                <a:lnTo>
                  <a:pt x="8134" y="38656"/>
                </a:lnTo>
                <a:lnTo>
                  <a:pt x="8134" y="38656"/>
                </a:lnTo>
                <a:lnTo>
                  <a:pt x="8134" y="38656"/>
                </a:lnTo>
                <a:lnTo>
                  <a:pt x="8134" y="38656"/>
                </a:lnTo>
                <a:lnTo>
                  <a:pt x="8134" y="38656"/>
                </a:lnTo>
                <a:lnTo>
                  <a:pt x="8133" y="38656"/>
                </a:lnTo>
                <a:lnTo>
                  <a:pt x="8133" y="38656"/>
                </a:lnTo>
                <a:lnTo>
                  <a:pt x="8133" y="38656"/>
                </a:lnTo>
                <a:lnTo>
                  <a:pt x="8133" y="38656"/>
                </a:lnTo>
                <a:lnTo>
                  <a:pt x="8133" y="38656"/>
                </a:lnTo>
                <a:lnTo>
                  <a:pt x="8132" y="38656"/>
                </a:lnTo>
                <a:lnTo>
                  <a:pt x="8132" y="38656"/>
                </a:lnTo>
                <a:lnTo>
                  <a:pt x="8132" y="38656"/>
                </a:lnTo>
                <a:lnTo>
                  <a:pt x="8132" y="38656"/>
                </a:lnTo>
                <a:lnTo>
                  <a:pt x="8132" y="38656"/>
                </a:lnTo>
                <a:lnTo>
                  <a:pt x="8132" y="38656"/>
                </a:lnTo>
                <a:lnTo>
                  <a:pt x="8131" y="38656"/>
                </a:lnTo>
                <a:lnTo>
                  <a:pt x="8131" y="38656"/>
                </a:lnTo>
                <a:lnTo>
                  <a:pt x="8131" y="38656"/>
                </a:lnTo>
                <a:lnTo>
                  <a:pt x="8131" y="38656"/>
                </a:lnTo>
                <a:lnTo>
                  <a:pt x="8131" y="38656"/>
                </a:lnTo>
                <a:lnTo>
                  <a:pt x="8130" y="38656"/>
                </a:lnTo>
                <a:lnTo>
                  <a:pt x="8130" y="38656"/>
                </a:lnTo>
                <a:lnTo>
                  <a:pt x="8130" y="38656"/>
                </a:lnTo>
                <a:lnTo>
                  <a:pt x="8130" y="38656"/>
                </a:lnTo>
                <a:lnTo>
                  <a:pt x="8130" y="38656"/>
                </a:lnTo>
                <a:lnTo>
                  <a:pt x="8130" y="38656"/>
                </a:lnTo>
                <a:lnTo>
                  <a:pt x="8129" y="38656"/>
                </a:lnTo>
                <a:lnTo>
                  <a:pt x="8129" y="38656"/>
                </a:lnTo>
                <a:lnTo>
                  <a:pt x="8129" y="38656"/>
                </a:lnTo>
                <a:lnTo>
                  <a:pt x="8129" y="38656"/>
                </a:lnTo>
                <a:lnTo>
                  <a:pt x="8129" y="38656"/>
                </a:lnTo>
                <a:lnTo>
                  <a:pt x="8128" y="38656"/>
                </a:lnTo>
                <a:lnTo>
                  <a:pt x="8128" y="38656"/>
                </a:lnTo>
                <a:lnTo>
                  <a:pt x="8128" y="38656"/>
                </a:lnTo>
                <a:lnTo>
                  <a:pt x="8128" y="38656"/>
                </a:lnTo>
                <a:lnTo>
                  <a:pt x="8128" y="38656"/>
                </a:lnTo>
                <a:lnTo>
                  <a:pt x="8128" y="38656"/>
                </a:lnTo>
                <a:lnTo>
                  <a:pt x="8127" y="38656"/>
                </a:lnTo>
                <a:lnTo>
                  <a:pt x="8127" y="38656"/>
                </a:lnTo>
                <a:lnTo>
                  <a:pt x="8127" y="38656"/>
                </a:lnTo>
                <a:lnTo>
                  <a:pt x="8127" y="38656"/>
                </a:lnTo>
                <a:lnTo>
                  <a:pt x="8127" y="38656"/>
                </a:lnTo>
                <a:lnTo>
                  <a:pt x="8126" y="38656"/>
                </a:lnTo>
                <a:lnTo>
                  <a:pt x="8126" y="38656"/>
                </a:lnTo>
                <a:lnTo>
                  <a:pt x="8126" y="38656"/>
                </a:lnTo>
                <a:lnTo>
                  <a:pt x="8126" y="38656"/>
                </a:lnTo>
                <a:lnTo>
                  <a:pt x="8126" y="38656"/>
                </a:lnTo>
                <a:lnTo>
                  <a:pt x="8126" y="38656"/>
                </a:lnTo>
                <a:lnTo>
                  <a:pt x="8125" y="38656"/>
                </a:lnTo>
                <a:lnTo>
                  <a:pt x="8125" y="38656"/>
                </a:lnTo>
                <a:lnTo>
                  <a:pt x="8125" y="38656"/>
                </a:lnTo>
                <a:lnTo>
                  <a:pt x="8125" y="38656"/>
                </a:lnTo>
                <a:lnTo>
                  <a:pt x="8125" y="38656"/>
                </a:lnTo>
                <a:lnTo>
                  <a:pt x="8124" y="38656"/>
                </a:lnTo>
                <a:lnTo>
                  <a:pt x="8124" y="38656"/>
                </a:lnTo>
                <a:lnTo>
                  <a:pt x="8124" y="38656"/>
                </a:lnTo>
                <a:lnTo>
                  <a:pt x="8124" y="38656"/>
                </a:lnTo>
                <a:lnTo>
                  <a:pt x="8124" y="38656"/>
                </a:lnTo>
                <a:lnTo>
                  <a:pt x="8124" y="38656"/>
                </a:lnTo>
                <a:lnTo>
                  <a:pt x="8123" y="38656"/>
                </a:lnTo>
                <a:lnTo>
                  <a:pt x="8123" y="38656"/>
                </a:lnTo>
                <a:lnTo>
                  <a:pt x="8123" y="38656"/>
                </a:lnTo>
                <a:lnTo>
                  <a:pt x="8123" y="38656"/>
                </a:lnTo>
                <a:lnTo>
                  <a:pt x="8123" y="38656"/>
                </a:lnTo>
                <a:lnTo>
                  <a:pt x="8122" y="38656"/>
                </a:lnTo>
                <a:lnTo>
                  <a:pt x="8122" y="38656"/>
                </a:lnTo>
                <a:lnTo>
                  <a:pt x="8122" y="38656"/>
                </a:lnTo>
                <a:lnTo>
                  <a:pt x="8122" y="38656"/>
                </a:lnTo>
                <a:lnTo>
                  <a:pt x="8122" y="38656"/>
                </a:lnTo>
                <a:lnTo>
                  <a:pt x="8122" y="38656"/>
                </a:lnTo>
                <a:lnTo>
                  <a:pt x="8121" y="38656"/>
                </a:lnTo>
                <a:lnTo>
                  <a:pt x="8121" y="38656"/>
                </a:lnTo>
                <a:lnTo>
                  <a:pt x="8121" y="38656"/>
                </a:lnTo>
                <a:lnTo>
                  <a:pt x="8121" y="38656"/>
                </a:lnTo>
                <a:lnTo>
                  <a:pt x="8121" y="38656"/>
                </a:lnTo>
                <a:lnTo>
                  <a:pt x="8120" y="38656"/>
                </a:lnTo>
                <a:lnTo>
                  <a:pt x="8120" y="38656"/>
                </a:lnTo>
                <a:lnTo>
                  <a:pt x="8120" y="38656"/>
                </a:lnTo>
                <a:lnTo>
                  <a:pt x="8120" y="38656"/>
                </a:lnTo>
                <a:lnTo>
                  <a:pt x="8120" y="38656"/>
                </a:lnTo>
                <a:lnTo>
                  <a:pt x="8120" y="38656"/>
                </a:lnTo>
                <a:lnTo>
                  <a:pt x="8119" y="38656"/>
                </a:lnTo>
                <a:lnTo>
                  <a:pt x="8119" y="38656"/>
                </a:lnTo>
                <a:lnTo>
                  <a:pt x="8119" y="38656"/>
                </a:lnTo>
                <a:lnTo>
                  <a:pt x="8119" y="38656"/>
                </a:lnTo>
                <a:lnTo>
                  <a:pt x="8119" y="38656"/>
                </a:lnTo>
                <a:lnTo>
                  <a:pt x="8118" y="38656"/>
                </a:lnTo>
                <a:lnTo>
                  <a:pt x="8118" y="38656"/>
                </a:lnTo>
                <a:lnTo>
                  <a:pt x="8118" y="38656"/>
                </a:lnTo>
                <a:lnTo>
                  <a:pt x="8118" y="38656"/>
                </a:lnTo>
                <a:lnTo>
                  <a:pt x="8118" y="38656"/>
                </a:lnTo>
                <a:lnTo>
                  <a:pt x="8118" y="38656"/>
                </a:lnTo>
                <a:lnTo>
                  <a:pt x="8117" y="38656"/>
                </a:lnTo>
                <a:lnTo>
                  <a:pt x="8117" y="38656"/>
                </a:lnTo>
                <a:lnTo>
                  <a:pt x="8117" y="38656"/>
                </a:lnTo>
                <a:lnTo>
                  <a:pt x="8117" y="38656"/>
                </a:lnTo>
                <a:lnTo>
                  <a:pt x="8117" y="38656"/>
                </a:lnTo>
                <a:lnTo>
                  <a:pt x="8116" y="38656"/>
                </a:lnTo>
                <a:lnTo>
                  <a:pt x="8116" y="38656"/>
                </a:lnTo>
                <a:lnTo>
                  <a:pt x="8116" y="38656"/>
                </a:lnTo>
                <a:lnTo>
                  <a:pt x="8116" y="38656"/>
                </a:lnTo>
                <a:lnTo>
                  <a:pt x="8116" y="38656"/>
                </a:lnTo>
                <a:lnTo>
                  <a:pt x="8116" y="38656"/>
                </a:lnTo>
                <a:lnTo>
                  <a:pt x="8115" y="38656"/>
                </a:lnTo>
                <a:lnTo>
                  <a:pt x="8115" y="38656"/>
                </a:lnTo>
                <a:lnTo>
                  <a:pt x="8115" y="38656"/>
                </a:lnTo>
                <a:lnTo>
                  <a:pt x="8115" y="38656"/>
                </a:lnTo>
                <a:lnTo>
                  <a:pt x="8115" y="38656"/>
                </a:lnTo>
                <a:lnTo>
                  <a:pt x="8114" y="38656"/>
                </a:lnTo>
                <a:lnTo>
                  <a:pt x="8114" y="38656"/>
                </a:lnTo>
                <a:lnTo>
                  <a:pt x="8114" y="38656"/>
                </a:lnTo>
                <a:lnTo>
                  <a:pt x="8114" y="38656"/>
                </a:lnTo>
                <a:lnTo>
                  <a:pt x="8114" y="38656"/>
                </a:lnTo>
                <a:lnTo>
                  <a:pt x="8114" y="38656"/>
                </a:lnTo>
                <a:lnTo>
                  <a:pt x="8113" y="38656"/>
                </a:lnTo>
                <a:lnTo>
                  <a:pt x="8113" y="38656"/>
                </a:lnTo>
                <a:lnTo>
                  <a:pt x="8113" y="38656"/>
                </a:lnTo>
                <a:lnTo>
                  <a:pt x="8113" y="38656"/>
                </a:lnTo>
                <a:lnTo>
                  <a:pt x="8113" y="38656"/>
                </a:lnTo>
                <a:lnTo>
                  <a:pt x="8112" y="38656"/>
                </a:lnTo>
                <a:lnTo>
                  <a:pt x="8112" y="38656"/>
                </a:lnTo>
                <a:lnTo>
                  <a:pt x="8112" y="38656"/>
                </a:lnTo>
                <a:lnTo>
                  <a:pt x="8112" y="38656"/>
                </a:lnTo>
                <a:lnTo>
                  <a:pt x="8112" y="38656"/>
                </a:lnTo>
                <a:lnTo>
                  <a:pt x="8112" y="38656"/>
                </a:lnTo>
                <a:lnTo>
                  <a:pt x="8111" y="38656"/>
                </a:lnTo>
                <a:lnTo>
                  <a:pt x="8111" y="38656"/>
                </a:lnTo>
                <a:lnTo>
                  <a:pt x="8111" y="38656"/>
                </a:lnTo>
                <a:lnTo>
                  <a:pt x="8111" y="38656"/>
                </a:lnTo>
                <a:lnTo>
                  <a:pt x="8111" y="38656"/>
                </a:lnTo>
                <a:lnTo>
                  <a:pt x="8110" y="38656"/>
                </a:lnTo>
                <a:lnTo>
                  <a:pt x="8110" y="38656"/>
                </a:lnTo>
                <a:lnTo>
                  <a:pt x="8110" y="38656"/>
                </a:lnTo>
                <a:lnTo>
                  <a:pt x="8110" y="38656"/>
                </a:lnTo>
                <a:lnTo>
                  <a:pt x="8110" y="38656"/>
                </a:lnTo>
                <a:lnTo>
                  <a:pt x="8110" y="38656"/>
                </a:lnTo>
                <a:lnTo>
                  <a:pt x="8109" y="38656"/>
                </a:lnTo>
                <a:lnTo>
                  <a:pt x="8109" y="38656"/>
                </a:lnTo>
                <a:lnTo>
                  <a:pt x="8109" y="38656"/>
                </a:lnTo>
                <a:lnTo>
                  <a:pt x="8109" y="38656"/>
                </a:lnTo>
                <a:lnTo>
                  <a:pt x="8109" y="38656"/>
                </a:lnTo>
                <a:lnTo>
                  <a:pt x="8108" y="38656"/>
                </a:lnTo>
                <a:lnTo>
                  <a:pt x="8108" y="38656"/>
                </a:lnTo>
                <a:lnTo>
                  <a:pt x="8108" y="38656"/>
                </a:lnTo>
                <a:lnTo>
                  <a:pt x="8108" y="38656"/>
                </a:lnTo>
                <a:lnTo>
                  <a:pt x="8108" y="38656"/>
                </a:lnTo>
                <a:lnTo>
                  <a:pt x="8108" y="38656"/>
                </a:lnTo>
                <a:lnTo>
                  <a:pt x="8107" y="38656"/>
                </a:lnTo>
                <a:lnTo>
                  <a:pt x="8107" y="38656"/>
                </a:lnTo>
                <a:lnTo>
                  <a:pt x="8107" y="38656"/>
                </a:lnTo>
                <a:lnTo>
                  <a:pt x="8107" y="38656"/>
                </a:lnTo>
                <a:lnTo>
                  <a:pt x="8107" y="38656"/>
                </a:lnTo>
                <a:lnTo>
                  <a:pt x="8106" y="38656"/>
                </a:lnTo>
                <a:lnTo>
                  <a:pt x="8106" y="38656"/>
                </a:lnTo>
                <a:lnTo>
                  <a:pt x="8106" y="38656"/>
                </a:lnTo>
                <a:lnTo>
                  <a:pt x="8106" y="38656"/>
                </a:lnTo>
                <a:lnTo>
                  <a:pt x="8106" y="38656"/>
                </a:lnTo>
                <a:lnTo>
                  <a:pt x="8106" y="38656"/>
                </a:lnTo>
                <a:lnTo>
                  <a:pt x="8105" y="38656"/>
                </a:lnTo>
                <a:lnTo>
                  <a:pt x="8105" y="38656"/>
                </a:lnTo>
                <a:lnTo>
                  <a:pt x="8105" y="38656"/>
                </a:lnTo>
                <a:lnTo>
                  <a:pt x="8105" y="38656"/>
                </a:lnTo>
                <a:lnTo>
                  <a:pt x="8105" y="38656"/>
                </a:lnTo>
                <a:lnTo>
                  <a:pt x="8104" y="38656"/>
                </a:lnTo>
                <a:lnTo>
                  <a:pt x="8104" y="38656"/>
                </a:lnTo>
                <a:lnTo>
                  <a:pt x="8104" y="38656"/>
                </a:lnTo>
                <a:lnTo>
                  <a:pt x="8104" y="38656"/>
                </a:lnTo>
                <a:lnTo>
                  <a:pt x="8104" y="38656"/>
                </a:lnTo>
                <a:lnTo>
                  <a:pt x="8103" y="38656"/>
                </a:lnTo>
                <a:lnTo>
                  <a:pt x="8103" y="38656"/>
                </a:lnTo>
                <a:lnTo>
                  <a:pt x="8103" y="38656"/>
                </a:lnTo>
                <a:lnTo>
                  <a:pt x="8103" y="38656"/>
                </a:lnTo>
                <a:lnTo>
                  <a:pt x="8103" y="38656"/>
                </a:lnTo>
                <a:lnTo>
                  <a:pt x="8103" y="38656"/>
                </a:lnTo>
                <a:lnTo>
                  <a:pt x="8102" y="38656"/>
                </a:lnTo>
                <a:lnTo>
                  <a:pt x="8102" y="38656"/>
                </a:lnTo>
                <a:lnTo>
                  <a:pt x="8102" y="38656"/>
                </a:lnTo>
                <a:lnTo>
                  <a:pt x="8102" y="38656"/>
                </a:lnTo>
                <a:lnTo>
                  <a:pt x="8102" y="38656"/>
                </a:lnTo>
                <a:lnTo>
                  <a:pt x="8101" y="38656"/>
                </a:lnTo>
                <a:lnTo>
                  <a:pt x="8101" y="38656"/>
                </a:lnTo>
                <a:lnTo>
                  <a:pt x="8101" y="38656"/>
                </a:lnTo>
                <a:lnTo>
                  <a:pt x="8101" y="38656"/>
                </a:lnTo>
                <a:lnTo>
                  <a:pt x="8101" y="38656"/>
                </a:lnTo>
                <a:lnTo>
                  <a:pt x="8101" y="38656"/>
                </a:lnTo>
                <a:lnTo>
                  <a:pt x="8100" y="38656"/>
                </a:lnTo>
                <a:lnTo>
                  <a:pt x="8100" y="38656"/>
                </a:lnTo>
                <a:lnTo>
                  <a:pt x="8100" y="38656"/>
                </a:lnTo>
                <a:lnTo>
                  <a:pt x="8100" y="38656"/>
                </a:lnTo>
                <a:lnTo>
                  <a:pt x="8100" y="38656"/>
                </a:lnTo>
                <a:lnTo>
                  <a:pt x="8099" y="38656"/>
                </a:lnTo>
                <a:lnTo>
                  <a:pt x="8099" y="38656"/>
                </a:lnTo>
                <a:lnTo>
                  <a:pt x="8099" y="38656"/>
                </a:lnTo>
                <a:lnTo>
                  <a:pt x="8099" y="38656"/>
                </a:lnTo>
                <a:lnTo>
                  <a:pt x="8099" y="38656"/>
                </a:lnTo>
                <a:lnTo>
                  <a:pt x="8099" y="38656"/>
                </a:lnTo>
                <a:lnTo>
                  <a:pt x="8098" y="38656"/>
                </a:lnTo>
                <a:lnTo>
                  <a:pt x="8098" y="38656"/>
                </a:lnTo>
                <a:lnTo>
                  <a:pt x="8098" y="38656"/>
                </a:lnTo>
                <a:lnTo>
                  <a:pt x="8098" y="38656"/>
                </a:lnTo>
                <a:lnTo>
                  <a:pt x="8098" y="38656"/>
                </a:lnTo>
                <a:lnTo>
                  <a:pt x="8097" y="38656"/>
                </a:lnTo>
                <a:lnTo>
                  <a:pt x="8097" y="38656"/>
                </a:lnTo>
                <a:lnTo>
                  <a:pt x="8097" y="38656"/>
                </a:lnTo>
                <a:lnTo>
                  <a:pt x="8097" y="38656"/>
                </a:lnTo>
                <a:lnTo>
                  <a:pt x="8097" y="38656"/>
                </a:lnTo>
                <a:lnTo>
                  <a:pt x="8097" y="38656"/>
                </a:lnTo>
                <a:lnTo>
                  <a:pt x="8096" y="38656"/>
                </a:lnTo>
                <a:lnTo>
                  <a:pt x="8096" y="38656"/>
                </a:lnTo>
                <a:lnTo>
                  <a:pt x="8096" y="38656"/>
                </a:lnTo>
                <a:lnTo>
                  <a:pt x="8096" y="38656"/>
                </a:lnTo>
                <a:lnTo>
                  <a:pt x="8096" y="38656"/>
                </a:lnTo>
                <a:lnTo>
                  <a:pt x="8095" y="38656"/>
                </a:lnTo>
                <a:lnTo>
                  <a:pt x="8095" y="38656"/>
                </a:lnTo>
                <a:lnTo>
                  <a:pt x="8095" y="38656"/>
                </a:lnTo>
                <a:lnTo>
                  <a:pt x="8095" y="38656"/>
                </a:lnTo>
                <a:lnTo>
                  <a:pt x="8095" y="38656"/>
                </a:lnTo>
                <a:lnTo>
                  <a:pt x="8095" y="38656"/>
                </a:lnTo>
                <a:lnTo>
                  <a:pt x="8094" y="38656"/>
                </a:lnTo>
                <a:lnTo>
                  <a:pt x="8094" y="38656"/>
                </a:lnTo>
                <a:lnTo>
                  <a:pt x="8094" y="38656"/>
                </a:lnTo>
                <a:lnTo>
                  <a:pt x="8094" y="38656"/>
                </a:lnTo>
                <a:lnTo>
                  <a:pt x="8094" y="38656"/>
                </a:lnTo>
                <a:lnTo>
                  <a:pt x="8093" y="38656"/>
                </a:lnTo>
                <a:lnTo>
                  <a:pt x="8093" y="38656"/>
                </a:lnTo>
                <a:lnTo>
                  <a:pt x="8093" y="38656"/>
                </a:lnTo>
                <a:lnTo>
                  <a:pt x="8093" y="38656"/>
                </a:lnTo>
                <a:lnTo>
                  <a:pt x="8093" y="38656"/>
                </a:lnTo>
                <a:lnTo>
                  <a:pt x="8093" y="38656"/>
                </a:lnTo>
                <a:lnTo>
                  <a:pt x="8092" y="38656"/>
                </a:lnTo>
                <a:lnTo>
                  <a:pt x="8092" y="38656"/>
                </a:lnTo>
                <a:lnTo>
                  <a:pt x="8092" y="38656"/>
                </a:lnTo>
                <a:lnTo>
                  <a:pt x="8092" y="38656"/>
                </a:lnTo>
                <a:lnTo>
                  <a:pt x="8092" y="38656"/>
                </a:lnTo>
                <a:lnTo>
                  <a:pt x="8091" y="38656"/>
                </a:lnTo>
                <a:lnTo>
                  <a:pt x="8091" y="38656"/>
                </a:lnTo>
                <a:lnTo>
                  <a:pt x="8091" y="38656"/>
                </a:lnTo>
                <a:lnTo>
                  <a:pt x="8091" y="38656"/>
                </a:lnTo>
                <a:lnTo>
                  <a:pt x="8091" y="38656"/>
                </a:lnTo>
                <a:lnTo>
                  <a:pt x="8091" y="38656"/>
                </a:lnTo>
                <a:lnTo>
                  <a:pt x="8090" y="38656"/>
                </a:lnTo>
                <a:lnTo>
                  <a:pt x="8090" y="38656"/>
                </a:lnTo>
                <a:lnTo>
                  <a:pt x="8090" y="38656"/>
                </a:lnTo>
                <a:lnTo>
                  <a:pt x="8090" y="38656"/>
                </a:lnTo>
                <a:lnTo>
                  <a:pt x="8090" y="38656"/>
                </a:lnTo>
                <a:lnTo>
                  <a:pt x="8089" y="38656"/>
                </a:lnTo>
                <a:lnTo>
                  <a:pt x="8089" y="38656"/>
                </a:lnTo>
                <a:lnTo>
                  <a:pt x="8089" y="38656"/>
                </a:lnTo>
                <a:lnTo>
                  <a:pt x="8089" y="38656"/>
                </a:lnTo>
                <a:lnTo>
                  <a:pt x="8089" y="38656"/>
                </a:lnTo>
                <a:lnTo>
                  <a:pt x="8088" y="38656"/>
                </a:lnTo>
                <a:lnTo>
                  <a:pt x="8088" y="38656"/>
                </a:lnTo>
                <a:lnTo>
                  <a:pt x="8088" y="38656"/>
                </a:lnTo>
                <a:lnTo>
                  <a:pt x="8088" y="38656"/>
                </a:lnTo>
                <a:lnTo>
                  <a:pt x="8088" y="38656"/>
                </a:lnTo>
                <a:lnTo>
                  <a:pt x="8088" y="38656"/>
                </a:lnTo>
                <a:lnTo>
                  <a:pt x="8087" y="38656"/>
                </a:lnTo>
                <a:lnTo>
                  <a:pt x="8087" y="38656"/>
                </a:lnTo>
                <a:lnTo>
                  <a:pt x="8087" y="38656"/>
                </a:lnTo>
                <a:lnTo>
                  <a:pt x="8087" y="38656"/>
                </a:lnTo>
                <a:lnTo>
                  <a:pt x="8087" y="38656"/>
                </a:lnTo>
                <a:lnTo>
                  <a:pt x="8086" y="38656"/>
                </a:lnTo>
                <a:lnTo>
                  <a:pt x="8086" y="38656"/>
                </a:lnTo>
                <a:lnTo>
                  <a:pt x="8086" y="38656"/>
                </a:lnTo>
                <a:lnTo>
                  <a:pt x="8086" y="38656"/>
                </a:lnTo>
                <a:lnTo>
                  <a:pt x="8086" y="38656"/>
                </a:lnTo>
                <a:lnTo>
                  <a:pt x="8086" y="38656"/>
                </a:lnTo>
                <a:lnTo>
                  <a:pt x="8085" y="38656"/>
                </a:lnTo>
                <a:lnTo>
                  <a:pt x="8085" y="38656"/>
                </a:lnTo>
                <a:lnTo>
                  <a:pt x="8085" y="38656"/>
                </a:lnTo>
                <a:lnTo>
                  <a:pt x="8085" y="38656"/>
                </a:lnTo>
                <a:lnTo>
                  <a:pt x="8085" y="38656"/>
                </a:lnTo>
                <a:lnTo>
                  <a:pt x="8084" y="38656"/>
                </a:lnTo>
                <a:lnTo>
                  <a:pt x="8084" y="38656"/>
                </a:lnTo>
                <a:lnTo>
                  <a:pt x="8084" y="38656"/>
                </a:lnTo>
                <a:lnTo>
                  <a:pt x="8084" y="38656"/>
                </a:lnTo>
                <a:lnTo>
                  <a:pt x="8084" y="38656"/>
                </a:lnTo>
                <a:lnTo>
                  <a:pt x="8084" y="38656"/>
                </a:lnTo>
                <a:lnTo>
                  <a:pt x="8083" y="38656"/>
                </a:lnTo>
                <a:lnTo>
                  <a:pt x="8083" y="38656"/>
                </a:lnTo>
                <a:lnTo>
                  <a:pt x="8083" y="38656"/>
                </a:lnTo>
                <a:lnTo>
                  <a:pt x="8083" y="38656"/>
                </a:lnTo>
                <a:lnTo>
                  <a:pt x="8083" y="38656"/>
                </a:lnTo>
                <a:lnTo>
                  <a:pt x="8082" y="38656"/>
                </a:lnTo>
                <a:lnTo>
                  <a:pt x="8082" y="38656"/>
                </a:lnTo>
                <a:lnTo>
                  <a:pt x="8082" y="38656"/>
                </a:lnTo>
                <a:lnTo>
                  <a:pt x="8082" y="38656"/>
                </a:lnTo>
                <a:lnTo>
                  <a:pt x="8082" y="38656"/>
                </a:lnTo>
                <a:lnTo>
                  <a:pt x="8082" y="38656"/>
                </a:lnTo>
                <a:lnTo>
                  <a:pt x="8081" y="38656"/>
                </a:lnTo>
                <a:lnTo>
                  <a:pt x="8081" y="38656"/>
                </a:lnTo>
                <a:lnTo>
                  <a:pt x="8081" y="38656"/>
                </a:lnTo>
                <a:lnTo>
                  <a:pt x="8081" y="38656"/>
                </a:lnTo>
                <a:lnTo>
                  <a:pt x="8081" y="38656"/>
                </a:lnTo>
                <a:lnTo>
                  <a:pt x="8080" y="38656"/>
                </a:lnTo>
                <a:lnTo>
                  <a:pt x="8080" y="38656"/>
                </a:lnTo>
                <a:lnTo>
                  <a:pt x="8080" y="38656"/>
                </a:lnTo>
                <a:lnTo>
                  <a:pt x="8080" y="38656"/>
                </a:lnTo>
                <a:lnTo>
                  <a:pt x="8080" y="38656"/>
                </a:lnTo>
                <a:lnTo>
                  <a:pt x="8079" y="38656"/>
                </a:lnTo>
                <a:lnTo>
                  <a:pt x="8079" y="38656"/>
                </a:lnTo>
                <a:lnTo>
                  <a:pt x="8079" y="38656"/>
                </a:lnTo>
                <a:lnTo>
                  <a:pt x="8079" y="38656"/>
                </a:lnTo>
                <a:lnTo>
                  <a:pt x="8079" y="38656"/>
                </a:lnTo>
                <a:lnTo>
                  <a:pt x="8079" y="38656"/>
                </a:lnTo>
                <a:lnTo>
                  <a:pt x="8078" y="38656"/>
                </a:lnTo>
                <a:lnTo>
                  <a:pt x="8078" y="38656"/>
                </a:lnTo>
                <a:lnTo>
                  <a:pt x="8078" y="38656"/>
                </a:lnTo>
                <a:lnTo>
                  <a:pt x="8078" y="38656"/>
                </a:lnTo>
                <a:lnTo>
                  <a:pt x="8078" y="38656"/>
                </a:lnTo>
                <a:lnTo>
                  <a:pt x="8077" y="38656"/>
                </a:lnTo>
                <a:lnTo>
                  <a:pt x="8077" y="38656"/>
                </a:lnTo>
                <a:lnTo>
                  <a:pt x="8077" y="38656"/>
                </a:lnTo>
                <a:lnTo>
                  <a:pt x="8077" y="38656"/>
                </a:lnTo>
                <a:lnTo>
                  <a:pt x="8077" y="38656"/>
                </a:lnTo>
                <a:lnTo>
                  <a:pt x="8077" y="38656"/>
                </a:lnTo>
                <a:lnTo>
                  <a:pt x="8076" y="38656"/>
                </a:lnTo>
                <a:lnTo>
                  <a:pt x="8076" y="38656"/>
                </a:lnTo>
                <a:lnTo>
                  <a:pt x="8076" y="38656"/>
                </a:lnTo>
                <a:lnTo>
                  <a:pt x="8076" y="38656"/>
                </a:lnTo>
                <a:lnTo>
                  <a:pt x="8076" y="38656"/>
                </a:lnTo>
                <a:lnTo>
                  <a:pt x="8075" y="38656"/>
                </a:lnTo>
                <a:lnTo>
                  <a:pt x="8075" y="38656"/>
                </a:lnTo>
                <a:lnTo>
                  <a:pt x="8075" y="38656"/>
                </a:lnTo>
                <a:lnTo>
                  <a:pt x="8075" y="38656"/>
                </a:lnTo>
                <a:lnTo>
                  <a:pt x="8075" y="38656"/>
                </a:lnTo>
                <a:lnTo>
                  <a:pt x="8075" y="38656"/>
                </a:lnTo>
                <a:lnTo>
                  <a:pt x="8074" y="38656"/>
                </a:lnTo>
                <a:lnTo>
                  <a:pt x="8074" y="38656"/>
                </a:lnTo>
                <a:lnTo>
                  <a:pt x="8074" y="38656"/>
                </a:lnTo>
                <a:lnTo>
                  <a:pt x="8074" y="38656"/>
                </a:lnTo>
                <a:lnTo>
                  <a:pt x="8074" y="38656"/>
                </a:lnTo>
                <a:lnTo>
                  <a:pt x="8073" y="38656"/>
                </a:lnTo>
                <a:lnTo>
                  <a:pt x="8073" y="38656"/>
                </a:lnTo>
                <a:lnTo>
                  <a:pt x="8073" y="38656"/>
                </a:lnTo>
                <a:lnTo>
                  <a:pt x="8073" y="38656"/>
                </a:lnTo>
                <a:lnTo>
                  <a:pt x="8073" y="38656"/>
                </a:lnTo>
                <a:lnTo>
                  <a:pt x="8073" y="38656"/>
                </a:lnTo>
                <a:lnTo>
                  <a:pt x="8072" y="38656"/>
                </a:lnTo>
                <a:lnTo>
                  <a:pt x="8072" y="38656"/>
                </a:lnTo>
                <a:lnTo>
                  <a:pt x="8072" y="38656"/>
                </a:lnTo>
                <a:lnTo>
                  <a:pt x="8072" y="38656"/>
                </a:lnTo>
                <a:lnTo>
                  <a:pt x="8072" y="38656"/>
                </a:lnTo>
                <a:lnTo>
                  <a:pt x="8071" y="38656"/>
                </a:lnTo>
                <a:lnTo>
                  <a:pt x="8071" y="38656"/>
                </a:lnTo>
                <a:lnTo>
                  <a:pt x="8071" y="38656"/>
                </a:lnTo>
                <a:lnTo>
                  <a:pt x="8071" y="38656"/>
                </a:lnTo>
                <a:lnTo>
                  <a:pt x="8071" y="38656"/>
                </a:lnTo>
                <a:lnTo>
                  <a:pt x="8071" y="38656"/>
                </a:lnTo>
                <a:lnTo>
                  <a:pt x="8070" y="38656"/>
                </a:lnTo>
                <a:lnTo>
                  <a:pt x="8070" y="38656"/>
                </a:lnTo>
                <a:lnTo>
                  <a:pt x="8070" y="38656"/>
                </a:lnTo>
                <a:lnTo>
                  <a:pt x="8070" y="38656"/>
                </a:lnTo>
                <a:lnTo>
                  <a:pt x="8070" y="38656"/>
                </a:lnTo>
                <a:lnTo>
                  <a:pt x="8069" y="38656"/>
                </a:lnTo>
                <a:lnTo>
                  <a:pt x="8069" y="38656"/>
                </a:lnTo>
                <a:lnTo>
                  <a:pt x="8069" y="38656"/>
                </a:lnTo>
                <a:lnTo>
                  <a:pt x="8069" y="38656"/>
                </a:lnTo>
                <a:lnTo>
                  <a:pt x="8069" y="38656"/>
                </a:lnTo>
                <a:lnTo>
                  <a:pt x="8068" y="38656"/>
                </a:lnTo>
                <a:lnTo>
                  <a:pt x="8068" y="38656"/>
                </a:lnTo>
                <a:lnTo>
                  <a:pt x="8068" y="38656"/>
                </a:lnTo>
                <a:lnTo>
                  <a:pt x="8068" y="38656"/>
                </a:lnTo>
                <a:lnTo>
                  <a:pt x="8068" y="38656"/>
                </a:lnTo>
                <a:lnTo>
                  <a:pt x="8068" y="38656"/>
                </a:lnTo>
                <a:lnTo>
                  <a:pt x="8067" y="38656"/>
                </a:lnTo>
                <a:lnTo>
                  <a:pt x="8067" y="38656"/>
                </a:lnTo>
                <a:lnTo>
                  <a:pt x="8067" y="38656"/>
                </a:lnTo>
                <a:lnTo>
                  <a:pt x="8067" y="38656"/>
                </a:lnTo>
                <a:lnTo>
                  <a:pt x="8067" y="38656"/>
                </a:lnTo>
                <a:lnTo>
                  <a:pt x="8066" y="38656"/>
                </a:lnTo>
                <a:lnTo>
                  <a:pt x="8066" y="38656"/>
                </a:lnTo>
                <a:lnTo>
                  <a:pt x="8066" y="38656"/>
                </a:lnTo>
                <a:lnTo>
                  <a:pt x="8066" y="38656"/>
                </a:lnTo>
                <a:lnTo>
                  <a:pt x="8066" y="38656"/>
                </a:lnTo>
                <a:lnTo>
                  <a:pt x="8066" y="38656"/>
                </a:lnTo>
                <a:lnTo>
                  <a:pt x="8065" y="38656"/>
                </a:lnTo>
                <a:lnTo>
                  <a:pt x="8065" y="38656"/>
                </a:lnTo>
                <a:lnTo>
                  <a:pt x="8065" y="38656"/>
                </a:lnTo>
                <a:lnTo>
                  <a:pt x="8065" y="38656"/>
                </a:lnTo>
                <a:lnTo>
                  <a:pt x="8065" y="38656"/>
                </a:lnTo>
                <a:lnTo>
                  <a:pt x="8064" y="38656"/>
                </a:lnTo>
                <a:lnTo>
                  <a:pt x="8064" y="38656"/>
                </a:lnTo>
                <a:lnTo>
                  <a:pt x="8064" y="38656"/>
                </a:lnTo>
                <a:lnTo>
                  <a:pt x="8064" y="38656"/>
                </a:lnTo>
                <a:lnTo>
                  <a:pt x="8064" y="38656"/>
                </a:lnTo>
                <a:lnTo>
                  <a:pt x="8064" y="38656"/>
                </a:lnTo>
                <a:lnTo>
                  <a:pt x="8063" y="38656"/>
                </a:lnTo>
                <a:lnTo>
                  <a:pt x="8063" y="38656"/>
                </a:lnTo>
                <a:lnTo>
                  <a:pt x="8063" y="38656"/>
                </a:lnTo>
                <a:lnTo>
                  <a:pt x="8063" y="38656"/>
                </a:lnTo>
                <a:lnTo>
                  <a:pt x="8063" y="38656"/>
                </a:lnTo>
                <a:lnTo>
                  <a:pt x="8062" y="38656"/>
                </a:lnTo>
                <a:lnTo>
                  <a:pt x="8062" y="38656"/>
                </a:lnTo>
                <a:lnTo>
                  <a:pt x="8062" y="38656"/>
                </a:lnTo>
                <a:lnTo>
                  <a:pt x="8062" y="38656"/>
                </a:lnTo>
                <a:lnTo>
                  <a:pt x="8062" y="38656"/>
                </a:lnTo>
                <a:lnTo>
                  <a:pt x="8061" y="38656"/>
                </a:lnTo>
                <a:lnTo>
                  <a:pt x="8061" y="38656"/>
                </a:lnTo>
                <a:lnTo>
                  <a:pt x="8061" y="38656"/>
                </a:lnTo>
                <a:lnTo>
                  <a:pt x="8061" y="38656"/>
                </a:lnTo>
                <a:lnTo>
                  <a:pt x="8061" y="38656"/>
                </a:lnTo>
                <a:lnTo>
                  <a:pt x="8061" y="38656"/>
                </a:lnTo>
                <a:lnTo>
                  <a:pt x="8060" y="38656"/>
                </a:lnTo>
                <a:lnTo>
                  <a:pt x="8060" y="38656"/>
                </a:lnTo>
                <a:lnTo>
                  <a:pt x="8060" y="38656"/>
                </a:lnTo>
                <a:lnTo>
                  <a:pt x="8060" y="38656"/>
                </a:lnTo>
                <a:lnTo>
                  <a:pt x="8060" y="38656"/>
                </a:lnTo>
                <a:lnTo>
                  <a:pt x="8059" y="38656"/>
                </a:lnTo>
                <a:lnTo>
                  <a:pt x="8059" y="38656"/>
                </a:lnTo>
                <a:lnTo>
                  <a:pt x="8059" y="38656"/>
                </a:lnTo>
                <a:lnTo>
                  <a:pt x="8059" y="38656"/>
                </a:lnTo>
                <a:lnTo>
                  <a:pt x="8059" y="38656"/>
                </a:lnTo>
                <a:lnTo>
                  <a:pt x="8059" y="38656"/>
                </a:lnTo>
                <a:lnTo>
                  <a:pt x="8058" y="38656"/>
                </a:lnTo>
                <a:lnTo>
                  <a:pt x="8058" y="38656"/>
                </a:lnTo>
                <a:lnTo>
                  <a:pt x="8058" y="38656"/>
                </a:lnTo>
                <a:lnTo>
                  <a:pt x="8058" y="38656"/>
                </a:lnTo>
                <a:lnTo>
                  <a:pt x="8058" y="38656"/>
                </a:lnTo>
                <a:lnTo>
                  <a:pt x="8057" y="38656"/>
                </a:lnTo>
                <a:lnTo>
                  <a:pt x="8057" y="38656"/>
                </a:lnTo>
                <a:lnTo>
                  <a:pt x="8057" y="38656"/>
                </a:lnTo>
                <a:lnTo>
                  <a:pt x="8057" y="38656"/>
                </a:lnTo>
                <a:lnTo>
                  <a:pt x="8057" y="38656"/>
                </a:lnTo>
                <a:lnTo>
                  <a:pt x="8057" y="38656"/>
                </a:lnTo>
                <a:lnTo>
                  <a:pt x="8056" y="38656"/>
                </a:lnTo>
                <a:lnTo>
                  <a:pt x="8056" y="38656"/>
                </a:lnTo>
                <a:lnTo>
                  <a:pt x="8056" y="38656"/>
                </a:lnTo>
                <a:lnTo>
                  <a:pt x="8056" y="38656"/>
                </a:lnTo>
                <a:lnTo>
                  <a:pt x="8056" y="38656"/>
                </a:lnTo>
                <a:lnTo>
                  <a:pt x="8055" y="38656"/>
                </a:lnTo>
                <a:lnTo>
                  <a:pt x="8055" y="38656"/>
                </a:lnTo>
                <a:lnTo>
                  <a:pt x="8055" y="38656"/>
                </a:lnTo>
                <a:lnTo>
                  <a:pt x="8055" y="38656"/>
                </a:lnTo>
                <a:lnTo>
                  <a:pt x="8055" y="38656"/>
                </a:lnTo>
                <a:lnTo>
                  <a:pt x="8054" y="38656"/>
                </a:lnTo>
                <a:lnTo>
                  <a:pt x="8054" y="38656"/>
                </a:lnTo>
                <a:lnTo>
                  <a:pt x="8054" y="38656"/>
                </a:lnTo>
                <a:lnTo>
                  <a:pt x="8054" y="38656"/>
                </a:lnTo>
                <a:lnTo>
                  <a:pt x="8054" y="38656"/>
                </a:lnTo>
                <a:lnTo>
                  <a:pt x="8054" y="38656"/>
                </a:lnTo>
                <a:lnTo>
                  <a:pt x="8053" y="38656"/>
                </a:lnTo>
                <a:lnTo>
                  <a:pt x="8053" y="38656"/>
                </a:lnTo>
                <a:lnTo>
                  <a:pt x="8053" y="38656"/>
                </a:lnTo>
                <a:lnTo>
                  <a:pt x="8053" y="38656"/>
                </a:lnTo>
                <a:lnTo>
                  <a:pt x="8053" y="38656"/>
                </a:lnTo>
                <a:lnTo>
                  <a:pt x="8052" y="38656"/>
                </a:lnTo>
                <a:lnTo>
                  <a:pt x="8052" y="38656"/>
                </a:lnTo>
                <a:lnTo>
                  <a:pt x="8052" y="38656"/>
                </a:lnTo>
                <a:lnTo>
                  <a:pt x="8052" y="38656"/>
                </a:lnTo>
                <a:lnTo>
                  <a:pt x="8052" y="38656"/>
                </a:lnTo>
                <a:lnTo>
                  <a:pt x="8052" y="38656"/>
                </a:lnTo>
                <a:lnTo>
                  <a:pt x="8051" y="38656"/>
                </a:lnTo>
                <a:lnTo>
                  <a:pt x="8051" y="38656"/>
                </a:lnTo>
                <a:lnTo>
                  <a:pt x="8051" y="38656"/>
                </a:lnTo>
                <a:lnTo>
                  <a:pt x="8051" y="38656"/>
                </a:lnTo>
                <a:lnTo>
                  <a:pt x="8051" y="38656"/>
                </a:lnTo>
                <a:lnTo>
                  <a:pt x="8050" y="38656"/>
                </a:lnTo>
                <a:lnTo>
                  <a:pt x="8050" y="38656"/>
                </a:lnTo>
                <a:lnTo>
                  <a:pt x="8050" y="38656"/>
                </a:lnTo>
                <a:lnTo>
                  <a:pt x="8050" y="38656"/>
                </a:lnTo>
                <a:lnTo>
                  <a:pt x="8050" y="38656"/>
                </a:lnTo>
                <a:lnTo>
                  <a:pt x="8050" y="38656"/>
                </a:lnTo>
                <a:lnTo>
                  <a:pt x="8049" y="38656"/>
                </a:lnTo>
                <a:lnTo>
                  <a:pt x="8049" y="38656"/>
                </a:lnTo>
                <a:lnTo>
                  <a:pt x="8049" y="38656"/>
                </a:lnTo>
                <a:lnTo>
                  <a:pt x="8049" y="38656"/>
                </a:lnTo>
                <a:lnTo>
                  <a:pt x="8049" y="38656"/>
                </a:lnTo>
                <a:lnTo>
                  <a:pt x="8048" y="38656"/>
                </a:lnTo>
                <a:lnTo>
                  <a:pt x="8048" y="38656"/>
                </a:lnTo>
                <a:lnTo>
                  <a:pt x="8048" y="38656"/>
                </a:lnTo>
                <a:lnTo>
                  <a:pt x="8048" y="38656"/>
                </a:lnTo>
                <a:lnTo>
                  <a:pt x="8048" y="38656"/>
                </a:lnTo>
                <a:lnTo>
                  <a:pt x="8047" y="38656"/>
                </a:lnTo>
                <a:lnTo>
                  <a:pt x="8047" y="38656"/>
                </a:lnTo>
                <a:lnTo>
                  <a:pt x="8047" y="38656"/>
                </a:lnTo>
                <a:lnTo>
                  <a:pt x="8047" y="38656"/>
                </a:lnTo>
                <a:lnTo>
                  <a:pt x="8047" y="38656"/>
                </a:lnTo>
                <a:lnTo>
                  <a:pt x="8047" y="38656"/>
                </a:lnTo>
                <a:lnTo>
                  <a:pt x="8046" y="38656"/>
                </a:lnTo>
                <a:lnTo>
                  <a:pt x="8046" y="38656"/>
                </a:lnTo>
                <a:lnTo>
                  <a:pt x="8046" y="38656"/>
                </a:lnTo>
                <a:lnTo>
                  <a:pt x="8046" y="38656"/>
                </a:lnTo>
                <a:lnTo>
                  <a:pt x="8046" y="38656"/>
                </a:lnTo>
                <a:lnTo>
                  <a:pt x="8045" y="38656"/>
                </a:lnTo>
                <a:lnTo>
                  <a:pt x="8045" y="38656"/>
                </a:lnTo>
                <a:lnTo>
                  <a:pt x="8045" y="38656"/>
                </a:lnTo>
                <a:lnTo>
                  <a:pt x="8045" y="38656"/>
                </a:lnTo>
                <a:lnTo>
                  <a:pt x="8045" y="38656"/>
                </a:lnTo>
                <a:lnTo>
                  <a:pt x="8045" y="38656"/>
                </a:lnTo>
                <a:lnTo>
                  <a:pt x="8044" y="38656"/>
                </a:lnTo>
                <a:lnTo>
                  <a:pt x="8044" y="38656"/>
                </a:lnTo>
                <a:lnTo>
                  <a:pt x="8044" y="38656"/>
                </a:lnTo>
                <a:lnTo>
                  <a:pt x="8044" y="38656"/>
                </a:lnTo>
                <a:lnTo>
                  <a:pt x="8044" y="38656"/>
                </a:lnTo>
                <a:lnTo>
                  <a:pt x="8043" y="38656"/>
                </a:lnTo>
                <a:lnTo>
                  <a:pt x="8043" y="38656"/>
                </a:lnTo>
                <a:lnTo>
                  <a:pt x="8043" y="38656"/>
                </a:lnTo>
                <a:lnTo>
                  <a:pt x="8043" y="38656"/>
                </a:lnTo>
                <a:lnTo>
                  <a:pt x="8043" y="38656"/>
                </a:lnTo>
                <a:lnTo>
                  <a:pt x="8042" y="38656"/>
                </a:lnTo>
                <a:lnTo>
                  <a:pt x="8042" y="38656"/>
                </a:lnTo>
                <a:lnTo>
                  <a:pt x="8042" y="38656"/>
                </a:lnTo>
                <a:lnTo>
                  <a:pt x="8042" y="38656"/>
                </a:lnTo>
                <a:lnTo>
                  <a:pt x="8042" y="38656"/>
                </a:lnTo>
                <a:lnTo>
                  <a:pt x="8042" y="38656"/>
                </a:lnTo>
                <a:lnTo>
                  <a:pt x="8041" y="38656"/>
                </a:lnTo>
                <a:lnTo>
                  <a:pt x="8041" y="38656"/>
                </a:lnTo>
                <a:lnTo>
                  <a:pt x="8041" y="38656"/>
                </a:lnTo>
                <a:lnTo>
                  <a:pt x="8041" y="38656"/>
                </a:lnTo>
                <a:lnTo>
                  <a:pt x="8041" y="38656"/>
                </a:lnTo>
                <a:lnTo>
                  <a:pt x="8040" y="38656"/>
                </a:lnTo>
                <a:lnTo>
                  <a:pt x="8040" y="38656"/>
                </a:lnTo>
                <a:lnTo>
                  <a:pt x="8040" y="38656"/>
                </a:lnTo>
                <a:lnTo>
                  <a:pt x="8040" y="38656"/>
                </a:lnTo>
                <a:lnTo>
                  <a:pt x="8040" y="38656"/>
                </a:lnTo>
                <a:lnTo>
                  <a:pt x="8040" y="38656"/>
                </a:lnTo>
                <a:lnTo>
                  <a:pt x="8039" y="38656"/>
                </a:lnTo>
                <a:lnTo>
                  <a:pt x="8039" y="38656"/>
                </a:lnTo>
                <a:lnTo>
                  <a:pt x="8039" y="38656"/>
                </a:lnTo>
                <a:lnTo>
                  <a:pt x="8039" y="38656"/>
                </a:lnTo>
                <a:lnTo>
                  <a:pt x="8039" y="38656"/>
                </a:lnTo>
                <a:lnTo>
                  <a:pt x="8038" y="38656"/>
                </a:lnTo>
                <a:lnTo>
                  <a:pt x="8038" y="38656"/>
                </a:lnTo>
                <a:lnTo>
                  <a:pt x="8038" y="38656"/>
                </a:lnTo>
                <a:lnTo>
                  <a:pt x="8038" y="38656"/>
                </a:lnTo>
                <a:lnTo>
                  <a:pt x="8038" y="38656"/>
                </a:lnTo>
                <a:lnTo>
                  <a:pt x="8037" y="38656"/>
                </a:lnTo>
                <a:lnTo>
                  <a:pt x="8037" y="38656"/>
                </a:lnTo>
                <a:lnTo>
                  <a:pt x="8037" y="38656"/>
                </a:lnTo>
                <a:lnTo>
                  <a:pt x="8037" y="38656"/>
                </a:lnTo>
                <a:lnTo>
                  <a:pt x="8037" y="38656"/>
                </a:lnTo>
                <a:lnTo>
                  <a:pt x="8037" y="38656"/>
                </a:lnTo>
                <a:lnTo>
                  <a:pt x="8036" y="38656"/>
                </a:lnTo>
                <a:lnTo>
                  <a:pt x="8036" y="38656"/>
                </a:lnTo>
                <a:lnTo>
                  <a:pt x="8036" y="38656"/>
                </a:lnTo>
                <a:lnTo>
                  <a:pt x="8036" y="38656"/>
                </a:lnTo>
                <a:lnTo>
                  <a:pt x="8036" y="38656"/>
                </a:lnTo>
                <a:lnTo>
                  <a:pt x="8035" y="38656"/>
                </a:lnTo>
                <a:lnTo>
                  <a:pt x="8035" y="38656"/>
                </a:lnTo>
                <a:lnTo>
                  <a:pt x="8035" y="38656"/>
                </a:lnTo>
                <a:lnTo>
                  <a:pt x="8035" y="38656"/>
                </a:lnTo>
                <a:lnTo>
                  <a:pt x="8035" y="38656"/>
                </a:lnTo>
                <a:lnTo>
                  <a:pt x="8035" y="38656"/>
                </a:lnTo>
                <a:lnTo>
                  <a:pt x="8034" y="38656"/>
                </a:lnTo>
                <a:lnTo>
                  <a:pt x="8034" y="38656"/>
                </a:lnTo>
                <a:lnTo>
                  <a:pt x="8034" y="38656"/>
                </a:lnTo>
                <a:lnTo>
                  <a:pt x="8034" y="38656"/>
                </a:lnTo>
                <a:lnTo>
                  <a:pt x="8034" y="38656"/>
                </a:lnTo>
                <a:lnTo>
                  <a:pt x="8033" y="38656"/>
                </a:lnTo>
                <a:lnTo>
                  <a:pt x="8033" y="38656"/>
                </a:lnTo>
                <a:lnTo>
                  <a:pt x="8033" y="38656"/>
                </a:lnTo>
                <a:lnTo>
                  <a:pt x="8033" y="38656"/>
                </a:lnTo>
                <a:lnTo>
                  <a:pt x="8033" y="38656"/>
                </a:lnTo>
                <a:lnTo>
                  <a:pt x="8032" y="38656"/>
                </a:lnTo>
                <a:lnTo>
                  <a:pt x="8032" y="38656"/>
                </a:lnTo>
                <a:lnTo>
                  <a:pt x="8032" y="38656"/>
                </a:lnTo>
                <a:lnTo>
                  <a:pt x="8032" y="38656"/>
                </a:lnTo>
                <a:lnTo>
                  <a:pt x="8032" y="38656"/>
                </a:lnTo>
                <a:lnTo>
                  <a:pt x="8032" y="38656"/>
                </a:lnTo>
                <a:lnTo>
                  <a:pt x="8031" y="38656"/>
                </a:lnTo>
                <a:lnTo>
                  <a:pt x="8031" y="38656"/>
                </a:lnTo>
                <a:lnTo>
                  <a:pt x="8031" y="38656"/>
                </a:lnTo>
                <a:lnTo>
                  <a:pt x="8031" y="38656"/>
                </a:lnTo>
                <a:lnTo>
                  <a:pt x="8031" y="38656"/>
                </a:lnTo>
                <a:lnTo>
                  <a:pt x="8030" y="38656"/>
                </a:lnTo>
                <a:lnTo>
                  <a:pt x="8030" y="38656"/>
                </a:lnTo>
                <a:lnTo>
                  <a:pt x="8030" y="38656"/>
                </a:lnTo>
                <a:lnTo>
                  <a:pt x="8030" y="38656"/>
                </a:lnTo>
                <a:lnTo>
                  <a:pt x="8030" y="38656"/>
                </a:lnTo>
                <a:lnTo>
                  <a:pt x="8030" y="38656"/>
                </a:lnTo>
                <a:lnTo>
                  <a:pt x="8029" y="38656"/>
                </a:lnTo>
                <a:lnTo>
                  <a:pt x="8029" y="38656"/>
                </a:lnTo>
                <a:lnTo>
                  <a:pt x="8029" y="38656"/>
                </a:lnTo>
                <a:lnTo>
                  <a:pt x="8029" y="38656"/>
                </a:lnTo>
                <a:lnTo>
                  <a:pt x="8029" y="38656"/>
                </a:lnTo>
                <a:lnTo>
                  <a:pt x="8028" y="38656"/>
                </a:lnTo>
                <a:lnTo>
                  <a:pt x="8028" y="38656"/>
                </a:lnTo>
                <a:lnTo>
                  <a:pt x="8028" y="38656"/>
                </a:lnTo>
                <a:lnTo>
                  <a:pt x="8028" y="38656"/>
                </a:lnTo>
                <a:lnTo>
                  <a:pt x="8028" y="38656"/>
                </a:lnTo>
                <a:lnTo>
                  <a:pt x="8027" y="38656"/>
                </a:lnTo>
                <a:lnTo>
                  <a:pt x="8027" y="38656"/>
                </a:lnTo>
                <a:lnTo>
                  <a:pt x="8027" y="38656"/>
                </a:lnTo>
                <a:lnTo>
                  <a:pt x="8027" y="38656"/>
                </a:lnTo>
                <a:lnTo>
                  <a:pt x="8027" y="38656"/>
                </a:lnTo>
                <a:lnTo>
                  <a:pt x="8027" y="38656"/>
                </a:lnTo>
                <a:lnTo>
                  <a:pt x="8026" y="38656"/>
                </a:lnTo>
                <a:lnTo>
                  <a:pt x="8026" y="38656"/>
                </a:lnTo>
                <a:lnTo>
                  <a:pt x="8026" y="38656"/>
                </a:lnTo>
                <a:lnTo>
                  <a:pt x="8026" y="38656"/>
                </a:lnTo>
                <a:lnTo>
                  <a:pt x="8026" y="38656"/>
                </a:lnTo>
                <a:lnTo>
                  <a:pt x="8025" y="38656"/>
                </a:lnTo>
                <a:lnTo>
                  <a:pt x="8025" y="38656"/>
                </a:lnTo>
                <a:lnTo>
                  <a:pt x="8025" y="38656"/>
                </a:lnTo>
                <a:lnTo>
                  <a:pt x="8025" y="38656"/>
                </a:lnTo>
                <a:lnTo>
                  <a:pt x="8025" y="38656"/>
                </a:lnTo>
                <a:lnTo>
                  <a:pt x="8025" y="38656"/>
                </a:lnTo>
                <a:lnTo>
                  <a:pt x="8024" y="38656"/>
                </a:lnTo>
                <a:lnTo>
                  <a:pt x="8024" y="38656"/>
                </a:lnTo>
                <a:lnTo>
                  <a:pt x="8024" y="38656"/>
                </a:lnTo>
                <a:lnTo>
                  <a:pt x="8024" y="38656"/>
                </a:lnTo>
                <a:lnTo>
                  <a:pt x="8024" y="38656"/>
                </a:lnTo>
                <a:lnTo>
                  <a:pt x="8023" y="38656"/>
                </a:lnTo>
                <a:lnTo>
                  <a:pt x="8023" y="38656"/>
                </a:lnTo>
                <a:lnTo>
                  <a:pt x="8023" y="38656"/>
                </a:lnTo>
                <a:lnTo>
                  <a:pt x="8023" y="38656"/>
                </a:lnTo>
                <a:lnTo>
                  <a:pt x="8023" y="38656"/>
                </a:lnTo>
                <a:lnTo>
                  <a:pt x="8022" y="38656"/>
                </a:lnTo>
                <a:lnTo>
                  <a:pt x="8022" y="38656"/>
                </a:lnTo>
                <a:lnTo>
                  <a:pt x="8022" y="38656"/>
                </a:lnTo>
                <a:lnTo>
                  <a:pt x="8022" y="38656"/>
                </a:lnTo>
                <a:lnTo>
                  <a:pt x="8022" y="38656"/>
                </a:lnTo>
                <a:lnTo>
                  <a:pt x="8022" y="38656"/>
                </a:lnTo>
                <a:lnTo>
                  <a:pt x="8021" y="38656"/>
                </a:lnTo>
                <a:lnTo>
                  <a:pt x="8021" y="38656"/>
                </a:lnTo>
                <a:lnTo>
                  <a:pt x="8021" y="38656"/>
                </a:lnTo>
                <a:lnTo>
                  <a:pt x="8021" y="38656"/>
                </a:lnTo>
                <a:lnTo>
                  <a:pt x="8021" y="38656"/>
                </a:lnTo>
                <a:lnTo>
                  <a:pt x="8020" y="38656"/>
                </a:lnTo>
                <a:lnTo>
                  <a:pt x="8020" y="38656"/>
                </a:lnTo>
                <a:lnTo>
                  <a:pt x="8020" y="38656"/>
                </a:lnTo>
                <a:lnTo>
                  <a:pt x="8020" y="38656"/>
                </a:lnTo>
                <a:lnTo>
                  <a:pt x="8020" y="38656"/>
                </a:lnTo>
                <a:lnTo>
                  <a:pt x="8020" y="38656"/>
                </a:lnTo>
                <a:lnTo>
                  <a:pt x="8019" y="38656"/>
                </a:lnTo>
                <a:lnTo>
                  <a:pt x="8019" y="38656"/>
                </a:lnTo>
                <a:lnTo>
                  <a:pt x="8019" y="38656"/>
                </a:lnTo>
                <a:lnTo>
                  <a:pt x="8019" y="38656"/>
                </a:lnTo>
                <a:lnTo>
                  <a:pt x="8019" y="38656"/>
                </a:lnTo>
                <a:lnTo>
                  <a:pt x="8018" y="38656"/>
                </a:lnTo>
                <a:lnTo>
                  <a:pt x="8018" y="38656"/>
                </a:lnTo>
                <a:lnTo>
                  <a:pt x="8018" y="38656"/>
                </a:lnTo>
                <a:lnTo>
                  <a:pt x="8018" y="38656"/>
                </a:lnTo>
                <a:lnTo>
                  <a:pt x="8018" y="38656"/>
                </a:lnTo>
                <a:lnTo>
                  <a:pt x="8017" y="38656"/>
                </a:lnTo>
                <a:lnTo>
                  <a:pt x="8017" y="38656"/>
                </a:lnTo>
                <a:lnTo>
                  <a:pt x="8017" y="38656"/>
                </a:lnTo>
                <a:lnTo>
                  <a:pt x="8017" y="38656"/>
                </a:lnTo>
                <a:lnTo>
                  <a:pt x="8017" y="38656"/>
                </a:lnTo>
                <a:lnTo>
                  <a:pt x="8017" y="38656"/>
                </a:lnTo>
                <a:lnTo>
                  <a:pt x="8016" y="38656"/>
                </a:lnTo>
                <a:lnTo>
                  <a:pt x="8016" y="38656"/>
                </a:lnTo>
                <a:lnTo>
                  <a:pt x="8016" y="38656"/>
                </a:lnTo>
                <a:lnTo>
                  <a:pt x="8016" y="38656"/>
                </a:lnTo>
                <a:lnTo>
                  <a:pt x="8016" y="38656"/>
                </a:lnTo>
                <a:lnTo>
                  <a:pt x="8015" y="38656"/>
                </a:lnTo>
                <a:lnTo>
                  <a:pt x="8015" y="38656"/>
                </a:lnTo>
                <a:lnTo>
                  <a:pt x="8015" y="38656"/>
                </a:lnTo>
                <a:lnTo>
                  <a:pt x="8015" y="38656"/>
                </a:lnTo>
                <a:lnTo>
                  <a:pt x="8015" y="38656"/>
                </a:lnTo>
                <a:lnTo>
                  <a:pt x="8015" y="38656"/>
                </a:lnTo>
                <a:lnTo>
                  <a:pt x="8014" y="38656"/>
                </a:lnTo>
                <a:lnTo>
                  <a:pt x="8014" y="38656"/>
                </a:lnTo>
                <a:lnTo>
                  <a:pt x="8014" y="38656"/>
                </a:lnTo>
                <a:lnTo>
                  <a:pt x="8014" y="38656"/>
                </a:lnTo>
                <a:lnTo>
                  <a:pt x="8014" y="38656"/>
                </a:lnTo>
                <a:lnTo>
                  <a:pt x="8013" y="38656"/>
                </a:lnTo>
                <a:lnTo>
                  <a:pt x="8013" y="38656"/>
                </a:lnTo>
                <a:lnTo>
                  <a:pt x="8013" y="38656"/>
                </a:lnTo>
                <a:lnTo>
                  <a:pt x="8013" y="38656"/>
                </a:lnTo>
                <a:lnTo>
                  <a:pt x="8013" y="38656"/>
                </a:lnTo>
                <a:lnTo>
                  <a:pt x="8012" y="38656"/>
                </a:lnTo>
                <a:lnTo>
                  <a:pt x="8012" y="38656"/>
                </a:lnTo>
                <a:lnTo>
                  <a:pt x="8012" y="38656"/>
                </a:lnTo>
                <a:lnTo>
                  <a:pt x="8012" y="38656"/>
                </a:lnTo>
                <a:lnTo>
                  <a:pt x="8012" y="38656"/>
                </a:lnTo>
                <a:lnTo>
                  <a:pt x="8012" y="38656"/>
                </a:lnTo>
                <a:lnTo>
                  <a:pt x="8011" y="38656"/>
                </a:lnTo>
                <a:lnTo>
                  <a:pt x="8011" y="38656"/>
                </a:lnTo>
                <a:lnTo>
                  <a:pt x="8011" y="38656"/>
                </a:lnTo>
                <a:lnTo>
                  <a:pt x="8011" y="38656"/>
                </a:lnTo>
                <a:lnTo>
                  <a:pt x="8011" y="38656"/>
                </a:lnTo>
                <a:lnTo>
                  <a:pt x="8010" y="38656"/>
                </a:lnTo>
                <a:lnTo>
                  <a:pt x="8010" y="38656"/>
                </a:lnTo>
                <a:lnTo>
                  <a:pt x="8010" y="38656"/>
                </a:lnTo>
                <a:lnTo>
                  <a:pt x="8010" y="38656"/>
                </a:lnTo>
                <a:lnTo>
                  <a:pt x="8010" y="38656"/>
                </a:lnTo>
                <a:lnTo>
                  <a:pt x="8009" y="38656"/>
                </a:lnTo>
                <a:lnTo>
                  <a:pt x="8009" y="38656"/>
                </a:lnTo>
                <a:lnTo>
                  <a:pt x="8009" y="38656"/>
                </a:lnTo>
                <a:lnTo>
                  <a:pt x="8009" y="38656"/>
                </a:lnTo>
                <a:lnTo>
                  <a:pt x="8009" y="38656"/>
                </a:lnTo>
                <a:lnTo>
                  <a:pt x="8009" y="38656"/>
                </a:lnTo>
                <a:lnTo>
                  <a:pt x="8008" y="38656"/>
                </a:lnTo>
                <a:lnTo>
                  <a:pt x="8008" y="38656"/>
                </a:lnTo>
                <a:lnTo>
                  <a:pt x="8008" y="38656"/>
                </a:lnTo>
                <a:lnTo>
                  <a:pt x="8008" y="38656"/>
                </a:lnTo>
                <a:lnTo>
                  <a:pt x="8008" y="38656"/>
                </a:lnTo>
                <a:lnTo>
                  <a:pt x="8007" y="38656"/>
                </a:lnTo>
                <a:lnTo>
                  <a:pt x="8007" y="38656"/>
                </a:lnTo>
                <a:lnTo>
                  <a:pt x="8007" y="38656"/>
                </a:lnTo>
                <a:lnTo>
                  <a:pt x="8007" y="38656"/>
                </a:lnTo>
                <a:lnTo>
                  <a:pt x="8007" y="38656"/>
                </a:lnTo>
                <a:lnTo>
                  <a:pt x="8007" y="38656"/>
                </a:lnTo>
                <a:lnTo>
                  <a:pt x="8006" y="38656"/>
                </a:lnTo>
                <a:lnTo>
                  <a:pt x="8006" y="38656"/>
                </a:lnTo>
                <a:lnTo>
                  <a:pt x="8006" y="38656"/>
                </a:lnTo>
                <a:lnTo>
                  <a:pt x="8006" y="38656"/>
                </a:lnTo>
                <a:lnTo>
                  <a:pt x="8006" y="38656"/>
                </a:lnTo>
                <a:lnTo>
                  <a:pt x="8005" y="38656"/>
                </a:lnTo>
                <a:lnTo>
                  <a:pt x="8005" y="38656"/>
                </a:lnTo>
                <a:lnTo>
                  <a:pt x="8005" y="38656"/>
                </a:lnTo>
                <a:lnTo>
                  <a:pt x="8005" y="38656"/>
                </a:lnTo>
                <a:lnTo>
                  <a:pt x="8005" y="38656"/>
                </a:lnTo>
                <a:lnTo>
                  <a:pt x="8004" y="38656"/>
                </a:lnTo>
                <a:lnTo>
                  <a:pt x="8004" y="38656"/>
                </a:lnTo>
                <a:lnTo>
                  <a:pt x="8004" y="38656"/>
                </a:lnTo>
                <a:lnTo>
                  <a:pt x="8004" y="38656"/>
                </a:lnTo>
                <a:lnTo>
                  <a:pt x="8004" y="38656"/>
                </a:lnTo>
                <a:lnTo>
                  <a:pt x="8004" y="38656"/>
                </a:lnTo>
                <a:lnTo>
                  <a:pt x="8003" y="38656"/>
                </a:lnTo>
                <a:lnTo>
                  <a:pt x="8003" y="38656"/>
                </a:lnTo>
                <a:lnTo>
                  <a:pt x="8003" y="38656"/>
                </a:lnTo>
                <a:lnTo>
                  <a:pt x="8003" y="38656"/>
                </a:lnTo>
                <a:lnTo>
                  <a:pt x="8003" y="38656"/>
                </a:lnTo>
                <a:lnTo>
                  <a:pt x="8002" y="38656"/>
                </a:lnTo>
                <a:lnTo>
                  <a:pt x="8002" y="38656"/>
                </a:lnTo>
                <a:lnTo>
                  <a:pt x="8002" y="38656"/>
                </a:lnTo>
                <a:lnTo>
                  <a:pt x="8002" y="38656"/>
                </a:lnTo>
                <a:lnTo>
                  <a:pt x="8002" y="38656"/>
                </a:lnTo>
                <a:lnTo>
                  <a:pt x="8001" y="38656"/>
                </a:lnTo>
                <a:lnTo>
                  <a:pt x="8001" y="38656"/>
                </a:lnTo>
                <a:lnTo>
                  <a:pt x="8001" y="38656"/>
                </a:lnTo>
                <a:lnTo>
                  <a:pt x="8001" y="38656"/>
                </a:lnTo>
                <a:lnTo>
                  <a:pt x="8001" y="38656"/>
                </a:lnTo>
                <a:lnTo>
                  <a:pt x="8001" y="38656"/>
                </a:lnTo>
                <a:lnTo>
                  <a:pt x="8000" y="38656"/>
                </a:lnTo>
                <a:lnTo>
                  <a:pt x="8000" y="38656"/>
                </a:lnTo>
                <a:lnTo>
                  <a:pt x="8000" y="38656"/>
                </a:lnTo>
                <a:lnTo>
                  <a:pt x="8000" y="38656"/>
                </a:lnTo>
                <a:lnTo>
                  <a:pt x="8000" y="38656"/>
                </a:lnTo>
                <a:lnTo>
                  <a:pt x="7999" y="38656"/>
                </a:lnTo>
                <a:lnTo>
                  <a:pt x="7999" y="38656"/>
                </a:lnTo>
                <a:lnTo>
                  <a:pt x="7999" y="38656"/>
                </a:lnTo>
                <a:lnTo>
                  <a:pt x="7999" y="38656"/>
                </a:lnTo>
                <a:lnTo>
                  <a:pt x="7999" y="38656"/>
                </a:lnTo>
                <a:lnTo>
                  <a:pt x="7999" y="38656"/>
                </a:lnTo>
                <a:lnTo>
                  <a:pt x="7998" y="38656"/>
                </a:lnTo>
                <a:lnTo>
                  <a:pt x="7998" y="38656"/>
                </a:lnTo>
                <a:lnTo>
                  <a:pt x="7998" y="38656"/>
                </a:lnTo>
                <a:lnTo>
                  <a:pt x="7998" y="38656"/>
                </a:lnTo>
                <a:lnTo>
                  <a:pt x="7998" y="38656"/>
                </a:lnTo>
                <a:lnTo>
                  <a:pt x="7997" y="38656"/>
                </a:lnTo>
                <a:lnTo>
                  <a:pt x="7997" y="38656"/>
                </a:lnTo>
                <a:lnTo>
                  <a:pt x="7997" y="38656"/>
                </a:lnTo>
                <a:lnTo>
                  <a:pt x="7997" y="38656"/>
                </a:lnTo>
                <a:lnTo>
                  <a:pt x="7997" y="38656"/>
                </a:lnTo>
                <a:lnTo>
                  <a:pt x="7996" y="38656"/>
                </a:lnTo>
                <a:lnTo>
                  <a:pt x="7996" y="38656"/>
                </a:lnTo>
                <a:lnTo>
                  <a:pt x="7996" y="38656"/>
                </a:lnTo>
                <a:lnTo>
                  <a:pt x="7996" y="38656"/>
                </a:lnTo>
                <a:lnTo>
                  <a:pt x="7996" y="38656"/>
                </a:lnTo>
                <a:lnTo>
                  <a:pt x="7996" y="38656"/>
                </a:lnTo>
                <a:lnTo>
                  <a:pt x="7995" y="38656"/>
                </a:lnTo>
                <a:lnTo>
                  <a:pt x="7995" y="38656"/>
                </a:lnTo>
                <a:lnTo>
                  <a:pt x="7995" y="38656"/>
                </a:lnTo>
                <a:lnTo>
                  <a:pt x="7995" y="38656"/>
                </a:lnTo>
                <a:lnTo>
                  <a:pt x="7995" y="38656"/>
                </a:lnTo>
                <a:lnTo>
                  <a:pt x="7994" y="38656"/>
                </a:lnTo>
                <a:lnTo>
                  <a:pt x="7994" y="38656"/>
                </a:lnTo>
                <a:lnTo>
                  <a:pt x="7994" y="38656"/>
                </a:lnTo>
                <a:lnTo>
                  <a:pt x="7994" y="38656"/>
                </a:lnTo>
                <a:lnTo>
                  <a:pt x="7994" y="38656"/>
                </a:lnTo>
                <a:lnTo>
                  <a:pt x="7993" y="38656"/>
                </a:lnTo>
                <a:lnTo>
                  <a:pt x="7993" y="38656"/>
                </a:lnTo>
                <a:lnTo>
                  <a:pt x="7993" y="38656"/>
                </a:lnTo>
                <a:lnTo>
                  <a:pt x="7993" y="38656"/>
                </a:lnTo>
                <a:lnTo>
                  <a:pt x="7993" y="38656"/>
                </a:lnTo>
                <a:lnTo>
                  <a:pt x="7993" y="38656"/>
                </a:lnTo>
                <a:lnTo>
                  <a:pt x="7992" y="38656"/>
                </a:lnTo>
                <a:lnTo>
                  <a:pt x="7992" y="38656"/>
                </a:lnTo>
                <a:lnTo>
                  <a:pt x="7992" y="38656"/>
                </a:lnTo>
                <a:lnTo>
                  <a:pt x="7992" y="38656"/>
                </a:lnTo>
                <a:lnTo>
                  <a:pt x="7992" y="38656"/>
                </a:lnTo>
                <a:lnTo>
                  <a:pt x="7991" y="38656"/>
                </a:lnTo>
                <a:lnTo>
                  <a:pt x="7991" y="38656"/>
                </a:lnTo>
                <a:lnTo>
                  <a:pt x="7991" y="38656"/>
                </a:lnTo>
                <a:lnTo>
                  <a:pt x="7991" y="38656"/>
                </a:lnTo>
                <a:lnTo>
                  <a:pt x="7991" y="38656"/>
                </a:lnTo>
                <a:lnTo>
                  <a:pt x="7990" y="38656"/>
                </a:lnTo>
                <a:lnTo>
                  <a:pt x="7990" y="38656"/>
                </a:lnTo>
                <a:lnTo>
                  <a:pt x="7990" y="38656"/>
                </a:lnTo>
                <a:lnTo>
                  <a:pt x="7990" y="38656"/>
                </a:lnTo>
                <a:lnTo>
                  <a:pt x="7990" y="38656"/>
                </a:lnTo>
                <a:lnTo>
                  <a:pt x="7990" y="38656"/>
                </a:lnTo>
                <a:lnTo>
                  <a:pt x="7989" y="38656"/>
                </a:lnTo>
                <a:lnTo>
                  <a:pt x="7989" y="38656"/>
                </a:lnTo>
                <a:lnTo>
                  <a:pt x="7989" y="38656"/>
                </a:lnTo>
                <a:lnTo>
                  <a:pt x="7989" y="38656"/>
                </a:lnTo>
                <a:lnTo>
                  <a:pt x="7989" y="38656"/>
                </a:lnTo>
                <a:lnTo>
                  <a:pt x="7988" y="38656"/>
                </a:lnTo>
                <a:lnTo>
                  <a:pt x="7988" y="38656"/>
                </a:lnTo>
                <a:lnTo>
                  <a:pt x="7988" y="38656"/>
                </a:lnTo>
                <a:lnTo>
                  <a:pt x="7988" y="38656"/>
                </a:lnTo>
                <a:lnTo>
                  <a:pt x="7988" y="38656"/>
                </a:lnTo>
                <a:lnTo>
                  <a:pt x="7988" y="38656"/>
                </a:lnTo>
                <a:lnTo>
                  <a:pt x="7987" y="38656"/>
                </a:lnTo>
                <a:lnTo>
                  <a:pt x="7987" y="38656"/>
                </a:lnTo>
                <a:lnTo>
                  <a:pt x="7987" y="38656"/>
                </a:lnTo>
                <a:lnTo>
                  <a:pt x="7987" y="38656"/>
                </a:lnTo>
                <a:lnTo>
                  <a:pt x="7987" y="38656"/>
                </a:lnTo>
                <a:lnTo>
                  <a:pt x="7986" y="38656"/>
                </a:lnTo>
                <a:lnTo>
                  <a:pt x="7986" y="38656"/>
                </a:lnTo>
                <a:lnTo>
                  <a:pt x="7986" y="38656"/>
                </a:lnTo>
                <a:lnTo>
                  <a:pt x="7986" y="38656"/>
                </a:lnTo>
                <a:lnTo>
                  <a:pt x="7986" y="38656"/>
                </a:lnTo>
                <a:lnTo>
                  <a:pt x="7985" y="38656"/>
                </a:lnTo>
                <a:lnTo>
                  <a:pt x="7985" y="38656"/>
                </a:lnTo>
                <a:lnTo>
                  <a:pt x="7985" y="38656"/>
                </a:lnTo>
                <a:lnTo>
                  <a:pt x="7985" y="38656"/>
                </a:lnTo>
                <a:lnTo>
                  <a:pt x="7985" y="38656"/>
                </a:lnTo>
                <a:lnTo>
                  <a:pt x="7985" y="38656"/>
                </a:lnTo>
                <a:lnTo>
                  <a:pt x="7984" y="38656"/>
                </a:lnTo>
                <a:lnTo>
                  <a:pt x="7984" y="38656"/>
                </a:lnTo>
                <a:lnTo>
                  <a:pt x="7984" y="38656"/>
                </a:lnTo>
                <a:lnTo>
                  <a:pt x="7984" y="38656"/>
                </a:lnTo>
                <a:lnTo>
                  <a:pt x="7984" y="38656"/>
                </a:lnTo>
                <a:lnTo>
                  <a:pt x="7983" y="38656"/>
                </a:lnTo>
                <a:lnTo>
                  <a:pt x="7983" y="38656"/>
                </a:lnTo>
                <a:lnTo>
                  <a:pt x="7983" y="38656"/>
                </a:lnTo>
                <a:lnTo>
                  <a:pt x="7983" y="38656"/>
                </a:lnTo>
                <a:lnTo>
                  <a:pt x="7983" y="38656"/>
                </a:lnTo>
                <a:lnTo>
                  <a:pt x="7982" y="38656"/>
                </a:lnTo>
                <a:lnTo>
                  <a:pt x="7982" y="38656"/>
                </a:lnTo>
                <a:lnTo>
                  <a:pt x="7982" y="38656"/>
                </a:lnTo>
                <a:lnTo>
                  <a:pt x="7982" y="38656"/>
                </a:lnTo>
                <a:lnTo>
                  <a:pt x="7982" y="38656"/>
                </a:lnTo>
                <a:lnTo>
                  <a:pt x="7982" y="38656"/>
                </a:lnTo>
                <a:lnTo>
                  <a:pt x="7981" y="38656"/>
                </a:lnTo>
                <a:lnTo>
                  <a:pt x="7981" y="38656"/>
                </a:lnTo>
                <a:lnTo>
                  <a:pt x="7981" y="38656"/>
                </a:lnTo>
                <a:lnTo>
                  <a:pt x="7981" y="38656"/>
                </a:lnTo>
                <a:lnTo>
                  <a:pt x="7981" y="38656"/>
                </a:lnTo>
                <a:lnTo>
                  <a:pt x="7980" y="38656"/>
                </a:lnTo>
                <a:lnTo>
                  <a:pt x="7980" y="38656"/>
                </a:lnTo>
                <a:lnTo>
                  <a:pt x="7980" y="38656"/>
                </a:lnTo>
                <a:lnTo>
                  <a:pt x="7980" y="38656"/>
                </a:lnTo>
                <a:lnTo>
                  <a:pt x="7980" y="38656"/>
                </a:lnTo>
                <a:lnTo>
                  <a:pt x="7979" y="38656"/>
                </a:lnTo>
                <a:lnTo>
                  <a:pt x="7979" y="38656"/>
                </a:lnTo>
                <a:lnTo>
                  <a:pt x="7979" y="38656"/>
                </a:lnTo>
                <a:lnTo>
                  <a:pt x="7979" y="38656"/>
                </a:lnTo>
                <a:lnTo>
                  <a:pt x="7979" y="38656"/>
                </a:lnTo>
                <a:lnTo>
                  <a:pt x="7979" y="38656"/>
                </a:lnTo>
                <a:lnTo>
                  <a:pt x="7978" y="38656"/>
                </a:lnTo>
                <a:lnTo>
                  <a:pt x="7978" y="38656"/>
                </a:lnTo>
                <a:lnTo>
                  <a:pt x="7978" y="38656"/>
                </a:lnTo>
                <a:lnTo>
                  <a:pt x="7978" y="38656"/>
                </a:lnTo>
                <a:lnTo>
                  <a:pt x="7978" y="38656"/>
                </a:lnTo>
                <a:lnTo>
                  <a:pt x="7977" y="38656"/>
                </a:lnTo>
                <a:lnTo>
                  <a:pt x="7977" y="38656"/>
                </a:lnTo>
                <a:lnTo>
                  <a:pt x="7977" y="38656"/>
                </a:lnTo>
                <a:lnTo>
                  <a:pt x="7977" y="38656"/>
                </a:lnTo>
                <a:lnTo>
                  <a:pt x="7977" y="38656"/>
                </a:lnTo>
                <a:lnTo>
                  <a:pt x="7976" y="38656"/>
                </a:lnTo>
                <a:lnTo>
                  <a:pt x="7976" y="38656"/>
                </a:lnTo>
                <a:lnTo>
                  <a:pt x="7976" y="38656"/>
                </a:lnTo>
                <a:lnTo>
                  <a:pt x="7976" y="38656"/>
                </a:lnTo>
                <a:lnTo>
                  <a:pt x="7976" y="38656"/>
                </a:lnTo>
                <a:lnTo>
                  <a:pt x="7976" y="38656"/>
                </a:lnTo>
                <a:lnTo>
                  <a:pt x="7975" y="38656"/>
                </a:lnTo>
                <a:lnTo>
                  <a:pt x="7975" y="38656"/>
                </a:lnTo>
                <a:lnTo>
                  <a:pt x="7975" y="38656"/>
                </a:lnTo>
                <a:lnTo>
                  <a:pt x="7975" y="38656"/>
                </a:lnTo>
                <a:lnTo>
                  <a:pt x="7975" y="38656"/>
                </a:lnTo>
                <a:lnTo>
                  <a:pt x="7974" y="38656"/>
                </a:lnTo>
                <a:lnTo>
                  <a:pt x="7974" y="38656"/>
                </a:lnTo>
                <a:lnTo>
                  <a:pt x="7974" y="38656"/>
                </a:lnTo>
                <a:lnTo>
                  <a:pt x="7974" y="38656"/>
                </a:lnTo>
                <a:lnTo>
                  <a:pt x="7974" y="38656"/>
                </a:lnTo>
                <a:lnTo>
                  <a:pt x="7974" y="38656"/>
                </a:lnTo>
                <a:lnTo>
                  <a:pt x="7973" y="38656"/>
                </a:lnTo>
                <a:lnTo>
                  <a:pt x="7973" y="38656"/>
                </a:lnTo>
                <a:lnTo>
                  <a:pt x="7973" y="38656"/>
                </a:lnTo>
                <a:lnTo>
                  <a:pt x="7973" y="38656"/>
                </a:lnTo>
                <a:lnTo>
                  <a:pt x="7973" y="38656"/>
                </a:lnTo>
                <a:lnTo>
                  <a:pt x="7972" y="38656"/>
                </a:lnTo>
                <a:lnTo>
                  <a:pt x="7972" y="38656"/>
                </a:lnTo>
                <a:lnTo>
                  <a:pt x="7972" y="38656"/>
                </a:lnTo>
                <a:lnTo>
                  <a:pt x="7972" y="38656"/>
                </a:lnTo>
                <a:lnTo>
                  <a:pt x="7972" y="38656"/>
                </a:lnTo>
                <a:lnTo>
                  <a:pt x="7971" y="38656"/>
                </a:lnTo>
                <a:lnTo>
                  <a:pt x="7971" y="38656"/>
                </a:lnTo>
                <a:lnTo>
                  <a:pt x="7971" y="38656"/>
                </a:lnTo>
                <a:lnTo>
                  <a:pt x="7971" y="38656"/>
                </a:lnTo>
                <a:lnTo>
                  <a:pt x="7971" y="38656"/>
                </a:lnTo>
                <a:lnTo>
                  <a:pt x="7971" y="38656"/>
                </a:lnTo>
                <a:lnTo>
                  <a:pt x="7970" y="38656"/>
                </a:lnTo>
                <a:lnTo>
                  <a:pt x="7970" y="38656"/>
                </a:lnTo>
                <a:lnTo>
                  <a:pt x="7970" y="38656"/>
                </a:lnTo>
                <a:lnTo>
                  <a:pt x="7970" y="38656"/>
                </a:lnTo>
                <a:lnTo>
                  <a:pt x="7970" y="38656"/>
                </a:lnTo>
                <a:lnTo>
                  <a:pt x="7969" y="38656"/>
                </a:lnTo>
                <a:lnTo>
                  <a:pt x="7969" y="38656"/>
                </a:lnTo>
                <a:lnTo>
                  <a:pt x="7969" y="38656"/>
                </a:lnTo>
                <a:lnTo>
                  <a:pt x="7969" y="38656"/>
                </a:lnTo>
                <a:lnTo>
                  <a:pt x="7969" y="38656"/>
                </a:lnTo>
                <a:lnTo>
                  <a:pt x="7968" y="38656"/>
                </a:lnTo>
                <a:lnTo>
                  <a:pt x="7968" y="38656"/>
                </a:lnTo>
                <a:lnTo>
                  <a:pt x="7968" y="38656"/>
                </a:lnTo>
                <a:lnTo>
                  <a:pt x="7968" y="38656"/>
                </a:lnTo>
                <a:lnTo>
                  <a:pt x="7968" y="38656"/>
                </a:lnTo>
                <a:lnTo>
                  <a:pt x="7968" y="38656"/>
                </a:lnTo>
                <a:lnTo>
                  <a:pt x="7967" y="38656"/>
                </a:lnTo>
                <a:lnTo>
                  <a:pt x="7967" y="38656"/>
                </a:lnTo>
                <a:lnTo>
                  <a:pt x="7967" y="38656"/>
                </a:lnTo>
                <a:lnTo>
                  <a:pt x="7967" y="38656"/>
                </a:lnTo>
                <a:lnTo>
                  <a:pt x="7967" y="38656"/>
                </a:lnTo>
                <a:lnTo>
                  <a:pt x="7966" y="38656"/>
                </a:lnTo>
                <a:lnTo>
                  <a:pt x="7966" y="38656"/>
                </a:lnTo>
                <a:lnTo>
                  <a:pt x="7966" y="38656"/>
                </a:lnTo>
                <a:lnTo>
                  <a:pt x="7966" y="38656"/>
                </a:lnTo>
                <a:lnTo>
                  <a:pt x="7966" y="38656"/>
                </a:lnTo>
                <a:lnTo>
                  <a:pt x="7965" y="38656"/>
                </a:lnTo>
                <a:lnTo>
                  <a:pt x="7965" y="38656"/>
                </a:lnTo>
                <a:lnTo>
                  <a:pt x="7965" y="38656"/>
                </a:lnTo>
                <a:lnTo>
                  <a:pt x="7965" y="38656"/>
                </a:lnTo>
                <a:lnTo>
                  <a:pt x="7965" y="38656"/>
                </a:lnTo>
                <a:lnTo>
                  <a:pt x="7965" y="38656"/>
                </a:lnTo>
                <a:lnTo>
                  <a:pt x="7964" y="38656"/>
                </a:lnTo>
                <a:lnTo>
                  <a:pt x="7964" y="38656"/>
                </a:lnTo>
                <a:lnTo>
                  <a:pt x="7964" y="38656"/>
                </a:lnTo>
                <a:lnTo>
                  <a:pt x="7964" y="38656"/>
                </a:lnTo>
                <a:lnTo>
                  <a:pt x="7964" y="38656"/>
                </a:lnTo>
                <a:lnTo>
                  <a:pt x="7963" y="38656"/>
                </a:lnTo>
                <a:lnTo>
                  <a:pt x="7963" y="38656"/>
                </a:lnTo>
                <a:lnTo>
                  <a:pt x="7963" y="38656"/>
                </a:lnTo>
                <a:lnTo>
                  <a:pt x="7963" y="38656"/>
                </a:lnTo>
                <a:lnTo>
                  <a:pt x="7963" y="38656"/>
                </a:lnTo>
                <a:lnTo>
                  <a:pt x="7962" y="38656"/>
                </a:lnTo>
                <a:lnTo>
                  <a:pt x="7962" y="38656"/>
                </a:lnTo>
                <a:lnTo>
                  <a:pt x="7962" y="38656"/>
                </a:lnTo>
                <a:lnTo>
                  <a:pt x="7962" y="38656"/>
                </a:lnTo>
                <a:lnTo>
                  <a:pt x="7962" y="38656"/>
                </a:lnTo>
                <a:lnTo>
                  <a:pt x="7962" y="38656"/>
                </a:lnTo>
                <a:lnTo>
                  <a:pt x="7961" y="38656"/>
                </a:lnTo>
                <a:lnTo>
                  <a:pt x="7961" y="38656"/>
                </a:lnTo>
                <a:lnTo>
                  <a:pt x="7961" y="38656"/>
                </a:lnTo>
                <a:lnTo>
                  <a:pt x="7961" y="38656"/>
                </a:lnTo>
                <a:lnTo>
                  <a:pt x="7961" y="38656"/>
                </a:lnTo>
                <a:lnTo>
                  <a:pt x="7960" y="38656"/>
                </a:lnTo>
                <a:lnTo>
                  <a:pt x="7960" y="38656"/>
                </a:lnTo>
                <a:lnTo>
                  <a:pt x="7960" y="38656"/>
                </a:lnTo>
                <a:lnTo>
                  <a:pt x="7960" y="38656"/>
                </a:lnTo>
                <a:lnTo>
                  <a:pt x="7960" y="38656"/>
                </a:lnTo>
                <a:lnTo>
                  <a:pt x="7959" y="38656"/>
                </a:lnTo>
                <a:lnTo>
                  <a:pt x="7959" y="38656"/>
                </a:lnTo>
                <a:lnTo>
                  <a:pt x="7959" y="38656"/>
                </a:lnTo>
                <a:lnTo>
                  <a:pt x="7959" y="38656"/>
                </a:lnTo>
                <a:lnTo>
                  <a:pt x="7959" y="38656"/>
                </a:lnTo>
                <a:lnTo>
                  <a:pt x="7959" y="38656"/>
                </a:lnTo>
                <a:lnTo>
                  <a:pt x="7958" y="38656"/>
                </a:lnTo>
                <a:lnTo>
                  <a:pt x="7958" y="38656"/>
                </a:lnTo>
                <a:lnTo>
                  <a:pt x="7958" y="38656"/>
                </a:lnTo>
                <a:lnTo>
                  <a:pt x="7958" y="38656"/>
                </a:lnTo>
                <a:lnTo>
                  <a:pt x="7958" y="38656"/>
                </a:lnTo>
                <a:lnTo>
                  <a:pt x="7957" y="38656"/>
                </a:lnTo>
                <a:lnTo>
                  <a:pt x="7957" y="38656"/>
                </a:lnTo>
                <a:lnTo>
                  <a:pt x="7957" y="38656"/>
                </a:lnTo>
                <a:lnTo>
                  <a:pt x="7957" y="38656"/>
                </a:lnTo>
                <a:lnTo>
                  <a:pt x="7957" y="38656"/>
                </a:lnTo>
                <a:lnTo>
                  <a:pt x="7956" y="38656"/>
                </a:lnTo>
                <a:lnTo>
                  <a:pt x="7956" y="38656"/>
                </a:lnTo>
                <a:lnTo>
                  <a:pt x="7956" y="38656"/>
                </a:lnTo>
                <a:lnTo>
                  <a:pt x="7956" y="38656"/>
                </a:lnTo>
                <a:lnTo>
                  <a:pt x="7956" y="38656"/>
                </a:lnTo>
                <a:lnTo>
                  <a:pt x="7956" y="38656"/>
                </a:lnTo>
                <a:lnTo>
                  <a:pt x="7955" y="38656"/>
                </a:lnTo>
                <a:lnTo>
                  <a:pt x="7955" y="38656"/>
                </a:lnTo>
                <a:lnTo>
                  <a:pt x="7955" y="38656"/>
                </a:lnTo>
                <a:lnTo>
                  <a:pt x="7955" y="38656"/>
                </a:lnTo>
                <a:lnTo>
                  <a:pt x="7955" y="38656"/>
                </a:lnTo>
                <a:lnTo>
                  <a:pt x="7954" y="38656"/>
                </a:lnTo>
                <a:lnTo>
                  <a:pt x="7954" y="38656"/>
                </a:lnTo>
                <a:lnTo>
                  <a:pt x="7954" y="38656"/>
                </a:lnTo>
                <a:lnTo>
                  <a:pt x="7954" y="38656"/>
                </a:lnTo>
                <a:lnTo>
                  <a:pt x="7954" y="38656"/>
                </a:lnTo>
                <a:lnTo>
                  <a:pt x="7953" y="38656"/>
                </a:lnTo>
                <a:lnTo>
                  <a:pt x="7953" y="38656"/>
                </a:lnTo>
                <a:lnTo>
                  <a:pt x="7953" y="38656"/>
                </a:lnTo>
                <a:lnTo>
                  <a:pt x="7953" y="38656"/>
                </a:lnTo>
                <a:lnTo>
                  <a:pt x="7953" y="38656"/>
                </a:lnTo>
                <a:lnTo>
                  <a:pt x="7953" y="38656"/>
                </a:lnTo>
                <a:lnTo>
                  <a:pt x="7952" y="38656"/>
                </a:lnTo>
                <a:lnTo>
                  <a:pt x="7952" y="38656"/>
                </a:lnTo>
                <a:lnTo>
                  <a:pt x="7952" y="38656"/>
                </a:lnTo>
                <a:lnTo>
                  <a:pt x="7952" y="38656"/>
                </a:lnTo>
                <a:lnTo>
                  <a:pt x="7952" y="38656"/>
                </a:lnTo>
                <a:lnTo>
                  <a:pt x="7951" y="38656"/>
                </a:lnTo>
                <a:lnTo>
                  <a:pt x="7951" y="38656"/>
                </a:lnTo>
                <a:lnTo>
                  <a:pt x="7951" y="38656"/>
                </a:lnTo>
                <a:lnTo>
                  <a:pt x="7951" y="38656"/>
                </a:lnTo>
                <a:lnTo>
                  <a:pt x="7951" y="38656"/>
                </a:lnTo>
                <a:lnTo>
                  <a:pt x="7950" y="38656"/>
                </a:lnTo>
                <a:lnTo>
                  <a:pt x="7950" y="38656"/>
                </a:lnTo>
                <a:lnTo>
                  <a:pt x="7950" y="38656"/>
                </a:lnTo>
                <a:lnTo>
                  <a:pt x="7950" y="38656"/>
                </a:lnTo>
                <a:lnTo>
                  <a:pt x="7950" y="38656"/>
                </a:lnTo>
                <a:lnTo>
                  <a:pt x="7950" y="38656"/>
                </a:lnTo>
                <a:lnTo>
                  <a:pt x="7949" y="38656"/>
                </a:lnTo>
                <a:lnTo>
                  <a:pt x="7949" y="38656"/>
                </a:lnTo>
                <a:lnTo>
                  <a:pt x="7949" y="38656"/>
                </a:lnTo>
                <a:lnTo>
                  <a:pt x="7949" y="38656"/>
                </a:lnTo>
                <a:lnTo>
                  <a:pt x="7949" y="38656"/>
                </a:lnTo>
                <a:lnTo>
                  <a:pt x="7948" y="38656"/>
                </a:lnTo>
                <a:lnTo>
                  <a:pt x="7948" y="38656"/>
                </a:lnTo>
                <a:lnTo>
                  <a:pt x="7948" y="38656"/>
                </a:lnTo>
                <a:lnTo>
                  <a:pt x="7948" y="38656"/>
                </a:lnTo>
                <a:lnTo>
                  <a:pt x="7948" y="38656"/>
                </a:lnTo>
                <a:lnTo>
                  <a:pt x="7947" y="38656"/>
                </a:lnTo>
                <a:lnTo>
                  <a:pt x="7947" y="38656"/>
                </a:lnTo>
                <a:lnTo>
                  <a:pt x="7947" y="38656"/>
                </a:lnTo>
                <a:lnTo>
                  <a:pt x="7947" y="38656"/>
                </a:lnTo>
                <a:lnTo>
                  <a:pt x="7947" y="38656"/>
                </a:lnTo>
                <a:lnTo>
                  <a:pt x="7946" y="38656"/>
                </a:lnTo>
                <a:lnTo>
                  <a:pt x="7946" y="38656"/>
                </a:lnTo>
                <a:lnTo>
                  <a:pt x="7946" y="38656"/>
                </a:lnTo>
                <a:lnTo>
                  <a:pt x="7946" y="38656"/>
                </a:lnTo>
                <a:lnTo>
                  <a:pt x="7946" y="38656"/>
                </a:lnTo>
                <a:lnTo>
                  <a:pt x="7946" y="38656"/>
                </a:lnTo>
                <a:lnTo>
                  <a:pt x="7945" y="38656"/>
                </a:lnTo>
                <a:lnTo>
                  <a:pt x="7945" y="38656"/>
                </a:lnTo>
                <a:lnTo>
                  <a:pt x="7945" y="38656"/>
                </a:lnTo>
                <a:lnTo>
                  <a:pt x="7945" y="38656"/>
                </a:lnTo>
                <a:lnTo>
                  <a:pt x="7945" y="38656"/>
                </a:lnTo>
                <a:lnTo>
                  <a:pt x="7944" y="38656"/>
                </a:lnTo>
                <a:lnTo>
                  <a:pt x="7944" y="38656"/>
                </a:lnTo>
                <a:lnTo>
                  <a:pt x="7944" y="38656"/>
                </a:lnTo>
                <a:lnTo>
                  <a:pt x="7944" y="38656"/>
                </a:lnTo>
                <a:lnTo>
                  <a:pt x="7944" y="38656"/>
                </a:lnTo>
                <a:lnTo>
                  <a:pt x="7943" y="38656"/>
                </a:lnTo>
                <a:lnTo>
                  <a:pt x="7943" y="38656"/>
                </a:lnTo>
                <a:lnTo>
                  <a:pt x="7943" y="38656"/>
                </a:lnTo>
                <a:lnTo>
                  <a:pt x="7943" y="38656"/>
                </a:lnTo>
                <a:lnTo>
                  <a:pt x="7943" y="38656"/>
                </a:lnTo>
                <a:lnTo>
                  <a:pt x="7943" y="38656"/>
                </a:lnTo>
                <a:lnTo>
                  <a:pt x="7942" y="38656"/>
                </a:lnTo>
                <a:lnTo>
                  <a:pt x="7942" y="38656"/>
                </a:lnTo>
                <a:lnTo>
                  <a:pt x="7942" y="38656"/>
                </a:lnTo>
                <a:lnTo>
                  <a:pt x="7942" y="38656"/>
                </a:lnTo>
                <a:lnTo>
                  <a:pt x="7942" y="38656"/>
                </a:lnTo>
                <a:lnTo>
                  <a:pt x="7941" y="38656"/>
                </a:lnTo>
                <a:lnTo>
                  <a:pt x="7941" y="38656"/>
                </a:lnTo>
                <a:lnTo>
                  <a:pt x="7941" y="38656"/>
                </a:lnTo>
                <a:lnTo>
                  <a:pt x="7941" y="38656"/>
                </a:lnTo>
                <a:lnTo>
                  <a:pt x="7941" y="38656"/>
                </a:lnTo>
                <a:lnTo>
                  <a:pt x="7940" y="38656"/>
                </a:lnTo>
                <a:lnTo>
                  <a:pt x="7940" y="38656"/>
                </a:lnTo>
                <a:lnTo>
                  <a:pt x="7940" y="38656"/>
                </a:lnTo>
                <a:lnTo>
                  <a:pt x="7940" y="38656"/>
                </a:lnTo>
                <a:lnTo>
                  <a:pt x="7940" y="38656"/>
                </a:lnTo>
                <a:lnTo>
                  <a:pt x="7940" y="38656"/>
                </a:lnTo>
                <a:lnTo>
                  <a:pt x="7939" y="38656"/>
                </a:lnTo>
                <a:lnTo>
                  <a:pt x="7939" y="38656"/>
                </a:lnTo>
                <a:lnTo>
                  <a:pt x="7939" y="38656"/>
                </a:lnTo>
                <a:lnTo>
                  <a:pt x="7939" y="38656"/>
                </a:lnTo>
                <a:lnTo>
                  <a:pt x="7939" y="38656"/>
                </a:lnTo>
                <a:lnTo>
                  <a:pt x="7938" y="38656"/>
                </a:lnTo>
                <a:lnTo>
                  <a:pt x="7938" y="38656"/>
                </a:lnTo>
                <a:lnTo>
                  <a:pt x="7938" y="38656"/>
                </a:lnTo>
                <a:lnTo>
                  <a:pt x="7938" y="38656"/>
                </a:lnTo>
                <a:lnTo>
                  <a:pt x="7938" y="38656"/>
                </a:lnTo>
                <a:lnTo>
                  <a:pt x="7937" y="38656"/>
                </a:lnTo>
                <a:lnTo>
                  <a:pt x="7937" y="38656"/>
                </a:lnTo>
                <a:lnTo>
                  <a:pt x="7937" y="38656"/>
                </a:lnTo>
                <a:lnTo>
                  <a:pt x="7937" y="38656"/>
                </a:lnTo>
                <a:lnTo>
                  <a:pt x="7937" y="38656"/>
                </a:lnTo>
                <a:lnTo>
                  <a:pt x="7937" y="38656"/>
                </a:lnTo>
                <a:lnTo>
                  <a:pt x="7936" y="38656"/>
                </a:lnTo>
                <a:lnTo>
                  <a:pt x="7936" y="38656"/>
                </a:lnTo>
                <a:lnTo>
                  <a:pt x="7936" y="38656"/>
                </a:lnTo>
                <a:lnTo>
                  <a:pt x="7936" y="38656"/>
                </a:lnTo>
                <a:lnTo>
                  <a:pt x="7936" y="38656"/>
                </a:lnTo>
                <a:lnTo>
                  <a:pt x="7935" y="38656"/>
                </a:lnTo>
                <a:lnTo>
                  <a:pt x="7935" y="38656"/>
                </a:lnTo>
                <a:lnTo>
                  <a:pt x="7935" y="38656"/>
                </a:lnTo>
                <a:lnTo>
                  <a:pt x="7935" y="38656"/>
                </a:lnTo>
                <a:lnTo>
                  <a:pt x="7935" y="38656"/>
                </a:lnTo>
                <a:lnTo>
                  <a:pt x="7934" y="38656"/>
                </a:lnTo>
                <a:lnTo>
                  <a:pt x="7934" y="38656"/>
                </a:lnTo>
                <a:lnTo>
                  <a:pt x="7934" y="38656"/>
                </a:lnTo>
                <a:lnTo>
                  <a:pt x="7934" y="38656"/>
                </a:lnTo>
                <a:lnTo>
                  <a:pt x="7934" y="38656"/>
                </a:lnTo>
                <a:lnTo>
                  <a:pt x="7934" y="38656"/>
                </a:lnTo>
                <a:lnTo>
                  <a:pt x="7933" y="38656"/>
                </a:lnTo>
                <a:lnTo>
                  <a:pt x="7933" y="38656"/>
                </a:lnTo>
                <a:lnTo>
                  <a:pt x="7933" y="38656"/>
                </a:lnTo>
                <a:lnTo>
                  <a:pt x="7933" y="38656"/>
                </a:lnTo>
                <a:lnTo>
                  <a:pt x="7933" y="38656"/>
                </a:lnTo>
                <a:lnTo>
                  <a:pt x="7932" y="38656"/>
                </a:lnTo>
                <a:lnTo>
                  <a:pt x="7932" y="38656"/>
                </a:lnTo>
                <a:lnTo>
                  <a:pt x="7932" y="38656"/>
                </a:lnTo>
                <a:lnTo>
                  <a:pt x="7932" y="38656"/>
                </a:lnTo>
                <a:lnTo>
                  <a:pt x="7932" y="38656"/>
                </a:lnTo>
                <a:lnTo>
                  <a:pt x="7931" y="38656"/>
                </a:lnTo>
                <a:lnTo>
                  <a:pt x="7931" y="38656"/>
                </a:lnTo>
                <a:lnTo>
                  <a:pt x="7931" y="38656"/>
                </a:lnTo>
                <a:lnTo>
                  <a:pt x="7931" y="38656"/>
                </a:lnTo>
                <a:lnTo>
                  <a:pt x="7931" y="38656"/>
                </a:lnTo>
                <a:lnTo>
                  <a:pt x="7930" y="38656"/>
                </a:lnTo>
                <a:lnTo>
                  <a:pt x="7930" y="38656"/>
                </a:lnTo>
                <a:lnTo>
                  <a:pt x="7930" y="38656"/>
                </a:lnTo>
                <a:lnTo>
                  <a:pt x="7930" y="38656"/>
                </a:lnTo>
                <a:lnTo>
                  <a:pt x="7930" y="38656"/>
                </a:lnTo>
                <a:lnTo>
                  <a:pt x="7930" y="38656"/>
                </a:lnTo>
                <a:lnTo>
                  <a:pt x="7929" y="38656"/>
                </a:lnTo>
                <a:lnTo>
                  <a:pt x="7929" y="38656"/>
                </a:lnTo>
                <a:lnTo>
                  <a:pt x="7929" y="38656"/>
                </a:lnTo>
                <a:lnTo>
                  <a:pt x="7929" y="38656"/>
                </a:lnTo>
                <a:lnTo>
                  <a:pt x="7929" y="38656"/>
                </a:lnTo>
                <a:lnTo>
                  <a:pt x="7928" y="38656"/>
                </a:lnTo>
                <a:lnTo>
                  <a:pt x="7928" y="38656"/>
                </a:lnTo>
                <a:lnTo>
                  <a:pt x="7928" y="38656"/>
                </a:lnTo>
                <a:lnTo>
                  <a:pt x="7928" y="38656"/>
                </a:lnTo>
                <a:lnTo>
                  <a:pt x="7928" y="38656"/>
                </a:lnTo>
                <a:lnTo>
                  <a:pt x="7927" y="38656"/>
                </a:lnTo>
                <a:lnTo>
                  <a:pt x="7927" y="38656"/>
                </a:lnTo>
                <a:lnTo>
                  <a:pt x="7927" y="38656"/>
                </a:lnTo>
                <a:lnTo>
                  <a:pt x="7927" y="38656"/>
                </a:lnTo>
                <a:lnTo>
                  <a:pt x="7927" y="38656"/>
                </a:lnTo>
                <a:lnTo>
                  <a:pt x="7927" y="38656"/>
                </a:lnTo>
                <a:lnTo>
                  <a:pt x="7926" y="38656"/>
                </a:lnTo>
                <a:lnTo>
                  <a:pt x="7926" y="38656"/>
                </a:lnTo>
                <a:lnTo>
                  <a:pt x="7926" y="38656"/>
                </a:lnTo>
                <a:lnTo>
                  <a:pt x="7926" y="38656"/>
                </a:lnTo>
                <a:lnTo>
                  <a:pt x="7926" y="38656"/>
                </a:lnTo>
                <a:lnTo>
                  <a:pt x="7925" y="38656"/>
                </a:lnTo>
                <a:lnTo>
                  <a:pt x="7925" y="38656"/>
                </a:lnTo>
                <a:lnTo>
                  <a:pt x="7925" y="38656"/>
                </a:lnTo>
                <a:lnTo>
                  <a:pt x="7925" y="38656"/>
                </a:lnTo>
                <a:lnTo>
                  <a:pt x="7925" y="38656"/>
                </a:lnTo>
                <a:lnTo>
                  <a:pt x="7924" y="38656"/>
                </a:lnTo>
                <a:lnTo>
                  <a:pt x="7924" y="38656"/>
                </a:lnTo>
                <a:lnTo>
                  <a:pt x="7924" y="38656"/>
                </a:lnTo>
                <a:lnTo>
                  <a:pt x="7924" y="38656"/>
                </a:lnTo>
                <a:lnTo>
                  <a:pt x="7924" y="38656"/>
                </a:lnTo>
                <a:lnTo>
                  <a:pt x="7924" y="38656"/>
                </a:lnTo>
                <a:lnTo>
                  <a:pt x="7923" y="38656"/>
                </a:lnTo>
                <a:lnTo>
                  <a:pt x="7923" y="38656"/>
                </a:lnTo>
                <a:lnTo>
                  <a:pt x="7923" y="38656"/>
                </a:lnTo>
                <a:lnTo>
                  <a:pt x="7923" y="38656"/>
                </a:lnTo>
                <a:lnTo>
                  <a:pt x="7923" y="38656"/>
                </a:lnTo>
                <a:lnTo>
                  <a:pt x="7922" y="38656"/>
                </a:lnTo>
                <a:lnTo>
                  <a:pt x="7922" y="38656"/>
                </a:lnTo>
                <a:lnTo>
                  <a:pt x="7922" y="38656"/>
                </a:lnTo>
                <a:lnTo>
                  <a:pt x="7922" y="38656"/>
                </a:lnTo>
                <a:lnTo>
                  <a:pt x="7922" y="38656"/>
                </a:lnTo>
                <a:lnTo>
                  <a:pt x="7921" y="38656"/>
                </a:lnTo>
                <a:lnTo>
                  <a:pt x="7921" y="38656"/>
                </a:lnTo>
                <a:lnTo>
                  <a:pt x="7921" y="38656"/>
                </a:lnTo>
                <a:lnTo>
                  <a:pt x="7921" y="38656"/>
                </a:lnTo>
                <a:lnTo>
                  <a:pt x="7921" y="38656"/>
                </a:lnTo>
                <a:lnTo>
                  <a:pt x="7920" y="38656"/>
                </a:lnTo>
                <a:lnTo>
                  <a:pt x="7920" y="38656"/>
                </a:lnTo>
                <a:lnTo>
                  <a:pt x="7920" y="38656"/>
                </a:lnTo>
                <a:lnTo>
                  <a:pt x="7920" y="38656"/>
                </a:lnTo>
                <a:lnTo>
                  <a:pt x="7920" y="38656"/>
                </a:lnTo>
                <a:lnTo>
                  <a:pt x="7920" y="38656"/>
                </a:lnTo>
                <a:lnTo>
                  <a:pt x="7919" y="38656"/>
                </a:lnTo>
                <a:lnTo>
                  <a:pt x="7919" y="38656"/>
                </a:lnTo>
                <a:lnTo>
                  <a:pt x="7919" y="38656"/>
                </a:lnTo>
                <a:lnTo>
                  <a:pt x="7919" y="38656"/>
                </a:lnTo>
                <a:lnTo>
                  <a:pt x="7919" y="38656"/>
                </a:lnTo>
                <a:lnTo>
                  <a:pt x="7918" y="38656"/>
                </a:lnTo>
                <a:lnTo>
                  <a:pt x="7918" y="38656"/>
                </a:lnTo>
                <a:lnTo>
                  <a:pt x="7918" y="38656"/>
                </a:lnTo>
                <a:lnTo>
                  <a:pt x="7918" y="38656"/>
                </a:lnTo>
                <a:lnTo>
                  <a:pt x="7918" y="38656"/>
                </a:lnTo>
                <a:lnTo>
                  <a:pt x="7917" y="38656"/>
                </a:lnTo>
                <a:lnTo>
                  <a:pt x="7917" y="38656"/>
                </a:lnTo>
                <a:lnTo>
                  <a:pt x="7917" y="38656"/>
                </a:lnTo>
                <a:lnTo>
                  <a:pt x="7917" y="38656"/>
                </a:lnTo>
                <a:lnTo>
                  <a:pt x="7917" y="38656"/>
                </a:lnTo>
                <a:lnTo>
                  <a:pt x="7917" y="38656"/>
                </a:lnTo>
                <a:lnTo>
                  <a:pt x="7916" y="38656"/>
                </a:lnTo>
                <a:lnTo>
                  <a:pt x="7916" y="38656"/>
                </a:lnTo>
                <a:lnTo>
                  <a:pt x="7916" y="38656"/>
                </a:lnTo>
                <a:lnTo>
                  <a:pt x="7916" y="38656"/>
                </a:lnTo>
                <a:lnTo>
                  <a:pt x="7916" y="38656"/>
                </a:lnTo>
                <a:lnTo>
                  <a:pt x="7915" y="38656"/>
                </a:lnTo>
                <a:lnTo>
                  <a:pt x="7915" y="38656"/>
                </a:lnTo>
                <a:lnTo>
                  <a:pt x="7915" y="38656"/>
                </a:lnTo>
                <a:lnTo>
                  <a:pt x="7915" y="38656"/>
                </a:lnTo>
                <a:lnTo>
                  <a:pt x="7915" y="38656"/>
                </a:lnTo>
                <a:lnTo>
                  <a:pt x="7914" y="38656"/>
                </a:lnTo>
                <a:lnTo>
                  <a:pt x="7914" y="38656"/>
                </a:lnTo>
                <a:lnTo>
                  <a:pt x="7914" y="38656"/>
                </a:lnTo>
                <a:lnTo>
                  <a:pt x="7914" y="38656"/>
                </a:lnTo>
                <a:lnTo>
                  <a:pt x="7914" y="38656"/>
                </a:lnTo>
                <a:lnTo>
                  <a:pt x="7914" y="38656"/>
                </a:lnTo>
                <a:lnTo>
                  <a:pt x="7913" y="38656"/>
                </a:lnTo>
                <a:lnTo>
                  <a:pt x="7913" y="38656"/>
                </a:lnTo>
                <a:lnTo>
                  <a:pt x="7913" y="38656"/>
                </a:lnTo>
                <a:lnTo>
                  <a:pt x="7913" y="38656"/>
                </a:lnTo>
                <a:lnTo>
                  <a:pt x="7913" y="38656"/>
                </a:lnTo>
                <a:lnTo>
                  <a:pt x="7912" y="38656"/>
                </a:lnTo>
                <a:lnTo>
                  <a:pt x="7912" y="38656"/>
                </a:lnTo>
                <a:lnTo>
                  <a:pt x="7912" y="38656"/>
                </a:lnTo>
                <a:lnTo>
                  <a:pt x="7912" y="38656"/>
                </a:lnTo>
                <a:lnTo>
                  <a:pt x="7912" y="38656"/>
                </a:lnTo>
                <a:lnTo>
                  <a:pt x="7911" y="38656"/>
                </a:lnTo>
                <a:lnTo>
                  <a:pt x="7911" y="38656"/>
                </a:lnTo>
                <a:lnTo>
                  <a:pt x="7911" y="38656"/>
                </a:lnTo>
                <a:lnTo>
                  <a:pt x="7911" y="38656"/>
                </a:lnTo>
                <a:lnTo>
                  <a:pt x="7911" y="38656"/>
                </a:lnTo>
                <a:lnTo>
                  <a:pt x="7910" y="38656"/>
                </a:lnTo>
                <a:lnTo>
                  <a:pt x="7910" y="38656"/>
                </a:lnTo>
                <a:lnTo>
                  <a:pt x="7910" y="38656"/>
                </a:lnTo>
                <a:lnTo>
                  <a:pt x="7910" y="38656"/>
                </a:lnTo>
                <a:lnTo>
                  <a:pt x="7910" y="38656"/>
                </a:lnTo>
                <a:lnTo>
                  <a:pt x="7910" y="38656"/>
                </a:lnTo>
                <a:lnTo>
                  <a:pt x="7909" y="38656"/>
                </a:lnTo>
                <a:lnTo>
                  <a:pt x="7909" y="38656"/>
                </a:lnTo>
                <a:lnTo>
                  <a:pt x="7909" y="38656"/>
                </a:lnTo>
                <a:lnTo>
                  <a:pt x="7909" y="38656"/>
                </a:lnTo>
                <a:lnTo>
                  <a:pt x="7909" y="38656"/>
                </a:lnTo>
                <a:lnTo>
                  <a:pt x="7908" y="38656"/>
                </a:lnTo>
                <a:lnTo>
                  <a:pt x="7908" y="38656"/>
                </a:lnTo>
                <a:lnTo>
                  <a:pt x="7908" y="38656"/>
                </a:lnTo>
                <a:lnTo>
                  <a:pt x="7908" y="38656"/>
                </a:lnTo>
                <a:lnTo>
                  <a:pt x="7908" y="38656"/>
                </a:lnTo>
                <a:lnTo>
                  <a:pt x="7907" y="38656"/>
                </a:lnTo>
                <a:lnTo>
                  <a:pt x="7907" y="38656"/>
                </a:lnTo>
                <a:lnTo>
                  <a:pt x="7907" y="38656"/>
                </a:lnTo>
                <a:lnTo>
                  <a:pt x="7907" y="38656"/>
                </a:lnTo>
                <a:lnTo>
                  <a:pt x="7907" y="38656"/>
                </a:lnTo>
                <a:lnTo>
                  <a:pt x="7907" y="38656"/>
                </a:lnTo>
                <a:lnTo>
                  <a:pt x="7906" y="38656"/>
                </a:lnTo>
                <a:lnTo>
                  <a:pt x="7906" y="38656"/>
                </a:lnTo>
                <a:lnTo>
                  <a:pt x="7906" y="38656"/>
                </a:lnTo>
                <a:lnTo>
                  <a:pt x="7906" y="38656"/>
                </a:lnTo>
                <a:lnTo>
                  <a:pt x="7906" y="38656"/>
                </a:lnTo>
                <a:lnTo>
                  <a:pt x="7905" y="38656"/>
                </a:lnTo>
                <a:lnTo>
                  <a:pt x="7905" y="38656"/>
                </a:lnTo>
                <a:lnTo>
                  <a:pt x="7905" y="38656"/>
                </a:lnTo>
                <a:lnTo>
                  <a:pt x="7905" y="38656"/>
                </a:lnTo>
                <a:lnTo>
                  <a:pt x="7905" y="38656"/>
                </a:lnTo>
                <a:lnTo>
                  <a:pt x="7904" y="38656"/>
                </a:lnTo>
                <a:lnTo>
                  <a:pt x="7904" y="38656"/>
                </a:lnTo>
                <a:lnTo>
                  <a:pt x="7904" y="38656"/>
                </a:lnTo>
                <a:lnTo>
                  <a:pt x="7904" y="38656"/>
                </a:lnTo>
                <a:lnTo>
                  <a:pt x="7904" y="38656"/>
                </a:lnTo>
                <a:lnTo>
                  <a:pt x="7903" y="38656"/>
                </a:lnTo>
                <a:lnTo>
                  <a:pt x="7903" y="38656"/>
                </a:lnTo>
                <a:lnTo>
                  <a:pt x="7903" y="38656"/>
                </a:lnTo>
                <a:lnTo>
                  <a:pt x="7903" y="38656"/>
                </a:lnTo>
                <a:lnTo>
                  <a:pt x="7903" y="38656"/>
                </a:lnTo>
                <a:lnTo>
                  <a:pt x="7903" y="38656"/>
                </a:lnTo>
                <a:lnTo>
                  <a:pt x="7902" y="38656"/>
                </a:lnTo>
                <a:lnTo>
                  <a:pt x="7902" y="38656"/>
                </a:lnTo>
                <a:lnTo>
                  <a:pt x="7902" y="38656"/>
                </a:lnTo>
                <a:lnTo>
                  <a:pt x="7902" y="38656"/>
                </a:lnTo>
                <a:lnTo>
                  <a:pt x="7902" y="38656"/>
                </a:lnTo>
                <a:lnTo>
                  <a:pt x="7901" y="38656"/>
                </a:lnTo>
                <a:lnTo>
                  <a:pt x="7901" y="38656"/>
                </a:lnTo>
                <a:lnTo>
                  <a:pt x="7901" y="38656"/>
                </a:lnTo>
                <a:lnTo>
                  <a:pt x="7901" y="38656"/>
                </a:lnTo>
                <a:lnTo>
                  <a:pt x="7901" y="38656"/>
                </a:lnTo>
                <a:lnTo>
                  <a:pt x="7900" y="38656"/>
                </a:lnTo>
                <a:lnTo>
                  <a:pt x="7900" y="38656"/>
                </a:lnTo>
                <a:lnTo>
                  <a:pt x="7900" y="38656"/>
                </a:lnTo>
                <a:lnTo>
                  <a:pt x="7900" y="38656"/>
                </a:lnTo>
                <a:lnTo>
                  <a:pt x="7900" y="38656"/>
                </a:lnTo>
                <a:lnTo>
                  <a:pt x="7899" y="38656"/>
                </a:lnTo>
                <a:lnTo>
                  <a:pt x="7899" y="38656"/>
                </a:lnTo>
                <a:lnTo>
                  <a:pt x="7899" y="38656"/>
                </a:lnTo>
                <a:lnTo>
                  <a:pt x="7899" y="38656"/>
                </a:lnTo>
                <a:lnTo>
                  <a:pt x="7899" y="38656"/>
                </a:lnTo>
                <a:lnTo>
                  <a:pt x="7899" y="38656"/>
                </a:lnTo>
                <a:lnTo>
                  <a:pt x="7898" y="38656"/>
                </a:lnTo>
                <a:lnTo>
                  <a:pt x="7898" y="38656"/>
                </a:lnTo>
                <a:lnTo>
                  <a:pt x="7898" y="38656"/>
                </a:lnTo>
                <a:lnTo>
                  <a:pt x="7898" y="38656"/>
                </a:lnTo>
                <a:lnTo>
                  <a:pt x="7898" y="38656"/>
                </a:lnTo>
                <a:lnTo>
                  <a:pt x="7897" y="38656"/>
                </a:lnTo>
                <a:lnTo>
                  <a:pt x="7897" y="38656"/>
                </a:lnTo>
                <a:lnTo>
                  <a:pt x="7897" y="38656"/>
                </a:lnTo>
                <a:lnTo>
                  <a:pt x="7897" y="38656"/>
                </a:lnTo>
                <a:lnTo>
                  <a:pt x="7897" y="38656"/>
                </a:lnTo>
                <a:lnTo>
                  <a:pt x="7896" y="38656"/>
                </a:lnTo>
                <a:lnTo>
                  <a:pt x="7896" y="38656"/>
                </a:lnTo>
                <a:lnTo>
                  <a:pt x="7896" y="38656"/>
                </a:lnTo>
                <a:lnTo>
                  <a:pt x="7896" y="38656"/>
                </a:lnTo>
                <a:lnTo>
                  <a:pt x="7896" y="38656"/>
                </a:lnTo>
                <a:lnTo>
                  <a:pt x="7896" y="38656"/>
                </a:lnTo>
                <a:lnTo>
                  <a:pt x="7895" y="38656"/>
                </a:lnTo>
                <a:lnTo>
                  <a:pt x="7895" y="38656"/>
                </a:lnTo>
                <a:lnTo>
                  <a:pt x="7895" y="38656"/>
                </a:lnTo>
                <a:lnTo>
                  <a:pt x="7895" y="38656"/>
                </a:lnTo>
                <a:lnTo>
                  <a:pt x="7895" y="38656"/>
                </a:lnTo>
                <a:lnTo>
                  <a:pt x="7894" y="38656"/>
                </a:lnTo>
                <a:lnTo>
                  <a:pt x="7894" y="38656"/>
                </a:lnTo>
                <a:lnTo>
                  <a:pt x="7894" y="38656"/>
                </a:lnTo>
                <a:lnTo>
                  <a:pt x="7894" y="38656"/>
                </a:lnTo>
                <a:lnTo>
                  <a:pt x="7894" y="38656"/>
                </a:lnTo>
                <a:lnTo>
                  <a:pt x="7893" y="38656"/>
                </a:lnTo>
                <a:lnTo>
                  <a:pt x="7893" y="38656"/>
                </a:lnTo>
                <a:lnTo>
                  <a:pt x="7893" y="38656"/>
                </a:lnTo>
                <a:lnTo>
                  <a:pt x="7893" y="38656"/>
                </a:lnTo>
                <a:lnTo>
                  <a:pt x="7893" y="38656"/>
                </a:lnTo>
                <a:lnTo>
                  <a:pt x="7892" y="38656"/>
                </a:lnTo>
                <a:lnTo>
                  <a:pt x="7892" y="38656"/>
                </a:lnTo>
                <a:lnTo>
                  <a:pt x="7892" y="38656"/>
                </a:lnTo>
                <a:lnTo>
                  <a:pt x="7892" y="38656"/>
                </a:lnTo>
                <a:lnTo>
                  <a:pt x="7892" y="38656"/>
                </a:lnTo>
                <a:lnTo>
                  <a:pt x="7892" y="38656"/>
                </a:lnTo>
                <a:lnTo>
                  <a:pt x="7891" y="38656"/>
                </a:lnTo>
                <a:lnTo>
                  <a:pt x="7891" y="38656"/>
                </a:lnTo>
                <a:lnTo>
                  <a:pt x="7891" y="38656"/>
                </a:lnTo>
                <a:lnTo>
                  <a:pt x="7891" y="38656"/>
                </a:lnTo>
                <a:lnTo>
                  <a:pt x="7891" y="38656"/>
                </a:lnTo>
                <a:lnTo>
                  <a:pt x="7890" y="38656"/>
                </a:lnTo>
                <a:lnTo>
                  <a:pt x="7890" y="38656"/>
                </a:lnTo>
                <a:lnTo>
                  <a:pt x="7890" y="38656"/>
                </a:lnTo>
                <a:lnTo>
                  <a:pt x="7890" y="38656"/>
                </a:lnTo>
                <a:lnTo>
                  <a:pt x="7890" y="38656"/>
                </a:lnTo>
                <a:lnTo>
                  <a:pt x="7889" y="38656"/>
                </a:lnTo>
                <a:lnTo>
                  <a:pt x="7889" y="38656"/>
                </a:lnTo>
                <a:lnTo>
                  <a:pt x="7889" y="38656"/>
                </a:lnTo>
                <a:lnTo>
                  <a:pt x="7889" y="38656"/>
                </a:lnTo>
                <a:lnTo>
                  <a:pt x="7889" y="38656"/>
                </a:lnTo>
                <a:lnTo>
                  <a:pt x="7888" y="38656"/>
                </a:lnTo>
                <a:lnTo>
                  <a:pt x="7888" y="38656"/>
                </a:lnTo>
                <a:lnTo>
                  <a:pt x="7888" y="38656"/>
                </a:lnTo>
                <a:lnTo>
                  <a:pt x="7888" y="38656"/>
                </a:lnTo>
                <a:lnTo>
                  <a:pt x="7888" y="38656"/>
                </a:lnTo>
                <a:lnTo>
                  <a:pt x="7888" y="38656"/>
                </a:lnTo>
                <a:lnTo>
                  <a:pt x="7887" y="38656"/>
                </a:lnTo>
                <a:lnTo>
                  <a:pt x="7887" y="38656"/>
                </a:lnTo>
                <a:lnTo>
                  <a:pt x="7887" y="38656"/>
                </a:lnTo>
                <a:lnTo>
                  <a:pt x="7887" y="38656"/>
                </a:lnTo>
                <a:lnTo>
                  <a:pt x="7887" y="38656"/>
                </a:lnTo>
                <a:lnTo>
                  <a:pt x="7886" y="38656"/>
                </a:lnTo>
                <a:lnTo>
                  <a:pt x="7886" y="38656"/>
                </a:lnTo>
                <a:lnTo>
                  <a:pt x="7886" y="38656"/>
                </a:lnTo>
                <a:lnTo>
                  <a:pt x="7886" y="38656"/>
                </a:lnTo>
                <a:lnTo>
                  <a:pt x="7886" y="38656"/>
                </a:lnTo>
                <a:lnTo>
                  <a:pt x="7885" y="38656"/>
                </a:lnTo>
                <a:lnTo>
                  <a:pt x="7885" y="38656"/>
                </a:lnTo>
                <a:lnTo>
                  <a:pt x="7885" y="38656"/>
                </a:lnTo>
                <a:lnTo>
                  <a:pt x="7885" y="38656"/>
                </a:lnTo>
                <a:lnTo>
                  <a:pt x="7885" y="38656"/>
                </a:lnTo>
                <a:lnTo>
                  <a:pt x="7885" y="38656"/>
                </a:lnTo>
                <a:lnTo>
                  <a:pt x="7884" y="38656"/>
                </a:lnTo>
                <a:lnTo>
                  <a:pt x="7884" y="38656"/>
                </a:lnTo>
                <a:lnTo>
                  <a:pt x="7884" y="38656"/>
                </a:lnTo>
                <a:lnTo>
                  <a:pt x="7884" y="38656"/>
                </a:lnTo>
                <a:lnTo>
                  <a:pt x="7884" y="38656"/>
                </a:lnTo>
                <a:lnTo>
                  <a:pt x="7883" y="38656"/>
                </a:lnTo>
                <a:lnTo>
                  <a:pt x="7883" y="38656"/>
                </a:lnTo>
                <a:lnTo>
                  <a:pt x="7883" y="38656"/>
                </a:lnTo>
                <a:lnTo>
                  <a:pt x="7883" y="38656"/>
                </a:lnTo>
                <a:lnTo>
                  <a:pt x="7883" y="38656"/>
                </a:lnTo>
                <a:lnTo>
                  <a:pt x="7882" y="38656"/>
                </a:lnTo>
                <a:lnTo>
                  <a:pt x="7882" y="38656"/>
                </a:lnTo>
                <a:lnTo>
                  <a:pt x="7882" y="38656"/>
                </a:lnTo>
                <a:lnTo>
                  <a:pt x="7882" y="38656"/>
                </a:lnTo>
                <a:lnTo>
                  <a:pt x="7882" y="38656"/>
                </a:lnTo>
                <a:lnTo>
                  <a:pt x="7881" y="38656"/>
                </a:lnTo>
                <a:lnTo>
                  <a:pt x="7881" y="38656"/>
                </a:lnTo>
                <a:lnTo>
                  <a:pt x="7881" y="38656"/>
                </a:lnTo>
                <a:lnTo>
                  <a:pt x="7881" y="38656"/>
                </a:lnTo>
                <a:lnTo>
                  <a:pt x="7881" y="38656"/>
                </a:lnTo>
                <a:lnTo>
                  <a:pt x="7881" y="38656"/>
                </a:lnTo>
                <a:lnTo>
                  <a:pt x="7880" y="38656"/>
                </a:lnTo>
                <a:lnTo>
                  <a:pt x="7880" y="38656"/>
                </a:lnTo>
                <a:lnTo>
                  <a:pt x="7880" y="38656"/>
                </a:lnTo>
                <a:lnTo>
                  <a:pt x="7880" y="38656"/>
                </a:lnTo>
                <a:lnTo>
                  <a:pt x="7880" y="38656"/>
                </a:lnTo>
                <a:lnTo>
                  <a:pt x="7879" y="38656"/>
                </a:lnTo>
                <a:lnTo>
                  <a:pt x="7879" y="38656"/>
                </a:lnTo>
                <a:lnTo>
                  <a:pt x="7879" y="38656"/>
                </a:lnTo>
                <a:lnTo>
                  <a:pt x="7879" y="38656"/>
                </a:lnTo>
                <a:lnTo>
                  <a:pt x="7879" y="38656"/>
                </a:lnTo>
                <a:lnTo>
                  <a:pt x="7878" y="38656"/>
                </a:lnTo>
                <a:lnTo>
                  <a:pt x="7878" y="38656"/>
                </a:lnTo>
                <a:lnTo>
                  <a:pt x="7878" y="38656"/>
                </a:lnTo>
                <a:lnTo>
                  <a:pt x="7878" y="38656"/>
                </a:lnTo>
                <a:lnTo>
                  <a:pt x="7878" y="38656"/>
                </a:lnTo>
                <a:lnTo>
                  <a:pt x="7877" y="38656"/>
                </a:lnTo>
                <a:lnTo>
                  <a:pt x="7877" y="38656"/>
                </a:lnTo>
                <a:lnTo>
                  <a:pt x="7877" y="38656"/>
                </a:lnTo>
                <a:lnTo>
                  <a:pt x="7877" y="38656"/>
                </a:lnTo>
                <a:lnTo>
                  <a:pt x="7877" y="38656"/>
                </a:lnTo>
                <a:lnTo>
                  <a:pt x="7877" y="38656"/>
                </a:lnTo>
                <a:lnTo>
                  <a:pt x="7876" y="38656"/>
                </a:lnTo>
                <a:lnTo>
                  <a:pt x="7876" y="38656"/>
                </a:lnTo>
                <a:lnTo>
                  <a:pt x="7876" y="38656"/>
                </a:lnTo>
                <a:lnTo>
                  <a:pt x="7876" y="38656"/>
                </a:lnTo>
                <a:lnTo>
                  <a:pt x="7876" y="38656"/>
                </a:lnTo>
                <a:lnTo>
                  <a:pt x="7875" y="38656"/>
                </a:lnTo>
                <a:lnTo>
                  <a:pt x="7875" y="38656"/>
                </a:lnTo>
                <a:lnTo>
                  <a:pt x="7875" y="38656"/>
                </a:lnTo>
                <a:lnTo>
                  <a:pt x="7875" y="38656"/>
                </a:lnTo>
                <a:lnTo>
                  <a:pt x="7875" y="38656"/>
                </a:lnTo>
                <a:lnTo>
                  <a:pt x="7874" y="38656"/>
                </a:lnTo>
                <a:lnTo>
                  <a:pt x="7874" y="38656"/>
                </a:lnTo>
                <a:lnTo>
                  <a:pt x="7874" y="38656"/>
                </a:lnTo>
                <a:lnTo>
                  <a:pt x="7874" y="38656"/>
                </a:lnTo>
                <a:lnTo>
                  <a:pt x="7874" y="38656"/>
                </a:lnTo>
                <a:lnTo>
                  <a:pt x="7873" y="38656"/>
                </a:lnTo>
                <a:lnTo>
                  <a:pt x="7873" y="38656"/>
                </a:lnTo>
                <a:lnTo>
                  <a:pt x="7873" y="38656"/>
                </a:lnTo>
                <a:lnTo>
                  <a:pt x="7873" y="38656"/>
                </a:lnTo>
                <a:lnTo>
                  <a:pt x="7873" y="38656"/>
                </a:lnTo>
                <a:lnTo>
                  <a:pt x="7873" y="38656"/>
                </a:lnTo>
                <a:lnTo>
                  <a:pt x="7872" y="38656"/>
                </a:lnTo>
                <a:lnTo>
                  <a:pt x="7872" y="38656"/>
                </a:lnTo>
                <a:lnTo>
                  <a:pt x="7872" y="38656"/>
                </a:lnTo>
                <a:lnTo>
                  <a:pt x="7872" y="38656"/>
                </a:lnTo>
                <a:lnTo>
                  <a:pt x="7872" y="38656"/>
                </a:lnTo>
                <a:lnTo>
                  <a:pt x="7871" y="38656"/>
                </a:lnTo>
                <a:lnTo>
                  <a:pt x="7871" y="38656"/>
                </a:lnTo>
                <a:lnTo>
                  <a:pt x="7871" y="38656"/>
                </a:lnTo>
                <a:lnTo>
                  <a:pt x="7871" y="38656"/>
                </a:lnTo>
                <a:lnTo>
                  <a:pt x="7871" y="38656"/>
                </a:lnTo>
                <a:lnTo>
                  <a:pt x="7870" y="38656"/>
                </a:lnTo>
                <a:lnTo>
                  <a:pt x="7870" y="38656"/>
                </a:lnTo>
                <a:lnTo>
                  <a:pt x="7870" y="38656"/>
                </a:lnTo>
                <a:lnTo>
                  <a:pt x="7870" y="38656"/>
                </a:lnTo>
                <a:lnTo>
                  <a:pt x="7870" y="38656"/>
                </a:lnTo>
                <a:lnTo>
                  <a:pt x="7869" y="38656"/>
                </a:lnTo>
                <a:lnTo>
                  <a:pt x="7869" y="38656"/>
                </a:lnTo>
                <a:lnTo>
                  <a:pt x="7869" y="38656"/>
                </a:lnTo>
                <a:lnTo>
                  <a:pt x="7869" y="38656"/>
                </a:lnTo>
                <a:lnTo>
                  <a:pt x="7869" y="38656"/>
                </a:lnTo>
                <a:lnTo>
                  <a:pt x="7869" y="38656"/>
                </a:lnTo>
                <a:lnTo>
                  <a:pt x="7868" y="38656"/>
                </a:lnTo>
                <a:lnTo>
                  <a:pt x="7868" y="38656"/>
                </a:lnTo>
                <a:lnTo>
                  <a:pt x="7868" y="38656"/>
                </a:lnTo>
                <a:lnTo>
                  <a:pt x="7868" y="38656"/>
                </a:lnTo>
                <a:lnTo>
                  <a:pt x="7868" y="38656"/>
                </a:lnTo>
                <a:lnTo>
                  <a:pt x="7867" y="38656"/>
                </a:lnTo>
                <a:lnTo>
                  <a:pt x="7867" y="38656"/>
                </a:lnTo>
                <a:lnTo>
                  <a:pt x="7867" y="38656"/>
                </a:lnTo>
                <a:lnTo>
                  <a:pt x="7867" y="38656"/>
                </a:lnTo>
                <a:lnTo>
                  <a:pt x="7867" y="38656"/>
                </a:lnTo>
                <a:lnTo>
                  <a:pt x="7866" y="38656"/>
                </a:lnTo>
                <a:lnTo>
                  <a:pt x="7866" y="38656"/>
                </a:lnTo>
                <a:lnTo>
                  <a:pt x="7866" y="38656"/>
                </a:lnTo>
                <a:lnTo>
                  <a:pt x="7866" y="38656"/>
                </a:lnTo>
                <a:lnTo>
                  <a:pt x="7866" y="38656"/>
                </a:lnTo>
                <a:lnTo>
                  <a:pt x="7865" y="38656"/>
                </a:lnTo>
                <a:lnTo>
                  <a:pt x="7865" y="38656"/>
                </a:lnTo>
                <a:lnTo>
                  <a:pt x="7865" y="38656"/>
                </a:lnTo>
                <a:lnTo>
                  <a:pt x="6556" y="38656"/>
                </a:lnTo>
                <a:lnTo>
                  <a:pt x="6561" y="38635"/>
                </a:lnTo>
                <a:lnTo>
                  <a:pt x="6575" y="38581"/>
                </a:lnTo>
                <a:lnTo>
                  <a:pt x="6588" y="38527"/>
                </a:lnTo>
                <a:lnTo>
                  <a:pt x="6602" y="38472"/>
                </a:lnTo>
                <a:lnTo>
                  <a:pt x="6617" y="38415"/>
                </a:lnTo>
                <a:lnTo>
                  <a:pt x="6631" y="38358"/>
                </a:lnTo>
                <a:lnTo>
                  <a:pt x="6647" y="38299"/>
                </a:lnTo>
                <a:lnTo>
                  <a:pt x="6663" y="38240"/>
                </a:lnTo>
                <a:lnTo>
                  <a:pt x="6679" y="38179"/>
                </a:lnTo>
                <a:lnTo>
                  <a:pt x="6696" y="38117"/>
                </a:lnTo>
                <a:lnTo>
                  <a:pt x="6713" y="38054"/>
                </a:lnTo>
                <a:lnTo>
                  <a:pt x="6749" y="37925"/>
                </a:lnTo>
                <a:lnTo>
                  <a:pt x="6787" y="37792"/>
                </a:lnTo>
                <a:lnTo>
                  <a:pt x="6826" y="37656"/>
                </a:lnTo>
                <a:lnTo>
                  <a:pt x="6867" y="37517"/>
                </a:lnTo>
                <a:lnTo>
                  <a:pt x="6909" y="37375"/>
                </a:lnTo>
                <a:lnTo>
                  <a:pt x="6954" y="37229"/>
                </a:lnTo>
                <a:lnTo>
                  <a:pt x="7000" y="37080"/>
                </a:lnTo>
                <a:lnTo>
                  <a:pt x="7047" y="36927"/>
                </a:lnTo>
                <a:lnTo>
                  <a:pt x="7096" y="36771"/>
                </a:lnTo>
                <a:lnTo>
                  <a:pt x="7147" y="36612"/>
                </a:lnTo>
                <a:lnTo>
                  <a:pt x="7200" y="36449"/>
                </a:lnTo>
                <a:lnTo>
                  <a:pt x="7254" y="36283"/>
                </a:lnTo>
                <a:lnTo>
                  <a:pt x="7310" y="36114"/>
                </a:lnTo>
                <a:lnTo>
                  <a:pt x="7368" y="35940"/>
                </a:lnTo>
                <a:lnTo>
                  <a:pt x="7428" y="35764"/>
                </a:lnTo>
                <a:lnTo>
                  <a:pt x="7489" y="35584"/>
                </a:lnTo>
                <a:lnTo>
                  <a:pt x="7552" y="35401"/>
                </a:lnTo>
                <a:lnTo>
                  <a:pt x="7617" y="35214"/>
                </a:lnTo>
                <a:lnTo>
                  <a:pt x="7683" y="35023"/>
                </a:lnTo>
                <a:lnTo>
                  <a:pt x="7751" y="34830"/>
                </a:lnTo>
                <a:lnTo>
                  <a:pt x="7821" y="34632"/>
                </a:lnTo>
                <a:lnTo>
                  <a:pt x="7893" y="34431"/>
                </a:lnTo>
                <a:lnTo>
                  <a:pt x="7967" y="34227"/>
                </a:lnTo>
                <a:lnTo>
                  <a:pt x="8042" y="34019"/>
                </a:lnTo>
                <a:lnTo>
                  <a:pt x="8193" y="33610"/>
                </a:lnTo>
                <a:lnTo>
                  <a:pt x="8350" y="33193"/>
                </a:lnTo>
                <a:lnTo>
                  <a:pt x="8514" y="32770"/>
                </a:lnTo>
                <a:lnTo>
                  <a:pt x="8684" y="32339"/>
                </a:lnTo>
                <a:lnTo>
                  <a:pt x="8861" y="31902"/>
                </a:lnTo>
                <a:lnTo>
                  <a:pt x="9045" y="31457"/>
                </a:lnTo>
                <a:close/>
                <a:moveTo>
                  <a:pt x="55892" y="28481"/>
                </a:moveTo>
                <a:lnTo>
                  <a:pt x="55892" y="28481"/>
                </a:lnTo>
                <a:lnTo>
                  <a:pt x="52875" y="27476"/>
                </a:lnTo>
                <a:lnTo>
                  <a:pt x="55892" y="28481"/>
                </a:lnTo>
                <a:close/>
                <a:moveTo>
                  <a:pt x="30824" y="101811"/>
                </a:moveTo>
                <a:lnTo>
                  <a:pt x="30825" y="101809"/>
                </a:lnTo>
                <a:lnTo>
                  <a:pt x="32909" y="99409"/>
                </a:lnTo>
                <a:lnTo>
                  <a:pt x="30824" y="101811"/>
                </a:lnTo>
                <a:close/>
                <a:moveTo>
                  <a:pt x="33636" y="37150"/>
                </a:moveTo>
                <a:lnTo>
                  <a:pt x="33636" y="37150"/>
                </a:lnTo>
                <a:lnTo>
                  <a:pt x="36595" y="38312"/>
                </a:lnTo>
                <a:lnTo>
                  <a:pt x="33636" y="37150"/>
                </a:lnTo>
                <a:close/>
                <a:moveTo>
                  <a:pt x="12551" y="39727"/>
                </a:moveTo>
                <a:lnTo>
                  <a:pt x="13956" y="41132"/>
                </a:lnTo>
                <a:lnTo>
                  <a:pt x="14425" y="41601"/>
                </a:lnTo>
                <a:lnTo>
                  <a:pt x="14799" y="41975"/>
                </a:lnTo>
                <a:lnTo>
                  <a:pt x="14425" y="41601"/>
                </a:lnTo>
                <a:lnTo>
                  <a:pt x="13956" y="41132"/>
                </a:lnTo>
                <a:lnTo>
                  <a:pt x="12551" y="39727"/>
                </a:lnTo>
                <a:lnTo>
                  <a:pt x="12551" y="39727"/>
                </a:lnTo>
                <a:close/>
                <a:moveTo>
                  <a:pt x="15026" y="41212"/>
                </a:moveTo>
                <a:lnTo>
                  <a:pt x="15025" y="41237"/>
                </a:lnTo>
                <a:lnTo>
                  <a:pt x="15025" y="41245"/>
                </a:lnTo>
                <a:lnTo>
                  <a:pt x="15027" y="41132"/>
                </a:lnTo>
                <a:lnTo>
                  <a:pt x="15027" y="41159"/>
                </a:lnTo>
                <a:lnTo>
                  <a:pt x="15027" y="41186"/>
                </a:lnTo>
                <a:lnTo>
                  <a:pt x="15026" y="41212"/>
                </a:lnTo>
                <a:close/>
                <a:moveTo>
                  <a:pt x="107667" y="20985"/>
                </a:moveTo>
                <a:lnTo>
                  <a:pt x="108121" y="20973"/>
                </a:lnTo>
                <a:lnTo>
                  <a:pt x="107667" y="20985"/>
                </a:lnTo>
                <a:lnTo>
                  <a:pt x="107667" y="209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ED2001-5B8C-4BE7-ACC2-675E0FC7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536" y="614942"/>
            <a:ext cx="20042" cy="71222"/>
          </a:xfrm>
          <a:custGeom xmlns:a="http://schemas.openxmlformats.org/drawingml/2006/main">
            <a:pathLst>
              <a:path w="20042" h="71222">
                <a:moveTo>
                  <a:pt x="0" y="9938"/>
                </a:moveTo>
                <a:cubicBezTo>
                  <a:pt x="0" y="7288"/>
                  <a:pt x="939" y="4969"/>
                  <a:pt x="2816" y="2981"/>
                </a:cubicBezTo>
                <a:cubicBezTo>
                  <a:pt x="4693" y="994"/>
                  <a:pt x="7067" y="0"/>
                  <a:pt x="9938" y="0"/>
                </a:cubicBezTo>
                <a:cubicBezTo>
                  <a:pt x="12588" y="0"/>
                  <a:pt x="14907" y="883"/>
                  <a:pt x="16895" y="2650"/>
                </a:cubicBezTo>
                <a:cubicBezTo>
                  <a:pt x="18882" y="4417"/>
                  <a:pt x="19931" y="6791"/>
                  <a:pt x="20042" y="9772"/>
                </a:cubicBezTo>
                <a:cubicBezTo>
                  <a:pt x="20042" y="12533"/>
                  <a:pt x="19103" y="14907"/>
                  <a:pt x="17226" y="16895"/>
                </a:cubicBezTo>
                <a:cubicBezTo>
                  <a:pt x="15349" y="18882"/>
                  <a:pt x="12975" y="19876"/>
                  <a:pt x="10104" y="19876"/>
                </a:cubicBezTo>
                <a:cubicBezTo>
                  <a:pt x="7233" y="19876"/>
                  <a:pt x="4859" y="18937"/>
                  <a:pt x="2981" y="17060"/>
                </a:cubicBezTo>
                <a:cubicBezTo>
                  <a:pt x="1104" y="15183"/>
                  <a:pt x="110" y="12809"/>
                  <a:pt x="0" y="9938"/>
                </a:cubicBezTo>
                <a:close/>
                <a:moveTo>
                  <a:pt x="0" y="61284"/>
                </a:moveTo>
                <a:cubicBezTo>
                  <a:pt x="0" y="58634"/>
                  <a:pt x="939" y="56315"/>
                  <a:pt x="2816" y="54328"/>
                </a:cubicBezTo>
                <a:cubicBezTo>
                  <a:pt x="4693" y="52340"/>
                  <a:pt x="7067" y="51346"/>
                  <a:pt x="9938" y="51346"/>
                </a:cubicBezTo>
                <a:cubicBezTo>
                  <a:pt x="12588" y="51346"/>
                  <a:pt x="14907" y="52230"/>
                  <a:pt x="16895" y="53997"/>
                </a:cubicBezTo>
                <a:cubicBezTo>
                  <a:pt x="18882" y="55763"/>
                  <a:pt x="19931" y="58137"/>
                  <a:pt x="20042" y="61119"/>
                </a:cubicBezTo>
                <a:cubicBezTo>
                  <a:pt x="20042" y="63879"/>
                  <a:pt x="19103" y="66253"/>
                  <a:pt x="17226" y="68241"/>
                </a:cubicBezTo>
                <a:cubicBezTo>
                  <a:pt x="15349" y="70229"/>
                  <a:pt x="12975" y="71222"/>
                  <a:pt x="10104" y="71222"/>
                </a:cubicBezTo>
                <a:cubicBezTo>
                  <a:pt x="7233" y="71222"/>
                  <a:pt x="4859" y="70284"/>
                  <a:pt x="2981" y="68407"/>
                </a:cubicBezTo>
                <a:cubicBezTo>
                  <a:pt x="1104" y="66529"/>
                  <a:pt x="110" y="64155"/>
                  <a:pt x="0" y="612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7092BF-C9DB-46E2-89B2-8D5B35F4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357" y="611762"/>
            <a:ext cx="26401" cy="77582"/>
          </a:xfrm>
          <a:custGeom xmlns:a="http://schemas.openxmlformats.org/drawingml/2006/main">
            <a:pathLst>
              <a:path w="26401" h="77582">
                <a:moveTo>
                  <a:pt x="12658" y="7"/>
                </a:moveTo>
                <a:lnTo>
                  <a:pt x="12203" y="27"/>
                </a:lnTo>
                <a:lnTo>
                  <a:pt x="11754" y="62"/>
                </a:lnTo>
                <a:lnTo>
                  <a:pt x="11310" y="110"/>
                </a:lnTo>
                <a:lnTo>
                  <a:pt x="10871" y="172"/>
                </a:lnTo>
                <a:lnTo>
                  <a:pt x="10437" y="248"/>
                </a:lnTo>
                <a:lnTo>
                  <a:pt x="10009" y="337"/>
                </a:lnTo>
                <a:lnTo>
                  <a:pt x="9587" y="440"/>
                </a:lnTo>
                <a:lnTo>
                  <a:pt x="9170" y="558"/>
                </a:lnTo>
                <a:lnTo>
                  <a:pt x="8760" y="689"/>
                </a:lnTo>
                <a:lnTo>
                  <a:pt x="8355" y="833"/>
                </a:lnTo>
                <a:lnTo>
                  <a:pt x="7956" y="992"/>
                </a:lnTo>
                <a:lnTo>
                  <a:pt x="7563" y="1164"/>
                </a:lnTo>
                <a:lnTo>
                  <a:pt x="7177" y="1351"/>
                </a:lnTo>
                <a:lnTo>
                  <a:pt x="6797" y="1551"/>
                </a:lnTo>
                <a:lnTo>
                  <a:pt x="6424" y="1765"/>
                </a:lnTo>
                <a:lnTo>
                  <a:pt x="6057" y="1993"/>
                </a:lnTo>
                <a:lnTo>
                  <a:pt x="5697" y="2235"/>
                </a:lnTo>
                <a:lnTo>
                  <a:pt x="5344" y="2490"/>
                </a:lnTo>
                <a:lnTo>
                  <a:pt x="4998" y="2760"/>
                </a:lnTo>
                <a:lnTo>
                  <a:pt x="4658" y="3044"/>
                </a:lnTo>
                <a:lnTo>
                  <a:pt x="4326" y="3341"/>
                </a:lnTo>
                <a:lnTo>
                  <a:pt x="4001" y="3652"/>
                </a:lnTo>
                <a:lnTo>
                  <a:pt x="3684" y="3978"/>
                </a:lnTo>
                <a:lnTo>
                  <a:pt x="3388" y="4300"/>
                </a:lnTo>
                <a:lnTo>
                  <a:pt x="3104" y="4628"/>
                </a:lnTo>
                <a:lnTo>
                  <a:pt x="2832" y="4962"/>
                </a:lnTo>
                <a:lnTo>
                  <a:pt x="2572" y="5300"/>
                </a:lnTo>
                <a:lnTo>
                  <a:pt x="2325" y="5644"/>
                </a:lnTo>
                <a:lnTo>
                  <a:pt x="2089" y="5994"/>
                </a:lnTo>
                <a:lnTo>
                  <a:pt x="1866" y="6349"/>
                </a:lnTo>
                <a:lnTo>
                  <a:pt x="1655" y="6708"/>
                </a:lnTo>
                <a:lnTo>
                  <a:pt x="1457" y="7073"/>
                </a:lnTo>
                <a:lnTo>
                  <a:pt x="1271" y="7443"/>
                </a:lnTo>
                <a:lnTo>
                  <a:pt x="1097" y="7818"/>
                </a:lnTo>
                <a:lnTo>
                  <a:pt x="936" y="8198"/>
                </a:lnTo>
                <a:lnTo>
                  <a:pt x="788" y="8583"/>
                </a:lnTo>
                <a:lnTo>
                  <a:pt x="652" y="8972"/>
                </a:lnTo>
                <a:lnTo>
                  <a:pt x="529" y="9366"/>
                </a:lnTo>
                <a:lnTo>
                  <a:pt x="418" y="9765"/>
                </a:lnTo>
                <a:lnTo>
                  <a:pt x="321" y="10169"/>
                </a:lnTo>
                <a:lnTo>
                  <a:pt x="236" y="10577"/>
                </a:lnTo>
                <a:lnTo>
                  <a:pt x="164" y="10989"/>
                </a:lnTo>
                <a:lnTo>
                  <a:pt x="105" y="11406"/>
                </a:lnTo>
                <a:lnTo>
                  <a:pt x="59" y="11828"/>
                </a:lnTo>
                <a:lnTo>
                  <a:pt x="26" y="12253"/>
                </a:lnTo>
                <a:lnTo>
                  <a:pt x="7" y="12683"/>
                </a:lnTo>
                <a:lnTo>
                  <a:pt x="0" y="13118"/>
                </a:lnTo>
                <a:lnTo>
                  <a:pt x="0" y="13179"/>
                </a:lnTo>
                <a:lnTo>
                  <a:pt x="2" y="13240"/>
                </a:lnTo>
                <a:lnTo>
                  <a:pt x="26" y="13687"/>
                </a:lnTo>
                <a:lnTo>
                  <a:pt x="61" y="14130"/>
                </a:lnTo>
                <a:lnTo>
                  <a:pt x="108" y="14568"/>
                </a:lnTo>
                <a:lnTo>
                  <a:pt x="167" y="15002"/>
                </a:lnTo>
                <a:lnTo>
                  <a:pt x="238" y="15430"/>
                </a:lnTo>
                <a:lnTo>
                  <a:pt x="321" y="15853"/>
                </a:lnTo>
                <a:lnTo>
                  <a:pt x="416" y="16271"/>
                </a:lnTo>
                <a:lnTo>
                  <a:pt x="524" y="16683"/>
                </a:lnTo>
                <a:lnTo>
                  <a:pt x="643" y="17091"/>
                </a:lnTo>
                <a:lnTo>
                  <a:pt x="775" y="17492"/>
                </a:lnTo>
                <a:lnTo>
                  <a:pt x="919" y="17889"/>
                </a:lnTo>
                <a:lnTo>
                  <a:pt x="1075" y="18279"/>
                </a:lnTo>
                <a:lnTo>
                  <a:pt x="1243" y="18664"/>
                </a:lnTo>
                <a:lnTo>
                  <a:pt x="1424" y="19043"/>
                </a:lnTo>
                <a:lnTo>
                  <a:pt x="1617" y="19416"/>
                </a:lnTo>
                <a:lnTo>
                  <a:pt x="1822" y="19783"/>
                </a:lnTo>
                <a:lnTo>
                  <a:pt x="2040" y="20143"/>
                </a:lnTo>
                <a:lnTo>
                  <a:pt x="2270" y="20498"/>
                </a:lnTo>
                <a:lnTo>
                  <a:pt x="2512" y="20846"/>
                </a:lnTo>
                <a:lnTo>
                  <a:pt x="2767" y="21188"/>
                </a:lnTo>
                <a:lnTo>
                  <a:pt x="3035" y="21523"/>
                </a:lnTo>
                <a:lnTo>
                  <a:pt x="3315" y="21851"/>
                </a:lnTo>
                <a:lnTo>
                  <a:pt x="3607" y="22173"/>
                </a:lnTo>
                <a:lnTo>
                  <a:pt x="3913" y="22488"/>
                </a:lnTo>
                <a:lnTo>
                  <a:pt x="4232" y="22797"/>
                </a:lnTo>
                <a:lnTo>
                  <a:pt x="4558" y="23092"/>
                </a:lnTo>
                <a:lnTo>
                  <a:pt x="4891" y="23374"/>
                </a:lnTo>
                <a:lnTo>
                  <a:pt x="5231" y="23642"/>
                </a:lnTo>
                <a:lnTo>
                  <a:pt x="5577" y="23897"/>
                </a:lnTo>
                <a:lnTo>
                  <a:pt x="5930" y="24139"/>
                </a:lnTo>
                <a:lnTo>
                  <a:pt x="6290" y="24367"/>
                </a:lnTo>
                <a:lnTo>
                  <a:pt x="6656" y="24582"/>
                </a:lnTo>
                <a:lnTo>
                  <a:pt x="7028" y="24783"/>
                </a:lnTo>
                <a:lnTo>
                  <a:pt x="7406" y="24972"/>
                </a:lnTo>
                <a:lnTo>
                  <a:pt x="7790" y="25147"/>
                </a:lnTo>
                <a:lnTo>
                  <a:pt x="8180" y="25308"/>
                </a:lnTo>
                <a:lnTo>
                  <a:pt x="8576" y="25457"/>
                </a:lnTo>
                <a:lnTo>
                  <a:pt x="8978" y="25593"/>
                </a:lnTo>
                <a:lnTo>
                  <a:pt x="9385" y="25715"/>
                </a:lnTo>
                <a:lnTo>
                  <a:pt x="9798" y="25825"/>
                </a:lnTo>
                <a:lnTo>
                  <a:pt x="10216" y="25921"/>
                </a:lnTo>
                <a:lnTo>
                  <a:pt x="10639" y="26005"/>
                </a:lnTo>
                <a:lnTo>
                  <a:pt x="11068" y="26075"/>
                </a:lnTo>
                <a:lnTo>
                  <a:pt x="11501" y="26133"/>
                </a:lnTo>
                <a:lnTo>
                  <a:pt x="11940" y="26178"/>
                </a:lnTo>
                <a:lnTo>
                  <a:pt x="12383" y="26210"/>
                </a:lnTo>
                <a:lnTo>
                  <a:pt x="12831" y="26229"/>
                </a:lnTo>
                <a:lnTo>
                  <a:pt x="13283" y="26235"/>
                </a:lnTo>
                <a:lnTo>
                  <a:pt x="13743" y="26228"/>
                </a:lnTo>
                <a:lnTo>
                  <a:pt x="14197" y="26208"/>
                </a:lnTo>
                <a:lnTo>
                  <a:pt x="14647" y="26173"/>
                </a:lnTo>
                <a:lnTo>
                  <a:pt x="15091" y="26125"/>
                </a:lnTo>
                <a:lnTo>
                  <a:pt x="15530" y="26063"/>
                </a:lnTo>
                <a:lnTo>
                  <a:pt x="15964" y="25987"/>
                </a:lnTo>
                <a:lnTo>
                  <a:pt x="16392" y="25898"/>
                </a:lnTo>
                <a:lnTo>
                  <a:pt x="16814" y="25795"/>
                </a:lnTo>
                <a:lnTo>
                  <a:pt x="17231" y="25678"/>
                </a:lnTo>
                <a:lnTo>
                  <a:pt x="17641" y="25547"/>
                </a:lnTo>
                <a:lnTo>
                  <a:pt x="18046" y="25402"/>
                </a:lnTo>
                <a:lnTo>
                  <a:pt x="18445" y="25243"/>
                </a:lnTo>
                <a:lnTo>
                  <a:pt x="18837" y="25071"/>
                </a:lnTo>
                <a:lnTo>
                  <a:pt x="19224" y="24884"/>
                </a:lnTo>
                <a:lnTo>
                  <a:pt x="19603" y="24684"/>
                </a:lnTo>
                <a:lnTo>
                  <a:pt x="19977" y="24470"/>
                </a:lnTo>
                <a:lnTo>
                  <a:pt x="20343" y="24242"/>
                </a:lnTo>
                <a:lnTo>
                  <a:pt x="20704" y="24000"/>
                </a:lnTo>
                <a:lnTo>
                  <a:pt x="21057" y="23745"/>
                </a:lnTo>
                <a:lnTo>
                  <a:pt x="21403" y="23475"/>
                </a:lnTo>
                <a:lnTo>
                  <a:pt x="21742" y="23192"/>
                </a:lnTo>
                <a:lnTo>
                  <a:pt x="22075" y="22894"/>
                </a:lnTo>
                <a:lnTo>
                  <a:pt x="22399" y="22583"/>
                </a:lnTo>
                <a:lnTo>
                  <a:pt x="22717" y="22257"/>
                </a:lnTo>
                <a:lnTo>
                  <a:pt x="23016" y="21931"/>
                </a:lnTo>
                <a:lnTo>
                  <a:pt x="23302" y="21599"/>
                </a:lnTo>
                <a:lnTo>
                  <a:pt x="23576" y="21262"/>
                </a:lnTo>
                <a:lnTo>
                  <a:pt x="23837" y="20918"/>
                </a:lnTo>
                <a:lnTo>
                  <a:pt x="24086" y="20569"/>
                </a:lnTo>
                <a:lnTo>
                  <a:pt x="24322" y="20214"/>
                </a:lnTo>
                <a:lnTo>
                  <a:pt x="24546" y="19854"/>
                </a:lnTo>
                <a:lnTo>
                  <a:pt x="24757" y="19488"/>
                </a:lnTo>
                <a:lnTo>
                  <a:pt x="24955" y="19117"/>
                </a:lnTo>
                <a:lnTo>
                  <a:pt x="25141" y="18741"/>
                </a:lnTo>
                <a:lnTo>
                  <a:pt x="25314" y="18359"/>
                </a:lnTo>
                <a:lnTo>
                  <a:pt x="25474" y="17972"/>
                </a:lnTo>
                <a:lnTo>
                  <a:pt x="25622" y="17580"/>
                </a:lnTo>
                <a:lnTo>
                  <a:pt x="25757" y="17183"/>
                </a:lnTo>
                <a:lnTo>
                  <a:pt x="25879" y="16781"/>
                </a:lnTo>
                <a:lnTo>
                  <a:pt x="25988" y="16374"/>
                </a:lnTo>
                <a:lnTo>
                  <a:pt x="26085" y="15962"/>
                </a:lnTo>
                <a:lnTo>
                  <a:pt x="26168" y="15546"/>
                </a:lnTo>
                <a:lnTo>
                  <a:pt x="26239" y="15125"/>
                </a:lnTo>
                <a:lnTo>
                  <a:pt x="26297" y="14699"/>
                </a:lnTo>
                <a:lnTo>
                  <a:pt x="26343" y="14269"/>
                </a:lnTo>
                <a:lnTo>
                  <a:pt x="26375" y="13834"/>
                </a:lnTo>
                <a:lnTo>
                  <a:pt x="26394" y="13395"/>
                </a:lnTo>
                <a:lnTo>
                  <a:pt x="26401" y="12952"/>
                </a:lnTo>
                <a:lnTo>
                  <a:pt x="26401" y="12893"/>
                </a:lnTo>
                <a:lnTo>
                  <a:pt x="26399" y="12834"/>
                </a:lnTo>
                <a:lnTo>
                  <a:pt x="26375" y="12370"/>
                </a:lnTo>
                <a:lnTo>
                  <a:pt x="26339" y="11912"/>
                </a:lnTo>
                <a:lnTo>
                  <a:pt x="26289" y="11459"/>
                </a:lnTo>
                <a:lnTo>
                  <a:pt x="26227" y="11011"/>
                </a:lnTo>
                <a:lnTo>
                  <a:pt x="26152" y="10570"/>
                </a:lnTo>
                <a:lnTo>
                  <a:pt x="26064" y="10134"/>
                </a:lnTo>
                <a:lnTo>
                  <a:pt x="25963" y="9704"/>
                </a:lnTo>
                <a:lnTo>
                  <a:pt x="25849" y="9280"/>
                </a:lnTo>
                <a:lnTo>
                  <a:pt x="25722" y="8863"/>
                </a:lnTo>
                <a:lnTo>
                  <a:pt x="25581" y="8452"/>
                </a:lnTo>
                <a:lnTo>
                  <a:pt x="25427" y="8048"/>
                </a:lnTo>
                <a:lnTo>
                  <a:pt x="25260" y="7650"/>
                </a:lnTo>
                <a:lnTo>
                  <a:pt x="25079" y="7260"/>
                </a:lnTo>
                <a:lnTo>
                  <a:pt x="24885" y="6876"/>
                </a:lnTo>
                <a:lnTo>
                  <a:pt x="24677" y="6499"/>
                </a:lnTo>
                <a:lnTo>
                  <a:pt x="24456" y="6130"/>
                </a:lnTo>
                <a:lnTo>
                  <a:pt x="24221" y="5768"/>
                </a:lnTo>
                <a:lnTo>
                  <a:pt x="23972" y="5413"/>
                </a:lnTo>
                <a:lnTo>
                  <a:pt x="23709" y="5067"/>
                </a:lnTo>
                <a:lnTo>
                  <a:pt x="23433" y="4728"/>
                </a:lnTo>
                <a:lnTo>
                  <a:pt x="23142" y="4397"/>
                </a:lnTo>
                <a:lnTo>
                  <a:pt x="22838" y="4074"/>
                </a:lnTo>
                <a:lnTo>
                  <a:pt x="22519" y="3759"/>
                </a:lnTo>
                <a:lnTo>
                  <a:pt x="22187" y="3453"/>
                </a:lnTo>
                <a:lnTo>
                  <a:pt x="21863" y="3174"/>
                </a:lnTo>
                <a:lnTo>
                  <a:pt x="21534" y="2906"/>
                </a:lnTo>
                <a:lnTo>
                  <a:pt x="21201" y="2650"/>
                </a:lnTo>
                <a:lnTo>
                  <a:pt x="20862" y="2405"/>
                </a:lnTo>
                <a:lnTo>
                  <a:pt x="20518" y="2172"/>
                </a:lnTo>
                <a:lnTo>
                  <a:pt x="20169" y="1951"/>
                </a:lnTo>
                <a:lnTo>
                  <a:pt x="19815" y="1741"/>
                </a:lnTo>
                <a:lnTo>
                  <a:pt x="19457" y="1544"/>
                </a:lnTo>
                <a:lnTo>
                  <a:pt x="19094" y="1358"/>
                </a:lnTo>
                <a:lnTo>
                  <a:pt x="18726" y="1184"/>
                </a:lnTo>
                <a:lnTo>
                  <a:pt x="18353" y="1021"/>
                </a:lnTo>
                <a:lnTo>
                  <a:pt x="17976" y="871"/>
                </a:lnTo>
                <a:lnTo>
                  <a:pt x="17595" y="732"/>
                </a:lnTo>
                <a:lnTo>
                  <a:pt x="17209" y="606"/>
                </a:lnTo>
                <a:lnTo>
                  <a:pt x="16818" y="491"/>
                </a:lnTo>
                <a:lnTo>
                  <a:pt x="16424" y="388"/>
                </a:lnTo>
                <a:lnTo>
                  <a:pt x="16025" y="297"/>
                </a:lnTo>
                <a:lnTo>
                  <a:pt x="15621" y="219"/>
                </a:lnTo>
                <a:lnTo>
                  <a:pt x="15214" y="152"/>
                </a:lnTo>
                <a:lnTo>
                  <a:pt x="14803" y="97"/>
                </a:lnTo>
                <a:lnTo>
                  <a:pt x="14387" y="55"/>
                </a:lnTo>
                <a:lnTo>
                  <a:pt x="13968" y="24"/>
                </a:lnTo>
                <a:lnTo>
                  <a:pt x="13545" y="6"/>
                </a:lnTo>
                <a:lnTo>
                  <a:pt x="13118" y="0"/>
                </a:lnTo>
                <a:lnTo>
                  <a:pt x="12658" y="7"/>
                </a:lnTo>
                <a:close/>
                <a:moveTo>
                  <a:pt x="3180" y="13118"/>
                </a:moveTo>
                <a:lnTo>
                  <a:pt x="3180" y="13118"/>
                </a:lnTo>
                <a:lnTo>
                  <a:pt x="2" y="13240"/>
                </a:lnTo>
                <a:lnTo>
                  <a:pt x="3180" y="13118"/>
                </a:lnTo>
                <a:close/>
                <a:moveTo>
                  <a:pt x="23221" y="12952"/>
                </a:moveTo>
                <a:lnTo>
                  <a:pt x="23221" y="12952"/>
                </a:lnTo>
                <a:lnTo>
                  <a:pt x="26399" y="12834"/>
                </a:lnTo>
                <a:lnTo>
                  <a:pt x="23221" y="12952"/>
                </a:lnTo>
                <a:close/>
                <a:moveTo>
                  <a:pt x="8953" y="7740"/>
                </a:moveTo>
                <a:lnTo>
                  <a:pt x="9123" y="7606"/>
                </a:lnTo>
                <a:lnTo>
                  <a:pt x="9296" y="7478"/>
                </a:lnTo>
                <a:lnTo>
                  <a:pt x="9472" y="7358"/>
                </a:lnTo>
                <a:lnTo>
                  <a:pt x="9652" y="7244"/>
                </a:lnTo>
                <a:lnTo>
                  <a:pt x="9836" y="7137"/>
                </a:lnTo>
                <a:lnTo>
                  <a:pt x="10024" y="7037"/>
                </a:lnTo>
                <a:lnTo>
                  <a:pt x="10216" y="6944"/>
                </a:lnTo>
                <a:lnTo>
                  <a:pt x="10412" y="6858"/>
                </a:lnTo>
                <a:lnTo>
                  <a:pt x="10612" y="6778"/>
                </a:lnTo>
                <a:lnTo>
                  <a:pt x="10816" y="6706"/>
                </a:lnTo>
                <a:lnTo>
                  <a:pt x="11024" y="6640"/>
                </a:lnTo>
                <a:lnTo>
                  <a:pt x="11238" y="6581"/>
                </a:lnTo>
                <a:lnTo>
                  <a:pt x="11455" y="6529"/>
                </a:lnTo>
                <a:lnTo>
                  <a:pt x="11678" y="6484"/>
                </a:lnTo>
                <a:lnTo>
                  <a:pt x="11905" y="6446"/>
                </a:lnTo>
                <a:lnTo>
                  <a:pt x="12137" y="6415"/>
                </a:lnTo>
                <a:lnTo>
                  <a:pt x="12375" y="6390"/>
                </a:lnTo>
                <a:lnTo>
                  <a:pt x="12617" y="6373"/>
                </a:lnTo>
                <a:lnTo>
                  <a:pt x="12865" y="6363"/>
                </a:lnTo>
                <a:lnTo>
                  <a:pt x="13118" y="6359"/>
                </a:lnTo>
                <a:lnTo>
                  <a:pt x="13350" y="6362"/>
                </a:lnTo>
                <a:lnTo>
                  <a:pt x="13578" y="6372"/>
                </a:lnTo>
                <a:lnTo>
                  <a:pt x="13804" y="6387"/>
                </a:lnTo>
                <a:lnTo>
                  <a:pt x="14027" y="6409"/>
                </a:lnTo>
                <a:lnTo>
                  <a:pt x="14247" y="6437"/>
                </a:lnTo>
                <a:lnTo>
                  <a:pt x="14465" y="6472"/>
                </a:lnTo>
                <a:lnTo>
                  <a:pt x="14679" y="6513"/>
                </a:lnTo>
                <a:lnTo>
                  <a:pt x="14891" y="6560"/>
                </a:lnTo>
                <a:lnTo>
                  <a:pt x="15100" y="6614"/>
                </a:lnTo>
                <a:lnTo>
                  <a:pt x="15307" y="6674"/>
                </a:lnTo>
                <a:lnTo>
                  <a:pt x="15511" y="6740"/>
                </a:lnTo>
                <a:lnTo>
                  <a:pt x="15712" y="6813"/>
                </a:lnTo>
                <a:lnTo>
                  <a:pt x="15912" y="6893"/>
                </a:lnTo>
                <a:lnTo>
                  <a:pt x="16108" y="6979"/>
                </a:lnTo>
                <a:lnTo>
                  <a:pt x="16303" y="7072"/>
                </a:lnTo>
                <a:lnTo>
                  <a:pt x="16495" y="7171"/>
                </a:lnTo>
                <a:lnTo>
                  <a:pt x="16686" y="7277"/>
                </a:lnTo>
                <a:lnTo>
                  <a:pt x="16874" y="7390"/>
                </a:lnTo>
                <a:lnTo>
                  <a:pt x="17060" y="7509"/>
                </a:lnTo>
                <a:lnTo>
                  <a:pt x="17244" y="7635"/>
                </a:lnTo>
                <a:lnTo>
                  <a:pt x="17426" y="7767"/>
                </a:lnTo>
                <a:lnTo>
                  <a:pt x="17606" y="7907"/>
                </a:lnTo>
                <a:lnTo>
                  <a:pt x="17785" y="8053"/>
                </a:lnTo>
                <a:lnTo>
                  <a:pt x="17962" y="8206"/>
                </a:lnTo>
                <a:lnTo>
                  <a:pt x="18116" y="8348"/>
                </a:lnTo>
                <a:lnTo>
                  <a:pt x="18265" y="8494"/>
                </a:lnTo>
                <a:lnTo>
                  <a:pt x="18409" y="8644"/>
                </a:lnTo>
                <a:lnTo>
                  <a:pt x="18547" y="8800"/>
                </a:lnTo>
                <a:lnTo>
                  <a:pt x="18679" y="8959"/>
                </a:lnTo>
                <a:lnTo>
                  <a:pt x="18806" y="9124"/>
                </a:lnTo>
                <a:lnTo>
                  <a:pt x="18927" y="9293"/>
                </a:lnTo>
                <a:lnTo>
                  <a:pt x="19042" y="9468"/>
                </a:lnTo>
                <a:lnTo>
                  <a:pt x="19151" y="9648"/>
                </a:lnTo>
                <a:lnTo>
                  <a:pt x="19255" y="9833"/>
                </a:lnTo>
                <a:lnTo>
                  <a:pt x="19352" y="10024"/>
                </a:lnTo>
                <a:lnTo>
                  <a:pt x="19443" y="10220"/>
                </a:lnTo>
                <a:lnTo>
                  <a:pt x="19529" y="10423"/>
                </a:lnTo>
                <a:lnTo>
                  <a:pt x="19608" y="10631"/>
                </a:lnTo>
                <a:lnTo>
                  <a:pt x="19680" y="10845"/>
                </a:lnTo>
                <a:lnTo>
                  <a:pt x="19747" y="11066"/>
                </a:lnTo>
                <a:lnTo>
                  <a:pt x="19807" y="11292"/>
                </a:lnTo>
                <a:lnTo>
                  <a:pt x="19860" y="11526"/>
                </a:lnTo>
                <a:lnTo>
                  <a:pt x="19908" y="11766"/>
                </a:lnTo>
                <a:lnTo>
                  <a:pt x="19948" y="12012"/>
                </a:lnTo>
                <a:lnTo>
                  <a:pt x="19982" y="12266"/>
                </a:lnTo>
                <a:lnTo>
                  <a:pt x="20010" y="12527"/>
                </a:lnTo>
                <a:lnTo>
                  <a:pt x="20030" y="12794"/>
                </a:lnTo>
                <a:lnTo>
                  <a:pt x="20041" y="13010"/>
                </a:lnTo>
                <a:lnTo>
                  <a:pt x="20038" y="13195"/>
                </a:lnTo>
                <a:lnTo>
                  <a:pt x="20028" y="13434"/>
                </a:lnTo>
                <a:lnTo>
                  <a:pt x="20012" y="13669"/>
                </a:lnTo>
                <a:lnTo>
                  <a:pt x="19989" y="13901"/>
                </a:lnTo>
                <a:lnTo>
                  <a:pt x="19959" y="14129"/>
                </a:lnTo>
                <a:lnTo>
                  <a:pt x="19922" y="14354"/>
                </a:lnTo>
                <a:lnTo>
                  <a:pt x="19879" y="14575"/>
                </a:lnTo>
                <a:lnTo>
                  <a:pt x="19829" y="14793"/>
                </a:lnTo>
                <a:lnTo>
                  <a:pt x="19772" y="15008"/>
                </a:lnTo>
                <a:lnTo>
                  <a:pt x="19708" y="15220"/>
                </a:lnTo>
                <a:lnTo>
                  <a:pt x="19638" y="15428"/>
                </a:lnTo>
                <a:lnTo>
                  <a:pt x="19560" y="15634"/>
                </a:lnTo>
                <a:lnTo>
                  <a:pt x="19476" y="15837"/>
                </a:lnTo>
                <a:lnTo>
                  <a:pt x="19385" y="16036"/>
                </a:lnTo>
                <a:lnTo>
                  <a:pt x="19287" y="16233"/>
                </a:lnTo>
                <a:lnTo>
                  <a:pt x="19183" y="16427"/>
                </a:lnTo>
                <a:lnTo>
                  <a:pt x="19071" y="16619"/>
                </a:lnTo>
                <a:lnTo>
                  <a:pt x="18952" y="16808"/>
                </a:lnTo>
                <a:lnTo>
                  <a:pt x="18827" y="16994"/>
                </a:lnTo>
                <a:lnTo>
                  <a:pt x="18694" y="17178"/>
                </a:lnTo>
                <a:lnTo>
                  <a:pt x="18555" y="17360"/>
                </a:lnTo>
                <a:lnTo>
                  <a:pt x="18408" y="17539"/>
                </a:lnTo>
                <a:lnTo>
                  <a:pt x="18255" y="17716"/>
                </a:lnTo>
                <a:lnTo>
                  <a:pt x="18094" y="17891"/>
                </a:lnTo>
                <a:lnTo>
                  <a:pt x="17937" y="18052"/>
                </a:lnTo>
                <a:lnTo>
                  <a:pt x="17777" y="18207"/>
                </a:lnTo>
                <a:lnTo>
                  <a:pt x="17614" y="18354"/>
                </a:lnTo>
                <a:lnTo>
                  <a:pt x="17448" y="18495"/>
                </a:lnTo>
                <a:lnTo>
                  <a:pt x="17278" y="18629"/>
                </a:lnTo>
                <a:lnTo>
                  <a:pt x="17105" y="18757"/>
                </a:lnTo>
                <a:lnTo>
                  <a:pt x="16929" y="18877"/>
                </a:lnTo>
                <a:lnTo>
                  <a:pt x="16749" y="18991"/>
                </a:lnTo>
                <a:lnTo>
                  <a:pt x="16565" y="19098"/>
                </a:lnTo>
                <a:lnTo>
                  <a:pt x="16377" y="19198"/>
                </a:lnTo>
                <a:lnTo>
                  <a:pt x="16185" y="19291"/>
                </a:lnTo>
                <a:lnTo>
                  <a:pt x="15989" y="19377"/>
                </a:lnTo>
                <a:lnTo>
                  <a:pt x="15789" y="19457"/>
                </a:lnTo>
                <a:lnTo>
                  <a:pt x="15585" y="19529"/>
                </a:lnTo>
                <a:lnTo>
                  <a:pt x="15376" y="19595"/>
                </a:lnTo>
                <a:lnTo>
                  <a:pt x="15163" y="19654"/>
                </a:lnTo>
                <a:lnTo>
                  <a:pt x="14945" y="19706"/>
                </a:lnTo>
                <a:lnTo>
                  <a:pt x="14723" y="19751"/>
                </a:lnTo>
                <a:lnTo>
                  <a:pt x="14496" y="19789"/>
                </a:lnTo>
                <a:lnTo>
                  <a:pt x="14263" y="19820"/>
                </a:lnTo>
                <a:lnTo>
                  <a:pt x="14026" y="19845"/>
                </a:lnTo>
                <a:lnTo>
                  <a:pt x="13784" y="19862"/>
                </a:lnTo>
                <a:lnTo>
                  <a:pt x="13536" y="19873"/>
                </a:lnTo>
                <a:lnTo>
                  <a:pt x="13283" y="19876"/>
                </a:lnTo>
                <a:lnTo>
                  <a:pt x="13023" y="19873"/>
                </a:lnTo>
                <a:lnTo>
                  <a:pt x="12769" y="19862"/>
                </a:lnTo>
                <a:lnTo>
                  <a:pt x="12520" y="19845"/>
                </a:lnTo>
                <a:lnTo>
                  <a:pt x="12277" y="19822"/>
                </a:lnTo>
                <a:lnTo>
                  <a:pt x="12039" y="19791"/>
                </a:lnTo>
                <a:lnTo>
                  <a:pt x="11807" y="19754"/>
                </a:lnTo>
                <a:lnTo>
                  <a:pt x="11580" y="19711"/>
                </a:lnTo>
                <a:lnTo>
                  <a:pt x="11358" y="19661"/>
                </a:lnTo>
                <a:lnTo>
                  <a:pt x="11141" y="19604"/>
                </a:lnTo>
                <a:lnTo>
                  <a:pt x="10929" y="19541"/>
                </a:lnTo>
                <a:lnTo>
                  <a:pt x="10721" y="19471"/>
                </a:lnTo>
                <a:lnTo>
                  <a:pt x="10518" y="19395"/>
                </a:lnTo>
                <a:lnTo>
                  <a:pt x="10320" y="19312"/>
                </a:lnTo>
                <a:lnTo>
                  <a:pt x="10126" y="19223"/>
                </a:lnTo>
                <a:lnTo>
                  <a:pt x="9937" y="19128"/>
                </a:lnTo>
                <a:lnTo>
                  <a:pt x="9752" y="19026"/>
                </a:lnTo>
                <a:lnTo>
                  <a:pt x="9571" y="18919"/>
                </a:lnTo>
                <a:lnTo>
                  <a:pt x="9394" y="18805"/>
                </a:lnTo>
                <a:lnTo>
                  <a:pt x="9220" y="18684"/>
                </a:lnTo>
                <a:lnTo>
                  <a:pt x="9051" y="18558"/>
                </a:lnTo>
                <a:lnTo>
                  <a:pt x="8885" y="18425"/>
                </a:lnTo>
                <a:lnTo>
                  <a:pt x="8723" y="18287"/>
                </a:lnTo>
                <a:lnTo>
                  <a:pt x="8565" y="18142"/>
                </a:lnTo>
                <a:lnTo>
                  <a:pt x="8409" y="17992"/>
                </a:lnTo>
                <a:lnTo>
                  <a:pt x="8254" y="17832"/>
                </a:lnTo>
                <a:lnTo>
                  <a:pt x="8105" y="17669"/>
                </a:lnTo>
                <a:lnTo>
                  <a:pt x="7962" y="17502"/>
                </a:lnTo>
                <a:lnTo>
                  <a:pt x="7825" y="17332"/>
                </a:lnTo>
                <a:lnTo>
                  <a:pt x="7693" y="17158"/>
                </a:lnTo>
                <a:lnTo>
                  <a:pt x="7568" y="16980"/>
                </a:lnTo>
                <a:lnTo>
                  <a:pt x="7448" y="16798"/>
                </a:lnTo>
                <a:lnTo>
                  <a:pt x="7335" y="16611"/>
                </a:lnTo>
                <a:lnTo>
                  <a:pt x="7227" y="16421"/>
                </a:lnTo>
                <a:lnTo>
                  <a:pt x="7125" y="16226"/>
                </a:lnTo>
                <a:lnTo>
                  <a:pt x="7030" y="16027"/>
                </a:lnTo>
                <a:lnTo>
                  <a:pt x="6941" y="15824"/>
                </a:lnTo>
                <a:lnTo>
                  <a:pt x="6857" y="15615"/>
                </a:lnTo>
                <a:lnTo>
                  <a:pt x="6780" y="15403"/>
                </a:lnTo>
                <a:lnTo>
                  <a:pt x="6710" y="15185"/>
                </a:lnTo>
                <a:lnTo>
                  <a:pt x="6645" y="14962"/>
                </a:lnTo>
                <a:lnTo>
                  <a:pt x="6587" y="14735"/>
                </a:lnTo>
                <a:lnTo>
                  <a:pt x="6535" y="14502"/>
                </a:lnTo>
                <a:lnTo>
                  <a:pt x="6489" y="14265"/>
                </a:lnTo>
                <a:lnTo>
                  <a:pt x="6450" y="14022"/>
                </a:lnTo>
                <a:lnTo>
                  <a:pt x="6417" y="13773"/>
                </a:lnTo>
                <a:lnTo>
                  <a:pt x="6390" y="13520"/>
                </a:lnTo>
                <a:lnTo>
                  <a:pt x="6370" y="13260"/>
                </a:lnTo>
                <a:lnTo>
                  <a:pt x="6360" y="13058"/>
                </a:lnTo>
                <a:lnTo>
                  <a:pt x="6362" y="12893"/>
                </a:lnTo>
                <a:lnTo>
                  <a:pt x="6372" y="12670"/>
                </a:lnTo>
                <a:lnTo>
                  <a:pt x="6388" y="12451"/>
                </a:lnTo>
                <a:lnTo>
                  <a:pt x="6410" y="12234"/>
                </a:lnTo>
                <a:lnTo>
                  <a:pt x="6439" y="12019"/>
                </a:lnTo>
                <a:lnTo>
                  <a:pt x="6475" y="11807"/>
                </a:lnTo>
                <a:lnTo>
                  <a:pt x="6517" y="11598"/>
                </a:lnTo>
                <a:lnTo>
                  <a:pt x="6566" y="11391"/>
                </a:lnTo>
                <a:lnTo>
                  <a:pt x="6622" y="11186"/>
                </a:lnTo>
                <a:lnTo>
                  <a:pt x="6685" y="10983"/>
                </a:lnTo>
                <a:lnTo>
                  <a:pt x="6754" y="10782"/>
                </a:lnTo>
                <a:lnTo>
                  <a:pt x="6831" y="10584"/>
                </a:lnTo>
                <a:lnTo>
                  <a:pt x="6914" y="10387"/>
                </a:lnTo>
                <a:lnTo>
                  <a:pt x="7005" y="10193"/>
                </a:lnTo>
                <a:lnTo>
                  <a:pt x="7102" y="10000"/>
                </a:lnTo>
                <a:lnTo>
                  <a:pt x="7207" y="9810"/>
                </a:lnTo>
                <a:lnTo>
                  <a:pt x="7318" y="9621"/>
                </a:lnTo>
                <a:lnTo>
                  <a:pt x="7438" y="9434"/>
                </a:lnTo>
                <a:lnTo>
                  <a:pt x="7564" y="9248"/>
                </a:lnTo>
                <a:lnTo>
                  <a:pt x="7698" y="9064"/>
                </a:lnTo>
                <a:lnTo>
                  <a:pt x="7839" y="8882"/>
                </a:lnTo>
                <a:lnTo>
                  <a:pt x="7987" y="8701"/>
                </a:lnTo>
                <a:lnTo>
                  <a:pt x="8143" y="8522"/>
                </a:lnTo>
                <a:lnTo>
                  <a:pt x="8307" y="8344"/>
                </a:lnTo>
                <a:lnTo>
                  <a:pt x="8464" y="8183"/>
                </a:lnTo>
                <a:lnTo>
                  <a:pt x="8624" y="8028"/>
                </a:lnTo>
                <a:lnTo>
                  <a:pt x="8787" y="7881"/>
                </a:lnTo>
                <a:lnTo>
                  <a:pt x="8953" y="7740"/>
                </a:lnTo>
                <a:close/>
                <a:moveTo>
                  <a:pt x="12658" y="51353"/>
                </a:moveTo>
                <a:lnTo>
                  <a:pt x="12203" y="51374"/>
                </a:lnTo>
                <a:lnTo>
                  <a:pt x="11754" y="51408"/>
                </a:lnTo>
                <a:lnTo>
                  <a:pt x="11310" y="51456"/>
                </a:lnTo>
                <a:lnTo>
                  <a:pt x="10871" y="51518"/>
                </a:lnTo>
                <a:lnTo>
                  <a:pt x="10437" y="51594"/>
                </a:lnTo>
                <a:lnTo>
                  <a:pt x="10009" y="51684"/>
                </a:lnTo>
                <a:lnTo>
                  <a:pt x="9587" y="51787"/>
                </a:lnTo>
                <a:lnTo>
                  <a:pt x="9170" y="51904"/>
                </a:lnTo>
                <a:lnTo>
                  <a:pt x="8760" y="52035"/>
                </a:lnTo>
                <a:lnTo>
                  <a:pt x="8355" y="52180"/>
                </a:lnTo>
                <a:lnTo>
                  <a:pt x="7956" y="52338"/>
                </a:lnTo>
                <a:lnTo>
                  <a:pt x="7563" y="52511"/>
                </a:lnTo>
                <a:lnTo>
                  <a:pt x="7177" y="52697"/>
                </a:lnTo>
                <a:lnTo>
                  <a:pt x="6797" y="52897"/>
                </a:lnTo>
                <a:lnTo>
                  <a:pt x="6424" y="53111"/>
                </a:lnTo>
                <a:lnTo>
                  <a:pt x="6057" y="53339"/>
                </a:lnTo>
                <a:lnTo>
                  <a:pt x="5697" y="53581"/>
                </a:lnTo>
                <a:lnTo>
                  <a:pt x="5344" y="53837"/>
                </a:lnTo>
                <a:lnTo>
                  <a:pt x="4998" y="54106"/>
                </a:lnTo>
                <a:lnTo>
                  <a:pt x="4658" y="54390"/>
                </a:lnTo>
                <a:lnTo>
                  <a:pt x="4326" y="54687"/>
                </a:lnTo>
                <a:lnTo>
                  <a:pt x="4001" y="54999"/>
                </a:lnTo>
                <a:lnTo>
                  <a:pt x="3684" y="55324"/>
                </a:lnTo>
                <a:lnTo>
                  <a:pt x="3388" y="55647"/>
                </a:lnTo>
                <a:lnTo>
                  <a:pt x="3104" y="55975"/>
                </a:lnTo>
                <a:lnTo>
                  <a:pt x="2832" y="56308"/>
                </a:lnTo>
                <a:lnTo>
                  <a:pt x="2572" y="56647"/>
                </a:lnTo>
                <a:lnTo>
                  <a:pt x="2325" y="56991"/>
                </a:lnTo>
                <a:lnTo>
                  <a:pt x="2089" y="57340"/>
                </a:lnTo>
                <a:lnTo>
                  <a:pt x="1866" y="57695"/>
                </a:lnTo>
                <a:lnTo>
                  <a:pt x="1655" y="58055"/>
                </a:lnTo>
                <a:lnTo>
                  <a:pt x="1457" y="58420"/>
                </a:lnTo>
                <a:lnTo>
                  <a:pt x="1271" y="58790"/>
                </a:lnTo>
                <a:lnTo>
                  <a:pt x="1097" y="59164"/>
                </a:lnTo>
                <a:lnTo>
                  <a:pt x="936" y="59544"/>
                </a:lnTo>
                <a:lnTo>
                  <a:pt x="788" y="59929"/>
                </a:lnTo>
                <a:lnTo>
                  <a:pt x="652" y="60318"/>
                </a:lnTo>
                <a:lnTo>
                  <a:pt x="529" y="60713"/>
                </a:lnTo>
                <a:lnTo>
                  <a:pt x="418" y="61112"/>
                </a:lnTo>
                <a:lnTo>
                  <a:pt x="321" y="61515"/>
                </a:lnTo>
                <a:lnTo>
                  <a:pt x="236" y="61923"/>
                </a:lnTo>
                <a:lnTo>
                  <a:pt x="164" y="62336"/>
                </a:lnTo>
                <a:lnTo>
                  <a:pt x="105" y="62753"/>
                </a:lnTo>
                <a:lnTo>
                  <a:pt x="59" y="63174"/>
                </a:lnTo>
                <a:lnTo>
                  <a:pt x="26" y="63600"/>
                </a:lnTo>
                <a:lnTo>
                  <a:pt x="7" y="64030"/>
                </a:lnTo>
                <a:lnTo>
                  <a:pt x="0" y="64464"/>
                </a:lnTo>
                <a:lnTo>
                  <a:pt x="0" y="64525"/>
                </a:lnTo>
                <a:lnTo>
                  <a:pt x="2" y="64586"/>
                </a:lnTo>
                <a:lnTo>
                  <a:pt x="26" y="65034"/>
                </a:lnTo>
                <a:lnTo>
                  <a:pt x="61" y="65477"/>
                </a:lnTo>
                <a:lnTo>
                  <a:pt x="108" y="65915"/>
                </a:lnTo>
                <a:lnTo>
                  <a:pt x="167" y="66348"/>
                </a:lnTo>
                <a:lnTo>
                  <a:pt x="238" y="66776"/>
                </a:lnTo>
                <a:lnTo>
                  <a:pt x="321" y="67199"/>
                </a:lnTo>
                <a:lnTo>
                  <a:pt x="416" y="67617"/>
                </a:lnTo>
                <a:lnTo>
                  <a:pt x="524" y="68030"/>
                </a:lnTo>
                <a:lnTo>
                  <a:pt x="643" y="68437"/>
                </a:lnTo>
                <a:lnTo>
                  <a:pt x="775" y="68839"/>
                </a:lnTo>
                <a:lnTo>
                  <a:pt x="919" y="69235"/>
                </a:lnTo>
                <a:lnTo>
                  <a:pt x="1075" y="69625"/>
                </a:lnTo>
                <a:lnTo>
                  <a:pt x="1243" y="70010"/>
                </a:lnTo>
                <a:lnTo>
                  <a:pt x="1424" y="70389"/>
                </a:lnTo>
                <a:lnTo>
                  <a:pt x="1617" y="70762"/>
                </a:lnTo>
                <a:lnTo>
                  <a:pt x="1822" y="71129"/>
                </a:lnTo>
                <a:lnTo>
                  <a:pt x="2040" y="71490"/>
                </a:lnTo>
                <a:lnTo>
                  <a:pt x="2270" y="71844"/>
                </a:lnTo>
                <a:lnTo>
                  <a:pt x="2512" y="72192"/>
                </a:lnTo>
                <a:lnTo>
                  <a:pt x="2767" y="72534"/>
                </a:lnTo>
                <a:lnTo>
                  <a:pt x="3035" y="72869"/>
                </a:lnTo>
                <a:lnTo>
                  <a:pt x="3315" y="73198"/>
                </a:lnTo>
                <a:lnTo>
                  <a:pt x="3607" y="73519"/>
                </a:lnTo>
                <a:lnTo>
                  <a:pt x="3913" y="73834"/>
                </a:lnTo>
                <a:lnTo>
                  <a:pt x="4232" y="74143"/>
                </a:lnTo>
                <a:lnTo>
                  <a:pt x="4558" y="74439"/>
                </a:lnTo>
                <a:lnTo>
                  <a:pt x="4891" y="74720"/>
                </a:lnTo>
                <a:lnTo>
                  <a:pt x="5231" y="74989"/>
                </a:lnTo>
                <a:lnTo>
                  <a:pt x="5577" y="75244"/>
                </a:lnTo>
                <a:lnTo>
                  <a:pt x="5930" y="75485"/>
                </a:lnTo>
                <a:lnTo>
                  <a:pt x="6290" y="75713"/>
                </a:lnTo>
                <a:lnTo>
                  <a:pt x="6656" y="75928"/>
                </a:lnTo>
                <a:lnTo>
                  <a:pt x="7028" y="76130"/>
                </a:lnTo>
                <a:lnTo>
                  <a:pt x="7406" y="76318"/>
                </a:lnTo>
                <a:lnTo>
                  <a:pt x="7790" y="76493"/>
                </a:lnTo>
                <a:lnTo>
                  <a:pt x="8180" y="76655"/>
                </a:lnTo>
                <a:lnTo>
                  <a:pt x="8576" y="76804"/>
                </a:lnTo>
                <a:lnTo>
                  <a:pt x="8978" y="76939"/>
                </a:lnTo>
                <a:lnTo>
                  <a:pt x="9385" y="77062"/>
                </a:lnTo>
                <a:lnTo>
                  <a:pt x="9798" y="77171"/>
                </a:lnTo>
                <a:lnTo>
                  <a:pt x="10216" y="77268"/>
                </a:lnTo>
                <a:lnTo>
                  <a:pt x="10639" y="77351"/>
                </a:lnTo>
                <a:lnTo>
                  <a:pt x="11068" y="77422"/>
                </a:lnTo>
                <a:lnTo>
                  <a:pt x="11501" y="77479"/>
                </a:lnTo>
                <a:lnTo>
                  <a:pt x="11940" y="77524"/>
                </a:lnTo>
                <a:lnTo>
                  <a:pt x="12383" y="77556"/>
                </a:lnTo>
                <a:lnTo>
                  <a:pt x="12831" y="77575"/>
                </a:lnTo>
                <a:lnTo>
                  <a:pt x="13283" y="77582"/>
                </a:lnTo>
                <a:lnTo>
                  <a:pt x="13743" y="77575"/>
                </a:lnTo>
                <a:lnTo>
                  <a:pt x="14197" y="77554"/>
                </a:lnTo>
                <a:lnTo>
                  <a:pt x="14647" y="77520"/>
                </a:lnTo>
                <a:lnTo>
                  <a:pt x="15091" y="77471"/>
                </a:lnTo>
                <a:lnTo>
                  <a:pt x="15530" y="77410"/>
                </a:lnTo>
                <a:lnTo>
                  <a:pt x="15964" y="77334"/>
                </a:lnTo>
                <a:lnTo>
                  <a:pt x="16392" y="77244"/>
                </a:lnTo>
                <a:lnTo>
                  <a:pt x="16814" y="77141"/>
                </a:lnTo>
                <a:lnTo>
                  <a:pt x="17231" y="77024"/>
                </a:lnTo>
                <a:lnTo>
                  <a:pt x="17641" y="76893"/>
                </a:lnTo>
                <a:lnTo>
                  <a:pt x="18046" y="76748"/>
                </a:lnTo>
                <a:lnTo>
                  <a:pt x="18445" y="76590"/>
                </a:lnTo>
                <a:lnTo>
                  <a:pt x="18837" y="76417"/>
                </a:lnTo>
                <a:lnTo>
                  <a:pt x="19224" y="76231"/>
                </a:lnTo>
                <a:lnTo>
                  <a:pt x="19603" y="76031"/>
                </a:lnTo>
                <a:lnTo>
                  <a:pt x="19977" y="75817"/>
                </a:lnTo>
                <a:lnTo>
                  <a:pt x="20343" y="75589"/>
                </a:lnTo>
                <a:lnTo>
                  <a:pt x="20704" y="75347"/>
                </a:lnTo>
                <a:lnTo>
                  <a:pt x="21057" y="75091"/>
                </a:lnTo>
                <a:lnTo>
                  <a:pt x="21403" y="74821"/>
                </a:lnTo>
                <a:lnTo>
                  <a:pt x="21742" y="74538"/>
                </a:lnTo>
                <a:lnTo>
                  <a:pt x="22075" y="74240"/>
                </a:lnTo>
                <a:lnTo>
                  <a:pt x="22399" y="73929"/>
                </a:lnTo>
                <a:lnTo>
                  <a:pt x="22717" y="73604"/>
                </a:lnTo>
                <a:lnTo>
                  <a:pt x="23016" y="73278"/>
                </a:lnTo>
                <a:lnTo>
                  <a:pt x="23302" y="72946"/>
                </a:lnTo>
                <a:lnTo>
                  <a:pt x="23576" y="72608"/>
                </a:lnTo>
                <a:lnTo>
                  <a:pt x="23837" y="72265"/>
                </a:lnTo>
                <a:lnTo>
                  <a:pt x="24086" y="71915"/>
                </a:lnTo>
                <a:lnTo>
                  <a:pt x="24322" y="71561"/>
                </a:lnTo>
                <a:lnTo>
                  <a:pt x="24546" y="71200"/>
                </a:lnTo>
                <a:lnTo>
                  <a:pt x="24757" y="70835"/>
                </a:lnTo>
                <a:lnTo>
                  <a:pt x="24955" y="70463"/>
                </a:lnTo>
                <a:lnTo>
                  <a:pt x="25141" y="70087"/>
                </a:lnTo>
                <a:lnTo>
                  <a:pt x="25314" y="69705"/>
                </a:lnTo>
                <a:lnTo>
                  <a:pt x="25474" y="69318"/>
                </a:lnTo>
                <a:lnTo>
                  <a:pt x="25622" y="68926"/>
                </a:lnTo>
                <a:lnTo>
                  <a:pt x="25757" y="68529"/>
                </a:lnTo>
                <a:lnTo>
                  <a:pt x="25879" y="68127"/>
                </a:lnTo>
                <a:lnTo>
                  <a:pt x="25988" y="67720"/>
                </a:lnTo>
                <a:lnTo>
                  <a:pt x="26085" y="67309"/>
                </a:lnTo>
                <a:lnTo>
                  <a:pt x="26168" y="66892"/>
                </a:lnTo>
                <a:lnTo>
                  <a:pt x="26239" y="66471"/>
                </a:lnTo>
                <a:lnTo>
                  <a:pt x="26297" y="66046"/>
                </a:lnTo>
                <a:lnTo>
                  <a:pt x="26343" y="65615"/>
                </a:lnTo>
                <a:lnTo>
                  <a:pt x="26375" y="65181"/>
                </a:lnTo>
                <a:lnTo>
                  <a:pt x="26394" y="64742"/>
                </a:lnTo>
                <a:lnTo>
                  <a:pt x="26401" y="64298"/>
                </a:lnTo>
                <a:lnTo>
                  <a:pt x="26401" y="64239"/>
                </a:lnTo>
                <a:lnTo>
                  <a:pt x="26399" y="64181"/>
                </a:lnTo>
                <a:lnTo>
                  <a:pt x="26375" y="63717"/>
                </a:lnTo>
                <a:lnTo>
                  <a:pt x="26339" y="63258"/>
                </a:lnTo>
                <a:lnTo>
                  <a:pt x="26289" y="62805"/>
                </a:lnTo>
                <a:lnTo>
                  <a:pt x="26227" y="62358"/>
                </a:lnTo>
                <a:lnTo>
                  <a:pt x="26152" y="61916"/>
                </a:lnTo>
                <a:lnTo>
                  <a:pt x="26064" y="61480"/>
                </a:lnTo>
                <a:lnTo>
                  <a:pt x="25963" y="61050"/>
                </a:lnTo>
                <a:lnTo>
                  <a:pt x="25849" y="60627"/>
                </a:lnTo>
                <a:lnTo>
                  <a:pt x="25722" y="60209"/>
                </a:lnTo>
                <a:lnTo>
                  <a:pt x="25581" y="59799"/>
                </a:lnTo>
                <a:lnTo>
                  <a:pt x="25427" y="59394"/>
                </a:lnTo>
                <a:lnTo>
                  <a:pt x="25260" y="58997"/>
                </a:lnTo>
                <a:lnTo>
                  <a:pt x="25079" y="58606"/>
                </a:lnTo>
                <a:lnTo>
                  <a:pt x="24885" y="58222"/>
                </a:lnTo>
                <a:lnTo>
                  <a:pt x="24677" y="57846"/>
                </a:lnTo>
                <a:lnTo>
                  <a:pt x="24456" y="57476"/>
                </a:lnTo>
                <a:lnTo>
                  <a:pt x="24221" y="57114"/>
                </a:lnTo>
                <a:lnTo>
                  <a:pt x="23972" y="56760"/>
                </a:lnTo>
                <a:lnTo>
                  <a:pt x="23709" y="56413"/>
                </a:lnTo>
                <a:lnTo>
                  <a:pt x="23433" y="56074"/>
                </a:lnTo>
                <a:lnTo>
                  <a:pt x="23142" y="55743"/>
                </a:lnTo>
                <a:lnTo>
                  <a:pt x="22838" y="55420"/>
                </a:lnTo>
                <a:lnTo>
                  <a:pt x="22519" y="55106"/>
                </a:lnTo>
                <a:lnTo>
                  <a:pt x="22187" y="54800"/>
                </a:lnTo>
                <a:lnTo>
                  <a:pt x="21863" y="54520"/>
                </a:lnTo>
                <a:lnTo>
                  <a:pt x="21534" y="54252"/>
                </a:lnTo>
                <a:lnTo>
                  <a:pt x="21201" y="53996"/>
                </a:lnTo>
                <a:lnTo>
                  <a:pt x="20862" y="53751"/>
                </a:lnTo>
                <a:lnTo>
                  <a:pt x="20518" y="53519"/>
                </a:lnTo>
                <a:lnTo>
                  <a:pt x="20169" y="53297"/>
                </a:lnTo>
                <a:lnTo>
                  <a:pt x="19815" y="53088"/>
                </a:lnTo>
                <a:lnTo>
                  <a:pt x="19457" y="52890"/>
                </a:lnTo>
                <a:lnTo>
                  <a:pt x="19094" y="52704"/>
                </a:lnTo>
                <a:lnTo>
                  <a:pt x="18726" y="52530"/>
                </a:lnTo>
                <a:lnTo>
                  <a:pt x="18353" y="52368"/>
                </a:lnTo>
                <a:lnTo>
                  <a:pt x="17976" y="52217"/>
                </a:lnTo>
                <a:lnTo>
                  <a:pt x="17595" y="52079"/>
                </a:lnTo>
                <a:lnTo>
                  <a:pt x="17209" y="51952"/>
                </a:lnTo>
                <a:lnTo>
                  <a:pt x="16818" y="51837"/>
                </a:lnTo>
                <a:lnTo>
                  <a:pt x="16424" y="51735"/>
                </a:lnTo>
                <a:lnTo>
                  <a:pt x="16025" y="51644"/>
                </a:lnTo>
                <a:lnTo>
                  <a:pt x="15621" y="51565"/>
                </a:lnTo>
                <a:lnTo>
                  <a:pt x="15214" y="51498"/>
                </a:lnTo>
                <a:lnTo>
                  <a:pt x="14803" y="51444"/>
                </a:lnTo>
                <a:lnTo>
                  <a:pt x="14387" y="51401"/>
                </a:lnTo>
                <a:lnTo>
                  <a:pt x="13968" y="51371"/>
                </a:lnTo>
                <a:lnTo>
                  <a:pt x="13545" y="51352"/>
                </a:lnTo>
                <a:lnTo>
                  <a:pt x="13118" y="51346"/>
                </a:lnTo>
                <a:lnTo>
                  <a:pt x="12658" y="51353"/>
                </a:lnTo>
                <a:close/>
                <a:moveTo>
                  <a:pt x="23221" y="64298"/>
                </a:moveTo>
                <a:lnTo>
                  <a:pt x="23221" y="64298"/>
                </a:lnTo>
                <a:lnTo>
                  <a:pt x="26399" y="64181"/>
                </a:lnTo>
                <a:lnTo>
                  <a:pt x="23221" y="64298"/>
                </a:lnTo>
                <a:close/>
                <a:moveTo>
                  <a:pt x="8953" y="59086"/>
                </a:moveTo>
                <a:lnTo>
                  <a:pt x="9123" y="58952"/>
                </a:lnTo>
                <a:lnTo>
                  <a:pt x="9296" y="58825"/>
                </a:lnTo>
                <a:lnTo>
                  <a:pt x="9472" y="58704"/>
                </a:lnTo>
                <a:lnTo>
                  <a:pt x="9652" y="58591"/>
                </a:lnTo>
                <a:lnTo>
                  <a:pt x="9836" y="58484"/>
                </a:lnTo>
                <a:lnTo>
                  <a:pt x="10024" y="58384"/>
                </a:lnTo>
                <a:lnTo>
                  <a:pt x="10216" y="58291"/>
                </a:lnTo>
                <a:lnTo>
                  <a:pt x="10412" y="58204"/>
                </a:lnTo>
                <a:lnTo>
                  <a:pt x="10612" y="58125"/>
                </a:lnTo>
                <a:lnTo>
                  <a:pt x="10816" y="58052"/>
                </a:lnTo>
                <a:lnTo>
                  <a:pt x="11024" y="57986"/>
                </a:lnTo>
                <a:lnTo>
                  <a:pt x="11238" y="57928"/>
                </a:lnTo>
                <a:lnTo>
                  <a:pt x="11455" y="57876"/>
                </a:lnTo>
                <a:lnTo>
                  <a:pt x="11678" y="57830"/>
                </a:lnTo>
                <a:lnTo>
                  <a:pt x="11905" y="57792"/>
                </a:lnTo>
                <a:lnTo>
                  <a:pt x="12137" y="57761"/>
                </a:lnTo>
                <a:lnTo>
                  <a:pt x="12375" y="57737"/>
                </a:lnTo>
                <a:lnTo>
                  <a:pt x="12617" y="57719"/>
                </a:lnTo>
                <a:lnTo>
                  <a:pt x="12865" y="57709"/>
                </a:lnTo>
                <a:lnTo>
                  <a:pt x="13118" y="57705"/>
                </a:lnTo>
                <a:lnTo>
                  <a:pt x="13350" y="57709"/>
                </a:lnTo>
                <a:lnTo>
                  <a:pt x="13578" y="57718"/>
                </a:lnTo>
                <a:lnTo>
                  <a:pt x="13804" y="57734"/>
                </a:lnTo>
                <a:lnTo>
                  <a:pt x="14027" y="57755"/>
                </a:lnTo>
                <a:lnTo>
                  <a:pt x="14247" y="57784"/>
                </a:lnTo>
                <a:lnTo>
                  <a:pt x="14465" y="57818"/>
                </a:lnTo>
                <a:lnTo>
                  <a:pt x="14679" y="57859"/>
                </a:lnTo>
                <a:lnTo>
                  <a:pt x="14891" y="57906"/>
                </a:lnTo>
                <a:lnTo>
                  <a:pt x="15100" y="57960"/>
                </a:lnTo>
                <a:lnTo>
                  <a:pt x="15307" y="58020"/>
                </a:lnTo>
                <a:lnTo>
                  <a:pt x="15511" y="58087"/>
                </a:lnTo>
                <a:lnTo>
                  <a:pt x="15712" y="58160"/>
                </a:lnTo>
                <a:lnTo>
                  <a:pt x="15912" y="58239"/>
                </a:lnTo>
                <a:lnTo>
                  <a:pt x="16108" y="58325"/>
                </a:lnTo>
                <a:lnTo>
                  <a:pt x="16303" y="58418"/>
                </a:lnTo>
                <a:lnTo>
                  <a:pt x="16495" y="58517"/>
                </a:lnTo>
                <a:lnTo>
                  <a:pt x="16686" y="58623"/>
                </a:lnTo>
                <a:lnTo>
                  <a:pt x="16874" y="58736"/>
                </a:lnTo>
                <a:lnTo>
                  <a:pt x="17060" y="58855"/>
                </a:lnTo>
                <a:lnTo>
                  <a:pt x="17244" y="58981"/>
                </a:lnTo>
                <a:lnTo>
                  <a:pt x="17426" y="59114"/>
                </a:lnTo>
                <a:lnTo>
                  <a:pt x="17606" y="59253"/>
                </a:lnTo>
                <a:lnTo>
                  <a:pt x="17785" y="59399"/>
                </a:lnTo>
                <a:lnTo>
                  <a:pt x="17962" y="59552"/>
                </a:lnTo>
                <a:lnTo>
                  <a:pt x="18116" y="59694"/>
                </a:lnTo>
                <a:lnTo>
                  <a:pt x="18265" y="59840"/>
                </a:lnTo>
                <a:lnTo>
                  <a:pt x="18409" y="59991"/>
                </a:lnTo>
                <a:lnTo>
                  <a:pt x="18547" y="60146"/>
                </a:lnTo>
                <a:lnTo>
                  <a:pt x="18679" y="60306"/>
                </a:lnTo>
                <a:lnTo>
                  <a:pt x="18806" y="60470"/>
                </a:lnTo>
                <a:lnTo>
                  <a:pt x="18927" y="60640"/>
                </a:lnTo>
                <a:lnTo>
                  <a:pt x="19042" y="60814"/>
                </a:lnTo>
                <a:lnTo>
                  <a:pt x="19151" y="60994"/>
                </a:lnTo>
                <a:lnTo>
                  <a:pt x="19255" y="61180"/>
                </a:lnTo>
                <a:lnTo>
                  <a:pt x="19352" y="61370"/>
                </a:lnTo>
                <a:lnTo>
                  <a:pt x="19443" y="61567"/>
                </a:lnTo>
                <a:lnTo>
                  <a:pt x="19529" y="61769"/>
                </a:lnTo>
                <a:lnTo>
                  <a:pt x="19608" y="61977"/>
                </a:lnTo>
                <a:lnTo>
                  <a:pt x="19680" y="62191"/>
                </a:lnTo>
                <a:lnTo>
                  <a:pt x="19747" y="62412"/>
                </a:lnTo>
                <a:lnTo>
                  <a:pt x="19807" y="62639"/>
                </a:lnTo>
                <a:lnTo>
                  <a:pt x="19860" y="62872"/>
                </a:lnTo>
                <a:lnTo>
                  <a:pt x="19908" y="63112"/>
                </a:lnTo>
                <a:lnTo>
                  <a:pt x="19948" y="63359"/>
                </a:lnTo>
                <a:lnTo>
                  <a:pt x="19982" y="63612"/>
                </a:lnTo>
                <a:lnTo>
                  <a:pt x="20010" y="63873"/>
                </a:lnTo>
                <a:lnTo>
                  <a:pt x="20030" y="64141"/>
                </a:lnTo>
                <a:lnTo>
                  <a:pt x="20041" y="64357"/>
                </a:lnTo>
                <a:lnTo>
                  <a:pt x="20038" y="64541"/>
                </a:lnTo>
                <a:lnTo>
                  <a:pt x="20028" y="64780"/>
                </a:lnTo>
                <a:lnTo>
                  <a:pt x="20012" y="65016"/>
                </a:lnTo>
                <a:lnTo>
                  <a:pt x="19989" y="65247"/>
                </a:lnTo>
                <a:lnTo>
                  <a:pt x="19959" y="65476"/>
                </a:lnTo>
                <a:lnTo>
                  <a:pt x="19922" y="65700"/>
                </a:lnTo>
                <a:lnTo>
                  <a:pt x="19879" y="65922"/>
                </a:lnTo>
                <a:lnTo>
                  <a:pt x="19829" y="66140"/>
                </a:lnTo>
                <a:lnTo>
                  <a:pt x="19772" y="66355"/>
                </a:lnTo>
                <a:lnTo>
                  <a:pt x="19708" y="66566"/>
                </a:lnTo>
                <a:lnTo>
                  <a:pt x="19638" y="66775"/>
                </a:lnTo>
                <a:lnTo>
                  <a:pt x="19560" y="66980"/>
                </a:lnTo>
                <a:lnTo>
                  <a:pt x="19476" y="67183"/>
                </a:lnTo>
                <a:lnTo>
                  <a:pt x="19385" y="67383"/>
                </a:lnTo>
                <a:lnTo>
                  <a:pt x="19287" y="67580"/>
                </a:lnTo>
                <a:lnTo>
                  <a:pt x="19183" y="67774"/>
                </a:lnTo>
                <a:lnTo>
                  <a:pt x="19071" y="67965"/>
                </a:lnTo>
                <a:lnTo>
                  <a:pt x="18952" y="68154"/>
                </a:lnTo>
                <a:lnTo>
                  <a:pt x="18827" y="68341"/>
                </a:lnTo>
                <a:lnTo>
                  <a:pt x="18694" y="68524"/>
                </a:lnTo>
                <a:lnTo>
                  <a:pt x="18555" y="68706"/>
                </a:lnTo>
                <a:lnTo>
                  <a:pt x="18408" y="68885"/>
                </a:lnTo>
                <a:lnTo>
                  <a:pt x="18255" y="69062"/>
                </a:lnTo>
                <a:lnTo>
                  <a:pt x="18094" y="69237"/>
                </a:lnTo>
                <a:lnTo>
                  <a:pt x="17937" y="69399"/>
                </a:lnTo>
                <a:lnTo>
                  <a:pt x="17777" y="69553"/>
                </a:lnTo>
                <a:lnTo>
                  <a:pt x="17614" y="69701"/>
                </a:lnTo>
                <a:lnTo>
                  <a:pt x="17448" y="69842"/>
                </a:lnTo>
                <a:lnTo>
                  <a:pt x="17278" y="69976"/>
                </a:lnTo>
                <a:lnTo>
                  <a:pt x="17105" y="70103"/>
                </a:lnTo>
                <a:lnTo>
                  <a:pt x="16929" y="70224"/>
                </a:lnTo>
                <a:lnTo>
                  <a:pt x="16749" y="70337"/>
                </a:lnTo>
                <a:lnTo>
                  <a:pt x="16565" y="70444"/>
                </a:lnTo>
                <a:lnTo>
                  <a:pt x="16377" y="70544"/>
                </a:lnTo>
                <a:lnTo>
                  <a:pt x="16185" y="70637"/>
                </a:lnTo>
                <a:lnTo>
                  <a:pt x="15989" y="70724"/>
                </a:lnTo>
                <a:lnTo>
                  <a:pt x="15789" y="70803"/>
                </a:lnTo>
                <a:lnTo>
                  <a:pt x="15585" y="70876"/>
                </a:lnTo>
                <a:lnTo>
                  <a:pt x="15376" y="70942"/>
                </a:lnTo>
                <a:lnTo>
                  <a:pt x="15163" y="71000"/>
                </a:lnTo>
                <a:lnTo>
                  <a:pt x="14945" y="71052"/>
                </a:lnTo>
                <a:lnTo>
                  <a:pt x="14723" y="71097"/>
                </a:lnTo>
                <a:lnTo>
                  <a:pt x="14496" y="71136"/>
                </a:lnTo>
                <a:lnTo>
                  <a:pt x="14263" y="71167"/>
                </a:lnTo>
                <a:lnTo>
                  <a:pt x="14026" y="71191"/>
                </a:lnTo>
                <a:lnTo>
                  <a:pt x="13784" y="71208"/>
                </a:lnTo>
                <a:lnTo>
                  <a:pt x="13536" y="71219"/>
                </a:lnTo>
                <a:lnTo>
                  <a:pt x="13283" y="71222"/>
                </a:lnTo>
                <a:lnTo>
                  <a:pt x="13023" y="71219"/>
                </a:lnTo>
                <a:lnTo>
                  <a:pt x="12769" y="71209"/>
                </a:lnTo>
                <a:lnTo>
                  <a:pt x="12520" y="71192"/>
                </a:lnTo>
                <a:lnTo>
                  <a:pt x="12277" y="71168"/>
                </a:lnTo>
                <a:lnTo>
                  <a:pt x="12039" y="71138"/>
                </a:lnTo>
                <a:lnTo>
                  <a:pt x="11807" y="71101"/>
                </a:lnTo>
                <a:lnTo>
                  <a:pt x="11580" y="71057"/>
                </a:lnTo>
                <a:lnTo>
                  <a:pt x="11358" y="71007"/>
                </a:lnTo>
                <a:lnTo>
                  <a:pt x="11141" y="70950"/>
                </a:lnTo>
                <a:lnTo>
                  <a:pt x="10929" y="70887"/>
                </a:lnTo>
                <a:lnTo>
                  <a:pt x="10721" y="70817"/>
                </a:lnTo>
                <a:lnTo>
                  <a:pt x="10518" y="70741"/>
                </a:lnTo>
                <a:lnTo>
                  <a:pt x="10320" y="70659"/>
                </a:lnTo>
                <a:lnTo>
                  <a:pt x="10126" y="70570"/>
                </a:lnTo>
                <a:lnTo>
                  <a:pt x="9937" y="70474"/>
                </a:lnTo>
                <a:lnTo>
                  <a:pt x="9752" y="70373"/>
                </a:lnTo>
                <a:lnTo>
                  <a:pt x="9571" y="70265"/>
                </a:lnTo>
                <a:lnTo>
                  <a:pt x="9394" y="70151"/>
                </a:lnTo>
                <a:lnTo>
                  <a:pt x="9220" y="70031"/>
                </a:lnTo>
                <a:lnTo>
                  <a:pt x="9051" y="69904"/>
                </a:lnTo>
                <a:lnTo>
                  <a:pt x="8885" y="69772"/>
                </a:lnTo>
                <a:lnTo>
                  <a:pt x="8723" y="69633"/>
                </a:lnTo>
                <a:lnTo>
                  <a:pt x="8565" y="69489"/>
                </a:lnTo>
                <a:lnTo>
                  <a:pt x="8409" y="69338"/>
                </a:lnTo>
                <a:lnTo>
                  <a:pt x="8254" y="69178"/>
                </a:lnTo>
                <a:lnTo>
                  <a:pt x="8105" y="69015"/>
                </a:lnTo>
                <a:lnTo>
                  <a:pt x="7962" y="68849"/>
                </a:lnTo>
                <a:lnTo>
                  <a:pt x="7825" y="68678"/>
                </a:lnTo>
                <a:lnTo>
                  <a:pt x="7693" y="68504"/>
                </a:lnTo>
                <a:lnTo>
                  <a:pt x="7568" y="68326"/>
                </a:lnTo>
                <a:lnTo>
                  <a:pt x="7448" y="68144"/>
                </a:lnTo>
                <a:lnTo>
                  <a:pt x="7335" y="67958"/>
                </a:lnTo>
                <a:lnTo>
                  <a:pt x="7227" y="67767"/>
                </a:lnTo>
                <a:lnTo>
                  <a:pt x="7125" y="67573"/>
                </a:lnTo>
                <a:lnTo>
                  <a:pt x="7030" y="67374"/>
                </a:lnTo>
                <a:lnTo>
                  <a:pt x="6941" y="67170"/>
                </a:lnTo>
                <a:lnTo>
                  <a:pt x="6857" y="66962"/>
                </a:lnTo>
                <a:lnTo>
                  <a:pt x="6780" y="66749"/>
                </a:lnTo>
                <a:lnTo>
                  <a:pt x="6710" y="66531"/>
                </a:lnTo>
                <a:lnTo>
                  <a:pt x="6645" y="66309"/>
                </a:lnTo>
                <a:lnTo>
                  <a:pt x="6587" y="66081"/>
                </a:lnTo>
                <a:lnTo>
                  <a:pt x="6535" y="65849"/>
                </a:lnTo>
                <a:lnTo>
                  <a:pt x="6489" y="65611"/>
                </a:lnTo>
                <a:lnTo>
                  <a:pt x="6450" y="65368"/>
                </a:lnTo>
                <a:lnTo>
                  <a:pt x="6417" y="65120"/>
                </a:lnTo>
                <a:lnTo>
                  <a:pt x="6390" y="64866"/>
                </a:lnTo>
                <a:lnTo>
                  <a:pt x="6370" y="64607"/>
                </a:lnTo>
                <a:lnTo>
                  <a:pt x="6360" y="64404"/>
                </a:lnTo>
                <a:lnTo>
                  <a:pt x="6362" y="64239"/>
                </a:lnTo>
                <a:lnTo>
                  <a:pt x="6372" y="64017"/>
                </a:lnTo>
                <a:lnTo>
                  <a:pt x="6388" y="63797"/>
                </a:lnTo>
                <a:lnTo>
                  <a:pt x="6410" y="63580"/>
                </a:lnTo>
                <a:lnTo>
                  <a:pt x="6439" y="63366"/>
                </a:lnTo>
                <a:lnTo>
                  <a:pt x="6475" y="63154"/>
                </a:lnTo>
                <a:lnTo>
                  <a:pt x="6517" y="62944"/>
                </a:lnTo>
                <a:lnTo>
                  <a:pt x="6566" y="62737"/>
                </a:lnTo>
                <a:lnTo>
                  <a:pt x="6622" y="62532"/>
                </a:lnTo>
                <a:lnTo>
                  <a:pt x="6685" y="62329"/>
                </a:lnTo>
                <a:lnTo>
                  <a:pt x="6754" y="62129"/>
                </a:lnTo>
                <a:lnTo>
                  <a:pt x="6831" y="61930"/>
                </a:lnTo>
                <a:lnTo>
                  <a:pt x="6914" y="61734"/>
                </a:lnTo>
                <a:lnTo>
                  <a:pt x="7005" y="61539"/>
                </a:lnTo>
                <a:lnTo>
                  <a:pt x="7102" y="61347"/>
                </a:lnTo>
                <a:lnTo>
                  <a:pt x="7207" y="61156"/>
                </a:lnTo>
                <a:lnTo>
                  <a:pt x="7318" y="60967"/>
                </a:lnTo>
                <a:lnTo>
                  <a:pt x="7438" y="60780"/>
                </a:lnTo>
                <a:lnTo>
                  <a:pt x="7564" y="60595"/>
                </a:lnTo>
                <a:lnTo>
                  <a:pt x="7698" y="60411"/>
                </a:lnTo>
                <a:lnTo>
                  <a:pt x="7839" y="60228"/>
                </a:lnTo>
                <a:lnTo>
                  <a:pt x="7987" y="60048"/>
                </a:lnTo>
                <a:lnTo>
                  <a:pt x="8143" y="59868"/>
                </a:lnTo>
                <a:lnTo>
                  <a:pt x="8307" y="59690"/>
                </a:lnTo>
                <a:lnTo>
                  <a:pt x="8464" y="59529"/>
                </a:lnTo>
                <a:lnTo>
                  <a:pt x="8624" y="59375"/>
                </a:lnTo>
                <a:lnTo>
                  <a:pt x="8787" y="59227"/>
                </a:lnTo>
                <a:lnTo>
                  <a:pt x="8953" y="590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C53861-8D41-4EFF-A337-9F63E87F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10" y="582478"/>
            <a:ext cx="51512" cy="105509"/>
          </a:xfrm>
          <a:custGeom xmlns:a="http://schemas.openxmlformats.org/drawingml/2006/main">
            <a:pathLst>
              <a:path w="51512" h="105509">
                <a:moveTo>
                  <a:pt x="1159" y="39918"/>
                </a:moveTo>
                <a:cubicBezTo>
                  <a:pt x="386" y="39145"/>
                  <a:pt x="0" y="38593"/>
                  <a:pt x="0" y="38261"/>
                </a:cubicBezTo>
                <a:cubicBezTo>
                  <a:pt x="0" y="37820"/>
                  <a:pt x="166" y="36936"/>
                  <a:pt x="497" y="35611"/>
                </a:cubicBezTo>
                <a:cubicBezTo>
                  <a:pt x="828" y="34286"/>
                  <a:pt x="1104" y="33513"/>
                  <a:pt x="1325" y="33292"/>
                </a:cubicBezTo>
                <a:cubicBezTo>
                  <a:pt x="1546" y="32740"/>
                  <a:pt x="2043" y="32464"/>
                  <a:pt x="2816" y="32464"/>
                </a:cubicBezTo>
                <a:cubicBezTo>
                  <a:pt x="3589" y="32464"/>
                  <a:pt x="6404" y="32409"/>
                  <a:pt x="11263" y="32299"/>
                </a:cubicBezTo>
                <a:lnTo>
                  <a:pt x="20042" y="32299"/>
                </a:lnTo>
                <a:lnTo>
                  <a:pt x="23189" y="19048"/>
                </a:lnTo>
                <a:cubicBezTo>
                  <a:pt x="23520" y="17833"/>
                  <a:pt x="23906" y="16232"/>
                  <a:pt x="24348" y="14244"/>
                </a:cubicBezTo>
                <a:cubicBezTo>
                  <a:pt x="24790" y="12257"/>
                  <a:pt x="25176" y="10821"/>
                  <a:pt x="25508" y="9938"/>
                </a:cubicBezTo>
                <a:cubicBezTo>
                  <a:pt x="25839" y="9055"/>
                  <a:pt x="26170" y="7950"/>
                  <a:pt x="26501" y="6625"/>
                </a:cubicBezTo>
                <a:cubicBezTo>
                  <a:pt x="26833" y="5300"/>
                  <a:pt x="27274" y="4362"/>
                  <a:pt x="27826" y="3810"/>
                </a:cubicBezTo>
                <a:cubicBezTo>
                  <a:pt x="28379" y="3257"/>
                  <a:pt x="28931" y="2595"/>
                  <a:pt x="29483" y="1822"/>
                </a:cubicBezTo>
                <a:cubicBezTo>
                  <a:pt x="30035" y="1049"/>
                  <a:pt x="30808" y="552"/>
                  <a:pt x="31802" y="331"/>
                </a:cubicBezTo>
                <a:cubicBezTo>
                  <a:pt x="32795" y="110"/>
                  <a:pt x="33789" y="0"/>
                  <a:pt x="34783" y="0"/>
                </a:cubicBezTo>
                <a:cubicBezTo>
                  <a:pt x="36771" y="110"/>
                  <a:pt x="38151" y="718"/>
                  <a:pt x="38924" y="1822"/>
                </a:cubicBezTo>
                <a:cubicBezTo>
                  <a:pt x="39697" y="2926"/>
                  <a:pt x="40083" y="3975"/>
                  <a:pt x="40083" y="4969"/>
                </a:cubicBezTo>
                <a:cubicBezTo>
                  <a:pt x="40083" y="5742"/>
                  <a:pt x="39586" y="8337"/>
                  <a:pt x="38593" y="12754"/>
                </a:cubicBezTo>
                <a:cubicBezTo>
                  <a:pt x="37599" y="17171"/>
                  <a:pt x="36495" y="21532"/>
                  <a:pt x="35280" y="25839"/>
                </a:cubicBezTo>
                <a:lnTo>
                  <a:pt x="33624" y="31967"/>
                </a:lnTo>
                <a:cubicBezTo>
                  <a:pt x="33624" y="32188"/>
                  <a:pt x="36384" y="32299"/>
                  <a:pt x="41905" y="32299"/>
                </a:cubicBezTo>
                <a:lnTo>
                  <a:pt x="50353" y="32299"/>
                </a:lnTo>
                <a:cubicBezTo>
                  <a:pt x="51126" y="33071"/>
                  <a:pt x="51512" y="33679"/>
                  <a:pt x="51512" y="34121"/>
                </a:cubicBezTo>
                <a:cubicBezTo>
                  <a:pt x="51512" y="36550"/>
                  <a:pt x="50794" y="38482"/>
                  <a:pt x="49359" y="39918"/>
                </a:cubicBezTo>
                <a:lnTo>
                  <a:pt x="31636" y="39918"/>
                </a:lnTo>
                <a:lnTo>
                  <a:pt x="25673" y="63935"/>
                </a:lnTo>
                <a:cubicBezTo>
                  <a:pt x="21367" y="81602"/>
                  <a:pt x="19213" y="91098"/>
                  <a:pt x="19213" y="92423"/>
                </a:cubicBezTo>
                <a:cubicBezTo>
                  <a:pt x="19213" y="97061"/>
                  <a:pt x="20704" y="99380"/>
                  <a:pt x="23686" y="99380"/>
                </a:cubicBezTo>
                <a:cubicBezTo>
                  <a:pt x="27550" y="99380"/>
                  <a:pt x="31305" y="97503"/>
                  <a:pt x="34949" y="93749"/>
                </a:cubicBezTo>
                <a:cubicBezTo>
                  <a:pt x="38593" y="89994"/>
                  <a:pt x="41519" y="85356"/>
                  <a:pt x="43727" y="79835"/>
                </a:cubicBezTo>
                <a:cubicBezTo>
                  <a:pt x="43948" y="79173"/>
                  <a:pt x="44224" y="78786"/>
                  <a:pt x="44555" y="78676"/>
                </a:cubicBezTo>
                <a:cubicBezTo>
                  <a:pt x="44887" y="78565"/>
                  <a:pt x="45715" y="78455"/>
                  <a:pt x="47040" y="78345"/>
                </a:cubicBezTo>
                <a:lnTo>
                  <a:pt x="47702" y="78345"/>
                </a:lnTo>
                <a:cubicBezTo>
                  <a:pt x="49359" y="78345"/>
                  <a:pt x="50187" y="78786"/>
                  <a:pt x="50187" y="79670"/>
                </a:cubicBezTo>
                <a:cubicBezTo>
                  <a:pt x="50187" y="80001"/>
                  <a:pt x="50021" y="80664"/>
                  <a:pt x="49690" y="81657"/>
                </a:cubicBezTo>
                <a:cubicBezTo>
                  <a:pt x="49138" y="83424"/>
                  <a:pt x="48144" y="85522"/>
                  <a:pt x="46709" y="87951"/>
                </a:cubicBezTo>
                <a:cubicBezTo>
                  <a:pt x="45273" y="90381"/>
                  <a:pt x="43396" y="92976"/>
                  <a:pt x="41077" y="95736"/>
                </a:cubicBezTo>
                <a:cubicBezTo>
                  <a:pt x="38758" y="98497"/>
                  <a:pt x="35942" y="100816"/>
                  <a:pt x="32630" y="102693"/>
                </a:cubicBezTo>
                <a:cubicBezTo>
                  <a:pt x="29317" y="104570"/>
                  <a:pt x="25949" y="105509"/>
                  <a:pt x="22526" y="105509"/>
                </a:cubicBezTo>
                <a:cubicBezTo>
                  <a:pt x="19213" y="105509"/>
                  <a:pt x="16066" y="104680"/>
                  <a:pt x="13085" y="103024"/>
                </a:cubicBezTo>
                <a:cubicBezTo>
                  <a:pt x="10104" y="101368"/>
                  <a:pt x="7950" y="98497"/>
                  <a:pt x="6625" y="94411"/>
                </a:cubicBezTo>
                <a:cubicBezTo>
                  <a:pt x="6404" y="93528"/>
                  <a:pt x="6294" y="92037"/>
                  <a:pt x="6294" y="89939"/>
                </a:cubicBezTo>
                <a:lnTo>
                  <a:pt x="6294" y="86958"/>
                </a:lnTo>
                <a:lnTo>
                  <a:pt x="12091" y="63769"/>
                </a:lnTo>
                <a:cubicBezTo>
                  <a:pt x="15956" y="48199"/>
                  <a:pt x="17944" y="40359"/>
                  <a:pt x="18054" y="40249"/>
                </a:cubicBezTo>
                <a:cubicBezTo>
                  <a:pt x="18054" y="40028"/>
                  <a:pt x="15238" y="39918"/>
                  <a:pt x="9607" y="39918"/>
                </a:cubicBezTo>
                <a:lnTo>
                  <a:pt x="1159" y="399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91156A-41B5-462E-8F5A-0B5981BD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630" y="579299"/>
            <a:ext cx="57871" cy="111868"/>
          </a:xfrm>
          <a:custGeom xmlns:a="http://schemas.openxmlformats.org/drawingml/2006/main">
            <a:pathLst>
              <a:path w="57871" h="111868">
                <a:moveTo>
                  <a:pt x="11594" y="32361"/>
                </a:moveTo>
                <a:lnTo>
                  <a:pt x="11104" y="32372"/>
                </a:lnTo>
                <a:lnTo>
                  <a:pt x="10637" y="32382"/>
                </a:lnTo>
                <a:lnTo>
                  <a:pt x="10191" y="32391"/>
                </a:lnTo>
                <a:lnTo>
                  <a:pt x="9767" y="32400"/>
                </a:lnTo>
                <a:lnTo>
                  <a:pt x="9364" y="32409"/>
                </a:lnTo>
                <a:lnTo>
                  <a:pt x="8984" y="32416"/>
                </a:lnTo>
                <a:lnTo>
                  <a:pt x="8625" y="32423"/>
                </a:lnTo>
                <a:lnTo>
                  <a:pt x="8287" y="32430"/>
                </a:lnTo>
                <a:lnTo>
                  <a:pt x="7971" y="32436"/>
                </a:lnTo>
                <a:lnTo>
                  <a:pt x="7677" y="32441"/>
                </a:lnTo>
                <a:lnTo>
                  <a:pt x="7405" y="32446"/>
                </a:lnTo>
                <a:lnTo>
                  <a:pt x="7154" y="32450"/>
                </a:lnTo>
                <a:lnTo>
                  <a:pt x="6924" y="32454"/>
                </a:lnTo>
                <a:lnTo>
                  <a:pt x="6716" y="32457"/>
                </a:lnTo>
                <a:lnTo>
                  <a:pt x="6529" y="32460"/>
                </a:lnTo>
                <a:lnTo>
                  <a:pt x="6364" y="32462"/>
                </a:lnTo>
                <a:lnTo>
                  <a:pt x="6220" y="32463"/>
                </a:lnTo>
                <a:lnTo>
                  <a:pt x="6097" y="32464"/>
                </a:lnTo>
                <a:lnTo>
                  <a:pt x="5995" y="32464"/>
                </a:lnTo>
                <a:lnTo>
                  <a:pt x="5902" y="32465"/>
                </a:lnTo>
                <a:lnTo>
                  <a:pt x="5807" y="32467"/>
                </a:lnTo>
                <a:lnTo>
                  <a:pt x="5711" y="32471"/>
                </a:lnTo>
                <a:lnTo>
                  <a:pt x="5613" y="32476"/>
                </a:lnTo>
                <a:lnTo>
                  <a:pt x="5514" y="32483"/>
                </a:lnTo>
                <a:lnTo>
                  <a:pt x="5414" y="32492"/>
                </a:lnTo>
                <a:lnTo>
                  <a:pt x="5312" y="32503"/>
                </a:lnTo>
                <a:lnTo>
                  <a:pt x="5210" y="32515"/>
                </a:lnTo>
                <a:lnTo>
                  <a:pt x="5107" y="32530"/>
                </a:lnTo>
                <a:lnTo>
                  <a:pt x="5003" y="32547"/>
                </a:lnTo>
                <a:lnTo>
                  <a:pt x="4898" y="32567"/>
                </a:lnTo>
                <a:lnTo>
                  <a:pt x="4792" y="32588"/>
                </a:lnTo>
                <a:lnTo>
                  <a:pt x="4686" y="32613"/>
                </a:lnTo>
                <a:lnTo>
                  <a:pt x="4579" y="32640"/>
                </a:lnTo>
                <a:lnTo>
                  <a:pt x="4472" y="32669"/>
                </a:lnTo>
                <a:lnTo>
                  <a:pt x="4364" y="32701"/>
                </a:lnTo>
                <a:lnTo>
                  <a:pt x="4256" y="32737"/>
                </a:lnTo>
                <a:lnTo>
                  <a:pt x="4148" y="32775"/>
                </a:lnTo>
                <a:lnTo>
                  <a:pt x="4039" y="32816"/>
                </a:lnTo>
                <a:lnTo>
                  <a:pt x="3931" y="32860"/>
                </a:lnTo>
                <a:lnTo>
                  <a:pt x="3823" y="32908"/>
                </a:lnTo>
                <a:lnTo>
                  <a:pt x="3715" y="32959"/>
                </a:lnTo>
                <a:lnTo>
                  <a:pt x="3607" y="33013"/>
                </a:lnTo>
                <a:lnTo>
                  <a:pt x="3499" y="33071"/>
                </a:lnTo>
                <a:lnTo>
                  <a:pt x="3385" y="33137"/>
                </a:lnTo>
                <a:lnTo>
                  <a:pt x="3275" y="33205"/>
                </a:lnTo>
                <a:lnTo>
                  <a:pt x="3166" y="33275"/>
                </a:lnTo>
                <a:lnTo>
                  <a:pt x="3061" y="33349"/>
                </a:lnTo>
                <a:lnTo>
                  <a:pt x="2959" y="33425"/>
                </a:lnTo>
                <a:lnTo>
                  <a:pt x="2859" y="33504"/>
                </a:lnTo>
                <a:lnTo>
                  <a:pt x="2762" y="33585"/>
                </a:lnTo>
                <a:lnTo>
                  <a:pt x="2668" y="33669"/>
                </a:lnTo>
                <a:lnTo>
                  <a:pt x="2576" y="33755"/>
                </a:lnTo>
                <a:lnTo>
                  <a:pt x="2488" y="33844"/>
                </a:lnTo>
                <a:lnTo>
                  <a:pt x="2402" y="33934"/>
                </a:lnTo>
                <a:lnTo>
                  <a:pt x="2319" y="34027"/>
                </a:lnTo>
                <a:lnTo>
                  <a:pt x="2239" y="34122"/>
                </a:lnTo>
                <a:lnTo>
                  <a:pt x="2162" y="34219"/>
                </a:lnTo>
                <a:lnTo>
                  <a:pt x="2088" y="34319"/>
                </a:lnTo>
                <a:lnTo>
                  <a:pt x="2017" y="34420"/>
                </a:lnTo>
                <a:lnTo>
                  <a:pt x="1948" y="34523"/>
                </a:lnTo>
                <a:lnTo>
                  <a:pt x="1883" y="34627"/>
                </a:lnTo>
                <a:lnTo>
                  <a:pt x="1820" y="34734"/>
                </a:lnTo>
                <a:lnTo>
                  <a:pt x="1779" y="34809"/>
                </a:lnTo>
                <a:lnTo>
                  <a:pt x="1758" y="34841"/>
                </a:lnTo>
                <a:lnTo>
                  <a:pt x="1727" y="34888"/>
                </a:lnTo>
                <a:lnTo>
                  <a:pt x="1698" y="34935"/>
                </a:lnTo>
                <a:lnTo>
                  <a:pt x="1670" y="34981"/>
                </a:lnTo>
                <a:lnTo>
                  <a:pt x="1644" y="35025"/>
                </a:lnTo>
                <a:lnTo>
                  <a:pt x="1619" y="35068"/>
                </a:lnTo>
                <a:lnTo>
                  <a:pt x="1596" y="35109"/>
                </a:lnTo>
                <a:lnTo>
                  <a:pt x="1574" y="35149"/>
                </a:lnTo>
                <a:lnTo>
                  <a:pt x="1553" y="35187"/>
                </a:lnTo>
                <a:lnTo>
                  <a:pt x="1534" y="35223"/>
                </a:lnTo>
                <a:lnTo>
                  <a:pt x="1516" y="35257"/>
                </a:lnTo>
                <a:lnTo>
                  <a:pt x="1500" y="35289"/>
                </a:lnTo>
                <a:lnTo>
                  <a:pt x="1485" y="35319"/>
                </a:lnTo>
                <a:lnTo>
                  <a:pt x="1467" y="35354"/>
                </a:lnTo>
                <a:lnTo>
                  <a:pt x="1450" y="35389"/>
                </a:lnTo>
                <a:lnTo>
                  <a:pt x="1434" y="35424"/>
                </a:lnTo>
                <a:lnTo>
                  <a:pt x="1417" y="35459"/>
                </a:lnTo>
                <a:lnTo>
                  <a:pt x="1401" y="35494"/>
                </a:lnTo>
                <a:lnTo>
                  <a:pt x="1385" y="35529"/>
                </a:lnTo>
                <a:lnTo>
                  <a:pt x="1369" y="35564"/>
                </a:lnTo>
                <a:lnTo>
                  <a:pt x="1354" y="35599"/>
                </a:lnTo>
                <a:lnTo>
                  <a:pt x="1338" y="35634"/>
                </a:lnTo>
                <a:lnTo>
                  <a:pt x="1323" y="35670"/>
                </a:lnTo>
                <a:lnTo>
                  <a:pt x="1309" y="35705"/>
                </a:lnTo>
                <a:lnTo>
                  <a:pt x="1294" y="35739"/>
                </a:lnTo>
                <a:lnTo>
                  <a:pt x="1280" y="35774"/>
                </a:lnTo>
                <a:lnTo>
                  <a:pt x="1266" y="35809"/>
                </a:lnTo>
                <a:lnTo>
                  <a:pt x="1252" y="35844"/>
                </a:lnTo>
                <a:lnTo>
                  <a:pt x="1238" y="35878"/>
                </a:lnTo>
                <a:lnTo>
                  <a:pt x="1225" y="35913"/>
                </a:lnTo>
                <a:lnTo>
                  <a:pt x="1212" y="35947"/>
                </a:lnTo>
                <a:lnTo>
                  <a:pt x="1199" y="35981"/>
                </a:lnTo>
                <a:lnTo>
                  <a:pt x="1186" y="36015"/>
                </a:lnTo>
                <a:lnTo>
                  <a:pt x="1174" y="36048"/>
                </a:lnTo>
                <a:lnTo>
                  <a:pt x="1162" y="36082"/>
                </a:lnTo>
                <a:lnTo>
                  <a:pt x="1149" y="36115"/>
                </a:lnTo>
                <a:lnTo>
                  <a:pt x="1138" y="36148"/>
                </a:lnTo>
                <a:lnTo>
                  <a:pt x="1114" y="36214"/>
                </a:lnTo>
                <a:lnTo>
                  <a:pt x="1091" y="36282"/>
                </a:lnTo>
                <a:lnTo>
                  <a:pt x="1067" y="36351"/>
                </a:lnTo>
                <a:lnTo>
                  <a:pt x="1044" y="36420"/>
                </a:lnTo>
                <a:lnTo>
                  <a:pt x="1021" y="36491"/>
                </a:lnTo>
                <a:lnTo>
                  <a:pt x="998" y="36563"/>
                </a:lnTo>
                <a:lnTo>
                  <a:pt x="975" y="36636"/>
                </a:lnTo>
                <a:lnTo>
                  <a:pt x="952" y="36710"/>
                </a:lnTo>
                <a:lnTo>
                  <a:pt x="929" y="36785"/>
                </a:lnTo>
                <a:lnTo>
                  <a:pt x="906" y="36861"/>
                </a:lnTo>
                <a:lnTo>
                  <a:pt x="883" y="36938"/>
                </a:lnTo>
                <a:lnTo>
                  <a:pt x="860" y="37016"/>
                </a:lnTo>
                <a:lnTo>
                  <a:pt x="838" y="37095"/>
                </a:lnTo>
                <a:lnTo>
                  <a:pt x="815" y="37175"/>
                </a:lnTo>
                <a:lnTo>
                  <a:pt x="793" y="37256"/>
                </a:lnTo>
                <a:lnTo>
                  <a:pt x="770" y="37337"/>
                </a:lnTo>
                <a:lnTo>
                  <a:pt x="748" y="37420"/>
                </a:lnTo>
                <a:lnTo>
                  <a:pt x="725" y="37503"/>
                </a:lnTo>
                <a:lnTo>
                  <a:pt x="703" y="37587"/>
                </a:lnTo>
                <a:lnTo>
                  <a:pt x="681" y="37672"/>
                </a:lnTo>
                <a:lnTo>
                  <a:pt x="658" y="37758"/>
                </a:lnTo>
                <a:lnTo>
                  <a:pt x="636" y="37844"/>
                </a:lnTo>
                <a:lnTo>
                  <a:pt x="614" y="37932"/>
                </a:lnTo>
                <a:lnTo>
                  <a:pt x="592" y="38020"/>
                </a:lnTo>
                <a:lnTo>
                  <a:pt x="553" y="38176"/>
                </a:lnTo>
                <a:lnTo>
                  <a:pt x="515" y="38332"/>
                </a:lnTo>
                <a:lnTo>
                  <a:pt x="477" y="38489"/>
                </a:lnTo>
                <a:lnTo>
                  <a:pt x="439" y="38645"/>
                </a:lnTo>
                <a:lnTo>
                  <a:pt x="403" y="38800"/>
                </a:lnTo>
                <a:lnTo>
                  <a:pt x="367" y="38955"/>
                </a:lnTo>
                <a:lnTo>
                  <a:pt x="333" y="39109"/>
                </a:lnTo>
                <a:lnTo>
                  <a:pt x="299" y="39262"/>
                </a:lnTo>
                <a:lnTo>
                  <a:pt x="267" y="39414"/>
                </a:lnTo>
                <a:lnTo>
                  <a:pt x="236" y="39565"/>
                </a:lnTo>
                <a:lnTo>
                  <a:pt x="207" y="39714"/>
                </a:lnTo>
                <a:lnTo>
                  <a:pt x="179" y="39861"/>
                </a:lnTo>
                <a:lnTo>
                  <a:pt x="152" y="40007"/>
                </a:lnTo>
                <a:lnTo>
                  <a:pt x="128" y="40150"/>
                </a:lnTo>
                <a:lnTo>
                  <a:pt x="105" y="40292"/>
                </a:lnTo>
                <a:lnTo>
                  <a:pt x="84" y="40431"/>
                </a:lnTo>
                <a:lnTo>
                  <a:pt x="65" y="40568"/>
                </a:lnTo>
                <a:lnTo>
                  <a:pt x="49" y="40702"/>
                </a:lnTo>
                <a:lnTo>
                  <a:pt x="34" y="40833"/>
                </a:lnTo>
                <a:lnTo>
                  <a:pt x="22" y="40961"/>
                </a:lnTo>
                <a:lnTo>
                  <a:pt x="13" y="41086"/>
                </a:lnTo>
                <a:lnTo>
                  <a:pt x="6" y="41208"/>
                </a:lnTo>
                <a:lnTo>
                  <a:pt x="1" y="41326"/>
                </a:lnTo>
                <a:lnTo>
                  <a:pt x="0" y="41441"/>
                </a:lnTo>
                <a:lnTo>
                  <a:pt x="3" y="41591"/>
                </a:lnTo>
                <a:lnTo>
                  <a:pt x="12" y="41738"/>
                </a:lnTo>
                <a:lnTo>
                  <a:pt x="27" y="41881"/>
                </a:lnTo>
                <a:lnTo>
                  <a:pt x="47" y="42021"/>
                </a:lnTo>
                <a:lnTo>
                  <a:pt x="71" y="42158"/>
                </a:lnTo>
                <a:lnTo>
                  <a:pt x="100" y="42291"/>
                </a:lnTo>
                <a:lnTo>
                  <a:pt x="133" y="42420"/>
                </a:lnTo>
                <a:lnTo>
                  <a:pt x="169" y="42545"/>
                </a:lnTo>
                <a:lnTo>
                  <a:pt x="208" y="42666"/>
                </a:lnTo>
                <a:lnTo>
                  <a:pt x="250" y="42784"/>
                </a:lnTo>
                <a:lnTo>
                  <a:pt x="293" y="42897"/>
                </a:lnTo>
                <a:lnTo>
                  <a:pt x="339" y="43005"/>
                </a:lnTo>
                <a:lnTo>
                  <a:pt x="386" y="43109"/>
                </a:lnTo>
                <a:lnTo>
                  <a:pt x="434" y="43209"/>
                </a:lnTo>
                <a:lnTo>
                  <a:pt x="482" y="43304"/>
                </a:lnTo>
                <a:lnTo>
                  <a:pt x="530" y="43394"/>
                </a:lnTo>
                <a:lnTo>
                  <a:pt x="578" y="43479"/>
                </a:lnTo>
                <a:lnTo>
                  <a:pt x="625" y="43559"/>
                </a:lnTo>
                <a:lnTo>
                  <a:pt x="670" y="43634"/>
                </a:lnTo>
                <a:lnTo>
                  <a:pt x="714" y="43703"/>
                </a:lnTo>
                <a:lnTo>
                  <a:pt x="756" y="43768"/>
                </a:lnTo>
                <a:lnTo>
                  <a:pt x="795" y="43826"/>
                </a:lnTo>
                <a:lnTo>
                  <a:pt x="832" y="43879"/>
                </a:lnTo>
                <a:lnTo>
                  <a:pt x="865" y="43927"/>
                </a:lnTo>
                <a:lnTo>
                  <a:pt x="908" y="43988"/>
                </a:lnTo>
                <a:lnTo>
                  <a:pt x="952" y="44049"/>
                </a:lnTo>
                <a:lnTo>
                  <a:pt x="998" y="44111"/>
                </a:lnTo>
                <a:lnTo>
                  <a:pt x="1044" y="44171"/>
                </a:lnTo>
                <a:lnTo>
                  <a:pt x="1091" y="44232"/>
                </a:lnTo>
                <a:lnTo>
                  <a:pt x="1138" y="44293"/>
                </a:lnTo>
                <a:lnTo>
                  <a:pt x="1187" y="44353"/>
                </a:lnTo>
                <a:lnTo>
                  <a:pt x="1236" y="44414"/>
                </a:lnTo>
                <a:lnTo>
                  <a:pt x="1286" y="44474"/>
                </a:lnTo>
                <a:lnTo>
                  <a:pt x="1336" y="44534"/>
                </a:lnTo>
                <a:lnTo>
                  <a:pt x="1387" y="44593"/>
                </a:lnTo>
                <a:lnTo>
                  <a:pt x="1439" y="44653"/>
                </a:lnTo>
                <a:lnTo>
                  <a:pt x="1491" y="44712"/>
                </a:lnTo>
                <a:lnTo>
                  <a:pt x="1544" y="44771"/>
                </a:lnTo>
                <a:lnTo>
                  <a:pt x="1597" y="44830"/>
                </a:lnTo>
                <a:lnTo>
                  <a:pt x="1650" y="44888"/>
                </a:lnTo>
                <a:lnTo>
                  <a:pt x="1704" y="44946"/>
                </a:lnTo>
                <a:lnTo>
                  <a:pt x="1759" y="45004"/>
                </a:lnTo>
                <a:lnTo>
                  <a:pt x="1813" y="45062"/>
                </a:lnTo>
                <a:lnTo>
                  <a:pt x="1868" y="45119"/>
                </a:lnTo>
                <a:lnTo>
                  <a:pt x="1924" y="45176"/>
                </a:lnTo>
                <a:lnTo>
                  <a:pt x="1979" y="45233"/>
                </a:lnTo>
                <a:lnTo>
                  <a:pt x="2035" y="45289"/>
                </a:lnTo>
                <a:lnTo>
                  <a:pt x="2091" y="45346"/>
                </a:lnTo>
                <a:lnTo>
                  <a:pt x="3022" y="46277"/>
                </a:lnTo>
                <a:lnTo>
                  <a:pt x="4339" y="46277"/>
                </a:lnTo>
                <a:lnTo>
                  <a:pt x="12786" y="46277"/>
                </a:lnTo>
                <a:lnTo>
                  <a:pt x="13133" y="46277"/>
                </a:lnTo>
                <a:lnTo>
                  <a:pt x="13472" y="46277"/>
                </a:lnTo>
                <a:lnTo>
                  <a:pt x="13804" y="46278"/>
                </a:lnTo>
                <a:lnTo>
                  <a:pt x="14128" y="46279"/>
                </a:lnTo>
                <a:lnTo>
                  <a:pt x="14444" y="46280"/>
                </a:lnTo>
                <a:lnTo>
                  <a:pt x="14752" y="46282"/>
                </a:lnTo>
                <a:lnTo>
                  <a:pt x="15052" y="46284"/>
                </a:lnTo>
                <a:lnTo>
                  <a:pt x="15345" y="46286"/>
                </a:lnTo>
                <a:lnTo>
                  <a:pt x="15631" y="46288"/>
                </a:lnTo>
                <a:lnTo>
                  <a:pt x="15908" y="46291"/>
                </a:lnTo>
                <a:lnTo>
                  <a:pt x="16178" y="46294"/>
                </a:lnTo>
                <a:lnTo>
                  <a:pt x="16440" y="46297"/>
                </a:lnTo>
                <a:lnTo>
                  <a:pt x="16695" y="46301"/>
                </a:lnTo>
                <a:lnTo>
                  <a:pt x="16942" y="46305"/>
                </a:lnTo>
                <a:lnTo>
                  <a:pt x="17165" y="46308"/>
                </a:lnTo>
                <a:lnTo>
                  <a:pt x="17140" y="46404"/>
                </a:lnTo>
                <a:lnTo>
                  <a:pt x="17089" y="46602"/>
                </a:lnTo>
                <a:lnTo>
                  <a:pt x="17037" y="46806"/>
                </a:lnTo>
                <a:lnTo>
                  <a:pt x="16984" y="47014"/>
                </a:lnTo>
                <a:lnTo>
                  <a:pt x="16930" y="47227"/>
                </a:lnTo>
                <a:lnTo>
                  <a:pt x="16874" y="47445"/>
                </a:lnTo>
                <a:lnTo>
                  <a:pt x="16817" y="47668"/>
                </a:lnTo>
                <a:lnTo>
                  <a:pt x="16759" y="47896"/>
                </a:lnTo>
                <a:lnTo>
                  <a:pt x="16700" y="48129"/>
                </a:lnTo>
                <a:lnTo>
                  <a:pt x="16640" y="48367"/>
                </a:lnTo>
                <a:lnTo>
                  <a:pt x="16578" y="48610"/>
                </a:lnTo>
                <a:lnTo>
                  <a:pt x="16451" y="49111"/>
                </a:lnTo>
                <a:lnTo>
                  <a:pt x="16319" y="49632"/>
                </a:lnTo>
                <a:lnTo>
                  <a:pt x="16183" y="50173"/>
                </a:lnTo>
                <a:lnTo>
                  <a:pt x="16041" y="50735"/>
                </a:lnTo>
                <a:lnTo>
                  <a:pt x="15895" y="51316"/>
                </a:lnTo>
                <a:lnTo>
                  <a:pt x="15743" y="51918"/>
                </a:lnTo>
                <a:lnTo>
                  <a:pt x="15587" y="52540"/>
                </a:lnTo>
                <a:lnTo>
                  <a:pt x="15426" y="53181"/>
                </a:lnTo>
                <a:lnTo>
                  <a:pt x="15260" y="53843"/>
                </a:lnTo>
                <a:lnTo>
                  <a:pt x="15089" y="54525"/>
                </a:lnTo>
                <a:lnTo>
                  <a:pt x="14913" y="55227"/>
                </a:lnTo>
                <a:lnTo>
                  <a:pt x="14733" y="55949"/>
                </a:lnTo>
                <a:lnTo>
                  <a:pt x="14547" y="56692"/>
                </a:lnTo>
                <a:lnTo>
                  <a:pt x="14357" y="57454"/>
                </a:lnTo>
                <a:lnTo>
                  <a:pt x="14162" y="58237"/>
                </a:lnTo>
                <a:lnTo>
                  <a:pt x="13962" y="59039"/>
                </a:lnTo>
                <a:lnTo>
                  <a:pt x="13757" y="59862"/>
                </a:lnTo>
                <a:lnTo>
                  <a:pt x="13547" y="60704"/>
                </a:lnTo>
                <a:lnTo>
                  <a:pt x="13332" y="61567"/>
                </a:lnTo>
                <a:lnTo>
                  <a:pt x="13112" y="62450"/>
                </a:lnTo>
                <a:lnTo>
                  <a:pt x="12888" y="63353"/>
                </a:lnTo>
                <a:lnTo>
                  <a:pt x="12658" y="64276"/>
                </a:lnTo>
                <a:lnTo>
                  <a:pt x="12424" y="65219"/>
                </a:lnTo>
                <a:lnTo>
                  <a:pt x="12186" y="66180"/>
                </a:lnTo>
                <a:lnTo>
                  <a:pt x="6389" y="89366"/>
                </a:lnTo>
                <a:lnTo>
                  <a:pt x="6294" y="89746"/>
                </a:lnTo>
                <a:lnTo>
                  <a:pt x="6294" y="90137"/>
                </a:lnTo>
                <a:lnTo>
                  <a:pt x="6294" y="93119"/>
                </a:lnTo>
                <a:lnTo>
                  <a:pt x="6295" y="93381"/>
                </a:lnTo>
                <a:lnTo>
                  <a:pt x="6296" y="93640"/>
                </a:lnTo>
                <a:lnTo>
                  <a:pt x="6299" y="93896"/>
                </a:lnTo>
                <a:lnTo>
                  <a:pt x="6303" y="94149"/>
                </a:lnTo>
                <a:lnTo>
                  <a:pt x="6308" y="94399"/>
                </a:lnTo>
                <a:lnTo>
                  <a:pt x="6315" y="94645"/>
                </a:lnTo>
                <a:lnTo>
                  <a:pt x="6323" y="94888"/>
                </a:lnTo>
                <a:lnTo>
                  <a:pt x="6333" y="95127"/>
                </a:lnTo>
                <a:lnTo>
                  <a:pt x="6343" y="95363"/>
                </a:lnTo>
                <a:lnTo>
                  <a:pt x="6356" y="95594"/>
                </a:lnTo>
                <a:lnTo>
                  <a:pt x="6370" y="95822"/>
                </a:lnTo>
                <a:lnTo>
                  <a:pt x="6386" y="96045"/>
                </a:lnTo>
                <a:lnTo>
                  <a:pt x="6403" y="96264"/>
                </a:lnTo>
                <a:lnTo>
                  <a:pt x="6422" y="96479"/>
                </a:lnTo>
                <a:lnTo>
                  <a:pt x="6443" y="96689"/>
                </a:lnTo>
                <a:lnTo>
                  <a:pt x="6466" y="96895"/>
                </a:lnTo>
                <a:lnTo>
                  <a:pt x="6490" y="97096"/>
                </a:lnTo>
                <a:lnTo>
                  <a:pt x="6517" y="97292"/>
                </a:lnTo>
                <a:lnTo>
                  <a:pt x="6545" y="97483"/>
                </a:lnTo>
                <a:lnTo>
                  <a:pt x="6576" y="97670"/>
                </a:lnTo>
                <a:lnTo>
                  <a:pt x="6609" y="97851"/>
                </a:lnTo>
                <a:lnTo>
                  <a:pt x="6644" y="98026"/>
                </a:lnTo>
                <a:lnTo>
                  <a:pt x="6681" y="98197"/>
                </a:lnTo>
                <a:lnTo>
                  <a:pt x="6720" y="98362"/>
                </a:lnTo>
                <a:lnTo>
                  <a:pt x="6747" y="98468"/>
                </a:lnTo>
                <a:lnTo>
                  <a:pt x="6780" y="98572"/>
                </a:lnTo>
                <a:lnTo>
                  <a:pt x="6974" y="99147"/>
                </a:lnTo>
                <a:lnTo>
                  <a:pt x="7179" y="99711"/>
                </a:lnTo>
                <a:lnTo>
                  <a:pt x="7396" y="100264"/>
                </a:lnTo>
                <a:lnTo>
                  <a:pt x="7624" y="100807"/>
                </a:lnTo>
                <a:lnTo>
                  <a:pt x="7863" y="101337"/>
                </a:lnTo>
                <a:lnTo>
                  <a:pt x="8114" y="101856"/>
                </a:lnTo>
                <a:lnTo>
                  <a:pt x="8377" y="102364"/>
                </a:lnTo>
                <a:lnTo>
                  <a:pt x="8652" y="102859"/>
                </a:lnTo>
                <a:lnTo>
                  <a:pt x="8938" y="103342"/>
                </a:lnTo>
                <a:lnTo>
                  <a:pt x="9237" y="103813"/>
                </a:lnTo>
                <a:lnTo>
                  <a:pt x="9547" y="104271"/>
                </a:lnTo>
                <a:lnTo>
                  <a:pt x="9870" y="104716"/>
                </a:lnTo>
                <a:lnTo>
                  <a:pt x="10205" y="105148"/>
                </a:lnTo>
                <a:lnTo>
                  <a:pt x="10552" y="105567"/>
                </a:lnTo>
                <a:lnTo>
                  <a:pt x="10912" y="105972"/>
                </a:lnTo>
                <a:lnTo>
                  <a:pt x="11284" y="106364"/>
                </a:lnTo>
                <a:lnTo>
                  <a:pt x="11668" y="106742"/>
                </a:lnTo>
                <a:lnTo>
                  <a:pt x="12066" y="107106"/>
                </a:lnTo>
                <a:lnTo>
                  <a:pt x="12476" y="107456"/>
                </a:lnTo>
                <a:lnTo>
                  <a:pt x="12899" y="107791"/>
                </a:lnTo>
                <a:lnTo>
                  <a:pt x="13335" y="108111"/>
                </a:lnTo>
                <a:lnTo>
                  <a:pt x="13783" y="108417"/>
                </a:lnTo>
                <a:lnTo>
                  <a:pt x="14245" y="108708"/>
                </a:lnTo>
                <a:lnTo>
                  <a:pt x="14720" y="108983"/>
                </a:lnTo>
                <a:lnTo>
                  <a:pt x="15152" y="109217"/>
                </a:lnTo>
                <a:lnTo>
                  <a:pt x="15585" y="109441"/>
                </a:lnTo>
                <a:lnTo>
                  <a:pt x="16021" y="109656"/>
                </a:lnTo>
                <a:lnTo>
                  <a:pt x="16460" y="109860"/>
                </a:lnTo>
                <a:lnTo>
                  <a:pt x="16900" y="110055"/>
                </a:lnTo>
                <a:lnTo>
                  <a:pt x="17344" y="110240"/>
                </a:lnTo>
                <a:lnTo>
                  <a:pt x="17789" y="110415"/>
                </a:lnTo>
                <a:lnTo>
                  <a:pt x="18237" y="110580"/>
                </a:lnTo>
                <a:lnTo>
                  <a:pt x="18687" y="110735"/>
                </a:lnTo>
                <a:lnTo>
                  <a:pt x="19140" y="110881"/>
                </a:lnTo>
                <a:lnTo>
                  <a:pt x="19595" y="111016"/>
                </a:lnTo>
                <a:lnTo>
                  <a:pt x="20052" y="111142"/>
                </a:lnTo>
                <a:lnTo>
                  <a:pt x="20511" y="111257"/>
                </a:lnTo>
                <a:lnTo>
                  <a:pt x="20973" y="111363"/>
                </a:lnTo>
                <a:lnTo>
                  <a:pt x="21436" y="111459"/>
                </a:lnTo>
                <a:lnTo>
                  <a:pt x="21902" y="111544"/>
                </a:lnTo>
                <a:lnTo>
                  <a:pt x="22370" y="111620"/>
                </a:lnTo>
                <a:lnTo>
                  <a:pt x="22840" y="111686"/>
                </a:lnTo>
                <a:lnTo>
                  <a:pt x="23313" y="111741"/>
                </a:lnTo>
                <a:lnTo>
                  <a:pt x="23787" y="111787"/>
                </a:lnTo>
                <a:lnTo>
                  <a:pt x="24264" y="111822"/>
                </a:lnTo>
                <a:lnTo>
                  <a:pt x="24742" y="111847"/>
                </a:lnTo>
                <a:lnTo>
                  <a:pt x="25223" y="111863"/>
                </a:lnTo>
                <a:lnTo>
                  <a:pt x="25706" y="111868"/>
                </a:lnTo>
                <a:lnTo>
                  <a:pt x="26209" y="111862"/>
                </a:lnTo>
                <a:lnTo>
                  <a:pt x="26711" y="111845"/>
                </a:lnTo>
                <a:lnTo>
                  <a:pt x="27212" y="111816"/>
                </a:lnTo>
                <a:lnTo>
                  <a:pt x="27711" y="111775"/>
                </a:lnTo>
                <a:lnTo>
                  <a:pt x="28209" y="111724"/>
                </a:lnTo>
                <a:lnTo>
                  <a:pt x="28705" y="111661"/>
                </a:lnTo>
                <a:lnTo>
                  <a:pt x="29200" y="111586"/>
                </a:lnTo>
                <a:lnTo>
                  <a:pt x="29694" y="111501"/>
                </a:lnTo>
                <a:lnTo>
                  <a:pt x="30186" y="111404"/>
                </a:lnTo>
                <a:lnTo>
                  <a:pt x="30676" y="111296"/>
                </a:lnTo>
                <a:lnTo>
                  <a:pt x="31165" y="111177"/>
                </a:lnTo>
                <a:lnTo>
                  <a:pt x="31653" y="111047"/>
                </a:lnTo>
                <a:lnTo>
                  <a:pt x="32138" y="110906"/>
                </a:lnTo>
                <a:lnTo>
                  <a:pt x="32623" y="110754"/>
                </a:lnTo>
                <a:lnTo>
                  <a:pt x="33106" y="110591"/>
                </a:lnTo>
                <a:lnTo>
                  <a:pt x="33587" y="110417"/>
                </a:lnTo>
                <a:lnTo>
                  <a:pt x="34066" y="110232"/>
                </a:lnTo>
                <a:lnTo>
                  <a:pt x="34544" y="110036"/>
                </a:lnTo>
                <a:lnTo>
                  <a:pt x="35021" y="109830"/>
                </a:lnTo>
                <a:lnTo>
                  <a:pt x="35495" y="109613"/>
                </a:lnTo>
                <a:lnTo>
                  <a:pt x="35968" y="109385"/>
                </a:lnTo>
                <a:lnTo>
                  <a:pt x="36440" y="109147"/>
                </a:lnTo>
                <a:lnTo>
                  <a:pt x="36909" y="108898"/>
                </a:lnTo>
                <a:lnTo>
                  <a:pt x="37377" y="108639"/>
                </a:lnTo>
                <a:lnTo>
                  <a:pt x="37827" y="108379"/>
                </a:lnTo>
                <a:lnTo>
                  <a:pt x="38272" y="108115"/>
                </a:lnTo>
                <a:lnTo>
                  <a:pt x="38712" y="107845"/>
                </a:lnTo>
                <a:lnTo>
                  <a:pt x="39146" y="107570"/>
                </a:lnTo>
                <a:lnTo>
                  <a:pt x="39575" y="107290"/>
                </a:lnTo>
                <a:lnTo>
                  <a:pt x="39999" y="107004"/>
                </a:lnTo>
                <a:lnTo>
                  <a:pt x="40417" y="106713"/>
                </a:lnTo>
                <a:lnTo>
                  <a:pt x="40830" y="106417"/>
                </a:lnTo>
                <a:lnTo>
                  <a:pt x="41237" y="106116"/>
                </a:lnTo>
                <a:lnTo>
                  <a:pt x="41639" y="105809"/>
                </a:lnTo>
                <a:lnTo>
                  <a:pt x="42036" y="105497"/>
                </a:lnTo>
                <a:lnTo>
                  <a:pt x="42427" y="105180"/>
                </a:lnTo>
                <a:lnTo>
                  <a:pt x="42813" y="104857"/>
                </a:lnTo>
                <a:lnTo>
                  <a:pt x="43193" y="104529"/>
                </a:lnTo>
                <a:lnTo>
                  <a:pt x="43568" y="104196"/>
                </a:lnTo>
                <a:lnTo>
                  <a:pt x="43937" y="103858"/>
                </a:lnTo>
                <a:lnTo>
                  <a:pt x="44301" y="103514"/>
                </a:lnTo>
                <a:lnTo>
                  <a:pt x="44659" y="103165"/>
                </a:lnTo>
                <a:lnTo>
                  <a:pt x="45011" y="102811"/>
                </a:lnTo>
                <a:lnTo>
                  <a:pt x="45358" y="102452"/>
                </a:lnTo>
                <a:lnTo>
                  <a:pt x="45700" y="102087"/>
                </a:lnTo>
                <a:lnTo>
                  <a:pt x="46036" y="101717"/>
                </a:lnTo>
                <a:lnTo>
                  <a:pt x="46366" y="101341"/>
                </a:lnTo>
                <a:lnTo>
                  <a:pt x="46691" y="100961"/>
                </a:lnTo>
                <a:lnTo>
                  <a:pt x="46989" y="100604"/>
                </a:lnTo>
                <a:lnTo>
                  <a:pt x="47283" y="100248"/>
                </a:lnTo>
                <a:lnTo>
                  <a:pt x="47573" y="99894"/>
                </a:lnTo>
                <a:lnTo>
                  <a:pt x="47858" y="99541"/>
                </a:lnTo>
                <a:lnTo>
                  <a:pt x="48138" y="99189"/>
                </a:lnTo>
                <a:lnTo>
                  <a:pt x="48415" y="98839"/>
                </a:lnTo>
                <a:lnTo>
                  <a:pt x="48687" y="98490"/>
                </a:lnTo>
                <a:lnTo>
                  <a:pt x="48954" y="98142"/>
                </a:lnTo>
                <a:lnTo>
                  <a:pt x="49217" y="97795"/>
                </a:lnTo>
                <a:lnTo>
                  <a:pt x="49476" y="97450"/>
                </a:lnTo>
                <a:lnTo>
                  <a:pt x="49730" y="97106"/>
                </a:lnTo>
                <a:lnTo>
                  <a:pt x="49980" y="96763"/>
                </a:lnTo>
                <a:lnTo>
                  <a:pt x="50225" y="96421"/>
                </a:lnTo>
                <a:lnTo>
                  <a:pt x="50466" y="96081"/>
                </a:lnTo>
                <a:lnTo>
                  <a:pt x="50702" y="95742"/>
                </a:lnTo>
                <a:lnTo>
                  <a:pt x="50934" y="95404"/>
                </a:lnTo>
                <a:lnTo>
                  <a:pt x="51162" y="95068"/>
                </a:lnTo>
                <a:lnTo>
                  <a:pt x="51384" y="94733"/>
                </a:lnTo>
                <a:lnTo>
                  <a:pt x="51603" y="94399"/>
                </a:lnTo>
                <a:lnTo>
                  <a:pt x="51816" y="94066"/>
                </a:lnTo>
                <a:lnTo>
                  <a:pt x="52026" y="93735"/>
                </a:lnTo>
                <a:lnTo>
                  <a:pt x="52230" y="93405"/>
                </a:lnTo>
                <a:lnTo>
                  <a:pt x="52430" y="93076"/>
                </a:lnTo>
                <a:lnTo>
                  <a:pt x="52626" y="92748"/>
                </a:lnTo>
                <a:lnTo>
                  <a:pt x="52811" y="92432"/>
                </a:lnTo>
                <a:lnTo>
                  <a:pt x="52993" y="92117"/>
                </a:lnTo>
                <a:lnTo>
                  <a:pt x="53171" y="91805"/>
                </a:lnTo>
                <a:lnTo>
                  <a:pt x="53345" y="91495"/>
                </a:lnTo>
                <a:lnTo>
                  <a:pt x="53514" y="91187"/>
                </a:lnTo>
                <a:lnTo>
                  <a:pt x="53680" y="90882"/>
                </a:lnTo>
                <a:lnTo>
                  <a:pt x="53841" y="90578"/>
                </a:lnTo>
                <a:lnTo>
                  <a:pt x="53998" y="90277"/>
                </a:lnTo>
                <a:lnTo>
                  <a:pt x="54151" y="89979"/>
                </a:lnTo>
                <a:lnTo>
                  <a:pt x="54300" y="89682"/>
                </a:lnTo>
                <a:lnTo>
                  <a:pt x="54444" y="89388"/>
                </a:lnTo>
                <a:lnTo>
                  <a:pt x="54584" y="89097"/>
                </a:lnTo>
                <a:lnTo>
                  <a:pt x="54719" y="88807"/>
                </a:lnTo>
                <a:lnTo>
                  <a:pt x="54850" y="88520"/>
                </a:lnTo>
                <a:lnTo>
                  <a:pt x="54976" y="88236"/>
                </a:lnTo>
                <a:lnTo>
                  <a:pt x="55098" y="87954"/>
                </a:lnTo>
                <a:lnTo>
                  <a:pt x="55215" y="87674"/>
                </a:lnTo>
                <a:lnTo>
                  <a:pt x="55328" y="87397"/>
                </a:lnTo>
                <a:lnTo>
                  <a:pt x="55436" y="87122"/>
                </a:lnTo>
                <a:lnTo>
                  <a:pt x="55539" y="86850"/>
                </a:lnTo>
                <a:lnTo>
                  <a:pt x="55638" y="86580"/>
                </a:lnTo>
                <a:lnTo>
                  <a:pt x="55732" y="86312"/>
                </a:lnTo>
                <a:lnTo>
                  <a:pt x="55820" y="86048"/>
                </a:lnTo>
                <a:lnTo>
                  <a:pt x="55890" y="85830"/>
                </a:lnTo>
                <a:lnTo>
                  <a:pt x="55908" y="85775"/>
                </a:lnTo>
                <a:lnTo>
                  <a:pt x="55930" y="85709"/>
                </a:lnTo>
                <a:lnTo>
                  <a:pt x="55952" y="85642"/>
                </a:lnTo>
                <a:lnTo>
                  <a:pt x="55973" y="85577"/>
                </a:lnTo>
                <a:lnTo>
                  <a:pt x="55994" y="85511"/>
                </a:lnTo>
                <a:lnTo>
                  <a:pt x="56015" y="85446"/>
                </a:lnTo>
                <a:lnTo>
                  <a:pt x="56035" y="85382"/>
                </a:lnTo>
                <a:lnTo>
                  <a:pt x="56056" y="85318"/>
                </a:lnTo>
                <a:lnTo>
                  <a:pt x="56075" y="85255"/>
                </a:lnTo>
                <a:lnTo>
                  <a:pt x="56095" y="85192"/>
                </a:lnTo>
                <a:lnTo>
                  <a:pt x="56114" y="85129"/>
                </a:lnTo>
                <a:lnTo>
                  <a:pt x="56132" y="85067"/>
                </a:lnTo>
                <a:lnTo>
                  <a:pt x="56151" y="85006"/>
                </a:lnTo>
                <a:lnTo>
                  <a:pt x="56169" y="84945"/>
                </a:lnTo>
                <a:lnTo>
                  <a:pt x="56186" y="84884"/>
                </a:lnTo>
                <a:lnTo>
                  <a:pt x="56204" y="84825"/>
                </a:lnTo>
                <a:lnTo>
                  <a:pt x="56220" y="84765"/>
                </a:lnTo>
                <a:lnTo>
                  <a:pt x="56237" y="84706"/>
                </a:lnTo>
                <a:lnTo>
                  <a:pt x="56253" y="84648"/>
                </a:lnTo>
                <a:lnTo>
                  <a:pt x="56269" y="84591"/>
                </a:lnTo>
                <a:lnTo>
                  <a:pt x="56284" y="84533"/>
                </a:lnTo>
                <a:lnTo>
                  <a:pt x="56299" y="84477"/>
                </a:lnTo>
                <a:lnTo>
                  <a:pt x="56313" y="84421"/>
                </a:lnTo>
                <a:lnTo>
                  <a:pt x="56327" y="84366"/>
                </a:lnTo>
                <a:lnTo>
                  <a:pt x="56339" y="84318"/>
                </a:lnTo>
                <a:lnTo>
                  <a:pt x="56351" y="84268"/>
                </a:lnTo>
                <a:lnTo>
                  <a:pt x="56363" y="84216"/>
                </a:lnTo>
                <a:lnTo>
                  <a:pt x="56376" y="84163"/>
                </a:lnTo>
                <a:lnTo>
                  <a:pt x="56388" y="84108"/>
                </a:lnTo>
                <a:lnTo>
                  <a:pt x="56401" y="84051"/>
                </a:lnTo>
                <a:lnTo>
                  <a:pt x="56413" y="83993"/>
                </a:lnTo>
                <a:lnTo>
                  <a:pt x="56426" y="83933"/>
                </a:lnTo>
                <a:lnTo>
                  <a:pt x="56438" y="83873"/>
                </a:lnTo>
                <a:lnTo>
                  <a:pt x="56449" y="83810"/>
                </a:lnTo>
                <a:lnTo>
                  <a:pt x="56461" y="83747"/>
                </a:lnTo>
                <a:lnTo>
                  <a:pt x="56472" y="83683"/>
                </a:lnTo>
                <a:lnTo>
                  <a:pt x="56482" y="83617"/>
                </a:lnTo>
                <a:lnTo>
                  <a:pt x="56492" y="83551"/>
                </a:lnTo>
                <a:lnTo>
                  <a:pt x="56502" y="83483"/>
                </a:lnTo>
                <a:lnTo>
                  <a:pt x="56510" y="83415"/>
                </a:lnTo>
                <a:lnTo>
                  <a:pt x="56518" y="83346"/>
                </a:lnTo>
                <a:lnTo>
                  <a:pt x="56525" y="83276"/>
                </a:lnTo>
                <a:lnTo>
                  <a:pt x="56531" y="83206"/>
                </a:lnTo>
                <a:lnTo>
                  <a:pt x="56536" y="83136"/>
                </a:lnTo>
                <a:lnTo>
                  <a:pt x="56541" y="83064"/>
                </a:lnTo>
                <a:lnTo>
                  <a:pt x="56544" y="82993"/>
                </a:lnTo>
                <a:lnTo>
                  <a:pt x="56545" y="82921"/>
                </a:lnTo>
                <a:lnTo>
                  <a:pt x="56546" y="82849"/>
                </a:lnTo>
                <a:lnTo>
                  <a:pt x="56545" y="82757"/>
                </a:lnTo>
                <a:lnTo>
                  <a:pt x="56542" y="82664"/>
                </a:lnTo>
                <a:lnTo>
                  <a:pt x="56537" y="82571"/>
                </a:lnTo>
                <a:lnTo>
                  <a:pt x="56531" y="82477"/>
                </a:lnTo>
                <a:lnTo>
                  <a:pt x="56522" y="82382"/>
                </a:lnTo>
                <a:lnTo>
                  <a:pt x="56511" y="82288"/>
                </a:lnTo>
                <a:lnTo>
                  <a:pt x="56498" y="82193"/>
                </a:lnTo>
                <a:lnTo>
                  <a:pt x="56483" y="82098"/>
                </a:lnTo>
                <a:lnTo>
                  <a:pt x="56465" y="82003"/>
                </a:lnTo>
                <a:lnTo>
                  <a:pt x="56445" y="81907"/>
                </a:lnTo>
                <a:lnTo>
                  <a:pt x="56423" y="81812"/>
                </a:lnTo>
                <a:lnTo>
                  <a:pt x="56399" y="81716"/>
                </a:lnTo>
                <a:lnTo>
                  <a:pt x="56372" y="81620"/>
                </a:lnTo>
                <a:lnTo>
                  <a:pt x="56343" y="81525"/>
                </a:lnTo>
                <a:lnTo>
                  <a:pt x="56311" y="81430"/>
                </a:lnTo>
                <a:lnTo>
                  <a:pt x="56277" y="81334"/>
                </a:lnTo>
                <a:lnTo>
                  <a:pt x="56240" y="81239"/>
                </a:lnTo>
                <a:lnTo>
                  <a:pt x="56201" y="81145"/>
                </a:lnTo>
                <a:lnTo>
                  <a:pt x="56159" y="81050"/>
                </a:lnTo>
                <a:lnTo>
                  <a:pt x="56114" y="80956"/>
                </a:lnTo>
                <a:lnTo>
                  <a:pt x="56067" y="80862"/>
                </a:lnTo>
                <a:lnTo>
                  <a:pt x="56017" y="80769"/>
                </a:lnTo>
                <a:lnTo>
                  <a:pt x="55963" y="80677"/>
                </a:lnTo>
                <a:lnTo>
                  <a:pt x="55907" y="80584"/>
                </a:lnTo>
                <a:lnTo>
                  <a:pt x="55850" y="80495"/>
                </a:lnTo>
                <a:lnTo>
                  <a:pt x="55791" y="80408"/>
                </a:lnTo>
                <a:lnTo>
                  <a:pt x="55730" y="80324"/>
                </a:lnTo>
                <a:lnTo>
                  <a:pt x="55668" y="80241"/>
                </a:lnTo>
                <a:lnTo>
                  <a:pt x="55605" y="80162"/>
                </a:lnTo>
                <a:lnTo>
                  <a:pt x="55540" y="80084"/>
                </a:lnTo>
                <a:lnTo>
                  <a:pt x="55475" y="80009"/>
                </a:lnTo>
                <a:lnTo>
                  <a:pt x="55408" y="79936"/>
                </a:lnTo>
                <a:lnTo>
                  <a:pt x="55339" y="79865"/>
                </a:lnTo>
                <a:lnTo>
                  <a:pt x="55270" y="79796"/>
                </a:lnTo>
                <a:lnTo>
                  <a:pt x="55200" y="79730"/>
                </a:lnTo>
                <a:lnTo>
                  <a:pt x="55130" y="79665"/>
                </a:lnTo>
                <a:lnTo>
                  <a:pt x="55058" y="79603"/>
                </a:lnTo>
                <a:lnTo>
                  <a:pt x="54986" y="79543"/>
                </a:lnTo>
                <a:lnTo>
                  <a:pt x="54913" y="79485"/>
                </a:lnTo>
                <a:lnTo>
                  <a:pt x="54839" y="79429"/>
                </a:lnTo>
                <a:lnTo>
                  <a:pt x="54765" y="79375"/>
                </a:lnTo>
                <a:lnTo>
                  <a:pt x="54691" y="79323"/>
                </a:lnTo>
                <a:lnTo>
                  <a:pt x="54616" y="79273"/>
                </a:lnTo>
                <a:lnTo>
                  <a:pt x="54542" y="79224"/>
                </a:lnTo>
                <a:lnTo>
                  <a:pt x="54467" y="79178"/>
                </a:lnTo>
                <a:lnTo>
                  <a:pt x="54392" y="79133"/>
                </a:lnTo>
                <a:lnTo>
                  <a:pt x="54317" y="79091"/>
                </a:lnTo>
                <a:lnTo>
                  <a:pt x="54242" y="79050"/>
                </a:lnTo>
                <a:lnTo>
                  <a:pt x="54103" y="78979"/>
                </a:lnTo>
                <a:lnTo>
                  <a:pt x="53963" y="78912"/>
                </a:lnTo>
                <a:lnTo>
                  <a:pt x="53822" y="78851"/>
                </a:lnTo>
                <a:lnTo>
                  <a:pt x="53679" y="78793"/>
                </a:lnTo>
                <a:lnTo>
                  <a:pt x="53536" y="78740"/>
                </a:lnTo>
                <a:lnTo>
                  <a:pt x="53393" y="78691"/>
                </a:lnTo>
                <a:lnTo>
                  <a:pt x="53248" y="78647"/>
                </a:lnTo>
                <a:lnTo>
                  <a:pt x="53104" y="78605"/>
                </a:lnTo>
                <a:lnTo>
                  <a:pt x="52959" y="78568"/>
                </a:lnTo>
                <a:lnTo>
                  <a:pt x="52814" y="78534"/>
                </a:lnTo>
                <a:lnTo>
                  <a:pt x="52670" y="78504"/>
                </a:lnTo>
                <a:lnTo>
                  <a:pt x="52525" y="78477"/>
                </a:lnTo>
                <a:lnTo>
                  <a:pt x="52382" y="78452"/>
                </a:lnTo>
                <a:lnTo>
                  <a:pt x="52239" y="78431"/>
                </a:lnTo>
                <a:lnTo>
                  <a:pt x="52096" y="78413"/>
                </a:lnTo>
                <a:lnTo>
                  <a:pt x="51955" y="78397"/>
                </a:lnTo>
                <a:lnTo>
                  <a:pt x="51815" y="78383"/>
                </a:lnTo>
                <a:lnTo>
                  <a:pt x="51677" y="78372"/>
                </a:lnTo>
                <a:lnTo>
                  <a:pt x="51539" y="78363"/>
                </a:lnTo>
                <a:lnTo>
                  <a:pt x="51404" y="78356"/>
                </a:lnTo>
                <a:lnTo>
                  <a:pt x="51270" y="78351"/>
                </a:lnTo>
                <a:lnTo>
                  <a:pt x="51139" y="78347"/>
                </a:lnTo>
                <a:lnTo>
                  <a:pt x="51009" y="78345"/>
                </a:lnTo>
                <a:lnTo>
                  <a:pt x="50882" y="78345"/>
                </a:lnTo>
                <a:lnTo>
                  <a:pt x="50219" y="78345"/>
                </a:lnTo>
                <a:lnTo>
                  <a:pt x="50087" y="78345"/>
                </a:lnTo>
                <a:lnTo>
                  <a:pt x="49955" y="78356"/>
                </a:lnTo>
                <a:lnTo>
                  <a:pt x="49870" y="78363"/>
                </a:lnTo>
                <a:lnTo>
                  <a:pt x="49785" y="78370"/>
                </a:lnTo>
                <a:lnTo>
                  <a:pt x="49702" y="78377"/>
                </a:lnTo>
                <a:lnTo>
                  <a:pt x="49619" y="78385"/>
                </a:lnTo>
                <a:lnTo>
                  <a:pt x="49537" y="78392"/>
                </a:lnTo>
                <a:lnTo>
                  <a:pt x="49457" y="78399"/>
                </a:lnTo>
                <a:lnTo>
                  <a:pt x="49377" y="78407"/>
                </a:lnTo>
                <a:lnTo>
                  <a:pt x="49299" y="78414"/>
                </a:lnTo>
                <a:lnTo>
                  <a:pt x="49221" y="78421"/>
                </a:lnTo>
                <a:lnTo>
                  <a:pt x="49144" y="78429"/>
                </a:lnTo>
                <a:lnTo>
                  <a:pt x="49069" y="78436"/>
                </a:lnTo>
                <a:lnTo>
                  <a:pt x="48994" y="78444"/>
                </a:lnTo>
                <a:lnTo>
                  <a:pt x="48921" y="78452"/>
                </a:lnTo>
                <a:lnTo>
                  <a:pt x="48849" y="78459"/>
                </a:lnTo>
                <a:lnTo>
                  <a:pt x="48777" y="78467"/>
                </a:lnTo>
                <a:lnTo>
                  <a:pt x="48707" y="78475"/>
                </a:lnTo>
                <a:lnTo>
                  <a:pt x="48638" y="78482"/>
                </a:lnTo>
                <a:lnTo>
                  <a:pt x="48570" y="78490"/>
                </a:lnTo>
                <a:lnTo>
                  <a:pt x="48503" y="78498"/>
                </a:lnTo>
                <a:lnTo>
                  <a:pt x="48437" y="78506"/>
                </a:lnTo>
                <a:lnTo>
                  <a:pt x="48372" y="78514"/>
                </a:lnTo>
                <a:lnTo>
                  <a:pt x="48308" y="78522"/>
                </a:lnTo>
                <a:lnTo>
                  <a:pt x="48246" y="78530"/>
                </a:lnTo>
                <a:lnTo>
                  <a:pt x="48184" y="78538"/>
                </a:lnTo>
                <a:lnTo>
                  <a:pt x="48132" y="78545"/>
                </a:lnTo>
                <a:lnTo>
                  <a:pt x="48078" y="78553"/>
                </a:lnTo>
                <a:lnTo>
                  <a:pt x="48022" y="78560"/>
                </a:lnTo>
                <a:lnTo>
                  <a:pt x="47966" y="78569"/>
                </a:lnTo>
                <a:lnTo>
                  <a:pt x="47908" y="78577"/>
                </a:lnTo>
                <a:lnTo>
                  <a:pt x="47850" y="78586"/>
                </a:lnTo>
                <a:lnTo>
                  <a:pt x="47790" y="78595"/>
                </a:lnTo>
                <a:lnTo>
                  <a:pt x="47730" y="78605"/>
                </a:lnTo>
                <a:lnTo>
                  <a:pt x="47668" y="78615"/>
                </a:lnTo>
                <a:lnTo>
                  <a:pt x="47607" y="78626"/>
                </a:lnTo>
                <a:lnTo>
                  <a:pt x="47544" y="78637"/>
                </a:lnTo>
                <a:lnTo>
                  <a:pt x="47482" y="78649"/>
                </a:lnTo>
                <a:lnTo>
                  <a:pt x="47419" y="78662"/>
                </a:lnTo>
                <a:lnTo>
                  <a:pt x="47355" y="78675"/>
                </a:lnTo>
                <a:lnTo>
                  <a:pt x="47292" y="78688"/>
                </a:lnTo>
                <a:lnTo>
                  <a:pt x="47228" y="78702"/>
                </a:lnTo>
                <a:lnTo>
                  <a:pt x="47165" y="78717"/>
                </a:lnTo>
                <a:lnTo>
                  <a:pt x="47101" y="78732"/>
                </a:lnTo>
                <a:lnTo>
                  <a:pt x="47038" y="78748"/>
                </a:lnTo>
                <a:lnTo>
                  <a:pt x="46975" y="78765"/>
                </a:lnTo>
                <a:lnTo>
                  <a:pt x="46913" y="78782"/>
                </a:lnTo>
                <a:lnTo>
                  <a:pt x="46851" y="78801"/>
                </a:lnTo>
                <a:lnTo>
                  <a:pt x="46790" y="78819"/>
                </a:lnTo>
                <a:lnTo>
                  <a:pt x="46730" y="78839"/>
                </a:lnTo>
                <a:lnTo>
                  <a:pt x="46607" y="78882"/>
                </a:lnTo>
                <a:lnTo>
                  <a:pt x="46487" y="78929"/>
                </a:lnTo>
                <a:lnTo>
                  <a:pt x="46372" y="78978"/>
                </a:lnTo>
                <a:lnTo>
                  <a:pt x="46260" y="79031"/>
                </a:lnTo>
                <a:lnTo>
                  <a:pt x="46151" y="79086"/>
                </a:lnTo>
                <a:lnTo>
                  <a:pt x="46046" y="79143"/>
                </a:lnTo>
                <a:lnTo>
                  <a:pt x="45944" y="79203"/>
                </a:lnTo>
                <a:lnTo>
                  <a:pt x="45845" y="79265"/>
                </a:lnTo>
                <a:lnTo>
                  <a:pt x="45750" y="79329"/>
                </a:lnTo>
                <a:lnTo>
                  <a:pt x="45658" y="79394"/>
                </a:lnTo>
                <a:lnTo>
                  <a:pt x="45569" y="79461"/>
                </a:lnTo>
                <a:lnTo>
                  <a:pt x="45483" y="79529"/>
                </a:lnTo>
                <a:lnTo>
                  <a:pt x="45401" y="79599"/>
                </a:lnTo>
                <a:lnTo>
                  <a:pt x="45322" y="79669"/>
                </a:lnTo>
                <a:lnTo>
                  <a:pt x="45246" y="79740"/>
                </a:lnTo>
                <a:lnTo>
                  <a:pt x="45172" y="79811"/>
                </a:lnTo>
                <a:lnTo>
                  <a:pt x="45102" y="79883"/>
                </a:lnTo>
                <a:lnTo>
                  <a:pt x="45035" y="79955"/>
                </a:lnTo>
                <a:lnTo>
                  <a:pt x="44971" y="80027"/>
                </a:lnTo>
                <a:lnTo>
                  <a:pt x="44909" y="80099"/>
                </a:lnTo>
                <a:lnTo>
                  <a:pt x="44851" y="80171"/>
                </a:lnTo>
                <a:lnTo>
                  <a:pt x="44795" y="80241"/>
                </a:lnTo>
                <a:lnTo>
                  <a:pt x="44742" y="80311"/>
                </a:lnTo>
                <a:lnTo>
                  <a:pt x="44692" y="80380"/>
                </a:lnTo>
                <a:lnTo>
                  <a:pt x="44645" y="80448"/>
                </a:lnTo>
                <a:lnTo>
                  <a:pt x="44598" y="80516"/>
                </a:lnTo>
                <a:lnTo>
                  <a:pt x="44554" y="80585"/>
                </a:lnTo>
                <a:lnTo>
                  <a:pt x="44510" y="80654"/>
                </a:lnTo>
                <a:lnTo>
                  <a:pt x="44468" y="80723"/>
                </a:lnTo>
                <a:lnTo>
                  <a:pt x="44427" y="80792"/>
                </a:lnTo>
                <a:lnTo>
                  <a:pt x="44388" y="80862"/>
                </a:lnTo>
                <a:lnTo>
                  <a:pt x="44350" y="80931"/>
                </a:lnTo>
                <a:lnTo>
                  <a:pt x="44313" y="81001"/>
                </a:lnTo>
                <a:lnTo>
                  <a:pt x="44277" y="81070"/>
                </a:lnTo>
                <a:lnTo>
                  <a:pt x="44243" y="81139"/>
                </a:lnTo>
                <a:lnTo>
                  <a:pt x="44209" y="81209"/>
                </a:lnTo>
                <a:lnTo>
                  <a:pt x="44177" y="81278"/>
                </a:lnTo>
                <a:lnTo>
                  <a:pt x="44146" y="81346"/>
                </a:lnTo>
                <a:lnTo>
                  <a:pt x="44116" y="81415"/>
                </a:lnTo>
                <a:lnTo>
                  <a:pt x="44087" y="81483"/>
                </a:lnTo>
                <a:lnTo>
                  <a:pt x="44059" y="81551"/>
                </a:lnTo>
                <a:lnTo>
                  <a:pt x="44032" y="81618"/>
                </a:lnTo>
                <a:lnTo>
                  <a:pt x="44006" y="81685"/>
                </a:lnTo>
                <a:lnTo>
                  <a:pt x="43981" y="81751"/>
                </a:lnTo>
                <a:lnTo>
                  <a:pt x="43957" y="81817"/>
                </a:lnTo>
                <a:lnTo>
                  <a:pt x="43934" y="81882"/>
                </a:lnTo>
                <a:lnTo>
                  <a:pt x="43928" y="81899"/>
                </a:lnTo>
                <a:lnTo>
                  <a:pt x="43692" y="82478"/>
                </a:lnTo>
                <a:lnTo>
                  <a:pt x="43423" y="83112"/>
                </a:lnTo>
                <a:lnTo>
                  <a:pt x="43147" y="83737"/>
                </a:lnTo>
                <a:lnTo>
                  <a:pt x="42864" y="84352"/>
                </a:lnTo>
                <a:lnTo>
                  <a:pt x="42575" y="84958"/>
                </a:lnTo>
                <a:lnTo>
                  <a:pt x="42279" y="85555"/>
                </a:lnTo>
                <a:lnTo>
                  <a:pt x="41977" y="86142"/>
                </a:lnTo>
                <a:lnTo>
                  <a:pt x="41668" y="86719"/>
                </a:lnTo>
                <a:lnTo>
                  <a:pt x="41352" y="87288"/>
                </a:lnTo>
                <a:lnTo>
                  <a:pt x="41030" y="87847"/>
                </a:lnTo>
                <a:lnTo>
                  <a:pt x="40702" y="88397"/>
                </a:lnTo>
                <a:lnTo>
                  <a:pt x="40367" y="88937"/>
                </a:lnTo>
                <a:lnTo>
                  <a:pt x="40025" y="89469"/>
                </a:lnTo>
                <a:lnTo>
                  <a:pt x="39677" y="89991"/>
                </a:lnTo>
                <a:lnTo>
                  <a:pt x="39323" y="90504"/>
                </a:lnTo>
                <a:lnTo>
                  <a:pt x="38962" y="91008"/>
                </a:lnTo>
                <a:lnTo>
                  <a:pt x="38595" y="91503"/>
                </a:lnTo>
                <a:lnTo>
                  <a:pt x="38222" y="91988"/>
                </a:lnTo>
                <a:lnTo>
                  <a:pt x="37842" y="92465"/>
                </a:lnTo>
                <a:lnTo>
                  <a:pt x="37455" y="92933"/>
                </a:lnTo>
                <a:lnTo>
                  <a:pt x="37063" y="93391"/>
                </a:lnTo>
                <a:lnTo>
                  <a:pt x="36664" y="93841"/>
                </a:lnTo>
                <a:lnTo>
                  <a:pt x="36258" y="94282"/>
                </a:lnTo>
                <a:lnTo>
                  <a:pt x="35847" y="94714"/>
                </a:lnTo>
                <a:lnTo>
                  <a:pt x="35440" y="95123"/>
                </a:lnTo>
                <a:lnTo>
                  <a:pt x="35037" y="95512"/>
                </a:lnTo>
                <a:lnTo>
                  <a:pt x="34636" y="95880"/>
                </a:lnTo>
                <a:lnTo>
                  <a:pt x="34238" y="96227"/>
                </a:lnTo>
                <a:lnTo>
                  <a:pt x="33843" y="96554"/>
                </a:lnTo>
                <a:lnTo>
                  <a:pt x="33451" y="96861"/>
                </a:lnTo>
                <a:lnTo>
                  <a:pt x="33062" y="97149"/>
                </a:lnTo>
                <a:lnTo>
                  <a:pt x="32675" y="97418"/>
                </a:lnTo>
                <a:lnTo>
                  <a:pt x="32292" y="97668"/>
                </a:lnTo>
                <a:lnTo>
                  <a:pt x="31911" y="97899"/>
                </a:lnTo>
                <a:lnTo>
                  <a:pt x="31533" y="98113"/>
                </a:lnTo>
                <a:lnTo>
                  <a:pt x="31158" y="98308"/>
                </a:lnTo>
                <a:lnTo>
                  <a:pt x="30785" y="98486"/>
                </a:lnTo>
                <a:lnTo>
                  <a:pt x="30415" y="98646"/>
                </a:lnTo>
                <a:lnTo>
                  <a:pt x="30048" y="98790"/>
                </a:lnTo>
                <a:lnTo>
                  <a:pt x="29684" y="98918"/>
                </a:lnTo>
                <a:lnTo>
                  <a:pt x="29322" y="99029"/>
                </a:lnTo>
                <a:lnTo>
                  <a:pt x="28963" y="99124"/>
                </a:lnTo>
                <a:lnTo>
                  <a:pt x="28607" y="99204"/>
                </a:lnTo>
                <a:lnTo>
                  <a:pt x="28253" y="99268"/>
                </a:lnTo>
                <a:lnTo>
                  <a:pt x="27902" y="99318"/>
                </a:lnTo>
                <a:lnTo>
                  <a:pt x="27554" y="99352"/>
                </a:lnTo>
                <a:lnTo>
                  <a:pt x="27208" y="99373"/>
                </a:lnTo>
                <a:lnTo>
                  <a:pt x="26865" y="99380"/>
                </a:lnTo>
                <a:lnTo>
                  <a:pt x="26825" y="99380"/>
                </a:lnTo>
                <a:lnTo>
                  <a:pt x="26787" y="99379"/>
                </a:lnTo>
                <a:lnTo>
                  <a:pt x="26751" y="99377"/>
                </a:lnTo>
                <a:lnTo>
                  <a:pt x="26716" y="99375"/>
                </a:lnTo>
                <a:lnTo>
                  <a:pt x="26684" y="99373"/>
                </a:lnTo>
                <a:lnTo>
                  <a:pt x="26654" y="99370"/>
                </a:lnTo>
                <a:lnTo>
                  <a:pt x="26625" y="99367"/>
                </a:lnTo>
                <a:lnTo>
                  <a:pt x="26598" y="99363"/>
                </a:lnTo>
                <a:lnTo>
                  <a:pt x="26573" y="99360"/>
                </a:lnTo>
                <a:lnTo>
                  <a:pt x="26549" y="99356"/>
                </a:lnTo>
                <a:lnTo>
                  <a:pt x="26527" y="99351"/>
                </a:lnTo>
                <a:lnTo>
                  <a:pt x="26507" y="99347"/>
                </a:lnTo>
                <a:lnTo>
                  <a:pt x="26488" y="99343"/>
                </a:lnTo>
                <a:lnTo>
                  <a:pt x="26471" y="99338"/>
                </a:lnTo>
                <a:lnTo>
                  <a:pt x="26455" y="99334"/>
                </a:lnTo>
                <a:lnTo>
                  <a:pt x="26440" y="99329"/>
                </a:lnTo>
                <a:lnTo>
                  <a:pt x="26428" y="99325"/>
                </a:lnTo>
                <a:lnTo>
                  <a:pt x="26416" y="99321"/>
                </a:lnTo>
                <a:lnTo>
                  <a:pt x="26406" y="99317"/>
                </a:lnTo>
                <a:lnTo>
                  <a:pt x="26397" y="99313"/>
                </a:lnTo>
                <a:lnTo>
                  <a:pt x="26389" y="99310"/>
                </a:lnTo>
                <a:lnTo>
                  <a:pt x="26382" y="99307"/>
                </a:lnTo>
                <a:lnTo>
                  <a:pt x="26377" y="99304"/>
                </a:lnTo>
                <a:lnTo>
                  <a:pt x="26372" y="99302"/>
                </a:lnTo>
                <a:lnTo>
                  <a:pt x="26369" y="99301"/>
                </a:lnTo>
                <a:lnTo>
                  <a:pt x="26366" y="99299"/>
                </a:lnTo>
                <a:lnTo>
                  <a:pt x="26363" y="99297"/>
                </a:lnTo>
                <a:lnTo>
                  <a:pt x="26358" y="99295"/>
                </a:lnTo>
                <a:lnTo>
                  <a:pt x="26354" y="99292"/>
                </a:lnTo>
                <a:lnTo>
                  <a:pt x="26349" y="99289"/>
                </a:lnTo>
                <a:lnTo>
                  <a:pt x="26343" y="99285"/>
                </a:lnTo>
                <a:lnTo>
                  <a:pt x="26337" y="99281"/>
                </a:lnTo>
                <a:lnTo>
                  <a:pt x="26331" y="99276"/>
                </a:lnTo>
                <a:lnTo>
                  <a:pt x="26324" y="99270"/>
                </a:lnTo>
                <a:lnTo>
                  <a:pt x="26317" y="99264"/>
                </a:lnTo>
                <a:lnTo>
                  <a:pt x="26309" y="99257"/>
                </a:lnTo>
                <a:lnTo>
                  <a:pt x="26301" y="99249"/>
                </a:lnTo>
                <a:lnTo>
                  <a:pt x="26293" y="99241"/>
                </a:lnTo>
                <a:lnTo>
                  <a:pt x="26284" y="99231"/>
                </a:lnTo>
                <a:lnTo>
                  <a:pt x="26275" y="99221"/>
                </a:lnTo>
                <a:lnTo>
                  <a:pt x="26265" y="99210"/>
                </a:lnTo>
                <a:lnTo>
                  <a:pt x="26255" y="99198"/>
                </a:lnTo>
                <a:lnTo>
                  <a:pt x="26244" y="99184"/>
                </a:lnTo>
                <a:lnTo>
                  <a:pt x="26233" y="99170"/>
                </a:lnTo>
                <a:lnTo>
                  <a:pt x="26222" y="99155"/>
                </a:lnTo>
                <a:lnTo>
                  <a:pt x="26210" y="99138"/>
                </a:lnTo>
                <a:lnTo>
                  <a:pt x="26198" y="99120"/>
                </a:lnTo>
                <a:lnTo>
                  <a:pt x="26186" y="99101"/>
                </a:lnTo>
                <a:lnTo>
                  <a:pt x="26153" y="99047"/>
                </a:lnTo>
                <a:lnTo>
                  <a:pt x="26119" y="98987"/>
                </a:lnTo>
                <a:lnTo>
                  <a:pt x="26085" y="98920"/>
                </a:lnTo>
                <a:lnTo>
                  <a:pt x="26050" y="98846"/>
                </a:lnTo>
                <a:lnTo>
                  <a:pt x="26015" y="98765"/>
                </a:lnTo>
                <a:lnTo>
                  <a:pt x="25980" y="98676"/>
                </a:lnTo>
                <a:lnTo>
                  <a:pt x="25945" y="98580"/>
                </a:lnTo>
                <a:lnTo>
                  <a:pt x="25911" y="98477"/>
                </a:lnTo>
                <a:lnTo>
                  <a:pt x="25877" y="98365"/>
                </a:lnTo>
                <a:lnTo>
                  <a:pt x="25844" y="98245"/>
                </a:lnTo>
                <a:lnTo>
                  <a:pt x="25812" y="98117"/>
                </a:lnTo>
                <a:lnTo>
                  <a:pt x="25782" y="97980"/>
                </a:lnTo>
                <a:lnTo>
                  <a:pt x="25752" y="97835"/>
                </a:lnTo>
                <a:lnTo>
                  <a:pt x="25724" y="97681"/>
                </a:lnTo>
                <a:lnTo>
                  <a:pt x="25698" y="97517"/>
                </a:lnTo>
                <a:lnTo>
                  <a:pt x="25674" y="97345"/>
                </a:lnTo>
                <a:lnTo>
                  <a:pt x="25652" y="97162"/>
                </a:lnTo>
                <a:lnTo>
                  <a:pt x="25632" y="96970"/>
                </a:lnTo>
                <a:lnTo>
                  <a:pt x="25615" y="96768"/>
                </a:lnTo>
                <a:lnTo>
                  <a:pt x="25600" y="96556"/>
                </a:lnTo>
                <a:lnTo>
                  <a:pt x="25588" y="96334"/>
                </a:lnTo>
                <a:lnTo>
                  <a:pt x="25580" y="96101"/>
                </a:lnTo>
                <a:lnTo>
                  <a:pt x="25574" y="95858"/>
                </a:lnTo>
                <a:lnTo>
                  <a:pt x="25573" y="95654"/>
                </a:lnTo>
                <a:lnTo>
                  <a:pt x="25573" y="95654"/>
                </a:lnTo>
                <a:lnTo>
                  <a:pt x="25574" y="95650"/>
                </a:lnTo>
                <a:lnTo>
                  <a:pt x="25574" y="95643"/>
                </a:lnTo>
                <a:lnTo>
                  <a:pt x="25576" y="95634"/>
                </a:lnTo>
                <a:lnTo>
                  <a:pt x="25577" y="95621"/>
                </a:lnTo>
                <a:lnTo>
                  <a:pt x="25579" y="95606"/>
                </a:lnTo>
                <a:lnTo>
                  <a:pt x="25581" y="95588"/>
                </a:lnTo>
                <a:lnTo>
                  <a:pt x="25584" y="95567"/>
                </a:lnTo>
                <a:lnTo>
                  <a:pt x="25587" y="95542"/>
                </a:lnTo>
                <a:lnTo>
                  <a:pt x="25591" y="95515"/>
                </a:lnTo>
                <a:lnTo>
                  <a:pt x="25595" y="95484"/>
                </a:lnTo>
                <a:lnTo>
                  <a:pt x="25600" y="95450"/>
                </a:lnTo>
                <a:lnTo>
                  <a:pt x="25605" y="95412"/>
                </a:lnTo>
                <a:lnTo>
                  <a:pt x="25611" y="95371"/>
                </a:lnTo>
                <a:lnTo>
                  <a:pt x="25618" y="95326"/>
                </a:lnTo>
                <a:lnTo>
                  <a:pt x="25625" y="95277"/>
                </a:lnTo>
                <a:lnTo>
                  <a:pt x="25634" y="95225"/>
                </a:lnTo>
                <a:lnTo>
                  <a:pt x="25641" y="95179"/>
                </a:lnTo>
                <a:lnTo>
                  <a:pt x="25649" y="95131"/>
                </a:lnTo>
                <a:lnTo>
                  <a:pt x="25657" y="95082"/>
                </a:lnTo>
                <a:lnTo>
                  <a:pt x="25666" y="95031"/>
                </a:lnTo>
                <a:lnTo>
                  <a:pt x="25675" y="94979"/>
                </a:lnTo>
                <a:lnTo>
                  <a:pt x="25684" y="94925"/>
                </a:lnTo>
                <a:lnTo>
                  <a:pt x="25693" y="94870"/>
                </a:lnTo>
                <a:lnTo>
                  <a:pt x="25703" y="94813"/>
                </a:lnTo>
                <a:lnTo>
                  <a:pt x="25714" y="94755"/>
                </a:lnTo>
                <a:lnTo>
                  <a:pt x="25725" y="94695"/>
                </a:lnTo>
                <a:lnTo>
                  <a:pt x="25736" y="94634"/>
                </a:lnTo>
                <a:lnTo>
                  <a:pt x="25747" y="94571"/>
                </a:lnTo>
                <a:lnTo>
                  <a:pt x="25759" y="94507"/>
                </a:lnTo>
                <a:lnTo>
                  <a:pt x="25771" y="94441"/>
                </a:lnTo>
                <a:lnTo>
                  <a:pt x="25784" y="94374"/>
                </a:lnTo>
                <a:lnTo>
                  <a:pt x="25797" y="94305"/>
                </a:lnTo>
                <a:lnTo>
                  <a:pt x="25810" y="94234"/>
                </a:lnTo>
                <a:lnTo>
                  <a:pt x="25824" y="94162"/>
                </a:lnTo>
                <a:lnTo>
                  <a:pt x="25838" y="94089"/>
                </a:lnTo>
                <a:lnTo>
                  <a:pt x="25853" y="94014"/>
                </a:lnTo>
                <a:lnTo>
                  <a:pt x="25868" y="93937"/>
                </a:lnTo>
                <a:lnTo>
                  <a:pt x="25883" y="93859"/>
                </a:lnTo>
                <a:lnTo>
                  <a:pt x="25899" y="93779"/>
                </a:lnTo>
                <a:lnTo>
                  <a:pt x="25915" y="93698"/>
                </a:lnTo>
                <a:lnTo>
                  <a:pt x="25949" y="93531"/>
                </a:lnTo>
                <a:lnTo>
                  <a:pt x="25983" y="93359"/>
                </a:lnTo>
                <a:lnTo>
                  <a:pt x="26019" y="93181"/>
                </a:lnTo>
                <a:lnTo>
                  <a:pt x="26057" y="92998"/>
                </a:lnTo>
                <a:lnTo>
                  <a:pt x="26096" y="92810"/>
                </a:lnTo>
                <a:lnTo>
                  <a:pt x="26136" y="92616"/>
                </a:lnTo>
                <a:lnTo>
                  <a:pt x="26178" y="92417"/>
                </a:lnTo>
                <a:lnTo>
                  <a:pt x="26222" y="92212"/>
                </a:lnTo>
                <a:lnTo>
                  <a:pt x="26266" y="92002"/>
                </a:lnTo>
                <a:lnTo>
                  <a:pt x="26312" y="91786"/>
                </a:lnTo>
                <a:lnTo>
                  <a:pt x="26360" y="91565"/>
                </a:lnTo>
                <a:lnTo>
                  <a:pt x="26409" y="91338"/>
                </a:lnTo>
                <a:lnTo>
                  <a:pt x="26459" y="91106"/>
                </a:lnTo>
                <a:lnTo>
                  <a:pt x="26511" y="90869"/>
                </a:lnTo>
                <a:lnTo>
                  <a:pt x="26564" y="90626"/>
                </a:lnTo>
                <a:lnTo>
                  <a:pt x="26619" y="90377"/>
                </a:lnTo>
                <a:lnTo>
                  <a:pt x="26675" y="90123"/>
                </a:lnTo>
                <a:lnTo>
                  <a:pt x="26733" y="89863"/>
                </a:lnTo>
                <a:lnTo>
                  <a:pt x="26792" y="89598"/>
                </a:lnTo>
                <a:lnTo>
                  <a:pt x="26852" y="89328"/>
                </a:lnTo>
                <a:lnTo>
                  <a:pt x="26914" y="89052"/>
                </a:lnTo>
                <a:lnTo>
                  <a:pt x="26978" y="88770"/>
                </a:lnTo>
                <a:lnTo>
                  <a:pt x="27043" y="88483"/>
                </a:lnTo>
                <a:lnTo>
                  <a:pt x="27109" y="88190"/>
                </a:lnTo>
                <a:lnTo>
                  <a:pt x="27245" y="87589"/>
                </a:lnTo>
                <a:lnTo>
                  <a:pt x="27388" y="86967"/>
                </a:lnTo>
                <a:lnTo>
                  <a:pt x="27536" y="86323"/>
                </a:lnTo>
                <a:lnTo>
                  <a:pt x="27689" y="85658"/>
                </a:lnTo>
                <a:lnTo>
                  <a:pt x="27848" y="84971"/>
                </a:lnTo>
                <a:lnTo>
                  <a:pt x="28013" y="84264"/>
                </a:lnTo>
                <a:lnTo>
                  <a:pt x="28184" y="83535"/>
                </a:lnTo>
                <a:lnTo>
                  <a:pt x="28360" y="82784"/>
                </a:lnTo>
                <a:lnTo>
                  <a:pt x="28541" y="82012"/>
                </a:lnTo>
                <a:lnTo>
                  <a:pt x="28728" y="81219"/>
                </a:lnTo>
                <a:lnTo>
                  <a:pt x="28921" y="80404"/>
                </a:lnTo>
                <a:lnTo>
                  <a:pt x="29120" y="79568"/>
                </a:lnTo>
                <a:lnTo>
                  <a:pt x="29324" y="78711"/>
                </a:lnTo>
                <a:lnTo>
                  <a:pt x="29534" y="77832"/>
                </a:lnTo>
                <a:lnTo>
                  <a:pt x="29749" y="76932"/>
                </a:lnTo>
                <a:lnTo>
                  <a:pt x="29970" y="76010"/>
                </a:lnTo>
                <a:lnTo>
                  <a:pt x="30197" y="75067"/>
                </a:lnTo>
                <a:lnTo>
                  <a:pt x="30429" y="74103"/>
                </a:lnTo>
                <a:lnTo>
                  <a:pt x="30667" y="73117"/>
                </a:lnTo>
                <a:lnTo>
                  <a:pt x="30911" y="72110"/>
                </a:lnTo>
                <a:lnTo>
                  <a:pt x="31160" y="71081"/>
                </a:lnTo>
                <a:lnTo>
                  <a:pt x="31415" y="70031"/>
                </a:lnTo>
                <a:lnTo>
                  <a:pt x="31676" y="68960"/>
                </a:lnTo>
                <a:lnTo>
                  <a:pt x="31940" y="67873"/>
                </a:lnTo>
                <a:lnTo>
                  <a:pt x="37302" y="46277"/>
                </a:lnTo>
                <a:lnTo>
                  <a:pt x="52538" y="46277"/>
                </a:lnTo>
                <a:lnTo>
                  <a:pt x="53855" y="46277"/>
                </a:lnTo>
                <a:lnTo>
                  <a:pt x="54787" y="45346"/>
                </a:lnTo>
                <a:lnTo>
                  <a:pt x="55049" y="45074"/>
                </a:lnTo>
                <a:lnTo>
                  <a:pt x="55298" y="44795"/>
                </a:lnTo>
                <a:lnTo>
                  <a:pt x="55535" y="44510"/>
                </a:lnTo>
                <a:lnTo>
                  <a:pt x="55760" y="44219"/>
                </a:lnTo>
                <a:lnTo>
                  <a:pt x="55973" y="43922"/>
                </a:lnTo>
                <a:lnTo>
                  <a:pt x="56174" y="43618"/>
                </a:lnTo>
                <a:lnTo>
                  <a:pt x="56363" y="43309"/>
                </a:lnTo>
                <a:lnTo>
                  <a:pt x="56540" y="42993"/>
                </a:lnTo>
                <a:lnTo>
                  <a:pt x="56706" y="42673"/>
                </a:lnTo>
                <a:lnTo>
                  <a:pt x="56860" y="42346"/>
                </a:lnTo>
                <a:lnTo>
                  <a:pt x="57003" y="42015"/>
                </a:lnTo>
                <a:lnTo>
                  <a:pt x="57134" y="41678"/>
                </a:lnTo>
                <a:lnTo>
                  <a:pt x="57254" y="41337"/>
                </a:lnTo>
                <a:lnTo>
                  <a:pt x="57363" y="40991"/>
                </a:lnTo>
                <a:lnTo>
                  <a:pt x="57461" y="40640"/>
                </a:lnTo>
                <a:lnTo>
                  <a:pt x="57548" y="40284"/>
                </a:lnTo>
                <a:lnTo>
                  <a:pt x="57625" y="39925"/>
                </a:lnTo>
                <a:lnTo>
                  <a:pt x="57691" y="39561"/>
                </a:lnTo>
                <a:lnTo>
                  <a:pt x="57747" y="39193"/>
                </a:lnTo>
                <a:lnTo>
                  <a:pt x="57792" y="38822"/>
                </a:lnTo>
                <a:lnTo>
                  <a:pt x="57827" y="38446"/>
                </a:lnTo>
                <a:lnTo>
                  <a:pt x="57851" y="38068"/>
                </a:lnTo>
                <a:lnTo>
                  <a:pt x="57866" y="37685"/>
                </a:lnTo>
                <a:lnTo>
                  <a:pt x="57871" y="37300"/>
                </a:lnTo>
                <a:lnTo>
                  <a:pt x="57869" y="37164"/>
                </a:lnTo>
                <a:lnTo>
                  <a:pt x="57862" y="37031"/>
                </a:lnTo>
                <a:lnTo>
                  <a:pt x="57851" y="36900"/>
                </a:lnTo>
                <a:lnTo>
                  <a:pt x="57836" y="36771"/>
                </a:lnTo>
                <a:lnTo>
                  <a:pt x="57817" y="36645"/>
                </a:lnTo>
                <a:lnTo>
                  <a:pt x="57795" y="36522"/>
                </a:lnTo>
                <a:lnTo>
                  <a:pt x="57770" y="36401"/>
                </a:lnTo>
                <a:lnTo>
                  <a:pt x="57741" y="36283"/>
                </a:lnTo>
                <a:lnTo>
                  <a:pt x="57710" y="36167"/>
                </a:lnTo>
                <a:lnTo>
                  <a:pt x="57676" y="36055"/>
                </a:lnTo>
                <a:lnTo>
                  <a:pt x="57640" y="35945"/>
                </a:lnTo>
                <a:lnTo>
                  <a:pt x="57603" y="35839"/>
                </a:lnTo>
                <a:lnTo>
                  <a:pt x="57563" y="35735"/>
                </a:lnTo>
                <a:lnTo>
                  <a:pt x="57522" y="35634"/>
                </a:lnTo>
                <a:lnTo>
                  <a:pt x="57480" y="35536"/>
                </a:lnTo>
                <a:lnTo>
                  <a:pt x="57436" y="35442"/>
                </a:lnTo>
                <a:lnTo>
                  <a:pt x="57392" y="35351"/>
                </a:lnTo>
                <a:lnTo>
                  <a:pt x="57348" y="35263"/>
                </a:lnTo>
                <a:lnTo>
                  <a:pt x="57303" y="35178"/>
                </a:lnTo>
                <a:lnTo>
                  <a:pt x="57258" y="35097"/>
                </a:lnTo>
                <a:lnTo>
                  <a:pt x="57214" y="35019"/>
                </a:lnTo>
                <a:lnTo>
                  <a:pt x="57170" y="34944"/>
                </a:lnTo>
                <a:lnTo>
                  <a:pt x="57126" y="34874"/>
                </a:lnTo>
                <a:lnTo>
                  <a:pt x="57084" y="34806"/>
                </a:lnTo>
                <a:lnTo>
                  <a:pt x="57038" y="34735"/>
                </a:lnTo>
                <a:lnTo>
                  <a:pt x="56991" y="34664"/>
                </a:lnTo>
                <a:lnTo>
                  <a:pt x="56943" y="34594"/>
                </a:lnTo>
                <a:lnTo>
                  <a:pt x="56894" y="34524"/>
                </a:lnTo>
                <a:lnTo>
                  <a:pt x="56844" y="34454"/>
                </a:lnTo>
                <a:lnTo>
                  <a:pt x="56794" y="34385"/>
                </a:lnTo>
                <a:lnTo>
                  <a:pt x="56742" y="34317"/>
                </a:lnTo>
                <a:lnTo>
                  <a:pt x="56690" y="34249"/>
                </a:lnTo>
                <a:lnTo>
                  <a:pt x="56637" y="34181"/>
                </a:lnTo>
                <a:lnTo>
                  <a:pt x="56583" y="34114"/>
                </a:lnTo>
                <a:lnTo>
                  <a:pt x="56529" y="34048"/>
                </a:lnTo>
                <a:lnTo>
                  <a:pt x="56474" y="33982"/>
                </a:lnTo>
                <a:lnTo>
                  <a:pt x="56418" y="33916"/>
                </a:lnTo>
                <a:lnTo>
                  <a:pt x="56362" y="33851"/>
                </a:lnTo>
                <a:lnTo>
                  <a:pt x="56306" y="33787"/>
                </a:lnTo>
                <a:lnTo>
                  <a:pt x="56249" y="33723"/>
                </a:lnTo>
                <a:lnTo>
                  <a:pt x="56191" y="33659"/>
                </a:lnTo>
                <a:lnTo>
                  <a:pt x="56133" y="33596"/>
                </a:lnTo>
                <a:lnTo>
                  <a:pt x="56075" y="33534"/>
                </a:lnTo>
                <a:lnTo>
                  <a:pt x="56017" y="33472"/>
                </a:lnTo>
                <a:lnTo>
                  <a:pt x="55958" y="33411"/>
                </a:lnTo>
                <a:lnTo>
                  <a:pt x="55899" y="33350"/>
                </a:lnTo>
                <a:lnTo>
                  <a:pt x="55840" y="33290"/>
                </a:lnTo>
                <a:lnTo>
                  <a:pt x="55780" y="33230"/>
                </a:lnTo>
                <a:lnTo>
                  <a:pt x="54849" y="32299"/>
                </a:lnTo>
                <a:lnTo>
                  <a:pt x="53532" y="32299"/>
                </a:lnTo>
                <a:lnTo>
                  <a:pt x="45085" y="32299"/>
                </a:lnTo>
                <a:lnTo>
                  <a:pt x="44745" y="32298"/>
                </a:lnTo>
                <a:lnTo>
                  <a:pt x="44412" y="32298"/>
                </a:lnTo>
                <a:lnTo>
                  <a:pt x="44087" y="32297"/>
                </a:lnTo>
                <a:lnTo>
                  <a:pt x="43770" y="32296"/>
                </a:lnTo>
                <a:lnTo>
                  <a:pt x="43461" y="32295"/>
                </a:lnTo>
                <a:lnTo>
                  <a:pt x="43158" y="32293"/>
                </a:lnTo>
                <a:lnTo>
                  <a:pt x="42864" y="32292"/>
                </a:lnTo>
                <a:lnTo>
                  <a:pt x="42577" y="32289"/>
                </a:lnTo>
                <a:lnTo>
                  <a:pt x="42297" y="32287"/>
                </a:lnTo>
                <a:lnTo>
                  <a:pt x="42025" y="32284"/>
                </a:lnTo>
                <a:lnTo>
                  <a:pt x="41761" y="32281"/>
                </a:lnTo>
                <a:lnTo>
                  <a:pt x="41504" y="32278"/>
                </a:lnTo>
                <a:lnTo>
                  <a:pt x="41255" y="32275"/>
                </a:lnTo>
                <a:lnTo>
                  <a:pt x="41013" y="32271"/>
                </a:lnTo>
                <a:lnTo>
                  <a:pt x="40875" y="32268"/>
                </a:lnTo>
                <a:lnTo>
                  <a:pt x="41525" y="29863"/>
                </a:lnTo>
                <a:lnTo>
                  <a:pt x="41673" y="29336"/>
                </a:lnTo>
                <a:lnTo>
                  <a:pt x="41825" y="28790"/>
                </a:lnTo>
                <a:lnTo>
                  <a:pt x="41976" y="28243"/>
                </a:lnTo>
                <a:lnTo>
                  <a:pt x="42125" y="27696"/>
                </a:lnTo>
                <a:lnTo>
                  <a:pt x="42274" y="27148"/>
                </a:lnTo>
                <a:lnTo>
                  <a:pt x="42421" y="26600"/>
                </a:lnTo>
                <a:lnTo>
                  <a:pt x="42568" y="26051"/>
                </a:lnTo>
                <a:lnTo>
                  <a:pt x="42713" y="25501"/>
                </a:lnTo>
                <a:lnTo>
                  <a:pt x="42856" y="24951"/>
                </a:lnTo>
                <a:lnTo>
                  <a:pt x="42999" y="24401"/>
                </a:lnTo>
                <a:lnTo>
                  <a:pt x="43141" y="23849"/>
                </a:lnTo>
                <a:lnTo>
                  <a:pt x="43281" y="23298"/>
                </a:lnTo>
                <a:lnTo>
                  <a:pt x="43420" y="22745"/>
                </a:lnTo>
                <a:lnTo>
                  <a:pt x="43558" y="22192"/>
                </a:lnTo>
                <a:lnTo>
                  <a:pt x="43695" y="21639"/>
                </a:lnTo>
                <a:lnTo>
                  <a:pt x="43831" y="21085"/>
                </a:lnTo>
                <a:lnTo>
                  <a:pt x="43965" y="20530"/>
                </a:lnTo>
                <a:lnTo>
                  <a:pt x="44099" y="19975"/>
                </a:lnTo>
                <a:lnTo>
                  <a:pt x="44231" y="19419"/>
                </a:lnTo>
                <a:lnTo>
                  <a:pt x="44362" y="18863"/>
                </a:lnTo>
                <a:lnTo>
                  <a:pt x="44492" y="18306"/>
                </a:lnTo>
                <a:lnTo>
                  <a:pt x="44620" y="17748"/>
                </a:lnTo>
                <a:lnTo>
                  <a:pt x="44748" y="17190"/>
                </a:lnTo>
                <a:lnTo>
                  <a:pt x="44874" y="16631"/>
                </a:lnTo>
                <a:lnTo>
                  <a:pt x="44936" y="16356"/>
                </a:lnTo>
                <a:lnTo>
                  <a:pt x="44997" y="16085"/>
                </a:lnTo>
                <a:lnTo>
                  <a:pt x="45056" y="15818"/>
                </a:lnTo>
                <a:lnTo>
                  <a:pt x="45114" y="15556"/>
                </a:lnTo>
                <a:lnTo>
                  <a:pt x="45171" y="15299"/>
                </a:lnTo>
                <a:lnTo>
                  <a:pt x="45227" y="15046"/>
                </a:lnTo>
                <a:lnTo>
                  <a:pt x="45281" y="14797"/>
                </a:lnTo>
                <a:lnTo>
                  <a:pt x="45334" y="14554"/>
                </a:lnTo>
                <a:lnTo>
                  <a:pt x="45386" y="14314"/>
                </a:lnTo>
                <a:lnTo>
                  <a:pt x="45437" y="14079"/>
                </a:lnTo>
                <a:lnTo>
                  <a:pt x="45486" y="13849"/>
                </a:lnTo>
                <a:lnTo>
                  <a:pt x="45534" y="13623"/>
                </a:lnTo>
                <a:lnTo>
                  <a:pt x="45581" y="13402"/>
                </a:lnTo>
                <a:lnTo>
                  <a:pt x="45627" y="13186"/>
                </a:lnTo>
                <a:lnTo>
                  <a:pt x="45671" y="12974"/>
                </a:lnTo>
                <a:lnTo>
                  <a:pt x="45714" y="12766"/>
                </a:lnTo>
                <a:lnTo>
                  <a:pt x="45756" y="12563"/>
                </a:lnTo>
                <a:lnTo>
                  <a:pt x="45797" y="12365"/>
                </a:lnTo>
                <a:lnTo>
                  <a:pt x="45836" y="12172"/>
                </a:lnTo>
                <a:lnTo>
                  <a:pt x="45874" y="11983"/>
                </a:lnTo>
                <a:lnTo>
                  <a:pt x="45911" y="11798"/>
                </a:lnTo>
                <a:lnTo>
                  <a:pt x="45946" y="11618"/>
                </a:lnTo>
                <a:lnTo>
                  <a:pt x="45980" y="11443"/>
                </a:lnTo>
                <a:lnTo>
                  <a:pt x="46013" y="11272"/>
                </a:lnTo>
                <a:lnTo>
                  <a:pt x="46042" y="11121"/>
                </a:lnTo>
                <a:lnTo>
                  <a:pt x="46070" y="10969"/>
                </a:lnTo>
                <a:lnTo>
                  <a:pt x="46098" y="10819"/>
                </a:lnTo>
                <a:lnTo>
                  <a:pt x="46126" y="10670"/>
                </a:lnTo>
                <a:lnTo>
                  <a:pt x="46153" y="10522"/>
                </a:lnTo>
                <a:lnTo>
                  <a:pt x="46179" y="10376"/>
                </a:lnTo>
                <a:lnTo>
                  <a:pt x="46204" y="10231"/>
                </a:lnTo>
                <a:lnTo>
                  <a:pt x="46228" y="10087"/>
                </a:lnTo>
                <a:lnTo>
                  <a:pt x="46251" y="9946"/>
                </a:lnTo>
                <a:lnTo>
                  <a:pt x="46274" y="9806"/>
                </a:lnTo>
                <a:lnTo>
                  <a:pt x="46295" y="9669"/>
                </a:lnTo>
                <a:lnTo>
                  <a:pt x="46315" y="9534"/>
                </a:lnTo>
                <a:lnTo>
                  <a:pt x="46334" y="9401"/>
                </a:lnTo>
                <a:lnTo>
                  <a:pt x="46352" y="9271"/>
                </a:lnTo>
                <a:lnTo>
                  <a:pt x="46368" y="9144"/>
                </a:lnTo>
                <a:lnTo>
                  <a:pt x="46383" y="9020"/>
                </a:lnTo>
                <a:lnTo>
                  <a:pt x="46396" y="8899"/>
                </a:lnTo>
                <a:lnTo>
                  <a:pt x="46408" y="8781"/>
                </a:lnTo>
                <a:lnTo>
                  <a:pt x="46418" y="8666"/>
                </a:lnTo>
                <a:lnTo>
                  <a:pt x="46427" y="8555"/>
                </a:lnTo>
                <a:lnTo>
                  <a:pt x="46434" y="8447"/>
                </a:lnTo>
                <a:lnTo>
                  <a:pt x="46438" y="8344"/>
                </a:lnTo>
                <a:lnTo>
                  <a:pt x="46441" y="8244"/>
                </a:lnTo>
                <a:lnTo>
                  <a:pt x="46442" y="8149"/>
                </a:lnTo>
                <a:lnTo>
                  <a:pt x="46439" y="7919"/>
                </a:lnTo>
                <a:lnTo>
                  <a:pt x="46428" y="7692"/>
                </a:lnTo>
                <a:lnTo>
                  <a:pt x="46410" y="7466"/>
                </a:lnTo>
                <a:lnTo>
                  <a:pt x="46385" y="7242"/>
                </a:lnTo>
                <a:lnTo>
                  <a:pt x="46353" y="7020"/>
                </a:lnTo>
                <a:lnTo>
                  <a:pt x="46314" y="6799"/>
                </a:lnTo>
                <a:lnTo>
                  <a:pt x="46270" y="6581"/>
                </a:lnTo>
                <a:lnTo>
                  <a:pt x="46219" y="6364"/>
                </a:lnTo>
                <a:lnTo>
                  <a:pt x="46162" y="6149"/>
                </a:lnTo>
                <a:lnTo>
                  <a:pt x="46099" y="5937"/>
                </a:lnTo>
                <a:lnTo>
                  <a:pt x="46030" y="5726"/>
                </a:lnTo>
                <a:lnTo>
                  <a:pt x="45957" y="5517"/>
                </a:lnTo>
                <a:lnTo>
                  <a:pt x="45877" y="5311"/>
                </a:lnTo>
                <a:lnTo>
                  <a:pt x="45793" y="5106"/>
                </a:lnTo>
                <a:lnTo>
                  <a:pt x="45704" y="4903"/>
                </a:lnTo>
                <a:lnTo>
                  <a:pt x="45610" y="4703"/>
                </a:lnTo>
                <a:lnTo>
                  <a:pt x="45511" y="4505"/>
                </a:lnTo>
                <a:lnTo>
                  <a:pt x="45408" y="4308"/>
                </a:lnTo>
                <a:lnTo>
                  <a:pt x="45301" y="4114"/>
                </a:lnTo>
                <a:lnTo>
                  <a:pt x="45190" y="3923"/>
                </a:lnTo>
                <a:lnTo>
                  <a:pt x="45075" y="3733"/>
                </a:lnTo>
                <a:lnTo>
                  <a:pt x="44956" y="3546"/>
                </a:lnTo>
                <a:lnTo>
                  <a:pt x="44834" y="3361"/>
                </a:lnTo>
                <a:lnTo>
                  <a:pt x="44708" y="3178"/>
                </a:lnTo>
                <a:lnTo>
                  <a:pt x="44508" y="2907"/>
                </a:lnTo>
                <a:lnTo>
                  <a:pt x="44299" y="2650"/>
                </a:lnTo>
                <a:lnTo>
                  <a:pt x="44080" y="2408"/>
                </a:lnTo>
                <a:lnTo>
                  <a:pt x="43852" y="2179"/>
                </a:lnTo>
                <a:lnTo>
                  <a:pt x="43616" y="1964"/>
                </a:lnTo>
                <a:lnTo>
                  <a:pt x="43373" y="1762"/>
                </a:lnTo>
                <a:lnTo>
                  <a:pt x="43121" y="1572"/>
                </a:lnTo>
                <a:lnTo>
                  <a:pt x="42863" y="1396"/>
                </a:lnTo>
                <a:lnTo>
                  <a:pt x="42598" y="1231"/>
                </a:lnTo>
                <a:lnTo>
                  <a:pt x="42327" y="1079"/>
                </a:lnTo>
                <a:lnTo>
                  <a:pt x="42051" y="937"/>
                </a:lnTo>
                <a:lnTo>
                  <a:pt x="41769" y="808"/>
                </a:lnTo>
                <a:lnTo>
                  <a:pt x="41482" y="689"/>
                </a:lnTo>
                <a:lnTo>
                  <a:pt x="41191" y="580"/>
                </a:lnTo>
                <a:lnTo>
                  <a:pt x="40897" y="482"/>
                </a:lnTo>
                <a:lnTo>
                  <a:pt x="40598" y="394"/>
                </a:lnTo>
                <a:lnTo>
                  <a:pt x="40297" y="315"/>
                </a:lnTo>
                <a:lnTo>
                  <a:pt x="39993" y="245"/>
                </a:lnTo>
                <a:lnTo>
                  <a:pt x="39687" y="185"/>
                </a:lnTo>
                <a:lnTo>
                  <a:pt x="39379" y="133"/>
                </a:lnTo>
                <a:lnTo>
                  <a:pt x="39070" y="89"/>
                </a:lnTo>
                <a:lnTo>
                  <a:pt x="38760" y="54"/>
                </a:lnTo>
                <a:lnTo>
                  <a:pt x="38449" y="26"/>
                </a:lnTo>
                <a:lnTo>
                  <a:pt x="38139" y="5"/>
                </a:lnTo>
                <a:lnTo>
                  <a:pt x="38051" y="0"/>
                </a:lnTo>
                <a:lnTo>
                  <a:pt x="37963" y="0"/>
                </a:lnTo>
                <a:lnTo>
                  <a:pt x="37809" y="1"/>
                </a:lnTo>
                <a:lnTo>
                  <a:pt x="37655" y="3"/>
                </a:lnTo>
                <a:lnTo>
                  <a:pt x="37501" y="6"/>
                </a:lnTo>
                <a:lnTo>
                  <a:pt x="37347" y="11"/>
                </a:lnTo>
                <a:lnTo>
                  <a:pt x="37194" y="18"/>
                </a:lnTo>
                <a:lnTo>
                  <a:pt x="37040" y="26"/>
                </a:lnTo>
                <a:lnTo>
                  <a:pt x="36887" y="35"/>
                </a:lnTo>
                <a:lnTo>
                  <a:pt x="36733" y="46"/>
                </a:lnTo>
                <a:lnTo>
                  <a:pt x="36580" y="58"/>
                </a:lnTo>
                <a:lnTo>
                  <a:pt x="36427" y="71"/>
                </a:lnTo>
                <a:lnTo>
                  <a:pt x="36274" y="86"/>
                </a:lnTo>
                <a:lnTo>
                  <a:pt x="36121" y="102"/>
                </a:lnTo>
                <a:lnTo>
                  <a:pt x="35968" y="120"/>
                </a:lnTo>
                <a:lnTo>
                  <a:pt x="35815" y="139"/>
                </a:lnTo>
                <a:lnTo>
                  <a:pt x="35662" y="160"/>
                </a:lnTo>
                <a:lnTo>
                  <a:pt x="35509" y="181"/>
                </a:lnTo>
                <a:lnTo>
                  <a:pt x="35357" y="205"/>
                </a:lnTo>
                <a:lnTo>
                  <a:pt x="35204" y="230"/>
                </a:lnTo>
                <a:lnTo>
                  <a:pt x="35052" y="256"/>
                </a:lnTo>
                <a:lnTo>
                  <a:pt x="34900" y="283"/>
                </a:lnTo>
                <a:lnTo>
                  <a:pt x="34747" y="312"/>
                </a:lnTo>
                <a:lnTo>
                  <a:pt x="34595" y="342"/>
                </a:lnTo>
                <a:lnTo>
                  <a:pt x="34443" y="374"/>
                </a:lnTo>
                <a:lnTo>
                  <a:pt x="34291" y="407"/>
                </a:lnTo>
                <a:lnTo>
                  <a:pt x="34080" y="457"/>
                </a:lnTo>
                <a:lnTo>
                  <a:pt x="33871" y="512"/>
                </a:lnTo>
                <a:lnTo>
                  <a:pt x="33665" y="574"/>
                </a:lnTo>
                <a:lnTo>
                  <a:pt x="33461" y="640"/>
                </a:lnTo>
                <a:lnTo>
                  <a:pt x="33260" y="712"/>
                </a:lnTo>
                <a:lnTo>
                  <a:pt x="33062" y="790"/>
                </a:lnTo>
                <a:lnTo>
                  <a:pt x="32867" y="874"/>
                </a:lnTo>
                <a:lnTo>
                  <a:pt x="32675" y="963"/>
                </a:lnTo>
                <a:lnTo>
                  <a:pt x="32485" y="1057"/>
                </a:lnTo>
                <a:lnTo>
                  <a:pt x="32299" y="1157"/>
                </a:lnTo>
                <a:lnTo>
                  <a:pt x="32116" y="1263"/>
                </a:lnTo>
                <a:lnTo>
                  <a:pt x="31937" y="1375"/>
                </a:lnTo>
                <a:lnTo>
                  <a:pt x="31761" y="1492"/>
                </a:lnTo>
                <a:lnTo>
                  <a:pt x="31588" y="1614"/>
                </a:lnTo>
                <a:lnTo>
                  <a:pt x="31419" y="1743"/>
                </a:lnTo>
                <a:lnTo>
                  <a:pt x="31254" y="1877"/>
                </a:lnTo>
                <a:lnTo>
                  <a:pt x="31092" y="2016"/>
                </a:lnTo>
                <a:lnTo>
                  <a:pt x="30935" y="2162"/>
                </a:lnTo>
                <a:lnTo>
                  <a:pt x="30781" y="2313"/>
                </a:lnTo>
                <a:lnTo>
                  <a:pt x="30631" y="2469"/>
                </a:lnTo>
                <a:lnTo>
                  <a:pt x="30486" y="2632"/>
                </a:lnTo>
                <a:lnTo>
                  <a:pt x="30344" y="2800"/>
                </a:lnTo>
                <a:lnTo>
                  <a:pt x="30208" y="2974"/>
                </a:lnTo>
                <a:lnTo>
                  <a:pt x="30075" y="3153"/>
                </a:lnTo>
                <a:lnTo>
                  <a:pt x="30016" y="3235"/>
                </a:lnTo>
                <a:lnTo>
                  <a:pt x="29958" y="3316"/>
                </a:lnTo>
                <a:lnTo>
                  <a:pt x="29900" y="3394"/>
                </a:lnTo>
                <a:lnTo>
                  <a:pt x="29842" y="3472"/>
                </a:lnTo>
                <a:lnTo>
                  <a:pt x="29784" y="3548"/>
                </a:lnTo>
                <a:lnTo>
                  <a:pt x="29727" y="3623"/>
                </a:lnTo>
                <a:lnTo>
                  <a:pt x="29671" y="3696"/>
                </a:lnTo>
                <a:lnTo>
                  <a:pt x="29614" y="3768"/>
                </a:lnTo>
                <a:lnTo>
                  <a:pt x="29558" y="3839"/>
                </a:lnTo>
                <a:lnTo>
                  <a:pt x="29502" y="3908"/>
                </a:lnTo>
                <a:lnTo>
                  <a:pt x="29447" y="3976"/>
                </a:lnTo>
                <a:lnTo>
                  <a:pt x="29392" y="4043"/>
                </a:lnTo>
                <a:lnTo>
                  <a:pt x="29337" y="4108"/>
                </a:lnTo>
                <a:lnTo>
                  <a:pt x="29282" y="4172"/>
                </a:lnTo>
                <a:lnTo>
                  <a:pt x="29228" y="4235"/>
                </a:lnTo>
                <a:lnTo>
                  <a:pt x="29175" y="4296"/>
                </a:lnTo>
                <a:lnTo>
                  <a:pt x="29121" y="4356"/>
                </a:lnTo>
                <a:lnTo>
                  <a:pt x="29068" y="4415"/>
                </a:lnTo>
                <a:lnTo>
                  <a:pt x="29016" y="4472"/>
                </a:lnTo>
                <a:lnTo>
                  <a:pt x="28963" y="4528"/>
                </a:lnTo>
                <a:lnTo>
                  <a:pt x="28911" y="4583"/>
                </a:lnTo>
                <a:lnTo>
                  <a:pt x="28860" y="4637"/>
                </a:lnTo>
                <a:lnTo>
                  <a:pt x="28809" y="4690"/>
                </a:lnTo>
                <a:lnTo>
                  <a:pt x="28758" y="4741"/>
                </a:lnTo>
                <a:lnTo>
                  <a:pt x="28615" y="4888"/>
                </a:lnTo>
                <a:lnTo>
                  <a:pt x="28478" y="5040"/>
                </a:lnTo>
                <a:lnTo>
                  <a:pt x="28347" y="5197"/>
                </a:lnTo>
                <a:lnTo>
                  <a:pt x="28221" y="5357"/>
                </a:lnTo>
                <a:lnTo>
                  <a:pt x="28099" y="5521"/>
                </a:lnTo>
                <a:lnTo>
                  <a:pt x="27983" y="5688"/>
                </a:lnTo>
                <a:lnTo>
                  <a:pt x="27872" y="5859"/>
                </a:lnTo>
                <a:lnTo>
                  <a:pt x="27765" y="6033"/>
                </a:lnTo>
                <a:lnTo>
                  <a:pt x="27663" y="6209"/>
                </a:lnTo>
                <a:lnTo>
                  <a:pt x="27566" y="6388"/>
                </a:lnTo>
                <a:lnTo>
                  <a:pt x="27473" y="6570"/>
                </a:lnTo>
                <a:lnTo>
                  <a:pt x="27384" y="6753"/>
                </a:lnTo>
                <a:lnTo>
                  <a:pt x="27299" y="6939"/>
                </a:lnTo>
                <a:lnTo>
                  <a:pt x="27218" y="7126"/>
                </a:lnTo>
                <a:lnTo>
                  <a:pt x="27141" y="7314"/>
                </a:lnTo>
                <a:lnTo>
                  <a:pt x="27067" y="7504"/>
                </a:lnTo>
                <a:lnTo>
                  <a:pt x="26997" y="7694"/>
                </a:lnTo>
                <a:lnTo>
                  <a:pt x="26931" y="7885"/>
                </a:lnTo>
                <a:lnTo>
                  <a:pt x="26868" y="8077"/>
                </a:lnTo>
                <a:lnTo>
                  <a:pt x="26808" y="8269"/>
                </a:lnTo>
                <a:lnTo>
                  <a:pt x="26751" y="8461"/>
                </a:lnTo>
                <a:lnTo>
                  <a:pt x="26696" y="8652"/>
                </a:lnTo>
                <a:lnTo>
                  <a:pt x="26645" y="8843"/>
                </a:lnTo>
                <a:lnTo>
                  <a:pt x="26596" y="9034"/>
                </a:lnTo>
                <a:lnTo>
                  <a:pt x="26557" y="9189"/>
                </a:lnTo>
                <a:lnTo>
                  <a:pt x="26518" y="9342"/>
                </a:lnTo>
                <a:lnTo>
                  <a:pt x="26479" y="9491"/>
                </a:lnTo>
                <a:lnTo>
                  <a:pt x="26441" y="9638"/>
                </a:lnTo>
                <a:lnTo>
                  <a:pt x="26402" y="9782"/>
                </a:lnTo>
                <a:lnTo>
                  <a:pt x="26364" y="9924"/>
                </a:lnTo>
                <a:lnTo>
                  <a:pt x="26326" y="10062"/>
                </a:lnTo>
                <a:lnTo>
                  <a:pt x="26288" y="10198"/>
                </a:lnTo>
                <a:lnTo>
                  <a:pt x="26250" y="10331"/>
                </a:lnTo>
                <a:lnTo>
                  <a:pt x="26213" y="10461"/>
                </a:lnTo>
                <a:lnTo>
                  <a:pt x="26176" y="10589"/>
                </a:lnTo>
                <a:lnTo>
                  <a:pt x="26139" y="10713"/>
                </a:lnTo>
                <a:lnTo>
                  <a:pt x="26102" y="10835"/>
                </a:lnTo>
                <a:lnTo>
                  <a:pt x="26065" y="10955"/>
                </a:lnTo>
                <a:lnTo>
                  <a:pt x="26028" y="11071"/>
                </a:lnTo>
                <a:lnTo>
                  <a:pt x="25992" y="11185"/>
                </a:lnTo>
                <a:lnTo>
                  <a:pt x="25956" y="11296"/>
                </a:lnTo>
                <a:lnTo>
                  <a:pt x="25920" y="11405"/>
                </a:lnTo>
                <a:lnTo>
                  <a:pt x="25885" y="11511"/>
                </a:lnTo>
                <a:lnTo>
                  <a:pt x="25849" y="11614"/>
                </a:lnTo>
                <a:lnTo>
                  <a:pt x="25814" y="11715"/>
                </a:lnTo>
                <a:lnTo>
                  <a:pt x="25779" y="11813"/>
                </a:lnTo>
                <a:lnTo>
                  <a:pt x="25744" y="11908"/>
                </a:lnTo>
                <a:lnTo>
                  <a:pt x="25710" y="12001"/>
                </a:lnTo>
                <a:lnTo>
                  <a:pt x="25658" y="12142"/>
                </a:lnTo>
                <a:lnTo>
                  <a:pt x="25606" y="12288"/>
                </a:lnTo>
                <a:lnTo>
                  <a:pt x="25554" y="12440"/>
                </a:lnTo>
                <a:lnTo>
                  <a:pt x="25502" y="12596"/>
                </a:lnTo>
                <a:lnTo>
                  <a:pt x="25449" y="12758"/>
                </a:lnTo>
                <a:lnTo>
                  <a:pt x="25397" y="12925"/>
                </a:lnTo>
                <a:lnTo>
                  <a:pt x="25344" y="13097"/>
                </a:lnTo>
                <a:lnTo>
                  <a:pt x="25291" y="13274"/>
                </a:lnTo>
                <a:lnTo>
                  <a:pt x="25238" y="13456"/>
                </a:lnTo>
                <a:lnTo>
                  <a:pt x="25185" y="13642"/>
                </a:lnTo>
                <a:lnTo>
                  <a:pt x="25132" y="13834"/>
                </a:lnTo>
                <a:lnTo>
                  <a:pt x="25079" y="14030"/>
                </a:lnTo>
                <a:lnTo>
                  <a:pt x="25025" y="14231"/>
                </a:lnTo>
                <a:lnTo>
                  <a:pt x="24971" y="14437"/>
                </a:lnTo>
                <a:lnTo>
                  <a:pt x="24917" y="14647"/>
                </a:lnTo>
                <a:lnTo>
                  <a:pt x="24863" y="14861"/>
                </a:lnTo>
                <a:lnTo>
                  <a:pt x="24809" y="15080"/>
                </a:lnTo>
                <a:lnTo>
                  <a:pt x="24755" y="15304"/>
                </a:lnTo>
                <a:lnTo>
                  <a:pt x="24700" y="15532"/>
                </a:lnTo>
                <a:lnTo>
                  <a:pt x="24645" y="15764"/>
                </a:lnTo>
                <a:lnTo>
                  <a:pt x="24590" y="16000"/>
                </a:lnTo>
                <a:lnTo>
                  <a:pt x="24535" y="16241"/>
                </a:lnTo>
                <a:lnTo>
                  <a:pt x="24479" y="16486"/>
                </a:lnTo>
                <a:lnTo>
                  <a:pt x="24424" y="16734"/>
                </a:lnTo>
                <a:lnTo>
                  <a:pt x="24370" y="16978"/>
                </a:lnTo>
                <a:lnTo>
                  <a:pt x="24316" y="17217"/>
                </a:lnTo>
                <a:lnTo>
                  <a:pt x="24263" y="17451"/>
                </a:lnTo>
                <a:lnTo>
                  <a:pt x="24211" y="17682"/>
                </a:lnTo>
                <a:lnTo>
                  <a:pt x="24159" y="17908"/>
                </a:lnTo>
                <a:lnTo>
                  <a:pt x="24108" y="18129"/>
                </a:lnTo>
                <a:lnTo>
                  <a:pt x="24058" y="18347"/>
                </a:lnTo>
                <a:lnTo>
                  <a:pt x="24008" y="18560"/>
                </a:lnTo>
                <a:lnTo>
                  <a:pt x="23959" y="18769"/>
                </a:lnTo>
                <a:lnTo>
                  <a:pt x="23911" y="18973"/>
                </a:lnTo>
                <a:lnTo>
                  <a:pt x="23863" y="19174"/>
                </a:lnTo>
                <a:lnTo>
                  <a:pt x="23816" y="19370"/>
                </a:lnTo>
                <a:lnTo>
                  <a:pt x="23769" y="19561"/>
                </a:lnTo>
                <a:lnTo>
                  <a:pt x="23723" y="19749"/>
                </a:lnTo>
                <a:lnTo>
                  <a:pt x="23678" y="19932"/>
                </a:lnTo>
                <a:lnTo>
                  <a:pt x="23634" y="20111"/>
                </a:lnTo>
                <a:lnTo>
                  <a:pt x="23590" y="20286"/>
                </a:lnTo>
                <a:lnTo>
                  <a:pt x="23547" y="20456"/>
                </a:lnTo>
                <a:lnTo>
                  <a:pt x="23504" y="20622"/>
                </a:lnTo>
                <a:lnTo>
                  <a:pt x="23462" y="20784"/>
                </a:lnTo>
                <a:lnTo>
                  <a:pt x="23421" y="20942"/>
                </a:lnTo>
                <a:lnTo>
                  <a:pt x="23380" y="21096"/>
                </a:lnTo>
                <a:lnTo>
                  <a:pt x="23340" y="21246"/>
                </a:lnTo>
                <a:lnTo>
                  <a:pt x="23301" y="21391"/>
                </a:lnTo>
                <a:lnTo>
                  <a:pt x="26368" y="22227"/>
                </a:lnTo>
                <a:lnTo>
                  <a:pt x="23275" y="21493"/>
                </a:lnTo>
                <a:lnTo>
                  <a:pt x="20708" y="32299"/>
                </a:lnTo>
                <a:lnTo>
                  <a:pt x="14443" y="32299"/>
                </a:lnTo>
                <a:lnTo>
                  <a:pt x="14370" y="32299"/>
                </a:lnTo>
                <a:lnTo>
                  <a:pt x="14370" y="32299"/>
                </a:lnTo>
                <a:lnTo>
                  <a:pt x="13771" y="32313"/>
                </a:lnTo>
                <a:lnTo>
                  <a:pt x="13194" y="32326"/>
                </a:lnTo>
                <a:lnTo>
                  <a:pt x="12639" y="32338"/>
                </a:lnTo>
                <a:lnTo>
                  <a:pt x="12105" y="32350"/>
                </a:lnTo>
                <a:lnTo>
                  <a:pt x="11594" y="32361"/>
                </a:lnTo>
                <a:close/>
                <a:moveTo>
                  <a:pt x="9474" y="90137"/>
                </a:moveTo>
                <a:lnTo>
                  <a:pt x="9474" y="90137"/>
                </a:lnTo>
                <a:lnTo>
                  <a:pt x="6389" y="89366"/>
                </a:lnTo>
                <a:lnTo>
                  <a:pt x="9474" y="90137"/>
                </a:lnTo>
                <a:close/>
                <a:moveTo>
                  <a:pt x="9805" y="97591"/>
                </a:moveTo>
                <a:lnTo>
                  <a:pt x="9805" y="97591"/>
                </a:lnTo>
                <a:lnTo>
                  <a:pt x="6780" y="98572"/>
                </a:lnTo>
                <a:lnTo>
                  <a:pt x="9805" y="97591"/>
                </a:lnTo>
                <a:close/>
                <a:moveTo>
                  <a:pt x="37963" y="3180"/>
                </a:moveTo>
                <a:lnTo>
                  <a:pt x="37963" y="3180"/>
                </a:lnTo>
                <a:lnTo>
                  <a:pt x="38139" y="5"/>
                </a:lnTo>
                <a:lnTo>
                  <a:pt x="37963" y="3180"/>
                </a:lnTo>
                <a:close/>
                <a:moveTo>
                  <a:pt x="32329" y="39918"/>
                </a:moveTo>
                <a:lnTo>
                  <a:pt x="31730" y="42331"/>
                </a:lnTo>
                <a:lnTo>
                  <a:pt x="25767" y="66348"/>
                </a:lnTo>
                <a:lnTo>
                  <a:pt x="25764" y="66361"/>
                </a:lnTo>
                <a:lnTo>
                  <a:pt x="28852" y="67114"/>
                </a:lnTo>
                <a:lnTo>
                  <a:pt x="28853" y="67114"/>
                </a:lnTo>
                <a:lnTo>
                  <a:pt x="25764" y="66361"/>
                </a:lnTo>
                <a:lnTo>
                  <a:pt x="25497" y="67455"/>
                </a:lnTo>
                <a:lnTo>
                  <a:pt x="25236" y="68529"/>
                </a:lnTo>
                <a:lnTo>
                  <a:pt x="24981" y="69581"/>
                </a:lnTo>
                <a:lnTo>
                  <a:pt x="24731" y="70611"/>
                </a:lnTo>
                <a:lnTo>
                  <a:pt x="24487" y="71621"/>
                </a:lnTo>
                <a:lnTo>
                  <a:pt x="24248" y="72610"/>
                </a:lnTo>
                <a:lnTo>
                  <a:pt x="24015" y="73577"/>
                </a:lnTo>
                <a:lnTo>
                  <a:pt x="23788" y="74524"/>
                </a:lnTo>
                <a:lnTo>
                  <a:pt x="23566" y="75449"/>
                </a:lnTo>
                <a:lnTo>
                  <a:pt x="23349" y="76353"/>
                </a:lnTo>
                <a:lnTo>
                  <a:pt x="23139" y="77235"/>
                </a:lnTo>
                <a:lnTo>
                  <a:pt x="22933" y="78097"/>
                </a:lnTo>
                <a:lnTo>
                  <a:pt x="22734" y="78938"/>
                </a:lnTo>
                <a:lnTo>
                  <a:pt x="22540" y="79757"/>
                </a:lnTo>
                <a:lnTo>
                  <a:pt x="22351" y="80555"/>
                </a:lnTo>
                <a:lnTo>
                  <a:pt x="22168" y="81332"/>
                </a:lnTo>
                <a:lnTo>
                  <a:pt x="21991" y="82088"/>
                </a:lnTo>
                <a:lnTo>
                  <a:pt x="21820" y="82822"/>
                </a:lnTo>
                <a:lnTo>
                  <a:pt x="21654" y="83535"/>
                </a:lnTo>
                <a:lnTo>
                  <a:pt x="21493" y="84227"/>
                </a:lnTo>
                <a:lnTo>
                  <a:pt x="21338" y="84898"/>
                </a:lnTo>
                <a:lnTo>
                  <a:pt x="21189" y="85548"/>
                </a:lnTo>
                <a:lnTo>
                  <a:pt x="21045" y="86177"/>
                </a:lnTo>
                <a:lnTo>
                  <a:pt x="20907" y="86784"/>
                </a:lnTo>
                <a:lnTo>
                  <a:pt x="20840" y="87079"/>
                </a:lnTo>
                <a:lnTo>
                  <a:pt x="20775" y="87370"/>
                </a:lnTo>
                <a:lnTo>
                  <a:pt x="20710" y="87655"/>
                </a:lnTo>
                <a:lnTo>
                  <a:pt x="20648" y="87935"/>
                </a:lnTo>
                <a:lnTo>
                  <a:pt x="20586" y="88210"/>
                </a:lnTo>
                <a:lnTo>
                  <a:pt x="20526" y="88480"/>
                </a:lnTo>
                <a:lnTo>
                  <a:pt x="20467" y="88745"/>
                </a:lnTo>
                <a:lnTo>
                  <a:pt x="20410" y="89005"/>
                </a:lnTo>
                <a:lnTo>
                  <a:pt x="20354" y="89259"/>
                </a:lnTo>
                <a:lnTo>
                  <a:pt x="20299" y="89509"/>
                </a:lnTo>
                <a:lnTo>
                  <a:pt x="20246" y="89753"/>
                </a:lnTo>
                <a:lnTo>
                  <a:pt x="20194" y="89992"/>
                </a:lnTo>
                <a:lnTo>
                  <a:pt x="20143" y="90226"/>
                </a:lnTo>
                <a:lnTo>
                  <a:pt x="20094" y="90454"/>
                </a:lnTo>
                <a:lnTo>
                  <a:pt x="20046" y="90678"/>
                </a:lnTo>
                <a:lnTo>
                  <a:pt x="20000" y="90896"/>
                </a:lnTo>
                <a:lnTo>
                  <a:pt x="19955" y="91110"/>
                </a:lnTo>
                <a:lnTo>
                  <a:pt x="19911" y="91318"/>
                </a:lnTo>
                <a:lnTo>
                  <a:pt x="19869" y="91521"/>
                </a:lnTo>
                <a:lnTo>
                  <a:pt x="19828" y="91718"/>
                </a:lnTo>
                <a:lnTo>
                  <a:pt x="19789" y="91911"/>
                </a:lnTo>
                <a:lnTo>
                  <a:pt x="19750" y="92098"/>
                </a:lnTo>
                <a:lnTo>
                  <a:pt x="19714" y="92280"/>
                </a:lnTo>
                <a:lnTo>
                  <a:pt x="19678" y="92457"/>
                </a:lnTo>
                <a:lnTo>
                  <a:pt x="19661" y="92543"/>
                </a:lnTo>
                <a:lnTo>
                  <a:pt x="19644" y="92628"/>
                </a:lnTo>
                <a:lnTo>
                  <a:pt x="19628" y="92712"/>
                </a:lnTo>
                <a:lnTo>
                  <a:pt x="19612" y="92796"/>
                </a:lnTo>
                <a:lnTo>
                  <a:pt x="19596" y="92878"/>
                </a:lnTo>
                <a:lnTo>
                  <a:pt x="19580" y="92958"/>
                </a:lnTo>
                <a:lnTo>
                  <a:pt x="19565" y="93038"/>
                </a:lnTo>
                <a:lnTo>
                  <a:pt x="19550" y="93117"/>
                </a:lnTo>
                <a:lnTo>
                  <a:pt x="19535" y="93195"/>
                </a:lnTo>
                <a:lnTo>
                  <a:pt x="19521" y="93271"/>
                </a:lnTo>
                <a:lnTo>
                  <a:pt x="19507" y="93346"/>
                </a:lnTo>
                <a:lnTo>
                  <a:pt x="19493" y="93421"/>
                </a:lnTo>
                <a:lnTo>
                  <a:pt x="19480" y="93494"/>
                </a:lnTo>
                <a:lnTo>
                  <a:pt x="19467" y="93566"/>
                </a:lnTo>
                <a:lnTo>
                  <a:pt x="19454" y="93636"/>
                </a:lnTo>
                <a:lnTo>
                  <a:pt x="19441" y="93706"/>
                </a:lnTo>
                <a:lnTo>
                  <a:pt x="19429" y="93775"/>
                </a:lnTo>
                <a:lnTo>
                  <a:pt x="19418" y="93842"/>
                </a:lnTo>
                <a:lnTo>
                  <a:pt x="19406" y="93908"/>
                </a:lnTo>
                <a:lnTo>
                  <a:pt x="19395" y="93973"/>
                </a:lnTo>
                <a:lnTo>
                  <a:pt x="19384" y="94037"/>
                </a:lnTo>
                <a:lnTo>
                  <a:pt x="19374" y="94100"/>
                </a:lnTo>
                <a:lnTo>
                  <a:pt x="19364" y="94161"/>
                </a:lnTo>
                <a:lnTo>
                  <a:pt x="19354" y="94221"/>
                </a:lnTo>
                <a:lnTo>
                  <a:pt x="19346" y="94273"/>
                </a:lnTo>
                <a:lnTo>
                  <a:pt x="19338" y="94326"/>
                </a:lnTo>
                <a:lnTo>
                  <a:pt x="19330" y="94379"/>
                </a:lnTo>
                <a:lnTo>
                  <a:pt x="19321" y="94434"/>
                </a:lnTo>
                <a:lnTo>
                  <a:pt x="19313" y="94490"/>
                </a:lnTo>
                <a:lnTo>
                  <a:pt x="19305" y="94546"/>
                </a:lnTo>
                <a:lnTo>
                  <a:pt x="19297" y="94603"/>
                </a:lnTo>
                <a:lnTo>
                  <a:pt x="19289" y="94661"/>
                </a:lnTo>
                <a:lnTo>
                  <a:pt x="19281" y="94719"/>
                </a:lnTo>
                <a:lnTo>
                  <a:pt x="19274" y="94778"/>
                </a:lnTo>
                <a:lnTo>
                  <a:pt x="19266" y="94837"/>
                </a:lnTo>
                <a:lnTo>
                  <a:pt x="19259" y="94897"/>
                </a:lnTo>
                <a:lnTo>
                  <a:pt x="19253" y="94956"/>
                </a:lnTo>
                <a:lnTo>
                  <a:pt x="19247" y="95016"/>
                </a:lnTo>
                <a:lnTo>
                  <a:pt x="19241" y="95076"/>
                </a:lnTo>
                <a:lnTo>
                  <a:pt x="19236" y="95136"/>
                </a:lnTo>
                <a:lnTo>
                  <a:pt x="19231" y="95195"/>
                </a:lnTo>
                <a:lnTo>
                  <a:pt x="19226" y="95255"/>
                </a:lnTo>
                <a:lnTo>
                  <a:pt x="19223" y="95314"/>
                </a:lnTo>
                <a:lnTo>
                  <a:pt x="19219" y="95373"/>
                </a:lnTo>
                <a:lnTo>
                  <a:pt x="19217" y="95431"/>
                </a:lnTo>
                <a:lnTo>
                  <a:pt x="19215" y="95489"/>
                </a:lnTo>
                <a:lnTo>
                  <a:pt x="19214" y="95546"/>
                </a:lnTo>
                <a:lnTo>
                  <a:pt x="19213" y="95603"/>
                </a:lnTo>
                <a:lnTo>
                  <a:pt x="19216" y="95922"/>
                </a:lnTo>
                <a:lnTo>
                  <a:pt x="19222" y="96240"/>
                </a:lnTo>
                <a:lnTo>
                  <a:pt x="19233" y="96557"/>
                </a:lnTo>
                <a:lnTo>
                  <a:pt x="19248" y="96872"/>
                </a:lnTo>
                <a:lnTo>
                  <a:pt x="19269" y="97185"/>
                </a:lnTo>
                <a:lnTo>
                  <a:pt x="19294" y="97497"/>
                </a:lnTo>
                <a:lnTo>
                  <a:pt x="19325" y="97806"/>
                </a:lnTo>
                <a:lnTo>
                  <a:pt x="19361" y="98113"/>
                </a:lnTo>
                <a:lnTo>
                  <a:pt x="19403" y="98417"/>
                </a:lnTo>
                <a:lnTo>
                  <a:pt x="19450" y="98719"/>
                </a:lnTo>
                <a:lnTo>
                  <a:pt x="19504" y="99017"/>
                </a:lnTo>
                <a:lnTo>
                  <a:pt x="19564" y="99313"/>
                </a:lnTo>
                <a:lnTo>
                  <a:pt x="19630" y="99605"/>
                </a:lnTo>
                <a:lnTo>
                  <a:pt x="19703" y="99893"/>
                </a:lnTo>
                <a:lnTo>
                  <a:pt x="19782" y="100178"/>
                </a:lnTo>
                <a:lnTo>
                  <a:pt x="19869" y="100459"/>
                </a:lnTo>
                <a:lnTo>
                  <a:pt x="19963" y="100736"/>
                </a:lnTo>
                <a:lnTo>
                  <a:pt x="20064" y="101008"/>
                </a:lnTo>
                <a:lnTo>
                  <a:pt x="20173" y="101276"/>
                </a:lnTo>
                <a:lnTo>
                  <a:pt x="20289" y="101539"/>
                </a:lnTo>
                <a:lnTo>
                  <a:pt x="20413" y="101797"/>
                </a:lnTo>
                <a:lnTo>
                  <a:pt x="20546" y="102050"/>
                </a:lnTo>
                <a:lnTo>
                  <a:pt x="20687" y="102298"/>
                </a:lnTo>
                <a:lnTo>
                  <a:pt x="20836" y="102540"/>
                </a:lnTo>
                <a:lnTo>
                  <a:pt x="21014" y="102803"/>
                </a:lnTo>
                <a:lnTo>
                  <a:pt x="21199" y="103055"/>
                </a:lnTo>
                <a:lnTo>
                  <a:pt x="21392" y="103296"/>
                </a:lnTo>
                <a:lnTo>
                  <a:pt x="21593" y="103525"/>
                </a:lnTo>
                <a:lnTo>
                  <a:pt x="21801" y="103743"/>
                </a:lnTo>
                <a:lnTo>
                  <a:pt x="22016" y="103949"/>
                </a:lnTo>
                <a:lnTo>
                  <a:pt x="22238" y="104144"/>
                </a:lnTo>
                <a:lnTo>
                  <a:pt x="22467" y="104327"/>
                </a:lnTo>
                <a:lnTo>
                  <a:pt x="22702" y="104499"/>
                </a:lnTo>
                <a:lnTo>
                  <a:pt x="22944" y="104660"/>
                </a:lnTo>
                <a:lnTo>
                  <a:pt x="23191" y="104809"/>
                </a:lnTo>
                <a:lnTo>
                  <a:pt x="23445" y="104948"/>
                </a:lnTo>
                <a:lnTo>
                  <a:pt x="23704" y="105075"/>
                </a:lnTo>
                <a:lnTo>
                  <a:pt x="23969" y="105190"/>
                </a:lnTo>
                <a:lnTo>
                  <a:pt x="24239" y="105295"/>
                </a:lnTo>
                <a:lnTo>
                  <a:pt x="24513" y="105389"/>
                </a:lnTo>
                <a:lnTo>
                  <a:pt x="24793" y="105471"/>
                </a:lnTo>
                <a:lnTo>
                  <a:pt x="24851" y="105485"/>
                </a:lnTo>
                <a:lnTo>
                  <a:pt x="24679" y="105476"/>
                </a:lnTo>
                <a:lnTo>
                  <a:pt x="24339" y="105451"/>
                </a:lnTo>
                <a:lnTo>
                  <a:pt x="24001" y="105419"/>
                </a:lnTo>
                <a:lnTo>
                  <a:pt x="23664" y="105380"/>
                </a:lnTo>
                <a:lnTo>
                  <a:pt x="23329" y="105333"/>
                </a:lnTo>
                <a:lnTo>
                  <a:pt x="22994" y="105280"/>
                </a:lnTo>
                <a:lnTo>
                  <a:pt x="22661" y="105219"/>
                </a:lnTo>
                <a:lnTo>
                  <a:pt x="22330" y="105150"/>
                </a:lnTo>
                <a:lnTo>
                  <a:pt x="21999" y="105075"/>
                </a:lnTo>
                <a:lnTo>
                  <a:pt x="21670" y="104992"/>
                </a:lnTo>
                <a:lnTo>
                  <a:pt x="21342" y="104902"/>
                </a:lnTo>
                <a:lnTo>
                  <a:pt x="21015" y="104805"/>
                </a:lnTo>
                <a:lnTo>
                  <a:pt x="20690" y="104700"/>
                </a:lnTo>
                <a:lnTo>
                  <a:pt x="20365" y="104588"/>
                </a:lnTo>
                <a:lnTo>
                  <a:pt x="20042" y="104468"/>
                </a:lnTo>
                <a:lnTo>
                  <a:pt x="19720" y="104341"/>
                </a:lnTo>
                <a:lnTo>
                  <a:pt x="19399" y="104207"/>
                </a:lnTo>
                <a:lnTo>
                  <a:pt x="19079" y="104065"/>
                </a:lnTo>
                <a:lnTo>
                  <a:pt x="18760" y="103916"/>
                </a:lnTo>
                <a:lnTo>
                  <a:pt x="18442" y="103760"/>
                </a:lnTo>
                <a:lnTo>
                  <a:pt x="18125" y="103596"/>
                </a:lnTo>
                <a:lnTo>
                  <a:pt x="17809" y="103424"/>
                </a:lnTo>
                <a:lnTo>
                  <a:pt x="17547" y="103273"/>
                </a:lnTo>
                <a:lnTo>
                  <a:pt x="17290" y="103111"/>
                </a:lnTo>
                <a:lnTo>
                  <a:pt x="17036" y="102940"/>
                </a:lnTo>
                <a:lnTo>
                  <a:pt x="16787" y="102758"/>
                </a:lnTo>
                <a:lnTo>
                  <a:pt x="16542" y="102565"/>
                </a:lnTo>
                <a:lnTo>
                  <a:pt x="16302" y="102361"/>
                </a:lnTo>
                <a:lnTo>
                  <a:pt x="16066" y="102147"/>
                </a:lnTo>
                <a:lnTo>
                  <a:pt x="15835" y="101921"/>
                </a:lnTo>
                <a:lnTo>
                  <a:pt x="15608" y="101683"/>
                </a:lnTo>
                <a:lnTo>
                  <a:pt x="15386" y="101434"/>
                </a:lnTo>
                <a:lnTo>
                  <a:pt x="15169" y="101173"/>
                </a:lnTo>
                <a:lnTo>
                  <a:pt x="14957" y="100900"/>
                </a:lnTo>
                <a:lnTo>
                  <a:pt x="14750" y="100615"/>
                </a:lnTo>
                <a:lnTo>
                  <a:pt x="14548" y="100317"/>
                </a:lnTo>
                <a:lnTo>
                  <a:pt x="14352" y="100007"/>
                </a:lnTo>
                <a:lnTo>
                  <a:pt x="14160" y="99684"/>
                </a:lnTo>
                <a:lnTo>
                  <a:pt x="13974" y="99347"/>
                </a:lnTo>
                <a:lnTo>
                  <a:pt x="13793" y="98998"/>
                </a:lnTo>
                <a:lnTo>
                  <a:pt x="13618" y="98635"/>
                </a:lnTo>
                <a:lnTo>
                  <a:pt x="13449" y="98258"/>
                </a:lnTo>
                <a:lnTo>
                  <a:pt x="13285" y="97867"/>
                </a:lnTo>
                <a:lnTo>
                  <a:pt x="13127" y="97462"/>
                </a:lnTo>
                <a:lnTo>
                  <a:pt x="12975" y="97043"/>
                </a:lnTo>
                <a:lnTo>
                  <a:pt x="12868" y="96724"/>
                </a:lnTo>
                <a:lnTo>
                  <a:pt x="12860" y="96688"/>
                </a:lnTo>
                <a:lnTo>
                  <a:pt x="12846" y="96611"/>
                </a:lnTo>
                <a:lnTo>
                  <a:pt x="12831" y="96527"/>
                </a:lnTo>
                <a:lnTo>
                  <a:pt x="12817" y="96436"/>
                </a:lnTo>
                <a:lnTo>
                  <a:pt x="12803" y="96336"/>
                </a:lnTo>
                <a:lnTo>
                  <a:pt x="12789" y="96230"/>
                </a:lnTo>
                <a:lnTo>
                  <a:pt x="12776" y="96115"/>
                </a:lnTo>
                <a:lnTo>
                  <a:pt x="12763" y="95992"/>
                </a:lnTo>
                <a:lnTo>
                  <a:pt x="12751" y="95861"/>
                </a:lnTo>
                <a:lnTo>
                  <a:pt x="12739" y="95722"/>
                </a:lnTo>
                <a:lnTo>
                  <a:pt x="12727" y="95575"/>
                </a:lnTo>
                <a:lnTo>
                  <a:pt x="12717" y="95420"/>
                </a:lnTo>
                <a:lnTo>
                  <a:pt x="12706" y="95255"/>
                </a:lnTo>
                <a:lnTo>
                  <a:pt x="12697" y="95082"/>
                </a:lnTo>
                <a:lnTo>
                  <a:pt x="12688" y="94901"/>
                </a:lnTo>
                <a:lnTo>
                  <a:pt x="12681" y="94710"/>
                </a:lnTo>
                <a:lnTo>
                  <a:pt x="12674" y="94511"/>
                </a:lnTo>
                <a:lnTo>
                  <a:pt x="12668" y="94302"/>
                </a:lnTo>
                <a:lnTo>
                  <a:pt x="12663" y="94084"/>
                </a:lnTo>
                <a:lnTo>
                  <a:pt x="12659" y="93857"/>
                </a:lnTo>
                <a:lnTo>
                  <a:pt x="12656" y="93621"/>
                </a:lnTo>
                <a:lnTo>
                  <a:pt x="12654" y="93374"/>
                </a:lnTo>
                <a:lnTo>
                  <a:pt x="12653" y="93119"/>
                </a:lnTo>
                <a:lnTo>
                  <a:pt x="12653" y="90529"/>
                </a:lnTo>
                <a:lnTo>
                  <a:pt x="18355" y="67720"/>
                </a:lnTo>
                <a:lnTo>
                  <a:pt x="18357" y="67714"/>
                </a:lnTo>
                <a:lnTo>
                  <a:pt x="18596" y="66752"/>
                </a:lnTo>
                <a:lnTo>
                  <a:pt x="18830" y="65809"/>
                </a:lnTo>
                <a:lnTo>
                  <a:pt x="19059" y="64886"/>
                </a:lnTo>
                <a:lnTo>
                  <a:pt x="19284" y="63984"/>
                </a:lnTo>
                <a:lnTo>
                  <a:pt x="19503" y="63102"/>
                </a:lnTo>
                <a:lnTo>
                  <a:pt x="19718" y="62240"/>
                </a:lnTo>
                <a:lnTo>
                  <a:pt x="19927" y="61398"/>
                </a:lnTo>
                <a:lnTo>
                  <a:pt x="20132" y="60577"/>
                </a:lnTo>
                <a:lnTo>
                  <a:pt x="20332" y="59775"/>
                </a:lnTo>
                <a:lnTo>
                  <a:pt x="20527" y="58994"/>
                </a:lnTo>
                <a:lnTo>
                  <a:pt x="20717" y="58233"/>
                </a:lnTo>
                <a:lnTo>
                  <a:pt x="20902" y="57492"/>
                </a:lnTo>
                <a:lnTo>
                  <a:pt x="21082" y="56771"/>
                </a:lnTo>
                <a:lnTo>
                  <a:pt x="21258" y="56070"/>
                </a:lnTo>
                <a:lnTo>
                  <a:pt x="21428" y="55390"/>
                </a:lnTo>
                <a:lnTo>
                  <a:pt x="21594" y="54730"/>
                </a:lnTo>
                <a:lnTo>
                  <a:pt x="21754" y="54089"/>
                </a:lnTo>
                <a:lnTo>
                  <a:pt x="21910" y="53469"/>
                </a:lnTo>
                <a:lnTo>
                  <a:pt x="22061" y="52870"/>
                </a:lnTo>
                <a:lnTo>
                  <a:pt x="22207" y="52290"/>
                </a:lnTo>
                <a:lnTo>
                  <a:pt x="22348" y="51730"/>
                </a:lnTo>
                <a:lnTo>
                  <a:pt x="22484" y="51191"/>
                </a:lnTo>
                <a:lnTo>
                  <a:pt x="22616" y="50672"/>
                </a:lnTo>
                <a:lnTo>
                  <a:pt x="22742" y="50173"/>
                </a:lnTo>
                <a:lnTo>
                  <a:pt x="22804" y="49931"/>
                </a:lnTo>
                <a:lnTo>
                  <a:pt x="22864" y="49694"/>
                </a:lnTo>
                <a:lnTo>
                  <a:pt x="22923" y="49462"/>
                </a:lnTo>
                <a:lnTo>
                  <a:pt x="22980" y="49235"/>
                </a:lnTo>
                <a:lnTo>
                  <a:pt x="23037" y="49013"/>
                </a:lnTo>
                <a:lnTo>
                  <a:pt x="23092" y="48797"/>
                </a:lnTo>
                <a:lnTo>
                  <a:pt x="23146" y="48585"/>
                </a:lnTo>
                <a:lnTo>
                  <a:pt x="23199" y="48379"/>
                </a:lnTo>
                <a:lnTo>
                  <a:pt x="23250" y="48178"/>
                </a:lnTo>
                <a:lnTo>
                  <a:pt x="23300" y="47982"/>
                </a:lnTo>
                <a:lnTo>
                  <a:pt x="23349" y="47791"/>
                </a:lnTo>
                <a:lnTo>
                  <a:pt x="23397" y="47605"/>
                </a:lnTo>
                <a:lnTo>
                  <a:pt x="23443" y="47424"/>
                </a:lnTo>
                <a:lnTo>
                  <a:pt x="23489" y="47249"/>
                </a:lnTo>
                <a:lnTo>
                  <a:pt x="23533" y="47078"/>
                </a:lnTo>
                <a:lnTo>
                  <a:pt x="23575" y="46913"/>
                </a:lnTo>
                <a:lnTo>
                  <a:pt x="23617" y="46752"/>
                </a:lnTo>
                <a:lnTo>
                  <a:pt x="23657" y="46597"/>
                </a:lnTo>
                <a:lnTo>
                  <a:pt x="23696" y="46447"/>
                </a:lnTo>
                <a:lnTo>
                  <a:pt x="23734" y="46302"/>
                </a:lnTo>
                <a:lnTo>
                  <a:pt x="23771" y="46162"/>
                </a:lnTo>
                <a:lnTo>
                  <a:pt x="23806" y="46027"/>
                </a:lnTo>
                <a:lnTo>
                  <a:pt x="23840" y="45897"/>
                </a:lnTo>
                <a:lnTo>
                  <a:pt x="23873" y="45772"/>
                </a:lnTo>
                <a:lnTo>
                  <a:pt x="23889" y="45711"/>
                </a:lnTo>
                <a:lnTo>
                  <a:pt x="23905" y="45652"/>
                </a:lnTo>
                <a:lnTo>
                  <a:pt x="23920" y="45594"/>
                </a:lnTo>
                <a:lnTo>
                  <a:pt x="23935" y="45537"/>
                </a:lnTo>
                <a:lnTo>
                  <a:pt x="23950" y="45482"/>
                </a:lnTo>
                <a:lnTo>
                  <a:pt x="23964" y="45429"/>
                </a:lnTo>
                <a:lnTo>
                  <a:pt x="23978" y="45377"/>
                </a:lnTo>
                <a:lnTo>
                  <a:pt x="23992" y="45326"/>
                </a:lnTo>
                <a:lnTo>
                  <a:pt x="24005" y="45276"/>
                </a:lnTo>
                <a:lnTo>
                  <a:pt x="24018" y="45228"/>
                </a:lnTo>
                <a:lnTo>
                  <a:pt x="24030" y="45182"/>
                </a:lnTo>
                <a:lnTo>
                  <a:pt x="24043" y="45136"/>
                </a:lnTo>
                <a:lnTo>
                  <a:pt x="24050" y="45108"/>
                </a:lnTo>
                <a:lnTo>
                  <a:pt x="24413" y="44746"/>
                </a:lnTo>
                <a:lnTo>
                  <a:pt x="24413" y="43428"/>
                </a:lnTo>
                <a:lnTo>
                  <a:pt x="24406" y="43204"/>
                </a:lnTo>
                <a:lnTo>
                  <a:pt x="24385" y="42989"/>
                </a:lnTo>
                <a:lnTo>
                  <a:pt x="24352" y="42785"/>
                </a:lnTo>
                <a:lnTo>
                  <a:pt x="24307" y="42591"/>
                </a:lnTo>
                <a:lnTo>
                  <a:pt x="24252" y="42407"/>
                </a:lnTo>
                <a:lnTo>
                  <a:pt x="24189" y="42233"/>
                </a:lnTo>
                <a:lnTo>
                  <a:pt x="24117" y="42068"/>
                </a:lnTo>
                <a:lnTo>
                  <a:pt x="24039" y="41914"/>
                </a:lnTo>
                <a:lnTo>
                  <a:pt x="23955" y="41768"/>
                </a:lnTo>
                <a:lnTo>
                  <a:pt x="23866" y="41632"/>
                </a:lnTo>
                <a:lnTo>
                  <a:pt x="23775" y="41506"/>
                </a:lnTo>
                <a:lnTo>
                  <a:pt x="23681" y="41388"/>
                </a:lnTo>
                <a:lnTo>
                  <a:pt x="23586" y="41280"/>
                </a:lnTo>
                <a:lnTo>
                  <a:pt x="23492" y="41180"/>
                </a:lnTo>
                <a:lnTo>
                  <a:pt x="23399" y="41089"/>
                </a:lnTo>
                <a:lnTo>
                  <a:pt x="23308" y="41007"/>
                </a:lnTo>
                <a:lnTo>
                  <a:pt x="23221" y="40934"/>
                </a:lnTo>
                <a:lnTo>
                  <a:pt x="23139" y="40869"/>
                </a:lnTo>
                <a:lnTo>
                  <a:pt x="23063" y="40812"/>
                </a:lnTo>
                <a:lnTo>
                  <a:pt x="22994" y="40763"/>
                </a:lnTo>
                <a:lnTo>
                  <a:pt x="22934" y="40722"/>
                </a:lnTo>
                <a:lnTo>
                  <a:pt x="22882" y="40690"/>
                </a:lnTo>
                <a:lnTo>
                  <a:pt x="22842" y="40665"/>
                </a:lnTo>
                <a:lnTo>
                  <a:pt x="22813" y="40648"/>
                </a:lnTo>
                <a:lnTo>
                  <a:pt x="22765" y="40620"/>
                </a:lnTo>
                <a:lnTo>
                  <a:pt x="22718" y="40594"/>
                </a:lnTo>
                <a:lnTo>
                  <a:pt x="22671" y="40569"/>
                </a:lnTo>
                <a:lnTo>
                  <a:pt x="22625" y="40546"/>
                </a:lnTo>
                <a:lnTo>
                  <a:pt x="22580" y="40523"/>
                </a:lnTo>
                <a:lnTo>
                  <a:pt x="22535" y="40502"/>
                </a:lnTo>
                <a:lnTo>
                  <a:pt x="22491" y="40481"/>
                </a:lnTo>
                <a:lnTo>
                  <a:pt x="22448" y="40462"/>
                </a:lnTo>
                <a:lnTo>
                  <a:pt x="22406" y="40444"/>
                </a:lnTo>
                <a:lnTo>
                  <a:pt x="22365" y="40427"/>
                </a:lnTo>
                <a:lnTo>
                  <a:pt x="22325" y="40411"/>
                </a:lnTo>
                <a:lnTo>
                  <a:pt x="22286" y="40396"/>
                </a:lnTo>
                <a:lnTo>
                  <a:pt x="22249" y="40382"/>
                </a:lnTo>
                <a:lnTo>
                  <a:pt x="22213" y="40369"/>
                </a:lnTo>
                <a:lnTo>
                  <a:pt x="22178" y="40357"/>
                </a:lnTo>
                <a:lnTo>
                  <a:pt x="22145" y="40346"/>
                </a:lnTo>
                <a:lnTo>
                  <a:pt x="22113" y="40335"/>
                </a:lnTo>
                <a:lnTo>
                  <a:pt x="22084" y="40326"/>
                </a:lnTo>
                <a:lnTo>
                  <a:pt x="22055" y="40317"/>
                </a:lnTo>
                <a:lnTo>
                  <a:pt x="22029" y="40309"/>
                </a:lnTo>
                <a:lnTo>
                  <a:pt x="22005" y="40302"/>
                </a:lnTo>
                <a:lnTo>
                  <a:pt x="21982" y="40296"/>
                </a:lnTo>
                <a:lnTo>
                  <a:pt x="21962" y="40290"/>
                </a:lnTo>
                <a:lnTo>
                  <a:pt x="21943" y="40285"/>
                </a:lnTo>
                <a:lnTo>
                  <a:pt x="21903" y="40274"/>
                </a:lnTo>
                <a:lnTo>
                  <a:pt x="21862" y="40263"/>
                </a:lnTo>
                <a:lnTo>
                  <a:pt x="21822" y="40253"/>
                </a:lnTo>
                <a:lnTo>
                  <a:pt x="21781" y="40244"/>
                </a:lnTo>
                <a:lnTo>
                  <a:pt x="21741" y="40235"/>
                </a:lnTo>
                <a:lnTo>
                  <a:pt x="21701" y="40226"/>
                </a:lnTo>
                <a:lnTo>
                  <a:pt x="21661" y="40217"/>
                </a:lnTo>
                <a:lnTo>
                  <a:pt x="21622" y="40209"/>
                </a:lnTo>
                <a:lnTo>
                  <a:pt x="21583" y="40202"/>
                </a:lnTo>
                <a:lnTo>
                  <a:pt x="21545" y="40195"/>
                </a:lnTo>
                <a:lnTo>
                  <a:pt x="21507" y="40188"/>
                </a:lnTo>
                <a:lnTo>
                  <a:pt x="21469" y="40181"/>
                </a:lnTo>
                <a:lnTo>
                  <a:pt x="21432" y="40175"/>
                </a:lnTo>
                <a:lnTo>
                  <a:pt x="21396" y="40169"/>
                </a:lnTo>
                <a:lnTo>
                  <a:pt x="21360" y="40164"/>
                </a:lnTo>
                <a:lnTo>
                  <a:pt x="21326" y="40158"/>
                </a:lnTo>
                <a:lnTo>
                  <a:pt x="21291" y="40153"/>
                </a:lnTo>
                <a:lnTo>
                  <a:pt x="21258" y="40149"/>
                </a:lnTo>
                <a:lnTo>
                  <a:pt x="21225" y="40144"/>
                </a:lnTo>
                <a:lnTo>
                  <a:pt x="21194" y="40140"/>
                </a:lnTo>
                <a:lnTo>
                  <a:pt x="21163" y="40136"/>
                </a:lnTo>
                <a:lnTo>
                  <a:pt x="21133" y="40133"/>
                </a:lnTo>
                <a:lnTo>
                  <a:pt x="21105" y="40129"/>
                </a:lnTo>
                <a:lnTo>
                  <a:pt x="21077" y="40126"/>
                </a:lnTo>
                <a:lnTo>
                  <a:pt x="21016" y="40119"/>
                </a:lnTo>
                <a:lnTo>
                  <a:pt x="20954" y="40112"/>
                </a:lnTo>
                <a:lnTo>
                  <a:pt x="20891" y="40105"/>
                </a:lnTo>
                <a:lnTo>
                  <a:pt x="20825" y="40099"/>
                </a:lnTo>
                <a:lnTo>
                  <a:pt x="20759" y="40093"/>
                </a:lnTo>
                <a:lnTo>
                  <a:pt x="20691" y="40087"/>
                </a:lnTo>
                <a:lnTo>
                  <a:pt x="20621" y="40081"/>
                </a:lnTo>
                <a:lnTo>
                  <a:pt x="20550" y="40075"/>
                </a:lnTo>
                <a:lnTo>
                  <a:pt x="20478" y="40070"/>
                </a:lnTo>
                <a:lnTo>
                  <a:pt x="20404" y="40064"/>
                </a:lnTo>
                <a:lnTo>
                  <a:pt x="20329" y="40059"/>
                </a:lnTo>
                <a:lnTo>
                  <a:pt x="20253" y="40054"/>
                </a:lnTo>
                <a:lnTo>
                  <a:pt x="20176" y="40049"/>
                </a:lnTo>
                <a:lnTo>
                  <a:pt x="20097" y="40044"/>
                </a:lnTo>
                <a:lnTo>
                  <a:pt x="20017" y="40039"/>
                </a:lnTo>
                <a:lnTo>
                  <a:pt x="19936" y="40035"/>
                </a:lnTo>
                <a:lnTo>
                  <a:pt x="19853" y="40030"/>
                </a:lnTo>
                <a:lnTo>
                  <a:pt x="19770" y="40026"/>
                </a:lnTo>
                <a:lnTo>
                  <a:pt x="19685" y="40022"/>
                </a:lnTo>
                <a:lnTo>
                  <a:pt x="19600" y="40018"/>
                </a:lnTo>
                <a:lnTo>
                  <a:pt x="19513" y="40014"/>
                </a:lnTo>
                <a:lnTo>
                  <a:pt x="19425" y="40010"/>
                </a:lnTo>
                <a:lnTo>
                  <a:pt x="19336" y="40007"/>
                </a:lnTo>
                <a:lnTo>
                  <a:pt x="19246" y="40003"/>
                </a:lnTo>
                <a:lnTo>
                  <a:pt x="19059" y="39996"/>
                </a:lnTo>
                <a:lnTo>
                  <a:pt x="18864" y="39989"/>
                </a:lnTo>
                <a:lnTo>
                  <a:pt x="18662" y="39983"/>
                </a:lnTo>
                <a:lnTo>
                  <a:pt x="18453" y="39977"/>
                </a:lnTo>
                <a:lnTo>
                  <a:pt x="18236" y="39971"/>
                </a:lnTo>
                <a:lnTo>
                  <a:pt x="18013" y="39965"/>
                </a:lnTo>
                <a:lnTo>
                  <a:pt x="17783" y="39960"/>
                </a:lnTo>
                <a:lnTo>
                  <a:pt x="17545" y="39955"/>
                </a:lnTo>
                <a:lnTo>
                  <a:pt x="17300" y="39951"/>
                </a:lnTo>
                <a:lnTo>
                  <a:pt x="17048" y="39946"/>
                </a:lnTo>
                <a:lnTo>
                  <a:pt x="16789" y="39942"/>
                </a:lnTo>
                <a:lnTo>
                  <a:pt x="16524" y="39939"/>
                </a:lnTo>
                <a:lnTo>
                  <a:pt x="16251" y="39935"/>
                </a:lnTo>
                <a:lnTo>
                  <a:pt x="15971" y="39932"/>
                </a:lnTo>
                <a:lnTo>
                  <a:pt x="15684" y="39929"/>
                </a:lnTo>
                <a:lnTo>
                  <a:pt x="15389" y="39927"/>
                </a:lnTo>
                <a:lnTo>
                  <a:pt x="15088" y="39925"/>
                </a:lnTo>
                <a:lnTo>
                  <a:pt x="14780" y="39923"/>
                </a:lnTo>
                <a:lnTo>
                  <a:pt x="14465" y="39921"/>
                </a:lnTo>
                <a:lnTo>
                  <a:pt x="14143" y="39920"/>
                </a:lnTo>
                <a:lnTo>
                  <a:pt x="13815" y="39919"/>
                </a:lnTo>
                <a:lnTo>
                  <a:pt x="13479" y="39918"/>
                </a:lnTo>
                <a:lnTo>
                  <a:pt x="13136" y="39918"/>
                </a:lnTo>
                <a:lnTo>
                  <a:pt x="12786" y="39918"/>
                </a:lnTo>
                <a:lnTo>
                  <a:pt x="6674" y="39918"/>
                </a:lnTo>
                <a:lnTo>
                  <a:pt x="6687" y="39865"/>
                </a:lnTo>
                <a:lnTo>
                  <a:pt x="6704" y="39791"/>
                </a:lnTo>
                <a:lnTo>
                  <a:pt x="6723" y="39716"/>
                </a:lnTo>
                <a:lnTo>
                  <a:pt x="6742" y="39640"/>
                </a:lnTo>
                <a:lnTo>
                  <a:pt x="6761" y="39562"/>
                </a:lnTo>
                <a:lnTo>
                  <a:pt x="6780" y="39486"/>
                </a:lnTo>
                <a:lnTo>
                  <a:pt x="6799" y="39412"/>
                </a:lnTo>
                <a:lnTo>
                  <a:pt x="6818" y="39340"/>
                </a:lnTo>
                <a:lnTo>
                  <a:pt x="6836" y="39270"/>
                </a:lnTo>
                <a:lnTo>
                  <a:pt x="6854" y="39202"/>
                </a:lnTo>
                <a:lnTo>
                  <a:pt x="6871" y="39136"/>
                </a:lnTo>
                <a:lnTo>
                  <a:pt x="6888" y="39073"/>
                </a:lnTo>
                <a:lnTo>
                  <a:pt x="6905" y="39011"/>
                </a:lnTo>
                <a:lnTo>
                  <a:pt x="6921" y="38951"/>
                </a:lnTo>
                <a:lnTo>
                  <a:pt x="6938" y="38894"/>
                </a:lnTo>
                <a:lnTo>
                  <a:pt x="6953" y="38838"/>
                </a:lnTo>
                <a:lnTo>
                  <a:pt x="6961" y="38813"/>
                </a:lnTo>
                <a:lnTo>
                  <a:pt x="6992" y="38813"/>
                </a:lnTo>
                <a:lnTo>
                  <a:pt x="7232" y="38809"/>
                </a:lnTo>
                <a:lnTo>
                  <a:pt x="7494" y="38805"/>
                </a:lnTo>
                <a:lnTo>
                  <a:pt x="7776" y="38800"/>
                </a:lnTo>
                <a:lnTo>
                  <a:pt x="8080" y="38794"/>
                </a:lnTo>
                <a:lnTo>
                  <a:pt x="8404" y="38788"/>
                </a:lnTo>
                <a:lnTo>
                  <a:pt x="8749" y="38781"/>
                </a:lnTo>
                <a:lnTo>
                  <a:pt x="9115" y="38774"/>
                </a:lnTo>
                <a:lnTo>
                  <a:pt x="9503" y="38766"/>
                </a:lnTo>
                <a:lnTo>
                  <a:pt x="9910" y="38758"/>
                </a:lnTo>
                <a:lnTo>
                  <a:pt x="10339" y="38749"/>
                </a:lnTo>
                <a:lnTo>
                  <a:pt x="10789" y="38739"/>
                </a:lnTo>
                <a:lnTo>
                  <a:pt x="11259" y="38729"/>
                </a:lnTo>
                <a:lnTo>
                  <a:pt x="11750" y="38719"/>
                </a:lnTo>
                <a:lnTo>
                  <a:pt x="12262" y="38707"/>
                </a:lnTo>
                <a:lnTo>
                  <a:pt x="12794" y="38696"/>
                </a:lnTo>
                <a:lnTo>
                  <a:pt x="13347" y="38683"/>
                </a:lnTo>
                <a:lnTo>
                  <a:pt x="13921" y="38670"/>
                </a:lnTo>
                <a:lnTo>
                  <a:pt x="14479" y="38658"/>
                </a:lnTo>
                <a:lnTo>
                  <a:pt x="23221" y="38658"/>
                </a:lnTo>
                <a:lnTo>
                  <a:pt x="25734" y="38658"/>
                </a:lnTo>
                <a:lnTo>
                  <a:pt x="26315" y="36213"/>
                </a:lnTo>
                <a:lnTo>
                  <a:pt x="29450" y="23011"/>
                </a:lnTo>
                <a:lnTo>
                  <a:pt x="29480" y="22902"/>
                </a:lnTo>
                <a:lnTo>
                  <a:pt x="29524" y="22735"/>
                </a:lnTo>
                <a:lnTo>
                  <a:pt x="29569" y="22565"/>
                </a:lnTo>
                <a:lnTo>
                  <a:pt x="29615" y="22391"/>
                </a:lnTo>
                <a:lnTo>
                  <a:pt x="29661" y="22213"/>
                </a:lnTo>
                <a:lnTo>
                  <a:pt x="29707" y="22032"/>
                </a:lnTo>
                <a:lnTo>
                  <a:pt x="29754" y="21846"/>
                </a:lnTo>
                <a:lnTo>
                  <a:pt x="29802" y="21657"/>
                </a:lnTo>
                <a:lnTo>
                  <a:pt x="29850" y="21464"/>
                </a:lnTo>
                <a:lnTo>
                  <a:pt x="29899" y="21267"/>
                </a:lnTo>
                <a:lnTo>
                  <a:pt x="29948" y="21066"/>
                </a:lnTo>
                <a:lnTo>
                  <a:pt x="29997" y="20862"/>
                </a:lnTo>
                <a:lnTo>
                  <a:pt x="30047" y="20653"/>
                </a:lnTo>
                <a:lnTo>
                  <a:pt x="30098" y="20441"/>
                </a:lnTo>
                <a:lnTo>
                  <a:pt x="30149" y="20225"/>
                </a:lnTo>
                <a:lnTo>
                  <a:pt x="30201" y="20006"/>
                </a:lnTo>
                <a:lnTo>
                  <a:pt x="30253" y="19782"/>
                </a:lnTo>
                <a:lnTo>
                  <a:pt x="30305" y="19555"/>
                </a:lnTo>
                <a:lnTo>
                  <a:pt x="30358" y="19324"/>
                </a:lnTo>
                <a:lnTo>
                  <a:pt x="30412" y="19090"/>
                </a:lnTo>
                <a:lnTo>
                  <a:pt x="30466" y="18851"/>
                </a:lnTo>
                <a:lnTo>
                  <a:pt x="30521" y="18609"/>
                </a:lnTo>
                <a:lnTo>
                  <a:pt x="30576" y="18363"/>
                </a:lnTo>
                <a:lnTo>
                  <a:pt x="30632" y="18114"/>
                </a:lnTo>
                <a:lnTo>
                  <a:pt x="30686" y="17871"/>
                </a:lnTo>
                <a:lnTo>
                  <a:pt x="30739" y="17636"/>
                </a:lnTo>
                <a:lnTo>
                  <a:pt x="30791" y="17409"/>
                </a:lnTo>
                <a:lnTo>
                  <a:pt x="30843" y="17189"/>
                </a:lnTo>
                <a:lnTo>
                  <a:pt x="30893" y="16976"/>
                </a:lnTo>
                <a:lnTo>
                  <a:pt x="30943" y="16770"/>
                </a:lnTo>
                <a:lnTo>
                  <a:pt x="30991" y="16571"/>
                </a:lnTo>
                <a:lnTo>
                  <a:pt x="31039" y="16380"/>
                </a:lnTo>
                <a:lnTo>
                  <a:pt x="31085" y="16195"/>
                </a:lnTo>
                <a:lnTo>
                  <a:pt x="31131" y="16018"/>
                </a:lnTo>
                <a:lnTo>
                  <a:pt x="31175" y="15847"/>
                </a:lnTo>
                <a:lnTo>
                  <a:pt x="31219" y="15683"/>
                </a:lnTo>
                <a:lnTo>
                  <a:pt x="31262" y="15526"/>
                </a:lnTo>
                <a:lnTo>
                  <a:pt x="31303" y="15376"/>
                </a:lnTo>
                <a:lnTo>
                  <a:pt x="31344" y="15233"/>
                </a:lnTo>
                <a:lnTo>
                  <a:pt x="31384" y="15096"/>
                </a:lnTo>
                <a:lnTo>
                  <a:pt x="31422" y="14966"/>
                </a:lnTo>
                <a:lnTo>
                  <a:pt x="31460" y="14842"/>
                </a:lnTo>
                <a:lnTo>
                  <a:pt x="31496" y="14725"/>
                </a:lnTo>
                <a:lnTo>
                  <a:pt x="31532" y="14614"/>
                </a:lnTo>
                <a:lnTo>
                  <a:pt x="31567" y="14510"/>
                </a:lnTo>
                <a:lnTo>
                  <a:pt x="31600" y="14412"/>
                </a:lnTo>
                <a:lnTo>
                  <a:pt x="31633" y="14320"/>
                </a:lnTo>
                <a:lnTo>
                  <a:pt x="31664" y="14234"/>
                </a:lnTo>
                <a:lnTo>
                  <a:pt x="31713" y="14104"/>
                </a:lnTo>
                <a:lnTo>
                  <a:pt x="31761" y="13971"/>
                </a:lnTo>
                <a:lnTo>
                  <a:pt x="31809" y="13837"/>
                </a:lnTo>
                <a:lnTo>
                  <a:pt x="31856" y="13701"/>
                </a:lnTo>
                <a:lnTo>
                  <a:pt x="31904" y="13563"/>
                </a:lnTo>
                <a:lnTo>
                  <a:pt x="31951" y="13422"/>
                </a:lnTo>
                <a:lnTo>
                  <a:pt x="31998" y="13280"/>
                </a:lnTo>
                <a:lnTo>
                  <a:pt x="32045" y="13136"/>
                </a:lnTo>
                <a:lnTo>
                  <a:pt x="32091" y="12990"/>
                </a:lnTo>
                <a:lnTo>
                  <a:pt x="32137" y="12842"/>
                </a:lnTo>
                <a:lnTo>
                  <a:pt x="32184" y="12692"/>
                </a:lnTo>
                <a:lnTo>
                  <a:pt x="32229" y="12541"/>
                </a:lnTo>
                <a:lnTo>
                  <a:pt x="32275" y="12387"/>
                </a:lnTo>
                <a:lnTo>
                  <a:pt x="32321" y="12231"/>
                </a:lnTo>
                <a:lnTo>
                  <a:pt x="32366" y="12074"/>
                </a:lnTo>
                <a:lnTo>
                  <a:pt x="32411" y="11915"/>
                </a:lnTo>
                <a:lnTo>
                  <a:pt x="32456" y="11754"/>
                </a:lnTo>
                <a:lnTo>
                  <a:pt x="32501" y="11591"/>
                </a:lnTo>
                <a:lnTo>
                  <a:pt x="32545" y="11426"/>
                </a:lnTo>
                <a:lnTo>
                  <a:pt x="32590" y="11260"/>
                </a:lnTo>
                <a:lnTo>
                  <a:pt x="32634" y="11091"/>
                </a:lnTo>
                <a:lnTo>
                  <a:pt x="32678" y="10921"/>
                </a:lnTo>
                <a:lnTo>
                  <a:pt x="32722" y="10750"/>
                </a:lnTo>
                <a:lnTo>
                  <a:pt x="32766" y="10576"/>
                </a:lnTo>
                <a:lnTo>
                  <a:pt x="32782" y="10512"/>
                </a:lnTo>
                <a:lnTo>
                  <a:pt x="32798" y="10449"/>
                </a:lnTo>
                <a:lnTo>
                  <a:pt x="32814" y="10388"/>
                </a:lnTo>
                <a:lnTo>
                  <a:pt x="32831" y="10329"/>
                </a:lnTo>
                <a:lnTo>
                  <a:pt x="32847" y="10271"/>
                </a:lnTo>
                <a:lnTo>
                  <a:pt x="32863" y="10215"/>
                </a:lnTo>
                <a:lnTo>
                  <a:pt x="32879" y="10160"/>
                </a:lnTo>
                <a:lnTo>
                  <a:pt x="32895" y="10107"/>
                </a:lnTo>
                <a:lnTo>
                  <a:pt x="32911" y="10056"/>
                </a:lnTo>
                <a:lnTo>
                  <a:pt x="32927" y="10006"/>
                </a:lnTo>
                <a:lnTo>
                  <a:pt x="32943" y="9958"/>
                </a:lnTo>
                <a:lnTo>
                  <a:pt x="32959" y="9911"/>
                </a:lnTo>
                <a:lnTo>
                  <a:pt x="32975" y="9866"/>
                </a:lnTo>
                <a:lnTo>
                  <a:pt x="32990" y="9822"/>
                </a:lnTo>
                <a:lnTo>
                  <a:pt x="33006" y="9779"/>
                </a:lnTo>
                <a:lnTo>
                  <a:pt x="33021" y="9738"/>
                </a:lnTo>
                <a:lnTo>
                  <a:pt x="33036" y="9699"/>
                </a:lnTo>
                <a:lnTo>
                  <a:pt x="33051" y="9661"/>
                </a:lnTo>
                <a:lnTo>
                  <a:pt x="33066" y="9624"/>
                </a:lnTo>
                <a:lnTo>
                  <a:pt x="33081" y="9589"/>
                </a:lnTo>
                <a:lnTo>
                  <a:pt x="33095" y="9555"/>
                </a:lnTo>
                <a:lnTo>
                  <a:pt x="33110" y="9522"/>
                </a:lnTo>
                <a:lnTo>
                  <a:pt x="33124" y="9491"/>
                </a:lnTo>
                <a:lnTo>
                  <a:pt x="33138" y="9461"/>
                </a:lnTo>
                <a:lnTo>
                  <a:pt x="33151" y="9432"/>
                </a:lnTo>
                <a:lnTo>
                  <a:pt x="33165" y="9405"/>
                </a:lnTo>
                <a:lnTo>
                  <a:pt x="33177" y="9380"/>
                </a:lnTo>
                <a:lnTo>
                  <a:pt x="33189" y="9358"/>
                </a:lnTo>
                <a:lnTo>
                  <a:pt x="33200" y="9337"/>
                </a:lnTo>
                <a:lnTo>
                  <a:pt x="33211" y="9317"/>
                </a:lnTo>
                <a:lnTo>
                  <a:pt x="33221" y="9300"/>
                </a:lnTo>
                <a:lnTo>
                  <a:pt x="33230" y="9285"/>
                </a:lnTo>
                <a:lnTo>
                  <a:pt x="33238" y="9271"/>
                </a:lnTo>
                <a:lnTo>
                  <a:pt x="33246" y="9259"/>
                </a:lnTo>
                <a:lnTo>
                  <a:pt x="33252" y="9248"/>
                </a:lnTo>
                <a:lnTo>
                  <a:pt x="33258" y="9239"/>
                </a:lnTo>
                <a:lnTo>
                  <a:pt x="33263" y="9232"/>
                </a:lnTo>
                <a:lnTo>
                  <a:pt x="33267" y="9226"/>
                </a:lnTo>
                <a:lnTo>
                  <a:pt x="33270" y="9222"/>
                </a:lnTo>
                <a:lnTo>
                  <a:pt x="33272" y="9220"/>
                </a:lnTo>
                <a:lnTo>
                  <a:pt x="33341" y="9149"/>
                </a:lnTo>
                <a:lnTo>
                  <a:pt x="33428" y="9060"/>
                </a:lnTo>
                <a:lnTo>
                  <a:pt x="33515" y="8970"/>
                </a:lnTo>
                <a:lnTo>
                  <a:pt x="33601" y="8879"/>
                </a:lnTo>
                <a:lnTo>
                  <a:pt x="33687" y="8787"/>
                </a:lnTo>
                <a:lnTo>
                  <a:pt x="33772" y="8694"/>
                </a:lnTo>
                <a:lnTo>
                  <a:pt x="33857" y="8600"/>
                </a:lnTo>
                <a:lnTo>
                  <a:pt x="33942" y="8505"/>
                </a:lnTo>
                <a:lnTo>
                  <a:pt x="34026" y="8408"/>
                </a:lnTo>
                <a:lnTo>
                  <a:pt x="34110" y="8311"/>
                </a:lnTo>
                <a:lnTo>
                  <a:pt x="34193" y="8213"/>
                </a:lnTo>
                <a:lnTo>
                  <a:pt x="34277" y="8114"/>
                </a:lnTo>
                <a:lnTo>
                  <a:pt x="34360" y="8013"/>
                </a:lnTo>
                <a:lnTo>
                  <a:pt x="34442" y="7912"/>
                </a:lnTo>
                <a:lnTo>
                  <a:pt x="34524" y="7810"/>
                </a:lnTo>
                <a:lnTo>
                  <a:pt x="34606" y="7707"/>
                </a:lnTo>
                <a:lnTo>
                  <a:pt x="34688" y="7603"/>
                </a:lnTo>
                <a:lnTo>
                  <a:pt x="34769" y="7498"/>
                </a:lnTo>
                <a:lnTo>
                  <a:pt x="34850" y="7392"/>
                </a:lnTo>
                <a:lnTo>
                  <a:pt x="34931" y="7286"/>
                </a:lnTo>
                <a:lnTo>
                  <a:pt x="35011" y="7178"/>
                </a:lnTo>
                <a:lnTo>
                  <a:pt x="35091" y="7069"/>
                </a:lnTo>
                <a:lnTo>
                  <a:pt x="35170" y="6960"/>
                </a:lnTo>
                <a:lnTo>
                  <a:pt x="35250" y="6850"/>
                </a:lnTo>
                <a:lnTo>
                  <a:pt x="35257" y="6839"/>
                </a:lnTo>
                <a:lnTo>
                  <a:pt x="35265" y="6828"/>
                </a:lnTo>
                <a:lnTo>
                  <a:pt x="35274" y="6817"/>
                </a:lnTo>
                <a:lnTo>
                  <a:pt x="35282" y="6807"/>
                </a:lnTo>
                <a:lnTo>
                  <a:pt x="35291" y="6796"/>
                </a:lnTo>
                <a:lnTo>
                  <a:pt x="35301" y="6785"/>
                </a:lnTo>
                <a:lnTo>
                  <a:pt x="35311" y="6775"/>
                </a:lnTo>
                <a:lnTo>
                  <a:pt x="35322" y="6764"/>
                </a:lnTo>
                <a:lnTo>
                  <a:pt x="35334" y="6754"/>
                </a:lnTo>
                <a:lnTo>
                  <a:pt x="35347" y="6744"/>
                </a:lnTo>
                <a:lnTo>
                  <a:pt x="35361" y="6734"/>
                </a:lnTo>
                <a:lnTo>
                  <a:pt x="35375" y="6724"/>
                </a:lnTo>
                <a:lnTo>
                  <a:pt x="35391" y="6714"/>
                </a:lnTo>
                <a:lnTo>
                  <a:pt x="35409" y="6704"/>
                </a:lnTo>
                <a:lnTo>
                  <a:pt x="35427" y="6694"/>
                </a:lnTo>
                <a:lnTo>
                  <a:pt x="35447" y="6685"/>
                </a:lnTo>
                <a:lnTo>
                  <a:pt x="35469" y="6675"/>
                </a:lnTo>
                <a:lnTo>
                  <a:pt x="35492" y="6666"/>
                </a:lnTo>
                <a:lnTo>
                  <a:pt x="35517" y="6657"/>
                </a:lnTo>
                <a:lnTo>
                  <a:pt x="35544" y="6648"/>
                </a:lnTo>
                <a:lnTo>
                  <a:pt x="35573" y="6640"/>
                </a:lnTo>
                <a:lnTo>
                  <a:pt x="35603" y="6631"/>
                </a:lnTo>
                <a:lnTo>
                  <a:pt x="35636" y="6623"/>
                </a:lnTo>
                <a:lnTo>
                  <a:pt x="35671" y="6615"/>
                </a:lnTo>
                <a:lnTo>
                  <a:pt x="35767" y="6594"/>
                </a:lnTo>
                <a:lnTo>
                  <a:pt x="35864" y="6574"/>
                </a:lnTo>
                <a:lnTo>
                  <a:pt x="35960" y="6554"/>
                </a:lnTo>
                <a:lnTo>
                  <a:pt x="36057" y="6536"/>
                </a:lnTo>
                <a:lnTo>
                  <a:pt x="36153" y="6519"/>
                </a:lnTo>
                <a:lnTo>
                  <a:pt x="36249" y="6502"/>
                </a:lnTo>
                <a:lnTo>
                  <a:pt x="36345" y="6487"/>
                </a:lnTo>
                <a:lnTo>
                  <a:pt x="36441" y="6472"/>
                </a:lnTo>
                <a:lnTo>
                  <a:pt x="36536" y="6458"/>
                </a:lnTo>
                <a:lnTo>
                  <a:pt x="36632" y="6445"/>
                </a:lnTo>
                <a:lnTo>
                  <a:pt x="36728" y="6434"/>
                </a:lnTo>
                <a:lnTo>
                  <a:pt x="36823" y="6422"/>
                </a:lnTo>
                <a:lnTo>
                  <a:pt x="36918" y="6412"/>
                </a:lnTo>
                <a:lnTo>
                  <a:pt x="37014" y="6403"/>
                </a:lnTo>
                <a:lnTo>
                  <a:pt x="37109" y="6395"/>
                </a:lnTo>
                <a:lnTo>
                  <a:pt x="37204" y="6387"/>
                </a:lnTo>
                <a:lnTo>
                  <a:pt x="37299" y="6381"/>
                </a:lnTo>
                <a:lnTo>
                  <a:pt x="37394" y="6375"/>
                </a:lnTo>
                <a:lnTo>
                  <a:pt x="37489" y="6370"/>
                </a:lnTo>
                <a:lnTo>
                  <a:pt x="37584" y="6366"/>
                </a:lnTo>
                <a:lnTo>
                  <a:pt x="37679" y="6363"/>
                </a:lnTo>
                <a:lnTo>
                  <a:pt x="37773" y="6361"/>
                </a:lnTo>
                <a:lnTo>
                  <a:pt x="37868" y="6360"/>
                </a:lnTo>
                <a:lnTo>
                  <a:pt x="37873" y="6360"/>
                </a:lnTo>
                <a:lnTo>
                  <a:pt x="37876" y="6360"/>
                </a:lnTo>
                <a:lnTo>
                  <a:pt x="37962" y="6366"/>
                </a:lnTo>
                <a:lnTo>
                  <a:pt x="38046" y="6373"/>
                </a:lnTo>
                <a:lnTo>
                  <a:pt x="38127" y="6381"/>
                </a:lnTo>
                <a:lnTo>
                  <a:pt x="38205" y="6389"/>
                </a:lnTo>
                <a:lnTo>
                  <a:pt x="38280" y="6399"/>
                </a:lnTo>
                <a:lnTo>
                  <a:pt x="38353" y="6408"/>
                </a:lnTo>
                <a:lnTo>
                  <a:pt x="38423" y="6419"/>
                </a:lnTo>
                <a:lnTo>
                  <a:pt x="38490" y="6430"/>
                </a:lnTo>
                <a:lnTo>
                  <a:pt x="38555" y="6441"/>
                </a:lnTo>
                <a:lnTo>
                  <a:pt x="38617" y="6453"/>
                </a:lnTo>
                <a:lnTo>
                  <a:pt x="38677" y="6465"/>
                </a:lnTo>
                <a:lnTo>
                  <a:pt x="38734" y="6478"/>
                </a:lnTo>
                <a:lnTo>
                  <a:pt x="38788" y="6491"/>
                </a:lnTo>
                <a:lnTo>
                  <a:pt x="38841" y="6504"/>
                </a:lnTo>
                <a:lnTo>
                  <a:pt x="38890" y="6517"/>
                </a:lnTo>
                <a:lnTo>
                  <a:pt x="38938" y="6531"/>
                </a:lnTo>
                <a:lnTo>
                  <a:pt x="38983" y="6545"/>
                </a:lnTo>
                <a:lnTo>
                  <a:pt x="39026" y="6559"/>
                </a:lnTo>
                <a:lnTo>
                  <a:pt x="39067" y="6573"/>
                </a:lnTo>
                <a:lnTo>
                  <a:pt x="39105" y="6587"/>
                </a:lnTo>
                <a:lnTo>
                  <a:pt x="39142" y="6601"/>
                </a:lnTo>
                <a:lnTo>
                  <a:pt x="39176" y="6614"/>
                </a:lnTo>
                <a:lnTo>
                  <a:pt x="39208" y="6628"/>
                </a:lnTo>
                <a:lnTo>
                  <a:pt x="39235" y="6640"/>
                </a:lnTo>
                <a:lnTo>
                  <a:pt x="39260" y="6652"/>
                </a:lnTo>
                <a:lnTo>
                  <a:pt x="39284" y="6664"/>
                </a:lnTo>
                <a:lnTo>
                  <a:pt x="39306" y="6675"/>
                </a:lnTo>
                <a:lnTo>
                  <a:pt x="39326" y="6686"/>
                </a:lnTo>
                <a:lnTo>
                  <a:pt x="39345" y="6697"/>
                </a:lnTo>
                <a:lnTo>
                  <a:pt x="39363" y="6708"/>
                </a:lnTo>
                <a:lnTo>
                  <a:pt x="39379" y="6718"/>
                </a:lnTo>
                <a:lnTo>
                  <a:pt x="39394" y="6728"/>
                </a:lnTo>
                <a:lnTo>
                  <a:pt x="39408" y="6738"/>
                </a:lnTo>
                <a:lnTo>
                  <a:pt x="39420" y="6747"/>
                </a:lnTo>
                <a:lnTo>
                  <a:pt x="39431" y="6756"/>
                </a:lnTo>
                <a:lnTo>
                  <a:pt x="39442" y="6764"/>
                </a:lnTo>
                <a:lnTo>
                  <a:pt x="39451" y="6772"/>
                </a:lnTo>
                <a:lnTo>
                  <a:pt x="39459" y="6779"/>
                </a:lnTo>
                <a:lnTo>
                  <a:pt x="39466" y="6787"/>
                </a:lnTo>
                <a:lnTo>
                  <a:pt x="39473" y="6793"/>
                </a:lnTo>
                <a:lnTo>
                  <a:pt x="39478" y="6799"/>
                </a:lnTo>
                <a:lnTo>
                  <a:pt x="39483" y="6805"/>
                </a:lnTo>
                <a:lnTo>
                  <a:pt x="39488" y="6810"/>
                </a:lnTo>
                <a:lnTo>
                  <a:pt x="39491" y="6815"/>
                </a:lnTo>
                <a:lnTo>
                  <a:pt x="39494" y="6819"/>
                </a:lnTo>
                <a:lnTo>
                  <a:pt x="39497" y="6822"/>
                </a:lnTo>
                <a:lnTo>
                  <a:pt x="39499" y="6825"/>
                </a:lnTo>
                <a:lnTo>
                  <a:pt x="39562" y="6918"/>
                </a:lnTo>
                <a:lnTo>
                  <a:pt x="39621" y="7007"/>
                </a:lnTo>
                <a:lnTo>
                  <a:pt x="39676" y="7093"/>
                </a:lnTo>
                <a:lnTo>
                  <a:pt x="39726" y="7175"/>
                </a:lnTo>
                <a:lnTo>
                  <a:pt x="39772" y="7255"/>
                </a:lnTo>
                <a:lnTo>
                  <a:pt x="39813" y="7330"/>
                </a:lnTo>
                <a:lnTo>
                  <a:pt x="39851" y="7403"/>
                </a:lnTo>
                <a:lnTo>
                  <a:pt x="39885" y="7472"/>
                </a:lnTo>
                <a:lnTo>
                  <a:pt x="39916" y="7538"/>
                </a:lnTo>
                <a:lnTo>
                  <a:pt x="39944" y="7600"/>
                </a:lnTo>
                <a:lnTo>
                  <a:pt x="39968" y="7660"/>
                </a:lnTo>
                <a:lnTo>
                  <a:pt x="39989" y="7716"/>
                </a:lnTo>
                <a:lnTo>
                  <a:pt x="40008" y="7769"/>
                </a:lnTo>
                <a:lnTo>
                  <a:pt x="40024" y="7818"/>
                </a:lnTo>
                <a:lnTo>
                  <a:pt x="40038" y="7865"/>
                </a:lnTo>
                <a:lnTo>
                  <a:pt x="40049" y="7909"/>
                </a:lnTo>
                <a:lnTo>
                  <a:pt x="40059" y="7949"/>
                </a:lnTo>
                <a:lnTo>
                  <a:pt x="40066" y="7987"/>
                </a:lnTo>
                <a:lnTo>
                  <a:pt x="40072" y="8021"/>
                </a:lnTo>
                <a:lnTo>
                  <a:pt x="40077" y="8052"/>
                </a:lnTo>
                <a:lnTo>
                  <a:pt x="40080" y="8081"/>
                </a:lnTo>
                <a:lnTo>
                  <a:pt x="40082" y="8106"/>
                </a:lnTo>
                <a:lnTo>
                  <a:pt x="40083" y="8129"/>
                </a:lnTo>
                <a:lnTo>
                  <a:pt x="40083" y="8134"/>
                </a:lnTo>
                <a:lnTo>
                  <a:pt x="40083" y="8134"/>
                </a:lnTo>
                <a:lnTo>
                  <a:pt x="40083" y="8136"/>
                </a:lnTo>
                <a:lnTo>
                  <a:pt x="40082" y="8139"/>
                </a:lnTo>
                <a:lnTo>
                  <a:pt x="40082" y="8144"/>
                </a:lnTo>
                <a:lnTo>
                  <a:pt x="40081" y="8152"/>
                </a:lnTo>
                <a:lnTo>
                  <a:pt x="40080" y="8161"/>
                </a:lnTo>
                <a:lnTo>
                  <a:pt x="40079" y="8173"/>
                </a:lnTo>
                <a:lnTo>
                  <a:pt x="40078" y="8187"/>
                </a:lnTo>
                <a:lnTo>
                  <a:pt x="40076" y="8204"/>
                </a:lnTo>
                <a:lnTo>
                  <a:pt x="40074" y="8223"/>
                </a:lnTo>
                <a:lnTo>
                  <a:pt x="40072" y="8244"/>
                </a:lnTo>
                <a:lnTo>
                  <a:pt x="40069" y="8268"/>
                </a:lnTo>
                <a:lnTo>
                  <a:pt x="40066" y="8295"/>
                </a:lnTo>
                <a:lnTo>
                  <a:pt x="40063" y="8324"/>
                </a:lnTo>
                <a:lnTo>
                  <a:pt x="40059" y="8356"/>
                </a:lnTo>
                <a:lnTo>
                  <a:pt x="40054" y="8390"/>
                </a:lnTo>
                <a:lnTo>
                  <a:pt x="40049" y="8427"/>
                </a:lnTo>
                <a:lnTo>
                  <a:pt x="40044" y="8468"/>
                </a:lnTo>
                <a:lnTo>
                  <a:pt x="40038" y="8511"/>
                </a:lnTo>
                <a:lnTo>
                  <a:pt x="40031" y="8557"/>
                </a:lnTo>
                <a:lnTo>
                  <a:pt x="40024" y="8606"/>
                </a:lnTo>
                <a:lnTo>
                  <a:pt x="40017" y="8651"/>
                </a:lnTo>
                <a:lnTo>
                  <a:pt x="40010" y="8698"/>
                </a:lnTo>
                <a:lnTo>
                  <a:pt x="40003" y="8746"/>
                </a:lnTo>
                <a:lnTo>
                  <a:pt x="39995" y="8796"/>
                </a:lnTo>
                <a:lnTo>
                  <a:pt x="39987" y="8847"/>
                </a:lnTo>
                <a:lnTo>
                  <a:pt x="39979" y="8899"/>
                </a:lnTo>
                <a:lnTo>
                  <a:pt x="39970" y="8953"/>
                </a:lnTo>
                <a:lnTo>
                  <a:pt x="39961" y="9008"/>
                </a:lnTo>
                <a:lnTo>
                  <a:pt x="39951" y="9064"/>
                </a:lnTo>
                <a:lnTo>
                  <a:pt x="39941" y="9122"/>
                </a:lnTo>
                <a:lnTo>
                  <a:pt x="39931" y="9181"/>
                </a:lnTo>
                <a:lnTo>
                  <a:pt x="39921" y="9241"/>
                </a:lnTo>
                <a:lnTo>
                  <a:pt x="39910" y="9303"/>
                </a:lnTo>
                <a:lnTo>
                  <a:pt x="39899" y="9366"/>
                </a:lnTo>
                <a:lnTo>
                  <a:pt x="39887" y="9431"/>
                </a:lnTo>
                <a:lnTo>
                  <a:pt x="39875" y="9497"/>
                </a:lnTo>
                <a:lnTo>
                  <a:pt x="39863" y="9564"/>
                </a:lnTo>
                <a:lnTo>
                  <a:pt x="39851" y="9633"/>
                </a:lnTo>
                <a:lnTo>
                  <a:pt x="39838" y="9704"/>
                </a:lnTo>
                <a:lnTo>
                  <a:pt x="39824" y="9775"/>
                </a:lnTo>
                <a:lnTo>
                  <a:pt x="39811" y="9848"/>
                </a:lnTo>
                <a:lnTo>
                  <a:pt x="39797" y="9923"/>
                </a:lnTo>
                <a:lnTo>
                  <a:pt x="39782" y="9999"/>
                </a:lnTo>
                <a:lnTo>
                  <a:pt x="39767" y="10076"/>
                </a:lnTo>
                <a:lnTo>
                  <a:pt x="39737" y="10235"/>
                </a:lnTo>
                <a:lnTo>
                  <a:pt x="39705" y="10398"/>
                </a:lnTo>
                <a:lnTo>
                  <a:pt x="39672" y="10567"/>
                </a:lnTo>
                <a:lnTo>
                  <a:pt x="39637" y="10740"/>
                </a:lnTo>
                <a:lnTo>
                  <a:pt x="39602" y="10918"/>
                </a:lnTo>
                <a:lnTo>
                  <a:pt x="39564" y="11101"/>
                </a:lnTo>
                <a:lnTo>
                  <a:pt x="39526" y="11289"/>
                </a:lnTo>
                <a:lnTo>
                  <a:pt x="39486" y="11481"/>
                </a:lnTo>
                <a:lnTo>
                  <a:pt x="39445" y="11679"/>
                </a:lnTo>
                <a:lnTo>
                  <a:pt x="39403" y="11881"/>
                </a:lnTo>
                <a:lnTo>
                  <a:pt x="39359" y="12089"/>
                </a:lnTo>
                <a:lnTo>
                  <a:pt x="39314" y="12301"/>
                </a:lnTo>
                <a:lnTo>
                  <a:pt x="39268" y="12518"/>
                </a:lnTo>
                <a:lnTo>
                  <a:pt x="39220" y="12741"/>
                </a:lnTo>
                <a:lnTo>
                  <a:pt x="39171" y="12968"/>
                </a:lnTo>
                <a:lnTo>
                  <a:pt x="39121" y="13200"/>
                </a:lnTo>
                <a:lnTo>
                  <a:pt x="39069" y="13437"/>
                </a:lnTo>
                <a:lnTo>
                  <a:pt x="39016" y="13679"/>
                </a:lnTo>
                <a:lnTo>
                  <a:pt x="38962" y="13926"/>
                </a:lnTo>
                <a:lnTo>
                  <a:pt x="38906" y="14178"/>
                </a:lnTo>
                <a:lnTo>
                  <a:pt x="38849" y="14435"/>
                </a:lnTo>
                <a:lnTo>
                  <a:pt x="38791" y="14697"/>
                </a:lnTo>
                <a:lnTo>
                  <a:pt x="38731" y="14964"/>
                </a:lnTo>
                <a:lnTo>
                  <a:pt x="38670" y="15235"/>
                </a:lnTo>
                <a:lnTo>
                  <a:pt x="38547" y="15780"/>
                </a:lnTo>
                <a:lnTo>
                  <a:pt x="38423" y="16325"/>
                </a:lnTo>
                <a:lnTo>
                  <a:pt x="38297" y="16869"/>
                </a:lnTo>
                <a:lnTo>
                  <a:pt x="38170" y="17412"/>
                </a:lnTo>
                <a:lnTo>
                  <a:pt x="38043" y="17954"/>
                </a:lnTo>
                <a:lnTo>
                  <a:pt x="37914" y="18497"/>
                </a:lnTo>
                <a:lnTo>
                  <a:pt x="37784" y="19038"/>
                </a:lnTo>
                <a:lnTo>
                  <a:pt x="37652" y="19579"/>
                </a:lnTo>
                <a:lnTo>
                  <a:pt x="37520" y="20119"/>
                </a:lnTo>
                <a:lnTo>
                  <a:pt x="37387" y="20659"/>
                </a:lnTo>
                <a:lnTo>
                  <a:pt x="37252" y="21198"/>
                </a:lnTo>
                <a:lnTo>
                  <a:pt x="37116" y="21737"/>
                </a:lnTo>
                <a:lnTo>
                  <a:pt x="36979" y="22275"/>
                </a:lnTo>
                <a:lnTo>
                  <a:pt x="36841" y="22812"/>
                </a:lnTo>
                <a:lnTo>
                  <a:pt x="36702" y="23349"/>
                </a:lnTo>
                <a:lnTo>
                  <a:pt x="36562" y="23886"/>
                </a:lnTo>
                <a:lnTo>
                  <a:pt x="36421" y="24421"/>
                </a:lnTo>
                <a:lnTo>
                  <a:pt x="36278" y="24956"/>
                </a:lnTo>
                <a:lnTo>
                  <a:pt x="36135" y="25491"/>
                </a:lnTo>
                <a:lnTo>
                  <a:pt x="35990" y="26025"/>
                </a:lnTo>
                <a:lnTo>
                  <a:pt x="35844" y="26558"/>
                </a:lnTo>
                <a:lnTo>
                  <a:pt x="35697" y="27091"/>
                </a:lnTo>
                <a:lnTo>
                  <a:pt x="35549" y="27624"/>
                </a:lnTo>
                <a:lnTo>
                  <a:pt x="35399" y="28155"/>
                </a:lnTo>
                <a:lnTo>
                  <a:pt x="35390" y="28189"/>
                </a:lnTo>
                <a:lnTo>
                  <a:pt x="38459" y="29018"/>
                </a:lnTo>
                <a:lnTo>
                  <a:pt x="38460" y="29018"/>
                </a:lnTo>
                <a:lnTo>
                  <a:pt x="35390" y="28189"/>
                </a:lnTo>
                <a:lnTo>
                  <a:pt x="33734" y="34317"/>
                </a:lnTo>
                <a:lnTo>
                  <a:pt x="33624" y="34725"/>
                </a:lnTo>
                <a:lnTo>
                  <a:pt x="33624" y="35147"/>
                </a:lnTo>
                <a:lnTo>
                  <a:pt x="33631" y="35368"/>
                </a:lnTo>
                <a:lnTo>
                  <a:pt x="33651" y="35579"/>
                </a:lnTo>
                <a:lnTo>
                  <a:pt x="33683" y="35780"/>
                </a:lnTo>
                <a:lnTo>
                  <a:pt x="33726" y="35971"/>
                </a:lnTo>
                <a:lnTo>
                  <a:pt x="33780" y="36153"/>
                </a:lnTo>
                <a:lnTo>
                  <a:pt x="33842" y="36325"/>
                </a:lnTo>
                <a:lnTo>
                  <a:pt x="33911" y="36488"/>
                </a:lnTo>
                <a:lnTo>
                  <a:pt x="33988" y="36641"/>
                </a:lnTo>
                <a:lnTo>
                  <a:pt x="34069" y="36785"/>
                </a:lnTo>
                <a:lnTo>
                  <a:pt x="34155" y="36920"/>
                </a:lnTo>
                <a:lnTo>
                  <a:pt x="34245" y="37046"/>
                </a:lnTo>
                <a:lnTo>
                  <a:pt x="34336" y="37163"/>
                </a:lnTo>
                <a:lnTo>
                  <a:pt x="34429" y="37271"/>
                </a:lnTo>
                <a:lnTo>
                  <a:pt x="34521" y="37371"/>
                </a:lnTo>
                <a:lnTo>
                  <a:pt x="34613" y="37462"/>
                </a:lnTo>
                <a:lnTo>
                  <a:pt x="34702" y="37544"/>
                </a:lnTo>
                <a:lnTo>
                  <a:pt x="34787" y="37619"/>
                </a:lnTo>
                <a:lnTo>
                  <a:pt x="34869" y="37685"/>
                </a:lnTo>
                <a:lnTo>
                  <a:pt x="34944" y="37742"/>
                </a:lnTo>
                <a:lnTo>
                  <a:pt x="35013" y="37792"/>
                </a:lnTo>
                <a:lnTo>
                  <a:pt x="35074" y="37834"/>
                </a:lnTo>
                <a:lnTo>
                  <a:pt x="35126" y="37868"/>
                </a:lnTo>
                <a:lnTo>
                  <a:pt x="35169" y="37895"/>
                </a:lnTo>
                <a:lnTo>
                  <a:pt x="35200" y="37913"/>
                </a:lnTo>
                <a:lnTo>
                  <a:pt x="35247" y="37942"/>
                </a:lnTo>
                <a:lnTo>
                  <a:pt x="35295" y="37968"/>
                </a:lnTo>
                <a:lnTo>
                  <a:pt x="35342" y="37994"/>
                </a:lnTo>
                <a:lnTo>
                  <a:pt x="35388" y="38018"/>
                </a:lnTo>
                <a:lnTo>
                  <a:pt x="35434" y="38041"/>
                </a:lnTo>
                <a:lnTo>
                  <a:pt x="35479" y="38063"/>
                </a:lnTo>
                <a:lnTo>
                  <a:pt x="35523" y="38084"/>
                </a:lnTo>
                <a:lnTo>
                  <a:pt x="35566" y="38104"/>
                </a:lnTo>
                <a:lnTo>
                  <a:pt x="35609" y="38122"/>
                </a:lnTo>
                <a:lnTo>
                  <a:pt x="35650" y="38140"/>
                </a:lnTo>
                <a:lnTo>
                  <a:pt x="35690" y="38156"/>
                </a:lnTo>
                <a:lnTo>
                  <a:pt x="35729" y="38172"/>
                </a:lnTo>
                <a:lnTo>
                  <a:pt x="35767" y="38186"/>
                </a:lnTo>
                <a:lnTo>
                  <a:pt x="35803" y="38199"/>
                </a:lnTo>
                <a:lnTo>
                  <a:pt x="35838" y="38212"/>
                </a:lnTo>
                <a:lnTo>
                  <a:pt x="35872" y="38223"/>
                </a:lnTo>
                <a:lnTo>
                  <a:pt x="35904" y="38234"/>
                </a:lnTo>
                <a:lnTo>
                  <a:pt x="35934" y="38244"/>
                </a:lnTo>
                <a:lnTo>
                  <a:pt x="35962" y="38253"/>
                </a:lnTo>
                <a:lnTo>
                  <a:pt x="35989" y="38261"/>
                </a:lnTo>
                <a:lnTo>
                  <a:pt x="36013" y="38269"/>
                </a:lnTo>
                <a:lnTo>
                  <a:pt x="36036" y="38275"/>
                </a:lnTo>
                <a:lnTo>
                  <a:pt x="36057" y="38281"/>
                </a:lnTo>
                <a:lnTo>
                  <a:pt x="36075" y="38286"/>
                </a:lnTo>
                <a:lnTo>
                  <a:pt x="36116" y="38297"/>
                </a:lnTo>
                <a:lnTo>
                  <a:pt x="36157" y="38308"/>
                </a:lnTo>
                <a:lnTo>
                  <a:pt x="36198" y="38319"/>
                </a:lnTo>
                <a:lnTo>
                  <a:pt x="36238" y="38328"/>
                </a:lnTo>
                <a:lnTo>
                  <a:pt x="36279" y="38338"/>
                </a:lnTo>
                <a:lnTo>
                  <a:pt x="36319" y="38347"/>
                </a:lnTo>
                <a:lnTo>
                  <a:pt x="36359" y="38355"/>
                </a:lnTo>
                <a:lnTo>
                  <a:pt x="36398" y="38363"/>
                </a:lnTo>
                <a:lnTo>
                  <a:pt x="36437" y="38371"/>
                </a:lnTo>
                <a:lnTo>
                  <a:pt x="36476" y="38379"/>
                </a:lnTo>
                <a:lnTo>
                  <a:pt x="36514" y="38386"/>
                </a:lnTo>
                <a:lnTo>
                  <a:pt x="36551" y="38392"/>
                </a:lnTo>
                <a:lnTo>
                  <a:pt x="36588" y="38399"/>
                </a:lnTo>
                <a:lnTo>
                  <a:pt x="36625" y="38405"/>
                </a:lnTo>
                <a:lnTo>
                  <a:pt x="36660" y="38410"/>
                </a:lnTo>
                <a:lnTo>
                  <a:pt x="36695" y="38416"/>
                </a:lnTo>
                <a:lnTo>
                  <a:pt x="36729" y="38421"/>
                </a:lnTo>
                <a:lnTo>
                  <a:pt x="36762" y="38425"/>
                </a:lnTo>
                <a:lnTo>
                  <a:pt x="36795" y="38430"/>
                </a:lnTo>
                <a:lnTo>
                  <a:pt x="36826" y="38434"/>
                </a:lnTo>
                <a:lnTo>
                  <a:pt x="36857" y="38438"/>
                </a:lnTo>
                <a:lnTo>
                  <a:pt x="36886" y="38442"/>
                </a:lnTo>
                <a:lnTo>
                  <a:pt x="36915" y="38445"/>
                </a:lnTo>
                <a:lnTo>
                  <a:pt x="36942" y="38449"/>
                </a:lnTo>
                <a:lnTo>
                  <a:pt x="37002" y="38456"/>
                </a:lnTo>
                <a:lnTo>
                  <a:pt x="37064" y="38463"/>
                </a:lnTo>
                <a:lnTo>
                  <a:pt x="37127" y="38469"/>
                </a:lnTo>
                <a:lnTo>
                  <a:pt x="37191" y="38476"/>
                </a:lnTo>
                <a:lnTo>
                  <a:pt x="37257" y="38482"/>
                </a:lnTo>
                <a:lnTo>
                  <a:pt x="37324" y="38488"/>
                </a:lnTo>
                <a:lnTo>
                  <a:pt x="37393" y="38494"/>
                </a:lnTo>
                <a:lnTo>
                  <a:pt x="37463" y="38500"/>
                </a:lnTo>
                <a:lnTo>
                  <a:pt x="37535" y="38505"/>
                </a:lnTo>
                <a:lnTo>
                  <a:pt x="37607" y="38511"/>
                </a:lnTo>
                <a:lnTo>
                  <a:pt x="37681" y="38516"/>
                </a:lnTo>
                <a:lnTo>
                  <a:pt x="37756" y="38521"/>
                </a:lnTo>
                <a:lnTo>
                  <a:pt x="37833" y="38526"/>
                </a:lnTo>
                <a:lnTo>
                  <a:pt x="37910" y="38531"/>
                </a:lnTo>
                <a:lnTo>
                  <a:pt x="37989" y="38536"/>
                </a:lnTo>
                <a:lnTo>
                  <a:pt x="38069" y="38540"/>
                </a:lnTo>
                <a:lnTo>
                  <a:pt x="38150" y="38545"/>
                </a:lnTo>
                <a:lnTo>
                  <a:pt x="38232" y="38549"/>
                </a:lnTo>
                <a:lnTo>
                  <a:pt x="38315" y="38553"/>
                </a:lnTo>
                <a:lnTo>
                  <a:pt x="38399" y="38557"/>
                </a:lnTo>
                <a:lnTo>
                  <a:pt x="38485" y="38561"/>
                </a:lnTo>
                <a:lnTo>
                  <a:pt x="38571" y="38565"/>
                </a:lnTo>
                <a:lnTo>
                  <a:pt x="38658" y="38569"/>
                </a:lnTo>
                <a:lnTo>
                  <a:pt x="38746" y="38572"/>
                </a:lnTo>
                <a:lnTo>
                  <a:pt x="38931" y="38579"/>
                </a:lnTo>
                <a:lnTo>
                  <a:pt x="39122" y="38586"/>
                </a:lnTo>
                <a:lnTo>
                  <a:pt x="39320" y="38593"/>
                </a:lnTo>
                <a:lnTo>
                  <a:pt x="39526" y="38599"/>
                </a:lnTo>
                <a:lnTo>
                  <a:pt x="39738" y="38605"/>
                </a:lnTo>
                <a:lnTo>
                  <a:pt x="39957" y="38610"/>
                </a:lnTo>
                <a:lnTo>
                  <a:pt x="40184" y="38615"/>
                </a:lnTo>
                <a:lnTo>
                  <a:pt x="40417" y="38620"/>
                </a:lnTo>
                <a:lnTo>
                  <a:pt x="40657" y="38625"/>
                </a:lnTo>
                <a:lnTo>
                  <a:pt x="40904" y="38629"/>
                </a:lnTo>
                <a:lnTo>
                  <a:pt x="41158" y="38633"/>
                </a:lnTo>
                <a:lnTo>
                  <a:pt x="41419" y="38637"/>
                </a:lnTo>
                <a:lnTo>
                  <a:pt x="41687" y="38640"/>
                </a:lnTo>
                <a:lnTo>
                  <a:pt x="41962" y="38643"/>
                </a:lnTo>
                <a:lnTo>
                  <a:pt x="42243" y="38646"/>
                </a:lnTo>
                <a:lnTo>
                  <a:pt x="42532" y="38648"/>
                </a:lnTo>
                <a:lnTo>
                  <a:pt x="42827" y="38651"/>
                </a:lnTo>
                <a:lnTo>
                  <a:pt x="43129" y="38652"/>
                </a:lnTo>
                <a:lnTo>
                  <a:pt x="43438" y="38654"/>
                </a:lnTo>
                <a:lnTo>
                  <a:pt x="43754" y="38655"/>
                </a:lnTo>
                <a:lnTo>
                  <a:pt x="44076" y="38656"/>
                </a:lnTo>
                <a:lnTo>
                  <a:pt x="44406" y="38657"/>
                </a:lnTo>
                <a:lnTo>
                  <a:pt x="44742" y="38658"/>
                </a:lnTo>
                <a:lnTo>
                  <a:pt x="45085" y="38658"/>
                </a:lnTo>
                <a:lnTo>
                  <a:pt x="51394" y="38658"/>
                </a:lnTo>
                <a:lnTo>
                  <a:pt x="51392" y="38673"/>
                </a:lnTo>
                <a:lnTo>
                  <a:pt x="51356" y="38843"/>
                </a:lnTo>
                <a:lnTo>
                  <a:pt x="51316" y="39007"/>
                </a:lnTo>
                <a:lnTo>
                  <a:pt x="51272" y="39165"/>
                </a:lnTo>
                <a:lnTo>
                  <a:pt x="51224" y="39317"/>
                </a:lnTo>
                <a:lnTo>
                  <a:pt x="51173" y="39464"/>
                </a:lnTo>
                <a:lnTo>
                  <a:pt x="51117" y="39606"/>
                </a:lnTo>
                <a:lnTo>
                  <a:pt x="51058" y="39742"/>
                </a:lnTo>
                <a:lnTo>
                  <a:pt x="50995" y="39873"/>
                </a:lnTo>
                <a:lnTo>
                  <a:pt x="50971" y="39918"/>
                </a:lnTo>
                <a:lnTo>
                  <a:pt x="34816" y="39918"/>
                </a:lnTo>
                <a:lnTo>
                  <a:pt x="32329" y="39918"/>
                </a:lnTo>
                <a:close/>
                <a:moveTo>
                  <a:pt x="15273" y="66949"/>
                </a:moveTo>
                <a:lnTo>
                  <a:pt x="15271" y="66948"/>
                </a:lnTo>
                <a:lnTo>
                  <a:pt x="18357" y="67714"/>
                </a:lnTo>
                <a:lnTo>
                  <a:pt x="15273" y="66949"/>
                </a:lnTo>
                <a:close/>
                <a:moveTo>
                  <a:pt x="36803" y="35147"/>
                </a:moveTo>
                <a:lnTo>
                  <a:pt x="36803" y="35147"/>
                </a:lnTo>
                <a:lnTo>
                  <a:pt x="33734" y="34317"/>
                </a:lnTo>
                <a:lnTo>
                  <a:pt x="36803" y="35147"/>
                </a:lnTo>
                <a:close/>
                <a:moveTo>
                  <a:pt x="5996" y="38823"/>
                </a:moveTo>
                <a:lnTo>
                  <a:pt x="5993" y="38823"/>
                </a:lnTo>
                <a:lnTo>
                  <a:pt x="5993" y="38823"/>
                </a:lnTo>
                <a:lnTo>
                  <a:pt x="5995" y="38823"/>
                </a:lnTo>
                <a:lnTo>
                  <a:pt x="5996" y="38823"/>
                </a:lnTo>
                <a:close/>
                <a:moveTo>
                  <a:pt x="7457" y="37653"/>
                </a:moveTo>
                <a:lnTo>
                  <a:pt x="5995" y="37068"/>
                </a:lnTo>
                <a:lnTo>
                  <a:pt x="4505" y="36472"/>
                </a:lnTo>
                <a:lnTo>
                  <a:pt x="4505" y="36472"/>
                </a:lnTo>
                <a:lnTo>
                  <a:pt x="5995" y="37068"/>
                </a:lnTo>
                <a:lnTo>
                  <a:pt x="7457" y="37653"/>
                </a:lnTo>
                <a:close/>
                <a:moveTo>
                  <a:pt x="24219" y="44510"/>
                </a:moveTo>
                <a:lnTo>
                  <a:pt x="24218" y="44511"/>
                </a:lnTo>
                <a:lnTo>
                  <a:pt x="24218" y="44512"/>
                </a:lnTo>
                <a:lnTo>
                  <a:pt x="24219" y="44510"/>
                </a:lnTo>
                <a:lnTo>
                  <a:pt x="24219" y="44509"/>
                </a:lnTo>
                <a:lnTo>
                  <a:pt x="24219" y="44508"/>
                </a:lnTo>
                <a:lnTo>
                  <a:pt x="24220" y="44508"/>
                </a:lnTo>
                <a:lnTo>
                  <a:pt x="24220" y="44508"/>
                </a:lnTo>
                <a:lnTo>
                  <a:pt x="24219" y="44509"/>
                </a:lnTo>
                <a:lnTo>
                  <a:pt x="24219" y="44510"/>
                </a:lnTo>
                <a:close/>
                <a:moveTo>
                  <a:pt x="20404" y="46451"/>
                </a:moveTo>
                <a:lnTo>
                  <a:pt x="20404" y="46450"/>
                </a:lnTo>
                <a:lnTo>
                  <a:pt x="20405" y="46451"/>
                </a:lnTo>
                <a:lnTo>
                  <a:pt x="20408" y="46451"/>
                </a:lnTo>
                <a:lnTo>
                  <a:pt x="20410" y="46451"/>
                </a:lnTo>
                <a:lnTo>
                  <a:pt x="20409" y="46451"/>
                </a:lnTo>
                <a:lnTo>
                  <a:pt x="20407" y="46451"/>
                </a:lnTo>
                <a:lnTo>
                  <a:pt x="20404" y="46451"/>
                </a:lnTo>
                <a:close/>
                <a:moveTo>
                  <a:pt x="37632" y="32126"/>
                </a:moveTo>
                <a:lnTo>
                  <a:pt x="37630" y="32125"/>
                </a:lnTo>
                <a:lnTo>
                  <a:pt x="37630" y="32125"/>
                </a:lnTo>
                <a:lnTo>
                  <a:pt x="37631" y="32125"/>
                </a:lnTo>
                <a:lnTo>
                  <a:pt x="37633" y="32126"/>
                </a:lnTo>
                <a:lnTo>
                  <a:pt x="37637" y="32127"/>
                </a:lnTo>
                <a:lnTo>
                  <a:pt x="37637" y="32127"/>
                </a:lnTo>
                <a:lnTo>
                  <a:pt x="37637" y="32126"/>
                </a:lnTo>
                <a:lnTo>
                  <a:pt x="37632" y="32126"/>
                </a:lnTo>
                <a:close/>
                <a:moveTo>
                  <a:pt x="50200" y="82631"/>
                </a:moveTo>
                <a:lnTo>
                  <a:pt x="50200" y="82631"/>
                </a:lnTo>
                <a:lnTo>
                  <a:pt x="50200" y="82632"/>
                </a:lnTo>
                <a:lnTo>
                  <a:pt x="50200" y="82634"/>
                </a:lnTo>
                <a:lnTo>
                  <a:pt x="50199" y="82637"/>
                </a:lnTo>
                <a:lnTo>
                  <a:pt x="50199" y="82638"/>
                </a:lnTo>
                <a:lnTo>
                  <a:pt x="50199" y="82635"/>
                </a:lnTo>
                <a:lnTo>
                  <a:pt x="50200" y="82633"/>
                </a:lnTo>
                <a:lnTo>
                  <a:pt x="50200" y="82631"/>
                </a:lnTo>
                <a:close/>
                <a:moveTo>
                  <a:pt x="49749" y="84152"/>
                </a:moveTo>
                <a:lnTo>
                  <a:pt x="49749" y="84152"/>
                </a:lnTo>
                <a:lnTo>
                  <a:pt x="48308" y="83576"/>
                </a:lnTo>
                <a:lnTo>
                  <a:pt x="46907" y="83015"/>
                </a:lnTo>
                <a:lnTo>
                  <a:pt x="46907" y="83015"/>
                </a:lnTo>
                <a:lnTo>
                  <a:pt x="48308" y="83576"/>
                </a:lnTo>
                <a:lnTo>
                  <a:pt x="49749" y="84152"/>
                </a:lnTo>
                <a:close/>
                <a:moveTo>
                  <a:pt x="48630" y="84904"/>
                </a:moveTo>
                <a:lnTo>
                  <a:pt x="48631" y="84904"/>
                </a:lnTo>
                <a:lnTo>
                  <a:pt x="48629" y="84905"/>
                </a:lnTo>
                <a:lnTo>
                  <a:pt x="48627" y="84905"/>
                </a:lnTo>
                <a:lnTo>
                  <a:pt x="48626" y="84905"/>
                </a:lnTo>
                <a:lnTo>
                  <a:pt x="48626" y="84905"/>
                </a:lnTo>
                <a:lnTo>
                  <a:pt x="48627" y="84905"/>
                </a:lnTo>
                <a:lnTo>
                  <a:pt x="48630" y="84904"/>
                </a:lnTo>
                <a:close/>
                <a:moveTo>
                  <a:pt x="50882" y="84216"/>
                </a:moveTo>
                <a:lnTo>
                  <a:pt x="50646" y="84142"/>
                </a:lnTo>
                <a:lnTo>
                  <a:pt x="50646" y="84142"/>
                </a:lnTo>
                <a:lnTo>
                  <a:pt x="50882" y="84216"/>
                </a:lnTo>
                <a:lnTo>
                  <a:pt x="51534" y="84419"/>
                </a:lnTo>
                <a:lnTo>
                  <a:pt x="50882" y="84216"/>
                </a:lnTo>
                <a:close/>
                <a:moveTo>
                  <a:pt x="52870" y="84837"/>
                </a:moveTo>
                <a:lnTo>
                  <a:pt x="50882" y="84174"/>
                </a:lnTo>
                <a:lnTo>
                  <a:pt x="50600" y="84080"/>
                </a:lnTo>
                <a:lnTo>
                  <a:pt x="50600" y="84080"/>
                </a:lnTo>
                <a:lnTo>
                  <a:pt x="50882" y="84174"/>
                </a:lnTo>
                <a:lnTo>
                  <a:pt x="52870" y="84837"/>
                </a:lnTo>
                <a:lnTo>
                  <a:pt x="52870" y="84837"/>
                </a:lnTo>
                <a:close/>
                <a:moveTo>
                  <a:pt x="51442" y="84743"/>
                </a:moveTo>
                <a:lnTo>
                  <a:pt x="51443" y="84743"/>
                </a:lnTo>
                <a:lnTo>
                  <a:pt x="51446" y="84744"/>
                </a:lnTo>
                <a:lnTo>
                  <a:pt x="51448" y="84745"/>
                </a:lnTo>
                <a:lnTo>
                  <a:pt x="51448" y="84745"/>
                </a:lnTo>
                <a:lnTo>
                  <a:pt x="51447" y="84745"/>
                </a:lnTo>
                <a:lnTo>
                  <a:pt x="51444" y="84744"/>
                </a:lnTo>
                <a:lnTo>
                  <a:pt x="51442" y="84743"/>
                </a:lnTo>
                <a:close/>
                <a:moveTo>
                  <a:pt x="23275" y="21493"/>
                </a:moveTo>
                <a:lnTo>
                  <a:pt x="26368" y="22227"/>
                </a:lnTo>
                <a:lnTo>
                  <a:pt x="23301" y="21391"/>
                </a:lnTo>
                <a:lnTo>
                  <a:pt x="23287" y="21442"/>
                </a:lnTo>
                <a:lnTo>
                  <a:pt x="23275" y="214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B8BF2-1167-4C51-ADCA-682811CB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16" y="2567865"/>
            <a:ext cx="106735" cy="158978"/>
          </a:xfrm>
          <a:custGeom xmlns:a="http://schemas.openxmlformats.org/drawingml/2006/main">
            <a:pathLst>
              <a:path w="106735" h="158978">
                <a:moveTo>
                  <a:pt x="0" y="71240"/>
                </a:moveTo>
                <a:cubicBezTo>
                  <a:pt x="0" y="54409"/>
                  <a:pt x="6332" y="38411"/>
                  <a:pt x="18997" y="23247"/>
                </a:cubicBezTo>
                <a:cubicBezTo>
                  <a:pt x="31662" y="8082"/>
                  <a:pt x="45910" y="417"/>
                  <a:pt x="61741" y="250"/>
                </a:cubicBezTo>
                <a:cubicBezTo>
                  <a:pt x="71740" y="250"/>
                  <a:pt x="79406" y="4583"/>
                  <a:pt x="84738" y="13248"/>
                </a:cubicBezTo>
                <a:cubicBezTo>
                  <a:pt x="84905" y="13082"/>
                  <a:pt x="85321" y="12582"/>
                  <a:pt x="85988" y="11748"/>
                </a:cubicBezTo>
                <a:cubicBezTo>
                  <a:pt x="86655" y="10915"/>
                  <a:pt x="87571" y="9999"/>
                  <a:pt x="88738" y="8999"/>
                </a:cubicBezTo>
                <a:cubicBezTo>
                  <a:pt x="89904" y="7999"/>
                  <a:pt x="91237" y="6999"/>
                  <a:pt x="92737" y="5999"/>
                </a:cubicBezTo>
                <a:cubicBezTo>
                  <a:pt x="98403" y="2000"/>
                  <a:pt x="102236" y="0"/>
                  <a:pt x="104235" y="0"/>
                </a:cubicBezTo>
                <a:cubicBezTo>
                  <a:pt x="104902" y="0"/>
                  <a:pt x="105485" y="250"/>
                  <a:pt x="105985" y="750"/>
                </a:cubicBezTo>
                <a:cubicBezTo>
                  <a:pt x="106485" y="1250"/>
                  <a:pt x="106735" y="1666"/>
                  <a:pt x="106735" y="2000"/>
                </a:cubicBezTo>
                <a:cubicBezTo>
                  <a:pt x="106735" y="3500"/>
                  <a:pt x="100986" y="27246"/>
                  <a:pt x="89488" y="73240"/>
                </a:cubicBezTo>
                <a:cubicBezTo>
                  <a:pt x="77656" y="120567"/>
                  <a:pt x="71740" y="144563"/>
                  <a:pt x="71740" y="145230"/>
                </a:cubicBezTo>
                <a:cubicBezTo>
                  <a:pt x="71740" y="146563"/>
                  <a:pt x="75489" y="147313"/>
                  <a:pt x="82988" y="147479"/>
                </a:cubicBezTo>
                <a:lnTo>
                  <a:pt x="89238" y="147479"/>
                </a:lnTo>
                <a:cubicBezTo>
                  <a:pt x="90237" y="148813"/>
                  <a:pt x="90737" y="149562"/>
                  <a:pt x="90737" y="149729"/>
                </a:cubicBezTo>
                <a:cubicBezTo>
                  <a:pt x="90737" y="149896"/>
                  <a:pt x="90487" y="151396"/>
                  <a:pt x="89987" y="154228"/>
                </a:cubicBezTo>
                <a:cubicBezTo>
                  <a:pt x="89321" y="156395"/>
                  <a:pt x="88488" y="157978"/>
                  <a:pt x="87488" y="158978"/>
                </a:cubicBezTo>
                <a:lnTo>
                  <a:pt x="84238" y="158978"/>
                </a:lnTo>
                <a:cubicBezTo>
                  <a:pt x="79072" y="158645"/>
                  <a:pt x="70074" y="158478"/>
                  <a:pt x="57242" y="158478"/>
                </a:cubicBezTo>
                <a:cubicBezTo>
                  <a:pt x="52576" y="158478"/>
                  <a:pt x="48327" y="158478"/>
                  <a:pt x="44494" y="158478"/>
                </a:cubicBezTo>
                <a:cubicBezTo>
                  <a:pt x="40661" y="158478"/>
                  <a:pt x="37578" y="158478"/>
                  <a:pt x="35245" y="158478"/>
                </a:cubicBezTo>
                <a:cubicBezTo>
                  <a:pt x="32912" y="158478"/>
                  <a:pt x="31496" y="158561"/>
                  <a:pt x="30996" y="158728"/>
                </a:cubicBezTo>
                <a:cubicBezTo>
                  <a:pt x="28663" y="158728"/>
                  <a:pt x="27496" y="158061"/>
                  <a:pt x="27496" y="156728"/>
                </a:cubicBezTo>
                <a:cubicBezTo>
                  <a:pt x="27496" y="156228"/>
                  <a:pt x="27663" y="154978"/>
                  <a:pt x="27996" y="152979"/>
                </a:cubicBezTo>
                <a:cubicBezTo>
                  <a:pt x="28663" y="150312"/>
                  <a:pt x="29246" y="148729"/>
                  <a:pt x="29746" y="148229"/>
                </a:cubicBezTo>
                <a:cubicBezTo>
                  <a:pt x="30246" y="147729"/>
                  <a:pt x="31912" y="147479"/>
                  <a:pt x="34745" y="147479"/>
                </a:cubicBezTo>
                <a:cubicBezTo>
                  <a:pt x="42744" y="147479"/>
                  <a:pt x="47577" y="146896"/>
                  <a:pt x="49243" y="145730"/>
                </a:cubicBezTo>
                <a:cubicBezTo>
                  <a:pt x="50576" y="144896"/>
                  <a:pt x="52909" y="137564"/>
                  <a:pt x="56242" y="123733"/>
                </a:cubicBezTo>
                <a:cubicBezTo>
                  <a:pt x="59575" y="109901"/>
                  <a:pt x="61325" y="102819"/>
                  <a:pt x="61491" y="102486"/>
                </a:cubicBezTo>
                <a:cubicBezTo>
                  <a:pt x="61491" y="102319"/>
                  <a:pt x="60908" y="102569"/>
                  <a:pt x="59742" y="103236"/>
                </a:cubicBezTo>
                <a:cubicBezTo>
                  <a:pt x="51743" y="109735"/>
                  <a:pt x="43411" y="112984"/>
                  <a:pt x="34745" y="112984"/>
                </a:cubicBezTo>
                <a:cubicBezTo>
                  <a:pt x="25580" y="112984"/>
                  <a:pt x="17498" y="109651"/>
                  <a:pt x="10499" y="102986"/>
                </a:cubicBezTo>
                <a:cubicBezTo>
                  <a:pt x="3500" y="96320"/>
                  <a:pt x="0" y="85738"/>
                  <a:pt x="0" y="71240"/>
                </a:cubicBezTo>
                <a:close/>
                <a:moveTo>
                  <a:pt x="79739" y="28996"/>
                </a:moveTo>
                <a:cubicBezTo>
                  <a:pt x="75906" y="15831"/>
                  <a:pt x="69657" y="9249"/>
                  <a:pt x="60992" y="9249"/>
                </a:cubicBezTo>
                <a:cubicBezTo>
                  <a:pt x="55159" y="9249"/>
                  <a:pt x="49576" y="11832"/>
                  <a:pt x="44244" y="16998"/>
                </a:cubicBezTo>
                <a:cubicBezTo>
                  <a:pt x="38911" y="22164"/>
                  <a:pt x="34745" y="28913"/>
                  <a:pt x="31746" y="37245"/>
                </a:cubicBezTo>
                <a:cubicBezTo>
                  <a:pt x="26913" y="50410"/>
                  <a:pt x="23497" y="64074"/>
                  <a:pt x="21497" y="78239"/>
                </a:cubicBezTo>
                <a:cubicBezTo>
                  <a:pt x="21497" y="78739"/>
                  <a:pt x="21497" y="79656"/>
                  <a:pt x="21497" y="80989"/>
                </a:cubicBezTo>
                <a:cubicBezTo>
                  <a:pt x="21497" y="82322"/>
                  <a:pt x="21414" y="83322"/>
                  <a:pt x="21247" y="83988"/>
                </a:cubicBezTo>
                <a:cubicBezTo>
                  <a:pt x="21247" y="91487"/>
                  <a:pt x="22747" y="96653"/>
                  <a:pt x="25746" y="99486"/>
                </a:cubicBezTo>
                <a:cubicBezTo>
                  <a:pt x="28746" y="102319"/>
                  <a:pt x="32329" y="103819"/>
                  <a:pt x="36495" y="103985"/>
                </a:cubicBezTo>
                <a:cubicBezTo>
                  <a:pt x="45494" y="103985"/>
                  <a:pt x="54742" y="97986"/>
                  <a:pt x="64241" y="85988"/>
                </a:cubicBezTo>
                <a:lnTo>
                  <a:pt x="66241" y="83238"/>
                </a:lnTo>
                <a:lnTo>
                  <a:pt x="79739" y="289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2C930F-6D0C-4BDE-B180-05A93B4B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36" y="2564686"/>
            <a:ext cx="113094" cy="165337"/>
          </a:xfrm>
          <a:custGeom xmlns:a="http://schemas.openxmlformats.org/drawingml/2006/main">
            <a:pathLst>
              <a:path w="113094" h="165337">
                <a:moveTo>
                  <a:pt x="30742" y="42684"/>
                </a:moveTo>
                <a:lnTo>
                  <a:pt x="30166" y="44370"/>
                </a:lnTo>
                <a:lnTo>
                  <a:pt x="29605" y="46060"/>
                </a:lnTo>
                <a:lnTo>
                  <a:pt x="29058" y="47757"/>
                </a:lnTo>
                <a:lnTo>
                  <a:pt x="28527" y="49458"/>
                </a:lnTo>
                <a:lnTo>
                  <a:pt x="28011" y="51164"/>
                </a:lnTo>
                <a:lnTo>
                  <a:pt x="27509" y="52876"/>
                </a:lnTo>
                <a:lnTo>
                  <a:pt x="27023" y="54593"/>
                </a:lnTo>
                <a:lnTo>
                  <a:pt x="26552" y="56315"/>
                </a:lnTo>
                <a:lnTo>
                  <a:pt x="26095" y="58043"/>
                </a:lnTo>
                <a:lnTo>
                  <a:pt x="25654" y="59775"/>
                </a:lnTo>
                <a:lnTo>
                  <a:pt x="25228" y="61513"/>
                </a:lnTo>
                <a:lnTo>
                  <a:pt x="24816" y="63256"/>
                </a:lnTo>
                <a:lnTo>
                  <a:pt x="24420" y="65005"/>
                </a:lnTo>
                <a:lnTo>
                  <a:pt x="24039" y="66758"/>
                </a:lnTo>
                <a:lnTo>
                  <a:pt x="23672" y="68517"/>
                </a:lnTo>
                <a:lnTo>
                  <a:pt x="23321" y="70281"/>
                </a:lnTo>
                <a:lnTo>
                  <a:pt x="22985" y="72050"/>
                </a:lnTo>
                <a:lnTo>
                  <a:pt x="22663" y="73825"/>
                </a:lnTo>
                <a:lnTo>
                  <a:pt x="22357" y="75604"/>
                </a:lnTo>
                <a:lnTo>
                  <a:pt x="22066" y="77389"/>
                </a:lnTo>
                <a:lnTo>
                  <a:pt x="21790" y="79179"/>
                </a:lnTo>
                <a:lnTo>
                  <a:pt x="21528" y="80974"/>
                </a:lnTo>
                <a:lnTo>
                  <a:pt x="21497" y="81195"/>
                </a:lnTo>
                <a:lnTo>
                  <a:pt x="21497" y="81419"/>
                </a:lnTo>
                <a:lnTo>
                  <a:pt x="21497" y="81419"/>
                </a:lnTo>
                <a:lnTo>
                  <a:pt x="21497" y="81419"/>
                </a:lnTo>
                <a:lnTo>
                  <a:pt x="21497" y="81419"/>
                </a:lnTo>
                <a:lnTo>
                  <a:pt x="21497" y="81419"/>
                </a:lnTo>
                <a:lnTo>
                  <a:pt x="21497" y="81419"/>
                </a:lnTo>
                <a:lnTo>
                  <a:pt x="21497" y="81419"/>
                </a:lnTo>
                <a:lnTo>
                  <a:pt x="21497" y="81419"/>
                </a:lnTo>
                <a:lnTo>
                  <a:pt x="21497" y="81420"/>
                </a:lnTo>
                <a:lnTo>
                  <a:pt x="21497" y="81420"/>
                </a:lnTo>
                <a:lnTo>
                  <a:pt x="21497" y="81420"/>
                </a:lnTo>
                <a:lnTo>
                  <a:pt x="21497" y="81420"/>
                </a:lnTo>
                <a:lnTo>
                  <a:pt x="21497" y="81420"/>
                </a:lnTo>
                <a:lnTo>
                  <a:pt x="21497" y="81420"/>
                </a:lnTo>
                <a:lnTo>
                  <a:pt x="21497" y="81420"/>
                </a:lnTo>
                <a:lnTo>
                  <a:pt x="21497" y="81420"/>
                </a:lnTo>
                <a:lnTo>
                  <a:pt x="21497" y="81421"/>
                </a:lnTo>
                <a:lnTo>
                  <a:pt x="21497" y="81421"/>
                </a:lnTo>
                <a:lnTo>
                  <a:pt x="21497" y="81421"/>
                </a:lnTo>
                <a:lnTo>
                  <a:pt x="21497" y="81421"/>
                </a:lnTo>
                <a:lnTo>
                  <a:pt x="21497" y="81421"/>
                </a:lnTo>
                <a:lnTo>
                  <a:pt x="21497" y="81421"/>
                </a:lnTo>
                <a:lnTo>
                  <a:pt x="21497" y="81421"/>
                </a:lnTo>
                <a:lnTo>
                  <a:pt x="21497" y="81421"/>
                </a:lnTo>
                <a:lnTo>
                  <a:pt x="21497" y="81422"/>
                </a:lnTo>
                <a:lnTo>
                  <a:pt x="21497" y="81422"/>
                </a:lnTo>
                <a:lnTo>
                  <a:pt x="21497" y="81422"/>
                </a:lnTo>
                <a:lnTo>
                  <a:pt x="21497" y="81422"/>
                </a:lnTo>
                <a:lnTo>
                  <a:pt x="21497" y="81422"/>
                </a:lnTo>
                <a:lnTo>
                  <a:pt x="21497" y="81422"/>
                </a:lnTo>
                <a:lnTo>
                  <a:pt x="21497" y="81422"/>
                </a:lnTo>
                <a:lnTo>
                  <a:pt x="21497" y="81422"/>
                </a:lnTo>
                <a:lnTo>
                  <a:pt x="21497" y="81423"/>
                </a:lnTo>
                <a:lnTo>
                  <a:pt x="21497" y="81423"/>
                </a:lnTo>
                <a:lnTo>
                  <a:pt x="21497" y="81423"/>
                </a:lnTo>
                <a:lnTo>
                  <a:pt x="21497" y="81423"/>
                </a:lnTo>
                <a:lnTo>
                  <a:pt x="21497" y="81423"/>
                </a:lnTo>
                <a:lnTo>
                  <a:pt x="21497" y="81423"/>
                </a:lnTo>
                <a:lnTo>
                  <a:pt x="21497" y="81423"/>
                </a:lnTo>
                <a:lnTo>
                  <a:pt x="21497" y="81423"/>
                </a:lnTo>
                <a:lnTo>
                  <a:pt x="21497" y="81424"/>
                </a:lnTo>
                <a:lnTo>
                  <a:pt x="21497" y="81424"/>
                </a:lnTo>
                <a:lnTo>
                  <a:pt x="21497" y="81424"/>
                </a:lnTo>
                <a:lnTo>
                  <a:pt x="21497" y="81424"/>
                </a:lnTo>
                <a:lnTo>
                  <a:pt x="21497" y="81424"/>
                </a:lnTo>
                <a:lnTo>
                  <a:pt x="21497" y="81424"/>
                </a:lnTo>
                <a:lnTo>
                  <a:pt x="21497" y="81424"/>
                </a:lnTo>
                <a:lnTo>
                  <a:pt x="21497" y="81424"/>
                </a:lnTo>
                <a:lnTo>
                  <a:pt x="21497" y="81425"/>
                </a:lnTo>
                <a:lnTo>
                  <a:pt x="21497" y="81425"/>
                </a:lnTo>
                <a:lnTo>
                  <a:pt x="21497" y="81425"/>
                </a:lnTo>
                <a:lnTo>
                  <a:pt x="21497" y="81425"/>
                </a:lnTo>
                <a:lnTo>
                  <a:pt x="21497" y="81425"/>
                </a:lnTo>
                <a:lnTo>
                  <a:pt x="21497" y="81425"/>
                </a:lnTo>
                <a:lnTo>
                  <a:pt x="21497" y="81425"/>
                </a:lnTo>
                <a:lnTo>
                  <a:pt x="21497" y="81425"/>
                </a:lnTo>
                <a:lnTo>
                  <a:pt x="21497" y="81426"/>
                </a:lnTo>
                <a:lnTo>
                  <a:pt x="21497" y="81426"/>
                </a:lnTo>
                <a:lnTo>
                  <a:pt x="21497" y="81426"/>
                </a:lnTo>
                <a:lnTo>
                  <a:pt x="21497" y="81426"/>
                </a:lnTo>
                <a:lnTo>
                  <a:pt x="21497" y="81426"/>
                </a:lnTo>
                <a:lnTo>
                  <a:pt x="21497" y="81426"/>
                </a:lnTo>
                <a:lnTo>
                  <a:pt x="21497" y="81426"/>
                </a:lnTo>
                <a:lnTo>
                  <a:pt x="21497" y="81426"/>
                </a:lnTo>
                <a:lnTo>
                  <a:pt x="21497" y="81426"/>
                </a:lnTo>
                <a:lnTo>
                  <a:pt x="21497" y="81427"/>
                </a:lnTo>
                <a:lnTo>
                  <a:pt x="21497" y="81427"/>
                </a:lnTo>
                <a:lnTo>
                  <a:pt x="21497" y="81427"/>
                </a:lnTo>
                <a:lnTo>
                  <a:pt x="21497" y="81427"/>
                </a:lnTo>
                <a:lnTo>
                  <a:pt x="21497" y="81427"/>
                </a:lnTo>
                <a:lnTo>
                  <a:pt x="21497" y="81427"/>
                </a:lnTo>
                <a:lnTo>
                  <a:pt x="21497" y="81427"/>
                </a:lnTo>
                <a:lnTo>
                  <a:pt x="21497" y="81427"/>
                </a:lnTo>
                <a:lnTo>
                  <a:pt x="21497" y="81428"/>
                </a:lnTo>
                <a:lnTo>
                  <a:pt x="21497" y="81428"/>
                </a:lnTo>
                <a:lnTo>
                  <a:pt x="21497" y="81428"/>
                </a:lnTo>
                <a:lnTo>
                  <a:pt x="21497" y="81428"/>
                </a:lnTo>
                <a:lnTo>
                  <a:pt x="21497" y="81428"/>
                </a:lnTo>
                <a:lnTo>
                  <a:pt x="21497" y="81428"/>
                </a:lnTo>
                <a:lnTo>
                  <a:pt x="21497" y="81428"/>
                </a:lnTo>
                <a:lnTo>
                  <a:pt x="21497" y="81428"/>
                </a:lnTo>
                <a:lnTo>
                  <a:pt x="21497" y="81429"/>
                </a:lnTo>
                <a:lnTo>
                  <a:pt x="21497" y="81429"/>
                </a:lnTo>
                <a:lnTo>
                  <a:pt x="21497" y="81429"/>
                </a:lnTo>
                <a:lnTo>
                  <a:pt x="21497" y="81429"/>
                </a:lnTo>
                <a:lnTo>
                  <a:pt x="21497" y="81429"/>
                </a:lnTo>
                <a:lnTo>
                  <a:pt x="21497" y="81429"/>
                </a:lnTo>
                <a:lnTo>
                  <a:pt x="21497" y="81429"/>
                </a:lnTo>
                <a:lnTo>
                  <a:pt x="21497" y="81429"/>
                </a:lnTo>
                <a:lnTo>
                  <a:pt x="21497" y="81430"/>
                </a:lnTo>
                <a:lnTo>
                  <a:pt x="21497" y="81430"/>
                </a:lnTo>
                <a:lnTo>
                  <a:pt x="21497" y="81430"/>
                </a:lnTo>
                <a:lnTo>
                  <a:pt x="21497" y="81430"/>
                </a:lnTo>
                <a:lnTo>
                  <a:pt x="21497" y="81430"/>
                </a:lnTo>
                <a:lnTo>
                  <a:pt x="21497" y="81430"/>
                </a:lnTo>
                <a:lnTo>
                  <a:pt x="21497" y="81430"/>
                </a:lnTo>
                <a:lnTo>
                  <a:pt x="21497" y="81430"/>
                </a:lnTo>
                <a:lnTo>
                  <a:pt x="21497" y="81431"/>
                </a:lnTo>
                <a:lnTo>
                  <a:pt x="21497" y="81431"/>
                </a:lnTo>
                <a:lnTo>
                  <a:pt x="21497" y="81431"/>
                </a:lnTo>
                <a:lnTo>
                  <a:pt x="21497" y="81431"/>
                </a:lnTo>
                <a:lnTo>
                  <a:pt x="21497" y="81431"/>
                </a:lnTo>
                <a:lnTo>
                  <a:pt x="21497" y="81431"/>
                </a:lnTo>
                <a:lnTo>
                  <a:pt x="21497" y="81431"/>
                </a:lnTo>
                <a:lnTo>
                  <a:pt x="21497" y="81431"/>
                </a:lnTo>
                <a:lnTo>
                  <a:pt x="21497" y="81432"/>
                </a:lnTo>
                <a:lnTo>
                  <a:pt x="21497" y="81432"/>
                </a:lnTo>
                <a:lnTo>
                  <a:pt x="21497" y="81432"/>
                </a:lnTo>
                <a:lnTo>
                  <a:pt x="21497" y="81432"/>
                </a:lnTo>
                <a:lnTo>
                  <a:pt x="21497" y="81432"/>
                </a:lnTo>
                <a:lnTo>
                  <a:pt x="21497" y="81432"/>
                </a:lnTo>
                <a:lnTo>
                  <a:pt x="21497" y="81432"/>
                </a:lnTo>
                <a:lnTo>
                  <a:pt x="21497" y="81432"/>
                </a:lnTo>
                <a:lnTo>
                  <a:pt x="21497" y="81433"/>
                </a:lnTo>
                <a:lnTo>
                  <a:pt x="21497" y="81433"/>
                </a:lnTo>
                <a:lnTo>
                  <a:pt x="21497" y="81433"/>
                </a:lnTo>
                <a:lnTo>
                  <a:pt x="21497" y="81433"/>
                </a:lnTo>
                <a:lnTo>
                  <a:pt x="21497" y="81433"/>
                </a:lnTo>
                <a:lnTo>
                  <a:pt x="21497" y="81433"/>
                </a:lnTo>
                <a:lnTo>
                  <a:pt x="21497" y="81433"/>
                </a:lnTo>
                <a:lnTo>
                  <a:pt x="21497" y="81433"/>
                </a:lnTo>
                <a:lnTo>
                  <a:pt x="21497" y="81434"/>
                </a:lnTo>
                <a:lnTo>
                  <a:pt x="21497" y="81434"/>
                </a:lnTo>
                <a:lnTo>
                  <a:pt x="21497" y="81434"/>
                </a:lnTo>
                <a:lnTo>
                  <a:pt x="21497" y="81434"/>
                </a:lnTo>
                <a:lnTo>
                  <a:pt x="21497" y="81434"/>
                </a:lnTo>
                <a:lnTo>
                  <a:pt x="21497" y="81434"/>
                </a:lnTo>
                <a:lnTo>
                  <a:pt x="21497" y="81434"/>
                </a:lnTo>
                <a:lnTo>
                  <a:pt x="21497" y="81434"/>
                </a:lnTo>
                <a:lnTo>
                  <a:pt x="21497" y="81435"/>
                </a:lnTo>
                <a:lnTo>
                  <a:pt x="21497" y="81435"/>
                </a:lnTo>
                <a:lnTo>
                  <a:pt x="21497" y="81435"/>
                </a:lnTo>
                <a:lnTo>
                  <a:pt x="21497" y="81435"/>
                </a:lnTo>
                <a:lnTo>
                  <a:pt x="21497" y="81435"/>
                </a:lnTo>
                <a:lnTo>
                  <a:pt x="21497" y="81435"/>
                </a:lnTo>
                <a:lnTo>
                  <a:pt x="21497" y="81435"/>
                </a:lnTo>
                <a:lnTo>
                  <a:pt x="21497" y="81435"/>
                </a:lnTo>
                <a:lnTo>
                  <a:pt x="21497" y="81436"/>
                </a:lnTo>
                <a:lnTo>
                  <a:pt x="21497" y="81436"/>
                </a:lnTo>
                <a:lnTo>
                  <a:pt x="21497" y="81436"/>
                </a:lnTo>
                <a:lnTo>
                  <a:pt x="21497" y="81436"/>
                </a:lnTo>
                <a:lnTo>
                  <a:pt x="21497" y="81436"/>
                </a:lnTo>
                <a:lnTo>
                  <a:pt x="21497" y="81436"/>
                </a:lnTo>
                <a:lnTo>
                  <a:pt x="21497" y="81436"/>
                </a:lnTo>
                <a:lnTo>
                  <a:pt x="21497" y="81436"/>
                </a:lnTo>
                <a:lnTo>
                  <a:pt x="21497" y="81437"/>
                </a:lnTo>
                <a:lnTo>
                  <a:pt x="21497" y="81437"/>
                </a:lnTo>
                <a:lnTo>
                  <a:pt x="21497" y="81437"/>
                </a:lnTo>
                <a:lnTo>
                  <a:pt x="21497" y="81437"/>
                </a:lnTo>
                <a:lnTo>
                  <a:pt x="21497" y="81437"/>
                </a:lnTo>
                <a:lnTo>
                  <a:pt x="21497" y="81437"/>
                </a:lnTo>
                <a:lnTo>
                  <a:pt x="21497" y="81437"/>
                </a:lnTo>
                <a:lnTo>
                  <a:pt x="21497" y="81437"/>
                </a:lnTo>
                <a:lnTo>
                  <a:pt x="21497" y="81438"/>
                </a:lnTo>
                <a:lnTo>
                  <a:pt x="21497" y="81438"/>
                </a:lnTo>
                <a:lnTo>
                  <a:pt x="21497" y="81438"/>
                </a:lnTo>
                <a:lnTo>
                  <a:pt x="21497" y="81438"/>
                </a:lnTo>
                <a:lnTo>
                  <a:pt x="21497" y="81438"/>
                </a:lnTo>
                <a:lnTo>
                  <a:pt x="21497" y="81438"/>
                </a:lnTo>
                <a:lnTo>
                  <a:pt x="21497" y="81438"/>
                </a:lnTo>
                <a:lnTo>
                  <a:pt x="21497" y="81438"/>
                </a:lnTo>
                <a:lnTo>
                  <a:pt x="21497" y="81439"/>
                </a:lnTo>
                <a:lnTo>
                  <a:pt x="21497" y="81439"/>
                </a:lnTo>
                <a:lnTo>
                  <a:pt x="21497" y="81439"/>
                </a:lnTo>
                <a:lnTo>
                  <a:pt x="21497" y="81439"/>
                </a:lnTo>
                <a:lnTo>
                  <a:pt x="21497" y="81439"/>
                </a:lnTo>
                <a:lnTo>
                  <a:pt x="21497" y="81439"/>
                </a:lnTo>
                <a:lnTo>
                  <a:pt x="21497" y="81439"/>
                </a:lnTo>
                <a:lnTo>
                  <a:pt x="21497" y="81439"/>
                </a:lnTo>
                <a:lnTo>
                  <a:pt x="21497" y="81440"/>
                </a:lnTo>
                <a:lnTo>
                  <a:pt x="21497" y="81440"/>
                </a:lnTo>
                <a:lnTo>
                  <a:pt x="21497" y="81440"/>
                </a:lnTo>
                <a:lnTo>
                  <a:pt x="21497" y="81440"/>
                </a:lnTo>
                <a:lnTo>
                  <a:pt x="21497" y="81440"/>
                </a:lnTo>
                <a:lnTo>
                  <a:pt x="21497" y="81440"/>
                </a:lnTo>
                <a:lnTo>
                  <a:pt x="21497" y="81440"/>
                </a:lnTo>
                <a:lnTo>
                  <a:pt x="21497" y="81440"/>
                </a:lnTo>
                <a:lnTo>
                  <a:pt x="21497" y="81441"/>
                </a:lnTo>
                <a:lnTo>
                  <a:pt x="21497" y="81441"/>
                </a:lnTo>
                <a:lnTo>
                  <a:pt x="21497" y="81441"/>
                </a:lnTo>
                <a:lnTo>
                  <a:pt x="21497" y="81441"/>
                </a:lnTo>
                <a:lnTo>
                  <a:pt x="21497" y="81441"/>
                </a:lnTo>
                <a:lnTo>
                  <a:pt x="21497" y="81441"/>
                </a:lnTo>
                <a:lnTo>
                  <a:pt x="21497" y="81441"/>
                </a:lnTo>
                <a:lnTo>
                  <a:pt x="21497" y="81441"/>
                </a:lnTo>
                <a:lnTo>
                  <a:pt x="21497" y="81442"/>
                </a:lnTo>
                <a:lnTo>
                  <a:pt x="21497" y="81442"/>
                </a:lnTo>
                <a:lnTo>
                  <a:pt x="21497" y="81442"/>
                </a:lnTo>
                <a:lnTo>
                  <a:pt x="21497" y="81442"/>
                </a:lnTo>
                <a:lnTo>
                  <a:pt x="21497" y="81442"/>
                </a:lnTo>
                <a:lnTo>
                  <a:pt x="21497" y="81442"/>
                </a:lnTo>
                <a:lnTo>
                  <a:pt x="21497" y="81442"/>
                </a:lnTo>
                <a:lnTo>
                  <a:pt x="21497" y="81442"/>
                </a:lnTo>
                <a:lnTo>
                  <a:pt x="21497" y="81443"/>
                </a:lnTo>
                <a:lnTo>
                  <a:pt x="21497" y="81443"/>
                </a:lnTo>
                <a:lnTo>
                  <a:pt x="21497" y="81443"/>
                </a:lnTo>
                <a:lnTo>
                  <a:pt x="21497" y="81443"/>
                </a:lnTo>
                <a:lnTo>
                  <a:pt x="21497" y="81443"/>
                </a:lnTo>
                <a:lnTo>
                  <a:pt x="21497" y="81443"/>
                </a:lnTo>
                <a:lnTo>
                  <a:pt x="21497" y="81443"/>
                </a:lnTo>
                <a:lnTo>
                  <a:pt x="21497" y="81443"/>
                </a:lnTo>
                <a:lnTo>
                  <a:pt x="21497" y="81444"/>
                </a:lnTo>
                <a:lnTo>
                  <a:pt x="21497" y="81444"/>
                </a:lnTo>
                <a:lnTo>
                  <a:pt x="21497" y="81444"/>
                </a:lnTo>
                <a:lnTo>
                  <a:pt x="21497" y="81444"/>
                </a:lnTo>
                <a:lnTo>
                  <a:pt x="21497" y="81444"/>
                </a:lnTo>
                <a:lnTo>
                  <a:pt x="21497" y="81444"/>
                </a:lnTo>
                <a:lnTo>
                  <a:pt x="21497" y="81444"/>
                </a:lnTo>
                <a:lnTo>
                  <a:pt x="21497" y="81444"/>
                </a:lnTo>
                <a:lnTo>
                  <a:pt x="21497" y="81445"/>
                </a:lnTo>
                <a:lnTo>
                  <a:pt x="21497" y="81445"/>
                </a:lnTo>
                <a:lnTo>
                  <a:pt x="21497" y="81445"/>
                </a:lnTo>
                <a:lnTo>
                  <a:pt x="21497" y="81445"/>
                </a:lnTo>
                <a:lnTo>
                  <a:pt x="21497" y="81445"/>
                </a:lnTo>
                <a:lnTo>
                  <a:pt x="21497" y="81445"/>
                </a:lnTo>
                <a:lnTo>
                  <a:pt x="21497" y="81445"/>
                </a:lnTo>
                <a:lnTo>
                  <a:pt x="21497" y="81445"/>
                </a:lnTo>
                <a:lnTo>
                  <a:pt x="21497" y="81446"/>
                </a:lnTo>
                <a:lnTo>
                  <a:pt x="21497" y="81446"/>
                </a:lnTo>
                <a:lnTo>
                  <a:pt x="21497" y="81446"/>
                </a:lnTo>
                <a:lnTo>
                  <a:pt x="21497" y="81446"/>
                </a:lnTo>
                <a:lnTo>
                  <a:pt x="21497" y="81446"/>
                </a:lnTo>
                <a:lnTo>
                  <a:pt x="21497" y="81446"/>
                </a:lnTo>
                <a:lnTo>
                  <a:pt x="21497" y="81446"/>
                </a:lnTo>
                <a:lnTo>
                  <a:pt x="21497" y="81446"/>
                </a:lnTo>
                <a:lnTo>
                  <a:pt x="21497" y="81447"/>
                </a:lnTo>
                <a:lnTo>
                  <a:pt x="21497" y="81447"/>
                </a:lnTo>
                <a:lnTo>
                  <a:pt x="21497" y="81447"/>
                </a:lnTo>
                <a:lnTo>
                  <a:pt x="21497" y="81447"/>
                </a:lnTo>
                <a:lnTo>
                  <a:pt x="21497" y="81447"/>
                </a:lnTo>
                <a:lnTo>
                  <a:pt x="21497" y="81447"/>
                </a:lnTo>
                <a:lnTo>
                  <a:pt x="21497" y="81447"/>
                </a:lnTo>
                <a:lnTo>
                  <a:pt x="21497" y="81447"/>
                </a:lnTo>
                <a:lnTo>
                  <a:pt x="21497" y="81448"/>
                </a:lnTo>
                <a:lnTo>
                  <a:pt x="21497" y="81448"/>
                </a:lnTo>
                <a:lnTo>
                  <a:pt x="21497" y="81448"/>
                </a:lnTo>
                <a:lnTo>
                  <a:pt x="21497" y="81448"/>
                </a:lnTo>
                <a:lnTo>
                  <a:pt x="21497" y="81448"/>
                </a:lnTo>
                <a:lnTo>
                  <a:pt x="21497" y="81448"/>
                </a:lnTo>
                <a:lnTo>
                  <a:pt x="21497" y="81448"/>
                </a:lnTo>
                <a:lnTo>
                  <a:pt x="21497" y="81448"/>
                </a:lnTo>
                <a:lnTo>
                  <a:pt x="21497" y="81449"/>
                </a:lnTo>
                <a:lnTo>
                  <a:pt x="21497" y="81449"/>
                </a:lnTo>
                <a:lnTo>
                  <a:pt x="21497" y="81449"/>
                </a:lnTo>
                <a:lnTo>
                  <a:pt x="21497" y="81449"/>
                </a:lnTo>
                <a:lnTo>
                  <a:pt x="21497" y="81449"/>
                </a:lnTo>
                <a:lnTo>
                  <a:pt x="21497" y="81449"/>
                </a:lnTo>
                <a:lnTo>
                  <a:pt x="21497" y="81449"/>
                </a:lnTo>
                <a:lnTo>
                  <a:pt x="21497" y="81449"/>
                </a:lnTo>
                <a:lnTo>
                  <a:pt x="21497" y="81450"/>
                </a:lnTo>
                <a:lnTo>
                  <a:pt x="21497" y="81450"/>
                </a:lnTo>
                <a:lnTo>
                  <a:pt x="21497" y="81450"/>
                </a:lnTo>
                <a:lnTo>
                  <a:pt x="21497" y="81450"/>
                </a:lnTo>
                <a:lnTo>
                  <a:pt x="21497" y="81450"/>
                </a:lnTo>
                <a:lnTo>
                  <a:pt x="21497" y="81450"/>
                </a:lnTo>
                <a:lnTo>
                  <a:pt x="21497" y="81450"/>
                </a:lnTo>
                <a:lnTo>
                  <a:pt x="21497" y="81450"/>
                </a:lnTo>
                <a:lnTo>
                  <a:pt x="21497" y="81451"/>
                </a:lnTo>
                <a:lnTo>
                  <a:pt x="21497" y="81451"/>
                </a:lnTo>
                <a:lnTo>
                  <a:pt x="21497" y="81451"/>
                </a:lnTo>
                <a:lnTo>
                  <a:pt x="21497" y="81451"/>
                </a:lnTo>
                <a:lnTo>
                  <a:pt x="21497" y="81451"/>
                </a:lnTo>
                <a:lnTo>
                  <a:pt x="21497" y="81451"/>
                </a:lnTo>
                <a:lnTo>
                  <a:pt x="21497" y="81451"/>
                </a:lnTo>
                <a:lnTo>
                  <a:pt x="21497" y="81451"/>
                </a:lnTo>
                <a:lnTo>
                  <a:pt x="21497" y="81452"/>
                </a:lnTo>
                <a:lnTo>
                  <a:pt x="21497" y="81452"/>
                </a:lnTo>
                <a:lnTo>
                  <a:pt x="21497" y="81452"/>
                </a:lnTo>
                <a:lnTo>
                  <a:pt x="21497" y="81452"/>
                </a:lnTo>
                <a:lnTo>
                  <a:pt x="21497" y="81452"/>
                </a:lnTo>
                <a:lnTo>
                  <a:pt x="21497" y="81452"/>
                </a:lnTo>
                <a:lnTo>
                  <a:pt x="21497" y="81452"/>
                </a:lnTo>
                <a:lnTo>
                  <a:pt x="21497" y="81452"/>
                </a:lnTo>
                <a:lnTo>
                  <a:pt x="21497" y="81453"/>
                </a:lnTo>
                <a:lnTo>
                  <a:pt x="21497" y="81453"/>
                </a:lnTo>
                <a:lnTo>
                  <a:pt x="21497" y="81453"/>
                </a:lnTo>
                <a:lnTo>
                  <a:pt x="21497" y="81453"/>
                </a:lnTo>
                <a:lnTo>
                  <a:pt x="21497" y="81453"/>
                </a:lnTo>
                <a:lnTo>
                  <a:pt x="21497" y="81453"/>
                </a:lnTo>
                <a:lnTo>
                  <a:pt x="21497" y="81453"/>
                </a:lnTo>
                <a:lnTo>
                  <a:pt x="21497" y="81453"/>
                </a:lnTo>
                <a:lnTo>
                  <a:pt x="21497" y="81454"/>
                </a:lnTo>
                <a:lnTo>
                  <a:pt x="21497" y="81454"/>
                </a:lnTo>
                <a:lnTo>
                  <a:pt x="21497" y="81454"/>
                </a:lnTo>
                <a:lnTo>
                  <a:pt x="21497" y="81454"/>
                </a:lnTo>
                <a:lnTo>
                  <a:pt x="21497" y="81454"/>
                </a:lnTo>
                <a:lnTo>
                  <a:pt x="21497" y="81454"/>
                </a:lnTo>
                <a:lnTo>
                  <a:pt x="21497" y="81454"/>
                </a:lnTo>
                <a:lnTo>
                  <a:pt x="21497" y="81454"/>
                </a:lnTo>
                <a:lnTo>
                  <a:pt x="21497" y="81455"/>
                </a:lnTo>
                <a:lnTo>
                  <a:pt x="21497" y="81455"/>
                </a:lnTo>
                <a:lnTo>
                  <a:pt x="21497" y="81455"/>
                </a:lnTo>
                <a:lnTo>
                  <a:pt x="21497" y="81455"/>
                </a:lnTo>
                <a:lnTo>
                  <a:pt x="21497" y="81455"/>
                </a:lnTo>
                <a:lnTo>
                  <a:pt x="21497" y="81455"/>
                </a:lnTo>
                <a:lnTo>
                  <a:pt x="21497" y="81455"/>
                </a:lnTo>
                <a:lnTo>
                  <a:pt x="21497" y="81455"/>
                </a:lnTo>
                <a:lnTo>
                  <a:pt x="21497" y="81456"/>
                </a:lnTo>
                <a:lnTo>
                  <a:pt x="21497" y="81456"/>
                </a:lnTo>
                <a:lnTo>
                  <a:pt x="21497" y="81456"/>
                </a:lnTo>
                <a:lnTo>
                  <a:pt x="21497" y="81456"/>
                </a:lnTo>
                <a:lnTo>
                  <a:pt x="21497" y="81456"/>
                </a:lnTo>
                <a:lnTo>
                  <a:pt x="21497" y="81456"/>
                </a:lnTo>
                <a:lnTo>
                  <a:pt x="21497" y="81456"/>
                </a:lnTo>
                <a:lnTo>
                  <a:pt x="21497" y="81457"/>
                </a:lnTo>
                <a:lnTo>
                  <a:pt x="21497" y="81457"/>
                </a:lnTo>
                <a:lnTo>
                  <a:pt x="21497" y="81457"/>
                </a:lnTo>
                <a:lnTo>
                  <a:pt x="21497" y="81457"/>
                </a:lnTo>
                <a:lnTo>
                  <a:pt x="21497" y="81457"/>
                </a:lnTo>
                <a:lnTo>
                  <a:pt x="21497" y="81457"/>
                </a:lnTo>
                <a:lnTo>
                  <a:pt x="21497" y="81457"/>
                </a:lnTo>
                <a:lnTo>
                  <a:pt x="21497" y="81457"/>
                </a:lnTo>
                <a:lnTo>
                  <a:pt x="21497" y="81458"/>
                </a:lnTo>
                <a:lnTo>
                  <a:pt x="21497" y="81458"/>
                </a:lnTo>
                <a:lnTo>
                  <a:pt x="21497" y="81458"/>
                </a:lnTo>
                <a:lnTo>
                  <a:pt x="21497" y="81458"/>
                </a:lnTo>
                <a:lnTo>
                  <a:pt x="21497" y="81458"/>
                </a:lnTo>
                <a:lnTo>
                  <a:pt x="21497" y="81458"/>
                </a:lnTo>
                <a:lnTo>
                  <a:pt x="21497" y="81458"/>
                </a:lnTo>
                <a:lnTo>
                  <a:pt x="21497" y="81458"/>
                </a:lnTo>
                <a:lnTo>
                  <a:pt x="21497" y="81459"/>
                </a:lnTo>
                <a:lnTo>
                  <a:pt x="21497" y="81459"/>
                </a:lnTo>
                <a:lnTo>
                  <a:pt x="21497" y="81459"/>
                </a:lnTo>
                <a:lnTo>
                  <a:pt x="21497" y="81459"/>
                </a:lnTo>
                <a:lnTo>
                  <a:pt x="21497" y="81459"/>
                </a:lnTo>
                <a:lnTo>
                  <a:pt x="21497" y="81459"/>
                </a:lnTo>
                <a:lnTo>
                  <a:pt x="21497" y="81459"/>
                </a:lnTo>
                <a:lnTo>
                  <a:pt x="21497" y="81459"/>
                </a:lnTo>
                <a:lnTo>
                  <a:pt x="21497" y="81460"/>
                </a:lnTo>
                <a:lnTo>
                  <a:pt x="21497" y="81460"/>
                </a:lnTo>
                <a:lnTo>
                  <a:pt x="21497" y="81460"/>
                </a:lnTo>
                <a:lnTo>
                  <a:pt x="21497" y="81460"/>
                </a:lnTo>
                <a:lnTo>
                  <a:pt x="21497" y="81460"/>
                </a:lnTo>
                <a:lnTo>
                  <a:pt x="21497" y="81460"/>
                </a:lnTo>
                <a:lnTo>
                  <a:pt x="21497" y="81460"/>
                </a:lnTo>
                <a:lnTo>
                  <a:pt x="21497" y="81460"/>
                </a:lnTo>
                <a:lnTo>
                  <a:pt x="21497" y="81461"/>
                </a:lnTo>
                <a:lnTo>
                  <a:pt x="21497" y="81461"/>
                </a:lnTo>
                <a:lnTo>
                  <a:pt x="21497" y="81461"/>
                </a:lnTo>
                <a:lnTo>
                  <a:pt x="21497" y="81461"/>
                </a:lnTo>
                <a:lnTo>
                  <a:pt x="21497" y="81461"/>
                </a:lnTo>
                <a:lnTo>
                  <a:pt x="21497" y="81461"/>
                </a:lnTo>
                <a:lnTo>
                  <a:pt x="21497" y="81461"/>
                </a:lnTo>
                <a:lnTo>
                  <a:pt x="21497" y="81461"/>
                </a:lnTo>
                <a:lnTo>
                  <a:pt x="21497" y="81462"/>
                </a:lnTo>
                <a:lnTo>
                  <a:pt x="21497" y="81462"/>
                </a:lnTo>
                <a:lnTo>
                  <a:pt x="21497" y="81462"/>
                </a:lnTo>
                <a:lnTo>
                  <a:pt x="21497" y="81462"/>
                </a:lnTo>
                <a:lnTo>
                  <a:pt x="21497" y="81462"/>
                </a:lnTo>
                <a:lnTo>
                  <a:pt x="21497" y="81462"/>
                </a:lnTo>
                <a:lnTo>
                  <a:pt x="21497" y="81462"/>
                </a:lnTo>
                <a:lnTo>
                  <a:pt x="21497" y="81463"/>
                </a:lnTo>
                <a:lnTo>
                  <a:pt x="21497" y="81463"/>
                </a:lnTo>
                <a:lnTo>
                  <a:pt x="21497" y="81463"/>
                </a:lnTo>
                <a:lnTo>
                  <a:pt x="21497" y="81463"/>
                </a:lnTo>
                <a:lnTo>
                  <a:pt x="21497" y="81463"/>
                </a:lnTo>
                <a:lnTo>
                  <a:pt x="21497" y="81463"/>
                </a:lnTo>
                <a:lnTo>
                  <a:pt x="21497" y="81463"/>
                </a:lnTo>
                <a:lnTo>
                  <a:pt x="21497" y="81463"/>
                </a:lnTo>
                <a:lnTo>
                  <a:pt x="21497" y="81464"/>
                </a:lnTo>
                <a:lnTo>
                  <a:pt x="21497" y="81464"/>
                </a:lnTo>
                <a:lnTo>
                  <a:pt x="21497" y="81464"/>
                </a:lnTo>
                <a:lnTo>
                  <a:pt x="21497" y="81464"/>
                </a:lnTo>
                <a:lnTo>
                  <a:pt x="21497" y="81464"/>
                </a:lnTo>
                <a:lnTo>
                  <a:pt x="21497" y="81464"/>
                </a:lnTo>
                <a:lnTo>
                  <a:pt x="21497" y="81464"/>
                </a:lnTo>
                <a:lnTo>
                  <a:pt x="21497" y="81464"/>
                </a:lnTo>
                <a:lnTo>
                  <a:pt x="21497" y="81465"/>
                </a:lnTo>
                <a:lnTo>
                  <a:pt x="21497" y="81465"/>
                </a:lnTo>
                <a:lnTo>
                  <a:pt x="21497" y="81465"/>
                </a:lnTo>
                <a:lnTo>
                  <a:pt x="21497" y="81465"/>
                </a:lnTo>
                <a:lnTo>
                  <a:pt x="21497" y="81465"/>
                </a:lnTo>
                <a:lnTo>
                  <a:pt x="21497" y="81465"/>
                </a:lnTo>
                <a:lnTo>
                  <a:pt x="21497" y="81465"/>
                </a:lnTo>
                <a:lnTo>
                  <a:pt x="21497" y="81465"/>
                </a:lnTo>
                <a:lnTo>
                  <a:pt x="21497" y="81466"/>
                </a:lnTo>
                <a:lnTo>
                  <a:pt x="21497" y="81466"/>
                </a:lnTo>
                <a:lnTo>
                  <a:pt x="21497" y="81466"/>
                </a:lnTo>
                <a:lnTo>
                  <a:pt x="21497" y="81466"/>
                </a:lnTo>
                <a:lnTo>
                  <a:pt x="21497" y="81466"/>
                </a:lnTo>
                <a:lnTo>
                  <a:pt x="21497" y="81466"/>
                </a:lnTo>
                <a:lnTo>
                  <a:pt x="21497" y="81466"/>
                </a:lnTo>
                <a:lnTo>
                  <a:pt x="21497" y="81466"/>
                </a:lnTo>
                <a:lnTo>
                  <a:pt x="21497" y="81467"/>
                </a:lnTo>
                <a:lnTo>
                  <a:pt x="21497" y="81467"/>
                </a:lnTo>
                <a:lnTo>
                  <a:pt x="21497" y="81467"/>
                </a:lnTo>
                <a:lnTo>
                  <a:pt x="21497" y="81467"/>
                </a:lnTo>
                <a:lnTo>
                  <a:pt x="21497" y="81467"/>
                </a:lnTo>
                <a:lnTo>
                  <a:pt x="21497" y="81467"/>
                </a:lnTo>
                <a:lnTo>
                  <a:pt x="21497" y="81467"/>
                </a:lnTo>
                <a:lnTo>
                  <a:pt x="21497" y="81468"/>
                </a:lnTo>
                <a:lnTo>
                  <a:pt x="21497" y="81468"/>
                </a:lnTo>
                <a:lnTo>
                  <a:pt x="21497" y="81468"/>
                </a:lnTo>
                <a:lnTo>
                  <a:pt x="21497" y="81468"/>
                </a:lnTo>
                <a:lnTo>
                  <a:pt x="21497" y="81468"/>
                </a:lnTo>
                <a:lnTo>
                  <a:pt x="21497" y="81468"/>
                </a:lnTo>
                <a:lnTo>
                  <a:pt x="21497" y="81468"/>
                </a:lnTo>
                <a:lnTo>
                  <a:pt x="21497" y="81468"/>
                </a:lnTo>
                <a:lnTo>
                  <a:pt x="21497" y="81469"/>
                </a:lnTo>
                <a:lnTo>
                  <a:pt x="21497" y="81469"/>
                </a:lnTo>
                <a:lnTo>
                  <a:pt x="21497" y="81469"/>
                </a:lnTo>
                <a:lnTo>
                  <a:pt x="21497" y="81469"/>
                </a:lnTo>
                <a:lnTo>
                  <a:pt x="21497" y="81469"/>
                </a:lnTo>
                <a:lnTo>
                  <a:pt x="21497" y="81469"/>
                </a:lnTo>
                <a:lnTo>
                  <a:pt x="21497" y="81469"/>
                </a:lnTo>
                <a:lnTo>
                  <a:pt x="21497" y="81469"/>
                </a:lnTo>
                <a:lnTo>
                  <a:pt x="21497" y="81470"/>
                </a:lnTo>
                <a:lnTo>
                  <a:pt x="21497" y="81470"/>
                </a:lnTo>
                <a:lnTo>
                  <a:pt x="21497" y="81470"/>
                </a:lnTo>
                <a:lnTo>
                  <a:pt x="21497" y="81470"/>
                </a:lnTo>
                <a:lnTo>
                  <a:pt x="21497" y="81470"/>
                </a:lnTo>
                <a:lnTo>
                  <a:pt x="21497" y="81470"/>
                </a:lnTo>
                <a:lnTo>
                  <a:pt x="21497" y="81470"/>
                </a:lnTo>
                <a:lnTo>
                  <a:pt x="21497" y="81470"/>
                </a:lnTo>
                <a:lnTo>
                  <a:pt x="21497" y="81471"/>
                </a:lnTo>
                <a:lnTo>
                  <a:pt x="21497" y="81471"/>
                </a:lnTo>
                <a:lnTo>
                  <a:pt x="21497" y="81471"/>
                </a:lnTo>
                <a:lnTo>
                  <a:pt x="21497" y="81471"/>
                </a:lnTo>
                <a:lnTo>
                  <a:pt x="21497" y="81471"/>
                </a:lnTo>
                <a:lnTo>
                  <a:pt x="21497" y="81471"/>
                </a:lnTo>
                <a:lnTo>
                  <a:pt x="21497" y="81471"/>
                </a:lnTo>
                <a:lnTo>
                  <a:pt x="21497" y="81471"/>
                </a:lnTo>
                <a:lnTo>
                  <a:pt x="21497" y="81472"/>
                </a:lnTo>
                <a:lnTo>
                  <a:pt x="21497" y="81472"/>
                </a:lnTo>
                <a:lnTo>
                  <a:pt x="21497" y="81472"/>
                </a:lnTo>
                <a:lnTo>
                  <a:pt x="21497" y="81472"/>
                </a:lnTo>
                <a:lnTo>
                  <a:pt x="21497" y="81472"/>
                </a:lnTo>
                <a:lnTo>
                  <a:pt x="21497" y="81472"/>
                </a:lnTo>
                <a:lnTo>
                  <a:pt x="21497" y="81472"/>
                </a:lnTo>
                <a:lnTo>
                  <a:pt x="21497" y="81473"/>
                </a:lnTo>
                <a:lnTo>
                  <a:pt x="21497" y="81473"/>
                </a:lnTo>
                <a:lnTo>
                  <a:pt x="21497" y="81473"/>
                </a:lnTo>
                <a:lnTo>
                  <a:pt x="21497" y="81473"/>
                </a:lnTo>
                <a:lnTo>
                  <a:pt x="21497" y="81473"/>
                </a:lnTo>
                <a:lnTo>
                  <a:pt x="21497" y="81473"/>
                </a:lnTo>
                <a:lnTo>
                  <a:pt x="21497" y="81473"/>
                </a:lnTo>
                <a:lnTo>
                  <a:pt x="21497" y="81473"/>
                </a:lnTo>
                <a:lnTo>
                  <a:pt x="21497" y="81474"/>
                </a:lnTo>
                <a:lnTo>
                  <a:pt x="21497" y="81474"/>
                </a:lnTo>
                <a:lnTo>
                  <a:pt x="21497" y="81474"/>
                </a:lnTo>
                <a:lnTo>
                  <a:pt x="21497" y="81474"/>
                </a:lnTo>
                <a:lnTo>
                  <a:pt x="21497" y="81474"/>
                </a:lnTo>
                <a:lnTo>
                  <a:pt x="21497" y="81474"/>
                </a:lnTo>
                <a:lnTo>
                  <a:pt x="21497" y="81474"/>
                </a:lnTo>
                <a:lnTo>
                  <a:pt x="21497" y="81474"/>
                </a:lnTo>
                <a:lnTo>
                  <a:pt x="21497" y="81475"/>
                </a:lnTo>
                <a:lnTo>
                  <a:pt x="21497" y="81475"/>
                </a:lnTo>
                <a:lnTo>
                  <a:pt x="21497" y="81475"/>
                </a:lnTo>
                <a:lnTo>
                  <a:pt x="21497" y="81475"/>
                </a:lnTo>
                <a:lnTo>
                  <a:pt x="21497" y="81475"/>
                </a:lnTo>
                <a:lnTo>
                  <a:pt x="21497" y="81475"/>
                </a:lnTo>
                <a:lnTo>
                  <a:pt x="21497" y="81475"/>
                </a:lnTo>
                <a:lnTo>
                  <a:pt x="21497" y="81476"/>
                </a:lnTo>
                <a:lnTo>
                  <a:pt x="21497" y="81476"/>
                </a:lnTo>
                <a:lnTo>
                  <a:pt x="21497" y="81476"/>
                </a:lnTo>
                <a:lnTo>
                  <a:pt x="21497" y="81476"/>
                </a:lnTo>
                <a:lnTo>
                  <a:pt x="21497" y="81476"/>
                </a:lnTo>
                <a:lnTo>
                  <a:pt x="21497" y="81476"/>
                </a:lnTo>
                <a:lnTo>
                  <a:pt x="21497" y="81476"/>
                </a:lnTo>
                <a:lnTo>
                  <a:pt x="21497" y="81476"/>
                </a:lnTo>
                <a:lnTo>
                  <a:pt x="21497" y="81477"/>
                </a:lnTo>
                <a:lnTo>
                  <a:pt x="21497" y="81477"/>
                </a:lnTo>
                <a:lnTo>
                  <a:pt x="21497" y="81477"/>
                </a:lnTo>
                <a:lnTo>
                  <a:pt x="21497" y="81477"/>
                </a:lnTo>
                <a:lnTo>
                  <a:pt x="21497" y="81477"/>
                </a:lnTo>
                <a:lnTo>
                  <a:pt x="21497" y="81477"/>
                </a:lnTo>
                <a:lnTo>
                  <a:pt x="21497" y="81477"/>
                </a:lnTo>
                <a:lnTo>
                  <a:pt x="21497" y="81477"/>
                </a:lnTo>
                <a:lnTo>
                  <a:pt x="21497" y="81478"/>
                </a:lnTo>
                <a:lnTo>
                  <a:pt x="21497" y="81478"/>
                </a:lnTo>
                <a:lnTo>
                  <a:pt x="21497" y="81478"/>
                </a:lnTo>
                <a:lnTo>
                  <a:pt x="21497" y="81478"/>
                </a:lnTo>
                <a:lnTo>
                  <a:pt x="21497" y="81478"/>
                </a:lnTo>
                <a:lnTo>
                  <a:pt x="21497" y="81478"/>
                </a:lnTo>
                <a:lnTo>
                  <a:pt x="21497" y="81478"/>
                </a:lnTo>
                <a:lnTo>
                  <a:pt x="21497" y="81478"/>
                </a:lnTo>
                <a:lnTo>
                  <a:pt x="21497" y="81479"/>
                </a:lnTo>
                <a:lnTo>
                  <a:pt x="21497" y="81479"/>
                </a:lnTo>
                <a:lnTo>
                  <a:pt x="21497" y="81479"/>
                </a:lnTo>
                <a:lnTo>
                  <a:pt x="21497" y="81479"/>
                </a:lnTo>
                <a:lnTo>
                  <a:pt x="21497" y="81479"/>
                </a:lnTo>
                <a:lnTo>
                  <a:pt x="21497" y="81479"/>
                </a:lnTo>
                <a:lnTo>
                  <a:pt x="21497" y="81479"/>
                </a:lnTo>
                <a:lnTo>
                  <a:pt x="21497" y="81480"/>
                </a:lnTo>
                <a:lnTo>
                  <a:pt x="21497" y="81480"/>
                </a:lnTo>
                <a:lnTo>
                  <a:pt x="21497" y="81480"/>
                </a:lnTo>
                <a:lnTo>
                  <a:pt x="21497" y="81480"/>
                </a:lnTo>
                <a:lnTo>
                  <a:pt x="21497" y="81480"/>
                </a:lnTo>
                <a:lnTo>
                  <a:pt x="21497" y="81480"/>
                </a:lnTo>
                <a:lnTo>
                  <a:pt x="21497" y="81480"/>
                </a:lnTo>
                <a:lnTo>
                  <a:pt x="21497" y="81480"/>
                </a:lnTo>
                <a:lnTo>
                  <a:pt x="21497" y="81481"/>
                </a:lnTo>
                <a:lnTo>
                  <a:pt x="21497" y="81481"/>
                </a:lnTo>
                <a:lnTo>
                  <a:pt x="21497" y="81481"/>
                </a:lnTo>
                <a:lnTo>
                  <a:pt x="21497" y="81481"/>
                </a:lnTo>
                <a:lnTo>
                  <a:pt x="21497" y="81481"/>
                </a:lnTo>
                <a:lnTo>
                  <a:pt x="21497" y="81481"/>
                </a:lnTo>
                <a:lnTo>
                  <a:pt x="21497" y="81481"/>
                </a:lnTo>
                <a:lnTo>
                  <a:pt x="21497" y="81481"/>
                </a:lnTo>
                <a:lnTo>
                  <a:pt x="21497" y="81482"/>
                </a:lnTo>
                <a:lnTo>
                  <a:pt x="21497" y="81482"/>
                </a:lnTo>
                <a:lnTo>
                  <a:pt x="21497" y="81482"/>
                </a:lnTo>
                <a:lnTo>
                  <a:pt x="21497" y="81482"/>
                </a:lnTo>
                <a:lnTo>
                  <a:pt x="21497" y="81482"/>
                </a:lnTo>
                <a:lnTo>
                  <a:pt x="21497" y="81482"/>
                </a:lnTo>
                <a:lnTo>
                  <a:pt x="21497" y="81482"/>
                </a:lnTo>
                <a:lnTo>
                  <a:pt x="21497" y="81483"/>
                </a:lnTo>
                <a:lnTo>
                  <a:pt x="21497" y="81483"/>
                </a:lnTo>
                <a:lnTo>
                  <a:pt x="21497" y="81483"/>
                </a:lnTo>
                <a:lnTo>
                  <a:pt x="21497" y="81483"/>
                </a:lnTo>
                <a:lnTo>
                  <a:pt x="21497" y="81483"/>
                </a:lnTo>
                <a:lnTo>
                  <a:pt x="21497" y="81483"/>
                </a:lnTo>
                <a:lnTo>
                  <a:pt x="21497" y="81483"/>
                </a:lnTo>
                <a:lnTo>
                  <a:pt x="21497" y="81483"/>
                </a:lnTo>
                <a:lnTo>
                  <a:pt x="21497" y="81484"/>
                </a:lnTo>
                <a:lnTo>
                  <a:pt x="21497" y="81484"/>
                </a:lnTo>
                <a:lnTo>
                  <a:pt x="21497" y="81484"/>
                </a:lnTo>
                <a:lnTo>
                  <a:pt x="21497" y="81484"/>
                </a:lnTo>
                <a:lnTo>
                  <a:pt x="21497" y="81484"/>
                </a:lnTo>
                <a:lnTo>
                  <a:pt x="21497" y="81484"/>
                </a:lnTo>
                <a:lnTo>
                  <a:pt x="21497" y="81484"/>
                </a:lnTo>
                <a:lnTo>
                  <a:pt x="21497" y="81484"/>
                </a:lnTo>
                <a:lnTo>
                  <a:pt x="21497" y="81485"/>
                </a:lnTo>
                <a:lnTo>
                  <a:pt x="21497" y="81485"/>
                </a:lnTo>
                <a:lnTo>
                  <a:pt x="21497" y="81485"/>
                </a:lnTo>
                <a:lnTo>
                  <a:pt x="21497" y="81485"/>
                </a:lnTo>
                <a:lnTo>
                  <a:pt x="21497" y="81485"/>
                </a:lnTo>
                <a:lnTo>
                  <a:pt x="21497" y="81485"/>
                </a:lnTo>
                <a:lnTo>
                  <a:pt x="21497" y="81485"/>
                </a:lnTo>
                <a:lnTo>
                  <a:pt x="21497" y="81486"/>
                </a:lnTo>
                <a:lnTo>
                  <a:pt x="21497" y="81486"/>
                </a:lnTo>
                <a:lnTo>
                  <a:pt x="21497" y="81486"/>
                </a:lnTo>
                <a:lnTo>
                  <a:pt x="21497" y="81486"/>
                </a:lnTo>
                <a:lnTo>
                  <a:pt x="21497" y="81486"/>
                </a:lnTo>
                <a:lnTo>
                  <a:pt x="21497" y="81486"/>
                </a:lnTo>
                <a:lnTo>
                  <a:pt x="21497" y="81486"/>
                </a:lnTo>
                <a:lnTo>
                  <a:pt x="21497" y="81486"/>
                </a:lnTo>
                <a:lnTo>
                  <a:pt x="21497" y="81487"/>
                </a:lnTo>
                <a:lnTo>
                  <a:pt x="21497" y="81487"/>
                </a:lnTo>
                <a:lnTo>
                  <a:pt x="21497" y="81487"/>
                </a:lnTo>
                <a:lnTo>
                  <a:pt x="21497" y="81487"/>
                </a:lnTo>
                <a:lnTo>
                  <a:pt x="21497" y="81487"/>
                </a:lnTo>
                <a:lnTo>
                  <a:pt x="21497" y="81487"/>
                </a:lnTo>
                <a:lnTo>
                  <a:pt x="21497" y="81487"/>
                </a:lnTo>
                <a:lnTo>
                  <a:pt x="21497" y="81487"/>
                </a:lnTo>
                <a:lnTo>
                  <a:pt x="21497" y="81488"/>
                </a:lnTo>
                <a:lnTo>
                  <a:pt x="21497" y="81488"/>
                </a:lnTo>
                <a:lnTo>
                  <a:pt x="21497" y="81488"/>
                </a:lnTo>
                <a:lnTo>
                  <a:pt x="21497" y="81488"/>
                </a:lnTo>
                <a:lnTo>
                  <a:pt x="21497" y="81488"/>
                </a:lnTo>
                <a:lnTo>
                  <a:pt x="21497" y="81488"/>
                </a:lnTo>
                <a:lnTo>
                  <a:pt x="21497" y="81488"/>
                </a:lnTo>
                <a:lnTo>
                  <a:pt x="21497" y="81489"/>
                </a:lnTo>
                <a:lnTo>
                  <a:pt x="21497" y="81489"/>
                </a:lnTo>
                <a:lnTo>
                  <a:pt x="21497" y="81489"/>
                </a:lnTo>
                <a:lnTo>
                  <a:pt x="21497" y="81489"/>
                </a:lnTo>
                <a:lnTo>
                  <a:pt x="21497" y="81489"/>
                </a:lnTo>
                <a:lnTo>
                  <a:pt x="21497" y="81489"/>
                </a:lnTo>
                <a:lnTo>
                  <a:pt x="21497" y="81489"/>
                </a:lnTo>
                <a:lnTo>
                  <a:pt x="21497" y="81489"/>
                </a:lnTo>
                <a:lnTo>
                  <a:pt x="21497" y="81490"/>
                </a:lnTo>
                <a:lnTo>
                  <a:pt x="21497" y="81490"/>
                </a:lnTo>
                <a:lnTo>
                  <a:pt x="21497" y="81490"/>
                </a:lnTo>
                <a:lnTo>
                  <a:pt x="21497" y="81490"/>
                </a:lnTo>
                <a:lnTo>
                  <a:pt x="21497" y="81490"/>
                </a:lnTo>
                <a:lnTo>
                  <a:pt x="21497" y="81490"/>
                </a:lnTo>
                <a:lnTo>
                  <a:pt x="21497" y="81490"/>
                </a:lnTo>
                <a:lnTo>
                  <a:pt x="21497" y="81491"/>
                </a:lnTo>
                <a:lnTo>
                  <a:pt x="21497" y="81491"/>
                </a:lnTo>
                <a:lnTo>
                  <a:pt x="21497" y="81491"/>
                </a:lnTo>
                <a:lnTo>
                  <a:pt x="21497" y="81491"/>
                </a:lnTo>
                <a:lnTo>
                  <a:pt x="21497" y="81491"/>
                </a:lnTo>
                <a:lnTo>
                  <a:pt x="21497" y="81491"/>
                </a:lnTo>
                <a:lnTo>
                  <a:pt x="21497" y="81491"/>
                </a:lnTo>
                <a:lnTo>
                  <a:pt x="21497" y="81491"/>
                </a:lnTo>
                <a:lnTo>
                  <a:pt x="21497" y="81492"/>
                </a:lnTo>
                <a:lnTo>
                  <a:pt x="21497" y="81492"/>
                </a:lnTo>
                <a:lnTo>
                  <a:pt x="21497" y="81492"/>
                </a:lnTo>
                <a:lnTo>
                  <a:pt x="21497" y="81492"/>
                </a:lnTo>
                <a:lnTo>
                  <a:pt x="21497" y="81492"/>
                </a:lnTo>
                <a:lnTo>
                  <a:pt x="21497" y="81492"/>
                </a:lnTo>
                <a:lnTo>
                  <a:pt x="21497" y="81492"/>
                </a:lnTo>
                <a:lnTo>
                  <a:pt x="21497" y="81492"/>
                </a:lnTo>
                <a:lnTo>
                  <a:pt x="21497" y="81493"/>
                </a:lnTo>
                <a:lnTo>
                  <a:pt x="21497" y="81493"/>
                </a:lnTo>
                <a:lnTo>
                  <a:pt x="21497" y="81493"/>
                </a:lnTo>
                <a:lnTo>
                  <a:pt x="21497" y="81493"/>
                </a:lnTo>
                <a:lnTo>
                  <a:pt x="21497" y="81493"/>
                </a:lnTo>
                <a:lnTo>
                  <a:pt x="21497" y="81493"/>
                </a:lnTo>
                <a:lnTo>
                  <a:pt x="21497" y="81493"/>
                </a:lnTo>
                <a:lnTo>
                  <a:pt x="21497" y="81494"/>
                </a:lnTo>
                <a:lnTo>
                  <a:pt x="21497" y="81494"/>
                </a:lnTo>
                <a:lnTo>
                  <a:pt x="21497" y="81494"/>
                </a:lnTo>
                <a:lnTo>
                  <a:pt x="21497" y="81494"/>
                </a:lnTo>
                <a:lnTo>
                  <a:pt x="21497" y="81494"/>
                </a:lnTo>
                <a:lnTo>
                  <a:pt x="21497" y="81494"/>
                </a:lnTo>
                <a:lnTo>
                  <a:pt x="21497" y="81494"/>
                </a:lnTo>
                <a:lnTo>
                  <a:pt x="21497" y="81494"/>
                </a:lnTo>
                <a:lnTo>
                  <a:pt x="21497" y="81495"/>
                </a:lnTo>
                <a:lnTo>
                  <a:pt x="21497" y="81495"/>
                </a:lnTo>
                <a:lnTo>
                  <a:pt x="21497" y="81495"/>
                </a:lnTo>
                <a:lnTo>
                  <a:pt x="21497" y="81495"/>
                </a:lnTo>
                <a:lnTo>
                  <a:pt x="21497" y="81495"/>
                </a:lnTo>
                <a:lnTo>
                  <a:pt x="21497" y="81495"/>
                </a:lnTo>
                <a:lnTo>
                  <a:pt x="21497" y="81495"/>
                </a:lnTo>
                <a:lnTo>
                  <a:pt x="21497" y="81496"/>
                </a:lnTo>
                <a:lnTo>
                  <a:pt x="21497" y="81496"/>
                </a:lnTo>
                <a:lnTo>
                  <a:pt x="21497" y="81496"/>
                </a:lnTo>
                <a:lnTo>
                  <a:pt x="21497" y="81496"/>
                </a:lnTo>
                <a:lnTo>
                  <a:pt x="21497" y="81496"/>
                </a:lnTo>
                <a:lnTo>
                  <a:pt x="21497" y="81496"/>
                </a:lnTo>
                <a:lnTo>
                  <a:pt x="21497" y="81496"/>
                </a:lnTo>
                <a:lnTo>
                  <a:pt x="21497" y="81496"/>
                </a:lnTo>
                <a:lnTo>
                  <a:pt x="21497" y="81497"/>
                </a:lnTo>
                <a:lnTo>
                  <a:pt x="21497" y="81497"/>
                </a:lnTo>
                <a:lnTo>
                  <a:pt x="21497" y="81497"/>
                </a:lnTo>
                <a:lnTo>
                  <a:pt x="21497" y="81497"/>
                </a:lnTo>
                <a:lnTo>
                  <a:pt x="21497" y="81497"/>
                </a:lnTo>
                <a:lnTo>
                  <a:pt x="21497" y="81497"/>
                </a:lnTo>
                <a:lnTo>
                  <a:pt x="21497" y="81497"/>
                </a:lnTo>
                <a:lnTo>
                  <a:pt x="21497" y="81497"/>
                </a:lnTo>
                <a:lnTo>
                  <a:pt x="21497" y="81498"/>
                </a:lnTo>
                <a:lnTo>
                  <a:pt x="21497" y="81498"/>
                </a:lnTo>
                <a:lnTo>
                  <a:pt x="21497" y="81498"/>
                </a:lnTo>
                <a:lnTo>
                  <a:pt x="21497" y="81498"/>
                </a:lnTo>
                <a:lnTo>
                  <a:pt x="21497" y="81498"/>
                </a:lnTo>
                <a:lnTo>
                  <a:pt x="21497" y="81498"/>
                </a:lnTo>
                <a:lnTo>
                  <a:pt x="21497" y="81498"/>
                </a:lnTo>
                <a:lnTo>
                  <a:pt x="21497" y="81499"/>
                </a:lnTo>
                <a:lnTo>
                  <a:pt x="21497" y="81499"/>
                </a:lnTo>
                <a:lnTo>
                  <a:pt x="21497" y="81499"/>
                </a:lnTo>
                <a:lnTo>
                  <a:pt x="21497" y="81499"/>
                </a:lnTo>
                <a:lnTo>
                  <a:pt x="21497" y="81499"/>
                </a:lnTo>
                <a:lnTo>
                  <a:pt x="21497" y="81499"/>
                </a:lnTo>
                <a:lnTo>
                  <a:pt x="21497" y="81499"/>
                </a:lnTo>
                <a:lnTo>
                  <a:pt x="21497" y="81499"/>
                </a:lnTo>
                <a:lnTo>
                  <a:pt x="21497" y="81500"/>
                </a:lnTo>
                <a:lnTo>
                  <a:pt x="21497" y="81500"/>
                </a:lnTo>
                <a:lnTo>
                  <a:pt x="21497" y="81500"/>
                </a:lnTo>
                <a:lnTo>
                  <a:pt x="21497" y="81500"/>
                </a:lnTo>
                <a:lnTo>
                  <a:pt x="21497" y="81500"/>
                </a:lnTo>
                <a:lnTo>
                  <a:pt x="21497" y="81500"/>
                </a:lnTo>
                <a:lnTo>
                  <a:pt x="21497" y="81500"/>
                </a:lnTo>
                <a:lnTo>
                  <a:pt x="21497" y="81501"/>
                </a:lnTo>
                <a:lnTo>
                  <a:pt x="21497" y="81501"/>
                </a:lnTo>
                <a:lnTo>
                  <a:pt x="21497" y="81501"/>
                </a:lnTo>
                <a:lnTo>
                  <a:pt x="21497" y="81501"/>
                </a:lnTo>
                <a:lnTo>
                  <a:pt x="21497" y="81501"/>
                </a:lnTo>
                <a:lnTo>
                  <a:pt x="21497" y="81501"/>
                </a:lnTo>
                <a:lnTo>
                  <a:pt x="21497" y="81501"/>
                </a:lnTo>
                <a:lnTo>
                  <a:pt x="21497" y="81501"/>
                </a:lnTo>
                <a:lnTo>
                  <a:pt x="21497" y="81502"/>
                </a:lnTo>
                <a:lnTo>
                  <a:pt x="21497" y="81502"/>
                </a:lnTo>
                <a:lnTo>
                  <a:pt x="21497" y="81502"/>
                </a:lnTo>
                <a:lnTo>
                  <a:pt x="21497" y="81502"/>
                </a:lnTo>
                <a:lnTo>
                  <a:pt x="21497" y="81502"/>
                </a:lnTo>
                <a:lnTo>
                  <a:pt x="21497" y="81502"/>
                </a:lnTo>
                <a:lnTo>
                  <a:pt x="21497" y="81502"/>
                </a:lnTo>
                <a:lnTo>
                  <a:pt x="21497" y="81503"/>
                </a:lnTo>
                <a:lnTo>
                  <a:pt x="21497" y="81503"/>
                </a:lnTo>
                <a:lnTo>
                  <a:pt x="21497" y="81503"/>
                </a:lnTo>
                <a:lnTo>
                  <a:pt x="21497" y="81503"/>
                </a:lnTo>
                <a:lnTo>
                  <a:pt x="21497" y="81503"/>
                </a:lnTo>
                <a:lnTo>
                  <a:pt x="21497" y="81503"/>
                </a:lnTo>
                <a:lnTo>
                  <a:pt x="21497" y="81503"/>
                </a:lnTo>
                <a:lnTo>
                  <a:pt x="21497" y="81503"/>
                </a:lnTo>
                <a:lnTo>
                  <a:pt x="21497" y="81504"/>
                </a:lnTo>
                <a:lnTo>
                  <a:pt x="21497" y="81504"/>
                </a:lnTo>
                <a:lnTo>
                  <a:pt x="21497" y="81504"/>
                </a:lnTo>
                <a:lnTo>
                  <a:pt x="21497" y="81504"/>
                </a:lnTo>
                <a:lnTo>
                  <a:pt x="21497" y="81504"/>
                </a:lnTo>
                <a:lnTo>
                  <a:pt x="21497" y="81504"/>
                </a:lnTo>
                <a:lnTo>
                  <a:pt x="21497" y="81504"/>
                </a:lnTo>
                <a:lnTo>
                  <a:pt x="21497" y="81505"/>
                </a:lnTo>
                <a:lnTo>
                  <a:pt x="21497" y="81505"/>
                </a:lnTo>
                <a:lnTo>
                  <a:pt x="21497" y="81505"/>
                </a:lnTo>
                <a:lnTo>
                  <a:pt x="21497" y="81505"/>
                </a:lnTo>
                <a:lnTo>
                  <a:pt x="21497" y="81505"/>
                </a:lnTo>
                <a:lnTo>
                  <a:pt x="21497" y="81505"/>
                </a:lnTo>
                <a:lnTo>
                  <a:pt x="21497" y="81505"/>
                </a:lnTo>
                <a:lnTo>
                  <a:pt x="21497" y="81505"/>
                </a:lnTo>
                <a:lnTo>
                  <a:pt x="21497" y="81506"/>
                </a:lnTo>
                <a:lnTo>
                  <a:pt x="21497" y="81506"/>
                </a:lnTo>
                <a:lnTo>
                  <a:pt x="21497" y="81506"/>
                </a:lnTo>
                <a:lnTo>
                  <a:pt x="21497" y="81506"/>
                </a:lnTo>
                <a:lnTo>
                  <a:pt x="21497" y="81506"/>
                </a:lnTo>
                <a:lnTo>
                  <a:pt x="21497" y="81506"/>
                </a:lnTo>
                <a:lnTo>
                  <a:pt x="21497" y="81506"/>
                </a:lnTo>
                <a:lnTo>
                  <a:pt x="21497" y="81507"/>
                </a:lnTo>
                <a:lnTo>
                  <a:pt x="21497" y="81507"/>
                </a:lnTo>
                <a:lnTo>
                  <a:pt x="21497" y="81507"/>
                </a:lnTo>
                <a:lnTo>
                  <a:pt x="21497" y="81507"/>
                </a:lnTo>
                <a:lnTo>
                  <a:pt x="21497" y="81507"/>
                </a:lnTo>
                <a:lnTo>
                  <a:pt x="21497" y="81507"/>
                </a:lnTo>
                <a:lnTo>
                  <a:pt x="21497" y="81507"/>
                </a:lnTo>
                <a:lnTo>
                  <a:pt x="21497" y="81507"/>
                </a:lnTo>
                <a:lnTo>
                  <a:pt x="21497" y="81508"/>
                </a:lnTo>
                <a:lnTo>
                  <a:pt x="21497" y="81508"/>
                </a:lnTo>
                <a:lnTo>
                  <a:pt x="21497" y="81508"/>
                </a:lnTo>
                <a:lnTo>
                  <a:pt x="21497" y="81508"/>
                </a:lnTo>
                <a:lnTo>
                  <a:pt x="21497" y="81508"/>
                </a:lnTo>
                <a:lnTo>
                  <a:pt x="21497" y="81508"/>
                </a:lnTo>
                <a:lnTo>
                  <a:pt x="21497" y="81508"/>
                </a:lnTo>
                <a:lnTo>
                  <a:pt x="21497" y="81509"/>
                </a:lnTo>
                <a:lnTo>
                  <a:pt x="21497" y="81509"/>
                </a:lnTo>
                <a:lnTo>
                  <a:pt x="21497" y="81509"/>
                </a:lnTo>
                <a:lnTo>
                  <a:pt x="21497" y="81509"/>
                </a:lnTo>
                <a:lnTo>
                  <a:pt x="21497" y="81509"/>
                </a:lnTo>
                <a:lnTo>
                  <a:pt x="21497" y="81509"/>
                </a:lnTo>
                <a:lnTo>
                  <a:pt x="21497" y="81509"/>
                </a:lnTo>
                <a:lnTo>
                  <a:pt x="21497" y="81509"/>
                </a:lnTo>
                <a:lnTo>
                  <a:pt x="21497" y="81510"/>
                </a:lnTo>
                <a:lnTo>
                  <a:pt x="21497" y="81510"/>
                </a:lnTo>
                <a:lnTo>
                  <a:pt x="21497" y="81510"/>
                </a:lnTo>
                <a:lnTo>
                  <a:pt x="21497" y="81510"/>
                </a:lnTo>
                <a:lnTo>
                  <a:pt x="21497" y="81510"/>
                </a:lnTo>
                <a:lnTo>
                  <a:pt x="21497" y="81510"/>
                </a:lnTo>
                <a:lnTo>
                  <a:pt x="21497" y="81510"/>
                </a:lnTo>
                <a:lnTo>
                  <a:pt x="21497" y="81511"/>
                </a:lnTo>
                <a:lnTo>
                  <a:pt x="21497" y="81511"/>
                </a:lnTo>
                <a:lnTo>
                  <a:pt x="21497" y="81511"/>
                </a:lnTo>
                <a:lnTo>
                  <a:pt x="21497" y="81511"/>
                </a:lnTo>
                <a:lnTo>
                  <a:pt x="21497" y="81511"/>
                </a:lnTo>
                <a:lnTo>
                  <a:pt x="21497" y="81511"/>
                </a:lnTo>
                <a:lnTo>
                  <a:pt x="21497" y="81511"/>
                </a:lnTo>
                <a:lnTo>
                  <a:pt x="21497" y="81511"/>
                </a:lnTo>
                <a:lnTo>
                  <a:pt x="21497" y="81512"/>
                </a:lnTo>
                <a:lnTo>
                  <a:pt x="21497" y="81512"/>
                </a:lnTo>
                <a:lnTo>
                  <a:pt x="21497" y="81512"/>
                </a:lnTo>
                <a:lnTo>
                  <a:pt x="21497" y="81512"/>
                </a:lnTo>
                <a:lnTo>
                  <a:pt x="21497" y="81512"/>
                </a:lnTo>
                <a:lnTo>
                  <a:pt x="21497" y="81512"/>
                </a:lnTo>
                <a:lnTo>
                  <a:pt x="21497" y="81512"/>
                </a:lnTo>
                <a:lnTo>
                  <a:pt x="21497" y="81513"/>
                </a:lnTo>
                <a:lnTo>
                  <a:pt x="21497" y="81513"/>
                </a:lnTo>
                <a:lnTo>
                  <a:pt x="21497" y="81513"/>
                </a:lnTo>
                <a:lnTo>
                  <a:pt x="21497" y="81513"/>
                </a:lnTo>
                <a:lnTo>
                  <a:pt x="21497" y="81513"/>
                </a:lnTo>
                <a:lnTo>
                  <a:pt x="21497" y="81513"/>
                </a:lnTo>
                <a:lnTo>
                  <a:pt x="21497" y="81513"/>
                </a:lnTo>
                <a:lnTo>
                  <a:pt x="21497" y="81513"/>
                </a:lnTo>
                <a:lnTo>
                  <a:pt x="21497" y="81514"/>
                </a:lnTo>
                <a:lnTo>
                  <a:pt x="21497" y="81514"/>
                </a:lnTo>
                <a:lnTo>
                  <a:pt x="21497" y="81514"/>
                </a:lnTo>
                <a:lnTo>
                  <a:pt x="21497" y="81514"/>
                </a:lnTo>
                <a:lnTo>
                  <a:pt x="21497" y="81514"/>
                </a:lnTo>
                <a:lnTo>
                  <a:pt x="21497" y="81514"/>
                </a:lnTo>
                <a:lnTo>
                  <a:pt x="21497" y="81514"/>
                </a:lnTo>
                <a:lnTo>
                  <a:pt x="21497" y="81515"/>
                </a:lnTo>
                <a:lnTo>
                  <a:pt x="21497" y="81515"/>
                </a:lnTo>
                <a:lnTo>
                  <a:pt x="21497" y="81515"/>
                </a:lnTo>
                <a:lnTo>
                  <a:pt x="21497" y="81515"/>
                </a:lnTo>
                <a:lnTo>
                  <a:pt x="21497" y="81515"/>
                </a:lnTo>
                <a:lnTo>
                  <a:pt x="21497" y="81515"/>
                </a:lnTo>
                <a:lnTo>
                  <a:pt x="21497" y="81515"/>
                </a:lnTo>
                <a:lnTo>
                  <a:pt x="21497" y="81516"/>
                </a:lnTo>
                <a:lnTo>
                  <a:pt x="21497" y="81516"/>
                </a:lnTo>
                <a:lnTo>
                  <a:pt x="21497" y="81516"/>
                </a:lnTo>
                <a:lnTo>
                  <a:pt x="21497" y="81516"/>
                </a:lnTo>
                <a:lnTo>
                  <a:pt x="21497" y="81516"/>
                </a:lnTo>
                <a:lnTo>
                  <a:pt x="21497" y="81516"/>
                </a:lnTo>
                <a:lnTo>
                  <a:pt x="21497" y="81516"/>
                </a:lnTo>
                <a:lnTo>
                  <a:pt x="21497" y="81516"/>
                </a:lnTo>
                <a:lnTo>
                  <a:pt x="21497" y="81517"/>
                </a:lnTo>
                <a:lnTo>
                  <a:pt x="21497" y="81517"/>
                </a:lnTo>
                <a:lnTo>
                  <a:pt x="21497" y="81517"/>
                </a:lnTo>
                <a:lnTo>
                  <a:pt x="21497" y="81517"/>
                </a:lnTo>
                <a:lnTo>
                  <a:pt x="21497" y="81517"/>
                </a:lnTo>
                <a:lnTo>
                  <a:pt x="21497" y="81517"/>
                </a:lnTo>
                <a:lnTo>
                  <a:pt x="21497" y="81517"/>
                </a:lnTo>
                <a:lnTo>
                  <a:pt x="21497" y="81518"/>
                </a:lnTo>
                <a:lnTo>
                  <a:pt x="21497" y="81518"/>
                </a:lnTo>
                <a:lnTo>
                  <a:pt x="21497" y="81518"/>
                </a:lnTo>
                <a:lnTo>
                  <a:pt x="21497" y="81518"/>
                </a:lnTo>
                <a:lnTo>
                  <a:pt x="21497" y="81518"/>
                </a:lnTo>
                <a:lnTo>
                  <a:pt x="21497" y="81518"/>
                </a:lnTo>
                <a:lnTo>
                  <a:pt x="21497" y="81518"/>
                </a:lnTo>
                <a:lnTo>
                  <a:pt x="21497" y="81518"/>
                </a:lnTo>
                <a:lnTo>
                  <a:pt x="21497" y="81519"/>
                </a:lnTo>
                <a:lnTo>
                  <a:pt x="21497" y="81519"/>
                </a:lnTo>
                <a:lnTo>
                  <a:pt x="21497" y="81519"/>
                </a:lnTo>
                <a:lnTo>
                  <a:pt x="21497" y="81519"/>
                </a:lnTo>
                <a:lnTo>
                  <a:pt x="21497" y="81519"/>
                </a:lnTo>
                <a:lnTo>
                  <a:pt x="21497" y="81519"/>
                </a:lnTo>
                <a:lnTo>
                  <a:pt x="21497" y="81519"/>
                </a:lnTo>
                <a:lnTo>
                  <a:pt x="21497" y="81520"/>
                </a:lnTo>
                <a:lnTo>
                  <a:pt x="21497" y="81520"/>
                </a:lnTo>
                <a:lnTo>
                  <a:pt x="21497" y="81520"/>
                </a:lnTo>
                <a:lnTo>
                  <a:pt x="21497" y="81520"/>
                </a:lnTo>
                <a:lnTo>
                  <a:pt x="21497" y="81520"/>
                </a:lnTo>
                <a:lnTo>
                  <a:pt x="21497" y="81520"/>
                </a:lnTo>
                <a:lnTo>
                  <a:pt x="21497" y="81520"/>
                </a:lnTo>
                <a:lnTo>
                  <a:pt x="21497" y="81521"/>
                </a:lnTo>
                <a:lnTo>
                  <a:pt x="21497" y="81521"/>
                </a:lnTo>
                <a:lnTo>
                  <a:pt x="21497" y="81521"/>
                </a:lnTo>
                <a:lnTo>
                  <a:pt x="21497" y="81521"/>
                </a:lnTo>
                <a:lnTo>
                  <a:pt x="21497" y="81521"/>
                </a:lnTo>
                <a:lnTo>
                  <a:pt x="21497" y="81521"/>
                </a:lnTo>
                <a:lnTo>
                  <a:pt x="21497" y="81521"/>
                </a:lnTo>
                <a:lnTo>
                  <a:pt x="21497" y="81521"/>
                </a:lnTo>
                <a:lnTo>
                  <a:pt x="21497" y="81522"/>
                </a:lnTo>
                <a:lnTo>
                  <a:pt x="21497" y="81522"/>
                </a:lnTo>
                <a:lnTo>
                  <a:pt x="21497" y="81522"/>
                </a:lnTo>
                <a:lnTo>
                  <a:pt x="21497" y="81522"/>
                </a:lnTo>
                <a:lnTo>
                  <a:pt x="21497" y="81522"/>
                </a:lnTo>
                <a:lnTo>
                  <a:pt x="21497" y="81522"/>
                </a:lnTo>
                <a:lnTo>
                  <a:pt x="21497" y="81522"/>
                </a:lnTo>
                <a:lnTo>
                  <a:pt x="21497" y="81523"/>
                </a:lnTo>
                <a:lnTo>
                  <a:pt x="21497" y="81523"/>
                </a:lnTo>
                <a:lnTo>
                  <a:pt x="21497" y="81523"/>
                </a:lnTo>
                <a:lnTo>
                  <a:pt x="21497" y="81523"/>
                </a:lnTo>
                <a:lnTo>
                  <a:pt x="21497" y="81523"/>
                </a:lnTo>
                <a:lnTo>
                  <a:pt x="21497" y="81523"/>
                </a:lnTo>
                <a:lnTo>
                  <a:pt x="21497" y="81523"/>
                </a:lnTo>
                <a:lnTo>
                  <a:pt x="21497" y="81523"/>
                </a:lnTo>
                <a:lnTo>
                  <a:pt x="21497" y="81524"/>
                </a:lnTo>
                <a:lnTo>
                  <a:pt x="21497" y="81524"/>
                </a:lnTo>
                <a:lnTo>
                  <a:pt x="21497" y="81524"/>
                </a:lnTo>
                <a:lnTo>
                  <a:pt x="21497" y="81524"/>
                </a:lnTo>
                <a:lnTo>
                  <a:pt x="21497" y="81524"/>
                </a:lnTo>
                <a:lnTo>
                  <a:pt x="21497" y="81524"/>
                </a:lnTo>
                <a:lnTo>
                  <a:pt x="21497" y="81524"/>
                </a:lnTo>
                <a:lnTo>
                  <a:pt x="21497" y="81525"/>
                </a:lnTo>
                <a:lnTo>
                  <a:pt x="21497" y="81525"/>
                </a:lnTo>
                <a:lnTo>
                  <a:pt x="21497" y="81525"/>
                </a:lnTo>
                <a:lnTo>
                  <a:pt x="21497" y="81525"/>
                </a:lnTo>
                <a:lnTo>
                  <a:pt x="21497" y="81525"/>
                </a:lnTo>
                <a:lnTo>
                  <a:pt x="21497" y="81525"/>
                </a:lnTo>
                <a:lnTo>
                  <a:pt x="21497" y="81525"/>
                </a:lnTo>
                <a:lnTo>
                  <a:pt x="21497" y="81526"/>
                </a:lnTo>
                <a:lnTo>
                  <a:pt x="21497" y="81526"/>
                </a:lnTo>
                <a:lnTo>
                  <a:pt x="21497" y="81526"/>
                </a:lnTo>
                <a:lnTo>
                  <a:pt x="21497" y="81526"/>
                </a:lnTo>
                <a:lnTo>
                  <a:pt x="21497" y="81526"/>
                </a:lnTo>
                <a:lnTo>
                  <a:pt x="21497" y="81526"/>
                </a:lnTo>
                <a:lnTo>
                  <a:pt x="21497" y="81526"/>
                </a:lnTo>
                <a:lnTo>
                  <a:pt x="21497" y="81526"/>
                </a:lnTo>
                <a:lnTo>
                  <a:pt x="21497" y="81527"/>
                </a:lnTo>
                <a:lnTo>
                  <a:pt x="21497" y="81527"/>
                </a:lnTo>
                <a:lnTo>
                  <a:pt x="21497" y="81527"/>
                </a:lnTo>
                <a:lnTo>
                  <a:pt x="21497" y="81527"/>
                </a:lnTo>
                <a:lnTo>
                  <a:pt x="21497" y="81527"/>
                </a:lnTo>
                <a:lnTo>
                  <a:pt x="21497" y="81527"/>
                </a:lnTo>
                <a:lnTo>
                  <a:pt x="21497" y="81527"/>
                </a:lnTo>
                <a:lnTo>
                  <a:pt x="21497" y="81528"/>
                </a:lnTo>
                <a:lnTo>
                  <a:pt x="21497" y="81528"/>
                </a:lnTo>
                <a:lnTo>
                  <a:pt x="21497" y="81528"/>
                </a:lnTo>
                <a:lnTo>
                  <a:pt x="21497" y="81528"/>
                </a:lnTo>
                <a:lnTo>
                  <a:pt x="21497" y="81528"/>
                </a:lnTo>
                <a:lnTo>
                  <a:pt x="21497" y="81528"/>
                </a:lnTo>
                <a:lnTo>
                  <a:pt x="21497" y="81528"/>
                </a:lnTo>
                <a:lnTo>
                  <a:pt x="21497" y="81529"/>
                </a:lnTo>
                <a:lnTo>
                  <a:pt x="21497" y="81529"/>
                </a:lnTo>
                <a:lnTo>
                  <a:pt x="21497" y="81529"/>
                </a:lnTo>
                <a:lnTo>
                  <a:pt x="21497" y="81529"/>
                </a:lnTo>
                <a:lnTo>
                  <a:pt x="21497" y="81529"/>
                </a:lnTo>
                <a:lnTo>
                  <a:pt x="21497" y="81529"/>
                </a:lnTo>
                <a:lnTo>
                  <a:pt x="21497" y="81529"/>
                </a:lnTo>
                <a:lnTo>
                  <a:pt x="21497" y="81529"/>
                </a:lnTo>
                <a:lnTo>
                  <a:pt x="21497" y="81530"/>
                </a:lnTo>
                <a:lnTo>
                  <a:pt x="21497" y="81530"/>
                </a:lnTo>
                <a:lnTo>
                  <a:pt x="21497" y="81530"/>
                </a:lnTo>
                <a:lnTo>
                  <a:pt x="21497" y="81530"/>
                </a:lnTo>
                <a:lnTo>
                  <a:pt x="21497" y="81530"/>
                </a:lnTo>
                <a:lnTo>
                  <a:pt x="21497" y="81530"/>
                </a:lnTo>
                <a:lnTo>
                  <a:pt x="21497" y="81530"/>
                </a:lnTo>
                <a:lnTo>
                  <a:pt x="21497" y="81531"/>
                </a:lnTo>
                <a:lnTo>
                  <a:pt x="21497" y="81531"/>
                </a:lnTo>
                <a:lnTo>
                  <a:pt x="21497" y="81531"/>
                </a:lnTo>
                <a:lnTo>
                  <a:pt x="21497" y="81531"/>
                </a:lnTo>
                <a:lnTo>
                  <a:pt x="21497" y="81531"/>
                </a:lnTo>
                <a:lnTo>
                  <a:pt x="21497" y="81531"/>
                </a:lnTo>
                <a:lnTo>
                  <a:pt x="21497" y="81531"/>
                </a:lnTo>
                <a:lnTo>
                  <a:pt x="21497" y="81532"/>
                </a:lnTo>
                <a:lnTo>
                  <a:pt x="21497" y="81532"/>
                </a:lnTo>
                <a:lnTo>
                  <a:pt x="21497" y="81532"/>
                </a:lnTo>
                <a:lnTo>
                  <a:pt x="21497" y="81532"/>
                </a:lnTo>
                <a:lnTo>
                  <a:pt x="21497" y="81532"/>
                </a:lnTo>
                <a:lnTo>
                  <a:pt x="21497" y="81532"/>
                </a:lnTo>
                <a:lnTo>
                  <a:pt x="21497" y="81532"/>
                </a:lnTo>
                <a:lnTo>
                  <a:pt x="21497" y="81532"/>
                </a:lnTo>
                <a:lnTo>
                  <a:pt x="21497" y="81533"/>
                </a:lnTo>
                <a:lnTo>
                  <a:pt x="21497" y="81533"/>
                </a:lnTo>
                <a:lnTo>
                  <a:pt x="21497" y="81533"/>
                </a:lnTo>
                <a:lnTo>
                  <a:pt x="21497" y="81533"/>
                </a:lnTo>
                <a:lnTo>
                  <a:pt x="21497" y="81533"/>
                </a:lnTo>
                <a:lnTo>
                  <a:pt x="21497" y="81533"/>
                </a:lnTo>
                <a:lnTo>
                  <a:pt x="21497" y="81533"/>
                </a:lnTo>
                <a:lnTo>
                  <a:pt x="21497" y="81534"/>
                </a:lnTo>
                <a:lnTo>
                  <a:pt x="21497" y="81534"/>
                </a:lnTo>
                <a:lnTo>
                  <a:pt x="21497" y="81534"/>
                </a:lnTo>
                <a:lnTo>
                  <a:pt x="21497" y="81534"/>
                </a:lnTo>
                <a:lnTo>
                  <a:pt x="21497" y="81534"/>
                </a:lnTo>
                <a:lnTo>
                  <a:pt x="21497" y="81534"/>
                </a:lnTo>
                <a:lnTo>
                  <a:pt x="21497" y="81534"/>
                </a:lnTo>
                <a:lnTo>
                  <a:pt x="21497" y="81535"/>
                </a:lnTo>
                <a:lnTo>
                  <a:pt x="21497" y="81535"/>
                </a:lnTo>
                <a:lnTo>
                  <a:pt x="21497" y="81535"/>
                </a:lnTo>
                <a:lnTo>
                  <a:pt x="21497" y="81535"/>
                </a:lnTo>
                <a:lnTo>
                  <a:pt x="21497" y="81535"/>
                </a:lnTo>
                <a:lnTo>
                  <a:pt x="21497" y="81535"/>
                </a:lnTo>
                <a:lnTo>
                  <a:pt x="21497" y="81535"/>
                </a:lnTo>
                <a:lnTo>
                  <a:pt x="21497" y="81535"/>
                </a:lnTo>
                <a:lnTo>
                  <a:pt x="21497" y="81536"/>
                </a:lnTo>
                <a:lnTo>
                  <a:pt x="21497" y="81536"/>
                </a:lnTo>
                <a:lnTo>
                  <a:pt x="21497" y="81536"/>
                </a:lnTo>
                <a:lnTo>
                  <a:pt x="21497" y="81536"/>
                </a:lnTo>
                <a:lnTo>
                  <a:pt x="21497" y="81536"/>
                </a:lnTo>
                <a:lnTo>
                  <a:pt x="21497" y="81536"/>
                </a:lnTo>
                <a:lnTo>
                  <a:pt x="21497" y="81536"/>
                </a:lnTo>
                <a:lnTo>
                  <a:pt x="21497" y="81537"/>
                </a:lnTo>
                <a:lnTo>
                  <a:pt x="21497" y="81537"/>
                </a:lnTo>
                <a:lnTo>
                  <a:pt x="21497" y="81537"/>
                </a:lnTo>
                <a:lnTo>
                  <a:pt x="21497" y="81537"/>
                </a:lnTo>
                <a:lnTo>
                  <a:pt x="21497" y="81537"/>
                </a:lnTo>
                <a:lnTo>
                  <a:pt x="21497" y="81537"/>
                </a:lnTo>
                <a:lnTo>
                  <a:pt x="21497" y="81537"/>
                </a:lnTo>
                <a:lnTo>
                  <a:pt x="21497" y="81538"/>
                </a:lnTo>
                <a:lnTo>
                  <a:pt x="21497" y="81538"/>
                </a:lnTo>
                <a:lnTo>
                  <a:pt x="21497" y="81538"/>
                </a:lnTo>
                <a:lnTo>
                  <a:pt x="21497" y="81538"/>
                </a:lnTo>
                <a:lnTo>
                  <a:pt x="21497" y="81538"/>
                </a:lnTo>
                <a:lnTo>
                  <a:pt x="21497" y="81538"/>
                </a:lnTo>
                <a:lnTo>
                  <a:pt x="21497" y="81538"/>
                </a:lnTo>
                <a:lnTo>
                  <a:pt x="21497" y="81538"/>
                </a:lnTo>
                <a:lnTo>
                  <a:pt x="21497" y="81539"/>
                </a:lnTo>
                <a:lnTo>
                  <a:pt x="21497" y="81539"/>
                </a:lnTo>
                <a:lnTo>
                  <a:pt x="21497" y="81539"/>
                </a:lnTo>
                <a:lnTo>
                  <a:pt x="21497" y="81539"/>
                </a:lnTo>
                <a:lnTo>
                  <a:pt x="21497" y="81539"/>
                </a:lnTo>
                <a:lnTo>
                  <a:pt x="21497" y="81539"/>
                </a:lnTo>
                <a:lnTo>
                  <a:pt x="21497" y="81539"/>
                </a:lnTo>
                <a:lnTo>
                  <a:pt x="21497" y="81540"/>
                </a:lnTo>
                <a:lnTo>
                  <a:pt x="21497" y="81540"/>
                </a:lnTo>
                <a:lnTo>
                  <a:pt x="21497" y="81540"/>
                </a:lnTo>
                <a:lnTo>
                  <a:pt x="21497" y="81540"/>
                </a:lnTo>
                <a:lnTo>
                  <a:pt x="21497" y="81540"/>
                </a:lnTo>
                <a:lnTo>
                  <a:pt x="21497" y="81540"/>
                </a:lnTo>
                <a:lnTo>
                  <a:pt x="21497" y="81540"/>
                </a:lnTo>
                <a:lnTo>
                  <a:pt x="21497" y="81541"/>
                </a:lnTo>
                <a:lnTo>
                  <a:pt x="21497" y="81541"/>
                </a:lnTo>
                <a:lnTo>
                  <a:pt x="21497" y="81541"/>
                </a:lnTo>
                <a:lnTo>
                  <a:pt x="21497" y="81541"/>
                </a:lnTo>
                <a:lnTo>
                  <a:pt x="21497" y="81541"/>
                </a:lnTo>
                <a:lnTo>
                  <a:pt x="21497" y="81541"/>
                </a:lnTo>
                <a:lnTo>
                  <a:pt x="21497" y="81541"/>
                </a:lnTo>
                <a:lnTo>
                  <a:pt x="21497" y="81542"/>
                </a:lnTo>
                <a:lnTo>
                  <a:pt x="21497" y="81542"/>
                </a:lnTo>
                <a:lnTo>
                  <a:pt x="21497" y="81542"/>
                </a:lnTo>
                <a:lnTo>
                  <a:pt x="21497" y="81542"/>
                </a:lnTo>
                <a:lnTo>
                  <a:pt x="21497" y="81542"/>
                </a:lnTo>
                <a:lnTo>
                  <a:pt x="21497" y="81542"/>
                </a:lnTo>
                <a:lnTo>
                  <a:pt x="21497" y="81542"/>
                </a:lnTo>
                <a:lnTo>
                  <a:pt x="21497" y="81542"/>
                </a:lnTo>
                <a:lnTo>
                  <a:pt x="21497" y="81543"/>
                </a:lnTo>
                <a:lnTo>
                  <a:pt x="21497" y="81543"/>
                </a:lnTo>
                <a:lnTo>
                  <a:pt x="21497" y="81543"/>
                </a:lnTo>
                <a:lnTo>
                  <a:pt x="21497" y="81543"/>
                </a:lnTo>
                <a:lnTo>
                  <a:pt x="21497" y="81543"/>
                </a:lnTo>
                <a:lnTo>
                  <a:pt x="21497" y="81543"/>
                </a:lnTo>
                <a:lnTo>
                  <a:pt x="21497" y="81543"/>
                </a:lnTo>
                <a:lnTo>
                  <a:pt x="21497" y="81544"/>
                </a:lnTo>
                <a:lnTo>
                  <a:pt x="21497" y="81544"/>
                </a:lnTo>
                <a:lnTo>
                  <a:pt x="21497" y="81544"/>
                </a:lnTo>
                <a:lnTo>
                  <a:pt x="21497" y="81544"/>
                </a:lnTo>
                <a:lnTo>
                  <a:pt x="21497" y="81544"/>
                </a:lnTo>
                <a:lnTo>
                  <a:pt x="21497" y="81544"/>
                </a:lnTo>
                <a:lnTo>
                  <a:pt x="21497" y="81544"/>
                </a:lnTo>
                <a:lnTo>
                  <a:pt x="21497" y="81545"/>
                </a:lnTo>
                <a:lnTo>
                  <a:pt x="21497" y="81545"/>
                </a:lnTo>
                <a:lnTo>
                  <a:pt x="21497" y="81545"/>
                </a:lnTo>
                <a:lnTo>
                  <a:pt x="21497" y="81545"/>
                </a:lnTo>
                <a:lnTo>
                  <a:pt x="21497" y="81545"/>
                </a:lnTo>
                <a:lnTo>
                  <a:pt x="21497" y="81545"/>
                </a:lnTo>
                <a:lnTo>
                  <a:pt x="21497" y="81545"/>
                </a:lnTo>
                <a:lnTo>
                  <a:pt x="21497" y="81546"/>
                </a:lnTo>
                <a:lnTo>
                  <a:pt x="21497" y="81546"/>
                </a:lnTo>
                <a:lnTo>
                  <a:pt x="21497" y="81546"/>
                </a:lnTo>
                <a:lnTo>
                  <a:pt x="21497" y="81546"/>
                </a:lnTo>
                <a:lnTo>
                  <a:pt x="21497" y="81546"/>
                </a:lnTo>
                <a:lnTo>
                  <a:pt x="21497" y="81546"/>
                </a:lnTo>
                <a:lnTo>
                  <a:pt x="21497" y="81546"/>
                </a:lnTo>
                <a:lnTo>
                  <a:pt x="21497" y="81546"/>
                </a:lnTo>
                <a:lnTo>
                  <a:pt x="21497" y="81547"/>
                </a:lnTo>
                <a:lnTo>
                  <a:pt x="21497" y="81547"/>
                </a:lnTo>
                <a:lnTo>
                  <a:pt x="21497" y="81547"/>
                </a:lnTo>
                <a:lnTo>
                  <a:pt x="21497" y="81547"/>
                </a:lnTo>
                <a:lnTo>
                  <a:pt x="21497" y="81547"/>
                </a:lnTo>
                <a:lnTo>
                  <a:pt x="21497" y="81547"/>
                </a:lnTo>
                <a:lnTo>
                  <a:pt x="21497" y="81547"/>
                </a:lnTo>
                <a:lnTo>
                  <a:pt x="21497" y="81548"/>
                </a:lnTo>
                <a:lnTo>
                  <a:pt x="21497" y="81548"/>
                </a:lnTo>
                <a:lnTo>
                  <a:pt x="21497" y="81548"/>
                </a:lnTo>
                <a:lnTo>
                  <a:pt x="21497" y="81548"/>
                </a:lnTo>
                <a:lnTo>
                  <a:pt x="21497" y="81548"/>
                </a:lnTo>
                <a:lnTo>
                  <a:pt x="21497" y="81548"/>
                </a:lnTo>
                <a:lnTo>
                  <a:pt x="21497" y="81548"/>
                </a:lnTo>
                <a:lnTo>
                  <a:pt x="21497" y="81549"/>
                </a:lnTo>
                <a:lnTo>
                  <a:pt x="21497" y="81549"/>
                </a:lnTo>
                <a:lnTo>
                  <a:pt x="21497" y="81549"/>
                </a:lnTo>
                <a:lnTo>
                  <a:pt x="21497" y="81549"/>
                </a:lnTo>
                <a:lnTo>
                  <a:pt x="21497" y="81549"/>
                </a:lnTo>
                <a:lnTo>
                  <a:pt x="21497" y="81549"/>
                </a:lnTo>
                <a:lnTo>
                  <a:pt x="21497" y="81549"/>
                </a:lnTo>
                <a:lnTo>
                  <a:pt x="21497" y="81550"/>
                </a:lnTo>
                <a:lnTo>
                  <a:pt x="21497" y="81550"/>
                </a:lnTo>
                <a:lnTo>
                  <a:pt x="21497" y="81550"/>
                </a:lnTo>
                <a:lnTo>
                  <a:pt x="21497" y="81550"/>
                </a:lnTo>
                <a:lnTo>
                  <a:pt x="21497" y="81550"/>
                </a:lnTo>
                <a:lnTo>
                  <a:pt x="21497" y="81550"/>
                </a:lnTo>
                <a:lnTo>
                  <a:pt x="21497" y="81550"/>
                </a:lnTo>
                <a:lnTo>
                  <a:pt x="21497" y="81550"/>
                </a:lnTo>
                <a:lnTo>
                  <a:pt x="21497" y="81551"/>
                </a:lnTo>
                <a:lnTo>
                  <a:pt x="21497" y="81551"/>
                </a:lnTo>
                <a:lnTo>
                  <a:pt x="21497" y="81551"/>
                </a:lnTo>
                <a:lnTo>
                  <a:pt x="21497" y="81551"/>
                </a:lnTo>
                <a:lnTo>
                  <a:pt x="21497" y="81551"/>
                </a:lnTo>
                <a:lnTo>
                  <a:pt x="21497" y="81551"/>
                </a:lnTo>
                <a:lnTo>
                  <a:pt x="21497" y="81551"/>
                </a:lnTo>
                <a:lnTo>
                  <a:pt x="21497" y="81552"/>
                </a:lnTo>
                <a:lnTo>
                  <a:pt x="21497" y="81552"/>
                </a:lnTo>
                <a:lnTo>
                  <a:pt x="21497" y="81552"/>
                </a:lnTo>
                <a:lnTo>
                  <a:pt x="21497" y="81552"/>
                </a:lnTo>
                <a:lnTo>
                  <a:pt x="21497" y="81552"/>
                </a:lnTo>
                <a:lnTo>
                  <a:pt x="21497" y="81552"/>
                </a:lnTo>
                <a:lnTo>
                  <a:pt x="21497" y="81552"/>
                </a:lnTo>
                <a:lnTo>
                  <a:pt x="21497" y="81553"/>
                </a:lnTo>
                <a:lnTo>
                  <a:pt x="21497" y="81553"/>
                </a:lnTo>
                <a:lnTo>
                  <a:pt x="21497" y="81553"/>
                </a:lnTo>
                <a:lnTo>
                  <a:pt x="21497" y="81553"/>
                </a:lnTo>
                <a:lnTo>
                  <a:pt x="21497" y="81553"/>
                </a:lnTo>
                <a:lnTo>
                  <a:pt x="21497" y="81553"/>
                </a:lnTo>
                <a:lnTo>
                  <a:pt x="21497" y="81553"/>
                </a:lnTo>
                <a:lnTo>
                  <a:pt x="21497" y="81554"/>
                </a:lnTo>
                <a:lnTo>
                  <a:pt x="21497" y="81554"/>
                </a:lnTo>
                <a:lnTo>
                  <a:pt x="21497" y="81554"/>
                </a:lnTo>
                <a:lnTo>
                  <a:pt x="21497" y="81554"/>
                </a:lnTo>
                <a:lnTo>
                  <a:pt x="21497" y="81554"/>
                </a:lnTo>
                <a:lnTo>
                  <a:pt x="21497" y="81554"/>
                </a:lnTo>
                <a:lnTo>
                  <a:pt x="21497" y="81554"/>
                </a:lnTo>
                <a:lnTo>
                  <a:pt x="21497" y="81555"/>
                </a:lnTo>
                <a:lnTo>
                  <a:pt x="21497" y="81555"/>
                </a:lnTo>
                <a:lnTo>
                  <a:pt x="21497" y="81555"/>
                </a:lnTo>
                <a:lnTo>
                  <a:pt x="21497" y="81555"/>
                </a:lnTo>
                <a:lnTo>
                  <a:pt x="21497" y="81555"/>
                </a:lnTo>
                <a:lnTo>
                  <a:pt x="21497" y="81555"/>
                </a:lnTo>
                <a:lnTo>
                  <a:pt x="21497" y="81555"/>
                </a:lnTo>
                <a:lnTo>
                  <a:pt x="21497" y="81556"/>
                </a:lnTo>
                <a:lnTo>
                  <a:pt x="21497" y="81556"/>
                </a:lnTo>
                <a:lnTo>
                  <a:pt x="21497" y="81556"/>
                </a:lnTo>
                <a:lnTo>
                  <a:pt x="21497" y="81556"/>
                </a:lnTo>
                <a:lnTo>
                  <a:pt x="21497" y="81556"/>
                </a:lnTo>
                <a:lnTo>
                  <a:pt x="21497" y="81556"/>
                </a:lnTo>
                <a:lnTo>
                  <a:pt x="21497" y="81556"/>
                </a:lnTo>
                <a:lnTo>
                  <a:pt x="21497" y="81556"/>
                </a:lnTo>
                <a:lnTo>
                  <a:pt x="21497" y="81557"/>
                </a:lnTo>
                <a:lnTo>
                  <a:pt x="21497" y="81557"/>
                </a:lnTo>
                <a:lnTo>
                  <a:pt x="21497" y="81557"/>
                </a:lnTo>
                <a:lnTo>
                  <a:pt x="21497" y="81557"/>
                </a:lnTo>
                <a:lnTo>
                  <a:pt x="21497" y="81557"/>
                </a:lnTo>
                <a:lnTo>
                  <a:pt x="21497" y="81557"/>
                </a:lnTo>
                <a:lnTo>
                  <a:pt x="21497" y="81557"/>
                </a:lnTo>
                <a:lnTo>
                  <a:pt x="21497" y="81558"/>
                </a:lnTo>
                <a:lnTo>
                  <a:pt x="21497" y="81558"/>
                </a:lnTo>
                <a:lnTo>
                  <a:pt x="21497" y="81558"/>
                </a:lnTo>
                <a:lnTo>
                  <a:pt x="21497" y="81558"/>
                </a:lnTo>
                <a:lnTo>
                  <a:pt x="21497" y="81558"/>
                </a:lnTo>
                <a:lnTo>
                  <a:pt x="21497" y="81558"/>
                </a:lnTo>
                <a:lnTo>
                  <a:pt x="21497" y="81558"/>
                </a:lnTo>
                <a:lnTo>
                  <a:pt x="21497" y="81559"/>
                </a:lnTo>
                <a:lnTo>
                  <a:pt x="21497" y="81559"/>
                </a:lnTo>
                <a:lnTo>
                  <a:pt x="21497" y="81559"/>
                </a:lnTo>
                <a:lnTo>
                  <a:pt x="21497" y="81559"/>
                </a:lnTo>
                <a:lnTo>
                  <a:pt x="21497" y="81559"/>
                </a:lnTo>
                <a:lnTo>
                  <a:pt x="21497" y="81559"/>
                </a:lnTo>
                <a:lnTo>
                  <a:pt x="21497" y="81559"/>
                </a:lnTo>
                <a:lnTo>
                  <a:pt x="21497" y="81560"/>
                </a:lnTo>
                <a:lnTo>
                  <a:pt x="21497" y="81560"/>
                </a:lnTo>
                <a:lnTo>
                  <a:pt x="21497" y="81560"/>
                </a:lnTo>
                <a:lnTo>
                  <a:pt x="21497" y="81560"/>
                </a:lnTo>
                <a:lnTo>
                  <a:pt x="21497" y="81560"/>
                </a:lnTo>
                <a:lnTo>
                  <a:pt x="21497" y="81560"/>
                </a:lnTo>
                <a:lnTo>
                  <a:pt x="21497" y="81560"/>
                </a:lnTo>
                <a:lnTo>
                  <a:pt x="21497" y="81561"/>
                </a:lnTo>
                <a:lnTo>
                  <a:pt x="21497" y="81561"/>
                </a:lnTo>
                <a:lnTo>
                  <a:pt x="21497" y="81561"/>
                </a:lnTo>
                <a:lnTo>
                  <a:pt x="21497" y="81561"/>
                </a:lnTo>
                <a:lnTo>
                  <a:pt x="21497" y="81561"/>
                </a:lnTo>
                <a:lnTo>
                  <a:pt x="21497" y="81561"/>
                </a:lnTo>
                <a:lnTo>
                  <a:pt x="21497" y="81561"/>
                </a:lnTo>
                <a:lnTo>
                  <a:pt x="21497" y="81562"/>
                </a:lnTo>
                <a:lnTo>
                  <a:pt x="21497" y="81562"/>
                </a:lnTo>
                <a:lnTo>
                  <a:pt x="21497" y="81562"/>
                </a:lnTo>
                <a:lnTo>
                  <a:pt x="21497" y="81562"/>
                </a:lnTo>
                <a:lnTo>
                  <a:pt x="21497" y="81562"/>
                </a:lnTo>
                <a:lnTo>
                  <a:pt x="21497" y="81562"/>
                </a:lnTo>
                <a:lnTo>
                  <a:pt x="21497" y="81562"/>
                </a:lnTo>
                <a:lnTo>
                  <a:pt x="21497" y="81562"/>
                </a:lnTo>
                <a:lnTo>
                  <a:pt x="21497" y="81563"/>
                </a:lnTo>
                <a:lnTo>
                  <a:pt x="21497" y="81563"/>
                </a:lnTo>
                <a:lnTo>
                  <a:pt x="21497" y="81563"/>
                </a:lnTo>
                <a:lnTo>
                  <a:pt x="21497" y="81563"/>
                </a:lnTo>
                <a:lnTo>
                  <a:pt x="21497" y="81563"/>
                </a:lnTo>
                <a:lnTo>
                  <a:pt x="21497" y="81563"/>
                </a:lnTo>
                <a:lnTo>
                  <a:pt x="21497" y="81563"/>
                </a:lnTo>
                <a:lnTo>
                  <a:pt x="21497" y="81564"/>
                </a:lnTo>
                <a:lnTo>
                  <a:pt x="21497" y="81564"/>
                </a:lnTo>
                <a:lnTo>
                  <a:pt x="21497" y="81564"/>
                </a:lnTo>
                <a:lnTo>
                  <a:pt x="21497" y="81564"/>
                </a:lnTo>
                <a:lnTo>
                  <a:pt x="21497" y="81564"/>
                </a:lnTo>
                <a:lnTo>
                  <a:pt x="21497" y="81564"/>
                </a:lnTo>
                <a:lnTo>
                  <a:pt x="21497" y="81564"/>
                </a:lnTo>
                <a:lnTo>
                  <a:pt x="21497" y="81565"/>
                </a:lnTo>
                <a:lnTo>
                  <a:pt x="21497" y="81565"/>
                </a:lnTo>
                <a:lnTo>
                  <a:pt x="21497" y="81565"/>
                </a:lnTo>
                <a:lnTo>
                  <a:pt x="21497" y="81565"/>
                </a:lnTo>
                <a:lnTo>
                  <a:pt x="21497" y="81565"/>
                </a:lnTo>
                <a:lnTo>
                  <a:pt x="21497" y="81565"/>
                </a:lnTo>
                <a:lnTo>
                  <a:pt x="21497" y="81565"/>
                </a:lnTo>
                <a:lnTo>
                  <a:pt x="21497" y="81566"/>
                </a:lnTo>
                <a:lnTo>
                  <a:pt x="21497" y="81566"/>
                </a:lnTo>
                <a:lnTo>
                  <a:pt x="21497" y="81566"/>
                </a:lnTo>
                <a:lnTo>
                  <a:pt x="21497" y="81566"/>
                </a:lnTo>
                <a:lnTo>
                  <a:pt x="21497" y="81566"/>
                </a:lnTo>
                <a:lnTo>
                  <a:pt x="21497" y="81566"/>
                </a:lnTo>
                <a:lnTo>
                  <a:pt x="21497" y="81566"/>
                </a:lnTo>
                <a:lnTo>
                  <a:pt x="21497" y="81567"/>
                </a:lnTo>
                <a:lnTo>
                  <a:pt x="21497" y="81567"/>
                </a:lnTo>
                <a:lnTo>
                  <a:pt x="21497" y="81567"/>
                </a:lnTo>
                <a:lnTo>
                  <a:pt x="21497" y="81567"/>
                </a:lnTo>
                <a:lnTo>
                  <a:pt x="21497" y="81567"/>
                </a:lnTo>
                <a:lnTo>
                  <a:pt x="21497" y="81567"/>
                </a:lnTo>
                <a:lnTo>
                  <a:pt x="21497" y="81567"/>
                </a:lnTo>
                <a:lnTo>
                  <a:pt x="21497" y="81568"/>
                </a:lnTo>
                <a:lnTo>
                  <a:pt x="21497" y="81568"/>
                </a:lnTo>
                <a:lnTo>
                  <a:pt x="21497" y="81568"/>
                </a:lnTo>
                <a:lnTo>
                  <a:pt x="21497" y="81568"/>
                </a:lnTo>
                <a:lnTo>
                  <a:pt x="21497" y="81568"/>
                </a:lnTo>
                <a:lnTo>
                  <a:pt x="21497" y="81568"/>
                </a:lnTo>
                <a:lnTo>
                  <a:pt x="21497" y="81568"/>
                </a:lnTo>
                <a:lnTo>
                  <a:pt x="21497" y="81569"/>
                </a:lnTo>
                <a:lnTo>
                  <a:pt x="21497" y="81569"/>
                </a:lnTo>
                <a:lnTo>
                  <a:pt x="21497" y="81569"/>
                </a:lnTo>
                <a:lnTo>
                  <a:pt x="21497" y="81569"/>
                </a:lnTo>
                <a:lnTo>
                  <a:pt x="21497" y="81569"/>
                </a:lnTo>
                <a:lnTo>
                  <a:pt x="21497" y="81569"/>
                </a:lnTo>
                <a:lnTo>
                  <a:pt x="21497" y="81569"/>
                </a:lnTo>
                <a:lnTo>
                  <a:pt x="21497" y="81570"/>
                </a:lnTo>
                <a:lnTo>
                  <a:pt x="21497" y="81570"/>
                </a:lnTo>
                <a:lnTo>
                  <a:pt x="21497" y="81570"/>
                </a:lnTo>
                <a:lnTo>
                  <a:pt x="21497" y="81570"/>
                </a:lnTo>
                <a:lnTo>
                  <a:pt x="21497" y="81570"/>
                </a:lnTo>
                <a:lnTo>
                  <a:pt x="21497" y="81570"/>
                </a:lnTo>
                <a:lnTo>
                  <a:pt x="21497" y="81570"/>
                </a:lnTo>
                <a:lnTo>
                  <a:pt x="21497" y="81571"/>
                </a:lnTo>
                <a:lnTo>
                  <a:pt x="21497" y="81571"/>
                </a:lnTo>
                <a:lnTo>
                  <a:pt x="21497" y="81571"/>
                </a:lnTo>
                <a:lnTo>
                  <a:pt x="21497" y="81571"/>
                </a:lnTo>
                <a:lnTo>
                  <a:pt x="21497" y="81571"/>
                </a:lnTo>
                <a:lnTo>
                  <a:pt x="21497" y="81571"/>
                </a:lnTo>
                <a:lnTo>
                  <a:pt x="21497" y="81571"/>
                </a:lnTo>
                <a:lnTo>
                  <a:pt x="21497" y="81572"/>
                </a:lnTo>
                <a:lnTo>
                  <a:pt x="21497" y="81572"/>
                </a:lnTo>
                <a:lnTo>
                  <a:pt x="21497" y="81572"/>
                </a:lnTo>
                <a:lnTo>
                  <a:pt x="21497" y="81572"/>
                </a:lnTo>
                <a:lnTo>
                  <a:pt x="21497" y="81572"/>
                </a:lnTo>
                <a:lnTo>
                  <a:pt x="21497" y="81572"/>
                </a:lnTo>
                <a:lnTo>
                  <a:pt x="21497" y="81572"/>
                </a:lnTo>
                <a:lnTo>
                  <a:pt x="21497" y="81572"/>
                </a:lnTo>
                <a:lnTo>
                  <a:pt x="21497" y="81573"/>
                </a:lnTo>
                <a:lnTo>
                  <a:pt x="21497" y="81573"/>
                </a:lnTo>
                <a:lnTo>
                  <a:pt x="21497" y="81573"/>
                </a:lnTo>
                <a:lnTo>
                  <a:pt x="21497" y="81573"/>
                </a:lnTo>
                <a:lnTo>
                  <a:pt x="21497" y="81573"/>
                </a:lnTo>
                <a:lnTo>
                  <a:pt x="21497" y="81573"/>
                </a:lnTo>
                <a:lnTo>
                  <a:pt x="21497" y="81573"/>
                </a:lnTo>
                <a:lnTo>
                  <a:pt x="21497" y="81574"/>
                </a:lnTo>
                <a:lnTo>
                  <a:pt x="21497" y="81574"/>
                </a:lnTo>
                <a:lnTo>
                  <a:pt x="21497" y="81574"/>
                </a:lnTo>
                <a:lnTo>
                  <a:pt x="21497" y="81574"/>
                </a:lnTo>
                <a:lnTo>
                  <a:pt x="21497" y="81574"/>
                </a:lnTo>
                <a:lnTo>
                  <a:pt x="21497" y="81574"/>
                </a:lnTo>
                <a:lnTo>
                  <a:pt x="21497" y="81574"/>
                </a:lnTo>
                <a:lnTo>
                  <a:pt x="21497" y="81575"/>
                </a:lnTo>
                <a:lnTo>
                  <a:pt x="21497" y="81575"/>
                </a:lnTo>
                <a:lnTo>
                  <a:pt x="21497" y="81575"/>
                </a:lnTo>
                <a:lnTo>
                  <a:pt x="21497" y="81575"/>
                </a:lnTo>
                <a:lnTo>
                  <a:pt x="21497" y="81575"/>
                </a:lnTo>
                <a:lnTo>
                  <a:pt x="21497" y="81575"/>
                </a:lnTo>
                <a:lnTo>
                  <a:pt x="21497" y="81575"/>
                </a:lnTo>
                <a:lnTo>
                  <a:pt x="21497" y="81576"/>
                </a:lnTo>
                <a:lnTo>
                  <a:pt x="21497" y="81576"/>
                </a:lnTo>
                <a:lnTo>
                  <a:pt x="21497" y="81576"/>
                </a:lnTo>
                <a:lnTo>
                  <a:pt x="21497" y="81576"/>
                </a:lnTo>
                <a:lnTo>
                  <a:pt x="21497" y="81576"/>
                </a:lnTo>
                <a:lnTo>
                  <a:pt x="21497" y="81576"/>
                </a:lnTo>
                <a:lnTo>
                  <a:pt x="21497" y="81576"/>
                </a:lnTo>
                <a:lnTo>
                  <a:pt x="21497" y="81577"/>
                </a:lnTo>
                <a:lnTo>
                  <a:pt x="21497" y="81577"/>
                </a:lnTo>
                <a:lnTo>
                  <a:pt x="21497" y="81577"/>
                </a:lnTo>
                <a:lnTo>
                  <a:pt x="21497" y="81577"/>
                </a:lnTo>
                <a:lnTo>
                  <a:pt x="21497" y="81577"/>
                </a:lnTo>
                <a:lnTo>
                  <a:pt x="21497" y="81577"/>
                </a:lnTo>
                <a:lnTo>
                  <a:pt x="21497" y="81577"/>
                </a:lnTo>
                <a:lnTo>
                  <a:pt x="21497" y="81578"/>
                </a:lnTo>
                <a:lnTo>
                  <a:pt x="21497" y="81578"/>
                </a:lnTo>
                <a:lnTo>
                  <a:pt x="21497" y="81578"/>
                </a:lnTo>
                <a:lnTo>
                  <a:pt x="21497" y="81578"/>
                </a:lnTo>
                <a:lnTo>
                  <a:pt x="21497" y="81578"/>
                </a:lnTo>
                <a:lnTo>
                  <a:pt x="21497" y="81578"/>
                </a:lnTo>
                <a:lnTo>
                  <a:pt x="21497" y="81578"/>
                </a:lnTo>
                <a:lnTo>
                  <a:pt x="21497" y="81579"/>
                </a:lnTo>
                <a:lnTo>
                  <a:pt x="21497" y="81579"/>
                </a:lnTo>
                <a:lnTo>
                  <a:pt x="21497" y="81579"/>
                </a:lnTo>
                <a:lnTo>
                  <a:pt x="21497" y="81579"/>
                </a:lnTo>
                <a:lnTo>
                  <a:pt x="21497" y="81579"/>
                </a:lnTo>
                <a:lnTo>
                  <a:pt x="21497" y="81579"/>
                </a:lnTo>
                <a:lnTo>
                  <a:pt x="21497" y="81579"/>
                </a:lnTo>
                <a:lnTo>
                  <a:pt x="21497" y="81580"/>
                </a:lnTo>
                <a:lnTo>
                  <a:pt x="21497" y="81580"/>
                </a:lnTo>
                <a:lnTo>
                  <a:pt x="21497" y="81580"/>
                </a:lnTo>
                <a:lnTo>
                  <a:pt x="21497" y="81580"/>
                </a:lnTo>
                <a:lnTo>
                  <a:pt x="21497" y="81580"/>
                </a:lnTo>
                <a:lnTo>
                  <a:pt x="21497" y="81580"/>
                </a:lnTo>
                <a:lnTo>
                  <a:pt x="21497" y="81580"/>
                </a:lnTo>
                <a:lnTo>
                  <a:pt x="21497" y="81581"/>
                </a:lnTo>
                <a:lnTo>
                  <a:pt x="21497" y="81581"/>
                </a:lnTo>
                <a:lnTo>
                  <a:pt x="21497" y="81581"/>
                </a:lnTo>
                <a:lnTo>
                  <a:pt x="21497" y="81581"/>
                </a:lnTo>
                <a:lnTo>
                  <a:pt x="21497" y="81581"/>
                </a:lnTo>
                <a:lnTo>
                  <a:pt x="21497" y="81581"/>
                </a:lnTo>
                <a:lnTo>
                  <a:pt x="21497" y="81581"/>
                </a:lnTo>
                <a:lnTo>
                  <a:pt x="21497" y="81582"/>
                </a:lnTo>
                <a:lnTo>
                  <a:pt x="21497" y="81582"/>
                </a:lnTo>
                <a:lnTo>
                  <a:pt x="21497" y="81582"/>
                </a:lnTo>
                <a:lnTo>
                  <a:pt x="21497" y="81582"/>
                </a:lnTo>
                <a:lnTo>
                  <a:pt x="21497" y="81582"/>
                </a:lnTo>
                <a:lnTo>
                  <a:pt x="21497" y="81582"/>
                </a:lnTo>
                <a:lnTo>
                  <a:pt x="21497" y="81582"/>
                </a:lnTo>
                <a:lnTo>
                  <a:pt x="21497" y="81583"/>
                </a:lnTo>
                <a:lnTo>
                  <a:pt x="21497" y="81583"/>
                </a:lnTo>
                <a:lnTo>
                  <a:pt x="21497" y="81583"/>
                </a:lnTo>
                <a:lnTo>
                  <a:pt x="21497" y="81583"/>
                </a:lnTo>
                <a:lnTo>
                  <a:pt x="21497" y="81583"/>
                </a:lnTo>
                <a:lnTo>
                  <a:pt x="21497" y="81583"/>
                </a:lnTo>
                <a:lnTo>
                  <a:pt x="21497" y="81583"/>
                </a:lnTo>
                <a:lnTo>
                  <a:pt x="21497" y="81584"/>
                </a:lnTo>
                <a:lnTo>
                  <a:pt x="21497" y="81584"/>
                </a:lnTo>
                <a:lnTo>
                  <a:pt x="21497" y="81584"/>
                </a:lnTo>
                <a:lnTo>
                  <a:pt x="21497" y="81584"/>
                </a:lnTo>
                <a:lnTo>
                  <a:pt x="21497" y="81584"/>
                </a:lnTo>
                <a:lnTo>
                  <a:pt x="21497" y="81584"/>
                </a:lnTo>
                <a:lnTo>
                  <a:pt x="21497" y="81584"/>
                </a:lnTo>
                <a:lnTo>
                  <a:pt x="21497" y="81585"/>
                </a:lnTo>
                <a:lnTo>
                  <a:pt x="21497" y="81585"/>
                </a:lnTo>
                <a:lnTo>
                  <a:pt x="21497" y="81585"/>
                </a:lnTo>
                <a:lnTo>
                  <a:pt x="21497" y="81585"/>
                </a:lnTo>
                <a:lnTo>
                  <a:pt x="21497" y="81585"/>
                </a:lnTo>
                <a:lnTo>
                  <a:pt x="21497" y="81585"/>
                </a:lnTo>
                <a:lnTo>
                  <a:pt x="21497" y="81585"/>
                </a:lnTo>
                <a:lnTo>
                  <a:pt x="21497" y="81586"/>
                </a:lnTo>
                <a:lnTo>
                  <a:pt x="21497" y="81586"/>
                </a:lnTo>
                <a:lnTo>
                  <a:pt x="21497" y="81586"/>
                </a:lnTo>
                <a:lnTo>
                  <a:pt x="21497" y="81586"/>
                </a:lnTo>
                <a:lnTo>
                  <a:pt x="21497" y="81586"/>
                </a:lnTo>
                <a:lnTo>
                  <a:pt x="21497" y="81586"/>
                </a:lnTo>
                <a:lnTo>
                  <a:pt x="21497" y="81586"/>
                </a:lnTo>
                <a:lnTo>
                  <a:pt x="21497" y="81587"/>
                </a:lnTo>
                <a:lnTo>
                  <a:pt x="21497" y="81587"/>
                </a:lnTo>
                <a:lnTo>
                  <a:pt x="21497" y="81587"/>
                </a:lnTo>
                <a:lnTo>
                  <a:pt x="21497" y="81587"/>
                </a:lnTo>
                <a:lnTo>
                  <a:pt x="21497" y="81587"/>
                </a:lnTo>
                <a:lnTo>
                  <a:pt x="21497" y="81587"/>
                </a:lnTo>
                <a:lnTo>
                  <a:pt x="21497" y="81587"/>
                </a:lnTo>
                <a:lnTo>
                  <a:pt x="21497" y="81588"/>
                </a:lnTo>
                <a:lnTo>
                  <a:pt x="21497" y="81588"/>
                </a:lnTo>
                <a:lnTo>
                  <a:pt x="21497" y="81588"/>
                </a:lnTo>
                <a:lnTo>
                  <a:pt x="21497" y="81588"/>
                </a:lnTo>
                <a:lnTo>
                  <a:pt x="21497" y="81588"/>
                </a:lnTo>
                <a:lnTo>
                  <a:pt x="21497" y="81588"/>
                </a:lnTo>
                <a:lnTo>
                  <a:pt x="21497" y="81588"/>
                </a:lnTo>
                <a:lnTo>
                  <a:pt x="21497" y="81589"/>
                </a:lnTo>
                <a:lnTo>
                  <a:pt x="21497" y="81589"/>
                </a:lnTo>
                <a:lnTo>
                  <a:pt x="21497" y="81589"/>
                </a:lnTo>
                <a:lnTo>
                  <a:pt x="21497" y="81589"/>
                </a:lnTo>
                <a:lnTo>
                  <a:pt x="21497" y="81589"/>
                </a:lnTo>
                <a:lnTo>
                  <a:pt x="21497" y="81589"/>
                </a:lnTo>
                <a:lnTo>
                  <a:pt x="21497" y="81589"/>
                </a:lnTo>
                <a:lnTo>
                  <a:pt x="21497" y="81590"/>
                </a:lnTo>
                <a:lnTo>
                  <a:pt x="21497" y="81590"/>
                </a:lnTo>
                <a:lnTo>
                  <a:pt x="21497" y="81590"/>
                </a:lnTo>
                <a:lnTo>
                  <a:pt x="21497" y="81590"/>
                </a:lnTo>
                <a:lnTo>
                  <a:pt x="21497" y="81590"/>
                </a:lnTo>
                <a:lnTo>
                  <a:pt x="21497" y="81590"/>
                </a:lnTo>
                <a:lnTo>
                  <a:pt x="21497" y="81590"/>
                </a:lnTo>
                <a:lnTo>
                  <a:pt x="21497" y="81591"/>
                </a:lnTo>
                <a:lnTo>
                  <a:pt x="21497" y="81591"/>
                </a:lnTo>
                <a:lnTo>
                  <a:pt x="21497" y="81591"/>
                </a:lnTo>
                <a:lnTo>
                  <a:pt x="21497" y="81591"/>
                </a:lnTo>
                <a:lnTo>
                  <a:pt x="21497" y="81591"/>
                </a:lnTo>
                <a:lnTo>
                  <a:pt x="21497" y="81591"/>
                </a:lnTo>
                <a:lnTo>
                  <a:pt x="21497" y="81591"/>
                </a:lnTo>
                <a:lnTo>
                  <a:pt x="21497" y="81592"/>
                </a:lnTo>
                <a:lnTo>
                  <a:pt x="21497" y="81592"/>
                </a:lnTo>
                <a:lnTo>
                  <a:pt x="21497" y="81592"/>
                </a:lnTo>
                <a:lnTo>
                  <a:pt x="21497" y="81592"/>
                </a:lnTo>
                <a:lnTo>
                  <a:pt x="21497" y="81592"/>
                </a:lnTo>
                <a:lnTo>
                  <a:pt x="21497" y="81592"/>
                </a:lnTo>
                <a:lnTo>
                  <a:pt x="21497" y="81592"/>
                </a:lnTo>
                <a:lnTo>
                  <a:pt x="21497" y="81593"/>
                </a:lnTo>
                <a:lnTo>
                  <a:pt x="21497" y="81593"/>
                </a:lnTo>
                <a:lnTo>
                  <a:pt x="21497" y="81593"/>
                </a:lnTo>
                <a:lnTo>
                  <a:pt x="21497" y="81593"/>
                </a:lnTo>
                <a:lnTo>
                  <a:pt x="21497" y="81593"/>
                </a:lnTo>
                <a:lnTo>
                  <a:pt x="21497" y="81593"/>
                </a:lnTo>
                <a:lnTo>
                  <a:pt x="21497" y="81593"/>
                </a:lnTo>
                <a:lnTo>
                  <a:pt x="21497" y="81594"/>
                </a:lnTo>
                <a:lnTo>
                  <a:pt x="21497" y="81594"/>
                </a:lnTo>
                <a:lnTo>
                  <a:pt x="21497" y="81594"/>
                </a:lnTo>
                <a:lnTo>
                  <a:pt x="21497" y="81594"/>
                </a:lnTo>
                <a:lnTo>
                  <a:pt x="21497" y="81594"/>
                </a:lnTo>
                <a:lnTo>
                  <a:pt x="21497" y="81594"/>
                </a:lnTo>
                <a:lnTo>
                  <a:pt x="21497" y="81594"/>
                </a:lnTo>
                <a:lnTo>
                  <a:pt x="21497" y="81595"/>
                </a:lnTo>
                <a:lnTo>
                  <a:pt x="21497" y="81595"/>
                </a:lnTo>
                <a:lnTo>
                  <a:pt x="21497" y="81595"/>
                </a:lnTo>
                <a:lnTo>
                  <a:pt x="21497" y="81595"/>
                </a:lnTo>
                <a:lnTo>
                  <a:pt x="21497" y="81595"/>
                </a:lnTo>
                <a:lnTo>
                  <a:pt x="21497" y="81595"/>
                </a:lnTo>
                <a:lnTo>
                  <a:pt x="21497" y="81595"/>
                </a:lnTo>
                <a:lnTo>
                  <a:pt x="21497" y="81596"/>
                </a:lnTo>
                <a:lnTo>
                  <a:pt x="21497" y="81596"/>
                </a:lnTo>
                <a:lnTo>
                  <a:pt x="21497" y="81596"/>
                </a:lnTo>
                <a:lnTo>
                  <a:pt x="21497" y="81596"/>
                </a:lnTo>
                <a:lnTo>
                  <a:pt x="21497" y="81596"/>
                </a:lnTo>
                <a:lnTo>
                  <a:pt x="21497" y="81596"/>
                </a:lnTo>
                <a:lnTo>
                  <a:pt x="21497" y="81596"/>
                </a:lnTo>
                <a:lnTo>
                  <a:pt x="21497" y="81597"/>
                </a:lnTo>
                <a:lnTo>
                  <a:pt x="21497" y="81597"/>
                </a:lnTo>
                <a:lnTo>
                  <a:pt x="21497" y="81597"/>
                </a:lnTo>
                <a:lnTo>
                  <a:pt x="21497" y="81597"/>
                </a:lnTo>
                <a:lnTo>
                  <a:pt x="21497" y="81597"/>
                </a:lnTo>
                <a:lnTo>
                  <a:pt x="21497" y="81597"/>
                </a:lnTo>
                <a:lnTo>
                  <a:pt x="21497" y="81597"/>
                </a:lnTo>
                <a:lnTo>
                  <a:pt x="21497" y="81598"/>
                </a:lnTo>
                <a:lnTo>
                  <a:pt x="21497" y="81598"/>
                </a:lnTo>
                <a:lnTo>
                  <a:pt x="21497" y="81598"/>
                </a:lnTo>
                <a:lnTo>
                  <a:pt x="21497" y="81598"/>
                </a:lnTo>
                <a:lnTo>
                  <a:pt x="21497" y="81598"/>
                </a:lnTo>
                <a:lnTo>
                  <a:pt x="21497" y="81598"/>
                </a:lnTo>
                <a:lnTo>
                  <a:pt x="21497" y="81599"/>
                </a:lnTo>
                <a:lnTo>
                  <a:pt x="21497" y="81599"/>
                </a:lnTo>
                <a:lnTo>
                  <a:pt x="21497" y="81599"/>
                </a:lnTo>
                <a:lnTo>
                  <a:pt x="21497" y="81599"/>
                </a:lnTo>
                <a:lnTo>
                  <a:pt x="21497" y="81599"/>
                </a:lnTo>
                <a:lnTo>
                  <a:pt x="21497" y="81599"/>
                </a:lnTo>
                <a:lnTo>
                  <a:pt x="21497" y="81599"/>
                </a:lnTo>
                <a:lnTo>
                  <a:pt x="21497" y="81600"/>
                </a:lnTo>
                <a:lnTo>
                  <a:pt x="21497" y="81600"/>
                </a:lnTo>
                <a:lnTo>
                  <a:pt x="21497" y="81600"/>
                </a:lnTo>
                <a:lnTo>
                  <a:pt x="21497" y="81600"/>
                </a:lnTo>
                <a:lnTo>
                  <a:pt x="21497" y="81600"/>
                </a:lnTo>
                <a:lnTo>
                  <a:pt x="21497" y="81600"/>
                </a:lnTo>
                <a:lnTo>
                  <a:pt x="21497" y="81600"/>
                </a:lnTo>
                <a:lnTo>
                  <a:pt x="21497" y="81601"/>
                </a:lnTo>
                <a:lnTo>
                  <a:pt x="21497" y="81601"/>
                </a:lnTo>
                <a:lnTo>
                  <a:pt x="21497" y="81601"/>
                </a:lnTo>
                <a:lnTo>
                  <a:pt x="21497" y="81601"/>
                </a:lnTo>
                <a:lnTo>
                  <a:pt x="21497" y="81601"/>
                </a:lnTo>
                <a:lnTo>
                  <a:pt x="21497" y="81601"/>
                </a:lnTo>
                <a:lnTo>
                  <a:pt x="21497" y="81601"/>
                </a:lnTo>
                <a:lnTo>
                  <a:pt x="21497" y="81602"/>
                </a:lnTo>
                <a:lnTo>
                  <a:pt x="21497" y="81602"/>
                </a:lnTo>
                <a:lnTo>
                  <a:pt x="21497" y="81602"/>
                </a:lnTo>
                <a:lnTo>
                  <a:pt x="21497" y="81602"/>
                </a:lnTo>
                <a:lnTo>
                  <a:pt x="21497" y="81602"/>
                </a:lnTo>
                <a:lnTo>
                  <a:pt x="21497" y="81602"/>
                </a:lnTo>
                <a:lnTo>
                  <a:pt x="21497" y="81602"/>
                </a:lnTo>
                <a:lnTo>
                  <a:pt x="21497" y="81603"/>
                </a:lnTo>
                <a:lnTo>
                  <a:pt x="21497" y="81603"/>
                </a:lnTo>
                <a:lnTo>
                  <a:pt x="21497" y="81603"/>
                </a:lnTo>
                <a:lnTo>
                  <a:pt x="21497" y="81603"/>
                </a:lnTo>
                <a:lnTo>
                  <a:pt x="21497" y="81603"/>
                </a:lnTo>
                <a:lnTo>
                  <a:pt x="21497" y="81603"/>
                </a:lnTo>
                <a:lnTo>
                  <a:pt x="21497" y="81603"/>
                </a:lnTo>
                <a:lnTo>
                  <a:pt x="21497" y="81604"/>
                </a:lnTo>
                <a:lnTo>
                  <a:pt x="21497" y="81604"/>
                </a:lnTo>
                <a:lnTo>
                  <a:pt x="21497" y="81604"/>
                </a:lnTo>
                <a:lnTo>
                  <a:pt x="21497" y="81604"/>
                </a:lnTo>
                <a:lnTo>
                  <a:pt x="21497" y="81604"/>
                </a:lnTo>
                <a:lnTo>
                  <a:pt x="21497" y="81604"/>
                </a:lnTo>
                <a:lnTo>
                  <a:pt x="21497" y="81604"/>
                </a:lnTo>
                <a:lnTo>
                  <a:pt x="21497" y="81605"/>
                </a:lnTo>
                <a:lnTo>
                  <a:pt x="21497" y="81605"/>
                </a:lnTo>
                <a:lnTo>
                  <a:pt x="21497" y="81605"/>
                </a:lnTo>
                <a:lnTo>
                  <a:pt x="21497" y="81605"/>
                </a:lnTo>
                <a:lnTo>
                  <a:pt x="21497" y="81605"/>
                </a:lnTo>
                <a:lnTo>
                  <a:pt x="21497" y="81605"/>
                </a:lnTo>
                <a:lnTo>
                  <a:pt x="21497" y="81605"/>
                </a:lnTo>
                <a:lnTo>
                  <a:pt x="21497" y="81606"/>
                </a:lnTo>
                <a:lnTo>
                  <a:pt x="21497" y="81606"/>
                </a:lnTo>
                <a:lnTo>
                  <a:pt x="21497" y="81606"/>
                </a:lnTo>
                <a:lnTo>
                  <a:pt x="21497" y="81606"/>
                </a:lnTo>
                <a:lnTo>
                  <a:pt x="21497" y="81606"/>
                </a:lnTo>
                <a:lnTo>
                  <a:pt x="21497" y="81606"/>
                </a:lnTo>
                <a:lnTo>
                  <a:pt x="21497" y="81606"/>
                </a:lnTo>
                <a:lnTo>
                  <a:pt x="21497" y="81607"/>
                </a:lnTo>
                <a:lnTo>
                  <a:pt x="21497" y="81607"/>
                </a:lnTo>
                <a:lnTo>
                  <a:pt x="21497" y="81607"/>
                </a:lnTo>
                <a:lnTo>
                  <a:pt x="21497" y="81607"/>
                </a:lnTo>
                <a:lnTo>
                  <a:pt x="21497" y="81607"/>
                </a:lnTo>
                <a:lnTo>
                  <a:pt x="21497" y="81607"/>
                </a:lnTo>
                <a:lnTo>
                  <a:pt x="21497" y="81607"/>
                </a:lnTo>
                <a:lnTo>
                  <a:pt x="21497" y="81608"/>
                </a:lnTo>
                <a:lnTo>
                  <a:pt x="21497" y="81608"/>
                </a:lnTo>
                <a:lnTo>
                  <a:pt x="21497" y="81608"/>
                </a:lnTo>
                <a:lnTo>
                  <a:pt x="21497" y="81608"/>
                </a:lnTo>
                <a:lnTo>
                  <a:pt x="21497" y="81608"/>
                </a:lnTo>
                <a:lnTo>
                  <a:pt x="21497" y="81608"/>
                </a:lnTo>
                <a:lnTo>
                  <a:pt x="21497" y="81609"/>
                </a:lnTo>
                <a:lnTo>
                  <a:pt x="21497" y="81609"/>
                </a:lnTo>
                <a:lnTo>
                  <a:pt x="21497" y="81609"/>
                </a:lnTo>
                <a:lnTo>
                  <a:pt x="21497" y="81609"/>
                </a:lnTo>
                <a:lnTo>
                  <a:pt x="21497" y="81609"/>
                </a:lnTo>
                <a:lnTo>
                  <a:pt x="21497" y="81609"/>
                </a:lnTo>
                <a:lnTo>
                  <a:pt x="21497" y="81609"/>
                </a:lnTo>
                <a:lnTo>
                  <a:pt x="21497" y="81610"/>
                </a:lnTo>
                <a:lnTo>
                  <a:pt x="21497" y="81610"/>
                </a:lnTo>
                <a:lnTo>
                  <a:pt x="21497" y="81610"/>
                </a:lnTo>
                <a:lnTo>
                  <a:pt x="21497" y="81610"/>
                </a:lnTo>
                <a:lnTo>
                  <a:pt x="21497" y="81610"/>
                </a:lnTo>
                <a:lnTo>
                  <a:pt x="21497" y="81610"/>
                </a:lnTo>
                <a:lnTo>
                  <a:pt x="21497" y="81610"/>
                </a:lnTo>
                <a:lnTo>
                  <a:pt x="21497" y="81611"/>
                </a:lnTo>
                <a:lnTo>
                  <a:pt x="21497" y="81611"/>
                </a:lnTo>
                <a:lnTo>
                  <a:pt x="21497" y="81611"/>
                </a:lnTo>
                <a:lnTo>
                  <a:pt x="21497" y="81611"/>
                </a:lnTo>
                <a:lnTo>
                  <a:pt x="21497" y="81611"/>
                </a:lnTo>
                <a:lnTo>
                  <a:pt x="21497" y="81611"/>
                </a:lnTo>
                <a:lnTo>
                  <a:pt x="21497" y="81611"/>
                </a:lnTo>
                <a:lnTo>
                  <a:pt x="21497" y="81612"/>
                </a:lnTo>
                <a:lnTo>
                  <a:pt x="21497" y="81612"/>
                </a:lnTo>
                <a:lnTo>
                  <a:pt x="21497" y="81612"/>
                </a:lnTo>
                <a:lnTo>
                  <a:pt x="21497" y="81612"/>
                </a:lnTo>
                <a:lnTo>
                  <a:pt x="21497" y="81612"/>
                </a:lnTo>
                <a:lnTo>
                  <a:pt x="21497" y="81612"/>
                </a:lnTo>
                <a:lnTo>
                  <a:pt x="21497" y="81612"/>
                </a:lnTo>
                <a:lnTo>
                  <a:pt x="21497" y="81613"/>
                </a:lnTo>
                <a:lnTo>
                  <a:pt x="21497" y="81613"/>
                </a:lnTo>
                <a:lnTo>
                  <a:pt x="21497" y="81613"/>
                </a:lnTo>
                <a:lnTo>
                  <a:pt x="21497" y="81613"/>
                </a:lnTo>
                <a:lnTo>
                  <a:pt x="21497" y="81613"/>
                </a:lnTo>
                <a:lnTo>
                  <a:pt x="21497" y="81613"/>
                </a:lnTo>
                <a:lnTo>
                  <a:pt x="21497" y="81613"/>
                </a:lnTo>
                <a:lnTo>
                  <a:pt x="21497" y="81614"/>
                </a:lnTo>
                <a:lnTo>
                  <a:pt x="21497" y="81614"/>
                </a:lnTo>
                <a:lnTo>
                  <a:pt x="21497" y="81614"/>
                </a:lnTo>
                <a:lnTo>
                  <a:pt x="21497" y="81614"/>
                </a:lnTo>
                <a:lnTo>
                  <a:pt x="21497" y="81614"/>
                </a:lnTo>
                <a:lnTo>
                  <a:pt x="21497" y="81614"/>
                </a:lnTo>
                <a:lnTo>
                  <a:pt x="21497" y="81614"/>
                </a:lnTo>
                <a:lnTo>
                  <a:pt x="21497" y="81615"/>
                </a:lnTo>
                <a:lnTo>
                  <a:pt x="21497" y="81615"/>
                </a:lnTo>
                <a:lnTo>
                  <a:pt x="21497" y="81615"/>
                </a:lnTo>
                <a:lnTo>
                  <a:pt x="21497" y="81615"/>
                </a:lnTo>
                <a:lnTo>
                  <a:pt x="21497" y="81615"/>
                </a:lnTo>
                <a:lnTo>
                  <a:pt x="21497" y="81615"/>
                </a:lnTo>
                <a:lnTo>
                  <a:pt x="21497" y="81616"/>
                </a:lnTo>
                <a:lnTo>
                  <a:pt x="21497" y="81616"/>
                </a:lnTo>
                <a:lnTo>
                  <a:pt x="21497" y="81616"/>
                </a:lnTo>
                <a:lnTo>
                  <a:pt x="21497" y="81616"/>
                </a:lnTo>
                <a:lnTo>
                  <a:pt x="21497" y="81616"/>
                </a:lnTo>
                <a:lnTo>
                  <a:pt x="21497" y="81616"/>
                </a:lnTo>
                <a:lnTo>
                  <a:pt x="21497" y="81616"/>
                </a:lnTo>
                <a:lnTo>
                  <a:pt x="21497" y="81617"/>
                </a:lnTo>
                <a:lnTo>
                  <a:pt x="21497" y="81617"/>
                </a:lnTo>
                <a:lnTo>
                  <a:pt x="21497" y="81617"/>
                </a:lnTo>
                <a:lnTo>
                  <a:pt x="21497" y="81617"/>
                </a:lnTo>
                <a:lnTo>
                  <a:pt x="21497" y="81617"/>
                </a:lnTo>
                <a:lnTo>
                  <a:pt x="21497" y="81617"/>
                </a:lnTo>
                <a:lnTo>
                  <a:pt x="21497" y="81617"/>
                </a:lnTo>
                <a:lnTo>
                  <a:pt x="21497" y="81618"/>
                </a:lnTo>
                <a:lnTo>
                  <a:pt x="21497" y="81618"/>
                </a:lnTo>
                <a:lnTo>
                  <a:pt x="21497" y="81618"/>
                </a:lnTo>
                <a:lnTo>
                  <a:pt x="21497" y="81618"/>
                </a:lnTo>
                <a:lnTo>
                  <a:pt x="21497" y="81618"/>
                </a:lnTo>
                <a:lnTo>
                  <a:pt x="21497" y="81618"/>
                </a:lnTo>
                <a:lnTo>
                  <a:pt x="21497" y="81618"/>
                </a:lnTo>
                <a:lnTo>
                  <a:pt x="21497" y="81619"/>
                </a:lnTo>
                <a:lnTo>
                  <a:pt x="21497" y="81619"/>
                </a:lnTo>
                <a:lnTo>
                  <a:pt x="21497" y="81619"/>
                </a:lnTo>
                <a:lnTo>
                  <a:pt x="21497" y="81619"/>
                </a:lnTo>
                <a:lnTo>
                  <a:pt x="21497" y="81619"/>
                </a:lnTo>
                <a:lnTo>
                  <a:pt x="21497" y="81619"/>
                </a:lnTo>
                <a:lnTo>
                  <a:pt x="21497" y="81619"/>
                </a:lnTo>
                <a:lnTo>
                  <a:pt x="21497" y="81620"/>
                </a:lnTo>
                <a:lnTo>
                  <a:pt x="21497" y="81620"/>
                </a:lnTo>
                <a:lnTo>
                  <a:pt x="21497" y="81620"/>
                </a:lnTo>
                <a:lnTo>
                  <a:pt x="21497" y="81620"/>
                </a:lnTo>
                <a:lnTo>
                  <a:pt x="21497" y="81620"/>
                </a:lnTo>
                <a:lnTo>
                  <a:pt x="21497" y="81620"/>
                </a:lnTo>
                <a:lnTo>
                  <a:pt x="21497" y="81620"/>
                </a:lnTo>
                <a:lnTo>
                  <a:pt x="21497" y="81621"/>
                </a:lnTo>
                <a:lnTo>
                  <a:pt x="21497" y="81621"/>
                </a:lnTo>
                <a:lnTo>
                  <a:pt x="21497" y="81621"/>
                </a:lnTo>
                <a:lnTo>
                  <a:pt x="21497" y="81621"/>
                </a:lnTo>
                <a:lnTo>
                  <a:pt x="21497" y="81621"/>
                </a:lnTo>
                <a:lnTo>
                  <a:pt x="21497" y="81621"/>
                </a:lnTo>
                <a:lnTo>
                  <a:pt x="21497" y="81622"/>
                </a:lnTo>
                <a:lnTo>
                  <a:pt x="21497" y="81622"/>
                </a:lnTo>
                <a:lnTo>
                  <a:pt x="21497" y="81622"/>
                </a:lnTo>
                <a:lnTo>
                  <a:pt x="21497" y="81622"/>
                </a:lnTo>
                <a:lnTo>
                  <a:pt x="21497" y="81622"/>
                </a:lnTo>
                <a:lnTo>
                  <a:pt x="21497" y="81622"/>
                </a:lnTo>
                <a:lnTo>
                  <a:pt x="21497" y="81622"/>
                </a:lnTo>
                <a:lnTo>
                  <a:pt x="21497" y="81623"/>
                </a:lnTo>
                <a:lnTo>
                  <a:pt x="21497" y="81623"/>
                </a:lnTo>
                <a:lnTo>
                  <a:pt x="21497" y="81623"/>
                </a:lnTo>
                <a:lnTo>
                  <a:pt x="21497" y="81623"/>
                </a:lnTo>
                <a:lnTo>
                  <a:pt x="21497" y="81623"/>
                </a:lnTo>
                <a:lnTo>
                  <a:pt x="21497" y="81623"/>
                </a:lnTo>
                <a:lnTo>
                  <a:pt x="21497" y="81623"/>
                </a:lnTo>
                <a:lnTo>
                  <a:pt x="21497" y="81624"/>
                </a:lnTo>
                <a:lnTo>
                  <a:pt x="21497" y="81624"/>
                </a:lnTo>
                <a:lnTo>
                  <a:pt x="21497" y="81624"/>
                </a:lnTo>
                <a:lnTo>
                  <a:pt x="21497" y="81624"/>
                </a:lnTo>
                <a:lnTo>
                  <a:pt x="21497" y="81624"/>
                </a:lnTo>
                <a:lnTo>
                  <a:pt x="21497" y="81624"/>
                </a:lnTo>
                <a:lnTo>
                  <a:pt x="21497" y="81624"/>
                </a:lnTo>
                <a:lnTo>
                  <a:pt x="21497" y="81625"/>
                </a:lnTo>
                <a:lnTo>
                  <a:pt x="21497" y="81625"/>
                </a:lnTo>
                <a:lnTo>
                  <a:pt x="21497" y="81625"/>
                </a:lnTo>
                <a:lnTo>
                  <a:pt x="21497" y="81625"/>
                </a:lnTo>
                <a:lnTo>
                  <a:pt x="21497" y="81625"/>
                </a:lnTo>
                <a:lnTo>
                  <a:pt x="21497" y="81625"/>
                </a:lnTo>
                <a:lnTo>
                  <a:pt x="21497" y="81626"/>
                </a:lnTo>
                <a:lnTo>
                  <a:pt x="21497" y="81626"/>
                </a:lnTo>
                <a:lnTo>
                  <a:pt x="21497" y="81626"/>
                </a:lnTo>
                <a:lnTo>
                  <a:pt x="21497" y="81626"/>
                </a:lnTo>
                <a:lnTo>
                  <a:pt x="21497" y="81626"/>
                </a:lnTo>
                <a:lnTo>
                  <a:pt x="21497" y="81626"/>
                </a:lnTo>
                <a:lnTo>
                  <a:pt x="21497" y="81626"/>
                </a:lnTo>
                <a:lnTo>
                  <a:pt x="21497" y="81627"/>
                </a:lnTo>
                <a:lnTo>
                  <a:pt x="21497" y="81627"/>
                </a:lnTo>
                <a:lnTo>
                  <a:pt x="21497" y="81627"/>
                </a:lnTo>
                <a:lnTo>
                  <a:pt x="21497" y="81627"/>
                </a:lnTo>
                <a:lnTo>
                  <a:pt x="21497" y="81627"/>
                </a:lnTo>
                <a:lnTo>
                  <a:pt x="21497" y="81627"/>
                </a:lnTo>
                <a:lnTo>
                  <a:pt x="21497" y="81627"/>
                </a:lnTo>
                <a:lnTo>
                  <a:pt x="21497" y="81628"/>
                </a:lnTo>
                <a:lnTo>
                  <a:pt x="21497" y="81628"/>
                </a:lnTo>
                <a:lnTo>
                  <a:pt x="21497" y="81628"/>
                </a:lnTo>
                <a:lnTo>
                  <a:pt x="21497" y="81628"/>
                </a:lnTo>
                <a:lnTo>
                  <a:pt x="21497" y="81628"/>
                </a:lnTo>
                <a:lnTo>
                  <a:pt x="21497" y="81628"/>
                </a:lnTo>
                <a:lnTo>
                  <a:pt x="21497" y="81628"/>
                </a:lnTo>
                <a:lnTo>
                  <a:pt x="21497" y="81629"/>
                </a:lnTo>
                <a:lnTo>
                  <a:pt x="21497" y="81629"/>
                </a:lnTo>
                <a:lnTo>
                  <a:pt x="21497" y="81629"/>
                </a:lnTo>
                <a:lnTo>
                  <a:pt x="21497" y="81629"/>
                </a:lnTo>
                <a:lnTo>
                  <a:pt x="21497" y="81629"/>
                </a:lnTo>
                <a:lnTo>
                  <a:pt x="21497" y="81629"/>
                </a:lnTo>
                <a:lnTo>
                  <a:pt x="21497" y="81629"/>
                </a:lnTo>
                <a:lnTo>
                  <a:pt x="21497" y="81630"/>
                </a:lnTo>
                <a:lnTo>
                  <a:pt x="21497" y="81630"/>
                </a:lnTo>
                <a:lnTo>
                  <a:pt x="21497" y="81630"/>
                </a:lnTo>
                <a:lnTo>
                  <a:pt x="21497" y="81630"/>
                </a:lnTo>
                <a:lnTo>
                  <a:pt x="21497" y="81630"/>
                </a:lnTo>
                <a:lnTo>
                  <a:pt x="21497" y="81630"/>
                </a:lnTo>
                <a:lnTo>
                  <a:pt x="21497" y="81631"/>
                </a:lnTo>
                <a:lnTo>
                  <a:pt x="21497" y="81631"/>
                </a:lnTo>
                <a:lnTo>
                  <a:pt x="21497" y="81631"/>
                </a:lnTo>
                <a:lnTo>
                  <a:pt x="21497" y="81631"/>
                </a:lnTo>
                <a:lnTo>
                  <a:pt x="21497" y="81631"/>
                </a:lnTo>
                <a:lnTo>
                  <a:pt x="21497" y="81631"/>
                </a:lnTo>
                <a:lnTo>
                  <a:pt x="21497" y="81631"/>
                </a:lnTo>
                <a:lnTo>
                  <a:pt x="21497" y="81632"/>
                </a:lnTo>
                <a:lnTo>
                  <a:pt x="21497" y="81632"/>
                </a:lnTo>
                <a:lnTo>
                  <a:pt x="21497" y="81632"/>
                </a:lnTo>
                <a:lnTo>
                  <a:pt x="21497" y="81632"/>
                </a:lnTo>
                <a:lnTo>
                  <a:pt x="21497" y="81632"/>
                </a:lnTo>
                <a:lnTo>
                  <a:pt x="21497" y="81632"/>
                </a:lnTo>
                <a:lnTo>
                  <a:pt x="21497" y="81632"/>
                </a:lnTo>
                <a:lnTo>
                  <a:pt x="21497" y="81633"/>
                </a:lnTo>
                <a:lnTo>
                  <a:pt x="21497" y="81633"/>
                </a:lnTo>
                <a:lnTo>
                  <a:pt x="21497" y="81633"/>
                </a:lnTo>
                <a:lnTo>
                  <a:pt x="21497" y="81633"/>
                </a:lnTo>
                <a:lnTo>
                  <a:pt x="21497" y="81633"/>
                </a:lnTo>
                <a:lnTo>
                  <a:pt x="21497" y="81633"/>
                </a:lnTo>
                <a:lnTo>
                  <a:pt x="21497" y="81633"/>
                </a:lnTo>
                <a:lnTo>
                  <a:pt x="21497" y="81634"/>
                </a:lnTo>
                <a:lnTo>
                  <a:pt x="21497" y="81634"/>
                </a:lnTo>
                <a:lnTo>
                  <a:pt x="21497" y="81634"/>
                </a:lnTo>
                <a:lnTo>
                  <a:pt x="21497" y="81634"/>
                </a:lnTo>
                <a:lnTo>
                  <a:pt x="21497" y="81634"/>
                </a:lnTo>
                <a:lnTo>
                  <a:pt x="21497" y="81634"/>
                </a:lnTo>
                <a:lnTo>
                  <a:pt x="21497" y="81635"/>
                </a:lnTo>
                <a:lnTo>
                  <a:pt x="21497" y="81635"/>
                </a:lnTo>
                <a:lnTo>
                  <a:pt x="21497" y="81635"/>
                </a:lnTo>
                <a:lnTo>
                  <a:pt x="21497" y="81635"/>
                </a:lnTo>
                <a:lnTo>
                  <a:pt x="21497" y="81635"/>
                </a:lnTo>
                <a:lnTo>
                  <a:pt x="21497" y="81635"/>
                </a:lnTo>
                <a:lnTo>
                  <a:pt x="21497" y="81635"/>
                </a:lnTo>
                <a:lnTo>
                  <a:pt x="21497" y="81636"/>
                </a:lnTo>
                <a:lnTo>
                  <a:pt x="21497" y="81636"/>
                </a:lnTo>
                <a:lnTo>
                  <a:pt x="21497" y="81636"/>
                </a:lnTo>
                <a:lnTo>
                  <a:pt x="21497" y="81636"/>
                </a:lnTo>
                <a:lnTo>
                  <a:pt x="21497" y="81636"/>
                </a:lnTo>
                <a:lnTo>
                  <a:pt x="21497" y="81636"/>
                </a:lnTo>
                <a:lnTo>
                  <a:pt x="21497" y="81636"/>
                </a:lnTo>
                <a:lnTo>
                  <a:pt x="21497" y="81637"/>
                </a:lnTo>
                <a:lnTo>
                  <a:pt x="21497" y="81637"/>
                </a:lnTo>
                <a:lnTo>
                  <a:pt x="21497" y="81637"/>
                </a:lnTo>
                <a:lnTo>
                  <a:pt x="21497" y="81637"/>
                </a:lnTo>
                <a:lnTo>
                  <a:pt x="21497" y="81637"/>
                </a:lnTo>
                <a:lnTo>
                  <a:pt x="21497" y="81637"/>
                </a:lnTo>
                <a:lnTo>
                  <a:pt x="21497" y="81637"/>
                </a:lnTo>
                <a:lnTo>
                  <a:pt x="21497" y="81638"/>
                </a:lnTo>
                <a:lnTo>
                  <a:pt x="21497" y="81638"/>
                </a:lnTo>
                <a:lnTo>
                  <a:pt x="21497" y="81638"/>
                </a:lnTo>
                <a:lnTo>
                  <a:pt x="21497" y="81638"/>
                </a:lnTo>
                <a:lnTo>
                  <a:pt x="21497" y="81638"/>
                </a:lnTo>
                <a:lnTo>
                  <a:pt x="21497" y="81638"/>
                </a:lnTo>
                <a:lnTo>
                  <a:pt x="21497" y="81639"/>
                </a:lnTo>
                <a:lnTo>
                  <a:pt x="21497" y="81639"/>
                </a:lnTo>
                <a:lnTo>
                  <a:pt x="21497" y="81639"/>
                </a:lnTo>
                <a:lnTo>
                  <a:pt x="21497" y="81639"/>
                </a:lnTo>
                <a:lnTo>
                  <a:pt x="21497" y="81639"/>
                </a:lnTo>
                <a:lnTo>
                  <a:pt x="21497" y="81639"/>
                </a:lnTo>
                <a:lnTo>
                  <a:pt x="21497" y="81639"/>
                </a:lnTo>
                <a:lnTo>
                  <a:pt x="21497" y="81640"/>
                </a:lnTo>
                <a:lnTo>
                  <a:pt x="21497" y="81640"/>
                </a:lnTo>
                <a:lnTo>
                  <a:pt x="21497" y="81640"/>
                </a:lnTo>
                <a:lnTo>
                  <a:pt x="21497" y="81640"/>
                </a:lnTo>
                <a:lnTo>
                  <a:pt x="21497" y="81640"/>
                </a:lnTo>
                <a:lnTo>
                  <a:pt x="21497" y="81640"/>
                </a:lnTo>
                <a:lnTo>
                  <a:pt x="21497" y="81640"/>
                </a:lnTo>
                <a:lnTo>
                  <a:pt x="21497" y="81641"/>
                </a:lnTo>
                <a:lnTo>
                  <a:pt x="21497" y="81641"/>
                </a:lnTo>
                <a:lnTo>
                  <a:pt x="21497" y="81641"/>
                </a:lnTo>
                <a:lnTo>
                  <a:pt x="21497" y="81641"/>
                </a:lnTo>
                <a:lnTo>
                  <a:pt x="21497" y="81641"/>
                </a:lnTo>
                <a:lnTo>
                  <a:pt x="21497" y="81641"/>
                </a:lnTo>
                <a:lnTo>
                  <a:pt x="21497" y="81642"/>
                </a:lnTo>
                <a:lnTo>
                  <a:pt x="21497" y="81642"/>
                </a:lnTo>
                <a:lnTo>
                  <a:pt x="21497" y="81642"/>
                </a:lnTo>
                <a:lnTo>
                  <a:pt x="21497" y="81642"/>
                </a:lnTo>
                <a:lnTo>
                  <a:pt x="21497" y="81642"/>
                </a:lnTo>
                <a:lnTo>
                  <a:pt x="21497" y="81642"/>
                </a:lnTo>
                <a:lnTo>
                  <a:pt x="21497" y="81642"/>
                </a:lnTo>
                <a:lnTo>
                  <a:pt x="21497" y="81643"/>
                </a:lnTo>
                <a:lnTo>
                  <a:pt x="21497" y="81643"/>
                </a:lnTo>
                <a:lnTo>
                  <a:pt x="21497" y="81643"/>
                </a:lnTo>
                <a:lnTo>
                  <a:pt x="21497" y="81643"/>
                </a:lnTo>
                <a:lnTo>
                  <a:pt x="21497" y="81643"/>
                </a:lnTo>
                <a:lnTo>
                  <a:pt x="21497" y="81643"/>
                </a:lnTo>
                <a:lnTo>
                  <a:pt x="21497" y="81643"/>
                </a:lnTo>
                <a:lnTo>
                  <a:pt x="21497" y="81644"/>
                </a:lnTo>
                <a:lnTo>
                  <a:pt x="21497" y="81644"/>
                </a:lnTo>
                <a:lnTo>
                  <a:pt x="21497" y="81644"/>
                </a:lnTo>
                <a:lnTo>
                  <a:pt x="21497" y="81644"/>
                </a:lnTo>
                <a:lnTo>
                  <a:pt x="21497" y="81644"/>
                </a:lnTo>
                <a:lnTo>
                  <a:pt x="21497" y="81644"/>
                </a:lnTo>
                <a:lnTo>
                  <a:pt x="21497" y="81645"/>
                </a:lnTo>
                <a:lnTo>
                  <a:pt x="21497" y="81645"/>
                </a:lnTo>
                <a:lnTo>
                  <a:pt x="21497" y="81645"/>
                </a:lnTo>
                <a:lnTo>
                  <a:pt x="21497" y="81645"/>
                </a:lnTo>
                <a:lnTo>
                  <a:pt x="21497" y="81645"/>
                </a:lnTo>
                <a:lnTo>
                  <a:pt x="21497" y="81645"/>
                </a:lnTo>
                <a:lnTo>
                  <a:pt x="21497" y="81645"/>
                </a:lnTo>
                <a:lnTo>
                  <a:pt x="21497" y="81646"/>
                </a:lnTo>
                <a:lnTo>
                  <a:pt x="21497" y="81646"/>
                </a:lnTo>
                <a:lnTo>
                  <a:pt x="21497" y="81646"/>
                </a:lnTo>
                <a:lnTo>
                  <a:pt x="21497" y="81646"/>
                </a:lnTo>
                <a:lnTo>
                  <a:pt x="21497" y="81646"/>
                </a:lnTo>
                <a:lnTo>
                  <a:pt x="21497" y="81646"/>
                </a:lnTo>
                <a:lnTo>
                  <a:pt x="21497" y="81646"/>
                </a:lnTo>
                <a:lnTo>
                  <a:pt x="21497" y="81647"/>
                </a:lnTo>
                <a:lnTo>
                  <a:pt x="21497" y="81647"/>
                </a:lnTo>
                <a:lnTo>
                  <a:pt x="21497" y="81647"/>
                </a:lnTo>
                <a:lnTo>
                  <a:pt x="21497" y="81647"/>
                </a:lnTo>
                <a:lnTo>
                  <a:pt x="21497" y="81647"/>
                </a:lnTo>
                <a:lnTo>
                  <a:pt x="21497" y="81647"/>
                </a:lnTo>
                <a:lnTo>
                  <a:pt x="21497" y="81648"/>
                </a:lnTo>
                <a:lnTo>
                  <a:pt x="21497" y="81648"/>
                </a:lnTo>
                <a:lnTo>
                  <a:pt x="21497" y="81648"/>
                </a:lnTo>
                <a:lnTo>
                  <a:pt x="21497" y="81648"/>
                </a:lnTo>
                <a:lnTo>
                  <a:pt x="21497" y="81648"/>
                </a:lnTo>
                <a:lnTo>
                  <a:pt x="21497" y="81648"/>
                </a:lnTo>
                <a:lnTo>
                  <a:pt x="21497" y="81648"/>
                </a:lnTo>
                <a:lnTo>
                  <a:pt x="21497" y="81649"/>
                </a:lnTo>
                <a:lnTo>
                  <a:pt x="21497" y="81649"/>
                </a:lnTo>
                <a:lnTo>
                  <a:pt x="21497" y="81649"/>
                </a:lnTo>
                <a:lnTo>
                  <a:pt x="21497" y="81649"/>
                </a:lnTo>
                <a:lnTo>
                  <a:pt x="21497" y="81649"/>
                </a:lnTo>
                <a:lnTo>
                  <a:pt x="21497" y="81649"/>
                </a:lnTo>
                <a:lnTo>
                  <a:pt x="21497" y="81649"/>
                </a:lnTo>
                <a:lnTo>
                  <a:pt x="21497" y="81650"/>
                </a:lnTo>
                <a:lnTo>
                  <a:pt x="21497" y="81650"/>
                </a:lnTo>
                <a:lnTo>
                  <a:pt x="21497" y="81650"/>
                </a:lnTo>
                <a:lnTo>
                  <a:pt x="21497" y="81650"/>
                </a:lnTo>
                <a:lnTo>
                  <a:pt x="21497" y="81650"/>
                </a:lnTo>
                <a:lnTo>
                  <a:pt x="21497" y="81650"/>
                </a:lnTo>
                <a:lnTo>
                  <a:pt x="21497" y="81651"/>
                </a:lnTo>
                <a:lnTo>
                  <a:pt x="21497" y="81651"/>
                </a:lnTo>
                <a:lnTo>
                  <a:pt x="21497" y="81651"/>
                </a:lnTo>
                <a:lnTo>
                  <a:pt x="21497" y="81651"/>
                </a:lnTo>
                <a:lnTo>
                  <a:pt x="21497" y="81651"/>
                </a:lnTo>
                <a:lnTo>
                  <a:pt x="21497" y="81651"/>
                </a:lnTo>
                <a:lnTo>
                  <a:pt x="21497" y="81651"/>
                </a:lnTo>
                <a:lnTo>
                  <a:pt x="21497" y="81652"/>
                </a:lnTo>
                <a:lnTo>
                  <a:pt x="21497" y="81652"/>
                </a:lnTo>
                <a:lnTo>
                  <a:pt x="21497" y="81652"/>
                </a:lnTo>
                <a:lnTo>
                  <a:pt x="21497" y="81652"/>
                </a:lnTo>
                <a:lnTo>
                  <a:pt x="21497" y="81652"/>
                </a:lnTo>
                <a:lnTo>
                  <a:pt x="21497" y="81652"/>
                </a:lnTo>
                <a:lnTo>
                  <a:pt x="21497" y="81652"/>
                </a:lnTo>
                <a:lnTo>
                  <a:pt x="21497" y="81653"/>
                </a:lnTo>
                <a:lnTo>
                  <a:pt x="21497" y="81653"/>
                </a:lnTo>
                <a:lnTo>
                  <a:pt x="21497" y="81653"/>
                </a:lnTo>
                <a:lnTo>
                  <a:pt x="21497" y="81653"/>
                </a:lnTo>
                <a:lnTo>
                  <a:pt x="21497" y="81653"/>
                </a:lnTo>
                <a:lnTo>
                  <a:pt x="21497" y="81653"/>
                </a:lnTo>
                <a:lnTo>
                  <a:pt x="21497" y="81654"/>
                </a:lnTo>
                <a:lnTo>
                  <a:pt x="21497" y="81654"/>
                </a:lnTo>
                <a:lnTo>
                  <a:pt x="21497" y="81654"/>
                </a:lnTo>
                <a:lnTo>
                  <a:pt x="21497" y="81654"/>
                </a:lnTo>
                <a:lnTo>
                  <a:pt x="21497" y="81654"/>
                </a:lnTo>
                <a:lnTo>
                  <a:pt x="21497" y="81654"/>
                </a:lnTo>
                <a:lnTo>
                  <a:pt x="21497" y="81654"/>
                </a:lnTo>
                <a:lnTo>
                  <a:pt x="21497" y="81655"/>
                </a:lnTo>
                <a:lnTo>
                  <a:pt x="21497" y="81655"/>
                </a:lnTo>
                <a:lnTo>
                  <a:pt x="21497" y="81655"/>
                </a:lnTo>
                <a:lnTo>
                  <a:pt x="21497" y="81655"/>
                </a:lnTo>
                <a:lnTo>
                  <a:pt x="21497" y="81655"/>
                </a:lnTo>
                <a:lnTo>
                  <a:pt x="21497" y="81655"/>
                </a:lnTo>
                <a:lnTo>
                  <a:pt x="21497" y="81655"/>
                </a:lnTo>
                <a:lnTo>
                  <a:pt x="21497" y="81656"/>
                </a:lnTo>
                <a:lnTo>
                  <a:pt x="21497" y="81656"/>
                </a:lnTo>
                <a:lnTo>
                  <a:pt x="21497" y="81656"/>
                </a:lnTo>
                <a:lnTo>
                  <a:pt x="21497" y="81656"/>
                </a:lnTo>
                <a:lnTo>
                  <a:pt x="21497" y="81656"/>
                </a:lnTo>
                <a:lnTo>
                  <a:pt x="21497" y="81656"/>
                </a:lnTo>
                <a:lnTo>
                  <a:pt x="21497" y="81657"/>
                </a:lnTo>
                <a:lnTo>
                  <a:pt x="21497" y="81657"/>
                </a:lnTo>
                <a:lnTo>
                  <a:pt x="21497" y="81657"/>
                </a:lnTo>
                <a:lnTo>
                  <a:pt x="21497" y="81657"/>
                </a:lnTo>
                <a:lnTo>
                  <a:pt x="21497" y="81657"/>
                </a:lnTo>
                <a:lnTo>
                  <a:pt x="21497" y="81657"/>
                </a:lnTo>
                <a:lnTo>
                  <a:pt x="21497" y="81657"/>
                </a:lnTo>
                <a:lnTo>
                  <a:pt x="21497" y="81658"/>
                </a:lnTo>
                <a:lnTo>
                  <a:pt x="21497" y="81658"/>
                </a:lnTo>
                <a:lnTo>
                  <a:pt x="21497" y="81658"/>
                </a:lnTo>
                <a:lnTo>
                  <a:pt x="21497" y="81658"/>
                </a:lnTo>
                <a:lnTo>
                  <a:pt x="21497" y="81658"/>
                </a:lnTo>
                <a:lnTo>
                  <a:pt x="21497" y="81658"/>
                </a:lnTo>
                <a:lnTo>
                  <a:pt x="21497" y="81658"/>
                </a:lnTo>
                <a:lnTo>
                  <a:pt x="21497" y="81659"/>
                </a:lnTo>
                <a:lnTo>
                  <a:pt x="21497" y="81659"/>
                </a:lnTo>
                <a:lnTo>
                  <a:pt x="21497" y="81659"/>
                </a:lnTo>
                <a:lnTo>
                  <a:pt x="21497" y="81659"/>
                </a:lnTo>
                <a:lnTo>
                  <a:pt x="21497" y="81659"/>
                </a:lnTo>
                <a:lnTo>
                  <a:pt x="21497" y="81659"/>
                </a:lnTo>
                <a:lnTo>
                  <a:pt x="21497" y="81660"/>
                </a:lnTo>
                <a:lnTo>
                  <a:pt x="21497" y="81660"/>
                </a:lnTo>
                <a:lnTo>
                  <a:pt x="21497" y="81660"/>
                </a:lnTo>
                <a:lnTo>
                  <a:pt x="21497" y="81660"/>
                </a:lnTo>
                <a:lnTo>
                  <a:pt x="21497" y="81660"/>
                </a:lnTo>
                <a:lnTo>
                  <a:pt x="21497" y="81660"/>
                </a:lnTo>
                <a:lnTo>
                  <a:pt x="21497" y="81660"/>
                </a:lnTo>
                <a:lnTo>
                  <a:pt x="21497" y="81661"/>
                </a:lnTo>
                <a:lnTo>
                  <a:pt x="21497" y="81661"/>
                </a:lnTo>
                <a:lnTo>
                  <a:pt x="21497" y="81661"/>
                </a:lnTo>
                <a:lnTo>
                  <a:pt x="21497" y="81661"/>
                </a:lnTo>
                <a:lnTo>
                  <a:pt x="21497" y="81661"/>
                </a:lnTo>
                <a:lnTo>
                  <a:pt x="21497" y="81661"/>
                </a:lnTo>
                <a:lnTo>
                  <a:pt x="21497" y="81662"/>
                </a:lnTo>
                <a:lnTo>
                  <a:pt x="21497" y="81662"/>
                </a:lnTo>
                <a:lnTo>
                  <a:pt x="21497" y="81662"/>
                </a:lnTo>
                <a:lnTo>
                  <a:pt x="21497" y="81662"/>
                </a:lnTo>
                <a:lnTo>
                  <a:pt x="21497" y="81662"/>
                </a:lnTo>
                <a:lnTo>
                  <a:pt x="21497" y="81662"/>
                </a:lnTo>
                <a:lnTo>
                  <a:pt x="21497" y="81662"/>
                </a:lnTo>
                <a:lnTo>
                  <a:pt x="21497" y="81663"/>
                </a:lnTo>
                <a:lnTo>
                  <a:pt x="21497" y="81663"/>
                </a:lnTo>
                <a:lnTo>
                  <a:pt x="21497" y="81663"/>
                </a:lnTo>
                <a:lnTo>
                  <a:pt x="21497" y="81663"/>
                </a:lnTo>
                <a:lnTo>
                  <a:pt x="21497" y="81663"/>
                </a:lnTo>
                <a:lnTo>
                  <a:pt x="21497" y="81663"/>
                </a:lnTo>
                <a:lnTo>
                  <a:pt x="21497" y="81663"/>
                </a:lnTo>
                <a:lnTo>
                  <a:pt x="21497" y="81664"/>
                </a:lnTo>
                <a:lnTo>
                  <a:pt x="21497" y="81664"/>
                </a:lnTo>
                <a:lnTo>
                  <a:pt x="21497" y="81664"/>
                </a:lnTo>
                <a:lnTo>
                  <a:pt x="21497" y="81664"/>
                </a:lnTo>
                <a:lnTo>
                  <a:pt x="21497" y="81664"/>
                </a:lnTo>
                <a:lnTo>
                  <a:pt x="21497" y="81664"/>
                </a:lnTo>
                <a:lnTo>
                  <a:pt x="21497" y="81665"/>
                </a:lnTo>
                <a:lnTo>
                  <a:pt x="21497" y="81665"/>
                </a:lnTo>
                <a:lnTo>
                  <a:pt x="21497" y="81665"/>
                </a:lnTo>
                <a:lnTo>
                  <a:pt x="21497" y="81665"/>
                </a:lnTo>
                <a:lnTo>
                  <a:pt x="21497" y="81665"/>
                </a:lnTo>
                <a:lnTo>
                  <a:pt x="21497" y="81665"/>
                </a:lnTo>
                <a:lnTo>
                  <a:pt x="21497" y="81665"/>
                </a:lnTo>
                <a:lnTo>
                  <a:pt x="21497" y="81666"/>
                </a:lnTo>
                <a:lnTo>
                  <a:pt x="21497" y="81666"/>
                </a:lnTo>
                <a:lnTo>
                  <a:pt x="21497" y="81666"/>
                </a:lnTo>
                <a:lnTo>
                  <a:pt x="21497" y="81666"/>
                </a:lnTo>
                <a:lnTo>
                  <a:pt x="21497" y="81666"/>
                </a:lnTo>
                <a:lnTo>
                  <a:pt x="21497" y="81666"/>
                </a:lnTo>
                <a:lnTo>
                  <a:pt x="21497" y="81667"/>
                </a:lnTo>
                <a:lnTo>
                  <a:pt x="21497" y="81667"/>
                </a:lnTo>
                <a:lnTo>
                  <a:pt x="21497" y="81667"/>
                </a:lnTo>
                <a:lnTo>
                  <a:pt x="21497" y="81667"/>
                </a:lnTo>
                <a:lnTo>
                  <a:pt x="21497" y="81667"/>
                </a:lnTo>
                <a:lnTo>
                  <a:pt x="21497" y="81667"/>
                </a:lnTo>
                <a:lnTo>
                  <a:pt x="21497" y="81667"/>
                </a:lnTo>
                <a:lnTo>
                  <a:pt x="21497" y="81668"/>
                </a:lnTo>
                <a:lnTo>
                  <a:pt x="21497" y="81668"/>
                </a:lnTo>
                <a:lnTo>
                  <a:pt x="21497" y="81668"/>
                </a:lnTo>
                <a:lnTo>
                  <a:pt x="21497" y="81668"/>
                </a:lnTo>
                <a:lnTo>
                  <a:pt x="21497" y="81668"/>
                </a:lnTo>
                <a:lnTo>
                  <a:pt x="21497" y="81668"/>
                </a:lnTo>
                <a:lnTo>
                  <a:pt x="21497" y="81668"/>
                </a:lnTo>
                <a:lnTo>
                  <a:pt x="21497" y="81669"/>
                </a:lnTo>
                <a:lnTo>
                  <a:pt x="21497" y="81669"/>
                </a:lnTo>
                <a:lnTo>
                  <a:pt x="21497" y="81669"/>
                </a:lnTo>
                <a:lnTo>
                  <a:pt x="21497" y="81669"/>
                </a:lnTo>
                <a:lnTo>
                  <a:pt x="21497" y="81669"/>
                </a:lnTo>
                <a:lnTo>
                  <a:pt x="21497" y="81669"/>
                </a:lnTo>
                <a:lnTo>
                  <a:pt x="21497" y="81670"/>
                </a:lnTo>
                <a:lnTo>
                  <a:pt x="21497" y="81670"/>
                </a:lnTo>
                <a:lnTo>
                  <a:pt x="21497" y="81670"/>
                </a:lnTo>
                <a:lnTo>
                  <a:pt x="21497" y="81670"/>
                </a:lnTo>
                <a:lnTo>
                  <a:pt x="21497" y="81670"/>
                </a:lnTo>
                <a:lnTo>
                  <a:pt x="21497" y="81670"/>
                </a:lnTo>
                <a:lnTo>
                  <a:pt x="21497" y="81670"/>
                </a:lnTo>
                <a:lnTo>
                  <a:pt x="21497" y="81671"/>
                </a:lnTo>
                <a:lnTo>
                  <a:pt x="21497" y="81671"/>
                </a:lnTo>
                <a:lnTo>
                  <a:pt x="21497" y="81671"/>
                </a:lnTo>
                <a:lnTo>
                  <a:pt x="21497" y="81671"/>
                </a:lnTo>
                <a:lnTo>
                  <a:pt x="21497" y="81671"/>
                </a:lnTo>
                <a:lnTo>
                  <a:pt x="21497" y="81671"/>
                </a:lnTo>
                <a:lnTo>
                  <a:pt x="21497" y="81672"/>
                </a:lnTo>
                <a:lnTo>
                  <a:pt x="21497" y="81672"/>
                </a:lnTo>
                <a:lnTo>
                  <a:pt x="21497" y="81672"/>
                </a:lnTo>
                <a:lnTo>
                  <a:pt x="21497" y="81672"/>
                </a:lnTo>
                <a:lnTo>
                  <a:pt x="21497" y="81672"/>
                </a:lnTo>
                <a:lnTo>
                  <a:pt x="21497" y="81672"/>
                </a:lnTo>
                <a:lnTo>
                  <a:pt x="21497" y="81672"/>
                </a:lnTo>
                <a:lnTo>
                  <a:pt x="21497" y="81673"/>
                </a:lnTo>
                <a:lnTo>
                  <a:pt x="21497" y="81673"/>
                </a:lnTo>
                <a:lnTo>
                  <a:pt x="21497" y="81673"/>
                </a:lnTo>
                <a:lnTo>
                  <a:pt x="21497" y="81673"/>
                </a:lnTo>
                <a:lnTo>
                  <a:pt x="21497" y="81673"/>
                </a:lnTo>
                <a:lnTo>
                  <a:pt x="21497" y="81673"/>
                </a:lnTo>
                <a:lnTo>
                  <a:pt x="21497" y="81674"/>
                </a:lnTo>
                <a:lnTo>
                  <a:pt x="21497" y="81674"/>
                </a:lnTo>
                <a:lnTo>
                  <a:pt x="21497" y="81674"/>
                </a:lnTo>
                <a:lnTo>
                  <a:pt x="21497" y="81674"/>
                </a:lnTo>
                <a:lnTo>
                  <a:pt x="21497" y="81674"/>
                </a:lnTo>
                <a:lnTo>
                  <a:pt x="21497" y="81674"/>
                </a:lnTo>
                <a:lnTo>
                  <a:pt x="21497" y="81674"/>
                </a:lnTo>
                <a:lnTo>
                  <a:pt x="21497" y="81675"/>
                </a:lnTo>
                <a:lnTo>
                  <a:pt x="21497" y="81675"/>
                </a:lnTo>
                <a:lnTo>
                  <a:pt x="21497" y="81675"/>
                </a:lnTo>
                <a:lnTo>
                  <a:pt x="21497" y="81675"/>
                </a:lnTo>
                <a:lnTo>
                  <a:pt x="21497" y="81675"/>
                </a:lnTo>
                <a:lnTo>
                  <a:pt x="21497" y="81675"/>
                </a:lnTo>
                <a:lnTo>
                  <a:pt x="21497" y="81676"/>
                </a:lnTo>
                <a:lnTo>
                  <a:pt x="21497" y="81676"/>
                </a:lnTo>
                <a:lnTo>
                  <a:pt x="21497" y="81676"/>
                </a:lnTo>
                <a:lnTo>
                  <a:pt x="21497" y="81676"/>
                </a:lnTo>
                <a:lnTo>
                  <a:pt x="21497" y="81676"/>
                </a:lnTo>
                <a:lnTo>
                  <a:pt x="21497" y="81676"/>
                </a:lnTo>
                <a:lnTo>
                  <a:pt x="21497" y="81676"/>
                </a:lnTo>
                <a:lnTo>
                  <a:pt x="21497" y="81677"/>
                </a:lnTo>
                <a:lnTo>
                  <a:pt x="21497" y="81677"/>
                </a:lnTo>
                <a:lnTo>
                  <a:pt x="21497" y="81677"/>
                </a:lnTo>
                <a:lnTo>
                  <a:pt x="21497" y="81677"/>
                </a:lnTo>
                <a:lnTo>
                  <a:pt x="21497" y="81677"/>
                </a:lnTo>
                <a:lnTo>
                  <a:pt x="21497" y="81677"/>
                </a:lnTo>
                <a:lnTo>
                  <a:pt x="21497" y="81678"/>
                </a:lnTo>
                <a:lnTo>
                  <a:pt x="21497" y="81678"/>
                </a:lnTo>
                <a:lnTo>
                  <a:pt x="21497" y="81678"/>
                </a:lnTo>
                <a:lnTo>
                  <a:pt x="21497" y="81678"/>
                </a:lnTo>
                <a:lnTo>
                  <a:pt x="21497" y="81678"/>
                </a:lnTo>
                <a:lnTo>
                  <a:pt x="21497" y="81678"/>
                </a:lnTo>
                <a:lnTo>
                  <a:pt x="21497" y="81678"/>
                </a:lnTo>
                <a:lnTo>
                  <a:pt x="21497" y="81679"/>
                </a:lnTo>
                <a:lnTo>
                  <a:pt x="21497" y="81679"/>
                </a:lnTo>
                <a:lnTo>
                  <a:pt x="21497" y="81679"/>
                </a:lnTo>
                <a:lnTo>
                  <a:pt x="21497" y="81679"/>
                </a:lnTo>
                <a:lnTo>
                  <a:pt x="21497" y="81679"/>
                </a:lnTo>
                <a:lnTo>
                  <a:pt x="21497" y="81679"/>
                </a:lnTo>
                <a:lnTo>
                  <a:pt x="21497" y="81680"/>
                </a:lnTo>
                <a:lnTo>
                  <a:pt x="21497" y="81680"/>
                </a:lnTo>
                <a:lnTo>
                  <a:pt x="21497" y="81680"/>
                </a:lnTo>
                <a:lnTo>
                  <a:pt x="21497" y="81680"/>
                </a:lnTo>
                <a:lnTo>
                  <a:pt x="21497" y="81680"/>
                </a:lnTo>
                <a:lnTo>
                  <a:pt x="21497" y="81680"/>
                </a:lnTo>
                <a:lnTo>
                  <a:pt x="21497" y="81680"/>
                </a:lnTo>
                <a:lnTo>
                  <a:pt x="21497" y="81681"/>
                </a:lnTo>
                <a:lnTo>
                  <a:pt x="21497" y="81681"/>
                </a:lnTo>
                <a:lnTo>
                  <a:pt x="21497" y="81681"/>
                </a:lnTo>
                <a:lnTo>
                  <a:pt x="21497" y="81681"/>
                </a:lnTo>
                <a:lnTo>
                  <a:pt x="21497" y="81681"/>
                </a:lnTo>
                <a:lnTo>
                  <a:pt x="21497" y="81681"/>
                </a:lnTo>
                <a:lnTo>
                  <a:pt x="21497" y="81681"/>
                </a:lnTo>
                <a:lnTo>
                  <a:pt x="21497" y="81682"/>
                </a:lnTo>
                <a:lnTo>
                  <a:pt x="21497" y="81682"/>
                </a:lnTo>
                <a:lnTo>
                  <a:pt x="21497" y="81682"/>
                </a:lnTo>
                <a:lnTo>
                  <a:pt x="21497" y="81682"/>
                </a:lnTo>
                <a:lnTo>
                  <a:pt x="21497" y="81682"/>
                </a:lnTo>
                <a:lnTo>
                  <a:pt x="21497" y="81682"/>
                </a:lnTo>
                <a:lnTo>
                  <a:pt x="21497" y="81683"/>
                </a:lnTo>
                <a:lnTo>
                  <a:pt x="21497" y="81683"/>
                </a:lnTo>
                <a:lnTo>
                  <a:pt x="21497" y="81683"/>
                </a:lnTo>
                <a:lnTo>
                  <a:pt x="21497" y="81683"/>
                </a:lnTo>
                <a:lnTo>
                  <a:pt x="21497" y="81683"/>
                </a:lnTo>
                <a:lnTo>
                  <a:pt x="21497" y="81683"/>
                </a:lnTo>
                <a:lnTo>
                  <a:pt x="21497" y="81683"/>
                </a:lnTo>
                <a:lnTo>
                  <a:pt x="21497" y="81684"/>
                </a:lnTo>
                <a:lnTo>
                  <a:pt x="21497" y="81684"/>
                </a:lnTo>
                <a:lnTo>
                  <a:pt x="21497" y="81684"/>
                </a:lnTo>
                <a:lnTo>
                  <a:pt x="21497" y="81684"/>
                </a:lnTo>
                <a:lnTo>
                  <a:pt x="21497" y="81684"/>
                </a:lnTo>
                <a:lnTo>
                  <a:pt x="21497" y="81684"/>
                </a:lnTo>
                <a:lnTo>
                  <a:pt x="21497" y="81685"/>
                </a:lnTo>
                <a:lnTo>
                  <a:pt x="21497" y="81685"/>
                </a:lnTo>
                <a:lnTo>
                  <a:pt x="21497" y="81685"/>
                </a:lnTo>
                <a:lnTo>
                  <a:pt x="21497" y="81685"/>
                </a:lnTo>
                <a:lnTo>
                  <a:pt x="21497" y="81685"/>
                </a:lnTo>
                <a:lnTo>
                  <a:pt x="21497" y="81685"/>
                </a:lnTo>
                <a:lnTo>
                  <a:pt x="21497" y="81685"/>
                </a:lnTo>
                <a:lnTo>
                  <a:pt x="21497" y="81686"/>
                </a:lnTo>
                <a:lnTo>
                  <a:pt x="21497" y="81686"/>
                </a:lnTo>
                <a:lnTo>
                  <a:pt x="21497" y="81686"/>
                </a:lnTo>
                <a:lnTo>
                  <a:pt x="21497" y="81686"/>
                </a:lnTo>
                <a:lnTo>
                  <a:pt x="21497" y="81686"/>
                </a:lnTo>
                <a:lnTo>
                  <a:pt x="21497" y="81686"/>
                </a:lnTo>
                <a:lnTo>
                  <a:pt x="21497" y="81687"/>
                </a:lnTo>
                <a:lnTo>
                  <a:pt x="21497" y="81687"/>
                </a:lnTo>
                <a:lnTo>
                  <a:pt x="21497" y="81687"/>
                </a:lnTo>
                <a:lnTo>
                  <a:pt x="21497" y="81687"/>
                </a:lnTo>
                <a:lnTo>
                  <a:pt x="21497" y="81687"/>
                </a:lnTo>
                <a:lnTo>
                  <a:pt x="21497" y="81687"/>
                </a:lnTo>
                <a:lnTo>
                  <a:pt x="21497" y="81688"/>
                </a:lnTo>
                <a:lnTo>
                  <a:pt x="21497" y="81688"/>
                </a:lnTo>
                <a:lnTo>
                  <a:pt x="21497" y="81688"/>
                </a:lnTo>
                <a:lnTo>
                  <a:pt x="21497" y="81688"/>
                </a:lnTo>
                <a:lnTo>
                  <a:pt x="21497" y="81688"/>
                </a:lnTo>
                <a:lnTo>
                  <a:pt x="21497" y="81688"/>
                </a:lnTo>
                <a:lnTo>
                  <a:pt x="21497" y="81688"/>
                </a:lnTo>
                <a:lnTo>
                  <a:pt x="21497" y="81689"/>
                </a:lnTo>
                <a:lnTo>
                  <a:pt x="21497" y="81689"/>
                </a:lnTo>
                <a:lnTo>
                  <a:pt x="21497" y="81689"/>
                </a:lnTo>
                <a:lnTo>
                  <a:pt x="21497" y="81689"/>
                </a:lnTo>
                <a:lnTo>
                  <a:pt x="21497" y="81689"/>
                </a:lnTo>
                <a:lnTo>
                  <a:pt x="21497" y="81689"/>
                </a:lnTo>
                <a:lnTo>
                  <a:pt x="21497" y="81690"/>
                </a:lnTo>
                <a:lnTo>
                  <a:pt x="21497" y="81690"/>
                </a:lnTo>
                <a:lnTo>
                  <a:pt x="21497" y="81690"/>
                </a:lnTo>
                <a:lnTo>
                  <a:pt x="21497" y="81690"/>
                </a:lnTo>
                <a:lnTo>
                  <a:pt x="21497" y="81690"/>
                </a:lnTo>
                <a:lnTo>
                  <a:pt x="21497" y="81690"/>
                </a:lnTo>
                <a:lnTo>
                  <a:pt x="21497" y="81690"/>
                </a:lnTo>
                <a:lnTo>
                  <a:pt x="21497" y="81691"/>
                </a:lnTo>
                <a:lnTo>
                  <a:pt x="21497" y="81691"/>
                </a:lnTo>
                <a:lnTo>
                  <a:pt x="21497" y="81691"/>
                </a:lnTo>
                <a:lnTo>
                  <a:pt x="21497" y="81691"/>
                </a:lnTo>
                <a:lnTo>
                  <a:pt x="21497" y="81691"/>
                </a:lnTo>
                <a:lnTo>
                  <a:pt x="21497" y="81691"/>
                </a:lnTo>
                <a:lnTo>
                  <a:pt x="21497" y="81692"/>
                </a:lnTo>
                <a:lnTo>
                  <a:pt x="21497" y="81692"/>
                </a:lnTo>
                <a:lnTo>
                  <a:pt x="21497" y="81692"/>
                </a:lnTo>
                <a:lnTo>
                  <a:pt x="21497" y="81692"/>
                </a:lnTo>
                <a:lnTo>
                  <a:pt x="21497" y="81692"/>
                </a:lnTo>
                <a:lnTo>
                  <a:pt x="21497" y="81692"/>
                </a:lnTo>
                <a:lnTo>
                  <a:pt x="21497" y="81692"/>
                </a:lnTo>
                <a:lnTo>
                  <a:pt x="21497" y="81693"/>
                </a:lnTo>
                <a:lnTo>
                  <a:pt x="21497" y="81693"/>
                </a:lnTo>
                <a:lnTo>
                  <a:pt x="21497" y="81693"/>
                </a:lnTo>
                <a:lnTo>
                  <a:pt x="21497" y="81693"/>
                </a:lnTo>
                <a:lnTo>
                  <a:pt x="21497" y="81693"/>
                </a:lnTo>
                <a:lnTo>
                  <a:pt x="21497" y="81693"/>
                </a:lnTo>
                <a:lnTo>
                  <a:pt x="21497" y="81694"/>
                </a:lnTo>
                <a:lnTo>
                  <a:pt x="21497" y="81694"/>
                </a:lnTo>
                <a:lnTo>
                  <a:pt x="21497" y="81694"/>
                </a:lnTo>
                <a:lnTo>
                  <a:pt x="21497" y="81694"/>
                </a:lnTo>
                <a:lnTo>
                  <a:pt x="21497" y="81694"/>
                </a:lnTo>
                <a:lnTo>
                  <a:pt x="21497" y="81694"/>
                </a:lnTo>
                <a:lnTo>
                  <a:pt x="21497" y="81694"/>
                </a:lnTo>
                <a:lnTo>
                  <a:pt x="21497" y="81695"/>
                </a:lnTo>
                <a:lnTo>
                  <a:pt x="21497" y="81695"/>
                </a:lnTo>
                <a:lnTo>
                  <a:pt x="21497" y="81695"/>
                </a:lnTo>
                <a:lnTo>
                  <a:pt x="21497" y="81695"/>
                </a:lnTo>
                <a:lnTo>
                  <a:pt x="21497" y="81695"/>
                </a:lnTo>
                <a:lnTo>
                  <a:pt x="21497" y="81695"/>
                </a:lnTo>
                <a:lnTo>
                  <a:pt x="21497" y="81696"/>
                </a:lnTo>
                <a:lnTo>
                  <a:pt x="21497" y="81696"/>
                </a:lnTo>
                <a:lnTo>
                  <a:pt x="21497" y="81696"/>
                </a:lnTo>
                <a:lnTo>
                  <a:pt x="21497" y="81696"/>
                </a:lnTo>
                <a:lnTo>
                  <a:pt x="21497" y="81696"/>
                </a:lnTo>
                <a:lnTo>
                  <a:pt x="21497" y="81696"/>
                </a:lnTo>
                <a:lnTo>
                  <a:pt x="21497" y="81696"/>
                </a:lnTo>
                <a:lnTo>
                  <a:pt x="21497" y="81697"/>
                </a:lnTo>
                <a:lnTo>
                  <a:pt x="21497" y="81697"/>
                </a:lnTo>
                <a:lnTo>
                  <a:pt x="21497" y="81697"/>
                </a:lnTo>
                <a:lnTo>
                  <a:pt x="21497" y="81697"/>
                </a:lnTo>
                <a:lnTo>
                  <a:pt x="21497" y="81697"/>
                </a:lnTo>
                <a:lnTo>
                  <a:pt x="21497" y="81697"/>
                </a:lnTo>
                <a:lnTo>
                  <a:pt x="21497" y="81698"/>
                </a:lnTo>
                <a:lnTo>
                  <a:pt x="21497" y="81698"/>
                </a:lnTo>
                <a:lnTo>
                  <a:pt x="21497" y="81698"/>
                </a:lnTo>
                <a:lnTo>
                  <a:pt x="21497" y="81698"/>
                </a:lnTo>
                <a:lnTo>
                  <a:pt x="21497" y="81698"/>
                </a:lnTo>
                <a:lnTo>
                  <a:pt x="21497" y="81698"/>
                </a:lnTo>
                <a:lnTo>
                  <a:pt x="21497" y="81699"/>
                </a:lnTo>
                <a:lnTo>
                  <a:pt x="21497" y="81699"/>
                </a:lnTo>
                <a:lnTo>
                  <a:pt x="21497" y="81699"/>
                </a:lnTo>
                <a:lnTo>
                  <a:pt x="21497" y="81699"/>
                </a:lnTo>
                <a:lnTo>
                  <a:pt x="21497" y="81699"/>
                </a:lnTo>
                <a:lnTo>
                  <a:pt x="21497" y="81699"/>
                </a:lnTo>
                <a:lnTo>
                  <a:pt x="21497" y="81699"/>
                </a:lnTo>
                <a:lnTo>
                  <a:pt x="21497" y="81700"/>
                </a:lnTo>
                <a:lnTo>
                  <a:pt x="21497" y="81700"/>
                </a:lnTo>
                <a:lnTo>
                  <a:pt x="21497" y="81700"/>
                </a:lnTo>
                <a:lnTo>
                  <a:pt x="21497" y="81700"/>
                </a:lnTo>
                <a:lnTo>
                  <a:pt x="21497" y="81700"/>
                </a:lnTo>
                <a:lnTo>
                  <a:pt x="21497" y="81700"/>
                </a:lnTo>
                <a:lnTo>
                  <a:pt x="21497" y="81701"/>
                </a:lnTo>
                <a:lnTo>
                  <a:pt x="21497" y="81701"/>
                </a:lnTo>
                <a:lnTo>
                  <a:pt x="21497" y="81701"/>
                </a:lnTo>
                <a:lnTo>
                  <a:pt x="21497" y="81701"/>
                </a:lnTo>
                <a:lnTo>
                  <a:pt x="21497" y="81701"/>
                </a:lnTo>
                <a:lnTo>
                  <a:pt x="21497" y="81701"/>
                </a:lnTo>
                <a:lnTo>
                  <a:pt x="21497" y="81701"/>
                </a:lnTo>
                <a:lnTo>
                  <a:pt x="21497" y="81702"/>
                </a:lnTo>
                <a:lnTo>
                  <a:pt x="21497" y="81702"/>
                </a:lnTo>
                <a:lnTo>
                  <a:pt x="21497" y="81702"/>
                </a:lnTo>
                <a:lnTo>
                  <a:pt x="21497" y="81702"/>
                </a:lnTo>
                <a:lnTo>
                  <a:pt x="21497" y="81702"/>
                </a:lnTo>
                <a:lnTo>
                  <a:pt x="21497" y="81702"/>
                </a:lnTo>
                <a:lnTo>
                  <a:pt x="21497" y="81703"/>
                </a:lnTo>
                <a:lnTo>
                  <a:pt x="21497" y="81703"/>
                </a:lnTo>
                <a:lnTo>
                  <a:pt x="21497" y="81703"/>
                </a:lnTo>
                <a:lnTo>
                  <a:pt x="21497" y="81703"/>
                </a:lnTo>
                <a:lnTo>
                  <a:pt x="21497" y="81703"/>
                </a:lnTo>
                <a:lnTo>
                  <a:pt x="21497" y="81703"/>
                </a:lnTo>
                <a:lnTo>
                  <a:pt x="21497" y="81703"/>
                </a:lnTo>
                <a:lnTo>
                  <a:pt x="21497" y="81704"/>
                </a:lnTo>
                <a:lnTo>
                  <a:pt x="21497" y="81704"/>
                </a:lnTo>
                <a:lnTo>
                  <a:pt x="21497" y="81704"/>
                </a:lnTo>
                <a:lnTo>
                  <a:pt x="21497" y="81704"/>
                </a:lnTo>
                <a:lnTo>
                  <a:pt x="21497" y="81704"/>
                </a:lnTo>
                <a:lnTo>
                  <a:pt x="21497" y="81704"/>
                </a:lnTo>
                <a:lnTo>
                  <a:pt x="21497" y="81705"/>
                </a:lnTo>
                <a:lnTo>
                  <a:pt x="21497" y="81705"/>
                </a:lnTo>
                <a:lnTo>
                  <a:pt x="21497" y="81705"/>
                </a:lnTo>
                <a:lnTo>
                  <a:pt x="21497" y="81705"/>
                </a:lnTo>
                <a:lnTo>
                  <a:pt x="21497" y="81705"/>
                </a:lnTo>
                <a:lnTo>
                  <a:pt x="21497" y="81705"/>
                </a:lnTo>
                <a:lnTo>
                  <a:pt x="21497" y="81706"/>
                </a:lnTo>
                <a:lnTo>
                  <a:pt x="21497" y="81706"/>
                </a:lnTo>
                <a:lnTo>
                  <a:pt x="21497" y="81706"/>
                </a:lnTo>
                <a:lnTo>
                  <a:pt x="21497" y="81706"/>
                </a:lnTo>
                <a:lnTo>
                  <a:pt x="21497" y="81706"/>
                </a:lnTo>
                <a:lnTo>
                  <a:pt x="21497" y="81706"/>
                </a:lnTo>
                <a:lnTo>
                  <a:pt x="21497" y="81706"/>
                </a:lnTo>
                <a:lnTo>
                  <a:pt x="21497" y="81707"/>
                </a:lnTo>
                <a:lnTo>
                  <a:pt x="21497" y="81707"/>
                </a:lnTo>
                <a:lnTo>
                  <a:pt x="21497" y="81707"/>
                </a:lnTo>
                <a:lnTo>
                  <a:pt x="21497" y="81707"/>
                </a:lnTo>
                <a:lnTo>
                  <a:pt x="21497" y="81707"/>
                </a:lnTo>
                <a:lnTo>
                  <a:pt x="21497" y="81707"/>
                </a:lnTo>
                <a:lnTo>
                  <a:pt x="21497" y="81708"/>
                </a:lnTo>
                <a:lnTo>
                  <a:pt x="21497" y="81708"/>
                </a:lnTo>
                <a:lnTo>
                  <a:pt x="21497" y="81708"/>
                </a:lnTo>
                <a:lnTo>
                  <a:pt x="21497" y="81708"/>
                </a:lnTo>
                <a:lnTo>
                  <a:pt x="21497" y="81708"/>
                </a:lnTo>
                <a:lnTo>
                  <a:pt x="21497" y="81708"/>
                </a:lnTo>
                <a:lnTo>
                  <a:pt x="21497" y="81708"/>
                </a:lnTo>
                <a:lnTo>
                  <a:pt x="21497" y="81709"/>
                </a:lnTo>
                <a:lnTo>
                  <a:pt x="21497" y="81709"/>
                </a:lnTo>
                <a:lnTo>
                  <a:pt x="21497" y="81709"/>
                </a:lnTo>
                <a:lnTo>
                  <a:pt x="21497" y="81709"/>
                </a:lnTo>
                <a:lnTo>
                  <a:pt x="21497" y="81709"/>
                </a:lnTo>
                <a:lnTo>
                  <a:pt x="21497" y="81709"/>
                </a:lnTo>
                <a:lnTo>
                  <a:pt x="21497" y="81710"/>
                </a:lnTo>
                <a:lnTo>
                  <a:pt x="21497" y="81710"/>
                </a:lnTo>
                <a:lnTo>
                  <a:pt x="21497" y="81710"/>
                </a:lnTo>
                <a:lnTo>
                  <a:pt x="21497" y="81710"/>
                </a:lnTo>
                <a:lnTo>
                  <a:pt x="21497" y="81710"/>
                </a:lnTo>
                <a:lnTo>
                  <a:pt x="21497" y="81710"/>
                </a:lnTo>
                <a:lnTo>
                  <a:pt x="21497" y="81711"/>
                </a:lnTo>
                <a:lnTo>
                  <a:pt x="21497" y="81711"/>
                </a:lnTo>
                <a:lnTo>
                  <a:pt x="21497" y="81711"/>
                </a:lnTo>
                <a:lnTo>
                  <a:pt x="21497" y="81711"/>
                </a:lnTo>
                <a:lnTo>
                  <a:pt x="21497" y="81711"/>
                </a:lnTo>
                <a:lnTo>
                  <a:pt x="21497" y="81711"/>
                </a:lnTo>
                <a:lnTo>
                  <a:pt x="21497" y="81711"/>
                </a:lnTo>
                <a:lnTo>
                  <a:pt x="21497" y="81712"/>
                </a:lnTo>
                <a:lnTo>
                  <a:pt x="21497" y="81712"/>
                </a:lnTo>
                <a:lnTo>
                  <a:pt x="21497" y="81712"/>
                </a:lnTo>
                <a:lnTo>
                  <a:pt x="21497" y="81712"/>
                </a:lnTo>
                <a:lnTo>
                  <a:pt x="21497" y="81712"/>
                </a:lnTo>
                <a:lnTo>
                  <a:pt x="21497" y="81712"/>
                </a:lnTo>
                <a:lnTo>
                  <a:pt x="21497" y="81713"/>
                </a:lnTo>
                <a:lnTo>
                  <a:pt x="21497" y="81713"/>
                </a:lnTo>
                <a:lnTo>
                  <a:pt x="21497" y="81713"/>
                </a:lnTo>
                <a:lnTo>
                  <a:pt x="21497" y="81713"/>
                </a:lnTo>
                <a:lnTo>
                  <a:pt x="21497" y="81713"/>
                </a:lnTo>
                <a:lnTo>
                  <a:pt x="21497" y="81713"/>
                </a:lnTo>
                <a:lnTo>
                  <a:pt x="21497" y="81713"/>
                </a:lnTo>
                <a:lnTo>
                  <a:pt x="21497" y="81714"/>
                </a:lnTo>
                <a:lnTo>
                  <a:pt x="21497" y="81714"/>
                </a:lnTo>
                <a:lnTo>
                  <a:pt x="21497" y="81714"/>
                </a:lnTo>
                <a:lnTo>
                  <a:pt x="21497" y="81714"/>
                </a:lnTo>
                <a:lnTo>
                  <a:pt x="21497" y="81714"/>
                </a:lnTo>
                <a:lnTo>
                  <a:pt x="21497" y="81714"/>
                </a:lnTo>
                <a:lnTo>
                  <a:pt x="21497" y="81715"/>
                </a:lnTo>
                <a:lnTo>
                  <a:pt x="21497" y="81715"/>
                </a:lnTo>
                <a:lnTo>
                  <a:pt x="21497" y="81715"/>
                </a:lnTo>
                <a:lnTo>
                  <a:pt x="21497" y="81715"/>
                </a:lnTo>
                <a:lnTo>
                  <a:pt x="21497" y="81715"/>
                </a:lnTo>
                <a:lnTo>
                  <a:pt x="21497" y="81715"/>
                </a:lnTo>
                <a:lnTo>
                  <a:pt x="21497" y="81716"/>
                </a:lnTo>
                <a:lnTo>
                  <a:pt x="21497" y="81716"/>
                </a:lnTo>
                <a:lnTo>
                  <a:pt x="21497" y="81716"/>
                </a:lnTo>
                <a:lnTo>
                  <a:pt x="21497" y="81716"/>
                </a:lnTo>
                <a:lnTo>
                  <a:pt x="21497" y="81716"/>
                </a:lnTo>
                <a:lnTo>
                  <a:pt x="21497" y="81716"/>
                </a:lnTo>
                <a:lnTo>
                  <a:pt x="21497" y="81716"/>
                </a:lnTo>
                <a:lnTo>
                  <a:pt x="21497" y="81717"/>
                </a:lnTo>
                <a:lnTo>
                  <a:pt x="21497" y="81717"/>
                </a:lnTo>
                <a:lnTo>
                  <a:pt x="21497" y="81717"/>
                </a:lnTo>
                <a:lnTo>
                  <a:pt x="21497" y="81717"/>
                </a:lnTo>
                <a:lnTo>
                  <a:pt x="21497" y="81717"/>
                </a:lnTo>
                <a:lnTo>
                  <a:pt x="21497" y="81717"/>
                </a:lnTo>
                <a:lnTo>
                  <a:pt x="21497" y="81718"/>
                </a:lnTo>
                <a:lnTo>
                  <a:pt x="21497" y="81718"/>
                </a:lnTo>
                <a:lnTo>
                  <a:pt x="21497" y="81718"/>
                </a:lnTo>
                <a:lnTo>
                  <a:pt x="21497" y="81718"/>
                </a:lnTo>
                <a:lnTo>
                  <a:pt x="21497" y="81718"/>
                </a:lnTo>
                <a:lnTo>
                  <a:pt x="21497" y="81718"/>
                </a:lnTo>
                <a:lnTo>
                  <a:pt x="21497" y="81719"/>
                </a:lnTo>
                <a:lnTo>
                  <a:pt x="21497" y="81719"/>
                </a:lnTo>
                <a:lnTo>
                  <a:pt x="21497" y="81719"/>
                </a:lnTo>
                <a:lnTo>
                  <a:pt x="21497" y="81719"/>
                </a:lnTo>
                <a:lnTo>
                  <a:pt x="21497" y="81719"/>
                </a:lnTo>
                <a:lnTo>
                  <a:pt x="21497" y="81719"/>
                </a:lnTo>
                <a:lnTo>
                  <a:pt x="21497" y="81719"/>
                </a:lnTo>
                <a:lnTo>
                  <a:pt x="21497" y="81720"/>
                </a:lnTo>
                <a:lnTo>
                  <a:pt x="21497" y="81720"/>
                </a:lnTo>
                <a:lnTo>
                  <a:pt x="21497" y="81720"/>
                </a:lnTo>
                <a:lnTo>
                  <a:pt x="21497" y="81720"/>
                </a:lnTo>
                <a:lnTo>
                  <a:pt x="21497" y="81720"/>
                </a:lnTo>
                <a:lnTo>
                  <a:pt x="21497" y="81720"/>
                </a:lnTo>
                <a:lnTo>
                  <a:pt x="21497" y="81721"/>
                </a:lnTo>
                <a:lnTo>
                  <a:pt x="21497" y="81721"/>
                </a:lnTo>
                <a:lnTo>
                  <a:pt x="21497" y="81721"/>
                </a:lnTo>
                <a:lnTo>
                  <a:pt x="21497" y="81721"/>
                </a:lnTo>
                <a:lnTo>
                  <a:pt x="21497" y="81721"/>
                </a:lnTo>
                <a:lnTo>
                  <a:pt x="21497" y="81721"/>
                </a:lnTo>
                <a:lnTo>
                  <a:pt x="21497" y="81722"/>
                </a:lnTo>
                <a:lnTo>
                  <a:pt x="21497" y="81722"/>
                </a:lnTo>
                <a:lnTo>
                  <a:pt x="21497" y="81722"/>
                </a:lnTo>
                <a:lnTo>
                  <a:pt x="21497" y="81722"/>
                </a:lnTo>
                <a:lnTo>
                  <a:pt x="21497" y="81722"/>
                </a:lnTo>
                <a:lnTo>
                  <a:pt x="21497" y="81722"/>
                </a:lnTo>
                <a:lnTo>
                  <a:pt x="21497" y="81722"/>
                </a:lnTo>
                <a:lnTo>
                  <a:pt x="21497" y="81723"/>
                </a:lnTo>
                <a:lnTo>
                  <a:pt x="21497" y="81723"/>
                </a:lnTo>
                <a:lnTo>
                  <a:pt x="21497" y="81723"/>
                </a:lnTo>
                <a:lnTo>
                  <a:pt x="21497" y="81723"/>
                </a:lnTo>
                <a:lnTo>
                  <a:pt x="21497" y="81723"/>
                </a:lnTo>
                <a:lnTo>
                  <a:pt x="21497" y="81723"/>
                </a:lnTo>
                <a:lnTo>
                  <a:pt x="21497" y="81724"/>
                </a:lnTo>
                <a:lnTo>
                  <a:pt x="21497" y="81724"/>
                </a:lnTo>
                <a:lnTo>
                  <a:pt x="21497" y="81724"/>
                </a:lnTo>
                <a:lnTo>
                  <a:pt x="21497" y="81724"/>
                </a:lnTo>
                <a:lnTo>
                  <a:pt x="21497" y="81724"/>
                </a:lnTo>
                <a:lnTo>
                  <a:pt x="21497" y="81724"/>
                </a:lnTo>
                <a:lnTo>
                  <a:pt x="21497" y="81725"/>
                </a:lnTo>
                <a:lnTo>
                  <a:pt x="21497" y="81725"/>
                </a:lnTo>
                <a:lnTo>
                  <a:pt x="21497" y="81725"/>
                </a:lnTo>
                <a:lnTo>
                  <a:pt x="21497" y="81725"/>
                </a:lnTo>
                <a:lnTo>
                  <a:pt x="21497" y="81725"/>
                </a:lnTo>
                <a:lnTo>
                  <a:pt x="21497" y="81725"/>
                </a:lnTo>
                <a:lnTo>
                  <a:pt x="21497" y="81725"/>
                </a:lnTo>
                <a:lnTo>
                  <a:pt x="21497" y="81726"/>
                </a:lnTo>
                <a:lnTo>
                  <a:pt x="21497" y="81726"/>
                </a:lnTo>
                <a:lnTo>
                  <a:pt x="21497" y="81726"/>
                </a:lnTo>
                <a:lnTo>
                  <a:pt x="21497" y="81726"/>
                </a:lnTo>
                <a:lnTo>
                  <a:pt x="21497" y="81726"/>
                </a:lnTo>
                <a:lnTo>
                  <a:pt x="21497" y="81726"/>
                </a:lnTo>
                <a:lnTo>
                  <a:pt x="21497" y="81727"/>
                </a:lnTo>
                <a:lnTo>
                  <a:pt x="21497" y="81727"/>
                </a:lnTo>
                <a:lnTo>
                  <a:pt x="21497" y="81727"/>
                </a:lnTo>
                <a:lnTo>
                  <a:pt x="21497" y="81727"/>
                </a:lnTo>
                <a:lnTo>
                  <a:pt x="21497" y="81727"/>
                </a:lnTo>
                <a:lnTo>
                  <a:pt x="21497" y="81727"/>
                </a:lnTo>
                <a:lnTo>
                  <a:pt x="21497" y="81728"/>
                </a:lnTo>
                <a:lnTo>
                  <a:pt x="21497" y="81728"/>
                </a:lnTo>
                <a:lnTo>
                  <a:pt x="21497" y="81728"/>
                </a:lnTo>
                <a:lnTo>
                  <a:pt x="21497" y="81728"/>
                </a:lnTo>
                <a:lnTo>
                  <a:pt x="21497" y="81728"/>
                </a:lnTo>
                <a:lnTo>
                  <a:pt x="21497" y="81728"/>
                </a:lnTo>
                <a:lnTo>
                  <a:pt x="21497" y="81728"/>
                </a:lnTo>
                <a:lnTo>
                  <a:pt x="21497" y="81729"/>
                </a:lnTo>
                <a:lnTo>
                  <a:pt x="21497" y="81729"/>
                </a:lnTo>
                <a:lnTo>
                  <a:pt x="21497" y="81729"/>
                </a:lnTo>
                <a:lnTo>
                  <a:pt x="21497" y="81729"/>
                </a:lnTo>
                <a:lnTo>
                  <a:pt x="21497" y="81729"/>
                </a:lnTo>
                <a:lnTo>
                  <a:pt x="21497" y="81729"/>
                </a:lnTo>
                <a:lnTo>
                  <a:pt x="21497" y="81730"/>
                </a:lnTo>
                <a:lnTo>
                  <a:pt x="21497" y="81730"/>
                </a:lnTo>
                <a:lnTo>
                  <a:pt x="21497" y="81730"/>
                </a:lnTo>
                <a:lnTo>
                  <a:pt x="21497" y="81730"/>
                </a:lnTo>
                <a:lnTo>
                  <a:pt x="21497" y="81730"/>
                </a:lnTo>
                <a:lnTo>
                  <a:pt x="21497" y="81730"/>
                </a:lnTo>
                <a:lnTo>
                  <a:pt x="21497" y="81731"/>
                </a:lnTo>
                <a:lnTo>
                  <a:pt x="21497" y="81731"/>
                </a:lnTo>
                <a:lnTo>
                  <a:pt x="21497" y="81731"/>
                </a:lnTo>
                <a:lnTo>
                  <a:pt x="21497" y="81731"/>
                </a:lnTo>
                <a:lnTo>
                  <a:pt x="21497" y="81731"/>
                </a:lnTo>
                <a:lnTo>
                  <a:pt x="21497" y="81731"/>
                </a:lnTo>
                <a:lnTo>
                  <a:pt x="21497" y="81732"/>
                </a:lnTo>
                <a:lnTo>
                  <a:pt x="21497" y="81732"/>
                </a:lnTo>
                <a:lnTo>
                  <a:pt x="21497" y="81732"/>
                </a:lnTo>
                <a:lnTo>
                  <a:pt x="21497" y="81732"/>
                </a:lnTo>
                <a:lnTo>
                  <a:pt x="21497" y="81732"/>
                </a:lnTo>
                <a:lnTo>
                  <a:pt x="21497" y="81732"/>
                </a:lnTo>
                <a:lnTo>
                  <a:pt x="21497" y="81732"/>
                </a:lnTo>
                <a:lnTo>
                  <a:pt x="21497" y="81733"/>
                </a:lnTo>
                <a:lnTo>
                  <a:pt x="21497" y="81733"/>
                </a:lnTo>
                <a:lnTo>
                  <a:pt x="21497" y="81733"/>
                </a:lnTo>
                <a:lnTo>
                  <a:pt x="21497" y="81733"/>
                </a:lnTo>
                <a:lnTo>
                  <a:pt x="21497" y="81733"/>
                </a:lnTo>
                <a:lnTo>
                  <a:pt x="21497" y="81733"/>
                </a:lnTo>
                <a:lnTo>
                  <a:pt x="21497" y="81734"/>
                </a:lnTo>
                <a:lnTo>
                  <a:pt x="21497" y="81734"/>
                </a:lnTo>
                <a:lnTo>
                  <a:pt x="21497" y="81734"/>
                </a:lnTo>
                <a:lnTo>
                  <a:pt x="21497" y="81734"/>
                </a:lnTo>
                <a:lnTo>
                  <a:pt x="21497" y="81734"/>
                </a:lnTo>
                <a:lnTo>
                  <a:pt x="21497" y="81734"/>
                </a:lnTo>
                <a:lnTo>
                  <a:pt x="21497" y="81735"/>
                </a:lnTo>
                <a:lnTo>
                  <a:pt x="21497" y="81735"/>
                </a:lnTo>
                <a:lnTo>
                  <a:pt x="21497" y="81735"/>
                </a:lnTo>
                <a:lnTo>
                  <a:pt x="21497" y="81735"/>
                </a:lnTo>
                <a:lnTo>
                  <a:pt x="21497" y="81735"/>
                </a:lnTo>
                <a:lnTo>
                  <a:pt x="21497" y="81735"/>
                </a:lnTo>
                <a:lnTo>
                  <a:pt x="21497" y="81735"/>
                </a:lnTo>
                <a:lnTo>
                  <a:pt x="21497" y="81736"/>
                </a:lnTo>
                <a:lnTo>
                  <a:pt x="21497" y="81736"/>
                </a:lnTo>
                <a:lnTo>
                  <a:pt x="21497" y="81736"/>
                </a:lnTo>
                <a:lnTo>
                  <a:pt x="21497" y="81736"/>
                </a:lnTo>
                <a:lnTo>
                  <a:pt x="21497" y="81736"/>
                </a:lnTo>
                <a:lnTo>
                  <a:pt x="21497" y="81736"/>
                </a:lnTo>
                <a:lnTo>
                  <a:pt x="21497" y="81737"/>
                </a:lnTo>
                <a:lnTo>
                  <a:pt x="21497" y="81737"/>
                </a:lnTo>
                <a:lnTo>
                  <a:pt x="21497" y="81737"/>
                </a:lnTo>
                <a:lnTo>
                  <a:pt x="21497" y="81737"/>
                </a:lnTo>
                <a:lnTo>
                  <a:pt x="21497" y="81737"/>
                </a:lnTo>
                <a:lnTo>
                  <a:pt x="21497" y="81737"/>
                </a:lnTo>
                <a:lnTo>
                  <a:pt x="21497" y="81738"/>
                </a:lnTo>
                <a:lnTo>
                  <a:pt x="21497" y="81738"/>
                </a:lnTo>
                <a:lnTo>
                  <a:pt x="21497" y="81738"/>
                </a:lnTo>
                <a:lnTo>
                  <a:pt x="21497" y="81738"/>
                </a:lnTo>
                <a:lnTo>
                  <a:pt x="21497" y="81738"/>
                </a:lnTo>
                <a:lnTo>
                  <a:pt x="21497" y="81738"/>
                </a:lnTo>
                <a:lnTo>
                  <a:pt x="21497" y="81739"/>
                </a:lnTo>
                <a:lnTo>
                  <a:pt x="21497" y="81739"/>
                </a:lnTo>
                <a:lnTo>
                  <a:pt x="21497" y="81739"/>
                </a:lnTo>
                <a:lnTo>
                  <a:pt x="21497" y="81739"/>
                </a:lnTo>
                <a:lnTo>
                  <a:pt x="21497" y="81739"/>
                </a:lnTo>
                <a:lnTo>
                  <a:pt x="21497" y="81739"/>
                </a:lnTo>
                <a:lnTo>
                  <a:pt x="21497" y="81739"/>
                </a:lnTo>
                <a:lnTo>
                  <a:pt x="21497" y="81740"/>
                </a:lnTo>
                <a:lnTo>
                  <a:pt x="21497" y="81740"/>
                </a:lnTo>
                <a:lnTo>
                  <a:pt x="21497" y="81740"/>
                </a:lnTo>
                <a:lnTo>
                  <a:pt x="21497" y="81740"/>
                </a:lnTo>
                <a:lnTo>
                  <a:pt x="21497" y="81740"/>
                </a:lnTo>
                <a:lnTo>
                  <a:pt x="21497" y="81740"/>
                </a:lnTo>
                <a:lnTo>
                  <a:pt x="21497" y="81741"/>
                </a:lnTo>
                <a:lnTo>
                  <a:pt x="21497" y="81741"/>
                </a:lnTo>
                <a:lnTo>
                  <a:pt x="21497" y="81741"/>
                </a:lnTo>
                <a:lnTo>
                  <a:pt x="21497" y="81741"/>
                </a:lnTo>
                <a:lnTo>
                  <a:pt x="21497" y="81741"/>
                </a:lnTo>
                <a:lnTo>
                  <a:pt x="21497" y="81741"/>
                </a:lnTo>
                <a:lnTo>
                  <a:pt x="21497" y="81742"/>
                </a:lnTo>
                <a:lnTo>
                  <a:pt x="21497" y="81742"/>
                </a:lnTo>
                <a:lnTo>
                  <a:pt x="21497" y="81742"/>
                </a:lnTo>
                <a:lnTo>
                  <a:pt x="21497" y="81742"/>
                </a:lnTo>
                <a:lnTo>
                  <a:pt x="21497" y="81742"/>
                </a:lnTo>
                <a:lnTo>
                  <a:pt x="21497" y="81742"/>
                </a:lnTo>
                <a:lnTo>
                  <a:pt x="21497" y="81743"/>
                </a:lnTo>
                <a:lnTo>
                  <a:pt x="21497" y="81743"/>
                </a:lnTo>
                <a:lnTo>
                  <a:pt x="21497" y="81743"/>
                </a:lnTo>
                <a:lnTo>
                  <a:pt x="21497" y="81743"/>
                </a:lnTo>
                <a:lnTo>
                  <a:pt x="21497" y="81743"/>
                </a:lnTo>
                <a:lnTo>
                  <a:pt x="21497" y="81743"/>
                </a:lnTo>
                <a:lnTo>
                  <a:pt x="21497" y="81743"/>
                </a:lnTo>
                <a:lnTo>
                  <a:pt x="21497" y="81744"/>
                </a:lnTo>
                <a:lnTo>
                  <a:pt x="21497" y="81744"/>
                </a:lnTo>
                <a:lnTo>
                  <a:pt x="21497" y="81744"/>
                </a:lnTo>
                <a:lnTo>
                  <a:pt x="21497" y="81744"/>
                </a:lnTo>
                <a:lnTo>
                  <a:pt x="21497" y="81744"/>
                </a:lnTo>
                <a:lnTo>
                  <a:pt x="21497" y="81744"/>
                </a:lnTo>
                <a:lnTo>
                  <a:pt x="21497" y="81745"/>
                </a:lnTo>
                <a:lnTo>
                  <a:pt x="21497" y="81745"/>
                </a:lnTo>
                <a:lnTo>
                  <a:pt x="21497" y="81745"/>
                </a:lnTo>
                <a:lnTo>
                  <a:pt x="21497" y="81745"/>
                </a:lnTo>
                <a:lnTo>
                  <a:pt x="21497" y="81745"/>
                </a:lnTo>
                <a:lnTo>
                  <a:pt x="21497" y="81745"/>
                </a:lnTo>
                <a:lnTo>
                  <a:pt x="21497" y="81746"/>
                </a:lnTo>
                <a:lnTo>
                  <a:pt x="21497" y="81746"/>
                </a:lnTo>
                <a:lnTo>
                  <a:pt x="21497" y="81746"/>
                </a:lnTo>
                <a:lnTo>
                  <a:pt x="21497" y="81746"/>
                </a:lnTo>
                <a:lnTo>
                  <a:pt x="21497" y="81746"/>
                </a:lnTo>
                <a:lnTo>
                  <a:pt x="21497" y="81746"/>
                </a:lnTo>
                <a:lnTo>
                  <a:pt x="21497" y="81747"/>
                </a:lnTo>
                <a:lnTo>
                  <a:pt x="21497" y="81747"/>
                </a:lnTo>
                <a:lnTo>
                  <a:pt x="21497" y="81747"/>
                </a:lnTo>
                <a:lnTo>
                  <a:pt x="21497" y="81747"/>
                </a:lnTo>
                <a:lnTo>
                  <a:pt x="21497" y="81747"/>
                </a:lnTo>
                <a:lnTo>
                  <a:pt x="21497" y="81747"/>
                </a:lnTo>
                <a:lnTo>
                  <a:pt x="21497" y="81747"/>
                </a:lnTo>
                <a:lnTo>
                  <a:pt x="21497" y="81748"/>
                </a:lnTo>
                <a:lnTo>
                  <a:pt x="21497" y="81748"/>
                </a:lnTo>
                <a:lnTo>
                  <a:pt x="21497" y="81748"/>
                </a:lnTo>
                <a:lnTo>
                  <a:pt x="21497" y="81748"/>
                </a:lnTo>
                <a:lnTo>
                  <a:pt x="21497" y="81748"/>
                </a:lnTo>
                <a:lnTo>
                  <a:pt x="21497" y="81748"/>
                </a:lnTo>
                <a:lnTo>
                  <a:pt x="21497" y="81749"/>
                </a:lnTo>
                <a:lnTo>
                  <a:pt x="21497" y="81749"/>
                </a:lnTo>
                <a:lnTo>
                  <a:pt x="21497" y="81749"/>
                </a:lnTo>
                <a:lnTo>
                  <a:pt x="21497" y="81749"/>
                </a:lnTo>
                <a:lnTo>
                  <a:pt x="21497" y="81749"/>
                </a:lnTo>
                <a:lnTo>
                  <a:pt x="21497" y="81749"/>
                </a:lnTo>
                <a:lnTo>
                  <a:pt x="21497" y="81750"/>
                </a:lnTo>
                <a:lnTo>
                  <a:pt x="21497" y="81750"/>
                </a:lnTo>
                <a:lnTo>
                  <a:pt x="21497" y="81750"/>
                </a:lnTo>
                <a:lnTo>
                  <a:pt x="21497" y="81750"/>
                </a:lnTo>
                <a:lnTo>
                  <a:pt x="21497" y="81750"/>
                </a:lnTo>
                <a:lnTo>
                  <a:pt x="21497" y="81750"/>
                </a:lnTo>
                <a:lnTo>
                  <a:pt x="21497" y="81751"/>
                </a:lnTo>
                <a:lnTo>
                  <a:pt x="21497" y="81751"/>
                </a:lnTo>
                <a:lnTo>
                  <a:pt x="21497" y="81751"/>
                </a:lnTo>
                <a:lnTo>
                  <a:pt x="21497" y="81751"/>
                </a:lnTo>
                <a:lnTo>
                  <a:pt x="21497" y="81751"/>
                </a:lnTo>
                <a:lnTo>
                  <a:pt x="21497" y="81751"/>
                </a:lnTo>
                <a:lnTo>
                  <a:pt x="21497" y="81752"/>
                </a:lnTo>
                <a:lnTo>
                  <a:pt x="21497" y="81752"/>
                </a:lnTo>
                <a:lnTo>
                  <a:pt x="21497" y="81752"/>
                </a:lnTo>
                <a:lnTo>
                  <a:pt x="21497" y="81752"/>
                </a:lnTo>
                <a:lnTo>
                  <a:pt x="21497" y="81752"/>
                </a:lnTo>
                <a:lnTo>
                  <a:pt x="21497" y="81752"/>
                </a:lnTo>
                <a:lnTo>
                  <a:pt x="21497" y="81752"/>
                </a:lnTo>
                <a:lnTo>
                  <a:pt x="21497" y="81753"/>
                </a:lnTo>
                <a:lnTo>
                  <a:pt x="21497" y="81753"/>
                </a:lnTo>
                <a:lnTo>
                  <a:pt x="21497" y="81753"/>
                </a:lnTo>
                <a:lnTo>
                  <a:pt x="21497" y="81753"/>
                </a:lnTo>
                <a:lnTo>
                  <a:pt x="21497" y="81753"/>
                </a:lnTo>
                <a:lnTo>
                  <a:pt x="21497" y="81753"/>
                </a:lnTo>
                <a:lnTo>
                  <a:pt x="21497" y="81754"/>
                </a:lnTo>
                <a:lnTo>
                  <a:pt x="21497" y="81754"/>
                </a:lnTo>
                <a:lnTo>
                  <a:pt x="21497" y="81754"/>
                </a:lnTo>
                <a:lnTo>
                  <a:pt x="21497" y="81754"/>
                </a:lnTo>
                <a:lnTo>
                  <a:pt x="21497" y="81754"/>
                </a:lnTo>
                <a:lnTo>
                  <a:pt x="21497" y="81754"/>
                </a:lnTo>
                <a:lnTo>
                  <a:pt x="21497" y="81755"/>
                </a:lnTo>
                <a:lnTo>
                  <a:pt x="21497" y="81755"/>
                </a:lnTo>
                <a:lnTo>
                  <a:pt x="21497" y="81755"/>
                </a:lnTo>
                <a:lnTo>
                  <a:pt x="21497" y="81755"/>
                </a:lnTo>
                <a:lnTo>
                  <a:pt x="21497" y="81755"/>
                </a:lnTo>
                <a:lnTo>
                  <a:pt x="21497" y="81755"/>
                </a:lnTo>
                <a:lnTo>
                  <a:pt x="21497" y="81756"/>
                </a:lnTo>
                <a:lnTo>
                  <a:pt x="21497" y="81756"/>
                </a:lnTo>
                <a:lnTo>
                  <a:pt x="21497" y="81756"/>
                </a:lnTo>
                <a:lnTo>
                  <a:pt x="21497" y="81756"/>
                </a:lnTo>
                <a:lnTo>
                  <a:pt x="21497" y="81756"/>
                </a:lnTo>
                <a:lnTo>
                  <a:pt x="21497" y="81756"/>
                </a:lnTo>
                <a:lnTo>
                  <a:pt x="21497" y="81756"/>
                </a:lnTo>
                <a:lnTo>
                  <a:pt x="21497" y="81757"/>
                </a:lnTo>
                <a:lnTo>
                  <a:pt x="21497" y="81757"/>
                </a:lnTo>
                <a:lnTo>
                  <a:pt x="21497" y="81757"/>
                </a:lnTo>
                <a:lnTo>
                  <a:pt x="21497" y="81757"/>
                </a:lnTo>
                <a:lnTo>
                  <a:pt x="21497" y="81757"/>
                </a:lnTo>
                <a:lnTo>
                  <a:pt x="21497" y="81757"/>
                </a:lnTo>
                <a:lnTo>
                  <a:pt x="21497" y="81758"/>
                </a:lnTo>
                <a:lnTo>
                  <a:pt x="21497" y="81758"/>
                </a:lnTo>
                <a:lnTo>
                  <a:pt x="21497" y="81758"/>
                </a:lnTo>
                <a:lnTo>
                  <a:pt x="21497" y="81758"/>
                </a:lnTo>
                <a:lnTo>
                  <a:pt x="21497" y="81758"/>
                </a:lnTo>
                <a:lnTo>
                  <a:pt x="21497" y="81758"/>
                </a:lnTo>
                <a:lnTo>
                  <a:pt x="21497" y="81759"/>
                </a:lnTo>
                <a:lnTo>
                  <a:pt x="21497" y="81759"/>
                </a:lnTo>
                <a:lnTo>
                  <a:pt x="21497" y="81759"/>
                </a:lnTo>
                <a:lnTo>
                  <a:pt x="21497" y="81759"/>
                </a:lnTo>
                <a:lnTo>
                  <a:pt x="21497" y="81759"/>
                </a:lnTo>
                <a:lnTo>
                  <a:pt x="21497" y="81759"/>
                </a:lnTo>
                <a:lnTo>
                  <a:pt x="21497" y="81760"/>
                </a:lnTo>
                <a:lnTo>
                  <a:pt x="21497" y="81760"/>
                </a:lnTo>
                <a:lnTo>
                  <a:pt x="21497" y="81760"/>
                </a:lnTo>
                <a:lnTo>
                  <a:pt x="21497" y="81760"/>
                </a:lnTo>
                <a:lnTo>
                  <a:pt x="21497" y="81760"/>
                </a:lnTo>
                <a:lnTo>
                  <a:pt x="21497" y="81760"/>
                </a:lnTo>
                <a:lnTo>
                  <a:pt x="21497" y="81761"/>
                </a:lnTo>
                <a:lnTo>
                  <a:pt x="21497" y="81761"/>
                </a:lnTo>
                <a:lnTo>
                  <a:pt x="21497" y="81761"/>
                </a:lnTo>
                <a:lnTo>
                  <a:pt x="21497" y="81761"/>
                </a:lnTo>
                <a:lnTo>
                  <a:pt x="21497" y="81761"/>
                </a:lnTo>
                <a:lnTo>
                  <a:pt x="21497" y="81761"/>
                </a:lnTo>
                <a:lnTo>
                  <a:pt x="21497" y="81762"/>
                </a:lnTo>
                <a:lnTo>
                  <a:pt x="21497" y="81762"/>
                </a:lnTo>
                <a:lnTo>
                  <a:pt x="21497" y="81762"/>
                </a:lnTo>
                <a:lnTo>
                  <a:pt x="21497" y="81762"/>
                </a:lnTo>
                <a:lnTo>
                  <a:pt x="21497" y="81762"/>
                </a:lnTo>
                <a:lnTo>
                  <a:pt x="21497" y="81762"/>
                </a:lnTo>
                <a:lnTo>
                  <a:pt x="21497" y="81762"/>
                </a:lnTo>
                <a:lnTo>
                  <a:pt x="21497" y="81763"/>
                </a:lnTo>
                <a:lnTo>
                  <a:pt x="21497" y="81763"/>
                </a:lnTo>
                <a:lnTo>
                  <a:pt x="21497" y="81763"/>
                </a:lnTo>
                <a:lnTo>
                  <a:pt x="21497" y="81763"/>
                </a:lnTo>
                <a:lnTo>
                  <a:pt x="21497" y="81763"/>
                </a:lnTo>
                <a:lnTo>
                  <a:pt x="21497" y="81763"/>
                </a:lnTo>
                <a:lnTo>
                  <a:pt x="21497" y="81764"/>
                </a:lnTo>
                <a:lnTo>
                  <a:pt x="21497" y="81764"/>
                </a:lnTo>
                <a:lnTo>
                  <a:pt x="21497" y="81764"/>
                </a:lnTo>
                <a:lnTo>
                  <a:pt x="21497" y="81764"/>
                </a:lnTo>
                <a:lnTo>
                  <a:pt x="21497" y="81764"/>
                </a:lnTo>
                <a:lnTo>
                  <a:pt x="21497" y="81764"/>
                </a:lnTo>
                <a:lnTo>
                  <a:pt x="21497" y="81765"/>
                </a:lnTo>
                <a:lnTo>
                  <a:pt x="21497" y="81765"/>
                </a:lnTo>
                <a:lnTo>
                  <a:pt x="21497" y="81765"/>
                </a:lnTo>
                <a:lnTo>
                  <a:pt x="21497" y="81765"/>
                </a:lnTo>
                <a:lnTo>
                  <a:pt x="21497" y="81765"/>
                </a:lnTo>
                <a:lnTo>
                  <a:pt x="21497" y="81765"/>
                </a:lnTo>
                <a:lnTo>
                  <a:pt x="21497" y="81766"/>
                </a:lnTo>
                <a:lnTo>
                  <a:pt x="21497" y="81766"/>
                </a:lnTo>
                <a:lnTo>
                  <a:pt x="21497" y="81766"/>
                </a:lnTo>
                <a:lnTo>
                  <a:pt x="21497" y="81766"/>
                </a:lnTo>
                <a:lnTo>
                  <a:pt x="21497" y="81766"/>
                </a:lnTo>
                <a:lnTo>
                  <a:pt x="21497" y="81766"/>
                </a:lnTo>
                <a:lnTo>
                  <a:pt x="21497" y="81767"/>
                </a:lnTo>
                <a:lnTo>
                  <a:pt x="21497" y="81767"/>
                </a:lnTo>
                <a:lnTo>
                  <a:pt x="21497" y="81767"/>
                </a:lnTo>
                <a:lnTo>
                  <a:pt x="21497" y="81767"/>
                </a:lnTo>
                <a:lnTo>
                  <a:pt x="21497" y="81767"/>
                </a:lnTo>
                <a:lnTo>
                  <a:pt x="21497" y="81767"/>
                </a:lnTo>
                <a:lnTo>
                  <a:pt x="21497" y="81768"/>
                </a:lnTo>
                <a:lnTo>
                  <a:pt x="21497" y="81768"/>
                </a:lnTo>
                <a:lnTo>
                  <a:pt x="21497" y="81768"/>
                </a:lnTo>
                <a:lnTo>
                  <a:pt x="21497" y="81768"/>
                </a:lnTo>
                <a:lnTo>
                  <a:pt x="21497" y="81768"/>
                </a:lnTo>
                <a:lnTo>
                  <a:pt x="21497" y="81768"/>
                </a:lnTo>
                <a:lnTo>
                  <a:pt x="21497" y="81768"/>
                </a:lnTo>
                <a:lnTo>
                  <a:pt x="21497" y="81769"/>
                </a:lnTo>
                <a:lnTo>
                  <a:pt x="21497" y="81769"/>
                </a:lnTo>
                <a:lnTo>
                  <a:pt x="21497" y="81769"/>
                </a:lnTo>
                <a:lnTo>
                  <a:pt x="21497" y="81769"/>
                </a:lnTo>
                <a:lnTo>
                  <a:pt x="21497" y="81769"/>
                </a:lnTo>
                <a:lnTo>
                  <a:pt x="21497" y="81769"/>
                </a:lnTo>
                <a:lnTo>
                  <a:pt x="21497" y="81770"/>
                </a:lnTo>
                <a:lnTo>
                  <a:pt x="21497" y="81770"/>
                </a:lnTo>
                <a:lnTo>
                  <a:pt x="21497" y="81770"/>
                </a:lnTo>
                <a:lnTo>
                  <a:pt x="21497" y="81770"/>
                </a:lnTo>
                <a:lnTo>
                  <a:pt x="21497" y="81770"/>
                </a:lnTo>
                <a:lnTo>
                  <a:pt x="21497" y="81770"/>
                </a:lnTo>
                <a:lnTo>
                  <a:pt x="21497" y="81771"/>
                </a:lnTo>
                <a:lnTo>
                  <a:pt x="21497" y="81771"/>
                </a:lnTo>
                <a:lnTo>
                  <a:pt x="21497" y="81771"/>
                </a:lnTo>
                <a:lnTo>
                  <a:pt x="21497" y="81771"/>
                </a:lnTo>
                <a:lnTo>
                  <a:pt x="21497" y="81771"/>
                </a:lnTo>
                <a:lnTo>
                  <a:pt x="21497" y="81771"/>
                </a:lnTo>
                <a:lnTo>
                  <a:pt x="21497" y="81772"/>
                </a:lnTo>
                <a:lnTo>
                  <a:pt x="21497" y="81772"/>
                </a:lnTo>
                <a:lnTo>
                  <a:pt x="21497" y="81772"/>
                </a:lnTo>
                <a:lnTo>
                  <a:pt x="21497" y="81772"/>
                </a:lnTo>
                <a:lnTo>
                  <a:pt x="21497" y="81772"/>
                </a:lnTo>
                <a:lnTo>
                  <a:pt x="21497" y="81772"/>
                </a:lnTo>
                <a:lnTo>
                  <a:pt x="21497" y="81773"/>
                </a:lnTo>
                <a:lnTo>
                  <a:pt x="21497" y="81773"/>
                </a:lnTo>
                <a:lnTo>
                  <a:pt x="21497" y="81773"/>
                </a:lnTo>
                <a:lnTo>
                  <a:pt x="21497" y="81773"/>
                </a:lnTo>
                <a:lnTo>
                  <a:pt x="21497" y="81773"/>
                </a:lnTo>
                <a:lnTo>
                  <a:pt x="21497" y="81773"/>
                </a:lnTo>
                <a:lnTo>
                  <a:pt x="21497" y="81774"/>
                </a:lnTo>
                <a:lnTo>
                  <a:pt x="21497" y="81774"/>
                </a:lnTo>
                <a:lnTo>
                  <a:pt x="21497" y="81774"/>
                </a:lnTo>
                <a:lnTo>
                  <a:pt x="21497" y="81774"/>
                </a:lnTo>
                <a:lnTo>
                  <a:pt x="21497" y="81774"/>
                </a:lnTo>
                <a:lnTo>
                  <a:pt x="21497" y="81774"/>
                </a:lnTo>
                <a:lnTo>
                  <a:pt x="21497" y="81775"/>
                </a:lnTo>
                <a:lnTo>
                  <a:pt x="21497" y="81775"/>
                </a:lnTo>
                <a:lnTo>
                  <a:pt x="21497" y="81775"/>
                </a:lnTo>
                <a:lnTo>
                  <a:pt x="21497" y="81775"/>
                </a:lnTo>
                <a:lnTo>
                  <a:pt x="21497" y="81775"/>
                </a:lnTo>
                <a:lnTo>
                  <a:pt x="21497" y="81775"/>
                </a:lnTo>
                <a:lnTo>
                  <a:pt x="21497" y="81776"/>
                </a:lnTo>
                <a:lnTo>
                  <a:pt x="21497" y="81776"/>
                </a:lnTo>
                <a:lnTo>
                  <a:pt x="21497" y="81776"/>
                </a:lnTo>
                <a:lnTo>
                  <a:pt x="21497" y="81776"/>
                </a:lnTo>
                <a:lnTo>
                  <a:pt x="21497" y="81776"/>
                </a:lnTo>
                <a:lnTo>
                  <a:pt x="21497" y="81776"/>
                </a:lnTo>
                <a:lnTo>
                  <a:pt x="21497" y="81776"/>
                </a:lnTo>
                <a:lnTo>
                  <a:pt x="21497" y="81777"/>
                </a:lnTo>
                <a:lnTo>
                  <a:pt x="21497" y="81777"/>
                </a:lnTo>
                <a:lnTo>
                  <a:pt x="21497" y="81777"/>
                </a:lnTo>
                <a:lnTo>
                  <a:pt x="21497" y="81777"/>
                </a:lnTo>
                <a:lnTo>
                  <a:pt x="21497" y="81777"/>
                </a:lnTo>
                <a:lnTo>
                  <a:pt x="21497" y="81777"/>
                </a:lnTo>
                <a:lnTo>
                  <a:pt x="21497" y="81778"/>
                </a:lnTo>
                <a:lnTo>
                  <a:pt x="21497" y="81778"/>
                </a:lnTo>
                <a:lnTo>
                  <a:pt x="21497" y="81778"/>
                </a:lnTo>
                <a:lnTo>
                  <a:pt x="21497" y="81778"/>
                </a:lnTo>
                <a:lnTo>
                  <a:pt x="21497" y="81778"/>
                </a:lnTo>
                <a:lnTo>
                  <a:pt x="21497" y="81778"/>
                </a:lnTo>
                <a:lnTo>
                  <a:pt x="21497" y="81779"/>
                </a:lnTo>
                <a:lnTo>
                  <a:pt x="21497" y="81779"/>
                </a:lnTo>
                <a:lnTo>
                  <a:pt x="21497" y="81779"/>
                </a:lnTo>
                <a:lnTo>
                  <a:pt x="21497" y="81779"/>
                </a:lnTo>
                <a:lnTo>
                  <a:pt x="21497" y="81779"/>
                </a:lnTo>
                <a:lnTo>
                  <a:pt x="21497" y="81779"/>
                </a:lnTo>
                <a:lnTo>
                  <a:pt x="21497" y="81780"/>
                </a:lnTo>
                <a:lnTo>
                  <a:pt x="21497" y="81780"/>
                </a:lnTo>
                <a:lnTo>
                  <a:pt x="21497" y="81780"/>
                </a:lnTo>
                <a:lnTo>
                  <a:pt x="21497" y="81780"/>
                </a:lnTo>
                <a:lnTo>
                  <a:pt x="21497" y="81780"/>
                </a:lnTo>
                <a:lnTo>
                  <a:pt x="21497" y="81780"/>
                </a:lnTo>
                <a:lnTo>
                  <a:pt x="21497" y="81781"/>
                </a:lnTo>
                <a:lnTo>
                  <a:pt x="21497" y="81781"/>
                </a:lnTo>
                <a:lnTo>
                  <a:pt x="21497" y="81781"/>
                </a:lnTo>
                <a:lnTo>
                  <a:pt x="21497" y="81781"/>
                </a:lnTo>
                <a:lnTo>
                  <a:pt x="21497" y="81781"/>
                </a:lnTo>
                <a:lnTo>
                  <a:pt x="21497" y="81781"/>
                </a:lnTo>
                <a:lnTo>
                  <a:pt x="21497" y="81782"/>
                </a:lnTo>
                <a:lnTo>
                  <a:pt x="21497" y="81782"/>
                </a:lnTo>
                <a:lnTo>
                  <a:pt x="21497" y="81782"/>
                </a:lnTo>
                <a:lnTo>
                  <a:pt x="21497" y="81782"/>
                </a:lnTo>
                <a:lnTo>
                  <a:pt x="21497" y="81782"/>
                </a:lnTo>
                <a:lnTo>
                  <a:pt x="21497" y="81782"/>
                </a:lnTo>
                <a:lnTo>
                  <a:pt x="21497" y="81783"/>
                </a:lnTo>
                <a:lnTo>
                  <a:pt x="21497" y="81783"/>
                </a:lnTo>
                <a:lnTo>
                  <a:pt x="21497" y="81783"/>
                </a:lnTo>
                <a:lnTo>
                  <a:pt x="21497" y="81783"/>
                </a:lnTo>
                <a:lnTo>
                  <a:pt x="21497" y="81783"/>
                </a:lnTo>
                <a:lnTo>
                  <a:pt x="21497" y="81783"/>
                </a:lnTo>
                <a:lnTo>
                  <a:pt x="21497" y="81784"/>
                </a:lnTo>
                <a:lnTo>
                  <a:pt x="21497" y="81784"/>
                </a:lnTo>
                <a:lnTo>
                  <a:pt x="21497" y="81784"/>
                </a:lnTo>
                <a:lnTo>
                  <a:pt x="21497" y="81784"/>
                </a:lnTo>
                <a:lnTo>
                  <a:pt x="21497" y="81784"/>
                </a:lnTo>
                <a:lnTo>
                  <a:pt x="21497" y="81784"/>
                </a:lnTo>
                <a:lnTo>
                  <a:pt x="21497" y="81785"/>
                </a:lnTo>
                <a:lnTo>
                  <a:pt x="21497" y="81785"/>
                </a:lnTo>
                <a:lnTo>
                  <a:pt x="21497" y="81785"/>
                </a:lnTo>
                <a:lnTo>
                  <a:pt x="21497" y="81785"/>
                </a:lnTo>
                <a:lnTo>
                  <a:pt x="21497" y="81785"/>
                </a:lnTo>
                <a:lnTo>
                  <a:pt x="21497" y="81785"/>
                </a:lnTo>
                <a:lnTo>
                  <a:pt x="21497" y="81786"/>
                </a:lnTo>
                <a:lnTo>
                  <a:pt x="21497" y="81786"/>
                </a:lnTo>
                <a:lnTo>
                  <a:pt x="21497" y="81786"/>
                </a:lnTo>
                <a:lnTo>
                  <a:pt x="21497" y="81786"/>
                </a:lnTo>
                <a:lnTo>
                  <a:pt x="21497" y="81786"/>
                </a:lnTo>
                <a:lnTo>
                  <a:pt x="21497" y="81786"/>
                </a:lnTo>
                <a:lnTo>
                  <a:pt x="21497" y="81786"/>
                </a:lnTo>
                <a:lnTo>
                  <a:pt x="21497" y="81787"/>
                </a:lnTo>
                <a:lnTo>
                  <a:pt x="21497" y="81787"/>
                </a:lnTo>
                <a:lnTo>
                  <a:pt x="21497" y="81787"/>
                </a:lnTo>
                <a:lnTo>
                  <a:pt x="21497" y="81787"/>
                </a:lnTo>
                <a:lnTo>
                  <a:pt x="21497" y="81787"/>
                </a:lnTo>
                <a:lnTo>
                  <a:pt x="21497" y="81787"/>
                </a:lnTo>
                <a:lnTo>
                  <a:pt x="21497" y="81788"/>
                </a:lnTo>
                <a:lnTo>
                  <a:pt x="21497" y="81788"/>
                </a:lnTo>
                <a:lnTo>
                  <a:pt x="21497" y="81788"/>
                </a:lnTo>
                <a:lnTo>
                  <a:pt x="21497" y="81788"/>
                </a:lnTo>
                <a:lnTo>
                  <a:pt x="21497" y="81788"/>
                </a:lnTo>
                <a:lnTo>
                  <a:pt x="21497" y="81788"/>
                </a:lnTo>
                <a:lnTo>
                  <a:pt x="21497" y="81789"/>
                </a:lnTo>
                <a:lnTo>
                  <a:pt x="21497" y="81789"/>
                </a:lnTo>
                <a:lnTo>
                  <a:pt x="21497" y="81789"/>
                </a:lnTo>
                <a:lnTo>
                  <a:pt x="21497" y="81789"/>
                </a:lnTo>
                <a:lnTo>
                  <a:pt x="21497" y="81789"/>
                </a:lnTo>
                <a:lnTo>
                  <a:pt x="21497" y="81789"/>
                </a:lnTo>
                <a:lnTo>
                  <a:pt x="21497" y="81790"/>
                </a:lnTo>
                <a:lnTo>
                  <a:pt x="21497" y="81790"/>
                </a:lnTo>
                <a:lnTo>
                  <a:pt x="21497" y="81790"/>
                </a:lnTo>
                <a:lnTo>
                  <a:pt x="21497" y="81790"/>
                </a:lnTo>
                <a:lnTo>
                  <a:pt x="21497" y="81790"/>
                </a:lnTo>
                <a:lnTo>
                  <a:pt x="21497" y="81790"/>
                </a:lnTo>
                <a:lnTo>
                  <a:pt x="21497" y="81791"/>
                </a:lnTo>
                <a:lnTo>
                  <a:pt x="21497" y="81791"/>
                </a:lnTo>
                <a:lnTo>
                  <a:pt x="21497" y="81791"/>
                </a:lnTo>
                <a:lnTo>
                  <a:pt x="21497" y="81791"/>
                </a:lnTo>
                <a:lnTo>
                  <a:pt x="21497" y="81791"/>
                </a:lnTo>
                <a:lnTo>
                  <a:pt x="21497" y="81791"/>
                </a:lnTo>
                <a:lnTo>
                  <a:pt x="21497" y="81792"/>
                </a:lnTo>
                <a:lnTo>
                  <a:pt x="21497" y="81792"/>
                </a:lnTo>
                <a:lnTo>
                  <a:pt x="21497" y="81792"/>
                </a:lnTo>
                <a:lnTo>
                  <a:pt x="21497" y="81792"/>
                </a:lnTo>
                <a:lnTo>
                  <a:pt x="21497" y="81792"/>
                </a:lnTo>
                <a:lnTo>
                  <a:pt x="21497" y="81792"/>
                </a:lnTo>
                <a:lnTo>
                  <a:pt x="21497" y="81793"/>
                </a:lnTo>
                <a:lnTo>
                  <a:pt x="21497" y="81793"/>
                </a:lnTo>
                <a:lnTo>
                  <a:pt x="21497" y="81793"/>
                </a:lnTo>
                <a:lnTo>
                  <a:pt x="21497" y="81793"/>
                </a:lnTo>
                <a:lnTo>
                  <a:pt x="21497" y="81793"/>
                </a:lnTo>
                <a:lnTo>
                  <a:pt x="21497" y="81793"/>
                </a:lnTo>
                <a:lnTo>
                  <a:pt x="21497" y="81794"/>
                </a:lnTo>
                <a:lnTo>
                  <a:pt x="21497" y="81794"/>
                </a:lnTo>
                <a:lnTo>
                  <a:pt x="21497" y="81794"/>
                </a:lnTo>
                <a:lnTo>
                  <a:pt x="21497" y="81794"/>
                </a:lnTo>
                <a:lnTo>
                  <a:pt x="21497" y="81794"/>
                </a:lnTo>
                <a:lnTo>
                  <a:pt x="21497" y="81794"/>
                </a:lnTo>
                <a:lnTo>
                  <a:pt x="21497" y="81795"/>
                </a:lnTo>
                <a:lnTo>
                  <a:pt x="21497" y="81795"/>
                </a:lnTo>
                <a:lnTo>
                  <a:pt x="21497" y="81795"/>
                </a:lnTo>
                <a:lnTo>
                  <a:pt x="21497" y="81795"/>
                </a:lnTo>
                <a:lnTo>
                  <a:pt x="21497" y="81795"/>
                </a:lnTo>
                <a:lnTo>
                  <a:pt x="21497" y="81795"/>
                </a:lnTo>
                <a:lnTo>
                  <a:pt x="21497" y="81796"/>
                </a:lnTo>
                <a:lnTo>
                  <a:pt x="21497" y="81796"/>
                </a:lnTo>
                <a:lnTo>
                  <a:pt x="21497" y="81796"/>
                </a:lnTo>
                <a:lnTo>
                  <a:pt x="21497" y="81796"/>
                </a:lnTo>
                <a:lnTo>
                  <a:pt x="21497" y="81796"/>
                </a:lnTo>
                <a:lnTo>
                  <a:pt x="21497" y="81796"/>
                </a:lnTo>
                <a:lnTo>
                  <a:pt x="21497" y="81797"/>
                </a:lnTo>
                <a:lnTo>
                  <a:pt x="21497" y="81797"/>
                </a:lnTo>
                <a:lnTo>
                  <a:pt x="21497" y="81797"/>
                </a:lnTo>
                <a:lnTo>
                  <a:pt x="21497" y="81797"/>
                </a:lnTo>
                <a:lnTo>
                  <a:pt x="21497" y="81797"/>
                </a:lnTo>
                <a:lnTo>
                  <a:pt x="21497" y="81797"/>
                </a:lnTo>
                <a:lnTo>
                  <a:pt x="21497" y="81798"/>
                </a:lnTo>
                <a:lnTo>
                  <a:pt x="21497" y="81798"/>
                </a:lnTo>
                <a:lnTo>
                  <a:pt x="21497" y="81798"/>
                </a:lnTo>
                <a:lnTo>
                  <a:pt x="21497" y="81798"/>
                </a:lnTo>
                <a:lnTo>
                  <a:pt x="21497" y="81798"/>
                </a:lnTo>
                <a:lnTo>
                  <a:pt x="21497" y="81798"/>
                </a:lnTo>
                <a:lnTo>
                  <a:pt x="21497" y="81799"/>
                </a:lnTo>
                <a:lnTo>
                  <a:pt x="21497" y="81799"/>
                </a:lnTo>
                <a:lnTo>
                  <a:pt x="21497" y="81799"/>
                </a:lnTo>
                <a:lnTo>
                  <a:pt x="21497" y="81799"/>
                </a:lnTo>
                <a:lnTo>
                  <a:pt x="21497" y="81799"/>
                </a:lnTo>
                <a:lnTo>
                  <a:pt x="21497" y="81799"/>
                </a:lnTo>
                <a:lnTo>
                  <a:pt x="21497" y="81800"/>
                </a:lnTo>
                <a:lnTo>
                  <a:pt x="21497" y="81800"/>
                </a:lnTo>
                <a:lnTo>
                  <a:pt x="21497" y="81800"/>
                </a:lnTo>
                <a:lnTo>
                  <a:pt x="21497" y="81800"/>
                </a:lnTo>
                <a:lnTo>
                  <a:pt x="21497" y="81800"/>
                </a:lnTo>
                <a:lnTo>
                  <a:pt x="21497" y="81800"/>
                </a:lnTo>
                <a:lnTo>
                  <a:pt x="21497" y="81801"/>
                </a:lnTo>
                <a:lnTo>
                  <a:pt x="21497" y="81801"/>
                </a:lnTo>
                <a:lnTo>
                  <a:pt x="21497" y="81801"/>
                </a:lnTo>
                <a:lnTo>
                  <a:pt x="21497" y="81801"/>
                </a:lnTo>
                <a:lnTo>
                  <a:pt x="21497" y="81801"/>
                </a:lnTo>
                <a:lnTo>
                  <a:pt x="21497" y="81801"/>
                </a:lnTo>
                <a:lnTo>
                  <a:pt x="21497" y="81802"/>
                </a:lnTo>
                <a:lnTo>
                  <a:pt x="21497" y="81802"/>
                </a:lnTo>
                <a:lnTo>
                  <a:pt x="21497" y="81802"/>
                </a:lnTo>
                <a:lnTo>
                  <a:pt x="21497" y="81802"/>
                </a:lnTo>
                <a:lnTo>
                  <a:pt x="21497" y="81802"/>
                </a:lnTo>
                <a:lnTo>
                  <a:pt x="21497" y="81802"/>
                </a:lnTo>
                <a:lnTo>
                  <a:pt x="21497" y="81803"/>
                </a:lnTo>
                <a:lnTo>
                  <a:pt x="21497" y="81803"/>
                </a:lnTo>
                <a:lnTo>
                  <a:pt x="21497" y="81803"/>
                </a:lnTo>
                <a:lnTo>
                  <a:pt x="21497" y="81803"/>
                </a:lnTo>
                <a:lnTo>
                  <a:pt x="21497" y="81803"/>
                </a:lnTo>
                <a:lnTo>
                  <a:pt x="21497" y="81803"/>
                </a:lnTo>
                <a:lnTo>
                  <a:pt x="21497" y="81804"/>
                </a:lnTo>
                <a:lnTo>
                  <a:pt x="21497" y="81804"/>
                </a:lnTo>
                <a:lnTo>
                  <a:pt x="21497" y="81804"/>
                </a:lnTo>
                <a:lnTo>
                  <a:pt x="21497" y="81804"/>
                </a:lnTo>
                <a:lnTo>
                  <a:pt x="21497" y="81804"/>
                </a:lnTo>
                <a:lnTo>
                  <a:pt x="21497" y="81804"/>
                </a:lnTo>
                <a:lnTo>
                  <a:pt x="21497" y="81805"/>
                </a:lnTo>
                <a:lnTo>
                  <a:pt x="21497" y="81805"/>
                </a:lnTo>
                <a:lnTo>
                  <a:pt x="21497" y="81805"/>
                </a:lnTo>
                <a:lnTo>
                  <a:pt x="21497" y="81805"/>
                </a:lnTo>
                <a:lnTo>
                  <a:pt x="21497" y="81805"/>
                </a:lnTo>
                <a:lnTo>
                  <a:pt x="21497" y="81805"/>
                </a:lnTo>
                <a:lnTo>
                  <a:pt x="21497" y="81806"/>
                </a:lnTo>
                <a:lnTo>
                  <a:pt x="21497" y="81806"/>
                </a:lnTo>
                <a:lnTo>
                  <a:pt x="21497" y="81806"/>
                </a:lnTo>
                <a:lnTo>
                  <a:pt x="21497" y="81806"/>
                </a:lnTo>
                <a:lnTo>
                  <a:pt x="21497" y="81806"/>
                </a:lnTo>
                <a:lnTo>
                  <a:pt x="21497" y="81806"/>
                </a:lnTo>
                <a:lnTo>
                  <a:pt x="21497" y="81807"/>
                </a:lnTo>
                <a:lnTo>
                  <a:pt x="21497" y="81807"/>
                </a:lnTo>
                <a:lnTo>
                  <a:pt x="21497" y="81807"/>
                </a:lnTo>
                <a:lnTo>
                  <a:pt x="21497" y="81807"/>
                </a:lnTo>
                <a:lnTo>
                  <a:pt x="21497" y="81807"/>
                </a:lnTo>
                <a:lnTo>
                  <a:pt x="21497" y="81807"/>
                </a:lnTo>
                <a:lnTo>
                  <a:pt x="21497" y="81808"/>
                </a:lnTo>
                <a:lnTo>
                  <a:pt x="21497" y="81808"/>
                </a:lnTo>
                <a:lnTo>
                  <a:pt x="21497" y="81808"/>
                </a:lnTo>
                <a:lnTo>
                  <a:pt x="21497" y="81808"/>
                </a:lnTo>
                <a:lnTo>
                  <a:pt x="21497" y="81808"/>
                </a:lnTo>
                <a:lnTo>
                  <a:pt x="21497" y="81808"/>
                </a:lnTo>
                <a:lnTo>
                  <a:pt x="21497" y="81809"/>
                </a:lnTo>
                <a:lnTo>
                  <a:pt x="21497" y="81809"/>
                </a:lnTo>
                <a:lnTo>
                  <a:pt x="21497" y="81809"/>
                </a:lnTo>
                <a:lnTo>
                  <a:pt x="21497" y="81809"/>
                </a:lnTo>
                <a:lnTo>
                  <a:pt x="21497" y="81809"/>
                </a:lnTo>
                <a:lnTo>
                  <a:pt x="21497" y="81809"/>
                </a:lnTo>
                <a:lnTo>
                  <a:pt x="21497" y="81810"/>
                </a:lnTo>
                <a:lnTo>
                  <a:pt x="21497" y="81810"/>
                </a:lnTo>
                <a:lnTo>
                  <a:pt x="21497" y="81810"/>
                </a:lnTo>
                <a:lnTo>
                  <a:pt x="21497" y="81810"/>
                </a:lnTo>
                <a:lnTo>
                  <a:pt x="21497" y="81810"/>
                </a:lnTo>
                <a:lnTo>
                  <a:pt x="21497" y="81810"/>
                </a:lnTo>
                <a:lnTo>
                  <a:pt x="21497" y="81811"/>
                </a:lnTo>
                <a:lnTo>
                  <a:pt x="21497" y="81811"/>
                </a:lnTo>
                <a:lnTo>
                  <a:pt x="21497" y="81811"/>
                </a:lnTo>
                <a:lnTo>
                  <a:pt x="21497" y="81811"/>
                </a:lnTo>
                <a:lnTo>
                  <a:pt x="21497" y="81811"/>
                </a:lnTo>
                <a:lnTo>
                  <a:pt x="21497" y="81811"/>
                </a:lnTo>
                <a:lnTo>
                  <a:pt x="21497" y="81812"/>
                </a:lnTo>
                <a:lnTo>
                  <a:pt x="21497" y="81812"/>
                </a:lnTo>
                <a:lnTo>
                  <a:pt x="21497" y="81812"/>
                </a:lnTo>
                <a:lnTo>
                  <a:pt x="21497" y="81812"/>
                </a:lnTo>
                <a:lnTo>
                  <a:pt x="21497" y="81812"/>
                </a:lnTo>
                <a:lnTo>
                  <a:pt x="21497" y="81812"/>
                </a:lnTo>
                <a:lnTo>
                  <a:pt x="21497" y="81813"/>
                </a:lnTo>
                <a:lnTo>
                  <a:pt x="21497" y="81813"/>
                </a:lnTo>
                <a:lnTo>
                  <a:pt x="21497" y="81813"/>
                </a:lnTo>
                <a:lnTo>
                  <a:pt x="21497" y="81813"/>
                </a:lnTo>
                <a:lnTo>
                  <a:pt x="21497" y="81813"/>
                </a:lnTo>
                <a:lnTo>
                  <a:pt x="21497" y="81813"/>
                </a:lnTo>
                <a:lnTo>
                  <a:pt x="21497" y="81814"/>
                </a:lnTo>
                <a:lnTo>
                  <a:pt x="21497" y="81814"/>
                </a:lnTo>
                <a:lnTo>
                  <a:pt x="21497" y="81814"/>
                </a:lnTo>
                <a:lnTo>
                  <a:pt x="21497" y="81814"/>
                </a:lnTo>
                <a:lnTo>
                  <a:pt x="21497" y="81814"/>
                </a:lnTo>
                <a:lnTo>
                  <a:pt x="21497" y="81814"/>
                </a:lnTo>
                <a:lnTo>
                  <a:pt x="21497" y="81815"/>
                </a:lnTo>
                <a:lnTo>
                  <a:pt x="21497" y="81815"/>
                </a:lnTo>
                <a:lnTo>
                  <a:pt x="21497" y="81815"/>
                </a:lnTo>
                <a:lnTo>
                  <a:pt x="21497" y="81815"/>
                </a:lnTo>
                <a:lnTo>
                  <a:pt x="21497" y="81815"/>
                </a:lnTo>
                <a:lnTo>
                  <a:pt x="21497" y="81815"/>
                </a:lnTo>
                <a:lnTo>
                  <a:pt x="21497" y="81816"/>
                </a:lnTo>
                <a:lnTo>
                  <a:pt x="21497" y="81816"/>
                </a:lnTo>
                <a:lnTo>
                  <a:pt x="21497" y="81816"/>
                </a:lnTo>
                <a:lnTo>
                  <a:pt x="21497" y="81816"/>
                </a:lnTo>
                <a:lnTo>
                  <a:pt x="21497" y="81816"/>
                </a:lnTo>
                <a:lnTo>
                  <a:pt x="21497" y="81816"/>
                </a:lnTo>
                <a:lnTo>
                  <a:pt x="21497" y="81817"/>
                </a:lnTo>
                <a:lnTo>
                  <a:pt x="21497" y="81817"/>
                </a:lnTo>
                <a:lnTo>
                  <a:pt x="21497" y="81817"/>
                </a:lnTo>
                <a:lnTo>
                  <a:pt x="21497" y="81817"/>
                </a:lnTo>
                <a:lnTo>
                  <a:pt x="21497" y="81817"/>
                </a:lnTo>
                <a:lnTo>
                  <a:pt x="21497" y="81817"/>
                </a:lnTo>
                <a:lnTo>
                  <a:pt x="21497" y="81818"/>
                </a:lnTo>
                <a:lnTo>
                  <a:pt x="21497" y="81818"/>
                </a:lnTo>
                <a:lnTo>
                  <a:pt x="21497" y="81818"/>
                </a:lnTo>
                <a:lnTo>
                  <a:pt x="21497" y="81818"/>
                </a:lnTo>
                <a:lnTo>
                  <a:pt x="21497" y="81818"/>
                </a:lnTo>
                <a:lnTo>
                  <a:pt x="21497" y="81818"/>
                </a:lnTo>
                <a:lnTo>
                  <a:pt x="21497" y="81819"/>
                </a:lnTo>
                <a:lnTo>
                  <a:pt x="21497" y="81819"/>
                </a:lnTo>
                <a:lnTo>
                  <a:pt x="21497" y="81819"/>
                </a:lnTo>
                <a:lnTo>
                  <a:pt x="21497" y="81819"/>
                </a:lnTo>
                <a:lnTo>
                  <a:pt x="21497" y="81819"/>
                </a:lnTo>
                <a:lnTo>
                  <a:pt x="21497" y="81819"/>
                </a:lnTo>
                <a:lnTo>
                  <a:pt x="21497" y="81820"/>
                </a:lnTo>
                <a:lnTo>
                  <a:pt x="21497" y="81820"/>
                </a:lnTo>
                <a:lnTo>
                  <a:pt x="21497" y="81820"/>
                </a:lnTo>
                <a:lnTo>
                  <a:pt x="21497" y="81820"/>
                </a:lnTo>
                <a:lnTo>
                  <a:pt x="21497" y="81820"/>
                </a:lnTo>
                <a:lnTo>
                  <a:pt x="21497" y="81820"/>
                </a:lnTo>
                <a:lnTo>
                  <a:pt x="21497" y="81821"/>
                </a:lnTo>
                <a:lnTo>
                  <a:pt x="21497" y="81821"/>
                </a:lnTo>
                <a:lnTo>
                  <a:pt x="21497" y="81821"/>
                </a:lnTo>
                <a:lnTo>
                  <a:pt x="21497" y="81821"/>
                </a:lnTo>
                <a:lnTo>
                  <a:pt x="21497" y="81821"/>
                </a:lnTo>
                <a:lnTo>
                  <a:pt x="21497" y="81821"/>
                </a:lnTo>
                <a:lnTo>
                  <a:pt x="21497" y="81822"/>
                </a:lnTo>
                <a:lnTo>
                  <a:pt x="21497" y="81822"/>
                </a:lnTo>
                <a:lnTo>
                  <a:pt x="21497" y="81822"/>
                </a:lnTo>
                <a:lnTo>
                  <a:pt x="21497" y="81822"/>
                </a:lnTo>
                <a:lnTo>
                  <a:pt x="21497" y="81822"/>
                </a:lnTo>
                <a:lnTo>
                  <a:pt x="21497" y="81822"/>
                </a:lnTo>
                <a:lnTo>
                  <a:pt x="21497" y="81823"/>
                </a:lnTo>
                <a:lnTo>
                  <a:pt x="21497" y="81823"/>
                </a:lnTo>
                <a:lnTo>
                  <a:pt x="21497" y="81823"/>
                </a:lnTo>
                <a:lnTo>
                  <a:pt x="21497" y="81823"/>
                </a:lnTo>
                <a:lnTo>
                  <a:pt x="21497" y="81823"/>
                </a:lnTo>
                <a:lnTo>
                  <a:pt x="21497" y="81823"/>
                </a:lnTo>
                <a:lnTo>
                  <a:pt x="21497" y="81824"/>
                </a:lnTo>
                <a:lnTo>
                  <a:pt x="21497" y="81824"/>
                </a:lnTo>
                <a:lnTo>
                  <a:pt x="21497" y="81824"/>
                </a:lnTo>
                <a:lnTo>
                  <a:pt x="21497" y="81824"/>
                </a:lnTo>
                <a:lnTo>
                  <a:pt x="21497" y="81824"/>
                </a:lnTo>
                <a:lnTo>
                  <a:pt x="21497" y="81824"/>
                </a:lnTo>
                <a:lnTo>
                  <a:pt x="21497" y="81825"/>
                </a:lnTo>
                <a:lnTo>
                  <a:pt x="21497" y="81825"/>
                </a:lnTo>
                <a:lnTo>
                  <a:pt x="21497" y="81825"/>
                </a:lnTo>
                <a:lnTo>
                  <a:pt x="21497" y="81825"/>
                </a:lnTo>
                <a:lnTo>
                  <a:pt x="21497" y="81825"/>
                </a:lnTo>
                <a:lnTo>
                  <a:pt x="21497" y="81825"/>
                </a:lnTo>
                <a:lnTo>
                  <a:pt x="21497" y="81826"/>
                </a:lnTo>
                <a:lnTo>
                  <a:pt x="21497" y="81826"/>
                </a:lnTo>
                <a:lnTo>
                  <a:pt x="21497" y="81826"/>
                </a:lnTo>
                <a:lnTo>
                  <a:pt x="21497" y="81826"/>
                </a:lnTo>
                <a:lnTo>
                  <a:pt x="21497" y="81826"/>
                </a:lnTo>
                <a:lnTo>
                  <a:pt x="21497" y="81826"/>
                </a:lnTo>
                <a:lnTo>
                  <a:pt x="21497" y="81827"/>
                </a:lnTo>
                <a:lnTo>
                  <a:pt x="21497" y="81827"/>
                </a:lnTo>
                <a:lnTo>
                  <a:pt x="21497" y="81827"/>
                </a:lnTo>
                <a:lnTo>
                  <a:pt x="21497" y="81827"/>
                </a:lnTo>
                <a:lnTo>
                  <a:pt x="21497" y="81827"/>
                </a:lnTo>
                <a:lnTo>
                  <a:pt x="21497" y="81827"/>
                </a:lnTo>
                <a:lnTo>
                  <a:pt x="21497" y="81828"/>
                </a:lnTo>
                <a:lnTo>
                  <a:pt x="21497" y="81828"/>
                </a:lnTo>
                <a:lnTo>
                  <a:pt x="21497" y="81828"/>
                </a:lnTo>
                <a:lnTo>
                  <a:pt x="21497" y="81828"/>
                </a:lnTo>
                <a:lnTo>
                  <a:pt x="21497" y="81828"/>
                </a:lnTo>
                <a:lnTo>
                  <a:pt x="21497" y="81828"/>
                </a:lnTo>
                <a:lnTo>
                  <a:pt x="21497" y="81829"/>
                </a:lnTo>
                <a:lnTo>
                  <a:pt x="21497" y="81829"/>
                </a:lnTo>
                <a:lnTo>
                  <a:pt x="21497" y="81829"/>
                </a:lnTo>
                <a:lnTo>
                  <a:pt x="21497" y="81829"/>
                </a:lnTo>
                <a:lnTo>
                  <a:pt x="21497" y="81829"/>
                </a:lnTo>
                <a:lnTo>
                  <a:pt x="21497" y="81830"/>
                </a:lnTo>
                <a:lnTo>
                  <a:pt x="21497" y="81830"/>
                </a:lnTo>
                <a:lnTo>
                  <a:pt x="21497" y="81830"/>
                </a:lnTo>
                <a:lnTo>
                  <a:pt x="21497" y="81830"/>
                </a:lnTo>
                <a:lnTo>
                  <a:pt x="21497" y="81830"/>
                </a:lnTo>
                <a:lnTo>
                  <a:pt x="21497" y="81830"/>
                </a:lnTo>
                <a:lnTo>
                  <a:pt x="21497" y="81831"/>
                </a:lnTo>
                <a:lnTo>
                  <a:pt x="21497" y="81831"/>
                </a:lnTo>
                <a:lnTo>
                  <a:pt x="21497" y="81831"/>
                </a:lnTo>
                <a:lnTo>
                  <a:pt x="21497" y="81831"/>
                </a:lnTo>
                <a:lnTo>
                  <a:pt x="21497" y="81831"/>
                </a:lnTo>
                <a:lnTo>
                  <a:pt x="21497" y="81831"/>
                </a:lnTo>
                <a:lnTo>
                  <a:pt x="21497" y="81832"/>
                </a:lnTo>
                <a:lnTo>
                  <a:pt x="21497" y="81832"/>
                </a:lnTo>
                <a:lnTo>
                  <a:pt x="21497" y="81832"/>
                </a:lnTo>
                <a:lnTo>
                  <a:pt x="21497" y="81832"/>
                </a:lnTo>
                <a:lnTo>
                  <a:pt x="21497" y="81832"/>
                </a:lnTo>
                <a:lnTo>
                  <a:pt x="21497" y="81832"/>
                </a:lnTo>
                <a:lnTo>
                  <a:pt x="21497" y="81833"/>
                </a:lnTo>
                <a:lnTo>
                  <a:pt x="21497" y="81833"/>
                </a:lnTo>
                <a:lnTo>
                  <a:pt x="21497" y="81833"/>
                </a:lnTo>
                <a:lnTo>
                  <a:pt x="21497" y="81833"/>
                </a:lnTo>
                <a:lnTo>
                  <a:pt x="21497" y="81833"/>
                </a:lnTo>
                <a:lnTo>
                  <a:pt x="21497" y="81833"/>
                </a:lnTo>
                <a:lnTo>
                  <a:pt x="21497" y="81834"/>
                </a:lnTo>
                <a:lnTo>
                  <a:pt x="21497" y="81834"/>
                </a:lnTo>
                <a:lnTo>
                  <a:pt x="21497" y="81834"/>
                </a:lnTo>
                <a:lnTo>
                  <a:pt x="21497" y="81834"/>
                </a:lnTo>
                <a:lnTo>
                  <a:pt x="21497" y="81834"/>
                </a:lnTo>
                <a:lnTo>
                  <a:pt x="21497" y="81834"/>
                </a:lnTo>
                <a:lnTo>
                  <a:pt x="21497" y="81835"/>
                </a:lnTo>
                <a:lnTo>
                  <a:pt x="21497" y="81835"/>
                </a:lnTo>
                <a:lnTo>
                  <a:pt x="21497" y="81835"/>
                </a:lnTo>
                <a:lnTo>
                  <a:pt x="21497" y="81835"/>
                </a:lnTo>
                <a:lnTo>
                  <a:pt x="21497" y="81835"/>
                </a:lnTo>
                <a:lnTo>
                  <a:pt x="21497" y="81835"/>
                </a:lnTo>
                <a:lnTo>
                  <a:pt x="21497" y="81836"/>
                </a:lnTo>
                <a:lnTo>
                  <a:pt x="21497" y="81836"/>
                </a:lnTo>
                <a:lnTo>
                  <a:pt x="21497" y="81836"/>
                </a:lnTo>
                <a:lnTo>
                  <a:pt x="21497" y="81836"/>
                </a:lnTo>
                <a:lnTo>
                  <a:pt x="21497" y="81836"/>
                </a:lnTo>
                <a:lnTo>
                  <a:pt x="21497" y="81836"/>
                </a:lnTo>
                <a:lnTo>
                  <a:pt x="21497" y="81837"/>
                </a:lnTo>
                <a:lnTo>
                  <a:pt x="21497" y="81837"/>
                </a:lnTo>
                <a:lnTo>
                  <a:pt x="21497" y="81837"/>
                </a:lnTo>
                <a:lnTo>
                  <a:pt x="21497" y="81837"/>
                </a:lnTo>
                <a:lnTo>
                  <a:pt x="21497" y="81837"/>
                </a:lnTo>
                <a:lnTo>
                  <a:pt x="21497" y="81837"/>
                </a:lnTo>
                <a:lnTo>
                  <a:pt x="21497" y="81838"/>
                </a:lnTo>
                <a:lnTo>
                  <a:pt x="21497" y="81838"/>
                </a:lnTo>
                <a:lnTo>
                  <a:pt x="21497" y="81838"/>
                </a:lnTo>
                <a:lnTo>
                  <a:pt x="21497" y="81838"/>
                </a:lnTo>
                <a:lnTo>
                  <a:pt x="21497" y="81838"/>
                </a:lnTo>
                <a:lnTo>
                  <a:pt x="21497" y="81838"/>
                </a:lnTo>
                <a:lnTo>
                  <a:pt x="21497" y="81839"/>
                </a:lnTo>
                <a:lnTo>
                  <a:pt x="21497" y="81839"/>
                </a:lnTo>
                <a:lnTo>
                  <a:pt x="21497" y="81839"/>
                </a:lnTo>
                <a:lnTo>
                  <a:pt x="21497" y="81839"/>
                </a:lnTo>
                <a:lnTo>
                  <a:pt x="21497" y="81839"/>
                </a:lnTo>
                <a:lnTo>
                  <a:pt x="21497" y="81839"/>
                </a:lnTo>
                <a:lnTo>
                  <a:pt x="21497" y="81840"/>
                </a:lnTo>
                <a:lnTo>
                  <a:pt x="21497" y="81840"/>
                </a:lnTo>
                <a:lnTo>
                  <a:pt x="21497" y="81840"/>
                </a:lnTo>
                <a:lnTo>
                  <a:pt x="21497" y="81840"/>
                </a:lnTo>
                <a:lnTo>
                  <a:pt x="21497" y="81840"/>
                </a:lnTo>
                <a:lnTo>
                  <a:pt x="21497" y="81841"/>
                </a:lnTo>
                <a:lnTo>
                  <a:pt x="21497" y="81841"/>
                </a:lnTo>
                <a:lnTo>
                  <a:pt x="21497" y="81841"/>
                </a:lnTo>
                <a:lnTo>
                  <a:pt x="21497" y="81841"/>
                </a:lnTo>
                <a:lnTo>
                  <a:pt x="21497" y="81841"/>
                </a:lnTo>
                <a:lnTo>
                  <a:pt x="21497" y="81841"/>
                </a:lnTo>
                <a:lnTo>
                  <a:pt x="21497" y="81842"/>
                </a:lnTo>
                <a:lnTo>
                  <a:pt x="21497" y="81842"/>
                </a:lnTo>
                <a:lnTo>
                  <a:pt x="21497" y="81842"/>
                </a:lnTo>
                <a:lnTo>
                  <a:pt x="21497" y="81842"/>
                </a:lnTo>
                <a:lnTo>
                  <a:pt x="21497" y="81842"/>
                </a:lnTo>
                <a:lnTo>
                  <a:pt x="21497" y="81842"/>
                </a:lnTo>
                <a:lnTo>
                  <a:pt x="21497" y="81843"/>
                </a:lnTo>
                <a:lnTo>
                  <a:pt x="21497" y="81843"/>
                </a:lnTo>
                <a:lnTo>
                  <a:pt x="21497" y="81843"/>
                </a:lnTo>
                <a:lnTo>
                  <a:pt x="21497" y="81843"/>
                </a:lnTo>
                <a:lnTo>
                  <a:pt x="21497" y="81843"/>
                </a:lnTo>
                <a:lnTo>
                  <a:pt x="21497" y="81843"/>
                </a:lnTo>
                <a:lnTo>
                  <a:pt x="21497" y="81844"/>
                </a:lnTo>
                <a:lnTo>
                  <a:pt x="21497" y="81844"/>
                </a:lnTo>
                <a:lnTo>
                  <a:pt x="21497" y="81844"/>
                </a:lnTo>
                <a:lnTo>
                  <a:pt x="21497" y="81844"/>
                </a:lnTo>
                <a:lnTo>
                  <a:pt x="21497" y="81844"/>
                </a:lnTo>
                <a:lnTo>
                  <a:pt x="21497" y="81844"/>
                </a:lnTo>
                <a:lnTo>
                  <a:pt x="21497" y="81845"/>
                </a:lnTo>
                <a:lnTo>
                  <a:pt x="21497" y="81845"/>
                </a:lnTo>
                <a:lnTo>
                  <a:pt x="21497" y="81845"/>
                </a:lnTo>
                <a:lnTo>
                  <a:pt x="21497" y="81845"/>
                </a:lnTo>
                <a:lnTo>
                  <a:pt x="21497" y="81845"/>
                </a:lnTo>
                <a:lnTo>
                  <a:pt x="21497" y="81845"/>
                </a:lnTo>
                <a:lnTo>
                  <a:pt x="21497" y="81846"/>
                </a:lnTo>
                <a:lnTo>
                  <a:pt x="21497" y="81846"/>
                </a:lnTo>
                <a:lnTo>
                  <a:pt x="21497" y="81846"/>
                </a:lnTo>
                <a:lnTo>
                  <a:pt x="21497" y="81846"/>
                </a:lnTo>
                <a:lnTo>
                  <a:pt x="21497" y="81846"/>
                </a:lnTo>
                <a:lnTo>
                  <a:pt x="21497" y="81846"/>
                </a:lnTo>
                <a:lnTo>
                  <a:pt x="21497" y="81847"/>
                </a:lnTo>
                <a:lnTo>
                  <a:pt x="21497" y="81847"/>
                </a:lnTo>
                <a:lnTo>
                  <a:pt x="21497" y="81847"/>
                </a:lnTo>
                <a:lnTo>
                  <a:pt x="21497" y="81847"/>
                </a:lnTo>
                <a:lnTo>
                  <a:pt x="21497" y="81847"/>
                </a:lnTo>
                <a:lnTo>
                  <a:pt x="21497" y="81847"/>
                </a:lnTo>
                <a:lnTo>
                  <a:pt x="21497" y="81848"/>
                </a:lnTo>
                <a:lnTo>
                  <a:pt x="21497" y="81848"/>
                </a:lnTo>
                <a:lnTo>
                  <a:pt x="21497" y="81848"/>
                </a:lnTo>
                <a:lnTo>
                  <a:pt x="21497" y="81848"/>
                </a:lnTo>
                <a:lnTo>
                  <a:pt x="21497" y="81848"/>
                </a:lnTo>
                <a:lnTo>
                  <a:pt x="21497" y="81849"/>
                </a:lnTo>
                <a:lnTo>
                  <a:pt x="21497" y="81849"/>
                </a:lnTo>
                <a:lnTo>
                  <a:pt x="21497" y="81849"/>
                </a:lnTo>
                <a:lnTo>
                  <a:pt x="21497" y="81849"/>
                </a:lnTo>
                <a:lnTo>
                  <a:pt x="21497" y="81849"/>
                </a:lnTo>
                <a:lnTo>
                  <a:pt x="21497" y="81849"/>
                </a:lnTo>
                <a:lnTo>
                  <a:pt x="21497" y="81850"/>
                </a:lnTo>
                <a:lnTo>
                  <a:pt x="21497" y="81850"/>
                </a:lnTo>
                <a:lnTo>
                  <a:pt x="21497" y="81850"/>
                </a:lnTo>
                <a:lnTo>
                  <a:pt x="21497" y="81850"/>
                </a:lnTo>
                <a:lnTo>
                  <a:pt x="21497" y="81850"/>
                </a:lnTo>
                <a:lnTo>
                  <a:pt x="21497" y="81850"/>
                </a:lnTo>
                <a:lnTo>
                  <a:pt x="21497" y="81851"/>
                </a:lnTo>
                <a:lnTo>
                  <a:pt x="21497" y="81851"/>
                </a:lnTo>
                <a:lnTo>
                  <a:pt x="21497" y="81851"/>
                </a:lnTo>
                <a:lnTo>
                  <a:pt x="21497" y="81851"/>
                </a:lnTo>
                <a:lnTo>
                  <a:pt x="21497" y="81851"/>
                </a:lnTo>
                <a:lnTo>
                  <a:pt x="21497" y="81851"/>
                </a:lnTo>
                <a:lnTo>
                  <a:pt x="21497" y="81852"/>
                </a:lnTo>
                <a:lnTo>
                  <a:pt x="21497" y="81852"/>
                </a:lnTo>
                <a:lnTo>
                  <a:pt x="21497" y="81852"/>
                </a:lnTo>
                <a:lnTo>
                  <a:pt x="21497" y="81852"/>
                </a:lnTo>
                <a:lnTo>
                  <a:pt x="21497" y="81852"/>
                </a:lnTo>
                <a:lnTo>
                  <a:pt x="21497" y="81852"/>
                </a:lnTo>
                <a:lnTo>
                  <a:pt x="21497" y="81853"/>
                </a:lnTo>
                <a:lnTo>
                  <a:pt x="21497" y="81853"/>
                </a:lnTo>
                <a:lnTo>
                  <a:pt x="21497" y="81853"/>
                </a:lnTo>
                <a:lnTo>
                  <a:pt x="21497" y="81853"/>
                </a:lnTo>
                <a:lnTo>
                  <a:pt x="21497" y="81853"/>
                </a:lnTo>
                <a:lnTo>
                  <a:pt x="21497" y="81853"/>
                </a:lnTo>
                <a:lnTo>
                  <a:pt x="21497" y="81854"/>
                </a:lnTo>
                <a:lnTo>
                  <a:pt x="21497" y="81854"/>
                </a:lnTo>
                <a:lnTo>
                  <a:pt x="21497" y="81854"/>
                </a:lnTo>
                <a:lnTo>
                  <a:pt x="21497" y="81854"/>
                </a:lnTo>
                <a:lnTo>
                  <a:pt x="21497" y="81854"/>
                </a:lnTo>
                <a:lnTo>
                  <a:pt x="21497" y="81854"/>
                </a:lnTo>
                <a:lnTo>
                  <a:pt x="21497" y="81855"/>
                </a:lnTo>
                <a:lnTo>
                  <a:pt x="21497" y="81855"/>
                </a:lnTo>
                <a:lnTo>
                  <a:pt x="21497" y="81855"/>
                </a:lnTo>
                <a:lnTo>
                  <a:pt x="21497" y="81855"/>
                </a:lnTo>
                <a:lnTo>
                  <a:pt x="21497" y="81855"/>
                </a:lnTo>
                <a:lnTo>
                  <a:pt x="21497" y="81856"/>
                </a:lnTo>
                <a:lnTo>
                  <a:pt x="21497" y="81856"/>
                </a:lnTo>
                <a:lnTo>
                  <a:pt x="21497" y="81856"/>
                </a:lnTo>
                <a:lnTo>
                  <a:pt x="21497" y="81856"/>
                </a:lnTo>
                <a:lnTo>
                  <a:pt x="21497" y="81856"/>
                </a:lnTo>
                <a:lnTo>
                  <a:pt x="21497" y="81856"/>
                </a:lnTo>
                <a:lnTo>
                  <a:pt x="21497" y="81857"/>
                </a:lnTo>
                <a:lnTo>
                  <a:pt x="21497" y="81857"/>
                </a:lnTo>
                <a:lnTo>
                  <a:pt x="21497" y="81857"/>
                </a:lnTo>
                <a:lnTo>
                  <a:pt x="21497" y="81857"/>
                </a:lnTo>
                <a:lnTo>
                  <a:pt x="21497" y="81857"/>
                </a:lnTo>
                <a:lnTo>
                  <a:pt x="21497" y="81857"/>
                </a:lnTo>
                <a:lnTo>
                  <a:pt x="21497" y="81858"/>
                </a:lnTo>
                <a:lnTo>
                  <a:pt x="21497" y="81858"/>
                </a:lnTo>
                <a:lnTo>
                  <a:pt x="21497" y="81858"/>
                </a:lnTo>
                <a:lnTo>
                  <a:pt x="21497" y="81858"/>
                </a:lnTo>
                <a:lnTo>
                  <a:pt x="21497" y="81858"/>
                </a:lnTo>
                <a:lnTo>
                  <a:pt x="21497" y="81858"/>
                </a:lnTo>
                <a:lnTo>
                  <a:pt x="21497" y="81859"/>
                </a:lnTo>
                <a:lnTo>
                  <a:pt x="21497" y="81859"/>
                </a:lnTo>
                <a:lnTo>
                  <a:pt x="21497" y="81859"/>
                </a:lnTo>
                <a:lnTo>
                  <a:pt x="21497" y="81859"/>
                </a:lnTo>
                <a:lnTo>
                  <a:pt x="21497" y="81859"/>
                </a:lnTo>
                <a:lnTo>
                  <a:pt x="21497" y="81859"/>
                </a:lnTo>
                <a:lnTo>
                  <a:pt x="21497" y="81860"/>
                </a:lnTo>
                <a:lnTo>
                  <a:pt x="21497" y="81860"/>
                </a:lnTo>
                <a:lnTo>
                  <a:pt x="21497" y="81860"/>
                </a:lnTo>
                <a:lnTo>
                  <a:pt x="21497" y="81860"/>
                </a:lnTo>
                <a:lnTo>
                  <a:pt x="21497" y="81860"/>
                </a:lnTo>
                <a:lnTo>
                  <a:pt x="21497" y="81861"/>
                </a:lnTo>
                <a:lnTo>
                  <a:pt x="21497" y="81861"/>
                </a:lnTo>
                <a:lnTo>
                  <a:pt x="21497" y="81861"/>
                </a:lnTo>
                <a:lnTo>
                  <a:pt x="21497" y="81861"/>
                </a:lnTo>
                <a:lnTo>
                  <a:pt x="21497" y="81861"/>
                </a:lnTo>
                <a:lnTo>
                  <a:pt x="21497" y="81861"/>
                </a:lnTo>
                <a:lnTo>
                  <a:pt x="21497" y="81862"/>
                </a:lnTo>
                <a:lnTo>
                  <a:pt x="21497" y="81862"/>
                </a:lnTo>
                <a:lnTo>
                  <a:pt x="21497" y="81862"/>
                </a:lnTo>
                <a:lnTo>
                  <a:pt x="21497" y="81862"/>
                </a:lnTo>
                <a:lnTo>
                  <a:pt x="21497" y="81862"/>
                </a:lnTo>
                <a:lnTo>
                  <a:pt x="21497" y="81862"/>
                </a:lnTo>
                <a:lnTo>
                  <a:pt x="21497" y="81863"/>
                </a:lnTo>
                <a:lnTo>
                  <a:pt x="21497" y="81863"/>
                </a:lnTo>
                <a:lnTo>
                  <a:pt x="21497" y="81863"/>
                </a:lnTo>
                <a:lnTo>
                  <a:pt x="21497" y="81863"/>
                </a:lnTo>
                <a:lnTo>
                  <a:pt x="21497" y="81863"/>
                </a:lnTo>
                <a:lnTo>
                  <a:pt x="21497" y="81863"/>
                </a:lnTo>
                <a:lnTo>
                  <a:pt x="21497" y="81864"/>
                </a:lnTo>
                <a:lnTo>
                  <a:pt x="21497" y="81864"/>
                </a:lnTo>
                <a:lnTo>
                  <a:pt x="21497" y="81864"/>
                </a:lnTo>
                <a:lnTo>
                  <a:pt x="21497" y="81864"/>
                </a:lnTo>
                <a:lnTo>
                  <a:pt x="21497" y="81864"/>
                </a:lnTo>
                <a:lnTo>
                  <a:pt x="21497" y="81864"/>
                </a:lnTo>
                <a:lnTo>
                  <a:pt x="21497" y="81865"/>
                </a:lnTo>
                <a:lnTo>
                  <a:pt x="21497" y="81865"/>
                </a:lnTo>
                <a:lnTo>
                  <a:pt x="21497" y="81865"/>
                </a:lnTo>
                <a:lnTo>
                  <a:pt x="21497" y="81865"/>
                </a:lnTo>
                <a:lnTo>
                  <a:pt x="21497" y="81865"/>
                </a:lnTo>
                <a:lnTo>
                  <a:pt x="21497" y="81865"/>
                </a:lnTo>
                <a:lnTo>
                  <a:pt x="21497" y="81866"/>
                </a:lnTo>
                <a:lnTo>
                  <a:pt x="21497" y="81866"/>
                </a:lnTo>
                <a:lnTo>
                  <a:pt x="21497" y="81866"/>
                </a:lnTo>
                <a:lnTo>
                  <a:pt x="21497" y="81866"/>
                </a:lnTo>
                <a:lnTo>
                  <a:pt x="21497" y="81866"/>
                </a:lnTo>
                <a:lnTo>
                  <a:pt x="21497" y="81867"/>
                </a:lnTo>
                <a:lnTo>
                  <a:pt x="21497" y="81867"/>
                </a:lnTo>
                <a:lnTo>
                  <a:pt x="21497" y="81867"/>
                </a:lnTo>
                <a:lnTo>
                  <a:pt x="21497" y="81867"/>
                </a:lnTo>
                <a:lnTo>
                  <a:pt x="21497" y="81867"/>
                </a:lnTo>
                <a:lnTo>
                  <a:pt x="21497" y="81867"/>
                </a:lnTo>
                <a:lnTo>
                  <a:pt x="21497" y="81868"/>
                </a:lnTo>
                <a:lnTo>
                  <a:pt x="21497" y="81868"/>
                </a:lnTo>
                <a:lnTo>
                  <a:pt x="21497" y="81868"/>
                </a:lnTo>
                <a:lnTo>
                  <a:pt x="21497" y="81868"/>
                </a:lnTo>
                <a:lnTo>
                  <a:pt x="21497" y="81868"/>
                </a:lnTo>
                <a:lnTo>
                  <a:pt x="21497" y="81868"/>
                </a:lnTo>
                <a:lnTo>
                  <a:pt x="21497" y="81869"/>
                </a:lnTo>
                <a:lnTo>
                  <a:pt x="21497" y="81869"/>
                </a:lnTo>
                <a:lnTo>
                  <a:pt x="21497" y="81869"/>
                </a:lnTo>
                <a:lnTo>
                  <a:pt x="21497" y="81869"/>
                </a:lnTo>
                <a:lnTo>
                  <a:pt x="21497" y="81869"/>
                </a:lnTo>
                <a:lnTo>
                  <a:pt x="21497" y="81869"/>
                </a:lnTo>
                <a:lnTo>
                  <a:pt x="21497" y="81870"/>
                </a:lnTo>
                <a:lnTo>
                  <a:pt x="21497" y="81870"/>
                </a:lnTo>
                <a:lnTo>
                  <a:pt x="21497" y="81870"/>
                </a:lnTo>
                <a:lnTo>
                  <a:pt x="21497" y="81870"/>
                </a:lnTo>
                <a:lnTo>
                  <a:pt x="21497" y="81870"/>
                </a:lnTo>
                <a:lnTo>
                  <a:pt x="21497" y="81870"/>
                </a:lnTo>
                <a:lnTo>
                  <a:pt x="21497" y="81871"/>
                </a:lnTo>
                <a:lnTo>
                  <a:pt x="21497" y="81871"/>
                </a:lnTo>
                <a:lnTo>
                  <a:pt x="21497" y="81871"/>
                </a:lnTo>
                <a:lnTo>
                  <a:pt x="21497" y="81871"/>
                </a:lnTo>
                <a:lnTo>
                  <a:pt x="21497" y="81871"/>
                </a:lnTo>
                <a:lnTo>
                  <a:pt x="21497" y="81872"/>
                </a:lnTo>
                <a:lnTo>
                  <a:pt x="21497" y="81872"/>
                </a:lnTo>
                <a:lnTo>
                  <a:pt x="21497" y="81872"/>
                </a:lnTo>
                <a:lnTo>
                  <a:pt x="21497" y="81872"/>
                </a:lnTo>
                <a:lnTo>
                  <a:pt x="21497" y="81872"/>
                </a:lnTo>
                <a:lnTo>
                  <a:pt x="21497" y="81872"/>
                </a:lnTo>
                <a:lnTo>
                  <a:pt x="21497" y="81873"/>
                </a:lnTo>
                <a:lnTo>
                  <a:pt x="21497" y="81873"/>
                </a:lnTo>
                <a:lnTo>
                  <a:pt x="21497" y="81873"/>
                </a:lnTo>
                <a:lnTo>
                  <a:pt x="21497" y="81873"/>
                </a:lnTo>
                <a:lnTo>
                  <a:pt x="21497" y="81873"/>
                </a:lnTo>
                <a:lnTo>
                  <a:pt x="21497" y="81873"/>
                </a:lnTo>
                <a:lnTo>
                  <a:pt x="21497" y="81874"/>
                </a:lnTo>
                <a:lnTo>
                  <a:pt x="21497" y="81874"/>
                </a:lnTo>
                <a:lnTo>
                  <a:pt x="21497" y="81874"/>
                </a:lnTo>
                <a:lnTo>
                  <a:pt x="21497" y="81874"/>
                </a:lnTo>
                <a:lnTo>
                  <a:pt x="21497" y="81874"/>
                </a:lnTo>
                <a:lnTo>
                  <a:pt x="21497" y="81874"/>
                </a:lnTo>
                <a:lnTo>
                  <a:pt x="21497" y="81875"/>
                </a:lnTo>
                <a:lnTo>
                  <a:pt x="21497" y="81875"/>
                </a:lnTo>
                <a:lnTo>
                  <a:pt x="21497" y="81875"/>
                </a:lnTo>
                <a:lnTo>
                  <a:pt x="21497" y="81875"/>
                </a:lnTo>
                <a:lnTo>
                  <a:pt x="21497" y="81875"/>
                </a:lnTo>
                <a:lnTo>
                  <a:pt x="21497" y="81876"/>
                </a:lnTo>
                <a:lnTo>
                  <a:pt x="21497" y="81876"/>
                </a:lnTo>
                <a:lnTo>
                  <a:pt x="21497" y="81876"/>
                </a:lnTo>
                <a:lnTo>
                  <a:pt x="21497" y="81876"/>
                </a:lnTo>
                <a:lnTo>
                  <a:pt x="21497" y="81876"/>
                </a:lnTo>
                <a:lnTo>
                  <a:pt x="21497" y="81876"/>
                </a:lnTo>
                <a:lnTo>
                  <a:pt x="21497" y="81877"/>
                </a:lnTo>
                <a:lnTo>
                  <a:pt x="21497" y="81877"/>
                </a:lnTo>
                <a:lnTo>
                  <a:pt x="21497" y="81877"/>
                </a:lnTo>
                <a:lnTo>
                  <a:pt x="21497" y="81877"/>
                </a:lnTo>
                <a:lnTo>
                  <a:pt x="21497" y="81877"/>
                </a:lnTo>
                <a:lnTo>
                  <a:pt x="21497" y="81877"/>
                </a:lnTo>
                <a:lnTo>
                  <a:pt x="21497" y="81878"/>
                </a:lnTo>
                <a:lnTo>
                  <a:pt x="21497" y="81878"/>
                </a:lnTo>
                <a:lnTo>
                  <a:pt x="21497" y="81878"/>
                </a:lnTo>
                <a:lnTo>
                  <a:pt x="21497" y="81878"/>
                </a:lnTo>
                <a:lnTo>
                  <a:pt x="21497" y="81878"/>
                </a:lnTo>
                <a:lnTo>
                  <a:pt x="21497" y="81878"/>
                </a:lnTo>
                <a:lnTo>
                  <a:pt x="21497" y="81879"/>
                </a:lnTo>
                <a:lnTo>
                  <a:pt x="21497" y="81879"/>
                </a:lnTo>
                <a:lnTo>
                  <a:pt x="21497" y="81879"/>
                </a:lnTo>
                <a:lnTo>
                  <a:pt x="21497" y="81879"/>
                </a:lnTo>
                <a:lnTo>
                  <a:pt x="21497" y="81879"/>
                </a:lnTo>
                <a:lnTo>
                  <a:pt x="21497" y="81880"/>
                </a:lnTo>
                <a:lnTo>
                  <a:pt x="21497" y="81880"/>
                </a:lnTo>
                <a:lnTo>
                  <a:pt x="21497" y="81880"/>
                </a:lnTo>
                <a:lnTo>
                  <a:pt x="21497" y="81880"/>
                </a:lnTo>
                <a:lnTo>
                  <a:pt x="21497" y="81880"/>
                </a:lnTo>
                <a:lnTo>
                  <a:pt x="21497" y="81880"/>
                </a:lnTo>
                <a:lnTo>
                  <a:pt x="21497" y="81881"/>
                </a:lnTo>
                <a:lnTo>
                  <a:pt x="21497" y="81881"/>
                </a:lnTo>
                <a:lnTo>
                  <a:pt x="21497" y="81881"/>
                </a:lnTo>
                <a:lnTo>
                  <a:pt x="21497" y="81881"/>
                </a:lnTo>
                <a:lnTo>
                  <a:pt x="21497" y="81881"/>
                </a:lnTo>
                <a:lnTo>
                  <a:pt x="21497" y="81881"/>
                </a:lnTo>
                <a:lnTo>
                  <a:pt x="21497" y="81882"/>
                </a:lnTo>
                <a:lnTo>
                  <a:pt x="21497" y="81882"/>
                </a:lnTo>
                <a:lnTo>
                  <a:pt x="21497" y="81882"/>
                </a:lnTo>
                <a:lnTo>
                  <a:pt x="21497" y="81882"/>
                </a:lnTo>
                <a:lnTo>
                  <a:pt x="21497" y="81882"/>
                </a:lnTo>
                <a:lnTo>
                  <a:pt x="21497" y="81882"/>
                </a:lnTo>
                <a:lnTo>
                  <a:pt x="21497" y="81883"/>
                </a:lnTo>
                <a:lnTo>
                  <a:pt x="21497" y="81883"/>
                </a:lnTo>
                <a:lnTo>
                  <a:pt x="21497" y="81883"/>
                </a:lnTo>
                <a:lnTo>
                  <a:pt x="21497" y="81883"/>
                </a:lnTo>
                <a:lnTo>
                  <a:pt x="21497" y="81883"/>
                </a:lnTo>
                <a:lnTo>
                  <a:pt x="21497" y="81884"/>
                </a:lnTo>
                <a:lnTo>
                  <a:pt x="21497" y="81884"/>
                </a:lnTo>
                <a:lnTo>
                  <a:pt x="21497" y="81884"/>
                </a:lnTo>
                <a:lnTo>
                  <a:pt x="21497" y="81884"/>
                </a:lnTo>
                <a:lnTo>
                  <a:pt x="21497" y="81884"/>
                </a:lnTo>
                <a:lnTo>
                  <a:pt x="21497" y="81884"/>
                </a:lnTo>
                <a:lnTo>
                  <a:pt x="21497" y="81885"/>
                </a:lnTo>
                <a:lnTo>
                  <a:pt x="21497" y="81885"/>
                </a:lnTo>
                <a:lnTo>
                  <a:pt x="21497" y="81885"/>
                </a:lnTo>
                <a:lnTo>
                  <a:pt x="21497" y="81885"/>
                </a:lnTo>
                <a:lnTo>
                  <a:pt x="21497" y="81885"/>
                </a:lnTo>
                <a:lnTo>
                  <a:pt x="21497" y="81885"/>
                </a:lnTo>
                <a:lnTo>
                  <a:pt x="21497" y="81886"/>
                </a:lnTo>
                <a:lnTo>
                  <a:pt x="21497" y="81886"/>
                </a:lnTo>
                <a:lnTo>
                  <a:pt x="21497" y="81886"/>
                </a:lnTo>
                <a:lnTo>
                  <a:pt x="21497" y="81886"/>
                </a:lnTo>
                <a:lnTo>
                  <a:pt x="21497" y="81886"/>
                </a:lnTo>
                <a:lnTo>
                  <a:pt x="21497" y="81886"/>
                </a:lnTo>
                <a:lnTo>
                  <a:pt x="21497" y="81887"/>
                </a:lnTo>
                <a:lnTo>
                  <a:pt x="21497" y="81887"/>
                </a:lnTo>
                <a:lnTo>
                  <a:pt x="21497" y="81887"/>
                </a:lnTo>
                <a:lnTo>
                  <a:pt x="21497" y="81887"/>
                </a:lnTo>
                <a:lnTo>
                  <a:pt x="21497" y="81887"/>
                </a:lnTo>
                <a:lnTo>
                  <a:pt x="21497" y="81888"/>
                </a:lnTo>
                <a:lnTo>
                  <a:pt x="21497" y="81888"/>
                </a:lnTo>
                <a:lnTo>
                  <a:pt x="21497" y="81888"/>
                </a:lnTo>
                <a:lnTo>
                  <a:pt x="21497" y="81888"/>
                </a:lnTo>
                <a:lnTo>
                  <a:pt x="21497" y="81888"/>
                </a:lnTo>
                <a:lnTo>
                  <a:pt x="21497" y="81888"/>
                </a:lnTo>
                <a:lnTo>
                  <a:pt x="21497" y="81889"/>
                </a:lnTo>
                <a:lnTo>
                  <a:pt x="21497" y="81889"/>
                </a:lnTo>
                <a:lnTo>
                  <a:pt x="21497" y="81889"/>
                </a:lnTo>
                <a:lnTo>
                  <a:pt x="21497" y="81889"/>
                </a:lnTo>
                <a:lnTo>
                  <a:pt x="21497" y="81889"/>
                </a:lnTo>
                <a:lnTo>
                  <a:pt x="21497" y="81889"/>
                </a:lnTo>
                <a:lnTo>
                  <a:pt x="21497" y="81890"/>
                </a:lnTo>
                <a:lnTo>
                  <a:pt x="21497" y="81890"/>
                </a:lnTo>
                <a:lnTo>
                  <a:pt x="21497" y="81890"/>
                </a:lnTo>
                <a:lnTo>
                  <a:pt x="21497" y="81890"/>
                </a:lnTo>
                <a:lnTo>
                  <a:pt x="21497" y="81890"/>
                </a:lnTo>
                <a:lnTo>
                  <a:pt x="21497" y="81890"/>
                </a:lnTo>
                <a:lnTo>
                  <a:pt x="21497" y="81891"/>
                </a:lnTo>
                <a:lnTo>
                  <a:pt x="21497" y="81891"/>
                </a:lnTo>
                <a:lnTo>
                  <a:pt x="21497" y="81891"/>
                </a:lnTo>
                <a:lnTo>
                  <a:pt x="21497" y="81891"/>
                </a:lnTo>
                <a:lnTo>
                  <a:pt x="21497" y="81891"/>
                </a:lnTo>
                <a:lnTo>
                  <a:pt x="21497" y="81892"/>
                </a:lnTo>
                <a:lnTo>
                  <a:pt x="21497" y="81892"/>
                </a:lnTo>
                <a:lnTo>
                  <a:pt x="21497" y="81892"/>
                </a:lnTo>
                <a:lnTo>
                  <a:pt x="21497" y="81892"/>
                </a:lnTo>
                <a:lnTo>
                  <a:pt x="21497" y="81892"/>
                </a:lnTo>
                <a:lnTo>
                  <a:pt x="21497" y="81892"/>
                </a:lnTo>
                <a:lnTo>
                  <a:pt x="21497" y="81893"/>
                </a:lnTo>
                <a:lnTo>
                  <a:pt x="21497" y="81893"/>
                </a:lnTo>
                <a:lnTo>
                  <a:pt x="21497" y="81893"/>
                </a:lnTo>
                <a:lnTo>
                  <a:pt x="21497" y="81893"/>
                </a:lnTo>
                <a:lnTo>
                  <a:pt x="21497" y="81893"/>
                </a:lnTo>
                <a:lnTo>
                  <a:pt x="21497" y="81893"/>
                </a:lnTo>
                <a:lnTo>
                  <a:pt x="21497" y="81894"/>
                </a:lnTo>
                <a:lnTo>
                  <a:pt x="21497" y="81894"/>
                </a:lnTo>
                <a:lnTo>
                  <a:pt x="21497" y="81894"/>
                </a:lnTo>
                <a:lnTo>
                  <a:pt x="21497" y="81894"/>
                </a:lnTo>
                <a:lnTo>
                  <a:pt x="21497" y="81894"/>
                </a:lnTo>
                <a:lnTo>
                  <a:pt x="21497" y="81894"/>
                </a:lnTo>
                <a:lnTo>
                  <a:pt x="21497" y="81895"/>
                </a:lnTo>
                <a:lnTo>
                  <a:pt x="21497" y="81895"/>
                </a:lnTo>
                <a:lnTo>
                  <a:pt x="21497" y="81895"/>
                </a:lnTo>
                <a:lnTo>
                  <a:pt x="21497" y="81895"/>
                </a:lnTo>
                <a:lnTo>
                  <a:pt x="21497" y="81895"/>
                </a:lnTo>
                <a:lnTo>
                  <a:pt x="21497" y="81896"/>
                </a:lnTo>
                <a:lnTo>
                  <a:pt x="21497" y="81896"/>
                </a:lnTo>
                <a:lnTo>
                  <a:pt x="21497" y="81896"/>
                </a:lnTo>
                <a:lnTo>
                  <a:pt x="21497" y="81896"/>
                </a:lnTo>
                <a:lnTo>
                  <a:pt x="21497" y="81896"/>
                </a:lnTo>
                <a:lnTo>
                  <a:pt x="21497" y="81896"/>
                </a:lnTo>
                <a:lnTo>
                  <a:pt x="21497" y="81897"/>
                </a:lnTo>
                <a:lnTo>
                  <a:pt x="21497" y="81897"/>
                </a:lnTo>
                <a:lnTo>
                  <a:pt x="21497" y="81897"/>
                </a:lnTo>
                <a:lnTo>
                  <a:pt x="21497" y="81897"/>
                </a:lnTo>
                <a:lnTo>
                  <a:pt x="21497" y="81897"/>
                </a:lnTo>
                <a:lnTo>
                  <a:pt x="21497" y="81897"/>
                </a:lnTo>
                <a:lnTo>
                  <a:pt x="21497" y="81898"/>
                </a:lnTo>
                <a:lnTo>
                  <a:pt x="21497" y="81898"/>
                </a:lnTo>
                <a:lnTo>
                  <a:pt x="21497" y="81898"/>
                </a:lnTo>
                <a:lnTo>
                  <a:pt x="21497" y="81898"/>
                </a:lnTo>
                <a:lnTo>
                  <a:pt x="21497" y="81898"/>
                </a:lnTo>
                <a:lnTo>
                  <a:pt x="21497" y="81899"/>
                </a:lnTo>
                <a:lnTo>
                  <a:pt x="21497" y="81899"/>
                </a:lnTo>
                <a:lnTo>
                  <a:pt x="21497" y="81899"/>
                </a:lnTo>
                <a:lnTo>
                  <a:pt x="21497" y="81899"/>
                </a:lnTo>
                <a:lnTo>
                  <a:pt x="21497" y="81899"/>
                </a:lnTo>
                <a:lnTo>
                  <a:pt x="21497" y="81899"/>
                </a:lnTo>
                <a:lnTo>
                  <a:pt x="21497" y="81900"/>
                </a:lnTo>
                <a:lnTo>
                  <a:pt x="21497" y="81900"/>
                </a:lnTo>
                <a:lnTo>
                  <a:pt x="21497" y="81900"/>
                </a:lnTo>
                <a:lnTo>
                  <a:pt x="21497" y="81900"/>
                </a:lnTo>
                <a:lnTo>
                  <a:pt x="21497" y="81900"/>
                </a:lnTo>
                <a:lnTo>
                  <a:pt x="21497" y="81900"/>
                </a:lnTo>
                <a:lnTo>
                  <a:pt x="21497" y="81901"/>
                </a:lnTo>
                <a:lnTo>
                  <a:pt x="21497" y="81901"/>
                </a:lnTo>
                <a:lnTo>
                  <a:pt x="21497" y="81901"/>
                </a:lnTo>
                <a:lnTo>
                  <a:pt x="21497" y="81901"/>
                </a:lnTo>
                <a:lnTo>
                  <a:pt x="21497" y="81901"/>
                </a:lnTo>
                <a:lnTo>
                  <a:pt x="21497" y="81902"/>
                </a:lnTo>
                <a:lnTo>
                  <a:pt x="21497" y="81902"/>
                </a:lnTo>
                <a:lnTo>
                  <a:pt x="21497" y="81902"/>
                </a:lnTo>
                <a:lnTo>
                  <a:pt x="21497" y="81902"/>
                </a:lnTo>
                <a:lnTo>
                  <a:pt x="21497" y="81902"/>
                </a:lnTo>
                <a:lnTo>
                  <a:pt x="21497" y="81902"/>
                </a:lnTo>
                <a:lnTo>
                  <a:pt x="21497" y="81903"/>
                </a:lnTo>
                <a:lnTo>
                  <a:pt x="21497" y="81903"/>
                </a:lnTo>
                <a:lnTo>
                  <a:pt x="21497" y="81903"/>
                </a:lnTo>
                <a:lnTo>
                  <a:pt x="21497" y="81903"/>
                </a:lnTo>
                <a:lnTo>
                  <a:pt x="21497" y="81903"/>
                </a:lnTo>
                <a:lnTo>
                  <a:pt x="21497" y="81903"/>
                </a:lnTo>
                <a:lnTo>
                  <a:pt x="21497" y="81904"/>
                </a:lnTo>
                <a:lnTo>
                  <a:pt x="21497" y="81904"/>
                </a:lnTo>
                <a:lnTo>
                  <a:pt x="21497" y="81904"/>
                </a:lnTo>
                <a:lnTo>
                  <a:pt x="21497" y="81904"/>
                </a:lnTo>
                <a:lnTo>
                  <a:pt x="21497" y="81904"/>
                </a:lnTo>
                <a:lnTo>
                  <a:pt x="21497" y="81905"/>
                </a:lnTo>
                <a:lnTo>
                  <a:pt x="21497" y="81905"/>
                </a:lnTo>
                <a:lnTo>
                  <a:pt x="21497" y="81905"/>
                </a:lnTo>
                <a:lnTo>
                  <a:pt x="21497" y="81905"/>
                </a:lnTo>
                <a:lnTo>
                  <a:pt x="21497" y="81905"/>
                </a:lnTo>
                <a:lnTo>
                  <a:pt x="21497" y="81905"/>
                </a:lnTo>
                <a:lnTo>
                  <a:pt x="21497" y="81906"/>
                </a:lnTo>
                <a:lnTo>
                  <a:pt x="21497" y="81906"/>
                </a:lnTo>
                <a:lnTo>
                  <a:pt x="21497" y="81906"/>
                </a:lnTo>
                <a:lnTo>
                  <a:pt x="21497" y="81906"/>
                </a:lnTo>
                <a:lnTo>
                  <a:pt x="21497" y="81906"/>
                </a:lnTo>
                <a:lnTo>
                  <a:pt x="21497" y="81906"/>
                </a:lnTo>
                <a:lnTo>
                  <a:pt x="21497" y="81907"/>
                </a:lnTo>
                <a:lnTo>
                  <a:pt x="21497" y="81907"/>
                </a:lnTo>
                <a:lnTo>
                  <a:pt x="21497" y="81907"/>
                </a:lnTo>
                <a:lnTo>
                  <a:pt x="21497" y="81907"/>
                </a:lnTo>
                <a:lnTo>
                  <a:pt x="21497" y="81907"/>
                </a:lnTo>
                <a:lnTo>
                  <a:pt x="21497" y="81907"/>
                </a:lnTo>
                <a:lnTo>
                  <a:pt x="21497" y="81908"/>
                </a:lnTo>
                <a:lnTo>
                  <a:pt x="21497" y="81908"/>
                </a:lnTo>
                <a:lnTo>
                  <a:pt x="21497" y="81908"/>
                </a:lnTo>
                <a:lnTo>
                  <a:pt x="21497" y="81908"/>
                </a:lnTo>
                <a:lnTo>
                  <a:pt x="21497" y="81908"/>
                </a:lnTo>
                <a:lnTo>
                  <a:pt x="21497" y="81909"/>
                </a:lnTo>
                <a:lnTo>
                  <a:pt x="21497" y="81909"/>
                </a:lnTo>
                <a:lnTo>
                  <a:pt x="21497" y="81909"/>
                </a:lnTo>
                <a:lnTo>
                  <a:pt x="21497" y="81909"/>
                </a:lnTo>
                <a:lnTo>
                  <a:pt x="21497" y="81909"/>
                </a:lnTo>
                <a:lnTo>
                  <a:pt x="21497" y="81909"/>
                </a:lnTo>
                <a:lnTo>
                  <a:pt x="21497" y="81910"/>
                </a:lnTo>
                <a:lnTo>
                  <a:pt x="21497" y="81910"/>
                </a:lnTo>
                <a:lnTo>
                  <a:pt x="21497" y="81910"/>
                </a:lnTo>
                <a:lnTo>
                  <a:pt x="21497" y="81910"/>
                </a:lnTo>
                <a:lnTo>
                  <a:pt x="21497" y="81910"/>
                </a:lnTo>
                <a:lnTo>
                  <a:pt x="21497" y="81910"/>
                </a:lnTo>
                <a:lnTo>
                  <a:pt x="21497" y="81911"/>
                </a:lnTo>
                <a:lnTo>
                  <a:pt x="21497" y="81911"/>
                </a:lnTo>
                <a:lnTo>
                  <a:pt x="21497" y="81911"/>
                </a:lnTo>
                <a:lnTo>
                  <a:pt x="21497" y="81911"/>
                </a:lnTo>
                <a:lnTo>
                  <a:pt x="21497" y="81911"/>
                </a:lnTo>
                <a:lnTo>
                  <a:pt x="21497" y="81912"/>
                </a:lnTo>
                <a:lnTo>
                  <a:pt x="21497" y="81912"/>
                </a:lnTo>
                <a:lnTo>
                  <a:pt x="21497" y="81912"/>
                </a:lnTo>
                <a:lnTo>
                  <a:pt x="21497" y="81912"/>
                </a:lnTo>
                <a:lnTo>
                  <a:pt x="21497" y="81912"/>
                </a:lnTo>
                <a:lnTo>
                  <a:pt x="21497" y="81912"/>
                </a:lnTo>
                <a:lnTo>
                  <a:pt x="21497" y="81913"/>
                </a:lnTo>
                <a:lnTo>
                  <a:pt x="21497" y="81913"/>
                </a:lnTo>
                <a:lnTo>
                  <a:pt x="21497" y="81913"/>
                </a:lnTo>
                <a:lnTo>
                  <a:pt x="21497" y="81913"/>
                </a:lnTo>
                <a:lnTo>
                  <a:pt x="21497" y="81913"/>
                </a:lnTo>
                <a:lnTo>
                  <a:pt x="21497" y="81914"/>
                </a:lnTo>
                <a:lnTo>
                  <a:pt x="21497" y="81914"/>
                </a:lnTo>
                <a:lnTo>
                  <a:pt x="21497" y="81914"/>
                </a:lnTo>
                <a:lnTo>
                  <a:pt x="21497" y="81914"/>
                </a:lnTo>
                <a:lnTo>
                  <a:pt x="21497" y="81914"/>
                </a:lnTo>
                <a:lnTo>
                  <a:pt x="21497" y="81914"/>
                </a:lnTo>
                <a:lnTo>
                  <a:pt x="21497" y="81915"/>
                </a:lnTo>
                <a:lnTo>
                  <a:pt x="21497" y="81915"/>
                </a:lnTo>
                <a:lnTo>
                  <a:pt x="21497" y="81915"/>
                </a:lnTo>
                <a:lnTo>
                  <a:pt x="21497" y="81915"/>
                </a:lnTo>
                <a:lnTo>
                  <a:pt x="21497" y="81915"/>
                </a:lnTo>
                <a:lnTo>
                  <a:pt x="21497" y="81915"/>
                </a:lnTo>
                <a:lnTo>
                  <a:pt x="21497" y="81916"/>
                </a:lnTo>
                <a:lnTo>
                  <a:pt x="21497" y="81916"/>
                </a:lnTo>
                <a:lnTo>
                  <a:pt x="21497" y="81916"/>
                </a:lnTo>
                <a:lnTo>
                  <a:pt x="21497" y="81916"/>
                </a:lnTo>
                <a:lnTo>
                  <a:pt x="21497" y="81916"/>
                </a:lnTo>
                <a:lnTo>
                  <a:pt x="21497" y="81917"/>
                </a:lnTo>
                <a:lnTo>
                  <a:pt x="21497" y="81917"/>
                </a:lnTo>
                <a:lnTo>
                  <a:pt x="21497" y="81917"/>
                </a:lnTo>
                <a:lnTo>
                  <a:pt x="21497" y="81917"/>
                </a:lnTo>
                <a:lnTo>
                  <a:pt x="21497" y="81917"/>
                </a:lnTo>
                <a:lnTo>
                  <a:pt x="21497" y="81917"/>
                </a:lnTo>
                <a:lnTo>
                  <a:pt x="21497" y="81918"/>
                </a:lnTo>
                <a:lnTo>
                  <a:pt x="21497" y="81918"/>
                </a:lnTo>
                <a:lnTo>
                  <a:pt x="21497" y="81918"/>
                </a:lnTo>
                <a:lnTo>
                  <a:pt x="21497" y="81918"/>
                </a:lnTo>
                <a:lnTo>
                  <a:pt x="21497" y="81918"/>
                </a:lnTo>
                <a:lnTo>
                  <a:pt x="21497" y="81918"/>
                </a:lnTo>
                <a:lnTo>
                  <a:pt x="21497" y="81919"/>
                </a:lnTo>
                <a:lnTo>
                  <a:pt x="21497" y="81919"/>
                </a:lnTo>
                <a:lnTo>
                  <a:pt x="21497" y="81919"/>
                </a:lnTo>
                <a:lnTo>
                  <a:pt x="21497" y="81919"/>
                </a:lnTo>
                <a:lnTo>
                  <a:pt x="21497" y="81919"/>
                </a:lnTo>
                <a:lnTo>
                  <a:pt x="21497" y="81920"/>
                </a:lnTo>
                <a:lnTo>
                  <a:pt x="21497" y="81920"/>
                </a:lnTo>
                <a:lnTo>
                  <a:pt x="21497" y="81920"/>
                </a:lnTo>
                <a:lnTo>
                  <a:pt x="21497" y="81920"/>
                </a:lnTo>
                <a:lnTo>
                  <a:pt x="21497" y="81920"/>
                </a:lnTo>
                <a:lnTo>
                  <a:pt x="21497" y="81920"/>
                </a:lnTo>
                <a:lnTo>
                  <a:pt x="21497" y="81921"/>
                </a:lnTo>
                <a:lnTo>
                  <a:pt x="21497" y="81921"/>
                </a:lnTo>
                <a:lnTo>
                  <a:pt x="21497" y="81921"/>
                </a:lnTo>
                <a:lnTo>
                  <a:pt x="21497" y="81921"/>
                </a:lnTo>
                <a:lnTo>
                  <a:pt x="21497" y="81921"/>
                </a:lnTo>
                <a:lnTo>
                  <a:pt x="21497" y="81921"/>
                </a:lnTo>
                <a:lnTo>
                  <a:pt x="21497" y="81922"/>
                </a:lnTo>
                <a:lnTo>
                  <a:pt x="21497" y="81922"/>
                </a:lnTo>
                <a:lnTo>
                  <a:pt x="21497" y="81922"/>
                </a:lnTo>
                <a:lnTo>
                  <a:pt x="21497" y="81922"/>
                </a:lnTo>
                <a:lnTo>
                  <a:pt x="21497" y="81922"/>
                </a:lnTo>
                <a:lnTo>
                  <a:pt x="21497" y="81923"/>
                </a:lnTo>
                <a:lnTo>
                  <a:pt x="21497" y="81923"/>
                </a:lnTo>
                <a:lnTo>
                  <a:pt x="21497" y="81923"/>
                </a:lnTo>
                <a:lnTo>
                  <a:pt x="21497" y="81923"/>
                </a:lnTo>
                <a:lnTo>
                  <a:pt x="21497" y="81923"/>
                </a:lnTo>
                <a:lnTo>
                  <a:pt x="21497" y="81923"/>
                </a:lnTo>
                <a:lnTo>
                  <a:pt x="21497" y="81924"/>
                </a:lnTo>
                <a:lnTo>
                  <a:pt x="21497" y="81924"/>
                </a:lnTo>
                <a:lnTo>
                  <a:pt x="21497" y="81924"/>
                </a:lnTo>
                <a:lnTo>
                  <a:pt x="21497" y="81924"/>
                </a:lnTo>
                <a:lnTo>
                  <a:pt x="21497" y="81924"/>
                </a:lnTo>
                <a:lnTo>
                  <a:pt x="21497" y="81925"/>
                </a:lnTo>
                <a:lnTo>
                  <a:pt x="21497" y="81925"/>
                </a:lnTo>
                <a:lnTo>
                  <a:pt x="21497" y="81925"/>
                </a:lnTo>
                <a:lnTo>
                  <a:pt x="21497" y="81925"/>
                </a:lnTo>
                <a:lnTo>
                  <a:pt x="21497" y="81925"/>
                </a:lnTo>
                <a:lnTo>
                  <a:pt x="21497" y="81925"/>
                </a:lnTo>
                <a:lnTo>
                  <a:pt x="21497" y="81926"/>
                </a:lnTo>
                <a:lnTo>
                  <a:pt x="21497" y="81926"/>
                </a:lnTo>
                <a:lnTo>
                  <a:pt x="21497" y="81926"/>
                </a:lnTo>
                <a:lnTo>
                  <a:pt x="21497" y="81926"/>
                </a:lnTo>
                <a:lnTo>
                  <a:pt x="21497" y="81926"/>
                </a:lnTo>
                <a:lnTo>
                  <a:pt x="21497" y="81926"/>
                </a:lnTo>
                <a:lnTo>
                  <a:pt x="21497" y="81927"/>
                </a:lnTo>
                <a:lnTo>
                  <a:pt x="21497" y="81927"/>
                </a:lnTo>
                <a:lnTo>
                  <a:pt x="21497" y="81927"/>
                </a:lnTo>
                <a:lnTo>
                  <a:pt x="21497" y="81927"/>
                </a:lnTo>
                <a:lnTo>
                  <a:pt x="21497" y="81927"/>
                </a:lnTo>
                <a:lnTo>
                  <a:pt x="21497" y="81928"/>
                </a:lnTo>
                <a:lnTo>
                  <a:pt x="21497" y="81928"/>
                </a:lnTo>
                <a:lnTo>
                  <a:pt x="21497" y="81928"/>
                </a:lnTo>
                <a:lnTo>
                  <a:pt x="21497" y="81928"/>
                </a:lnTo>
                <a:lnTo>
                  <a:pt x="21497" y="81928"/>
                </a:lnTo>
                <a:lnTo>
                  <a:pt x="21497" y="81928"/>
                </a:lnTo>
                <a:lnTo>
                  <a:pt x="21497" y="81929"/>
                </a:lnTo>
                <a:lnTo>
                  <a:pt x="21497" y="81929"/>
                </a:lnTo>
                <a:lnTo>
                  <a:pt x="21497" y="81929"/>
                </a:lnTo>
                <a:lnTo>
                  <a:pt x="21497" y="81929"/>
                </a:lnTo>
                <a:lnTo>
                  <a:pt x="21497" y="81929"/>
                </a:lnTo>
                <a:lnTo>
                  <a:pt x="21497" y="81929"/>
                </a:lnTo>
                <a:lnTo>
                  <a:pt x="21497" y="81930"/>
                </a:lnTo>
                <a:lnTo>
                  <a:pt x="21497" y="81930"/>
                </a:lnTo>
                <a:lnTo>
                  <a:pt x="21497" y="81930"/>
                </a:lnTo>
                <a:lnTo>
                  <a:pt x="21497" y="81930"/>
                </a:lnTo>
                <a:lnTo>
                  <a:pt x="21497" y="81930"/>
                </a:lnTo>
                <a:lnTo>
                  <a:pt x="21497" y="81931"/>
                </a:lnTo>
                <a:lnTo>
                  <a:pt x="21497" y="81931"/>
                </a:lnTo>
                <a:lnTo>
                  <a:pt x="21497" y="81931"/>
                </a:lnTo>
                <a:lnTo>
                  <a:pt x="21497" y="81931"/>
                </a:lnTo>
                <a:lnTo>
                  <a:pt x="21497" y="81931"/>
                </a:lnTo>
                <a:lnTo>
                  <a:pt x="21497" y="81931"/>
                </a:lnTo>
                <a:lnTo>
                  <a:pt x="21497" y="81932"/>
                </a:lnTo>
                <a:lnTo>
                  <a:pt x="21497" y="81932"/>
                </a:lnTo>
                <a:lnTo>
                  <a:pt x="21497" y="81932"/>
                </a:lnTo>
                <a:lnTo>
                  <a:pt x="21497" y="81932"/>
                </a:lnTo>
                <a:lnTo>
                  <a:pt x="21497" y="81932"/>
                </a:lnTo>
                <a:lnTo>
                  <a:pt x="21497" y="81933"/>
                </a:lnTo>
                <a:lnTo>
                  <a:pt x="21497" y="81933"/>
                </a:lnTo>
                <a:lnTo>
                  <a:pt x="21497" y="81933"/>
                </a:lnTo>
                <a:lnTo>
                  <a:pt x="21497" y="81933"/>
                </a:lnTo>
                <a:lnTo>
                  <a:pt x="21497" y="81933"/>
                </a:lnTo>
                <a:lnTo>
                  <a:pt x="21497" y="81933"/>
                </a:lnTo>
                <a:lnTo>
                  <a:pt x="21497" y="81934"/>
                </a:lnTo>
                <a:lnTo>
                  <a:pt x="21497" y="81934"/>
                </a:lnTo>
                <a:lnTo>
                  <a:pt x="21497" y="81934"/>
                </a:lnTo>
                <a:lnTo>
                  <a:pt x="21497" y="81934"/>
                </a:lnTo>
                <a:lnTo>
                  <a:pt x="21497" y="81934"/>
                </a:lnTo>
                <a:lnTo>
                  <a:pt x="21497" y="81934"/>
                </a:lnTo>
                <a:lnTo>
                  <a:pt x="21497" y="81935"/>
                </a:lnTo>
                <a:lnTo>
                  <a:pt x="21497" y="81935"/>
                </a:lnTo>
                <a:lnTo>
                  <a:pt x="21497" y="81935"/>
                </a:lnTo>
                <a:lnTo>
                  <a:pt x="21497" y="81935"/>
                </a:lnTo>
                <a:lnTo>
                  <a:pt x="21497" y="81935"/>
                </a:lnTo>
                <a:lnTo>
                  <a:pt x="21497" y="81936"/>
                </a:lnTo>
                <a:lnTo>
                  <a:pt x="21497" y="81936"/>
                </a:lnTo>
                <a:lnTo>
                  <a:pt x="21497" y="81936"/>
                </a:lnTo>
                <a:lnTo>
                  <a:pt x="21497" y="81936"/>
                </a:lnTo>
                <a:lnTo>
                  <a:pt x="21497" y="81936"/>
                </a:lnTo>
                <a:lnTo>
                  <a:pt x="21497" y="81936"/>
                </a:lnTo>
                <a:lnTo>
                  <a:pt x="21497" y="81937"/>
                </a:lnTo>
                <a:lnTo>
                  <a:pt x="21497" y="81937"/>
                </a:lnTo>
                <a:lnTo>
                  <a:pt x="21497" y="81937"/>
                </a:lnTo>
                <a:lnTo>
                  <a:pt x="21497" y="81937"/>
                </a:lnTo>
                <a:lnTo>
                  <a:pt x="21497" y="81937"/>
                </a:lnTo>
                <a:lnTo>
                  <a:pt x="21497" y="81938"/>
                </a:lnTo>
                <a:lnTo>
                  <a:pt x="21497" y="81938"/>
                </a:lnTo>
                <a:lnTo>
                  <a:pt x="21497" y="81938"/>
                </a:lnTo>
                <a:lnTo>
                  <a:pt x="21497" y="81938"/>
                </a:lnTo>
                <a:lnTo>
                  <a:pt x="21497" y="81938"/>
                </a:lnTo>
                <a:lnTo>
                  <a:pt x="21497" y="81938"/>
                </a:lnTo>
                <a:lnTo>
                  <a:pt x="21497" y="81939"/>
                </a:lnTo>
                <a:lnTo>
                  <a:pt x="21497" y="81939"/>
                </a:lnTo>
                <a:lnTo>
                  <a:pt x="21497" y="81939"/>
                </a:lnTo>
                <a:lnTo>
                  <a:pt x="21497" y="81939"/>
                </a:lnTo>
                <a:lnTo>
                  <a:pt x="21497" y="81939"/>
                </a:lnTo>
                <a:lnTo>
                  <a:pt x="21497" y="81940"/>
                </a:lnTo>
                <a:lnTo>
                  <a:pt x="21497" y="81940"/>
                </a:lnTo>
                <a:lnTo>
                  <a:pt x="21497" y="81940"/>
                </a:lnTo>
                <a:lnTo>
                  <a:pt x="21497" y="81940"/>
                </a:lnTo>
                <a:lnTo>
                  <a:pt x="21497" y="81940"/>
                </a:lnTo>
                <a:lnTo>
                  <a:pt x="21497" y="81940"/>
                </a:lnTo>
                <a:lnTo>
                  <a:pt x="21497" y="81941"/>
                </a:lnTo>
                <a:lnTo>
                  <a:pt x="21497" y="81941"/>
                </a:lnTo>
                <a:lnTo>
                  <a:pt x="21497" y="81941"/>
                </a:lnTo>
                <a:lnTo>
                  <a:pt x="21497" y="81941"/>
                </a:lnTo>
                <a:lnTo>
                  <a:pt x="21497" y="81941"/>
                </a:lnTo>
                <a:lnTo>
                  <a:pt x="21497" y="81941"/>
                </a:lnTo>
                <a:lnTo>
                  <a:pt x="21497" y="81942"/>
                </a:lnTo>
                <a:lnTo>
                  <a:pt x="21497" y="81942"/>
                </a:lnTo>
                <a:lnTo>
                  <a:pt x="21497" y="81942"/>
                </a:lnTo>
                <a:lnTo>
                  <a:pt x="21497" y="81942"/>
                </a:lnTo>
                <a:lnTo>
                  <a:pt x="21497" y="81942"/>
                </a:lnTo>
                <a:lnTo>
                  <a:pt x="21497" y="81943"/>
                </a:lnTo>
                <a:lnTo>
                  <a:pt x="21497" y="81943"/>
                </a:lnTo>
                <a:lnTo>
                  <a:pt x="21497" y="81943"/>
                </a:lnTo>
                <a:lnTo>
                  <a:pt x="21497" y="81943"/>
                </a:lnTo>
                <a:lnTo>
                  <a:pt x="21497" y="81943"/>
                </a:lnTo>
                <a:lnTo>
                  <a:pt x="21497" y="81943"/>
                </a:lnTo>
                <a:lnTo>
                  <a:pt x="21497" y="81944"/>
                </a:lnTo>
                <a:lnTo>
                  <a:pt x="21497" y="81944"/>
                </a:lnTo>
                <a:lnTo>
                  <a:pt x="21497" y="81944"/>
                </a:lnTo>
                <a:lnTo>
                  <a:pt x="21497" y="81944"/>
                </a:lnTo>
                <a:lnTo>
                  <a:pt x="21497" y="81944"/>
                </a:lnTo>
                <a:lnTo>
                  <a:pt x="21497" y="81945"/>
                </a:lnTo>
                <a:lnTo>
                  <a:pt x="21497" y="81945"/>
                </a:lnTo>
                <a:lnTo>
                  <a:pt x="21497" y="81945"/>
                </a:lnTo>
                <a:lnTo>
                  <a:pt x="21497" y="81945"/>
                </a:lnTo>
                <a:lnTo>
                  <a:pt x="21497" y="81945"/>
                </a:lnTo>
                <a:lnTo>
                  <a:pt x="21497" y="81945"/>
                </a:lnTo>
                <a:lnTo>
                  <a:pt x="21497" y="81946"/>
                </a:lnTo>
                <a:lnTo>
                  <a:pt x="21497" y="81946"/>
                </a:lnTo>
                <a:lnTo>
                  <a:pt x="21497" y="81946"/>
                </a:lnTo>
                <a:lnTo>
                  <a:pt x="21497" y="81946"/>
                </a:lnTo>
                <a:lnTo>
                  <a:pt x="21497" y="81946"/>
                </a:lnTo>
                <a:lnTo>
                  <a:pt x="21497" y="81947"/>
                </a:lnTo>
                <a:lnTo>
                  <a:pt x="21497" y="81947"/>
                </a:lnTo>
                <a:lnTo>
                  <a:pt x="21497" y="81947"/>
                </a:lnTo>
                <a:lnTo>
                  <a:pt x="21497" y="81947"/>
                </a:lnTo>
                <a:lnTo>
                  <a:pt x="21497" y="81947"/>
                </a:lnTo>
                <a:lnTo>
                  <a:pt x="21497" y="81947"/>
                </a:lnTo>
                <a:lnTo>
                  <a:pt x="21497" y="81948"/>
                </a:lnTo>
                <a:lnTo>
                  <a:pt x="21497" y="81948"/>
                </a:lnTo>
                <a:lnTo>
                  <a:pt x="21497" y="81948"/>
                </a:lnTo>
                <a:lnTo>
                  <a:pt x="21497" y="81948"/>
                </a:lnTo>
                <a:lnTo>
                  <a:pt x="21497" y="81948"/>
                </a:lnTo>
                <a:lnTo>
                  <a:pt x="21497" y="81948"/>
                </a:lnTo>
                <a:lnTo>
                  <a:pt x="21497" y="81949"/>
                </a:lnTo>
                <a:lnTo>
                  <a:pt x="21497" y="81949"/>
                </a:lnTo>
                <a:lnTo>
                  <a:pt x="21497" y="81949"/>
                </a:lnTo>
                <a:lnTo>
                  <a:pt x="21497" y="81949"/>
                </a:lnTo>
                <a:lnTo>
                  <a:pt x="21497" y="81949"/>
                </a:lnTo>
                <a:lnTo>
                  <a:pt x="21497" y="81950"/>
                </a:lnTo>
                <a:lnTo>
                  <a:pt x="21497" y="81950"/>
                </a:lnTo>
                <a:lnTo>
                  <a:pt x="21497" y="81950"/>
                </a:lnTo>
                <a:lnTo>
                  <a:pt x="21497" y="81950"/>
                </a:lnTo>
                <a:lnTo>
                  <a:pt x="21497" y="81950"/>
                </a:lnTo>
                <a:lnTo>
                  <a:pt x="21497" y="81950"/>
                </a:lnTo>
                <a:lnTo>
                  <a:pt x="21497" y="81951"/>
                </a:lnTo>
                <a:lnTo>
                  <a:pt x="21497" y="81951"/>
                </a:lnTo>
                <a:lnTo>
                  <a:pt x="21497" y="81951"/>
                </a:lnTo>
                <a:lnTo>
                  <a:pt x="21497" y="81951"/>
                </a:lnTo>
                <a:lnTo>
                  <a:pt x="21497" y="81951"/>
                </a:lnTo>
                <a:lnTo>
                  <a:pt x="21497" y="81952"/>
                </a:lnTo>
                <a:lnTo>
                  <a:pt x="21497" y="81952"/>
                </a:lnTo>
                <a:lnTo>
                  <a:pt x="21497" y="81952"/>
                </a:lnTo>
                <a:lnTo>
                  <a:pt x="21497" y="81952"/>
                </a:lnTo>
                <a:lnTo>
                  <a:pt x="21497" y="81952"/>
                </a:lnTo>
                <a:lnTo>
                  <a:pt x="21497" y="81952"/>
                </a:lnTo>
                <a:lnTo>
                  <a:pt x="21497" y="81953"/>
                </a:lnTo>
                <a:lnTo>
                  <a:pt x="21497" y="81953"/>
                </a:lnTo>
                <a:lnTo>
                  <a:pt x="21497" y="81953"/>
                </a:lnTo>
                <a:lnTo>
                  <a:pt x="21497" y="81953"/>
                </a:lnTo>
                <a:lnTo>
                  <a:pt x="21497" y="81953"/>
                </a:lnTo>
                <a:lnTo>
                  <a:pt x="21497" y="81954"/>
                </a:lnTo>
                <a:lnTo>
                  <a:pt x="21497" y="81954"/>
                </a:lnTo>
                <a:lnTo>
                  <a:pt x="21497" y="81954"/>
                </a:lnTo>
                <a:lnTo>
                  <a:pt x="21497" y="81954"/>
                </a:lnTo>
                <a:lnTo>
                  <a:pt x="21497" y="81954"/>
                </a:lnTo>
                <a:lnTo>
                  <a:pt x="21497" y="81954"/>
                </a:lnTo>
                <a:lnTo>
                  <a:pt x="21497" y="81955"/>
                </a:lnTo>
                <a:lnTo>
                  <a:pt x="21497" y="81955"/>
                </a:lnTo>
                <a:lnTo>
                  <a:pt x="21497" y="81955"/>
                </a:lnTo>
                <a:lnTo>
                  <a:pt x="21497" y="81955"/>
                </a:lnTo>
                <a:lnTo>
                  <a:pt x="21497" y="81955"/>
                </a:lnTo>
                <a:lnTo>
                  <a:pt x="21497" y="81956"/>
                </a:lnTo>
                <a:lnTo>
                  <a:pt x="21497" y="81956"/>
                </a:lnTo>
                <a:lnTo>
                  <a:pt x="21497" y="81956"/>
                </a:lnTo>
                <a:lnTo>
                  <a:pt x="21497" y="81956"/>
                </a:lnTo>
                <a:lnTo>
                  <a:pt x="21497" y="81956"/>
                </a:lnTo>
                <a:lnTo>
                  <a:pt x="21497" y="81956"/>
                </a:lnTo>
                <a:lnTo>
                  <a:pt x="21497" y="81957"/>
                </a:lnTo>
                <a:lnTo>
                  <a:pt x="21497" y="81957"/>
                </a:lnTo>
                <a:lnTo>
                  <a:pt x="21497" y="81957"/>
                </a:lnTo>
                <a:lnTo>
                  <a:pt x="21497" y="81957"/>
                </a:lnTo>
                <a:lnTo>
                  <a:pt x="21497" y="81957"/>
                </a:lnTo>
                <a:lnTo>
                  <a:pt x="21497" y="81958"/>
                </a:lnTo>
                <a:lnTo>
                  <a:pt x="21497" y="81958"/>
                </a:lnTo>
                <a:lnTo>
                  <a:pt x="21497" y="81958"/>
                </a:lnTo>
                <a:lnTo>
                  <a:pt x="21497" y="81958"/>
                </a:lnTo>
                <a:lnTo>
                  <a:pt x="21497" y="81958"/>
                </a:lnTo>
                <a:lnTo>
                  <a:pt x="21497" y="81958"/>
                </a:lnTo>
                <a:lnTo>
                  <a:pt x="21497" y="81959"/>
                </a:lnTo>
                <a:lnTo>
                  <a:pt x="21497" y="81959"/>
                </a:lnTo>
                <a:lnTo>
                  <a:pt x="21497" y="81959"/>
                </a:lnTo>
                <a:lnTo>
                  <a:pt x="21497" y="81959"/>
                </a:lnTo>
                <a:lnTo>
                  <a:pt x="21497" y="81959"/>
                </a:lnTo>
                <a:lnTo>
                  <a:pt x="21497" y="81960"/>
                </a:lnTo>
                <a:lnTo>
                  <a:pt x="21497" y="81960"/>
                </a:lnTo>
                <a:lnTo>
                  <a:pt x="21497" y="81960"/>
                </a:lnTo>
                <a:lnTo>
                  <a:pt x="21497" y="81960"/>
                </a:lnTo>
                <a:lnTo>
                  <a:pt x="21497" y="81960"/>
                </a:lnTo>
                <a:lnTo>
                  <a:pt x="21497" y="81960"/>
                </a:lnTo>
                <a:lnTo>
                  <a:pt x="21497" y="81961"/>
                </a:lnTo>
                <a:lnTo>
                  <a:pt x="21497" y="81961"/>
                </a:lnTo>
                <a:lnTo>
                  <a:pt x="21497" y="81961"/>
                </a:lnTo>
                <a:lnTo>
                  <a:pt x="21497" y="81961"/>
                </a:lnTo>
                <a:lnTo>
                  <a:pt x="21497" y="81961"/>
                </a:lnTo>
                <a:lnTo>
                  <a:pt x="21497" y="81961"/>
                </a:lnTo>
                <a:lnTo>
                  <a:pt x="21497" y="81962"/>
                </a:lnTo>
                <a:lnTo>
                  <a:pt x="21497" y="81962"/>
                </a:lnTo>
                <a:lnTo>
                  <a:pt x="21497" y="81962"/>
                </a:lnTo>
                <a:lnTo>
                  <a:pt x="21497" y="81962"/>
                </a:lnTo>
                <a:lnTo>
                  <a:pt x="21497" y="81962"/>
                </a:lnTo>
                <a:lnTo>
                  <a:pt x="21497" y="81963"/>
                </a:lnTo>
                <a:lnTo>
                  <a:pt x="21497" y="81963"/>
                </a:lnTo>
                <a:lnTo>
                  <a:pt x="21497" y="81963"/>
                </a:lnTo>
                <a:lnTo>
                  <a:pt x="21497" y="81963"/>
                </a:lnTo>
                <a:lnTo>
                  <a:pt x="21497" y="81963"/>
                </a:lnTo>
                <a:lnTo>
                  <a:pt x="21497" y="81963"/>
                </a:lnTo>
                <a:lnTo>
                  <a:pt x="21497" y="81964"/>
                </a:lnTo>
                <a:lnTo>
                  <a:pt x="21497" y="81964"/>
                </a:lnTo>
                <a:lnTo>
                  <a:pt x="21497" y="81964"/>
                </a:lnTo>
                <a:lnTo>
                  <a:pt x="21497" y="81964"/>
                </a:lnTo>
                <a:lnTo>
                  <a:pt x="21497" y="81964"/>
                </a:lnTo>
                <a:lnTo>
                  <a:pt x="21497" y="81965"/>
                </a:lnTo>
                <a:lnTo>
                  <a:pt x="21497" y="81965"/>
                </a:lnTo>
                <a:lnTo>
                  <a:pt x="21497" y="81965"/>
                </a:lnTo>
                <a:lnTo>
                  <a:pt x="21497" y="81965"/>
                </a:lnTo>
                <a:lnTo>
                  <a:pt x="21497" y="81965"/>
                </a:lnTo>
                <a:lnTo>
                  <a:pt x="21497" y="81965"/>
                </a:lnTo>
                <a:lnTo>
                  <a:pt x="21497" y="81966"/>
                </a:lnTo>
                <a:lnTo>
                  <a:pt x="21497" y="81966"/>
                </a:lnTo>
                <a:lnTo>
                  <a:pt x="21497" y="81966"/>
                </a:lnTo>
                <a:lnTo>
                  <a:pt x="21497" y="81966"/>
                </a:lnTo>
                <a:lnTo>
                  <a:pt x="21497" y="81966"/>
                </a:lnTo>
                <a:lnTo>
                  <a:pt x="21497" y="81967"/>
                </a:lnTo>
                <a:lnTo>
                  <a:pt x="21497" y="81967"/>
                </a:lnTo>
                <a:lnTo>
                  <a:pt x="21497" y="81967"/>
                </a:lnTo>
                <a:lnTo>
                  <a:pt x="21497" y="81967"/>
                </a:lnTo>
                <a:lnTo>
                  <a:pt x="21497" y="81967"/>
                </a:lnTo>
                <a:lnTo>
                  <a:pt x="21497" y="81967"/>
                </a:lnTo>
                <a:lnTo>
                  <a:pt x="21497" y="81968"/>
                </a:lnTo>
                <a:lnTo>
                  <a:pt x="21497" y="81968"/>
                </a:lnTo>
                <a:lnTo>
                  <a:pt x="21497" y="81968"/>
                </a:lnTo>
                <a:lnTo>
                  <a:pt x="21497" y="81968"/>
                </a:lnTo>
                <a:lnTo>
                  <a:pt x="21497" y="81968"/>
                </a:lnTo>
                <a:lnTo>
                  <a:pt x="21497" y="81969"/>
                </a:lnTo>
                <a:lnTo>
                  <a:pt x="21497" y="81969"/>
                </a:lnTo>
                <a:lnTo>
                  <a:pt x="21497" y="81969"/>
                </a:lnTo>
                <a:lnTo>
                  <a:pt x="21497" y="81969"/>
                </a:lnTo>
                <a:lnTo>
                  <a:pt x="21497" y="81969"/>
                </a:lnTo>
                <a:lnTo>
                  <a:pt x="21497" y="81969"/>
                </a:lnTo>
                <a:lnTo>
                  <a:pt x="21497" y="81970"/>
                </a:lnTo>
                <a:lnTo>
                  <a:pt x="21497" y="81970"/>
                </a:lnTo>
                <a:lnTo>
                  <a:pt x="21497" y="81970"/>
                </a:lnTo>
                <a:lnTo>
                  <a:pt x="21497" y="81970"/>
                </a:lnTo>
                <a:lnTo>
                  <a:pt x="21497" y="81970"/>
                </a:lnTo>
                <a:lnTo>
                  <a:pt x="21497" y="81971"/>
                </a:lnTo>
                <a:lnTo>
                  <a:pt x="21497" y="81971"/>
                </a:lnTo>
                <a:lnTo>
                  <a:pt x="21497" y="81971"/>
                </a:lnTo>
                <a:lnTo>
                  <a:pt x="21497" y="81971"/>
                </a:lnTo>
                <a:lnTo>
                  <a:pt x="21497" y="81971"/>
                </a:lnTo>
                <a:lnTo>
                  <a:pt x="21497" y="81971"/>
                </a:lnTo>
                <a:lnTo>
                  <a:pt x="21497" y="81972"/>
                </a:lnTo>
                <a:lnTo>
                  <a:pt x="21497" y="81972"/>
                </a:lnTo>
                <a:lnTo>
                  <a:pt x="21497" y="81972"/>
                </a:lnTo>
                <a:lnTo>
                  <a:pt x="21497" y="81972"/>
                </a:lnTo>
                <a:lnTo>
                  <a:pt x="21497" y="81972"/>
                </a:lnTo>
                <a:lnTo>
                  <a:pt x="21497" y="81973"/>
                </a:lnTo>
                <a:lnTo>
                  <a:pt x="21497" y="81973"/>
                </a:lnTo>
                <a:lnTo>
                  <a:pt x="21497" y="81973"/>
                </a:lnTo>
                <a:lnTo>
                  <a:pt x="21497" y="81973"/>
                </a:lnTo>
                <a:lnTo>
                  <a:pt x="21497" y="81973"/>
                </a:lnTo>
                <a:lnTo>
                  <a:pt x="21497" y="81974"/>
                </a:lnTo>
                <a:lnTo>
                  <a:pt x="21497" y="81974"/>
                </a:lnTo>
                <a:lnTo>
                  <a:pt x="21497" y="81974"/>
                </a:lnTo>
                <a:lnTo>
                  <a:pt x="21497" y="81974"/>
                </a:lnTo>
                <a:lnTo>
                  <a:pt x="21497" y="81974"/>
                </a:lnTo>
                <a:lnTo>
                  <a:pt x="21497" y="81974"/>
                </a:lnTo>
                <a:lnTo>
                  <a:pt x="21497" y="81975"/>
                </a:lnTo>
                <a:lnTo>
                  <a:pt x="21497" y="81975"/>
                </a:lnTo>
                <a:lnTo>
                  <a:pt x="21497" y="81975"/>
                </a:lnTo>
                <a:lnTo>
                  <a:pt x="21497" y="81975"/>
                </a:lnTo>
                <a:lnTo>
                  <a:pt x="21497" y="81975"/>
                </a:lnTo>
                <a:lnTo>
                  <a:pt x="21497" y="81976"/>
                </a:lnTo>
                <a:lnTo>
                  <a:pt x="21497" y="81976"/>
                </a:lnTo>
                <a:lnTo>
                  <a:pt x="21497" y="81976"/>
                </a:lnTo>
                <a:lnTo>
                  <a:pt x="21497" y="81976"/>
                </a:lnTo>
                <a:lnTo>
                  <a:pt x="21497" y="81976"/>
                </a:lnTo>
                <a:lnTo>
                  <a:pt x="21497" y="81976"/>
                </a:lnTo>
                <a:lnTo>
                  <a:pt x="21497" y="81977"/>
                </a:lnTo>
                <a:lnTo>
                  <a:pt x="21497" y="81977"/>
                </a:lnTo>
                <a:lnTo>
                  <a:pt x="21497" y="81977"/>
                </a:lnTo>
                <a:lnTo>
                  <a:pt x="21497" y="81977"/>
                </a:lnTo>
                <a:lnTo>
                  <a:pt x="21497" y="81977"/>
                </a:lnTo>
                <a:lnTo>
                  <a:pt x="21497" y="81978"/>
                </a:lnTo>
                <a:lnTo>
                  <a:pt x="21497" y="81978"/>
                </a:lnTo>
                <a:lnTo>
                  <a:pt x="21497" y="81978"/>
                </a:lnTo>
                <a:lnTo>
                  <a:pt x="21497" y="81978"/>
                </a:lnTo>
                <a:lnTo>
                  <a:pt x="21497" y="81978"/>
                </a:lnTo>
                <a:lnTo>
                  <a:pt x="21497" y="81978"/>
                </a:lnTo>
                <a:lnTo>
                  <a:pt x="21497" y="81979"/>
                </a:lnTo>
                <a:lnTo>
                  <a:pt x="21497" y="81979"/>
                </a:lnTo>
                <a:lnTo>
                  <a:pt x="21497" y="81979"/>
                </a:lnTo>
                <a:lnTo>
                  <a:pt x="21497" y="81979"/>
                </a:lnTo>
                <a:lnTo>
                  <a:pt x="21497" y="81979"/>
                </a:lnTo>
                <a:lnTo>
                  <a:pt x="21497" y="81980"/>
                </a:lnTo>
                <a:lnTo>
                  <a:pt x="21497" y="81980"/>
                </a:lnTo>
                <a:lnTo>
                  <a:pt x="21497" y="81980"/>
                </a:lnTo>
                <a:lnTo>
                  <a:pt x="21497" y="81980"/>
                </a:lnTo>
                <a:lnTo>
                  <a:pt x="21497" y="81980"/>
                </a:lnTo>
                <a:lnTo>
                  <a:pt x="21497" y="81980"/>
                </a:lnTo>
                <a:lnTo>
                  <a:pt x="21497" y="81981"/>
                </a:lnTo>
                <a:lnTo>
                  <a:pt x="21497" y="81981"/>
                </a:lnTo>
                <a:lnTo>
                  <a:pt x="21497" y="81981"/>
                </a:lnTo>
                <a:lnTo>
                  <a:pt x="21497" y="81981"/>
                </a:lnTo>
                <a:lnTo>
                  <a:pt x="21497" y="81981"/>
                </a:lnTo>
                <a:lnTo>
                  <a:pt x="21497" y="81982"/>
                </a:lnTo>
                <a:lnTo>
                  <a:pt x="21497" y="81982"/>
                </a:lnTo>
                <a:lnTo>
                  <a:pt x="21497" y="81982"/>
                </a:lnTo>
                <a:lnTo>
                  <a:pt x="21497" y="81982"/>
                </a:lnTo>
                <a:lnTo>
                  <a:pt x="21497" y="81982"/>
                </a:lnTo>
                <a:lnTo>
                  <a:pt x="21497" y="81982"/>
                </a:lnTo>
                <a:lnTo>
                  <a:pt x="21497" y="81983"/>
                </a:lnTo>
                <a:lnTo>
                  <a:pt x="21497" y="81983"/>
                </a:lnTo>
                <a:lnTo>
                  <a:pt x="21497" y="81983"/>
                </a:lnTo>
                <a:lnTo>
                  <a:pt x="21497" y="81983"/>
                </a:lnTo>
                <a:lnTo>
                  <a:pt x="21497" y="81983"/>
                </a:lnTo>
                <a:lnTo>
                  <a:pt x="21497" y="81984"/>
                </a:lnTo>
                <a:lnTo>
                  <a:pt x="21497" y="81984"/>
                </a:lnTo>
                <a:lnTo>
                  <a:pt x="21497" y="81984"/>
                </a:lnTo>
                <a:lnTo>
                  <a:pt x="21497" y="81984"/>
                </a:lnTo>
                <a:lnTo>
                  <a:pt x="21497" y="81984"/>
                </a:lnTo>
                <a:lnTo>
                  <a:pt x="21497" y="81984"/>
                </a:lnTo>
                <a:lnTo>
                  <a:pt x="21497" y="81985"/>
                </a:lnTo>
                <a:lnTo>
                  <a:pt x="21497" y="81985"/>
                </a:lnTo>
                <a:lnTo>
                  <a:pt x="21497" y="81985"/>
                </a:lnTo>
                <a:lnTo>
                  <a:pt x="21497" y="81985"/>
                </a:lnTo>
                <a:lnTo>
                  <a:pt x="21497" y="81985"/>
                </a:lnTo>
                <a:lnTo>
                  <a:pt x="21497" y="81986"/>
                </a:lnTo>
                <a:lnTo>
                  <a:pt x="21497" y="81986"/>
                </a:lnTo>
                <a:lnTo>
                  <a:pt x="21497" y="81986"/>
                </a:lnTo>
                <a:lnTo>
                  <a:pt x="21497" y="81986"/>
                </a:lnTo>
                <a:lnTo>
                  <a:pt x="21497" y="81986"/>
                </a:lnTo>
                <a:lnTo>
                  <a:pt x="21497" y="81986"/>
                </a:lnTo>
                <a:lnTo>
                  <a:pt x="21497" y="81987"/>
                </a:lnTo>
                <a:lnTo>
                  <a:pt x="21497" y="81987"/>
                </a:lnTo>
                <a:lnTo>
                  <a:pt x="21497" y="81987"/>
                </a:lnTo>
                <a:lnTo>
                  <a:pt x="21497" y="81987"/>
                </a:lnTo>
                <a:lnTo>
                  <a:pt x="21497" y="81987"/>
                </a:lnTo>
                <a:lnTo>
                  <a:pt x="21497" y="81988"/>
                </a:lnTo>
                <a:lnTo>
                  <a:pt x="21497" y="81988"/>
                </a:lnTo>
                <a:lnTo>
                  <a:pt x="21497" y="81988"/>
                </a:lnTo>
                <a:lnTo>
                  <a:pt x="21497" y="81988"/>
                </a:lnTo>
                <a:lnTo>
                  <a:pt x="21497" y="81988"/>
                </a:lnTo>
                <a:lnTo>
                  <a:pt x="21497" y="81989"/>
                </a:lnTo>
                <a:lnTo>
                  <a:pt x="21497" y="81989"/>
                </a:lnTo>
                <a:lnTo>
                  <a:pt x="21497" y="81989"/>
                </a:lnTo>
                <a:lnTo>
                  <a:pt x="21497" y="81989"/>
                </a:lnTo>
                <a:lnTo>
                  <a:pt x="21497" y="81989"/>
                </a:lnTo>
                <a:lnTo>
                  <a:pt x="21497" y="81989"/>
                </a:lnTo>
                <a:lnTo>
                  <a:pt x="21497" y="81990"/>
                </a:lnTo>
                <a:lnTo>
                  <a:pt x="21497" y="81990"/>
                </a:lnTo>
                <a:lnTo>
                  <a:pt x="21497" y="81990"/>
                </a:lnTo>
                <a:lnTo>
                  <a:pt x="21497" y="81990"/>
                </a:lnTo>
                <a:lnTo>
                  <a:pt x="21497" y="81990"/>
                </a:lnTo>
                <a:lnTo>
                  <a:pt x="21497" y="81991"/>
                </a:lnTo>
                <a:lnTo>
                  <a:pt x="21497" y="81991"/>
                </a:lnTo>
                <a:lnTo>
                  <a:pt x="21497" y="81991"/>
                </a:lnTo>
                <a:lnTo>
                  <a:pt x="21497" y="81991"/>
                </a:lnTo>
                <a:lnTo>
                  <a:pt x="21497" y="81991"/>
                </a:lnTo>
                <a:lnTo>
                  <a:pt x="21497" y="81991"/>
                </a:lnTo>
                <a:lnTo>
                  <a:pt x="21497" y="81992"/>
                </a:lnTo>
                <a:lnTo>
                  <a:pt x="21497" y="81992"/>
                </a:lnTo>
                <a:lnTo>
                  <a:pt x="21497" y="81992"/>
                </a:lnTo>
                <a:lnTo>
                  <a:pt x="21497" y="81992"/>
                </a:lnTo>
                <a:lnTo>
                  <a:pt x="21497" y="81992"/>
                </a:lnTo>
                <a:lnTo>
                  <a:pt x="21497" y="81993"/>
                </a:lnTo>
                <a:lnTo>
                  <a:pt x="21497" y="81993"/>
                </a:lnTo>
                <a:lnTo>
                  <a:pt x="21497" y="81993"/>
                </a:lnTo>
                <a:lnTo>
                  <a:pt x="21497" y="81993"/>
                </a:lnTo>
                <a:lnTo>
                  <a:pt x="21497" y="81993"/>
                </a:lnTo>
                <a:lnTo>
                  <a:pt x="21497" y="81993"/>
                </a:lnTo>
                <a:lnTo>
                  <a:pt x="21497" y="81994"/>
                </a:lnTo>
                <a:lnTo>
                  <a:pt x="21497" y="81994"/>
                </a:lnTo>
                <a:lnTo>
                  <a:pt x="21497" y="81994"/>
                </a:lnTo>
                <a:lnTo>
                  <a:pt x="21497" y="81994"/>
                </a:lnTo>
                <a:lnTo>
                  <a:pt x="21497" y="81994"/>
                </a:lnTo>
                <a:lnTo>
                  <a:pt x="21497" y="81995"/>
                </a:lnTo>
                <a:lnTo>
                  <a:pt x="21497" y="81995"/>
                </a:lnTo>
                <a:lnTo>
                  <a:pt x="21497" y="81995"/>
                </a:lnTo>
                <a:lnTo>
                  <a:pt x="21497" y="81995"/>
                </a:lnTo>
                <a:lnTo>
                  <a:pt x="21497" y="81995"/>
                </a:lnTo>
                <a:lnTo>
                  <a:pt x="21497" y="81996"/>
                </a:lnTo>
                <a:lnTo>
                  <a:pt x="21497" y="81996"/>
                </a:lnTo>
                <a:lnTo>
                  <a:pt x="21497" y="81996"/>
                </a:lnTo>
                <a:lnTo>
                  <a:pt x="21497" y="81996"/>
                </a:lnTo>
                <a:lnTo>
                  <a:pt x="21497" y="81996"/>
                </a:lnTo>
                <a:lnTo>
                  <a:pt x="21497" y="81996"/>
                </a:lnTo>
                <a:lnTo>
                  <a:pt x="21497" y="81997"/>
                </a:lnTo>
                <a:lnTo>
                  <a:pt x="21497" y="81997"/>
                </a:lnTo>
                <a:lnTo>
                  <a:pt x="21497" y="81997"/>
                </a:lnTo>
                <a:lnTo>
                  <a:pt x="21497" y="81997"/>
                </a:lnTo>
                <a:lnTo>
                  <a:pt x="21497" y="81997"/>
                </a:lnTo>
                <a:lnTo>
                  <a:pt x="21497" y="81998"/>
                </a:lnTo>
                <a:lnTo>
                  <a:pt x="21497" y="81998"/>
                </a:lnTo>
                <a:lnTo>
                  <a:pt x="21497" y="81998"/>
                </a:lnTo>
                <a:lnTo>
                  <a:pt x="21497" y="81998"/>
                </a:lnTo>
                <a:lnTo>
                  <a:pt x="21497" y="81998"/>
                </a:lnTo>
                <a:lnTo>
                  <a:pt x="21497" y="81998"/>
                </a:lnTo>
                <a:lnTo>
                  <a:pt x="21497" y="81999"/>
                </a:lnTo>
                <a:lnTo>
                  <a:pt x="21497" y="81999"/>
                </a:lnTo>
                <a:lnTo>
                  <a:pt x="21497" y="81999"/>
                </a:lnTo>
                <a:lnTo>
                  <a:pt x="21497" y="81999"/>
                </a:lnTo>
                <a:lnTo>
                  <a:pt x="21497" y="81999"/>
                </a:lnTo>
                <a:lnTo>
                  <a:pt x="21497" y="82000"/>
                </a:lnTo>
                <a:lnTo>
                  <a:pt x="21497" y="82000"/>
                </a:lnTo>
                <a:lnTo>
                  <a:pt x="21497" y="82000"/>
                </a:lnTo>
                <a:lnTo>
                  <a:pt x="21497" y="82000"/>
                </a:lnTo>
                <a:lnTo>
                  <a:pt x="21497" y="82000"/>
                </a:lnTo>
                <a:lnTo>
                  <a:pt x="21497" y="82000"/>
                </a:lnTo>
                <a:lnTo>
                  <a:pt x="21497" y="82001"/>
                </a:lnTo>
                <a:lnTo>
                  <a:pt x="21497" y="82001"/>
                </a:lnTo>
                <a:lnTo>
                  <a:pt x="21497" y="82001"/>
                </a:lnTo>
                <a:lnTo>
                  <a:pt x="21497" y="82001"/>
                </a:lnTo>
                <a:lnTo>
                  <a:pt x="21497" y="82001"/>
                </a:lnTo>
                <a:lnTo>
                  <a:pt x="21497" y="82002"/>
                </a:lnTo>
                <a:lnTo>
                  <a:pt x="21497" y="82002"/>
                </a:lnTo>
                <a:lnTo>
                  <a:pt x="21497" y="82002"/>
                </a:lnTo>
                <a:lnTo>
                  <a:pt x="21497" y="82002"/>
                </a:lnTo>
                <a:lnTo>
                  <a:pt x="21497" y="82002"/>
                </a:lnTo>
                <a:lnTo>
                  <a:pt x="21497" y="82003"/>
                </a:lnTo>
                <a:lnTo>
                  <a:pt x="21497" y="82003"/>
                </a:lnTo>
                <a:lnTo>
                  <a:pt x="21497" y="82003"/>
                </a:lnTo>
                <a:lnTo>
                  <a:pt x="21497" y="82003"/>
                </a:lnTo>
                <a:lnTo>
                  <a:pt x="21497" y="82003"/>
                </a:lnTo>
                <a:lnTo>
                  <a:pt x="21497" y="82003"/>
                </a:lnTo>
                <a:lnTo>
                  <a:pt x="21497" y="82004"/>
                </a:lnTo>
                <a:lnTo>
                  <a:pt x="21497" y="82004"/>
                </a:lnTo>
                <a:lnTo>
                  <a:pt x="21497" y="82004"/>
                </a:lnTo>
                <a:lnTo>
                  <a:pt x="21497" y="82004"/>
                </a:lnTo>
                <a:lnTo>
                  <a:pt x="21497" y="82004"/>
                </a:lnTo>
                <a:lnTo>
                  <a:pt x="21497" y="82005"/>
                </a:lnTo>
                <a:lnTo>
                  <a:pt x="21497" y="82005"/>
                </a:lnTo>
                <a:lnTo>
                  <a:pt x="21497" y="82005"/>
                </a:lnTo>
                <a:lnTo>
                  <a:pt x="21497" y="82005"/>
                </a:lnTo>
                <a:lnTo>
                  <a:pt x="21497" y="82005"/>
                </a:lnTo>
                <a:lnTo>
                  <a:pt x="21497" y="82005"/>
                </a:lnTo>
                <a:lnTo>
                  <a:pt x="21497" y="82006"/>
                </a:lnTo>
                <a:lnTo>
                  <a:pt x="21497" y="82006"/>
                </a:lnTo>
                <a:lnTo>
                  <a:pt x="21497" y="82006"/>
                </a:lnTo>
                <a:lnTo>
                  <a:pt x="21497" y="82006"/>
                </a:lnTo>
                <a:lnTo>
                  <a:pt x="21497" y="82006"/>
                </a:lnTo>
                <a:lnTo>
                  <a:pt x="21497" y="82007"/>
                </a:lnTo>
                <a:lnTo>
                  <a:pt x="21497" y="82007"/>
                </a:lnTo>
                <a:lnTo>
                  <a:pt x="21497" y="82007"/>
                </a:lnTo>
                <a:lnTo>
                  <a:pt x="21497" y="82007"/>
                </a:lnTo>
                <a:lnTo>
                  <a:pt x="21497" y="82007"/>
                </a:lnTo>
                <a:lnTo>
                  <a:pt x="21497" y="82008"/>
                </a:lnTo>
                <a:lnTo>
                  <a:pt x="21497" y="82008"/>
                </a:lnTo>
                <a:lnTo>
                  <a:pt x="21497" y="82008"/>
                </a:lnTo>
                <a:lnTo>
                  <a:pt x="21497" y="82008"/>
                </a:lnTo>
                <a:lnTo>
                  <a:pt x="21497" y="82008"/>
                </a:lnTo>
                <a:lnTo>
                  <a:pt x="21497" y="82008"/>
                </a:lnTo>
                <a:lnTo>
                  <a:pt x="21497" y="82009"/>
                </a:lnTo>
                <a:lnTo>
                  <a:pt x="21497" y="82009"/>
                </a:lnTo>
                <a:lnTo>
                  <a:pt x="21497" y="82009"/>
                </a:lnTo>
                <a:lnTo>
                  <a:pt x="21497" y="82009"/>
                </a:lnTo>
                <a:lnTo>
                  <a:pt x="21497" y="82009"/>
                </a:lnTo>
                <a:lnTo>
                  <a:pt x="21497" y="82010"/>
                </a:lnTo>
                <a:lnTo>
                  <a:pt x="21497" y="82010"/>
                </a:lnTo>
                <a:lnTo>
                  <a:pt x="21497" y="82010"/>
                </a:lnTo>
                <a:lnTo>
                  <a:pt x="21497" y="82010"/>
                </a:lnTo>
                <a:lnTo>
                  <a:pt x="21497" y="82010"/>
                </a:lnTo>
                <a:lnTo>
                  <a:pt x="21497" y="82010"/>
                </a:lnTo>
                <a:lnTo>
                  <a:pt x="21497" y="82011"/>
                </a:lnTo>
                <a:lnTo>
                  <a:pt x="21497" y="82011"/>
                </a:lnTo>
                <a:lnTo>
                  <a:pt x="21497" y="82011"/>
                </a:lnTo>
                <a:lnTo>
                  <a:pt x="21497" y="82011"/>
                </a:lnTo>
                <a:lnTo>
                  <a:pt x="21497" y="82011"/>
                </a:lnTo>
                <a:lnTo>
                  <a:pt x="21497" y="82012"/>
                </a:lnTo>
                <a:lnTo>
                  <a:pt x="21497" y="82012"/>
                </a:lnTo>
                <a:lnTo>
                  <a:pt x="21497" y="82012"/>
                </a:lnTo>
                <a:lnTo>
                  <a:pt x="21497" y="82012"/>
                </a:lnTo>
                <a:lnTo>
                  <a:pt x="21497" y="82012"/>
                </a:lnTo>
                <a:lnTo>
                  <a:pt x="21497" y="82013"/>
                </a:lnTo>
                <a:lnTo>
                  <a:pt x="21497" y="82013"/>
                </a:lnTo>
                <a:lnTo>
                  <a:pt x="21497" y="82013"/>
                </a:lnTo>
                <a:lnTo>
                  <a:pt x="21497" y="82013"/>
                </a:lnTo>
                <a:lnTo>
                  <a:pt x="21497" y="82013"/>
                </a:lnTo>
                <a:lnTo>
                  <a:pt x="21497" y="82013"/>
                </a:lnTo>
                <a:lnTo>
                  <a:pt x="21497" y="82014"/>
                </a:lnTo>
                <a:lnTo>
                  <a:pt x="21497" y="82014"/>
                </a:lnTo>
                <a:lnTo>
                  <a:pt x="21497" y="82014"/>
                </a:lnTo>
                <a:lnTo>
                  <a:pt x="21497" y="82014"/>
                </a:lnTo>
                <a:lnTo>
                  <a:pt x="21497" y="82014"/>
                </a:lnTo>
                <a:lnTo>
                  <a:pt x="21497" y="82015"/>
                </a:lnTo>
                <a:lnTo>
                  <a:pt x="21497" y="82015"/>
                </a:lnTo>
                <a:lnTo>
                  <a:pt x="21497" y="82015"/>
                </a:lnTo>
                <a:lnTo>
                  <a:pt x="21497" y="82015"/>
                </a:lnTo>
                <a:lnTo>
                  <a:pt x="21497" y="82015"/>
                </a:lnTo>
                <a:lnTo>
                  <a:pt x="21497" y="82016"/>
                </a:lnTo>
                <a:lnTo>
                  <a:pt x="21497" y="82016"/>
                </a:lnTo>
                <a:lnTo>
                  <a:pt x="21497" y="82016"/>
                </a:lnTo>
                <a:lnTo>
                  <a:pt x="21497" y="82016"/>
                </a:lnTo>
                <a:lnTo>
                  <a:pt x="21497" y="82016"/>
                </a:lnTo>
                <a:lnTo>
                  <a:pt x="21497" y="82016"/>
                </a:lnTo>
                <a:lnTo>
                  <a:pt x="21497" y="82017"/>
                </a:lnTo>
                <a:lnTo>
                  <a:pt x="21497" y="82017"/>
                </a:lnTo>
                <a:lnTo>
                  <a:pt x="21497" y="82017"/>
                </a:lnTo>
                <a:lnTo>
                  <a:pt x="21497" y="82017"/>
                </a:lnTo>
                <a:lnTo>
                  <a:pt x="21497" y="82017"/>
                </a:lnTo>
                <a:lnTo>
                  <a:pt x="21497" y="82018"/>
                </a:lnTo>
                <a:lnTo>
                  <a:pt x="21497" y="82018"/>
                </a:lnTo>
                <a:lnTo>
                  <a:pt x="21497" y="82018"/>
                </a:lnTo>
                <a:lnTo>
                  <a:pt x="21497" y="82018"/>
                </a:lnTo>
                <a:lnTo>
                  <a:pt x="21497" y="82018"/>
                </a:lnTo>
                <a:lnTo>
                  <a:pt x="21497" y="82018"/>
                </a:lnTo>
                <a:lnTo>
                  <a:pt x="21497" y="82019"/>
                </a:lnTo>
                <a:lnTo>
                  <a:pt x="21497" y="82019"/>
                </a:lnTo>
                <a:lnTo>
                  <a:pt x="21497" y="82019"/>
                </a:lnTo>
                <a:lnTo>
                  <a:pt x="21497" y="82019"/>
                </a:lnTo>
                <a:lnTo>
                  <a:pt x="21497" y="82019"/>
                </a:lnTo>
                <a:lnTo>
                  <a:pt x="21497" y="82020"/>
                </a:lnTo>
                <a:lnTo>
                  <a:pt x="21497" y="82020"/>
                </a:lnTo>
                <a:lnTo>
                  <a:pt x="21497" y="82020"/>
                </a:lnTo>
                <a:lnTo>
                  <a:pt x="21497" y="82020"/>
                </a:lnTo>
                <a:lnTo>
                  <a:pt x="21497" y="82020"/>
                </a:lnTo>
                <a:lnTo>
                  <a:pt x="21497" y="82021"/>
                </a:lnTo>
                <a:lnTo>
                  <a:pt x="21497" y="82021"/>
                </a:lnTo>
                <a:lnTo>
                  <a:pt x="21497" y="82021"/>
                </a:lnTo>
                <a:lnTo>
                  <a:pt x="21497" y="82021"/>
                </a:lnTo>
                <a:lnTo>
                  <a:pt x="21497" y="82021"/>
                </a:lnTo>
                <a:lnTo>
                  <a:pt x="21497" y="82021"/>
                </a:lnTo>
                <a:lnTo>
                  <a:pt x="21497" y="82022"/>
                </a:lnTo>
                <a:lnTo>
                  <a:pt x="21497" y="82022"/>
                </a:lnTo>
                <a:lnTo>
                  <a:pt x="21497" y="82022"/>
                </a:lnTo>
                <a:lnTo>
                  <a:pt x="21497" y="82022"/>
                </a:lnTo>
                <a:lnTo>
                  <a:pt x="21497" y="82022"/>
                </a:lnTo>
                <a:lnTo>
                  <a:pt x="21497" y="82023"/>
                </a:lnTo>
                <a:lnTo>
                  <a:pt x="21497" y="82023"/>
                </a:lnTo>
                <a:lnTo>
                  <a:pt x="21497" y="82023"/>
                </a:lnTo>
                <a:lnTo>
                  <a:pt x="21497" y="82023"/>
                </a:lnTo>
                <a:lnTo>
                  <a:pt x="21497" y="82023"/>
                </a:lnTo>
                <a:lnTo>
                  <a:pt x="21497" y="82024"/>
                </a:lnTo>
                <a:lnTo>
                  <a:pt x="21497" y="82024"/>
                </a:lnTo>
                <a:lnTo>
                  <a:pt x="21497" y="82024"/>
                </a:lnTo>
                <a:lnTo>
                  <a:pt x="21497" y="82024"/>
                </a:lnTo>
                <a:lnTo>
                  <a:pt x="21497" y="82024"/>
                </a:lnTo>
                <a:lnTo>
                  <a:pt x="21497" y="82024"/>
                </a:lnTo>
                <a:lnTo>
                  <a:pt x="21497" y="82025"/>
                </a:lnTo>
                <a:lnTo>
                  <a:pt x="21497" y="82025"/>
                </a:lnTo>
                <a:lnTo>
                  <a:pt x="21497" y="82025"/>
                </a:lnTo>
                <a:lnTo>
                  <a:pt x="21497" y="82025"/>
                </a:lnTo>
                <a:lnTo>
                  <a:pt x="21497" y="82025"/>
                </a:lnTo>
                <a:lnTo>
                  <a:pt x="21497" y="82026"/>
                </a:lnTo>
                <a:lnTo>
                  <a:pt x="21497" y="82026"/>
                </a:lnTo>
                <a:lnTo>
                  <a:pt x="21497" y="82026"/>
                </a:lnTo>
                <a:lnTo>
                  <a:pt x="21497" y="82026"/>
                </a:lnTo>
                <a:lnTo>
                  <a:pt x="21497" y="82026"/>
                </a:lnTo>
                <a:lnTo>
                  <a:pt x="21497" y="82027"/>
                </a:lnTo>
                <a:lnTo>
                  <a:pt x="21497" y="82027"/>
                </a:lnTo>
                <a:lnTo>
                  <a:pt x="21497" y="82027"/>
                </a:lnTo>
                <a:lnTo>
                  <a:pt x="21497" y="82027"/>
                </a:lnTo>
                <a:lnTo>
                  <a:pt x="21497" y="82027"/>
                </a:lnTo>
                <a:lnTo>
                  <a:pt x="21497" y="82027"/>
                </a:lnTo>
                <a:lnTo>
                  <a:pt x="21497" y="82028"/>
                </a:lnTo>
                <a:lnTo>
                  <a:pt x="21497" y="82028"/>
                </a:lnTo>
                <a:lnTo>
                  <a:pt x="21497" y="82028"/>
                </a:lnTo>
                <a:lnTo>
                  <a:pt x="21497" y="82028"/>
                </a:lnTo>
                <a:lnTo>
                  <a:pt x="21497" y="82028"/>
                </a:lnTo>
                <a:lnTo>
                  <a:pt x="21497" y="82029"/>
                </a:lnTo>
                <a:lnTo>
                  <a:pt x="21497" y="82029"/>
                </a:lnTo>
                <a:lnTo>
                  <a:pt x="21497" y="82029"/>
                </a:lnTo>
                <a:lnTo>
                  <a:pt x="21497" y="82029"/>
                </a:lnTo>
                <a:lnTo>
                  <a:pt x="21497" y="82029"/>
                </a:lnTo>
                <a:lnTo>
                  <a:pt x="21497" y="82030"/>
                </a:lnTo>
                <a:lnTo>
                  <a:pt x="21497" y="82030"/>
                </a:lnTo>
                <a:lnTo>
                  <a:pt x="21497" y="82030"/>
                </a:lnTo>
                <a:lnTo>
                  <a:pt x="21497" y="82030"/>
                </a:lnTo>
                <a:lnTo>
                  <a:pt x="21497" y="82030"/>
                </a:lnTo>
                <a:lnTo>
                  <a:pt x="21497" y="82030"/>
                </a:lnTo>
                <a:lnTo>
                  <a:pt x="21497" y="82031"/>
                </a:lnTo>
                <a:lnTo>
                  <a:pt x="21497" y="82031"/>
                </a:lnTo>
                <a:lnTo>
                  <a:pt x="21497" y="82031"/>
                </a:lnTo>
                <a:lnTo>
                  <a:pt x="21497" y="82031"/>
                </a:lnTo>
                <a:lnTo>
                  <a:pt x="21497" y="82031"/>
                </a:lnTo>
                <a:lnTo>
                  <a:pt x="21497" y="82032"/>
                </a:lnTo>
                <a:lnTo>
                  <a:pt x="21497" y="82032"/>
                </a:lnTo>
                <a:lnTo>
                  <a:pt x="21497" y="82032"/>
                </a:lnTo>
                <a:lnTo>
                  <a:pt x="21497" y="82032"/>
                </a:lnTo>
                <a:lnTo>
                  <a:pt x="21497" y="82032"/>
                </a:lnTo>
                <a:lnTo>
                  <a:pt x="21497" y="82033"/>
                </a:lnTo>
                <a:lnTo>
                  <a:pt x="21497" y="82033"/>
                </a:lnTo>
                <a:lnTo>
                  <a:pt x="21497" y="82033"/>
                </a:lnTo>
                <a:lnTo>
                  <a:pt x="21497" y="82033"/>
                </a:lnTo>
                <a:lnTo>
                  <a:pt x="21497" y="82033"/>
                </a:lnTo>
                <a:lnTo>
                  <a:pt x="21497" y="82033"/>
                </a:lnTo>
                <a:lnTo>
                  <a:pt x="21497" y="82034"/>
                </a:lnTo>
                <a:lnTo>
                  <a:pt x="21497" y="82034"/>
                </a:lnTo>
                <a:lnTo>
                  <a:pt x="21497" y="82034"/>
                </a:lnTo>
                <a:lnTo>
                  <a:pt x="21497" y="82034"/>
                </a:lnTo>
                <a:lnTo>
                  <a:pt x="21497" y="82034"/>
                </a:lnTo>
                <a:lnTo>
                  <a:pt x="21497" y="82035"/>
                </a:lnTo>
                <a:lnTo>
                  <a:pt x="21497" y="82035"/>
                </a:lnTo>
                <a:lnTo>
                  <a:pt x="21497" y="82035"/>
                </a:lnTo>
                <a:lnTo>
                  <a:pt x="21497" y="82035"/>
                </a:lnTo>
                <a:lnTo>
                  <a:pt x="21497" y="82035"/>
                </a:lnTo>
                <a:lnTo>
                  <a:pt x="21497" y="82036"/>
                </a:lnTo>
                <a:lnTo>
                  <a:pt x="21497" y="82036"/>
                </a:lnTo>
                <a:lnTo>
                  <a:pt x="21497" y="82036"/>
                </a:lnTo>
                <a:lnTo>
                  <a:pt x="21497" y="82036"/>
                </a:lnTo>
                <a:lnTo>
                  <a:pt x="21497" y="82036"/>
                </a:lnTo>
                <a:lnTo>
                  <a:pt x="21497" y="82036"/>
                </a:lnTo>
                <a:lnTo>
                  <a:pt x="21497" y="82037"/>
                </a:lnTo>
                <a:lnTo>
                  <a:pt x="21497" y="82037"/>
                </a:lnTo>
                <a:lnTo>
                  <a:pt x="21497" y="82037"/>
                </a:lnTo>
                <a:lnTo>
                  <a:pt x="21497" y="82037"/>
                </a:lnTo>
                <a:lnTo>
                  <a:pt x="21497" y="82037"/>
                </a:lnTo>
                <a:lnTo>
                  <a:pt x="21497" y="82038"/>
                </a:lnTo>
                <a:lnTo>
                  <a:pt x="21497" y="82038"/>
                </a:lnTo>
                <a:lnTo>
                  <a:pt x="21497" y="82038"/>
                </a:lnTo>
                <a:lnTo>
                  <a:pt x="21497" y="82038"/>
                </a:lnTo>
                <a:lnTo>
                  <a:pt x="21497" y="82038"/>
                </a:lnTo>
                <a:lnTo>
                  <a:pt x="21497" y="82039"/>
                </a:lnTo>
                <a:lnTo>
                  <a:pt x="21497" y="82039"/>
                </a:lnTo>
                <a:lnTo>
                  <a:pt x="21497" y="82039"/>
                </a:lnTo>
                <a:lnTo>
                  <a:pt x="21497" y="82039"/>
                </a:lnTo>
                <a:lnTo>
                  <a:pt x="21497" y="82039"/>
                </a:lnTo>
                <a:lnTo>
                  <a:pt x="21497" y="82039"/>
                </a:lnTo>
                <a:lnTo>
                  <a:pt x="21497" y="82040"/>
                </a:lnTo>
                <a:lnTo>
                  <a:pt x="21497" y="82040"/>
                </a:lnTo>
                <a:lnTo>
                  <a:pt x="21497" y="82040"/>
                </a:lnTo>
                <a:lnTo>
                  <a:pt x="21497" y="82040"/>
                </a:lnTo>
                <a:lnTo>
                  <a:pt x="21497" y="82040"/>
                </a:lnTo>
                <a:lnTo>
                  <a:pt x="21497" y="82041"/>
                </a:lnTo>
                <a:lnTo>
                  <a:pt x="21497" y="82041"/>
                </a:lnTo>
                <a:lnTo>
                  <a:pt x="21497" y="82041"/>
                </a:lnTo>
                <a:lnTo>
                  <a:pt x="21497" y="82041"/>
                </a:lnTo>
                <a:lnTo>
                  <a:pt x="21497" y="82041"/>
                </a:lnTo>
                <a:lnTo>
                  <a:pt x="21497" y="82042"/>
                </a:lnTo>
                <a:lnTo>
                  <a:pt x="21497" y="82042"/>
                </a:lnTo>
                <a:lnTo>
                  <a:pt x="21497" y="82042"/>
                </a:lnTo>
                <a:lnTo>
                  <a:pt x="21497" y="82042"/>
                </a:lnTo>
                <a:lnTo>
                  <a:pt x="21497" y="82042"/>
                </a:lnTo>
                <a:lnTo>
                  <a:pt x="21497" y="82042"/>
                </a:lnTo>
                <a:lnTo>
                  <a:pt x="21497" y="82043"/>
                </a:lnTo>
                <a:lnTo>
                  <a:pt x="21497" y="82043"/>
                </a:lnTo>
                <a:lnTo>
                  <a:pt x="21497" y="82043"/>
                </a:lnTo>
                <a:lnTo>
                  <a:pt x="21497" y="82043"/>
                </a:lnTo>
                <a:lnTo>
                  <a:pt x="21497" y="82043"/>
                </a:lnTo>
                <a:lnTo>
                  <a:pt x="21497" y="82044"/>
                </a:lnTo>
                <a:lnTo>
                  <a:pt x="21497" y="82044"/>
                </a:lnTo>
                <a:lnTo>
                  <a:pt x="21497" y="82044"/>
                </a:lnTo>
                <a:lnTo>
                  <a:pt x="21497" y="82044"/>
                </a:lnTo>
                <a:lnTo>
                  <a:pt x="21497" y="82044"/>
                </a:lnTo>
                <a:lnTo>
                  <a:pt x="21497" y="82045"/>
                </a:lnTo>
                <a:lnTo>
                  <a:pt x="21497" y="82045"/>
                </a:lnTo>
                <a:lnTo>
                  <a:pt x="21497" y="82045"/>
                </a:lnTo>
                <a:lnTo>
                  <a:pt x="21497" y="82045"/>
                </a:lnTo>
                <a:lnTo>
                  <a:pt x="21497" y="82045"/>
                </a:lnTo>
                <a:lnTo>
                  <a:pt x="21497" y="82046"/>
                </a:lnTo>
                <a:lnTo>
                  <a:pt x="21497" y="82046"/>
                </a:lnTo>
                <a:lnTo>
                  <a:pt x="21497" y="82046"/>
                </a:lnTo>
                <a:lnTo>
                  <a:pt x="21497" y="82046"/>
                </a:lnTo>
                <a:lnTo>
                  <a:pt x="21497" y="82046"/>
                </a:lnTo>
                <a:lnTo>
                  <a:pt x="21497" y="82046"/>
                </a:lnTo>
                <a:lnTo>
                  <a:pt x="21497" y="82047"/>
                </a:lnTo>
                <a:lnTo>
                  <a:pt x="21497" y="82047"/>
                </a:lnTo>
                <a:lnTo>
                  <a:pt x="21497" y="82047"/>
                </a:lnTo>
                <a:lnTo>
                  <a:pt x="21497" y="82047"/>
                </a:lnTo>
                <a:lnTo>
                  <a:pt x="21497" y="82047"/>
                </a:lnTo>
                <a:lnTo>
                  <a:pt x="21497" y="82048"/>
                </a:lnTo>
                <a:lnTo>
                  <a:pt x="21497" y="82048"/>
                </a:lnTo>
                <a:lnTo>
                  <a:pt x="21497" y="82048"/>
                </a:lnTo>
                <a:lnTo>
                  <a:pt x="21497" y="82048"/>
                </a:lnTo>
                <a:lnTo>
                  <a:pt x="21497" y="82048"/>
                </a:lnTo>
                <a:lnTo>
                  <a:pt x="21497" y="82049"/>
                </a:lnTo>
                <a:lnTo>
                  <a:pt x="21497" y="82049"/>
                </a:lnTo>
                <a:lnTo>
                  <a:pt x="21497" y="82049"/>
                </a:lnTo>
                <a:lnTo>
                  <a:pt x="21497" y="82049"/>
                </a:lnTo>
                <a:lnTo>
                  <a:pt x="21497" y="82049"/>
                </a:lnTo>
                <a:lnTo>
                  <a:pt x="21497" y="82049"/>
                </a:lnTo>
                <a:lnTo>
                  <a:pt x="21497" y="82050"/>
                </a:lnTo>
                <a:lnTo>
                  <a:pt x="21497" y="82050"/>
                </a:lnTo>
                <a:lnTo>
                  <a:pt x="21497" y="82050"/>
                </a:lnTo>
                <a:lnTo>
                  <a:pt x="21497" y="82050"/>
                </a:lnTo>
                <a:lnTo>
                  <a:pt x="21497" y="82050"/>
                </a:lnTo>
                <a:lnTo>
                  <a:pt x="21497" y="82051"/>
                </a:lnTo>
                <a:lnTo>
                  <a:pt x="21497" y="82051"/>
                </a:lnTo>
                <a:lnTo>
                  <a:pt x="21497" y="82051"/>
                </a:lnTo>
                <a:lnTo>
                  <a:pt x="21497" y="82051"/>
                </a:lnTo>
                <a:lnTo>
                  <a:pt x="21497" y="82051"/>
                </a:lnTo>
                <a:lnTo>
                  <a:pt x="21497" y="82052"/>
                </a:lnTo>
                <a:lnTo>
                  <a:pt x="21497" y="82052"/>
                </a:lnTo>
                <a:lnTo>
                  <a:pt x="21497" y="82052"/>
                </a:lnTo>
                <a:lnTo>
                  <a:pt x="21497" y="82052"/>
                </a:lnTo>
                <a:lnTo>
                  <a:pt x="21497" y="82052"/>
                </a:lnTo>
                <a:lnTo>
                  <a:pt x="21497" y="82053"/>
                </a:lnTo>
                <a:lnTo>
                  <a:pt x="21497" y="82053"/>
                </a:lnTo>
                <a:lnTo>
                  <a:pt x="21497" y="82053"/>
                </a:lnTo>
                <a:lnTo>
                  <a:pt x="21497" y="82053"/>
                </a:lnTo>
                <a:lnTo>
                  <a:pt x="21497" y="82053"/>
                </a:lnTo>
                <a:lnTo>
                  <a:pt x="21497" y="82053"/>
                </a:lnTo>
                <a:lnTo>
                  <a:pt x="21497" y="82054"/>
                </a:lnTo>
                <a:lnTo>
                  <a:pt x="21497" y="82054"/>
                </a:lnTo>
                <a:lnTo>
                  <a:pt x="21497" y="82054"/>
                </a:lnTo>
                <a:lnTo>
                  <a:pt x="21497" y="82054"/>
                </a:lnTo>
                <a:lnTo>
                  <a:pt x="21497" y="82054"/>
                </a:lnTo>
                <a:lnTo>
                  <a:pt x="21497" y="82055"/>
                </a:lnTo>
                <a:lnTo>
                  <a:pt x="21497" y="82055"/>
                </a:lnTo>
                <a:lnTo>
                  <a:pt x="21497" y="82055"/>
                </a:lnTo>
                <a:lnTo>
                  <a:pt x="21497" y="82055"/>
                </a:lnTo>
                <a:lnTo>
                  <a:pt x="21497" y="82055"/>
                </a:lnTo>
                <a:lnTo>
                  <a:pt x="21497" y="82056"/>
                </a:lnTo>
                <a:lnTo>
                  <a:pt x="21497" y="82056"/>
                </a:lnTo>
                <a:lnTo>
                  <a:pt x="21497" y="82056"/>
                </a:lnTo>
                <a:lnTo>
                  <a:pt x="21497" y="82056"/>
                </a:lnTo>
                <a:lnTo>
                  <a:pt x="21497" y="82056"/>
                </a:lnTo>
                <a:lnTo>
                  <a:pt x="21497" y="82056"/>
                </a:lnTo>
                <a:lnTo>
                  <a:pt x="21497" y="82057"/>
                </a:lnTo>
                <a:lnTo>
                  <a:pt x="21497" y="82057"/>
                </a:lnTo>
                <a:lnTo>
                  <a:pt x="21497" y="82057"/>
                </a:lnTo>
                <a:lnTo>
                  <a:pt x="21497" y="82057"/>
                </a:lnTo>
                <a:lnTo>
                  <a:pt x="21497" y="82057"/>
                </a:lnTo>
                <a:lnTo>
                  <a:pt x="21497" y="82058"/>
                </a:lnTo>
                <a:lnTo>
                  <a:pt x="21497" y="82058"/>
                </a:lnTo>
                <a:lnTo>
                  <a:pt x="21497" y="82058"/>
                </a:lnTo>
                <a:lnTo>
                  <a:pt x="21497" y="82058"/>
                </a:lnTo>
                <a:lnTo>
                  <a:pt x="21497" y="82058"/>
                </a:lnTo>
                <a:lnTo>
                  <a:pt x="21497" y="82059"/>
                </a:lnTo>
                <a:lnTo>
                  <a:pt x="21497" y="82059"/>
                </a:lnTo>
                <a:lnTo>
                  <a:pt x="21497" y="82059"/>
                </a:lnTo>
                <a:lnTo>
                  <a:pt x="21497" y="82059"/>
                </a:lnTo>
                <a:lnTo>
                  <a:pt x="21497" y="82059"/>
                </a:lnTo>
                <a:lnTo>
                  <a:pt x="21497" y="82060"/>
                </a:lnTo>
                <a:lnTo>
                  <a:pt x="21497" y="82060"/>
                </a:lnTo>
                <a:lnTo>
                  <a:pt x="21497" y="82060"/>
                </a:lnTo>
                <a:lnTo>
                  <a:pt x="21497" y="82060"/>
                </a:lnTo>
                <a:lnTo>
                  <a:pt x="21497" y="82060"/>
                </a:lnTo>
                <a:lnTo>
                  <a:pt x="21497" y="82060"/>
                </a:lnTo>
                <a:lnTo>
                  <a:pt x="21497" y="82061"/>
                </a:lnTo>
                <a:lnTo>
                  <a:pt x="21497" y="82061"/>
                </a:lnTo>
                <a:lnTo>
                  <a:pt x="21497" y="82061"/>
                </a:lnTo>
                <a:lnTo>
                  <a:pt x="21497" y="82061"/>
                </a:lnTo>
                <a:lnTo>
                  <a:pt x="21497" y="82061"/>
                </a:lnTo>
                <a:lnTo>
                  <a:pt x="21497" y="82062"/>
                </a:lnTo>
                <a:lnTo>
                  <a:pt x="21497" y="82062"/>
                </a:lnTo>
                <a:lnTo>
                  <a:pt x="21497" y="82062"/>
                </a:lnTo>
                <a:lnTo>
                  <a:pt x="21497" y="82062"/>
                </a:lnTo>
                <a:lnTo>
                  <a:pt x="21497" y="82062"/>
                </a:lnTo>
                <a:lnTo>
                  <a:pt x="21497" y="82063"/>
                </a:lnTo>
                <a:lnTo>
                  <a:pt x="21497" y="82063"/>
                </a:lnTo>
                <a:lnTo>
                  <a:pt x="21497" y="82063"/>
                </a:lnTo>
                <a:lnTo>
                  <a:pt x="21497" y="82063"/>
                </a:lnTo>
                <a:lnTo>
                  <a:pt x="21497" y="82063"/>
                </a:lnTo>
                <a:lnTo>
                  <a:pt x="21497" y="82064"/>
                </a:lnTo>
                <a:lnTo>
                  <a:pt x="21497" y="82064"/>
                </a:lnTo>
                <a:lnTo>
                  <a:pt x="21497" y="82064"/>
                </a:lnTo>
                <a:lnTo>
                  <a:pt x="21497" y="82064"/>
                </a:lnTo>
                <a:lnTo>
                  <a:pt x="21497" y="82064"/>
                </a:lnTo>
                <a:lnTo>
                  <a:pt x="21497" y="82064"/>
                </a:lnTo>
                <a:lnTo>
                  <a:pt x="21497" y="82065"/>
                </a:lnTo>
                <a:lnTo>
                  <a:pt x="21497" y="82065"/>
                </a:lnTo>
                <a:lnTo>
                  <a:pt x="21497" y="82065"/>
                </a:lnTo>
                <a:lnTo>
                  <a:pt x="21497" y="82065"/>
                </a:lnTo>
                <a:lnTo>
                  <a:pt x="21497" y="82065"/>
                </a:lnTo>
                <a:lnTo>
                  <a:pt x="21497" y="82066"/>
                </a:lnTo>
                <a:lnTo>
                  <a:pt x="21497" y="82066"/>
                </a:lnTo>
                <a:lnTo>
                  <a:pt x="21497" y="82066"/>
                </a:lnTo>
                <a:lnTo>
                  <a:pt x="21497" y="82066"/>
                </a:lnTo>
                <a:lnTo>
                  <a:pt x="21497" y="82066"/>
                </a:lnTo>
                <a:lnTo>
                  <a:pt x="21497" y="82067"/>
                </a:lnTo>
                <a:lnTo>
                  <a:pt x="21497" y="82067"/>
                </a:lnTo>
                <a:lnTo>
                  <a:pt x="21497" y="82067"/>
                </a:lnTo>
                <a:lnTo>
                  <a:pt x="21497" y="82067"/>
                </a:lnTo>
                <a:lnTo>
                  <a:pt x="21497" y="82067"/>
                </a:lnTo>
                <a:lnTo>
                  <a:pt x="21497" y="82068"/>
                </a:lnTo>
                <a:lnTo>
                  <a:pt x="21497" y="82068"/>
                </a:lnTo>
                <a:lnTo>
                  <a:pt x="21497" y="82068"/>
                </a:lnTo>
                <a:lnTo>
                  <a:pt x="21497" y="82068"/>
                </a:lnTo>
                <a:lnTo>
                  <a:pt x="21497" y="82068"/>
                </a:lnTo>
                <a:lnTo>
                  <a:pt x="21497" y="82068"/>
                </a:lnTo>
                <a:lnTo>
                  <a:pt x="21497" y="82069"/>
                </a:lnTo>
                <a:lnTo>
                  <a:pt x="21497" y="82069"/>
                </a:lnTo>
                <a:lnTo>
                  <a:pt x="21497" y="82069"/>
                </a:lnTo>
                <a:lnTo>
                  <a:pt x="21497" y="82069"/>
                </a:lnTo>
                <a:lnTo>
                  <a:pt x="21497" y="82069"/>
                </a:lnTo>
                <a:lnTo>
                  <a:pt x="21497" y="82070"/>
                </a:lnTo>
                <a:lnTo>
                  <a:pt x="21497" y="82070"/>
                </a:lnTo>
                <a:lnTo>
                  <a:pt x="21497" y="82070"/>
                </a:lnTo>
                <a:lnTo>
                  <a:pt x="21497" y="82070"/>
                </a:lnTo>
                <a:lnTo>
                  <a:pt x="21497" y="82070"/>
                </a:lnTo>
                <a:lnTo>
                  <a:pt x="21497" y="82071"/>
                </a:lnTo>
                <a:lnTo>
                  <a:pt x="21497" y="82071"/>
                </a:lnTo>
                <a:lnTo>
                  <a:pt x="21497" y="82071"/>
                </a:lnTo>
                <a:lnTo>
                  <a:pt x="21497" y="82071"/>
                </a:lnTo>
                <a:lnTo>
                  <a:pt x="21497" y="82071"/>
                </a:lnTo>
                <a:lnTo>
                  <a:pt x="21497" y="82072"/>
                </a:lnTo>
                <a:lnTo>
                  <a:pt x="21497" y="82072"/>
                </a:lnTo>
                <a:lnTo>
                  <a:pt x="21497" y="82072"/>
                </a:lnTo>
                <a:lnTo>
                  <a:pt x="21497" y="82072"/>
                </a:lnTo>
                <a:lnTo>
                  <a:pt x="21497" y="82072"/>
                </a:lnTo>
                <a:lnTo>
                  <a:pt x="21497" y="82072"/>
                </a:lnTo>
                <a:lnTo>
                  <a:pt x="21497" y="82073"/>
                </a:lnTo>
                <a:lnTo>
                  <a:pt x="21497" y="82073"/>
                </a:lnTo>
                <a:lnTo>
                  <a:pt x="21497" y="82073"/>
                </a:lnTo>
                <a:lnTo>
                  <a:pt x="21497" y="82073"/>
                </a:lnTo>
                <a:lnTo>
                  <a:pt x="21497" y="82073"/>
                </a:lnTo>
                <a:lnTo>
                  <a:pt x="21497" y="82074"/>
                </a:lnTo>
                <a:lnTo>
                  <a:pt x="21497" y="82074"/>
                </a:lnTo>
                <a:lnTo>
                  <a:pt x="21497" y="82074"/>
                </a:lnTo>
                <a:lnTo>
                  <a:pt x="21497" y="82074"/>
                </a:lnTo>
                <a:lnTo>
                  <a:pt x="21497" y="82074"/>
                </a:lnTo>
                <a:lnTo>
                  <a:pt x="21497" y="82075"/>
                </a:lnTo>
                <a:lnTo>
                  <a:pt x="21497" y="82075"/>
                </a:lnTo>
                <a:lnTo>
                  <a:pt x="21497" y="82075"/>
                </a:lnTo>
                <a:lnTo>
                  <a:pt x="21497" y="82075"/>
                </a:lnTo>
                <a:lnTo>
                  <a:pt x="21497" y="82075"/>
                </a:lnTo>
                <a:lnTo>
                  <a:pt x="21497" y="82076"/>
                </a:lnTo>
                <a:lnTo>
                  <a:pt x="21497" y="82076"/>
                </a:lnTo>
                <a:lnTo>
                  <a:pt x="21497" y="82076"/>
                </a:lnTo>
                <a:lnTo>
                  <a:pt x="21497" y="82076"/>
                </a:lnTo>
                <a:lnTo>
                  <a:pt x="21497" y="82076"/>
                </a:lnTo>
                <a:lnTo>
                  <a:pt x="21497" y="82077"/>
                </a:lnTo>
                <a:lnTo>
                  <a:pt x="21497" y="82077"/>
                </a:lnTo>
                <a:lnTo>
                  <a:pt x="21497" y="82077"/>
                </a:lnTo>
                <a:lnTo>
                  <a:pt x="21497" y="82077"/>
                </a:lnTo>
                <a:lnTo>
                  <a:pt x="21497" y="82077"/>
                </a:lnTo>
                <a:lnTo>
                  <a:pt x="21497" y="82077"/>
                </a:lnTo>
                <a:lnTo>
                  <a:pt x="21497" y="82078"/>
                </a:lnTo>
                <a:lnTo>
                  <a:pt x="21497" y="82078"/>
                </a:lnTo>
                <a:lnTo>
                  <a:pt x="21497" y="82078"/>
                </a:lnTo>
                <a:lnTo>
                  <a:pt x="21497" y="82078"/>
                </a:lnTo>
                <a:lnTo>
                  <a:pt x="21497" y="82078"/>
                </a:lnTo>
                <a:lnTo>
                  <a:pt x="21497" y="82079"/>
                </a:lnTo>
                <a:lnTo>
                  <a:pt x="21497" y="82079"/>
                </a:lnTo>
                <a:lnTo>
                  <a:pt x="21497" y="82079"/>
                </a:lnTo>
                <a:lnTo>
                  <a:pt x="21497" y="82079"/>
                </a:lnTo>
                <a:lnTo>
                  <a:pt x="21497" y="82079"/>
                </a:lnTo>
                <a:lnTo>
                  <a:pt x="21497" y="82080"/>
                </a:lnTo>
                <a:lnTo>
                  <a:pt x="21497" y="82080"/>
                </a:lnTo>
                <a:lnTo>
                  <a:pt x="21497" y="82080"/>
                </a:lnTo>
                <a:lnTo>
                  <a:pt x="21497" y="82080"/>
                </a:lnTo>
                <a:lnTo>
                  <a:pt x="21497" y="82080"/>
                </a:lnTo>
                <a:lnTo>
                  <a:pt x="21497" y="82081"/>
                </a:lnTo>
                <a:lnTo>
                  <a:pt x="21497" y="82081"/>
                </a:lnTo>
                <a:lnTo>
                  <a:pt x="21497" y="82081"/>
                </a:lnTo>
                <a:lnTo>
                  <a:pt x="21497" y="82081"/>
                </a:lnTo>
                <a:lnTo>
                  <a:pt x="21497" y="82081"/>
                </a:lnTo>
                <a:lnTo>
                  <a:pt x="21497" y="82081"/>
                </a:lnTo>
                <a:lnTo>
                  <a:pt x="21497" y="82082"/>
                </a:lnTo>
                <a:lnTo>
                  <a:pt x="21497" y="82082"/>
                </a:lnTo>
                <a:lnTo>
                  <a:pt x="21497" y="82082"/>
                </a:lnTo>
                <a:lnTo>
                  <a:pt x="21497" y="82082"/>
                </a:lnTo>
                <a:lnTo>
                  <a:pt x="21497" y="82082"/>
                </a:lnTo>
                <a:lnTo>
                  <a:pt x="21497" y="82083"/>
                </a:lnTo>
                <a:lnTo>
                  <a:pt x="21497" y="82083"/>
                </a:lnTo>
                <a:lnTo>
                  <a:pt x="21497" y="82083"/>
                </a:lnTo>
                <a:lnTo>
                  <a:pt x="21497" y="82083"/>
                </a:lnTo>
                <a:lnTo>
                  <a:pt x="21497" y="82083"/>
                </a:lnTo>
                <a:lnTo>
                  <a:pt x="21497" y="82084"/>
                </a:lnTo>
                <a:lnTo>
                  <a:pt x="21497" y="82084"/>
                </a:lnTo>
                <a:lnTo>
                  <a:pt x="21497" y="82084"/>
                </a:lnTo>
                <a:lnTo>
                  <a:pt x="21497" y="82084"/>
                </a:lnTo>
                <a:lnTo>
                  <a:pt x="21497" y="82084"/>
                </a:lnTo>
                <a:lnTo>
                  <a:pt x="21497" y="82085"/>
                </a:lnTo>
                <a:lnTo>
                  <a:pt x="21497" y="82085"/>
                </a:lnTo>
                <a:lnTo>
                  <a:pt x="21497" y="82085"/>
                </a:lnTo>
                <a:lnTo>
                  <a:pt x="21497" y="82085"/>
                </a:lnTo>
                <a:lnTo>
                  <a:pt x="21497" y="82085"/>
                </a:lnTo>
                <a:lnTo>
                  <a:pt x="21497" y="82086"/>
                </a:lnTo>
                <a:lnTo>
                  <a:pt x="21497" y="82086"/>
                </a:lnTo>
                <a:lnTo>
                  <a:pt x="21497" y="82086"/>
                </a:lnTo>
                <a:lnTo>
                  <a:pt x="21497" y="82086"/>
                </a:lnTo>
                <a:lnTo>
                  <a:pt x="21497" y="82086"/>
                </a:lnTo>
                <a:lnTo>
                  <a:pt x="21497" y="82086"/>
                </a:lnTo>
                <a:lnTo>
                  <a:pt x="21497" y="82087"/>
                </a:lnTo>
                <a:lnTo>
                  <a:pt x="21497" y="82087"/>
                </a:lnTo>
                <a:lnTo>
                  <a:pt x="21497" y="82087"/>
                </a:lnTo>
                <a:lnTo>
                  <a:pt x="21497" y="82087"/>
                </a:lnTo>
                <a:lnTo>
                  <a:pt x="21497" y="82087"/>
                </a:lnTo>
                <a:lnTo>
                  <a:pt x="21497" y="82088"/>
                </a:lnTo>
                <a:lnTo>
                  <a:pt x="21497" y="82088"/>
                </a:lnTo>
                <a:lnTo>
                  <a:pt x="21497" y="82088"/>
                </a:lnTo>
                <a:lnTo>
                  <a:pt x="21497" y="82088"/>
                </a:lnTo>
                <a:lnTo>
                  <a:pt x="21497" y="82088"/>
                </a:lnTo>
                <a:lnTo>
                  <a:pt x="21497" y="82089"/>
                </a:lnTo>
                <a:lnTo>
                  <a:pt x="21497" y="82089"/>
                </a:lnTo>
                <a:lnTo>
                  <a:pt x="21497" y="82089"/>
                </a:lnTo>
                <a:lnTo>
                  <a:pt x="21497" y="82089"/>
                </a:lnTo>
                <a:lnTo>
                  <a:pt x="21497" y="82089"/>
                </a:lnTo>
                <a:lnTo>
                  <a:pt x="21497" y="82090"/>
                </a:lnTo>
                <a:lnTo>
                  <a:pt x="21497" y="82090"/>
                </a:lnTo>
                <a:lnTo>
                  <a:pt x="21497" y="82090"/>
                </a:lnTo>
                <a:lnTo>
                  <a:pt x="21497" y="82090"/>
                </a:lnTo>
                <a:lnTo>
                  <a:pt x="21497" y="82090"/>
                </a:lnTo>
                <a:lnTo>
                  <a:pt x="21497" y="82091"/>
                </a:lnTo>
                <a:lnTo>
                  <a:pt x="21497" y="82091"/>
                </a:lnTo>
                <a:lnTo>
                  <a:pt x="21497" y="82091"/>
                </a:lnTo>
                <a:lnTo>
                  <a:pt x="21497" y="82091"/>
                </a:lnTo>
                <a:lnTo>
                  <a:pt x="21497" y="82091"/>
                </a:lnTo>
                <a:lnTo>
                  <a:pt x="21497" y="82091"/>
                </a:lnTo>
                <a:lnTo>
                  <a:pt x="21497" y="82092"/>
                </a:lnTo>
                <a:lnTo>
                  <a:pt x="21497" y="82092"/>
                </a:lnTo>
                <a:lnTo>
                  <a:pt x="21497" y="82092"/>
                </a:lnTo>
                <a:lnTo>
                  <a:pt x="21497" y="82092"/>
                </a:lnTo>
                <a:lnTo>
                  <a:pt x="21497" y="82092"/>
                </a:lnTo>
                <a:lnTo>
                  <a:pt x="21497" y="82093"/>
                </a:lnTo>
                <a:lnTo>
                  <a:pt x="21497" y="82093"/>
                </a:lnTo>
                <a:lnTo>
                  <a:pt x="21497" y="82093"/>
                </a:lnTo>
                <a:lnTo>
                  <a:pt x="21497" y="82093"/>
                </a:lnTo>
                <a:lnTo>
                  <a:pt x="21497" y="82093"/>
                </a:lnTo>
                <a:lnTo>
                  <a:pt x="21497" y="82094"/>
                </a:lnTo>
                <a:lnTo>
                  <a:pt x="21497" y="82094"/>
                </a:lnTo>
                <a:lnTo>
                  <a:pt x="21497" y="82094"/>
                </a:lnTo>
                <a:lnTo>
                  <a:pt x="21497" y="82094"/>
                </a:lnTo>
                <a:lnTo>
                  <a:pt x="21497" y="82094"/>
                </a:lnTo>
                <a:lnTo>
                  <a:pt x="21497" y="82095"/>
                </a:lnTo>
                <a:lnTo>
                  <a:pt x="21497" y="82095"/>
                </a:lnTo>
                <a:lnTo>
                  <a:pt x="21497" y="82095"/>
                </a:lnTo>
                <a:lnTo>
                  <a:pt x="21497" y="82095"/>
                </a:lnTo>
                <a:lnTo>
                  <a:pt x="21497" y="82095"/>
                </a:lnTo>
                <a:lnTo>
                  <a:pt x="21497" y="82096"/>
                </a:lnTo>
                <a:lnTo>
                  <a:pt x="21497" y="82096"/>
                </a:lnTo>
                <a:lnTo>
                  <a:pt x="21497" y="82096"/>
                </a:lnTo>
                <a:lnTo>
                  <a:pt x="21497" y="82096"/>
                </a:lnTo>
                <a:lnTo>
                  <a:pt x="21497" y="82096"/>
                </a:lnTo>
                <a:lnTo>
                  <a:pt x="21497" y="82097"/>
                </a:lnTo>
                <a:lnTo>
                  <a:pt x="21497" y="82097"/>
                </a:lnTo>
                <a:lnTo>
                  <a:pt x="21497" y="82097"/>
                </a:lnTo>
                <a:lnTo>
                  <a:pt x="21497" y="82097"/>
                </a:lnTo>
                <a:lnTo>
                  <a:pt x="21497" y="82097"/>
                </a:lnTo>
                <a:lnTo>
                  <a:pt x="21497" y="82097"/>
                </a:lnTo>
                <a:lnTo>
                  <a:pt x="21497" y="82098"/>
                </a:lnTo>
                <a:lnTo>
                  <a:pt x="21497" y="82098"/>
                </a:lnTo>
                <a:lnTo>
                  <a:pt x="21497" y="82098"/>
                </a:lnTo>
                <a:lnTo>
                  <a:pt x="21497" y="82098"/>
                </a:lnTo>
                <a:lnTo>
                  <a:pt x="21497" y="82098"/>
                </a:lnTo>
                <a:lnTo>
                  <a:pt x="21497" y="82099"/>
                </a:lnTo>
                <a:lnTo>
                  <a:pt x="21497" y="82099"/>
                </a:lnTo>
                <a:lnTo>
                  <a:pt x="21497" y="82099"/>
                </a:lnTo>
                <a:lnTo>
                  <a:pt x="21497" y="82099"/>
                </a:lnTo>
                <a:lnTo>
                  <a:pt x="21497" y="82099"/>
                </a:lnTo>
                <a:lnTo>
                  <a:pt x="21497" y="82100"/>
                </a:lnTo>
                <a:lnTo>
                  <a:pt x="21497" y="82100"/>
                </a:lnTo>
                <a:lnTo>
                  <a:pt x="21497" y="82100"/>
                </a:lnTo>
                <a:lnTo>
                  <a:pt x="21497" y="82100"/>
                </a:lnTo>
                <a:lnTo>
                  <a:pt x="21497" y="82100"/>
                </a:lnTo>
                <a:lnTo>
                  <a:pt x="21497" y="82101"/>
                </a:lnTo>
                <a:lnTo>
                  <a:pt x="21497" y="82101"/>
                </a:lnTo>
                <a:lnTo>
                  <a:pt x="21497" y="82101"/>
                </a:lnTo>
                <a:lnTo>
                  <a:pt x="21497" y="82101"/>
                </a:lnTo>
                <a:lnTo>
                  <a:pt x="21497" y="82101"/>
                </a:lnTo>
                <a:lnTo>
                  <a:pt x="21497" y="82102"/>
                </a:lnTo>
                <a:lnTo>
                  <a:pt x="21497" y="82102"/>
                </a:lnTo>
                <a:lnTo>
                  <a:pt x="21497" y="82102"/>
                </a:lnTo>
                <a:lnTo>
                  <a:pt x="21497" y="82102"/>
                </a:lnTo>
                <a:lnTo>
                  <a:pt x="21497" y="82102"/>
                </a:lnTo>
                <a:lnTo>
                  <a:pt x="21497" y="82103"/>
                </a:lnTo>
                <a:lnTo>
                  <a:pt x="21497" y="82103"/>
                </a:lnTo>
                <a:lnTo>
                  <a:pt x="21497" y="82103"/>
                </a:lnTo>
                <a:lnTo>
                  <a:pt x="21497" y="82103"/>
                </a:lnTo>
                <a:lnTo>
                  <a:pt x="21497" y="82103"/>
                </a:lnTo>
                <a:lnTo>
                  <a:pt x="21497" y="82103"/>
                </a:lnTo>
                <a:lnTo>
                  <a:pt x="21497" y="82104"/>
                </a:lnTo>
                <a:lnTo>
                  <a:pt x="21497" y="82104"/>
                </a:lnTo>
                <a:lnTo>
                  <a:pt x="21497" y="82104"/>
                </a:lnTo>
                <a:lnTo>
                  <a:pt x="21497" y="82104"/>
                </a:lnTo>
                <a:lnTo>
                  <a:pt x="21497" y="82104"/>
                </a:lnTo>
                <a:lnTo>
                  <a:pt x="21497" y="82105"/>
                </a:lnTo>
                <a:lnTo>
                  <a:pt x="21497" y="82105"/>
                </a:lnTo>
                <a:lnTo>
                  <a:pt x="21497" y="82105"/>
                </a:lnTo>
                <a:lnTo>
                  <a:pt x="21497" y="82105"/>
                </a:lnTo>
                <a:lnTo>
                  <a:pt x="21497" y="82105"/>
                </a:lnTo>
                <a:lnTo>
                  <a:pt x="21497" y="82106"/>
                </a:lnTo>
                <a:lnTo>
                  <a:pt x="21497" y="82106"/>
                </a:lnTo>
                <a:lnTo>
                  <a:pt x="21497" y="82106"/>
                </a:lnTo>
                <a:lnTo>
                  <a:pt x="21497" y="82106"/>
                </a:lnTo>
                <a:lnTo>
                  <a:pt x="21497" y="82106"/>
                </a:lnTo>
                <a:lnTo>
                  <a:pt x="21497" y="82107"/>
                </a:lnTo>
                <a:lnTo>
                  <a:pt x="21497" y="82107"/>
                </a:lnTo>
                <a:lnTo>
                  <a:pt x="21497" y="82107"/>
                </a:lnTo>
                <a:lnTo>
                  <a:pt x="21497" y="82107"/>
                </a:lnTo>
                <a:lnTo>
                  <a:pt x="21497" y="82107"/>
                </a:lnTo>
                <a:lnTo>
                  <a:pt x="21497" y="82108"/>
                </a:lnTo>
                <a:lnTo>
                  <a:pt x="21497" y="82108"/>
                </a:lnTo>
                <a:lnTo>
                  <a:pt x="21497" y="82108"/>
                </a:lnTo>
                <a:lnTo>
                  <a:pt x="21497" y="82108"/>
                </a:lnTo>
                <a:lnTo>
                  <a:pt x="21497" y="82108"/>
                </a:lnTo>
                <a:lnTo>
                  <a:pt x="21497" y="82109"/>
                </a:lnTo>
                <a:lnTo>
                  <a:pt x="21497" y="82109"/>
                </a:lnTo>
                <a:lnTo>
                  <a:pt x="21497" y="82109"/>
                </a:lnTo>
                <a:lnTo>
                  <a:pt x="21497" y="82109"/>
                </a:lnTo>
                <a:lnTo>
                  <a:pt x="21497" y="82109"/>
                </a:lnTo>
                <a:lnTo>
                  <a:pt x="21497" y="82109"/>
                </a:lnTo>
                <a:lnTo>
                  <a:pt x="21497" y="82110"/>
                </a:lnTo>
                <a:lnTo>
                  <a:pt x="21497" y="82110"/>
                </a:lnTo>
                <a:lnTo>
                  <a:pt x="21497" y="82110"/>
                </a:lnTo>
                <a:lnTo>
                  <a:pt x="21497" y="82110"/>
                </a:lnTo>
                <a:lnTo>
                  <a:pt x="21497" y="82110"/>
                </a:lnTo>
                <a:lnTo>
                  <a:pt x="21497" y="82111"/>
                </a:lnTo>
                <a:lnTo>
                  <a:pt x="21497" y="82111"/>
                </a:lnTo>
                <a:lnTo>
                  <a:pt x="21497" y="82111"/>
                </a:lnTo>
                <a:lnTo>
                  <a:pt x="21497" y="82111"/>
                </a:lnTo>
                <a:lnTo>
                  <a:pt x="21497" y="82111"/>
                </a:lnTo>
                <a:lnTo>
                  <a:pt x="21497" y="82112"/>
                </a:lnTo>
                <a:lnTo>
                  <a:pt x="21497" y="82112"/>
                </a:lnTo>
                <a:lnTo>
                  <a:pt x="21497" y="82112"/>
                </a:lnTo>
                <a:lnTo>
                  <a:pt x="21497" y="82112"/>
                </a:lnTo>
                <a:lnTo>
                  <a:pt x="21497" y="82112"/>
                </a:lnTo>
                <a:lnTo>
                  <a:pt x="21497" y="82113"/>
                </a:lnTo>
                <a:lnTo>
                  <a:pt x="21497" y="82113"/>
                </a:lnTo>
                <a:lnTo>
                  <a:pt x="21497" y="82113"/>
                </a:lnTo>
                <a:lnTo>
                  <a:pt x="21497" y="82113"/>
                </a:lnTo>
                <a:lnTo>
                  <a:pt x="21497" y="82113"/>
                </a:lnTo>
                <a:lnTo>
                  <a:pt x="21497" y="82114"/>
                </a:lnTo>
                <a:lnTo>
                  <a:pt x="21497" y="82114"/>
                </a:lnTo>
                <a:lnTo>
                  <a:pt x="21497" y="82114"/>
                </a:lnTo>
                <a:lnTo>
                  <a:pt x="21497" y="82114"/>
                </a:lnTo>
                <a:lnTo>
                  <a:pt x="21497" y="82114"/>
                </a:lnTo>
                <a:lnTo>
                  <a:pt x="21497" y="82115"/>
                </a:lnTo>
                <a:lnTo>
                  <a:pt x="21497" y="82115"/>
                </a:lnTo>
                <a:lnTo>
                  <a:pt x="21497" y="82115"/>
                </a:lnTo>
                <a:lnTo>
                  <a:pt x="21497" y="82115"/>
                </a:lnTo>
                <a:lnTo>
                  <a:pt x="21497" y="82115"/>
                </a:lnTo>
                <a:lnTo>
                  <a:pt x="21497" y="82116"/>
                </a:lnTo>
                <a:lnTo>
                  <a:pt x="21497" y="82116"/>
                </a:lnTo>
                <a:lnTo>
                  <a:pt x="21497" y="82116"/>
                </a:lnTo>
                <a:lnTo>
                  <a:pt x="21497" y="82116"/>
                </a:lnTo>
                <a:lnTo>
                  <a:pt x="21497" y="82116"/>
                </a:lnTo>
                <a:lnTo>
                  <a:pt x="21497" y="82117"/>
                </a:lnTo>
                <a:lnTo>
                  <a:pt x="21497" y="82117"/>
                </a:lnTo>
                <a:lnTo>
                  <a:pt x="21497" y="82117"/>
                </a:lnTo>
                <a:lnTo>
                  <a:pt x="21497" y="82117"/>
                </a:lnTo>
                <a:lnTo>
                  <a:pt x="21497" y="82117"/>
                </a:lnTo>
                <a:lnTo>
                  <a:pt x="21497" y="82117"/>
                </a:lnTo>
                <a:lnTo>
                  <a:pt x="21497" y="82118"/>
                </a:lnTo>
                <a:lnTo>
                  <a:pt x="21497" y="82118"/>
                </a:lnTo>
                <a:lnTo>
                  <a:pt x="21497" y="82118"/>
                </a:lnTo>
                <a:lnTo>
                  <a:pt x="21497" y="82118"/>
                </a:lnTo>
                <a:lnTo>
                  <a:pt x="21497" y="82118"/>
                </a:lnTo>
                <a:lnTo>
                  <a:pt x="21497" y="82119"/>
                </a:lnTo>
                <a:lnTo>
                  <a:pt x="21497" y="82119"/>
                </a:lnTo>
                <a:lnTo>
                  <a:pt x="21497" y="82119"/>
                </a:lnTo>
                <a:lnTo>
                  <a:pt x="21497" y="82119"/>
                </a:lnTo>
                <a:lnTo>
                  <a:pt x="21497" y="82119"/>
                </a:lnTo>
                <a:lnTo>
                  <a:pt x="21497" y="82120"/>
                </a:lnTo>
                <a:lnTo>
                  <a:pt x="21497" y="82120"/>
                </a:lnTo>
                <a:lnTo>
                  <a:pt x="21497" y="82120"/>
                </a:lnTo>
                <a:lnTo>
                  <a:pt x="21497" y="82120"/>
                </a:lnTo>
                <a:lnTo>
                  <a:pt x="21497" y="82120"/>
                </a:lnTo>
                <a:lnTo>
                  <a:pt x="21497" y="82121"/>
                </a:lnTo>
                <a:lnTo>
                  <a:pt x="21497" y="82121"/>
                </a:lnTo>
                <a:lnTo>
                  <a:pt x="21497" y="82121"/>
                </a:lnTo>
                <a:lnTo>
                  <a:pt x="21497" y="82121"/>
                </a:lnTo>
                <a:lnTo>
                  <a:pt x="21497" y="82121"/>
                </a:lnTo>
                <a:lnTo>
                  <a:pt x="21497" y="82122"/>
                </a:lnTo>
                <a:lnTo>
                  <a:pt x="21497" y="82122"/>
                </a:lnTo>
                <a:lnTo>
                  <a:pt x="21497" y="82122"/>
                </a:lnTo>
                <a:lnTo>
                  <a:pt x="21497" y="82122"/>
                </a:lnTo>
                <a:lnTo>
                  <a:pt x="21497" y="82122"/>
                </a:lnTo>
                <a:lnTo>
                  <a:pt x="21497" y="82123"/>
                </a:lnTo>
                <a:lnTo>
                  <a:pt x="21497" y="82123"/>
                </a:lnTo>
                <a:lnTo>
                  <a:pt x="21497" y="82123"/>
                </a:lnTo>
                <a:lnTo>
                  <a:pt x="21497" y="82123"/>
                </a:lnTo>
                <a:lnTo>
                  <a:pt x="21497" y="82123"/>
                </a:lnTo>
                <a:lnTo>
                  <a:pt x="21497" y="82124"/>
                </a:lnTo>
                <a:lnTo>
                  <a:pt x="21497" y="82124"/>
                </a:lnTo>
                <a:lnTo>
                  <a:pt x="21497" y="82124"/>
                </a:lnTo>
                <a:lnTo>
                  <a:pt x="21497" y="82124"/>
                </a:lnTo>
                <a:lnTo>
                  <a:pt x="21497" y="82124"/>
                </a:lnTo>
                <a:lnTo>
                  <a:pt x="21497" y="82125"/>
                </a:lnTo>
                <a:lnTo>
                  <a:pt x="21497" y="82125"/>
                </a:lnTo>
                <a:lnTo>
                  <a:pt x="21497" y="82125"/>
                </a:lnTo>
                <a:lnTo>
                  <a:pt x="21497" y="82125"/>
                </a:lnTo>
                <a:lnTo>
                  <a:pt x="21497" y="82125"/>
                </a:lnTo>
                <a:lnTo>
                  <a:pt x="21497" y="82125"/>
                </a:lnTo>
                <a:lnTo>
                  <a:pt x="21497" y="82126"/>
                </a:lnTo>
                <a:lnTo>
                  <a:pt x="21497" y="82126"/>
                </a:lnTo>
                <a:lnTo>
                  <a:pt x="21497" y="82126"/>
                </a:lnTo>
                <a:lnTo>
                  <a:pt x="21497" y="82126"/>
                </a:lnTo>
                <a:lnTo>
                  <a:pt x="21497" y="82126"/>
                </a:lnTo>
                <a:lnTo>
                  <a:pt x="21497" y="82127"/>
                </a:lnTo>
                <a:lnTo>
                  <a:pt x="21497" y="82127"/>
                </a:lnTo>
                <a:lnTo>
                  <a:pt x="21497" y="82127"/>
                </a:lnTo>
                <a:lnTo>
                  <a:pt x="21497" y="82127"/>
                </a:lnTo>
                <a:lnTo>
                  <a:pt x="21497" y="82127"/>
                </a:lnTo>
                <a:lnTo>
                  <a:pt x="21497" y="82128"/>
                </a:lnTo>
                <a:lnTo>
                  <a:pt x="21497" y="82128"/>
                </a:lnTo>
                <a:lnTo>
                  <a:pt x="21497" y="82128"/>
                </a:lnTo>
                <a:lnTo>
                  <a:pt x="21497" y="82128"/>
                </a:lnTo>
                <a:lnTo>
                  <a:pt x="21497" y="82128"/>
                </a:lnTo>
                <a:lnTo>
                  <a:pt x="21497" y="82129"/>
                </a:lnTo>
                <a:lnTo>
                  <a:pt x="21497" y="82129"/>
                </a:lnTo>
                <a:lnTo>
                  <a:pt x="21497" y="82129"/>
                </a:lnTo>
                <a:lnTo>
                  <a:pt x="21497" y="82129"/>
                </a:lnTo>
                <a:lnTo>
                  <a:pt x="21497" y="82129"/>
                </a:lnTo>
                <a:lnTo>
                  <a:pt x="21497" y="82130"/>
                </a:lnTo>
                <a:lnTo>
                  <a:pt x="21497" y="82130"/>
                </a:lnTo>
                <a:lnTo>
                  <a:pt x="21497" y="82130"/>
                </a:lnTo>
                <a:lnTo>
                  <a:pt x="21497" y="82130"/>
                </a:lnTo>
                <a:lnTo>
                  <a:pt x="21497" y="82130"/>
                </a:lnTo>
                <a:lnTo>
                  <a:pt x="21497" y="82131"/>
                </a:lnTo>
                <a:lnTo>
                  <a:pt x="21497" y="82131"/>
                </a:lnTo>
                <a:lnTo>
                  <a:pt x="21497" y="82131"/>
                </a:lnTo>
                <a:lnTo>
                  <a:pt x="21497" y="82131"/>
                </a:lnTo>
                <a:lnTo>
                  <a:pt x="21497" y="82131"/>
                </a:lnTo>
                <a:lnTo>
                  <a:pt x="21497" y="82132"/>
                </a:lnTo>
                <a:lnTo>
                  <a:pt x="21497" y="82132"/>
                </a:lnTo>
                <a:lnTo>
                  <a:pt x="21497" y="82132"/>
                </a:lnTo>
                <a:lnTo>
                  <a:pt x="21497" y="82132"/>
                </a:lnTo>
                <a:lnTo>
                  <a:pt x="21497" y="82132"/>
                </a:lnTo>
                <a:lnTo>
                  <a:pt x="21497" y="82133"/>
                </a:lnTo>
                <a:lnTo>
                  <a:pt x="21497" y="82133"/>
                </a:lnTo>
                <a:lnTo>
                  <a:pt x="21497" y="82133"/>
                </a:lnTo>
                <a:lnTo>
                  <a:pt x="21497" y="82133"/>
                </a:lnTo>
                <a:lnTo>
                  <a:pt x="21497" y="82133"/>
                </a:lnTo>
                <a:lnTo>
                  <a:pt x="21497" y="82134"/>
                </a:lnTo>
                <a:lnTo>
                  <a:pt x="21497" y="82134"/>
                </a:lnTo>
                <a:lnTo>
                  <a:pt x="21497" y="82134"/>
                </a:lnTo>
                <a:lnTo>
                  <a:pt x="21497" y="82134"/>
                </a:lnTo>
                <a:lnTo>
                  <a:pt x="21497" y="82134"/>
                </a:lnTo>
                <a:lnTo>
                  <a:pt x="21497" y="82135"/>
                </a:lnTo>
                <a:lnTo>
                  <a:pt x="21497" y="82135"/>
                </a:lnTo>
                <a:lnTo>
                  <a:pt x="21497" y="82135"/>
                </a:lnTo>
                <a:lnTo>
                  <a:pt x="21497" y="82135"/>
                </a:lnTo>
                <a:lnTo>
                  <a:pt x="21497" y="82135"/>
                </a:lnTo>
                <a:lnTo>
                  <a:pt x="21497" y="82135"/>
                </a:lnTo>
                <a:lnTo>
                  <a:pt x="21497" y="82136"/>
                </a:lnTo>
                <a:lnTo>
                  <a:pt x="21497" y="82136"/>
                </a:lnTo>
                <a:lnTo>
                  <a:pt x="21497" y="82136"/>
                </a:lnTo>
                <a:lnTo>
                  <a:pt x="21497" y="82136"/>
                </a:lnTo>
                <a:lnTo>
                  <a:pt x="21497" y="82136"/>
                </a:lnTo>
                <a:lnTo>
                  <a:pt x="21497" y="82137"/>
                </a:lnTo>
                <a:lnTo>
                  <a:pt x="21497" y="82137"/>
                </a:lnTo>
                <a:lnTo>
                  <a:pt x="21497" y="82137"/>
                </a:lnTo>
                <a:lnTo>
                  <a:pt x="21497" y="82137"/>
                </a:lnTo>
                <a:lnTo>
                  <a:pt x="21497" y="82137"/>
                </a:lnTo>
                <a:lnTo>
                  <a:pt x="21497" y="82138"/>
                </a:lnTo>
                <a:lnTo>
                  <a:pt x="21497" y="82138"/>
                </a:lnTo>
                <a:lnTo>
                  <a:pt x="21497" y="82138"/>
                </a:lnTo>
                <a:lnTo>
                  <a:pt x="21497" y="82138"/>
                </a:lnTo>
                <a:lnTo>
                  <a:pt x="21497" y="82138"/>
                </a:lnTo>
                <a:lnTo>
                  <a:pt x="21497" y="82139"/>
                </a:lnTo>
                <a:lnTo>
                  <a:pt x="21497" y="82139"/>
                </a:lnTo>
                <a:lnTo>
                  <a:pt x="21497" y="82139"/>
                </a:lnTo>
                <a:lnTo>
                  <a:pt x="21497" y="82139"/>
                </a:lnTo>
                <a:lnTo>
                  <a:pt x="21497" y="82139"/>
                </a:lnTo>
                <a:lnTo>
                  <a:pt x="21497" y="82140"/>
                </a:lnTo>
                <a:lnTo>
                  <a:pt x="21497" y="82140"/>
                </a:lnTo>
                <a:lnTo>
                  <a:pt x="21497" y="82140"/>
                </a:lnTo>
                <a:lnTo>
                  <a:pt x="21497" y="82140"/>
                </a:lnTo>
                <a:lnTo>
                  <a:pt x="21497" y="82140"/>
                </a:lnTo>
                <a:lnTo>
                  <a:pt x="21497" y="82141"/>
                </a:lnTo>
                <a:lnTo>
                  <a:pt x="21497" y="82141"/>
                </a:lnTo>
                <a:lnTo>
                  <a:pt x="21497" y="82141"/>
                </a:lnTo>
                <a:lnTo>
                  <a:pt x="21497" y="82141"/>
                </a:lnTo>
                <a:lnTo>
                  <a:pt x="21497" y="82141"/>
                </a:lnTo>
                <a:lnTo>
                  <a:pt x="21497" y="82142"/>
                </a:lnTo>
                <a:lnTo>
                  <a:pt x="21497" y="82142"/>
                </a:lnTo>
                <a:lnTo>
                  <a:pt x="21497" y="82142"/>
                </a:lnTo>
                <a:lnTo>
                  <a:pt x="21497" y="82142"/>
                </a:lnTo>
                <a:lnTo>
                  <a:pt x="21497" y="82142"/>
                </a:lnTo>
                <a:lnTo>
                  <a:pt x="21497" y="82143"/>
                </a:lnTo>
                <a:lnTo>
                  <a:pt x="21497" y="82143"/>
                </a:lnTo>
                <a:lnTo>
                  <a:pt x="21497" y="82143"/>
                </a:lnTo>
                <a:lnTo>
                  <a:pt x="21497" y="82143"/>
                </a:lnTo>
                <a:lnTo>
                  <a:pt x="21497" y="82143"/>
                </a:lnTo>
                <a:lnTo>
                  <a:pt x="21497" y="82144"/>
                </a:lnTo>
                <a:lnTo>
                  <a:pt x="21497" y="82144"/>
                </a:lnTo>
                <a:lnTo>
                  <a:pt x="21497" y="82144"/>
                </a:lnTo>
                <a:lnTo>
                  <a:pt x="21497" y="82144"/>
                </a:lnTo>
                <a:lnTo>
                  <a:pt x="21497" y="82144"/>
                </a:lnTo>
                <a:lnTo>
                  <a:pt x="21497" y="82145"/>
                </a:lnTo>
                <a:lnTo>
                  <a:pt x="21497" y="82145"/>
                </a:lnTo>
                <a:lnTo>
                  <a:pt x="21497" y="82145"/>
                </a:lnTo>
                <a:lnTo>
                  <a:pt x="21497" y="82145"/>
                </a:lnTo>
                <a:lnTo>
                  <a:pt x="21497" y="82145"/>
                </a:lnTo>
                <a:lnTo>
                  <a:pt x="21497" y="82146"/>
                </a:lnTo>
                <a:lnTo>
                  <a:pt x="21497" y="82146"/>
                </a:lnTo>
                <a:lnTo>
                  <a:pt x="21497" y="82146"/>
                </a:lnTo>
                <a:lnTo>
                  <a:pt x="21497" y="82146"/>
                </a:lnTo>
                <a:lnTo>
                  <a:pt x="21497" y="82146"/>
                </a:lnTo>
                <a:lnTo>
                  <a:pt x="21497" y="82147"/>
                </a:lnTo>
                <a:lnTo>
                  <a:pt x="21497" y="82147"/>
                </a:lnTo>
                <a:lnTo>
                  <a:pt x="21497" y="82147"/>
                </a:lnTo>
                <a:lnTo>
                  <a:pt x="21497" y="82147"/>
                </a:lnTo>
                <a:lnTo>
                  <a:pt x="21497" y="82147"/>
                </a:lnTo>
                <a:lnTo>
                  <a:pt x="21497" y="82148"/>
                </a:lnTo>
                <a:lnTo>
                  <a:pt x="21497" y="82148"/>
                </a:lnTo>
                <a:lnTo>
                  <a:pt x="21497" y="82148"/>
                </a:lnTo>
                <a:lnTo>
                  <a:pt x="21497" y="82148"/>
                </a:lnTo>
                <a:lnTo>
                  <a:pt x="21497" y="82148"/>
                </a:lnTo>
                <a:lnTo>
                  <a:pt x="21497" y="82149"/>
                </a:lnTo>
                <a:lnTo>
                  <a:pt x="21497" y="82149"/>
                </a:lnTo>
                <a:lnTo>
                  <a:pt x="21497" y="82149"/>
                </a:lnTo>
                <a:lnTo>
                  <a:pt x="21497" y="82149"/>
                </a:lnTo>
                <a:lnTo>
                  <a:pt x="21497" y="82149"/>
                </a:lnTo>
                <a:lnTo>
                  <a:pt x="21497" y="82149"/>
                </a:lnTo>
                <a:lnTo>
                  <a:pt x="21497" y="82150"/>
                </a:lnTo>
                <a:lnTo>
                  <a:pt x="21497" y="82150"/>
                </a:lnTo>
                <a:lnTo>
                  <a:pt x="21497" y="82150"/>
                </a:lnTo>
                <a:lnTo>
                  <a:pt x="21497" y="82150"/>
                </a:lnTo>
                <a:lnTo>
                  <a:pt x="21497" y="82150"/>
                </a:lnTo>
                <a:lnTo>
                  <a:pt x="21497" y="82151"/>
                </a:lnTo>
                <a:lnTo>
                  <a:pt x="21497" y="82151"/>
                </a:lnTo>
                <a:lnTo>
                  <a:pt x="21497" y="82151"/>
                </a:lnTo>
                <a:lnTo>
                  <a:pt x="21497" y="82151"/>
                </a:lnTo>
                <a:lnTo>
                  <a:pt x="21497" y="82151"/>
                </a:lnTo>
                <a:lnTo>
                  <a:pt x="21497" y="82152"/>
                </a:lnTo>
                <a:lnTo>
                  <a:pt x="21497" y="82152"/>
                </a:lnTo>
                <a:lnTo>
                  <a:pt x="21497" y="82152"/>
                </a:lnTo>
                <a:lnTo>
                  <a:pt x="21497" y="82152"/>
                </a:lnTo>
                <a:lnTo>
                  <a:pt x="21497" y="82152"/>
                </a:lnTo>
                <a:lnTo>
                  <a:pt x="21497" y="82153"/>
                </a:lnTo>
                <a:lnTo>
                  <a:pt x="21497" y="82153"/>
                </a:lnTo>
                <a:lnTo>
                  <a:pt x="21497" y="82153"/>
                </a:lnTo>
                <a:lnTo>
                  <a:pt x="21497" y="82153"/>
                </a:lnTo>
                <a:lnTo>
                  <a:pt x="21497" y="82153"/>
                </a:lnTo>
                <a:lnTo>
                  <a:pt x="21497" y="82154"/>
                </a:lnTo>
                <a:lnTo>
                  <a:pt x="21497" y="82154"/>
                </a:lnTo>
                <a:lnTo>
                  <a:pt x="21497" y="82154"/>
                </a:lnTo>
                <a:lnTo>
                  <a:pt x="21497" y="82154"/>
                </a:lnTo>
                <a:lnTo>
                  <a:pt x="21497" y="82154"/>
                </a:lnTo>
                <a:lnTo>
                  <a:pt x="21497" y="82155"/>
                </a:lnTo>
                <a:lnTo>
                  <a:pt x="21497" y="82155"/>
                </a:lnTo>
                <a:lnTo>
                  <a:pt x="21497" y="82155"/>
                </a:lnTo>
                <a:lnTo>
                  <a:pt x="21497" y="82155"/>
                </a:lnTo>
                <a:lnTo>
                  <a:pt x="21497" y="82155"/>
                </a:lnTo>
                <a:lnTo>
                  <a:pt x="21497" y="82156"/>
                </a:lnTo>
                <a:lnTo>
                  <a:pt x="21497" y="82156"/>
                </a:lnTo>
                <a:lnTo>
                  <a:pt x="21497" y="82156"/>
                </a:lnTo>
                <a:lnTo>
                  <a:pt x="21497" y="82156"/>
                </a:lnTo>
                <a:lnTo>
                  <a:pt x="21497" y="82156"/>
                </a:lnTo>
                <a:lnTo>
                  <a:pt x="21497" y="82157"/>
                </a:lnTo>
                <a:lnTo>
                  <a:pt x="21497" y="82157"/>
                </a:lnTo>
                <a:lnTo>
                  <a:pt x="21497" y="82157"/>
                </a:lnTo>
                <a:lnTo>
                  <a:pt x="21497" y="82157"/>
                </a:lnTo>
                <a:lnTo>
                  <a:pt x="21497" y="82157"/>
                </a:lnTo>
                <a:lnTo>
                  <a:pt x="21497" y="82158"/>
                </a:lnTo>
                <a:lnTo>
                  <a:pt x="21497" y="82158"/>
                </a:lnTo>
                <a:lnTo>
                  <a:pt x="21497" y="82158"/>
                </a:lnTo>
                <a:lnTo>
                  <a:pt x="21497" y="82158"/>
                </a:lnTo>
                <a:lnTo>
                  <a:pt x="21497" y="82158"/>
                </a:lnTo>
                <a:lnTo>
                  <a:pt x="21497" y="82159"/>
                </a:lnTo>
                <a:lnTo>
                  <a:pt x="21497" y="82159"/>
                </a:lnTo>
                <a:lnTo>
                  <a:pt x="21497" y="82159"/>
                </a:lnTo>
                <a:lnTo>
                  <a:pt x="21497" y="82159"/>
                </a:lnTo>
                <a:lnTo>
                  <a:pt x="21497" y="82159"/>
                </a:lnTo>
                <a:lnTo>
                  <a:pt x="21497" y="82160"/>
                </a:lnTo>
                <a:lnTo>
                  <a:pt x="21497" y="82160"/>
                </a:lnTo>
                <a:lnTo>
                  <a:pt x="21497" y="82160"/>
                </a:lnTo>
                <a:lnTo>
                  <a:pt x="21497" y="82160"/>
                </a:lnTo>
                <a:lnTo>
                  <a:pt x="21497" y="82160"/>
                </a:lnTo>
                <a:lnTo>
                  <a:pt x="21497" y="82161"/>
                </a:lnTo>
                <a:lnTo>
                  <a:pt x="21497" y="82161"/>
                </a:lnTo>
                <a:lnTo>
                  <a:pt x="21497" y="82161"/>
                </a:lnTo>
                <a:lnTo>
                  <a:pt x="21497" y="82161"/>
                </a:lnTo>
                <a:lnTo>
                  <a:pt x="21497" y="82161"/>
                </a:lnTo>
                <a:lnTo>
                  <a:pt x="21497" y="82162"/>
                </a:lnTo>
                <a:lnTo>
                  <a:pt x="21497" y="82162"/>
                </a:lnTo>
                <a:lnTo>
                  <a:pt x="21497" y="82162"/>
                </a:lnTo>
                <a:lnTo>
                  <a:pt x="21497" y="82162"/>
                </a:lnTo>
                <a:lnTo>
                  <a:pt x="21497" y="82162"/>
                </a:lnTo>
                <a:lnTo>
                  <a:pt x="21497" y="82163"/>
                </a:lnTo>
                <a:lnTo>
                  <a:pt x="21497" y="82163"/>
                </a:lnTo>
                <a:lnTo>
                  <a:pt x="21497" y="82163"/>
                </a:lnTo>
                <a:lnTo>
                  <a:pt x="21497" y="82163"/>
                </a:lnTo>
                <a:lnTo>
                  <a:pt x="21497" y="82163"/>
                </a:lnTo>
                <a:lnTo>
                  <a:pt x="21497" y="82164"/>
                </a:lnTo>
                <a:lnTo>
                  <a:pt x="21497" y="82164"/>
                </a:lnTo>
                <a:lnTo>
                  <a:pt x="21497" y="82164"/>
                </a:lnTo>
                <a:lnTo>
                  <a:pt x="21497" y="82164"/>
                </a:lnTo>
                <a:lnTo>
                  <a:pt x="21497" y="82164"/>
                </a:lnTo>
                <a:lnTo>
                  <a:pt x="21497" y="82165"/>
                </a:lnTo>
                <a:lnTo>
                  <a:pt x="21497" y="82165"/>
                </a:lnTo>
                <a:lnTo>
                  <a:pt x="21497" y="82165"/>
                </a:lnTo>
                <a:lnTo>
                  <a:pt x="21497" y="82165"/>
                </a:lnTo>
                <a:lnTo>
                  <a:pt x="21497" y="82165"/>
                </a:lnTo>
                <a:lnTo>
                  <a:pt x="21497" y="82166"/>
                </a:lnTo>
                <a:lnTo>
                  <a:pt x="21497" y="82166"/>
                </a:lnTo>
                <a:lnTo>
                  <a:pt x="21497" y="82166"/>
                </a:lnTo>
                <a:lnTo>
                  <a:pt x="21497" y="82166"/>
                </a:lnTo>
                <a:lnTo>
                  <a:pt x="21497" y="82166"/>
                </a:lnTo>
                <a:lnTo>
                  <a:pt x="21497" y="82167"/>
                </a:lnTo>
                <a:lnTo>
                  <a:pt x="21497" y="82167"/>
                </a:lnTo>
                <a:lnTo>
                  <a:pt x="21497" y="82167"/>
                </a:lnTo>
                <a:lnTo>
                  <a:pt x="21497" y="82167"/>
                </a:lnTo>
                <a:lnTo>
                  <a:pt x="21497" y="82167"/>
                </a:lnTo>
                <a:lnTo>
                  <a:pt x="21497" y="82168"/>
                </a:lnTo>
                <a:lnTo>
                  <a:pt x="21497" y="82168"/>
                </a:lnTo>
                <a:lnTo>
                  <a:pt x="21497" y="82168"/>
                </a:lnTo>
                <a:lnTo>
                  <a:pt x="21497" y="82168"/>
                </a:lnTo>
                <a:lnTo>
                  <a:pt x="21497" y="82168"/>
                </a:lnTo>
                <a:lnTo>
                  <a:pt x="21497" y="82169"/>
                </a:lnTo>
                <a:lnTo>
                  <a:pt x="21497" y="82169"/>
                </a:lnTo>
                <a:lnTo>
                  <a:pt x="21497" y="82169"/>
                </a:lnTo>
                <a:lnTo>
                  <a:pt x="21497" y="82169"/>
                </a:lnTo>
                <a:lnTo>
                  <a:pt x="21497" y="82169"/>
                </a:lnTo>
                <a:lnTo>
                  <a:pt x="21497" y="82170"/>
                </a:lnTo>
                <a:lnTo>
                  <a:pt x="21497" y="82170"/>
                </a:lnTo>
                <a:lnTo>
                  <a:pt x="21497" y="82170"/>
                </a:lnTo>
                <a:lnTo>
                  <a:pt x="21497" y="82170"/>
                </a:lnTo>
                <a:lnTo>
                  <a:pt x="21497" y="82170"/>
                </a:lnTo>
                <a:lnTo>
                  <a:pt x="21497" y="82171"/>
                </a:lnTo>
                <a:lnTo>
                  <a:pt x="21497" y="82171"/>
                </a:lnTo>
                <a:lnTo>
                  <a:pt x="21497" y="82171"/>
                </a:lnTo>
                <a:lnTo>
                  <a:pt x="21497" y="82171"/>
                </a:lnTo>
                <a:lnTo>
                  <a:pt x="21497" y="82171"/>
                </a:lnTo>
                <a:lnTo>
                  <a:pt x="21497" y="82172"/>
                </a:lnTo>
                <a:lnTo>
                  <a:pt x="21497" y="82172"/>
                </a:lnTo>
                <a:lnTo>
                  <a:pt x="21497" y="82172"/>
                </a:lnTo>
                <a:lnTo>
                  <a:pt x="21497" y="82172"/>
                </a:lnTo>
                <a:lnTo>
                  <a:pt x="21497" y="82172"/>
                </a:lnTo>
                <a:lnTo>
                  <a:pt x="21497" y="82173"/>
                </a:lnTo>
                <a:lnTo>
                  <a:pt x="21497" y="82173"/>
                </a:lnTo>
                <a:lnTo>
                  <a:pt x="21497" y="82173"/>
                </a:lnTo>
                <a:lnTo>
                  <a:pt x="21497" y="82173"/>
                </a:lnTo>
                <a:lnTo>
                  <a:pt x="21497" y="82173"/>
                </a:lnTo>
                <a:lnTo>
                  <a:pt x="21497" y="82174"/>
                </a:lnTo>
                <a:lnTo>
                  <a:pt x="21497" y="82174"/>
                </a:lnTo>
                <a:lnTo>
                  <a:pt x="21497" y="82174"/>
                </a:lnTo>
                <a:lnTo>
                  <a:pt x="21497" y="82174"/>
                </a:lnTo>
                <a:lnTo>
                  <a:pt x="21497" y="82174"/>
                </a:lnTo>
                <a:lnTo>
                  <a:pt x="21497" y="82175"/>
                </a:lnTo>
                <a:lnTo>
                  <a:pt x="21497" y="82175"/>
                </a:lnTo>
                <a:lnTo>
                  <a:pt x="21497" y="82175"/>
                </a:lnTo>
                <a:lnTo>
                  <a:pt x="21497" y="82175"/>
                </a:lnTo>
                <a:lnTo>
                  <a:pt x="21497" y="82175"/>
                </a:lnTo>
                <a:lnTo>
                  <a:pt x="21497" y="82176"/>
                </a:lnTo>
                <a:lnTo>
                  <a:pt x="21497" y="82176"/>
                </a:lnTo>
                <a:lnTo>
                  <a:pt x="21497" y="82176"/>
                </a:lnTo>
                <a:lnTo>
                  <a:pt x="21497" y="82176"/>
                </a:lnTo>
                <a:lnTo>
                  <a:pt x="21497" y="82176"/>
                </a:lnTo>
                <a:lnTo>
                  <a:pt x="21497" y="82177"/>
                </a:lnTo>
                <a:lnTo>
                  <a:pt x="21497" y="82177"/>
                </a:lnTo>
                <a:lnTo>
                  <a:pt x="21497" y="82177"/>
                </a:lnTo>
                <a:lnTo>
                  <a:pt x="21497" y="82177"/>
                </a:lnTo>
                <a:lnTo>
                  <a:pt x="21497" y="82177"/>
                </a:lnTo>
                <a:lnTo>
                  <a:pt x="21497" y="82178"/>
                </a:lnTo>
                <a:lnTo>
                  <a:pt x="21497" y="82178"/>
                </a:lnTo>
                <a:lnTo>
                  <a:pt x="21497" y="82178"/>
                </a:lnTo>
                <a:lnTo>
                  <a:pt x="21497" y="82178"/>
                </a:lnTo>
                <a:lnTo>
                  <a:pt x="21497" y="82178"/>
                </a:lnTo>
                <a:lnTo>
                  <a:pt x="21497" y="82179"/>
                </a:lnTo>
                <a:lnTo>
                  <a:pt x="21497" y="82179"/>
                </a:lnTo>
                <a:lnTo>
                  <a:pt x="21497" y="82179"/>
                </a:lnTo>
                <a:lnTo>
                  <a:pt x="21497" y="82179"/>
                </a:lnTo>
                <a:lnTo>
                  <a:pt x="21497" y="82179"/>
                </a:lnTo>
                <a:lnTo>
                  <a:pt x="21497" y="82180"/>
                </a:lnTo>
                <a:lnTo>
                  <a:pt x="21497" y="82180"/>
                </a:lnTo>
                <a:lnTo>
                  <a:pt x="21497" y="82180"/>
                </a:lnTo>
                <a:lnTo>
                  <a:pt x="21497" y="82180"/>
                </a:lnTo>
                <a:lnTo>
                  <a:pt x="21497" y="82180"/>
                </a:lnTo>
                <a:lnTo>
                  <a:pt x="21497" y="82181"/>
                </a:lnTo>
                <a:lnTo>
                  <a:pt x="21497" y="82181"/>
                </a:lnTo>
                <a:lnTo>
                  <a:pt x="21497" y="82181"/>
                </a:lnTo>
                <a:lnTo>
                  <a:pt x="21497" y="82181"/>
                </a:lnTo>
                <a:lnTo>
                  <a:pt x="21497" y="82181"/>
                </a:lnTo>
                <a:lnTo>
                  <a:pt x="21497" y="82182"/>
                </a:lnTo>
                <a:lnTo>
                  <a:pt x="21497" y="82182"/>
                </a:lnTo>
                <a:lnTo>
                  <a:pt x="21497" y="82182"/>
                </a:lnTo>
                <a:lnTo>
                  <a:pt x="21497" y="82182"/>
                </a:lnTo>
                <a:lnTo>
                  <a:pt x="21497" y="82182"/>
                </a:lnTo>
                <a:lnTo>
                  <a:pt x="21497" y="82183"/>
                </a:lnTo>
                <a:lnTo>
                  <a:pt x="21497" y="82183"/>
                </a:lnTo>
                <a:lnTo>
                  <a:pt x="21497" y="82183"/>
                </a:lnTo>
                <a:lnTo>
                  <a:pt x="21497" y="82183"/>
                </a:lnTo>
                <a:lnTo>
                  <a:pt x="21497" y="82183"/>
                </a:lnTo>
                <a:lnTo>
                  <a:pt x="21497" y="82184"/>
                </a:lnTo>
                <a:lnTo>
                  <a:pt x="21497" y="82184"/>
                </a:lnTo>
                <a:lnTo>
                  <a:pt x="21497" y="82184"/>
                </a:lnTo>
                <a:lnTo>
                  <a:pt x="21497" y="82184"/>
                </a:lnTo>
                <a:lnTo>
                  <a:pt x="21497" y="82184"/>
                </a:lnTo>
                <a:lnTo>
                  <a:pt x="21497" y="82185"/>
                </a:lnTo>
                <a:lnTo>
                  <a:pt x="21497" y="82185"/>
                </a:lnTo>
                <a:lnTo>
                  <a:pt x="21497" y="82185"/>
                </a:lnTo>
                <a:lnTo>
                  <a:pt x="21497" y="82185"/>
                </a:lnTo>
                <a:lnTo>
                  <a:pt x="21497" y="82185"/>
                </a:lnTo>
                <a:lnTo>
                  <a:pt x="21497" y="82186"/>
                </a:lnTo>
                <a:lnTo>
                  <a:pt x="21497" y="82186"/>
                </a:lnTo>
                <a:lnTo>
                  <a:pt x="21497" y="82186"/>
                </a:lnTo>
                <a:lnTo>
                  <a:pt x="21497" y="82186"/>
                </a:lnTo>
                <a:lnTo>
                  <a:pt x="21497" y="82186"/>
                </a:lnTo>
                <a:lnTo>
                  <a:pt x="21497" y="82187"/>
                </a:lnTo>
                <a:lnTo>
                  <a:pt x="21497" y="82187"/>
                </a:lnTo>
                <a:lnTo>
                  <a:pt x="21497" y="82187"/>
                </a:lnTo>
                <a:lnTo>
                  <a:pt x="21497" y="82187"/>
                </a:lnTo>
                <a:lnTo>
                  <a:pt x="21497" y="82187"/>
                </a:lnTo>
                <a:lnTo>
                  <a:pt x="21497" y="82188"/>
                </a:lnTo>
                <a:lnTo>
                  <a:pt x="21497" y="82188"/>
                </a:lnTo>
                <a:lnTo>
                  <a:pt x="21497" y="82188"/>
                </a:lnTo>
                <a:lnTo>
                  <a:pt x="21497" y="82188"/>
                </a:lnTo>
                <a:lnTo>
                  <a:pt x="21497" y="82188"/>
                </a:lnTo>
                <a:lnTo>
                  <a:pt x="21497" y="82189"/>
                </a:lnTo>
                <a:lnTo>
                  <a:pt x="21497" y="82189"/>
                </a:lnTo>
                <a:lnTo>
                  <a:pt x="21497" y="82189"/>
                </a:lnTo>
                <a:lnTo>
                  <a:pt x="21497" y="82189"/>
                </a:lnTo>
                <a:lnTo>
                  <a:pt x="21497" y="82189"/>
                </a:lnTo>
                <a:lnTo>
                  <a:pt x="21497" y="82190"/>
                </a:lnTo>
                <a:lnTo>
                  <a:pt x="21497" y="82190"/>
                </a:lnTo>
                <a:lnTo>
                  <a:pt x="21497" y="82190"/>
                </a:lnTo>
                <a:lnTo>
                  <a:pt x="21497" y="82190"/>
                </a:lnTo>
                <a:lnTo>
                  <a:pt x="21497" y="82190"/>
                </a:lnTo>
                <a:lnTo>
                  <a:pt x="21497" y="82191"/>
                </a:lnTo>
                <a:lnTo>
                  <a:pt x="21497" y="82191"/>
                </a:lnTo>
                <a:lnTo>
                  <a:pt x="21497" y="82191"/>
                </a:lnTo>
                <a:lnTo>
                  <a:pt x="21497" y="82191"/>
                </a:lnTo>
                <a:lnTo>
                  <a:pt x="21497" y="82191"/>
                </a:lnTo>
                <a:lnTo>
                  <a:pt x="21497" y="82192"/>
                </a:lnTo>
                <a:lnTo>
                  <a:pt x="21497" y="82192"/>
                </a:lnTo>
                <a:lnTo>
                  <a:pt x="21497" y="82192"/>
                </a:lnTo>
                <a:lnTo>
                  <a:pt x="21497" y="82192"/>
                </a:lnTo>
                <a:lnTo>
                  <a:pt x="21497" y="82192"/>
                </a:lnTo>
                <a:lnTo>
                  <a:pt x="21497" y="82193"/>
                </a:lnTo>
                <a:lnTo>
                  <a:pt x="21497" y="82193"/>
                </a:lnTo>
                <a:lnTo>
                  <a:pt x="21497" y="82193"/>
                </a:lnTo>
                <a:lnTo>
                  <a:pt x="21497" y="82193"/>
                </a:lnTo>
                <a:lnTo>
                  <a:pt x="21497" y="82193"/>
                </a:lnTo>
                <a:lnTo>
                  <a:pt x="21497" y="82194"/>
                </a:lnTo>
                <a:lnTo>
                  <a:pt x="21497" y="82194"/>
                </a:lnTo>
                <a:lnTo>
                  <a:pt x="21497" y="82194"/>
                </a:lnTo>
                <a:lnTo>
                  <a:pt x="21497" y="82194"/>
                </a:lnTo>
                <a:lnTo>
                  <a:pt x="21497" y="82194"/>
                </a:lnTo>
                <a:lnTo>
                  <a:pt x="21497" y="82195"/>
                </a:lnTo>
                <a:lnTo>
                  <a:pt x="21497" y="82195"/>
                </a:lnTo>
                <a:lnTo>
                  <a:pt x="21497" y="82195"/>
                </a:lnTo>
                <a:lnTo>
                  <a:pt x="21497" y="82195"/>
                </a:lnTo>
                <a:lnTo>
                  <a:pt x="21497" y="82195"/>
                </a:lnTo>
                <a:lnTo>
                  <a:pt x="21497" y="82196"/>
                </a:lnTo>
                <a:lnTo>
                  <a:pt x="21497" y="82196"/>
                </a:lnTo>
                <a:lnTo>
                  <a:pt x="21497" y="82196"/>
                </a:lnTo>
                <a:lnTo>
                  <a:pt x="21497" y="82196"/>
                </a:lnTo>
                <a:lnTo>
                  <a:pt x="21497" y="82196"/>
                </a:lnTo>
                <a:lnTo>
                  <a:pt x="21497" y="82197"/>
                </a:lnTo>
                <a:lnTo>
                  <a:pt x="21497" y="82197"/>
                </a:lnTo>
                <a:lnTo>
                  <a:pt x="21497" y="82197"/>
                </a:lnTo>
                <a:lnTo>
                  <a:pt x="21497" y="82197"/>
                </a:lnTo>
                <a:lnTo>
                  <a:pt x="21497" y="82197"/>
                </a:lnTo>
                <a:lnTo>
                  <a:pt x="21497" y="82198"/>
                </a:lnTo>
                <a:lnTo>
                  <a:pt x="21497" y="82198"/>
                </a:lnTo>
                <a:lnTo>
                  <a:pt x="21497" y="82198"/>
                </a:lnTo>
                <a:lnTo>
                  <a:pt x="21497" y="82198"/>
                </a:lnTo>
                <a:lnTo>
                  <a:pt x="21497" y="82198"/>
                </a:lnTo>
                <a:lnTo>
                  <a:pt x="21497" y="82199"/>
                </a:lnTo>
                <a:lnTo>
                  <a:pt x="21497" y="82199"/>
                </a:lnTo>
                <a:lnTo>
                  <a:pt x="21497" y="82199"/>
                </a:lnTo>
                <a:lnTo>
                  <a:pt x="21497" y="82199"/>
                </a:lnTo>
                <a:lnTo>
                  <a:pt x="21497" y="82199"/>
                </a:lnTo>
                <a:lnTo>
                  <a:pt x="21497" y="82200"/>
                </a:lnTo>
                <a:lnTo>
                  <a:pt x="21497" y="82200"/>
                </a:lnTo>
                <a:lnTo>
                  <a:pt x="21497" y="82200"/>
                </a:lnTo>
                <a:lnTo>
                  <a:pt x="21497" y="82200"/>
                </a:lnTo>
                <a:lnTo>
                  <a:pt x="21497" y="82200"/>
                </a:lnTo>
                <a:lnTo>
                  <a:pt x="21497" y="82201"/>
                </a:lnTo>
                <a:lnTo>
                  <a:pt x="21497" y="82201"/>
                </a:lnTo>
                <a:lnTo>
                  <a:pt x="21497" y="82201"/>
                </a:lnTo>
                <a:lnTo>
                  <a:pt x="21497" y="82201"/>
                </a:lnTo>
                <a:lnTo>
                  <a:pt x="21497" y="82201"/>
                </a:lnTo>
                <a:lnTo>
                  <a:pt x="21497" y="82202"/>
                </a:lnTo>
                <a:lnTo>
                  <a:pt x="21497" y="82202"/>
                </a:lnTo>
                <a:lnTo>
                  <a:pt x="21497" y="82202"/>
                </a:lnTo>
                <a:lnTo>
                  <a:pt x="21497" y="82202"/>
                </a:lnTo>
                <a:lnTo>
                  <a:pt x="21497" y="82202"/>
                </a:lnTo>
                <a:lnTo>
                  <a:pt x="21497" y="82203"/>
                </a:lnTo>
                <a:lnTo>
                  <a:pt x="21497" y="82203"/>
                </a:lnTo>
                <a:lnTo>
                  <a:pt x="21497" y="82203"/>
                </a:lnTo>
                <a:lnTo>
                  <a:pt x="21497" y="82203"/>
                </a:lnTo>
                <a:lnTo>
                  <a:pt x="21497" y="82203"/>
                </a:lnTo>
                <a:lnTo>
                  <a:pt x="21497" y="82204"/>
                </a:lnTo>
                <a:lnTo>
                  <a:pt x="21497" y="82204"/>
                </a:lnTo>
                <a:lnTo>
                  <a:pt x="21497" y="82204"/>
                </a:lnTo>
                <a:lnTo>
                  <a:pt x="21497" y="82204"/>
                </a:lnTo>
                <a:lnTo>
                  <a:pt x="21497" y="82204"/>
                </a:lnTo>
                <a:lnTo>
                  <a:pt x="21497" y="82205"/>
                </a:lnTo>
                <a:lnTo>
                  <a:pt x="21497" y="82205"/>
                </a:lnTo>
                <a:lnTo>
                  <a:pt x="21497" y="82205"/>
                </a:lnTo>
                <a:lnTo>
                  <a:pt x="21497" y="82205"/>
                </a:lnTo>
                <a:lnTo>
                  <a:pt x="21497" y="82206"/>
                </a:lnTo>
                <a:lnTo>
                  <a:pt x="21497" y="82206"/>
                </a:lnTo>
                <a:lnTo>
                  <a:pt x="21497" y="82206"/>
                </a:lnTo>
                <a:lnTo>
                  <a:pt x="21497" y="82206"/>
                </a:lnTo>
                <a:lnTo>
                  <a:pt x="21497" y="82206"/>
                </a:lnTo>
                <a:lnTo>
                  <a:pt x="21497" y="82207"/>
                </a:lnTo>
                <a:lnTo>
                  <a:pt x="21497" y="82207"/>
                </a:lnTo>
                <a:lnTo>
                  <a:pt x="21497" y="82207"/>
                </a:lnTo>
                <a:lnTo>
                  <a:pt x="21497" y="82207"/>
                </a:lnTo>
                <a:lnTo>
                  <a:pt x="21497" y="82207"/>
                </a:lnTo>
                <a:lnTo>
                  <a:pt x="21497" y="82208"/>
                </a:lnTo>
                <a:lnTo>
                  <a:pt x="21497" y="82208"/>
                </a:lnTo>
                <a:lnTo>
                  <a:pt x="21497" y="82208"/>
                </a:lnTo>
                <a:lnTo>
                  <a:pt x="21497" y="82208"/>
                </a:lnTo>
                <a:lnTo>
                  <a:pt x="21497" y="82208"/>
                </a:lnTo>
                <a:lnTo>
                  <a:pt x="21497" y="82209"/>
                </a:lnTo>
                <a:lnTo>
                  <a:pt x="21497" y="82209"/>
                </a:lnTo>
                <a:lnTo>
                  <a:pt x="21497" y="82209"/>
                </a:lnTo>
                <a:lnTo>
                  <a:pt x="21497" y="82209"/>
                </a:lnTo>
                <a:lnTo>
                  <a:pt x="21497" y="82209"/>
                </a:lnTo>
                <a:lnTo>
                  <a:pt x="21497" y="82210"/>
                </a:lnTo>
                <a:lnTo>
                  <a:pt x="21497" y="82210"/>
                </a:lnTo>
                <a:lnTo>
                  <a:pt x="21497" y="82210"/>
                </a:lnTo>
                <a:lnTo>
                  <a:pt x="21497" y="82210"/>
                </a:lnTo>
                <a:lnTo>
                  <a:pt x="21497" y="82210"/>
                </a:lnTo>
                <a:lnTo>
                  <a:pt x="21497" y="82211"/>
                </a:lnTo>
                <a:lnTo>
                  <a:pt x="21497" y="82211"/>
                </a:lnTo>
                <a:lnTo>
                  <a:pt x="21497" y="82211"/>
                </a:lnTo>
                <a:lnTo>
                  <a:pt x="21497" y="82211"/>
                </a:lnTo>
                <a:lnTo>
                  <a:pt x="21497" y="82211"/>
                </a:lnTo>
                <a:lnTo>
                  <a:pt x="21497" y="82212"/>
                </a:lnTo>
                <a:lnTo>
                  <a:pt x="21497" y="82212"/>
                </a:lnTo>
                <a:lnTo>
                  <a:pt x="21497" y="82212"/>
                </a:lnTo>
                <a:lnTo>
                  <a:pt x="21497" y="82212"/>
                </a:lnTo>
                <a:lnTo>
                  <a:pt x="21497" y="82212"/>
                </a:lnTo>
                <a:lnTo>
                  <a:pt x="21497" y="82213"/>
                </a:lnTo>
                <a:lnTo>
                  <a:pt x="21497" y="82213"/>
                </a:lnTo>
                <a:lnTo>
                  <a:pt x="21497" y="82213"/>
                </a:lnTo>
                <a:lnTo>
                  <a:pt x="21497" y="82213"/>
                </a:lnTo>
                <a:lnTo>
                  <a:pt x="21497" y="82213"/>
                </a:lnTo>
                <a:lnTo>
                  <a:pt x="21497" y="82214"/>
                </a:lnTo>
                <a:lnTo>
                  <a:pt x="21497" y="82214"/>
                </a:lnTo>
                <a:lnTo>
                  <a:pt x="21497" y="82214"/>
                </a:lnTo>
                <a:lnTo>
                  <a:pt x="21497" y="82214"/>
                </a:lnTo>
                <a:lnTo>
                  <a:pt x="21497" y="82214"/>
                </a:lnTo>
                <a:lnTo>
                  <a:pt x="21497" y="82215"/>
                </a:lnTo>
                <a:lnTo>
                  <a:pt x="21497" y="82215"/>
                </a:lnTo>
                <a:lnTo>
                  <a:pt x="21497" y="82215"/>
                </a:lnTo>
                <a:lnTo>
                  <a:pt x="21497" y="82215"/>
                </a:lnTo>
                <a:lnTo>
                  <a:pt x="21497" y="82215"/>
                </a:lnTo>
                <a:lnTo>
                  <a:pt x="21497" y="82216"/>
                </a:lnTo>
                <a:lnTo>
                  <a:pt x="21497" y="82216"/>
                </a:lnTo>
                <a:lnTo>
                  <a:pt x="21497" y="82216"/>
                </a:lnTo>
                <a:lnTo>
                  <a:pt x="21497" y="82216"/>
                </a:lnTo>
                <a:lnTo>
                  <a:pt x="21497" y="82216"/>
                </a:lnTo>
                <a:lnTo>
                  <a:pt x="21497" y="82217"/>
                </a:lnTo>
                <a:lnTo>
                  <a:pt x="21497" y="82217"/>
                </a:lnTo>
                <a:lnTo>
                  <a:pt x="21497" y="82217"/>
                </a:lnTo>
                <a:lnTo>
                  <a:pt x="21497" y="82217"/>
                </a:lnTo>
                <a:lnTo>
                  <a:pt x="21497" y="82217"/>
                </a:lnTo>
                <a:lnTo>
                  <a:pt x="21497" y="82218"/>
                </a:lnTo>
                <a:lnTo>
                  <a:pt x="21497" y="82218"/>
                </a:lnTo>
                <a:lnTo>
                  <a:pt x="21497" y="82218"/>
                </a:lnTo>
                <a:lnTo>
                  <a:pt x="21497" y="82218"/>
                </a:lnTo>
                <a:lnTo>
                  <a:pt x="21497" y="82218"/>
                </a:lnTo>
                <a:lnTo>
                  <a:pt x="21497" y="82219"/>
                </a:lnTo>
                <a:lnTo>
                  <a:pt x="21497" y="82219"/>
                </a:lnTo>
                <a:lnTo>
                  <a:pt x="21497" y="82219"/>
                </a:lnTo>
                <a:lnTo>
                  <a:pt x="21497" y="82219"/>
                </a:lnTo>
                <a:lnTo>
                  <a:pt x="21497" y="82220"/>
                </a:lnTo>
                <a:lnTo>
                  <a:pt x="21497" y="82220"/>
                </a:lnTo>
                <a:lnTo>
                  <a:pt x="21497" y="82220"/>
                </a:lnTo>
                <a:lnTo>
                  <a:pt x="21497" y="82220"/>
                </a:lnTo>
                <a:lnTo>
                  <a:pt x="21497" y="82220"/>
                </a:lnTo>
                <a:lnTo>
                  <a:pt x="21497" y="82221"/>
                </a:lnTo>
                <a:lnTo>
                  <a:pt x="21497" y="82221"/>
                </a:lnTo>
                <a:lnTo>
                  <a:pt x="21497" y="82221"/>
                </a:lnTo>
                <a:lnTo>
                  <a:pt x="21497" y="82221"/>
                </a:lnTo>
                <a:lnTo>
                  <a:pt x="21497" y="82221"/>
                </a:lnTo>
                <a:lnTo>
                  <a:pt x="21497" y="82222"/>
                </a:lnTo>
                <a:lnTo>
                  <a:pt x="21497" y="82222"/>
                </a:lnTo>
                <a:lnTo>
                  <a:pt x="21497" y="82222"/>
                </a:lnTo>
                <a:lnTo>
                  <a:pt x="21497" y="82222"/>
                </a:lnTo>
                <a:lnTo>
                  <a:pt x="21497" y="82222"/>
                </a:lnTo>
                <a:lnTo>
                  <a:pt x="21497" y="82223"/>
                </a:lnTo>
                <a:lnTo>
                  <a:pt x="21497" y="82223"/>
                </a:lnTo>
                <a:lnTo>
                  <a:pt x="21497" y="82223"/>
                </a:lnTo>
                <a:lnTo>
                  <a:pt x="21497" y="82223"/>
                </a:lnTo>
                <a:lnTo>
                  <a:pt x="21497" y="82223"/>
                </a:lnTo>
                <a:lnTo>
                  <a:pt x="21497" y="82224"/>
                </a:lnTo>
                <a:lnTo>
                  <a:pt x="21497" y="82224"/>
                </a:lnTo>
                <a:lnTo>
                  <a:pt x="21497" y="82224"/>
                </a:lnTo>
                <a:lnTo>
                  <a:pt x="21497" y="82224"/>
                </a:lnTo>
                <a:lnTo>
                  <a:pt x="21497" y="82224"/>
                </a:lnTo>
                <a:lnTo>
                  <a:pt x="21497" y="82225"/>
                </a:lnTo>
                <a:lnTo>
                  <a:pt x="21497" y="82225"/>
                </a:lnTo>
                <a:lnTo>
                  <a:pt x="21497" y="82225"/>
                </a:lnTo>
                <a:lnTo>
                  <a:pt x="21497" y="82225"/>
                </a:lnTo>
                <a:lnTo>
                  <a:pt x="21497" y="82225"/>
                </a:lnTo>
                <a:lnTo>
                  <a:pt x="21497" y="82226"/>
                </a:lnTo>
                <a:lnTo>
                  <a:pt x="21497" y="82226"/>
                </a:lnTo>
                <a:lnTo>
                  <a:pt x="21497" y="82226"/>
                </a:lnTo>
                <a:lnTo>
                  <a:pt x="21497" y="82226"/>
                </a:lnTo>
                <a:lnTo>
                  <a:pt x="21497" y="82226"/>
                </a:lnTo>
                <a:lnTo>
                  <a:pt x="21497" y="82227"/>
                </a:lnTo>
                <a:lnTo>
                  <a:pt x="21497" y="82227"/>
                </a:lnTo>
                <a:lnTo>
                  <a:pt x="21497" y="82227"/>
                </a:lnTo>
                <a:lnTo>
                  <a:pt x="21497" y="82227"/>
                </a:lnTo>
                <a:lnTo>
                  <a:pt x="21497" y="82227"/>
                </a:lnTo>
                <a:lnTo>
                  <a:pt x="21497" y="82228"/>
                </a:lnTo>
                <a:lnTo>
                  <a:pt x="21497" y="82228"/>
                </a:lnTo>
                <a:lnTo>
                  <a:pt x="21497" y="82228"/>
                </a:lnTo>
                <a:lnTo>
                  <a:pt x="21497" y="82228"/>
                </a:lnTo>
                <a:lnTo>
                  <a:pt x="21497" y="82228"/>
                </a:lnTo>
                <a:lnTo>
                  <a:pt x="21497" y="82229"/>
                </a:lnTo>
                <a:lnTo>
                  <a:pt x="21497" y="82229"/>
                </a:lnTo>
                <a:lnTo>
                  <a:pt x="21497" y="82229"/>
                </a:lnTo>
                <a:lnTo>
                  <a:pt x="21497" y="82229"/>
                </a:lnTo>
                <a:lnTo>
                  <a:pt x="21497" y="82229"/>
                </a:lnTo>
                <a:lnTo>
                  <a:pt x="21497" y="82230"/>
                </a:lnTo>
                <a:lnTo>
                  <a:pt x="21497" y="82230"/>
                </a:lnTo>
                <a:lnTo>
                  <a:pt x="21497" y="82230"/>
                </a:lnTo>
                <a:lnTo>
                  <a:pt x="21497" y="82230"/>
                </a:lnTo>
                <a:lnTo>
                  <a:pt x="21497" y="82231"/>
                </a:lnTo>
                <a:lnTo>
                  <a:pt x="21497" y="82231"/>
                </a:lnTo>
                <a:lnTo>
                  <a:pt x="21497" y="82231"/>
                </a:lnTo>
                <a:lnTo>
                  <a:pt x="21497" y="82231"/>
                </a:lnTo>
                <a:lnTo>
                  <a:pt x="21497" y="82231"/>
                </a:lnTo>
                <a:lnTo>
                  <a:pt x="21497" y="82232"/>
                </a:lnTo>
                <a:lnTo>
                  <a:pt x="21497" y="82232"/>
                </a:lnTo>
                <a:lnTo>
                  <a:pt x="21497" y="82232"/>
                </a:lnTo>
                <a:lnTo>
                  <a:pt x="21497" y="82232"/>
                </a:lnTo>
                <a:lnTo>
                  <a:pt x="21497" y="82232"/>
                </a:lnTo>
                <a:lnTo>
                  <a:pt x="21497" y="82233"/>
                </a:lnTo>
                <a:lnTo>
                  <a:pt x="21497" y="82233"/>
                </a:lnTo>
                <a:lnTo>
                  <a:pt x="21497" y="82233"/>
                </a:lnTo>
                <a:lnTo>
                  <a:pt x="21497" y="82233"/>
                </a:lnTo>
                <a:lnTo>
                  <a:pt x="21497" y="82233"/>
                </a:lnTo>
                <a:lnTo>
                  <a:pt x="21497" y="82234"/>
                </a:lnTo>
                <a:lnTo>
                  <a:pt x="21497" y="82234"/>
                </a:lnTo>
                <a:lnTo>
                  <a:pt x="21497" y="82234"/>
                </a:lnTo>
                <a:lnTo>
                  <a:pt x="21497" y="82234"/>
                </a:lnTo>
                <a:lnTo>
                  <a:pt x="21497" y="82234"/>
                </a:lnTo>
                <a:lnTo>
                  <a:pt x="21497" y="82235"/>
                </a:lnTo>
                <a:lnTo>
                  <a:pt x="21497" y="82235"/>
                </a:lnTo>
                <a:lnTo>
                  <a:pt x="21497" y="82235"/>
                </a:lnTo>
                <a:lnTo>
                  <a:pt x="21497" y="82235"/>
                </a:lnTo>
                <a:lnTo>
                  <a:pt x="21497" y="82235"/>
                </a:lnTo>
                <a:lnTo>
                  <a:pt x="21497" y="82236"/>
                </a:lnTo>
                <a:lnTo>
                  <a:pt x="21497" y="82236"/>
                </a:lnTo>
                <a:lnTo>
                  <a:pt x="21497" y="82236"/>
                </a:lnTo>
                <a:lnTo>
                  <a:pt x="21497" y="82236"/>
                </a:lnTo>
                <a:lnTo>
                  <a:pt x="21497" y="82236"/>
                </a:lnTo>
                <a:lnTo>
                  <a:pt x="21497" y="82237"/>
                </a:lnTo>
                <a:lnTo>
                  <a:pt x="21497" y="82237"/>
                </a:lnTo>
                <a:lnTo>
                  <a:pt x="21497" y="82237"/>
                </a:lnTo>
                <a:lnTo>
                  <a:pt x="21497" y="82237"/>
                </a:lnTo>
                <a:lnTo>
                  <a:pt x="21497" y="82237"/>
                </a:lnTo>
                <a:lnTo>
                  <a:pt x="21497" y="82238"/>
                </a:lnTo>
                <a:lnTo>
                  <a:pt x="21497" y="82238"/>
                </a:lnTo>
                <a:lnTo>
                  <a:pt x="21497" y="82238"/>
                </a:lnTo>
                <a:lnTo>
                  <a:pt x="21497" y="82238"/>
                </a:lnTo>
                <a:lnTo>
                  <a:pt x="21497" y="82239"/>
                </a:lnTo>
                <a:lnTo>
                  <a:pt x="21497" y="82239"/>
                </a:lnTo>
                <a:lnTo>
                  <a:pt x="21497" y="82239"/>
                </a:lnTo>
                <a:lnTo>
                  <a:pt x="21497" y="82239"/>
                </a:lnTo>
                <a:lnTo>
                  <a:pt x="21497" y="82239"/>
                </a:lnTo>
                <a:lnTo>
                  <a:pt x="21497" y="82240"/>
                </a:lnTo>
                <a:lnTo>
                  <a:pt x="21497" y="82240"/>
                </a:lnTo>
                <a:lnTo>
                  <a:pt x="21497" y="82240"/>
                </a:lnTo>
                <a:lnTo>
                  <a:pt x="21497" y="82240"/>
                </a:lnTo>
                <a:lnTo>
                  <a:pt x="21497" y="82240"/>
                </a:lnTo>
                <a:lnTo>
                  <a:pt x="21497" y="82241"/>
                </a:lnTo>
                <a:lnTo>
                  <a:pt x="21497" y="82241"/>
                </a:lnTo>
                <a:lnTo>
                  <a:pt x="21497" y="82241"/>
                </a:lnTo>
                <a:lnTo>
                  <a:pt x="21497" y="82241"/>
                </a:lnTo>
                <a:lnTo>
                  <a:pt x="21497" y="82241"/>
                </a:lnTo>
                <a:lnTo>
                  <a:pt x="21497" y="82242"/>
                </a:lnTo>
                <a:lnTo>
                  <a:pt x="21497" y="82242"/>
                </a:lnTo>
                <a:lnTo>
                  <a:pt x="21497" y="82242"/>
                </a:lnTo>
                <a:lnTo>
                  <a:pt x="21497" y="82242"/>
                </a:lnTo>
                <a:lnTo>
                  <a:pt x="21497" y="82242"/>
                </a:lnTo>
                <a:lnTo>
                  <a:pt x="21497" y="82243"/>
                </a:lnTo>
                <a:lnTo>
                  <a:pt x="21497" y="82243"/>
                </a:lnTo>
                <a:lnTo>
                  <a:pt x="21497" y="82243"/>
                </a:lnTo>
                <a:lnTo>
                  <a:pt x="21497" y="82243"/>
                </a:lnTo>
                <a:lnTo>
                  <a:pt x="21497" y="82243"/>
                </a:lnTo>
                <a:lnTo>
                  <a:pt x="21497" y="82244"/>
                </a:lnTo>
                <a:lnTo>
                  <a:pt x="21497" y="82244"/>
                </a:lnTo>
                <a:lnTo>
                  <a:pt x="21497" y="82244"/>
                </a:lnTo>
                <a:lnTo>
                  <a:pt x="21497" y="82244"/>
                </a:lnTo>
                <a:lnTo>
                  <a:pt x="21497" y="82244"/>
                </a:lnTo>
                <a:lnTo>
                  <a:pt x="21497" y="82245"/>
                </a:lnTo>
                <a:lnTo>
                  <a:pt x="21497" y="82245"/>
                </a:lnTo>
                <a:lnTo>
                  <a:pt x="21497" y="82245"/>
                </a:lnTo>
                <a:lnTo>
                  <a:pt x="21497" y="82245"/>
                </a:lnTo>
                <a:lnTo>
                  <a:pt x="21497" y="82245"/>
                </a:lnTo>
                <a:lnTo>
                  <a:pt x="21497" y="82246"/>
                </a:lnTo>
                <a:lnTo>
                  <a:pt x="21497" y="82246"/>
                </a:lnTo>
                <a:lnTo>
                  <a:pt x="21497" y="82246"/>
                </a:lnTo>
                <a:lnTo>
                  <a:pt x="21497" y="82246"/>
                </a:lnTo>
                <a:lnTo>
                  <a:pt x="21497" y="82247"/>
                </a:lnTo>
                <a:lnTo>
                  <a:pt x="21497" y="82247"/>
                </a:lnTo>
                <a:lnTo>
                  <a:pt x="21497" y="82247"/>
                </a:lnTo>
                <a:lnTo>
                  <a:pt x="21497" y="82247"/>
                </a:lnTo>
                <a:lnTo>
                  <a:pt x="21497" y="82247"/>
                </a:lnTo>
                <a:lnTo>
                  <a:pt x="21497" y="82248"/>
                </a:lnTo>
                <a:lnTo>
                  <a:pt x="21497" y="82248"/>
                </a:lnTo>
                <a:lnTo>
                  <a:pt x="21497" y="82248"/>
                </a:lnTo>
                <a:lnTo>
                  <a:pt x="21497" y="82248"/>
                </a:lnTo>
                <a:lnTo>
                  <a:pt x="21497" y="82248"/>
                </a:lnTo>
                <a:lnTo>
                  <a:pt x="21497" y="82249"/>
                </a:lnTo>
                <a:lnTo>
                  <a:pt x="21497" y="82249"/>
                </a:lnTo>
                <a:lnTo>
                  <a:pt x="21497" y="82249"/>
                </a:lnTo>
                <a:lnTo>
                  <a:pt x="21497" y="82249"/>
                </a:lnTo>
                <a:lnTo>
                  <a:pt x="21497" y="82249"/>
                </a:lnTo>
                <a:lnTo>
                  <a:pt x="21497" y="82250"/>
                </a:lnTo>
                <a:lnTo>
                  <a:pt x="21497" y="82250"/>
                </a:lnTo>
                <a:lnTo>
                  <a:pt x="21497" y="82250"/>
                </a:lnTo>
                <a:lnTo>
                  <a:pt x="21497" y="82250"/>
                </a:lnTo>
                <a:lnTo>
                  <a:pt x="21497" y="82250"/>
                </a:lnTo>
                <a:lnTo>
                  <a:pt x="21497" y="82251"/>
                </a:lnTo>
                <a:lnTo>
                  <a:pt x="21497" y="82251"/>
                </a:lnTo>
                <a:lnTo>
                  <a:pt x="21497" y="82251"/>
                </a:lnTo>
                <a:lnTo>
                  <a:pt x="21497" y="82251"/>
                </a:lnTo>
                <a:lnTo>
                  <a:pt x="21497" y="82251"/>
                </a:lnTo>
                <a:lnTo>
                  <a:pt x="21497" y="82252"/>
                </a:lnTo>
                <a:lnTo>
                  <a:pt x="21497" y="82252"/>
                </a:lnTo>
                <a:lnTo>
                  <a:pt x="21497" y="82252"/>
                </a:lnTo>
                <a:lnTo>
                  <a:pt x="21497" y="82252"/>
                </a:lnTo>
                <a:lnTo>
                  <a:pt x="21497" y="82252"/>
                </a:lnTo>
                <a:lnTo>
                  <a:pt x="21497" y="82253"/>
                </a:lnTo>
                <a:lnTo>
                  <a:pt x="21497" y="82253"/>
                </a:lnTo>
                <a:lnTo>
                  <a:pt x="21497" y="82253"/>
                </a:lnTo>
                <a:lnTo>
                  <a:pt x="21497" y="82253"/>
                </a:lnTo>
                <a:lnTo>
                  <a:pt x="21497" y="82254"/>
                </a:lnTo>
                <a:lnTo>
                  <a:pt x="21497" y="82254"/>
                </a:lnTo>
                <a:lnTo>
                  <a:pt x="21497" y="82254"/>
                </a:lnTo>
                <a:lnTo>
                  <a:pt x="21497" y="82254"/>
                </a:lnTo>
                <a:lnTo>
                  <a:pt x="21497" y="82254"/>
                </a:lnTo>
                <a:lnTo>
                  <a:pt x="21497" y="82255"/>
                </a:lnTo>
                <a:lnTo>
                  <a:pt x="21497" y="82255"/>
                </a:lnTo>
                <a:lnTo>
                  <a:pt x="21497" y="82255"/>
                </a:lnTo>
                <a:lnTo>
                  <a:pt x="21497" y="82255"/>
                </a:lnTo>
                <a:lnTo>
                  <a:pt x="21497" y="82255"/>
                </a:lnTo>
                <a:lnTo>
                  <a:pt x="21497" y="82256"/>
                </a:lnTo>
                <a:lnTo>
                  <a:pt x="21497" y="82256"/>
                </a:lnTo>
                <a:lnTo>
                  <a:pt x="21497" y="82256"/>
                </a:lnTo>
                <a:lnTo>
                  <a:pt x="21497" y="82256"/>
                </a:lnTo>
                <a:lnTo>
                  <a:pt x="21497" y="82256"/>
                </a:lnTo>
                <a:lnTo>
                  <a:pt x="21497" y="82257"/>
                </a:lnTo>
                <a:lnTo>
                  <a:pt x="21497" y="82257"/>
                </a:lnTo>
                <a:lnTo>
                  <a:pt x="21497" y="82257"/>
                </a:lnTo>
                <a:lnTo>
                  <a:pt x="21497" y="82257"/>
                </a:lnTo>
                <a:lnTo>
                  <a:pt x="21497" y="82257"/>
                </a:lnTo>
                <a:lnTo>
                  <a:pt x="21497" y="82258"/>
                </a:lnTo>
                <a:lnTo>
                  <a:pt x="21497" y="82258"/>
                </a:lnTo>
                <a:lnTo>
                  <a:pt x="21497" y="82258"/>
                </a:lnTo>
                <a:lnTo>
                  <a:pt x="21497" y="82258"/>
                </a:lnTo>
                <a:lnTo>
                  <a:pt x="21497" y="82258"/>
                </a:lnTo>
                <a:lnTo>
                  <a:pt x="21497" y="82259"/>
                </a:lnTo>
                <a:lnTo>
                  <a:pt x="21497" y="82259"/>
                </a:lnTo>
                <a:lnTo>
                  <a:pt x="21497" y="82259"/>
                </a:lnTo>
                <a:lnTo>
                  <a:pt x="21497" y="82259"/>
                </a:lnTo>
                <a:lnTo>
                  <a:pt x="21497" y="82260"/>
                </a:lnTo>
                <a:lnTo>
                  <a:pt x="21497" y="82260"/>
                </a:lnTo>
                <a:lnTo>
                  <a:pt x="21497" y="82260"/>
                </a:lnTo>
                <a:lnTo>
                  <a:pt x="21497" y="82260"/>
                </a:lnTo>
                <a:lnTo>
                  <a:pt x="21497" y="82260"/>
                </a:lnTo>
                <a:lnTo>
                  <a:pt x="21497" y="82261"/>
                </a:lnTo>
                <a:lnTo>
                  <a:pt x="21497" y="82261"/>
                </a:lnTo>
                <a:lnTo>
                  <a:pt x="21497" y="82261"/>
                </a:lnTo>
                <a:lnTo>
                  <a:pt x="21497" y="82261"/>
                </a:lnTo>
                <a:lnTo>
                  <a:pt x="21497" y="82261"/>
                </a:lnTo>
                <a:lnTo>
                  <a:pt x="21497" y="82262"/>
                </a:lnTo>
                <a:lnTo>
                  <a:pt x="21497" y="82262"/>
                </a:lnTo>
                <a:lnTo>
                  <a:pt x="21497" y="82262"/>
                </a:lnTo>
                <a:lnTo>
                  <a:pt x="21497" y="82262"/>
                </a:lnTo>
                <a:lnTo>
                  <a:pt x="21497" y="82262"/>
                </a:lnTo>
                <a:lnTo>
                  <a:pt x="21497" y="82263"/>
                </a:lnTo>
                <a:lnTo>
                  <a:pt x="21497" y="82263"/>
                </a:lnTo>
                <a:lnTo>
                  <a:pt x="21497" y="82263"/>
                </a:lnTo>
                <a:lnTo>
                  <a:pt x="21497" y="82263"/>
                </a:lnTo>
                <a:lnTo>
                  <a:pt x="21497" y="82263"/>
                </a:lnTo>
                <a:lnTo>
                  <a:pt x="21497" y="82264"/>
                </a:lnTo>
                <a:lnTo>
                  <a:pt x="21497" y="82264"/>
                </a:lnTo>
                <a:lnTo>
                  <a:pt x="21497" y="82264"/>
                </a:lnTo>
                <a:lnTo>
                  <a:pt x="21497" y="82264"/>
                </a:lnTo>
                <a:lnTo>
                  <a:pt x="21497" y="82264"/>
                </a:lnTo>
                <a:lnTo>
                  <a:pt x="21497" y="82265"/>
                </a:lnTo>
                <a:lnTo>
                  <a:pt x="21497" y="82265"/>
                </a:lnTo>
                <a:lnTo>
                  <a:pt x="21497" y="82265"/>
                </a:lnTo>
                <a:lnTo>
                  <a:pt x="21497" y="82265"/>
                </a:lnTo>
                <a:lnTo>
                  <a:pt x="21497" y="82266"/>
                </a:lnTo>
                <a:lnTo>
                  <a:pt x="21497" y="82266"/>
                </a:lnTo>
                <a:lnTo>
                  <a:pt x="21497" y="82266"/>
                </a:lnTo>
                <a:lnTo>
                  <a:pt x="21497" y="82266"/>
                </a:lnTo>
                <a:lnTo>
                  <a:pt x="21497" y="82266"/>
                </a:lnTo>
                <a:lnTo>
                  <a:pt x="21497" y="82267"/>
                </a:lnTo>
                <a:lnTo>
                  <a:pt x="21497" y="82267"/>
                </a:lnTo>
                <a:lnTo>
                  <a:pt x="21497" y="82267"/>
                </a:lnTo>
                <a:lnTo>
                  <a:pt x="21497" y="82267"/>
                </a:lnTo>
                <a:lnTo>
                  <a:pt x="21497" y="82267"/>
                </a:lnTo>
                <a:lnTo>
                  <a:pt x="21497" y="82268"/>
                </a:lnTo>
                <a:lnTo>
                  <a:pt x="21497" y="82268"/>
                </a:lnTo>
                <a:lnTo>
                  <a:pt x="21497" y="82268"/>
                </a:lnTo>
                <a:lnTo>
                  <a:pt x="21497" y="82268"/>
                </a:lnTo>
                <a:lnTo>
                  <a:pt x="21497" y="82268"/>
                </a:lnTo>
                <a:lnTo>
                  <a:pt x="21497" y="82269"/>
                </a:lnTo>
                <a:lnTo>
                  <a:pt x="21497" y="82269"/>
                </a:lnTo>
                <a:lnTo>
                  <a:pt x="21497" y="82269"/>
                </a:lnTo>
                <a:lnTo>
                  <a:pt x="21497" y="82269"/>
                </a:lnTo>
                <a:lnTo>
                  <a:pt x="21497" y="82269"/>
                </a:lnTo>
                <a:lnTo>
                  <a:pt x="21497" y="82270"/>
                </a:lnTo>
                <a:lnTo>
                  <a:pt x="21497" y="82270"/>
                </a:lnTo>
                <a:lnTo>
                  <a:pt x="21497" y="82270"/>
                </a:lnTo>
                <a:lnTo>
                  <a:pt x="21497" y="82270"/>
                </a:lnTo>
                <a:lnTo>
                  <a:pt x="21497" y="82270"/>
                </a:lnTo>
                <a:lnTo>
                  <a:pt x="21497" y="82271"/>
                </a:lnTo>
                <a:lnTo>
                  <a:pt x="21497" y="82271"/>
                </a:lnTo>
                <a:lnTo>
                  <a:pt x="21497" y="82271"/>
                </a:lnTo>
                <a:lnTo>
                  <a:pt x="21497" y="82271"/>
                </a:lnTo>
                <a:lnTo>
                  <a:pt x="21497" y="82272"/>
                </a:lnTo>
                <a:lnTo>
                  <a:pt x="21497" y="82272"/>
                </a:lnTo>
                <a:lnTo>
                  <a:pt x="21497" y="82272"/>
                </a:lnTo>
                <a:lnTo>
                  <a:pt x="21497" y="82272"/>
                </a:lnTo>
                <a:lnTo>
                  <a:pt x="21497" y="82272"/>
                </a:lnTo>
                <a:lnTo>
                  <a:pt x="21497" y="82273"/>
                </a:lnTo>
                <a:lnTo>
                  <a:pt x="21497" y="82273"/>
                </a:lnTo>
                <a:lnTo>
                  <a:pt x="21497" y="82273"/>
                </a:lnTo>
                <a:lnTo>
                  <a:pt x="21497" y="82273"/>
                </a:lnTo>
                <a:lnTo>
                  <a:pt x="21497" y="82273"/>
                </a:lnTo>
                <a:lnTo>
                  <a:pt x="21497" y="82274"/>
                </a:lnTo>
                <a:lnTo>
                  <a:pt x="21497" y="82274"/>
                </a:lnTo>
                <a:lnTo>
                  <a:pt x="21497" y="82274"/>
                </a:lnTo>
                <a:lnTo>
                  <a:pt x="21497" y="82274"/>
                </a:lnTo>
                <a:lnTo>
                  <a:pt x="21497" y="82274"/>
                </a:lnTo>
                <a:lnTo>
                  <a:pt x="21497" y="82275"/>
                </a:lnTo>
                <a:lnTo>
                  <a:pt x="21497" y="82275"/>
                </a:lnTo>
                <a:lnTo>
                  <a:pt x="21497" y="82275"/>
                </a:lnTo>
                <a:lnTo>
                  <a:pt x="21497" y="82275"/>
                </a:lnTo>
                <a:lnTo>
                  <a:pt x="21497" y="82275"/>
                </a:lnTo>
                <a:lnTo>
                  <a:pt x="21497" y="82276"/>
                </a:lnTo>
                <a:lnTo>
                  <a:pt x="21497" y="82276"/>
                </a:lnTo>
                <a:lnTo>
                  <a:pt x="21497" y="82276"/>
                </a:lnTo>
                <a:lnTo>
                  <a:pt x="21497" y="82276"/>
                </a:lnTo>
                <a:lnTo>
                  <a:pt x="21497" y="82277"/>
                </a:lnTo>
                <a:lnTo>
                  <a:pt x="21497" y="82277"/>
                </a:lnTo>
                <a:lnTo>
                  <a:pt x="21497" y="82277"/>
                </a:lnTo>
                <a:lnTo>
                  <a:pt x="21497" y="82277"/>
                </a:lnTo>
                <a:lnTo>
                  <a:pt x="21497" y="82277"/>
                </a:lnTo>
                <a:lnTo>
                  <a:pt x="21497" y="82278"/>
                </a:lnTo>
                <a:lnTo>
                  <a:pt x="21497" y="82278"/>
                </a:lnTo>
                <a:lnTo>
                  <a:pt x="21497" y="82278"/>
                </a:lnTo>
                <a:lnTo>
                  <a:pt x="21497" y="82278"/>
                </a:lnTo>
                <a:lnTo>
                  <a:pt x="21497" y="82278"/>
                </a:lnTo>
                <a:lnTo>
                  <a:pt x="21497" y="82279"/>
                </a:lnTo>
                <a:lnTo>
                  <a:pt x="21497" y="82279"/>
                </a:lnTo>
                <a:lnTo>
                  <a:pt x="21497" y="82279"/>
                </a:lnTo>
                <a:lnTo>
                  <a:pt x="21497" y="82279"/>
                </a:lnTo>
                <a:lnTo>
                  <a:pt x="21497" y="82279"/>
                </a:lnTo>
                <a:lnTo>
                  <a:pt x="21497" y="82280"/>
                </a:lnTo>
                <a:lnTo>
                  <a:pt x="21497" y="82280"/>
                </a:lnTo>
                <a:lnTo>
                  <a:pt x="21497" y="82280"/>
                </a:lnTo>
                <a:lnTo>
                  <a:pt x="21497" y="82280"/>
                </a:lnTo>
                <a:lnTo>
                  <a:pt x="21497" y="82280"/>
                </a:lnTo>
                <a:lnTo>
                  <a:pt x="21497" y="82281"/>
                </a:lnTo>
                <a:lnTo>
                  <a:pt x="21497" y="82281"/>
                </a:lnTo>
                <a:lnTo>
                  <a:pt x="21497" y="82281"/>
                </a:lnTo>
                <a:lnTo>
                  <a:pt x="21497" y="82281"/>
                </a:lnTo>
                <a:lnTo>
                  <a:pt x="21497" y="82282"/>
                </a:lnTo>
                <a:lnTo>
                  <a:pt x="21497" y="82282"/>
                </a:lnTo>
                <a:lnTo>
                  <a:pt x="21497" y="82282"/>
                </a:lnTo>
                <a:lnTo>
                  <a:pt x="21497" y="82282"/>
                </a:lnTo>
                <a:lnTo>
                  <a:pt x="21497" y="82282"/>
                </a:lnTo>
                <a:lnTo>
                  <a:pt x="21497" y="82283"/>
                </a:lnTo>
                <a:lnTo>
                  <a:pt x="21497" y="82283"/>
                </a:lnTo>
                <a:lnTo>
                  <a:pt x="21497" y="82283"/>
                </a:lnTo>
                <a:lnTo>
                  <a:pt x="21497" y="82283"/>
                </a:lnTo>
                <a:lnTo>
                  <a:pt x="21497" y="82283"/>
                </a:lnTo>
                <a:lnTo>
                  <a:pt x="21497" y="82284"/>
                </a:lnTo>
                <a:lnTo>
                  <a:pt x="21497" y="82284"/>
                </a:lnTo>
                <a:lnTo>
                  <a:pt x="21497" y="82284"/>
                </a:lnTo>
                <a:lnTo>
                  <a:pt x="21497" y="82284"/>
                </a:lnTo>
                <a:lnTo>
                  <a:pt x="21497" y="82284"/>
                </a:lnTo>
                <a:lnTo>
                  <a:pt x="21497" y="82285"/>
                </a:lnTo>
                <a:lnTo>
                  <a:pt x="21497" y="82285"/>
                </a:lnTo>
                <a:lnTo>
                  <a:pt x="21497" y="82285"/>
                </a:lnTo>
                <a:lnTo>
                  <a:pt x="21497" y="82285"/>
                </a:lnTo>
                <a:lnTo>
                  <a:pt x="21497" y="82285"/>
                </a:lnTo>
                <a:lnTo>
                  <a:pt x="21497" y="82286"/>
                </a:lnTo>
                <a:lnTo>
                  <a:pt x="21497" y="82286"/>
                </a:lnTo>
                <a:lnTo>
                  <a:pt x="21497" y="82286"/>
                </a:lnTo>
                <a:lnTo>
                  <a:pt x="21497" y="82286"/>
                </a:lnTo>
                <a:lnTo>
                  <a:pt x="21497" y="82287"/>
                </a:lnTo>
                <a:lnTo>
                  <a:pt x="21497" y="82287"/>
                </a:lnTo>
                <a:lnTo>
                  <a:pt x="21497" y="82287"/>
                </a:lnTo>
                <a:lnTo>
                  <a:pt x="21497" y="82287"/>
                </a:lnTo>
                <a:lnTo>
                  <a:pt x="21497" y="82287"/>
                </a:lnTo>
                <a:lnTo>
                  <a:pt x="21497" y="82288"/>
                </a:lnTo>
                <a:lnTo>
                  <a:pt x="21497" y="82288"/>
                </a:lnTo>
                <a:lnTo>
                  <a:pt x="21497" y="82288"/>
                </a:lnTo>
                <a:lnTo>
                  <a:pt x="21497" y="82288"/>
                </a:lnTo>
                <a:lnTo>
                  <a:pt x="21497" y="82288"/>
                </a:lnTo>
                <a:lnTo>
                  <a:pt x="21497" y="82289"/>
                </a:lnTo>
                <a:lnTo>
                  <a:pt x="21497" y="82289"/>
                </a:lnTo>
                <a:lnTo>
                  <a:pt x="21497" y="82289"/>
                </a:lnTo>
                <a:lnTo>
                  <a:pt x="21497" y="82289"/>
                </a:lnTo>
                <a:lnTo>
                  <a:pt x="21497" y="82289"/>
                </a:lnTo>
                <a:lnTo>
                  <a:pt x="21497" y="82290"/>
                </a:lnTo>
                <a:lnTo>
                  <a:pt x="21497" y="82290"/>
                </a:lnTo>
                <a:lnTo>
                  <a:pt x="21497" y="82290"/>
                </a:lnTo>
                <a:lnTo>
                  <a:pt x="21497" y="82290"/>
                </a:lnTo>
                <a:lnTo>
                  <a:pt x="21497" y="82290"/>
                </a:lnTo>
                <a:lnTo>
                  <a:pt x="21497" y="82291"/>
                </a:lnTo>
                <a:lnTo>
                  <a:pt x="21497" y="82291"/>
                </a:lnTo>
                <a:lnTo>
                  <a:pt x="21497" y="82291"/>
                </a:lnTo>
                <a:lnTo>
                  <a:pt x="21497" y="82291"/>
                </a:lnTo>
                <a:lnTo>
                  <a:pt x="21497" y="82292"/>
                </a:lnTo>
                <a:lnTo>
                  <a:pt x="21497" y="82292"/>
                </a:lnTo>
                <a:lnTo>
                  <a:pt x="21497" y="82292"/>
                </a:lnTo>
                <a:lnTo>
                  <a:pt x="21497" y="82292"/>
                </a:lnTo>
                <a:lnTo>
                  <a:pt x="21497" y="82292"/>
                </a:lnTo>
                <a:lnTo>
                  <a:pt x="21497" y="82293"/>
                </a:lnTo>
                <a:lnTo>
                  <a:pt x="21497" y="82293"/>
                </a:lnTo>
                <a:lnTo>
                  <a:pt x="21497" y="82293"/>
                </a:lnTo>
                <a:lnTo>
                  <a:pt x="21497" y="82293"/>
                </a:lnTo>
                <a:lnTo>
                  <a:pt x="21497" y="82293"/>
                </a:lnTo>
                <a:lnTo>
                  <a:pt x="21497" y="82294"/>
                </a:lnTo>
                <a:lnTo>
                  <a:pt x="21497" y="82294"/>
                </a:lnTo>
                <a:lnTo>
                  <a:pt x="21497" y="82294"/>
                </a:lnTo>
                <a:lnTo>
                  <a:pt x="21497" y="82294"/>
                </a:lnTo>
                <a:lnTo>
                  <a:pt x="21497" y="82294"/>
                </a:lnTo>
                <a:lnTo>
                  <a:pt x="21497" y="82295"/>
                </a:lnTo>
                <a:lnTo>
                  <a:pt x="21497" y="82295"/>
                </a:lnTo>
                <a:lnTo>
                  <a:pt x="21497" y="82295"/>
                </a:lnTo>
                <a:lnTo>
                  <a:pt x="21497" y="82295"/>
                </a:lnTo>
                <a:lnTo>
                  <a:pt x="21497" y="82296"/>
                </a:lnTo>
                <a:lnTo>
                  <a:pt x="21497" y="82296"/>
                </a:lnTo>
                <a:lnTo>
                  <a:pt x="21497" y="82296"/>
                </a:lnTo>
                <a:lnTo>
                  <a:pt x="21497" y="82296"/>
                </a:lnTo>
                <a:lnTo>
                  <a:pt x="21497" y="82296"/>
                </a:lnTo>
                <a:lnTo>
                  <a:pt x="21497" y="82297"/>
                </a:lnTo>
                <a:lnTo>
                  <a:pt x="21497" y="82297"/>
                </a:lnTo>
                <a:lnTo>
                  <a:pt x="21497" y="82297"/>
                </a:lnTo>
                <a:lnTo>
                  <a:pt x="21497" y="82297"/>
                </a:lnTo>
                <a:lnTo>
                  <a:pt x="21497" y="82297"/>
                </a:lnTo>
                <a:lnTo>
                  <a:pt x="21497" y="82298"/>
                </a:lnTo>
                <a:lnTo>
                  <a:pt x="21497" y="82298"/>
                </a:lnTo>
                <a:lnTo>
                  <a:pt x="21497" y="82298"/>
                </a:lnTo>
                <a:lnTo>
                  <a:pt x="21497" y="82298"/>
                </a:lnTo>
                <a:lnTo>
                  <a:pt x="21497" y="82298"/>
                </a:lnTo>
                <a:lnTo>
                  <a:pt x="21497" y="82299"/>
                </a:lnTo>
                <a:lnTo>
                  <a:pt x="21497" y="82299"/>
                </a:lnTo>
                <a:lnTo>
                  <a:pt x="21497" y="82299"/>
                </a:lnTo>
                <a:lnTo>
                  <a:pt x="21497" y="82299"/>
                </a:lnTo>
                <a:lnTo>
                  <a:pt x="21497" y="82299"/>
                </a:lnTo>
                <a:lnTo>
                  <a:pt x="21497" y="82300"/>
                </a:lnTo>
                <a:lnTo>
                  <a:pt x="21497" y="82300"/>
                </a:lnTo>
                <a:lnTo>
                  <a:pt x="21497" y="82300"/>
                </a:lnTo>
                <a:lnTo>
                  <a:pt x="21497" y="82300"/>
                </a:lnTo>
                <a:lnTo>
                  <a:pt x="21497" y="82301"/>
                </a:lnTo>
                <a:lnTo>
                  <a:pt x="21497" y="82301"/>
                </a:lnTo>
                <a:lnTo>
                  <a:pt x="21497" y="82301"/>
                </a:lnTo>
                <a:lnTo>
                  <a:pt x="21497" y="82301"/>
                </a:lnTo>
                <a:lnTo>
                  <a:pt x="21497" y="82301"/>
                </a:lnTo>
                <a:lnTo>
                  <a:pt x="21497" y="82302"/>
                </a:lnTo>
                <a:lnTo>
                  <a:pt x="21497" y="82302"/>
                </a:lnTo>
                <a:lnTo>
                  <a:pt x="21497" y="82302"/>
                </a:lnTo>
                <a:lnTo>
                  <a:pt x="21497" y="82302"/>
                </a:lnTo>
                <a:lnTo>
                  <a:pt x="21497" y="82302"/>
                </a:lnTo>
                <a:lnTo>
                  <a:pt x="21497" y="82303"/>
                </a:lnTo>
                <a:lnTo>
                  <a:pt x="21497" y="82303"/>
                </a:lnTo>
                <a:lnTo>
                  <a:pt x="21497" y="82303"/>
                </a:lnTo>
                <a:lnTo>
                  <a:pt x="21497" y="82303"/>
                </a:lnTo>
                <a:lnTo>
                  <a:pt x="21497" y="82303"/>
                </a:lnTo>
                <a:lnTo>
                  <a:pt x="21497" y="82304"/>
                </a:lnTo>
                <a:lnTo>
                  <a:pt x="21497" y="82304"/>
                </a:lnTo>
                <a:lnTo>
                  <a:pt x="21497" y="82304"/>
                </a:lnTo>
                <a:lnTo>
                  <a:pt x="21497" y="82304"/>
                </a:lnTo>
                <a:lnTo>
                  <a:pt x="21497" y="82305"/>
                </a:lnTo>
                <a:lnTo>
                  <a:pt x="21497" y="82305"/>
                </a:lnTo>
                <a:lnTo>
                  <a:pt x="21497" y="82305"/>
                </a:lnTo>
                <a:lnTo>
                  <a:pt x="21497" y="82305"/>
                </a:lnTo>
                <a:lnTo>
                  <a:pt x="21497" y="82305"/>
                </a:lnTo>
                <a:lnTo>
                  <a:pt x="21497" y="82306"/>
                </a:lnTo>
                <a:lnTo>
                  <a:pt x="21497" y="82306"/>
                </a:lnTo>
                <a:lnTo>
                  <a:pt x="21497" y="82306"/>
                </a:lnTo>
                <a:lnTo>
                  <a:pt x="21497" y="82306"/>
                </a:lnTo>
                <a:lnTo>
                  <a:pt x="21497" y="82306"/>
                </a:lnTo>
                <a:lnTo>
                  <a:pt x="21497" y="82307"/>
                </a:lnTo>
                <a:lnTo>
                  <a:pt x="21497" y="82307"/>
                </a:lnTo>
                <a:lnTo>
                  <a:pt x="21497" y="82307"/>
                </a:lnTo>
                <a:lnTo>
                  <a:pt x="21497" y="82307"/>
                </a:lnTo>
                <a:lnTo>
                  <a:pt x="21497" y="82307"/>
                </a:lnTo>
                <a:lnTo>
                  <a:pt x="21497" y="82308"/>
                </a:lnTo>
                <a:lnTo>
                  <a:pt x="21497" y="82308"/>
                </a:lnTo>
                <a:lnTo>
                  <a:pt x="21497" y="82308"/>
                </a:lnTo>
                <a:lnTo>
                  <a:pt x="21497" y="82308"/>
                </a:lnTo>
                <a:lnTo>
                  <a:pt x="21497" y="82309"/>
                </a:lnTo>
                <a:lnTo>
                  <a:pt x="21497" y="82309"/>
                </a:lnTo>
                <a:lnTo>
                  <a:pt x="21497" y="82309"/>
                </a:lnTo>
                <a:lnTo>
                  <a:pt x="21497" y="82309"/>
                </a:lnTo>
                <a:lnTo>
                  <a:pt x="21497" y="82309"/>
                </a:lnTo>
                <a:lnTo>
                  <a:pt x="21497" y="82310"/>
                </a:lnTo>
                <a:lnTo>
                  <a:pt x="21497" y="82310"/>
                </a:lnTo>
                <a:lnTo>
                  <a:pt x="21497" y="82310"/>
                </a:lnTo>
                <a:lnTo>
                  <a:pt x="21497" y="82310"/>
                </a:lnTo>
                <a:lnTo>
                  <a:pt x="21497" y="82310"/>
                </a:lnTo>
                <a:lnTo>
                  <a:pt x="21497" y="82311"/>
                </a:lnTo>
                <a:lnTo>
                  <a:pt x="21497" y="82311"/>
                </a:lnTo>
                <a:lnTo>
                  <a:pt x="21497" y="82311"/>
                </a:lnTo>
                <a:lnTo>
                  <a:pt x="21497" y="82311"/>
                </a:lnTo>
                <a:lnTo>
                  <a:pt x="21497" y="82311"/>
                </a:lnTo>
                <a:lnTo>
                  <a:pt x="21497" y="82312"/>
                </a:lnTo>
                <a:lnTo>
                  <a:pt x="21497" y="82312"/>
                </a:lnTo>
                <a:lnTo>
                  <a:pt x="21497" y="82312"/>
                </a:lnTo>
                <a:lnTo>
                  <a:pt x="21497" y="82312"/>
                </a:lnTo>
                <a:lnTo>
                  <a:pt x="21497" y="82313"/>
                </a:lnTo>
                <a:lnTo>
                  <a:pt x="21497" y="82313"/>
                </a:lnTo>
                <a:lnTo>
                  <a:pt x="21497" y="82313"/>
                </a:lnTo>
                <a:lnTo>
                  <a:pt x="21497" y="82313"/>
                </a:lnTo>
                <a:lnTo>
                  <a:pt x="21497" y="82313"/>
                </a:lnTo>
                <a:lnTo>
                  <a:pt x="21497" y="82314"/>
                </a:lnTo>
                <a:lnTo>
                  <a:pt x="21497" y="82314"/>
                </a:lnTo>
                <a:lnTo>
                  <a:pt x="21497" y="82314"/>
                </a:lnTo>
                <a:lnTo>
                  <a:pt x="21497" y="82314"/>
                </a:lnTo>
                <a:lnTo>
                  <a:pt x="21497" y="82314"/>
                </a:lnTo>
                <a:lnTo>
                  <a:pt x="21497" y="82315"/>
                </a:lnTo>
                <a:lnTo>
                  <a:pt x="21497" y="82315"/>
                </a:lnTo>
                <a:lnTo>
                  <a:pt x="21497" y="82315"/>
                </a:lnTo>
                <a:lnTo>
                  <a:pt x="21497" y="82315"/>
                </a:lnTo>
                <a:lnTo>
                  <a:pt x="21497" y="82316"/>
                </a:lnTo>
                <a:lnTo>
                  <a:pt x="21497" y="82316"/>
                </a:lnTo>
                <a:lnTo>
                  <a:pt x="21497" y="82316"/>
                </a:lnTo>
                <a:lnTo>
                  <a:pt x="21497" y="82316"/>
                </a:lnTo>
                <a:lnTo>
                  <a:pt x="21497" y="82316"/>
                </a:lnTo>
                <a:lnTo>
                  <a:pt x="21497" y="82317"/>
                </a:lnTo>
                <a:lnTo>
                  <a:pt x="21497" y="82317"/>
                </a:lnTo>
                <a:lnTo>
                  <a:pt x="21497" y="82317"/>
                </a:lnTo>
                <a:lnTo>
                  <a:pt x="21497" y="82317"/>
                </a:lnTo>
                <a:lnTo>
                  <a:pt x="21497" y="82317"/>
                </a:lnTo>
                <a:lnTo>
                  <a:pt x="21497" y="82318"/>
                </a:lnTo>
                <a:lnTo>
                  <a:pt x="21497" y="82318"/>
                </a:lnTo>
                <a:lnTo>
                  <a:pt x="21497" y="82318"/>
                </a:lnTo>
                <a:lnTo>
                  <a:pt x="21497" y="82318"/>
                </a:lnTo>
                <a:lnTo>
                  <a:pt x="21497" y="82318"/>
                </a:lnTo>
                <a:lnTo>
                  <a:pt x="21497" y="82319"/>
                </a:lnTo>
                <a:lnTo>
                  <a:pt x="21497" y="82319"/>
                </a:lnTo>
                <a:lnTo>
                  <a:pt x="21497" y="82319"/>
                </a:lnTo>
                <a:lnTo>
                  <a:pt x="21497" y="82319"/>
                </a:lnTo>
                <a:lnTo>
                  <a:pt x="21497" y="82320"/>
                </a:lnTo>
                <a:lnTo>
                  <a:pt x="21497" y="82320"/>
                </a:lnTo>
                <a:lnTo>
                  <a:pt x="21497" y="82320"/>
                </a:lnTo>
                <a:lnTo>
                  <a:pt x="21497" y="82320"/>
                </a:lnTo>
                <a:lnTo>
                  <a:pt x="21497" y="82320"/>
                </a:lnTo>
                <a:lnTo>
                  <a:pt x="21497" y="82321"/>
                </a:lnTo>
                <a:lnTo>
                  <a:pt x="21497" y="82321"/>
                </a:lnTo>
                <a:lnTo>
                  <a:pt x="21497" y="82321"/>
                </a:lnTo>
                <a:lnTo>
                  <a:pt x="21497" y="82321"/>
                </a:lnTo>
                <a:lnTo>
                  <a:pt x="21497" y="82321"/>
                </a:lnTo>
                <a:lnTo>
                  <a:pt x="21497" y="82322"/>
                </a:lnTo>
                <a:lnTo>
                  <a:pt x="21497" y="82322"/>
                </a:lnTo>
                <a:lnTo>
                  <a:pt x="21497" y="82322"/>
                </a:lnTo>
                <a:lnTo>
                  <a:pt x="21497" y="82322"/>
                </a:lnTo>
                <a:lnTo>
                  <a:pt x="21497" y="82322"/>
                </a:lnTo>
                <a:lnTo>
                  <a:pt x="21497" y="82323"/>
                </a:lnTo>
                <a:lnTo>
                  <a:pt x="21497" y="82323"/>
                </a:lnTo>
                <a:lnTo>
                  <a:pt x="21497" y="82323"/>
                </a:lnTo>
                <a:lnTo>
                  <a:pt x="21497" y="82323"/>
                </a:lnTo>
                <a:lnTo>
                  <a:pt x="21497" y="82324"/>
                </a:lnTo>
                <a:lnTo>
                  <a:pt x="21497" y="82324"/>
                </a:lnTo>
                <a:lnTo>
                  <a:pt x="21497" y="82324"/>
                </a:lnTo>
                <a:lnTo>
                  <a:pt x="21497" y="82324"/>
                </a:lnTo>
                <a:lnTo>
                  <a:pt x="21497" y="82324"/>
                </a:lnTo>
                <a:lnTo>
                  <a:pt x="21497" y="82325"/>
                </a:lnTo>
                <a:lnTo>
                  <a:pt x="21497" y="82325"/>
                </a:lnTo>
                <a:lnTo>
                  <a:pt x="21497" y="82325"/>
                </a:lnTo>
                <a:lnTo>
                  <a:pt x="21497" y="82325"/>
                </a:lnTo>
                <a:lnTo>
                  <a:pt x="21497" y="82325"/>
                </a:lnTo>
                <a:lnTo>
                  <a:pt x="21497" y="82326"/>
                </a:lnTo>
                <a:lnTo>
                  <a:pt x="21497" y="82326"/>
                </a:lnTo>
                <a:lnTo>
                  <a:pt x="21497" y="82326"/>
                </a:lnTo>
                <a:lnTo>
                  <a:pt x="21497" y="82326"/>
                </a:lnTo>
                <a:lnTo>
                  <a:pt x="21497" y="82327"/>
                </a:lnTo>
                <a:lnTo>
                  <a:pt x="21497" y="82327"/>
                </a:lnTo>
                <a:lnTo>
                  <a:pt x="21497" y="82327"/>
                </a:lnTo>
                <a:lnTo>
                  <a:pt x="21497" y="82327"/>
                </a:lnTo>
                <a:lnTo>
                  <a:pt x="21497" y="82327"/>
                </a:lnTo>
                <a:lnTo>
                  <a:pt x="21497" y="82328"/>
                </a:lnTo>
                <a:lnTo>
                  <a:pt x="21497" y="82328"/>
                </a:lnTo>
                <a:lnTo>
                  <a:pt x="21497" y="82328"/>
                </a:lnTo>
                <a:lnTo>
                  <a:pt x="21497" y="82328"/>
                </a:lnTo>
                <a:lnTo>
                  <a:pt x="21497" y="82328"/>
                </a:lnTo>
                <a:lnTo>
                  <a:pt x="21497" y="82329"/>
                </a:lnTo>
                <a:lnTo>
                  <a:pt x="21497" y="82329"/>
                </a:lnTo>
                <a:lnTo>
                  <a:pt x="21497" y="82329"/>
                </a:lnTo>
                <a:lnTo>
                  <a:pt x="21497" y="82329"/>
                </a:lnTo>
                <a:lnTo>
                  <a:pt x="21497" y="82329"/>
                </a:lnTo>
                <a:lnTo>
                  <a:pt x="21497" y="82330"/>
                </a:lnTo>
                <a:lnTo>
                  <a:pt x="21497" y="82330"/>
                </a:lnTo>
                <a:lnTo>
                  <a:pt x="21497" y="82330"/>
                </a:lnTo>
                <a:lnTo>
                  <a:pt x="21497" y="82330"/>
                </a:lnTo>
                <a:lnTo>
                  <a:pt x="21497" y="82331"/>
                </a:lnTo>
                <a:lnTo>
                  <a:pt x="21497" y="82331"/>
                </a:lnTo>
                <a:lnTo>
                  <a:pt x="21497" y="82331"/>
                </a:lnTo>
                <a:lnTo>
                  <a:pt x="21497" y="82331"/>
                </a:lnTo>
                <a:lnTo>
                  <a:pt x="21497" y="82331"/>
                </a:lnTo>
                <a:lnTo>
                  <a:pt x="21497" y="82332"/>
                </a:lnTo>
                <a:lnTo>
                  <a:pt x="21497" y="82332"/>
                </a:lnTo>
                <a:lnTo>
                  <a:pt x="21497" y="82332"/>
                </a:lnTo>
                <a:lnTo>
                  <a:pt x="21497" y="82332"/>
                </a:lnTo>
                <a:lnTo>
                  <a:pt x="21497" y="82332"/>
                </a:lnTo>
                <a:lnTo>
                  <a:pt x="21497" y="82333"/>
                </a:lnTo>
                <a:lnTo>
                  <a:pt x="21497" y="82333"/>
                </a:lnTo>
                <a:lnTo>
                  <a:pt x="21497" y="82333"/>
                </a:lnTo>
                <a:lnTo>
                  <a:pt x="21497" y="82333"/>
                </a:lnTo>
                <a:lnTo>
                  <a:pt x="21497" y="82334"/>
                </a:lnTo>
                <a:lnTo>
                  <a:pt x="21497" y="82334"/>
                </a:lnTo>
                <a:lnTo>
                  <a:pt x="21497" y="82334"/>
                </a:lnTo>
                <a:lnTo>
                  <a:pt x="21497" y="82334"/>
                </a:lnTo>
                <a:lnTo>
                  <a:pt x="21497" y="82334"/>
                </a:lnTo>
                <a:lnTo>
                  <a:pt x="21497" y="82335"/>
                </a:lnTo>
                <a:lnTo>
                  <a:pt x="21497" y="82335"/>
                </a:lnTo>
                <a:lnTo>
                  <a:pt x="21497" y="82335"/>
                </a:lnTo>
                <a:lnTo>
                  <a:pt x="21497" y="82335"/>
                </a:lnTo>
                <a:lnTo>
                  <a:pt x="21497" y="82335"/>
                </a:lnTo>
                <a:lnTo>
                  <a:pt x="21497" y="82336"/>
                </a:lnTo>
                <a:lnTo>
                  <a:pt x="21497" y="82336"/>
                </a:lnTo>
                <a:lnTo>
                  <a:pt x="21497" y="82336"/>
                </a:lnTo>
                <a:lnTo>
                  <a:pt x="21497" y="82336"/>
                </a:lnTo>
                <a:lnTo>
                  <a:pt x="21497" y="82336"/>
                </a:lnTo>
                <a:lnTo>
                  <a:pt x="21497" y="82337"/>
                </a:lnTo>
                <a:lnTo>
                  <a:pt x="21497" y="82337"/>
                </a:lnTo>
                <a:lnTo>
                  <a:pt x="21497" y="82337"/>
                </a:lnTo>
                <a:lnTo>
                  <a:pt x="21497" y="82337"/>
                </a:lnTo>
                <a:lnTo>
                  <a:pt x="21497" y="82338"/>
                </a:lnTo>
                <a:lnTo>
                  <a:pt x="21497" y="82338"/>
                </a:lnTo>
                <a:lnTo>
                  <a:pt x="21497" y="82338"/>
                </a:lnTo>
                <a:lnTo>
                  <a:pt x="21497" y="82338"/>
                </a:lnTo>
                <a:lnTo>
                  <a:pt x="21497" y="82338"/>
                </a:lnTo>
                <a:lnTo>
                  <a:pt x="21497" y="82339"/>
                </a:lnTo>
                <a:lnTo>
                  <a:pt x="21497" y="82339"/>
                </a:lnTo>
                <a:lnTo>
                  <a:pt x="21497" y="82339"/>
                </a:lnTo>
                <a:lnTo>
                  <a:pt x="21497" y="82339"/>
                </a:lnTo>
                <a:lnTo>
                  <a:pt x="21497" y="82339"/>
                </a:lnTo>
                <a:lnTo>
                  <a:pt x="21497" y="82340"/>
                </a:lnTo>
                <a:lnTo>
                  <a:pt x="21497" y="82340"/>
                </a:lnTo>
                <a:lnTo>
                  <a:pt x="21497" y="82340"/>
                </a:lnTo>
                <a:lnTo>
                  <a:pt x="21497" y="82340"/>
                </a:lnTo>
                <a:lnTo>
                  <a:pt x="21497" y="82341"/>
                </a:lnTo>
                <a:lnTo>
                  <a:pt x="21497" y="82341"/>
                </a:lnTo>
                <a:lnTo>
                  <a:pt x="21497" y="82341"/>
                </a:lnTo>
                <a:lnTo>
                  <a:pt x="21497" y="82341"/>
                </a:lnTo>
                <a:lnTo>
                  <a:pt x="21497" y="82341"/>
                </a:lnTo>
                <a:lnTo>
                  <a:pt x="21497" y="82342"/>
                </a:lnTo>
                <a:lnTo>
                  <a:pt x="21497" y="82342"/>
                </a:lnTo>
                <a:lnTo>
                  <a:pt x="21497" y="82342"/>
                </a:lnTo>
                <a:lnTo>
                  <a:pt x="21497" y="82342"/>
                </a:lnTo>
                <a:lnTo>
                  <a:pt x="21497" y="82342"/>
                </a:lnTo>
                <a:lnTo>
                  <a:pt x="21497" y="82343"/>
                </a:lnTo>
                <a:lnTo>
                  <a:pt x="21497" y="82343"/>
                </a:lnTo>
                <a:lnTo>
                  <a:pt x="21497" y="82343"/>
                </a:lnTo>
                <a:lnTo>
                  <a:pt x="21497" y="82343"/>
                </a:lnTo>
                <a:lnTo>
                  <a:pt x="21497" y="82344"/>
                </a:lnTo>
                <a:lnTo>
                  <a:pt x="21497" y="82344"/>
                </a:lnTo>
                <a:lnTo>
                  <a:pt x="21497" y="82344"/>
                </a:lnTo>
                <a:lnTo>
                  <a:pt x="21497" y="82344"/>
                </a:lnTo>
                <a:lnTo>
                  <a:pt x="21497" y="82344"/>
                </a:lnTo>
                <a:lnTo>
                  <a:pt x="21497" y="82345"/>
                </a:lnTo>
                <a:lnTo>
                  <a:pt x="21497" y="82345"/>
                </a:lnTo>
                <a:lnTo>
                  <a:pt x="21497" y="82345"/>
                </a:lnTo>
                <a:lnTo>
                  <a:pt x="21497" y="82345"/>
                </a:lnTo>
                <a:lnTo>
                  <a:pt x="21497" y="82345"/>
                </a:lnTo>
                <a:lnTo>
                  <a:pt x="21497" y="82346"/>
                </a:lnTo>
                <a:lnTo>
                  <a:pt x="21497" y="82346"/>
                </a:lnTo>
                <a:lnTo>
                  <a:pt x="21497" y="82346"/>
                </a:lnTo>
                <a:lnTo>
                  <a:pt x="21497" y="82346"/>
                </a:lnTo>
                <a:lnTo>
                  <a:pt x="21497" y="82347"/>
                </a:lnTo>
                <a:lnTo>
                  <a:pt x="21497" y="82347"/>
                </a:lnTo>
                <a:lnTo>
                  <a:pt x="21497" y="82347"/>
                </a:lnTo>
                <a:lnTo>
                  <a:pt x="21497" y="82347"/>
                </a:lnTo>
                <a:lnTo>
                  <a:pt x="21497" y="82347"/>
                </a:lnTo>
                <a:lnTo>
                  <a:pt x="21497" y="82348"/>
                </a:lnTo>
                <a:lnTo>
                  <a:pt x="21497" y="82348"/>
                </a:lnTo>
                <a:lnTo>
                  <a:pt x="21497" y="82348"/>
                </a:lnTo>
                <a:lnTo>
                  <a:pt x="21497" y="82348"/>
                </a:lnTo>
                <a:lnTo>
                  <a:pt x="21497" y="82348"/>
                </a:lnTo>
                <a:lnTo>
                  <a:pt x="21497" y="82349"/>
                </a:lnTo>
                <a:lnTo>
                  <a:pt x="21497" y="82349"/>
                </a:lnTo>
                <a:lnTo>
                  <a:pt x="21497" y="82349"/>
                </a:lnTo>
                <a:lnTo>
                  <a:pt x="21497" y="82349"/>
                </a:lnTo>
                <a:lnTo>
                  <a:pt x="21497" y="82350"/>
                </a:lnTo>
                <a:lnTo>
                  <a:pt x="21497" y="82350"/>
                </a:lnTo>
                <a:lnTo>
                  <a:pt x="21497" y="82350"/>
                </a:lnTo>
                <a:lnTo>
                  <a:pt x="21497" y="82350"/>
                </a:lnTo>
                <a:lnTo>
                  <a:pt x="21497" y="82350"/>
                </a:lnTo>
                <a:lnTo>
                  <a:pt x="21497" y="82351"/>
                </a:lnTo>
                <a:lnTo>
                  <a:pt x="21497" y="82351"/>
                </a:lnTo>
                <a:lnTo>
                  <a:pt x="21497" y="82351"/>
                </a:lnTo>
                <a:lnTo>
                  <a:pt x="21497" y="82351"/>
                </a:lnTo>
                <a:lnTo>
                  <a:pt x="21497" y="82351"/>
                </a:lnTo>
                <a:lnTo>
                  <a:pt x="21497" y="82352"/>
                </a:lnTo>
                <a:lnTo>
                  <a:pt x="21497" y="82352"/>
                </a:lnTo>
                <a:lnTo>
                  <a:pt x="21497" y="82352"/>
                </a:lnTo>
                <a:lnTo>
                  <a:pt x="21497" y="82352"/>
                </a:lnTo>
                <a:lnTo>
                  <a:pt x="21497" y="82352"/>
                </a:lnTo>
                <a:lnTo>
                  <a:pt x="21497" y="82353"/>
                </a:lnTo>
                <a:lnTo>
                  <a:pt x="21497" y="82353"/>
                </a:lnTo>
                <a:lnTo>
                  <a:pt x="21497" y="82353"/>
                </a:lnTo>
                <a:lnTo>
                  <a:pt x="21497" y="82353"/>
                </a:lnTo>
                <a:lnTo>
                  <a:pt x="21497" y="82354"/>
                </a:lnTo>
                <a:lnTo>
                  <a:pt x="21497" y="82354"/>
                </a:lnTo>
                <a:lnTo>
                  <a:pt x="21497" y="82354"/>
                </a:lnTo>
                <a:lnTo>
                  <a:pt x="21497" y="82354"/>
                </a:lnTo>
                <a:lnTo>
                  <a:pt x="21497" y="82354"/>
                </a:lnTo>
                <a:lnTo>
                  <a:pt x="21497" y="82355"/>
                </a:lnTo>
                <a:lnTo>
                  <a:pt x="21497" y="82355"/>
                </a:lnTo>
                <a:lnTo>
                  <a:pt x="21497" y="82355"/>
                </a:lnTo>
                <a:lnTo>
                  <a:pt x="21497" y="82355"/>
                </a:lnTo>
                <a:lnTo>
                  <a:pt x="21497" y="82355"/>
                </a:lnTo>
                <a:lnTo>
                  <a:pt x="21497" y="82356"/>
                </a:lnTo>
                <a:lnTo>
                  <a:pt x="21497" y="82356"/>
                </a:lnTo>
                <a:lnTo>
                  <a:pt x="21497" y="82356"/>
                </a:lnTo>
                <a:lnTo>
                  <a:pt x="21497" y="82356"/>
                </a:lnTo>
                <a:lnTo>
                  <a:pt x="21497" y="82357"/>
                </a:lnTo>
                <a:lnTo>
                  <a:pt x="21497" y="82357"/>
                </a:lnTo>
                <a:lnTo>
                  <a:pt x="21497" y="82357"/>
                </a:lnTo>
                <a:lnTo>
                  <a:pt x="21497" y="82357"/>
                </a:lnTo>
                <a:lnTo>
                  <a:pt x="21497" y="82357"/>
                </a:lnTo>
                <a:lnTo>
                  <a:pt x="21497" y="82358"/>
                </a:lnTo>
                <a:lnTo>
                  <a:pt x="21497" y="82358"/>
                </a:lnTo>
                <a:lnTo>
                  <a:pt x="21497" y="82358"/>
                </a:lnTo>
                <a:lnTo>
                  <a:pt x="21497" y="82358"/>
                </a:lnTo>
                <a:lnTo>
                  <a:pt x="21497" y="82358"/>
                </a:lnTo>
                <a:lnTo>
                  <a:pt x="21497" y="82359"/>
                </a:lnTo>
                <a:lnTo>
                  <a:pt x="21497" y="82359"/>
                </a:lnTo>
                <a:lnTo>
                  <a:pt x="21497" y="82359"/>
                </a:lnTo>
                <a:lnTo>
                  <a:pt x="21497" y="82359"/>
                </a:lnTo>
                <a:lnTo>
                  <a:pt x="21497" y="82360"/>
                </a:lnTo>
                <a:lnTo>
                  <a:pt x="21497" y="82360"/>
                </a:lnTo>
                <a:lnTo>
                  <a:pt x="21497" y="82360"/>
                </a:lnTo>
                <a:lnTo>
                  <a:pt x="21497" y="82360"/>
                </a:lnTo>
                <a:lnTo>
                  <a:pt x="21497" y="82360"/>
                </a:lnTo>
                <a:lnTo>
                  <a:pt x="21497" y="82361"/>
                </a:lnTo>
                <a:lnTo>
                  <a:pt x="21497" y="82361"/>
                </a:lnTo>
                <a:lnTo>
                  <a:pt x="21497" y="82361"/>
                </a:lnTo>
                <a:lnTo>
                  <a:pt x="21497" y="82361"/>
                </a:lnTo>
                <a:lnTo>
                  <a:pt x="21497" y="82362"/>
                </a:lnTo>
                <a:lnTo>
                  <a:pt x="21497" y="82362"/>
                </a:lnTo>
                <a:lnTo>
                  <a:pt x="21497" y="82362"/>
                </a:lnTo>
                <a:lnTo>
                  <a:pt x="21497" y="82362"/>
                </a:lnTo>
                <a:lnTo>
                  <a:pt x="21497" y="82362"/>
                </a:lnTo>
                <a:lnTo>
                  <a:pt x="21497" y="82363"/>
                </a:lnTo>
                <a:lnTo>
                  <a:pt x="21497" y="82363"/>
                </a:lnTo>
                <a:lnTo>
                  <a:pt x="21497" y="82363"/>
                </a:lnTo>
                <a:lnTo>
                  <a:pt x="21497" y="82363"/>
                </a:lnTo>
                <a:lnTo>
                  <a:pt x="21497" y="82363"/>
                </a:lnTo>
                <a:lnTo>
                  <a:pt x="21497" y="82364"/>
                </a:lnTo>
                <a:lnTo>
                  <a:pt x="21497" y="82364"/>
                </a:lnTo>
                <a:lnTo>
                  <a:pt x="21497" y="82364"/>
                </a:lnTo>
                <a:lnTo>
                  <a:pt x="21497" y="82364"/>
                </a:lnTo>
                <a:lnTo>
                  <a:pt x="21497" y="82365"/>
                </a:lnTo>
                <a:lnTo>
                  <a:pt x="21497" y="82365"/>
                </a:lnTo>
                <a:lnTo>
                  <a:pt x="21497" y="82365"/>
                </a:lnTo>
                <a:lnTo>
                  <a:pt x="21497" y="82365"/>
                </a:lnTo>
                <a:lnTo>
                  <a:pt x="21497" y="82365"/>
                </a:lnTo>
                <a:lnTo>
                  <a:pt x="21497" y="82366"/>
                </a:lnTo>
                <a:lnTo>
                  <a:pt x="21497" y="82366"/>
                </a:lnTo>
                <a:lnTo>
                  <a:pt x="21497" y="82366"/>
                </a:lnTo>
                <a:lnTo>
                  <a:pt x="21497" y="82366"/>
                </a:lnTo>
                <a:lnTo>
                  <a:pt x="21497" y="82366"/>
                </a:lnTo>
                <a:lnTo>
                  <a:pt x="21497" y="82367"/>
                </a:lnTo>
                <a:lnTo>
                  <a:pt x="21497" y="82367"/>
                </a:lnTo>
                <a:lnTo>
                  <a:pt x="21497" y="82367"/>
                </a:lnTo>
                <a:lnTo>
                  <a:pt x="21497" y="82367"/>
                </a:lnTo>
                <a:lnTo>
                  <a:pt x="21497" y="82368"/>
                </a:lnTo>
                <a:lnTo>
                  <a:pt x="21497" y="82368"/>
                </a:lnTo>
                <a:lnTo>
                  <a:pt x="21497" y="82368"/>
                </a:lnTo>
                <a:lnTo>
                  <a:pt x="21497" y="82368"/>
                </a:lnTo>
                <a:lnTo>
                  <a:pt x="21497" y="82368"/>
                </a:lnTo>
                <a:lnTo>
                  <a:pt x="21497" y="82369"/>
                </a:lnTo>
                <a:lnTo>
                  <a:pt x="21497" y="82369"/>
                </a:lnTo>
                <a:lnTo>
                  <a:pt x="21497" y="82369"/>
                </a:lnTo>
                <a:lnTo>
                  <a:pt x="21497" y="82369"/>
                </a:lnTo>
                <a:lnTo>
                  <a:pt x="21497" y="82369"/>
                </a:lnTo>
                <a:lnTo>
                  <a:pt x="21497" y="82370"/>
                </a:lnTo>
                <a:lnTo>
                  <a:pt x="21497" y="82370"/>
                </a:lnTo>
                <a:lnTo>
                  <a:pt x="21497" y="82370"/>
                </a:lnTo>
                <a:lnTo>
                  <a:pt x="21497" y="82370"/>
                </a:lnTo>
                <a:lnTo>
                  <a:pt x="21497" y="82371"/>
                </a:lnTo>
                <a:lnTo>
                  <a:pt x="21497" y="82371"/>
                </a:lnTo>
                <a:lnTo>
                  <a:pt x="21497" y="82371"/>
                </a:lnTo>
                <a:lnTo>
                  <a:pt x="21497" y="82371"/>
                </a:lnTo>
                <a:lnTo>
                  <a:pt x="21497" y="82371"/>
                </a:lnTo>
                <a:lnTo>
                  <a:pt x="21497" y="82372"/>
                </a:lnTo>
                <a:lnTo>
                  <a:pt x="21497" y="82372"/>
                </a:lnTo>
                <a:lnTo>
                  <a:pt x="21497" y="82372"/>
                </a:lnTo>
                <a:lnTo>
                  <a:pt x="21497" y="82372"/>
                </a:lnTo>
                <a:lnTo>
                  <a:pt x="21497" y="82372"/>
                </a:lnTo>
                <a:lnTo>
                  <a:pt x="21497" y="82373"/>
                </a:lnTo>
                <a:lnTo>
                  <a:pt x="21497" y="82373"/>
                </a:lnTo>
                <a:lnTo>
                  <a:pt x="21497" y="82373"/>
                </a:lnTo>
                <a:lnTo>
                  <a:pt x="21497" y="82373"/>
                </a:lnTo>
                <a:lnTo>
                  <a:pt x="21497" y="82374"/>
                </a:lnTo>
                <a:lnTo>
                  <a:pt x="21497" y="82374"/>
                </a:lnTo>
                <a:lnTo>
                  <a:pt x="21497" y="82374"/>
                </a:lnTo>
                <a:lnTo>
                  <a:pt x="21497" y="82374"/>
                </a:lnTo>
                <a:lnTo>
                  <a:pt x="21497" y="82374"/>
                </a:lnTo>
                <a:lnTo>
                  <a:pt x="21497" y="82375"/>
                </a:lnTo>
                <a:lnTo>
                  <a:pt x="21497" y="82375"/>
                </a:lnTo>
                <a:lnTo>
                  <a:pt x="21497" y="82375"/>
                </a:lnTo>
                <a:lnTo>
                  <a:pt x="21497" y="82375"/>
                </a:lnTo>
                <a:lnTo>
                  <a:pt x="21497" y="82375"/>
                </a:lnTo>
                <a:lnTo>
                  <a:pt x="21497" y="82376"/>
                </a:lnTo>
                <a:lnTo>
                  <a:pt x="21497" y="82376"/>
                </a:lnTo>
                <a:lnTo>
                  <a:pt x="21497" y="82376"/>
                </a:lnTo>
                <a:lnTo>
                  <a:pt x="21497" y="82376"/>
                </a:lnTo>
                <a:lnTo>
                  <a:pt x="21497" y="82377"/>
                </a:lnTo>
                <a:lnTo>
                  <a:pt x="21497" y="82377"/>
                </a:lnTo>
                <a:lnTo>
                  <a:pt x="21497" y="82377"/>
                </a:lnTo>
                <a:lnTo>
                  <a:pt x="21497" y="82377"/>
                </a:lnTo>
                <a:lnTo>
                  <a:pt x="21497" y="82377"/>
                </a:lnTo>
                <a:lnTo>
                  <a:pt x="21497" y="82378"/>
                </a:lnTo>
                <a:lnTo>
                  <a:pt x="21497" y="82378"/>
                </a:lnTo>
                <a:lnTo>
                  <a:pt x="21497" y="82378"/>
                </a:lnTo>
                <a:lnTo>
                  <a:pt x="21497" y="82378"/>
                </a:lnTo>
                <a:lnTo>
                  <a:pt x="21497" y="82379"/>
                </a:lnTo>
                <a:lnTo>
                  <a:pt x="21497" y="82379"/>
                </a:lnTo>
                <a:lnTo>
                  <a:pt x="21497" y="82379"/>
                </a:lnTo>
                <a:lnTo>
                  <a:pt x="21497" y="82379"/>
                </a:lnTo>
                <a:lnTo>
                  <a:pt x="21497" y="82379"/>
                </a:lnTo>
                <a:lnTo>
                  <a:pt x="21497" y="82380"/>
                </a:lnTo>
                <a:lnTo>
                  <a:pt x="21497" y="82380"/>
                </a:lnTo>
                <a:lnTo>
                  <a:pt x="21497" y="82380"/>
                </a:lnTo>
                <a:lnTo>
                  <a:pt x="21497" y="82380"/>
                </a:lnTo>
                <a:lnTo>
                  <a:pt x="21497" y="82380"/>
                </a:lnTo>
                <a:lnTo>
                  <a:pt x="21497" y="82381"/>
                </a:lnTo>
                <a:lnTo>
                  <a:pt x="21497" y="82381"/>
                </a:lnTo>
                <a:lnTo>
                  <a:pt x="21497" y="82381"/>
                </a:lnTo>
                <a:lnTo>
                  <a:pt x="21497" y="82381"/>
                </a:lnTo>
                <a:lnTo>
                  <a:pt x="21497" y="82382"/>
                </a:lnTo>
                <a:lnTo>
                  <a:pt x="21497" y="82382"/>
                </a:lnTo>
                <a:lnTo>
                  <a:pt x="21497" y="82382"/>
                </a:lnTo>
                <a:lnTo>
                  <a:pt x="21497" y="82382"/>
                </a:lnTo>
                <a:lnTo>
                  <a:pt x="21497" y="82382"/>
                </a:lnTo>
                <a:lnTo>
                  <a:pt x="21497" y="82383"/>
                </a:lnTo>
                <a:lnTo>
                  <a:pt x="21497" y="82383"/>
                </a:lnTo>
                <a:lnTo>
                  <a:pt x="21497" y="82383"/>
                </a:lnTo>
                <a:lnTo>
                  <a:pt x="21497" y="82383"/>
                </a:lnTo>
                <a:lnTo>
                  <a:pt x="21497" y="82383"/>
                </a:lnTo>
                <a:lnTo>
                  <a:pt x="21497" y="82384"/>
                </a:lnTo>
                <a:lnTo>
                  <a:pt x="21497" y="82384"/>
                </a:lnTo>
                <a:lnTo>
                  <a:pt x="21497" y="82384"/>
                </a:lnTo>
                <a:lnTo>
                  <a:pt x="21497" y="82384"/>
                </a:lnTo>
                <a:lnTo>
                  <a:pt x="21497" y="82385"/>
                </a:lnTo>
                <a:lnTo>
                  <a:pt x="21497" y="82385"/>
                </a:lnTo>
                <a:lnTo>
                  <a:pt x="21497" y="82385"/>
                </a:lnTo>
                <a:lnTo>
                  <a:pt x="21497" y="82385"/>
                </a:lnTo>
                <a:lnTo>
                  <a:pt x="21497" y="82385"/>
                </a:lnTo>
                <a:lnTo>
                  <a:pt x="21497" y="82386"/>
                </a:lnTo>
                <a:lnTo>
                  <a:pt x="21497" y="82386"/>
                </a:lnTo>
                <a:lnTo>
                  <a:pt x="21497" y="82386"/>
                </a:lnTo>
                <a:lnTo>
                  <a:pt x="21497" y="82386"/>
                </a:lnTo>
                <a:lnTo>
                  <a:pt x="21497" y="82387"/>
                </a:lnTo>
                <a:lnTo>
                  <a:pt x="21497" y="82387"/>
                </a:lnTo>
                <a:lnTo>
                  <a:pt x="21497" y="82387"/>
                </a:lnTo>
                <a:lnTo>
                  <a:pt x="21497" y="82387"/>
                </a:lnTo>
                <a:lnTo>
                  <a:pt x="21497" y="82387"/>
                </a:lnTo>
                <a:lnTo>
                  <a:pt x="21497" y="82388"/>
                </a:lnTo>
                <a:lnTo>
                  <a:pt x="21497" y="82388"/>
                </a:lnTo>
                <a:lnTo>
                  <a:pt x="21497" y="82388"/>
                </a:lnTo>
                <a:lnTo>
                  <a:pt x="21497" y="82388"/>
                </a:lnTo>
                <a:lnTo>
                  <a:pt x="21497" y="82388"/>
                </a:lnTo>
                <a:lnTo>
                  <a:pt x="21497" y="82389"/>
                </a:lnTo>
                <a:lnTo>
                  <a:pt x="21497" y="82389"/>
                </a:lnTo>
                <a:lnTo>
                  <a:pt x="21497" y="82389"/>
                </a:lnTo>
                <a:lnTo>
                  <a:pt x="21497" y="82389"/>
                </a:lnTo>
                <a:lnTo>
                  <a:pt x="21497" y="82390"/>
                </a:lnTo>
                <a:lnTo>
                  <a:pt x="21497" y="82390"/>
                </a:lnTo>
                <a:lnTo>
                  <a:pt x="21497" y="82390"/>
                </a:lnTo>
                <a:lnTo>
                  <a:pt x="21497" y="82390"/>
                </a:lnTo>
                <a:lnTo>
                  <a:pt x="21497" y="82390"/>
                </a:lnTo>
                <a:lnTo>
                  <a:pt x="21497" y="82391"/>
                </a:lnTo>
                <a:lnTo>
                  <a:pt x="21497" y="82391"/>
                </a:lnTo>
                <a:lnTo>
                  <a:pt x="21497" y="82391"/>
                </a:lnTo>
                <a:lnTo>
                  <a:pt x="21497" y="82391"/>
                </a:lnTo>
                <a:lnTo>
                  <a:pt x="21497" y="82392"/>
                </a:lnTo>
                <a:lnTo>
                  <a:pt x="21497" y="82392"/>
                </a:lnTo>
                <a:lnTo>
                  <a:pt x="21497" y="82392"/>
                </a:lnTo>
                <a:lnTo>
                  <a:pt x="21497" y="82392"/>
                </a:lnTo>
                <a:lnTo>
                  <a:pt x="21497" y="82392"/>
                </a:lnTo>
                <a:lnTo>
                  <a:pt x="21497" y="82393"/>
                </a:lnTo>
                <a:lnTo>
                  <a:pt x="21497" y="82393"/>
                </a:lnTo>
                <a:lnTo>
                  <a:pt x="21497" y="82393"/>
                </a:lnTo>
                <a:lnTo>
                  <a:pt x="21497" y="82393"/>
                </a:lnTo>
                <a:lnTo>
                  <a:pt x="21497" y="82393"/>
                </a:lnTo>
                <a:lnTo>
                  <a:pt x="21497" y="82394"/>
                </a:lnTo>
                <a:lnTo>
                  <a:pt x="21497" y="82394"/>
                </a:lnTo>
                <a:lnTo>
                  <a:pt x="21497" y="82394"/>
                </a:lnTo>
                <a:lnTo>
                  <a:pt x="21497" y="82394"/>
                </a:lnTo>
                <a:lnTo>
                  <a:pt x="21497" y="82395"/>
                </a:lnTo>
                <a:lnTo>
                  <a:pt x="21497" y="82395"/>
                </a:lnTo>
                <a:lnTo>
                  <a:pt x="21497" y="82395"/>
                </a:lnTo>
                <a:lnTo>
                  <a:pt x="21497" y="82395"/>
                </a:lnTo>
                <a:lnTo>
                  <a:pt x="21497" y="82395"/>
                </a:lnTo>
                <a:lnTo>
                  <a:pt x="21497" y="82396"/>
                </a:lnTo>
                <a:lnTo>
                  <a:pt x="21497" y="82396"/>
                </a:lnTo>
                <a:lnTo>
                  <a:pt x="21497" y="82396"/>
                </a:lnTo>
                <a:lnTo>
                  <a:pt x="21497" y="82396"/>
                </a:lnTo>
                <a:lnTo>
                  <a:pt x="21497" y="82397"/>
                </a:lnTo>
                <a:lnTo>
                  <a:pt x="21497" y="82397"/>
                </a:lnTo>
                <a:lnTo>
                  <a:pt x="21497" y="82397"/>
                </a:lnTo>
                <a:lnTo>
                  <a:pt x="21497" y="82397"/>
                </a:lnTo>
                <a:lnTo>
                  <a:pt x="21497" y="82397"/>
                </a:lnTo>
                <a:lnTo>
                  <a:pt x="21497" y="82398"/>
                </a:lnTo>
                <a:lnTo>
                  <a:pt x="21497" y="82398"/>
                </a:lnTo>
                <a:lnTo>
                  <a:pt x="21497" y="82398"/>
                </a:lnTo>
                <a:lnTo>
                  <a:pt x="21497" y="82398"/>
                </a:lnTo>
                <a:lnTo>
                  <a:pt x="21497" y="82398"/>
                </a:lnTo>
                <a:lnTo>
                  <a:pt x="21497" y="82399"/>
                </a:lnTo>
                <a:lnTo>
                  <a:pt x="21497" y="82399"/>
                </a:lnTo>
                <a:lnTo>
                  <a:pt x="21497" y="82399"/>
                </a:lnTo>
                <a:lnTo>
                  <a:pt x="21497" y="82399"/>
                </a:lnTo>
                <a:lnTo>
                  <a:pt x="21497" y="82400"/>
                </a:lnTo>
                <a:lnTo>
                  <a:pt x="21497" y="82400"/>
                </a:lnTo>
                <a:lnTo>
                  <a:pt x="21497" y="82400"/>
                </a:lnTo>
                <a:lnTo>
                  <a:pt x="21497" y="82400"/>
                </a:lnTo>
                <a:lnTo>
                  <a:pt x="21497" y="82400"/>
                </a:lnTo>
                <a:lnTo>
                  <a:pt x="21497" y="82401"/>
                </a:lnTo>
                <a:lnTo>
                  <a:pt x="21497" y="82401"/>
                </a:lnTo>
                <a:lnTo>
                  <a:pt x="21497" y="82401"/>
                </a:lnTo>
                <a:lnTo>
                  <a:pt x="21497" y="82401"/>
                </a:lnTo>
                <a:lnTo>
                  <a:pt x="21497" y="82402"/>
                </a:lnTo>
                <a:lnTo>
                  <a:pt x="21497" y="82402"/>
                </a:lnTo>
                <a:lnTo>
                  <a:pt x="21497" y="82402"/>
                </a:lnTo>
                <a:lnTo>
                  <a:pt x="21497" y="82402"/>
                </a:lnTo>
                <a:lnTo>
                  <a:pt x="21497" y="82402"/>
                </a:lnTo>
                <a:lnTo>
                  <a:pt x="21497" y="82403"/>
                </a:lnTo>
                <a:lnTo>
                  <a:pt x="21497" y="82403"/>
                </a:lnTo>
                <a:lnTo>
                  <a:pt x="21497" y="82403"/>
                </a:lnTo>
                <a:lnTo>
                  <a:pt x="21497" y="82403"/>
                </a:lnTo>
                <a:lnTo>
                  <a:pt x="21497" y="82403"/>
                </a:lnTo>
                <a:lnTo>
                  <a:pt x="21497" y="82404"/>
                </a:lnTo>
                <a:lnTo>
                  <a:pt x="21497" y="82404"/>
                </a:lnTo>
                <a:lnTo>
                  <a:pt x="21497" y="82404"/>
                </a:lnTo>
                <a:lnTo>
                  <a:pt x="21497" y="82404"/>
                </a:lnTo>
                <a:lnTo>
                  <a:pt x="21497" y="82405"/>
                </a:lnTo>
                <a:lnTo>
                  <a:pt x="21497" y="82405"/>
                </a:lnTo>
                <a:lnTo>
                  <a:pt x="21497" y="82405"/>
                </a:lnTo>
                <a:lnTo>
                  <a:pt x="21497" y="82405"/>
                </a:lnTo>
                <a:lnTo>
                  <a:pt x="21497" y="82405"/>
                </a:lnTo>
                <a:lnTo>
                  <a:pt x="21497" y="82406"/>
                </a:lnTo>
                <a:lnTo>
                  <a:pt x="21497" y="82406"/>
                </a:lnTo>
                <a:lnTo>
                  <a:pt x="21497" y="82406"/>
                </a:lnTo>
                <a:lnTo>
                  <a:pt x="21497" y="82406"/>
                </a:lnTo>
                <a:lnTo>
                  <a:pt x="21497" y="82407"/>
                </a:lnTo>
                <a:lnTo>
                  <a:pt x="21497" y="82407"/>
                </a:lnTo>
                <a:lnTo>
                  <a:pt x="21497" y="82407"/>
                </a:lnTo>
                <a:lnTo>
                  <a:pt x="21497" y="82407"/>
                </a:lnTo>
                <a:lnTo>
                  <a:pt x="21497" y="82407"/>
                </a:lnTo>
                <a:lnTo>
                  <a:pt x="21497" y="82408"/>
                </a:lnTo>
                <a:lnTo>
                  <a:pt x="21497" y="82408"/>
                </a:lnTo>
                <a:lnTo>
                  <a:pt x="21497" y="82408"/>
                </a:lnTo>
                <a:lnTo>
                  <a:pt x="21497" y="82408"/>
                </a:lnTo>
                <a:lnTo>
                  <a:pt x="21497" y="82408"/>
                </a:lnTo>
                <a:lnTo>
                  <a:pt x="21497" y="82409"/>
                </a:lnTo>
                <a:lnTo>
                  <a:pt x="21497" y="82409"/>
                </a:lnTo>
                <a:lnTo>
                  <a:pt x="21497" y="82409"/>
                </a:lnTo>
                <a:lnTo>
                  <a:pt x="21497" y="82409"/>
                </a:lnTo>
                <a:lnTo>
                  <a:pt x="21497" y="82410"/>
                </a:lnTo>
                <a:lnTo>
                  <a:pt x="21497" y="82410"/>
                </a:lnTo>
                <a:lnTo>
                  <a:pt x="21497" y="82410"/>
                </a:lnTo>
                <a:lnTo>
                  <a:pt x="21497" y="82410"/>
                </a:lnTo>
                <a:lnTo>
                  <a:pt x="21497" y="82410"/>
                </a:lnTo>
                <a:lnTo>
                  <a:pt x="21497" y="82411"/>
                </a:lnTo>
                <a:lnTo>
                  <a:pt x="21497" y="82411"/>
                </a:lnTo>
                <a:lnTo>
                  <a:pt x="21497" y="82411"/>
                </a:lnTo>
                <a:lnTo>
                  <a:pt x="21497" y="82411"/>
                </a:lnTo>
                <a:lnTo>
                  <a:pt x="21497" y="82412"/>
                </a:lnTo>
                <a:lnTo>
                  <a:pt x="21497" y="82412"/>
                </a:lnTo>
                <a:lnTo>
                  <a:pt x="21497" y="82412"/>
                </a:lnTo>
                <a:lnTo>
                  <a:pt x="21497" y="82412"/>
                </a:lnTo>
                <a:lnTo>
                  <a:pt x="21497" y="82412"/>
                </a:lnTo>
                <a:lnTo>
                  <a:pt x="21497" y="82413"/>
                </a:lnTo>
                <a:lnTo>
                  <a:pt x="21497" y="82413"/>
                </a:lnTo>
                <a:lnTo>
                  <a:pt x="21497" y="82413"/>
                </a:lnTo>
                <a:lnTo>
                  <a:pt x="21497" y="82413"/>
                </a:lnTo>
                <a:lnTo>
                  <a:pt x="21497" y="82414"/>
                </a:lnTo>
                <a:lnTo>
                  <a:pt x="21497" y="82414"/>
                </a:lnTo>
                <a:lnTo>
                  <a:pt x="21497" y="82414"/>
                </a:lnTo>
                <a:lnTo>
                  <a:pt x="21497" y="82414"/>
                </a:lnTo>
                <a:lnTo>
                  <a:pt x="21497" y="82414"/>
                </a:lnTo>
                <a:lnTo>
                  <a:pt x="21497" y="82415"/>
                </a:lnTo>
                <a:lnTo>
                  <a:pt x="21497" y="82415"/>
                </a:lnTo>
                <a:lnTo>
                  <a:pt x="21497" y="82415"/>
                </a:lnTo>
                <a:lnTo>
                  <a:pt x="21497" y="82415"/>
                </a:lnTo>
                <a:lnTo>
                  <a:pt x="21497" y="82415"/>
                </a:lnTo>
                <a:lnTo>
                  <a:pt x="21497" y="82416"/>
                </a:lnTo>
                <a:lnTo>
                  <a:pt x="21497" y="82416"/>
                </a:lnTo>
                <a:lnTo>
                  <a:pt x="21497" y="82416"/>
                </a:lnTo>
                <a:lnTo>
                  <a:pt x="21497" y="82416"/>
                </a:lnTo>
                <a:lnTo>
                  <a:pt x="21497" y="82417"/>
                </a:lnTo>
                <a:lnTo>
                  <a:pt x="21497" y="82417"/>
                </a:lnTo>
                <a:lnTo>
                  <a:pt x="21497" y="82417"/>
                </a:lnTo>
                <a:lnTo>
                  <a:pt x="21497" y="82417"/>
                </a:lnTo>
                <a:lnTo>
                  <a:pt x="21497" y="82417"/>
                </a:lnTo>
                <a:lnTo>
                  <a:pt x="21497" y="82418"/>
                </a:lnTo>
                <a:lnTo>
                  <a:pt x="21497" y="82418"/>
                </a:lnTo>
                <a:lnTo>
                  <a:pt x="21497" y="82418"/>
                </a:lnTo>
                <a:lnTo>
                  <a:pt x="21497" y="82418"/>
                </a:lnTo>
                <a:lnTo>
                  <a:pt x="21497" y="82419"/>
                </a:lnTo>
                <a:lnTo>
                  <a:pt x="21497" y="82419"/>
                </a:lnTo>
                <a:lnTo>
                  <a:pt x="21497" y="82419"/>
                </a:lnTo>
                <a:lnTo>
                  <a:pt x="21497" y="82419"/>
                </a:lnTo>
                <a:lnTo>
                  <a:pt x="21497" y="82419"/>
                </a:lnTo>
                <a:lnTo>
                  <a:pt x="21497" y="82420"/>
                </a:lnTo>
                <a:lnTo>
                  <a:pt x="21497" y="82420"/>
                </a:lnTo>
                <a:lnTo>
                  <a:pt x="21497" y="82420"/>
                </a:lnTo>
                <a:lnTo>
                  <a:pt x="21497" y="82420"/>
                </a:lnTo>
                <a:lnTo>
                  <a:pt x="21497" y="82421"/>
                </a:lnTo>
                <a:lnTo>
                  <a:pt x="21497" y="82421"/>
                </a:lnTo>
                <a:lnTo>
                  <a:pt x="21497" y="82421"/>
                </a:lnTo>
                <a:lnTo>
                  <a:pt x="21497" y="82421"/>
                </a:lnTo>
                <a:lnTo>
                  <a:pt x="21497" y="82421"/>
                </a:lnTo>
                <a:lnTo>
                  <a:pt x="21497" y="82422"/>
                </a:lnTo>
                <a:lnTo>
                  <a:pt x="21497" y="82422"/>
                </a:lnTo>
                <a:lnTo>
                  <a:pt x="21497" y="82422"/>
                </a:lnTo>
                <a:lnTo>
                  <a:pt x="21497" y="82422"/>
                </a:lnTo>
                <a:lnTo>
                  <a:pt x="21497" y="82422"/>
                </a:lnTo>
                <a:lnTo>
                  <a:pt x="21497" y="82423"/>
                </a:lnTo>
                <a:lnTo>
                  <a:pt x="21497" y="82423"/>
                </a:lnTo>
                <a:lnTo>
                  <a:pt x="21497" y="82423"/>
                </a:lnTo>
                <a:lnTo>
                  <a:pt x="21497" y="82423"/>
                </a:lnTo>
                <a:lnTo>
                  <a:pt x="21497" y="82424"/>
                </a:lnTo>
                <a:lnTo>
                  <a:pt x="21497" y="82424"/>
                </a:lnTo>
                <a:lnTo>
                  <a:pt x="21497" y="82424"/>
                </a:lnTo>
                <a:lnTo>
                  <a:pt x="21497" y="82424"/>
                </a:lnTo>
                <a:lnTo>
                  <a:pt x="21497" y="82424"/>
                </a:lnTo>
                <a:lnTo>
                  <a:pt x="21497" y="82425"/>
                </a:lnTo>
                <a:lnTo>
                  <a:pt x="21497" y="82425"/>
                </a:lnTo>
                <a:lnTo>
                  <a:pt x="21497" y="82425"/>
                </a:lnTo>
                <a:lnTo>
                  <a:pt x="21497" y="82425"/>
                </a:lnTo>
                <a:lnTo>
                  <a:pt x="21497" y="82426"/>
                </a:lnTo>
                <a:lnTo>
                  <a:pt x="21497" y="82426"/>
                </a:lnTo>
                <a:lnTo>
                  <a:pt x="21497" y="82426"/>
                </a:lnTo>
                <a:lnTo>
                  <a:pt x="21497" y="82426"/>
                </a:lnTo>
                <a:lnTo>
                  <a:pt x="21497" y="82426"/>
                </a:lnTo>
                <a:lnTo>
                  <a:pt x="21497" y="82427"/>
                </a:lnTo>
                <a:lnTo>
                  <a:pt x="21497" y="82427"/>
                </a:lnTo>
                <a:lnTo>
                  <a:pt x="21497" y="82427"/>
                </a:lnTo>
                <a:lnTo>
                  <a:pt x="21497" y="82427"/>
                </a:lnTo>
                <a:lnTo>
                  <a:pt x="21497" y="82428"/>
                </a:lnTo>
                <a:lnTo>
                  <a:pt x="21497" y="82428"/>
                </a:lnTo>
                <a:lnTo>
                  <a:pt x="21497" y="82428"/>
                </a:lnTo>
                <a:lnTo>
                  <a:pt x="21497" y="82428"/>
                </a:lnTo>
                <a:lnTo>
                  <a:pt x="21497" y="82428"/>
                </a:lnTo>
                <a:lnTo>
                  <a:pt x="21497" y="82429"/>
                </a:lnTo>
                <a:lnTo>
                  <a:pt x="21497" y="82429"/>
                </a:lnTo>
                <a:lnTo>
                  <a:pt x="21497" y="82429"/>
                </a:lnTo>
                <a:lnTo>
                  <a:pt x="21497" y="82429"/>
                </a:lnTo>
                <a:lnTo>
                  <a:pt x="21497" y="82430"/>
                </a:lnTo>
                <a:lnTo>
                  <a:pt x="21497" y="82430"/>
                </a:lnTo>
                <a:lnTo>
                  <a:pt x="21497" y="82430"/>
                </a:lnTo>
                <a:lnTo>
                  <a:pt x="21497" y="82430"/>
                </a:lnTo>
                <a:lnTo>
                  <a:pt x="21497" y="82430"/>
                </a:lnTo>
                <a:lnTo>
                  <a:pt x="21497" y="82431"/>
                </a:lnTo>
                <a:lnTo>
                  <a:pt x="21497" y="82431"/>
                </a:lnTo>
                <a:lnTo>
                  <a:pt x="21497" y="82431"/>
                </a:lnTo>
                <a:lnTo>
                  <a:pt x="21497" y="82431"/>
                </a:lnTo>
                <a:lnTo>
                  <a:pt x="21497" y="82432"/>
                </a:lnTo>
                <a:lnTo>
                  <a:pt x="21497" y="82432"/>
                </a:lnTo>
                <a:lnTo>
                  <a:pt x="21497" y="82432"/>
                </a:lnTo>
                <a:lnTo>
                  <a:pt x="21497" y="82432"/>
                </a:lnTo>
                <a:lnTo>
                  <a:pt x="21497" y="82432"/>
                </a:lnTo>
                <a:lnTo>
                  <a:pt x="21497" y="82433"/>
                </a:lnTo>
                <a:lnTo>
                  <a:pt x="21497" y="82433"/>
                </a:lnTo>
                <a:lnTo>
                  <a:pt x="21497" y="82433"/>
                </a:lnTo>
                <a:lnTo>
                  <a:pt x="21497" y="82433"/>
                </a:lnTo>
                <a:lnTo>
                  <a:pt x="21497" y="82433"/>
                </a:lnTo>
                <a:lnTo>
                  <a:pt x="21497" y="82434"/>
                </a:lnTo>
                <a:lnTo>
                  <a:pt x="21497" y="82434"/>
                </a:lnTo>
                <a:lnTo>
                  <a:pt x="21497" y="82434"/>
                </a:lnTo>
                <a:lnTo>
                  <a:pt x="21497" y="82434"/>
                </a:lnTo>
                <a:lnTo>
                  <a:pt x="21497" y="82435"/>
                </a:lnTo>
                <a:lnTo>
                  <a:pt x="21497" y="82435"/>
                </a:lnTo>
                <a:lnTo>
                  <a:pt x="21497" y="82435"/>
                </a:lnTo>
                <a:lnTo>
                  <a:pt x="21497" y="82435"/>
                </a:lnTo>
                <a:lnTo>
                  <a:pt x="21497" y="82435"/>
                </a:lnTo>
                <a:lnTo>
                  <a:pt x="21497" y="82436"/>
                </a:lnTo>
                <a:lnTo>
                  <a:pt x="21497" y="82436"/>
                </a:lnTo>
                <a:lnTo>
                  <a:pt x="21497" y="82436"/>
                </a:lnTo>
                <a:lnTo>
                  <a:pt x="21497" y="82436"/>
                </a:lnTo>
                <a:lnTo>
                  <a:pt x="21497" y="82437"/>
                </a:lnTo>
                <a:lnTo>
                  <a:pt x="21497" y="82437"/>
                </a:lnTo>
                <a:lnTo>
                  <a:pt x="21497" y="82437"/>
                </a:lnTo>
                <a:lnTo>
                  <a:pt x="21497" y="82437"/>
                </a:lnTo>
                <a:lnTo>
                  <a:pt x="21497" y="82437"/>
                </a:lnTo>
                <a:lnTo>
                  <a:pt x="21497" y="82438"/>
                </a:lnTo>
                <a:lnTo>
                  <a:pt x="21497" y="82438"/>
                </a:lnTo>
                <a:lnTo>
                  <a:pt x="21497" y="82438"/>
                </a:lnTo>
                <a:lnTo>
                  <a:pt x="21497" y="82438"/>
                </a:lnTo>
                <a:lnTo>
                  <a:pt x="21497" y="82439"/>
                </a:lnTo>
                <a:lnTo>
                  <a:pt x="21497" y="82439"/>
                </a:lnTo>
                <a:lnTo>
                  <a:pt x="21497" y="82439"/>
                </a:lnTo>
                <a:lnTo>
                  <a:pt x="21497" y="82439"/>
                </a:lnTo>
                <a:lnTo>
                  <a:pt x="21497" y="82439"/>
                </a:lnTo>
                <a:lnTo>
                  <a:pt x="21497" y="82440"/>
                </a:lnTo>
                <a:lnTo>
                  <a:pt x="21497" y="82440"/>
                </a:lnTo>
                <a:lnTo>
                  <a:pt x="21497" y="82440"/>
                </a:lnTo>
                <a:lnTo>
                  <a:pt x="21497" y="82440"/>
                </a:lnTo>
                <a:lnTo>
                  <a:pt x="21497" y="82441"/>
                </a:lnTo>
                <a:lnTo>
                  <a:pt x="21497" y="82441"/>
                </a:lnTo>
                <a:lnTo>
                  <a:pt x="21497" y="82441"/>
                </a:lnTo>
                <a:lnTo>
                  <a:pt x="21497" y="82441"/>
                </a:lnTo>
                <a:lnTo>
                  <a:pt x="21497" y="82441"/>
                </a:lnTo>
                <a:lnTo>
                  <a:pt x="21497" y="82442"/>
                </a:lnTo>
                <a:lnTo>
                  <a:pt x="21497" y="82442"/>
                </a:lnTo>
                <a:lnTo>
                  <a:pt x="21497" y="82442"/>
                </a:lnTo>
                <a:lnTo>
                  <a:pt x="21497" y="82442"/>
                </a:lnTo>
                <a:lnTo>
                  <a:pt x="21497" y="82443"/>
                </a:lnTo>
                <a:lnTo>
                  <a:pt x="21497" y="82443"/>
                </a:lnTo>
                <a:lnTo>
                  <a:pt x="21497" y="82443"/>
                </a:lnTo>
                <a:lnTo>
                  <a:pt x="21497" y="82443"/>
                </a:lnTo>
                <a:lnTo>
                  <a:pt x="21497" y="82443"/>
                </a:lnTo>
                <a:lnTo>
                  <a:pt x="21497" y="82444"/>
                </a:lnTo>
                <a:lnTo>
                  <a:pt x="21497" y="82444"/>
                </a:lnTo>
                <a:lnTo>
                  <a:pt x="21497" y="82444"/>
                </a:lnTo>
                <a:lnTo>
                  <a:pt x="21497" y="82444"/>
                </a:lnTo>
                <a:lnTo>
                  <a:pt x="21497" y="82445"/>
                </a:lnTo>
                <a:lnTo>
                  <a:pt x="21497" y="82445"/>
                </a:lnTo>
                <a:lnTo>
                  <a:pt x="21497" y="82445"/>
                </a:lnTo>
                <a:lnTo>
                  <a:pt x="21497" y="82445"/>
                </a:lnTo>
                <a:lnTo>
                  <a:pt x="21497" y="82445"/>
                </a:lnTo>
                <a:lnTo>
                  <a:pt x="21497" y="82446"/>
                </a:lnTo>
                <a:lnTo>
                  <a:pt x="21497" y="82446"/>
                </a:lnTo>
                <a:lnTo>
                  <a:pt x="21497" y="82446"/>
                </a:lnTo>
                <a:lnTo>
                  <a:pt x="21497" y="82446"/>
                </a:lnTo>
                <a:lnTo>
                  <a:pt x="21497" y="82447"/>
                </a:lnTo>
                <a:lnTo>
                  <a:pt x="21497" y="82447"/>
                </a:lnTo>
                <a:lnTo>
                  <a:pt x="21497" y="82447"/>
                </a:lnTo>
                <a:lnTo>
                  <a:pt x="21497" y="82447"/>
                </a:lnTo>
                <a:lnTo>
                  <a:pt x="21497" y="82447"/>
                </a:lnTo>
                <a:lnTo>
                  <a:pt x="21497" y="82448"/>
                </a:lnTo>
                <a:lnTo>
                  <a:pt x="21497" y="82448"/>
                </a:lnTo>
                <a:lnTo>
                  <a:pt x="21497" y="82448"/>
                </a:lnTo>
                <a:lnTo>
                  <a:pt x="21497" y="82448"/>
                </a:lnTo>
                <a:lnTo>
                  <a:pt x="21497" y="82448"/>
                </a:lnTo>
                <a:lnTo>
                  <a:pt x="21497" y="82449"/>
                </a:lnTo>
                <a:lnTo>
                  <a:pt x="21497" y="82449"/>
                </a:lnTo>
                <a:lnTo>
                  <a:pt x="21497" y="82449"/>
                </a:lnTo>
                <a:lnTo>
                  <a:pt x="21497" y="82449"/>
                </a:lnTo>
                <a:lnTo>
                  <a:pt x="21497" y="82450"/>
                </a:lnTo>
                <a:lnTo>
                  <a:pt x="21497" y="82450"/>
                </a:lnTo>
                <a:lnTo>
                  <a:pt x="21497" y="82450"/>
                </a:lnTo>
                <a:lnTo>
                  <a:pt x="21497" y="82450"/>
                </a:lnTo>
                <a:lnTo>
                  <a:pt x="21497" y="82450"/>
                </a:lnTo>
                <a:lnTo>
                  <a:pt x="21497" y="82451"/>
                </a:lnTo>
                <a:lnTo>
                  <a:pt x="21497" y="82451"/>
                </a:lnTo>
                <a:lnTo>
                  <a:pt x="21497" y="82451"/>
                </a:lnTo>
                <a:lnTo>
                  <a:pt x="21497" y="82451"/>
                </a:lnTo>
                <a:lnTo>
                  <a:pt x="21497" y="82452"/>
                </a:lnTo>
                <a:lnTo>
                  <a:pt x="21497" y="82452"/>
                </a:lnTo>
                <a:lnTo>
                  <a:pt x="21497" y="82452"/>
                </a:lnTo>
                <a:lnTo>
                  <a:pt x="21497" y="82452"/>
                </a:lnTo>
                <a:lnTo>
                  <a:pt x="21497" y="82452"/>
                </a:lnTo>
                <a:lnTo>
                  <a:pt x="21497" y="82453"/>
                </a:lnTo>
                <a:lnTo>
                  <a:pt x="21497" y="82453"/>
                </a:lnTo>
                <a:lnTo>
                  <a:pt x="21497" y="82453"/>
                </a:lnTo>
                <a:lnTo>
                  <a:pt x="21497" y="82453"/>
                </a:lnTo>
                <a:lnTo>
                  <a:pt x="21497" y="82454"/>
                </a:lnTo>
                <a:lnTo>
                  <a:pt x="21497" y="82454"/>
                </a:lnTo>
                <a:lnTo>
                  <a:pt x="21497" y="82454"/>
                </a:lnTo>
                <a:lnTo>
                  <a:pt x="21497" y="82454"/>
                </a:lnTo>
                <a:lnTo>
                  <a:pt x="21497" y="82454"/>
                </a:lnTo>
                <a:lnTo>
                  <a:pt x="21497" y="82455"/>
                </a:lnTo>
                <a:lnTo>
                  <a:pt x="21497" y="82455"/>
                </a:lnTo>
                <a:lnTo>
                  <a:pt x="21497" y="82455"/>
                </a:lnTo>
                <a:lnTo>
                  <a:pt x="21497" y="82455"/>
                </a:lnTo>
                <a:lnTo>
                  <a:pt x="21497" y="82456"/>
                </a:lnTo>
                <a:lnTo>
                  <a:pt x="21497" y="82456"/>
                </a:lnTo>
                <a:lnTo>
                  <a:pt x="21497" y="82456"/>
                </a:lnTo>
                <a:lnTo>
                  <a:pt x="21497" y="82456"/>
                </a:lnTo>
                <a:lnTo>
                  <a:pt x="21497" y="82456"/>
                </a:lnTo>
                <a:lnTo>
                  <a:pt x="21497" y="82457"/>
                </a:lnTo>
                <a:lnTo>
                  <a:pt x="21497" y="82457"/>
                </a:lnTo>
                <a:lnTo>
                  <a:pt x="21497" y="82457"/>
                </a:lnTo>
                <a:lnTo>
                  <a:pt x="21497" y="82457"/>
                </a:lnTo>
                <a:lnTo>
                  <a:pt x="21497" y="82458"/>
                </a:lnTo>
                <a:lnTo>
                  <a:pt x="21497" y="82458"/>
                </a:lnTo>
                <a:lnTo>
                  <a:pt x="21497" y="82458"/>
                </a:lnTo>
                <a:lnTo>
                  <a:pt x="21497" y="82458"/>
                </a:lnTo>
                <a:lnTo>
                  <a:pt x="21497" y="82458"/>
                </a:lnTo>
                <a:lnTo>
                  <a:pt x="21497" y="82459"/>
                </a:lnTo>
                <a:lnTo>
                  <a:pt x="21497" y="82459"/>
                </a:lnTo>
                <a:lnTo>
                  <a:pt x="21497" y="82459"/>
                </a:lnTo>
                <a:lnTo>
                  <a:pt x="21497" y="82459"/>
                </a:lnTo>
                <a:lnTo>
                  <a:pt x="21497" y="82460"/>
                </a:lnTo>
                <a:lnTo>
                  <a:pt x="21497" y="82460"/>
                </a:lnTo>
                <a:lnTo>
                  <a:pt x="21497" y="82460"/>
                </a:lnTo>
                <a:lnTo>
                  <a:pt x="21497" y="82460"/>
                </a:lnTo>
                <a:lnTo>
                  <a:pt x="21497" y="82460"/>
                </a:lnTo>
                <a:lnTo>
                  <a:pt x="21497" y="82461"/>
                </a:lnTo>
                <a:lnTo>
                  <a:pt x="21497" y="82461"/>
                </a:lnTo>
                <a:lnTo>
                  <a:pt x="21497" y="82461"/>
                </a:lnTo>
                <a:lnTo>
                  <a:pt x="21497" y="82461"/>
                </a:lnTo>
                <a:lnTo>
                  <a:pt x="21497" y="82462"/>
                </a:lnTo>
                <a:lnTo>
                  <a:pt x="21497" y="82462"/>
                </a:lnTo>
                <a:lnTo>
                  <a:pt x="21497" y="82462"/>
                </a:lnTo>
                <a:lnTo>
                  <a:pt x="21497" y="82462"/>
                </a:lnTo>
                <a:lnTo>
                  <a:pt x="21497" y="82462"/>
                </a:lnTo>
                <a:lnTo>
                  <a:pt x="21497" y="82463"/>
                </a:lnTo>
                <a:lnTo>
                  <a:pt x="21497" y="82463"/>
                </a:lnTo>
                <a:lnTo>
                  <a:pt x="21497" y="82463"/>
                </a:lnTo>
                <a:lnTo>
                  <a:pt x="21497" y="82463"/>
                </a:lnTo>
                <a:lnTo>
                  <a:pt x="21497" y="82464"/>
                </a:lnTo>
                <a:lnTo>
                  <a:pt x="21497" y="82464"/>
                </a:lnTo>
                <a:lnTo>
                  <a:pt x="21497" y="82464"/>
                </a:lnTo>
                <a:lnTo>
                  <a:pt x="21497" y="82464"/>
                </a:lnTo>
                <a:lnTo>
                  <a:pt x="21497" y="82464"/>
                </a:lnTo>
                <a:lnTo>
                  <a:pt x="21497" y="82465"/>
                </a:lnTo>
                <a:lnTo>
                  <a:pt x="21497" y="82465"/>
                </a:lnTo>
                <a:lnTo>
                  <a:pt x="21497" y="82465"/>
                </a:lnTo>
                <a:lnTo>
                  <a:pt x="21497" y="82465"/>
                </a:lnTo>
                <a:lnTo>
                  <a:pt x="21497" y="82466"/>
                </a:lnTo>
                <a:lnTo>
                  <a:pt x="21497" y="82466"/>
                </a:lnTo>
                <a:lnTo>
                  <a:pt x="21497" y="82466"/>
                </a:lnTo>
                <a:lnTo>
                  <a:pt x="21497" y="82466"/>
                </a:lnTo>
                <a:lnTo>
                  <a:pt x="21497" y="82466"/>
                </a:lnTo>
                <a:lnTo>
                  <a:pt x="21497" y="82467"/>
                </a:lnTo>
                <a:lnTo>
                  <a:pt x="21497" y="82467"/>
                </a:lnTo>
                <a:lnTo>
                  <a:pt x="21497" y="82467"/>
                </a:lnTo>
                <a:lnTo>
                  <a:pt x="21497" y="82467"/>
                </a:lnTo>
                <a:lnTo>
                  <a:pt x="21497" y="82468"/>
                </a:lnTo>
                <a:lnTo>
                  <a:pt x="21497" y="82468"/>
                </a:lnTo>
                <a:lnTo>
                  <a:pt x="21497" y="82468"/>
                </a:lnTo>
                <a:lnTo>
                  <a:pt x="21497" y="82468"/>
                </a:lnTo>
                <a:lnTo>
                  <a:pt x="21497" y="82468"/>
                </a:lnTo>
                <a:lnTo>
                  <a:pt x="21497" y="82469"/>
                </a:lnTo>
                <a:lnTo>
                  <a:pt x="21497" y="82469"/>
                </a:lnTo>
                <a:lnTo>
                  <a:pt x="21497" y="82469"/>
                </a:lnTo>
                <a:lnTo>
                  <a:pt x="21497" y="82469"/>
                </a:lnTo>
                <a:lnTo>
                  <a:pt x="21497" y="82470"/>
                </a:lnTo>
                <a:lnTo>
                  <a:pt x="21497" y="82470"/>
                </a:lnTo>
                <a:lnTo>
                  <a:pt x="21497" y="82470"/>
                </a:lnTo>
                <a:lnTo>
                  <a:pt x="21497" y="82470"/>
                </a:lnTo>
                <a:lnTo>
                  <a:pt x="21497" y="82470"/>
                </a:lnTo>
                <a:lnTo>
                  <a:pt x="21497" y="82471"/>
                </a:lnTo>
                <a:lnTo>
                  <a:pt x="21497" y="82471"/>
                </a:lnTo>
                <a:lnTo>
                  <a:pt x="21497" y="82471"/>
                </a:lnTo>
                <a:lnTo>
                  <a:pt x="21497" y="82471"/>
                </a:lnTo>
                <a:lnTo>
                  <a:pt x="21497" y="82472"/>
                </a:lnTo>
                <a:lnTo>
                  <a:pt x="21497" y="82472"/>
                </a:lnTo>
                <a:lnTo>
                  <a:pt x="21497" y="82472"/>
                </a:lnTo>
                <a:lnTo>
                  <a:pt x="21497" y="82472"/>
                </a:lnTo>
                <a:lnTo>
                  <a:pt x="21497" y="82473"/>
                </a:lnTo>
                <a:lnTo>
                  <a:pt x="21497" y="82473"/>
                </a:lnTo>
                <a:lnTo>
                  <a:pt x="21497" y="82473"/>
                </a:lnTo>
                <a:lnTo>
                  <a:pt x="21497" y="82473"/>
                </a:lnTo>
                <a:lnTo>
                  <a:pt x="21497" y="82473"/>
                </a:lnTo>
                <a:lnTo>
                  <a:pt x="21497" y="82474"/>
                </a:lnTo>
                <a:lnTo>
                  <a:pt x="21497" y="82474"/>
                </a:lnTo>
                <a:lnTo>
                  <a:pt x="21497" y="82474"/>
                </a:lnTo>
                <a:lnTo>
                  <a:pt x="21497" y="82474"/>
                </a:lnTo>
                <a:lnTo>
                  <a:pt x="21497" y="82475"/>
                </a:lnTo>
                <a:lnTo>
                  <a:pt x="21497" y="82475"/>
                </a:lnTo>
                <a:lnTo>
                  <a:pt x="21497" y="82475"/>
                </a:lnTo>
                <a:lnTo>
                  <a:pt x="21497" y="82475"/>
                </a:lnTo>
                <a:lnTo>
                  <a:pt x="21497" y="82475"/>
                </a:lnTo>
                <a:lnTo>
                  <a:pt x="21497" y="82476"/>
                </a:lnTo>
                <a:lnTo>
                  <a:pt x="21497" y="82476"/>
                </a:lnTo>
                <a:lnTo>
                  <a:pt x="21497" y="82476"/>
                </a:lnTo>
                <a:lnTo>
                  <a:pt x="21497" y="82476"/>
                </a:lnTo>
                <a:lnTo>
                  <a:pt x="21497" y="82477"/>
                </a:lnTo>
                <a:lnTo>
                  <a:pt x="21497" y="82477"/>
                </a:lnTo>
                <a:lnTo>
                  <a:pt x="21497" y="82477"/>
                </a:lnTo>
                <a:lnTo>
                  <a:pt x="21497" y="82477"/>
                </a:lnTo>
                <a:lnTo>
                  <a:pt x="21497" y="82477"/>
                </a:lnTo>
                <a:lnTo>
                  <a:pt x="21497" y="82478"/>
                </a:lnTo>
                <a:lnTo>
                  <a:pt x="21497" y="82478"/>
                </a:lnTo>
                <a:lnTo>
                  <a:pt x="21497" y="82478"/>
                </a:lnTo>
                <a:lnTo>
                  <a:pt x="21497" y="82478"/>
                </a:lnTo>
                <a:lnTo>
                  <a:pt x="21497" y="82479"/>
                </a:lnTo>
                <a:lnTo>
                  <a:pt x="21497" y="82479"/>
                </a:lnTo>
                <a:lnTo>
                  <a:pt x="21497" y="82479"/>
                </a:lnTo>
                <a:lnTo>
                  <a:pt x="21497" y="82479"/>
                </a:lnTo>
                <a:lnTo>
                  <a:pt x="21497" y="82479"/>
                </a:lnTo>
                <a:lnTo>
                  <a:pt x="21497" y="82480"/>
                </a:lnTo>
                <a:lnTo>
                  <a:pt x="21497" y="82480"/>
                </a:lnTo>
                <a:lnTo>
                  <a:pt x="21497" y="82480"/>
                </a:lnTo>
                <a:lnTo>
                  <a:pt x="21497" y="82480"/>
                </a:lnTo>
                <a:lnTo>
                  <a:pt x="21497" y="82481"/>
                </a:lnTo>
                <a:lnTo>
                  <a:pt x="21497" y="82481"/>
                </a:lnTo>
                <a:lnTo>
                  <a:pt x="21497" y="82481"/>
                </a:lnTo>
                <a:lnTo>
                  <a:pt x="21497" y="82481"/>
                </a:lnTo>
                <a:lnTo>
                  <a:pt x="21497" y="82481"/>
                </a:lnTo>
                <a:lnTo>
                  <a:pt x="21497" y="82482"/>
                </a:lnTo>
                <a:lnTo>
                  <a:pt x="21497" y="82482"/>
                </a:lnTo>
                <a:lnTo>
                  <a:pt x="21497" y="82482"/>
                </a:lnTo>
                <a:lnTo>
                  <a:pt x="21497" y="82482"/>
                </a:lnTo>
                <a:lnTo>
                  <a:pt x="21497" y="82483"/>
                </a:lnTo>
                <a:lnTo>
                  <a:pt x="21497" y="82483"/>
                </a:lnTo>
                <a:lnTo>
                  <a:pt x="21497" y="82483"/>
                </a:lnTo>
                <a:lnTo>
                  <a:pt x="21497" y="82483"/>
                </a:lnTo>
                <a:lnTo>
                  <a:pt x="21497" y="82483"/>
                </a:lnTo>
                <a:lnTo>
                  <a:pt x="21497" y="82484"/>
                </a:lnTo>
                <a:lnTo>
                  <a:pt x="21497" y="82484"/>
                </a:lnTo>
                <a:lnTo>
                  <a:pt x="21497" y="82484"/>
                </a:lnTo>
                <a:lnTo>
                  <a:pt x="21497" y="82484"/>
                </a:lnTo>
                <a:lnTo>
                  <a:pt x="21497" y="82485"/>
                </a:lnTo>
                <a:lnTo>
                  <a:pt x="21497" y="82485"/>
                </a:lnTo>
                <a:lnTo>
                  <a:pt x="21497" y="82485"/>
                </a:lnTo>
                <a:lnTo>
                  <a:pt x="21497" y="82485"/>
                </a:lnTo>
                <a:lnTo>
                  <a:pt x="21497" y="82485"/>
                </a:lnTo>
                <a:lnTo>
                  <a:pt x="21497" y="82486"/>
                </a:lnTo>
                <a:lnTo>
                  <a:pt x="21497" y="82486"/>
                </a:lnTo>
                <a:lnTo>
                  <a:pt x="21497" y="82486"/>
                </a:lnTo>
                <a:lnTo>
                  <a:pt x="21497" y="82486"/>
                </a:lnTo>
                <a:lnTo>
                  <a:pt x="21497" y="82487"/>
                </a:lnTo>
                <a:lnTo>
                  <a:pt x="21497" y="82487"/>
                </a:lnTo>
                <a:lnTo>
                  <a:pt x="21497" y="82487"/>
                </a:lnTo>
                <a:lnTo>
                  <a:pt x="21497" y="82487"/>
                </a:lnTo>
                <a:lnTo>
                  <a:pt x="21497" y="82487"/>
                </a:lnTo>
                <a:lnTo>
                  <a:pt x="21497" y="82488"/>
                </a:lnTo>
                <a:lnTo>
                  <a:pt x="21497" y="82488"/>
                </a:lnTo>
                <a:lnTo>
                  <a:pt x="21497" y="82488"/>
                </a:lnTo>
                <a:lnTo>
                  <a:pt x="21497" y="82488"/>
                </a:lnTo>
                <a:lnTo>
                  <a:pt x="21497" y="82489"/>
                </a:lnTo>
                <a:lnTo>
                  <a:pt x="21497" y="82489"/>
                </a:lnTo>
                <a:lnTo>
                  <a:pt x="21497" y="82489"/>
                </a:lnTo>
                <a:lnTo>
                  <a:pt x="21497" y="82489"/>
                </a:lnTo>
                <a:lnTo>
                  <a:pt x="21497" y="82490"/>
                </a:lnTo>
                <a:lnTo>
                  <a:pt x="21497" y="82490"/>
                </a:lnTo>
                <a:lnTo>
                  <a:pt x="21497" y="82490"/>
                </a:lnTo>
                <a:lnTo>
                  <a:pt x="21497" y="82490"/>
                </a:lnTo>
                <a:lnTo>
                  <a:pt x="21497" y="82490"/>
                </a:lnTo>
                <a:lnTo>
                  <a:pt x="21497" y="82491"/>
                </a:lnTo>
                <a:lnTo>
                  <a:pt x="21497" y="82491"/>
                </a:lnTo>
                <a:lnTo>
                  <a:pt x="21497" y="82491"/>
                </a:lnTo>
                <a:lnTo>
                  <a:pt x="21497" y="82491"/>
                </a:lnTo>
                <a:lnTo>
                  <a:pt x="21497" y="82492"/>
                </a:lnTo>
                <a:lnTo>
                  <a:pt x="21497" y="82492"/>
                </a:lnTo>
                <a:lnTo>
                  <a:pt x="21497" y="82492"/>
                </a:lnTo>
                <a:lnTo>
                  <a:pt x="21497" y="82492"/>
                </a:lnTo>
                <a:lnTo>
                  <a:pt x="21497" y="82492"/>
                </a:lnTo>
                <a:lnTo>
                  <a:pt x="21497" y="82493"/>
                </a:lnTo>
                <a:lnTo>
                  <a:pt x="21497" y="82493"/>
                </a:lnTo>
                <a:lnTo>
                  <a:pt x="21497" y="82493"/>
                </a:lnTo>
                <a:lnTo>
                  <a:pt x="21497" y="82493"/>
                </a:lnTo>
                <a:lnTo>
                  <a:pt x="21497" y="82494"/>
                </a:lnTo>
                <a:lnTo>
                  <a:pt x="21497" y="82494"/>
                </a:lnTo>
                <a:lnTo>
                  <a:pt x="21497" y="82494"/>
                </a:lnTo>
                <a:lnTo>
                  <a:pt x="21497" y="82494"/>
                </a:lnTo>
                <a:lnTo>
                  <a:pt x="21497" y="82494"/>
                </a:lnTo>
                <a:lnTo>
                  <a:pt x="21497" y="82495"/>
                </a:lnTo>
                <a:lnTo>
                  <a:pt x="21497" y="82495"/>
                </a:lnTo>
                <a:lnTo>
                  <a:pt x="21497" y="82495"/>
                </a:lnTo>
                <a:lnTo>
                  <a:pt x="21497" y="82495"/>
                </a:lnTo>
                <a:lnTo>
                  <a:pt x="21497" y="82496"/>
                </a:lnTo>
                <a:lnTo>
                  <a:pt x="21497" y="82496"/>
                </a:lnTo>
                <a:lnTo>
                  <a:pt x="21497" y="82496"/>
                </a:lnTo>
                <a:lnTo>
                  <a:pt x="21497" y="82496"/>
                </a:lnTo>
                <a:lnTo>
                  <a:pt x="21497" y="82496"/>
                </a:lnTo>
                <a:lnTo>
                  <a:pt x="21497" y="82497"/>
                </a:lnTo>
                <a:lnTo>
                  <a:pt x="21497" y="82497"/>
                </a:lnTo>
                <a:lnTo>
                  <a:pt x="21497" y="82497"/>
                </a:lnTo>
                <a:lnTo>
                  <a:pt x="21497" y="82497"/>
                </a:lnTo>
                <a:lnTo>
                  <a:pt x="21497" y="82498"/>
                </a:lnTo>
                <a:lnTo>
                  <a:pt x="21497" y="82498"/>
                </a:lnTo>
                <a:lnTo>
                  <a:pt x="21497" y="82498"/>
                </a:lnTo>
                <a:lnTo>
                  <a:pt x="21497" y="82498"/>
                </a:lnTo>
                <a:lnTo>
                  <a:pt x="21497" y="82498"/>
                </a:lnTo>
                <a:lnTo>
                  <a:pt x="21497" y="82499"/>
                </a:lnTo>
                <a:lnTo>
                  <a:pt x="21497" y="82499"/>
                </a:lnTo>
                <a:lnTo>
                  <a:pt x="21497" y="82499"/>
                </a:lnTo>
                <a:lnTo>
                  <a:pt x="21497" y="82499"/>
                </a:lnTo>
                <a:lnTo>
                  <a:pt x="21497" y="82500"/>
                </a:lnTo>
                <a:lnTo>
                  <a:pt x="21497" y="82500"/>
                </a:lnTo>
                <a:lnTo>
                  <a:pt x="21497" y="82500"/>
                </a:lnTo>
                <a:lnTo>
                  <a:pt x="21497" y="82500"/>
                </a:lnTo>
                <a:lnTo>
                  <a:pt x="21497" y="82501"/>
                </a:lnTo>
                <a:lnTo>
                  <a:pt x="21497" y="82501"/>
                </a:lnTo>
                <a:lnTo>
                  <a:pt x="21497" y="82501"/>
                </a:lnTo>
                <a:lnTo>
                  <a:pt x="21497" y="82501"/>
                </a:lnTo>
                <a:lnTo>
                  <a:pt x="21497" y="82501"/>
                </a:lnTo>
                <a:lnTo>
                  <a:pt x="21497" y="82502"/>
                </a:lnTo>
                <a:lnTo>
                  <a:pt x="21497" y="82502"/>
                </a:lnTo>
                <a:lnTo>
                  <a:pt x="21497" y="82502"/>
                </a:lnTo>
                <a:lnTo>
                  <a:pt x="21497" y="82502"/>
                </a:lnTo>
                <a:lnTo>
                  <a:pt x="21497" y="82503"/>
                </a:lnTo>
                <a:lnTo>
                  <a:pt x="21497" y="82503"/>
                </a:lnTo>
                <a:lnTo>
                  <a:pt x="21497" y="82503"/>
                </a:lnTo>
                <a:lnTo>
                  <a:pt x="21497" y="82503"/>
                </a:lnTo>
                <a:lnTo>
                  <a:pt x="21497" y="82503"/>
                </a:lnTo>
                <a:lnTo>
                  <a:pt x="21497" y="82504"/>
                </a:lnTo>
                <a:lnTo>
                  <a:pt x="21497" y="82504"/>
                </a:lnTo>
                <a:lnTo>
                  <a:pt x="21497" y="82504"/>
                </a:lnTo>
                <a:lnTo>
                  <a:pt x="21497" y="82504"/>
                </a:lnTo>
                <a:lnTo>
                  <a:pt x="21497" y="82505"/>
                </a:lnTo>
                <a:lnTo>
                  <a:pt x="21497" y="82505"/>
                </a:lnTo>
                <a:lnTo>
                  <a:pt x="21497" y="82505"/>
                </a:lnTo>
                <a:lnTo>
                  <a:pt x="21497" y="82505"/>
                </a:lnTo>
                <a:lnTo>
                  <a:pt x="21497" y="82505"/>
                </a:lnTo>
                <a:lnTo>
                  <a:pt x="21497" y="82506"/>
                </a:lnTo>
                <a:lnTo>
                  <a:pt x="21497" y="82506"/>
                </a:lnTo>
                <a:lnTo>
                  <a:pt x="21497" y="82506"/>
                </a:lnTo>
                <a:lnTo>
                  <a:pt x="21497" y="82506"/>
                </a:lnTo>
                <a:lnTo>
                  <a:pt x="21497" y="82507"/>
                </a:lnTo>
                <a:lnTo>
                  <a:pt x="21497" y="82507"/>
                </a:lnTo>
                <a:lnTo>
                  <a:pt x="21497" y="82507"/>
                </a:lnTo>
                <a:lnTo>
                  <a:pt x="21497" y="82507"/>
                </a:lnTo>
                <a:lnTo>
                  <a:pt x="21497" y="82508"/>
                </a:lnTo>
                <a:lnTo>
                  <a:pt x="21497" y="82508"/>
                </a:lnTo>
                <a:lnTo>
                  <a:pt x="21497" y="82508"/>
                </a:lnTo>
                <a:lnTo>
                  <a:pt x="21497" y="82508"/>
                </a:lnTo>
                <a:lnTo>
                  <a:pt x="21497" y="82508"/>
                </a:lnTo>
                <a:lnTo>
                  <a:pt x="21497" y="82509"/>
                </a:lnTo>
                <a:lnTo>
                  <a:pt x="21497" y="82509"/>
                </a:lnTo>
                <a:lnTo>
                  <a:pt x="21497" y="82509"/>
                </a:lnTo>
                <a:lnTo>
                  <a:pt x="21497" y="82509"/>
                </a:lnTo>
                <a:lnTo>
                  <a:pt x="21497" y="82510"/>
                </a:lnTo>
                <a:lnTo>
                  <a:pt x="21497" y="82510"/>
                </a:lnTo>
                <a:lnTo>
                  <a:pt x="21497" y="82510"/>
                </a:lnTo>
                <a:lnTo>
                  <a:pt x="21497" y="82510"/>
                </a:lnTo>
                <a:lnTo>
                  <a:pt x="21497" y="82510"/>
                </a:lnTo>
                <a:lnTo>
                  <a:pt x="21497" y="82511"/>
                </a:lnTo>
                <a:lnTo>
                  <a:pt x="21497" y="82511"/>
                </a:lnTo>
                <a:lnTo>
                  <a:pt x="21497" y="82511"/>
                </a:lnTo>
                <a:lnTo>
                  <a:pt x="21497" y="82511"/>
                </a:lnTo>
                <a:lnTo>
                  <a:pt x="21497" y="82512"/>
                </a:lnTo>
                <a:lnTo>
                  <a:pt x="21497" y="82512"/>
                </a:lnTo>
                <a:lnTo>
                  <a:pt x="21497" y="82512"/>
                </a:lnTo>
                <a:lnTo>
                  <a:pt x="21497" y="82512"/>
                </a:lnTo>
                <a:lnTo>
                  <a:pt x="21497" y="82512"/>
                </a:lnTo>
                <a:lnTo>
                  <a:pt x="21497" y="82513"/>
                </a:lnTo>
                <a:lnTo>
                  <a:pt x="21497" y="82513"/>
                </a:lnTo>
                <a:lnTo>
                  <a:pt x="21497" y="82513"/>
                </a:lnTo>
                <a:lnTo>
                  <a:pt x="21497" y="82513"/>
                </a:lnTo>
                <a:lnTo>
                  <a:pt x="21497" y="82514"/>
                </a:lnTo>
                <a:lnTo>
                  <a:pt x="21497" y="82514"/>
                </a:lnTo>
                <a:lnTo>
                  <a:pt x="21497" y="82514"/>
                </a:lnTo>
                <a:lnTo>
                  <a:pt x="21497" y="82514"/>
                </a:lnTo>
                <a:lnTo>
                  <a:pt x="21497" y="82515"/>
                </a:lnTo>
                <a:lnTo>
                  <a:pt x="21497" y="82515"/>
                </a:lnTo>
                <a:lnTo>
                  <a:pt x="21497" y="82515"/>
                </a:lnTo>
                <a:lnTo>
                  <a:pt x="21497" y="82515"/>
                </a:lnTo>
                <a:lnTo>
                  <a:pt x="21497" y="82515"/>
                </a:lnTo>
                <a:lnTo>
                  <a:pt x="21497" y="82516"/>
                </a:lnTo>
                <a:lnTo>
                  <a:pt x="21497" y="82516"/>
                </a:lnTo>
                <a:lnTo>
                  <a:pt x="21497" y="82516"/>
                </a:lnTo>
                <a:lnTo>
                  <a:pt x="21497" y="82516"/>
                </a:lnTo>
                <a:lnTo>
                  <a:pt x="21497" y="82517"/>
                </a:lnTo>
                <a:lnTo>
                  <a:pt x="21497" y="82517"/>
                </a:lnTo>
                <a:lnTo>
                  <a:pt x="21497" y="82517"/>
                </a:lnTo>
                <a:lnTo>
                  <a:pt x="21497" y="82517"/>
                </a:lnTo>
                <a:lnTo>
                  <a:pt x="21497" y="82517"/>
                </a:lnTo>
                <a:lnTo>
                  <a:pt x="21497" y="82518"/>
                </a:lnTo>
                <a:lnTo>
                  <a:pt x="21497" y="82518"/>
                </a:lnTo>
                <a:lnTo>
                  <a:pt x="21497" y="82518"/>
                </a:lnTo>
                <a:lnTo>
                  <a:pt x="21497" y="82518"/>
                </a:lnTo>
                <a:lnTo>
                  <a:pt x="21497" y="82519"/>
                </a:lnTo>
                <a:lnTo>
                  <a:pt x="21497" y="82519"/>
                </a:lnTo>
                <a:lnTo>
                  <a:pt x="21497" y="82519"/>
                </a:lnTo>
                <a:lnTo>
                  <a:pt x="21497" y="82519"/>
                </a:lnTo>
                <a:lnTo>
                  <a:pt x="21497" y="82519"/>
                </a:lnTo>
                <a:lnTo>
                  <a:pt x="21497" y="82520"/>
                </a:lnTo>
                <a:lnTo>
                  <a:pt x="21497" y="82520"/>
                </a:lnTo>
                <a:lnTo>
                  <a:pt x="21497" y="82520"/>
                </a:lnTo>
                <a:lnTo>
                  <a:pt x="21497" y="82520"/>
                </a:lnTo>
                <a:lnTo>
                  <a:pt x="21497" y="82521"/>
                </a:lnTo>
                <a:lnTo>
                  <a:pt x="21497" y="82521"/>
                </a:lnTo>
                <a:lnTo>
                  <a:pt x="21497" y="82521"/>
                </a:lnTo>
                <a:lnTo>
                  <a:pt x="21497" y="82521"/>
                </a:lnTo>
                <a:lnTo>
                  <a:pt x="21497" y="82522"/>
                </a:lnTo>
                <a:lnTo>
                  <a:pt x="21497" y="82522"/>
                </a:lnTo>
                <a:lnTo>
                  <a:pt x="21497" y="82522"/>
                </a:lnTo>
                <a:lnTo>
                  <a:pt x="21497" y="82522"/>
                </a:lnTo>
                <a:lnTo>
                  <a:pt x="21497" y="82522"/>
                </a:lnTo>
                <a:lnTo>
                  <a:pt x="21497" y="82523"/>
                </a:lnTo>
                <a:lnTo>
                  <a:pt x="21497" y="82523"/>
                </a:lnTo>
                <a:lnTo>
                  <a:pt x="21497" y="82523"/>
                </a:lnTo>
                <a:lnTo>
                  <a:pt x="21497" y="82523"/>
                </a:lnTo>
                <a:lnTo>
                  <a:pt x="21497" y="82524"/>
                </a:lnTo>
                <a:lnTo>
                  <a:pt x="21497" y="82524"/>
                </a:lnTo>
                <a:lnTo>
                  <a:pt x="21497" y="82524"/>
                </a:lnTo>
                <a:lnTo>
                  <a:pt x="21497" y="82524"/>
                </a:lnTo>
                <a:lnTo>
                  <a:pt x="21497" y="82524"/>
                </a:lnTo>
                <a:lnTo>
                  <a:pt x="21497" y="82525"/>
                </a:lnTo>
                <a:lnTo>
                  <a:pt x="21497" y="82525"/>
                </a:lnTo>
                <a:lnTo>
                  <a:pt x="21497" y="82525"/>
                </a:lnTo>
                <a:lnTo>
                  <a:pt x="21497" y="82525"/>
                </a:lnTo>
                <a:lnTo>
                  <a:pt x="21497" y="82526"/>
                </a:lnTo>
                <a:lnTo>
                  <a:pt x="21497" y="82526"/>
                </a:lnTo>
                <a:lnTo>
                  <a:pt x="21497" y="82526"/>
                </a:lnTo>
                <a:lnTo>
                  <a:pt x="21497" y="82526"/>
                </a:lnTo>
                <a:lnTo>
                  <a:pt x="21497" y="82527"/>
                </a:lnTo>
                <a:lnTo>
                  <a:pt x="21497" y="82527"/>
                </a:lnTo>
                <a:lnTo>
                  <a:pt x="21497" y="82527"/>
                </a:lnTo>
                <a:lnTo>
                  <a:pt x="21497" y="82527"/>
                </a:lnTo>
                <a:lnTo>
                  <a:pt x="21497" y="82527"/>
                </a:lnTo>
                <a:lnTo>
                  <a:pt x="21497" y="82528"/>
                </a:lnTo>
                <a:lnTo>
                  <a:pt x="21497" y="82528"/>
                </a:lnTo>
                <a:lnTo>
                  <a:pt x="21497" y="82528"/>
                </a:lnTo>
                <a:lnTo>
                  <a:pt x="21497" y="82528"/>
                </a:lnTo>
                <a:lnTo>
                  <a:pt x="21497" y="82529"/>
                </a:lnTo>
                <a:lnTo>
                  <a:pt x="21497" y="82529"/>
                </a:lnTo>
                <a:lnTo>
                  <a:pt x="21497" y="82529"/>
                </a:lnTo>
                <a:lnTo>
                  <a:pt x="21497" y="82529"/>
                </a:lnTo>
                <a:lnTo>
                  <a:pt x="21497" y="82529"/>
                </a:lnTo>
                <a:lnTo>
                  <a:pt x="21497" y="82530"/>
                </a:lnTo>
                <a:lnTo>
                  <a:pt x="21497" y="82530"/>
                </a:lnTo>
                <a:lnTo>
                  <a:pt x="21497" y="82530"/>
                </a:lnTo>
                <a:lnTo>
                  <a:pt x="21497" y="82530"/>
                </a:lnTo>
                <a:lnTo>
                  <a:pt x="21497" y="82531"/>
                </a:lnTo>
                <a:lnTo>
                  <a:pt x="21497" y="82531"/>
                </a:lnTo>
                <a:lnTo>
                  <a:pt x="21497" y="82531"/>
                </a:lnTo>
                <a:lnTo>
                  <a:pt x="21497" y="82531"/>
                </a:lnTo>
                <a:lnTo>
                  <a:pt x="21497" y="82532"/>
                </a:lnTo>
                <a:lnTo>
                  <a:pt x="21497" y="82532"/>
                </a:lnTo>
                <a:lnTo>
                  <a:pt x="21497" y="82532"/>
                </a:lnTo>
                <a:lnTo>
                  <a:pt x="21497" y="82532"/>
                </a:lnTo>
                <a:lnTo>
                  <a:pt x="21497" y="82532"/>
                </a:lnTo>
                <a:lnTo>
                  <a:pt x="21497" y="82533"/>
                </a:lnTo>
                <a:lnTo>
                  <a:pt x="21497" y="82533"/>
                </a:lnTo>
                <a:lnTo>
                  <a:pt x="21497" y="82533"/>
                </a:lnTo>
                <a:lnTo>
                  <a:pt x="21497" y="82533"/>
                </a:lnTo>
                <a:lnTo>
                  <a:pt x="21497" y="82534"/>
                </a:lnTo>
                <a:lnTo>
                  <a:pt x="21497" y="82534"/>
                </a:lnTo>
                <a:lnTo>
                  <a:pt x="21497" y="82534"/>
                </a:lnTo>
                <a:lnTo>
                  <a:pt x="21497" y="82534"/>
                </a:lnTo>
                <a:lnTo>
                  <a:pt x="21497" y="82534"/>
                </a:lnTo>
                <a:lnTo>
                  <a:pt x="21497" y="82535"/>
                </a:lnTo>
                <a:lnTo>
                  <a:pt x="21497" y="82535"/>
                </a:lnTo>
                <a:lnTo>
                  <a:pt x="21497" y="82535"/>
                </a:lnTo>
                <a:lnTo>
                  <a:pt x="21497" y="82535"/>
                </a:lnTo>
                <a:lnTo>
                  <a:pt x="21497" y="82536"/>
                </a:lnTo>
                <a:lnTo>
                  <a:pt x="21497" y="82536"/>
                </a:lnTo>
                <a:lnTo>
                  <a:pt x="21497" y="82536"/>
                </a:lnTo>
                <a:lnTo>
                  <a:pt x="21497" y="82536"/>
                </a:lnTo>
                <a:lnTo>
                  <a:pt x="21497" y="82537"/>
                </a:lnTo>
                <a:lnTo>
                  <a:pt x="21497" y="82537"/>
                </a:lnTo>
                <a:lnTo>
                  <a:pt x="21497" y="82537"/>
                </a:lnTo>
                <a:lnTo>
                  <a:pt x="21497" y="82537"/>
                </a:lnTo>
                <a:lnTo>
                  <a:pt x="21497" y="82537"/>
                </a:lnTo>
                <a:lnTo>
                  <a:pt x="21497" y="82538"/>
                </a:lnTo>
                <a:lnTo>
                  <a:pt x="21497" y="82538"/>
                </a:lnTo>
                <a:lnTo>
                  <a:pt x="21497" y="82538"/>
                </a:lnTo>
                <a:lnTo>
                  <a:pt x="21497" y="82538"/>
                </a:lnTo>
                <a:lnTo>
                  <a:pt x="21497" y="82539"/>
                </a:lnTo>
                <a:lnTo>
                  <a:pt x="21497" y="82539"/>
                </a:lnTo>
                <a:lnTo>
                  <a:pt x="21497" y="82539"/>
                </a:lnTo>
                <a:lnTo>
                  <a:pt x="21497" y="82539"/>
                </a:lnTo>
                <a:lnTo>
                  <a:pt x="21497" y="82540"/>
                </a:lnTo>
                <a:lnTo>
                  <a:pt x="21497" y="82540"/>
                </a:lnTo>
                <a:lnTo>
                  <a:pt x="21497" y="82540"/>
                </a:lnTo>
                <a:lnTo>
                  <a:pt x="21497" y="82540"/>
                </a:lnTo>
                <a:lnTo>
                  <a:pt x="21497" y="82540"/>
                </a:lnTo>
                <a:lnTo>
                  <a:pt x="21497" y="82541"/>
                </a:lnTo>
                <a:lnTo>
                  <a:pt x="21497" y="82541"/>
                </a:lnTo>
                <a:lnTo>
                  <a:pt x="21497" y="82541"/>
                </a:lnTo>
                <a:lnTo>
                  <a:pt x="21497" y="82541"/>
                </a:lnTo>
                <a:lnTo>
                  <a:pt x="21497" y="82542"/>
                </a:lnTo>
                <a:lnTo>
                  <a:pt x="21497" y="82542"/>
                </a:lnTo>
                <a:lnTo>
                  <a:pt x="21497" y="82542"/>
                </a:lnTo>
                <a:lnTo>
                  <a:pt x="21497" y="82542"/>
                </a:lnTo>
                <a:lnTo>
                  <a:pt x="21497" y="82542"/>
                </a:lnTo>
                <a:lnTo>
                  <a:pt x="21497" y="82543"/>
                </a:lnTo>
                <a:lnTo>
                  <a:pt x="21497" y="82543"/>
                </a:lnTo>
                <a:lnTo>
                  <a:pt x="21497" y="82543"/>
                </a:lnTo>
                <a:lnTo>
                  <a:pt x="21497" y="82543"/>
                </a:lnTo>
                <a:lnTo>
                  <a:pt x="21497" y="82544"/>
                </a:lnTo>
                <a:lnTo>
                  <a:pt x="21497" y="82544"/>
                </a:lnTo>
                <a:lnTo>
                  <a:pt x="21497" y="82544"/>
                </a:lnTo>
                <a:lnTo>
                  <a:pt x="21497" y="82544"/>
                </a:lnTo>
                <a:lnTo>
                  <a:pt x="21497" y="82545"/>
                </a:lnTo>
                <a:lnTo>
                  <a:pt x="21497" y="82545"/>
                </a:lnTo>
                <a:lnTo>
                  <a:pt x="21497" y="82545"/>
                </a:lnTo>
                <a:lnTo>
                  <a:pt x="21497" y="82545"/>
                </a:lnTo>
                <a:lnTo>
                  <a:pt x="21497" y="82545"/>
                </a:lnTo>
                <a:lnTo>
                  <a:pt x="21497" y="82546"/>
                </a:lnTo>
                <a:lnTo>
                  <a:pt x="21497" y="82546"/>
                </a:lnTo>
                <a:lnTo>
                  <a:pt x="21497" y="82546"/>
                </a:lnTo>
                <a:lnTo>
                  <a:pt x="21497" y="82546"/>
                </a:lnTo>
                <a:lnTo>
                  <a:pt x="21497" y="82547"/>
                </a:lnTo>
                <a:lnTo>
                  <a:pt x="21497" y="82547"/>
                </a:lnTo>
                <a:lnTo>
                  <a:pt x="21497" y="82547"/>
                </a:lnTo>
                <a:lnTo>
                  <a:pt x="21497" y="82547"/>
                </a:lnTo>
                <a:lnTo>
                  <a:pt x="21497" y="82547"/>
                </a:lnTo>
                <a:lnTo>
                  <a:pt x="21497" y="82548"/>
                </a:lnTo>
                <a:lnTo>
                  <a:pt x="21497" y="82548"/>
                </a:lnTo>
                <a:lnTo>
                  <a:pt x="21497" y="82548"/>
                </a:lnTo>
                <a:lnTo>
                  <a:pt x="21497" y="82548"/>
                </a:lnTo>
                <a:lnTo>
                  <a:pt x="21497" y="82549"/>
                </a:lnTo>
                <a:lnTo>
                  <a:pt x="21497" y="82549"/>
                </a:lnTo>
                <a:lnTo>
                  <a:pt x="21497" y="82549"/>
                </a:lnTo>
                <a:lnTo>
                  <a:pt x="21497" y="82549"/>
                </a:lnTo>
                <a:lnTo>
                  <a:pt x="21497" y="82550"/>
                </a:lnTo>
                <a:lnTo>
                  <a:pt x="21497" y="82550"/>
                </a:lnTo>
                <a:lnTo>
                  <a:pt x="21497" y="82550"/>
                </a:lnTo>
                <a:lnTo>
                  <a:pt x="21497" y="82550"/>
                </a:lnTo>
                <a:lnTo>
                  <a:pt x="21497" y="82550"/>
                </a:lnTo>
                <a:lnTo>
                  <a:pt x="21497" y="82551"/>
                </a:lnTo>
                <a:lnTo>
                  <a:pt x="21497" y="82551"/>
                </a:lnTo>
                <a:lnTo>
                  <a:pt x="21497" y="82551"/>
                </a:lnTo>
                <a:lnTo>
                  <a:pt x="21497" y="82551"/>
                </a:lnTo>
                <a:lnTo>
                  <a:pt x="21497" y="82552"/>
                </a:lnTo>
                <a:lnTo>
                  <a:pt x="21497" y="82552"/>
                </a:lnTo>
                <a:lnTo>
                  <a:pt x="21497" y="82552"/>
                </a:lnTo>
                <a:lnTo>
                  <a:pt x="21497" y="82552"/>
                </a:lnTo>
                <a:lnTo>
                  <a:pt x="21497" y="82553"/>
                </a:lnTo>
                <a:lnTo>
                  <a:pt x="21497" y="82553"/>
                </a:lnTo>
                <a:lnTo>
                  <a:pt x="21497" y="82553"/>
                </a:lnTo>
                <a:lnTo>
                  <a:pt x="21497" y="82553"/>
                </a:lnTo>
                <a:lnTo>
                  <a:pt x="21497" y="82553"/>
                </a:lnTo>
                <a:lnTo>
                  <a:pt x="21497" y="82554"/>
                </a:lnTo>
                <a:lnTo>
                  <a:pt x="21497" y="82554"/>
                </a:lnTo>
                <a:lnTo>
                  <a:pt x="21497" y="82554"/>
                </a:lnTo>
                <a:lnTo>
                  <a:pt x="21497" y="82554"/>
                </a:lnTo>
                <a:lnTo>
                  <a:pt x="21497" y="82555"/>
                </a:lnTo>
                <a:lnTo>
                  <a:pt x="21497" y="82555"/>
                </a:lnTo>
                <a:lnTo>
                  <a:pt x="21497" y="82555"/>
                </a:lnTo>
                <a:lnTo>
                  <a:pt x="21497" y="82555"/>
                </a:lnTo>
                <a:lnTo>
                  <a:pt x="21497" y="82556"/>
                </a:lnTo>
                <a:lnTo>
                  <a:pt x="21497" y="82556"/>
                </a:lnTo>
                <a:lnTo>
                  <a:pt x="21497" y="82556"/>
                </a:lnTo>
                <a:lnTo>
                  <a:pt x="21497" y="82556"/>
                </a:lnTo>
                <a:lnTo>
                  <a:pt x="21497" y="82556"/>
                </a:lnTo>
                <a:lnTo>
                  <a:pt x="21497" y="82557"/>
                </a:lnTo>
                <a:lnTo>
                  <a:pt x="21497" y="82557"/>
                </a:lnTo>
                <a:lnTo>
                  <a:pt x="21497" y="82557"/>
                </a:lnTo>
                <a:lnTo>
                  <a:pt x="21497" y="82557"/>
                </a:lnTo>
                <a:lnTo>
                  <a:pt x="21497" y="82558"/>
                </a:lnTo>
                <a:lnTo>
                  <a:pt x="21497" y="82558"/>
                </a:lnTo>
                <a:lnTo>
                  <a:pt x="21497" y="82558"/>
                </a:lnTo>
                <a:lnTo>
                  <a:pt x="21497" y="82558"/>
                </a:lnTo>
                <a:lnTo>
                  <a:pt x="21497" y="82558"/>
                </a:lnTo>
                <a:lnTo>
                  <a:pt x="21497" y="82559"/>
                </a:lnTo>
                <a:lnTo>
                  <a:pt x="21497" y="82559"/>
                </a:lnTo>
                <a:lnTo>
                  <a:pt x="21497" y="82559"/>
                </a:lnTo>
                <a:lnTo>
                  <a:pt x="21497" y="82559"/>
                </a:lnTo>
                <a:lnTo>
                  <a:pt x="21497" y="82560"/>
                </a:lnTo>
                <a:lnTo>
                  <a:pt x="21497" y="82560"/>
                </a:lnTo>
                <a:lnTo>
                  <a:pt x="21497" y="82560"/>
                </a:lnTo>
                <a:lnTo>
                  <a:pt x="21497" y="82560"/>
                </a:lnTo>
                <a:lnTo>
                  <a:pt x="21497" y="82561"/>
                </a:lnTo>
                <a:lnTo>
                  <a:pt x="21497" y="82561"/>
                </a:lnTo>
                <a:lnTo>
                  <a:pt x="21497" y="82561"/>
                </a:lnTo>
                <a:lnTo>
                  <a:pt x="21497" y="82561"/>
                </a:lnTo>
                <a:lnTo>
                  <a:pt x="21497" y="82561"/>
                </a:lnTo>
                <a:lnTo>
                  <a:pt x="21497" y="82562"/>
                </a:lnTo>
                <a:lnTo>
                  <a:pt x="21497" y="82562"/>
                </a:lnTo>
                <a:lnTo>
                  <a:pt x="21497" y="82562"/>
                </a:lnTo>
                <a:lnTo>
                  <a:pt x="21497" y="82562"/>
                </a:lnTo>
                <a:lnTo>
                  <a:pt x="21497" y="82563"/>
                </a:lnTo>
                <a:lnTo>
                  <a:pt x="21497" y="82563"/>
                </a:lnTo>
                <a:lnTo>
                  <a:pt x="21497" y="82563"/>
                </a:lnTo>
                <a:lnTo>
                  <a:pt x="21497" y="82563"/>
                </a:lnTo>
                <a:lnTo>
                  <a:pt x="21497" y="82564"/>
                </a:lnTo>
                <a:lnTo>
                  <a:pt x="21497" y="82564"/>
                </a:lnTo>
                <a:lnTo>
                  <a:pt x="21497" y="82564"/>
                </a:lnTo>
                <a:lnTo>
                  <a:pt x="21497" y="82564"/>
                </a:lnTo>
                <a:lnTo>
                  <a:pt x="21497" y="82564"/>
                </a:lnTo>
                <a:lnTo>
                  <a:pt x="21497" y="82565"/>
                </a:lnTo>
                <a:lnTo>
                  <a:pt x="21497" y="82565"/>
                </a:lnTo>
                <a:lnTo>
                  <a:pt x="21497" y="82565"/>
                </a:lnTo>
                <a:lnTo>
                  <a:pt x="21497" y="82565"/>
                </a:lnTo>
                <a:lnTo>
                  <a:pt x="21497" y="82566"/>
                </a:lnTo>
                <a:lnTo>
                  <a:pt x="21497" y="82566"/>
                </a:lnTo>
                <a:lnTo>
                  <a:pt x="21497" y="82566"/>
                </a:lnTo>
                <a:lnTo>
                  <a:pt x="21497" y="82566"/>
                </a:lnTo>
                <a:lnTo>
                  <a:pt x="21497" y="82567"/>
                </a:lnTo>
                <a:lnTo>
                  <a:pt x="21497" y="82567"/>
                </a:lnTo>
                <a:lnTo>
                  <a:pt x="21497" y="82567"/>
                </a:lnTo>
                <a:lnTo>
                  <a:pt x="21497" y="82567"/>
                </a:lnTo>
                <a:lnTo>
                  <a:pt x="21497" y="82567"/>
                </a:lnTo>
                <a:lnTo>
                  <a:pt x="21497" y="82568"/>
                </a:lnTo>
                <a:lnTo>
                  <a:pt x="21497" y="82568"/>
                </a:lnTo>
                <a:lnTo>
                  <a:pt x="21497" y="82568"/>
                </a:lnTo>
                <a:lnTo>
                  <a:pt x="21497" y="82568"/>
                </a:lnTo>
                <a:lnTo>
                  <a:pt x="21497" y="82569"/>
                </a:lnTo>
                <a:lnTo>
                  <a:pt x="21497" y="82569"/>
                </a:lnTo>
                <a:lnTo>
                  <a:pt x="21497" y="82569"/>
                </a:lnTo>
                <a:lnTo>
                  <a:pt x="21497" y="82569"/>
                </a:lnTo>
                <a:lnTo>
                  <a:pt x="21497" y="82570"/>
                </a:lnTo>
                <a:lnTo>
                  <a:pt x="21497" y="82570"/>
                </a:lnTo>
                <a:lnTo>
                  <a:pt x="21497" y="82570"/>
                </a:lnTo>
                <a:lnTo>
                  <a:pt x="21497" y="82570"/>
                </a:lnTo>
                <a:lnTo>
                  <a:pt x="21497" y="82570"/>
                </a:lnTo>
                <a:lnTo>
                  <a:pt x="21497" y="82571"/>
                </a:lnTo>
                <a:lnTo>
                  <a:pt x="21497" y="82571"/>
                </a:lnTo>
                <a:lnTo>
                  <a:pt x="21497" y="82571"/>
                </a:lnTo>
                <a:lnTo>
                  <a:pt x="21497" y="82571"/>
                </a:lnTo>
                <a:lnTo>
                  <a:pt x="21497" y="82572"/>
                </a:lnTo>
                <a:lnTo>
                  <a:pt x="21497" y="82572"/>
                </a:lnTo>
                <a:lnTo>
                  <a:pt x="21497" y="82572"/>
                </a:lnTo>
                <a:lnTo>
                  <a:pt x="21497" y="82572"/>
                </a:lnTo>
                <a:lnTo>
                  <a:pt x="21497" y="82573"/>
                </a:lnTo>
                <a:lnTo>
                  <a:pt x="21497" y="82573"/>
                </a:lnTo>
                <a:lnTo>
                  <a:pt x="21497" y="82573"/>
                </a:lnTo>
                <a:lnTo>
                  <a:pt x="21497" y="82573"/>
                </a:lnTo>
                <a:lnTo>
                  <a:pt x="21497" y="82573"/>
                </a:lnTo>
                <a:lnTo>
                  <a:pt x="21497" y="82574"/>
                </a:lnTo>
                <a:lnTo>
                  <a:pt x="21497" y="82574"/>
                </a:lnTo>
                <a:lnTo>
                  <a:pt x="21497" y="82574"/>
                </a:lnTo>
                <a:lnTo>
                  <a:pt x="21497" y="82574"/>
                </a:lnTo>
                <a:lnTo>
                  <a:pt x="21497" y="82575"/>
                </a:lnTo>
                <a:lnTo>
                  <a:pt x="21497" y="82575"/>
                </a:lnTo>
                <a:lnTo>
                  <a:pt x="21497" y="82575"/>
                </a:lnTo>
                <a:lnTo>
                  <a:pt x="21497" y="82575"/>
                </a:lnTo>
                <a:lnTo>
                  <a:pt x="21497" y="82576"/>
                </a:lnTo>
                <a:lnTo>
                  <a:pt x="21497" y="82576"/>
                </a:lnTo>
                <a:lnTo>
                  <a:pt x="21497" y="82576"/>
                </a:lnTo>
                <a:lnTo>
                  <a:pt x="21497" y="82576"/>
                </a:lnTo>
                <a:lnTo>
                  <a:pt x="21497" y="82576"/>
                </a:lnTo>
                <a:lnTo>
                  <a:pt x="21497" y="82577"/>
                </a:lnTo>
                <a:lnTo>
                  <a:pt x="21497" y="82577"/>
                </a:lnTo>
                <a:lnTo>
                  <a:pt x="21497" y="82577"/>
                </a:lnTo>
                <a:lnTo>
                  <a:pt x="21497" y="82577"/>
                </a:lnTo>
                <a:lnTo>
                  <a:pt x="21497" y="82578"/>
                </a:lnTo>
                <a:lnTo>
                  <a:pt x="21497" y="82578"/>
                </a:lnTo>
                <a:lnTo>
                  <a:pt x="21497" y="82578"/>
                </a:lnTo>
                <a:lnTo>
                  <a:pt x="21497" y="82578"/>
                </a:lnTo>
                <a:lnTo>
                  <a:pt x="21497" y="82579"/>
                </a:lnTo>
                <a:lnTo>
                  <a:pt x="21497" y="82579"/>
                </a:lnTo>
                <a:lnTo>
                  <a:pt x="21497" y="82579"/>
                </a:lnTo>
                <a:lnTo>
                  <a:pt x="21497" y="82579"/>
                </a:lnTo>
                <a:lnTo>
                  <a:pt x="21497" y="82579"/>
                </a:lnTo>
                <a:lnTo>
                  <a:pt x="21497" y="82580"/>
                </a:lnTo>
                <a:lnTo>
                  <a:pt x="21497" y="82580"/>
                </a:lnTo>
                <a:lnTo>
                  <a:pt x="21497" y="82580"/>
                </a:lnTo>
                <a:lnTo>
                  <a:pt x="21497" y="82580"/>
                </a:lnTo>
                <a:lnTo>
                  <a:pt x="21497" y="82581"/>
                </a:lnTo>
                <a:lnTo>
                  <a:pt x="21497" y="82581"/>
                </a:lnTo>
                <a:lnTo>
                  <a:pt x="21497" y="82581"/>
                </a:lnTo>
                <a:lnTo>
                  <a:pt x="21497" y="82581"/>
                </a:lnTo>
                <a:lnTo>
                  <a:pt x="21497" y="82582"/>
                </a:lnTo>
                <a:lnTo>
                  <a:pt x="21497" y="82582"/>
                </a:lnTo>
                <a:lnTo>
                  <a:pt x="21497" y="82582"/>
                </a:lnTo>
                <a:lnTo>
                  <a:pt x="21497" y="82582"/>
                </a:lnTo>
                <a:lnTo>
                  <a:pt x="21497" y="82582"/>
                </a:lnTo>
                <a:lnTo>
                  <a:pt x="21497" y="82583"/>
                </a:lnTo>
                <a:lnTo>
                  <a:pt x="21497" y="82583"/>
                </a:lnTo>
                <a:lnTo>
                  <a:pt x="21497" y="82583"/>
                </a:lnTo>
                <a:lnTo>
                  <a:pt x="21497" y="82583"/>
                </a:lnTo>
                <a:lnTo>
                  <a:pt x="21497" y="82584"/>
                </a:lnTo>
                <a:lnTo>
                  <a:pt x="21497" y="82584"/>
                </a:lnTo>
                <a:lnTo>
                  <a:pt x="21497" y="82584"/>
                </a:lnTo>
                <a:lnTo>
                  <a:pt x="21497" y="82584"/>
                </a:lnTo>
                <a:lnTo>
                  <a:pt x="21497" y="82585"/>
                </a:lnTo>
                <a:lnTo>
                  <a:pt x="21497" y="82585"/>
                </a:lnTo>
                <a:lnTo>
                  <a:pt x="21497" y="82585"/>
                </a:lnTo>
                <a:lnTo>
                  <a:pt x="21497" y="82585"/>
                </a:lnTo>
                <a:lnTo>
                  <a:pt x="21497" y="82585"/>
                </a:lnTo>
                <a:lnTo>
                  <a:pt x="21497" y="82586"/>
                </a:lnTo>
                <a:lnTo>
                  <a:pt x="21497" y="82586"/>
                </a:lnTo>
                <a:lnTo>
                  <a:pt x="21497" y="82586"/>
                </a:lnTo>
                <a:lnTo>
                  <a:pt x="21497" y="82586"/>
                </a:lnTo>
                <a:lnTo>
                  <a:pt x="21497" y="82587"/>
                </a:lnTo>
                <a:lnTo>
                  <a:pt x="21497" y="82587"/>
                </a:lnTo>
                <a:lnTo>
                  <a:pt x="21497" y="82587"/>
                </a:lnTo>
                <a:lnTo>
                  <a:pt x="21497" y="82587"/>
                </a:lnTo>
                <a:lnTo>
                  <a:pt x="21497" y="82588"/>
                </a:lnTo>
                <a:lnTo>
                  <a:pt x="21497" y="82588"/>
                </a:lnTo>
                <a:lnTo>
                  <a:pt x="21497" y="82588"/>
                </a:lnTo>
                <a:lnTo>
                  <a:pt x="21497" y="82588"/>
                </a:lnTo>
                <a:lnTo>
                  <a:pt x="21497" y="82588"/>
                </a:lnTo>
                <a:lnTo>
                  <a:pt x="21497" y="82589"/>
                </a:lnTo>
                <a:lnTo>
                  <a:pt x="21497" y="82589"/>
                </a:lnTo>
                <a:lnTo>
                  <a:pt x="21497" y="82589"/>
                </a:lnTo>
                <a:lnTo>
                  <a:pt x="21497" y="82589"/>
                </a:lnTo>
                <a:lnTo>
                  <a:pt x="21497" y="82590"/>
                </a:lnTo>
                <a:lnTo>
                  <a:pt x="21497" y="82590"/>
                </a:lnTo>
                <a:lnTo>
                  <a:pt x="21497" y="82590"/>
                </a:lnTo>
                <a:lnTo>
                  <a:pt x="21497" y="82590"/>
                </a:lnTo>
                <a:lnTo>
                  <a:pt x="21497" y="82591"/>
                </a:lnTo>
                <a:lnTo>
                  <a:pt x="21497" y="82591"/>
                </a:lnTo>
                <a:lnTo>
                  <a:pt x="21497" y="82591"/>
                </a:lnTo>
                <a:lnTo>
                  <a:pt x="21497" y="82591"/>
                </a:lnTo>
                <a:lnTo>
                  <a:pt x="21497" y="82591"/>
                </a:lnTo>
                <a:lnTo>
                  <a:pt x="21497" y="82592"/>
                </a:lnTo>
                <a:lnTo>
                  <a:pt x="21497" y="82592"/>
                </a:lnTo>
                <a:lnTo>
                  <a:pt x="21497" y="82592"/>
                </a:lnTo>
                <a:lnTo>
                  <a:pt x="21497" y="82592"/>
                </a:lnTo>
                <a:lnTo>
                  <a:pt x="21497" y="82593"/>
                </a:lnTo>
                <a:lnTo>
                  <a:pt x="21497" y="82593"/>
                </a:lnTo>
                <a:lnTo>
                  <a:pt x="21497" y="82593"/>
                </a:lnTo>
                <a:lnTo>
                  <a:pt x="21497" y="82593"/>
                </a:lnTo>
                <a:lnTo>
                  <a:pt x="21497" y="82594"/>
                </a:lnTo>
                <a:lnTo>
                  <a:pt x="21497" y="82594"/>
                </a:lnTo>
                <a:lnTo>
                  <a:pt x="21497" y="82594"/>
                </a:lnTo>
                <a:lnTo>
                  <a:pt x="21497" y="82594"/>
                </a:lnTo>
                <a:lnTo>
                  <a:pt x="21497" y="82594"/>
                </a:lnTo>
                <a:lnTo>
                  <a:pt x="21497" y="82595"/>
                </a:lnTo>
                <a:lnTo>
                  <a:pt x="21497" y="82595"/>
                </a:lnTo>
                <a:lnTo>
                  <a:pt x="21497" y="82595"/>
                </a:lnTo>
                <a:lnTo>
                  <a:pt x="21497" y="82595"/>
                </a:lnTo>
                <a:lnTo>
                  <a:pt x="21497" y="82596"/>
                </a:lnTo>
                <a:lnTo>
                  <a:pt x="21497" y="82596"/>
                </a:lnTo>
                <a:lnTo>
                  <a:pt x="21497" y="82596"/>
                </a:lnTo>
                <a:lnTo>
                  <a:pt x="21497" y="82596"/>
                </a:lnTo>
                <a:lnTo>
                  <a:pt x="21497" y="82597"/>
                </a:lnTo>
                <a:lnTo>
                  <a:pt x="21497" y="82597"/>
                </a:lnTo>
                <a:lnTo>
                  <a:pt x="21497" y="82597"/>
                </a:lnTo>
                <a:lnTo>
                  <a:pt x="21497" y="82597"/>
                </a:lnTo>
                <a:lnTo>
                  <a:pt x="21497" y="82597"/>
                </a:lnTo>
                <a:lnTo>
                  <a:pt x="21497" y="82598"/>
                </a:lnTo>
                <a:lnTo>
                  <a:pt x="21497" y="82598"/>
                </a:lnTo>
                <a:lnTo>
                  <a:pt x="21497" y="82598"/>
                </a:lnTo>
                <a:lnTo>
                  <a:pt x="21497" y="82598"/>
                </a:lnTo>
                <a:lnTo>
                  <a:pt x="21497" y="82599"/>
                </a:lnTo>
                <a:lnTo>
                  <a:pt x="21497" y="82599"/>
                </a:lnTo>
                <a:lnTo>
                  <a:pt x="21497" y="82599"/>
                </a:lnTo>
                <a:lnTo>
                  <a:pt x="21497" y="82599"/>
                </a:lnTo>
                <a:lnTo>
                  <a:pt x="21497" y="82600"/>
                </a:lnTo>
                <a:lnTo>
                  <a:pt x="21497" y="82600"/>
                </a:lnTo>
                <a:lnTo>
                  <a:pt x="21497" y="82600"/>
                </a:lnTo>
                <a:lnTo>
                  <a:pt x="21497" y="82600"/>
                </a:lnTo>
                <a:lnTo>
                  <a:pt x="21497" y="82601"/>
                </a:lnTo>
                <a:lnTo>
                  <a:pt x="21497" y="82601"/>
                </a:lnTo>
                <a:lnTo>
                  <a:pt x="21497" y="82601"/>
                </a:lnTo>
                <a:lnTo>
                  <a:pt x="21497" y="82601"/>
                </a:lnTo>
                <a:lnTo>
                  <a:pt x="21497" y="82601"/>
                </a:lnTo>
                <a:lnTo>
                  <a:pt x="21497" y="82602"/>
                </a:lnTo>
                <a:lnTo>
                  <a:pt x="21497" y="82602"/>
                </a:lnTo>
                <a:lnTo>
                  <a:pt x="21497" y="82602"/>
                </a:lnTo>
                <a:lnTo>
                  <a:pt x="21497" y="82602"/>
                </a:lnTo>
                <a:lnTo>
                  <a:pt x="21497" y="82603"/>
                </a:lnTo>
                <a:lnTo>
                  <a:pt x="21497" y="82603"/>
                </a:lnTo>
                <a:lnTo>
                  <a:pt x="21497" y="82603"/>
                </a:lnTo>
                <a:lnTo>
                  <a:pt x="21497" y="82603"/>
                </a:lnTo>
                <a:lnTo>
                  <a:pt x="21497" y="82604"/>
                </a:lnTo>
                <a:lnTo>
                  <a:pt x="21497" y="82604"/>
                </a:lnTo>
                <a:lnTo>
                  <a:pt x="21497" y="82604"/>
                </a:lnTo>
                <a:lnTo>
                  <a:pt x="21497" y="82604"/>
                </a:lnTo>
                <a:lnTo>
                  <a:pt x="21497" y="82604"/>
                </a:lnTo>
                <a:lnTo>
                  <a:pt x="21497" y="82605"/>
                </a:lnTo>
                <a:lnTo>
                  <a:pt x="21497" y="82605"/>
                </a:lnTo>
                <a:lnTo>
                  <a:pt x="21497" y="82605"/>
                </a:lnTo>
                <a:lnTo>
                  <a:pt x="21497" y="82605"/>
                </a:lnTo>
                <a:lnTo>
                  <a:pt x="21497" y="82606"/>
                </a:lnTo>
                <a:lnTo>
                  <a:pt x="21497" y="82606"/>
                </a:lnTo>
                <a:lnTo>
                  <a:pt x="21497" y="82606"/>
                </a:lnTo>
                <a:lnTo>
                  <a:pt x="21497" y="82606"/>
                </a:lnTo>
                <a:lnTo>
                  <a:pt x="21497" y="82607"/>
                </a:lnTo>
                <a:lnTo>
                  <a:pt x="21497" y="82607"/>
                </a:lnTo>
                <a:lnTo>
                  <a:pt x="21497" y="82607"/>
                </a:lnTo>
                <a:lnTo>
                  <a:pt x="21497" y="82607"/>
                </a:lnTo>
                <a:lnTo>
                  <a:pt x="21497" y="82607"/>
                </a:lnTo>
                <a:lnTo>
                  <a:pt x="21497" y="82608"/>
                </a:lnTo>
                <a:lnTo>
                  <a:pt x="21497" y="82608"/>
                </a:lnTo>
                <a:lnTo>
                  <a:pt x="21497" y="82608"/>
                </a:lnTo>
                <a:lnTo>
                  <a:pt x="21497" y="82608"/>
                </a:lnTo>
                <a:lnTo>
                  <a:pt x="21497" y="82609"/>
                </a:lnTo>
                <a:lnTo>
                  <a:pt x="21497" y="82609"/>
                </a:lnTo>
                <a:lnTo>
                  <a:pt x="21497" y="82609"/>
                </a:lnTo>
                <a:lnTo>
                  <a:pt x="21497" y="82609"/>
                </a:lnTo>
                <a:lnTo>
                  <a:pt x="21497" y="82610"/>
                </a:lnTo>
                <a:lnTo>
                  <a:pt x="21497" y="82610"/>
                </a:lnTo>
                <a:lnTo>
                  <a:pt x="21497" y="82610"/>
                </a:lnTo>
                <a:lnTo>
                  <a:pt x="21497" y="82610"/>
                </a:lnTo>
                <a:lnTo>
                  <a:pt x="21497" y="82611"/>
                </a:lnTo>
                <a:lnTo>
                  <a:pt x="21497" y="82611"/>
                </a:lnTo>
                <a:lnTo>
                  <a:pt x="21497" y="82611"/>
                </a:lnTo>
                <a:lnTo>
                  <a:pt x="21497" y="82611"/>
                </a:lnTo>
                <a:lnTo>
                  <a:pt x="21497" y="82611"/>
                </a:lnTo>
                <a:lnTo>
                  <a:pt x="21497" y="82612"/>
                </a:lnTo>
                <a:lnTo>
                  <a:pt x="21497" y="82612"/>
                </a:lnTo>
                <a:lnTo>
                  <a:pt x="21497" y="82612"/>
                </a:lnTo>
                <a:lnTo>
                  <a:pt x="21497" y="82612"/>
                </a:lnTo>
                <a:lnTo>
                  <a:pt x="21497" y="82613"/>
                </a:lnTo>
                <a:lnTo>
                  <a:pt x="21497" y="82613"/>
                </a:lnTo>
                <a:lnTo>
                  <a:pt x="21497" y="82613"/>
                </a:lnTo>
                <a:lnTo>
                  <a:pt x="21497" y="82613"/>
                </a:lnTo>
                <a:lnTo>
                  <a:pt x="21497" y="82614"/>
                </a:lnTo>
                <a:lnTo>
                  <a:pt x="21497" y="82614"/>
                </a:lnTo>
                <a:lnTo>
                  <a:pt x="21497" y="82614"/>
                </a:lnTo>
                <a:lnTo>
                  <a:pt x="21497" y="82614"/>
                </a:lnTo>
                <a:lnTo>
                  <a:pt x="21497" y="82614"/>
                </a:lnTo>
                <a:lnTo>
                  <a:pt x="21497" y="82615"/>
                </a:lnTo>
                <a:lnTo>
                  <a:pt x="21497" y="82615"/>
                </a:lnTo>
                <a:lnTo>
                  <a:pt x="21497" y="82615"/>
                </a:lnTo>
                <a:lnTo>
                  <a:pt x="21497" y="82615"/>
                </a:lnTo>
                <a:lnTo>
                  <a:pt x="21497" y="82616"/>
                </a:lnTo>
                <a:lnTo>
                  <a:pt x="21497" y="82616"/>
                </a:lnTo>
                <a:lnTo>
                  <a:pt x="21497" y="82616"/>
                </a:lnTo>
                <a:lnTo>
                  <a:pt x="21497" y="82616"/>
                </a:lnTo>
                <a:lnTo>
                  <a:pt x="21497" y="82617"/>
                </a:lnTo>
                <a:lnTo>
                  <a:pt x="21497" y="82617"/>
                </a:lnTo>
                <a:lnTo>
                  <a:pt x="21497" y="82617"/>
                </a:lnTo>
                <a:lnTo>
                  <a:pt x="21497" y="82617"/>
                </a:lnTo>
                <a:lnTo>
                  <a:pt x="21497" y="82618"/>
                </a:lnTo>
                <a:lnTo>
                  <a:pt x="21497" y="82618"/>
                </a:lnTo>
                <a:lnTo>
                  <a:pt x="21497" y="82618"/>
                </a:lnTo>
                <a:lnTo>
                  <a:pt x="21497" y="82618"/>
                </a:lnTo>
                <a:lnTo>
                  <a:pt x="21497" y="82618"/>
                </a:lnTo>
                <a:lnTo>
                  <a:pt x="21497" y="82619"/>
                </a:lnTo>
                <a:lnTo>
                  <a:pt x="21497" y="82619"/>
                </a:lnTo>
                <a:lnTo>
                  <a:pt x="21497" y="82619"/>
                </a:lnTo>
                <a:lnTo>
                  <a:pt x="21497" y="82619"/>
                </a:lnTo>
                <a:lnTo>
                  <a:pt x="21497" y="82620"/>
                </a:lnTo>
                <a:lnTo>
                  <a:pt x="21497" y="82620"/>
                </a:lnTo>
                <a:lnTo>
                  <a:pt x="21497" y="82620"/>
                </a:lnTo>
                <a:lnTo>
                  <a:pt x="21497" y="82620"/>
                </a:lnTo>
                <a:lnTo>
                  <a:pt x="21497" y="82621"/>
                </a:lnTo>
                <a:lnTo>
                  <a:pt x="21497" y="82621"/>
                </a:lnTo>
                <a:lnTo>
                  <a:pt x="21497" y="82621"/>
                </a:lnTo>
                <a:lnTo>
                  <a:pt x="21497" y="82621"/>
                </a:lnTo>
                <a:lnTo>
                  <a:pt x="21497" y="82622"/>
                </a:lnTo>
                <a:lnTo>
                  <a:pt x="21497" y="82622"/>
                </a:lnTo>
                <a:lnTo>
                  <a:pt x="21497" y="82622"/>
                </a:lnTo>
                <a:lnTo>
                  <a:pt x="21497" y="82622"/>
                </a:lnTo>
                <a:lnTo>
                  <a:pt x="21497" y="82622"/>
                </a:lnTo>
                <a:lnTo>
                  <a:pt x="21497" y="82623"/>
                </a:lnTo>
                <a:lnTo>
                  <a:pt x="21497" y="82623"/>
                </a:lnTo>
                <a:lnTo>
                  <a:pt x="21497" y="82623"/>
                </a:lnTo>
                <a:lnTo>
                  <a:pt x="21497" y="82623"/>
                </a:lnTo>
                <a:lnTo>
                  <a:pt x="21497" y="82624"/>
                </a:lnTo>
                <a:lnTo>
                  <a:pt x="21497" y="82624"/>
                </a:lnTo>
                <a:lnTo>
                  <a:pt x="21497" y="82624"/>
                </a:lnTo>
                <a:lnTo>
                  <a:pt x="21497" y="82624"/>
                </a:lnTo>
                <a:lnTo>
                  <a:pt x="21497" y="82625"/>
                </a:lnTo>
                <a:lnTo>
                  <a:pt x="21497" y="82625"/>
                </a:lnTo>
                <a:lnTo>
                  <a:pt x="21497" y="82625"/>
                </a:lnTo>
                <a:lnTo>
                  <a:pt x="21497" y="82625"/>
                </a:lnTo>
                <a:lnTo>
                  <a:pt x="21497" y="82625"/>
                </a:lnTo>
                <a:lnTo>
                  <a:pt x="21497" y="82626"/>
                </a:lnTo>
                <a:lnTo>
                  <a:pt x="21497" y="82626"/>
                </a:lnTo>
                <a:lnTo>
                  <a:pt x="21497" y="82626"/>
                </a:lnTo>
                <a:lnTo>
                  <a:pt x="21497" y="82626"/>
                </a:lnTo>
                <a:lnTo>
                  <a:pt x="21497" y="82627"/>
                </a:lnTo>
                <a:lnTo>
                  <a:pt x="21497" y="82627"/>
                </a:lnTo>
                <a:lnTo>
                  <a:pt x="21497" y="82627"/>
                </a:lnTo>
                <a:lnTo>
                  <a:pt x="21497" y="82627"/>
                </a:lnTo>
                <a:lnTo>
                  <a:pt x="21497" y="82628"/>
                </a:lnTo>
                <a:lnTo>
                  <a:pt x="21497" y="82628"/>
                </a:lnTo>
                <a:lnTo>
                  <a:pt x="21497" y="82628"/>
                </a:lnTo>
                <a:lnTo>
                  <a:pt x="21497" y="82628"/>
                </a:lnTo>
                <a:lnTo>
                  <a:pt x="21497" y="82629"/>
                </a:lnTo>
                <a:lnTo>
                  <a:pt x="21497" y="82629"/>
                </a:lnTo>
                <a:lnTo>
                  <a:pt x="21497" y="82629"/>
                </a:lnTo>
                <a:lnTo>
                  <a:pt x="21497" y="82629"/>
                </a:lnTo>
                <a:lnTo>
                  <a:pt x="21497" y="82629"/>
                </a:lnTo>
                <a:lnTo>
                  <a:pt x="21497" y="82630"/>
                </a:lnTo>
                <a:lnTo>
                  <a:pt x="21497" y="82630"/>
                </a:lnTo>
                <a:lnTo>
                  <a:pt x="21497" y="82630"/>
                </a:lnTo>
                <a:lnTo>
                  <a:pt x="21497" y="82630"/>
                </a:lnTo>
                <a:lnTo>
                  <a:pt x="21497" y="82631"/>
                </a:lnTo>
                <a:lnTo>
                  <a:pt x="21497" y="82631"/>
                </a:lnTo>
                <a:lnTo>
                  <a:pt x="21497" y="82631"/>
                </a:lnTo>
                <a:lnTo>
                  <a:pt x="21497" y="82631"/>
                </a:lnTo>
                <a:lnTo>
                  <a:pt x="21497" y="82632"/>
                </a:lnTo>
                <a:lnTo>
                  <a:pt x="21497" y="82632"/>
                </a:lnTo>
                <a:lnTo>
                  <a:pt x="21497" y="82632"/>
                </a:lnTo>
                <a:lnTo>
                  <a:pt x="21497" y="82632"/>
                </a:lnTo>
                <a:lnTo>
                  <a:pt x="21497" y="82633"/>
                </a:lnTo>
                <a:lnTo>
                  <a:pt x="21497" y="82633"/>
                </a:lnTo>
                <a:lnTo>
                  <a:pt x="21497" y="82633"/>
                </a:lnTo>
                <a:lnTo>
                  <a:pt x="21497" y="82633"/>
                </a:lnTo>
                <a:lnTo>
                  <a:pt x="21497" y="82633"/>
                </a:lnTo>
                <a:lnTo>
                  <a:pt x="21497" y="82634"/>
                </a:lnTo>
                <a:lnTo>
                  <a:pt x="21497" y="82634"/>
                </a:lnTo>
                <a:lnTo>
                  <a:pt x="21497" y="82634"/>
                </a:lnTo>
                <a:lnTo>
                  <a:pt x="21497" y="82634"/>
                </a:lnTo>
                <a:lnTo>
                  <a:pt x="21497" y="82635"/>
                </a:lnTo>
                <a:lnTo>
                  <a:pt x="21497" y="82635"/>
                </a:lnTo>
                <a:lnTo>
                  <a:pt x="21497" y="82635"/>
                </a:lnTo>
                <a:lnTo>
                  <a:pt x="21497" y="82635"/>
                </a:lnTo>
                <a:lnTo>
                  <a:pt x="21497" y="82636"/>
                </a:lnTo>
                <a:lnTo>
                  <a:pt x="21497" y="82636"/>
                </a:lnTo>
                <a:lnTo>
                  <a:pt x="21497" y="82636"/>
                </a:lnTo>
                <a:lnTo>
                  <a:pt x="21497" y="82636"/>
                </a:lnTo>
                <a:lnTo>
                  <a:pt x="21497" y="82637"/>
                </a:lnTo>
                <a:lnTo>
                  <a:pt x="21497" y="82637"/>
                </a:lnTo>
                <a:lnTo>
                  <a:pt x="21497" y="82637"/>
                </a:lnTo>
                <a:lnTo>
                  <a:pt x="21497" y="82637"/>
                </a:lnTo>
                <a:lnTo>
                  <a:pt x="21497" y="82637"/>
                </a:lnTo>
                <a:lnTo>
                  <a:pt x="21497" y="82638"/>
                </a:lnTo>
                <a:lnTo>
                  <a:pt x="21497" y="82638"/>
                </a:lnTo>
                <a:lnTo>
                  <a:pt x="21497" y="82638"/>
                </a:lnTo>
                <a:lnTo>
                  <a:pt x="21497" y="82638"/>
                </a:lnTo>
                <a:lnTo>
                  <a:pt x="21497" y="82639"/>
                </a:lnTo>
                <a:lnTo>
                  <a:pt x="21497" y="82639"/>
                </a:lnTo>
                <a:lnTo>
                  <a:pt x="21497" y="82639"/>
                </a:lnTo>
                <a:lnTo>
                  <a:pt x="21497" y="82639"/>
                </a:lnTo>
                <a:lnTo>
                  <a:pt x="21497" y="82640"/>
                </a:lnTo>
                <a:lnTo>
                  <a:pt x="21497" y="82640"/>
                </a:lnTo>
                <a:lnTo>
                  <a:pt x="21497" y="82640"/>
                </a:lnTo>
                <a:lnTo>
                  <a:pt x="21497" y="82640"/>
                </a:lnTo>
                <a:lnTo>
                  <a:pt x="21497" y="82641"/>
                </a:lnTo>
                <a:lnTo>
                  <a:pt x="21497" y="82641"/>
                </a:lnTo>
                <a:lnTo>
                  <a:pt x="21497" y="82641"/>
                </a:lnTo>
                <a:lnTo>
                  <a:pt x="21497" y="82641"/>
                </a:lnTo>
                <a:lnTo>
                  <a:pt x="21497" y="82641"/>
                </a:lnTo>
                <a:lnTo>
                  <a:pt x="21497" y="82642"/>
                </a:lnTo>
                <a:lnTo>
                  <a:pt x="21497" y="82642"/>
                </a:lnTo>
                <a:lnTo>
                  <a:pt x="21497" y="82642"/>
                </a:lnTo>
                <a:lnTo>
                  <a:pt x="21497" y="82642"/>
                </a:lnTo>
                <a:lnTo>
                  <a:pt x="21497" y="82643"/>
                </a:lnTo>
                <a:lnTo>
                  <a:pt x="21497" y="82643"/>
                </a:lnTo>
                <a:lnTo>
                  <a:pt x="21497" y="82643"/>
                </a:lnTo>
                <a:lnTo>
                  <a:pt x="21497" y="82643"/>
                </a:lnTo>
                <a:lnTo>
                  <a:pt x="21497" y="82644"/>
                </a:lnTo>
                <a:lnTo>
                  <a:pt x="21497" y="82644"/>
                </a:lnTo>
                <a:lnTo>
                  <a:pt x="21497" y="82644"/>
                </a:lnTo>
                <a:lnTo>
                  <a:pt x="21497" y="82644"/>
                </a:lnTo>
                <a:lnTo>
                  <a:pt x="21497" y="82645"/>
                </a:lnTo>
                <a:lnTo>
                  <a:pt x="21497" y="82645"/>
                </a:lnTo>
                <a:lnTo>
                  <a:pt x="21497" y="82645"/>
                </a:lnTo>
                <a:lnTo>
                  <a:pt x="21497" y="82645"/>
                </a:lnTo>
                <a:lnTo>
                  <a:pt x="21497" y="82645"/>
                </a:lnTo>
                <a:lnTo>
                  <a:pt x="21497" y="82646"/>
                </a:lnTo>
                <a:lnTo>
                  <a:pt x="21497" y="82646"/>
                </a:lnTo>
                <a:lnTo>
                  <a:pt x="21497" y="82646"/>
                </a:lnTo>
                <a:lnTo>
                  <a:pt x="21497" y="82646"/>
                </a:lnTo>
                <a:lnTo>
                  <a:pt x="21497" y="82647"/>
                </a:lnTo>
                <a:lnTo>
                  <a:pt x="21497" y="82647"/>
                </a:lnTo>
                <a:lnTo>
                  <a:pt x="21497" y="82647"/>
                </a:lnTo>
                <a:lnTo>
                  <a:pt x="21497" y="82647"/>
                </a:lnTo>
                <a:lnTo>
                  <a:pt x="21497" y="82648"/>
                </a:lnTo>
                <a:lnTo>
                  <a:pt x="21497" y="82648"/>
                </a:lnTo>
                <a:lnTo>
                  <a:pt x="21497" y="82648"/>
                </a:lnTo>
                <a:lnTo>
                  <a:pt x="21497" y="82648"/>
                </a:lnTo>
                <a:lnTo>
                  <a:pt x="21497" y="82649"/>
                </a:lnTo>
                <a:lnTo>
                  <a:pt x="21497" y="82649"/>
                </a:lnTo>
                <a:lnTo>
                  <a:pt x="21497" y="82649"/>
                </a:lnTo>
                <a:lnTo>
                  <a:pt x="21497" y="82649"/>
                </a:lnTo>
                <a:lnTo>
                  <a:pt x="21497" y="82649"/>
                </a:lnTo>
                <a:lnTo>
                  <a:pt x="21497" y="82650"/>
                </a:lnTo>
                <a:lnTo>
                  <a:pt x="21497" y="82650"/>
                </a:lnTo>
                <a:lnTo>
                  <a:pt x="21497" y="82650"/>
                </a:lnTo>
                <a:lnTo>
                  <a:pt x="21497" y="82650"/>
                </a:lnTo>
                <a:lnTo>
                  <a:pt x="21497" y="82651"/>
                </a:lnTo>
                <a:lnTo>
                  <a:pt x="21497" y="82651"/>
                </a:lnTo>
                <a:lnTo>
                  <a:pt x="21497" y="82651"/>
                </a:lnTo>
                <a:lnTo>
                  <a:pt x="21497" y="82651"/>
                </a:lnTo>
                <a:lnTo>
                  <a:pt x="21497" y="82652"/>
                </a:lnTo>
                <a:lnTo>
                  <a:pt x="21497" y="82652"/>
                </a:lnTo>
                <a:lnTo>
                  <a:pt x="21497" y="82652"/>
                </a:lnTo>
                <a:lnTo>
                  <a:pt x="21497" y="82652"/>
                </a:lnTo>
                <a:lnTo>
                  <a:pt x="21497" y="82653"/>
                </a:lnTo>
                <a:lnTo>
                  <a:pt x="21497" y="82653"/>
                </a:lnTo>
                <a:lnTo>
                  <a:pt x="21497" y="82653"/>
                </a:lnTo>
                <a:lnTo>
                  <a:pt x="21497" y="82653"/>
                </a:lnTo>
                <a:lnTo>
                  <a:pt x="21497" y="82653"/>
                </a:lnTo>
                <a:lnTo>
                  <a:pt x="21497" y="82654"/>
                </a:lnTo>
                <a:lnTo>
                  <a:pt x="21497" y="82654"/>
                </a:lnTo>
                <a:lnTo>
                  <a:pt x="21497" y="82654"/>
                </a:lnTo>
                <a:lnTo>
                  <a:pt x="21497" y="82654"/>
                </a:lnTo>
                <a:lnTo>
                  <a:pt x="21497" y="82655"/>
                </a:lnTo>
                <a:lnTo>
                  <a:pt x="21497" y="82655"/>
                </a:lnTo>
                <a:lnTo>
                  <a:pt x="21497" y="82655"/>
                </a:lnTo>
                <a:lnTo>
                  <a:pt x="21497" y="82655"/>
                </a:lnTo>
                <a:lnTo>
                  <a:pt x="21497" y="82656"/>
                </a:lnTo>
                <a:lnTo>
                  <a:pt x="21497" y="82656"/>
                </a:lnTo>
                <a:lnTo>
                  <a:pt x="21497" y="82656"/>
                </a:lnTo>
                <a:lnTo>
                  <a:pt x="21497" y="82656"/>
                </a:lnTo>
                <a:lnTo>
                  <a:pt x="21497" y="82657"/>
                </a:lnTo>
                <a:lnTo>
                  <a:pt x="21497" y="82657"/>
                </a:lnTo>
                <a:lnTo>
                  <a:pt x="21497" y="82657"/>
                </a:lnTo>
                <a:lnTo>
                  <a:pt x="21497" y="82657"/>
                </a:lnTo>
                <a:lnTo>
                  <a:pt x="21497" y="82657"/>
                </a:lnTo>
                <a:lnTo>
                  <a:pt x="21497" y="82658"/>
                </a:lnTo>
                <a:lnTo>
                  <a:pt x="21497" y="82658"/>
                </a:lnTo>
                <a:lnTo>
                  <a:pt x="21497" y="82658"/>
                </a:lnTo>
                <a:lnTo>
                  <a:pt x="21497" y="82658"/>
                </a:lnTo>
                <a:lnTo>
                  <a:pt x="21497" y="82659"/>
                </a:lnTo>
                <a:lnTo>
                  <a:pt x="21497" y="82659"/>
                </a:lnTo>
                <a:lnTo>
                  <a:pt x="21497" y="82659"/>
                </a:lnTo>
                <a:lnTo>
                  <a:pt x="21497" y="82659"/>
                </a:lnTo>
                <a:lnTo>
                  <a:pt x="21497" y="82660"/>
                </a:lnTo>
                <a:lnTo>
                  <a:pt x="21497" y="82660"/>
                </a:lnTo>
                <a:lnTo>
                  <a:pt x="21497" y="82660"/>
                </a:lnTo>
                <a:lnTo>
                  <a:pt x="21497" y="82660"/>
                </a:lnTo>
                <a:lnTo>
                  <a:pt x="21497" y="82661"/>
                </a:lnTo>
                <a:lnTo>
                  <a:pt x="21497" y="82661"/>
                </a:lnTo>
                <a:lnTo>
                  <a:pt x="21497" y="82661"/>
                </a:lnTo>
                <a:lnTo>
                  <a:pt x="21497" y="82661"/>
                </a:lnTo>
                <a:lnTo>
                  <a:pt x="21497" y="82662"/>
                </a:lnTo>
                <a:lnTo>
                  <a:pt x="21497" y="82662"/>
                </a:lnTo>
                <a:lnTo>
                  <a:pt x="21497" y="82662"/>
                </a:lnTo>
                <a:lnTo>
                  <a:pt x="21497" y="82662"/>
                </a:lnTo>
                <a:lnTo>
                  <a:pt x="21497" y="82662"/>
                </a:lnTo>
                <a:lnTo>
                  <a:pt x="21497" y="82663"/>
                </a:lnTo>
                <a:lnTo>
                  <a:pt x="21497" y="82663"/>
                </a:lnTo>
                <a:lnTo>
                  <a:pt x="21497" y="82663"/>
                </a:lnTo>
                <a:lnTo>
                  <a:pt x="21497" y="82663"/>
                </a:lnTo>
                <a:lnTo>
                  <a:pt x="21497" y="82664"/>
                </a:lnTo>
                <a:lnTo>
                  <a:pt x="21497" y="82664"/>
                </a:lnTo>
                <a:lnTo>
                  <a:pt x="21497" y="82664"/>
                </a:lnTo>
                <a:lnTo>
                  <a:pt x="21497" y="82664"/>
                </a:lnTo>
                <a:lnTo>
                  <a:pt x="21497" y="82665"/>
                </a:lnTo>
                <a:lnTo>
                  <a:pt x="21497" y="82665"/>
                </a:lnTo>
                <a:lnTo>
                  <a:pt x="21497" y="82665"/>
                </a:lnTo>
                <a:lnTo>
                  <a:pt x="21497" y="82665"/>
                </a:lnTo>
                <a:lnTo>
                  <a:pt x="21497" y="82666"/>
                </a:lnTo>
                <a:lnTo>
                  <a:pt x="21497" y="82666"/>
                </a:lnTo>
                <a:lnTo>
                  <a:pt x="21497" y="82666"/>
                </a:lnTo>
                <a:lnTo>
                  <a:pt x="21497" y="82666"/>
                </a:lnTo>
                <a:lnTo>
                  <a:pt x="21497" y="82666"/>
                </a:lnTo>
                <a:lnTo>
                  <a:pt x="21497" y="82667"/>
                </a:lnTo>
                <a:lnTo>
                  <a:pt x="21497" y="82667"/>
                </a:lnTo>
                <a:lnTo>
                  <a:pt x="21497" y="82667"/>
                </a:lnTo>
                <a:lnTo>
                  <a:pt x="21497" y="82667"/>
                </a:lnTo>
                <a:lnTo>
                  <a:pt x="21497" y="82668"/>
                </a:lnTo>
                <a:lnTo>
                  <a:pt x="21497" y="82668"/>
                </a:lnTo>
                <a:lnTo>
                  <a:pt x="21497" y="82668"/>
                </a:lnTo>
                <a:lnTo>
                  <a:pt x="21497" y="82668"/>
                </a:lnTo>
                <a:lnTo>
                  <a:pt x="21497" y="82669"/>
                </a:lnTo>
                <a:lnTo>
                  <a:pt x="21497" y="82669"/>
                </a:lnTo>
                <a:lnTo>
                  <a:pt x="21497" y="82669"/>
                </a:lnTo>
                <a:lnTo>
                  <a:pt x="21497" y="82669"/>
                </a:lnTo>
                <a:lnTo>
                  <a:pt x="21497" y="82670"/>
                </a:lnTo>
                <a:lnTo>
                  <a:pt x="21497" y="82670"/>
                </a:lnTo>
                <a:lnTo>
                  <a:pt x="21497" y="82670"/>
                </a:lnTo>
                <a:lnTo>
                  <a:pt x="21497" y="82670"/>
                </a:lnTo>
                <a:lnTo>
                  <a:pt x="21497" y="82671"/>
                </a:lnTo>
                <a:lnTo>
                  <a:pt x="21497" y="82671"/>
                </a:lnTo>
                <a:lnTo>
                  <a:pt x="21497" y="82671"/>
                </a:lnTo>
                <a:lnTo>
                  <a:pt x="21497" y="82671"/>
                </a:lnTo>
                <a:lnTo>
                  <a:pt x="21497" y="82671"/>
                </a:lnTo>
                <a:lnTo>
                  <a:pt x="21497" y="82672"/>
                </a:lnTo>
                <a:lnTo>
                  <a:pt x="21497" y="82672"/>
                </a:lnTo>
                <a:lnTo>
                  <a:pt x="21497" y="82672"/>
                </a:lnTo>
                <a:lnTo>
                  <a:pt x="21497" y="82672"/>
                </a:lnTo>
                <a:lnTo>
                  <a:pt x="21497" y="82673"/>
                </a:lnTo>
                <a:lnTo>
                  <a:pt x="21497" y="82673"/>
                </a:lnTo>
                <a:lnTo>
                  <a:pt x="21497" y="82673"/>
                </a:lnTo>
                <a:lnTo>
                  <a:pt x="21497" y="82673"/>
                </a:lnTo>
                <a:lnTo>
                  <a:pt x="21497" y="82674"/>
                </a:lnTo>
                <a:lnTo>
                  <a:pt x="21497" y="82674"/>
                </a:lnTo>
                <a:lnTo>
                  <a:pt x="21497" y="82674"/>
                </a:lnTo>
                <a:lnTo>
                  <a:pt x="21497" y="82674"/>
                </a:lnTo>
                <a:lnTo>
                  <a:pt x="21497" y="82675"/>
                </a:lnTo>
                <a:lnTo>
                  <a:pt x="21497" y="82675"/>
                </a:lnTo>
                <a:lnTo>
                  <a:pt x="21497" y="82675"/>
                </a:lnTo>
                <a:lnTo>
                  <a:pt x="21497" y="82675"/>
                </a:lnTo>
                <a:lnTo>
                  <a:pt x="21497" y="82676"/>
                </a:lnTo>
                <a:lnTo>
                  <a:pt x="21497" y="82676"/>
                </a:lnTo>
                <a:lnTo>
                  <a:pt x="21497" y="82676"/>
                </a:lnTo>
                <a:lnTo>
                  <a:pt x="21497" y="82676"/>
                </a:lnTo>
                <a:lnTo>
                  <a:pt x="21497" y="82676"/>
                </a:lnTo>
                <a:lnTo>
                  <a:pt x="21497" y="82677"/>
                </a:lnTo>
                <a:lnTo>
                  <a:pt x="21497" y="82677"/>
                </a:lnTo>
                <a:lnTo>
                  <a:pt x="21497" y="82677"/>
                </a:lnTo>
                <a:lnTo>
                  <a:pt x="21497" y="82677"/>
                </a:lnTo>
                <a:lnTo>
                  <a:pt x="21497" y="82678"/>
                </a:lnTo>
                <a:lnTo>
                  <a:pt x="21497" y="82678"/>
                </a:lnTo>
                <a:lnTo>
                  <a:pt x="21497" y="82678"/>
                </a:lnTo>
                <a:lnTo>
                  <a:pt x="21497" y="82678"/>
                </a:lnTo>
                <a:lnTo>
                  <a:pt x="21497" y="82679"/>
                </a:lnTo>
                <a:lnTo>
                  <a:pt x="21497" y="82679"/>
                </a:lnTo>
                <a:lnTo>
                  <a:pt x="21497" y="82679"/>
                </a:lnTo>
                <a:lnTo>
                  <a:pt x="21497" y="82679"/>
                </a:lnTo>
                <a:lnTo>
                  <a:pt x="21497" y="82680"/>
                </a:lnTo>
                <a:lnTo>
                  <a:pt x="21497" y="82680"/>
                </a:lnTo>
                <a:lnTo>
                  <a:pt x="21497" y="82680"/>
                </a:lnTo>
                <a:lnTo>
                  <a:pt x="21497" y="82680"/>
                </a:lnTo>
                <a:lnTo>
                  <a:pt x="21497" y="82681"/>
                </a:lnTo>
                <a:lnTo>
                  <a:pt x="21497" y="82681"/>
                </a:lnTo>
                <a:lnTo>
                  <a:pt x="21497" y="82681"/>
                </a:lnTo>
                <a:lnTo>
                  <a:pt x="21497" y="82681"/>
                </a:lnTo>
                <a:lnTo>
                  <a:pt x="21497" y="82681"/>
                </a:lnTo>
                <a:lnTo>
                  <a:pt x="21497" y="82682"/>
                </a:lnTo>
                <a:lnTo>
                  <a:pt x="21497" y="82682"/>
                </a:lnTo>
                <a:lnTo>
                  <a:pt x="21497" y="82682"/>
                </a:lnTo>
                <a:lnTo>
                  <a:pt x="21497" y="82682"/>
                </a:lnTo>
                <a:lnTo>
                  <a:pt x="21497" y="82683"/>
                </a:lnTo>
                <a:lnTo>
                  <a:pt x="21497" y="82683"/>
                </a:lnTo>
                <a:lnTo>
                  <a:pt x="21497" y="82683"/>
                </a:lnTo>
                <a:lnTo>
                  <a:pt x="21497" y="82683"/>
                </a:lnTo>
                <a:lnTo>
                  <a:pt x="21497" y="82684"/>
                </a:lnTo>
                <a:lnTo>
                  <a:pt x="21497" y="82684"/>
                </a:lnTo>
                <a:lnTo>
                  <a:pt x="21497" y="82684"/>
                </a:lnTo>
                <a:lnTo>
                  <a:pt x="21497" y="82684"/>
                </a:lnTo>
                <a:lnTo>
                  <a:pt x="21497" y="82685"/>
                </a:lnTo>
                <a:lnTo>
                  <a:pt x="21497" y="82685"/>
                </a:lnTo>
                <a:lnTo>
                  <a:pt x="21497" y="82685"/>
                </a:lnTo>
                <a:lnTo>
                  <a:pt x="21497" y="82685"/>
                </a:lnTo>
                <a:lnTo>
                  <a:pt x="21497" y="82686"/>
                </a:lnTo>
                <a:lnTo>
                  <a:pt x="21497" y="82686"/>
                </a:lnTo>
                <a:lnTo>
                  <a:pt x="21497" y="82686"/>
                </a:lnTo>
                <a:lnTo>
                  <a:pt x="21497" y="82686"/>
                </a:lnTo>
                <a:lnTo>
                  <a:pt x="21497" y="82686"/>
                </a:lnTo>
                <a:lnTo>
                  <a:pt x="21497" y="82687"/>
                </a:lnTo>
                <a:lnTo>
                  <a:pt x="21497" y="82687"/>
                </a:lnTo>
                <a:lnTo>
                  <a:pt x="21497" y="82687"/>
                </a:lnTo>
                <a:lnTo>
                  <a:pt x="21497" y="82687"/>
                </a:lnTo>
                <a:lnTo>
                  <a:pt x="21497" y="82688"/>
                </a:lnTo>
                <a:lnTo>
                  <a:pt x="21497" y="82688"/>
                </a:lnTo>
                <a:lnTo>
                  <a:pt x="21497" y="82688"/>
                </a:lnTo>
                <a:lnTo>
                  <a:pt x="21497" y="82688"/>
                </a:lnTo>
                <a:lnTo>
                  <a:pt x="21497" y="82689"/>
                </a:lnTo>
                <a:lnTo>
                  <a:pt x="21497" y="82689"/>
                </a:lnTo>
                <a:lnTo>
                  <a:pt x="21497" y="82689"/>
                </a:lnTo>
                <a:lnTo>
                  <a:pt x="21497" y="82689"/>
                </a:lnTo>
                <a:lnTo>
                  <a:pt x="21497" y="82690"/>
                </a:lnTo>
                <a:lnTo>
                  <a:pt x="21497" y="82690"/>
                </a:lnTo>
                <a:lnTo>
                  <a:pt x="21497" y="82690"/>
                </a:lnTo>
                <a:lnTo>
                  <a:pt x="21497" y="82690"/>
                </a:lnTo>
                <a:lnTo>
                  <a:pt x="21497" y="82691"/>
                </a:lnTo>
                <a:lnTo>
                  <a:pt x="21497" y="82691"/>
                </a:lnTo>
                <a:lnTo>
                  <a:pt x="21497" y="82691"/>
                </a:lnTo>
                <a:lnTo>
                  <a:pt x="21497" y="82691"/>
                </a:lnTo>
                <a:lnTo>
                  <a:pt x="21497" y="82691"/>
                </a:lnTo>
                <a:lnTo>
                  <a:pt x="21497" y="82692"/>
                </a:lnTo>
                <a:lnTo>
                  <a:pt x="21497" y="82692"/>
                </a:lnTo>
                <a:lnTo>
                  <a:pt x="21497" y="82692"/>
                </a:lnTo>
                <a:lnTo>
                  <a:pt x="21497" y="82692"/>
                </a:lnTo>
                <a:lnTo>
                  <a:pt x="21497" y="82693"/>
                </a:lnTo>
                <a:lnTo>
                  <a:pt x="21497" y="82693"/>
                </a:lnTo>
                <a:lnTo>
                  <a:pt x="21497" y="82693"/>
                </a:lnTo>
                <a:lnTo>
                  <a:pt x="21497" y="82693"/>
                </a:lnTo>
                <a:lnTo>
                  <a:pt x="21497" y="82694"/>
                </a:lnTo>
                <a:lnTo>
                  <a:pt x="21497" y="82694"/>
                </a:lnTo>
                <a:lnTo>
                  <a:pt x="21497" y="82694"/>
                </a:lnTo>
                <a:lnTo>
                  <a:pt x="21497" y="82694"/>
                </a:lnTo>
                <a:lnTo>
                  <a:pt x="21497" y="82695"/>
                </a:lnTo>
                <a:lnTo>
                  <a:pt x="21497" y="82695"/>
                </a:lnTo>
                <a:lnTo>
                  <a:pt x="21497" y="82695"/>
                </a:lnTo>
                <a:lnTo>
                  <a:pt x="21497" y="82695"/>
                </a:lnTo>
                <a:lnTo>
                  <a:pt x="21497" y="82696"/>
                </a:lnTo>
                <a:lnTo>
                  <a:pt x="21497" y="82696"/>
                </a:lnTo>
                <a:lnTo>
                  <a:pt x="21497" y="82696"/>
                </a:lnTo>
                <a:lnTo>
                  <a:pt x="21497" y="82696"/>
                </a:lnTo>
                <a:lnTo>
                  <a:pt x="21497" y="82696"/>
                </a:lnTo>
                <a:lnTo>
                  <a:pt x="21497" y="82697"/>
                </a:lnTo>
                <a:lnTo>
                  <a:pt x="21497" y="82697"/>
                </a:lnTo>
                <a:lnTo>
                  <a:pt x="21497" y="82697"/>
                </a:lnTo>
                <a:lnTo>
                  <a:pt x="21497" y="82697"/>
                </a:lnTo>
                <a:lnTo>
                  <a:pt x="21497" y="82698"/>
                </a:lnTo>
                <a:lnTo>
                  <a:pt x="21497" y="82698"/>
                </a:lnTo>
                <a:lnTo>
                  <a:pt x="21497" y="82698"/>
                </a:lnTo>
                <a:lnTo>
                  <a:pt x="21497" y="82698"/>
                </a:lnTo>
                <a:lnTo>
                  <a:pt x="21497" y="82699"/>
                </a:lnTo>
                <a:lnTo>
                  <a:pt x="21497" y="82699"/>
                </a:lnTo>
                <a:lnTo>
                  <a:pt x="21497" y="82699"/>
                </a:lnTo>
                <a:lnTo>
                  <a:pt x="21497" y="82699"/>
                </a:lnTo>
                <a:lnTo>
                  <a:pt x="21497" y="82700"/>
                </a:lnTo>
                <a:lnTo>
                  <a:pt x="21497" y="82700"/>
                </a:lnTo>
                <a:lnTo>
                  <a:pt x="21497" y="82700"/>
                </a:lnTo>
                <a:lnTo>
                  <a:pt x="21497" y="82700"/>
                </a:lnTo>
                <a:lnTo>
                  <a:pt x="21497" y="82701"/>
                </a:lnTo>
                <a:lnTo>
                  <a:pt x="21497" y="82701"/>
                </a:lnTo>
                <a:lnTo>
                  <a:pt x="21497" y="82701"/>
                </a:lnTo>
                <a:lnTo>
                  <a:pt x="21497" y="82701"/>
                </a:lnTo>
                <a:lnTo>
                  <a:pt x="21497" y="82702"/>
                </a:lnTo>
                <a:lnTo>
                  <a:pt x="21497" y="82702"/>
                </a:lnTo>
                <a:lnTo>
                  <a:pt x="21497" y="82702"/>
                </a:lnTo>
                <a:lnTo>
                  <a:pt x="21497" y="82702"/>
                </a:lnTo>
                <a:lnTo>
                  <a:pt x="21497" y="82702"/>
                </a:lnTo>
                <a:lnTo>
                  <a:pt x="21497" y="82703"/>
                </a:lnTo>
                <a:lnTo>
                  <a:pt x="21497" y="82703"/>
                </a:lnTo>
                <a:lnTo>
                  <a:pt x="21497" y="82703"/>
                </a:lnTo>
                <a:lnTo>
                  <a:pt x="21497" y="82703"/>
                </a:lnTo>
                <a:lnTo>
                  <a:pt x="21497" y="82704"/>
                </a:lnTo>
                <a:lnTo>
                  <a:pt x="21497" y="82704"/>
                </a:lnTo>
                <a:lnTo>
                  <a:pt x="21497" y="82704"/>
                </a:lnTo>
                <a:lnTo>
                  <a:pt x="21497" y="82704"/>
                </a:lnTo>
                <a:lnTo>
                  <a:pt x="21497" y="82705"/>
                </a:lnTo>
                <a:lnTo>
                  <a:pt x="21497" y="82705"/>
                </a:lnTo>
                <a:lnTo>
                  <a:pt x="21497" y="82705"/>
                </a:lnTo>
                <a:lnTo>
                  <a:pt x="21497" y="82705"/>
                </a:lnTo>
                <a:lnTo>
                  <a:pt x="21497" y="82706"/>
                </a:lnTo>
                <a:lnTo>
                  <a:pt x="21497" y="82706"/>
                </a:lnTo>
                <a:lnTo>
                  <a:pt x="21497" y="82706"/>
                </a:lnTo>
                <a:lnTo>
                  <a:pt x="21497" y="82706"/>
                </a:lnTo>
                <a:lnTo>
                  <a:pt x="21497" y="82707"/>
                </a:lnTo>
                <a:lnTo>
                  <a:pt x="21497" y="82707"/>
                </a:lnTo>
                <a:lnTo>
                  <a:pt x="21497" y="82707"/>
                </a:lnTo>
                <a:lnTo>
                  <a:pt x="21497" y="82707"/>
                </a:lnTo>
                <a:lnTo>
                  <a:pt x="21497" y="82708"/>
                </a:lnTo>
                <a:lnTo>
                  <a:pt x="21497" y="82708"/>
                </a:lnTo>
                <a:lnTo>
                  <a:pt x="21497" y="82708"/>
                </a:lnTo>
                <a:lnTo>
                  <a:pt x="21497" y="82708"/>
                </a:lnTo>
                <a:lnTo>
                  <a:pt x="21497" y="82708"/>
                </a:lnTo>
                <a:lnTo>
                  <a:pt x="21497" y="82709"/>
                </a:lnTo>
                <a:lnTo>
                  <a:pt x="21497" y="82709"/>
                </a:lnTo>
                <a:lnTo>
                  <a:pt x="21497" y="82709"/>
                </a:lnTo>
                <a:lnTo>
                  <a:pt x="21497" y="82709"/>
                </a:lnTo>
                <a:lnTo>
                  <a:pt x="21497" y="82710"/>
                </a:lnTo>
                <a:lnTo>
                  <a:pt x="21497" y="82710"/>
                </a:lnTo>
                <a:lnTo>
                  <a:pt x="21497" y="82710"/>
                </a:lnTo>
                <a:lnTo>
                  <a:pt x="21497" y="82710"/>
                </a:lnTo>
                <a:lnTo>
                  <a:pt x="21497" y="82711"/>
                </a:lnTo>
                <a:lnTo>
                  <a:pt x="21497" y="82711"/>
                </a:lnTo>
                <a:lnTo>
                  <a:pt x="21497" y="82711"/>
                </a:lnTo>
                <a:lnTo>
                  <a:pt x="21497" y="82711"/>
                </a:lnTo>
                <a:lnTo>
                  <a:pt x="21497" y="82712"/>
                </a:lnTo>
                <a:lnTo>
                  <a:pt x="21497" y="82712"/>
                </a:lnTo>
                <a:lnTo>
                  <a:pt x="21497" y="82712"/>
                </a:lnTo>
                <a:lnTo>
                  <a:pt x="21497" y="82712"/>
                </a:lnTo>
                <a:lnTo>
                  <a:pt x="21497" y="82713"/>
                </a:lnTo>
                <a:lnTo>
                  <a:pt x="21497" y="82713"/>
                </a:lnTo>
                <a:lnTo>
                  <a:pt x="21497" y="82713"/>
                </a:lnTo>
                <a:lnTo>
                  <a:pt x="21497" y="82713"/>
                </a:lnTo>
                <a:lnTo>
                  <a:pt x="21497" y="82714"/>
                </a:lnTo>
                <a:lnTo>
                  <a:pt x="21497" y="82714"/>
                </a:lnTo>
                <a:lnTo>
                  <a:pt x="21497" y="82714"/>
                </a:lnTo>
                <a:lnTo>
                  <a:pt x="21497" y="82714"/>
                </a:lnTo>
                <a:lnTo>
                  <a:pt x="21497" y="82714"/>
                </a:lnTo>
                <a:lnTo>
                  <a:pt x="21497" y="82715"/>
                </a:lnTo>
                <a:lnTo>
                  <a:pt x="21497" y="82715"/>
                </a:lnTo>
                <a:lnTo>
                  <a:pt x="21497" y="82715"/>
                </a:lnTo>
                <a:lnTo>
                  <a:pt x="21497" y="82715"/>
                </a:lnTo>
                <a:lnTo>
                  <a:pt x="21497" y="82716"/>
                </a:lnTo>
                <a:lnTo>
                  <a:pt x="21497" y="82716"/>
                </a:lnTo>
                <a:lnTo>
                  <a:pt x="21497" y="82716"/>
                </a:lnTo>
                <a:lnTo>
                  <a:pt x="21497" y="82716"/>
                </a:lnTo>
                <a:lnTo>
                  <a:pt x="21497" y="82717"/>
                </a:lnTo>
                <a:lnTo>
                  <a:pt x="21497" y="82717"/>
                </a:lnTo>
                <a:lnTo>
                  <a:pt x="21497" y="82717"/>
                </a:lnTo>
                <a:lnTo>
                  <a:pt x="21497" y="82717"/>
                </a:lnTo>
                <a:lnTo>
                  <a:pt x="21497" y="82718"/>
                </a:lnTo>
                <a:lnTo>
                  <a:pt x="21497" y="82718"/>
                </a:lnTo>
                <a:lnTo>
                  <a:pt x="21497" y="82718"/>
                </a:lnTo>
                <a:lnTo>
                  <a:pt x="21497" y="82718"/>
                </a:lnTo>
                <a:lnTo>
                  <a:pt x="21497" y="82719"/>
                </a:lnTo>
                <a:lnTo>
                  <a:pt x="21497" y="82719"/>
                </a:lnTo>
                <a:lnTo>
                  <a:pt x="21497" y="82719"/>
                </a:lnTo>
                <a:lnTo>
                  <a:pt x="21497" y="82719"/>
                </a:lnTo>
                <a:lnTo>
                  <a:pt x="21497" y="82720"/>
                </a:lnTo>
                <a:lnTo>
                  <a:pt x="21497" y="82720"/>
                </a:lnTo>
                <a:lnTo>
                  <a:pt x="21497" y="82720"/>
                </a:lnTo>
                <a:lnTo>
                  <a:pt x="21497" y="82720"/>
                </a:lnTo>
                <a:lnTo>
                  <a:pt x="21497" y="82720"/>
                </a:lnTo>
                <a:lnTo>
                  <a:pt x="21497" y="82721"/>
                </a:lnTo>
                <a:lnTo>
                  <a:pt x="21497" y="82721"/>
                </a:lnTo>
                <a:lnTo>
                  <a:pt x="21497" y="82721"/>
                </a:lnTo>
                <a:lnTo>
                  <a:pt x="21497" y="82721"/>
                </a:lnTo>
                <a:lnTo>
                  <a:pt x="21497" y="82722"/>
                </a:lnTo>
                <a:lnTo>
                  <a:pt x="21497" y="82722"/>
                </a:lnTo>
                <a:lnTo>
                  <a:pt x="21497" y="82722"/>
                </a:lnTo>
                <a:lnTo>
                  <a:pt x="21497" y="82722"/>
                </a:lnTo>
                <a:lnTo>
                  <a:pt x="21497" y="82723"/>
                </a:lnTo>
                <a:lnTo>
                  <a:pt x="21497" y="82723"/>
                </a:lnTo>
                <a:lnTo>
                  <a:pt x="21497" y="82723"/>
                </a:lnTo>
                <a:lnTo>
                  <a:pt x="21497" y="82723"/>
                </a:lnTo>
                <a:lnTo>
                  <a:pt x="21497" y="82724"/>
                </a:lnTo>
                <a:lnTo>
                  <a:pt x="21497" y="82724"/>
                </a:lnTo>
                <a:lnTo>
                  <a:pt x="21497" y="82724"/>
                </a:lnTo>
                <a:lnTo>
                  <a:pt x="21497" y="82724"/>
                </a:lnTo>
                <a:lnTo>
                  <a:pt x="21497" y="82725"/>
                </a:lnTo>
                <a:lnTo>
                  <a:pt x="21497" y="82725"/>
                </a:lnTo>
                <a:lnTo>
                  <a:pt x="21497" y="82725"/>
                </a:lnTo>
                <a:lnTo>
                  <a:pt x="21497" y="82725"/>
                </a:lnTo>
                <a:lnTo>
                  <a:pt x="21497" y="82726"/>
                </a:lnTo>
                <a:lnTo>
                  <a:pt x="21497" y="82726"/>
                </a:lnTo>
                <a:lnTo>
                  <a:pt x="21497" y="82726"/>
                </a:lnTo>
                <a:lnTo>
                  <a:pt x="21497" y="82726"/>
                </a:lnTo>
                <a:lnTo>
                  <a:pt x="21497" y="82727"/>
                </a:lnTo>
                <a:lnTo>
                  <a:pt x="21497" y="82727"/>
                </a:lnTo>
                <a:lnTo>
                  <a:pt x="21497" y="82727"/>
                </a:lnTo>
                <a:lnTo>
                  <a:pt x="21497" y="82727"/>
                </a:lnTo>
                <a:lnTo>
                  <a:pt x="21497" y="82727"/>
                </a:lnTo>
                <a:lnTo>
                  <a:pt x="21497" y="82728"/>
                </a:lnTo>
                <a:lnTo>
                  <a:pt x="21497" y="82728"/>
                </a:lnTo>
                <a:lnTo>
                  <a:pt x="21497" y="82728"/>
                </a:lnTo>
                <a:lnTo>
                  <a:pt x="21497" y="82728"/>
                </a:lnTo>
                <a:lnTo>
                  <a:pt x="21497" y="82729"/>
                </a:lnTo>
                <a:lnTo>
                  <a:pt x="21497" y="82729"/>
                </a:lnTo>
                <a:lnTo>
                  <a:pt x="21497" y="82729"/>
                </a:lnTo>
                <a:lnTo>
                  <a:pt x="21497" y="82729"/>
                </a:lnTo>
                <a:lnTo>
                  <a:pt x="21497" y="82730"/>
                </a:lnTo>
                <a:lnTo>
                  <a:pt x="21497" y="82730"/>
                </a:lnTo>
                <a:lnTo>
                  <a:pt x="21497" y="82730"/>
                </a:lnTo>
                <a:lnTo>
                  <a:pt x="21497" y="82730"/>
                </a:lnTo>
                <a:lnTo>
                  <a:pt x="21497" y="82731"/>
                </a:lnTo>
                <a:lnTo>
                  <a:pt x="21497" y="82731"/>
                </a:lnTo>
                <a:lnTo>
                  <a:pt x="21497" y="82731"/>
                </a:lnTo>
                <a:lnTo>
                  <a:pt x="21497" y="82731"/>
                </a:lnTo>
                <a:lnTo>
                  <a:pt x="21497" y="82732"/>
                </a:lnTo>
                <a:lnTo>
                  <a:pt x="21497" y="82732"/>
                </a:lnTo>
                <a:lnTo>
                  <a:pt x="21497" y="82732"/>
                </a:lnTo>
                <a:lnTo>
                  <a:pt x="21497" y="82732"/>
                </a:lnTo>
                <a:lnTo>
                  <a:pt x="21497" y="82733"/>
                </a:lnTo>
                <a:lnTo>
                  <a:pt x="21497" y="82733"/>
                </a:lnTo>
                <a:lnTo>
                  <a:pt x="21497" y="82733"/>
                </a:lnTo>
                <a:lnTo>
                  <a:pt x="21497" y="82733"/>
                </a:lnTo>
                <a:lnTo>
                  <a:pt x="21497" y="82734"/>
                </a:lnTo>
                <a:lnTo>
                  <a:pt x="21497" y="82734"/>
                </a:lnTo>
                <a:lnTo>
                  <a:pt x="21497" y="82734"/>
                </a:lnTo>
                <a:lnTo>
                  <a:pt x="21497" y="82734"/>
                </a:lnTo>
                <a:lnTo>
                  <a:pt x="21497" y="82734"/>
                </a:lnTo>
                <a:lnTo>
                  <a:pt x="21497" y="82735"/>
                </a:lnTo>
                <a:lnTo>
                  <a:pt x="21497" y="82735"/>
                </a:lnTo>
                <a:lnTo>
                  <a:pt x="21497" y="82735"/>
                </a:lnTo>
                <a:lnTo>
                  <a:pt x="21497" y="82735"/>
                </a:lnTo>
                <a:lnTo>
                  <a:pt x="21497" y="82736"/>
                </a:lnTo>
                <a:lnTo>
                  <a:pt x="21497" y="82736"/>
                </a:lnTo>
                <a:lnTo>
                  <a:pt x="21497" y="82736"/>
                </a:lnTo>
                <a:lnTo>
                  <a:pt x="21497" y="82736"/>
                </a:lnTo>
                <a:lnTo>
                  <a:pt x="21497" y="82737"/>
                </a:lnTo>
                <a:lnTo>
                  <a:pt x="21497" y="82737"/>
                </a:lnTo>
                <a:lnTo>
                  <a:pt x="21497" y="82737"/>
                </a:lnTo>
                <a:lnTo>
                  <a:pt x="21497" y="82737"/>
                </a:lnTo>
                <a:lnTo>
                  <a:pt x="21497" y="82738"/>
                </a:lnTo>
                <a:lnTo>
                  <a:pt x="21497" y="82738"/>
                </a:lnTo>
                <a:lnTo>
                  <a:pt x="21497" y="82738"/>
                </a:lnTo>
                <a:lnTo>
                  <a:pt x="21497" y="82738"/>
                </a:lnTo>
                <a:lnTo>
                  <a:pt x="21497" y="82739"/>
                </a:lnTo>
                <a:lnTo>
                  <a:pt x="21497" y="82739"/>
                </a:lnTo>
                <a:lnTo>
                  <a:pt x="21497" y="82739"/>
                </a:lnTo>
                <a:lnTo>
                  <a:pt x="21497" y="82739"/>
                </a:lnTo>
                <a:lnTo>
                  <a:pt x="21497" y="82740"/>
                </a:lnTo>
                <a:lnTo>
                  <a:pt x="21497" y="82740"/>
                </a:lnTo>
                <a:lnTo>
                  <a:pt x="21497" y="82740"/>
                </a:lnTo>
                <a:lnTo>
                  <a:pt x="21497" y="82740"/>
                </a:lnTo>
                <a:lnTo>
                  <a:pt x="21497" y="82741"/>
                </a:lnTo>
                <a:lnTo>
                  <a:pt x="21497" y="82741"/>
                </a:lnTo>
                <a:lnTo>
                  <a:pt x="21497" y="82741"/>
                </a:lnTo>
                <a:lnTo>
                  <a:pt x="21497" y="82741"/>
                </a:lnTo>
                <a:lnTo>
                  <a:pt x="21497" y="82742"/>
                </a:lnTo>
                <a:lnTo>
                  <a:pt x="21497" y="82742"/>
                </a:lnTo>
                <a:lnTo>
                  <a:pt x="21497" y="82742"/>
                </a:lnTo>
                <a:lnTo>
                  <a:pt x="21497" y="82742"/>
                </a:lnTo>
                <a:lnTo>
                  <a:pt x="21497" y="82742"/>
                </a:lnTo>
                <a:lnTo>
                  <a:pt x="21497" y="82743"/>
                </a:lnTo>
                <a:lnTo>
                  <a:pt x="21497" y="82743"/>
                </a:lnTo>
                <a:lnTo>
                  <a:pt x="21497" y="82743"/>
                </a:lnTo>
                <a:lnTo>
                  <a:pt x="21497" y="82743"/>
                </a:lnTo>
                <a:lnTo>
                  <a:pt x="21497" y="82744"/>
                </a:lnTo>
                <a:lnTo>
                  <a:pt x="21497" y="82744"/>
                </a:lnTo>
                <a:lnTo>
                  <a:pt x="21497" y="82744"/>
                </a:lnTo>
                <a:lnTo>
                  <a:pt x="21497" y="82744"/>
                </a:lnTo>
                <a:lnTo>
                  <a:pt x="21497" y="82745"/>
                </a:lnTo>
                <a:lnTo>
                  <a:pt x="21497" y="82745"/>
                </a:lnTo>
                <a:lnTo>
                  <a:pt x="21497" y="82745"/>
                </a:lnTo>
                <a:lnTo>
                  <a:pt x="21497" y="82745"/>
                </a:lnTo>
                <a:lnTo>
                  <a:pt x="21497" y="82746"/>
                </a:lnTo>
                <a:lnTo>
                  <a:pt x="21497" y="82746"/>
                </a:lnTo>
                <a:lnTo>
                  <a:pt x="21497" y="82746"/>
                </a:lnTo>
                <a:lnTo>
                  <a:pt x="21497" y="82746"/>
                </a:lnTo>
                <a:lnTo>
                  <a:pt x="21497" y="82747"/>
                </a:lnTo>
                <a:lnTo>
                  <a:pt x="21497" y="82747"/>
                </a:lnTo>
                <a:lnTo>
                  <a:pt x="21497" y="82747"/>
                </a:lnTo>
                <a:lnTo>
                  <a:pt x="21497" y="82747"/>
                </a:lnTo>
                <a:lnTo>
                  <a:pt x="21497" y="82748"/>
                </a:lnTo>
                <a:lnTo>
                  <a:pt x="21497" y="82748"/>
                </a:lnTo>
                <a:lnTo>
                  <a:pt x="21497" y="82748"/>
                </a:lnTo>
                <a:lnTo>
                  <a:pt x="21497" y="82748"/>
                </a:lnTo>
                <a:lnTo>
                  <a:pt x="21497" y="82749"/>
                </a:lnTo>
                <a:lnTo>
                  <a:pt x="21497" y="82749"/>
                </a:lnTo>
                <a:lnTo>
                  <a:pt x="21497" y="82749"/>
                </a:lnTo>
                <a:lnTo>
                  <a:pt x="21497" y="82749"/>
                </a:lnTo>
                <a:lnTo>
                  <a:pt x="21497" y="82750"/>
                </a:lnTo>
                <a:lnTo>
                  <a:pt x="21497" y="82750"/>
                </a:lnTo>
                <a:lnTo>
                  <a:pt x="21497" y="82750"/>
                </a:lnTo>
                <a:lnTo>
                  <a:pt x="21497" y="82750"/>
                </a:lnTo>
                <a:lnTo>
                  <a:pt x="21497" y="82750"/>
                </a:lnTo>
                <a:lnTo>
                  <a:pt x="21497" y="82751"/>
                </a:lnTo>
                <a:lnTo>
                  <a:pt x="21497" y="82751"/>
                </a:lnTo>
                <a:lnTo>
                  <a:pt x="21497" y="82751"/>
                </a:lnTo>
                <a:lnTo>
                  <a:pt x="21497" y="82751"/>
                </a:lnTo>
                <a:lnTo>
                  <a:pt x="21497" y="82752"/>
                </a:lnTo>
                <a:lnTo>
                  <a:pt x="21497" y="82752"/>
                </a:lnTo>
                <a:lnTo>
                  <a:pt x="21497" y="82752"/>
                </a:lnTo>
                <a:lnTo>
                  <a:pt x="21497" y="82752"/>
                </a:lnTo>
                <a:lnTo>
                  <a:pt x="21497" y="82753"/>
                </a:lnTo>
                <a:lnTo>
                  <a:pt x="21497" y="82753"/>
                </a:lnTo>
                <a:lnTo>
                  <a:pt x="21497" y="82753"/>
                </a:lnTo>
                <a:lnTo>
                  <a:pt x="21497" y="82753"/>
                </a:lnTo>
                <a:lnTo>
                  <a:pt x="21497" y="82754"/>
                </a:lnTo>
                <a:lnTo>
                  <a:pt x="21497" y="82754"/>
                </a:lnTo>
                <a:lnTo>
                  <a:pt x="21497" y="82754"/>
                </a:lnTo>
                <a:lnTo>
                  <a:pt x="21497" y="82754"/>
                </a:lnTo>
                <a:lnTo>
                  <a:pt x="21497" y="82755"/>
                </a:lnTo>
                <a:lnTo>
                  <a:pt x="21497" y="82755"/>
                </a:lnTo>
                <a:lnTo>
                  <a:pt x="21497" y="82755"/>
                </a:lnTo>
                <a:lnTo>
                  <a:pt x="21497" y="82755"/>
                </a:lnTo>
                <a:lnTo>
                  <a:pt x="21497" y="82756"/>
                </a:lnTo>
                <a:lnTo>
                  <a:pt x="21497" y="82756"/>
                </a:lnTo>
                <a:lnTo>
                  <a:pt x="21497" y="82756"/>
                </a:lnTo>
                <a:lnTo>
                  <a:pt x="21497" y="82756"/>
                </a:lnTo>
                <a:lnTo>
                  <a:pt x="21497" y="82757"/>
                </a:lnTo>
                <a:lnTo>
                  <a:pt x="21497" y="82757"/>
                </a:lnTo>
                <a:lnTo>
                  <a:pt x="21497" y="82757"/>
                </a:lnTo>
                <a:lnTo>
                  <a:pt x="21497" y="82757"/>
                </a:lnTo>
                <a:lnTo>
                  <a:pt x="21497" y="82758"/>
                </a:lnTo>
                <a:lnTo>
                  <a:pt x="21497" y="82758"/>
                </a:lnTo>
                <a:lnTo>
                  <a:pt x="21497" y="82758"/>
                </a:lnTo>
                <a:lnTo>
                  <a:pt x="21497" y="82758"/>
                </a:lnTo>
                <a:lnTo>
                  <a:pt x="21497" y="82759"/>
                </a:lnTo>
                <a:lnTo>
                  <a:pt x="21497" y="82759"/>
                </a:lnTo>
                <a:lnTo>
                  <a:pt x="21497" y="82759"/>
                </a:lnTo>
                <a:lnTo>
                  <a:pt x="21497" y="82759"/>
                </a:lnTo>
                <a:lnTo>
                  <a:pt x="21497" y="82759"/>
                </a:lnTo>
                <a:lnTo>
                  <a:pt x="21497" y="82760"/>
                </a:lnTo>
                <a:lnTo>
                  <a:pt x="21497" y="82760"/>
                </a:lnTo>
                <a:lnTo>
                  <a:pt x="21497" y="82760"/>
                </a:lnTo>
                <a:lnTo>
                  <a:pt x="21497" y="82760"/>
                </a:lnTo>
                <a:lnTo>
                  <a:pt x="21497" y="82761"/>
                </a:lnTo>
                <a:lnTo>
                  <a:pt x="21497" y="82761"/>
                </a:lnTo>
                <a:lnTo>
                  <a:pt x="21497" y="82761"/>
                </a:lnTo>
                <a:lnTo>
                  <a:pt x="21497" y="82761"/>
                </a:lnTo>
                <a:lnTo>
                  <a:pt x="21497" y="82762"/>
                </a:lnTo>
                <a:lnTo>
                  <a:pt x="21497" y="82762"/>
                </a:lnTo>
                <a:lnTo>
                  <a:pt x="21497" y="82762"/>
                </a:lnTo>
                <a:lnTo>
                  <a:pt x="21497" y="82762"/>
                </a:lnTo>
                <a:lnTo>
                  <a:pt x="21497" y="82763"/>
                </a:lnTo>
                <a:lnTo>
                  <a:pt x="21497" y="82763"/>
                </a:lnTo>
                <a:lnTo>
                  <a:pt x="21497" y="82763"/>
                </a:lnTo>
                <a:lnTo>
                  <a:pt x="21497" y="82763"/>
                </a:lnTo>
                <a:lnTo>
                  <a:pt x="21497" y="82764"/>
                </a:lnTo>
                <a:lnTo>
                  <a:pt x="21497" y="82764"/>
                </a:lnTo>
                <a:lnTo>
                  <a:pt x="21497" y="82764"/>
                </a:lnTo>
                <a:lnTo>
                  <a:pt x="21497" y="82764"/>
                </a:lnTo>
                <a:lnTo>
                  <a:pt x="21497" y="82765"/>
                </a:lnTo>
                <a:lnTo>
                  <a:pt x="21497" y="82765"/>
                </a:lnTo>
                <a:lnTo>
                  <a:pt x="21497" y="82765"/>
                </a:lnTo>
                <a:lnTo>
                  <a:pt x="21497" y="82765"/>
                </a:lnTo>
                <a:lnTo>
                  <a:pt x="21497" y="82766"/>
                </a:lnTo>
                <a:lnTo>
                  <a:pt x="21497" y="82766"/>
                </a:lnTo>
                <a:lnTo>
                  <a:pt x="21497" y="82766"/>
                </a:lnTo>
                <a:lnTo>
                  <a:pt x="21497" y="82766"/>
                </a:lnTo>
                <a:lnTo>
                  <a:pt x="21497" y="82767"/>
                </a:lnTo>
                <a:lnTo>
                  <a:pt x="21497" y="82767"/>
                </a:lnTo>
                <a:lnTo>
                  <a:pt x="21497" y="82767"/>
                </a:lnTo>
                <a:lnTo>
                  <a:pt x="21497" y="82767"/>
                </a:lnTo>
                <a:lnTo>
                  <a:pt x="21497" y="82768"/>
                </a:lnTo>
                <a:lnTo>
                  <a:pt x="21497" y="82768"/>
                </a:lnTo>
                <a:lnTo>
                  <a:pt x="21497" y="82768"/>
                </a:lnTo>
                <a:lnTo>
                  <a:pt x="21497" y="82768"/>
                </a:lnTo>
                <a:lnTo>
                  <a:pt x="21497" y="82769"/>
                </a:lnTo>
                <a:lnTo>
                  <a:pt x="21497" y="82769"/>
                </a:lnTo>
                <a:lnTo>
                  <a:pt x="21497" y="82769"/>
                </a:lnTo>
                <a:lnTo>
                  <a:pt x="21497" y="82769"/>
                </a:lnTo>
                <a:lnTo>
                  <a:pt x="21497" y="82769"/>
                </a:lnTo>
                <a:lnTo>
                  <a:pt x="21497" y="82770"/>
                </a:lnTo>
                <a:lnTo>
                  <a:pt x="21497" y="82770"/>
                </a:lnTo>
                <a:lnTo>
                  <a:pt x="21497" y="82770"/>
                </a:lnTo>
                <a:lnTo>
                  <a:pt x="21497" y="82770"/>
                </a:lnTo>
                <a:lnTo>
                  <a:pt x="21497" y="82771"/>
                </a:lnTo>
                <a:lnTo>
                  <a:pt x="21497" y="82771"/>
                </a:lnTo>
                <a:lnTo>
                  <a:pt x="21497" y="82771"/>
                </a:lnTo>
                <a:lnTo>
                  <a:pt x="21497" y="82771"/>
                </a:lnTo>
                <a:lnTo>
                  <a:pt x="21497" y="82772"/>
                </a:lnTo>
                <a:lnTo>
                  <a:pt x="21497" y="82772"/>
                </a:lnTo>
                <a:lnTo>
                  <a:pt x="21497" y="82772"/>
                </a:lnTo>
                <a:lnTo>
                  <a:pt x="21497" y="82772"/>
                </a:lnTo>
                <a:lnTo>
                  <a:pt x="21497" y="82773"/>
                </a:lnTo>
                <a:lnTo>
                  <a:pt x="21497" y="82773"/>
                </a:lnTo>
                <a:lnTo>
                  <a:pt x="21497" y="82773"/>
                </a:lnTo>
                <a:lnTo>
                  <a:pt x="21497" y="82773"/>
                </a:lnTo>
                <a:lnTo>
                  <a:pt x="21497" y="82774"/>
                </a:lnTo>
                <a:lnTo>
                  <a:pt x="21497" y="82774"/>
                </a:lnTo>
                <a:lnTo>
                  <a:pt x="21497" y="82774"/>
                </a:lnTo>
                <a:lnTo>
                  <a:pt x="21497" y="82774"/>
                </a:lnTo>
                <a:lnTo>
                  <a:pt x="21497" y="82775"/>
                </a:lnTo>
                <a:lnTo>
                  <a:pt x="21497" y="82775"/>
                </a:lnTo>
                <a:lnTo>
                  <a:pt x="21497" y="82775"/>
                </a:lnTo>
                <a:lnTo>
                  <a:pt x="21497" y="82775"/>
                </a:lnTo>
                <a:lnTo>
                  <a:pt x="21497" y="82776"/>
                </a:lnTo>
                <a:lnTo>
                  <a:pt x="21497" y="82776"/>
                </a:lnTo>
                <a:lnTo>
                  <a:pt x="21497" y="82776"/>
                </a:lnTo>
                <a:lnTo>
                  <a:pt x="21497" y="82776"/>
                </a:lnTo>
                <a:lnTo>
                  <a:pt x="21497" y="82777"/>
                </a:lnTo>
                <a:lnTo>
                  <a:pt x="21497" y="82777"/>
                </a:lnTo>
                <a:lnTo>
                  <a:pt x="21497" y="82777"/>
                </a:lnTo>
                <a:lnTo>
                  <a:pt x="21497" y="82777"/>
                </a:lnTo>
                <a:lnTo>
                  <a:pt x="21497" y="82778"/>
                </a:lnTo>
                <a:lnTo>
                  <a:pt x="21497" y="82778"/>
                </a:lnTo>
                <a:lnTo>
                  <a:pt x="21497" y="82778"/>
                </a:lnTo>
                <a:lnTo>
                  <a:pt x="21497" y="82778"/>
                </a:lnTo>
                <a:lnTo>
                  <a:pt x="21497" y="82779"/>
                </a:lnTo>
                <a:lnTo>
                  <a:pt x="21497" y="82779"/>
                </a:lnTo>
                <a:lnTo>
                  <a:pt x="21497" y="82779"/>
                </a:lnTo>
                <a:lnTo>
                  <a:pt x="21497" y="82779"/>
                </a:lnTo>
                <a:lnTo>
                  <a:pt x="21497" y="82780"/>
                </a:lnTo>
                <a:lnTo>
                  <a:pt x="21497" y="82780"/>
                </a:lnTo>
                <a:lnTo>
                  <a:pt x="21497" y="82780"/>
                </a:lnTo>
                <a:lnTo>
                  <a:pt x="21497" y="82780"/>
                </a:lnTo>
                <a:lnTo>
                  <a:pt x="21497" y="82780"/>
                </a:lnTo>
                <a:lnTo>
                  <a:pt x="21497" y="82781"/>
                </a:lnTo>
                <a:lnTo>
                  <a:pt x="21497" y="82781"/>
                </a:lnTo>
                <a:lnTo>
                  <a:pt x="21497" y="82781"/>
                </a:lnTo>
                <a:lnTo>
                  <a:pt x="21497" y="82781"/>
                </a:lnTo>
                <a:lnTo>
                  <a:pt x="21497" y="82782"/>
                </a:lnTo>
                <a:lnTo>
                  <a:pt x="21497" y="82782"/>
                </a:lnTo>
                <a:lnTo>
                  <a:pt x="21497" y="82782"/>
                </a:lnTo>
                <a:lnTo>
                  <a:pt x="21497" y="82782"/>
                </a:lnTo>
                <a:lnTo>
                  <a:pt x="21497" y="82783"/>
                </a:lnTo>
                <a:lnTo>
                  <a:pt x="21497" y="82783"/>
                </a:lnTo>
                <a:lnTo>
                  <a:pt x="21497" y="82783"/>
                </a:lnTo>
                <a:lnTo>
                  <a:pt x="21497" y="82783"/>
                </a:lnTo>
                <a:lnTo>
                  <a:pt x="21497" y="82784"/>
                </a:lnTo>
                <a:lnTo>
                  <a:pt x="21497" y="82784"/>
                </a:lnTo>
                <a:lnTo>
                  <a:pt x="21497" y="82784"/>
                </a:lnTo>
                <a:lnTo>
                  <a:pt x="21497" y="82784"/>
                </a:lnTo>
                <a:lnTo>
                  <a:pt x="21497" y="82785"/>
                </a:lnTo>
                <a:lnTo>
                  <a:pt x="21497" y="82785"/>
                </a:lnTo>
                <a:lnTo>
                  <a:pt x="21497" y="82785"/>
                </a:lnTo>
                <a:lnTo>
                  <a:pt x="21497" y="82785"/>
                </a:lnTo>
                <a:lnTo>
                  <a:pt x="21497" y="82786"/>
                </a:lnTo>
                <a:lnTo>
                  <a:pt x="21497" y="82786"/>
                </a:lnTo>
                <a:lnTo>
                  <a:pt x="21497" y="82786"/>
                </a:lnTo>
                <a:lnTo>
                  <a:pt x="21497" y="82786"/>
                </a:lnTo>
                <a:lnTo>
                  <a:pt x="21497" y="82787"/>
                </a:lnTo>
                <a:lnTo>
                  <a:pt x="21497" y="82787"/>
                </a:lnTo>
                <a:lnTo>
                  <a:pt x="21497" y="82787"/>
                </a:lnTo>
                <a:lnTo>
                  <a:pt x="21497" y="82787"/>
                </a:lnTo>
                <a:lnTo>
                  <a:pt x="21497" y="82788"/>
                </a:lnTo>
                <a:lnTo>
                  <a:pt x="21497" y="82788"/>
                </a:lnTo>
                <a:lnTo>
                  <a:pt x="21497" y="82788"/>
                </a:lnTo>
                <a:lnTo>
                  <a:pt x="21497" y="82788"/>
                </a:lnTo>
                <a:lnTo>
                  <a:pt x="21497" y="82789"/>
                </a:lnTo>
                <a:lnTo>
                  <a:pt x="21497" y="82789"/>
                </a:lnTo>
                <a:lnTo>
                  <a:pt x="21497" y="82789"/>
                </a:lnTo>
                <a:lnTo>
                  <a:pt x="21497" y="82789"/>
                </a:lnTo>
                <a:lnTo>
                  <a:pt x="21497" y="82790"/>
                </a:lnTo>
                <a:lnTo>
                  <a:pt x="21497" y="82790"/>
                </a:lnTo>
                <a:lnTo>
                  <a:pt x="21497" y="82790"/>
                </a:lnTo>
                <a:lnTo>
                  <a:pt x="21497" y="82790"/>
                </a:lnTo>
                <a:lnTo>
                  <a:pt x="21497" y="82791"/>
                </a:lnTo>
                <a:lnTo>
                  <a:pt x="21497" y="82791"/>
                </a:lnTo>
                <a:lnTo>
                  <a:pt x="21497" y="82791"/>
                </a:lnTo>
                <a:lnTo>
                  <a:pt x="21497" y="82791"/>
                </a:lnTo>
                <a:lnTo>
                  <a:pt x="21497" y="82792"/>
                </a:lnTo>
                <a:lnTo>
                  <a:pt x="21497" y="82792"/>
                </a:lnTo>
                <a:lnTo>
                  <a:pt x="21497" y="82792"/>
                </a:lnTo>
                <a:lnTo>
                  <a:pt x="21497" y="82792"/>
                </a:lnTo>
                <a:lnTo>
                  <a:pt x="21497" y="82793"/>
                </a:lnTo>
                <a:lnTo>
                  <a:pt x="21497" y="82793"/>
                </a:lnTo>
                <a:lnTo>
                  <a:pt x="21497" y="82793"/>
                </a:lnTo>
                <a:lnTo>
                  <a:pt x="21497" y="82793"/>
                </a:lnTo>
                <a:lnTo>
                  <a:pt x="21497" y="82793"/>
                </a:lnTo>
                <a:lnTo>
                  <a:pt x="21497" y="82794"/>
                </a:lnTo>
                <a:lnTo>
                  <a:pt x="21497" y="82794"/>
                </a:lnTo>
                <a:lnTo>
                  <a:pt x="21497" y="82794"/>
                </a:lnTo>
                <a:lnTo>
                  <a:pt x="21497" y="82794"/>
                </a:lnTo>
                <a:lnTo>
                  <a:pt x="21497" y="82795"/>
                </a:lnTo>
                <a:lnTo>
                  <a:pt x="21497" y="82795"/>
                </a:lnTo>
                <a:lnTo>
                  <a:pt x="21497" y="82795"/>
                </a:lnTo>
                <a:lnTo>
                  <a:pt x="21497" y="82795"/>
                </a:lnTo>
                <a:lnTo>
                  <a:pt x="21497" y="82796"/>
                </a:lnTo>
                <a:lnTo>
                  <a:pt x="21497" y="82796"/>
                </a:lnTo>
                <a:lnTo>
                  <a:pt x="21497" y="82796"/>
                </a:lnTo>
                <a:lnTo>
                  <a:pt x="21497" y="82796"/>
                </a:lnTo>
                <a:lnTo>
                  <a:pt x="21497" y="82797"/>
                </a:lnTo>
                <a:lnTo>
                  <a:pt x="21497" y="82797"/>
                </a:lnTo>
                <a:lnTo>
                  <a:pt x="21497" y="82797"/>
                </a:lnTo>
                <a:lnTo>
                  <a:pt x="21497" y="82797"/>
                </a:lnTo>
                <a:lnTo>
                  <a:pt x="21497" y="82798"/>
                </a:lnTo>
                <a:lnTo>
                  <a:pt x="21497" y="82798"/>
                </a:lnTo>
                <a:lnTo>
                  <a:pt x="21497" y="82798"/>
                </a:lnTo>
                <a:lnTo>
                  <a:pt x="21497" y="82798"/>
                </a:lnTo>
                <a:lnTo>
                  <a:pt x="21497" y="82799"/>
                </a:lnTo>
                <a:lnTo>
                  <a:pt x="21497" y="82799"/>
                </a:lnTo>
                <a:lnTo>
                  <a:pt x="21497" y="82799"/>
                </a:lnTo>
                <a:lnTo>
                  <a:pt x="21497" y="82799"/>
                </a:lnTo>
                <a:lnTo>
                  <a:pt x="21497" y="82800"/>
                </a:lnTo>
                <a:lnTo>
                  <a:pt x="21497" y="82800"/>
                </a:lnTo>
                <a:lnTo>
                  <a:pt x="21497" y="82800"/>
                </a:lnTo>
                <a:lnTo>
                  <a:pt x="21497" y="82800"/>
                </a:lnTo>
                <a:lnTo>
                  <a:pt x="21497" y="82801"/>
                </a:lnTo>
                <a:lnTo>
                  <a:pt x="21497" y="82801"/>
                </a:lnTo>
                <a:lnTo>
                  <a:pt x="21497" y="82801"/>
                </a:lnTo>
                <a:lnTo>
                  <a:pt x="21497" y="82801"/>
                </a:lnTo>
                <a:lnTo>
                  <a:pt x="21497" y="82802"/>
                </a:lnTo>
                <a:lnTo>
                  <a:pt x="21497" y="82802"/>
                </a:lnTo>
                <a:lnTo>
                  <a:pt x="21497" y="82802"/>
                </a:lnTo>
                <a:lnTo>
                  <a:pt x="21497" y="82802"/>
                </a:lnTo>
                <a:lnTo>
                  <a:pt x="21497" y="82803"/>
                </a:lnTo>
                <a:lnTo>
                  <a:pt x="21497" y="82803"/>
                </a:lnTo>
                <a:lnTo>
                  <a:pt x="21497" y="82803"/>
                </a:lnTo>
                <a:lnTo>
                  <a:pt x="21497" y="82803"/>
                </a:lnTo>
                <a:lnTo>
                  <a:pt x="21497" y="82804"/>
                </a:lnTo>
                <a:lnTo>
                  <a:pt x="21497" y="82804"/>
                </a:lnTo>
                <a:lnTo>
                  <a:pt x="21497" y="82804"/>
                </a:lnTo>
                <a:lnTo>
                  <a:pt x="21497" y="82804"/>
                </a:lnTo>
                <a:lnTo>
                  <a:pt x="21497" y="82805"/>
                </a:lnTo>
                <a:lnTo>
                  <a:pt x="21497" y="82805"/>
                </a:lnTo>
                <a:lnTo>
                  <a:pt x="21497" y="82805"/>
                </a:lnTo>
                <a:lnTo>
                  <a:pt x="21497" y="82805"/>
                </a:lnTo>
                <a:lnTo>
                  <a:pt x="21497" y="82806"/>
                </a:lnTo>
                <a:lnTo>
                  <a:pt x="21497" y="82806"/>
                </a:lnTo>
                <a:lnTo>
                  <a:pt x="21497" y="82806"/>
                </a:lnTo>
                <a:lnTo>
                  <a:pt x="21497" y="82806"/>
                </a:lnTo>
                <a:lnTo>
                  <a:pt x="21497" y="82807"/>
                </a:lnTo>
                <a:lnTo>
                  <a:pt x="21497" y="82807"/>
                </a:lnTo>
                <a:lnTo>
                  <a:pt x="21497" y="82807"/>
                </a:lnTo>
                <a:lnTo>
                  <a:pt x="21497" y="82807"/>
                </a:lnTo>
                <a:lnTo>
                  <a:pt x="21497" y="82808"/>
                </a:lnTo>
                <a:lnTo>
                  <a:pt x="21497" y="82808"/>
                </a:lnTo>
                <a:lnTo>
                  <a:pt x="21497" y="82808"/>
                </a:lnTo>
                <a:lnTo>
                  <a:pt x="21497" y="82808"/>
                </a:lnTo>
                <a:lnTo>
                  <a:pt x="21497" y="82809"/>
                </a:lnTo>
                <a:lnTo>
                  <a:pt x="21497" y="82809"/>
                </a:lnTo>
                <a:lnTo>
                  <a:pt x="21497" y="82809"/>
                </a:lnTo>
                <a:lnTo>
                  <a:pt x="21497" y="82809"/>
                </a:lnTo>
                <a:lnTo>
                  <a:pt x="21497" y="82809"/>
                </a:lnTo>
                <a:lnTo>
                  <a:pt x="21497" y="82810"/>
                </a:lnTo>
                <a:lnTo>
                  <a:pt x="21497" y="82810"/>
                </a:lnTo>
                <a:lnTo>
                  <a:pt x="21497" y="82810"/>
                </a:lnTo>
                <a:lnTo>
                  <a:pt x="21497" y="82810"/>
                </a:lnTo>
                <a:lnTo>
                  <a:pt x="21497" y="82811"/>
                </a:lnTo>
                <a:lnTo>
                  <a:pt x="21497" y="82811"/>
                </a:lnTo>
                <a:lnTo>
                  <a:pt x="21497" y="82811"/>
                </a:lnTo>
                <a:lnTo>
                  <a:pt x="21497" y="82811"/>
                </a:lnTo>
                <a:lnTo>
                  <a:pt x="21497" y="82812"/>
                </a:lnTo>
                <a:lnTo>
                  <a:pt x="21497" y="82812"/>
                </a:lnTo>
                <a:lnTo>
                  <a:pt x="21497" y="82812"/>
                </a:lnTo>
                <a:lnTo>
                  <a:pt x="21497" y="82812"/>
                </a:lnTo>
                <a:lnTo>
                  <a:pt x="21497" y="82813"/>
                </a:lnTo>
                <a:lnTo>
                  <a:pt x="21497" y="82813"/>
                </a:lnTo>
                <a:lnTo>
                  <a:pt x="21497" y="82813"/>
                </a:lnTo>
                <a:lnTo>
                  <a:pt x="21497" y="82813"/>
                </a:lnTo>
                <a:lnTo>
                  <a:pt x="21497" y="82814"/>
                </a:lnTo>
                <a:lnTo>
                  <a:pt x="21497" y="82814"/>
                </a:lnTo>
                <a:lnTo>
                  <a:pt x="21497" y="82814"/>
                </a:lnTo>
                <a:lnTo>
                  <a:pt x="21497" y="82814"/>
                </a:lnTo>
                <a:lnTo>
                  <a:pt x="21497" y="82815"/>
                </a:lnTo>
                <a:lnTo>
                  <a:pt x="21497" y="82815"/>
                </a:lnTo>
                <a:lnTo>
                  <a:pt x="21497" y="82815"/>
                </a:lnTo>
                <a:lnTo>
                  <a:pt x="21497" y="82815"/>
                </a:lnTo>
                <a:lnTo>
                  <a:pt x="21497" y="82816"/>
                </a:lnTo>
                <a:lnTo>
                  <a:pt x="21497" y="82816"/>
                </a:lnTo>
                <a:lnTo>
                  <a:pt x="21497" y="82816"/>
                </a:lnTo>
                <a:lnTo>
                  <a:pt x="21497" y="82816"/>
                </a:lnTo>
                <a:lnTo>
                  <a:pt x="21497" y="82817"/>
                </a:lnTo>
                <a:lnTo>
                  <a:pt x="21497" y="82817"/>
                </a:lnTo>
                <a:lnTo>
                  <a:pt x="21497" y="82817"/>
                </a:lnTo>
                <a:lnTo>
                  <a:pt x="21497" y="82817"/>
                </a:lnTo>
                <a:lnTo>
                  <a:pt x="21497" y="82818"/>
                </a:lnTo>
                <a:lnTo>
                  <a:pt x="21497" y="82818"/>
                </a:lnTo>
                <a:lnTo>
                  <a:pt x="21497" y="82818"/>
                </a:lnTo>
                <a:lnTo>
                  <a:pt x="21497" y="82818"/>
                </a:lnTo>
                <a:lnTo>
                  <a:pt x="21497" y="82819"/>
                </a:lnTo>
                <a:lnTo>
                  <a:pt x="21497" y="82819"/>
                </a:lnTo>
                <a:lnTo>
                  <a:pt x="21497" y="82819"/>
                </a:lnTo>
                <a:lnTo>
                  <a:pt x="21497" y="82819"/>
                </a:lnTo>
                <a:lnTo>
                  <a:pt x="21497" y="82820"/>
                </a:lnTo>
                <a:lnTo>
                  <a:pt x="21497" y="82820"/>
                </a:lnTo>
                <a:lnTo>
                  <a:pt x="21497" y="82820"/>
                </a:lnTo>
                <a:lnTo>
                  <a:pt x="21497" y="82820"/>
                </a:lnTo>
                <a:lnTo>
                  <a:pt x="21497" y="82821"/>
                </a:lnTo>
                <a:lnTo>
                  <a:pt x="21497" y="82821"/>
                </a:lnTo>
                <a:lnTo>
                  <a:pt x="21497" y="82821"/>
                </a:lnTo>
                <a:lnTo>
                  <a:pt x="21497" y="82821"/>
                </a:lnTo>
                <a:lnTo>
                  <a:pt x="21497" y="82822"/>
                </a:lnTo>
                <a:lnTo>
                  <a:pt x="21497" y="82822"/>
                </a:lnTo>
                <a:lnTo>
                  <a:pt x="21497" y="82822"/>
                </a:lnTo>
                <a:lnTo>
                  <a:pt x="21497" y="82822"/>
                </a:lnTo>
                <a:lnTo>
                  <a:pt x="21497" y="82823"/>
                </a:lnTo>
                <a:lnTo>
                  <a:pt x="21497" y="82823"/>
                </a:lnTo>
                <a:lnTo>
                  <a:pt x="21497" y="82823"/>
                </a:lnTo>
                <a:lnTo>
                  <a:pt x="21497" y="82823"/>
                </a:lnTo>
                <a:lnTo>
                  <a:pt x="21497" y="82824"/>
                </a:lnTo>
                <a:lnTo>
                  <a:pt x="21497" y="82824"/>
                </a:lnTo>
                <a:lnTo>
                  <a:pt x="21497" y="82824"/>
                </a:lnTo>
                <a:lnTo>
                  <a:pt x="21497" y="82824"/>
                </a:lnTo>
                <a:lnTo>
                  <a:pt x="21497" y="82825"/>
                </a:lnTo>
                <a:lnTo>
                  <a:pt x="21497" y="82825"/>
                </a:lnTo>
                <a:lnTo>
                  <a:pt x="21497" y="82825"/>
                </a:lnTo>
                <a:lnTo>
                  <a:pt x="21497" y="82825"/>
                </a:lnTo>
                <a:lnTo>
                  <a:pt x="21497" y="82826"/>
                </a:lnTo>
                <a:lnTo>
                  <a:pt x="21497" y="82826"/>
                </a:lnTo>
                <a:lnTo>
                  <a:pt x="21497" y="82826"/>
                </a:lnTo>
                <a:lnTo>
                  <a:pt x="21497" y="82826"/>
                </a:lnTo>
                <a:lnTo>
                  <a:pt x="21497" y="82827"/>
                </a:lnTo>
                <a:lnTo>
                  <a:pt x="21497" y="82827"/>
                </a:lnTo>
                <a:lnTo>
                  <a:pt x="21497" y="82827"/>
                </a:lnTo>
                <a:lnTo>
                  <a:pt x="21497" y="82827"/>
                </a:lnTo>
                <a:lnTo>
                  <a:pt x="21497" y="82828"/>
                </a:lnTo>
                <a:lnTo>
                  <a:pt x="21497" y="82828"/>
                </a:lnTo>
                <a:lnTo>
                  <a:pt x="21497" y="82828"/>
                </a:lnTo>
                <a:lnTo>
                  <a:pt x="21497" y="82828"/>
                </a:lnTo>
                <a:lnTo>
                  <a:pt x="21497" y="82829"/>
                </a:lnTo>
                <a:lnTo>
                  <a:pt x="21497" y="82829"/>
                </a:lnTo>
                <a:lnTo>
                  <a:pt x="21497" y="82829"/>
                </a:lnTo>
                <a:lnTo>
                  <a:pt x="21497" y="82829"/>
                </a:lnTo>
                <a:lnTo>
                  <a:pt x="21497" y="82830"/>
                </a:lnTo>
                <a:lnTo>
                  <a:pt x="21497" y="82830"/>
                </a:lnTo>
                <a:lnTo>
                  <a:pt x="21497" y="82830"/>
                </a:lnTo>
                <a:lnTo>
                  <a:pt x="21497" y="82830"/>
                </a:lnTo>
                <a:lnTo>
                  <a:pt x="21497" y="82831"/>
                </a:lnTo>
                <a:lnTo>
                  <a:pt x="21497" y="82831"/>
                </a:lnTo>
                <a:lnTo>
                  <a:pt x="21497" y="82831"/>
                </a:lnTo>
                <a:lnTo>
                  <a:pt x="21497" y="82831"/>
                </a:lnTo>
                <a:lnTo>
                  <a:pt x="21497" y="82832"/>
                </a:lnTo>
                <a:lnTo>
                  <a:pt x="21497" y="82832"/>
                </a:lnTo>
                <a:lnTo>
                  <a:pt x="21497" y="82832"/>
                </a:lnTo>
                <a:lnTo>
                  <a:pt x="21497" y="82832"/>
                </a:lnTo>
                <a:lnTo>
                  <a:pt x="21497" y="82833"/>
                </a:lnTo>
                <a:lnTo>
                  <a:pt x="21497" y="82833"/>
                </a:lnTo>
                <a:lnTo>
                  <a:pt x="21497" y="82833"/>
                </a:lnTo>
                <a:lnTo>
                  <a:pt x="21497" y="82833"/>
                </a:lnTo>
                <a:lnTo>
                  <a:pt x="21497" y="82834"/>
                </a:lnTo>
                <a:lnTo>
                  <a:pt x="21497" y="82834"/>
                </a:lnTo>
                <a:lnTo>
                  <a:pt x="21497" y="82834"/>
                </a:lnTo>
                <a:lnTo>
                  <a:pt x="21497" y="82834"/>
                </a:lnTo>
                <a:lnTo>
                  <a:pt x="21497" y="82835"/>
                </a:lnTo>
                <a:lnTo>
                  <a:pt x="21497" y="82835"/>
                </a:lnTo>
                <a:lnTo>
                  <a:pt x="21497" y="82835"/>
                </a:lnTo>
                <a:lnTo>
                  <a:pt x="21497" y="82835"/>
                </a:lnTo>
                <a:lnTo>
                  <a:pt x="21497" y="82836"/>
                </a:lnTo>
                <a:lnTo>
                  <a:pt x="21497" y="82836"/>
                </a:lnTo>
                <a:lnTo>
                  <a:pt x="21497" y="82836"/>
                </a:lnTo>
                <a:lnTo>
                  <a:pt x="21497" y="82836"/>
                </a:lnTo>
                <a:lnTo>
                  <a:pt x="21497" y="82837"/>
                </a:lnTo>
                <a:lnTo>
                  <a:pt x="21497" y="82837"/>
                </a:lnTo>
                <a:lnTo>
                  <a:pt x="21497" y="82837"/>
                </a:lnTo>
                <a:lnTo>
                  <a:pt x="21497" y="82837"/>
                </a:lnTo>
                <a:lnTo>
                  <a:pt x="21497" y="82838"/>
                </a:lnTo>
                <a:lnTo>
                  <a:pt x="21497" y="82838"/>
                </a:lnTo>
                <a:lnTo>
                  <a:pt x="21497" y="82838"/>
                </a:lnTo>
                <a:lnTo>
                  <a:pt x="21497" y="82838"/>
                </a:lnTo>
                <a:lnTo>
                  <a:pt x="21497" y="82838"/>
                </a:lnTo>
                <a:lnTo>
                  <a:pt x="21497" y="82839"/>
                </a:lnTo>
                <a:lnTo>
                  <a:pt x="21497" y="82839"/>
                </a:lnTo>
                <a:lnTo>
                  <a:pt x="21497" y="82839"/>
                </a:lnTo>
                <a:lnTo>
                  <a:pt x="21497" y="82839"/>
                </a:lnTo>
                <a:lnTo>
                  <a:pt x="21497" y="82840"/>
                </a:lnTo>
                <a:lnTo>
                  <a:pt x="21497" y="82840"/>
                </a:lnTo>
                <a:lnTo>
                  <a:pt x="21497" y="82840"/>
                </a:lnTo>
                <a:lnTo>
                  <a:pt x="21497" y="82840"/>
                </a:lnTo>
                <a:lnTo>
                  <a:pt x="21497" y="82841"/>
                </a:lnTo>
                <a:lnTo>
                  <a:pt x="21497" y="82841"/>
                </a:lnTo>
                <a:lnTo>
                  <a:pt x="21497" y="82841"/>
                </a:lnTo>
                <a:lnTo>
                  <a:pt x="21497" y="82841"/>
                </a:lnTo>
                <a:lnTo>
                  <a:pt x="21497" y="82842"/>
                </a:lnTo>
                <a:lnTo>
                  <a:pt x="21497" y="82842"/>
                </a:lnTo>
                <a:lnTo>
                  <a:pt x="21497" y="82842"/>
                </a:lnTo>
                <a:lnTo>
                  <a:pt x="21497" y="82842"/>
                </a:lnTo>
                <a:lnTo>
                  <a:pt x="21497" y="82843"/>
                </a:lnTo>
                <a:lnTo>
                  <a:pt x="21497" y="82843"/>
                </a:lnTo>
                <a:lnTo>
                  <a:pt x="21497" y="82843"/>
                </a:lnTo>
                <a:lnTo>
                  <a:pt x="21497" y="82843"/>
                </a:lnTo>
                <a:lnTo>
                  <a:pt x="21497" y="82844"/>
                </a:lnTo>
                <a:lnTo>
                  <a:pt x="21497" y="82844"/>
                </a:lnTo>
                <a:lnTo>
                  <a:pt x="21497" y="82844"/>
                </a:lnTo>
                <a:lnTo>
                  <a:pt x="21497" y="82844"/>
                </a:lnTo>
                <a:lnTo>
                  <a:pt x="21497" y="82845"/>
                </a:lnTo>
                <a:lnTo>
                  <a:pt x="21497" y="82845"/>
                </a:lnTo>
                <a:lnTo>
                  <a:pt x="21497" y="82845"/>
                </a:lnTo>
                <a:lnTo>
                  <a:pt x="21497" y="82845"/>
                </a:lnTo>
                <a:lnTo>
                  <a:pt x="21497" y="82846"/>
                </a:lnTo>
                <a:lnTo>
                  <a:pt x="21497" y="82846"/>
                </a:lnTo>
                <a:lnTo>
                  <a:pt x="21497" y="82846"/>
                </a:lnTo>
                <a:lnTo>
                  <a:pt x="21497" y="82846"/>
                </a:lnTo>
                <a:lnTo>
                  <a:pt x="21497" y="82847"/>
                </a:lnTo>
                <a:lnTo>
                  <a:pt x="21497" y="82847"/>
                </a:lnTo>
                <a:lnTo>
                  <a:pt x="21497" y="82847"/>
                </a:lnTo>
                <a:lnTo>
                  <a:pt x="21497" y="82847"/>
                </a:lnTo>
                <a:lnTo>
                  <a:pt x="21497" y="82848"/>
                </a:lnTo>
                <a:lnTo>
                  <a:pt x="21497" y="82848"/>
                </a:lnTo>
                <a:lnTo>
                  <a:pt x="21497" y="82848"/>
                </a:lnTo>
                <a:lnTo>
                  <a:pt x="21497" y="82848"/>
                </a:lnTo>
                <a:lnTo>
                  <a:pt x="21497" y="82849"/>
                </a:lnTo>
                <a:lnTo>
                  <a:pt x="21497" y="82849"/>
                </a:lnTo>
                <a:lnTo>
                  <a:pt x="21497" y="82849"/>
                </a:lnTo>
                <a:lnTo>
                  <a:pt x="21497" y="82849"/>
                </a:lnTo>
                <a:lnTo>
                  <a:pt x="21497" y="82850"/>
                </a:lnTo>
                <a:lnTo>
                  <a:pt x="21497" y="82850"/>
                </a:lnTo>
                <a:lnTo>
                  <a:pt x="21497" y="82850"/>
                </a:lnTo>
                <a:lnTo>
                  <a:pt x="21497" y="82850"/>
                </a:lnTo>
                <a:lnTo>
                  <a:pt x="21497" y="82851"/>
                </a:lnTo>
                <a:lnTo>
                  <a:pt x="21497" y="82851"/>
                </a:lnTo>
                <a:lnTo>
                  <a:pt x="21497" y="82851"/>
                </a:lnTo>
                <a:lnTo>
                  <a:pt x="21497" y="82851"/>
                </a:lnTo>
                <a:lnTo>
                  <a:pt x="21497" y="82852"/>
                </a:lnTo>
                <a:lnTo>
                  <a:pt x="21497" y="82852"/>
                </a:lnTo>
                <a:lnTo>
                  <a:pt x="21497" y="82852"/>
                </a:lnTo>
                <a:lnTo>
                  <a:pt x="21497" y="82852"/>
                </a:lnTo>
                <a:lnTo>
                  <a:pt x="21497" y="82853"/>
                </a:lnTo>
                <a:lnTo>
                  <a:pt x="21497" y="82853"/>
                </a:lnTo>
                <a:lnTo>
                  <a:pt x="21497" y="82853"/>
                </a:lnTo>
                <a:lnTo>
                  <a:pt x="21497" y="82853"/>
                </a:lnTo>
                <a:lnTo>
                  <a:pt x="21497" y="82854"/>
                </a:lnTo>
                <a:lnTo>
                  <a:pt x="21497" y="82854"/>
                </a:lnTo>
                <a:lnTo>
                  <a:pt x="21497" y="82854"/>
                </a:lnTo>
                <a:lnTo>
                  <a:pt x="21497" y="82854"/>
                </a:lnTo>
                <a:lnTo>
                  <a:pt x="21497" y="82855"/>
                </a:lnTo>
                <a:lnTo>
                  <a:pt x="21497" y="82855"/>
                </a:lnTo>
                <a:lnTo>
                  <a:pt x="21497" y="82855"/>
                </a:lnTo>
                <a:lnTo>
                  <a:pt x="21497" y="82855"/>
                </a:lnTo>
                <a:lnTo>
                  <a:pt x="21497" y="82856"/>
                </a:lnTo>
                <a:lnTo>
                  <a:pt x="21497" y="82856"/>
                </a:lnTo>
                <a:lnTo>
                  <a:pt x="21497" y="82856"/>
                </a:lnTo>
                <a:lnTo>
                  <a:pt x="21497" y="82856"/>
                </a:lnTo>
                <a:lnTo>
                  <a:pt x="21497" y="82857"/>
                </a:lnTo>
                <a:lnTo>
                  <a:pt x="21497" y="82857"/>
                </a:lnTo>
                <a:lnTo>
                  <a:pt x="21497" y="82857"/>
                </a:lnTo>
                <a:lnTo>
                  <a:pt x="21497" y="82857"/>
                </a:lnTo>
                <a:lnTo>
                  <a:pt x="21497" y="82858"/>
                </a:lnTo>
                <a:lnTo>
                  <a:pt x="21497" y="82858"/>
                </a:lnTo>
                <a:lnTo>
                  <a:pt x="21497" y="82858"/>
                </a:lnTo>
                <a:lnTo>
                  <a:pt x="21497" y="82858"/>
                </a:lnTo>
                <a:lnTo>
                  <a:pt x="21497" y="82859"/>
                </a:lnTo>
                <a:lnTo>
                  <a:pt x="21497" y="82859"/>
                </a:lnTo>
                <a:lnTo>
                  <a:pt x="21497" y="82859"/>
                </a:lnTo>
                <a:lnTo>
                  <a:pt x="21497" y="82859"/>
                </a:lnTo>
                <a:lnTo>
                  <a:pt x="21497" y="82860"/>
                </a:lnTo>
                <a:lnTo>
                  <a:pt x="21497" y="82860"/>
                </a:lnTo>
                <a:lnTo>
                  <a:pt x="21497" y="82860"/>
                </a:lnTo>
                <a:lnTo>
                  <a:pt x="21497" y="82860"/>
                </a:lnTo>
                <a:lnTo>
                  <a:pt x="21497" y="82861"/>
                </a:lnTo>
                <a:lnTo>
                  <a:pt x="21497" y="82861"/>
                </a:lnTo>
                <a:lnTo>
                  <a:pt x="21497" y="82861"/>
                </a:lnTo>
                <a:lnTo>
                  <a:pt x="21497" y="82861"/>
                </a:lnTo>
                <a:lnTo>
                  <a:pt x="21497" y="82862"/>
                </a:lnTo>
                <a:lnTo>
                  <a:pt x="21497" y="82862"/>
                </a:lnTo>
                <a:lnTo>
                  <a:pt x="21497" y="82862"/>
                </a:lnTo>
                <a:lnTo>
                  <a:pt x="21497" y="82862"/>
                </a:lnTo>
                <a:lnTo>
                  <a:pt x="21497" y="82863"/>
                </a:lnTo>
                <a:lnTo>
                  <a:pt x="21497" y="82863"/>
                </a:lnTo>
                <a:lnTo>
                  <a:pt x="21497" y="82863"/>
                </a:lnTo>
                <a:lnTo>
                  <a:pt x="21497" y="82863"/>
                </a:lnTo>
                <a:lnTo>
                  <a:pt x="21497" y="82864"/>
                </a:lnTo>
                <a:lnTo>
                  <a:pt x="21497" y="82864"/>
                </a:lnTo>
                <a:lnTo>
                  <a:pt x="21497" y="82864"/>
                </a:lnTo>
                <a:lnTo>
                  <a:pt x="21497" y="82864"/>
                </a:lnTo>
                <a:lnTo>
                  <a:pt x="21497" y="82865"/>
                </a:lnTo>
                <a:lnTo>
                  <a:pt x="21497" y="82865"/>
                </a:lnTo>
                <a:lnTo>
                  <a:pt x="21497" y="82865"/>
                </a:lnTo>
                <a:lnTo>
                  <a:pt x="21497" y="82865"/>
                </a:lnTo>
                <a:lnTo>
                  <a:pt x="21497" y="82866"/>
                </a:lnTo>
                <a:lnTo>
                  <a:pt x="21497" y="82866"/>
                </a:lnTo>
                <a:lnTo>
                  <a:pt x="21497" y="82866"/>
                </a:lnTo>
                <a:lnTo>
                  <a:pt x="21497" y="82866"/>
                </a:lnTo>
                <a:lnTo>
                  <a:pt x="21497" y="82867"/>
                </a:lnTo>
                <a:lnTo>
                  <a:pt x="21497" y="82867"/>
                </a:lnTo>
                <a:lnTo>
                  <a:pt x="21497" y="82867"/>
                </a:lnTo>
                <a:lnTo>
                  <a:pt x="21497" y="82867"/>
                </a:lnTo>
                <a:lnTo>
                  <a:pt x="21497" y="82868"/>
                </a:lnTo>
                <a:lnTo>
                  <a:pt x="21497" y="82868"/>
                </a:lnTo>
                <a:lnTo>
                  <a:pt x="21497" y="82868"/>
                </a:lnTo>
                <a:lnTo>
                  <a:pt x="21497" y="82868"/>
                </a:lnTo>
                <a:lnTo>
                  <a:pt x="21497" y="82869"/>
                </a:lnTo>
                <a:lnTo>
                  <a:pt x="21497" y="82869"/>
                </a:lnTo>
                <a:lnTo>
                  <a:pt x="21497" y="82869"/>
                </a:lnTo>
                <a:lnTo>
                  <a:pt x="21497" y="82869"/>
                </a:lnTo>
                <a:lnTo>
                  <a:pt x="21497" y="82870"/>
                </a:lnTo>
                <a:lnTo>
                  <a:pt x="21497" y="82870"/>
                </a:lnTo>
                <a:lnTo>
                  <a:pt x="21497" y="82870"/>
                </a:lnTo>
                <a:lnTo>
                  <a:pt x="21497" y="82870"/>
                </a:lnTo>
                <a:lnTo>
                  <a:pt x="21497" y="82871"/>
                </a:lnTo>
                <a:lnTo>
                  <a:pt x="21497" y="82871"/>
                </a:lnTo>
                <a:lnTo>
                  <a:pt x="21497" y="82871"/>
                </a:lnTo>
                <a:lnTo>
                  <a:pt x="21497" y="82871"/>
                </a:lnTo>
                <a:lnTo>
                  <a:pt x="21497" y="82872"/>
                </a:lnTo>
                <a:lnTo>
                  <a:pt x="21497" y="82872"/>
                </a:lnTo>
                <a:lnTo>
                  <a:pt x="21497" y="82872"/>
                </a:lnTo>
                <a:lnTo>
                  <a:pt x="21497" y="82872"/>
                </a:lnTo>
                <a:lnTo>
                  <a:pt x="21497" y="82873"/>
                </a:lnTo>
                <a:lnTo>
                  <a:pt x="21497" y="82873"/>
                </a:lnTo>
                <a:lnTo>
                  <a:pt x="21497" y="82873"/>
                </a:lnTo>
                <a:lnTo>
                  <a:pt x="21497" y="82873"/>
                </a:lnTo>
                <a:lnTo>
                  <a:pt x="21497" y="82874"/>
                </a:lnTo>
                <a:lnTo>
                  <a:pt x="21497" y="82874"/>
                </a:lnTo>
                <a:lnTo>
                  <a:pt x="21497" y="82874"/>
                </a:lnTo>
                <a:lnTo>
                  <a:pt x="21497" y="82874"/>
                </a:lnTo>
                <a:lnTo>
                  <a:pt x="21497" y="82875"/>
                </a:lnTo>
                <a:lnTo>
                  <a:pt x="21497" y="82875"/>
                </a:lnTo>
                <a:lnTo>
                  <a:pt x="21497" y="82875"/>
                </a:lnTo>
                <a:lnTo>
                  <a:pt x="21497" y="82876"/>
                </a:lnTo>
                <a:lnTo>
                  <a:pt x="21497" y="82876"/>
                </a:lnTo>
                <a:lnTo>
                  <a:pt x="21497" y="82876"/>
                </a:lnTo>
                <a:lnTo>
                  <a:pt x="21497" y="82876"/>
                </a:lnTo>
                <a:lnTo>
                  <a:pt x="21497" y="82877"/>
                </a:lnTo>
                <a:lnTo>
                  <a:pt x="21497" y="82877"/>
                </a:lnTo>
                <a:lnTo>
                  <a:pt x="21497" y="82877"/>
                </a:lnTo>
                <a:lnTo>
                  <a:pt x="21497" y="82877"/>
                </a:lnTo>
                <a:lnTo>
                  <a:pt x="21497" y="82878"/>
                </a:lnTo>
                <a:lnTo>
                  <a:pt x="21497" y="82878"/>
                </a:lnTo>
                <a:lnTo>
                  <a:pt x="21497" y="82878"/>
                </a:lnTo>
                <a:lnTo>
                  <a:pt x="21497" y="82878"/>
                </a:lnTo>
                <a:lnTo>
                  <a:pt x="21497" y="82879"/>
                </a:lnTo>
                <a:lnTo>
                  <a:pt x="21497" y="82879"/>
                </a:lnTo>
                <a:lnTo>
                  <a:pt x="21497" y="82879"/>
                </a:lnTo>
                <a:lnTo>
                  <a:pt x="21497" y="82879"/>
                </a:lnTo>
                <a:lnTo>
                  <a:pt x="21497" y="82880"/>
                </a:lnTo>
                <a:lnTo>
                  <a:pt x="21497" y="82880"/>
                </a:lnTo>
                <a:lnTo>
                  <a:pt x="21497" y="82880"/>
                </a:lnTo>
                <a:lnTo>
                  <a:pt x="21497" y="82880"/>
                </a:lnTo>
                <a:lnTo>
                  <a:pt x="21497" y="82881"/>
                </a:lnTo>
                <a:lnTo>
                  <a:pt x="21497" y="82881"/>
                </a:lnTo>
                <a:lnTo>
                  <a:pt x="21497" y="82881"/>
                </a:lnTo>
                <a:lnTo>
                  <a:pt x="21497" y="82881"/>
                </a:lnTo>
                <a:lnTo>
                  <a:pt x="21497" y="82882"/>
                </a:lnTo>
                <a:lnTo>
                  <a:pt x="21497" y="82882"/>
                </a:lnTo>
                <a:lnTo>
                  <a:pt x="21497" y="82882"/>
                </a:lnTo>
                <a:lnTo>
                  <a:pt x="21497" y="82882"/>
                </a:lnTo>
                <a:lnTo>
                  <a:pt x="21497" y="82883"/>
                </a:lnTo>
                <a:lnTo>
                  <a:pt x="21497" y="82883"/>
                </a:lnTo>
                <a:lnTo>
                  <a:pt x="21497" y="82883"/>
                </a:lnTo>
                <a:lnTo>
                  <a:pt x="21497" y="82883"/>
                </a:lnTo>
                <a:lnTo>
                  <a:pt x="21497" y="82884"/>
                </a:lnTo>
                <a:lnTo>
                  <a:pt x="21497" y="82884"/>
                </a:lnTo>
                <a:lnTo>
                  <a:pt x="21497" y="82884"/>
                </a:lnTo>
                <a:lnTo>
                  <a:pt x="21497" y="82884"/>
                </a:lnTo>
                <a:lnTo>
                  <a:pt x="21497" y="82885"/>
                </a:lnTo>
                <a:lnTo>
                  <a:pt x="21497" y="82885"/>
                </a:lnTo>
                <a:lnTo>
                  <a:pt x="21497" y="82885"/>
                </a:lnTo>
                <a:lnTo>
                  <a:pt x="21497" y="82885"/>
                </a:lnTo>
                <a:lnTo>
                  <a:pt x="21497" y="82886"/>
                </a:lnTo>
                <a:lnTo>
                  <a:pt x="21497" y="82886"/>
                </a:lnTo>
                <a:lnTo>
                  <a:pt x="21497" y="82886"/>
                </a:lnTo>
                <a:lnTo>
                  <a:pt x="21497" y="82886"/>
                </a:lnTo>
                <a:lnTo>
                  <a:pt x="21497" y="82887"/>
                </a:lnTo>
                <a:lnTo>
                  <a:pt x="21497" y="82887"/>
                </a:lnTo>
                <a:lnTo>
                  <a:pt x="21497" y="82887"/>
                </a:lnTo>
                <a:lnTo>
                  <a:pt x="21497" y="82887"/>
                </a:lnTo>
                <a:lnTo>
                  <a:pt x="21497" y="82888"/>
                </a:lnTo>
                <a:lnTo>
                  <a:pt x="21497" y="82888"/>
                </a:lnTo>
                <a:lnTo>
                  <a:pt x="21497" y="82888"/>
                </a:lnTo>
                <a:lnTo>
                  <a:pt x="21497" y="82888"/>
                </a:lnTo>
                <a:lnTo>
                  <a:pt x="21497" y="82889"/>
                </a:lnTo>
                <a:lnTo>
                  <a:pt x="21497" y="82889"/>
                </a:lnTo>
                <a:lnTo>
                  <a:pt x="21497" y="82889"/>
                </a:lnTo>
                <a:lnTo>
                  <a:pt x="21497" y="82889"/>
                </a:lnTo>
                <a:lnTo>
                  <a:pt x="21497" y="82890"/>
                </a:lnTo>
                <a:lnTo>
                  <a:pt x="21497" y="82890"/>
                </a:lnTo>
                <a:lnTo>
                  <a:pt x="21497" y="82890"/>
                </a:lnTo>
                <a:lnTo>
                  <a:pt x="21497" y="82890"/>
                </a:lnTo>
                <a:lnTo>
                  <a:pt x="21497" y="82891"/>
                </a:lnTo>
                <a:lnTo>
                  <a:pt x="21497" y="82891"/>
                </a:lnTo>
                <a:lnTo>
                  <a:pt x="21497" y="82891"/>
                </a:lnTo>
                <a:lnTo>
                  <a:pt x="21497" y="82891"/>
                </a:lnTo>
                <a:lnTo>
                  <a:pt x="21497" y="82892"/>
                </a:lnTo>
                <a:lnTo>
                  <a:pt x="21497" y="82892"/>
                </a:lnTo>
                <a:lnTo>
                  <a:pt x="21497" y="82892"/>
                </a:lnTo>
                <a:lnTo>
                  <a:pt x="21497" y="82892"/>
                </a:lnTo>
                <a:lnTo>
                  <a:pt x="21497" y="82893"/>
                </a:lnTo>
                <a:lnTo>
                  <a:pt x="21497" y="82893"/>
                </a:lnTo>
                <a:lnTo>
                  <a:pt x="21497" y="82893"/>
                </a:lnTo>
                <a:lnTo>
                  <a:pt x="21497" y="82893"/>
                </a:lnTo>
                <a:lnTo>
                  <a:pt x="21497" y="82894"/>
                </a:lnTo>
                <a:lnTo>
                  <a:pt x="21497" y="82894"/>
                </a:lnTo>
                <a:lnTo>
                  <a:pt x="21497" y="82894"/>
                </a:lnTo>
                <a:lnTo>
                  <a:pt x="21497" y="82894"/>
                </a:lnTo>
                <a:lnTo>
                  <a:pt x="21497" y="82895"/>
                </a:lnTo>
                <a:lnTo>
                  <a:pt x="21497" y="82895"/>
                </a:lnTo>
                <a:lnTo>
                  <a:pt x="21497" y="82895"/>
                </a:lnTo>
                <a:lnTo>
                  <a:pt x="21497" y="82895"/>
                </a:lnTo>
                <a:lnTo>
                  <a:pt x="21497" y="82896"/>
                </a:lnTo>
                <a:lnTo>
                  <a:pt x="21497" y="82896"/>
                </a:lnTo>
                <a:lnTo>
                  <a:pt x="21497" y="82896"/>
                </a:lnTo>
                <a:lnTo>
                  <a:pt x="21497" y="82896"/>
                </a:lnTo>
                <a:lnTo>
                  <a:pt x="21497" y="82897"/>
                </a:lnTo>
                <a:lnTo>
                  <a:pt x="21497" y="82897"/>
                </a:lnTo>
                <a:lnTo>
                  <a:pt x="21497" y="82897"/>
                </a:lnTo>
                <a:lnTo>
                  <a:pt x="21497" y="82897"/>
                </a:lnTo>
                <a:lnTo>
                  <a:pt x="21497" y="82898"/>
                </a:lnTo>
                <a:lnTo>
                  <a:pt x="21497" y="82898"/>
                </a:lnTo>
                <a:lnTo>
                  <a:pt x="21497" y="82898"/>
                </a:lnTo>
                <a:lnTo>
                  <a:pt x="21497" y="82898"/>
                </a:lnTo>
                <a:lnTo>
                  <a:pt x="21497" y="82899"/>
                </a:lnTo>
                <a:lnTo>
                  <a:pt x="21497" y="82899"/>
                </a:lnTo>
                <a:lnTo>
                  <a:pt x="21497" y="82899"/>
                </a:lnTo>
                <a:lnTo>
                  <a:pt x="21497" y="82899"/>
                </a:lnTo>
                <a:lnTo>
                  <a:pt x="21497" y="82900"/>
                </a:lnTo>
                <a:lnTo>
                  <a:pt x="21497" y="82900"/>
                </a:lnTo>
                <a:lnTo>
                  <a:pt x="21497" y="82900"/>
                </a:lnTo>
                <a:lnTo>
                  <a:pt x="21497" y="82900"/>
                </a:lnTo>
                <a:lnTo>
                  <a:pt x="21497" y="82901"/>
                </a:lnTo>
                <a:lnTo>
                  <a:pt x="21497" y="82901"/>
                </a:lnTo>
                <a:lnTo>
                  <a:pt x="21497" y="82901"/>
                </a:lnTo>
                <a:lnTo>
                  <a:pt x="21497" y="82901"/>
                </a:lnTo>
                <a:lnTo>
                  <a:pt x="21497" y="82902"/>
                </a:lnTo>
                <a:lnTo>
                  <a:pt x="21497" y="82902"/>
                </a:lnTo>
                <a:lnTo>
                  <a:pt x="21497" y="82902"/>
                </a:lnTo>
                <a:lnTo>
                  <a:pt x="21497" y="82902"/>
                </a:lnTo>
                <a:lnTo>
                  <a:pt x="21497" y="82903"/>
                </a:lnTo>
                <a:lnTo>
                  <a:pt x="21497" y="82903"/>
                </a:lnTo>
                <a:lnTo>
                  <a:pt x="21497" y="82903"/>
                </a:lnTo>
                <a:lnTo>
                  <a:pt x="21497" y="82903"/>
                </a:lnTo>
                <a:lnTo>
                  <a:pt x="21497" y="82904"/>
                </a:lnTo>
                <a:lnTo>
                  <a:pt x="21497" y="82904"/>
                </a:lnTo>
                <a:lnTo>
                  <a:pt x="21497" y="82904"/>
                </a:lnTo>
                <a:lnTo>
                  <a:pt x="21497" y="82905"/>
                </a:lnTo>
                <a:lnTo>
                  <a:pt x="21497" y="82905"/>
                </a:lnTo>
                <a:lnTo>
                  <a:pt x="21497" y="82905"/>
                </a:lnTo>
                <a:lnTo>
                  <a:pt x="21497" y="82905"/>
                </a:lnTo>
                <a:lnTo>
                  <a:pt x="21497" y="82906"/>
                </a:lnTo>
                <a:lnTo>
                  <a:pt x="21497" y="82906"/>
                </a:lnTo>
                <a:lnTo>
                  <a:pt x="21497" y="82906"/>
                </a:lnTo>
                <a:lnTo>
                  <a:pt x="21497" y="82906"/>
                </a:lnTo>
                <a:lnTo>
                  <a:pt x="21497" y="82907"/>
                </a:lnTo>
                <a:lnTo>
                  <a:pt x="21497" y="82907"/>
                </a:lnTo>
                <a:lnTo>
                  <a:pt x="21497" y="82907"/>
                </a:lnTo>
                <a:lnTo>
                  <a:pt x="21497" y="82907"/>
                </a:lnTo>
                <a:lnTo>
                  <a:pt x="21497" y="82908"/>
                </a:lnTo>
                <a:lnTo>
                  <a:pt x="21497" y="82908"/>
                </a:lnTo>
                <a:lnTo>
                  <a:pt x="21497" y="82908"/>
                </a:lnTo>
                <a:lnTo>
                  <a:pt x="21497" y="82908"/>
                </a:lnTo>
                <a:lnTo>
                  <a:pt x="21497" y="82909"/>
                </a:lnTo>
                <a:lnTo>
                  <a:pt x="21497" y="82909"/>
                </a:lnTo>
                <a:lnTo>
                  <a:pt x="21497" y="82909"/>
                </a:lnTo>
                <a:lnTo>
                  <a:pt x="21497" y="82909"/>
                </a:lnTo>
                <a:lnTo>
                  <a:pt x="21497" y="82910"/>
                </a:lnTo>
                <a:lnTo>
                  <a:pt x="21497" y="82910"/>
                </a:lnTo>
                <a:lnTo>
                  <a:pt x="21497" y="82910"/>
                </a:lnTo>
                <a:lnTo>
                  <a:pt x="21497" y="82910"/>
                </a:lnTo>
                <a:lnTo>
                  <a:pt x="21497" y="82911"/>
                </a:lnTo>
                <a:lnTo>
                  <a:pt x="21497" y="82911"/>
                </a:lnTo>
                <a:lnTo>
                  <a:pt x="21497" y="82911"/>
                </a:lnTo>
                <a:lnTo>
                  <a:pt x="21497" y="82911"/>
                </a:lnTo>
                <a:lnTo>
                  <a:pt x="21497" y="82912"/>
                </a:lnTo>
                <a:lnTo>
                  <a:pt x="21497" y="82912"/>
                </a:lnTo>
                <a:lnTo>
                  <a:pt x="21497" y="82912"/>
                </a:lnTo>
                <a:lnTo>
                  <a:pt x="21497" y="82912"/>
                </a:lnTo>
                <a:lnTo>
                  <a:pt x="21497" y="82913"/>
                </a:lnTo>
                <a:lnTo>
                  <a:pt x="21497" y="82913"/>
                </a:lnTo>
                <a:lnTo>
                  <a:pt x="21497" y="82913"/>
                </a:lnTo>
                <a:lnTo>
                  <a:pt x="21497" y="82913"/>
                </a:lnTo>
                <a:lnTo>
                  <a:pt x="21497" y="82914"/>
                </a:lnTo>
                <a:lnTo>
                  <a:pt x="21497" y="82914"/>
                </a:lnTo>
                <a:lnTo>
                  <a:pt x="21497" y="82914"/>
                </a:lnTo>
                <a:lnTo>
                  <a:pt x="21497" y="82914"/>
                </a:lnTo>
                <a:lnTo>
                  <a:pt x="21497" y="82915"/>
                </a:lnTo>
                <a:lnTo>
                  <a:pt x="21497" y="82915"/>
                </a:lnTo>
                <a:lnTo>
                  <a:pt x="21497" y="82915"/>
                </a:lnTo>
                <a:lnTo>
                  <a:pt x="21497" y="82915"/>
                </a:lnTo>
                <a:lnTo>
                  <a:pt x="21497" y="82916"/>
                </a:lnTo>
                <a:lnTo>
                  <a:pt x="21497" y="82916"/>
                </a:lnTo>
                <a:lnTo>
                  <a:pt x="21497" y="82916"/>
                </a:lnTo>
                <a:lnTo>
                  <a:pt x="21497" y="82916"/>
                </a:lnTo>
                <a:lnTo>
                  <a:pt x="21497" y="82917"/>
                </a:lnTo>
                <a:lnTo>
                  <a:pt x="21497" y="82917"/>
                </a:lnTo>
                <a:lnTo>
                  <a:pt x="21497" y="82917"/>
                </a:lnTo>
                <a:lnTo>
                  <a:pt x="21497" y="82917"/>
                </a:lnTo>
                <a:lnTo>
                  <a:pt x="21497" y="82918"/>
                </a:lnTo>
                <a:lnTo>
                  <a:pt x="21497" y="82918"/>
                </a:lnTo>
                <a:lnTo>
                  <a:pt x="21497" y="82918"/>
                </a:lnTo>
                <a:lnTo>
                  <a:pt x="21497" y="82918"/>
                </a:lnTo>
                <a:lnTo>
                  <a:pt x="21497" y="82919"/>
                </a:lnTo>
                <a:lnTo>
                  <a:pt x="21497" y="82919"/>
                </a:lnTo>
                <a:lnTo>
                  <a:pt x="21497" y="82919"/>
                </a:lnTo>
                <a:lnTo>
                  <a:pt x="21497" y="82919"/>
                </a:lnTo>
                <a:lnTo>
                  <a:pt x="21497" y="82920"/>
                </a:lnTo>
                <a:lnTo>
                  <a:pt x="21497" y="82920"/>
                </a:lnTo>
                <a:lnTo>
                  <a:pt x="21497" y="82920"/>
                </a:lnTo>
                <a:lnTo>
                  <a:pt x="21497" y="82920"/>
                </a:lnTo>
                <a:lnTo>
                  <a:pt x="21497" y="82921"/>
                </a:lnTo>
                <a:lnTo>
                  <a:pt x="21497" y="82921"/>
                </a:lnTo>
                <a:lnTo>
                  <a:pt x="21497" y="82921"/>
                </a:lnTo>
                <a:lnTo>
                  <a:pt x="21497" y="82922"/>
                </a:lnTo>
                <a:lnTo>
                  <a:pt x="21497" y="82922"/>
                </a:lnTo>
                <a:lnTo>
                  <a:pt x="21497" y="82922"/>
                </a:lnTo>
                <a:lnTo>
                  <a:pt x="21497" y="82922"/>
                </a:lnTo>
                <a:lnTo>
                  <a:pt x="21497" y="82923"/>
                </a:lnTo>
                <a:lnTo>
                  <a:pt x="21497" y="82923"/>
                </a:lnTo>
                <a:lnTo>
                  <a:pt x="21497" y="82923"/>
                </a:lnTo>
                <a:lnTo>
                  <a:pt x="21497" y="82923"/>
                </a:lnTo>
                <a:lnTo>
                  <a:pt x="21497" y="82924"/>
                </a:lnTo>
                <a:lnTo>
                  <a:pt x="21497" y="82924"/>
                </a:lnTo>
                <a:lnTo>
                  <a:pt x="21497" y="82924"/>
                </a:lnTo>
                <a:lnTo>
                  <a:pt x="21497" y="82924"/>
                </a:lnTo>
                <a:lnTo>
                  <a:pt x="21497" y="82925"/>
                </a:lnTo>
                <a:lnTo>
                  <a:pt x="21497" y="82925"/>
                </a:lnTo>
                <a:lnTo>
                  <a:pt x="21497" y="82925"/>
                </a:lnTo>
                <a:lnTo>
                  <a:pt x="21497" y="82925"/>
                </a:lnTo>
                <a:lnTo>
                  <a:pt x="21497" y="82926"/>
                </a:lnTo>
                <a:lnTo>
                  <a:pt x="21497" y="82926"/>
                </a:lnTo>
                <a:lnTo>
                  <a:pt x="21497" y="82926"/>
                </a:lnTo>
                <a:lnTo>
                  <a:pt x="21497" y="82926"/>
                </a:lnTo>
                <a:lnTo>
                  <a:pt x="21497" y="82927"/>
                </a:lnTo>
                <a:lnTo>
                  <a:pt x="21497" y="82927"/>
                </a:lnTo>
                <a:lnTo>
                  <a:pt x="21497" y="82927"/>
                </a:lnTo>
                <a:lnTo>
                  <a:pt x="21497" y="82927"/>
                </a:lnTo>
                <a:lnTo>
                  <a:pt x="21497" y="82928"/>
                </a:lnTo>
                <a:lnTo>
                  <a:pt x="21497" y="82928"/>
                </a:lnTo>
                <a:lnTo>
                  <a:pt x="21497" y="82928"/>
                </a:lnTo>
                <a:lnTo>
                  <a:pt x="21497" y="82928"/>
                </a:lnTo>
                <a:lnTo>
                  <a:pt x="21497" y="82929"/>
                </a:lnTo>
                <a:lnTo>
                  <a:pt x="21497" y="82929"/>
                </a:lnTo>
                <a:lnTo>
                  <a:pt x="21497" y="82929"/>
                </a:lnTo>
                <a:lnTo>
                  <a:pt x="21497" y="82929"/>
                </a:lnTo>
                <a:lnTo>
                  <a:pt x="21497" y="82930"/>
                </a:lnTo>
                <a:lnTo>
                  <a:pt x="21497" y="82930"/>
                </a:lnTo>
                <a:lnTo>
                  <a:pt x="21497" y="82930"/>
                </a:lnTo>
                <a:lnTo>
                  <a:pt x="21497" y="82930"/>
                </a:lnTo>
                <a:lnTo>
                  <a:pt x="21497" y="82931"/>
                </a:lnTo>
                <a:lnTo>
                  <a:pt x="21497" y="82931"/>
                </a:lnTo>
                <a:lnTo>
                  <a:pt x="21497" y="82931"/>
                </a:lnTo>
                <a:lnTo>
                  <a:pt x="21497" y="82931"/>
                </a:lnTo>
                <a:lnTo>
                  <a:pt x="21497" y="82932"/>
                </a:lnTo>
                <a:lnTo>
                  <a:pt x="21497" y="82932"/>
                </a:lnTo>
                <a:lnTo>
                  <a:pt x="21497" y="82932"/>
                </a:lnTo>
                <a:lnTo>
                  <a:pt x="21497" y="82932"/>
                </a:lnTo>
                <a:lnTo>
                  <a:pt x="21497" y="82933"/>
                </a:lnTo>
                <a:lnTo>
                  <a:pt x="21497" y="82933"/>
                </a:lnTo>
                <a:lnTo>
                  <a:pt x="21497" y="82933"/>
                </a:lnTo>
                <a:lnTo>
                  <a:pt x="21497" y="82933"/>
                </a:lnTo>
                <a:lnTo>
                  <a:pt x="21497" y="82934"/>
                </a:lnTo>
                <a:lnTo>
                  <a:pt x="21497" y="82934"/>
                </a:lnTo>
                <a:lnTo>
                  <a:pt x="21497" y="82934"/>
                </a:lnTo>
                <a:lnTo>
                  <a:pt x="21497" y="82934"/>
                </a:lnTo>
                <a:lnTo>
                  <a:pt x="21497" y="82935"/>
                </a:lnTo>
                <a:lnTo>
                  <a:pt x="21497" y="82935"/>
                </a:lnTo>
                <a:lnTo>
                  <a:pt x="21497" y="82935"/>
                </a:lnTo>
                <a:lnTo>
                  <a:pt x="21497" y="82936"/>
                </a:lnTo>
                <a:lnTo>
                  <a:pt x="21497" y="82936"/>
                </a:lnTo>
                <a:lnTo>
                  <a:pt x="21497" y="82936"/>
                </a:lnTo>
                <a:lnTo>
                  <a:pt x="21497" y="82936"/>
                </a:lnTo>
                <a:lnTo>
                  <a:pt x="21497" y="82937"/>
                </a:lnTo>
                <a:lnTo>
                  <a:pt x="21497" y="82937"/>
                </a:lnTo>
                <a:lnTo>
                  <a:pt x="21497" y="82937"/>
                </a:lnTo>
                <a:lnTo>
                  <a:pt x="21497" y="82937"/>
                </a:lnTo>
                <a:lnTo>
                  <a:pt x="21497" y="82938"/>
                </a:lnTo>
                <a:lnTo>
                  <a:pt x="21497" y="82938"/>
                </a:lnTo>
                <a:lnTo>
                  <a:pt x="21497" y="82938"/>
                </a:lnTo>
                <a:lnTo>
                  <a:pt x="21497" y="82938"/>
                </a:lnTo>
                <a:lnTo>
                  <a:pt x="21497" y="82939"/>
                </a:lnTo>
                <a:lnTo>
                  <a:pt x="21497" y="82939"/>
                </a:lnTo>
                <a:lnTo>
                  <a:pt x="21497" y="82939"/>
                </a:lnTo>
                <a:lnTo>
                  <a:pt x="21497" y="82939"/>
                </a:lnTo>
                <a:lnTo>
                  <a:pt x="21497" y="82940"/>
                </a:lnTo>
                <a:lnTo>
                  <a:pt x="21497" y="82940"/>
                </a:lnTo>
                <a:lnTo>
                  <a:pt x="21497" y="82940"/>
                </a:lnTo>
                <a:lnTo>
                  <a:pt x="21497" y="82940"/>
                </a:lnTo>
                <a:lnTo>
                  <a:pt x="21497" y="82941"/>
                </a:lnTo>
                <a:lnTo>
                  <a:pt x="21497" y="82941"/>
                </a:lnTo>
                <a:lnTo>
                  <a:pt x="21497" y="82941"/>
                </a:lnTo>
                <a:lnTo>
                  <a:pt x="21497" y="82941"/>
                </a:lnTo>
                <a:lnTo>
                  <a:pt x="21497" y="82942"/>
                </a:lnTo>
                <a:lnTo>
                  <a:pt x="21497" y="82942"/>
                </a:lnTo>
                <a:lnTo>
                  <a:pt x="21497" y="82942"/>
                </a:lnTo>
                <a:lnTo>
                  <a:pt x="21497" y="82942"/>
                </a:lnTo>
                <a:lnTo>
                  <a:pt x="21497" y="82943"/>
                </a:lnTo>
                <a:lnTo>
                  <a:pt x="21497" y="82943"/>
                </a:lnTo>
                <a:lnTo>
                  <a:pt x="21497" y="82943"/>
                </a:lnTo>
                <a:lnTo>
                  <a:pt x="21497" y="82943"/>
                </a:lnTo>
                <a:lnTo>
                  <a:pt x="21497" y="82944"/>
                </a:lnTo>
                <a:lnTo>
                  <a:pt x="21497" y="82944"/>
                </a:lnTo>
                <a:lnTo>
                  <a:pt x="21497" y="82944"/>
                </a:lnTo>
                <a:lnTo>
                  <a:pt x="21497" y="82944"/>
                </a:lnTo>
                <a:lnTo>
                  <a:pt x="21497" y="82945"/>
                </a:lnTo>
                <a:lnTo>
                  <a:pt x="21497" y="82945"/>
                </a:lnTo>
                <a:lnTo>
                  <a:pt x="21497" y="82945"/>
                </a:lnTo>
                <a:lnTo>
                  <a:pt x="21497" y="82945"/>
                </a:lnTo>
                <a:lnTo>
                  <a:pt x="21497" y="82946"/>
                </a:lnTo>
                <a:lnTo>
                  <a:pt x="21497" y="82946"/>
                </a:lnTo>
                <a:lnTo>
                  <a:pt x="21497" y="82946"/>
                </a:lnTo>
                <a:lnTo>
                  <a:pt x="21497" y="82947"/>
                </a:lnTo>
                <a:lnTo>
                  <a:pt x="21497" y="82947"/>
                </a:lnTo>
                <a:lnTo>
                  <a:pt x="21497" y="82947"/>
                </a:lnTo>
                <a:lnTo>
                  <a:pt x="21497" y="82947"/>
                </a:lnTo>
                <a:lnTo>
                  <a:pt x="21497" y="82948"/>
                </a:lnTo>
                <a:lnTo>
                  <a:pt x="21497" y="82948"/>
                </a:lnTo>
                <a:lnTo>
                  <a:pt x="21497" y="82948"/>
                </a:lnTo>
                <a:lnTo>
                  <a:pt x="21497" y="82948"/>
                </a:lnTo>
                <a:lnTo>
                  <a:pt x="21497" y="82949"/>
                </a:lnTo>
                <a:lnTo>
                  <a:pt x="21497" y="82949"/>
                </a:lnTo>
                <a:lnTo>
                  <a:pt x="21497" y="82949"/>
                </a:lnTo>
                <a:lnTo>
                  <a:pt x="21497" y="82949"/>
                </a:lnTo>
                <a:lnTo>
                  <a:pt x="21497" y="82950"/>
                </a:lnTo>
                <a:lnTo>
                  <a:pt x="21497" y="82950"/>
                </a:lnTo>
                <a:lnTo>
                  <a:pt x="21497" y="82950"/>
                </a:lnTo>
                <a:lnTo>
                  <a:pt x="21497" y="82950"/>
                </a:lnTo>
                <a:lnTo>
                  <a:pt x="21497" y="82951"/>
                </a:lnTo>
                <a:lnTo>
                  <a:pt x="21497" y="82951"/>
                </a:lnTo>
                <a:lnTo>
                  <a:pt x="21497" y="82951"/>
                </a:lnTo>
                <a:lnTo>
                  <a:pt x="21497" y="82951"/>
                </a:lnTo>
                <a:lnTo>
                  <a:pt x="21497" y="82952"/>
                </a:lnTo>
                <a:lnTo>
                  <a:pt x="21497" y="82952"/>
                </a:lnTo>
                <a:lnTo>
                  <a:pt x="21497" y="82952"/>
                </a:lnTo>
                <a:lnTo>
                  <a:pt x="21497" y="82952"/>
                </a:lnTo>
                <a:lnTo>
                  <a:pt x="21497" y="82953"/>
                </a:lnTo>
                <a:lnTo>
                  <a:pt x="21497" y="82953"/>
                </a:lnTo>
                <a:lnTo>
                  <a:pt x="21497" y="82953"/>
                </a:lnTo>
                <a:lnTo>
                  <a:pt x="21497" y="82953"/>
                </a:lnTo>
                <a:lnTo>
                  <a:pt x="21497" y="82954"/>
                </a:lnTo>
                <a:lnTo>
                  <a:pt x="21497" y="82954"/>
                </a:lnTo>
                <a:lnTo>
                  <a:pt x="21497" y="82954"/>
                </a:lnTo>
                <a:lnTo>
                  <a:pt x="21497" y="82954"/>
                </a:lnTo>
                <a:lnTo>
                  <a:pt x="21497" y="82955"/>
                </a:lnTo>
                <a:lnTo>
                  <a:pt x="21497" y="82955"/>
                </a:lnTo>
                <a:lnTo>
                  <a:pt x="21497" y="82955"/>
                </a:lnTo>
                <a:lnTo>
                  <a:pt x="21497" y="82955"/>
                </a:lnTo>
                <a:lnTo>
                  <a:pt x="21497" y="82956"/>
                </a:lnTo>
                <a:lnTo>
                  <a:pt x="21497" y="82956"/>
                </a:lnTo>
                <a:lnTo>
                  <a:pt x="21497" y="82956"/>
                </a:lnTo>
                <a:lnTo>
                  <a:pt x="21497" y="82956"/>
                </a:lnTo>
                <a:lnTo>
                  <a:pt x="21497" y="82957"/>
                </a:lnTo>
                <a:lnTo>
                  <a:pt x="21497" y="82957"/>
                </a:lnTo>
                <a:lnTo>
                  <a:pt x="21497" y="82957"/>
                </a:lnTo>
                <a:lnTo>
                  <a:pt x="21497" y="82958"/>
                </a:lnTo>
                <a:lnTo>
                  <a:pt x="21497" y="82958"/>
                </a:lnTo>
                <a:lnTo>
                  <a:pt x="21497" y="82958"/>
                </a:lnTo>
                <a:lnTo>
                  <a:pt x="21497" y="82958"/>
                </a:lnTo>
                <a:lnTo>
                  <a:pt x="21497" y="82959"/>
                </a:lnTo>
                <a:lnTo>
                  <a:pt x="21497" y="82959"/>
                </a:lnTo>
                <a:lnTo>
                  <a:pt x="21497" y="82959"/>
                </a:lnTo>
                <a:lnTo>
                  <a:pt x="21497" y="82959"/>
                </a:lnTo>
                <a:lnTo>
                  <a:pt x="21497" y="82960"/>
                </a:lnTo>
                <a:lnTo>
                  <a:pt x="21497" y="82960"/>
                </a:lnTo>
                <a:lnTo>
                  <a:pt x="21497" y="82960"/>
                </a:lnTo>
                <a:lnTo>
                  <a:pt x="21497" y="82960"/>
                </a:lnTo>
                <a:lnTo>
                  <a:pt x="21497" y="82961"/>
                </a:lnTo>
                <a:lnTo>
                  <a:pt x="21497" y="82961"/>
                </a:lnTo>
                <a:lnTo>
                  <a:pt x="21497" y="82961"/>
                </a:lnTo>
                <a:lnTo>
                  <a:pt x="21497" y="82961"/>
                </a:lnTo>
                <a:lnTo>
                  <a:pt x="21497" y="82962"/>
                </a:lnTo>
                <a:lnTo>
                  <a:pt x="21497" y="82962"/>
                </a:lnTo>
                <a:lnTo>
                  <a:pt x="21497" y="82962"/>
                </a:lnTo>
                <a:lnTo>
                  <a:pt x="21497" y="82962"/>
                </a:lnTo>
                <a:lnTo>
                  <a:pt x="21497" y="82963"/>
                </a:lnTo>
                <a:lnTo>
                  <a:pt x="21497" y="82963"/>
                </a:lnTo>
                <a:lnTo>
                  <a:pt x="21497" y="82963"/>
                </a:lnTo>
                <a:lnTo>
                  <a:pt x="21497" y="82963"/>
                </a:lnTo>
                <a:lnTo>
                  <a:pt x="21497" y="82964"/>
                </a:lnTo>
                <a:lnTo>
                  <a:pt x="21497" y="82964"/>
                </a:lnTo>
                <a:lnTo>
                  <a:pt x="21497" y="82964"/>
                </a:lnTo>
                <a:lnTo>
                  <a:pt x="21497" y="82964"/>
                </a:lnTo>
                <a:lnTo>
                  <a:pt x="21497" y="82965"/>
                </a:lnTo>
                <a:lnTo>
                  <a:pt x="21497" y="82965"/>
                </a:lnTo>
                <a:lnTo>
                  <a:pt x="21497" y="82965"/>
                </a:lnTo>
                <a:lnTo>
                  <a:pt x="21497" y="82965"/>
                </a:lnTo>
                <a:lnTo>
                  <a:pt x="21497" y="82966"/>
                </a:lnTo>
                <a:lnTo>
                  <a:pt x="21497" y="82966"/>
                </a:lnTo>
                <a:lnTo>
                  <a:pt x="21497" y="82966"/>
                </a:lnTo>
                <a:lnTo>
                  <a:pt x="21497" y="82967"/>
                </a:lnTo>
                <a:lnTo>
                  <a:pt x="21497" y="82967"/>
                </a:lnTo>
                <a:lnTo>
                  <a:pt x="21497" y="82967"/>
                </a:lnTo>
                <a:lnTo>
                  <a:pt x="21497" y="82967"/>
                </a:lnTo>
                <a:lnTo>
                  <a:pt x="21497" y="82968"/>
                </a:lnTo>
                <a:lnTo>
                  <a:pt x="21497" y="82968"/>
                </a:lnTo>
                <a:lnTo>
                  <a:pt x="21497" y="82968"/>
                </a:lnTo>
                <a:lnTo>
                  <a:pt x="21497" y="82968"/>
                </a:lnTo>
                <a:lnTo>
                  <a:pt x="21497" y="82969"/>
                </a:lnTo>
                <a:lnTo>
                  <a:pt x="21497" y="82969"/>
                </a:lnTo>
                <a:lnTo>
                  <a:pt x="21497" y="82969"/>
                </a:lnTo>
                <a:lnTo>
                  <a:pt x="21497" y="82969"/>
                </a:lnTo>
                <a:lnTo>
                  <a:pt x="21497" y="82970"/>
                </a:lnTo>
                <a:lnTo>
                  <a:pt x="21497" y="82970"/>
                </a:lnTo>
                <a:lnTo>
                  <a:pt x="21497" y="82970"/>
                </a:lnTo>
                <a:lnTo>
                  <a:pt x="21497" y="82970"/>
                </a:lnTo>
                <a:lnTo>
                  <a:pt x="21497" y="82971"/>
                </a:lnTo>
                <a:lnTo>
                  <a:pt x="21497" y="82971"/>
                </a:lnTo>
                <a:lnTo>
                  <a:pt x="21497" y="82971"/>
                </a:lnTo>
                <a:lnTo>
                  <a:pt x="21497" y="82971"/>
                </a:lnTo>
                <a:lnTo>
                  <a:pt x="21497" y="82972"/>
                </a:lnTo>
                <a:lnTo>
                  <a:pt x="21497" y="82972"/>
                </a:lnTo>
                <a:lnTo>
                  <a:pt x="21497" y="82972"/>
                </a:lnTo>
                <a:lnTo>
                  <a:pt x="21497" y="82972"/>
                </a:lnTo>
                <a:lnTo>
                  <a:pt x="21497" y="82973"/>
                </a:lnTo>
                <a:lnTo>
                  <a:pt x="21497" y="82973"/>
                </a:lnTo>
                <a:lnTo>
                  <a:pt x="21497" y="82973"/>
                </a:lnTo>
                <a:lnTo>
                  <a:pt x="21497" y="82973"/>
                </a:lnTo>
                <a:lnTo>
                  <a:pt x="21497" y="82974"/>
                </a:lnTo>
                <a:lnTo>
                  <a:pt x="21497" y="82974"/>
                </a:lnTo>
                <a:lnTo>
                  <a:pt x="21497" y="82974"/>
                </a:lnTo>
                <a:lnTo>
                  <a:pt x="21497" y="82974"/>
                </a:lnTo>
                <a:lnTo>
                  <a:pt x="21497" y="82975"/>
                </a:lnTo>
                <a:lnTo>
                  <a:pt x="21497" y="82975"/>
                </a:lnTo>
                <a:lnTo>
                  <a:pt x="21497" y="82975"/>
                </a:lnTo>
                <a:lnTo>
                  <a:pt x="21497" y="82976"/>
                </a:lnTo>
                <a:lnTo>
                  <a:pt x="21497" y="82976"/>
                </a:lnTo>
                <a:lnTo>
                  <a:pt x="21497" y="82976"/>
                </a:lnTo>
                <a:lnTo>
                  <a:pt x="21497" y="82976"/>
                </a:lnTo>
                <a:lnTo>
                  <a:pt x="21497" y="82977"/>
                </a:lnTo>
                <a:lnTo>
                  <a:pt x="21497" y="82977"/>
                </a:lnTo>
                <a:lnTo>
                  <a:pt x="21497" y="82977"/>
                </a:lnTo>
                <a:lnTo>
                  <a:pt x="21497" y="82977"/>
                </a:lnTo>
                <a:lnTo>
                  <a:pt x="21497" y="82978"/>
                </a:lnTo>
                <a:lnTo>
                  <a:pt x="21497" y="82978"/>
                </a:lnTo>
                <a:lnTo>
                  <a:pt x="21497" y="82978"/>
                </a:lnTo>
                <a:lnTo>
                  <a:pt x="21497" y="82978"/>
                </a:lnTo>
                <a:lnTo>
                  <a:pt x="21497" y="82979"/>
                </a:lnTo>
                <a:lnTo>
                  <a:pt x="21497" y="82979"/>
                </a:lnTo>
                <a:lnTo>
                  <a:pt x="21497" y="82979"/>
                </a:lnTo>
                <a:lnTo>
                  <a:pt x="21497" y="82979"/>
                </a:lnTo>
                <a:lnTo>
                  <a:pt x="21497" y="82980"/>
                </a:lnTo>
                <a:lnTo>
                  <a:pt x="21497" y="82980"/>
                </a:lnTo>
                <a:lnTo>
                  <a:pt x="21497" y="82980"/>
                </a:lnTo>
                <a:lnTo>
                  <a:pt x="21497" y="82980"/>
                </a:lnTo>
                <a:lnTo>
                  <a:pt x="21497" y="82981"/>
                </a:lnTo>
                <a:lnTo>
                  <a:pt x="21497" y="82981"/>
                </a:lnTo>
                <a:lnTo>
                  <a:pt x="21497" y="82981"/>
                </a:lnTo>
                <a:lnTo>
                  <a:pt x="21497" y="82981"/>
                </a:lnTo>
                <a:lnTo>
                  <a:pt x="21497" y="82982"/>
                </a:lnTo>
                <a:lnTo>
                  <a:pt x="21497" y="82982"/>
                </a:lnTo>
                <a:lnTo>
                  <a:pt x="21497" y="82982"/>
                </a:lnTo>
                <a:lnTo>
                  <a:pt x="21497" y="82982"/>
                </a:lnTo>
                <a:lnTo>
                  <a:pt x="21497" y="82983"/>
                </a:lnTo>
                <a:lnTo>
                  <a:pt x="21497" y="82983"/>
                </a:lnTo>
                <a:lnTo>
                  <a:pt x="21497" y="82983"/>
                </a:lnTo>
                <a:lnTo>
                  <a:pt x="21497" y="82984"/>
                </a:lnTo>
                <a:lnTo>
                  <a:pt x="21497" y="82984"/>
                </a:lnTo>
                <a:lnTo>
                  <a:pt x="21497" y="82984"/>
                </a:lnTo>
                <a:lnTo>
                  <a:pt x="21497" y="82984"/>
                </a:lnTo>
                <a:lnTo>
                  <a:pt x="21497" y="82985"/>
                </a:lnTo>
                <a:lnTo>
                  <a:pt x="21497" y="82985"/>
                </a:lnTo>
                <a:lnTo>
                  <a:pt x="21497" y="82985"/>
                </a:lnTo>
                <a:lnTo>
                  <a:pt x="21497" y="82985"/>
                </a:lnTo>
                <a:lnTo>
                  <a:pt x="21497" y="82986"/>
                </a:lnTo>
                <a:lnTo>
                  <a:pt x="21497" y="82986"/>
                </a:lnTo>
                <a:lnTo>
                  <a:pt x="21497" y="82986"/>
                </a:lnTo>
                <a:lnTo>
                  <a:pt x="21497" y="82986"/>
                </a:lnTo>
                <a:lnTo>
                  <a:pt x="21497" y="82987"/>
                </a:lnTo>
                <a:lnTo>
                  <a:pt x="21497" y="82987"/>
                </a:lnTo>
                <a:lnTo>
                  <a:pt x="21497" y="82987"/>
                </a:lnTo>
                <a:lnTo>
                  <a:pt x="21497" y="82987"/>
                </a:lnTo>
                <a:lnTo>
                  <a:pt x="21497" y="82988"/>
                </a:lnTo>
                <a:lnTo>
                  <a:pt x="21497" y="82988"/>
                </a:lnTo>
                <a:lnTo>
                  <a:pt x="21497" y="82988"/>
                </a:lnTo>
                <a:lnTo>
                  <a:pt x="21497" y="82988"/>
                </a:lnTo>
                <a:lnTo>
                  <a:pt x="21497" y="82989"/>
                </a:lnTo>
                <a:lnTo>
                  <a:pt x="21497" y="82989"/>
                </a:lnTo>
                <a:lnTo>
                  <a:pt x="21497" y="82989"/>
                </a:lnTo>
                <a:lnTo>
                  <a:pt x="21497" y="82989"/>
                </a:lnTo>
                <a:lnTo>
                  <a:pt x="21497" y="82990"/>
                </a:lnTo>
                <a:lnTo>
                  <a:pt x="21497" y="82990"/>
                </a:lnTo>
                <a:lnTo>
                  <a:pt x="21497" y="82990"/>
                </a:lnTo>
                <a:lnTo>
                  <a:pt x="21497" y="82991"/>
                </a:lnTo>
                <a:lnTo>
                  <a:pt x="21497" y="82991"/>
                </a:lnTo>
                <a:lnTo>
                  <a:pt x="21497" y="82991"/>
                </a:lnTo>
                <a:lnTo>
                  <a:pt x="21497" y="82991"/>
                </a:lnTo>
                <a:lnTo>
                  <a:pt x="21497" y="82992"/>
                </a:lnTo>
                <a:lnTo>
                  <a:pt x="21497" y="82992"/>
                </a:lnTo>
                <a:lnTo>
                  <a:pt x="21497" y="82992"/>
                </a:lnTo>
                <a:lnTo>
                  <a:pt x="21497" y="82992"/>
                </a:lnTo>
                <a:lnTo>
                  <a:pt x="21497" y="82993"/>
                </a:lnTo>
                <a:lnTo>
                  <a:pt x="21497" y="82993"/>
                </a:lnTo>
                <a:lnTo>
                  <a:pt x="21497" y="82993"/>
                </a:lnTo>
                <a:lnTo>
                  <a:pt x="21497" y="82993"/>
                </a:lnTo>
                <a:lnTo>
                  <a:pt x="21497" y="82994"/>
                </a:lnTo>
                <a:lnTo>
                  <a:pt x="21497" y="82994"/>
                </a:lnTo>
                <a:lnTo>
                  <a:pt x="21497" y="82994"/>
                </a:lnTo>
                <a:lnTo>
                  <a:pt x="21497" y="82994"/>
                </a:lnTo>
                <a:lnTo>
                  <a:pt x="21497" y="82995"/>
                </a:lnTo>
                <a:lnTo>
                  <a:pt x="21497" y="82995"/>
                </a:lnTo>
                <a:lnTo>
                  <a:pt x="21497" y="82995"/>
                </a:lnTo>
                <a:lnTo>
                  <a:pt x="21497" y="82995"/>
                </a:lnTo>
                <a:lnTo>
                  <a:pt x="21497" y="82996"/>
                </a:lnTo>
                <a:lnTo>
                  <a:pt x="21497" y="82996"/>
                </a:lnTo>
                <a:lnTo>
                  <a:pt x="21497" y="82996"/>
                </a:lnTo>
                <a:lnTo>
                  <a:pt x="21497" y="82996"/>
                </a:lnTo>
                <a:lnTo>
                  <a:pt x="21497" y="82997"/>
                </a:lnTo>
                <a:lnTo>
                  <a:pt x="21497" y="82997"/>
                </a:lnTo>
                <a:lnTo>
                  <a:pt x="21497" y="82997"/>
                </a:lnTo>
                <a:lnTo>
                  <a:pt x="21497" y="82998"/>
                </a:lnTo>
                <a:lnTo>
                  <a:pt x="21497" y="82998"/>
                </a:lnTo>
                <a:lnTo>
                  <a:pt x="21497" y="82998"/>
                </a:lnTo>
                <a:lnTo>
                  <a:pt x="21497" y="82998"/>
                </a:lnTo>
                <a:lnTo>
                  <a:pt x="21497" y="82999"/>
                </a:lnTo>
                <a:lnTo>
                  <a:pt x="21497" y="82999"/>
                </a:lnTo>
                <a:lnTo>
                  <a:pt x="21497" y="82999"/>
                </a:lnTo>
                <a:lnTo>
                  <a:pt x="21497" y="82999"/>
                </a:lnTo>
                <a:lnTo>
                  <a:pt x="21497" y="83000"/>
                </a:lnTo>
                <a:lnTo>
                  <a:pt x="21497" y="83000"/>
                </a:lnTo>
                <a:lnTo>
                  <a:pt x="21497" y="83000"/>
                </a:lnTo>
                <a:lnTo>
                  <a:pt x="21497" y="83000"/>
                </a:lnTo>
                <a:lnTo>
                  <a:pt x="21497" y="83001"/>
                </a:lnTo>
                <a:lnTo>
                  <a:pt x="21497" y="83001"/>
                </a:lnTo>
                <a:lnTo>
                  <a:pt x="21497" y="83001"/>
                </a:lnTo>
                <a:lnTo>
                  <a:pt x="21497" y="83001"/>
                </a:lnTo>
                <a:lnTo>
                  <a:pt x="21497" y="83002"/>
                </a:lnTo>
                <a:lnTo>
                  <a:pt x="21497" y="83002"/>
                </a:lnTo>
                <a:lnTo>
                  <a:pt x="21497" y="83002"/>
                </a:lnTo>
                <a:lnTo>
                  <a:pt x="21497" y="83002"/>
                </a:lnTo>
                <a:lnTo>
                  <a:pt x="21497" y="83003"/>
                </a:lnTo>
                <a:lnTo>
                  <a:pt x="21497" y="83003"/>
                </a:lnTo>
                <a:lnTo>
                  <a:pt x="21497" y="83003"/>
                </a:lnTo>
                <a:lnTo>
                  <a:pt x="21497" y="83003"/>
                </a:lnTo>
                <a:lnTo>
                  <a:pt x="21497" y="83004"/>
                </a:lnTo>
                <a:lnTo>
                  <a:pt x="21497" y="83004"/>
                </a:lnTo>
                <a:lnTo>
                  <a:pt x="21497" y="83004"/>
                </a:lnTo>
                <a:lnTo>
                  <a:pt x="21497" y="83004"/>
                </a:lnTo>
                <a:lnTo>
                  <a:pt x="21497" y="83005"/>
                </a:lnTo>
                <a:lnTo>
                  <a:pt x="21497" y="83005"/>
                </a:lnTo>
                <a:lnTo>
                  <a:pt x="21497" y="83005"/>
                </a:lnTo>
                <a:lnTo>
                  <a:pt x="21497" y="83006"/>
                </a:lnTo>
                <a:lnTo>
                  <a:pt x="21497" y="83006"/>
                </a:lnTo>
                <a:lnTo>
                  <a:pt x="21497" y="83006"/>
                </a:lnTo>
                <a:lnTo>
                  <a:pt x="21497" y="83006"/>
                </a:lnTo>
                <a:lnTo>
                  <a:pt x="21497" y="83007"/>
                </a:lnTo>
                <a:lnTo>
                  <a:pt x="21497" y="83007"/>
                </a:lnTo>
                <a:lnTo>
                  <a:pt x="21497" y="83007"/>
                </a:lnTo>
                <a:lnTo>
                  <a:pt x="21497" y="83007"/>
                </a:lnTo>
                <a:lnTo>
                  <a:pt x="21497" y="83008"/>
                </a:lnTo>
                <a:lnTo>
                  <a:pt x="21497" y="83008"/>
                </a:lnTo>
                <a:lnTo>
                  <a:pt x="21497" y="83008"/>
                </a:lnTo>
                <a:lnTo>
                  <a:pt x="21497" y="83008"/>
                </a:lnTo>
                <a:lnTo>
                  <a:pt x="21497" y="83009"/>
                </a:lnTo>
                <a:lnTo>
                  <a:pt x="21497" y="83009"/>
                </a:lnTo>
                <a:lnTo>
                  <a:pt x="21497" y="83009"/>
                </a:lnTo>
                <a:lnTo>
                  <a:pt x="21497" y="83009"/>
                </a:lnTo>
                <a:lnTo>
                  <a:pt x="21497" y="83010"/>
                </a:lnTo>
                <a:lnTo>
                  <a:pt x="21497" y="83010"/>
                </a:lnTo>
                <a:lnTo>
                  <a:pt x="21497" y="83010"/>
                </a:lnTo>
                <a:lnTo>
                  <a:pt x="21497" y="83010"/>
                </a:lnTo>
                <a:lnTo>
                  <a:pt x="21497" y="83011"/>
                </a:lnTo>
                <a:lnTo>
                  <a:pt x="21497" y="83011"/>
                </a:lnTo>
                <a:lnTo>
                  <a:pt x="21497" y="83011"/>
                </a:lnTo>
                <a:lnTo>
                  <a:pt x="21497" y="83012"/>
                </a:lnTo>
                <a:lnTo>
                  <a:pt x="21497" y="83012"/>
                </a:lnTo>
                <a:lnTo>
                  <a:pt x="21497" y="83012"/>
                </a:lnTo>
                <a:lnTo>
                  <a:pt x="21497" y="83012"/>
                </a:lnTo>
                <a:lnTo>
                  <a:pt x="21497" y="83013"/>
                </a:lnTo>
                <a:lnTo>
                  <a:pt x="21497" y="83013"/>
                </a:lnTo>
                <a:lnTo>
                  <a:pt x="21497" y="83013"/>
                </a:lnTo>
                <a:lnTo>
                  <a:pt x="21497" y="83013"/>
                </a:lnTo>
                <a:lnTo>
                  <a:pt x="21497" y="83014"/>
                </a:lnTo>
                <a:lnTo>
                  <a:pt x="21497" y="83014"/>
                </a:lnTo>
                <a:lnTo>
                  <a:pt x="21497" y="83014"/>
                </a:lnTo>
                <a:lnTo>
                  <a:pt x="21497" y="83014"/>
                </a:lnTo>
                <a:lnTo>
                  <a:pt x="21497" y="83015"/>
                </a:lnTo>
                <a:lnTo>
                  <a:pt x="21497" y="83015"/>
                </a:lnTo>
                <a:lnTo>
                  <a:pt x="21497" y="83015"/>
                </a:lnTo>
                <a:lnTo>
                  <a:pt x="21497" y="83015"/>
                </a:lnTo>
                <a:lnTo>
                  <a:pt x="21497" y="83016"/>
                </a:lnTo>
                <a:lnTo>
                  <a:pt x="21497" y="83016"/>
                </a:lnTo>
                <a:lnTo>
                  <a:pt x="21497" y="83016"/>
                </a:lnTo>
                <a:lnTo>
                  <a:pt x="21497" y="83016"/>
                </a:lnTo>
                <a:lnTo>
                  <a:pt x="21497" y="83017"/>
                </a:lnTo>
                <a:lnTo>
                  <a:pt x="21497" y="83017"/>
                </a:lnTo>
                <a:lnTo>
                  <a:pt x="21497" y="83017"/>
                </a:lnTo>
                <a:lnTo>
                  <a:pt x="21497" y="83018"/>
                </a:lnTo>
                <a:lnTo>
                  <a:pt x="21497" y="83018"/>
                </a:lnTo>
                <a:lnTo>
                  <a:pt x="21497" y="83018"/>
                </a:lnTo>
                <a:lnTo>
                  <a:pt x="21497" y="83018"/>
                </a:lnTo>
                <a:lnTo>
                  <a:pt x="21497" y="83019"/>
                </a:lnTo>
                <a:lnTo>
                  <a:pt x="21497" y="83019"/>
                </a:lnTo>
                <a:lnTo>
                  <a:pt x="21497" y="83019"/>
                </a:lnTo>
                <a:lnTo>
                  <a:pt x="21497" y="83019"/>
                </a:lnTo>
                <a:lnTo>
                  <a:pt x="21497" y="83020"/>
                </a:lnTo>
                <a:lnTo>
                  <a:pt x="21497" y="83020"/>
                </a:lnTo>
                <a:lnTo>
                  <a:pt x="21497" y="83020"/>
                </a:lnTo>
                <a:lnTo>
                  <a:pt x="21497" y="83020"/>
                </a:lnTo>
                <a:lnTo>
                  <a:pt x="21497" y="83021"/>
                </a:lnTo>
                <a:lnTo>
                  <a:pt x="21497" y="83021"/>
                </a:lnTo>
                <a:lnTo>
                  <a:pt x="21497" y="83021"/>
                </a:lnTo>
                <a:lnTo>
                  <a:pt x="21497" y="83021"/>
                </a:lnTo>
                <a:lnTo>
                  <a:pt x="21497" y="83022"/>
                </a:lnTo>
                <a:lnTo>
                  <a:pt x="21497" y="83022"/>
                </a:lnTo>
                <a:lnTo>
                  <a:pt x="21497" y="83022"/>
                </a:lnTo>
                <a:lnTo>
                  <a:pt x="21497" y="83022"/>
                </a:lnTo>
                <a:lnTo>
                  <a:pt x="21497" y="83023"/>
                </a:lnTo>
                <a:lnTo>
                  <a:pt x="21497" y="83023"/>
                </a:lnTo>
                <a:lnTo>
                  <a:pt x="21497" y="83023"/>
                </a:lnTo>
                <a:lnTo>
                  <a:pt x="21497" y="83023"/>
                </a:lnTo>
                <a:lnTo>
                  <a:pt x="21497" y="83024"/>
                </a:lnTo>
                <a:lnTo>
                  <a:pt x="21497" y="83024"/>
                </a:lnTo>
                <a:lnTo>
                  <a:pt x="21497" y="83024"/>
                </a:lnTo>
                <a:lnTo>
                  <a:pt x="21497" y="83025"/>
                </a:lnTo>
                <a:lnTo>
                  <a:pt x="21497" y="83025"/>
                </a:lnTo>
                <a:lnTo>
                  <a:pt x="21497" y="83025"/>
                </a:lnTo>
                <a:lnTo>
                  <a:pt x="21497" y="83025"/>
                </a:lnTo>
                <a:lnTo>
                  <a:pt x="21497" y="83026"/>
                </a:lnTo>
                <a:lnTo>
                  <a:pt x="21497" y="83026"/>
                </a:lnTo>
                <a:lnTo>
                  <a:pt x="21497" y="83026"/>
                </a:lnTo>
                <a:lnTo>
                  <a:pt x="21497" y="83026"/>
                </a:lnTo>
                <a:lnTo>
                  <a:pt x="21497" y="83027"/>
                </a:lnTo>
                <a:lnTo>
                  <a:pt x="21497" y="83027"/>
                </a:lnTo>
                <a:lnTo>
                  <a:pt x="21497" y="83027"/>
                </a:lnTo>
                <a:lnTo>
                  <a:pt x="21497" y="83027"/>
                </a:lnTo>
                <a:lnTo>
                  <a:pt x="21497" y="83028"/>
                </a:lnTo>
                <a:lnTo>
                  <a:pt x="21497" y="83028"/>
                </a:lnTo>
                <a:lnTo>
                  <a:pt x="21497" y="83028"/>
                </a:lnTo>
                <a:lnTo>
                  <a:pt x="21497" y="83028"/>
                </a:lnTo>
                <a:lnTo>
                  <a:pt x="21497" y="83029"/>
                </a:lnTo>
                <a:lnTo>
                  <a:pt x="21497" y="83029"/>
                </a:lnTo>
                <a:lnTo>
                  <a:pt x="21497" y="83029"/>
                </a:lnTo>
                <a:lnTo>
                  <a:pt x="21497" y="83029"/>
                </a:lnTo>
                <a:lnTo>
                  <a:pt x="21497" y="83030"/>
                </a:lnTo>
                <a:lnTo>
                  <a:pt x="21497" y="83030"/>
                </a:lnTo>
                <a:lnTo>
                  <a:pt x="21497" y="83030"/>
                </a:lnTo>
                <a:lnTo>
                  <a:pt x="21497" y="83031"/>
                </a:lnTo>
                <a:lnTo>
                  <a:pt x="21497" y="83031"/>
                </a:lnTo>
                <a:lnTo>
                  <a:pt x="21497" y="83031"/>
                </a:lnTo>
                <a:lnTo>
                  <a:pt x="21497" y="83031"/>
                </a:lnTo>
                <a:lnTo>
                  <a:pt x="21497" y="83032"/>
                </a:lnTo>
                <a:lnTo>
                  <a:pt x="21497" y="83032"/>
                </a:lnTo>
                <a:lnTo>
                  <a:pt x="21497" y="83032"/>
                </a:lnTo>
                <a:lnTo>
                  <a:pt x="21497" y="83032"/>
                </a:lnTo>
                <a:lnTo>
                  <a:pt x="21497" y="83033"/>
                </a:lnTo>
                <a:lnTo>
                  <a:pt x="21497" y="83033"/>
                </a:lnTo>
                <a:lnTo>
                  <a:pt x="21497" y="83033"/>
                </a:lnTo>
                <a:lnTo>
                  <a:pt x="21497" y="83033"/>
                </a:lnTo>
                <a:lnTo>
                  <a:pt x="21497" y="83034"/>
                </a:lnTo>
                <a:lnTo>
                  <a:pt x="21497" y="83034"/>
                </a:lnTo>
                <a:lnTo>
                  <a:pt x="21497" y="83034"/>
                </a:lnTo>
                <a:lnTo>
                  <a:pt x="21497" y="83034"/>
                </a:lnTo>
                <a:lnTo>
                  <a:pt x="21497" y="83035"/>
                </a:lnTo>
                <a:lnTo>
                  <a:pt x="21497" y="83035"/>
                </a:lnTo>
                <a:lnTo>
                  <a:pt x="21497" y="83035"/>
                </a:lnTo>
                <a:lnTo>
                  <a:pt x="21497" y="83036"/>
                </a:lnTo>
                <a:lnTo>
                  <a:pt x="21497" y="83036"/>
                </a:lnTo>
                <a:lnTo>
                  <a:pt x="21497" y="83036"/>
                </a:lnTo>
                <a:lnTo>
                  <a:pt x="21497" y="83036"/>
                </a:lnTo>
                <a:lnTo>
                  <a:pt x="21497" y="83037"/>
                </a:lnTo>
                <a:lnTo>
                  <a:pt x="21497" y="83037"/>
                </a:lnTo>
                <a:lnTo>
                  <a:pt x="21497" y="83037"/>
                </a:lnTo>
                <a:lnTo>
                  <a:pt x="21497" y="83037"/>
                </a:lnTo>
                <a:lnTo>
                  <a:pt x="21497" y="83038"/>
                </a:lnTo>
                <a:lnTo>
                  <a:pt x="21497" y="83038"/>
                </a:lnTo>
                <a:lnTo>
                  <a:pt x="21497" y="83038"/>
                </a:lnTo>
                <a:lnTo>
                  <a:pt x="21497" y="83038"/>
                </a:lnTo>
                <a:lnTo>
                  <a:pt x="21497" y="83039"/>
                </a:lnTo>
                <a:lnTo>
                  <a:pt x="21497" y="83039"/>
                </a:lnTo>
                <a:lnTo>
                  <a:pt x="21497" y="83039"/>
                </a:lnTo>
                <a:lnTo>
                  <a:pt x="21497" y="83039"/>
                </a:lnTo>
                <a:lnTo>
                  <a:pt x="21497" y="83040"/>
                </a:lnTo>
                <a:lnTo>
                  <a:pt x="21497" y="83040"/>
                </a:lnTo>
                <a:lnTo>
                  <a:pt x="21497" y="83040"/>
                </a:lnTo>
                <a:lnTo>
                  <a:pt x="21497" y="83040"/>
                </a:lnTo>
                <a:lnTo>
                  <a:pt x="21497" y="83041"/>
                </a:lnTo>
                <a:lnTo>
                  <a:pt x="21497" y="83041"/>
                </a:lnTo>
                <a:lnTo>
                  <a:pt x="21497" y="83041"/>
                </a:lnTo>
                <a:lnTo>
                  <a:pt x="21497" y="83042"/>
                </a:lnTo>
                <a:lnTo>
                  <a:pt x="21497" y="83042"/>
                </a:lnTo>
                <a:lnTo>
                  <a:pt x="21497" y="83042"/>
                </a:lnTo>
                <a:lnTo>
                  <a:pt x="21497" y="83042"/>
                </a:lnTo>
                <a:lnTo>
                  <a:pt x="21497" y="83043"/>
                </a:lnTo>
                <a:lnTo>
                  <a:pt x="21497" y="83043"/>
                </a:lnTo>
                <a:lnTo>
                  <a:pt x="21497" y="83043"/>
                </a:lnTo>
                <a:lnTo>
                  <a:pt x="21497" y="83043"/>
                </a:lnTo>
                <a:lnTo>
                  <a:pt x="21497" y="83044"/>
                </a:lnTo>
                <a:lnTo>
                  <a:pt x="21497" y="83044"/>
                </a:lnTo>
                <a:lnTo>
                  <a:pt x="21497" y="83044"/>
                </a:lnTo>
                <a:lnTo>
                  <a:pt x="21497" y="83044"/>
                </a:lnTo>
                <a:lnTo>
                  <a:pt x="21497" y="83045"/>
                </a:lnTo>
                <a:lnTo>
                  <a:pt x="21497" y="83045"/>
                </a:lnTo>
                <a:lnTo>
                  <a:pt x="21497" y="83045"/>
                </a:lnTo>
                <a:lnTo>
                  <a:pt x="21497" y="83045"/>
                </a:lnTo>
                <a:lnTo>
                  <a:pt x="21497" y="83046"/>
                </a:lnTo>
                <a:lnTo>
                  <a:pt x="21497" y="83046"/>
                </a:lnTo>
                <a:lnTo>
                  <a:pt x="21497" y="83046"/>
                </a:lnTo>
                <a:lnTo>
                  <a:pt x="21497" y="83047"/>
                </a:lnTo>
                <a:lnTo>
                  <a:pt x="21497" y="83047"/>
                </a:lnTo>
                <a:lnTo>
                  <a:pt x="21497" y="83047"/>
                </a:lnTo>
                <a:lnTo>
                  <a:pt x="21497" y="83047"/>
                </a:lnTo>
                <a:lnTo>
                  <a:pt x="21497" y="83048"/>
                </a:lnTo>
                <a:lnTo>
                  <a:pt x="21497" y="83048"/>
                </a:lnTo>
                <a:lnTo>
                  <a:pt x="21497" y="83048"/>
                </a:lnTo>
                <a:lnTo>
                  <a:pt x="21497" y="83048"/>
                </a:lnTo>
                <a:lnTo>
                  <a:pt x="21497" y="83049"/>
                </a:lnTo>
                <a:lnTo>
                  <a:pt x="21497" y="83049"/>
                </a:lnTo>
                <a:lnTo>
                  <a:pt x="21497" y="83049"/>
                </a:lnTo>
                <a:lnTo>
                  <a:pt x="21497" y="83049"/>
                </a:lnTo>
                <a:lnTo>
                  <a:pt x="21497" y="83050"/>
                </a:lnTo>
                <a:lnTo>
                  <a:pt x="21497" y="83050"/>
                </a:lnTo>
                <a:lnTo>
                  <a:pt x="21497" y="83050"/>
                </a:lnTo>
                <a:lnTo>
                  <a:pt x="21497" y="83050"/>
                </a:lnTo>
                <a:lnTo>
                  <a:pt x="21497" y="83051"/>
                </a:lnTo>
                <a:lnTo>
                  <a:pt x="21497" y="83051"/>
                </a:lnTo>
                <a:lnTo>
                  <a:pt x="21497" y="83051"/>
                </a:lnTo>
                <a:lnTo>
                  <a:pt x="21497" y="83052"/>
                </a:lnTo>
                <a:lnTo>
                  <a:pt x="21497" y="83052"/>
                </a:lnTo>
                <a:lnTo>
                  <a:pt x="21497" y="83052"/>
                </a:lnTo>
                <a:lnTo>
                  <a:pt x="21497" y="83052"/>
                </a:lnTo>
                <a:lnTo>
                  <a:pt x="21497" y="83053"/>
                </a:lnTo>
                <a:lnTo>
                  <a:pt x="21497" y="83053"/>
                </a:lnTo>
                <a:lnTo>
                  <a:pt x="21497" y="83053"/>
                </a:lnTo>
                <a:lnTo>
                  <a:pt x="21497" y="83053"/>
                </a:lnTo>
                <a:lnTo>
                  <a:pt x="21497" y="83054"/>
                </a:lnTo>
                <a:lnTo>
                  <a:pt x="21497" y="83054"/>
                </a:lnTo>
                <a:lnTo>
                  <a:pt x="21497" y="83054"/>
                </a:lnTo>
                <a:lnTo>
                  <a:pt x="21497" y="83054"/>
                </a:lnTo>
                <a:lnTo>
                  <a:pt x="21497" y="83055"/>
                </a:lnTo>
                <a:lnTo>
                  <a:pt x="21497" y="83055"/>
                </a:lnTo>
                <a:lnTo>
                  <a:pt x="21497" y="83055"/>
                </a:lnTo>
                <a:lnTo>
                  <a:pt x="21497" y="83055"/>
                </a:lnTo>
                <a:lnTo>
                  <a:pt x="21497" y="83056"/>
                </a:lnTo>
                <a:lnTo>
                  <a:pt x="21497" y="83056"/>
                </a:lnTo>
                <a:lnTo>
                  <a:pt x="21497" y="83056"/>
                </a:lnTo>
                <a:lnTo>
                  <a:pt x="21497" y="83056"/>
                </a:lnTo>
                <a:lnTo>
                  <a:pt x="21497" y="83057"/>
                </a:lnTo>
                <a:lnTo>
                  <a:pt x="21497" y="83057"/>
                </a:lnTo>
                <a:lnTo>
                  <a:pt x="21497" y="83057"/>
                </a:lnTo>
                <a:lnTo>
                  <a:pt x="21497" y="83058"/>
                </a:lnTo>
                <a:lnTo>
                  <a:pt x="21497" y="83058"/>
                </a:lnTo>
                <a:lnTo>
                  <a:pt x="21497" y="83058"/>
                </a:lnTo>
                <a:lnTo>
                  <a:pt x="21497" y="83058"/>
                </a:lnTo>
                <a:lnTo>
                  <a:pt x="21497" y="83059"/>
                </a:lnTo>
                <a:lnTo>
                  <a:pt x="21497" y="83059"/>
                </a:lnTo>
                <a:lnTo>
                  <a:pt x="21497" y="83059"/>
                </a:lnTo>
                <a:lnTo>
                  <a:pt x="21497" y="83059"/>
                </a:lnTo>
                <a:lnTo>
                  <a:pt x="21497" y="83060"/>
                </a:lnTo>
                <a:lnTo>
                  <a:pt x="21497" y="83060"/>
                </a:lnTo>
                <a:lnTo>
                  <a:pt x="21497" y="83060"/>
                </a:lnTo>
                <a:lnTo>
                  <a:pt x="21497" y="83060"/>
                </a:lnTo>
                <a:lnTo>
                  <a:pt x="21497" y="83061"/>
                </a:lnTo>
                <a:lnTo>
                  <a:pt x="21497" y="83061"/>
                </a:lnTo>
                <a:lnTo>
                  <a:pt x="21497" y="83061"/>
                </a:lnTo>
                <a:lnTo>
                  <a:pt x="21497" y="83061"/>
                </a:lnTo>
                <a:lnTo>
                  <a:pt x="21497" y="83062"/>
                </a:lnTo>
                <a:lnTo>
                  <a:pt x="21497" y="83062"/>
                </a:lnTo>
                <a:lnTo>
                  <a:pt x="21497" y="83062"/>
                </a:lnTo>
                <a:lnTo>
                  <a:pt x="21497" y="83063"/>
                </a:lnTo>
                <a:lnTo>
                  <a:pt x="21497" y="83063"/>
                </a:lnTo>
                <a:lnTo>
                  <a:pt x="21497" y="83063"/>
                </a:lnTo>
                <a:lnTo>
                  <a:pt x="21497" y="83063"/>
                </a:lnTo>
                <a:lnTo>
                  <a:pt x="21497" y="83064"/>
                </a:lnTo>
                <a:lnTo>
                  <a:pt x="21497" y="83064"/>
                </a:lnTo>
                <a:lnTo>
                  <a:pt x="21497" y="83064"/>
                </a:lnTo>
                <a:lnTo>
                  <a:pt x="21497" y="83064"/>
                </a:lnTo>
                <a:lnTo>
                  <a:pt x="21497" y="83065"/>
                </a:lnTo>
                <a:lnTo>
                  <a:pt x="21497" y="83065"/>
                </a:lnTo>
                <a:lnTo>
                  <a:pt x="21497" y="83065"/>
                </a:lnTo>
                <a:lnTo>
                  <a:pt x="21497" y="83065"/>
                </a:lnTo>
                <a:lnTo>
                  <a:pt x="21497" y="83066"/>
                </a:lnTo>
                <a:lnTo>
                  <a:pt x="21497" y="83066"/>
                </a:lnTo>
                <a:lnTo>
                  <a:pt x="21497" y="83066"/>
                </a:lnTo>
                <a:lnTo>
                  <a:pt x="21497" y="83066"/>
                </a:lnTo>
                <a:lnTo>
                  <a:pt x="21497" y="83067"/>
                </a:lnTo>
                <a:lnTo>
                  <a:pt x="21497" y="83067"/>
                </a:lnTo>
                <a:lnTo>
                  <a:pt x="21497" y="83067"/>
                </a:lnTo>
                <a:lnTo>
                  <a:pt x="21497" y="83068"/>
                </a:lnTo>
                <a:lnTo>
                  <a:pt x="21497" y="83068"/>
                </a:lnTo>
                <a:lnTo>
                  <a:pt x="21497" y="83068"/>
                </a:lnTo>
                <a:lnTo>
                  <a:pt x="21497" y="83068"/>
                </a:lnTo>
                <a:lnTo>
                  <a:pt x="21497" y="83069"/>
                </a:lnTo>
                <a:lnTo>
                  <a:pt x="21497" y="83069"/>
                </a:lnTo>
                <a:lnTo>
                  <a:pt x="21497" y="83069"/>
                </a:lnTo>
                <a:lnTo>
                  <a:pt x="21497" y="83069"/>
                </a:lnTo>
                <a:lnTo>
                  <a:pt x="21497" y="83070"/>
                </a:lnTo>
                <a:lnTo>
                  <a:pt x="21497" y="83070"/>
                </a:lnTo>
                <a:lnTo>
                  <a:pt x="21497" y="83070"/>
                </a:lnTo>
                <a:lnTo>
                  <a:pt x="21497" y="83070"/>
                </a:lnTo>
                <a:lnTo>
                  <a:pt x="21497" y="83071"/>
                </a:lnTo>
                <a:lnTo>
                  <a:pt x="21497" y="83071"/>
                </a:lnTo>
                <a:lnTo>
                  <a:pt x="21497" y="83071"/>
                </a:lnTo>
                <a:lnTo>
                  <a:pt x="21497" y="83072"/>
                </a:lnTo>
                <a:lnTo>
                  <a:pt x="21497" y="83072"/>
                </a:lnTo>
                <a:lnTo>
                  <a:pt x="21497" y="83072"/>
                </a:lnTo>
                <a:lnTo>
                  <a:pt x="21497" y="83072"/>
                </a:lnTo>
                <a:lnTo>
                  <a:pt x="21497" y="83073"/>
                </a:lnTo>
                <a:lnTo>
                  <a:pt x="21497" y="83073"/>
                </a:lnTo>
                <a:lnTo>
                  <a:pt x="21497" y="83073"/>
                </a:lnTo>
                <a:lnTo>
                  <a:pt x="21497" y="83073"/>
                </a:lnTo>
                <a:lnTo>
                  <a:pt x="21497" y="83074"/>
                </a:lnTo>
                <a:lnTo>
                  <a:pt x="21497" y="83074"/>
                </a:lnTo>
                <a:lnTo>
                  <a:pt x="21497" y="83074"/>
                </a:lnTo>
                <a:lnTo>
                  <a:pt x="21497" y="83074"/>
                </a:lnTo>
                <a:lnTo>
                  <a:pt x="21497" y="83075"/>
                </a:lnTo>
                <a:lnTo>
                  <a:pt x="21497" y="83075"/>
                </a:lnTo>
                <a:lnTo>
                  <a:pt x="21497" y="83075"/>
                </a:lnTo>
                <a:lnTo>
                  <a:pt x="21497" y="83075"/>
                </a:lnTo>
                <a:lnTo>
                  <a:pt x="21497" y="83076"/>
                </a:lnTo>
                <a:lnTo>
                  <a:pt x="21497" y="83076"/>
                </a:lnTo>
                <a:lnTo>
                  <a:pt x="21497" y="83076"/>
                </a:lnTo>
                <a:lnTo>
                  <a:pt x="21497" y="83077"/>
                </a:lnTo>
                <a:lnTo>
                  <a:pt x="21497" y="83077"/>
                </a:lnTo>
                <a:lnTo>
                  <a:pt x="21497" y="83077"/>
                </a:lnTo>
                <a:lnTo>
                  <a:pt x="21497" y="83077"/>
                </a:lnTo>
                <a:lnTo>
                  <a:pt x="21497" y="83078"/>
                </a:lnTo>
                <a:lnTo>
                  <a:pt x="21497" y="83078"/>
                </a:lnTo>
                <a:lnTo>
                  <a:pt x="21497" y="83078"/>
                </a:lnTo>
                <a:lnTo>
                  <a:pt x="21497" y="83078"/>
                </a:lnTo>
                <a:lnTo>
                  <a:pt x="21497" y="83079"/>
                </a:lnTo>
                <a:lnTo>
                  <a:pt x="21497" y="83079"/>
                </a:lnTo>
                <a:lnTo>
                  <a:pt x="21497" y="83079"/>
                </a:lnTo>
                <a:lnTo>
                  <a:pt x="21497" y="83079"/>
                </a:lnTo>
                <a:lnTo>
                  <a:pt x="21497" y="83080"/>
                </a:lnTo>
                <a:lnTo>
                  <a:pt x="21497" y="83080"/>
                </a:lnTo>
                <a:lnTo>
                  <a:pt x="21497" y="83080"/>
                </a:lnTo>
                <a:lnTo>
                  <a:pt x="21497" y="83080"/>
                </a:lnTo>
                <a:lnTo>
                  <a:pt x="21497" y="83081"/>
                </a:lnTo>
                <a:lnTo>
                  <a:pt x="21497" y="83081"/>
                </a:lnTo>
                <a:lnTo>
                  <a:pt x="21497" y="83081"/>
                </a:lnTo>
                <a:lnTo>
                  <a:pt x="21497" y="83082"/>
                </a:lnTo>
                <a:lnTo>
                  <a:pt x="21497" y="83082"/>
                </a:lnTo>
                <a:lnTo>
                  <a:pt x="21497" y="83082"/>
                </a:lnTo>
                <a:lnTo>
                  <a:pt x="21497" y="83082"/>
                </a:lnTo>
                <a:lnTo>
                  <a:pt x="21497" y="83083"/>
                </a:lnTo>
                <a:lnTo>
                  <a:pt x="21497" y="83083"/>
                </a:lnTo>
                <a:lnTo>
                  <a:pt x="21497" y="83083"/>
                </a:lnTo>
                <a:lnTo>
                  <a:pt x="21497" y="83083"/>
                </a:lnTo>
                <a:lnTo>
                  <a:pt x="21497" y="83084"/>
                </a:lnTo>
                <a:lnTo>
                  <a:pt x="21497" y="83084"/>
                </a:lnTo>
                <a:lnTo>
                  <a:pt x="21497" y="83084"/>
                </a:lnTo>
                <a:lnTo>
                  <a:pt x="21497" y="83084"/>
                </a:lnTo>
                <a:lnTo>
                  <a:pt x="21497" y="83085"/>
                </a:lnTo>
                <a:lnTo>
                  <a:pt x="21497" y="83085"/>
                </a:lnTo>
                <a:lnTo>
                  <a:pt x="21497" y="83085"/>
                </a:lnTo>
                <a:lnTo>
                  <a:pt x="21497" y="83086"/>
                </a:lnTo>
                <a:lnTo>
                  <a:pt x="21497" y="83086"/>
                </a:lnTo>
                <a:lnTo>
                  <a:pt x="21497" y="83086"/>
                </a:lnTo>
                <a:lnTo>
                  <a:pt x="21497" y="83086"/>
                </a:lnTo>
                <a:lnTo>
                  <a:pt x="21497" y="83087"/>
                </a:lnTo>
                <a:lnTo>
                  <a:pt x="21497" y="83087"/>
                </a:lnTo>
                <a:lnTo>
                  <a:pt x="21497" y="83087"/>
                </a:lnTo>
                <a:lnTo>
                  <a:pt x="21497" y="83087"/>
                </a:lnTo>
                <a:lnTo>
                  <a:pt x="21497" y="83088"/>
                </a:lnTo>
                <a:lnTo>
                  <a:pt x="21497" y="83088"/>
                </a:lnTo>
                <a:lnTo>
                  <a:pt x="21497" y="83088"/>
                </a:lnTo>
                <a:lnTo>
                  <a:pt x="21497" y="83088"/>
                </a:lnTo>
                <a:lnTo>
                  <a:pt x="21497" y="83089"/>
                </a:lnTo>
                <a:lnTo>
                  <a:pt x="21497" y="83089"/>
                </a:lnTo>
                <a:lnTo>
                  <a:pt x="21497" y="83089"/>
                </a:lnTo>
                <a:lnTo>
                  <a:pt x="21497" y="83089"/>
                </a:lnTo>
                <a:lnTo>
                  <a:pt x="21497" y="83090"/>
                </a:lnTo>
                <a:lnTo>
                  <a:pt x="21497" y="83090"/>
                </a:lnTo>
                <a:lnTo>
                  <a:pt x="21497" y="83090"/>
                </a:lnTo>
                <a:lnTo>
                  <a:pt x="21497" y="83091"/>
                </a:lnTo>
                <a:lnTo>
                  <a:pt x="21497" y="83091"/>
                </a:lnTo>
                <a:lnTo>
                  <a:pt x="21497" y="83091"/>
                </a:lnTo>
                <a:lnTo>
                  <a:pt x="21497" y="83091"/>
                </a:lnTo>
                <a:lnTo>
                  <a:pt x="21497" y="83092"/>
                </a:lnTo>
                <a:lnTo>
                  <a:pt x="21497" y="83092"/>
                </a:lnTo>
                <a:lnTo>
                  <a:pt x="21497" y="83092"/>
                </a:lnTo>
                <a:lnTo>
                  <a:pt x="21497" y="83092"/>
                </a:lnTo>
                <a:lnTo>
                  <a:pt x="21497" y="83093"/>
                </a:lnTo>
                <a:lnTo>
                  <a:pt x="21497" y="83093"/>
                </a:lnTo>
                <a:lnTo>
                  <a:pt x="21497" y="83093"/>
                </a:lnTo>
                <a:lnTo>
                  <a:pt x="21497" y="83093"/>
                </a:lnTo>
                <a:lnTo>
                  <a:pt x="21497" y="83094"/>
                </a:lnTo>
                <a:lnTo>
                  <a:pt x="21497" y="83094"/>
                </a:lnTo>
                <a:lnTo>
                  <a:pt x="21497" y="83094"/>
                </a:lnTo>
                <a:lnTo>
                  <a:pt x="21497" y="83095"/>
                </a:lnTo>
                <a:lnTo>
                  <a:pt x="21497" y="83095"/>
                </a:lnTo>
                <a:lnTo>
                  <a:pt x="21497" y="83095"/>
                </a:lnTo>
                <a:lnTo>
                  <a:pt x="21497" y="83095"/>
                </a:lnTo>
                <a:lnTo>
                  <a:pt x="21497" y="83096"/>
                </a:lnTo>
                <a:lnTo>
                  <a:pt x="21497" y="83096"/>
                </a:lnTo>
                <a:lnTo>
                  <a:pt x="21497" y="83096"/>
                </a:lnTo>
                <a:lnTo>
                  <a:pt x="21497" y="83096"/>
                </a:lnTo>
                <a:lnTo>
                  <a:pt x="21497" y="83097"/>
                </a:lnTo>
                <a:lnTo>
                  <a:pt x="21497" y="83097"/>
                </a:lnTo>
                <a:lnTo>
                  <a:pt x="21497" y="83097"/>
                </a:lnTo>
                <a:lnTo>
                  <a:pt x="21497" y="83097"/>
                </a:lnTo>
                <a:lnTo>
                  <a:pt x="21497" y="83098"/>
                </a:lnTo>
                <a:lnTo>
                  <a:pt x="21497" y="83098"/>
                </a:lnTo>
                <a:lnTo>
                  <a:pt x="21497" y="83098"/>
                </a:lnTo>
                <a:lnTo>
                  <a:pt x="21497" y="83099"/>
                </a:lnTo>
                <a:lnTo>
                  <a:pt x="21497" y="83099"/>
                </a:lnTo>
                <a:lnTo>
                  <a:pt x="21497" y="83099"/>
                </a:lnTo>
                <a:lnTo>
                  <a:pt x="21497" y="83099"/>
                </a:lnTo>
                <a:lnTo>
                  <a:pt x="21497" y="83100"/>
                </a:lnTo>
                <a:lnTo>
                  <a:pt x="21497" y="83100"/>
                </a:lnTo>
                <a:lnTo>
                  <a:pt x="21497" y="83100"/>
                </a:lnTo>
                <a:lnTo>
                  <a:pt x="21497" y="83100"/>
                </a:lnTo>
                <a:lnTo>
                  <a:pt x="21497" y="83101"/>
                </a:lnTo>
                <a:lnTo>
                  <a:pt x="21497" y="83101"/>
                </a:lnTo>
                <a:lnTo>
                  <a:pt x="21497" y="83101"/>
                </a:lnTo>
                <a:lnTo>
                  <a:pt x="21497" y="83101"/>
                </a:lnTo>
                <a:lnTo>
                  <a:pt x="21497" y="83102"/>
                </a:lnTo>
                <a:lnTo>
                  <a:pt x="21497" y="83102"/>
                </a:lnTo>
                <a:lnTo>
                  <a:pt x="21497" y="83102"/>
                </a:lnTo>
                <a:lnTo>
                  <a:pt x="21497" y="83102"/>
                </a:lnTo>
                <a:lnTo>
                  <a:pt x="21497" y="83103"/>
                </a:lnTo>
                <a:lnTo>
                  <a:pt x="21497" y="83103"/>
                </a:lnTo>
                <a:lnTo>
                  <a:pt x="21497" y="83103"/>
                </a:lnTo>
                <a:lnTo>
                  <a:pt x="21497" y="83104"/>
                </a:lnTo>
                <a:lnTo>
                  <a:pt x="21497" y="83104"/>
                </a:lnTo>
                <a:lnTo>
                  <a:pt x="21497" y="83104"/>
                </a:lnTo>
                <a:lnTo>
                  <a:pt x="21497" y="83104"/>
                </a:lnTo>
                <a:lnTo>
                  <a:pt x="21497" y="83105"/>
                </a:lnTo>
                <a:lnTo>
                  <a:pt x="21497" y="83105"/>
                </a:lnTo>
                <a:lnTo>
                  <a:pt x="21497" y="83105"/>
                </a:lnTo>
                <a:lnTo>
                  <a:pt x="21497" y="83105"/>
                </a:lnTo>
                <a:lnTo>
                  <a:pt x="21497" y="83106"/>
                </a:lnTo>
                <a:lnTo>
                  <a:pt x="21497" y="83106"/>
                </a:lnTo>
                <a:lnTo>
                  <a:pt x="21497" y="83106"/>
                </a:lnTo>
                <a:lnTo>
                  <a:pt x="21497" y="83106"/>
                </a:lnTo>
                <a:lnTo>
                  <a:pt x="21497" y="83107"/>
                </a:lnTo>
                <a:lnTo>
                  <a:pt x="21497" y="83107"/>
                </a:lnTo>
                <a:lnTo>
                  <a:pt x="21497" y="83107"/>
                </a:lnTo>
                <a:lnTo>
                  <a:pt x="21497" y="83108"/>
                </a:lnTo>
                <a:lnTo>
                  <a:pt x="21497" y="83108"/>
                </a:lnTo>
                <a:lnTo>
                  <a:pt x="21497" y="83108"/>
                </a:lnTo>
                <a:lnTo>
                  <a:pt x="21497" y="83108"/>
                </a:lnTo>
                <a:lnTo>
                  <a:pt x="21497" y="83109"/>
                </a:lnTo>
                <a:lnTo>
                  <a:pt x="21497" y="83109"/>
                </a:lnTo>
                <a:lnTo>
                  <a:pt x="21497" y="83109"/>
                </a:lnTo>
                <a:lnTo>
                  <a:pt x="21497" y="83109"/>
                </a:lnTo>
                <a:lnTo>
                  <a:pt x="21497" y="83110"/>
                </a:lnTo>
                <a:lnTo>
                  <a:pt x="21497" y="83110"/>
                </a:lnTo>
                <a:lnTo>
                  <a:pt x="21497" y="83110"/>
                </a:lnTo>
                <a:lnTo>
                  <a:pt x="21497" y="83110"/>
                </a:lnTo>
                <a:lnTo>
                  <a:pt x="21497" y="83111"/>
                </a:lnTo>
                <a:lnTo>
                  <a:pt x="21497" y="83111"/>
                </a:lnTo>
                <a:lnTo>
                  <a:pt x="21497" y="83111"/>
                </a:lnTo>
                <a:lnTo>
                  <a:pt x="21497" y="83112"/>
                </a:lnTo>
                <a:lnTo>
                  <a:pt x="21497" y="83112"/>
                </a:lnTo>
                <a:lnTo>
                  <a:pt x="21497" y="83112"/>
                </a:lnTo>
                <a:lnTo>
                  <a:pt x="21497" y="83112"/>
                </a:lnTo>
                <a:lnTo>
                  <a:pt x="21497" y="83113"/>
                </a:lnTo>
                <a:lnTo>
                  <a:pt x="21497" y="83113"/>
                </a:lnTo>
                <a:lnTo>
                  <a:pt x="21497" y="83113"/>
                </a:lnTo>
                <a:lnTo>
                  <a:pt x="21497" y="83113"/>
                </a:lnTo>
                <a:lnTo>
                  <a:pt x="21497" y="83114"/>
                </a:lnTo>
                <a:lnTo>
                  <a:pt x="21497" y="83114"/>
                </a:lnTo>
                <a:lnTo>
                  <a:pt x="21497" y="83114"/>
                </a:lnTo>
                <a:lnTo>
                  <a:pt x="21497" y="83114"/>
                </a:lnTo>
                <a:lnTo>
                  <a:pt x="21497" y="83115"/>
                </a:lnTo>
                <a:lnTo>
                  <a:pt x="21497" y="83115"/>
                </a:lnTo>
                <a:lnTo>
                  <a:pt x="21497" y="83115"/>
                </a:lnTo>
                <a:lnTo>
                  <a:pt x="21497" y="83116"/>
                </a:lnTo>
                <a:lnTo>
                  <a:pt x="21497" y="83116"/>
                </a:lnTo>
                <a:lnTo>
                  <a:pt x="21497" y="83116"/>
                </a:lnTo>
                <a:lnTo>
                  <a:pt x="21497" y="83116"/>
                </a:lnTo>
                <a:lnTo>
                  <a:pt x="21497" y="83117"/>
                </a:lnTo>
                <a:lnTo>
                  <a:pt x="21497" y="83117"/>
                </a:lnTo>
                <a:lnTo>
                  <a:pt x="21497" y="83117"/>
                </a:lnTo>
                <a:lnTo>
                  <a:pt x="21497" y="83117"/>
                </a:lnTo>
                <a:lnTo>
                  <a:pt x="21497" y="83118"/>
                </a:lnTo>
                <a:lnTo>
                  <a:pt x="21497" y="83118"/>
                </a:lnTo>
                <a:lnTo>
                  <a:pt x="21497" y="83118"/>
                </a:lnTo>
                <a:lnTo>
                  <a:pt x="21497" y="83118"/>
                </a:lnTo>
                <a:lnTo>
                  <a:pt x="21497" y="83119"/>
                </a:lnTo>
                <a:lnTo>
                  <a:pt x="21497" y="83119"/>
                </a:lnTo>
                <a:lnTo>
                  <a:pt x="21497" y="83119"/>
                </a:lnTo>
                <a:lnTo>
                  <a:pt x="21497" y="83120"/>
                </a:lnTo>
                <a:lnTo>
                  <a:pt x="21497" y="83120"/>
                </a:lnTo>
                <a:lnTo>
                  <a:pt x="21497" y="83120"/>
                </a:lnTo>
                <a:lnTo>
                  <a:pt x="21497" y="83120"/>
                </a:lnTo>
                <a:lnTo>
                  <a:pt x="21497" y="83121"/>
                </a:lnTo>
                <a:lnTo>
                  <a:pt x="21497" y="83121"/>
                </a:lnTo>
                <a:lnTo>
                  <a:pt x="21497" y="83121"/>
                </a:lnTo>
                <a:lnTo>
                  <a:pt x="21497" y="83121"/>
                </a:lnTo>
                <a:lnTo>
                  <a:pt x="21497" y="83122"/>
                </a:lnTo>
                <a:lnTo>
                  <a:pt x="21497" y="83122"/>
                </a:lnTo>
                <a:lnTo>
                  <a:pt x="21497" y="83122"/>
                </a:lnTo>
                <a:lnTo>
                  <a:pt x="21497" y="83122"/>
                </a:lnTo>
                <a:lnTo>
                  <a:pt x="21497" y="83123"/>
                </a:lnTo>
                <a:lnTo>
                  <a:pt x="21497" y="83123"/>
                </a:lnTo>
                <a:lnTo>
                  <a:pt x="21497" y="83123"/>
                </a:lnTo>
                <a:lnTo>
                  <a:pt x="21497" y="83124"/>
                </a:lnTo>
                <a:lnTo>
                  <a:pt x="21497" y="83124"/>
                </a:lnTo>
                <a:lnTo>
                  <a:pt x="21497" y="83124"/>
                </a:lnTo>
                <a:lnTo>
                  <a:pt x="21497" y="83124"/>
                </a:lnTo>
                <a:lnTo>
                  <a:pt x="21497" y="83125"/>
                </a:lnTo>
                <a:lnTo>
                  <a:pt x="21497" y="83125"/>
                </a:lnTo>
                <a:lnTo>
                  <a:pt x="21497" y="83125"/>
                </a:lnTo>
                <a:lnTo>
                  <a:pt x="21497" y="83125"/>
                </a:lnTo>
                <a:lnTo>
                  <a:pt x="21497" y="83126"/>
                </a:lnTo>
                <a:lnTo>
                  <a:pt x="21497" y="83126"/>
                </a:lnTo>
                <a:lnTo>
                  <a:pt x="21497" y="83126"/>
                </a:lnTo>
                <a:lnTo>
                  <a:pt x="21497" y="83126"/>
                </a:lnTo>
                <a:lnTo>
                  <a:pt x="21497" y="83127"/>
                </a:lnTo>
                <a:lnTo>
                  <a:pt x="21497" y="83127"/>
                </a:lnTo>
                <a:lnTo>
                  <a:pt x="21497" y="83127"/>
                </a:lnTo>
                <a:lnTo>
                  <a:pt x="21497" y="83128"/>
                </a:lnTo>
                <a:lnTo>
                  <a:pt x="21497" y="83128"/>
                </a:lnTo>
                <a:lnTo>
                  <a:pt x="21497" y="83128"/>
                </a:lnTo>
                <a:lnTo>
                  <a:pt x="21497" y="83128"/>
                </a:lnTo>
                <a:lnTo>
                  <a:pt x="21497" y="83129"/>
                </a:lnTo>
                <a:lnTo>
                  <a:pt x="21497" y="83129"/>
                </a:lnTo>
                <a:lnTo>
                  <a:pt x="21497" y="83129"/>
                </a:lnTo>
                <a:lnTo>
                  <a:pt x="21497" y="83129"/>
                </a:lnTo>
                <a:lnTo>
                  <a:pt x="21497" y="83130"/>
                </a:lnTo>
                <a:lnTo>
                  <a:pt x="21497" y="83130"/>
                </a:lnTo>
                <a:lnTo>
                  <a:pt x="21497" y="83130"/>
                </a:lnTo>
                <a:lnTo>
                  <a:pt x="21497" y="83130"/>
                </a:lnTo>
                <a:lnTo>
                  <a:pt x="21497" y="83131"/>
                </a:lnTo>
                <a:lnTo>
                  <a:pt x="21497" y="83131"/>
                </a:lnTo>
                <a:lnTo>
                  <a:pt x="21497" y="83131"/>
                </a:lnTo>
                <a:lnTo>
                  <a:pt x="21497" y="83132"/>
                </a:lnTo>
                <a:lnTo>
                  <a:pt x="21497" y="83132"/>
                </a:lnTo>
                <a:lnTo>
                  <a:pt x="21497" y="83132"/>
                </a:lnTo>
                <a:lnTo>
                  <a:pt x="21497" y="83132"/>
                </a:lnTo>
                <a:lnTo>
                  <a:pt x="21497" y="83133"/>
                </a:lnTo>
                <a:lnTo>
                  <a:pt x="21497" y="83133"/>
                </a:lnTo>
                <a:lnTo>
                  <a:pt x="21497" y="83133"/>
                </a:lnTo>
                <a:lnTo>
                  <a:pt x="21497" y="83133"/>
                </a:lnTo>
                <a:lnTo>
                  <a:pt x="21497" y="83134"/>
                </a:lnTo>
                <a:lnTo>
                  <a:pt x="21497" y="83134"/>
                </a:lnTo>
                <a:lnTo>
                  <a:pt x="21497" y="83134"/>
                </a:lnTo>
                <a:lnTo>
                  <a:pt x="21497" y="83135"/>
                </a:lnTo>
                <a:lnTo>
                  <a:pt x="21497" y="83135"/>
                </a:lnTo>
                <a:lnTo>
                  <a:pt x="21497" y="83135"/>
                </a:lnTo>
                <a:lnTo>
                  <a:pt x="21497" y="83135"/>
                </a:lnTo>
                <a:lnTo>
                  <a:pt x="21497" y="83136"/>
                </a:lnTo>
                <a:lnTo>
                  <a:pt x="21497" y="83136"/>
                </a:lnTo>
                <a:lnTo>
                  <a:pt x="21497" y="83136"/>
                </a:lnTo>
                <a:lnTo>
                  <a:pt x="21497" y="83136"/>
                </a:lnTo>
                <a:lnTo>
                  <a:pt x="21497" y="83137"/>
                </a:lnTo>
                <a:lnTo>
                  <a:pt x="21497" y="83137"/>
                </a:lnTo>
                <a:lnTo>
                  <a:pt x="21497" y="83137"/>
                </a:lnTo>
                <a:lnTo>
                  <a:pt x="21497" y="83137"/>
                </a:lnTo>
                <a:lnTo>
                  <a:pt x="21497" y="83138"/>
                </a:lnTo>
                <a:lnTo>
                  <a:pt x="21497" y="83138"/>
                </a:lnTo>
                <a:lnTo>
                  <a:pt x="21497" y="83138"/>
                </a:lnTo>
                <a:lnTo>
                  <a:pt x="21497" y="83139"/>
                </a:lnTo>
                <a:lnTo>
                  <a:pt x="21497" y="83139"/>
                </a:lnTo>
                <a:lnTo>
                  <a:pt x="21497" y="83139"/>
                </a:lnTo>
                <a:lnTo>
                  <a:pt x="21497" y="83139"/>
                </a:lnTo>
                <a:lnTo>
                  <a:pt x="21497" y="83140"/>
                </a:lnTo>
                <a:lnTo>
                  <a:pt x="21497" y="83140"/>
                </a:lnTo>
                <a:lnTo>
                  <a:pt x="21497" y="83140"/>
                </a:lnTo>
                <a:lnTo>
                  <a:pt x="21497" y="83140"/>
                </a:lnTo>
                <a:lnTo>
                  <a:pt x="21497" y="83141"/>
                </a:lnTo>
                <a:lnTo>
                  <a:pt x="21497" y="83141"/>
                </a:lnTo>
                <a:lnTo>
                  <a:pt x="21497" y="83141"/>
                </a:lnTo>
                <a:lnTo>
                  <a:pt x="21497" y="83141"/>
                </a:lnTo>
                <a:lnTo>
                  <a:pt x="21497" y="83142"/>
                </a:lnTo>
                <a:lnTo>
                  <a:pt x="21497" y="83142"/>
                </a:lnTo>
                <a:lnTo>
                  <a:pt x="21497" y="83142"/>
                </a:lnTo>
                <a:lnTo>
                  <a:pt x="21497" y="83143"/>
                </a:lnTo>
                <a:lnTo>
                  <a:pt x="21497" y="83143"/>
                </a:lnTo>
                <a:lnTo>
                  <a:pt x="21497" y="83143"/>
                </a:lnTo>
                <a:lnTo>
                  <a:pt x="21497" y="83143"/>
                </a:lnTo>
                <a:lnTo>
                  <a:pt x="21497" y="83144"/>
                </a:lnTo>
                <a:lnTo>
                  <a:pt x="21497" y="83144"/>
                </a:lnTo>
                <a:lnTo>
                  <a:pt x="21497" y="83144"/>
                </a:lnTo>
                <a:lnTo>
                  <a:pt x="21497" y="83144"/>
                </a:lnTo>
                <a:lnTo>
                  <a:pt x="21497" y="83145"/>
                </a:lnTo>
                <a:lnTo>
                  <a:pt x="21497" y="83145"/>
                </a:lnTo>
                <a:lnTo>
                  <a:pt x="21497" y="83145"/>
                </a:lnTo>
                <a:lnTo>
                  <a:pt x="21497" y="83145"/>
                </a:lnTo>
                <a:lnTo>
                  <a:pt x="21497" y="83146"/>
                </a:lnTo>
                <a:lnTo>
                  <a:pt x="21497" y="83146"/>
                </a:lnTo>
                <a:lnTo>
                  <a:pt x="21497" y="83146"/>
                </a:lnTo>
                <a:lnTo>
                  <a:pt x="21497" y="83147"/>
                </a:lnTo>
                <a:lnTo>
                  <a:pt x="21497" y="83147"/>
                </a:lnTo>
                <a:lnTo>
                  <a:pt x="21497" y="83147"/>
                </a:lnTo>
                <a:lnTo>
                  <a:pt x="21497" y="83147"/>
                </a:lnTo>
                <a:lnTo>
                  <a:pt x="21497" y="83148"/>
                </a:lnTo>
                <a:lnTo>
                  <a:pt x="21497" y="83148"/>
                </a:lnTo>
                <a:lnTo>
                  <a:pt x="21497" y="83148"/>
                </a:lnTo>
                <a:lnTo>
                  <a:pt x="21497" y="83148"/>
                </a:lnTo>
                <a:lnTo>
                  <a:pt x="21497" y="83149"/>
                </a:lnTo>
                <a:lnTo>
                  <a:pt x="21497" y="83149"/>
                </a:lnTo>
                <a:lnTo>
                  <a:pt x="21497" y="83149"/>
                </a:lnTo>
                <a:lnTo>
                  <a:pt x="21497" y="83150"/>
                </a:lnTo>
                <a:lnTo>
                  <a:pt x="21497" y="83150"/>
                </a:lnTo>
                <a:lnTo>
                  <a:pt x="21497" y="83150"/>
                </a:lnTo>
                <a:lnTo>
                  <a:pt x="21497" y="83150"/>
                </a:lnTo>
                <a:lnTo>
                  <a:pt x="21497" y="83151"/>
                </a:lnTo>
                <a:lnTo>
                  <a:pt x="21497" y="83151"/>
                </a:lnTo>
                <a:lnTo>
                  <a:pt x="21497" y="83151"/>
                </a:lnTo>
                <a:lnTo>
                  <a:pt x="21497" y="83151"/>
                </a:lnTo>
                <a:lnTo>
                  <a:pt x="21497" y="83152"/>
                </a:lnTo>
                <a:lnTo>
                  <a:pt x="21497" y="83152"/>
                </a:lnTo>
                <a:lnTo>
                  <a:pt x="21497" y="83152"/>
                </a:lnTo>
                <a:lnTo>
                  <a:pt x="21497" y="83152"/>
                </a:lnTo>
                <a:lnTo>
                  <a:pt x="21497" y="83153"/>
                </a:lnTo>
                <a:lnTo>
                  <a:pt x="21497" y="83153"/>
                </a:lnTo>
                <a:lnTo>
                  <a:pt x="21497" y="83153"/>
                </a:lnTo>
                <a:lnTo>
                  <a:pt x="21497" y="83154"/>
                </a:lnTo>
                <a:lnTo>
                  <a:pt x="21497" y="83154"/>
                </a:lnTo>
                <a:lnTo>
                  <a:pt x="21497" y="83154"/>
                </a:lnTo>
                <a:lnTo>
                  <a:pt x="21497" y="83154"/>
                </a:lnTo>
                <a:lnTo>
                  <a:pt x="21497" y="83155"/>
                </a:lnTo>
                <a:lnTo>
                  <a:pt x="21497" y="83155"/>
                </a:lnTo>
                <a:lnTo>
                  <a:pt x="21497" y="83155"/>
                </a:lnTo>
                <a:lnTo>
                  <a:pt x="21497" y="83155"/>
                </a:lnTo>
                <a:lnTo>
                  <a:pt x="21497" y="83156"/>
                </a:lnTo>
                <a:lnTo>
                  <a:pt x="21497" y="83156"/>
                </a:lnTo>
                <a:lnTo>
                  <a:pt x="21497" y="83156"/>
                </a:lnTo>
                <a:lnTo>
                  <a:pt x="21497" y="83157"/>
                </a:lnTo>
                <a:lnTo>
                  <a:pt x="21497" y="83157"/>
                </a:lnTo>
                <a:lnTo>
                  <a:pt x="21497" y="83157"/>
                </a:lnTo>
                <a:lnTo>
                  <a:pt x="21497" y="83157"/>
                </a:lnTo>
                <a:lnTo>
                  <a:pt x="21497" y="83158"/>
                </a:lnTo>
                <a:lnTo>
                  <a:pt x="21497" y="83158"/>
                </a:lnTo>
                <a:lnTo>
                  <a:pt x="21497" y="83158"/>
                </a:lnTo>
                <a:lnTo>
                  <a:pt x="21497" y="83158"/>
                </a:lnTo>
                <a:lnTo>
                  <a:pt x="21497" y="83159"/>
                </a:lnTo>
                <a:lnTo>
                  <a:pt x="21497" y="83159"/>
                </a:lnTo>
                <a:lnTo>
                  <a:pt x="21497" y="83159"/>
                </a:lnTo>
                <a:lnTo>
                  <a:pt x="21497" y="83159"/>
                </a:lnTo>
                <a:lnTo>
                  <a:pt x="21497" y="83160"/>
                </a:lnTo>
                <a:lnTo>
                  <a:pt x="21497" y="83160"/>
                </a:lnTo>
                <a:lnTo>
                  <a:pt x="21497" y="83160"/>
                </a:lnTo>
                <a:lnTo>
                  <a:pt x="21497" y="83161"/>
                </a:lnTo>
                <a:lnTo>
                  <a:pt x="21497" y="83161"/>
                </a:lnTo>
                <a:lnTo>
                  <a:pt x="21497" y="83161"/>
                </a:lnTo>
                <a:lnTo>
                  <a:pt x="21497" y="83161"/>
                </a:lnTo>
                <a:lnTo>
                  <a:pt x="21497" y="83162"/>
                </a:lnTo>
                <a:lnTo>
                  <a:pt x="21497" y="83162"/>
                </a:lnTo>
                <a:lnTo>
                  <a:pt x="21497" y="83162"/>
                </a:lnTo>
                <a:lnTo>
                  <a:pt x="21497" y="83162"/>
                </a:lnTo>
                <a:lnTo>
                  <a:pt x="21497" y="83163"/>
                </a:lnTo>
                <a:lnTo>
                  <a:pt x="21497" y="83163"/>
                </a:lnTo>
                <a:lnTo>
                  <a:pt x="21497" y="83163"/>
                </a:lnTo>
                <a:lnTo>
                  <a:pt x="21497" y="83164"/>
                </a:lnTo>
                <a:lnTo>
                  <a:pt x="21497" y="83164"/>
                </a:lnTo>
                <a:lnTo>
                  <a:pt x="21497" y="83164"/>
                </a:lnTo>
                <a:lnTo>
                  <a:pt x="21497" y="83164"/>
                </a:lnTo>
                <a:lnTo>
                  <a:pt x="21497" y="83165"/>
                </a:lnTo>
                <a:lnTo>
                  <a:pt x="21497" y="83165"/>
                </a:lnTo>
                <a:lnTo>
                  <a:pt x="21497" y="83165"/>
                </a:lnTo>
                <a:lnTo>
                  <a:pt x="21497" y="83165"/>
                </a:lnTo>
                <a:lnTo>
                  <a:pt x="21497" y="83166"/>
                </a:lnTo>
                <a:lnTo>
                  <a:pt x="21497" y="83166"/>
                </a:lnTo>
                <a:lnTo>
                  <a:pt x="21497" y="83166"/>
                </a:lnTo>
                <a:lnTo>
                  <a:pt x="21497" y="83166"/>
                </a:lnTo>
                <a:lnTo>
                  <a:pt x="21497" y="83167"/>
                </a:lnTo>
                <a:lnTo>
                  <a:pt x="21497" y="83167"/>
                </a:lnTo>
                <a:lnTo>
                  <a:pt x="21497" y="83167"/>
                </a:lnTo>
                <a:lnTo>
                  <a:pt x="21497" y="83168"/>
                </a:lnTo>
                <a:lnTo>
                  <a:pt x="21497" y="83168"/>
                </a:lnTo>
                <a:lnTo>
                  <a:pt x="21497" y="83168"/>
                </a:lnTo>
                <a:lnTo>
                  <a:pt x="21497" y="83168"/>
                </a:lnTo>
                <a:lnTo>
                  <a:pt x="21497" y="83169"/>
                </a:lnTo>
                <a:lnTo>
                  <a:pt x="21497" y="83169"/>
                </a:lnTo>
                <a:lnTo>
                  <a:pt x="21497" y="83169"/>
                </a:lnTo>
                <a:lnTo>
                  <a:pt x="21497" y="83169"/>
                </a:lnTo>
                <a:lnTo>
                  <a:pt x="21497" y="83170"/>
                </a:lnTo>
                <a:lnTo>
                  <a:pt x="21497" y="83170"/>
                </a:lnTo>
                <a:lnTo>
                  <a:pt x="21497" y="83170"/>
                </a:lnTo>
                <a:lnTo>
                  <a:pt x="21497" y="83171"/>
                </a:lnTo>
                <a:lnTo>
                  <a:pt x="21497" y="83171"/>
                </a:lnTo>
                <a:lnTo>
                  <a:pt x="21497" y="83171"/>
                </a:lnTo>
                <a:lnTo>
                  <a:pt x="21497" y="83171"/>
                </a:lnTo>
                <a:lnTo>
                  <a:pt x="21497" y="83172"/>
                </a:lnTo>
                <a:lnTo>
                  <a:pt x="21497" y="83172"/>
                </a:lnTo>
                <a:lnTo>
                  <a:pt x="21497" y="83172"/>
                </a:lnTo>
                <a:lnTo>
                  <a:pt x="21497" y="83172"/>
                </a:lnTo>
                <a:lnTo>
                  <a:pt x="21497" y="83173"/>
                </a:lnTo>
                <a:lnTo>
                  <a:pt x="21497" y="83173"/>
                </a:lnTo>
                <a:lnTo>
                  <a:pt x="21497" y="83173"/>
                </a:lnTo>
                <a:lnTo>
                  <a:pt x="21497" y="83174"/>
                </a:lnTo>
                <a:lnTo>
                  <a:pt x="21497" y="83174"/>
                </a:lnTo>
                <a:lnTo>
                  <a:pt x="21497" y="83174"/>
                </a:lnTo>
                <a:lnTo>
                  <a:pt x="21497" y="83174"/>
                </a:lnTo>
                <a:lnTo>
                  <a:pt x="21497" y="83175"/>
                </a:lnTo>
                <a:lnTo>
                  <a:pt x="21497" y="83175"/>
                </a:lnTo>
                <a:lnTo>
                  <a:pt x="21497" y="83175"/>
                </a:lnTo>
                <a:lnTo>
                  <a:pt x="21497" y="83175"/>
                </a:lnTo>
                <a:lnTo>
                  <a:pt x="21497" y="83176"/>
                </a:lnTo>
                <a:lnTo>
                  <a:pt x="21497" y="83176"/>
                </a:lnTo>
                <a:lnTo>
                  <a:pt x="21497" y="83176"/>
                </a:lnTo>
                <a:lnTo>
                  <a:pt x="21497" y="83176"/>
                </a:lnTo>
                <a:lnTo>
                  <a:pt x="21497" y="83177"/>
                </a:lnTo>
                <a:lnTo>
                  <a:pt x="21497" y="83177"/>
                </a:lnTo>
                <a:lnTo>
                  <a:pt x="21497" y="83177"/>
                </a:lnTo>
                <a:lnTo>
                  <a:pt x="21497" y="83178"/>
                </a:lnTo>
                <a:lnTo>
                  <a:pt x="21497" y="83178"/>
                </a:lnTo>
                <a:lnTo>
                  <a:pt x="21497" y="83178"/>
                </a:lnTo>
                <a:lnTo>
                  <a:pt x="21497" y="83178"/>
                </a:lnTo>
                <a:lnTo>
                  <a:pt x="21497" y="83179"/>
                </a:lnTo>
                <a:lnTo>
                  <a:pt x="21497" y="83179"/>
                </a:lnTo>
                <a:lnTo>
                  <a:pt x="21497" y="83179"/>
                </a:lnTo>
                <a:lnTo>
                  <a:pt x="21497" y="83179"/>
                </a:lnTo>
                <a:lnTo>
                  <a:pt x="21497" y="83180"/>
                </a:lnTo>
                <a:lnTo>
                  <a:pt x="21497" y="83180"/>
                </a:lnTo>
                <a:lnTo>
                  <a:pt x="21497" y="83180"/>
                </a:lnTo>
                <a:lnTo>
                  <a:pt x="21497" y="83181"/>
                </a:lnTo>
                <a:lnTo>
                  <a:pt x="21497" y="83181"/>
                </a:lnTo>
                <a:lnTo>
                  <a:pt x="21497" y="83181"/>
                </a:lnTo>
                <a:lnTo>
                  <a:pt x="21497" y="83181"/>
                </a:lnTo>
                <a:lnTo>
                  <a:pt x="21497" y="83182"/>
                </a:lnTo>
                <a:lnTo>
                  <a:pt x="21497" y="83182"/>
                </a:lnTo>
                <a:lnTo>
                  <a:pt x="21497" y="83182"/>
                </a:lnTo>
                <a:lnTo>
                  <a:pt x="21497" y="83182"/>
                </a:lnTo>
                <a:lnTo>
                  <a:pt x="21497" y="83183"/>
                </a:lnTo>
                <a:lnTo>
                  <a:pt x="21497" y="83183"/>
                </a:lnTo>
                <a:lnTo>
                  <a:pt x="21497" y="83183"/>
                </a:lnTo>
                <a:lnTo>
                  <a:pt x="21497" y="83184"/>
                </a:lnTo>
                <a:lnTo>
                  <a:pt x="21497" y="83184"/>
                </a:lnTo>
                <a:lnTo>
                  <a:pt x="21497" y="83184"/>
                </a:lnTo>
                <a:lnTo>
                  <a:pt x="21497" y="83184"/>
                </a:lnTo>
                <a:lnTo>
                  <a:pt x="21497" y="83185"/>
                </a:lnTo>
                <a:lnTo>
                  <a:pt x="21497" y="83185"/>
                </a:lnTo>
                <a:lnTo>
                  <a:pt x="21497" y="83185"/>
                </a:lnTo>
                <a:lnTo>
                  <a:pt x="21497" y="83185"/>
                </a:lnTo>
                <a:lnTo>
                  <a:pt x="21497" y="83186"/>
                </a:lnTo>
                <a:lnTo>
                  <a:pt x="21497" y="83186"/>
                </a:lnTo>
                <a:lnTo>
                  <a:pt x="21497" y="83186"/>
                </a:lnTo>
                <a:lnTo>
                  <a:pt x="21497" y="83186"/>
                </a:lnTo>
                <a:lnTo>
                  <a:pt x="21497" y="83187"/>
                </a:lnTo>
                <a:lnTo>
                  <a:pt x="21497" y="83187"/>
                </a:lnTo>
                <a:lnTo>
                  <a:pt x="21497" y="83187"/>
                </a:lnTo>
                <a:lnTo>
                  <a:pt x="21497" y="83188"/>
                </a:lnTo>
                <a:lnTo>
                  <a:pt x="21497" y="83188"/>
                </a:lnTo>
                <a:lnTo>
                  <a:pt x="21497" y="83188"/>
                </a:lnTo>
                <a:lnTo>
                  <a:pt x="21497" y="83188"/>
                </a:lnTo>
                <a:lnTo>
                  <a:pt x="21497" y="83189"/>
                </a:lnTo>
                <a:lnTo>
                  <a:pt x="21497" y="83189"/>
                </a:lnTo>
                <a:lnTo>
                  <a:pt x="21497" y="83189"/>
                </a:lnTo>
                <a:lnTo>
                  <a:pt x="21497" y="83189"/>
                </a:lnTo>
                <a:lnTo>
                  <a:pt x="21497" y="83190"/>
                </a:lnTo>
                <a:lnTo>
                  <a:pt x="21497" y="83190"/>
                </a:lnTo>
                <a:lnTo>
                  <a:pt x="21497" y="83190"/>
                </a:lnTo>
                <a:lnTo>
                  <a:pt x="21497" y="83191"/>
                </a:lnTo>
                <a:lnTo>
                  <a:pt x="21497" y="83191"/>
                </a:lnTo>
                <a:lnTo>
                  <a:pt x="21497" y="83191"/>
                </a:lnTo>
                <a:lnTo>
                  <a:pt x="21497" y="83191"/>
                </a:lnTo>
                <a:lnTo>
                  <a:pt x="21497" y="83192"/>
                </a:lnTo>
                <a:lnTo>
                  <a:pt x="21497" y="83192"/>
                </a:lnTo>
                <a:lnTo>
                  <a:pt x="21497" y="83192"/>
                </a:lnTo>
                <a:lnTo>
                  <a:pt x="21497" y="83192"/>
                </a:lnTo>
                <a:lnTo>
                  <a:pt x="21497" y="83193"/>
                </a:lnTo>
                <a:lnTo>
                  <a:pt x="21497" y="83193"/>
                </a:lnTo>
                <a:lnTo>
                  <a:pt x="21497" y="83193"/>
                </a:lnTo>
                <a:lnTo>
                  <a:pt x="21497" y="83194"/>
                </a:lnTo>
                <a:lnTo>
                  <a:pt x="21497" y="83194"/>
                </a:lnTo>
                <a:lnTo>
                  <a:pt x="21497" y="83194"/>
                </a:lnTo>
                <a:lnTo>
                  <a:pt x="21497" y="83194"/>
                </a:lnTo>
                <a:lnTo>
                  <a:pt x="21497" y="83195"/>
                </a:lnTo>
                <a:lnTo>
                  <a:pt x="21497" y="83195"/>
                </a:lnTo>
                <a:lnTo>
                  <a:pt x="21497" y="83195"/>
                </a:lnTo>
                <a:lnTo>
                  <a:pt x="21497" y="83195"/>
                </a:lnTo>
                <a:lnTo>
                  <a:pt x="21497" y="83196"/>
                </a:lnTo>
                <a:lnTo>
                  <a:pt x="21497" y="83196"/>
                </a:lnTo>
                <a:lnTo>
                  <a:pt x="21497" y="83196"/>
                </a:lnTo>
                <a:lnTo>
                  <a:pt x="21497" y="83197"/>
                </a:lnTo>
                <a:lnTo>
                  <a:pt x="21497" y="83197"/>
                </a:lnTo>
                <a:lnTo>
                  <a:pt x="21497" y="83197"/>
                </a:lnTo>
                <a:lnTo>
                  <a:pt x="21497" y="83197"/>
                </a:lnTo>
                <a:lnTo>
                  <a:pt x="21497" y="83198"/>
                </a:lnTo>
                <a:lnTo>
                  <a:pt x="21497" y="83198"/>
                </a:lnTo>
                <a:lnTo>
                  <a:pt x="21497" y="83198"/>
                </a:lnTo>
                <a:lnTo>
                  <a:pt x="21497" y="83198"/>
                </a:lnTo>
                <a:lnTo>
                  <a:pt x="21497" y="83199"/>
                </a:lnTo>
                <a:lnTo>
                  <a:pt x="21497" y="83199"/>
                </a:lnTo>
                <a:lnTo>
                  <a:pt x="21497" y="83199"/>
                </a:lnTo>
                <a:lnTo>
                  <a:pt x="21497" y="83200"/>
                </a:lnTo>
                <a:lnTo>
                  <a:pt x="21497" y="83200"/>
                </a:lnTo>
                <a:lnTo>
                  <a:pt x="21497" y="83200"/>
                </a:lnTo>
                <a:lnTo>
                  <a:pt x="21497" y="83200"/>
                </a:lnTo>
                <a:lnTo>
                  <a:pt x="21497" y="83201"/>
                </a:lnTo>
                <a:lnTo>
                  <a:pt x="21497" y="83201"/>
                </a:lnTo>
                <a:lnTo>
                  <a:pt x="21497" y="83201"/>
                </a:lnTo>
                <a:lnTo>
                  <a:pt x="21497" y="83201"/>
                </a:lnTo>
                <a:lnTo>
                  <a:pt x="21497" y="83202"/>
                </a:lnTo>
                <a:lnTo>
                  <a:pt x="21497" y="83202"/>
                </a:lnTo>
                <a:lnTo>
                  <a:pt x="21497" y="83202"/>
                </a:lnTo>
                <a:lnTo>
                  <a:pt x="21497" y="83203"/>
                </a:lnTo>
                <a:lnTo>
                  <a:pt x="21497" y="83203"/>
                </a:lnTo>
                <a:lnTo>
                  <a:pt x="21497" y="83203"/>
                </a:lnTo>
                <a:lnTo>
                  <a:pt x="21497" y="83203"/>
                </a:lnTo>
                <a:lnTo>
                  <a:pt x="21497" y="83204"/>
                </a:lnTo>
                <a:lnTo>
                  <a:pt x="21497" y="83204"/>
                </a:lnTo>
                <a:lnTo>
                  <a:pt x="21497" y="83204"/>
                </a:lnTo>
                <a:lnTo>
                  <a:pt x="21497" y="83204"/>
                </a:lnTo>
                <a:lnTo>
                  <a:pt x="21497" y="83205"/>
                </a:lnTo>
                <a:lnTo>
                  <a:pt x="21497" y="83205"/>
                </a:lnTo>
                <a:lnTo>
                  <a:pt x="21497" y="83205"/>
                </a:lnTo>
                <a:lnTo>
                  <a:pt x="21497" y="83206"/>
                </a:lnTo>
                <a:lnTo>
                  <a:pt x="21497" y="83206"/>
                </a:lnTo>
                <a:lnTo>
                  <a:pt x="21497" y="83206"/>
                </a:lnTo>
                <a:lnTo>
                  <a:pt x="21497" y="83206"/>
                </a:lnTo>
                <a:lnTo>
                  <a:pt x="21497" y="83207"/>
                </a:lnTo>
                <a:lnTo>
                  <a:pt x="21497" y="83207"/>
                </a:lnTo>
                <a:lnTo>
                  <a:pt x="21497" y="83207"/>
                </a:lnTo>
                <a:lnTo>
                  <a:pt x="21497" y="83207"/>
                </a:lnTo>
                <a:lnTo>
                  <a:pt x="21497" y="83208"/>
                </a:lnTo>
                <a:lnTo>
                  <a:pt x="21497" y="83208"/>
                </a:lnTo>
                <a:lnTo>
                  <a:pt x="21497" y="83208"/>
                </a:lnTo>
                <a:lnTo>
                  <a:pt x="21497" y="83208"/>
                </a:lnTo>
                <a:lnTo>
                  <a:pt x="21497" y="83209"/>
                </a:lnTo>
                <a:lnTo>
                  <a:pt x="21497" y="83209"/>
                </a:lnTo>
                <a:lnTo>
                  <a:pt x="21497" y="83209"/>
                </a:lnTo>
                <a:lnTo>
                  <a:pt x="21497" y="83210"/>
                </a:lnTo>
                <a:lnTo>
                  <a:pt x="21497" y="83210"/>
                </a:lnTo>
                <a:lnTo>
                  <a:pt x="21497" y="83210"/>
                </a:lnTo>
                <a:lnTo>
                  <a:pt x="21497" y="83210"/>
                </a:lnTo>
                <a:lnTo>
                  <a:pt x="21497" y="83211"/>
                </a:lnTo>
                <a:lnTo>
                  <a:pt x="21497" y="83211"/>
                </a:lnTo>
                <a:lnTo>
                  <a:pt x="21497" y="83211"/>
                </a:lnTo>
                <a:lnTo>
                  <a:pt x="21497" y="83211"/>
                </a:lnTo>
                <a:lnTo>
                  <a:pt x="21497" y="83212"/>
                </a:lnTo>
                <a:lnTo>
                  <a:pt x="21497" y="83212"/>
                </a:lnTo>
                <a:lnTo>
                  <a:pt x="21497" y="83212"/>
                </a:lnTo>
                <a:lnTo>
                  <a:pt x="21497" y="83213"/>
                </a:lnTo>
                <a:lnTo>
                  <a:pt x="21497" y="83213"/>
                </a:lnTo>
                <a:lnTo>
                  <a:pt x="21497" y="83213"/>
                </a:lnTo>
                <a:lnTo>
                  <a:pt x="21497" y="83213"/>
                </a:lnTo>
                <a:lnTo>
                  <a:pt x="21497" y="83214"/>
                </a:lnTo>
                <a:lnTo>
                  <a:pt x="21497" y="83214"/>
                </a:lnTo>
                <a:lnTo>
                  <a:pt x="21497" y="83214"/>
                </a:lnTo>
                <a:lnTo>
                  <a:pt x="21497" y="83214"/>
                </a:lnTo>
                <a:lnTo>
                  <a:pt x="21497" y="83215"/>
                </a:lnTo>
                <a:lnTo>
                  <a:pt x="21497" y="83215"/>
                </a:lnTo>
                <a:lnTo>
                  <a:pt x="21497" y="83215"/>
                </a:lnTo>
                <a:lnTo>
                  <a:pt x="21497" y="83216"/>
                </a:lnTo>
                <a:lnTo>
                  <a:pt x="21497" y="83216"/>
                </a:lnTo>
                <a:lnTo>
                  <a:pt x="21497" y="83216"/>
                </a:lnTo>
                <a:lnTo>
                  <a:pt x="21497" y="83216"/>
                </a:lnTo>
                <a:lnTo>
                  <a:pt x="21497" y="83217"/>
                </a:lnTo>
                <a:lnTo>
                  <a:pt x="21497" y="83217"/>
                </a:lnTo>
                <a:lnTo>
                  <a:pt x="21497" y="83217"/>
                </a:lnTo>
                <a:lnTo>
                  <a:pt x="21497" y="83217"/>
                </a:lnTo>
                <a:lnTo>
                  <a:pt x="21497" y="83218"/>
                </a:lnTo>
                <a:lnTo>
                  <a:pt x="21497" y="83218"/>
                </a:lnTo>
                <a:lnTo>
                  <a:pt x="21497" y="83218"/>
                </a:lnTo>
                <a:lnTo>
                  <a:pt x="21497" y="83219"/>
                </a:lnTo>
                <a:lnTo>
                  <a:pt x="21497" y="83219"/>
                </a:lnTo>
                <a:lnTo>
                  <a:pt x="21497" y="83219"/>
                </a:lnTo>
                <a:lnTo>
                  <a:pt x="21497" y="83219"/>
                </a:lnTo>
                <a:lnTo>
                  <a:pt x="21497" y="83220"/>
                </a:lnTo>
                <a:lnTo>
                  <a:pt x="21497" y="83220"/>
                </a:lnTo>
                <a:lnTo>
                  <a:pt x="21497" y="83220"/>
                </a:lnTo>
                <a:lnTo>
                  <a:pt x="21497" y="83220"/>
                </a:lnTo>
                <a:lnTo>
                  <a:pt x="21497" y="83221"/>
                </a:lnTo>
                <a:lnTo>
                  <a:pt x="21497" y="83221"/>
                </a:lnTo>
                <a:lnTo>
                  <a:pt x="21497" y="83221"/>
                </a:lnTo>
                <a:lnTo>
                  <a:pt x="21497" y="83222"/>
                </a:lnTo>
                <a:lnTo>
                  <a:pt x="21497" y="83222"/>
                </a:lnTo>
                <a:lnTo>
                  <a:pt x="21497" y="83222"/>
                </a:lnTo>
                <a:lnTo>
                  <a:pt x="21497" y="83222"/>
                </a:lnTo>
                <a:lnTo>
                  <a:pt x="21497" y="83223"/>
                </a:lnTo>
                <a:lnTo>
                  <a:pt x="21497" y="83223"/>
                </a:lnTo>
                <a:lnTo>
                  <a:pt x="21497" y="83223"/>
                </a:lnTo>
                <a:lnTo>
                  <a:pt x="21497" y="83224"/>
                </a:lnTo>
                <a:lnTo>
                  <a:pt x="21497" y="83224"/>
                </a:lnTo>
                <a:lnTo>
                  <a:pt x="21497" y="83224"/>
                </a:lnTo>
                <a:lnTo>
                  <a:pt x="21497" y="83224"/>
                </a:lnTo>
                <a:lnTo>
                  <a:pt x="21497" y="83225"/>
                </a:lnTo>
                <a:lnTo>
                  <a:pt x="21497" y="83225"/>
                </a:lnTo>
                <a:lnTo>
                  <a:pt x="21497" y="83225"/>
                </a:lnTo>
                <a:lnTo>
                  <a:pt x="21497" y="83225"/>
                </a:lnTo>
                <a:lnTo>
                  <a:pt x="21497" y="83226"/>
                </a:lnTo>
                <a:lnTo>
                  <a:pt x="21497" y="83226"/>
                </a:lnTo>
                <a:lnTo>
                  <a:pt x="21497" y="83226"/>
                </a:lnTo>
                <a:lnTo>
                  <a:pt x="21497" y="83227"/>
                </a:lnTo>
                <a:lnTo>
                  <a:pt x="21497" y="83227"/>
                </a:lnTo>
                <a:lnTo>
                  <a:pt x="21497" y="83227"/>
                </a:lnTo>
                <a:lnTo>
                  <a:pt x="21497" y="83227"/>
                </a:lnTo>
                <a:lnTo>
                  <a:pt x="21497" y="83228"/>
                </a:lnTo>
                <a:lnTo>
                  <a:pt x="21497" y="83228"/>
                </a:lnTo>
                <a:lnTo>
                  <a:pt x="21497" y="83228"/>
                </a:lnTo>
                <a:lnTo>
                  <a:pt x="21497" y="83228"/>
                </a:lnTo>
                <a:lnTo>
                  <a:pt x="21497" y="83229"/>
                </a:lnTo>
                <a:lnTo>
                  <a:pt x="21497" y="83229"/>
                </a:lnTo>
                <a:lnTo>
                  <a:pt x="21497" y="83229"/>
                </a:lnTo>
                <a:lnTo>
                  <a:pt x="21497" y="83230"/>
                </a:lnTo>
                <a:lnTo>
                  <a:pt x="21497" y="83230"/>
                </a:lnTo>
                <a:lnTo>
                  <a:pt x="21497" y="83230"/>
                </a:lnTo>
                <a:lnTo>
                  <a:pt x="21497" y="83230"/>
                </a:lnTo>
                <a:lnTo>
                  <a:pt x="21497" y="83231"/>
                </a:lnTo>
                <a:lnTo>
                  <a:pt x="21497" y="83231"/>
                </a:lnTo>
                <a:lnTo>
                  <a:pt x="21497" y="83231"/>
                </a:lnTo>
                <a:lnTo>
                  <a:pt x="21497" y="83231"/>
                </a:lnTo>
                <a:lnTo>
                  <a:pt x="21497" y="83232"/>
                </a:lnTo>
                <a:lnTo>
                  <a:pt x="21497" y="83232"/>
                </a:lnTo>
                <a:lnTo>
                  <a:pt x="21497" y="83232"/>
                </a:lnTo>
                <a:lnTo>
                  <a:pt x="21497" y="83233"/>
                </a:lnTo>
                <a:lnTo>
                  <a:pt x="21497" y="83233"/>
                </a:lnTo>
                <a:lnTo>
                  <a:pt x="21497" y="83233"/>
                </a:lnTo>
                <a:lnTo>
                  <a:pt x="21497" y="83233"/>
                </a:lnTo>
                <a:lnTo>
                  <a:pt x="21497" y="83234"/>
                </a:lnTo>
                <a:lnTo>
                  <a:pt x="21497" y="83234"/>
                </a:lnTo>
                <a:lnTo>
                  <a:pt x="21497" y="83234"/>
                </a:lnTo>
                <a:lnTo>
                  <a:pt x="21497" y="83234"/>
                </a:lnTo>
                <a:lnTo>
                  <a:pt x="21497" y="83235"/>
                </a:lnTo>
                <a:lnTo>
                  <a:pt x="21497" y="83235"/>
                </a:lnTo>
                <a:lnTo>
                  <a:pt x="21497" y="83235"/>
                </a:lnTo>
                <a:lnTo>
                  <a:pt x="21497" y="83236"/>
                </a:lnTo>
                <a:lnTo>
                  <a:pt x="21497" y="83236"/>
                </a:lnTo>
                <a:lnTo>
                  <a:pt x="21497" y="83236"/>
                </a:lnTo>
                <a:lnTo>
                  <a:pt x="21497" y="83236"/>
                </a:lnTo>
                <a:lnTo>
                  <a:pt x="21497" y="83237"/>
                </a:lnTo>
                <a:lnTo>
                  <a:pt x="21497" y="83237"/>
                </a:lnTo>
                <a:lnTo>
                  <a:pt x="21497" y="83237"/>
                </a:lnTo>
                <a:lnTo>
                  <a:pt x="21497" y="83237"/>
                </a:lnTo>
                <a:lnTo>
                  <a:pt x="21497" y="83238"/>
                </a:lnTo>
                <a:lnTo>
                  <a:pt x="21497" y="83238"/>
                </a:lnTo>
                <a:lnTo>
                  <a:pt x="21497" y="83238"/>
                </a:lnTo>
                <a:lnTo>
                  <a:pt x="21497" y="83239"/>
                </a:lnTo>
                <a:lnTo>
                  <a:pt x="21497" y="83239"/>
                </a:lnTo>
                <a:lnTo>
                  <a:pt x="21497" y="83239"/>
                </a:lnTo>
                <a:lnTo>
                  <a:pt x="21497" y="83239"/>
                </a:lnTo>
                <a:lnTo>
                  <a:pt x="21497" y="83240"/>
                </a:lnTo>
                <a:lnTo>
                  <a:pt x="21497" y="83240"/>
                </a:lnTo>
                <a:lnTo>
                  <a:pt x="21497" y="83240"/>
                </a:lnTo>
                <a:lnTo>
                  <a:pt x="21497" y="83240"/>
                </a:lnTo>
                <a:lnTo>
                  <a:pt x="21497" y="83241"/>
                </a:lnTo>
                <a:lnTo>
                  <a:pt x="21497" y="83241"/>
                </a:lnTo>
                <a:lnTo>
                  <a:pt x="21497" y="83241"/>
                </a:lnTo>
                <a:lnTo>
                  <a:pt x="21497" y="83242"/>
                </a:lnTo>
                <a:lnTo>
                  <a:pt x="21497" y="83242"/>
                </a:lnTo>
                <a:lnTo>
                  <a:pt x="21497" y="83242"/>
                </a:lnTo>
                <a:lnTo>
                  <a:pt x="21497" y="83242"/>
                </a:lnTo>
                <a:lnTo>
                  <a:pt x="21497" y="83243"/>
                </a:lnTo>
                <a:lnTo>
                  <a:pt x="21497" y="83243"/>
                </a:lnTo>
                <a:lnTo>
                  <a:pt x="21497" y="83243"/>
                </a:lnTo>
                <a:lnTo>
                  <a:pt x="21497" y="83243"/>
                </a:lnTo>
                <a:lnTo>
                  <a:pt x="21497" y="83244"/>
                </a:lnTo>
                <a:lnTo>
                  <a:pt x="21497" y="83244"/>
                </a:lnTo>
                <a:lnTo>
                  <a:pt x="21497" y="83244"/>
                </a:lnTo>
                <a:lnTo>
                  <a:pt x="21497" y="83245"/>
                </a:lnTo>
                <a:lnTo>
                  <a:pt x="21497" y="83245"/>
                </a:lnTo>
                <a:lnTo>
                  <a:pt x="21497" y="83245"/>
                </a:lnTo>
                <a:lnTo>
                  <a:pt x="21497" y="83245"/>
                </a:lnTo>
                <a:lnTo>
                  <a:pt x="21497" y="83246"/>
                </a:lnTo>
                <a:lnTo>
                  <a:pt x="21497" y="83246"/>
                </a:lnTo>
                <a:lnTo>
                  <a:pt x="21497" y="83246"/>
                </a:lnTo>
                <a:lnTo>
                  <a:pt x="21497" y="83247"/>
                </a:lnTo>
                <a:lnTo>
                  <a:pt x="21497" y="83247"/>
                </a:lnTo>
                <a:lnTo>
                  <a:pt x="21497" y="83247"/>
                </a:lnTo>
                <a:lnTo>
                  <a:pt x="21497" y="83247"/>
                </a:lnTo>
                <a:lnTo>
                  <a:pt x="21497" y="83248"/>
                </a:lnTo>
                <a:lnTo>
                  <a:pt x="21497" y="83248"/>
                </a:lnTo>
                <a:lnTo>
                  <a:pt x="21497" y="83248"/>
                </a:lnTo>
                <a:lnTo>
                  <a:pt x="21497" y="83248"/>
                </a:lnTo>
                <a:lnTo>
                  <a:pt x="21497" y="83249"/>
                </a:lnTo>
                <a:lnTo>
                  <a:pt x="21497" y="83249"/>
                </a:lnTo>
                <a:lnTo>
                  <a:pt x="21497" y="83249"/>
                </a:lnTo>
                <a:lnTo>
                  <a:pt x="21497" y="83250"/>
                </a:lnTo>
                <a:lnTo>
                  <a:pt x="21497" y="83250"/>
                </a:lnTo>
                <a:lnTo>
                  <a:pt x="21497" y="83250"/>
                </a:lnTo>
                <a:lnTo>
                  <a:pt x="21497" y="83250"/>
                </a:lnTo>
                <a:lnTo>
                  <a:pt x="21497" y="83251"/>
                </a:lnTo>
                <a:lnTo>
                  <a:pt x="21497" y="83251"/>
                </a:lnTo>
                <a:lnTo>
                  <a:pt x="21497" y="83251"/>
                </a:lnTo>
                <a:lnTo>
                  <a:pt x="21497" y="83251"/>
                </a:lnTo>
                <a:lnTo>
                  <a:pt x="21497" y="83252"/>
                </a:lnTo>
                <a:lnTo>
                  <a:pt x="21497" y="83252"/>
                </a:lnTo>
                <a:lnTo>
                  <a:pt x="21497" y="83252"/>
                </a:lnTo>
                <a:lnTo>
                  <a:pt x="21497" y="83253"/>
                </a:lnTo>
                <a:lnTo>
                  <a:pt x="21497" y="83253"/>
                </a:lnTo>
                <a:lnTo>
                  <a:pt x="21497" y="83253"/>
                </a:lnTo>
                <a:lnTo>
                  <a:pt x="21497" y="83253"/>
                </a:lnTo>
                <a:lnTo>
                  <a:pt x="21497" y="83254"/>
                </a:lnTo>
                <a:lnTo>
                  <a:pt x="21497" y="83254"/>
                </a:lnTo>
                <a:lnTo>
                  <a:pt x="21497" y="83254"/>
                </a:lnTo>
                <a:lnTo>
                  <a:pt x="21497" y="83254"/>
                </a:lnTo>
                <a:lnTo>
                  <a:pt x="21497" y="83255"/>
                </a:lnTo>
                <a:lnTo>
                  <a:pt x="21497" y="83255"/>
                </a:lnTo>
                <a:lnTo>
                  <a:pt x="21497" y="83255"/>
                </a:lnTo>
                <a:lnTo>
                  <a:pt x="21497" y="83256"/>
                </a:lnTo>
                <a:lnTo>
                  <a:pt x="21497" y="83256"/>
                </a:lnTo>
                <a:lnTo>
                  <a:pt x="21497" y="83256"/>
                </a:lnTo>
                <a:lnTo>
                  <a:pt x="21497" y="83256"/>
                </a:lnTo>
                <a:lnTo>
                  <a:pt x="21497" y="83257"/>
                </a:lnTo>
                <a:lnTo>
                  <a:pt x="21497" y="83257"/>
                </a:lnTo>
                <a:lnTo>
                  <a:pt x="21497" y="83257"/>
                </a:lnTo>
                <a:lnTo>
                  <a:pt x="21497" y="83258"/>
                </a:lnTo>
                <a:lnTo>
                  <a:pt x="21497" y="83258"/>
                </a:lnTo>
                <a:lnTo>
                  <a:pt x="21497" y="83258"/>
                </a:lnTo>
                <a:lnTo>
                  <a:pt x="21497" y="83258"/>
                </a:lnTo>
                <a:lnTo>
                  <a:pt x="21497" y="83259"/>
                </a:lnTo>
                <a:lnTo>
                  <a:pt x="21497" y="83259"/>
                </a:lnTo>
                <a:lnTo>
                  <a:pt x="21497" y="83259"/>
                </a:lnTo>
                <a:lnTo>
                  <a:pt x="21497" y="83259"/>
                </a:lnTo>
                <a:lnTo>
                  <a:pt x="21497" y="83260"/>
                </a:lnTo>
                <a:lnTo>
                  <a:pt x="21497" y="83260"/>
                </a:lnTo>
                <a:lnTo>
                  <a:pt x="21497" y="83260"/>
                </a:lnTo>
                <a:lnTo>
                  <a:pt x="21497" y="83261"/>
                </a:lnTo>
                <a:lnTo>
                  <a:pt x="21497" y="83261"/>
                </a:lnTo>
                <a:lnTo>
                  <a:pt x="21497" y="83261"/>
                </a:lnTo>
                <a:lnTo>
                  <a:pt x="21497" y="83261"/>
                </a:lnTo>
                <a:lnTo>
                  <a:pt x="21497" y="83262"/>
                </a:lnTo>
                <a:lnTo>
                  <a:pt x="21497" y="83262"/>
                </a:lnTo>
                <a:lnTo>
                  <a:pt x="21497" y="83262"/>
                </a:lnTo>
                <a:lnTo>
                  <a:pt x="21497" y="83262"/>
                </a:lnTo>
                <a:lnTo>
                  <a:pt x="21497" y="83263"/>
                </a:lnTo>
                <a:lnTo>
                  <a:pt x="21497" y="83263"/>
                </a:lnTo>
                <a:lnTo>
                  <a:pt x="21497" y="83263"/>
                </a:lnTo>
                <a:lnTo>
                  <a:pt x="21497" y="83264"/>
                </a:lnTo>
                <a:lnTo>
                  <a:pt x="21497" y="83264"/>
                </a:lnTo>
                <a:lnTo>
                  <a:pt x="21497" y="83264"/>
                </a:lnTo>
                <a:lnTo>
                  <a:pt x="21497" y="83264"/>
                </a:lnTo>
                <a:lnTo>
                  <a:pt x="21497" y="83265"/>
                </a:lnTo>
                <a:lnTo>
                  <a:pt x="21497" y="83265"/>
                </a:lnTo>
                <a:lnTo>
                  <a:pt x="21497" y="83265"/>
                </a:lnTo>
                <a:lnTo>
                  <a:pt x="21497" y="83265"/>
                </a:lnTo>
                <a:lnTo>
                  <a:pt x="21497" y="83266"/>
                </a:lnTo>
                <a:lnTo>
                  <a:pt x="21497" y="83266"/>
                </a:lnTo>
                <a:lnTo>
                  <a:pt x="21497" y="83266"/>
                </a:lnTo>
                <a:lnTo>
                  <a:pt x="21497" y="83267"/>
                </a:lnTo>
                <a:lnTo>
                  <a:pt x="21497" y="83267"/>
                </a:lnTo>
                <a:lnTo>
                  <a:pt x="21497" y="83267"/>
                </a:lnTo>
                <a:lnTo>
                  <a:pt x="21497" y="83267"/>
                </a:lnTo>
                <a:lnTo>
                  <a:pt x="21497" y="83268"/>
                </a:lnTo>
                <a:lnTo>
                  <a:pt x="21497" y="83268"/>
                </a:lnTo>
                <a:lnTo>
                  <a:pt x="21497" y="83268"/>
                </a:lnTo>
                <a:lnTo>
                  <a:pt x="21497" y="83269"/>
                </a:lnTo>
                <a:lnTo>
                  <a:pt x="21497" y="83269"/>
                </a:lnTo>
                <a:lnTo>
                  <a:pt x="21497" y="83269"/>
                </a:lnTo>
                <a:lnTo>
                  <a:pt x="21497" y="83269"/>
                </a:lnTo>
                <a:lnTo>
                  <a:pt x="21497" y="83270"/>
                </a:lnTo>
                <a:lnTo>
                  <a:pt x="21497" y="83270"/>
                </a:lnTo>
                <a:lnTo>
                  <a:pt x="21497" y="83270"/>
                </a:lnTo>
                <a:lnTo>
                  <a:pt x="21497" y="83270"/>
                </a:lnTo>
                <a:lnTo>
                  <a:pt x="21497" y="83271"/>
                </a:lnTo>
                <a:lnTo>
                  <a:pt x="21497" y="83271"/>
                </a:lnTo>
                <a:lnTo>
                  <a:pt x="21497" y="83271"/>
                </a:lnTo>
                <a:lnTo>
                  <a:pt x="21497" y="83272"/>
                </a:lnTo>
                <a:lnTo>
                  <a:pt x="21497" y="83272"/>
                </a:lnTo>
                <a:lnTo>
                  <a:pt x="21497" y="83272"/>
                </a:lnTo>
                <a:lnTo>
                  <a:pt x="21497" y="83272"/>
                </a:lnTo>
                <a:lnTo>
                  <a:pt x="21497" y="83273"/>
                </a:lnTo>
                <a:lnTo>
                  <a:pt x="21497" y="83273"/>
                </a:lnTo>
                <a:lnTo>
                  <a:pt x="21497" y="83273"/>
                </a:lnTo>
                <a:lnTo>
                  <a:pt x="21497" y="83274"/>
                </a:lnTo>
                <a:lnTo>
                  <a:pt x="21497" y="83274"/>
                </a:lnTo>
                <a:lnTo>
                  <a:pt x="21497" y="83274"/>
                </a:lnTo>
                <a:lnTo>
                  <a:pt x="21497" y="83274"/>
                </a:lnTo>
                <a:lnTo>
                  <a:pt x="21497" y="83275"/>
                </a:lnTo>
                <a:lnTo>
                  <a:pt x="21497" y="83275"/>
                </a:lnTo>
                <a:lnTo>
                  <a:pt x="21497" y="83275"/>
                </a:lnTo>
                <a:lnTo>
                  <a:pt x="21497" y="83275"/>
                </a:lnTo>
                <a:lnTo>
                  <a:pt x="21497" y="83276"/>
                </a:lnTo>
                <a:lnTo>
                  <a:pt x="21497" y="83276"/>
                </a:lnTo>
                <a:lnTo>
                  <a:pt x="21497" y="83276"/>
                </a:lnTo>
                <a:lnTo>
                  <a:pt x="21497" y="83277"/>
                </a:lnTo>
                <a:lnTo>
                  <a:pt x="21497" y="83277"/>
                </a:lnTo>
                <a:lnTo>
                  <a:pt x="21497" y="83277"/>
                </a:lnTo>
                <a:lnTo>
                  <a:pt x="21497" y="83277"/>
                </a:lnTo>
                <a:lnTo>
                  <a:pt x="21497" y="83278"/>
                </a:lnTo>
                <a:lnTo>
                  <a:pt x="21497" y="83278"/>
                </a:lnTo>
                <a:lnTo>
                  <a:pt x="21497" y="83278"/>
                </a:lnTo>
                <a:lnTo>
                  <a:pt x="21497" y="83278"/>
                </a:lnTo>
                <a:lnTo>
                  <a:pt x="21497" y="83279"/>
                </a:lnTo>
                <a:lnTo>
                  <a:pt x="21497" y="83279"/>
                </a:lnTo>
                <a:lnTo>
                  <a:pt x="21497" y="83279"/>
                </a:lnTo>
                <a:lnTo>
                  <a:pt x="21497" y="83280"/>
                </a:lnTo>
                <a:lnTo>
                  <a:pt x="21497" y="83280"/>
                </a:lnTo>
                <a:lnTo>
                  <a:pt x="21497" y="83280"/>
                </a:lnTo>
                <a:lnTo>
                  <a:pt x="21497" y="83280"/>
                </a:lnTo>
                <a:lnTo>
                  <a:pt x="21497" y="83281"/>
                </a:lnTo>
                <a:lnTo>
                  <a:pt x="21497" y="83281"/>
                </a:lnTo>
                <a:lnTo>
                  <a:pt x="21497" y="83281"/>
                </a:lnTo>
                <a:lnTo>
                  <a:pt x="21497" y="83282"/>
                </a:lnTo>
                <a:lnTo>
                  <a:pt x="21497" y="83282"/>
                </a:lnTo>
                <a:lnTo>
                  <a:pt x="21497" y="83282"/>
                </a:lnTo>
                <a:lnTo>
                  <a:pt x="21497" y="83282"/>
                </a:lnTo>
                <a:lnTo>
                  <a:pt x="21497" y="83283"/>
                </a:lnTo>
                <a:lnTo>
                  <a:pt x="21497" y="83283"/>
                </a:lnTo>
                <a:lnTo>
                  <a:pt x="21497" y="83283"/>
                </a:lnTo>
                <a:lnTo>
                  <a:pt x="21497" y="83283"/>
                </a:lnTo>
                <a:lnTo>
                  <a:pt x="21497" y="83284"/>
                </a:lnTo>
                <a:lnTo>
                  <a:pt x="21497" y="83284"/>
                </a:lnTo>
                <a:lnTo>
                  <a:pt x="21497" y="83284"/>
                </a:lnTo>
                <a:lnTo>
                  <a:pt x="21497" y="83285"/>
                </a:lnTo>
                <a:lnTo>
                  <a:pt x="21497" y="83285"/>
                </a:lnTo>
                <a:lnTo>
                  <a:pt x="21497" y="83285"/>
                </a:lnTo>
                <a:lnTo>
                  <a:pt x="21497" y="83285"/>
                </a:lnTo>
                <a:lnTo>
                  <a:pt x="21497" y="83286"/>
                </a:lnTo>
                <a:lnTo>
                  <a:pt x="21497" y="83286"/>
                </a:lnTo>
                <a:lnTo>
                  <a:pt x="21497" y="83286"/>
                </a:lnTo>
                <a:lnTo>
                  <a:pt x="21497" y="83287"/>
                </a:lnTo>
                <a:lnTo>
                  <a:pt x="21497" y="83287"/>
                </a:lnTo>
                <a:lnTo>
                  <a:pt x="21497" y="83287"/>
                </a:lnTo>
                <a:lnTo>
                  <a:pt x="21497" y="83287"/>
                </a:lnTo>
                <a:lnTo>
                  <a:pt x="21497" y="83288"/>
                </a:lnTo>
                <a:lnTo>
                  <a:pt x="21497" y="83288"/>
                </a:lnTo>
                <a:lnTo>
                  <a:pt x="21497" y="83288"/>
                </a:lnTo>
                <a:lnTo>
                  <a:pt x="21497" y="83288"/>
                </a:lnTo>
                <a:lnTo>
                  <a:pt x="21497" y="83289"/>
                </a:lnTo>
                <a:lnTo>
                  <a:pt x="21497" y="83289"/>
                </a:lnTo>
                <a:lnTo>
                  <a:pt x="21497" y="83289"/>
                </a:lnTo>
                <a:lnTo>
                  <a:pt x="21497" y="83290"/>
                </a:lnTo>
                <a:lnTo>
                  <a:pt x="21497" y="83290"/>
                </a:lnTo>
                <a:lnTo>
                  <a:pt x="21497" y="83290"/>
                </a:lnTo>
                <a:lnTo>
                  <a:pt x="21497" y="83290"/>
                </a:lnTo>
                <a:lnTo>
                  <a:pt x="21497" y="83291"/>
                </a:lnTo>
                <a:lnTo>
                  <a:pt x="21497" y="83291"/>
                </a:lnTo>
                <a:lnTo>
                  <a:pt x="21497" y="83291"/>
                </a:lnTo>
                <a:lnTo>
                  <a:pt x="21497" y="83291"/>
                </a:lnTo>
                <a:lnTo>
                  <a:pt x="21497" y="83292"/>
                </a:lnTo>
                <a:lnTo>
                  <a:pt x="21497" y="83292"/>
                </a:lnTo>
                <a:lnTo>
                  <a:pt x="21497" y="83292"/>
                </a:lnTo>
                <a:lnTo>
                  <a:pt x="21497" y="83293"/>
                </a:lnTo>
                <a:lnTo>
                  <a:pt x="21497" y="83293"/>
                </a:lnTo>
                <a:lnTo>
                  <a:pt x="21497" y="83293"/>
                </a:lnTo>
                <a:lnTo>
                  <a:pt x="21497" y="83293"/>
                </a:lnTo>
                <a:lnTo>
                  <a:pt x="21497" y="83294"/>
                </a:lnTo>
                <a:lnTo>
                  <a:pt x="21497" y="83294"/>
                </a:lnTo>
                <a:lnTo>
                  <a:pt x="21497" y="83294"/>
                </a:lnTo>
                <a:lnTo>
                  <a:pt x="21497" y="83295"/>
                </a:lnTo>
                <a:lnTo>
                  <a:pt x="21497" y="83295"/>
                </a:lnTo>
                <a:lnTo>
                  <a:pt x="21497" y="83295"/>
                </a:lnTo>
                <a:lnTo>
                  <a:pt x="21497" y="83295"/>
                </a:lnTo>
                <a:lnTo>
                  <a:pt x="21497" y="83296"/>
                </a:lnTo>
                <a:lnTo>
                  <a:pt x="21497" y="83296"/>
                </a:lnTo>
                <a:lnTo>
                  <a:pt x="21497" y="83296"/>
                </a:lnTo>
                <a:lnTo>
                  <a:pt x="21497" y="83296"/>
                </a:lnTo>
                <a:lnTo>
                  <a:pt x="21497" y="83297"/>
                </a:lnTo>
                <a:lnTo>
                  <a:pt x="21497" y="83297"/>
                </a:lnTo>
                <a:lnTo>
                  <a:pt x="21497" y="83297"/>
                </a:lnTo>
                <a:lnTo>
                  <a:pt x="21497" y="83298"/>
                </a:lnTo>
                <a:lnTo>
                  <a:pt x="21497" y="83298"/>
                </a:lnTo>
                <a:lnTo>
                  <a:pt x="21497" y="83298"/>
                </a:lnTo>
                <a:lnTo>
                  <a:pt x="21497" y="83298"/>
                </a:lnTo>
                <a:lnTo>
                  <a:pt x="21497" y="83299"/>
                </a:lnTo>
                <a:lnTo>
                  <a:pt x="21497" y="83299"/>
                </a:lnTo>
                <a:lnTo>
                  <a:pt x="21497" y="83299"/>
                </a:lnTo>
                <a:lnTo>
                  <a:pt x="21497" y="83300"/>
                </a:lnTo>
                <a:lnTo>
                  <a:pt x="21497" y="83300"/>
                </a:lnTo>
                <a:lnTo>
                  <a:pt x="21497" y="83300"/>
                </a:lnTo>
                <a:lnTo>
                  <a:pt x="21497" y="83300"/>
                </a:lnTo>
                <a:lnTo>
                  <a:pt x="21497" y="83301"/>
                </a:lnTo>
                <a:lnTo>
                  <a:pt x="21497" y="83301"/>
                </a:lnTo>
                <a:lnTo>
                  <a:pt x="21497" y="83301"/>
                </a:lnTo>
                <a:lnTo>
                  <a:pt x="21497" y="83301"/>
                </a:lnTo>
                <a:lnTo>
                  <a:pt x="21497" y="83302"/>
                </a:lnTo>
                <a:lnTo>
                  <a:pt x="21497" y="83302"/>
                </a:lnTo>
                <a:lnTo>
                  <a:pt x="21497" y="83302"/>
                </a:lnTo>
                <a:lnTo>
                  <a:pt x="21497" y="83303"/>
                </a:lnTo>
                <a:lnTo>
                  <a:pt x="21497" y="83303"/>
                </a:lnTo>
                <a:lnTo>
                  <a:pt x="21497" y="83303"/>
                </a:lnTo>
                <a:lnTo>
                  <a:pt x="21497" y="83303"/>
                </a:lnTo>
                <a:lnTo>
                  <a:pt x="21497" y="83304"/>
                </a:lnTo>
                <a:lnTo>
                  <a:pt x="21497" y="83304"/>
                </a:lnTo>
                <a:lnTo>
                  <a:pt x="21497" y="83304"/>
                </a:lnTo>
                <a:lnTo>
                  <a:pt x="21497" y="83305"/>
                </a:lnTo>
                <a:lnTo>
                  <a:pt x="21497" y="83305"/>
                </a:lnTo>
                <a:lnTo>
                  <a:pt x="21497" y="83305"/>
                </a:lnTo>
                <a:lnTo>
                  <a:pt x="21497" y="83305"/>
                </a:lnTo>
                <a:lnTo>
                  <a:pt x="21497" y="83306"/>
                </a:lnTo>
                <a:lnTo>
                  <a:pt x="21497" y="83306"/>
                </a:lnTo>
                <a:lnTo>
                  <a:pt x="21497" y="83306"/>
                </a:lnTo>
                <a:lnTo>
                  <a:pt x="21497" y="83306"/>
                </a:lnTo>
                <a:lnTo>
                  <a:pt x="21497" y="83307"/>
                </a:lnTo>
                <a:lnTo>
                  <a:pt x="21497" y="83307"/>
                </a:lnTo>
                <a:lnTo>
                  <a:pt x="21497" y="83307"/>
                </a:lnTo>
                <a:lnTo>
                  <a:pt x="21497" y="83308"/>
                </a:lnTo>
                <a:lnTo>
                  <a:pt x="21497" y="83308"/>
                </a:lnTo>
                <a:lnTo>
                  <a:pt x="21497" y="83308"/>
                </a:lnTo>
                <a:lnTo>
                  <a:pt x="21497" y="83308"/>
                </a:lnTo>
                <a:lnTo>
                  <a:pt x="21497" y="83309"/>
                </a:lnTo>
                <a:lnTo>
                  <a:pt x="21497" y="83309"/>
                </a:lnTo>
                <a:lnTo>
                  <a:pt x="21497" y="83309"/>
                </a:lnTo>
                <a:lnTo>
                  <a:pt x="21497" y="83310"/>
                </a:lnTo>
                <a:lnTo>
                  <a:pt x="21497" y="83310"/>
                </a:lnTo>
                <a:lnTo>
                  <a:pt x="21497" y="83310"/>
                </a:lnTo>
                <a:lnTo>
                  <a:pt x="21497" y="83310"/>
                </a:lnTo>
                <a:lnTo>
                  <a:pt x="21497" y="83311"/>
                </a:lnTo>
                <a:lnTo>
                  <a:pt x="21497" y="83311"/>
                </a:lnTo>
                <a:lnTo>
                  <a:pt x="21497" y="83311"/>
                </a:lnTo>
                <a:lnTo>
                  <a:pt x="21497" y="83312"/>
                </a:lnTo>
                <a:lnTo>
                  <a:pt x="21497" y="83312"/>
                </a:lnTo>
                <a:lnTo>
                  <a:pt x="21497" y="83312"/>
                </a:lnTo>
                <a:lnTo>
                  <a:pt x="21497" y="83312"/>
                </a:lnTo>
                <a:lnTo>
                  <a:pt x="21497" y="83313"/>
                </a:lnTo>
                <a:lnTo>
                  <a:pt x="21497" y="83313"/>
                </a:lnTo>
                <a:lnTo>
                  <a:pt x="21497" y="83313"/>
                </a:lnTo>
                <a:lnTo>
                  <a:pt x="21497" y="83313"/>
                </a:lnTo>
                <a:lnTo>
                  <a:pt x="21497" y="83314"/>
                </a:lnTo>
                <a:lnTo>
                  <a:pt x="21497" y="83314"/>
                </a:lnTo>
                <a:lnTo>
                  <a:pt x="21497" y="83314"/>
                </a:lnTo>
                <a:lnTo>
                  <a:pt x="21497" y="83315"/>
                </a:lnTo>
                <a:lnTo>
                  <a:pt x="21497" y="83315"/>
                </a:lnTo>
                <a:lnTo>
                  <a:pt x="21497" y="83315"/>
                </a:lnTo>
                <a:lnTo>
                  <a:pt x="21497" y="83315"/>
                </a:lnTo>
                <a:lnTo>
                  <a:pt x="21497" y="83316"/>
                </a:lnTo>
                <a:lnTo>
                  <a:pt x="21497" y="83316"/>
                </a:lnTo>
                <a:lnTo>
                  <a:pt x="21497" y="83316"/>
                </a:lnTo>
                <a:lnTo>
                  <a:pt x="21497" y="83317"/>
                </a:lnTo>
                <a:lnTo>
                  <a:pt x="21497" y="83317"/>
                </a:lnTo>
                <a:lnTo>
                  <a:pt x="21497" y="83317"/>
                </a:lnTo>
                <a:lnTo>
                  <a:pt x="21497" y="83317"/>
                </a:lnTo>
                <a:lnTo>
                  <a:pt x="21497" y="83318"/>
                </a:lnTo>
                <a:lnTo>
                  <a:pt x="21497" y="83318"/>
                </a:lnTo>
                <a:lnTo>
                  <a:pt x="21497" y="83318"/>
                </a:lnTo>
                <a:lnTo>
                  <a:pt x="21497" y="83318"/>
                </a:lnTo>
                <a:lnTo>
                  <a:pt x="21497" y="83319"/>
                </a:lnTo>
                <a:lnTo>
                  <a:pt x="21497" y="83319"/>
                </a:lnTo>
                <a:lnTo>
                  <a:pt x="21497" y="83319"/>
                </a:lnTo>
                <a:lnTo>
                  <a:pt x="21497" y="83320"/>
                </a:lnTo>
                <a:lnTo>
                  <a:pt x="21497" y="83320"/>
                </a:lnTo>
                <a:lnTo>
                  <a:pt x="21497" y="83320"/>
                </a:lnTo>
                <a:lnTo>
                  <a:pt x="21497" y="83320"/>
                </a:lnTo>
                <a:lnTo>
                  <a:pt x="21497" y="83321"/>
                </a:lnTo>
                <a:lnTo>
                  <a:pt x="21497" y="83321"/>
                </a:lnTo>
                <a:lnTo>
                  <a:pt x="21497" y="83321"/>
                </a:lnTo>
                <a:lnTo>
                  <a:pt x="21497" y="83322"/>
                </a:lnTo>
                <a:lnTo>
                  <a:pt x="21497" y="83322"/>
                </a:lnTo>
                <a:lnTo>
                  <a:pt x="21497" y="83322"/>
                </a:lnTo>
                <a:lnTo>
                  <a:pt x="21497" y="83322"/>
                </a:lnTo>
                <a:lnTo>
                  <a:pt x="21497" y="83323"/>
                </a:lnTo>
                <a:lnTo>
                  <a:pt x="21497" y="83323"/>
                </a:lnTo>
                <a:lnTo>
                  <a:pt x="21497" y="83323"/>
                </a:lnTo>
                <a:lnTo>
                  <a:pt x="21497" y="83323"/>
                </a:lnTo>
                <a:lnTo>
                  <a:pt x="21497" y="83324"/>
                </a:lnTo>
                <a:lnTo>
                  <a:pt x="21497" y="83324"/>
                </a:lnTo>
                <a:lnTo>
                  <a:pt x="21497" y="83324"/>
                </a:lnTo>
                <a:lnTo>
                  <a:pt x="21497" y="83325"/>
                </a:lnTo>
                <a:lnTo>
                  <a:pt x="21497" y="83325"/>
                </a:lnTo>
                <a:lnTo>
                  <a:pt x="21497" y="83325"/>
                </a:lnTo>
                <a:lnTo>
                  <a:pt x="21497" y="83325"/>
                </a:lnTo>
                <a:lnTo>
                  <a:pt x="21497" y="83326"/>
                </a:lnTo>
                <a:lnTo>
                  <a:pt x="21497" y="83326"/>
                </a:lnTo>
                <a:lnTo>
                  <a:pt x="21497" y="83326"/>
                </a:lnTo>
                <a:lnTo>
                  <a:pt x="21497" y="83327"/>
                </a:lnTo>
                <a:lnTo>
                  <a:pt x="21497" y="83327"/>
                </a:lnTo>
                <a:lnTo>
                  <a:pt x="21497" y="83327"/>
                </a:lnTo>
                <a:lnTo>
                  <a:pt x="21497" y="83327"/>
                </a:lnTo>
                <a:lnTo>
                  <a:pt x="21497" y="83328"/>
                </a:lnTo>
                <a:lnTo>
                  <a:pt x="21497" y="83328"/>
                </a:lnTo>
                <a:lnTo>
                  <a:pt x="21497" y="83328"/>
                </a:lnTo>
                <a:lnTo>
                  <a:pt x="21497" y="83329"/>
                </a:lnTo>
                <a:lnTo>
                  <a:pt x="21497" y="83329"/>
                </a:lnTo>
                <a:lnTo>
                  <a:pt x="21497" y="83329"/>
                </a:lnTo>
                <a:lnTo>
                  <a:pt x="21497" y="83329"/>
                </a:lnTo>
                <a:lnTo>
                  <a:pt x="21497" y="83330"/>
                </a:lnTo>
                <a:lnTo>
                  <a:pt x="21497" y="83330"/>
                </a:lnTo>
                <a:lnTo>
                  <a:pt x="21497" y="83330"/>
                </a:lnTo>
                <a:lnTo>
                  <a:pt x="21497" y="83330"/>
                </a:lnTo>
                <a:lnTo>
                  <a:pt x="21497" y="83331"/>
                </a:lnTo>
                <a:lnTo>
                  <a:pt x="21497" y="83331"/>
                </a:lnTo>
                <a:lnTo>
                  <a:pt x="21497" y="83331"/>
                </a:lnTo>
                <a:lnTo>
                  <a:pt x="21497" y="83332"/>
                </a:lnTo>
                <a:lnTo>
                  <a:pt x="21497" y="83332"/>
                </a:lnTo>
                <a:lnTo>
                  <a:pt x="21497" y="83332"/>
                </a:lnTo>
                <a:lnTo>
                  <a:pt x="21497" y="83332"/>
                </a:lnTo>
                <a:lnTo>
                  <a:pt x="21497" y="83333"/>
                </a:lnTo>
                <a:lnTo>
                  <a:pt x="21497" y="83333"/>
                </a:lnTo>
                <a:lnTo>
                  <a:pt x="21497" y="83333"/>
                </a:lnTo>
                <a:lnTo>
                  <a:pt x="21497" y="83334"/>
                </a:lnTo>
                <a:lnTo>
                  <a:pt x="21497" y="83334"/>
                </a:lnTo>
                <a:lnTo>
                  <a:pt x="21497" y="83334"/>
                </a:lnTo>
                <a:lnTo>
                  <a:pt x="21497" y="83334"/>
                </a:lnTo>
                <a:lnTo>
                  <a:pt x="21497" y="83335"/>
                </a:lnTo>
                <a:lnTo>
                  <a:pt x="21497" y="83335"/>
                </a:lnTo>
                <a:lnTo>
                  <a:pt x="21497" y="83335"/>
                </a:lnTo>
                <a:lnTo>
                  <a:pt x="21497" y="83336"/>
                </a:lnTo>
                <a:lnTo>
                  <a:pt x="21497" y="83336"/>
                </a:lnTo>
                <a:lnTo>
                  <a:pt x="21497" y="83336"/>
                </a:lnTo>
                <a:lnTo>
                  <a:pt x="21497" y="83336"/>
                </a:lnTo>
                <a:lnTo>
                  <a:pt x="21497" y="83337"/>
                </a:lnTo>
                <a:lnTo>
                  <a:pt x="21497" y="83337"/>
                </a:lnTo>
                <a:lnTo>
                  <a:pt x="21497" y="83337"/>
                </a:lnTo>
                <a:lnTo>
                  <a:pt x="21497" y="83337"/>
                </a:lnTo>
                <a:lnTo>
                  <a:pt x="21497" y="83338"/>
                </a:lnTo>
                <a:lnTo>
                  <a:pt x="21497" y="83338"/>
                </a:lnTo>
                <a:lnTo>
                  <a:pt x="21497" y="83338"/>
                </a:lnTo>
                <a:lnTo>
                  <a:pt x="21497" y="83339"/>
                </a:lnTo>
                <a:lnTo>
                  <a:pt x="21497" y="83339"/>
                </a:lnTo>
                <a:lnTo>
                  <a:pt x="21497" y="83339"/>
                </a:lnTo>
                <a:lnTo>
                  <a:pt x="21497" y="83339"/>
                </a:lnTo>
                <a:lnTo>
                  <a:pt x="21497" y="83340"/>
                </a:lnTo>
                <a:lnTo>
                  <a:pt x="21497" y="83340"/>
                </a:lnTo>
                <a:lnTo>
                  <a:pt x="21497" y="83340"/>
                </a:lnTo>
                <a:lnTo>
                  <a:pt x="21497" y="83341"/>
                </a:lnTo>
                <a:lnTo>
                  <a:pt x="21497" y="83341"/>
                </a:lnTo>
                <a:lnTo>
                  <a:pt x="21497" y="83341"/>
                </a:lnTo>
                <a:lnTo>
                  <a:pt x="21497" y="83341"/>
                </a:lnTo>
                <a:lnTo>
                  <a:pt x="21497" y="83342"/>
                </a:lnTo>
                <a:lnTo>
                  <a:pt x="21497" y="83342"/>
                </a:lnTo>
                <a:lnTo>
                  <a:pt x="21497" y="83342"/>
                </a:lnTo>
                <a:lnTo>
                  <a:pt x="21497" y="83343"/>
                </a:lnTo>
                <a:lnTo>
                  <a:pt x="21497" y="83343"/>
                </a:lnTo>
                <a:lnTo>
                  <a:pt x="21497" y="83343"/>
                </a:lnTo>
                <a:lnTo>
                  <a:pt x="21497" y="83343"/>
                </a:lnTo>
                <a:lnTo>
                  <a:pt x="21497" y="83344"/>
                </a:lnTo>
                <a:lnTo>
                  <a:pt x="21497" y="83344"/>
                </a:lnTo>
                <a:lnTo>
                  <a:pt x="21497" y="83344"/>
                </a:lnTo>
                <a:lnTo>
                  <a:pt x="21497" y="83344"/>
                </a:lnTo>
                <a:lnTo>
                  <a:pt x="21497" y="83345"/>
                </a:lnTo>
                <a:lnTo>
                  <a:pt x="21497" y="83345"/>
                </a:lnTo>
                <a:lnTo>
                  <a:pt x="21497" y="83345"/>
                </a:lnTo>
                <a:lnTo>
                  <a:pt x="21497" y="83346"/>
                </a:lnTo>
                <a:lnTo>
                  <a:pt x="21497" y="83346"/>
                </a:lnTo>
                <a:lnTo>
                  <a:pt x="21497" y="83346"/>
                </a:lnTo>
                <a:lnTo>
                  <a:pt x="21497" y="83346"/>
                </a:lnTo>
                <a:lnTo>
                  <a:pt x="21497" y="83347"/>
                </a:lnTo>
                <a:lnTo>
                  <a:pt x="21497" y="83347"/>
                </a:lnTo>
                <a:lnTo>
                  <a:pt x="21497" y="83347"/>
                </a:lnTo>
                <a:lnTo>
                  <a:pt x="21497" y="83348"/>
                </a:lnTo>
                <a:lnTo>
                  <a:pt x="21497" y="83348"/>
                </a:lnTo>
                <a:lnTo>
                  <a:pt x="21497" y="83348"/>
                </a:lnTo>
                <a:lnTo>
                  <a:pt x="21497" y="83348"/>
                </a:lnTo>
                <a:lnTo>
                  <a:pt x="21497" y="83349"/>
                </a:lnTo>
                <a:lnTo>
                  <a:pt x="21497" y="83349"/>
                </a:lnTo>
                <a:lnTo>
                  <a:pt x="21497" y="83349"/>
                </a:lnTo>
                <a:lnTo>
                  <a:pt x="21497" y="83350"/>
                </a:lnTo>
                <a:lnTo>
                  <a:pt x="21497" y="83350"/>
                </a:lnTo>
                <a:lnTo>
                  <a:pt x="21497" y="83350"/>
                </a:lnTo>
                <a:lnTo>
                  <a:pt x="21497" y="83350"/>
                </a:lnTo>
                <a:lnTo>
                  <a:pt x="21497" y="83351"/>
                </a:lnTo>
                <a:lnTo>
                  <a:pt x="21497" y="83351"/>
                </a:lnTo>
                <a:lnTo>
                  <a:pt x="21497" y="83351"/>
                </a:lnTo>
                <a:lnTo>
                  <a:pt x="21497" y="83352"/>
                </a:lnTo>
                <a:lnTo>
                  <a:pt x="21497" y="83352"/>
                </a:lnTo>
                <a:lnTo>
                  <a:pt x="21497" y="83352"/>
                </a:lnTo>
                <a:lnTo>
                  <a:pt x="21497" y="83352"/>
                </a:lnTo>
                <a:lnTo>
                  <a:pt x="21497" y="83353"/>
                </a:lnTo>
                <a:lnTo>
                  <a:pt x="21497" y="83353"/>
                </a:lnTo>
                <a:lnTo>
                  <a:pt x="21497" y="83353"/>
                </a:lnTo>
                <a:lnTo>
                  <a:pt x="21497" y="83353"/>
                </a:lnTo>
                <a:lnTo>
                  <a:pt x="21497" y="83354"/>
                </a:lnTo>
                <a:lnTo>
                  <a:pt x="21497" y="83354"/>
                </a:lnTo>
                <a:lnTo>
                  <a:pt x="21497" y="83354"/>
                </a:lnTo>
                <a:lnTo>
                  <a:pt x="21497" y="83355"/>
                </a:lnTo>
                <a:lnTo>
                  <a:pt x="21497" y="83355"/>
                </a:lnTo>
                <a:lnTo>
                  <a:pt x="21497" y="83355"/>
                </a:lnTo>
                <a:lnTo>
                  <a:pt x="21497" y="83355"/>
                </a:lnTo>
                <a:lnTo>
                  <a:pt x="21497" y="83356"/>
                </a:lnTo>
                <a:lnTo>
                  <a:pt x="21497" y="83356"/>
                </a:lnTo>
                <a:lnTo>
                  <a:pt x="21497" y="83356"/>
                </a:lnTo>
                <a:lnTo>
                  <a:pt x="21497" y="83357"/>
                </a:lnTo>
                <a:lnTo>
                  <a:pt x="21497" y="83357"/>
                </a:lnTo>
                <a:lnTo>
                  <a:pt x="21497" y="83357"/>
                </a:lnTo>
                <a:lnTo>
                  <a:pt x="21497" y="83357"/>
                </a:lnTo>
                <a:lnTo>
                  <a:pt x="21497" y="83358"/>
                </a:lnTo>
                <a:lnTo>
                  <a:pt x="21497" y="83358"/>
                </a:lnTo>
                <a:lnTo>
                  <a:pt x="21497" y="83358"/>
                </a:lnTo>
                <a:lnTo>
                  <a:pt x="21497" y="83359"/>
                </a:lnTo>
                <a:lnTo>
                  <a:pt x="21497" y="83359"/>
                </a:lnTo>
                <a:lnTo>
                  <a:pt x="21497" y="83359"/>
                </a:lnTo>
                <a:lnTo>
                  <a:pt x="21497" y="83359"/>
                </a:lnTo>
                <a:lnTo>
                  <a:pt x="21497" y="83360"/>
                </a:lnTo>
                <a:lnTo>
                  <a:pt x="21497" y="83360"/>
                </a:lnTo>
                <a:lnTo>
                  <a:pt x="21497" y="83360"/>
                </a:lnTo>
                <a:lnTo>
                  <a:pt x="21497" y="83360"/>
                </a:lnTo>
                <a:lnTo>
                  <a:pt x="21497" y="83361"/>
                </a:lnTo>
                <a:lnTo>
                  <a:pt x="21497" y="83361"/>
                </a:lnTo>
                <a:lnTo>
                  <a:pt x="21497" y="83361"/>
                </a:lnTo>
                <a:lnTo>
                  <a:pt x="21497" y="83362"/>
                </a:lnTo>
                <a:lnTo>
                  <a:pt x="21497" y="83362"/>
                </a:lnTo>
                <a:lnTo>
                  <a:pt x="21497" y="83362"/>
                </a:lnTo>
                <a:lnTo>
                  <a:pt x="21497" y="83362"/>
                </a:lnTo>
                <a:lnTo>
                  <a:pt x="21497" y="83363"/>
                </a:lnTo>
                <a:lnTo>
                  <a:pt x="21497" y="83363"/>
                </a:lnTo>
                <a:lnTo>
                  <a:pt x="21497" y="83363"/>
                </a:lnTo>
                <a:lnTo>
                  <a:pt x="21497" y="83364"/>
                </a:lnTo>
                <a:lnTo>
                  <a:pt x="21497" y="83364"/>
                </a:lnTo>
                <a:lnTo>
                  <a:pt x="21497" y="83364"/>
                </a:lnTo>
                <a:lnTo>
                  <a:pt x="21497" y="83364"/>
                </a:lnTo>
                <a:lnTo>
                  <a:pt x="21497" y="83365"/>
                </a:lnTo>
                <a:lnTo>
                  <a:pt x="21497" y="83365"/>
                </a:lnTo>
                <a:lnTo>
                  <a:pt x="21497" y="83365"/>
                </a:lnTo>
                <a:lnTo>
                  <a:pt x="21497" y="83366"/>
                </a:lnTo>
                <a:lnTo>
                  <a:pt x="21497" y="83366"/>
                </a:lnTo>
                <a:lnTo>
                  <a:pt x="21497" y="83366"/>
                </a:lnTo>
                <a:lnTo>
                  <a:pt x="21497" y="83366"/>
                </a:lnTo>
                <a:lnTo>
                  <a:pt x="21497" y="83367"/>
                </a:lnTo>
                <a:lnTo>
                  <a:pt x="21497" y="83367"/>
                </a:lnTo>
                <a:lnTo>
                  <a:pt x="21497" y="83367"/>
                </a:lnTo>
                <a:lnTo>
                  <a:pt x="21497" y="83368"/>
                </a:lnTo>
                <a:lnTo>
                  <a:pt x="21497" y="83368"/>
                </a:lnTo>
                <a:lnTo>
                  <a:pt x="21497" y="83368"/>
                </a:lnTo>
                <a:lnTo>
                  <a:pt x="21497" y="83368"/>
                </a:lnTo>
                <a:lnTo>
                  <a:pt x="21497" y="83369"/>
                </a:lnTo>
                <a:lnTo>
                  <a:pt x="21497" y="83369"/>
                </a:lnTo>
                <a:lnTo>
                  <a:pt x="21497" y="83369"/>
                </a:lnTo>
                <a:lnTo>
                  <a:pt x="21497" y="83370"/>
                </a:lnTo>
                <a:lnTo>
                  <a:pt x="21497" y="83370"/>
                </a:lnTo>
                <a:lnTo>
                  <a:pt x="21497" y="83370"/>
                </a:lnTo>
                <a:lnTo>
                  <a:pt x="21497" y="83370"/>
                </a:lnTo>
                <a:lnTo>
                  <a:pt x="21497" y="83371"/>
                </a:lnTo>
                <a:lnTo>
                  <a:pt x="21497" y="83371"/>
                </a:lnTo>
                <a:lnTo>
                  <a:pt x="21497" y="83371"/>
                </a:lnTo>
                <a:lnTo>
                  <a:pt x="21497" y="83371"/>
                </a:lnTo>
                <a:lnTo>
                  <a:pt x="21497" y="83372"/>
                </a:lnTo>
                <a:lnTo>
                  <a:pt x="21497" y="83372"/>
                </a:lnTo>
                <a:lnTo>
                  <a:pt x="21497" y="83372"/>
                </a:lnTo>
                <a:lnTo>
                  <a:pt x="21497" y="83373"/>
                </a:lnTo>
                <a:lnTo>
                  <a:pt x="21497" y="83373"/>
                </a:lnTo>
                <a:lnTo>
                  <a:pt x="21497" y="83373"/>
                </a:lnTo>
                <a:lnTo>
                  <a:pt x="21497" y="83373"/>
                </a:lnTo>
                <a:lnTo>
                  <a:pt x="21497" y="83374"/>
                </a:lnTo>
                <a:lnTo>
                  <a:pt x="21497" y="83374"/>
                </a:lnTo>
                <a:lnTo>
                  <a:pt x="21497" y="83374"/>
                </a:lnTo>
                <a:lnTo>
                  <a:pt x="21497" y="83375"/>
                </a:lnTo>
                <a:lnTo>
                  <a:pt x="21497" y="83375"/>
                </a:lnTo>
                <a:lnTo>
                  <a:pt x="21497" y="83375"/>
                </a:lnTo>
                <a:lnTo>
                  <a:pt x="21497" y="83375"/>
                </a:lnTo>
                <a:lnTo>
                  <a:pt x="21497" y="83376"/>
                </a:lnTo>
                <a:lnTo>
                  <a:pt x="21497" y="83376"/>
                </a:lnTo>
                <a:lnTo>
                  <a:pt x="21497" y="83376"/>
                </a:lnTo>
                <a:lnTo>
                  <a:pt x="21497" y="83377"/>
                </a:lnTo>
                <a:lnTo>
                  <a:pt x="21497" y="83377"/>
                </a:lnTo>
                <a:lnTo>
                  <a:pt x="21497" y="83377"/>
                </a:lnTo>
                <a:lnTo>
                  <a:pt x="21497" y="83377"/>
                </a:lnTo>
                <a:lnTo>
                  <a:pt x="21497" y="83378"/>
                </a:lnTo>
                <a:lnTo>
                  <a:pt x="21497" y="83378"/>
                </a:lnTo>
                <a:lnTo>
                  <a:pt x="21497" y="83378"/>
                </a:lnTo>
                <a:lnTo>
                  <a:pt x="21497" y="83379"/>
                </a:lnTo>
                <a:lnTo>
                  <a:pt x="21497" y="83379"/>
                </a:lnTo>
                <a:lnTo>
                  <a:pt x="21497" y="83379"/>
                </a:lnTo>
                <a:lnTo>
                  <a:pt x="21497" y="83379"/>
                </a:lnTo>
                <a:lnTo>
                  <a:pt x="21497" y="83380"/>
                </a:lnTo>
                <a:lnTo>
                  <a:pt x="21497" y="83380"/>
                </a:lnTo>
                <a:lnTo>
                  <a:pt x="21497" y="83380"/>
                </a:lnTo>
                <a:lnTo>
                  <a:pt x="21497" y="83381"/>
                </a:lnTo>
                <a:lnTo>
                  <a:pt x="21497" y="83381"/>
                </a:lnTo>
                <a:lnTo>
                  <a:pt x="21497" y="83381"/>
                </a:lnTo>
                <a:lnTo>
                  <a:pt x="21497" y="83381"/>
                </a:lnTo>
                <a:lnTo>
                  <a:pt x="21497" y="83382"/>
                </a:lnTo>
                <a:lnTo>
                  <a:pt x="21497" y="83382"/>
                </a:lnTo>
                <a:lnTo>
                  <a:pt x="21497" y="83382"/>
                </a:lnTo>
                <a:lnTo>
                  <a:pt x="21497" y="83382"/>
                </a:lnTo>
                <a:lnTo>
                  <a:pt x="21497" y="83383"/>
                </a:lnTo>
                <a:lnTo>
                  <a:pt x="21497" y="83383"/>
                </a:lnTo>
                <a:lnTo>
                  <a:pt x="21497" y="83383"/>
                </a:lnTo>
                <a:lnTo>
                  <a:pt x="21497" y="83384"/>
                </a:lnTo>
                <a:lnTo>
                  <a:pt x="21497" y="83384"/>
                </a:lnTo>
                <a:lnTo>
                  <a:pt x="21497" y="83384"/>
                </a:lnTo>
                <a:lnTo>
                  <a:pt x="21497" y="83384"/>
                </a:lnTo>
                <a:lnTo>
                  <a:pt x="21497" y="83385"/>
                </a:lnTo>
                <a:lnTo>
                  <a:pt x="21497" y="83385"/>
                </a:lnTo>
                <a:lnTo>
                  <a:pt x="21497" y="83385"/>
                </a:lnTo>
                <a:lnTo>
                  <a:pt x="21497" y="83386"/>
                </a:lnTo>
                <a:lnTo>
                  <a:pt x="21497" y="83386"/>
                </a:lnTo>
                <a:lnTo>
                  <a:pt x="21497" y="83386"/>
                </a:lnTo>
                <a:lnTo>
                  <a:pt x="21497" y="83386"/>
                </a:lnTo>
                <a:lnTo>
                  <a:pt x="21497" y="83387"/>
                </a:lnTo>
                <a:lnTo>
                  <a:pt x="21497" y="83387"/>
                </a:lnTo>
                <a:lnTo>
                  <a:pt x="21497" y="83387"/>
                </a:lnTo>
                <a:lnTo>
                  <a:pt x="21497" y="83388"/>
                </a:lnTo>
                <a:lnTo>
                  <a:pt x="21497" y="83388"/>
                </a:lnTo>
                <a:lnTo>
                  <a:pt x="21497" y="83388"/>
                </a:lnTo>
                <a:lnTo>
                  <a:pt x="21497" y="83388"/>
                </a:lnTo>
                <a:lnTo>
                  <a:pt x="21497" y="83389"/>
                </a:lnTo>
                <a:lnTo>
                  <a:pt x="21497" y="83389"/>
                </a:lnTo>
                <a:lnTo>
                  <a:pt x="21497" y="83389"/>
                </a:lnTo>
                <a:lnTo>
                  <a:pt x="21497" y="83390"/>
                </a:lnTo>
                <a:lnTo>
                  <a:pt x="21497" y="83390"/>
                </a:lnTo>
                <a:lnTo>
                  <a:pt x="21497" y="83390"/>
                </a:lnTo>
                <a:lnTo>
                  <a:pt x="21497" y="83390"/>
                </a:lnTo>
                <a:lnTo>
                  <a:pt x="21497" y="83391"/>
                </a:lnTo>
                <a:lnTo>
                  <a:pt x="21497" y="83391"/>
                </a:lnTo>
                <a:lnTo>
                  <a:pt x="21497" y="83391"/>
                </a:lnTo>
                <a:lnTo>
                  <a:pt x="21497" y="83392"/>
                </a:lnTo>
                <a:lnTo>
                  <a:pt x="21497" y="83392"/>
                </a:lnTo>
                <a:lnTo>
                  <a:pt x="21497" y="83392"/>
                </a:lnTo>
                <a:lnTo>
                  <a:pt x="21497" y="83392"/>
                </a:lnTo>
                <a:lnTo>
                  <a:pt x="21497" y="83393"/>
                </a:lnTo>
                <a:lnTo>
                  <a:pt x="21497" y="83393"/>
                </a:lnTo>
                <a:lnTo>
                  <a:pt x="21497" y="83393"/>
                </a:lnTo>
                <a:lnTo>
                  <a:pt x="21497" y="83394"/>
                </a:lnTo>
                <a:lnTo>
                  <a:pt x="21497" y="83394"/>
                </a:lnTo>
                <a:lnTo>
                  <a:pt x="21497" y="83394"/>
                </a:lnTo>
                <a:lnTo>
                  <a:pt x="21497" y="83394"/>
                </a:lnTo>
                <a:lnTo>
                  <a:pt x="21497" y="83395"/>
                </a:lnTo>
                <a:lnTo>
                  <a:pt x="21497" y="83395"/>
                </a:lnTo>
                <a:lnTo>
                  <a:pt x="21497" y="83395"/>
                </a:lnTo>
                <a:lnTo>
                  <a:pt x="21497" y="83396"/>
                </a:lnTo>
                <a:lnTo>
                  <a:pt x="21497" y="83396"/>
                </a:lnTo>
                <a:lnTo>
                  <a:pt x="21497" y="83396"/>
                </a:lnTo>
                <a:lnTo>
                  <a:pt x="21497" y="83396"/>
                </a:lnTo>
                <a:lnTo>
                  <a:pt x="21497" y="83397"/>
                </a:lnTo>
                <a:lnTo>
                  <a:pt x="21497" y="83397"/>
                </a:lnTo>
                <a:lnTo>
                  <a:pt x="21497" y="83397"/>
                </a:lnTo>
                <a:lnTo>
                  <a:pt x="21497" y="83398"/>
                </a:lnTo>
                <a:lnTo>
                  <a:pt x="21497" y="83398"/>
                </a:lnTo>
                <a:lnTo>
                  <a:pt x="21497" y="83398"/>
                </a:lnTo>
                <a:lnTo>
                  <a:pt x="21497" y="83398"/>
                </a:lnTo>
                <a:lnTo>
                  <a:pt x="21497" y="83399"/>
                </a:lnTo>
                <a:lnTo>
                  <a:pt x="21497" y="83399"/>
                </a:lnTo>
                <a:lnTo>
                  <a:pt x="21497" y="83399"/>
                </a:lnTo>
                <a:lnTo>
                  <a:pt x="21497" y="83399"/>
                </a:lnTo>
                <a:lnTo>
                  <a:pt x="21497" y="83400"/>
                </a:lnTo>
                <a:lnTo>
                  <a:pt x="21497" y="83400"/>
                </a:lnTo>
                <a:lnTo>
                  <a:pt x="21497" y="83400"/>
                </a:lnTo>
                <a:lnTo>
                  <a:pt x="21497" y="83401"/>
                </a:lnTo>
                <a:lnTo>
                  <a:pt x="21497" y="83401"/>
                </a:lnTo>
                <a:lnTo>
                  <a:pt x="21497" y="83401"/>
                </a:lnTo>
                <a:lnTo>
                  <a:pt x="21497" y="83401"/>
                </a:lnTo>
                <a:lnTo>
                  <a:pt x="21497" y="83402"/>
                </a:lnTo>
                <a:lnTo>
                  <a:pt x="21497" y="83402"/>
                </a:lnTo>
                <a:lnTo>
                  <a:pt x="21497" y="83402"/>
                </a:lnTo>
                <a:lnTo>
                  <a:pt x="21497" y="83403"/>
                </a:lnTo>
                <a:lnTo>
                  <a:pt x="21497" y="83403"/>
                </a:lnTo>
                <a:lnTo>
                  <a:pt x="21497" y="83403"/>
                </a:lnTo>
                <a:lnTo>
                  <a:pt x="21497" y="83403"/>
                </a:lnTo>
                <a:lnTo>
                  <a:pt x="21497" y="83404"/>
                </a:lnTo>
                <a:lnTo>
                  <a:pt x="21497" y="83404"/>
                </a:lnTo>
                <a:lnTo>
                  <a:pt x="21497" y="83404"/>
                </a:lnTo>
                <a:lnTo>
                  <a:pt x="21497" y="83405"/>
                </a:lnTo>
                <a:lnTo>
                  <a:pt x="21497" y="83405"/>
                </a:lnTo>
                <a:lnTo>
                  <a:pt x="21497" y="83405"/>
                </a:lnTo>
                <a:lnTo>
                  <a:pt x="21497" y="83405"/>
                </a:lnTo>
                <a:lnTo>
                  <a:pt x="21497" y="83406"/>
                </a:lnTo>
                <a:lnTo>
                  <a:pt x="21497" y="83406"/>
                </a:lnTo>
                <a:lnTo>
                  <a:pt x="21497" y="83406"/>
                </a:lnTo>
                <a:lnTo>
                  <a:pt x="21497" y="83407"/>
                </a:lnTo>
                <a:lnTo>
                  <a:pt x="21497" y="83407"/>
                </a:lnTo>
                <a:lnTo>
                  <a:pt x="21497" y="83407"/>
                </a:lnTo>
                <a:lnTo>
                  <a:pt x="21497" y="83407"/>
                </a:lnTo>
                <a:lnTo>
                  <a:pt x="21497" y="83408"/>
                </a:lnTo>
                <a:lnTo>
                  <a:pt x="21497" y="83408"/>
                </a:lnTo>
                <a:lnTo>
                  <a:pt x="21497" y="83408"/>
                </a:lnTo>
                <a:lnTo>
                  <a:pt x="21497" y="83409"/>
                </a:lnTo>
                <a:lnTo>
                  <a:pt x="21497" y="83409"/>
                </a:lnTo>
                <a:lnTo>
                  <a:pt x="21497" y="83409"/>
                </a:lnTo>
                <a:lnTo>
                  <a:pt x="21497" y="83409"/>
                </a:lnTo>
                <a:lnTo>
                  <a:pt x="21497" y="83410"/>
                </a:lnTo>
                <a:lnTo>
                  <a:pt x="21497" y="83410"/>
                </a:lnTo>
                <a:lnTo>
                  <a:pt x="21497" y="83410"/>
                </a:lnTo>
                <a:lnTo>
                  <a:pt x="21497" y="83411"/>
                </a:lnTo>
                <a:lnTo>
                  <a:pt x="21497" y="83411"/>
                </a:lnTo>
                <a:lnTo>
                  <a:pt x="21497" y="83411"/>
                </a:lnTo>
                <a:lnTo>
                  <a:pt x="21497" y="83411"/>
                </a:lnTo>
                <a:lnTo>
                  <a:pt x="21497" y="83412"/>
                </a:lnTo>
                <a:lnTo>
                  <a:pt x="21497" y="83412"/>
                </a:lnTo>
                <a:lnTo>
                  <a:pt x="21497" y="83412"/>
                </a:lnTo>
                <a:lnTo>
                  <a:pt x="21497" y="83413"/>
                </a:lnTo>
                <a:lnTo>
                  <a:pt x="21497" y="83413"/>
                </a:lnTo>
                <a:lnTo>
                  <a:pt x="21497" y="83413"/>
                </a:lnTo>
                <a:lnTo>
                  <a:pt x="21497" y="83413"/>
                </a:lnTo>
                <a:lnTo>
                  <a:pt x="21497" y="83414"/>
                </a:lnTo>
                <a:lnTo>
                  <a:pt x="21497" y="83414"/>
                </a:lnTo>
                <a:lnTo>
                  <a:pt x="21497" y="83414"/>
                </a:lnTo>
                <a:lnTo>
                  <a:pt x="21497" y="83415"/>
                </a:lnTo>
                <a:lnTo>
                  <a:pt x="21497" y="83415"/>
                </a:lnTo>
                <a:lnTo>
                  <a:pt x="21497" y="83415"/>
                </a:lnTo>
                <a:lnTo>
                  <a:pt x="21497" y="83415"/>
                </a:lnTo>
                <a:lnTo>
                  <a:pt x="21497" y="83416"/>
                </a:lnTo>
                <a:lnTo>
                  <a:pt x="21497" y="83416"/>
                </a:lnTo>
                <a:lnTo>
                  <a:pt x="21497" y="83416"/>
                </a:lnTo>
                <a:lnTo>
                  <a:pt x="21497" y="83417"/>
                </a:lnTo>
                <a:lnTo>
                  <a:pt x="21497" y="83417"/>
                </a:lnTo>
                <a:lnTo>
                  <a:pt x="21497" y="83417"/>
                </a:lnTo>
                <a:lnTo>
                  <a:pt x="21497" y="83417"/>
                </a:lnTo>
                <a:lnTo>
                  <a:pt x="21497" y="83418"/>
                </a:lnTo>
                <a:lnTo>
                  <a:pt x="21497" y="83418"/>
                </a:lnTo>
                <a:lnTo>
                  <a:pt x="21497" y="83418"/>
                </a:lnTo>
                <a:lnTo>
                  <a:pt x="21497" y="83419"/>
                </a:lnTo>
                <a:lnTo>
                  <a:pt x="21497" y="83419"/>
                </a:lnTo>
                <a:lnTo>
                  <a:pt x="21497" y="83419"/>
                </a:lnTo>
                <a:lnTo>
                  <a:pt x="21497" y="83419"/>
                </a:lnTo>
                <a:lnTo>
                  <a:pt x="21497" y="83420"/>
                </a:lnTo>
                <a:lnTo>
                  <a:pt x="21497" y="83420"/>
                </a:lnTo>
                <a:lnTo>
                  <a:pt x="21497" y="83420"/>
                </a:lnTo>
                <a:lnTo>
                  <a:pt x="21497" y="83421"/>
                </a:lnTo>
                <a:lnTo>
                  <a:pt x="21497" y="83421"/>
                </a:lnTo>
                <a:lnTo>
                  <a:pt x="21497" y="83421"/>
                </a:lnTo>
                <a:lnTo>
                  <a:pt x="21497" y="83421"/>
                </a:lnTo>
                <a:lnTo>
                  <a:pt x="21497" y="83422"/>
                </a:lnTo>
                <a:lnTo>
                  <a:pt x="21497" y="83422"/>
                </a:lnTo>
                <a:lnTo>
                  <a:pt x="21497" y="83422"/>
                </a:lnTo>
                <a:lnTo>
                  <a:pt x="21497" y="83423"/>
                </a:lnTo>
                <a:lnTo>
                  <a:pt x="21497" y="83423"/>
                </a:lnTo>
                <a:lnTo>
                  <a:pt x="21497" y="83423"/>
                </a:lnTo>
                <a:lnTo>
                  <a:pt x="21497" y="83423"/>
                </a:lnTo>
                <a:lnTo>
                  <a:pt x="21497" y="83424"/>
                </a:lnTo>
                <a:lnTo>
                  <a:pt x="21497" y="83424"/>
                </a:lnTo>
                <a:lnTo>
                  <a:pt x="21497" y="83424"/>
                </a:lnTo>
                <a:lnTo>
                  <a:pt x="21497" y="83425"/>
                </a:lnTo>
                <a:lnTo>
                  <a:pt x="21497" y="83425"/>
                </a:lnTo>
                <a:lnTo>
                  <a:pt x="21497" y="83425"/>
                </a:lnTo>
                <a:lnTo>
                  <a:pt x="21497" y="83425"/>
                </a:lnTo>
                <a:lnTo>
                  <a:pt x="21497" y="83426"/>
                </a:lnTo>
                <a:lnTo>
                  <a:pt x="21497" y="83426"/>
                </a:lnTo>
                <a:lnTo>
                  <a:pt x="21497" y="83426"/>
                </a:lnTo>
                <a:lnTo>
                  <a:pt x="21497" y="83427"/>
                </a:lnTo>
                <a:lnTo>
                  <a:pt x="21497" y="83427"/>
                </a:lnTo>
                <a:lnTo>
                  <a:pt x="21497" y="83427"/>
                </a:lnTo>
                <a:lnTo>
                  <a:pt x="21497" y="83427"/>
                </a:lnTo>
                <a:lnTo>
                  <a:pt x="21497" y="83428"/>
                </a:lnTo>
                <a:lnTo>
                  <a:pt x="21497" y="83428"/>
                </a:lnTo>
                <a:lnTo>
                  <a:pt x="21497" y="83428"/>
                </a:lnTo>
                <a:lnTo>
                  <a:pt x="21497" y="83429"/>
                </a:lnTo>
                <a:lnTo>
                  <a:pt x="21497" y="83429"/>
                </a:lnTo>
                <a:lnTo>
                  <a:pt x="21497" y="83429"/>
                </a:lnTo>
                <a:lnTo>
                  <a:pt x="21497" y="83429"/>
                </a:lnTo>
                <a:lnTo>
                  <a:pt x="21497" y="83430"/>
                </a:lnTo>
                <a:lnTo>
                  <a:pt x="21497" y="83430"/>
                </a:lnTo>
                <a:lnTo>
                  <a:pt x="21497" y="83430"/>
                </a:lnTo>
                <a:lnTo>
                  <a:pt x="21497" y="83431"/>
                </a:lnTo>
                <a:lnTo>
                  <a:pt x="21497" y="83431"/>
                </a:lnTo>
                <a:lnTo>
                  <a:pt x="21497" y="83431"/>
                </a:lnTo>
                <a:lnTo>
                  <a:pt x="21497" y="83431"/>
                </a:lnTo>
                <a:lnTo>
                  <a:pt x="21497" y="83432"/>
                </a:lnTo>
                <a:lnTo>
                  <a:pt x="21497" y="83432"/>
                </a:lnTo>
                <a:lnTo>
                  <a:pt x="21497" y="83432"/>
                </a:lnTo>
                <a:lnTo>
                  <a:pt x="21497" y="83433"/>
                </a:lnTo>
                <a:lnTo>
                  <a:pt x="21497" y="83433"/>
                </a:lnTo>
                <a:lnTo>
                  <a:pt x="21497" y="83433"/>
                </a:lnTo>
                <a:lnTo>
                  <a:pt x="21497" y="83433"/>
                </a:lnTo>
                <a:lnTo>
                  <a:pt x="21497" y="83434"/>
                </a:lnTo>
                <a:lnTo>
                  <a:pt x="21497" y="83434"/>
                </a:lnTo>
                <a:lnTo>
                  <a:pt x="21497" y="83434"/>
                </a:lnTo>
                <a:lnTo>
                  <a:pt x="21497" y="83435"/>
                </a:lnTo>
                <a:lnTo>
                  <a:pt x="21497" y="83435"/>
                </a:lnTo>
                <a:lnTo>
                  <a:pt x="21497" y="83435"/>
                </a:lnTo>
                <a:lnTo>
                  <a:pt x="21497" y="83435"/>
                </a:lnTo>
                <a:lnTo>
                  <a:pt x="21497" y="83436"/>
                </a:lnTo>
                <a:lnTo>
                  <a:pt x="21497" y="83436"/>
                </a:lnTo>
                <a:lnTo>
                  <a:pt x="21497" y="83436"/>
                </a:lnTo>
                <a:lnTo>
                  <a:pt x="21497" y="83437"/>
                </a:lnTo>
                <a:lnTo>
                  <a:pt x="21497" y="83437"/>
                </a:lnTo>
                <a:lnTo>
                  <a:pt x="21497" y="83437"/>
                </a:lnTo>
                <a:lnTo>
                  <a:pt x="21497" y="83437"/>
                </a:lnTo>
                <a:lnTo>
                  <a:pt x="21497" y="83438"/>
                </a:lnTo>
                <a:lnTo>
                  <a:pt x="21497" y="83438"/>
                </a:lnTo>
                <a:lnTo>
                  <a:pt x="21497" y="83438"/>
                </a:lnTo>
                <a:lnTo>
                  <a:pt x="21497" y="83439"/>
                </a:lnTo>
                <a:lnTo>
                  <a:pt x="21497" y="83439"/>
                </a:lnTo>
                <a:lnTo>
                  <a:pt x="21497" y="83439"/>
                </a:lnTo>
                <a:lnTo>
                  <a:pt x="21497" y="83439"/>
                </a:lnTo>
                <a:lnTo>
                  <a:pt x="21497" y="83440"/>
                </a:lnTo>
                <a:lnTo>
                  <a:pt x="21497" y="83440"/>
                </a:lnTo>
                <a:lnTo>
                  <a:pt x="21497" y="83440"/>
                </a:lnTo>
                <a:lnTo>
                  <a:pt x="21497" y="83441"/>
                </a:lnTo>
                <a:lnTo>
                  <a:pt x="21497" y="83441"/>
                </a:lnTo>
                <a:lnTo>
                  <a:pt x="21497" y="83441"/>
                </a:lnTo>
                <a:lnTo>
                  <a:pt x="21497" y="83441"/>
                </a:lnTo>
                <a:lnTo>
                  <a:pt x="21497" y="83442"/>
                </a:lnTo>
                <a:lnTo>
                  <a:pt x="21497" y="83442"/>
                </a:lnTo>
                <a:lnTo>
                  <a:pt x="21497" y="83442"/>
                </a:lnTo>
                <a:lnTo>
                  <a:pt x="21497" y="83443"/>
                </a:lnTo>
                <a:lnTo>
                  <a:pt x="21497" y="83443"/>
                </a:lnTo>
                <a:lnTo>
                  <a:pt x="21497" y="83443"/>
                </a:lnTo>
                <a:lnTo>
                  <a:pt x="21497" y="83443"/>
                </a:lnTo>
                <a:lnTo>
                  <a:pt x="21497" y="83444"/>
                </a:lnTo>
                <a:lnTo>
                  <a:pt x="21497" y="83444"/>
                </a:lnTo>
                <a:lnTo>
                  <a:pt x="21497" y="83444"/>
                </a:lnTo>
                <a:lnTo>
                  <a:pt x="21497" y="83445"/>
                </a:lnTo>
                <a:lnTo>
                  <a:pt x="21497" y="83445"/>
                </a:lnTo>
                <a:lnTo>
                  <a:pt x="21497" y="83445"/>
                </a:lnTo>
                <a:lnTo>
                  <a:pt x="21497" y="83445"/>
                </a:lnTo>
                <a:lnTo>
                  <a:pt x="21497" y="83446"/>
                </a:lnTo>
                <a:lnTo>
                  <a:pt x="21497" y="83446"/>
                </a:lnTo>
                <a:lnTo>
                  <a:pt x="21497" y="83446"/>
                </a:lnTo>
                <a:lnTo>
                  <a:pt x="21497" y="83447"/>
                </a:lnTo>
                <a:lnTo>
                  <a:pt x="21497" y="83447"/>
                </a:lnTo>
                <a:lnTo>
                  <a:pt x="21497" y="83447"/>
                </a:lnTo>
                <a:lnTo>
                  <a:pt x="21497" y="83447"/>
                </a:lnTo>
                <a:lnTo>
                  <a:pt x="21497" y="83448"/>
                </a:lnTo>
                <a:lnTo>
                  <a:pt x="21497" y="83448"/>
                </a:lnTo>
                <a:lnTo>
                  <a:pt x="21497" y="83448"/>
                </a:lnTo>
                <a:lnTo>
                  <a:pt x="21497" y="83449"/>
                </a:lnTo>
                <a:lnTo>
                  <a:pt x="21497" y="83449"/>
                </a:lnTo>
                <a:lnTo>
                  <a:pt x="21497" y="83449"/>
                </a:lnTo>
                <a:lnTo>
                  <a:pt x="21497" y="83449"/>
                </a:lnTo>
                <a:lnTo>
                  <a:pt x="21497" y="83450"/>
                </a:lnTo>
                <a:lnTo>
                  <a:pt x="21497" y="83450"/>
                </a:lnTo>
                <a:lnTo>
                  <a:pt x="21497" y="83450"/>
                </a:lnTo>
                <a:lnTo>
                  <a:pt x="21497" y="83451"/>
                </a:lnTo>
                <a:lnTo>
                  <a:pt x="21497" y="83451"/>
                </a:lnTo>
                <a:lnTo>
                  <a:pt x="21497" y="83451"/>
                </a:lnTo>
                <a:lnTo>
                  <a:pt x="21497" y="83451"/>
                </a:lnTo>
                <a:lnTo>
                  <a:pt x="21497" y="83452"/>
                </a:lnTo>
                <a:lnTo>
                  <a:pt x="21497" y="83452"/>
                </a:lnTo>
                <a:lnTo>
                  <a:pt x="21497" y="83452"/>
                </a:lnTo>
                <a:lnTo>
                  <a:pt x="21497" y="83453"/>
                </a:lnTo>
                <a:lnTo>
                  <a:pt x="21497" y="83453"/>
                </a:lnTo>
                <a:lnTo>
                  <a:pt x="21497" y="83453"/>
                </a:lnTo>
                <a:lnTo>
                  <a:pt x="21497" y="83453"/>
                </a:lnTo>
                <a:lnTo>
                  <a:pt x="21497" y="83454"/>
                </a:lnTo>
                <a:lnTo>
                  <a:pt x="21497" y="83454"/>
                </a:lnTo>
                <a:lnTo>
                  <a:pt x="21497" y="83454"/>
                </a:lnTo>
                <a:lnTo>
                  <a:pt x="21497" y="83455"/>
                </a:lnTo>
                <a:lnTo>
                  <a:pt x="21497" y="83455"/>
                </a:lnTo>
                <a:lnTo>
                  <a:pt x="21497" y="83455"/>
                </a:lnTo>
                <a:lnTo>
                  <a:pt x="21497" y="83455"/>
                </a:lnTo>
                <a:lnTo>
                  <a:pt x="21497" y="83456"/>
                </a:lnTo>
                <a:lnTo>
                  <a:pt x="21497" y="83456"/>
                </a:lnTo>
                <a:lnTo>
                  <a:pt x="21497" y="83456"/>
                </a:lnTo>
                <a:lnTo>
                  <a:pt x="21497" y="83457"/>
                </a:lnTo>
                <a:lnTo>
                  <a:pt x="21497" y="83457"/>
                </a:lnTo>
                <a:lnTo>
                  <a:pt x="21497" y="83457"/>
                </a:lnTo>
                <a:lnTo>
                  <a:pt x="21497" y="83457"/>
                </a:lnTo>
                <a:lnTo>
                  <a:pt x="21497" y="83458"/>
                </a:lnTo>
                <a:lnTo>
                  <a:pt x="21497" y="83458"/>
                </a:lnTo>
                <a:lnTo>
                  <a:pt x="21497" y="83458"/>
                </a:lnTo>
                <a:lnTo>
                  <a:pt x="21497" y="83459"/>
                </a:lnTo>
                <a:lnTo>
                  <a:pt x="21497" y="83459"/>
                </a:lnTo>
                <a:lnTo>
                  <a:pt x="21497" y="83459"/>
                </a:lnTo>
                <a:lnTo>
                  <a:pt x="21497" y="83459"/>
                </a:lnTo>
                <a:lnTo>
                  <a:pt x="21497" y="83460"/>
                </a:lnTo>
                <a:lnTo>
                  <a:pt x="21497" y="83460"/>
                </a:lnTo>
                <a:lnTo>
                  <a:pt x="21497" y="83460"/>
                </a:lnTo>
                <a:lnTo>
                  <a:pt x="21497" y="83461"/>
                </a:lnTo>
                <a:lnTo>
                  <a:pt x="21497" y="83461"/>
                </a:lnTo>
                <a:lnTo>
                  <a:pt x="21497" y="83461"/>
                </a:lnTo>
                <a:lnTo>
                  <a:pt x="21497" y="83461"/>
                </a:lnTo>
                <a:lnTo>
                  <a:pt x="21497" y="83462"/>
                </a:lnTo>
                <a:lnTo>
                  <a:pt x="21497" y="83462"/>
                </a:lnTo>
                <a:lnTo>
                  <a:pt x="21497" y="83462"/>
                </a:lnTo>
                <a:lnTo>
                  <a:pt x="21497" y="83463"/>
                </a:lnTo>
                <a:lnTo>
                  <a:pt x="21497" y="83463"/>
                </a:lnTo>
                <a:lnTo>
                  <a:pt x="21497" y="83463"/>
                </a:lnTo>
                <a:lnTo>
                  <a:pt x="21497" y="83463"/>
                </a:lnTo>
                <a:lnTo>
                  <a:pt x="21497" y="83464"/>
                </a:lnTo>
                <a:lnTo>
                  <a:pt x="21497" y="83464"/>
                </a:lnTo>
                <a:lnTo>
                  <a:pt x="21497" y="83464"/>
                </a:lnTo>
                <a:lnTo>
                  <a:pt x="21497" y="83465"/>
                </a:lnTo>
                <a:lnTo>
                  <a:pt x="21497" y="83465"/>
                </a:lnTo>
                <a:lnTo>
                  <a:pt x="21497" y="83465"/>
                </a:lnTo>
                <a:lnTo>
                  <a:pt x="21497" y="83465"/>
                </a:lnTo>
                <a:lnTo>
                  <a:pt x="21497" y="83466"/>
                </a:lnTo>
                <a:lnTo>
                  <a:pt x="21497" y="83466"/>
                </a:lnTo>
                <a:lnTo>
                  <a:pt x="21497" y="83466"/>
                </a:lnTo>
                <a:lnTo>
                  <a:pt x="21497" y="83467"/>
                </a:lnTo>
                <a:lnTo>
                  <a:pt x="21497" y="83467"/>
                </a:lnTo>
                <a:lnTo>
                  <a:pt x="21497" y="83467"/>
                </a:lnTo>
                <a:lnTo>
                  <a:pt x="21497" y="83467"/>
                </a:lnTo>
                <a:lnTo>
                  <a:pt x="21497" y="83468"/>
                </a:lnTo>
                <a:lnTo>
                  <a:pt x="21497" y="83468"/>
                </a:lnTo>
                <a:lnTo>
                  <a:pt x="21497" y="83468"/>
                </a:lnTo>
                <a:lnTo>
                  <a:pt x="21497" y="83469"/>
                </a:lnTo>
                <a:lnTo>
                  <a:pt x="21497" y="83469"/>
                </a:lnTo>
                <a:lnTo>
                  <a:pt x="21497" y="83469"/>
                </a:lnTo>
                <a:lnTo>
                  <a:pt x="21497" y="83469"/>
                </a:lnTo>
                <a:lnTo>
                  <a:pt x="21497" y="83470"/>
                </a:lnTo>
                <a:lnTo>
                  <a:pt x="21497" y="83470"/>
                </a:lnTo>
                <a:lnTo>
                  <a:pt x="21497" y="83470"/>
                </a:lnTo>
                <a:lnTo>
                  <a:pt x="21497" y="83471"/>
                </a:lnTo>
                <a:lnTo>
                  <a:pt x="21497" y="83471"/>
                </a:lnTo>
                <a:lnTo>
                  <a:pt x="21497" y="83471"/>
                </a:lnTo>
                <a:lnTo>
                  <a:pt x="21497" y="83472"/>
                </a:lnTo>
                <a:lnTo>
                  <a:pt x="21497" y="83472"/>
                </a:lnTo>
                <a:lnTo>
                  <a:pt x="21497" y="83472"/>
                </a:lnTo>
                <a:lnTo>
                  <a:pt x="21497" y="83472"/>
                </a:lnTo>
                <a:lnTo>
                  <a:pt x="21497" y="83473"/>
                </a:lnTo>
                <a:lnTo>
                  <a:pt x="21497" y="83473"/>
                </a:lnTo>
                <a:lnTo>
                  <a:pt x="21497" y="83473"/>
                </a:lnTo>
                <a:lnTo>
                  <a:pt x="21497" y="83474"/>
                </a:lnTo>
                <a:lnTo>
                  <a:pt x="21497" y="83474"/>
                </a:lnTo>
                <a:lnTo>
                  <a:pt x="21497" y="83474"/>
                </a:lnTo>
                <a:lnTo>
                  <a:pt x="21497" y="83474"/>
                </a:lnTo>
                <a:lnTo>
                  <a:pt x="21497" y="83475"/>
                </a:lnTo>
                <a:lnTo>
                  <a:pt x="21497" y="83475"/>
                </a:lnTo>
                <a:lnTo>
                  <a:pt x="21497" y="83475"/>
                </a:lnTo>
                <a:lnTo>
                  <a:pt x="21497" y="83476"/>
                </a:lnTo>
                <a:lnTo>
                  <a:pt x="21497" y="83476"/>
                </a:lnTo>
                <a:lnTo>
                  <a:pt x="21497" y="83476"/>
                </a:lnTo>
                <a:lnTo>
                  <a:pt x="21497" y="83476"/>
                </a:lnTo>
                <a:lnTo>
                  <a:pt x="21497" y="83477"/>
                </a:lnTo>
                <a:lnTo>
                  <a:pt x="21497" y="83477"/>
                </a:lnTo>
                <a:lnTo>
                  <a:pt x="21497" y="83477"/>
                </a:lnTo>
                <a:lnTo>
                  <a:pt x="21497" y="83478"/>
                </a:lnTo>
                <a:lnTo>
                  <a:pt x="21497" y="83478"/>
                </a:lnTo>
                <a:lnTo>
                  <a:pt x="21497" y="83478"/>
                </a:lnTo>
                <a:lnTo>
                  <a:pt x="21497" y="83478"/>
                </a:lnTo>
                <a:lnTo>
                  <a:pt x="21497" y="83479"/>
                </a:lnTo>
                <a:lnTo>
                  <a:pt x="21497" y="83479"/>
                </a:lnTo>
                <a:lnTo>
                  <a:pt x="21497" y="83479"/>
                </a:lnTo>
                <a:lnTo>
                  <a:pt x="21497" y="83480"/>
                </a:lnTo>
                <a:lnTo>
                  <a:pt x="21497" y="83480"/>
                </a:lnTo>
                <a:lnTo>
                  <a:pt x="21497" y="83480"/>
                </a:lnTo>
                <a:lnTo>
                  <a:pt x="21497" y="83480"/>
                </a:lnTo>
                <a:lnTo>
                  <a:pt x="21497" y="83481"/>
                </a:lnTo>
                <a:lnTo>
                  <a:pt x="21497" y="83481"/>
                </a:lnTo>
                <a:lnTo>
                  <a:pt x="21497" y="83481"/>
                </a:lnTo>
                <a:lnTo>
                  <a:pt x="21497" y="83482"/>
                </a:lnTo>
                <a:lnTo>
                  <a:pt x="21497" y="83482"/>
                </a:lnTo>
                <a:lnTo>
                  <a:pt x="21497" y="83482"/>
                </a:lnTo>
                <a:lnTo>
                  <a:pt x="21497" y="83482"/>
                </a:lnTo>
                <a:lnTo>
                  <a:pt x="21497" y="83483"/>
                </a:lnTo>
                <a:lnTo>
                  <a:pt x="21497" y="83483"/>
                </a:lnTo>
                <a:lnTo>
                  <a:pt x="21497" y="83483"/>
                </a:lnTo>
                <a:lnTo>
                  <a:pt x="21497" y="83484"/>
                </a:lnTo>
                <a:lnTo>
                  <a:pt x="21497" y="83484"/>
                </a:lnTo>
                <a:lnTo>
                  <a:pt x="21497" y="83484"/>
                </a:lnTo>
                <a:lnTo>
                  <a:pt x="21497" y="83484"/>
                </a:lnTo>
                <a:lnTo>
                  <a:pt x="21497" y="83485"/>
                </a:lnTo>
                <a:lnTo>
                  <a:pt x="21497" y="83485"/>
                </a:lnTo>
                <a:lnTo>
                  <a:pt x="21497" y="83485"/>
                </a:lnTo>
                <a:lnTo>
                  <a:pt x="21497" y="83486"/>
                </a:lnTo>
                <a:lnTo>
                  <a:pt x="21497" y="83486"/>
                </a:lnTo>
                <a:lnTo>
                  <a:pt x="21497" y="83486"/>
                </a:lnTo>
                <a:lnTo>
                  <a:pt x="21497" y="83486"/>
                </a:lnTo>
                <a:lnTo>
                  <a:pt x="21497" y="83487"/>
                </a:lnTo>
                <a:lnTo>
                  <a:pt x="21497" y="83487"/>
                </a:lnTo>
                <a:lnTo>
                  <a:pt x="21497" y="83487"/>
                </a:lnTo>
                <a:lnTo>
                  <a:pt x="21497" y="83488"/>
                </a:lnTo>
                <a:lnTo>
                  <a:pt x="21497" y="83488"/>
                </a:lnTo>
                <a:lnTo>
                  <a:pt x="21497" y="83488"/>
                </a:lnTo>
                <a:lnTo>
                  <a:pt x="21497" y="83489"/>
                </a:lnTo>
                <a:lnTo>
                  <a:pt x="21497" y="83489"/>
                </a:lnTo>
                <a:lnTo>
                  <a:pt x="21497" y="83489"/>
                </a:lnTo>
                <a:lnTo>
                  <a:pt x="21497" y="83489"/>
                </a:lnTo>
                <a:lnTo>
                  <a:pt x="21497" y="83490"/>
                </a:lnTo>
                <a:lnTo>
                  <a:pt x="21497" y="83490"/>
                </a:lnTo>
                <a:lnTo>
                  <a:pt x="21497" y="83490"/>
                </a:lnTo>
                <a:lnTo>
                  <a:pt x="21497" y="83491"/>
                </a:lnTo>
                <a:lnTo>
                  <a:pt x="21497" y="83491"/>
                </a:lnTo>
                <a:lnTo>
                  <a:pt x="21497" y="83491"/>
                </a:lnTo>
                <a:lnTo>
                  <a:pt x="21497" y="83491"/>
                </a:lnTo>
                <a:lnTo>
                  <a:pt x="21497" y="83492"/>
                </a:lnTo>
                <a:lnTo>
                  <a:pt x="21497" y="83492"/>
                </a:lnTo>
                <a:lnTo>
                  <a:pt x="21497" y="83492"/>
                </a:lnTo>
                <a:lnTo>
                  <a:pt x="21497" y="83493"/>
                </a:lnTo>
                <a:lnTo>
                  <a:pt x="21497" y="83493"/>
                </a:lnTo>
                <a:lnTo>
                  <a:pt x="21497" y="83493"/>
                </a:lnTo>
                <a:lnTo>
                  <a:pt x="21497" y="83493"/>
                </a:lnTo>
                <a:lnTo>
                  <a:pt x="21497" y="83494"/>
                </a:lnTo>
                <a:lnTo>
                  <a:pt x="21497" y="83494"/>
                </a:lnTo>
                <a:lnTo>
                  <a:pt x="21497" y="83494"/>
                </a:lnTo>
                <a:lnTo>
                  <a:pt x="21497" y="83495"/>
                </a:lnTo>
                <a:lnTo>
                  <a:pt x="21497" y="83495"/>
                </a:lnTo>
                <a:lnTo>
                  <a:pt x="21497" y="83495"/>
                </a:lnTo>
                <a:lnTo>
                  <a:pt x="21497" y="83495"/>
                </a:lnTo>
                <a:lnTo>
                  <a:pt x="21497" y="83496"/>
                </a:lnTo>
                <a:lnTo>
                  <a:pt x="21497" y="83496"/>
                </a:lnTo>
                <a:lnTo>
                  <a:pt x="21497" y="83496"/>
                </a:lnTo>
                <a:lnTo>
                  <a:pt x="21497" y="83497"/>
                </a:lnTo>
                <a:lnTo>
                  <a:pt x="21497" y="83497"/>
                </a:lnTo>
                <a:lnTo>
                  <a:pt x="21497" y="83497"/>
                </a:lnTo>
                <a:lnTo>
                  <a:pt x="21497" y="83497"/>
                </a:lnTo>
                <a:lnTo>
                  <a:pt x="21497" y="83498"/>
                </a:lnTo>
                <a:lnTo>
                  <a:pt x="21497" y="83498"/>
                </a:lnTo>
                <a:lnTo>
                  <a:pt x="21497" y="83498"/>
                </a:lnTo>
                <a:lnTo>
                  <a:pt x="21497" y="83499"/>
                </a:lnTo>
                <a:lnTo>
                  <a:pt x="21497" y="83499"/>
                </a:lnTo>
                <a:lnTo>
                  <a:pt x="21497" y="83499"/>
                </a:lnTo>
                <a:lnTo>
                  <a:pt x="21497" y="83500"/>
                </a:lnTo>
                <a:lnTo>
                  <a:pt x="21497" y="83500"/>
                </a:lnTo>
                <a:lnTo>
                  <a:pt x="21497" y="83500"/>
                </a:lnTo>
                <a:lnTo>
                  <a:pt x="21497" y="83500"/>
                </a:lnTo>
                <a:lnTo>
                  <a:pt x="21497" y="83501"/>
                </a:lnTo>
                <a:lnTo>
                  <a:pt x="21497" y="83501"/>
                </a:lnTo>
                <a:lnTo>
                  <a:pt x="21497" y="83501"/>
                </a:lnTo>
                <a:lnTo>
                  <a:pt x="21497" y="83502"/>
                </a:lnTo>
                <a:lnTo>
                  <a:pt x="21497" y="83502"/>
                </a:lnTo>
                <a:lnTo>
                  <a:pt x="21497" y="83502"/>
                </a:lnTo>
                <a:lnTo>
                  <a:pt x="21497" y="83502"/>
                </a:lnTo>
                <a:lnTo>
                  <a:pt x="21497" y="83503"/>
                </a:lnTo>
                <a:lnTo>
                  <a:pt x="21497" y="83503"/>
                </a:lnTo>
                <a:lnTo>
                  <a:pt x="21497" y="83503"/>
                </a:lnTo>
                <a:lnTo>
                  <a:pt x="21497" y="83504"/>
                </a:lnTo>
                <a:lnTo>
                  <a:pt x="21497" y="83504"/>
                </a:lnTo>
                <a:lnTo>
                  <a:pt x="21497" y="83504"/>
                </a:lnTo>
                <a:lnTo>
                  <a:pt x="21497" y="83504"/>
                </a:lnTo>
                <a:lnTo>
                  <a:pt x="21497" y="83505"/>
                </a:lnTo>
                <a:lnTo>
                  <a:pt x="21497" y="83505"/>
                </a:lnTo>
                <a:lnTo>
                  <a:pt x="21497" y="83505"/>
                </a:lnTo>
                <a:lnTo>
                  <a:pt x="21497" y="83506"/>
                </a:lnTo>
                <a:lnTo>
                  <a:pt x="21497" y="83506"/>
                </a:lnTo>
                <a:lnTo>
                  <a:pt x="21497" y="83506"/>
                </a:lnTo>
                <a:lnTo>
                  <a:pt x="21497" y="83506"/>
                </a:lnTo>
                <a:lnTo>
                  <a:pt x="21497" y="83507"/>
                </a:lnTo>
                <a:lnTo>
                  <a:pt x="21497" y="83507"/>
                </a:lnTo>
                <a:lnTo>
                  <a:pt x="21497" y="83507"/>
                </a:lnTo>
                <a:lnTo>
                  <a:pt x="21497" y="83508"/>
                </a:lnTo>
                <a:lnTo>
                  <a:pt x="21497" y="83508"/>
                </a:lnTo>
                <a:lnTo>
                  <a:pt x="21497" y="83508"/>
                </a:lnTo>
                <a:lnTo>
                  <a:pt x="21497" y="83508"/>
                </a:lnTo>
                <a:lnTo>
                  <a:pt x="21497" y="83509"/>
                </a:lnTo>
                <a:lnTo>
                  <a:pt x="21497" y="83509"/>
                </a:lnTo>
                <a:lnTo>
                  <a:pt x="21497" y="83509"/>
                </a:lnTo>
                <a:lnTo>
                  <a:pt x="21497" y="83510"/>
                </a:lnTo>
                <a:lnTo>
                  <a:pt x="21497" y="83510"/>
                </a:lnTo>
                <a:lnTo>
                  <a:pt x="21497" y="83510"/>
                </a:lnTo>
                <a:lnTo>
                  <a:pt x="21497" y="83511"/>
                </a:lnTo>
                <a:lnTo>
                  <a:pt x="21497" y="83511"/>
                </a:lnTo>
                <a:lnTo>
                  <a:pt x="21497" y="83511"/>
                </a:lnTo>
                <a:lnTo>
                  <a:pt x="21497" y="83511"/>
                </a:lnTo>
                <a:lnTo>
                  <a:pt x="21497" y="83512"/>
                </a:lnTo>
                <a:lnTo>
                  <a:pt x="21497" y="83512"/>
                </a:lnTo>
                <a:lnTo>
                  <a:pt x="21497" y="83512"/>
                </a:lnTo>
                <a:lnTo>
                  <a:pt x="21497" y="83513"/>
                </a:lnTo>
                <a:lnTo>
                  <a:pt x="21497" y="83513"/>
                </a:lnTo>
                <a:lnTo>
                  <a:pt x="21497" y="83513"/>
                </a:lnTo>
                <a:lnTo>
                  <a:pt x="21497" y="83513"/>
                </a:lnTo>
                <a:lnTo>
                  <a:pt x="21497" y="83514"/>
                </a:lnTo>
                <a:lnTo>
                  <a:pt x="21497" y="83514"/>
                </a:lnTo>
                <a:lnTo>
                  <a:pt x="21497" y="83514"/>
                </a:lnTo>
                <a:lnTo>
                  <a:pt x="21497" y="83515"/>
                </a:lnTo>
                <a:lnTo>
                  <a:pt x="21497" y="83515"/>
                </a:lnTo>
                <a:lnTo>
                  <a:pt x="21497" y="83515"/>
                </a:lnTo>
                <a:lnTo>
                  <a:pt x="21497" y="83515"/>
                </a:lnTo>
                <a:lnTo>
                  <a:pt x="21497" y="83516"/>
                </a:lnTo>
                <a:lnTo>
                  <a:pt x="21497" y="83516"/>
                </a:lnTo>
                <a:lnTo>
                  <a:pt x="21497" y="83516"/>
                </a:lnTo>
                <a:lnTo>
                  <a:pt x="21497" y="83517"/>
                </a:lnTo>
                <a:lnTo>
                  <a:pt x="21497" y="83517"/>
                </a:lnTo>
                <a:lnTo>
                  <a:pt x="21497" y="83517"/>
                </a:lnTo>
                <a:lnTo>
                  <a:pt x="21497" y="83517"/>
                </a:lnTo>
                <a:lnTo>
                  <a:pt x="21497" y="83518"/>
                </a:lnTo>
                <a:lnTo>
                  <a:pt x="21497" y="83518"/>
                </a:lnTo>
                <a:lnTo>
                  <a:pt x="21497" y="83518"/>
                </a:lnTo>
                <a:lnTo>
                  <a:pt x="21497" y="83519"/>
                </a:lnTo>
                <a:lnTo>
                  <a:pt x="21497" y="83519"/>
                </a:lnTo>
                <a:lnTo>
                  <a:pt x="21497" y="83519"/>
                </a:lnTo>
                <a:lnTo>
                  <a:pt x="21497" y="83520"/>
                </a:lnTo>
                <a:lnTo>
                  <a:pt x="21497" y="83520"/>
                </a:lnTo>
                <a:lnTo>
                  <a:pt x="21497" y="83520"/>
                </a:lnTo>
                <a:lnTo>
                  <a:pt x="21497" y="83520"/>
                </a:lnTo>
                <a:lnTo>
                  <a:pt x="21497" y="83521"/>
                </a:lnTo>
                <a:lnTo>
                  <a:pt x="21497" y="83521"/>
                </a:lnTo>
                <a:lnTo>
                  <a:pt x="21497" y="83521"/>
                </a:lnTo>
                <a:lnTo>
                  <a:pt x="21497" y="83522"/>
                </a:lnTo>
                <a:lnTo>
                  <a:pt x="21497" y="83522"/>
                </a:lnTo>
                <a:lnTo>
                  <a:pt x="21497" y="83522"/>
                </a:lnTo>
                <a:lnTo>
                  <a:pt x="21497" y="83522"/>
                </a:lnTo>
                <a:lnTo>
                  <a:pt x="21497" y="83523"/>
                </a:lnTo>
                <a:lnTo>
                  <a:pt x="21497" y="83523"/>
                </a:lnTo>
                <a:lnTo>
                  <a:pt x="21497" y="83523"/>
                </a:lnTo>
                <a:lnTo>
                  <a:pt x="21497" y="83524"/>
                </a:lnTo>
                <a:lnTo>
                  <a:pt x="21497" y="83524"/>
                </a:lnTo>
                <a:lnTo>
                  <a:pt x="21497" y="83524"/>
                </a:lnTo>
                <a:lnTo>
                  <a:pt x="21497" y="83524"/>
                </a:lnTo>
                <a:lnTo>
                  <a:pt x="21497" y="83525"/>
                </a:lnTo>
                <a:lnTo>
                  <a:pt x="21497" y="83525"/>
                </a:lnTo>
                <a:lnTo>
                  <a:pt x="21497" y="83525"/>
                </a:lnTo>
                <a:lnTo>
                  <a:pt x="21497" y="83526"/>
                </a:lnTo>
                <a:lnTo>
                  <a:pt x="21497" y="83526"/>
                </a:lnTo>
                <a:lnTo>
                  <a:pt x="21497" y="83526"/>
                </a:lnTo>
                <a:lnTo>
                  <a:pt x="21497" y="83526"/>
                </a:lnTo>
                <a:lnTo>
                  <a:pt x="21497" y="83527"/>
                </a:lnTo>
                <a:lnTo>
                  <a:pt x="21497" y="83527"/>
                </a:lnTo>
                <a:lnTo>
                  <a:pt x="21497" y="83527"/>
                </a:lnTo>
                <a:lnTo>
                  <a:pt x="21497" y="83528"/>
                </a:lnTo>
                <a:lnTo>
                  <a:pt x="21497" y="83528"/>
                </a:lnTo>
                <a:lnTo>
                  <a:pt x="21497" y="83528"/>
                </a:lnTo>
                <a:lnTo>
                  <a:pt x="21497" y="83529"/>
                </a:lnTo>
                <a:lnTo>
                  <a:pt x="21497" y="83529"/>
                </a:lnTo>
                <a:lnTo>
                  <a:pt x="21497" y="83529"/>
                </a:lnTo>
                <a:lnTo>
                  <a:pt x="21497" y="83529"/>
                </a:lnTo>
                <a:lnTo>
                  <a:pt x="21497" y="83530"/>
                </a:lnTo>
                <a:lnTo>
                  <a:pt x="21497" y="83530"/>
                </a:lnTo>
                <a:lnTo>
                  <a:pt x="21497" y="83530"/>
                </a:lnTo>
                <a:lnTo>
                  <a:pt x="21497" y="83531"/>
                </a:lnTo>
                <a:lnTo>
                  <a:pt x="21497" y="83531"/>
                </a:lnTo>
                <a:lnTo>
                  <a:pt x="21497" y="83531"/>
                </a:lnTo>
                <a:lnTo>
                  <a:pt x="21497" y="83531"/>
                </a:lnTo>
                <a:lnTo>
                  <a:pt x="21497" y="83532"/>
                </a:lnTo>
                <a:lnTo>
                  <a:pt x="21497" y="83532"/>
                </a:lnTo>
                <a:lnTo>
                  <a:pt x="21497" y="83532"/>
                </a:lnTo>
                <a:lnTo>
                  <a:pt x="21497" y="83533"/>
                </a:lnTo>
                <a:lnTo>
                  <a:pt x="21497" y="83533"/>
                </a:lnTo>
                <a:lnTo>
                  <a:pt x="21497" y="83533"/>
                </a:lnTo>
                <a:lnTo>
                  <a:pt x="21497" y="83533"/>
                </a:lnTo>
                <a:lnTo>
                  <a:pt x="21497" y="83534"/>
                </a:lnTo>
                <a:lnTo>
                  <a:pt x="21497" y="83534"/>
                </a:lnTo>
                <a:lnTo>
                  <a:pt x="21497" y="83534"/>
                </a:lnTo>
                <a:lnTo>
                  <a:pt x="21497" y="83535"/>
                </a:lnTo>
                <a:lnTo>
                  <a:pt x="21497" y="83535"/>
                </a:lnTo>
                <a:lnTo>
                  <a:pt x="21497" y="83535"/>
                </a:lnTo>
                <a:lnTo>
                  <a:pt x="21497" y="83536"/>
                </a:lnTo>
                <a:lnTo>
                  <a:pt x="21497" y="83536"/>
                </a:lnTo>
                <a:lnTo>
                  <a:pt x="21497" y="83536"/>
                </a:lnTo>
                <a:lnTo>
                  <a:pt x="21497" y="83536"/>
                </a:lnTo>
                <a:lnTo>
                  <a:pt x="21497" y="83537"/>
                </a:lnTo>
                <a:lnTo>
                  <a:pt x="21497" y="83537"/>
                </a:lnTo>
                <a:lnTo>
                  <a:pt x="21497" y="83537"/>
                </a:lnTo>
                <a:lnTo>
                  <a:pt x="21497" y="83538"/>
                </a:lnTo>
                <a:lnTo>
                  <a:pt x="21497" y="83538"/>
                </a:lnTo>
                <a:lnTo>
                  <a:pt x="21497" y="83538"/>
                </a:lnTo>
                <a:lnTo>
                  <a:pt x="21497" y="83538"/>
                </a:lnTo>
                <a:lnTo>
                  <a:pt x="21497" y="83539"/>
                </a:lnTo>
                <a:lnTo>
                  <a:pt x="21497" y="83539"/>
                </a:lnTo>
                <a:lnTo>
                  <a:pt x="21497" y="83539"/>
                </a:lnTo>
                <a:lnTo>
                  <a:pt x="21497" y="83540"/>
                </a:lnTo>
                <a:lnTo>
                  <a:pt x="21497" y="83540"/>
                </a:lnTo>
                <a:lnTo>
                  <a:pt x="21497" y="83540"/>
                </a:lnTo>
                <a:lnTo>
                  <a:pt x="21497" y="83540"/>
                </a:lnTo>
                <a:lnTo>
                  <a:pt x="21497" y="83541"/>
                </a:lnTo>
                <a:lnTo>
                  <a:pt x="21497" y="83541"/>
                </a:lnTo>
                <a:lnTo>
                  <a:pt x="21497" y="83541"/>
                </a:lnTo>
                <a:lnTo>
                  <a:pt x="21497" y="83542"/>
                </a:lnTo>
                <a:lnTo>
                  <a:pt x="21497" y="83542"/>
                </a:lnTo>
                <a:lnTo>
                  <a:pt x="21497" y="83542"/>
                </a:lnTo>
                <a:lnTo>
                  <a:pt x="21497" y="83543"/>
                </a:lnTo>
                <a:lnTo>
                  <a:pt x="21497" y="83543"/>
                </a:lnTo>
                <a:lnTo>
                  <a:pt x="21497" y="83543"/>
                </a:lnTo>
                <a:lnTo>
                  <a:pt x="21497" y="83543"/>
                </a:lnTo>
                <a:lnTo>
                  <a:pt x="21497" y="83544"/>
                </a:lnTo>
                <a:lnTo>
                  <a:pt x="21497" y="83544"/>
                </a:lnTo>
                <a:lnTo>
                  <a:pt x="21497" y="83544"/>
                </a:lnTo>
                <a:lnTo>
                  <a:pt x="21497" y="83545"/>
                </a:lnTo>
                <a:lnTo>
                  <a:pt x="21497" y="83545"/>
                </a:lnTo>
                <a:lnTo>
                  <a:pt x="21497" y="83545"/>
                </a:lnTo>
                <a:lnTo>
                  <a:pt x="21497" y="83545"/>
                </a:lnTo>
                <a:lnTo>
                  <a:pt x="21497" y="83546"/>
                </a:lnTo>
                <a:lnTo>
                  <a:pt x="21497" y="83546"/>
                </a:lnTo>
                <a:lnTo>
                  <a:pt x="21497" y="83546"/>
                </a:lnTo>
                <a:lnTo>
                  <a:pt x="21497" y="83547"/>
                </a:lnTo>
                <a:lnTo>
                  <a:pt x="21497" y="83547"/>
                </a:lnTo>
                <a:lnTo>
                  <a:pt x="21497" y="83547"/>
                </a:lnTo>
                <a:lnTo>
                  <a:pt x="21497" y="83547"/>
                </a:lnTo>
                <a:lnTo>
                  <a:pt x="21497" y="83548"/>
                </a:lnTo>
                <a:lnTo>
                  <a:pt x="21497" y="83548"/>
                </a:lnTo>
                <a:lnTo>
                  <a:pt x="21497" y="83548"/>
                </a:lnTo>
                <a:lnTo>
                  <a:pt x="21497" y="83549"/>
                </a:lnTo>
                <a:lnTo>
                  <a:pt x="21497" y="83549"/>
                </a:lnTo>
                <a:lnTo>
                  <a:pt x="21497" y="83549"/>
                </a:lnTo>
                <a:lnTo>
                  <a:pt x="21497" y="83550"/>
                </a:lnTo>
                <a:lnTo>
                  <a:pt x="21497" y="83550"/>
                </a:lnTo>
                <a:lnTo>
                  <a:pt x="21497" y="83550"/>
                </a:lnTo>
                <a:lnTo>
                  <a:pt x="21497" y="83550"/>
                </a:lnTo>
                <a:lnTo>
                  <a:pt x="21497" y="83551"/>
                </a:lnTo>
                <a:lnTo>
                  <a:pt x="21497" y="83551"/>
                </a:lnTo>
                <a:lnTo>
                  <a:pt x="21497" y="83551"/>
                </a:lnTo>
                <a:lnTo>
                  <a:pt x="21497" y="83552"/>
                </a:lnTo>
                <a:lnTo>
                  <a:pt x="21497" y="83552"/>
                </a:lnTo>
                <a:lnTo>
                  <a:pt x="21497" y="83552"/>
                </a:lnTo>
                <a:lnTo>
                  <a:pt x="21497" y="83552"/>
                </a:lnTo>
                <a:lnTo>
                  <a:pt x="21497" y="83553"/>
                </a:lnTo>
                <a:lnTo>
                  <a:pt x="21497" y="83553"/>
                </a:lnTo>
                <a:lnTo>
                  <a:pt x="21497" y="83553"/>
                </a:lnTo>
                <a:lnTo>
                  <a:pt x="21497" y="83554"/>
                </a:lnTo>
                <a:lnTo>
                  <a:pt x="21497" y="83554"/>
                </a:lnTo>
                <a:lnTo>
                  <a:pt x="21497" y="83554"/>
                </a:lnTo>
                <a:lnTo>
                  <a:pt x="21497" y="83555"/>
                </a:lnTo>
                <a:lnTo>
                  <a:pt x="21497" y="83555"/>
                </a:lnTo>
                <a:lnTo>
                  <a:pt x="21497" y="83555"/>
                </a:lnTo>
                <a:lnTo>
                  <a:pt x="21497" y="83555"/>
                </a:lnTo>
                <a:lnTo>
                  <a:pt x="21497" y="83556"/>
                </a:lnTo>
                <a:lnTo>
                  <a:pt x="21497" y="83556"/>
                </a:lnTo>
                <a:lnTo>
                  <a:pt x="21497" y="83556"/>
                </a:lnTo>
                <a:lnTo>
                  <a:pt x="21497" y="83557"/>
                </a:lnTo>
                <a:lnTo>
                  <a:pt x="21497" y="83557"/>
                </a:lnTo>
                <a:lnTo>
                  <a:pt x="21497" y="83557"/>
                </a:lnTo>
                <a:lnTo>
                  <a:pt x="21497" y="83557"/>
                </a:lnTo>
                <a:lnTo>
                  <a:pt x="21497" y="83558"/>
                </a:lnTo>
                <a:lnTo>
                  <a:pt x="21497" y="83558"/>
                </a:lnTo>
                <a:lnTo>
                  <a:pt x="21497" y="83558"/>
                </a:lnTo>
                <a:lnTo>
                  <a:pt x="21497" y="83559"/>
                </a:lnTo>
                <a:lnTo>
                  <a:pt x="21497" y="83559"/>
                </a:lnTo>
                <a:lnTo>
                  <a:pt x="21497" y="83559"/>
                </a:lnTo>
                <a:lnTo>
                  <a:pt x="21497" y="83559"/>
                </a:lnTo>
                <a:lnTo>
                  <a:pt x="21497" y="83560"/>
                </a:lnTo>
                <a:lnTo>
                  <a:pt x="21497" y="83560"/>
                </a:lnTo>
                <a:lnTo>
                  <a:pt x="21497" y="83560"/>
                </a:lnTo>
                <a:lnTo>
                  <a:pt x="21497" y="83561"/>
                </a:lnTo>
                <a:lnTo>
                  <a:pt x="21497" y="83561"/>
                </a:lnTo>
                <a:lnTo>
                  <a:pt x="21497" y="83561"/>
                </a:lnTo>
                <a:lnTo>
                  <a:pt x="21497" y="83562"/>
                </a:lnTo>
                <a:lnTo>
                  <a:pt x="21497" y="83562"/>
                </a:lnTo>
                <a:lnTo>
                  <a:pt x="21497" y="83562"/>
                </a:lnTo>
                <a:lnTo>
                  <a:pt x="21497" y="83562"/>
                </a:lnTo>
                <a:lnTo>
                  <a:pt x="21497" y="83563"/>
                </a:lnTo>
                <a:lnTo>
                  <a:pt x="21497" y="83563"/>
                </a:lnTo>
                <a:lnTo>
                  <a:pt x="21497" y="83563"/>
                </a:lnTo>
                <a:lnTo>
                  <a:pt x="21497" y="83564"/>
                </a:lnTo>
                <a:lnTo>
                  <a:pt x="21497" y="83564"/>
                </a:lnTo>
                <a:lnTo>
                  <a:pt x="21497" y="83564"/>
                </a:lnTo>
                <a:lnTo>
                  <a:pt x="21497" y="83564"/>
                </a:lnTo>
                <a:lnTo>
                  <a:pt x="21497" y="83565"/>
                </a:lnTo>
                <a:lnTo>
                  <a:pt x="21497" y="83565"/>
                </a:lnTo>
                <a:lnTo>
                  <a:pt x="21497" y="83565"/>
                </a:lnTo>
                <a:lnTo>
                  <a:pt x="21497" y="83566"/>
                </a:lnTo>
                <a:lnTo>
                  <a:pt x="21497" y="83566"/>
                </a:lnTo>
                <a:lnTo>
                  <a:pt x="21497" y="83566"/>
                </a:lnTo>
                <a:lnTo>
                  <a:pt x="21497" y="83567"/>
                </a:lnTo>
                <a:lnTo>
                  <a:pt x="21497" y="83567"/>
                </a:lnTo>
                <a:lnTo>
                  <a:pt x="21497" y="83567"/>
                </a:lnTo>
                <a:lnTo>
                  <a:pt x="21497" y="83567"/>
                </a:lnTo>
                <a:lnTo>
                  <a:pt x="21497" y="83568"/>
                </a:lnTo>
                <a:lnTo>
                  <a:pt x="21497" y="83568"/>
                </a:lnTo>
                <a:lnTo>
                  <a:pt x="21497" y="83568"/>
                </a:lnTo>
                <a:lnTo>
                  <a:pt x="21497" y="83569"/>
                </a:lnTo>
                <a:lnTo>
                  <a:pt x="21497" y="83569"/>
                </a:lnTo>
                <a:lnTo>
                  <a:pt x="21497" y="83569"/>
                </a:lnTo>
                <a:lnTo>
                  <a:pt x="21497" y="83569"/>
                </a:lnTo>
                <a:lnTo>
                  <a:pt x="21497" y="83570"/>
                </a:lnTo>
                <a:lnTo>
                  <a:pt x="21497" y="83570"/>
                </a:lnTo>
                <a:lnTo>
                  <a:pt x="21497" y="83570"/>
                </a:lnTo>
                <a:lnTo>
                  <a:pt x="21497" y="83571"/>
                </a:lnTo>
                <a:lnTo>
                  <a:pt x="21497" y="83571"/>
                </a:lnTo>
                <a:lnTo>
                  <a:pt x="21497" y="83571"/>
                </a:lnTo>
                <a:lnTo>
                  <a:pt x="21497" y="83572"/>
                </a:lnTo>
                <a:lnTo>
                  <a:pt x="21497" y="83572"/>
                </a:lnTo>
                <a:lnTo>
                  <a:pt x="21497" y="83572"/>
                </a:lnTo>
                <a:lnTo>
                  <a:pt x="21497" y="83572"/>
                </a:lnTo>
                <a:lnTo>
                  <a:pt x="21497" y="83573"/>
                </a:lnTo>
                <a:lnTo>
                  <a:pt x="21497" y="83573"/>
                </a:lnTo>
                <a:lnTo>
                  <a:pt x="21497" y="83573"/>
                </a:lnTo>
                <a:lnTo>
                  <a:pt x="21497" y="83574"/>
                </a:lnTo>
                <a:lnTo>
                  <a:pt x="21497" y="83574"/>
                </a:lnTo>
                <a:lnTo>
                  <a:pt x="21497" y="83574"/>
                </a:lnTo>
                <a:lnTo>
                  <a:pt x="21497" y="83574"/>
                </a:lnTo>
                <a:lnTo>
                  <a:pt x="21497" y="83575"/>
                </a:lnTo>
                <a:lnTo>
                  <a:pt x="21497" y="83575"/>
                </a:lnTo>
                <a:lnTo>
                  <a:pt x="21497" y="83575"/>
                </a:lnTo>
                <a:lnTo>
                  <a:pt x="21497" y="83576"/>
                </a:lnTo>
                <a:lnTo>
                  <a:pt x="21497" y="83576"/>
                </a:lnTo>
                <a:lnTo>
                  <a:pt x="21497" y="83576"/>
                </a:lnTo>
                <a:lnTo>
                  <a:pt x="21497" y="83577"/>
                </a:lnTo>
                <a:lnTo>
                  <a:pt x="21497" y="83577"/>
                </a:lnTo>
                <a:lnTo>
                  <a:pt x="21497" y="83577"/>
                </a:lnTo>
                <a:lnTo>
                  <a:pt x="21497" y="83577"/>
                </a:lnTo>
                <a:lnTo>
                  <a:pt x="21497" y="83578"/>
                </a:lnTo>
                <a:lnTo>
                  <a:pt x="21497" y="83578"/>
                </a:lnTo>
                <a:lnTo>
                  <a:pt x="21497" y="83578"/>
                </a:lnTo>
                <a:lnTo>
                  <a:pt x="21497" y="83579"/>
                </a:lnTo>
                <a:lnTo>
                  <a:pt x="21497" y="83579"/>
                </a:lnTo>
                <a:lnTo>
                  <a:pt x="21497" y="83579"/>
                </a:lnTo>
                <a:lnTo>
                  <a:pt x="21497" y="83579"/>
                </a:lnTo>
                <a:lnTo>
                  <a:pt x="21497" y="83580"/>
                </a:lnTo>
                <a:lnTo>
                  <a:pt x="21497" y="83580"/>
                </a:lnTo>
                <a:lnTo>
                  <a:pt x="21497" y="83580"/>
                </a:lnTo>
                <a:lnTo>
                  <a:pt x="21497" y="83581"/>
                </a:lnTo>
                <a:lnTo>
                  <a:pt x="21497" y="83581"/>
                </a:lnTo>
                <a:lnTo>
                  <a:pt x="21497" y="83581"/>
                </a:lnTo>
                <a:lnTo>
                  <a:pt x="21497" y="83581"/>
                </a:lnTo>
                <a:lnTo>
                  <a:pt x="21497" y="83582"/>
                </a:lnTo>
                <a:lnTo>
                  <a:pt x="21497" y="83582"/>
                </a:lnTo>
                <a:lnTo>
                  <a:pt x="21497" y="83582"/>
                </a:lnTo>
                <a:lnTo>
                  <a:pt x="21497" y="83583"/>
                </a:lnTo>
                <a:lnTo>
                  <a:pt x="21497" y="83583"/>
                </a:lnTo>
                <a:lnTo>
                  <a:pt x="21497" y="83583"/>
                </a:lnTo>
                <a:lnTo>
                  <a:pt x="21497" y="83584"/>
                </a:lnTo>
                <a:lnTo>
                  <a:pt x="21497" y="83584"/>
                </a:lnTo>
                <a:lnTo>
                  <a:pt x="21497" y="83584"/>
                </a:lnTo>
                <a:lnTo>
                  <a:pt x="21497" y="83584"/>
                </a:lnTo>
                <a:lnTo>
                  <a:pt x="21497" y="83585"/>
                </a:lnTo>
                <a:lnTo>
                  <a:pt x="21497" y="83585"/>
                </a:lnTo>
                <a:lnTo>
                  <a:pt x="21497" y="83585"/>
                </a:lnTo>
                <a:lnTo>
                  <a:pt x="21497" y="83586"/>
                </a:lnTo>
                <a:lnTo>
                  <a:pt x="21497" y="83586"/>
                </a:lnTo>
                <a:lnTo>
                  <a:pt x="21497" y="83586"/>
                </a:lnTo>
                <a:lnTo>
                  <a:pt x="21497" y="83587"/>
                </a:lnTo>
                <a:lnTo>
                  <a:pt x="21497" y="83587"/>
                </a:lnTo>
                <a:lnTo>
                  <a:pt x="21497" y="83587"/>
                </a:lnTo>
                <a:lnTo>
                  <a:pt x="21497" y="83587"/>
                </a:lnTo>
                <a:lnTo>
                  <a:pt x="21497" y="83588"/>
                </a:lnTo>
                <a:lnTo>
                  <a:pt x="21497" y="83588"/>
                </a:lnTo>
                <a:lnTo>
                  <a:pt x="21497" y="83588"/>
                </a:lnTo>
                <a:lnTo>
                  <a:pt x="21497" y="83589"/>
                </a:lnTo>
                <a:lnTo>
                  <a:pt x="21497" y="83589"/>
                </a:lnTo>
                <a:lnTo>
                  <a:pt x="21497" y="83589"/>
                </a:lnTo>
                <a:lnTo>
                  <a:pt x="21497" y="83589"/>
                </a:lnTo>
                <a:lnTo>
                  <a:pt x="21497" y="83590"/>
                </a:lnTo>
                <a:lnTo>
                  <a:pt x="21497" y="83590"/>
                </a:lnTo>
                <a:lnTo>
                  <a:pt x="21497" y="83590"/>
                </a:lnTo>
                <a:lnTo>
                  <a:pt x="21497" y="83591"/>
                </a:lnTo>
                <a:lnTo>
                  <a:pt x="21497" y="83591"/>
                </a:lnTo>
                <a:lnTo>
                  <a:pt x="21497" y="83591"/>
                </a:lnTo>
                <a:lnTo>
                  <a:pt x="21497" y="83592"/>
                </a:lnTo>
                <a:lnTo>
                  <a:pt x="21497" y="83592"/>
                </a:lnTo>
                <a:lnTo>
                  <a:pt x="21497" y="83592"/>
                </a:lnTo>
                <a:lnTo>
                  <a:pt x="21497" y="83592"/>
                </a:lnTo>
                <a:lnTo>
                  <a:pt x="21497" y="83593"/>
                </a:lnTo>
                <a:lnTo>
                  <a:pt x="21497" y="83593"/>
                </a:lnTo>
                <a:lnTo>
                  <a:pt x="21497" y="83593"/>
                </a:lnTo>
                <a:lnTo>
                  <a:pt x="21497" y="83594"/>
                </a:lnTo>
                <a:lnTo>
                  <a:pt x="21497" y="83594"/>
                </a:lnTo>
                <a:lnTo>
                  <a:pt x="21497" y="83594"/>
                </a:lnTo>
                <a:lnTo>
                  <a:pt x="21497" y="83594"/>
                </a:lnTo>
                <a:lnTo>
                  <a:pt x="21497" y="83595"/>
                </a:lnTo>
                <a:lnTo>
                  <a:pt x="21497" y="83595"/>
                </a:lnTo>
                <a:lnTo>
                  <a:pt x="21497" y="83595"/>
                </a:lnTo>
                <a:lnTo>
                  <a:pt x="21497" y="83596"/>
                </a:lnTo>
                <a:lnTo>
                  <a:pt x="21497" y="83596"/>
                </a:lnTo>
                <a:lnTo>
                  <a:pt x="21497" y="83596"/>
                </a:lnTo>
                <a:lnTo>
                  <a:pt x="21497" y="83597"/>
                </a:lnTo>
                <a:lnTo>
                  <a:pt x="21497" y="83597"/>
                </a:lnTo>
                <a:lnTo>
                  <a:pt x="21497" y="83597"/>
                </a:lnTo>
                <a:lnTo>
                  <a:pt x="21497" y="83597"/>
                </a:lnTo>
                <a:lnTo>
                  <a:pt x="21497" y="83598"/>
                </a:lnTo>
                <a:lnTo>
                  <a:pt x="21497" y="83598"/>
                </a:lnTo>
                <a:lnTo>
                  <a:pt x="21497" y="83598"/>
                </a:lnTo>
                <a:lnTo>
                  <a:pt x="21497" y="83599"/>
                </a:lnTo>
                <a:lnTo>
                  <a:pt x="21497" y="83599"/>
                </a:lnTo>
                <a:lnTo>
                  <a:pt x="21497" y="83599"/>
                </a:lnTo>
                <a:lnTo>
                  <a:pt x="21497" y="83599"/>
                </a:lnTo>
                <a:lnTo>
                  <a:pt x="21497" y="83600"/>
                </a:lnTo>
                <a:lnTo>
                  <a:pt x="21497" y="83600"/>
                </a:lnTo>
                <a:lnTo>
                  <a:pt x="21497" y="83600"/>
                </a:lnTo>
                <a:lnTo>
                  <a:pt x="21497" y="83601"/>
                </a:lnTo>
                <a:lnTo>
                  <a:pt x="21497" y="83601"/>
                </a:lnTo>
                <a:lnTo>
                  <a:pt x="21497" y="83601"/>
                </a:lnTo>
                <a:lnTo>
                  <a:pt x="21497" y="83602"/>
                </a:lnTo>
                <a:lnTo>
                  <a:pt x="21497" y="83602"/>
                </a:lnTo>
                <a:lnTo>
                  <a:pt x="21497" y="83602"/>
                </a:lnTo>
                <a:lnTo>
                  <a:pt x="21497" y="83602"/>
                </a:lnTo>
                <a:lnTo>
                  <a:pt x="21497" y="83603"/>
                </a:lnTo>
                <a:lnTo>
                  <a:pt x="21497" y="83603"/>
                </a:lnTo>
                <a:lnTo>
                  <a:pt x="21497" y="83603"/>
                </a:lnTo>
                <a:lnTo>
                  <a:pt x="21497" y="83604"/>
                </a:lnTo>
                <a:lnTo>
                  <a:pt x="21497" y="83604"/>
                </a:lnTo>
                <a:lnTo>
                  <a:pt x="21497" y="83604"/>
                </a:lnTo>
                <a:lnTo>
                  <a:pt x="21497" y="83604"/>
                </a:lnTo>
                <a:lnTo>
                  <a:pt x="21497" y="83605"/>
                </a:lnTo>
                <a:lnTo>
                  <a:pt x="21497" y="83605"/>
                </a:lnTo>
                <a:lnTo>
                  <a:pt x="21497" y="83605"/>
                </a:lnTo>
                <a:lnTo>
                  <a:pt x="21497" y="83606"/>
                </a:lnTo>
                <a:lnTo>
                  <a:pt x="21497" y="83606"/>
                </a:lnTo>
                <a:lnTo>
                  <a:pt x="21497" y="83606"/>
                </a:lnTo>
                <a:lnTo>
                  <a:pt x="21497" y="83607"/>
                </a:lnTo>
                <a:lnTo>
                  <a:pt x="21497" y="83607"/>
                </a:lnTo>
                <a:lnTo>
                  <a:pt x="21497" y="83607"/>
                </a:lnTo>
                <a:lnTo>
                  <a:pt x="21497" y="83607"/>
                </a:lnTo>
                <a:lnTo>
                  <a:pt x="21497" y="83608"/>
                </a:lnTo>
                <a:lnTo>
                  <a:pt x="21497" y="83608"/>
                </a:lnTo>
                <a:lnTo>
                  <a:pt x="21497" y="83608"/>
                </a:lnTo>
                <a:lnTo>
                  <a:pt x="21497" y="83609"/>
                </a:lnTo>
                <a:lnTo>
                  <a:pt x="21497" y="83609"/>
                </a:lnTo>
                <a:lnTo>
                  <a:pt x="21497" y="83609"/>
                </a:lnTo>
                <a:lnTo>
                  <a:pt x="21497" y="83610"/>
                </a:lnTo>
                <a:lnTo>
                  <a:pt x="21497" y="83610"/>
                </a:lnTo>
                <a:lnTo>
                  <a:pt x="21497" y="83610"/>
                </a:lnTo>
                <a:lnTo>
                  <a:pt x="21497" y="83610"/>
                </a:lnTo>
                <a:lnTo>
                  <a:pt x="21497" y="83611"/>
                </a:lnTo>
                <a:lnTo>
                  <a:pt x="21497" y="83611"/>
                </a:lnTo>
                <a:lnTo>
                  <a:pt x="21497" y="83611"/>
                </a:lnTo>
                <a:lnTo>
                  <a:pt x="21497" y="83612"/>
                </a:lnTo>
                <a:lnTo>
                  <a:pt x="21497" y="83612"/>
                </a:lnTo>
                <a:lnTo>
                  <a:pt x="21497" y="83612"/>
                </a:lnTo>
                <a:lnTo>
                  <a:pt x="21497" y="83612"/>
                </a:lnTo>
                <a:lnTo>
                  <a:pt x="21497" y="83613"/>
                </a:lnTo>
                <a:lnTo>
                  <a:pt x="21497" y="83613"/>
                </a:lnTo>
                <a:lnTo>
                  <a:pt x="21497" y="83613"/>
                </a:lnTo>
                <a:lnTo>
                  <a:pt x="21497" y="83614"/>
                </a:lnTo>
                <a:lnTo>
                  <a:pt x="21497" y="83614"/>
                </a:lnTo>
                <a:lnTo>
                  <a:pt x="21497" y="83614"/>
                </a:lnTo>
                <a:lnTo>
                  <a:pt x="21497" y="83615"/>
                </a:lnTo>
                <a:lnTo>
                  <a:pt x="21497" y="83615"/>
                </a:lnTo>
                <a:lnTo>
                  <a:pt x="21497" y="83615"/>
                </a:lnTo>
                <a:lnTo>
                  <a:pt x="21497" y="83615"/>
                </a:lnTo>
                <a:lnTo>
                  <a:pt x="21497" y="83616"/>
                </a:lnTo>
                <a:lnTo>
                  <a:pt x="21497" y="83616"/>
                </a:lnTo>
                <a:lnTo>
                  <a:pt x="21497" y="83616"/>
                </a:lnTo>
                <a:lnTo>
                  <a:pt x="21497" y="83617"/>
                </a:lnTo>
                <a:lnTo>
                  <a:pt x="21497" y="83617"/>
                </a:lnTo>
                <a:lnTo>
                  <a:pt x="21497" y="83617"/>
                </a:lnTo>
                <a:lnTo>
                  <a:pt x="21497" y="83618"/>
                </a:lnTo>
                <a:lnTo>
                  <a:pt x="21497" y="83618"/>
                </a:lnTo>
                <a:lnTo>
                  <a:pt x="21497" y="83618"/>
                </a:lnTo>
                <a:lnTo>
                  <a:pt x="21497" y="83618"/>
                </a:lnTo>
                <a:lnTo>
                  <a:pt x="21497" y="83619"/>
                </a:lnTo>
                <a:lnTo>
                  <a:pt x="21497" y="83619"/>
                </a:lnTo>
                <a:lnTo>
                  <a:pt x="21497" y="83619"/>
                </a:lnTo>
                <a:lnTo>
                  <a:pt x="21497" y="83620"/>
                </a:lnTo>
                <a:lnTo>
                  <a:pt x="21497" y="83620"/>
                </a:lnTo>
                <a:lnTo>
                  <a:pt x="21497" y="83620"/>
                </a:lnTo>
                <a:lnTo>
                  <a:pt x="21497" y="83620"/>
                </a:lnTo>
                <a:lnTo>
                  <a:pt x="21497" y="83621"/>
                </a:lnTo>
                <a:lnTo>
                  <a:pt x="21497" y="83621"/>
                </a:lnTo>
                <a:lnTo>
                  <a:pt x="21497" y="83621"/>
                </a:lnTo>
                <a:lnTo>
                  <a:pt x="21497" y="83622"/>
                </a:lnTo>
                <a:lnTo>
                  <a:pt x="21497" y="83622"/>
                </a:lnTo>
                <a:lnTo>
                  <a:pt x="21497" y="83622"/>
                </a:lnTo>
                <a:lnTo>
                  <a:pt x="21497" y="83623"/>
                </a:lnTo>
                <a:lnTo>
                  <a:pt x="21497" y="83623"/>
                </a:lnTo>
                <a:lnTo>
                  <a:pt x="21497" y="83623"/>
                </a:lnTo>
                <a:lnTo>
                  <a:pt x="21497" y="83623"/>
                </a:lnTo>
                <a:lnTo>
                  <a:pt x="21497" y="83624"/>
                </a:lnTo>
                <a:lnTo>
                  <a:pt x="21497" y="83624"/>
                </a:lnTo>
                <a:lnTo>
                  <a:pt x="21497" y="83624"/>
                </a:lnTo>
                <a:lnTo>
                  <a:pt x="21497" y="83625"/>
                </a:lnTo>
                <a:lnTo>
                  <a:pt x="21497" y="83625"/>
                </a:lnTo>
                <a:lnTo>
                  <a:pt x="21497" y="83625"/>
                </a:lnTo>
                <a:lnTo>
                  <a:pt x="21497" y="83626"/>
                </a:lnTo>
                <a:lnTo>
                  <a:pt x="21497" y="83626"/>
                </a:lnTo>
                <a:lnTo>
                  <a:pt x="21497" y="83626"/>
                </a:lnTo>
                <a:lnTo>
                  <a:pt x="21497" y="83626"/>
                </a:lnTo>
                <a:lnTo>
                  <a:pt x="21497" y="83627"/>
                </a:lnTo>
                <a:lnTo>
                  <a:pt x="21497" y="83627"/>
                </a:lnTo>
                <a:lnTo>
                  <a:pt x="21497" y="83627"/>
                </a:lnTo>
                <a:lnTo>
                  <a:pt x="21497" y="83628"/>
                </a:lnTo>
                <a:lnTo>
                  <a:pt x="21497" y="83628"/>
                </a:lnTo>
                <a:lnTo>
                  <a:pt x="21497" y="83628"/>
                </a:lnTo>
                <a:lnTo>
                  <a:pt x="21497" y="83628"/>
                </a:lnTo>
                <a:lnTo>
                  <a:pt x="21497" y="83629"/>
                </a:lnTo>
                <a:lnTo>
                  <a:pt x="21497" y="83629"/>
                </a:lnTo>
                <a:lnTo>
                  <a:pt x="21497" y="83629"/>
                </a:lnTo>
                <a:lnTo>
                  <a:pt x="21497" y="83630"/>
                </a:lnTo>
                <a:lnTo>
                  <a:pt x="21497" y="83630"/>
                </a:lnTo>
                <a:lnTo>
                  <a:pt x="21497" y="83630"/>
                </a:lnTo>
                <a:lnTo>
                  <a:pt x="21497" y="83631"/>
                </a:lnTo>
                <a:lnTo>
                  <a:pt x="21497" y="83631"/>
                </a:lnTo>
                <a:lnTo>
                  <a:pt x="21497" y="83631"/>
                </a:lnTo>
                <a:lnTo>
                  <a:pt x="21497" y="83631"/>
                </a:lnTo>
                <a:lnTo>
                  <a:pt x="21497" y="83632"/>
                </a:lnTo>
                <a:lnTo>
                  <a:pt x="21497" y="83632"/>
                </a:lnTo>
                <a:lnTo>
                  <a:pt x="21497" y="83632"/>
                </a:lnTo>
                <a:lnTo>
                  <a:pt x="21497" y="83633"/>
                </a:lnTo>
                <a:lnTo>
                  <a:pt x="21497" y="83633"/>
                </a:lnTo>
                <a:lnTo>
                  <a:pt x="21497" y="83633"/>
                </a:lnTo>
                <a:lnTo>
                  <a:pt x="21497" y="83634"/>
                </a:lnTo>
                <a:lnTo>
                  <a:pt x="21497" y="83634"/>
                </a:lnTo>
                <a:lnTo>
                  <a:pt x="21497" y="83634"/>
                </a:lnTo>
                <a:lnTo>
                  <a:pt x="21497" y="83634"/>
                </a:lnTo>
                <a:lnTo>
                  <a:pt x="21497" y="83635"/>
                </a:lnTo>
                <a:lnTo>
                  <a:pt x="21497" y="83635"/>
                </a:lnTo>
                <a:lnTo>
                  <a:pt x="21497" y="83635"/>
                </a:lnTo>
                <a:lnTo>
                  <a:pt x="21497" y="83636"/>
                </a:lnTo>
                <a:lnTo>
                  <a:pt x="21497" y="83636"/>
                </a:lnTo>
                <a:lnTo>
                  <a:pt x="21497" y="83636"/>
                </a:lnTo>
                <a:lnTo>
                  <a:pt x="21497" y="83636"/>
                </a:lnTo>
                <a:lnTo>
                  <a:pt x="21497" y="83637"/>
                </a:lnTo>
                <a:lnTo>
                  <a:pt x="21497" y="83637"/>
                </a:lnTo>
                <a:lnTo>
                  <a:pt x="21497" y="83637"/>
                </a:lnTo>
                <a:lnTo>
                  <a:pt x="21497" y="83638"/>
                </a:lnTo>
                <a:lnTo>
                  <a:pt x="21497" y="83638"/>
                </a:lnTo>
                <a:lnTo>
                  <a:pt x="21497" y="83638"/>
                </a:lnTo>
                <a:lnTo>
                  <a:pt x="21497" y="83639"/>
                </a:lnTo>
                <a:lnTo>
                  <a:pt x="21497" y="83639"/>
                </a:lnTo>
                <a:lnTo>
                  <a:pt x="21497" y="83639"/>
                </a:lnTo>
                <a:lnTo>
                  <a:pt x="21497" y="83639"/>
                </a:lnTo>
                <a:lnTo>
                  <a:pt x="21497" y="83640"/>
                </a:lnTo>
                <a:lnTo>
                  <a:pt x="21497" y="83640"/>
                </a:lnTo>
                <a:lnTo>
                  <a:pt x="21497" y="83640"/>
                </a:lnTo>
                <a:lnTo>
                  <a:pt x="21497" y="83641"/>
                </a:lnTo>
                <a:lnTo>
                  <a:pt x="21497" y="83641"/>
                </a:lnTo>
                <a:lnTo>
                  <a:pt x="21497" y="83641"/>
                </a:lnTo>
                <a:lnTo>
                  <a:pt x="21497" y="83642"/>
                </a:lnTo>
                <a:lnTo>
                  <a:pt x="21497" y="83642"/>
                </a:lnTo>
                <a:lnTo>
                  <a:pt x="21497" y="83642"/>
                </a:lnTo>
                <a:lnTo>
                  <a:pt x="21497" y="83642"/>
                </a:lnTo>
                <a:lnTo>
                  <a:pt x="21497" y="83643"/>
                </a:lnTo>
                <a:lnTo>
                  <a:pt x="21497" y="83643"/>
                </a:lnTo>
                <a:lnTo>
                  <a:pt x="21497" y="83643"/>
                </a:lnTo>
                <a:lnTo>
                  <a:pt x="21497" y="83644"/>
                </a:lnTo>
                <a:lnTo>
                  <a:pt x="21497" y="83644"/>
                </a:lnTo>
                <a:lnTo>
                  <a:pt x="21497" y="83644"/>
                </a:lnTo>
                <a:lnTo>
                  <a:pt x="21497" y="83645"/>
                </a:lnTo>
                <a:lnTo>
                  <a:pt x="21497" y="83645"/>
                </a:lnTo>
                <a:lnTo>
                  <a:pt x="21497" y="83645"/>
                </a:lnTo>
                <a:lnTo>
                  <a:pt x="21497" y="83645"/>
                </a:lnTo>
                <a:lnTo>
                  <a:pt x="21497" y="83646"/>
                </a:lnTo>
                <a:lnTo>
                  <a:pt x="21497" y="83646"/>
                </a:lnTo>
                <a:lnTo>
                  <a:pt x="21497" y="83646"/>
                </a:lnTo>
                <a:lnTo>
                  <a:pt x="21497" y="83647"/>
                </a:lnTo>
                <a:lnTo>
                  <a:pt x="21497" y="83647"/>
                </a:lnTo>
                <a:lnTo>
                  <a:pt x="21497" y="83647"/>
                </a:lnTo>
                <a:lnTo>
                  <a:pt x="21497" y="83648"/>
                </a:lnTo>
                <a:lnTo>
                  <a:pt x="21497" y="83648"/>
                </a:lnTo>
                <a:lnTo>
                  <a:pt x="21497" y="83648"/>
                </a:lnTo>
                <a:lnTo>
                  <a:pt x="21497" y="83648"/>
                </a:lnTo>
                <a:lnTo>
                  <a:pt x="21497" y="83649"/>
                </a:lnTo>
                <a:lnTo>
                  <a:pt x="21497" y="83649"/>
                </a:lnTo>
                <a:lnTo>
                  <a:pt x="21497" y="83649"/>
                </a:lnTo>
                <a:lnTo>
                  <a:pt x="21497" y="83650"/>
                </a:lnTo>
                <a:lnTo>
                  <a:pt x="21497" y="83650"/>
                </a:lnTo>
                <a:lnTo>
                  <a:pt x="21497" y="83650"/>
                </a:lnTo>
                <a:lnTo>
                  <a:pt x="21497" y="83650"/>
                </a:lnTo>
                <a:lnTo>
                  <a:pt x="21497" y="83651"/>
                </a:lnTo>
                <a:lnTo>
                  <a:pt x="21497" y="83651"/>
                </a:lnTo>
                <a:lnTo>
                  <a:pt x="21497" y="83651"/>
                </a:lnTo>
                <a:lnTo>
                  <a:pt x="21497" y="83652"/>
                </a:lnTo>
                <a:lnTo>
                  <a:pt x="21497" y="83652"/>
                </a:lnTo>
                <a:lnTo>
                  <a:pt x="21497" y="83652"/>
                </a:lnTo>
                <a:lnTo>
                  <a:pt x="21497" y="83653"/>
                </a:lnTo>
                <a:lnTo>
                  <a:pt x="21497" y="83653"/>
                </a:lnTo>
                <a:lnTo>
                  <a:pt x="21497" y="83653"/>
                </a:lnTo>
                <a:lnTo>
                  <a:pt x="21497" y="83653"/>
                </a:lnTo>
                <a:lnTo>
                  <a:pt x="21497" y="83654"/>
                </a:lnTo>
                <a:lnTo>
                  <a:pt x="21497" y="83654"/>
                </a:lnTo>
                <a:lnTo>
                  <a:pt x="21497" y="83654"/>
                </a:lnTo>
                <a:lnTo>
                  <a:pt x="21497" y="83655"/>
                </a:lnTo>
                <a:lnTo>
                  <a:pt x="21497" y="83655"/>
                </a:lnTo>
                <a:lnTo>
                  <a:pt x="21497" y="83655"/>
                </a:lnTo>
                <a:lnTo>
                  <a:pt x="21497" y="83656"/>
                </a:lnTo>
                <a:lnTo>
                  <a:pt x="21497" y="83656"/>
                </a:lnTo>
                <a:lnTo>
                  <a:pt x="21497" y="83656"/>
                </a:lnTo>
                <a:lnTo>
                  <a:pt x="21497" y="83656"/>
                </a:lnTo>
                <a:lnTo>
                  <a:pt x="21497" y="83657"/>
                </a:lnTo>
                <a:lnTo>
                  <a:pt x="21497" y="83657"/>
                </a:lnTo>
                <a:lnTo>
                  <a:pt x="21497" y="83657"/>
                </a:lnTo>
                <a:lnTo>
                  <a:pt x="21497" y="83658"/>
                </a:lnTo>
                <a:lnTo>
                  <a:pt x="21497" y="83658"/>
                </a:lnTo>
                <a:lnTo>
                  <a:pt x="21497" y="83658"/>
                </a:lnTo>
                <a:lnTo>
                  <a:pt x="21497" y="83659"/>
                </a:lnTo>
                <a:lnTo>
                  <a:pt x="21497" y="83659"/>
                </a:lnTo>
                <a:lnTo>
                  <a:pt x="21497" y="83659"/>
                </a:lnTo>
                <a:lnTo>
                  <a:pt x="21497" y="83659"/>
                </a:lnTo>
                <a:lnTo>
                  <a:pt x="21497" y="83660"/>
                </a:lnTo>
                <a:lnTo>
                  <a:pt x="21497" y="83660"/>
                </a:lnTo>
                <a:lnTo>
                  <a:pt x="21497" y="83660"/>
                </a:lnTo>
                <a:lnTo>
                  <a:pt x="21497" y="83661"/>
                </a:lnTo>
                <a:lnTo>
                  <a:pt x="21497" y="83661"/>
                </a:lnTo>
                <a:lnTo>
                  <a:pt x="21497" y="83661"/>
                </a:lnTo>
                <a:lnTo>
                  <a:pt x="21497" y="83662"/>
                </a:lnTo>
                <a:lnTo>
                  <a:pt x="21497" y="83662"/>
                </a:lnTo>
                <a:lnTo>
                  <a:pt x="21497" y="83662"/>
                </a:lnTo>
                <a:lnTo>
                  <a:pt x="21497" y="83662"/>
                </a:lnTo>
                <a:lnTo>
                  <a:pt x="21497" y="83663"/>
                </a:lnTo>
                <a:lnTo>
                  <a:pt x="21497" y="83663"/>
                </a:lnTo>
                <a:lnTo>
                  <a:pt x="21497" y="83663"/>
                </a:lnTo>
                <a:lnTo>
                  <a:pt x="21497" y="83664"/>
                </a:lnTo>
                <a:lnTo>
                  <a:pt x="21497" y="83664"/>
                </a:lnTo>
                <a:lnTo>
                  <a:pt x="21497" y="83664"/>
                </a:lnTo>
                <a:lnTo>
                  <a:pt x="21497" y="83665"/>
                </a:lnTo>
                <a:lnTo>
                  <a:pt x="21497" y="83665"/>
                </a:lnTo>
                <a:lnTo>
                  <a:pt x="21497" y="83665"/>
                </a:lnTo>
                <a:lnTo>
                  <a:pt x="21497" y="83665"/>
                </a:lnTo>
                <a:lnTo>
                  <a:pt x="21497" y="83666"/>
                </a:lnTo>
                <a:lnTo>
                  <a:pt x="21497" y="83666"/>
                </a:lnTo>
                <a:lnTo>
                  <a:pt x="21497" y="83666"/>
                </a:lnTo>
                <a:lnTo>
                  <a:pt x="21497" y="83667"/>
                </a:lnTo>
                <a:lnTo>
                  <a:pt x="21497" y="83667"/>
                </a:lnTo>
                <a:lnTo>
                  <a:pt x="21497" y="83667"/>
                </a:lnTo>
                <a:lnTo>
                  <a:pt x="21497" y="83667"/>
                </a:lnTo>
                <a:lnTo>
                  <a:pt x="21497" y="83668"/>
                </a:lnTo>
                <a:lnTo>
                  <a:pt x="21497" y="83668"/>
                </a:lnTo>
                <a:lnTo>
                  <a:pt x="21497" y="83668"/>
                </a:lnTo>
                <a:lnTo>
                  <a:pt x="21497" y="83669"/>
                </a:lnTo>
                <a:lnTo>
                  <a:pt x="21497" y="83669"/>
                </a:lnTo>
                <a:lnTo>
                  <a:pt x="21497" y="83669"/>
                </a:lnTo>
                <a:lnTo>
                  <a:pt x="21497" y="83670"/>
                </a:lnTo>
                <a:lnTo>
                  <a:pt x="21497" y="83670"/>
                </a:lnTo>
                <a:lnTo>
                  <a:pt x="21497" y="83670"/>
                </a:lnTo>
                <a:lnTo>
                  <a:pt x="21497" y="83670"/>
                </a:lnTo>
                <a:lnTo>
                  <a:pt x="21497" y="83671"/>
                </a:lnTo>
                <a:lnTo>
                  <a:pt x="21497" y="83671"/>
                </a:lnTo>
                <a:lnTo>
                  <a:pt x="21497" y="83671"/>
                </a:lnTo>
                <a:lnTo>
                  <a:pt x="21497" y="83672"/>
                </a:lnTo>
                <a:lnTo>
                  <a:pt x="21497" y="83672"/>
                </a:lnTo>
                <a:lnTo>
                  <a:pt x="21497" y="83672"/>
                </a:lnTo>
                <a:lnTo>
                  <a:pt x="21497" y="83673"/>
                </a:lnTo>
                <a:lnTo>
                  <a:pt x="21497" y="83673"/>
                </a:lnTo>
                <a:lnTo>
                  <a:pt x="21497" y="83673"/>
                </a:lnTo>
                <a:lnTo>
                  <a:pt x="21497" y="83673"/>
                </a:lnTo>
                <a:lnTo>
                  <a:pt x="21497" y="83674"/>
                </a:lnTo>
                <a:lnTo>
                  <a:pt x="21497" y="83674"/>
                </a:lnTo>
                <a:lnTo>
                  <a:pt x="21497" y="83674"/>
                </a:lnTo>
                <a:lnTo>
                  <a:pt x="21497" y="83675"/>
                </a:lnTo>
                <a:lnTo>
                  <a:pt x="21497" y="83675"/>
                </a:lnTo>
                <a:lnTo>
                  <a:pt x="21497" y="83675"/>
                </a:lnTo>
                <a:lnTo>
                  <a:pt x="21497" y="83676"/>
                </a:lnTo>
                <a:lnTo>
                  <a:pt x="21497" y="83676"/>
                </a:lnTo>
                <a:lnTo>
                  <a:pt x="21497" y="83676"/>
                </a:lnTo>
                <a:lnTo>
                  <a:pt x="21497" y="83676"/>
                </a:lnTo>
                <a:lnTo>
                  <a:pt x="21497" y="83677"/>
                </a:lnTo>
                <a:lnTo>
                  <a:pt x="21497" y="83677"/>
                </a:lnTo>
                <a:lnTo>
                  <a:pt x="21497" y="83677"/>
                </a:lnTo>
                <a:lnTo>
                  <a:pt x="21497" y="83678"/>
                </a:lnTo>
                <a:lnTo>
                  <a:pt x="21497" y="83678"/>
                </a:lnTo>
                <a:lnTo>
                  <a:pt x="21497" y="83678"/>
                </a:lnTo>
                <a:lnTo>
                  <a:pt x="21497" y="83679"/>
                </a:lnTo>
                <a:lnTo>
                  <a:pt x="21497" y="83679"/>
                </a:lnTo>
                <a:lnTo>
                  <a:pt x="21497" y="83679"/>
                </a:lnTo>
                <a:lnTo>
                  <a:pt x="21497" y="83679"/>
                </a:lnTo>
                <a:lnTo>
                  <a:pt x="21497" y="83680"/>
                </a:lnTo>
                <a:lnTo>
                  <a:pt x="21497" y="83680"/>
                </a:lnTo>
                <a:lnTo>
                  <a:pt x="21497" y="83680"/>
                </a:lnTo>
                <a:lnTo>
                  <a:pt x="21497" y="83681"/>
                </a:lnTo>
                <a:lnTo>
                  <a:pt x="21497" y="83681"/>
                </a:lnTo>
                <a:lnTo>
                  <a:pt x="21497" y="83681"/>
                </a:lnTo>
                <a:lnTo>
                  <a:pt x="21497" y="83682"/>
                </a:lnTo>
                <a:lnTo>
                  <a:pt x="21497" y="83682"/>
                </a:lnTo>
                <a:lnTo>
                  <a:pt x="21497" y="83682"/>
                </a:lnTo>
                <a:lnTo>
                  <a:pt x="21497" y="83682"/>
                </a:lnTo>
                <a:lnTo>
                  <a:pt x="21497" y="83683"/>
                </a:lnTo>
                <a:lnTo>
                  <a:pt x="21497" y="83683"/>
                </a:lnTo>
                <a:lnTo>
                  <a:pt x="21497" y="83683"/>
                </a:lnTo>
                <a:lnTo>
                  <a:pt x="21497" y="83684"/>
                </a:lnTo>
                <a:lnTo>
                  <a:pt x="21497" y="83684"/>
                </a:lnTo>
                <a:lnTo>
                  <a:pt x="21497" y="83684"/>
                </a:lnTo>
                <a:lnTo>
                  <a:pt x="21497" y="83685"/>
                </a:lnTo>
                <a:lnTo>
                  <a:pt x="21497" y="83685"/>
                </a:lnTo>
                <a:lnTo>
                  <a:pt x="21497" y="83685"/>
                </a:lnTo>
                <a:lnTo>
                  <a:pt x="21497" y="83685"/>
                </a:lnTo>
                <a:lnTo>
                  <a:pt x="21497" y="83686"/>
                </a:lnTo>
                <a:lnTo>
                  <a:pt x="21497" y="83686"/>
                </a:lnTo>
                <a:lnTo>
                  <a:pt x="21497" y="83686"/>
                </a:lnTo>
                <a:lnTo>
                  <a:pt x="21497" y="83687"/>
                </a:lnTo>
                <a:lnTo>
                  <a:pt x="21497" y="83687"/>
                </a:lnTo>
                <a:lnTo>
                  <a:pt x="21497" y="83687"/>
                </a:lnTo>
                <a:lnTo>
                  <a:pt x="21497" y="83688"/>
                </a:lnTo>
                <a:lnTo>
                  <a:pt x="21497" y="83688"/>
                </a:lnTo>
                <a:lnTo>
                  <a:pt x="21497" y="83688"/>
                </a:lnTo>
                <a:lnTo>
                  <a:pt x="21497" y="83688"/>
                </a:lnTo>
                <a:lnTo>
                  <a:pt x="21497" y="83689"/>
                </a:lnTo>
                <a:lnTo>
                  <a:pt x="21497" y="83689"/>
                </a:lnTo>
                <a:lnTo>
                  <a:pt x="21497" y="83689"/>
                </a:lnTo>
                <a:lnTo>
                  <a:pt x="21497" y="83690"/>
                </a:lnTo>
                <a:lnTo>
                  <a:pt x="21497" y="83690"/>
                </a:lnTo>
                <a:lnTo>
                  <a:pt x="21497" y="83690"/>
                </a:lnTo>
                <a:lnTo>
                  <a:pt x="21497" y="83691"/>
                </a:lnTo>
                <a:lnTo>
                  <a:pt x="21497" y="83691"/>
                </a:lnTo>
                <a:lnTo>
                  <a:pt x="21497" y="83691"/>
                </a:lnTo>
                <a:lnTo>
                  <a:pt x="21497" y="83691"/>
                </a:lnTo>
                <a:lnTo>
                  <a:pt x="21497" y="83692"/>
                </a:lnTo>
                <a:lnTo>
                  <a:pt x="21497" y="83692"/>
                </a:lnTo>
                <a:lnTo>
                  <a:pt x="21497" y="83692"/>
                </a:lnTo>
                <a:lnTo>
                  <a:pt x="21497" y="83693"/>
                </a:lnTo>
                <a:lnTo>
                  <a:pt x="21497" y="83693"/>
                </a:lnTo>
                <a:lnTo>
                  <a:pt x="21497" y="83693"/>
                </a:lnTo>
                <a:lnTo>
                  <a:pt x="21497" y="83694"/>
                </a:lnTo>
                <a:lnTo>
                  <a:pt x="21497" y="83694"/>
                </a:lnTo>
                <a:lnTo>
                  <a:pt x="21497" y="83694"/>
                </a:lnTo>
                <a:lnTo>
                  <a:pt x="21497" y="83694"/>
                </a:lnTo>
                <a:lnTo>
                  <a:pt x="21497" y="83695"/>
                </a:lnTo>
                <a:lnTo>
                  <a:pt x="21497" y="83695"/>
                </a:lnTo>
                <a:lnTo>
                  <a:pt x="21497" y="83695"/>
                </a:lnTo>
                <a:lnTo>
                  <a:pt x="21497" y="83696"/>
                </a:lnTo>
                <a:lnTo>
                  <a:pt x="21497" y="83696"/>
                </a:lnTo>
                <a:lnTo>
                  <a:pt x="21497" y="83696"/>
                </a:lnTo>
                <a:lnTo>
                  <a:pt x="21497" y="83697"/>
                </a:lnTo>
                <a:lnTo>
                  <a:pt x="21497" y="83697"/>
                </a:lnTo>
                <a:lnTo>
                  <a:pt x="21497" y="83697"/>
                </a:lnTo>
                <a:lnTo>
                  <a:pt x="21497" y="83697"/>
                </a:lnTo>
                <a:lnTo>
                  <a:pt x="21497" y="83698"/>
                </a:lnTo>
                <a:lnTo>
                  <a:pt x="21497" y="83698"/>
                </a:lnTo>
                <a:lnTo>
                  <a:pt x="21497" y="83698"/>
                </a:lnTo>
                <a:lnTo>
                  <a:pt x="21497" y="83699"/>
                </a:lnTo>
                <a:lnTo>
                  <a:pt x="21497" y="83699"/>
                </a:lnTo>
                <a:lnTo>
                  <a:pt x="21497" y="83699"/>
                </a:lnTo>
                <a:lnTo>
                  <a:pt x="21497" y="83700"/>
                </a:lnTo>
                <a:lnTo>
                  <a:pt x="21497" y="83700"/>
                </a:lnTo>
                <a:lnTo>
                  <a:pt x="21497" y="83700"/>
                </a:lnTo>
                <a:lnTo>
                  <a:pt x="21497" y="83700"/>
                </a:lnTo>
                <a:lnTo>
                  <a:pt x="21497" y="83701"/>
                </a:lnTo>
                <a:lnTo>
                  <a:pt x="21497" y="83701"/>
                </a:lnTo>
                <a:lnTo>
                  <a:pt x="21497" y="83701"/>
                </a:lnTo>
                <a:lnTo>
                  <a:pt x="21497" y="83702"/>
                </a:lnTo>
                <a:lnTo>
                  <a:pt x="21497" y="83702"/>
                </a:lnTo>
                <a:lnTo>
                  <a:pt x="21497" y="83702"/>
                </a:lnTo>
                <a:lnTo>
                  <a:pt x="21497" y="83703"/>
                </a:lnTo>
                <a:lnTo>
                  <a:pt x="21497" y="83703"/>
                </a:lnTo>
                <a:lnTo>
                  <a:pt x="21497" y="83703"/>
                </a:lnTo>
                <a:lnTo>
                  <a:pt x="21497" y="83703"/>
                </a:lnTo>
                <a:lnTo>
                  <a:pt x="21497" y="83704"/>
                </a:lnTo>
                <a:lnTo>
                  <a:pt x="21497" y="83704"/>
                </a:lnTo>
                <a:lnTo>
                  <a:pt x="21497" y="83704"/>
                </a:lnTo>
                <a:lnTo>
                  <a:pt x="21497" y="83705"/>
                </a:lnTo>
                <a:lnTo>
                  <a:pt x="21497" y="83705"/>
                </a:lnTo>
                <a:lnTo>
                  <a:pt x="21497" y="83705"/>
                </a:lnTo>
                <a:lnTo>
                  <a:pt x="21497" y="83706"/>
                </a:lnTo>
                <a:lnTo>
                  <a:pt x="21497" y="83706"/>
                </a:lnTo>
                <a:lnTo>
                  <a:pt x="21497" y="83706"/>
                </a:lnTo>
                <a:lnTo>
                  <a:pt x="21497" y="83706"/>
                </a:lnTo>
                <a:lnTo>
                  <a:pt x="21497" y="83707"/>
                </a:lnTo>
                <a:lnTo>
                  <a:pt x="21497" y="83707"/>
                </a:lnTo>
                <a:lnTo>
                  <a:pt x="21497" y="83707"/>
                </a:lnTo>
                <a:lnTo>
                  <a:pt x="21497" y="83708"/>
                </a:lnTo>
                <a:lnTo>
                  <a:pt x="21497" y="83708"/>
                </a:lnTo>
                <a:lnTo>
                  <a:pt x="21497" y="83708"/>
                </a:lnTo>
                <a:lnTo>
                  <a:pt x="21497" y="83709"/>
                </a:lnTo>
                <a:lnTo>
                  <a:pt x="21497" y="83709"/>
                </a:lnTo>
                <a:lnTo>
                  <a:pt x="21497" y="83709"/>
                </a:lnTo>
                <a:lnTo>
                  <a:pt x="21497" y="83710"/>
                </a:lnTo>
                <a:lnTo>
                  <a:pt x="21497" y="83710"/>
                </a:lnTo>
                <a:lnTo>
                  <a:pt x="21497" y="83710"/>
                </a:lnTo>
                <a:lnTo>
                  <a:pt x="21497" y="83710"/>
                </a:lnTo>
                <a:lnTo>
                  <a:pt x="21497" y="83711"/>
                </a:lnTo>
                <a:lnTo>
                  <a:pt x="21497" y="83711"/>
                </a:lnTo>
                <a:lnTo>
                  <a:pt x="21497" y="83711"/>
                </a:lnTo>
                <a:lnTo>
                  <a:pt x="21497" y="83712"/>
                </a:lnTo>
                <a:lnTo>
                  <a:pt x="21497" y="83712"/>
                </a:lnTo>
                <a:lnTo>
                  <a:pt x="21497" y="83712"/>
                </a:lnTo>
                <a:lnTo>
                  <a:pt x="21497" y="83713"/>
                </a:lnTo>
                <a:lnTo>
                  <a:pt x="21497" y="83713"/>
                </a:lnTo>
                <a:lnTo>
                  <a:pt x="21497" y="83713"/>
                </a:lnTo>
                <a:lnTo>
                  <a:pt x="21497" y="83713"/>
                </a:lnTo>
                <a:lnTo>
                  <a:pt x="21497" y="83714"/>
                </a:lnTo>
                <a:lnTo>
                  <a:pt x="21497" y="83714"/>
                </a:lnTo>
                <a:lnTo>
                  <a:pt x="21497" y="83714"/>
                </a:lnTo>
                <a:lnTo>
                  <a:pt x="21497" y="83715"/>
                </a:lnTo>
                <a:lnTo>
                  <a:pt x="21497" y="83715"/>
                </a:lnTo>
                <a:lnTo>
                  <a:pt x="21497" y="83715"/>
                </a:lnTo>
                <a:lnTo>
                  <a:pt x="21497" y="83716"/>
                </a:lnTo>
                <a:lnTo>
                  <a:pt x="21497" y="83716"/>
                </a:lnTo>
                <a:lnTo>
                  <a:pt x="21497" y="83716"/>
                </a:lnTo>
                <a:lnTo>
                  <a:pt x="21497" y="83716"/>
                </a:lnTo>
                <a:lnTo>
                  <a:pt x="21497" y="83717"/>
                </a:lnTo>
                <a:lnTo>
                  <a:pt x="21497" y="83717"/>
                </a:lnTo>
                <a:lnTo>
                  <a:pt x="21497" y="83717"/>
                </a:lnTo>
                <a:lnTo>
                  <a:pt x="21497" y="83718"/>
                </a:lnTo>
                <a:lnTo>
                  <a:pt x="21497" y="83718"/>
                </a:lnTo>
                <a:lnTo>
                  <a:pt x="21497" y="83718"/>
                </a:lnTo>
                <a:lnTo>
                  <a:pt x="21497" y="83719"/>
                </a:lnTo>
                <a:lnTo>
                  <a:pt x="21497" y="83719"/>
                </a:lnTo>
                <a:lnTo>
                  <a:pt x="21497" y="83719"/>
                </a:lnTo>
                <a:lnTo>
                  <a:pt x="21497" y="83719"/>
                </a:lnTo>
                <a:lnTo>
                  <a:pt x="21497" y="83720"/>
                </a:lnTo>
                <a:lnTo>
                  <a:pt x="21497" y="83720"/>
                </a:lnTo>
                <a:lnTo>
                  <a:pt x="21497" y="83720"/>
                </a:lnTo>
                <a:lnTo>
                  <a:pt x="21497" y="83721"/>
                </a:lnTo>
                <a:lnTo>
                  <a:pt x="21497" y="83721"/>
                </a:lnTo>
                <a:lnTo>
                  <a:pt x="21497" y="83721"/>
                </a:lnTo>
                <a:lnTo>
                  <a:pt x="21497" y="83722"/>
                </a:lnTo>
                <a:lnTo>
                  <a:pt x="21497" y="83722"/>
                </a:lnTo>
                <a:lnTo>
                  <a:pt x="21497" y="83722"/>
                </a:lnTo>
                <a:lnTo>
                  <a:pt x="21497" y="83722"/>
                </a:lnTo>
                <a:lnTo>
                  <a:pt x="21497" y="83723"/>
                </a:lnTo>
                <a:lnTo>
                  <a:pt x="21497" y="83723"/>
                </a:lnTo>
                <a:lnTo>
                  <a:pt x="21497" y="83723"/>
                </a:lnTo>
                <a:lnTo>
                  <a:pt x="21497" y="83724"/>
                </a:lnTo>
                <a:lnTo>
                  <a:pt x="21497" y="83724"/>
                </a:lnTo>
                <a:lnTo>
                  <a:pt x="21497" y="83724"/>
                </a:lnTo>
                <a:lnTo>
                  <a:pt x="21497" y="83725"/>
                </a:lnTo>
                <a:lnTo>
                  <a:pt x="21497" y="83725"/>
                </a:lnTo>
                <a:lnTo>
                  <a:pt x="21497" y="83725"/>
                </a:lnTo>
                <a:lnTo>
                  <a:pt x="21497" y="83725"/>
                </a:lnTo>
                <a:lnTo>
                  <a:pt x="21497" y="83726"/>
                </a:lnTo>
                <a:lnTo>
                  <a:pt x="21497" y="83726"/>
                </a:lnTo>
                <a:lnTo>
                  <a:pt x="21497" y="83726"/>
                </a:lnTo>
                <a:lnTo>
                  <a:pt x="21497" y="83727"/>
                </a:lnTo>
                <a:lnTo>
                  <a:pt x="21497" y="83727"/>
                </a:lnTo>
                <a:lnTo>
                  <a:pt x="21497" y="83727"/>
                </a:lnTo>
                <a:lnTo>
                  <a:pt x="21497" y="83728"/>
                </a:lnTo>
                <a:lnTo>
                  <a:pt x="21497" y="83728"/>
                </a:lnTo>
                <a:lnTo>
                  <a:pt x="21497" y="83728"/>
                </a:lnTo>
                <a:lnTo>
                  <a:pt x="21497" y="83729"/>
                </a:lnTo>
                <a:lnTo>
                  <a:pt x="21497" y="83729"/>
                </a:lnTo>
                <a:lnTo>
                  <a:pt x="21497" y="83729"/>
                </a:lnTo>
                <a:lnTo>
                  <a:pt x="21497" y="83729"/>
                </a:lnTo>
                <a:lnTo>
                  <a:pt x="21497" y="83730"/>
                </a:lnTo>
                <a:lnTo>
                  <a:pt x="21497" y="83730"/>
                </a:lnTo>
                <a:lnTo>
                  <a:pt x="21497" y="83730"/>
                </a:lnTo>
                <a:lnTo>
                  <a:pt x="21497" y="83731"/>
                </a:lnTo>
                <a:lnTo>
                  <a:pt x="21497" y="83731"/>
                </a:lnTo>
                <a:lnTo>
                  <a:pt x="21497" y="83731"/>
                </a:lnTo>
                <a:lnTo>
                  <a:pt x="21497" y="83732"/>
                </a:lnTo>
                <a:lnTo>
                  <a:pt x="21497" y="83732"/>
                </a:lnTo>
                <a:lnTo>
                  <a:pt x="21497" y="83732"/>
                </a:lnTo>
                <a:lnTo>
                  <a:pt x="21497" y="83732"/>
                </a:lnTo>
                <a:lnTo>
                  <a:pt x="21497" y="83733"/>
                </a:lnTo>
                <a:lnTo>
                  <a:pt x="21497" y="83733"/>
                </a:lnTo>
                <a:lnTo>
                  <a:pt x="21497" y="83733"/>
                </a:lnTo>
                <a:lnTo>
                  <a:pt x="21497" y="83734"/>
                </a:lnTo>
                <a:lnTo>
                  <a:pt x="21497" y="83734"/>
                </a:lnTo>
                <a:lnTo>
                  <a:pt x="21497" y="83734"/>
                </a:lnTo>
                <a:lnTo>
                  <a:pt x="21497" y="83735"/>
                </a:lnTo>
                <a:lnTo>
                  <a:pt x="21497" y="83735"/>
                </a:lnTo>
                <a:lnTo>
                  <a:pt x="21497" y="83735"/>
                </a:lnTo>
                <a:lnTo>
                  <a:pt x="21497" y="83735"/>
                </a:lnTo>
                <a:lnTo>
                  <a:pt x="21497" y="83736"/>
                </a:lnTo>
                <a:lnTo>
                  <a:pt x="21497" y="83736"/>
                </a:lnTo>
                <a:lnTo>
                  <a:pt x="21497" y="83736"/>
                </a:lnTo>
                <a:lnTo>
                  <a:pt x="21497" y="83737"/>
                </a:lnTo>
                <a:lnTo>
                  <a:pt x="21497" y="83737"/>
                </a:lnTo>
                <a:lnTo>
                  <a:pt x="21497" y="83737"/>
                </a:lnTo>
                <a:lnTo>
                  <a:pt x="21497" y="83738"/>
                </a:lnTo>
                <a:lnTo>
                  <a:pt x="21497" y="83738"/>
                </a:lnTo>
                <a:lnTo>
                  <a:pt x="21497" y="83738"/>
                </a:lnTo>
                <a:lnTo>
                  <a:pt x="21497" y="83738"/>
                </a:lnTo>
                <a:lnTo>
                  <a:pt x="21497" y="83739"/>
                </a:lnTo>
                <a:lnTo>
                  <a:pt x="21497" y="83739"/>
                </a:lnTo>
                <a:lnTo>
                  <a:pt x="21497" y="83739"/>
                </a:lnTo>
                <a:lnTo>
                  <a:pt x="21497" y="83740"/>
                </a:lnTo>
                <a:lnTo>
                  <a:pt x="21497" y="83740"/>
                </a:lnTo>
                <a:lnTo>
                  <a:pt x="21497" y="83740"/>
                </a:lnTo>
                <a:lnTo>
                  <a:pt x="21497" y="83741"/>
                </a:lnTo>
                <a:lnTo>
                  <a:pt x="21497" y="83741"/>
                </a:lnTo>
                <a:lnTo>
                  <a:pt x="21497" y="83741"/>
                </a:lnTo>
                <a:lnTo>
                  <a:pt x="21497" y="83742"/>
                </a:lnTo>
                <a:lnTo>
                  <a:pt x="21497" y="83742"/>
                </a:lnTo>
                <a:lnTo>
                  <a:pt x="21497" y="83742"/>
                </a:lnTo>
                <a:lnTo>
                  <a:pt x="21497" y="83742"/>
                </a:lnTo>
                <a:lnTo>
                  <a:pt x="21497" y="83743"/>
                </a:lnTo>
                <a:lnTo>
                  <a:pt x="21497" y="83743"/>
                </a:lnTo>
                <a:lnTo>
                  <a:pt x="21497" y="83743"/>
                </a:lnTo>
                <a:lnTo>
                  <a:pt x="21497" y="83744"/>
                </a:lnTo>
                <a:lnTo>
                  <a:pt x="21497" y="83744"/>
                </a:lnTo>
                <a:lnTo>
                  <a:pt x="21497" y="83744"/>
                </a:lnTo>
                <a:lnTo>
                  <a:pt x="21497" y="83745"/>
                </a:lnTo>
                <a:lnTo>
                  <a:pt x="21497" y="83745"/>
                </a:lnTo>
                <a:lnTo>
                  <a:pt x="21497" y="83745"/>
                </a:lnTo>
                <a:lnTo>
                  <a:pt x="21497" y="83745"/>
                </a:lnTo>
                <a:lnTo>
                  <a:pt x="21497" y="83746"/>
                </a:lnTo>
                <a:lnTo>
                  <a:pt x="21497" y="83746"/>
                </a:lnTo>
                <a:lnTo>
                  <a:pt x="21497" y="83746"/>
                </a:lnTo>
                <a:lnTo>
                  <a:pt x="21497" y="83747"/>
                </a:lnTo>
                <a:lnTo>
                  <a:pt x="21497" y="83747"/>
                </a:lnTo>
                <a:lnTo>
                  <a:pt x="21497" y="83747"/>
                </a:lnTo>
                <a:lnTo>
                  <a:pt x="21497" y="83748"/>
                </a:lnTo>
                <a:lnTo>
                  <a:pt x="21497" y="83748"/>
                </a:lnTo>
                <a:lnTo>
                  <a:pt x="21497" y="83748"/>
                </a:lnTo>
                <a:lnTo>
                  <a:pt x="21497" y="83748"/>
                </a:lnTo>
                <a:lnTo>
                  <a:pt x="21497" y="83749"/>
                </a:lnTo>
                <a:lnTo>
                  <a:pt x="21497" y="83749"/>
                </a:lnTo>
                <a:lnTo>
                  <a:pt x="21497" y="83749"/>
                </a:lnTo>
                <a:lnTo>
                  <a:pt x="21497" y="83750"/>
                </a:lnTo>
                <a:lnTo>
                  <a:pt x="21497" y="83750"/>
                </a:lnTo>
                <a:lnTo>
                  <a:pt x="21497" y="83750"/>
                </a:lnTo>
                <a:lnTo>
                  <a:pt x="21497" y="83751"/>
                </a:lnTo>
                <a:lnTo>
                  <a:pt x="21497" y="83751"/>
                </a:lnTo>
                <a:lnTo>
                  <a:pt x="21497" y="83751"/>
                </a:lnTo>
                <a:lnTo>
                  <a:pt x="21497" y="83752"/>
                </a:lnTo>
                <a:lnTo>
                  <a:pt x="21497" y="83752"/>
                </a:lnTo>
                <a:lnTo>
                  <a:pt x="21497" y="83752"/>
                </a:lnTo>
                <a:lnTo>
                  <a:pt x="21497" y="83752"/>
                </a:lnTo>
                <a:lnTo>
                  <a:pt x="21497" y="83753"/>
                </a:lnTo>
                <a:lnTo>
                  <a:pt x="21497" y="83753"/>
                </a:lnTo>
                <a:lnTo>
                  <a:pt x="21497" y="83753"/>
                </a:lnTo>
                <a:lnTo>
                  <a:pt x="21497" y="83754"/>
                </a:lnTo>
                <a:lnTo>
                  <a:pt x="21497" y="83754"/>
                </a:lnTo>
                <a:lnTo>
                  <a:pt x="21497" y="83754"/>
                </a:lnTo>
                <a:lnTo>
                  <a:pt x="21497" y="83755"/>
                </a:lnTo>
                <a:lnTo>
                  <a:pt x="21497" y="83755"/>
                </a:lnTo>
                <a:lnTo>
                  <a:pt x="21497" y="83755"/>
                </a:lnTo>
                <a:lnTo>
                  <a:pt x="21497" y="83755"/>
                </a:lnTo>
                <a:lnTo>
                  <a:pt x="21497" y="83756"/>
                </a:lnTo>
                <a:lnTo>
                  <a:pt x="21497" y="83756"/>
                </a:lnTo>
                <a:lnTo>
                  <a:pt x="21497" y="83756"/>
                </a:lnTo>
                <a:lnTo>
                  <a:pt x="21497" y="83757"/>
                </a:lnTo>
                <a:lnTo>
                  <a:pt x="21497" y="83757"/>
                </a:lnTo>
                <a:lnTo>
                  <a:pt x="21497" y="83757"/>
                </a:lnTo>
                <a:lnTo>
                  <a:pt x="21497" y="83758"/>
                </a:lnTo>
                <a:lnTo>
                  <a:pt x="21497" y="83758"/>
                </a:lnTo>
                <a:lnTo>
                  <a:pt x="21497" y="83758"/>
                </a:lnTo>
                <a:lnTo>
                  <a:pt x="21497" y="83759"/>
                </a:lnTo>
                <a:lnTo>
                  <a:pt x="21497" y="83759"/>
                </a:lnTo>
                <a:lnTo>
                  <a:pt x="21497" y="83759"/>
                </a:lnTo>
                <a:lnTo>
                  <a:pt x="21497" y="83759"/>
                </a:lnTo>
                <a:lnTo>
                  <a:pt x="21497" y="83760"/>
                </a:lnTo>
                <a:lnTo>
                  <a:pt x="21497" y="83760"/>
                </a:lnTo>
                <a:lnTo>
                  <a:pt x="21497" y="83760"/>
                </a:lnTo>
                <a:lnTo>
                  <a:pt x="21497" y="83761"/>
                </a:lnTo>
                <a:lnTo>
                  <a:pt x="21497" y="83761"/>
                </a:lnTo>
                <a:lnTo>
                  <a:pt x="21497" y="83761"/>
                </a:lnTo>
                <a:lnTo>
                  <a:pt x="21497" y="83762"/>
                </a:lnTo>
                <a:lnTo>
                  <a:pt x="21497" y="83762"/>
                </a:lnTo>
                <a:lnTo>
                  <a:pt x="21497" y="83762"/>
                </a:lnTo>
                <a:lnTo>
                  <a:pt x="21497" y="83762"/>
                </a:lnTo>
                <a:lnTo>
                  <a:pt x="21497" y="83763"/>
                </a:lnTo>
                <a:lnTo>
                  <a:pt x="21497" y="83763"/>
                </a:lnTo>
                <a:lnTo>
                  <a:pt x="21497" y="83763"/>
                </a:lnTo>
                <a:lnTo>
                  <a:pt x="21497" y="83764"/>
                </a:lnTo>
                <a:lnTo>
                  <a:pt x="21497" y="83764"/>
                </a:lnTo>
                <a:lnTo>
                  <a:pt x="21497" y="83764"/>
                </a:lnTo>
                <a:lnTo>
                  <a:pt x="21497" y="83765"/>
                </a:lnTo>
                <a:lnTo>
                  <a:pt x="21497" y="83765"/>
                </a:lnTo>
                <a:lnTo>
                  <a:pt x="21497" y="83765"/>
                </a:lnTo>
                <a:lnTo>
                  <a:pt x="21497" y="83766"/>
                </a:lnTo>
                <a:lnTo>
                  <a:pt x="21497" y="83766"/>
                </a:lnTo>
                <a:lnTo>
                  <a:pt x="21497" y="83766"/>
                </a:lnTo>
                <a:lnTo>
                  <a:pt x="21497" y="83766"/>
                </a:lnTo>
                <a:lnTo>
                  <a:pt x="21497" y="83767"/>
                </a:lnTo>
                <a:lnTo>
                  <a:pt x="21497" y="83767"/>
                </a:lnTo>
                <a:lnTo>
                  <a:pt x="21497" y="83767"/>
                </a:lnTo>
                <a:lnTo>
                  <a:pt x="21497" y="83768"/>
                </a:lnTo>
                <a:lnTo>
                  <a:pt x="21497" y="83768"/>
                </a:lnTo>
                <a:lnTo>
                  <a:pt x="21497" y="83768"/>
                </a:lnTo>
                <a:lnTo>
                  <a:pt x="21497" y="83769"/>
                </a:lnTo>
                <a:lnTo>
                  <a:pt x="21497" y="83769"/>
                </a:lnTo>
                <a:lnTo>
                  <a:pt x="21497" y="83769"/>
                </a:lnTo>
                <a:lnTo>
                  <a:pt x="21497" y="83769"/>
                </a:lnTo>
                <a:lnTo>
                  <a:pt x="21497" y="83770"/>
                </a:lnTo>
                <a:lnTo>
                  <a:pt x="21497" y="83770"/>
                </a:lnTo>
                <a:lnTo>
                  <a:pt x="21497" y="83770"/>
                </a:lnTo>
                <a:lnTo>
                  <a:pt x="21497" y="83771"/>
                </a:lnTo>
                <a:lnTo>
                  <a:pt x="21497" y="83771"/>
                </a:lnTo>
                <a:lnTo>
                  <a:pt x="21497" y="83771"/>
                </a:lnTo>
                <a:lnTo>
                  <a:pt x="21497" y="83772"/>
                </a:lnTo>
                <a:lnTo>
                  <a:pt x="21497" y="83772"/>
                </a:lnTo>
                <a:lnTo>
                  <a:pt x="21497" y="83772"/>
                </a:lnTo>
                <a:lnTo>
                  <a:pt x="21497" y="83773"/>
                </a:lnTo>
                <a:lnTo>
                  <a:pt x="21497" y="83773"/>
                </a:lnTo>
                <a:lnTo>
                  <a:pt x="21497" y="83773"/>
                </a:lnTo>
                <a:lnTo>
                  <a:pt x="21497" y="83773"/>
                </a:lnTo>
                <a:lnTo>
                  <a:pt x="21497" y="83774"/>
                </a:lnTo>
                <a:lnTo>
                  <a:pt x="21497" y="83774"/>
                </a:lnTo>
                <a:lnTo>
                  <a:pt x="21497" y="83774"/>
                </a:lnTo>
                <a:lnTo>
                  <a:pt x="21497" y="83775"/>
                </a:lnTo>
                <a:lnTo>
                  <a:pt x="21497" y="83775"/>
                </a:lnTo>
                <a:lnTo>
                  <a:pt x="21497" y="83775"/>
                </a:lnTo>
                <a:lnTo>
                  <a:pt x="21497" y="83776"/>
                </a:lnTo>
                <a:lnTo>
                  <a:pt x="21497" y="83776"/>
                </a:lnTo>
                <a:lnTo>
                  <a:pt x="21497" y="83776"/>
                </a:lnTo>
                <a:lnTo>
                  <a:pt x="21497" y="83776"/>
                </a:lnTo>
                <a:lnTo>
                  <a:pt x="21497" y="83777"/>
                </a:lnTo>
                <a:lnTo>
                  <a:pt x="21497" y="83777"/>
                </a:lnTo>
                <a:lnTo>
                  <a:pt x="21497" y="83777"/>
                </a:lnTo>
                <a:lnTo>
                  <a:pt x="21497" y="83778"/>
                </a:lnTo>
                <a:lnTo>
                  <a:pt x="21497" y="83778"/>
                </a:lnTo>
                <a:lnTo>
                  <a:pt x="21497" y="83778"/>
                </a:lnTo>
                <a:lnTo>
                  <a:pt x="21497" y="83779"/>
                </a:lnTo>
                <a:lnTo>
                  <a:pt x="21497" y="83779"/>
                </a:lnTo>
                <a:lnTo>
                  <a:pt x="21497" y="83779"/>
                </a:lnTo>
                <a:lnTo>
                  <a:pt x="21497" y="83780"/>
                </a:lnTo>
                <a:lnTo>
                  <a:pt x="21497" y="83780"/>
                </a:lnTo>
                <a:lnTo>
                  <a:pt x="21497" y="83780"/>
                </a:lnTo>
                <a:lnTo>
                  <a:pt x="21497" y="83780"/>
                </a:lnTo>
                <a:lnTo>
                  <a:pt x="21497" y="83781"/>
                </a:lnTo>
                <a:lnTo>
                  <a:pt x="21497" y="83781"/>
                </a:lnTo>
                <a:lnTo>
                  <a:pt x="21497" y="83781"/>
                </a:lnTo>
                <a:lnTo>
                  <a:pt x="21497" y="83782"/>
                </a:lnTo>
                <a:lnTo>
                  <a:pt x="21497" y="83782"/>
                </a:lnTo>
                <a:lnTo>
                  <a:pt x="21497" y="83782"/>
                </a:lnTo>
                <a:lnTo>
                  <a:pt x="21497" y="83783"/>
                </a:lnTo>
                <a:lnTo>
                  <a:pt x="21497" y="83783"/>
                </a:lnTo>
                <a:lnTo>
                  <a:pt x="21497" y="83783"/>
                </a:lnTo>
                <a:lnTo>
                  <a:pt x="21497" y="83783"/>
                </a:lnTo>
                <a:lnTo>
                  <a:pt x="21497" y="83784"/>
                </a:lnTo>
                <a:lnTo>
                  <a:pt x="21497" y="83784"/>
                </a:lnTo>
                <a:lnTo>
                  <a:pt x="21497" y="83784"/>
                </a:lnTo>
                <a:lnTo>
                  <a:pt x="21497" y="83785"/>
                </a:lnTo>
                <a:lnTo>
                  <a:pt x="21497" y="83785"/>
                </a:lnTo>
                <a:lnTo>
                  <a:pt x="21497" y="83785"/>
                </a:lnTo>
                <a:lnTo>
                  <a:pt x="21497" y="83786"/>
                </a:lnTo>
                <a:lnTo>
                  <a:pt x="21497" y="83786"/>
                </a:lnTo>
                <a:lnTo>
                  <a:pt x="21497" y="83786"/>
                </a:lnTo>
                <a:lnTo>
                  <a:pt x="21497" y="83787"/>
                </a:lnTo>
                <a:lnTo>
                  <a:pt x="21497" y="83787"/>
                </a:lnTo>
                <a:lnTo>
                  <a:pt x="21497" y="83787"/>
                </a:lnTo>
                <a:lnTo>
                  <a:pt x="21497" y="83787"/>
                </a:lnTo>
                <a:lnTo>
                  <a:pt x="21497" y="83788"/>
                </a:lnTo>
                <a:lnTo>
                  <a:pt x="21497" y="83788"/>
                </a:lnTo>
                <a:lnTo>
                  <a:pt x="21497" y="83788"/>
                </a:lnTo>
                <a:lnTo>
                  <a:pt x="21497" y="83789"/>
                </a:lnTo>
                <a:lnTo>
                  <a:pt x="21497" y="83789"/>
                </a:lnTo>
                <a:lnTo>
                  <a:pt x="21497" y="83789"/>
                </a:lnTo>
                <a:lnTo>
                  <a:pt x="21497" y="83790"/>
                </a:lnTo>
                <a:lnTo>
                  <a:pt x="21497" y="83790"/>
                </a:lnTo>
                <a:lnTo>
                  <a:pt x="21497" y="83790"/>
                </a:lnTo>
                <a:lnTo>
                  <a:pt x="21497" y="83791"/>
                </a:lnTo>
                <a:lnTo>
                  <a:pt x="21497" y="83791"/>
                </a:lnTo>
                <a:lnTo>
                  <a:pt x="21497" y="83791"/>
                </a:lnTo>
                <a:lnTo>
                  <a:pt x="21497" y="83791"/>
                </a:lnTo>
                <a:lnTo>
                  <a:pt x="21497" y="83792"/>
                </a:lnTo>
                <a:lnTo>
                  <a:pt x="21497" y="83792"/>
                </a:lnTo>
                <a:lnTo>
                  <a:pt x="21497" y="83792"/>
                </a:lnTo>
                <a:lnTo>
                  <a:pt x="21497" y="83793"/>
                </a:lnTo>
                <a:lnTo>
                  <a:pt x="21497" y="83793"/>
                </a:lnTo>
                <a:lnTo>
                  <a:pt x="21497" y="83793"/>
                </a:lnTo>
                <a:lnTo>
                  <a:pt x="21497" y="83794"/>
                </a:lnTo>
                <a:lnTo>
                  <a:pt x="21497" y="83794"/>
                </a:lnTo>
                <a:lnTo>
                  <a:pt x="21497" y="83794"/>
                </a:lnTo>
                <a:lnTo>
                  <a:pt x="21497" y="83794"/>
                </a:lnTo>
                <a:lnTo>
                  <a:pt x="21497" y="83795"/>
                </a:lnTo>
                <a:lnTo>
                  <a:pt x="21497" y="83795"/>
                </a:lnTo>
                <a:lnTo>
                  <a:pt x="21497" y="83795"/>
                </a:lnTo>
                <a:lnTo>
                  <a:pt x="21497" y="83796"/>
                </a:lnTo>
                <a:lnTo>
                  <a:pt x="21497" y="83796"/>
                </a:lnTo>
                <a:lnTo>
                  <a:pt x="21497" y="83796"/>
                </a:lnTo>
                <a:lnTo>
                  <a:pt x="21497" y="83797"/>
                </a:lnTo>
                <a:lnTo>
                  <a:pt x="21497" y="83797"/>
                </a:lnTo>
                <a:lnTo>
                  <a:pt x="21497" y="83797"/>
                </a:lnTo>
                <a:lnTo>
                  <a:pt x="21497" y="83798"/>
                </a:lnTo>
                <a:lnTo>
                  <a:pt x="21497" y="83798"/>
                </a:lnTo>
                <a:lnTo>
                  <a:pt x="21497" y="83798"/>
                </a:lnTo>
                <a:lnTo>
                  <a:pt x="21497" y="83798"/>
                </a:lnTo>
                <a:lnTo>
                  <a:pt x="21497" y="83799"/>
                </a:lnTo>
                <a:lnTo>
                  <a:pt x="21497" y="83799"/>
                </a:lnTo>
                <a:lnTo>
                  <a:pt x="21497" y="83799"/>
                </a:lnTo>
                <a:lnTo>
                  <a:pt x="21497" y="83800"/>
                </a:lnTo>
                <a:lnTo>
                  <a:pt x="21497" y="83800"/>
                </a:lnTo>
                <a:lnTo>
                  <a:pt x="21497" y="83800"/>
                </a:lnTo>
                <a:lnTo>
                  <a:pt x="21497" y="83801"/>
                </a:lnTo>
                <a:lnTo>
                  <a:pt x="21497" y="83801"/>
                </a:lnTo>
                <a:lnTo>
                  <a:pt x="21497" y="83801"/>
                </a:lnTo>
                <a:lnTo>
                  <a:pt x="21497" y="83802"/>
                </a:lnTo>
                <a:lnTo>
                  <a:pt x="21497" y="83802"/>
                </a:lnTo>
                <a:lnTo>
                  <a:pt x="21497" y="83802"/>
                </a:lnTo>
                <a:lnTo>
                  <a:pt x="21497" y="83802"/>
                </a:lnTo>
                <a:lnTo>
                  <a:pt x="21497" y="83803"/>
                </a:lnTo>
                <a:lnTo>
                  <a:pt x="21497" y="83803"/>
                </a:lnTo>
                <a:lnTo>
                  <a:pt x="21497" y="83803"/>
                </a:lnTo>
                <a:lnTo>
                  <a:pt x="21497" y="83804"/>
                </a:lnTo>
                <a:lnTo>
                  <a:pt x="21497" y="83804"/>
                </a:lnTo>
                <a:lnTo>
                  <a:pt x="21497" y="83804"/>
                </a:lnTo>
                <a:lnTo>
                  <a:pt x="21497" y="83805"/>
                </a:lnTo>
                <a:lnTo>
                  <a:pt x="21497" y="83805"/>
                </a:lnTo>
                <a:lnTo>
                  <a:pt x="21497" y="83805"/>
                </a:lnTo>
                <a:lnTo>
                  <a:pt x="21497" y="83806"/>
                </a:lnTo>
                <a:lnTo>
                  <a:pt x="21497" y="83806"/>
                </a:lnTo>
                <a:lnTo>
                  <a:pt x="21497" y="83806"/>
                </a:lnTo>
                <a:lnTo>
                  <a:pt x="21497" y="83806"/>
                </a:lnTo>
                <a:lnTo>
                  <a:pt x="21497" y="83807"/>
                </a:lnTo>
                <a:lnTo>
                  <a:pt x="21497" y="83807"/>
                </a:lnTo>
                <a:lnTo>
                  <a:pt x="21497" y="83807"/>
                </a:lnTo>
                <a:lnTo>
                  <a:pt x="21497" y="83808"/>
                </a:lnTo>
                <a:lnTo>
                  <a:pt x="21497" y="83808"/>
                </a:lnTo>
                <a:lnTo>
                  <a:pt x="21497" y="83808"/>
                </a:lnTo>
                <a:lnTo>
                  <a:pt x="21497" y="83809"/>
                </a:lnTo>
                <a:lnTo>
                  <a:pt x="21497" y="83809"/>
                </a:lnTo>
                <a:lnTo>
                  <a:pt x="21497" y="83809"/>
                </a:lnTo>
                <a:lnTo>
                  <a:pt x="21497" y="83810"/>
                </a:lnTo>
                <a:lnTo>
                  <a:pt x="21497" y="83810"/>
                </a:lnTo>
                <a:lnTo>
                  <a:pt x="21497" y="83810"/>
                </a:lnTo>
                <a:lnTo>
                  <a:pt x="21497" y="83810"/>
                </a:lnTo>
                <a:lnTo>
                  <a:pt x="21497" y="83811"/>
                </a:lnTo>
                <a:lnTo>
                  <a:pt x="21497" y="83811"/>
                </a:lnTo>
                <a:lnTo>
                  <a:pt x="21497" y="83811"/>
                </a:lnTo>
                <a:lnTo>
                  <a:pt x="21497" y="83812"/>
                </a:lnTo>
                <a:lnTo>
                  <a:pt x="21497" y="83812"/>
                </a:lnTo>
                <a:lnTo>
                  <a:pt x="21497" y="83812"/>
                </a:lnTo>
                <a:lnTo>
                  <a:pt x="21497" y="83813"/>
                </a:lnTo>
                <a:lnTo>
                  <a:pt x="21497" y="83813"/>
                </a:lnTo>
                <a:lnTo>
                  <a:pt x="21497" y="83813"/>
                </a:lnTo>
                <a:lnTo>
                  <a:pt x="21497" y="83813"/>
                </a:lnTo>
                <a:lnTo>
                  <a:pt x="21497" y="83814"/>
                </a:lnTo>
                <a:lnTo>
                  <a:pt x="21497" y="83814"/>
                </a:lnTo>
                <a:lnTo>
                  <a:pt x="21497" y="83814"/>
                </a:lnTo>
                <a:lnTo>
                  <a:pt x="21497" y="83815"/>
                </a:lnTo>
                <a:lnTo>
                  <a:pt x="21497" y="83815"/>
                </a:lnTo>
                <a:lnTo>
                  <a:pt x="21497" y="83815"/>
                </a:lnTo>
                <a:lnTo>
                  <a:pt x="21497" y="83816"/>
                </a:lnTo>
                <a:lnTo>
                  <a:pt x="21497" y="83816"/>
                </a:lnTo>
                <a:lnTo>
                  <a:pt x="21497" y="83816"/>
                </a:lnTo>
                <a:lnTo>
                  <a:pt x="21497" y="83817"/>
                </a:lnTo>
                <a:lnTo>
                  <a:pt x="21497" y="83817"/>
                </a:lnTo>
                <a:lnTo>
                  <a:pt x="21497" y="83817"/>
                </a:lnTo>
                <a:lnTo>
                  <a:pt x="21497" y="83817"/>
                </a:lnTo>
                <a:lnTo>
                  <a:pt x="21497" y="83818"/>
                </a:lnTo>
                <a:lnTo>
                  <a:pt x="21497" y="83818"/>
                </a:lnTo>
                <a:lnTo>
                  <a:pt x="21497" y="83818"/>
                </a:lnTo>
                <a:lnTo>
                  <a:pt x="21497" y="83819"/>
                </a:lnTo>
                <a:lnTo>
                  <a:pt x="21497" y="83819"/>
                </a:lnTo>
                <a:lnTo>
                  <a:pt x="21497" y="83819"/>
                </a:lnTo>
                <a:lnTo>
                  <a:pt x="21497" y="83820"/>
                </a:lnTo>
                <a:lnTo>
                  <a:pt x="21497" y="83820"/>
                </a:lnTo>
                <a:lnTo>
                  <a:pt x="21497" y="83820"/>
                </a:lnTo>
                <a:lnTo>
                  <a:pt x="21497" y="83821"/>
                </a:lnTo>
                <a:lnTo>
                  <a:pt x="21497" y="83821"/>
                </a:lnTo>
                <a:lnTo>
                  <a:pt x="21497" y="83821"/>
                </a:lnTo>
                <a:lnTo>
                  <a:pt x="21497" y="83821"/>
                </a:lnTo>
                <a:lnTo>
                  <a:pt x="21497" y="83822"/>
                </a:lnTo>
                <a:lnTo>
                  <a:pt x="21497" y="83822"/>
                </a:lnTo>
                <a:lnTo>
                  <a:pt x="21497" y="83822"/>
                </a:lnTo>
                <a:lnTo>
                  <a:pt x="21497" y="83823"/>
                </a:lnTo>
                <a:lnTo>
                  <a:pt x="21497" y="83823"/>
                </a:lnTo>
                <a:lnTo>
                  <a:pt x="21497" y="83823"/>
                </a:lnTo>
                <a:lnTo>
                  <a:pt x="21497" y="83824"/>
                </a:lnTo>
                <a:lnTo>
                  <a:pt x="21497" y="83824"/>
                </a:lnTo>
                <a:lnTo>
                  <a:pt x="21497" y="83824"/>
                </a:lnTo>
                <a:lnTo>
                  <a:pt x="21497" y="83825"/>
                </a:lnTo>
                <a:lnTo>
                  <a:pt x="21497" y="83825"/>
                </a:lnTo>
                <a:lnTo>
                  <a:pt x="21497" y="83825"/>
                </a:lnTo>
                <a:lnTo>
                  <a:pt x="21497" y="83825"/>
                </a:lnTo>
                <a:lnTo>
                  <a:pt x="21497" y="83826"/>
                </a:lnTo>
                <a:lnTo>
                  <a:pt x="21497" y="83826"/>
                </a:lnTo>
                <a:lnTo>
                  <a:pt x="21497" y="83826"/>
                </a:lnTo>
                <a:lnTo>
                  <a:pt x="21497" y="83827"/>
                </a:lnTo>
                <a:lnTo>
                  <a:pt x="21497" y="83827"/>
                </a:lnTo>
                <a:lnTo>
                  <a:pt x="21497" y="83827"/>
                </a:lnTo>
                <a:lnTo>
                  <a:pt x="21497" y="83828"/>
                </a:lnTo>
                <a:lnTo>
                  <a:pt x="21497" y="83828"/>
                </a:lnTo>
                <a:lnTo>
                  <a:pt x="21497" y="83828"/>
                </a:lnTo>
                <a:lnTo>
                  <a:pt x="21497" y="83829"/>
                </a:lnTo>
                <a:lnTo>
                  <a:pt x="21497" y="83829"/>
                </a:lnTo>
                <a:lnTo>
                  <a:pt x="21497" y="83829"/>
                </a:lnTo>
                <a:lnTo>
                  <a:pt x="21497" y="83829"/>
                </a:lnTo>
                <a:lnTo>
                  <a:pt x="21497" y="83830"/>
                </a:lnTo>
                <a:lnTo>
                  <a:pt x="21497" y="83830"/>
                </a:lnTo>
                <a:lnTo>
                  <a:pt x="21497" y="83830"/>
                </a:lnTo>
                <a:lnTo>
                  <a:pt x="21497" y="83831"/>
                </a:lnTo>
                <a:lnTo>
                  <a:pt x="21497" y="83831"/>
                </a:lnTo>
                <a:lnTo>
                  <a:pt x="21497" y="83831"/>
                </a:lnTo>
                <a:lnTo>
                  <a:pt x="21497" y="83832"/>
                </a:lnTo>
                <a:lnTo>
                  <a:pt x="21497" y="83832"/>
                </a:lnTo>
                <a:lnTo>
                  <a:pt x="21497" y="83832"/>
                </a:lnTo>
                <a:lnTo>
                  <a:pt x="21497" y="83833"/>
                </a:lnTo>
                <a:lnTo>
                  <a:pt x="21497" y="83833"/>
                </a:lnTo>
                <a:lnTo>
                  <a:pt x="21497" y="83833"/>
                </a:lnTo>
                <a:lnTo>
                  <a:pt x="21497" y="83833"/>
                </a:lnTo>
                <a:lnTo>
                  <a:pt x="21497" y="83834"/>
                </a:lnTo>
                <a:lnTo>
                  <a:pt x="21497" y="83834"/>
                </a:lnTo>
                <a:lnTo>
                  <a:pt x="21497" y="83834"/>
                </a:lnTo>
                <a:lnTo>
                  <a:pt x="21497" y="83835"/>
                </a:lnTo>
                <a:lnTo>
                  <a:pt x="21497" y="83835"/>
                </a:lnTo>
                <a:lnTo>
                  <a:pt x="21497" y="83835"/>
                </a:lnTo>
                <a:lnTo>
                  <a:pt x="21497" y="83836"/>
                </a:lnTo>
                <a:lnTo>
                  <a:pt x="21497" y="83836"/>
                </a:lnTo>
                <a:lnTo>
                  <a:pt x="21497" y="83836"/>
                </a:lnTo>
                <a:lnTo>
                  <a:pt x="21497" y="83837"/>
                </a:lnTo>
                <a:lnTo>
                  <a:pt x="21497" y="83837"/>
                </a:lnTo>
                <a:lnTo>
                  <a:pt x="21497" y="83837"/>
                </a:lnTo>
                <a:lnTo>
                  <a:pt x="21497" y="83837"/>
                </a:lnTo>
                <a:lnTo>
                  <a:pt x="21497" y="83838"/>
                </a:lnTo>
                <a:lnTo>
                  <a:pt x="21497" y="83838"/>
                </a:lnTo>
                <a:lnTo>
                  <a:pt x="21497" y="83838"/>
                </a:lnTo>
                <a:lnTo>
                  <a:pt x="21497" y="83839"/>
                </a:lnTo>
                <a:lnTo>
                  <a:pt x="21497" y="83839"/>
                </a:lnTo>
                <a:lnTo>
                  <a:pt x="21497" y="83839"/>
                </a:lnTo>
                <a:lnTo>
                  <a:pt x="21497" y="83840"/>
                </a:lnTo>
                <a:lnTo>
                  <a:pt x="21497" y="83840"/>
                </a:lnTo>
                <a:lnTo>
                  <a:pt x="21497" y="83840"/>
                </a:lnTo>
                <a:lnTo>
                  <a:pt x="21497" y="83841"/>
                </a:lnTo>
                <a:lnTo>
                  <a:pt x="21497" y="83841"/>
                </a:lnTo>
                <a:lnTo>
                  <a:pt x="21497" y="83841"/>
                </a:lnTo>
                <a:lnTo>
                  <a:pt x="21497" y="83841"/>
                </a:lnTo>
                <a:lnTo>
                  <a:pt x="21497" y="83842"/>
                </a:lnTo>
                <a:lnTo>
                  <a:pt x="21497" y="83842"/>
                </a:lnTo>
                <a:lnTo>
                  <a:pt x="21497" y="83842"/>
                </a:lnTo>
                <a:lnTo>
                  <a:pt x="21497" y="83843"/>
                </a:lnTo>
                <a:lnTo>
                  <a:pt x="21497" y="83843"/>
                </a:lnTo>
                <a:lnTo>
                  <a:pt x="21497" y="83843"/>
                </a:lnTo>
                <a:lnTo>
                  <a:pt x="21497" y="83844"/>
                </a:lnTo>
                <a:lnTo>
                  <a:pt x="21497" y="83844"/>
                </a:lnTo>
                <a:lnTo>
                  <a:pt x="21497" y="83844"/>
                </a:lnTo>
                <a:lnTo>
                  <a:pt x="21497" y="83845"/>
                </a:lnTo>
                <a:lnTo>
                  <a:pt x="21497" y="83845"/>
                </a:lnTo>
                <a:lnTo>
                  <a:pt x="21497" y="83845"/>
                </a:lnTo>
                <a:lnTo>
                  <a:pt x="21497" y="83846"/>
                </a:lnTo>
                <a:lnTo>
                  <a:pt x="21497" y="83846"/>
                </a:lnTo>
                <a:lnTo>
                  <a:pt x="21497" y="83846"/>
                </a:lnTo>
                <a:lnTo>
                  <a:pt x="21497" y="83846"/>
                </a:lnTo>
                <a:lnTo>
                  <a:pt x="21497" y="83847"/>
                </a:lnTo>
                <a:lnTo>
                  <a:pt x="21497" y="83847"/>
                </a:lnTo>
                <a:lnTo>
                  <a:pt x="21497" y="83847"/>
                </a:lnTo>
                <a:lnTo>
                  <a:pt x="21497" y="83848"/>
                </a:lnTo>
                <a:lnTo>
                  <a:pt x="21497" y="83848"/>
                </a:lnTo>
                <a:lnTo>
                  <a:pt x="21497" y="83848"/>
                </a:lnTo>
                <a:lnTo>
                  <a:pt x="21497" y="83849"/>
                </a:lnTo>
                <a:lnTo>
                  <a:pt x="21497" y="83849"/>
                </a:lnTo>
                <a:lnTo>
                  <a:pt x="21497" y="83849"/>
                </a:lnTo>
                <a:lnTo>
                  <a:pt x="21497" y="83850"/>
                </a:lnTo>
                <a:lnTo>
                  <a:pt x="21497" y="83850"/>
                </a:lnTo>
                <a:lnTo>
                  <a:pt x="21497" y="83850"/>
                </a:lnTo>
                <a:lnTo>
                  <a:pt x="21497" y="83850"/>
                </a:lnTo>
                <a:lnTo>
                  <a:pt x="21497" y="83851"/>
                </a:lnTo>
                <a:lnTo>
                  <a:pt x="21497" y="83851"/>
                </a:lnTo>
                <a:lnTo>
                  <a:pt x="21497" y="83851"/>
                </a:lnTo>
                <a:lnTo>
                  <a:pt x="21497" y="83852"/>
                </a:lnTo>
                <a:lnTo>
                  <a:pt x="21497" y="83852"/>
                </a:lnTo>
                <a:lnTo>
                  <a:pt x="21497" y="83852"/>
                </a:lnTo>
                <a:lnTo>
                  <a:pt x="21497" y="83853"/>
                </a:lnTo>
                <a:lnTo>
                  <a:pt x="21497" y="83853"/>
                </a:lnTo>
                <a:lnTo>
                  <a:pt x="21497" y="83853"/>
                </a:lnTo>
                <a:lnTo>
                  <a:pt x="21497" y="83854"/>
                </a:lnTo>
                <a:lnTo>
                  <a:pt x="21497" y="83854"/>
                </a:lnTo>
                <a:lnTo>
                  <a:pt x="21497" y="83854"/>
                </a:lnTo>
                <a:lnTo>
                  <a:pt x="21497" y="83854"/>
                </a:lnTo>
                <a:lnTo>
                  <a:pt x="21497" y="83855"/>
                </a:lnTo>
                <a:lnTo>
                  <a:pt x="21497" y="83855"/>
                </a:lnTo>
                <a:lnTo>
                  <a:pt x="21497" y="83855"/>
                </a:lnTo>
                <a:lnTo>
                  <a:pt x="21497" y="83856"/>
                </a:lnTo>
                <a:lnTo>
                  <a:pt x="21497" y="83856"/>
                </a:lnTo>
                <a:lnTo>
                  <a:pt x="21497" y="83856"/>
                </a:lnTo>
                <a:lnTo>
                  <a:pt x="21497" y="83857"/>
                </a:lnTo>
                <a:lnTo>
                  <a:pt x="21497" y="83857"/>
                </a:lnTo>
                <a:lnTo>
                  <a:pt x="21497" y="83857"/>
                </a:lnTo>
                <a:lnTo>
                  <a:pt x="21497" y="83858"/>
                </a:lnTo>
                <a:lnTo>
                  <a:pt x="21497" y="83858"/>
                </a:lnTo>
                <a:lnTo>
                  <a:pt x="21497" y="83858"/>
                </a:lnTo>
                <a:lnTo>
                  <a:pt x="21497" y="83858"/>
                </a:lnTo>
                <a:lnTo>
                  <a:pt x="21497" y="83859"/>
                </a:lnTo>
                <a:lnTo>
                  <a:pt x="21497" y="83859"/>
                </a:lnTo>
                <a:lnTo>
                  <a:pt x="21497" y="83859"/>
                </a:lnTo>
                <a:lnTo>
                  <a:pt x="21497" y="83860"/>
                </a:lnTo>
                <a:lnTo>
                  <a:pt x="21497" y="83860"/>
                </a:lnTo>
                <a:lnTo>
                  <a:pt x="21497" y="83860"/>
                </a:lnTo>
                <a:lnTo>
                  <a:pt x="21497" y="83861"/>
                </a:lnTo>
                <a:lnTo>
                  <a:pt x="21497" y="83861"/>
                </a:lnTo>
                <a:lnTo>
                  <a:pt x="21497" y="83861"/>
                </a:lnTo>
                <a:lnTo>
                  <a:pt x="21497" y="83862"/>
                </a:lnTo>
                <a:lnTo>
                  <a:pt x="21497" y="83862"/>
                </a:lnTo>
                <a:lnTo>
                  <a:pt x="21497" y="83862"/>
                </a:lnTo>
                <a:lnTo>
                  <a:pt x="21497" y="83863"/>
                </a:lnTo>
                <a:lnTo>
                  <a:pt x="21497" y="83863"/>
                </a:lnTo>
                <a:lnTo>
                  <a:pt x="21497" y="83863"/>
                </a:lnTo>
                <a:lnTo>
                  <a:pt x="21497" y="83863"/>
                </a:lnTo>
                <a:lnTo>
                  <a:pt x="21497" y="83864"/>
                </a:lnTo>
                <a:lnTo>
                  <a:pt x="21497" y="83864"/>
                </a:lnTo>
                <a:lnTo>
                  <a:pt x="21497" y="83864"/>
                </a:lnTo>
                <a:lnTo>
                  <a:pt x="21497" y="83865"/>
                </a:lnTo>
                <a:lnTo>
                  <a:pt x="21497" y="83865"/>
                </a:lnTo>
                <a:lnTo>
                  <a:pt x="21497" y="83865"/>
                </a:lnTo>
                <a:lnTo>
                  <a:pt x="21497" y="83866"/>
                </a:lnTo>
                <a:lnTo>
                  <a:pt x="21497" y="83866"/>
                </a:lnTo>
                <a:lnTo>
                  <a:pt x="21497" y="83866"/>
                </a:lnTo>
                <a:lnTo>
                  <a:pt x="21497" y="83867"/>
                </a:lnTo>
                <a:lnTo>
                  <a:pt x="21497" y="83867"/>
                </a:lnTo>
                <a:lnTo>
                  <a:pt x="21497" y="83867"/>
                </a:lnTo>
                <a:lnTo>
                  <a:pt x="21497" y="83867"/>
                </a:lnTo>
                <a:lnTo>
                  <a:pt x="21497" y="83868"/>
                </a:lnTo>
                <a:lnTo>
                  <a:pt x="21497" y="83868"/>
                </a:lnTo>
                <a:lnTo>
                  <a:pt x="21497" y="83868"/>
                </a:lnTo>
                <a:lnTo>
                  <a:pt x="21497" y="83869"/>
                </a:lnTo>
                <a:lnTo>
                  <a:pt x="21497" y="83869"/>
                </a:lnTo>
                <a:lnTo>
                  <a:pt x="21497" y="83869"/>
                </a:lnTo>
                <a:lnTo>
                  <a:pt x="21497" y="83870"/>
                </a:lnTo>
                <a:lnTo>
                  <a:pt x="21497" y="83870"/>
                </a:lnTo>
                <a:lnTo>
                  <a:pt x="21497" y="83870"/>
                </a:lnTo>
                <a:lnTo>
                  <a:pt x="21497" y="83871"/>
                </a:lnTo>
                <a:lnTo>
                  <a:pt x="21497" y="83871"/>
                </a:lnTo>
                <a:lnTo>
                  <a:pt x="21497" y="83871"/>
                </a:lnTo>
                <a:lnTo>
                  <a:pt x="21497" y="83871"/>
                </a:lnTo>
                <a:lnTo>
                  <a:pt x="21497" y="83872"/>
                </a:lnTo>
                <a:lnTo>
                  <a:pt x="21497" y="83872"/>
                </a:lnTo>
                <a:lnTo>
                  <a:pt x="21497" y="83872"/>
                </a:lnTo>
                <a:lnTo>
                  <a:pt x="21497" y="83873"/>
                </a:lnTo>
                <a:lnTo>
                  <a:pt x="21497" y="83873"/>
                </a:lnTo>
                <a:lnTo>
                  <a:pt x="21497" y="83873"/>
                </a:lnTo>
                <a:lnTo>
                  <a:pt x="21497" y="83874"/>
                </a:lnTo>
                <a:lnTo>
                  <a:pt x="21497" y="83874"/>
                </a:lnTo>
                <a:lnTo>
                  <a:pt x="21497" y="83874"/>
                </a:lnTo>
                <a:lnTo>
                  <a:pt x="21497" y="83875"/>
                </a:lnTo>
                <a:lnTo>
                  <a:pt x="21497" y="83875"/>
                </a:lnTo>
                <a:lnTo>
                  <a:pt x="21497" y="83875"/>
                </a:lnTo>
                <a:lnTo>
                  <a:pt x="21497" y="83876"/>
                </a:lnTo>
                <a:lnTo>
                  <a:pt x="21497" y="83876"/>
                </a:lnTo>
                <a:lnTo>
                  <a:pt x="21497" y="83876"/>
                </a:lnTo>
                <a:lnTo>
                  <a:pt x="21497" y="83876"/>
                </a:lnTo>
                <a:lnTo>
                  <a:pt x="21497" y="83877"/>
                </a:lnTo>
                <a:lnTo>
                  <a:pt x="21497" y="83877"/>
                </a:lnTo>
                <a:lnTo>
                  <a:pt x="21497" y="83877"/>
                </a:lnTo>
                <a:lnTo>
                  <a:pt x="21497" y="83878"/>
                </a:lnTo>
                <a:lnTo>
                  <a:pt x="21497" y="83878"/>
                </a:lnTo>
                <a:lnTo>
                  <a:pt x="21497" y="83878"/>
                </a:lnTo>
                <a:lnTo>
                  <a:pt x="21497" y="83879"/>
                </a:lnTo>
                <a:lnTo>
                  <a:pt x="21497" y="83879"/>
                </a:lnTo>
                <a:lnTo>
                  <a:pt x="21497" y="83879"/>
                </a:lnTo>
                <a:lnTo>
                  <a:pt x="21497" y="83880"/>
                </a:lnTo>
                <a:lnTo>
                  <a:pt x="21497" y="83880"/>
                </a:lnTo>
                <a:lnTo>
                  <a:pt x="21497" y="83880"/>
                </a:lnTo>
                <a:lnTo>
                  <a:pt x="21497" y="83880"/>
                </a:lnTo>
                <a:lnTo>
                  <a:pt x="21497" y="83881"/>
                </a:lnTo>
                <a:lnTo>
                  <a:pt x="21497" y="83881"/>
                </a:lnTo>
                <a:lnTo>
                  <a:pt x="21497" y="83881"/>
                </a:lnTo>
                <a:lnTo>
                  <a:pt x="21497" y="83882"/>
                </a:lnTo>
                <a:lnTo>
                  <a:pt x="21497" y="83882"/>
                </a:lnTo>
                <a:lnTo>
                  <a:pt x="21497" y="83882"/>
                </a:lnTo>
                <a:lnTo>
                  <a:pt x="21497" y="83883"/>
                </a:lnTo>
                <a:lnTo>
                  <a:pt x="21497" y="83883"/>
                </a:lnTo>
                <a:lnTo>
                  <a:pt x="21497" y="83883"/>
                </a:lnTo>
                <a:lnTo>
                  <a:pt x="21497" y="83884"/>
                </a:lnTo>
                <a:lnTo>
                  <a:pt x="21497" y="83884"/>
                </a:lnTo>
                <a:lnTo>
                  <a:pt x="21497" y="83884"/>
                </a:lnTo>
                <a:lnTo>
                  <a:pt x="21497" y="83885"/>
                </a:lnTo>
                <a:lnTo>
                  <a:pt x="21497" y="83885"/>
                </a:lnTo>
                <a:lnTo>
                  <a:pt x="21497" y="83885"/>
                </a:lnTo>
                <a:lnTo>
                  <a:pt x="21497" y="83885"/>
                </a:lnTo>
                <a:lnTo>
                  <a:pt x="21497" y="83886"/>
                </a:lnTo>
                <a:lnTo>
                  <a:pt x="21497" y="83886"/>
                </a:lnTo>
                <a:lnTo>
                  <a:pt x="21497" y="83886"/>
                </a:lnTo>
                <a:lnTo>
                  <a:pt x="21497" y="83887"/>
                </a:lnTo>
                <a:lnTo>
                  <a:pt x="21497" y="83887"/>
                </a:lnTo>
                <a:lnTo>
                  <a:pt x="21497" y="83887"/>
                </a:lnTo>
                <a:lnTo>
                  <a:pt x="21497" y="83888"/>
                </a:lnTo>
                <a:lnTo>
                  <a:pt x="21497" y="83888"/>
                </a:lnTo>
                <a:lnTo>
                  <a:pt x="21497" y="83888"/>
                </a:lnTo>
                <a:lnTo>
                  <a:pt x="21497" y="83889"/>
                </a:lnTo>
                <a:lnTo>
                  <a:pt x="21497" y="83889"/>
                </a:lnTo>
                <a:lnTo>
                  <a:pt x="21497" y="83889"/>
                </a:lnTo>
                <a:lnTo>
                  <a:pt x="21497" y="83889"/>
                </a:lnTo>
                <a:lnTo>
                  <a:pt x="21497" y="83890"/>
                </a:lnTo>
                <a:lnTo>
                  <a:pt x="21497" y="83890"/>
                </a:lnTo>
                <a:lnTo>
                  <a:pt x="21497" y="83890"/>
                </a:lnTo>
                <a:lnTo>
                  <a:pt x="21497" y="83891"/>
                </a:lnTo>
                <a:lnTo>
                  <a:pt x="21497" y="83891"/>
                </a:lnTo>
                <a:lnTo>
                  <a:pt x="21497" y="83891"/>
                </a:lnTo>
                <a:lnTo>
                  <a:pt x="21497" y="83892"/>
                </a:lnTo>
                <a:lnTo>
                  <a:pt x="21497" y="83892"/>
                </a:lnTo>
                <a:lnTo>
                  <a:pt x="21497" y="83892"/>
                </a:lnTo>
                <a:lnTo>
                  <a:pt x="21497" y="83893"/>
                </a:lnTo>
                <a:lnTo>
                  <a:pt x="21497" y="83893"/>
                </a:lnTo>
                <a:lnTo>
                  <a:pt x="21497" y="83893"/>
                </a:lnTo>
                <a:lnTo>
                  <a:pt x="21497" y="83894"/>
                </a:lnTo>
                <a:lnTo>
                  <a:pt x="21497" y="83894"/>
                </a:lnTo>
                <a:lnTo>
                  <a:pt x="21497" y="83894"/>
                </a:lnTo>
                <a:lnTo>
                  <a:pt x="21497" y="83894"/>
                </a:lnTo>
                <a:lnTo>
                  <a:pt x="21497" y="83895"/>
                </a:lnTo>
                <a:lnTo>
                  <a:pt x="21497" y="83895"/>
                </a:lnTo>
                <a:lnTo>
                  <a:pt x="21497" y="83895"/>
                </a:lnTo>
                <a:lnTo>
                  <a:pt x="21497" y="83896"/>
                </a:lnTo>
                <a:lnTo>
                  <a:pt x="21497" y="83896"/>
                </a:lnTo>
                <a:lnTo>
                  <a:pt x="21497" y="83896"/>
                </a:lnTo>
                <a:lnTo>
                  <a:pt x="21497" y="83897"/>
                </a:lnTo>
                <a:lnTo>
                  <a:pt x="21497" y="83897"/>
                </a:lnTo>
                <a:lnTo>
                  <a:pt x="21497" y="83897"/>
                </a:lnTo>
                <a:lnTo>
                  <a:pt x="21497" y="83898"/>
                </a:lnTo>
                <a:lnTo>
                  <a:pt x="21497" y="83898"/>
                </a:lnTo>
                <a:lnTo>
                  <a:pt x="21497" y="83898"/>
                </a:lnTo>
                <a:lnTo>
                  <a:pt x="21497" y="83899"/>
                </a:lnTo>
                <a:lnTo>
                  <a:pt x="21497" y="83899"/>
                </a:lnTo>
                <a:lnTo>
                  <a:pt x="21497" y="83899"/>
                </a:lnTo>
                <a:lnTo>
                  <a:pt x="21497" y="83899"/>
                </a:lnTo>
                <a:lnTo>
                  <a:pt x="21497" y="83900"/>
                </a:lnTo>
                <a:lnTo>
                  <a:pt x="21497" y="83900"/>
                </a:lnTo>
                <a:lnTo>
                  <a:pt x="21497" y="83900"/>
                </a:lnTo>
                <a:lnTo>
                  <a:pt x="21497" y="83901"/>
                </a:lnTo>
                <a:lnTo>
                  <a:pt x="21497" y="83901"/>
                </a:lnTo>
                <a:lnTo>
                  <a:pt x="21497" y="83901"/>
                </a:lnTo>
                <a:lnTo>
                  <a:pt x="21497" y="83902"/>
                </a:lnTo>
                <a:lnTo>
                  <a:pt x="21497" y="83902"/>
                </a:lnTo>
                <a:lnTo>
                  <a:pt x="21497" y="83902"/>
                </a:lnTo>
                <a:lnTo>
                  <a:pt x="21497" y="83903"/>
                </a:lnTo>
                <a:lnTo>
                  <a:pt x="21497" y="83903"/>
                </a:lnTo>
                <a:lnTo>
                  <a:pt x="21497" y="83903"/>
                </a:lnTo>
                <a:lnTo>
                  <a:pt x="21497" y="83904"/>
                </a:lnTo>
                <a:lnTo>
                  <a:pt x="21497" y="83904"/>
                </a:lnTo>
                <a:lnTo>
                  <a:pt x="21497" y="83904"/>
                </a:lnTo>
                <a:lnTo>
                  <a:pt x="21497" y="83904"/>
                </a:lnTo>
                <a:lnTo>
                  <a:pt x="21497" y="83905"/>
                </a:lnTo>
                <a:lnTo>
                  <a:pt x="21497" y="83905"/>
                </a:lnTo>
                <a:lnTo>
                  <a:pt x="21497" y="83905"/>
                </a:lnTo>
                <a:lnTo>
                  <a:pt x="21497" y="83906"/>
                </a:lnTo>
                <a:lnTo>
                  <a:pt x="21497" y="83906"/>
                </a:lnTo>
                <a:lnTo>
                  <a:pt x="21497" y="83906"/>
                </a:lnTo>
                <a:lnTo>
                  <a:pt x="21497" y="83907"/>
                </a:lnTo>
                <a:lnTo>
                  <a:pt x="21497" y="83907"/>
                </a:lnTo>
                <a:lnTo>
                  <a:pt x="21497" y="83907"/>
                </a:lnTo>
                <a:lnTo>
                  <a:pt x="21497" y="83908"/>
                </a:lnTo>
                <a:lnTo>
                  <a:pt x="21497" y="83908"/>
                </a:lnTo>
                <a:lnTo>
                  <a:pt x="21497" y="83908"/>
                </a:lnTo>
                <a:lnTo>
                  <a:pt x="21497" y="83908"/>
                </a:lnTo>
                <a:lnTo>
                  <a:pt x="21497" y="83909"/>
                </a:lnTo>
                <a:lnTo>
                  <a:pt x="21497" y="83909"/>
                </a:lnTo>
                <a:lnTo>
                  <a:pt x="21497" y="83909"/>
                </a:lnTo>
                <a:lnTo>
                  <a:pt x="21497" y="83910"/>
                </a:lnTo>
                <a:lnTo>
                  <a:pt x="21497" y="83910"/>
                </a:lnTo>
                <a:lnTo>
                  <a:pt x="21497" y="83910"/>
                </a:lnTo>
                <a:lnTo>
                  <a:pt x="21497" y="83911"/>
                </a:lnTo>
                <a:lnTo>
                  <a:pt x="21497" y="83911"/>
                </a:lnTo>
                <a:lnTo>
                  <a:pt x="21497" y="83911"/>
                </a:lnTo>
                <a:lnTo>
                  <a:pt x="21497" y="83912"/>
                </a:lnTo>
                <a:lnTo>
                  <a:pt x="21497" y="83912"/>
                </a:lnTo>
                <a:lnTo>
                  <a:pt x="21497" y="83912"/>
                </a:lnTo>
                <a:lnTo>
                  <a:pt x="21497" y="83913"/>
                </a:lnTo>
                <a:lnTo>
                  <a:pt x="21497" y="83913"/>
                </a:lnTo>
                <a:lnTo>
                  <a:pt x="21497" y="83913"/>
                </a:lnTo>
                <a:lnTo>
                  <a:pt x="21497" y="83913"/>
                </a:lnTo>
                <a:lnTo>
                  <a:pt x="21497" y="83914"/>
                </a:lnTo>
                <a:lnTo>
                  <a:pt x="21497" y="83914"/>
                </a:lnTo>
                <a:lnTo>
                  <a:pt x="21497" y="83914"/>
                </a:lnTo>
                <a:lnTo>
                  <a:pt x="21497" y="83915"/>
                </a:lnTo>
                <a:lnTo>
                  <a:pt x="21497" y="83915"/>
                </a:lnTo>
                <a:lnTo>
                  <a:pt x="21497" y="83915"/>
                </a:lnTo>
                <a:lnTo>
                  <a:pt x="21497" y="83916"/>
                </a:lnTo>
                <a:lnTo>
                  <a:pt x="21497" y="83916"/>
                </a:lnTo>
                <a:lnTo>
                  <a:pt x="21497" y="83916"/>
                </a:lnTo>
                <a:lnTo>
                  <a:pt x="21497" y="83917"/>
                </a:lnTo>
                <a:lnTo>
                  <a:pt x="21497" y="83917"/>
                </a:lnTo>
                <a:lnTo>
                  <a:pt x="21497" y="83917"/>
                </a:lnTo>
                <a:lnTo>
                  <a:pt x="21497" y="83918"/>
                </a:lnTo>
                <a:lnTo>
                  <a:pt x="21497" y="83918"/>
                </a:lnTo>
                <a:lnTo>
                  <a:pt x="21497" y="83918"/>
                </a:lnTo>
                <a:lnTo>
                  <a:pt x="21497" y="83918"/>
                </a:lnTo>
                <a:lnTo>
                  <a:pt x="21497" y="83919"/>
                </a:lnTo>
                <a:lnTo>
                  <a:pt x="21497" y="83919"/>
                </a:lnTo>
                <a:lnTo>
                  <a:pt x="21497" y="83919"/>
                </a:lnTo>
                <a:lnTo>
                  <a:pt x="21497" y="83920"/>
                </a:lnTo>
                <a:lnTo>
                  <a:pt x="21497" y="83920"/>
                </a:lnTo>
                <a:lnTo>
                  <a:pt x="21497" y="83920"/>
                </a:lnTo>
                <a:lnTo>
                  <a:pt x="21497" y="83921"/>
                </a:lnTo>
                <a:lnTo>
                  <a:pt x="21497" y="83921"/>
                </a:lnTo>
                <a:lnTo>
                  <a:pt x="21497" y="83921"/>
                </a:lnTo>
                <a:lnTo>
                  <a:pt x="21497" y="83922"/>
                </a:lnTo>
                <a:lnTo>
                  <a:pt x="21497" y="83922"/>
                </a:lnTo>
                <a:lnTo>
                  <a:pt x="21497" y="83922"/>
                </a:lnTo>
                <a:lnTo>
                  <a:pt x="21497" y="83923"/>
                </a:lnTo>
                <a:lnTo>
                  <a:pt x="21497" y="83923"/>
                </a:lnTo>
                <a:lnTo>
                  <a:pt x="21497" y="83923"/>
                </a:lnTo>
                <a:lnTo>
                  <a:pt x="21497" y="83923"/>
                </a:lnTo>
                <a:lnTo>
                  <a:pt x="21497" y="83924"/>
                </a:lnTo>
                <a:lnTo>
                  <a:pt x="21497" y="83924"/>
                </a:lnTo>
                <a:lnTo>
                  <a:pt x="21497" y="83924"/>
                </a:lnTo>
                <a:lnTo>
                  <a:pt x="21497" y="83925"/>
                </a:lnTo>
                <a:lnTo>
                  <a:pt x="21497" y="83925"/>
                </a:lnTo>
                <a:lnTo>
                  <a:pt x="21497" y="83925"/>
                </a:lnTo>
                <a:lnTo>
                  <a:pt x="21497" y="83926"/>
                </a:lnTo>
                <a:lnTo>
                  <a:pt x="21497" y="83926"/>
                </a:lnTo>
                <a:lnTo>
                  <a:pt x="21497" y="83926"/>
                </a:lnTo>
                <a:lnTo>
                  <a:pt x="21497" y="83927"/>
                </a:lnTo>
                <a:lnTo>
                  <a:pt x="21497" y="83927"/>
                </a:lnTo>
                <a:lnTo>
                  <a:pt x="21497" y="83927"/>
                </a:lnTo>
                <a:lnTo>
                  <a:pt x="21497" y="83928"/>
                </a:lnTo>
                <a:lnTo>
                  <a:pt x="21497" y="83928"/>
                </a:lnTo>
                <a:lnTo>
                  <a:pt x="21497" y="83928"/>
                </a:lnTo>
                <a:lnTo>
                  <a:pt x="21497" y="83928"/>
                </a:lnTo>
                <a:lnTo>
                  <a:pt x="21497" y="83929"/>
                </a:lnTo>
                <a:lnTo>
                  <a:pt x="21497" y="83929"/>
                </a:lnTo>
                <a:lnTo>
                  <a:pt x="21497" y="83929"/>
                </a:lnTo>
                <a:lnTo>
                  <a:pt x="21497" y="83930"/>
                </a:lnTo>
                <a:lnTo>
                  <a:pt x="21497" y="83930"/>
                </a:lnTo>
                <a:lnTo>
                  <a:pt x="21497" y="83930"/>
                </a:lnTo>
                <a:lnTo>
                  <a:pt x="21497" y="83931"/>
                </a:lnTo>
                <a:lnTo>
                  <a:pt x="21497" y="83931"/>
                </a:lnTo>
                <a:lnTo>
                  <a:pt x="21497" y="83931"/>
                </a:lnTo>
                <a:lnTo>
                  <a:pt x="21497" y="83932"/>
                </a:lnTo>
                <a:lnTo>
                  <a:pt x="21497" y="83932"/>
                </a:lnTo>
                <a:lnTo>
                  <a:pt x="21497" y="83932"/>
                </a:lnTo>
                <a:lnTo>
                  <a:pt x="21497" y="83933"/>
                </a:lnTo>
                <a:lnTo>
                  <a:pt x="21497" y="83933"/>
                </a:lnTo>
                <a:lnTo>
                  <a:pt x="21497" y="83933"/>
                </a:lnTo>
                <a:lnTo>
                  <a:pt x="21497" y="83934"/>
                </a:lnTo>
                <a:lnTo>
                  <a:pt x="21497" y="83934"/>
                </a:lnTo>
                <a:lnTo>
                  <a:pt x="21497" y="83934"/>
                </a:lnTo>
                <a:lnTo>
                  <a:pt x="21497" y="83934"/>
                </a:lnTo>
                <a:lnTo>
                  <a:pt x="21497" y="83935"/>
                </a:lnTo>
                <a:lnTo>
                  <a:pt x="21497" y="83935"/>
                </a:lnTo>
                <a:lnTo>
                  <a:pt x="21497" y="83935"/>
                </a:lnTo>
                <a:lnTo>
                  <a:pt x="21497" y="83936"/>
                </a:lnTo>
                <a:lnTo>
                  <a:pt x="21497" y="83936"/>
                </a:lnTo>
                <a:lnTo>
                  <a:pt x="21497" y="83936"/>
                </a:lnTo>
                <a:lnTo>
                  <a:pt x="21497" y="83937"/>
                </a:lnTo>
                <a:lnTo>
                  <a:pt x="21497" y="83937"/>
                </a:lnTo>
                <a:lnTo>
                  <a:pt x="21497" y="83937"/>
                </a:lnTo>
                <a:lnTo>
                  <a:pt x="21497" y="83938"/>
                </a:lnTo>
                <a:lnTo>
                  <a:pt x="21497" y="83938"/>
                </a:lnTo>
                <a:lnTo>
                  <a:pt x="21497" y="83938"/>
                </a:lnTo>
                <a:lnTo>
                  <a:pt x="21497" y="83939"/>
                </a:lnTo>
                <a:lnTo>
                  <a:pt x="21497" y="83939"/>
                </a:lnTo>
                <a:lnTo>
                  <a:pt x="21497" y="83939"/>
                </a:lnTo>
                <a:lnTo>
                  <a:pt x="21497" y="83939"/>
                </a:lnTo>
                <a:lnTo>
                  <a:pt x="21497" y="83940"/>
                </a:lnTo>
                <a:lnTo>
                  <a:pt x="21497" y="83940"/>
                </a:lnTo>
                <a:lnTo>
                  <a:pt x="21497" y="83940"/>
                </a:lnTo>
                <a:lnTo>
                  <a:pt x="21497" y="83941"/>
                </a:lnTo>
                <a:lnTo>
                  <a:pt x="21497" y="83941"/>
                </a:lnTo>
                <a:lnTo>
                  <a:pt x="21497" y="83941"/>
                </a:lnTo>
                <a:lnTo>
                  <a:pt x="21497" y="83942"/>
                </a:lnTo>
                <a:lnTo>
                  <a:pt x="21497" y="83942"/>
                </a:lnTo>
                <a:lnTo>
                  <a:pt x="21497" y="83942"/>
                </a:lnTo>
                <a:lnTo>
                  <a:pt x="21497" y="83943"/>
                </a:lnTo>
                <a:lnTo>
                  <a:pt x="21497" y="83943"/>
                </a:lnTo>
                <a:lnTo>
                  <a:pt x="21497" y="83943"/>
                </a:lnTo>
                <a:lnTo>
                  <a:pt x="21497" y="83944"/>
                </a:lnTo>
                <a:lnTo>
                  <a:pt x="21497" y="83944"/>
                </a:lnTo>
                <a:lnTo>
                  <a:pt x="21497" y="83944"/>
                </a:lnTo>
                <a:lnTo>
                  <a:pt x="21497" y="83944"/>
                </a:lnTo>
                <a:lnTo>
                  <a:pt x="21497" y="83945"/>
                </a:lnTo>
                <a:lnTo>
                  <a:pt x="21497" y="83945"/>
                </a:lnTo>
                <a:lnTo>
                  <a:pt x="21497" y="83945"/>
                </a:lnTo>
                <a:lnTo>
                  <a:pt x="21497" y="83946"/>
                </a:lnTo>
                <a:lnTo>
                  <a:pt x="21497" y="83946"/>
                </a:lnTo>
                <a:lnTo>
                  <a:pt x="21497" y="83946"/>
                </a:lnTo>
                <a:lnTo>
                  <a:pt x="21497" y="83947"/>
                </a:lnTo>
                <a:lnTo>
                  <a:pt x="21497" y="83947"/>
                </a:lnTo>
                <a:lnTo>
                  <a:pt x="21497" y="83947"/>
                </a:lnTo>
                <a:lnTo>
                  <a:pt x="21497" y="83948"/>
                </a:lnTo>
                <a:lnTo>
                  <a:pt x="21497" y="83948"/>
                </a:lnTo>
                <a:lnTo>
                  <a:pt x="21497" y="83948"/>
                </a:lnTo>
                <a:lnTo>
                  <a:pt x="21497" y="83949"/>
                </a:lnTo>
                <a:lnTo>
                  <a:pt x="21497" y="83949"/>
                </a:lnTo>
                <a:lnTo>
                  <a:pt x="21497" y="83949"/>
                </a:lnTo>
                <a:lnTo>
                  <a:pt x="21497" y="83950"/>
                </a:lnTo>
                <a:lnTo>
                  <a:pt x="21497" y="83950"/>
                </a:lnTo>
                <a:lnTo>
                  <a:pt x="21497" y="83950"/>
                </a:lnTo>
                <a:lnTo>
                  <a:pt x="21497" y="83950"/>
                </a:lnTo>
                <a:lnTo>
                  <a:pt x="21497" y="83951"/>
                </a:lnTo>
                <a:lnTo>
                  <a:pt x="21497" y="83951"/>
                </a:lnTo>
                <a:lnTo>
                  <a:pt x="21497" y="83951"/>
                </a:lnTo>
                <a:lnTo>
                  <a:pt x="21497" y="83952"/>
                </a:lnTo>
                <a:lnTo>
                  <a:pt x="21497" y="83952"/>
                </a:lnTo>
                <a:lnTo>
                  <a:pt x="21497" y="83952"/>
                </a:lnTo>
                <a:lnTo>
                  <a:pt x="21497" y="83953"/>
                </a:lnTo>
                <a:lnTo>
                  <a:pt x="21497" y="83953"/>
                </a:lnTo>
                <a:lnTo>
                  <a:pt x="21497" y="83953"/>
                </a:lnTo>
                <a:lnTo>
                  <a:pt x="21497" y="83954"/>
                </a:lnTo>
                <a:lnTo>
                  <a:pt x="21497" y="83954"/>
                </a:lnTo>
                <a:lnTo>
                  <a:pt x="21497" y="83954"/>
                </a:lnTo>
                <a:lnTo>
                  <a:pt x="21497" y="83955"/>
                </a:lnTo>
                <a:lnTo>
                  <a:pt x="21497" y="83955"/>
                </a:lnTo>
                <a:lnTo>
                  <a:pt x="21497" y="83955"/>
                </a:lnTo>
                <a:lnTo>
                  <a:pt x="21497" y="83955"/>
                </a:lnTo>
                <a:lnTo>
                  <a:pt x="21497" y="83956"/>
                </a:lnTo>
                <a:lnTo>
                  <a:pt x="21497" y="83956"/>
                </a:lnTo>
                <a:lnTo>
                  <a:pt x="21497" y="83956"/>
                </a:lnTo>
                <a:lnTo>
                  <a:pt x="21497" y="83957"/>
                </a:lnTo>
                <a:lnTo>
                  <a:pt x="21497" y="83957"/>
                </a:lnTo>
                <a:lnTo>
                  <a:pt x="21497" y="83957"/>
                </a:lnTo>
                <a:lnTo>
                  <a:pt x="21497" y="83958"/>
                </a:lnTo>
                <a:lnTo>
                  <a:pt x="21497" y="83958"/>
                </a:lnTo>
                <a:lnTo>
                  <a:pt x="21497" y="83958"/>
                </a:lnTo>
                <a:lnTo>
                  <a:pt x="21497" y="83959"/>
                </a:lnTo>
                <a:lnTo>
                  <a:pt x="21497" y="83959"/>
                </a:lnTo>
                <a:lnTo>
                  <a:pt x="21497" y="83959"/>
                </a:lnTo>
                <a:lnTo>
                  <a:pt x="21497" y="83960"/>
                </a:lnTo>
                <a:lnTo>
                  <a:pt x="21497" y="83960"/>
                </a:lnTo>
                <a:lnTo>
                  <a:pt x="21497" y="83960"/>
                </a:lnTo>
                <a:lnTo>
                  <a:pt x="21497" y="83961"/>
                </a:lnTo>
                <a:lnTo>
                  <a:pt x="21497" y="83961"/>
                </a:lnTo>
                <a:lnTo>
                  <a:pt x="21497" y="83961"/>
                </a:lnTo>
                <a:lnTo>
                  <a:pt x="21497" y="83961"/>
                </a:lnTo>
                <a:lnTo>
                  <a:pt x="21497" y="83962"/>
                </a:lnTo>
                <a:lnTo>
                  <a:pt x="21497" y="83962"/>
                </a:lnTo>
                <a:lnTo>
                  <a:pt x="21497" y="83962"/>
                </a:lnTo>
                <a:lnTo>
                  <a:pt x="21497" y="83963"/>
                </a:lnTo>
                <a:lnTo>
                  <a:pt x="21497" y="83963"/>
                </a:lnTo>
                <a:lnTo>
                  <a:pt x="21497" y="83963"/>
                </a:lnTo>
                <a:lnTo>
                  <a:pt x="21497" y="83964"/>
                </a:lnTo>
                <a:lnTo>
                  <a:pt x="21497" y="83964"/>
                </a:lnTo>
                <a:lnTo>
                  <a:pt x="21497" y="83964"/>
                </a:lnTo>
                <a:lnTo>
                  <a:pt x="21497" y="83965"/>
                </a:lnTo>
                <a:lnTo>
                  <a:pt x="21497" y="83965"/>
                </a:lnTo>
                <a:lnTo>
                  <a:pt x="21497" y="83965"/>
                </a:lnTo>
                <a:lnTo>
                  <a:pt x="21497" y="83966"/>
                </a:lnTo>
                <a:lnTo>
                  <a:pt x="21497" y="83966"/>
                </a:lnTo>
                <a:lnTo>
                  <a:pt x="21497" y="83966"/>
                </a:lnTo>
                <a:lnTo>
                  <a:pt x="21497" y="83966"/>
                </a:lnTo>
                <a:lnTo>
                  <a:pt x="21497" y="83967"/>
                </a:lnTo>
                <a:lnTo>
                  <a:pt x="21497" y="83967"/>
                </a:lnTo>
                <a:lnTo>
                  <a:pt x="21497" y="83967"/>
                </a:lnTo>
                <a:lnTo>
                  <a:pt x="21497" y="83968"/>
                </a:lnTo>
                <a:lnTo>
                  <a:pt x="21497" y="83968"/>
                </a:lnTo>
                <a:lnTo>
                  <a:pt x="21497" y="83968"/>
                </a:lnTo>
                <a:lnTo>
                  <a:pt x="21497" y="83969"/>
                </a:lnTo>
                <a:lnTo>
                  <a:pt x="21497" y="83969"/>
                </a:lnTo>
                <a:lnTo>
                  <a:pt x="21497" y="83969"/>
                </a:lnTo>
                <a:lnTo>
                  <a:pt x="21497" y="83970"/>
                </a:lnTo>
                <a:lnTo>
                  <a:pt x="21497" y="83970"/>
                </a:lnTo>
                <a:lnTo>
                  <a:pt x="21497" y="83970"/>
                </a:lnTo>
                <a:lnTo>
                  <a:pt x="21497" y="83971"/>
                </a:lnTo>
                <a:lnTo>
                  <a:pt x="21497" y="83971"/>
                </a:lnTo>
                <a:lnTo>
                  <a:pt x="21497" y="83971"/>
                </a:lnTo>
                <a:lnTo>
                  <a:pt x="21497" y="83972"/>
                </a:lnTo>
                <a:lnTo>
                  <a:pt x="21497" y="83972"/>
                </a:lnTo>
                <a:lnTo>
                  <a:pt x="21497" y="83972"/>
                </a:lnTo>
                <a:lnTo>
                  <a:pt x="21497" y="83972"/>
                </a:lnTo>
                <a:lnTo>
                  <a:pt x="21497" y="83973"/>
                </a:lnTo>
                <a:lnTo>
                  <a:pt x="21497" y="83973"/>
                </a:lnTo>
                <a:lnTo>
                  <a:pt x="21497" y="83973"/>
                </a:lnTo>
                <a:lnTo>
                  <a:pt x="21497" y="83974"/>
                </a:lnTo>
                <a:lnTo>
                  <a:pt x="21497" y="83974"/>
                </a:lnTo>
                <a:lnTo>
                  <a:pt x="21497" y="83974"/>
                </a:lnTo>
                <a:lnTo>
                  <a:pt x="21497" y="83975"/>
                </a:lnTo>
                <a:lnTo>
                  <a:pt x="21497" y="83975"/>
                </a:lnTo>
                <a:lnTo>
                  <a:pt x="21497" y="83975"/>
                </a:lnTo>
                <a:lnTo>
                  <a:pt x="21497" y="83976"/>
                </a:lnTo>
                <a:lnTo>
                  <a:pt x="21497" y="83976"/>
                </a:lnTo>
                <a:lnTo>
                  <a:pt x="21497" y="83976"/>
                </a:lnTo>
                <a:lnTo>
                  <a:pt x="21497" y="83977"/>
                </a:lnTo>
                <a:lnTo>
                  <a:pt x="21497" y="83977"/>
                </a:lnTo>
                <a:lnTo>
                  <a:pt x="21497" y="83977"/>
                </a:lnTo>
                <a:lnTo>
                  <a:pt x="21497" y="83978"/>
                </a:lnTo>
                <a:lnTo>
                  <a:pt x="21497" y="83978"/>
                </a:lnTo>
                <a:lnTo>
                  <a:pt x="21497" y="83978"/>
                </a:lnTo>
                <a:lnTo>
                  <a:pt x="21497" y="83978"/>
                </a:lnTo>
                <a:lnTo>
                  <a:pt x="21497" y="83979"/>
                </a:lnTo>
                <a:lnTo>
                  <a:pt x="21497" y="83979"/>
                </a:lnTo>
                <a:lnTo>
                  <a:pt x="21497" y="83979"/>
                </a:lnTo>
                <a:lnTo>
                  <a:pt x="21497" y="83980"/>
                </a:lnTo>
                <a:lnTo>
                  <a:pt x="21497" y="83980"/>
                </a:lnTo>
                <a:lnTo>
                  <a:pt x="21497" y="83980"/>
                </a:lnTo>
                <a:lnTo>
                  <a:pt x="21497" y="83981"/>
                </a:lnTo>
                <a:lnTo>
                  <a:pt x="21497" y="83981"/>
                </a:lnTo>
                <a:lnTo>
                  <a:pt x="21497" y="83981"/>
                </a:lnTo>
                <a:lnTo>
                  <a:pt x="21497" y="83982"/>
                </a:lnTo>
                <a:lnTo>
                  <a:pt x="21497" y="83982"/>
                </a:lnTo>
                <a:lnTo>
                  <a:pt x="21497" y="83982"/>
                </a:lnTo>
                <a:lnTo>
                  <a:pt x="21497" y="83983"/>
                </a:lnTo>
                <a:lnTo>
                  <a:pt x="21497" y="83983"/>
                </a:lnTo>
                <a:lnTo>
                  <a:pt x="21497" y="83983"/>
                </a:lnTo>
                <a:lnTo>
                  <a:pt x="21497" y="83984"/>
                </a:lnTo>
                <a:lnTo>
                  <a:pt x="21497" y="83984"/>
                </a:lnTo>
                <a:lnTo>
                  <a:pt x="21497" y="83984"/>
                </a:lnTo>
                <a:lnTo>
                  <a:pt x="21497" y="83984"/>
                </a:lnTo>
                <a:lnTo>
                  <a:pt x="21497" y="83985"/>
                </a:lnTo>
                <a:lnTo>
                  <a:pt x="21497" y="83985"/>
                </a:lnTo>
                <a:lnTo>
                  <a:pt x="21497" y="83985"/>
                </a:lnTo>
                <a:lnTo>
                  <a:pt x="21497" y="83986"/>
                </a:lnTo>
                <a:lnTo>
                  <a:pt x="21497" y="83986"/>
                </a:lnTo>
                <a:lnTo>
                  <a:pt x="21497" y="83986"/>
                </a:lnTo>
                <a:lnTo>
                  <a:pt x="21497" y="83987"/>
                </a:lnTo>
                <a:lnTo>
                  <a:pt x="21497" y="83987"/>
                </a:lnTo>
                <a:lnTo>
                  <a:pt x="21497" y="83987"/>
                </a:lnTo>
                <a:lnTo>
                  <a:pt x="21497" y="83988"/>
                </a:lnTo>
                <a:lnTo>
                  <a:pt x="21497" y="83988"/>
                </a:lnTo>
                <a:lnTo>
                  <a:pt x="21497" y="83988"/>
                </a:lnTo>
                <a:lnTo>
                  <a:pt x="21497" y="83989"/>
                </a:lnTo>
                <a:lnTo>
                  <a:pt x="21497" y="83989"/>
                </a:lnTo>
                <a:lnTo>
                  <a:pt x="21497" y="83989"/>
                </a:lnTo>
                <a:lnTo>
                  <a:pt x="21497" y="83990"/>
                </a:lnTo>
                <a:lnTo>
                  <a:pt x="21497" y="83990"/>
                </a:lnTo>
                <a:lnTo>
                  <a:pt x="21497" y="83990"/>
                </a:lnTo>
                <a:lnTo>
                  <a:pt x="21497" y="83990"/>
                </a:lnTo>
                <a:lnTo>
                  <a:pt x="21497" y="83991"/>
                </a:lnTo>
                <a:lnTo>
                  <a:pt x="21497" y="83991"/>
                </a:lnTo>
                <a:lnTo>
                  <a:pt x="21497" y="83991"/>
                </a:lnTo>
                <a:lnTo>
                  <a:pt x="21497" y="83992"/>
                </a:lnTo>
                <a:lnTo>
                  <a:pt x="21497" y="83992"/>
                </a:lnTo>
                <a:lnTo>
                  <a:pt x="21497" y="83992"/>
                </a:lnTo>
                <a:lnTo>
                  <a:pt x="21497" y="83993"/>
                </a:lnTo>
                <a:lnTo>
                  <a:pt x="21497" y="83993"/>
                </a:lnTo>
                <a:lnTo>
                  <a:pt x="21497" y="83993"/>
                </a:lnTo>
                <a:lnTo>
                  <a:pt x="21497" y="83994"/>
                </a:lnTo>
                <a:lnTo>
                  <a:pt x="21497" y="83994"/>
                </a:lnTo>
                <a:lnTo>
                  <a:pt x="21497" y="83994"/>
                </a:lnTo>
                <a:lnTo>
                  <a:pt x="21497" y="83995"/>
                </a:lnTo>
                <a:lnTo>
                  <a:pt x="21497" y="83995"/>
                </a:lnTo>
                <a:lnTo>
                  <a:pt x="21497" y="83995"/>
                </a:lnTo>
                <a:lnTo>
                  <a:pt x="21497" y="83996"/>
                </a:lnTo>
                <a:lnTo>
                  <a:pt x="21497" y="83996"/>
                </a:lnTo>
                <a:lnTo>
                  <a:pt x="21497" y="83996"/>
                </a:lnTo>
                <a:lnTo>
                  <a:pt x="21497" y="83996"/>
                </a:lnTo>
                <a:lnTo>
                  <a:pt x="21497" y="83997"/>
                </a:lnTo>
                <a:lnTo>
                  <a:pt x="21497" y="83997"/>
                </a:lnTo>
                <a:lnTo>
                  <a:pt x="21497" y="83997"/>
                </a:lnTo>
                <a:lnTo>
                  <a:pt x="21497" y="83998"/>
                </a:lnTo>
                <a:lnTo>
                  <a:pt x="21497" y="83998"/>
                </a:lnTo>
                <a:lnTo>
                  <a:pt x="21497" y="83998"/>
                </a:lnTo>
                <a:lnTo>
                  <a:pt x="21497" y="83999"/>
                </a:lnTo>
                <a:lnTo>
                  <a:pt x="21497" y="83999"/>
                </a:lnTo>
                <a:lnTo>
                  <a:pt x="21497" y="83999"/>
                </a:lnTo>
                <a:lnTo>
                  <a:pt x="21497" y="84000"/>
                </a:lnTo>
                <a:lnTo>
                  <a:pt x="21497" y="84000"/>
                </a:lnTo>
                <a:lnTo>
                  <a:pt x="21497" y="84000"/>
                </a:lnTo>
                <a:lnTo>
                  <a:pt x="21497" y="84001"/>
                </a:lnTo>
                <a:lnTo>
                  <a:pt x="21497" y="84001"/>
                </a:lnTo>
                <a:lnTo>
                  <a:pt x="21497" y="84001"/>
                </a:lnTo>
                <a:lnTo>
                  <a:pt x="21497" y="84002"/>
                </a:lnTo>
                <a:lnTo>
                  <a:pt x="21497" y="84002"/>
                </a:lnTo>
                <a:lnTo>
                  <a:pt x="21497" y="84002"/>
                </a:lnTo>
                <a:lnTo>
                  <a:pt x="21497" y="84003"/>
                </a:lnTo>
                <a:lnTo>
                  <a:pt x="21497" y="84003"/>
                </a:lnTo>
                <a:lnTo>
                  <a:pt x="21497" y="84003"/>
                </a:lnTo>
                <a:lnTo>
                  <a:pt x="21497" y="84003"/>
                </a:lnTo>
                <a:lnTo>
                  <a:pt x="21497" y="84004"/>
                </a:lnTo>
                <a:lnTo>
                  <a:pt x="21497" y="84004"/>
                </a:lnTo>
                <a:lnTo>
                  <a:pt x="21497" y="84004"/>
                </a:lnTo>
                <a:lnTo>
                  <a:pt x="21497" y="84005"/>
                </a:lnTo>
                <a:lnTo>
                  <a:pt x="21497" y="84005"/>
                </a:lnTo>
                <a:lnTo>
                  <a:pt x="21497" y="84005"/>
                </a:lnTo>
                <a:lnTo>
                  <a:pt x="21497" y="84006"/>
                </a:lnTo>
                <a:lnTo>
                  <a:pt x="21497" y="84006"/>
                </a:lnTo>
                <a:lnTo>
                  <a:pt x="21497" y="84006"/>
                </a:lnTo>
                <a:lnTo>
                  <a:pt x="21497" y="84007"/>
                </a:lnTo>
                <a:lnTo>
                  <a:pt x="21497" y="84007"/>
                </a:lnTo>
                <a:lnTo>
                  <a:pt x="21497" y="84007"/>
                </a:lnTo>
                <a:lnTo>
                  <a:pt x="21497" y="84008"/>
                </a:lnTo>
                <a:lnTo>
                  <a:pt x="21497" y="84008"/>
                </a:lnTo>
                <a:lnTo>
                  <a:pt x="21497" y="84008"/>
                </a:lnTo>
                <a:lnTo>
                  <a:pt x="21497" y="84009"/>
                </a:lnTo>
                <a:lnTo>
                  <a:pt x="21497" y="84009"/>
                </a:lnTo>
                <a:lnTo>
                  <a:pt x="21497" y="84009"/>
                </a:lnTo>
                <a:lnTo>
                  <a:pt x="21497" y="84009"/>
                </a:lnTo>
                <a:lnTo>
                  <a:pt x="21497" y="84010"/>
                </a:lnTo>
                <a:lnTo>
                  <a:pt x="21497" y="84010"/>
                </a:lnTo>
                <a:lnTo>
                  <a:pt x="21497" y="84010"/>
                </a:lnTo>
                <a:lnTo>
                  <a:pt x="21497" y="84011"/>
                </a:lnTo>
                <a:lnTo>
                  <a:pt x="21497" y="84011"/>
                </a:lnTo>
                <a:lnTo>
                  <a:pt x="21497" y="84011"/>
                </a:lnTo>
                <a:lnTo>
                  <a:pt x="21497" y="84012"/>
                </a:lnTo>
                <a:lnTo>
                  <a:pt x="21497" y="84012"/>
                </a:lnTo>
                <a:lnTo>
                  <a:pt x="21497" y="84012"/>
                </a:lnTo>
                <a:lnTo>
                  <a:pt x="21497" y="84013"/>
                </a:lnTo>
                <a:lnTo>
                  <a:pt x="21497" y="84013"/>
                </a:lnTo>
                <a:lnTo>
                  <a:pt x="21497" y="84013"/>
                </a:lnTo>
                <a:lnTo>
                  <a:pt x="21497" y="84014"/>
                </a:lnTo>
                <a:lnTo>
                  <a:pt x="21497" y="84014"/>
                </a:lnTo>
                <a:lnTo>
                  <a:pt x="21497" y="84014"/>
                </a:lnTo>
                <a:lnTo>
                  <a:pt x="21497" y="84015"/>
                </a:lnTo>
                <a:lnTo>
                  <a:pt x="21497" y="84015"/>
                </a:lnTo>
                <a:lnTo>
                  <a:pt x="21497" y="84015"/>
                </a:lnTo>
                <a:lnTo>
                  <a:pt x="21497" y="84016"/>
                </a:lnTo>
                <a:lnTo>
                  <a:pt x="21497" y="84016"/>
                </a:lnTo>
                <a:lnTo>
                  <a:pt x="21497" y="84016"/>
                </a:lnTo>
                <a:lnTo>
                  <a:pt x="21497" y="84016"/>
                </a:lnTo>
                <a:lnTo>
                  <a:pt x="21497" y="84017"/>
                </a:lnTo>
                <a:lnTo>
                  <a:pt x="21497" y="84017"/>
                </a:lnTo>
                <a:lnTo>
                  <a:pt x="21497" y="84017"/>
                </a:lnTo>
                <a:lnTo>
                  <a:pt x="21497" y="84018"/>
                </a:lnTo>
                <a:lnTo>
                  <a:pt x="21497" y="84018"/>
                </a:lnTo>
                <a:lnTo>
                  <a:pt x="21497" y="84018"/>
                </a:lnTo>
                <a:lnTo>
                  <a:pt x="21497" y="84019"/>
                </a:lnTo>
                <a:lnTo>
                  <a:pt x="21497" y="84019"/>
                </a:lnTo>
                <a:lnTo>
                  <a:pt x="21497" y="84019"/>
                </a:lnTo>
                <a:lnTo>
                  <a:pt x="21497" y="84020"/>
                </a:lnTo>
                <a:lnTo>
                  <a:pt x="21497" y="84020"/>
                </a:lnTo>
                <a:lnTo>
                  <a:pt x="21497" y="84020"/>
                </a:lnTo>
                <a:lnTo>
                  <a:pt x="21497" y="84021"/>
                </a:lnTo>
                <a:lnTo>
                  <a:pt x="21497" y="84021"/>
                </a:lnTo>
                <a:lnTo>
                  <a:pt x="21497" y="84021"/>
                </a:lnTo>
                <a:lnTo>
                  <a:pt x="21497" y="84022"/>
                </a:lnTo>
                <a:lnTo>
                  <a:pt x="21497" y="84022"/>
                </a:lnTo>
                <a:lnTo>
                  <a:pt x="21497" y="84022"/>
                </a:lnTo>
                <a:lnTo>
                  <a:pt x="21497" y="84023"/>
                </a:lnTo>
                <a:lnTo>
                  <a:pt x="21497" y="84023"/>
                </a:lnTo>
                <a:lnTo>
                  <a:pt x="21497" y="84023"/>
                </a:lnTo>
                <a:lnTo>
                  <a:pt x="21497" y="84023"/>
                </a:lnTo>
                <a:lnTo>
                  <a:pt x="21497" y="84024"/>
                </a:lnTo>
                <a:lnTo>
                  <a:pt x="21497" y="84024"/>
                </a:lnTo>
                <a:lnTo>
                  <a:pt x="21497" y="84024"/>
                </a:lnTo>
                <a:lnTo>
                  <a:pt x="21497" y="84025"/>
                </a:lnTo>
                <a:lnTo>
                  <a:pt x="21497" y="84025"/>
                </a:lnTo>
                <a:lnTo>
                  <a:pt x="21497" y="84025"/>
                </a:lnTo>
                <a:lnTo>
                  <a:pt x="21497" y="84026"/>
                </a:lnTo>
                <a:lnTo>
                  <a:pt x="21497" y="84026"/>
                </a:lnTo>
                <a:lnTo>
                  <a:pt x="21497" y="84026"/>
                </a:lnTo>
                <a:lnTo>
                  <a:pt x="21497" y="84027"/>
                </a:lnTo>
                <a:lnTo>
                  <a:pt x="21497" y="84027"/>
                </a:lnTo>
                <a:lnTo>
                  <a:pt x="21497" y="84027"/>
                </a:lnTo>
                <a:lnTo>
                  <a:pt x="21497" y="84028"/>
                </a:lnTo>
                <a:lnTo>
                  <a:pt x="21497" y="84028"/>
                </a:lnTo>
                <a:lnTo>
                  <a:pt x="21497" y="84028"/>
                </a:lnTo>
                <a:lnTo>
                  <a:pt x="21497" y="84029"/>
                </a:lnTo>
                <a:lnTo>
                  <a:pt x="21497" y="84029"/>
                </a:lnTo>
                <a:lnTo>
                  <a:pt x="21497" y="84029"/>
                </a:lnTo>
                <a:lnTo>
                  <a:pt x="21497" y="84030"/>
                </a:lnTo>
                <a:lnTo>
                  <a:pt x="21497" y="84030"/>
                </a:lnTo>
                <a:lnTo>
                  <a:pt x="21497" y="84030"/>
                </a:lnTo>
                <a:lnTo>
                  <a:pt x="21497" y="84030"/>
                </a:lnTo>
                <a:lnTo>
                  <a:pt x="21497" y="84031"/>
                </a:lnTo>
                <a:lnTo>
                  <a:pt x="21497" y="84031"/>
                </a:lnTo>
                <a:lnTo>
                  <a:pt x="21497" y="84031"/>
                </a:lnTo>
                <a:lnTo>
                  <a:pt x="21497" y="84032"/>
                </a:lnTo>
                <a:lnTo>
                  <a:pt x="21497" y="84032"/>
                </a:lnTo>
                <a:lnTo>
                  <a:pt x="21497" y="84032"/>
                </a:lnTo>
                <a:lnTo>
                  <a:pt x="21497" y="84033"/>
                </a:lnTo>
                <a:lnTo>
                  <a:pt x="21497" y="84033"/>
                </a:lnTo>
                <a:lnTo>
                  <a:pt x="21497" y="84033"/>
                </a:lnTo>
                <a:lnTo>
                  <a:pt x="21497" y="84034"/>
                </a:lnTo>
                <a:lnTo>
                  <a:pt x="21497" y="84034"/>
                </a:lnTo>
                <a:lnTo>
                  <a:pt x="21497" y="84034"/>
                </a:lnTo>
                <a:lnTo>
                  <a:pt x="21497" y="84035"/>
                </a:lnTo>
                <a:lnTo>
                  <a:pt x="21497" y="84035"/>
                </a:lnTo>
                <a:lnTo>
                  <a:pt x="21497" y="84035"/>
                </a:lnTo>
                <a:lnTo>
                  <a:pt x="21497" y="84036"/>
                </a:lnTo>
                <a:lnTo>
                  <a:pt x="21497" y="84036"/>
                </a:lnTo>
                <a:lnTo>
                  <a:pt x="21497" y="84036"/>
                </a:lnTo>
                <a:lnTo>
                  <a:pt x="21497" y="84037"/>
                </a:lnTo>
                <a:lnTo>
                  <a:pt x="21497" y="84037"/>
                </a:lnTo>
                <a:lnTo>
                  <a:pt x="21497" y="84037"/>
                </a:lnTo>
                <a:lnTo>
                  <a:pt x="21497" y="84037"/>
                </a:lnTo>
                <a:lnTo>
                  <a:pt x="21497" y="84038"/>
                </a:lnTo>
                <a:lnTo>
                  <a:pt x="21497" y="84038"/>
                </a:lnTo>
                <a:lnTo>
                  <a:pt x="21497" y="84038"/>
                </a:lnTo>
                <a:lnTo>
                  <a:pt x="21497" y="84039"/>
                </a:lnTo>
                <a:lnTo>
                  <a:pt x="21497" y="84039"/>
                </a:lnTo>
                <a:lnTo>
                  <a:pt x="21497" y="84039"/>
                </a:lnTo>
                <a:lnTo>
                  <a:pt x="21497" y="84040"/>
                </a:lnTo>
                <a:lnTo>
                  <a:pt x="21497" y="84040"/>
                </a:lnTo>
                <a:lnTo>
                  <a:pt x="21497" y="84040"/>
                </a:lnTo>
                <a:lnTo>
                  <a:pt x="21497" y="84041"/>
                </a:lnTo>
                <a:lnTo>
                  <a:pt x="21497" y="84041"/>
                </a:lnTo>
                <a:lnTo>
                  <a:pt x="21497" y="84041"/>
                </a:lnTo>
                <a:lnTo>
                  <a:pt x="21497" y="84042"/>
                </a:lnTo>
                <a:lnTo>
                  <a:pt x="21497" y="84042"/>
                </a:lnTo>
                <a:lnTo>
                  <a:pt x="21497" y="84042"/>
                </a:lnTo>
                <a:lnTo>
                  <a:pt x="21497" y="84043"/>
                </a:lnTo>
                <a:lnTo>
                  <a:pt x="21497" y="84043"/>
                </a:lnTo>
                <a:lnTo>
                  <a:pt x="21497" y="84043"/>
                </a:lnTo>
                <a:lnTo>
                  <a:pt x="21497" y="84044"/>
                </a:lnTo>
                <a:lnTo>
                  <a:pt x="21497" y="84044"/>
                </a:lnTo>
                <a:lnTo>
                  <a:pt x="21497" y="84044"/>
                </a:lnTo>
                <a:lnTo>
                  <a:pt x="21497" y="84044"/>
                </a:lnTo>
                <a:lnTo>
                  <a:pt x="21497" y="84045"/>
                </a:lnTo>
                <a:lnTo>
                  <a:pt x="21497" y="84045"/>
                </a:lnTo>
                <a:lnTo>
                  <a:pt x="21497" y="84045"/>
                </a:lnTo>
                <a:lnTo>
                  <a:pt x="21497" y="84046"/>
                </a:lnTo>
                <a:lnTo>
                  <a:pt x="21497" y="84046"/>
                </a:lnTo>
                <a:lnTo>
                  <a:pt x="21497" y="84046"/>
                </a:lnTo>
                <a:lnTo>
                  <a:pt x="21497" y="84047"/>
                </a:lnTo>
                <a:lnTo>
                  <a:pt x="21497" y="84047"/>
                </a:lnTo>
                <a:lnTo>
                  <a:pt x="21497" y="84047"/>
                </a:lnTo>
                <a:lnTo>
                  <a:pt x="21497" y="84048"/>
                </a:lnTo>
                <a:lnTo>
                  <a:pt x="21497" y="84048"/>
                </a:lnTo>
                <a:lnTo>
                  <a:pt x="21497" y="84048"/>
                </a:lnTo>
                <a:lnTo>
                  <a:pt x="21497" y="84049"/>
                </a:lnTo>
                <a:lnTo>
                  <a:pt x="21497" y="84049"/>
                </a:lnTo>
                <a:lnTo>
                  <a:pt x="21497" y="84049"/>
                </a:lnTo>
                <a:lnTo>
                  <a:pt x="21497" y="84050"/>
                </a:lnTo>
                <a:lnTo>
                  <a:pt x="21497" y="84050"/>
                </a:lnTo>
                <a:lnTo>
                  <a:pt x="21497" y="84050"/>
                </a:lnTo>
                <a:lnTo>
                  <a:pt x="21497" y="84051"/>
                </a:lnTo>
                <a:lnTo>
                  <a:pt x="21497" y="84051"/>
                </a:lnTo>
                <a:lnTo>
                  <a:pt x="21497" y="84051"/>
                </a:lnTo>
                <a:lnTo>
                  <a:pt x="21497" y="84052"/>
                </a:lnTo>
                <a:lnTo>
                  <a:pt x="21497" y="84052"/>
                </a:lnTo>
                <a:lnTo>
                  <a:pt x="21497" y="84052"/>
                </a:lnTo>
                <a:lnTo>
                  <a:pt x="21497" y="84052"/>
                </a:lnTo>
                <a:lnTo>
                  <a:pt x="21497" y="84053"/>
                </a:lnTo>
                <a:lnTo>
                  <a:pt x="21497" y="84053"/>
                </a:lnTo>
                <a:lnTo>
                  <a:pt x="21497" y="84053"/>
                </a:lnTo>
                <a:lnTo>
                  <a:pt x="21497" y="84054"/>
                </a:lnTo>
                <a:lnTo>
                  <a:pt x="21497" y="84054"/>
                </a:lnTo>
                <a:lnTo>
                  <a:pt x="21497" y="84054"/>
                </a:lnTo>
                <a:lnTo>
                  <a:pt x="21497" y="84055"/>
                </a:lnTo>
                <a:lnTo>
                  <a:pt x="21497" y="84055"/>
                </a:lnTo>
                <a:lnTo>
                  <a:pt x="21497" y="84055"/>
                </a:lnTo>
                <a:lnTo>
                  <a:pt x="21497" y="84056"/>
                </a:lnTo>
                <a:lnTo>
                  <a:pt x="21497" y="84056"/>
                </a:lnTo>
                <a:lnTo>
                  <a:pt x="21497" y="84056"/>
                </a:lnTo>
                <a:lnTo>
                  <a:pt x="21497" y="84057"/>
                </a:lnTo>
                <a:lnTo>
                  <a:pt x="21497" y="84057"/>
                </a:lnTo>
                <a:lnTo>
                  <a:pt x="21497" y="84057"/>
                </a:lnTo>
                <a:lnTo>
                  <a:pt x="21497" y="84058"/>
                </a:lnTo>
                <a:lnTo>
                  <a:pt x="21497" y="84058"/>
                </a:lnTo>
                <a:lnTo>
                  <a:pt x="21497" y="84058"/>
                </a:lnTo>
                <a:lnTo>
                  <a:pt x="21497" y="84059"/>
                </a:lnTo>
                <a:lnTo>
                  <a:pt x="21497" y="84059"/>
                </a:lnTo>
                <a:lnTo>
                  <a:pt x="21497" y="84059"/>
                </a:lnTo>
                <a:lnTo>
                  <a:pt x="21497" y="84060"/>
                </a:lnTo>
                <a:lnTo>
                  <a:pt x="21497" y="84060"/>
                </a:lnTo>
                <a:lnTo>
                  <a:pt x="21497" y="84060"/>
                </a:lnTo>
                <a:lnTo>
                  <a:pt x="21497" y="84060"/>
                </a:lnTo>
                <a:lnTo>
                  <a:pt x="21497" y="84061"/>
                </a:lnTo>
                <a:lnTo>
                  <a:pt x="21497" y="84061"/>
                </a:lnTo>
                <a:lnTo>
                  <a:pt x="21497" y="84061"/>
                </a:lnTo>
                <a:lnTo>
                  <a:pt x="21497" y="84062"/>
                </a:lnTo>
                <a:lnTo>
                  <a:pt x="21497" y="84062"/>
                </a:lnTo>
                <a:lnTo>
                  <a:pt x="21497" y="84062"/>
                </a:lnTo>
                <a:lnTo>
                  <a:pt x="21497" y="84063"/>
                </a:lnTo>
                <a:lnTo>
                  <a:pt x="21497" y="84063"/>
                </a:lnTo>
                <a:lnTo>
                  <a:pt x="21497" y="84063"/>
                </a:lnTo>
                <a:lnTo>
                  <a:pt x="21497" y="84064"/>
                </a:lnTo>
                <a:lnTo>
                  <a:pt x="21497" y="84064"/>
                </a:lnTo>
                <a:lnTo>
                  <a:pt x="21497" y="84064"/>
                </a:lnTo>
                <a:lnTo>
                  <a:pt x="21497" y="84065"/>
                </a:lnTo>
                <a:lnTo>
                  <a:pt x="21497" y="84065"/>
                </a:lnTo>
                <a:lnTo>
                  <a:pt x="21497" y="84065"/>
                </a:lnTo>
                <a:lnTo>
                  <a:pt x="21497" y="84066"/>
                </a:lnTo>
                <a:lnTo>
                  <a:pt x="21497" y="84066"/>
                </a:lnTo>
                <a:lnTo>
                  <a:pt x="21497" y="84066"/>
                </a:lnTo>
                <a:lnTo>
                  <a:pt x="21497" y="84067"/>
                </a:lnTo>
                <a:lnTo>
                  <a:pt x="21497" y="84067"/>
                </a:lnTo>
                <a:lnTo>
                  <a:pt x="21497" y="84067"/>
                </a:lnTo>
                <a:lnTo>
                  <a:pt x="21497" y="84068"/>
                </a:lnTo>
                <a:lnTo>
                  <a:pt x="21497" y="84068"/>
                </a:lnTo>
                <a:lnTo>
                  <a:pt x="21497" y="84068"/>
                </a:lnTo>
                <a:lnTo>
                  <a:pt x="21497" y="84068"/>
                </a:lnTo>
                <a:lnTo>
                  <a:pt x="21497" y="84069"/>
                </a:lnTo>
                <a:lnTo>
                  <a:pt x="21497" y="84069"/>
                </a:lnTo>
                <a:lnTo>
                  <a:pt x="21497" y="84069"/>
                </a:lnTo>
                <a:lnTo>
                  <a:pt x="21497" y="84070"/>
                </a:lnTo>
                <a:lnTo>
                  <a:pt x="21497" y="84070"/>
                </a:lnTo>
                <a:lnTo>
                  <a:pt x="21497" y="84070"/>
                </a:lnTo>
                <a:lnTo>
                  <a:pt x="21497" y="84071"/>
                </a:lnTo>
                <a:lnTo>
                  <a:pt x="21497" y="84071"/>
                </a:lnTo>
                <a:lnTo>
                  <a:pt x="21497" y="84071"/>
                </a:lnTo>
                <a:lnTo>
                  <a:pt x="21497" y="84072"/>
                </a:lnTo>
                <a:lnTo>
                  <a:pt x="21497" y="84072"/>
                </a:lnTo>
                <a:lnTo>
                  <a:pt x="21497" y="84072"/>
                </a:lnTo>
                <a:lnTo>
                  <a:pt x="21497" y="84073"/>
                </a:lnTo>
                <a:lnTo>
                  <a:pt x="21497" y="84073"/>
                </a:lnTo>
                <a:lnTo>
                  <a:pt x="21497" y="84073"/>
                </a:lnTo>
                <a:lnTo>
                  <a:pt x="21497" y="84074"/>
                </a:lnTo>
                <a:lnTo>
                  <a:pt x="21497" y="84074"/>
                </a:lnTo>
                <a:lnTo>
                  <a:pt x="21497" y="84074"/>
                </a:lnTo>
                <a:lnTo>
                  <a:pt x="21497" y="84075"/>
                </a:lnTo>
                <a:lnTo>
                  <a:pt x="21497" y="84075"/>
                </a:lnTo>
                <a:lnTo>
                  <a:pt x="21497" y="84075"/>
                </a:lnTo>
                <a:lnTo>
                  <a:pt x="21497" y="84076"/>
                </a:lnTo>
                <a:lnTo>
                  <a:pt x="21497" y="84076"/>
                </a:lnTo>
                <a:lnTo>
                  <a:pt x="21497" y="84076"/>
                </a:lnTo>
                <a:lnTo>
                  <a:pt x="21497" y="84076"/>
                </a:lnTo>
                <a:lnTo>
                  <a:pt x="21497" y="84077"/>
                </a:lnTo>
                <a:lnTo>
                  <a:pt x="21497" y="84077"/>
                </a:lnTo>
                <a:lnTo>
                  <a:pt x="21497" y="84077"/>
                </a:lnTo>
                <a:lnTo>
                  <a:pt x="21497" y="84078"/>
                </a:lnTo>
                <a:lnTo>
                  <a:pt x="21497" y="84078"/>
                </a:lnTo>
                <a:lnTo>
                  <a:pt x="21497" y="84078"/>
                </a:lnTo>
                <a:lnTo>
                  <a:pt x="21497" y="84079"/>
                </a:lnTo>
                <a:lnTo>
                  <a:pt x="21497" y="84079"/>
                </a:lnTo>
                <a:lnTo>
                  <a:pt x="21497" y="84079"/>
                </a:lnTo>
                <a:lnTo>
                  <a:pt x="21497" y="84080"/>
                </a:lnTo>
                <a:lnTo>
                  <a:pt x="21497" y="84080"/>
                </a:lnTo>
                <a:lnTo>
                  <a:pt x="21497" y="84080"/>
                </a:lnTo>
                <a:lnTo>
                  <a:pt x="21497" y="84081"/>
                </a:lnTo>
                <a:lnTo>
                  <a:pt x="21497" y="84081"/>
                </a:lnTo>
                <a:lnTo>
                  <a:pt x="21497" y="84081"/>
                </a:lnTo>
                <a:lnTo>
                  <a:pt x="21497" y="84082"/>
                </a:lnTo>
                <a:lnTo>
                  <a:pt x="21497" y="84082"/>
                </a:lnTo>
                <a:lnTo>
                  <a:pt x="21497" y="84082"/>
                </a:lnTo>
                <a:lnTo>
                  <a:pt x="21497" y="84083"/>
                </a:lnTo>
                <a:lnTo>
                  <a:pt x="21497" y="84083"/>
                </a:lnTo>
                <a:lnTo>
                  <a:pt x="21497" y="84083"/>
                </a:lnTo>
                <a:lnTo>
                  <a:pt x="21497" y="84084"/>
                </a:lnTo>
                <a:lnTo>
                  <a:pt x="21497" y="84084"/>
                </a:lnTo>
                <a:lnTo>
                  <a:pt x="21497" y="84084"/>
                </a:lnTo>
                <a:lnTo>
                  <a:pt x="21497" y="84085"/>
                </a:lnTo>
                <a:lnTo>
                  <a:pt x="21497" y="84085"/>
                </a:lnTo>
                <a:lnTo>
                  <a:pt x="21497" y="84085"/>
                </a:lnTo>
                <a:lnTo>
                  <a:pt x="21497" y="84085"/>
                </a:lnTo>
                <a:lnTo>
                  <a:pt x="21497" y="84086"/>
                </a:lnTo>
                <a:lnTo>
                  <a:pt x="21497" y="84086"/>
                </a:lnTo>
                <a:lnTo>
                  <a:pt x="21497" y="84086"/>
                </a:lnTo>
                <a:lnTo>
                  <a:pt x="21497" y="84087"/>
                </a:lnTo>
                <a:lnTo>
                  <a:pt x="21497" y="84087"/>
                </a:lnTo>
                <a:lnTo>
                  <a:pt x="21497" y="84087"/>
                </a:lnTo>
                <a:lnTo>
                  <a:pt x="21497" y="84088"/>
                </a:lnTo>
                <a:lnTo>
                  <a:pt x="21497" y="84088"/>
                </a:lnTo>
                <a:lnTo>
                  <a:pt x="21497" y="84088"/>
                </a:lnTo>
                <a:lnTo>
                  <a:pt x="21497" y="84089"/>
                </a:lnTo>
                <a:lnTo>
                  <a:pt x="21497" y="84089"/>
                </a:lnTo>
                <a:lnTo>
                  <a:pt x="21497" y="84089"/>
                </a:lnTo>
                <a:lnTo>
                  <a:pt x="21497" y="84090"/>
                </a:lnTo>
                <a:lnTo>
                  <a:pt x="21497" y="84090"/>
                </a:lnTo>
                <a:lnTo>
                  <a:pt x="21497" y="84090"/>
                </a:lnTo>
                <a:lnTo>
                  <a:pt x="21497" y="84091"/>
                </a:lnTo>
                <a:lnTo>
                  <a:pt x="21497" y="84091"/>
                </a:lnTo>
                <a:lnTo>
                  <a:pt x="21497" y="84091"/>
                </a:lnTo>
                <a:lnTo>
                  <a:pt x="21497" y="84092"/>
                </a:lnTo>
                <a:lnTo>
                  <a:pt x="21497" y="84092"/>
                </a:lnTo>
                <a:lnTo>
                  <a:pt x="21497" y="84092"/>
                </a:lnTo>
                <a:lnTo>
                  <a:pt x="21497" y="84093"/>
                </a:lnTo>
                <a:lnTo>
                  <a:pt x="21497" y="84093"/>
                </a:lnTo>
                <a:lnTo>
                  <a:pt x="21497" y="84093"/>
                </a:lnTo>
                <a:lnTo>
                  <a:pt x="21497" y="84094"/>
                </a:lnTo>
                <a:lnTo>
                  <a:pt x="21497" y="84094"/>
                </a:lnTo>
                <a:lnTo>
                  <a:pt x="21497" y="84094"/>
                </a:lnTo>
                <a:lnTo>
                  <a:pt x="21497" y="84094"/>
                </a:lnTo>
                <a:lnTo>
                  <a:pt x="21497" y="84095"/>
                </a:lnTo>
                <a:lnTo>
                  <a:pt x="21497" y="84095"/>
                </a:lnTo>
                <a:lnTo>
                  <a:pt x="21497" y="84095"/>
                </a:lnTo>
                <a:lnTo>
                  <a:pt x="21497" y="84096"/>
                </a:lnTo>
                <a:lnTo>
                  <a:pt x="21497" y="84096"/>
                </a:lnTo>
                <a:lnTo>
                  <a:pt x="21497" y="84096"/>
                </a:lnTo>
                <a:lnTo>
                  <a:pt x="21497" y="84097"/>
                </a:lnTo>
                <a:lnTo>
                  <a:pt x="21497" y="84097"/>
                </a:lnTo>
                <a:lnTo>
                  <a:pt x="21497" y="84097"/>
                </a:lnTo>
                <a:lnTo>
                  <a:pt x="21497" y="84098"/>
                </a:lnTo>
                <a:lnTo>
                  <a:pt x="21497" y="84098"/>
                </a:lnTo>
                <a:lnTo>
                  <a:pt x="21497" y="84098"/>
                </a:lnTo>
                <a:lnTo>
                  <a:pt x="21497" y="84099"/>
                </a:lnTo>
                <a:lnTo>
                  <a:pt x="21497" y="84099"/>
                </a:lnTo>
                <a:lnTo>
                  <a:pt x="21497" y="84099"/>
                </a:lnTo>
                <a:lnTo>
                  <a:pt x="21497" y="84100"/>
                </a:lnTo>
                <a:lnTo>
                  <a:pt x="21497" y="84100"/>
                </a:lnTo>
                <a:lnTo>
                  <a:pt x="21497" y="84100"/>
                </a:lnTo>
                <a:lnTo>
                  <a:pt x="21497" y="84101"/>
                </a:lnTo>
                <a:lnTo>
                  <a:pt x="21497" y="84101"/>
                </a:lnTo>
                <a:lnTo>
                  <a:pt x="21497" y="84101"/>
                </a:lnTo>
                <a:lnTo>
                  <a:pt x="21497" y="84102"/>
                </a:lnTo>
                <a:lnTo>
                  <a:pt x="21497" y="84102"/>
                </a:lnTo>
                <a:lnTo>
                  <a:pt x="21497" y="84102"/>
                </a:lnTo>
                <a:lnTo>
                  <a:pt x="21497" y="84103"/>
                </a:lnTo>
                <a:lnTo>
                  <a:pt x="21497" y="84103"/>
                </a:lnTo>
                <a:lnTo>
                  <a:pt x="21497" y="84103"/>
                </a:lnTo>
                <a:lnTo>
                  <a:pt x="21497" y="84103"/>
                </a:lnTo>
                <a:lnTo>
                  <a:pt x="21497" y="84104"/>
                </a:lnTo>
                <a:lnTo>
                  <a:pt x="21497" y="84104"/>
                </a:lnTo>
                <a:lnTo>
                  <a:pt x="21497" y="84104"/>
                </a:lnTo>
                <a:lnTo>
                  <a:pt x="21497" y="84105"/>
                </a:lnTo>
                <a:lnTo>
                  <a:pt x="21497" y="84105"/>
                </a:lnTo>
                <a:lnTo>
                  <a:pt x="21497" y="84105"/>
                </a:lnTo>
                <a:lnTo>
                  <a:pt x="21497" y="84106"/>
                </a:lnTo>
                <a:lnTo>
                  <a:pt x="21497" y="84106"/>
                </a:lnTo>
                <a:lnTo>
                  <a:pt x="21497" y="84106"/>
                </a:lnTo>
                <a:lnTo>
                  <a:pt x="21497" y="84107"/>
                </a:lnTo>
                <a:lnTo>
                  <a:pt x="21497" y="84107"/>
                </a:lnTo>
                <a:lnTo>
                  <a:pt x="21497" y="84107"/>
                </a:lnTo>
                <a:lnTo>
                  <a:pt x="21497" y="84108"/>
                </a:lnTo>
                <a:lnTo>
                  <a:pt x="21497" y="84108"/>
                </a:lnTo>
                <a:lnTo>
                  <a:pt x="21497" y="84108"/>
                </a:lnTo>
                <a:lnTo>
                  <a:pt x="21497" y="84109"/>
                </a:lnTo>
                <a:lnTo>
                  <a:pt x="21497" y="84109"/>
                </a:lnTo>
                <a:lnTo>
                  <a:pt x="21497" y="84109"/>
                </a:lnTo>
                <a:lnTo>
                  <a:pt x="21497" y="84110"/>
                </a:lnTo>
                <a:lnTo>
                  <a:pt x="21497" y="84110"/>
                </a:lnTo>
                <a:lnTo>
                  <a:pt x="21497" y="84110"/>
                </a:lnTo>
                <a:lnTo>
                  <a:pt x="21497" y="84111"/>
                </a:lnTo>
                <a:lnTo>
                  <a:pt x="21497" y="84111"/>
                </a:lnTo>
                <a:lnTo>
                  <a:pt x="21497" y="84111"/>
                </a:lnTo>
                <a:lnTo>
                  <a:pt x="21497" y="84112"/>
                </a:lnTo>
                <a:lnTo>
                  <a:pt x="21497" y="84112"/>
                </a:lnTo>
                <a:lnTo>
                  <a:pt x="21497" y="84112"/>
                </a:lnTo>
                <a:lnTo>
                  <a:pt x="21497" y="84113"/>
                </a:lnTo>
                <a:lnTo>
                  <a:pt x="21497" y="84113"/>
                </a:lnTo>
                <a:lnTo>
                  <a:pt x="21497" y="84113"/>
                </a:lnTo>
                <a:lnTo>
                  <a:pt x="21497" y="84113"/>
                </a:lnTo>
                <a:lnTo>
                  <a:pt x="21497" y="84114"/>
                </a:lnTo>
                <a:lnTo>
                  <a:pt x="21497" y="84114"/>
                </a:lnTo>
                <a:lnTo>
                  <a:pt x="21497" y="84114"/>
                </a:lnTo>
                <a:lnTo>
                  <a:pt x="21497" y="84115"/>
                </a:lnTo>
                <a:lnTo>
                  <a:pt x="21497" y="84115"/>
                </a:lnTo>
                <a:lnTo>
                  <a:pt x="21497" y="84115"/>
                </a:lnTo>
                <a:lnTo>
                  <a:pt x="21497" y="84116"/>
                </a:lnTo>
                <a:lnTo>
                  <a:pt x="21497" y="84116"/>
                </a:lnTo>
                <a:lnTo>
                  <a:pt x="21497" y="84116"/>
                </a:lnTo>
                <a:lnTo>
                  <a:pt x="21497" y="84117"/>
                </a:lnTo>
                <a:lnTo>
                  <a:pt x="21497" y="84117"/>
                </a:lnTo>
                <a:lnTo>
                  <a:pt x="21497" y="84117"/>
                </a:lnTo>
                <a:lnTo>
                  <a:pt x="21497" y="84118"/>
                </a:lnTo>
                <a:lnTo>
                  <a:pt x="21497" y="84118"/>
                </a:lnTo>
                <a:lnTo>
                  <a:pt x="21497" y="84118"/>
                </a:lnTo>
                <a:lnTo>
                  <a:pt x="21497" y="84119"/>
                </a:lnTo>
                <a:lnTo>
                  <a:pt x="21497" y="84119"/>
                </a:lnTo>
                <a:lnTo>
                  <a:pt x="21497" y="84119"/>
                </a:lnTo>
                <a:lnTo>
                  <a:pt x="21497" y="84120"/>
                </a:lnTo>
                <a:lnTo>
                  <a:pt x="21497" y="84120"/>
                </a:lnTo>
                <a:lnTo>
                  <a:pt x="21497" y="84120"/>
                </a:lnTo>
                <a:lnTo>
                  <a:pt x="21497" y="84121"/>
                </a:lnTo>
                <a:lnTo>
                  <a:pt x="21497" y="84121"/>
                </a:lnTo>
                <a:lnTo>
                  <a:pt x="21497" y="84121"/>
                </a:lnTo>
                <a:lnTo>
                  <a:pt x="21497" y="84122"/>
                </a:lnTo>
                <a:lnTo>
                  <a:pt x="21497" y="84122"/>
                </a:lnTo>
                <a:lnTo>
                  <a:pt x="21497" y="84122"/>
                </a:lnTo>
                <a:lnTo>
                  <a:pt x="21497" y="84123"/>
                </a:lnTo>
                <a:lnTo>
                  <a:pt x="21497" y="84123"/>
                </a:lnTo>
                <a:lnTo>
                  <a:pt x="21497" y="84123"/>
                </a:lnTo>
                <a:lnTo>
                  <a:pt x="21497" y="84124"/>
                </a:lnTo>
                <a:lnTo>
                  <a:pt x="21497" y="84124"/>
                </a:lnTo>
                <a:lnTo>
                  <a:pt x="21497" y="84124"/>
                </a:lnTo>
                <a:lnTo>
                  <a:pt x="21497" y="84124"/>
                </a:lnTo>
                <a:lnTo>
                  <a:pt x="21497" y="84125"/>
                </a:lnTo>
                <a:lnTo>
                  <a:pt x="21497" y="84125"/>
                </a:lnTo>
                <a:lnTo>
                  <a:pt x="21497" y="84125"/>
                </a:lnTo>
                <a:lnTo>
                  <a:pt x="21497" y="84126"/>
                </a:lnTo>
                <a:lnTo>
                  <a:pt x="21497" y="84126"/>
                </a:lnTo>
                <a:lnTo>
                  <a:pt x="21497" y="84126"/>
                </a:lnTo>
                <a:lnTo>
                  <a:pt x="21497" y="84127"/>
                </a:lnTo>
                <a:lnTo>
                  <a:pt x="21497" y="84127"/>
                </a:lnTo>
                <a:lnTo>
                  <a:pt x="21497" y="84127"/>
                </a:lnTo>
                <a:lnTo>
                  <a:pt x="21497" y="84128"/>
                </a:lnTo>
                <a:lnTo>
                  <a:pt x="21497" y="84128"/>
                </a:lnTo>
                <a:lnTo>
                  <a:pt x="21497" y="84128"/>
                </a:lnTo>
                <a:lnTo>
                  <a:pt x="21497" y="84129"/>
                </a:lnTo>
                <a:lnTo>
                  <a:pt x="21497" y="84129"/>
                </a:lnTo>
                <a:lnTo>
                  <a:pt x="21497" y="84129"/>
                </a:lnTo>
                <a:lnTo>
                  <a:pt x="21497" y="84130"/>
                </a:lnTo>
                <a:lnTo>
                  <a:pt x="21497" y="84130"/>
                </a:lnTo>
                <a:lnTo>
                  <a:pt x="21497" y="84130"/>
                </a:lnTo>
                <a:lnTo>
                  <a:pt x="21497" y="84131"/>
                </a:lnTo>
                <a:lnTo>
                  <a:pt x="21497" y="84131"/>
                </a:lnTo>
                <a:lnTo>
                  <a:pt x="21497" y="84131"/>
                </a:lnTo>
                <a:lnTo>
                  <a:pt x="21497" y="84132"/>
                </a:lnTo>
                <a:lnTo>
                  <a:pt x="21497" y="84132"/>
                </a:lnTo>
                <a:lnTo>
                  <a:pt x="21497" y="84132"/>
                </a:lnTo>
                <a:lnTo>
                  <a:pt x="21497" y="84133"/>
                </a:lnTo>
                <a:lnTo>
                  <a:pt x="21497" y="84133"/>
                </a:lnTo>
                <a:lnTo>
                  <a:pt x="21497" y="84133"/>
                </a:lnTo>
                <a:lnTo>
                  <a:pt x="21497" y="84134"/>
                </a:lnTo>
                <a:lnTo>
                  <a:pt x="21497" y="84134"/>
                </a:lnTo>
                <a:lnTo>
                  <a:pt x="21497" y="84134"/>
                </a:lnTo>
                <a:lnTo>
                  <a:pt x="21497" y="84134"/>
                </a:lnTo>
                <a:lnTo>
                  <a:pt x="21497" y="84135"/>
                </a:lnTo>
                <a:lnTo>
                  <a:pt x="21497" y="84135"/>
                </a:lnTo>
                <a:lnTo>
                  <a:pt x="21497" y="84135"/>
                </a:lnTo>
                <a:lnTo>
                  <a:pt x="21497" y="84136"/>
                </a:lnTo>
                <a:lnTo>
                  <a:pt x="21497" y="84136"/>
                </a:lnTo>
                <a:lnTo>
                  <a:pt x="21497" y="84136"/>
                </a:lnTo>
                <a:lnTo>
                  <a:pt x="21497" y="84137"/>
                </a:lnTo>
                <a:lnTo>
                  <a:pt x="21497" y="84137"/>
                </a:lnTo>
                <a:lnTo>
                  <a:pt x="21497" y="84137"/>
                </a:lnTo>
                <a:lnTo>
                  <a:pt x="21497" y="84138"/>
                </a:lnTo>
                <a:lnTo>
                  <a:pt x="21497" y="84138"/>
                </a:lnTo>
                <a:lnTo>
                  <a:pt x="21497" y="84138"/>
                </a:lnTo>
                <a:lnTo>
                  <a:pt x="21497" y="84139"/>
                </a:lnTo>
                <a:lnTo>
                  <a:pt x="21497" y="84139"/>
                </a:lnTo>
                <a:lnTo>
                  <a:pt x="21497" y="84139"/>
                </a:lnTo>
                <a:lnTo>
                  <a:pt x="21497" y="84140"/>
                </a:lnTo>
                <a:lnTo>
                  <a:pt x="21497" y="84140"/>
                </a:lnTo>
                <a:lnTo>
                  <a:pt x="21497" y="84140"/>
                </a:lnTo>
                <a:lnTo>
                  <a:pt x="21497" y="84141"/>
                </a:lnTo>
                <a:lnTo>
                  <a:pt x="21497" y="84141"/>
                </a:lnTo>
                <a:lnTo>
                  <a:pt x="21497" y="84141"/>
                </a:lnTo>
                <a:lnTo>
                  <a:pt x="21497" y="84142"/>
                </a:lnTo>
                <a:lnTo>
                  <a:pt x="21497" y="84142"/>
                </a:lnTo>
                <a:lnTo>
                  <a:pt x="21497" y="84142"/>
                </a:lnTo>
                <a:lnTo>
                  <a:pt x="21497" y="84143"/>
                </a:lnTo>
                <a:lnTo>
                  <a:pt x="21497" y="84143"/>
                </a:lnTo>
                <a:lnTo>
                  <a:pt x="21497" y="84143"/>
                </a:lnTo>
                <a:lnTo>
                  <a:pt x="21497" y="84144"/>
                </a:lnTo>
                <a:lnTo>
                  <a:pt x="21497" y="84144"/>
                </a:lnTo>
                <a:lnTo>
                  <a:pt x="21497" y="84144"/>
                </a:lnTo>
                <a:lnTo>
                  <a:pt x="21497" y="84145"/>
                </a:lnTo>
                <a:lnTo>
                  <a:pt x="21497" y="84145"/>
                </a:lnTo>
                <a:lnTo>
                  <a:pt x="21497" y="84145"/>
                </a:lnTo>
                <a:lnTo>
                  <a:pt x="21497" y="84146"/>
                </a:lnTo>
                <a:lnTo>
                  <a:pt x="21497" y="84146"/>
                </a:lnTo>
                <a:lnTo>
                  <a:pt x="21497" y="84146"/>
                </a:lnTo>
                <a:lnTo>
                  <a:pt x="21497" y="84146"/>
                </a:lnTo>
                <a:lnTo>
                  <a:pt x="21497" y="84147"/>
                </a:lnTo>
                <a:lnTo>
                  <a:pt x="21497" y="84147"/>
                </a:lnTo>
                <a:lnTo>
                  <a:pt x="21497" y="84147"/>
                </a:lnTo>
                <a:lnTo>
                  <a:pt x="21497" y="84148"/>
                </a:lnTo>
                <a:lnTo>
                  <a:pt x="21497" y="84148"/>
                </a:lnTo>
                <a:lnTo>
                  <a:pt x="21497" y="84148"/>
                </a:lnTo>
                <a:lnTo>
                  <a:pt x="21497" y="84149"/>
                </a:lnTo>
                <a:lnTo>
                  <a:pt x="21497" y="84149"/>
                </a:lnTo>
                <a:lnTo>
                  <a:pt x="21497" y="84149"/>
                </a:lnTo>
                <a:lnTo>
                  <a:pt x="21497" y="84150"/>
                </a:lnTo>
                <a:lnTo>
                  <a:pt x="21497" y="84150"/>
                </a:lnTo>
                <a:lnTo>
                  <a:pt x="21497" y="84150"/>
                </a:lnTo>
                <a:lnTo>
                  <a:pt x="21497" y="84151"/>
                </a:lnTo>
                <a:lnTo>
                  <a:pt x="21497" y="84151"/>
                </a:lnTo>
                <a:lnTo>
                  <a:pt x="21497" y="84151"/>
                </a:lnTo>
                <a:lnTo>
                  <a:pt x="21497" y="84152"/>
                </a:lnTo>
                <a:lnTo>
                  <a:pt x="21497" y="84152"/>
                </a:lnTo>
                <a:lnTo>
                  <a:pt x="21497" y="84152"/>
                </a:lnTo>
                <a:lnTo>
                  <a:pt x="21497" y="84153"/>
                </a:lnTo>
                <a:lnTo>
                  <a:pt x="21497" y="84153"/>
                </a:lnTo>
                <a:lnTo>
                  <a:pt x="21497" y="84153"/>
                </a:lnTo>
                <a:lnTo>
                  <a:pt x="21497" y="84154"/>
                </a:lnTo>
                <a:lnTo>
                  <a:pt x="21497" y="84154"/>
                </a:lnTo>
                <a:lnTo>
                  <a:pt x="21497" y="84154"/>
                </a:lnTo>
                <a:lnTo>
                  <a:pt x="21497" y="84155"/>
                </a:lnTo>
                <a:lnTo>
                  <a:pt x="21497" y="84155"/>
                </a:lnTo>
                <a:lnTo>
                  <a:pt x="21497" y="84155"/>
                </a:lnTo>
                <a:lnTo>
                  <a:pt x="21497" y="84156"/>
                </a:lnTo>
                <a:lnTo>
                  <a:pt x="21497" y="84156"/>
                </a:lnTo>
                <a:lnTo>
                  <a:pt x="21497" y="84156"/>
                </a:lnTo>
                <a:lnTo>
                  <a:pt x="21497" y="84157"/>
                </a:lnTo>
                <a:lnTo>
                  <a:pt x="21497" y="84157"/>
                </a:lnTo>
                <a:lnTo>
                  <a:pt x="21497" y="84157"/>
                </a:lnTo>
                <a:lnTo>
                  <a:pt x="21497" y="84158"/>
                </a:lnTo>
                <a:lnTo>
                  <a:pt x="21497" y="84158"/>
                </a:lnTo>
                <a:lnTo>
                  <a:pt x="21497" y="84158"/>
                </a:lnTo>
                <a:lnTo>
                  <a:pt x="21497" y="84159"/>
                </a:lnTo>
                <a:lnTo>
                  <a:pt x="21497" y="84159"/>
                </a:lnTo>
                <a:lnTo>
                  <a:pt x="21497" y="84159"/>
                </a:lnTo>
                <a:lnTo>
                  <a:pt x="21497" y="84159"/>
                </a:lnTo>
                <a:lnTo>
                  <a:pt x="21497" y="84160"/>
                </a:lnTo>
                <a:lnTo>
                  <a:pt x="21497" y="84160"/>
                </a:lnTo>
                <a:lnTo>
                  <a:pt x="21497" y="84160"/>
                </a:lnTo>
                <a:lnTo>
                  <a:pt x="21497" y="84161"/>
                </a:lnTo>
                <a:lnTo>
                  <a:pt x="21497" y="84161"/>
                </a:lnTo>
                <a:lnTo>
                  <a:pt x="21497" y="84161"/>
                </a:lnTo>
                <a:lnTo>
                  <a:pt x="21497" y="84162"/>
                </a:lnTo>
                <a:lnTo>
                  <a:pt x="21497" y="84162"/>
                </a:lnTo>
                <a:lnTo>
                  <a:pt x="21497" y="84162"/>
                </a:lnTo>
                <a:lnTo>
                  <a:pt x="21497" y="84163"/>
                </a:lnTo>
                <a:lnTo>
                  <a:pt x="21497" y="84163"/>
                </a:lnTo>
                <a:lnTo>
                  <a:pt x="21497" y="84163"/>
                </a:lnTo>
                <a:lnTo>
                  <a:pt x="21497" y="84164"/>
                </a:lnTo>
                <a:lnTo>
                  <a:pt x="21497" y="84164"/>
                </a:lnTo>
                <a:lnTo>
                  <a:pt x="21497" y="84164"/>
                </a:lnTo>
                <a:lnTo>
                  <a:pt x="21497" y="84165"/>
                </a:lnTo>
                <a:lnTo>
                  <a:pt x="21497" y="84165"/>
                </a:lnTo>
                <a:lnTo>
                  <a:pt x="21497" y="84165"/>
                </a:lnTo>
                <a:lnTo>
                  <a:pt x="21497" y="84166"/>
                </a:lnTo>
                <a:lnTo>
                  <a:pt x="21497" y="84166"/>
                </a:lnTo>
                <a:lnTo>
                  <a:pt x="21497" y="84166"/>
                </a:lnTo>
                <a:lnTo>
                  <a:pt x="21497" y="84167"/>
                </a:lnTo>
                <a:lnTo>
                  <a:pt x="21497" y="84167"/>
                </a:lnTo>
                <a:lnTo>
                  <a:pt x="21497" y="84167"/>
                </a:lnTo>
                <a:lnTo>
                  <a:pt x="21497" y="84168"/>
                </a:lnTo>
                <a:lnTo>
                  <a:pt x="21497" y="84168"/>
                </a:lnTo>
                <a:lnTo>
                  <a:pt x="21497" y="84168"/>
                </a:lnTo>
                <a:lnTo>
                  <a:pt x="21497" y="84324"/>
                </a:lnTo>
                <a:lnTo>
                  <a:pt x="21495" y="84473"/>
                </a:lnTo>
                <a:lnTo>
                  <a:pt x="21493" y="84617"/>
                </a:lnTo>
                <a:lnTo>
                  <a:pt x="21490" y="84754"/>
                </a:lnTo>
                <a:lnTo>
                  <a:pt x="21487" y="84886"/>
                </a:lnTo>
                <a:lnTo>
                  <a:pt x="21483" y="85012"/>
                </a:lnTo>
                <a:lnTo>
                  <a:pt x="21478" y="85133"/>
                </a:lnTo>
                <a:lnTo>
                  <a:pt x="21472" y="85248"/>
                </a:lnTo>
                <a:lnTo>
                  <a:pt x="21466" y="85357"/>
                </a:lnTo>
                <a:lnTo>
                  <a:pt x="21460" y="85462"/>
                </a:lnTo>
                <a:lnTo>
                  <a:pt x="21453" y="85560"/>
                </a:lnTo>
                <a:lnTo>
                  <a:pt x="21445" y="85654"/>
                </a:lnTo>
                <a:lnTo>
                  <a:pt x="21438" y="85742"/>
                </a:lnTo>
                <a:lnTo>
                  <a:pt x="21430" y="85826"/>
                </a:lnTo>
                <a:lnTo>
                  <a:pt x="21422" y="85904"/>
                </a:lnTo>
                <a:lnTo>
                  <a:pt x="21413" y="85977"/>
                </a:lnTo>
                <a:lnTo>
                  <a:pt x="21404" y="86046"/>
                </a:lnTo>
                <a:lnTo>
                  <a:pt x="21395" y="86110"/>
                </a:lnTo>
                <a:lnTo>
                  <a:pt x="21387" y="86169"/>
                </a:lnTo>
                <a:lnTo>
                  <a:pt x="21378" y="86223"/>
                </a:lnTo>
                <a:lnTo>
                  <a:pt x="21369" y="86273"/>
                </a:lnTo>
                <a:lnTo>
                  <a:pt x="21360" y="86319"/>
                </a:lnTo>
                <a:lnTo>
                  <a:pt x="21351" y="86360"/>
                </a:lnTo>
                <a:lnTo>
                  <a:pt x="21342" y="86397"/>
                </a:lnTo>
                <a:lnTo>
                  <a:pt x="21247" y="86776"/>
                </a:lnTo>
                <a:lnTo>
                  <a:pt x="21247" y="87168"/>
                </a:lnTo>
                <a:lnTo>
                  <a:pt x="21255" y="88125"/>
                </a:lnTo>
                <a:lnTo>
                  <a:pt x="21279" y="89068"/>
                </a:lnTo>
                <a:lnTo>
                  <a:pt x="21319" y="89994"/>
                </a:lnTo>
                <a:lnTo>
                  <a:pt x="21377" y="90905"/>
                </a:lnTo>
                <a:lnTo>
                  <a:pt x="21452" y="91799"/>
                </a:lnTo>
                <a:lnTo>
                  <a:pt x="21544" y="92676"/>
                </a:lnTo>
                <a:lnTo>
                  <a:pt x="21655" y="93536"/>
                </a:lnTo>
                <a:lnTo>
                  <a:pt x="21785" y="94378"/>
                </a:lnTo>
                <a:lnTo>
                  <a:pt x="21933" y="95200"/>
                </a:lnTo>
                <a:lnTo>
                  <a:pt x="22102" y="96004"/>
                </a:lnTo>
                <a:lnTo>
                  <a:pt x="22290" y="96789"/>
                </a:lnTo>
                <a:lnTo>
                  <a:pt x="22498" y="97553"/>
                </a:lnTo>
                <a:lnTo>
                  <a:pt x="22727" y="98297"/>
                </a:lnTo>
                <a:lnTo>
                  <a:pt x="22978" y="99019"/>
                </a:lnTo>
                <a:lnTo>
                  <a:pt x="23250" y="99720"/>
                </a:lnTo>
                <a:lnTo>
                  <a:pt x="23544" y="100399"/>
                </a:lnTo>
                <a:lnTo>
                  <a:pt x="23860" y="101056"/>
                </a:lnTo>
                <a:lnTo>
                  <a:pt x="24200" y="101689"/>
                </a:lnTo>
                <a:lnTo>
                  <a:pt x="24563" y="102299"/>
                </a:lnTo>
                <a:lnTo>
                  <a:pt x="24950" y="102885"/>
                </a:lnTo>
                <a:lnTo>
                  <a:pt x="25361" y="103446"/>
                </a:lnTo>
                <a:lnTo>
                  <a:pt x="25796" y="103982"/>
                </a:lnTo>
                <a:lnTo>
                  <a:pt x="26257" y="104493"/>
                </a:lnTo>
                <a:lnTo>
                  <a:pt x="26743" y="104977"/>
                </a:lnTo>
                <a:lnTo>
                  <a:pt x="27192" y="105390"/>
                </a:lnTo>
                <a:lnTo>
                  <a:pt x="27649" y="105786"/>
                </a:lnTo>
                <a:lnTo>
                  <a:pt x="28114" y="106166"/>
                </a:lnTo>
                <a:lnTo>
                  <a:pt x="28587" y="106530"/>
                </a:lnTo>
                <a:lnTo>
                  <a:pt x="29067" y="106877"/>
                </a:lnTo>
                <a:lnTo>
                  <a:pt x="29555" y="107208"/>
                </a:lnTo>
                <a:lnTo>
                  <a:pt x="30050" y="107522"/>
                </a:lnTo>
                <a:lnTo>
                  <a:pt x="30552" y="107821"/>
                </a:lnTo>
                <a:lnTo>
                  <a:pt x="31062" y="108102"/>
                </a:lnTo>
                <a:lnTo>
                  <a:pt x="31579" y="108367"/>
                </a:lnTo>
                <a:lnTo>
                  <a:pt x="32104" y="108616"/>
                </a:lnTo>
                <a:lnTo>
                  <a:pt x="32635" y="108848"/>
                </a:lnTo>
                <a:lnTo>
                  <a:pt x="33174" y="109064"/>
                </a:lnTo>
                <a:lnTo>
                  <a:pt x="33719" y="109263"/>
                </a:lnTo>
                <a:lnTo>
                  <a:pt x="34272" y="109446"/>
                </a:lnTo>
                <a:lnTo>
                  <a:pt x="34831" y="109612"/>
                </a:lnTo>
                <a:lnTo>
                  <a:pt x="35397" y="109761"/>
                </a:lnTo>
                <a:lnTo>
                  <a:pt x="35970" y="109894"/>
                </a:lnTo>
                <a:lnTo>
                  <a:pt x="36550" y="110010"/>
                </a:lnTo>
                <a:lnTo>
                  <a:pt x="37137" y="110110"/>
                </a:lnTo>
                <a:lnTo>
                  <a:pt x="37730" y="110193"/>
                </a:lnTo>
                <a:lnTo>
                  <a:pt x="38329" y="110259"/>
                </a:lnTo>
                <a:lnTo>
                  <a:pt x="38935" y="110309"/>
                </a:lnTo>
                <a:lnTo>
                  <a:pt x="39547" y="110342"/>
                </a:lnTo>
                <a:lnTo>
                  <a:pt x="39611" y="110345"/>
                </a:lnTo>
                <a:lnTo>
                  <a:pt x="39674" y="110345"/>
                </a:lnTo>
                <a:lnTo>
                  <a:pt x="40982" y="110308"/>
                </a:lnTo>
                <a:lnTo>
                  <a:pt x="42286" y="110201"/>
                </a:lnTo>
                <a:lnTo>
                  <a:pt x="43586" y="110022"/>
                </a:lnTo>
                <a:lnTo>
                  <a:pt x="44881" y="109772"/>
                </a:lnTo>
                <a:lnTo>
                  <a:pt x="46172" y="109453"/>
                </a:lnTo>
                <a:lnTo>
                  <a:pt x="47458" y="109065"/>
                </a:lnTo>
                <a:lnTo>
                  <a:pt x="48741" y="108609"/>
                </a:lnTo>
                <a:lnTo>
                  <a:pt x="50019" y="108086"/>
                </a:lnTo>
                <a:lnTo>
                  <a:pt x="51293" y="107496"/>
                </a:lnTo>
                <a:lnTo>
                  <a:pt x="52563" y="106840"/>
                </a:lnTo>
                <a:lnTo>
                  <a:pt x="53829" y="106119"/>
                </a:lnTo>
                <a:lnTo>
                  <a:pt x="55090" y="105333"/>
                </a:lnTo>
                <a:lnTo>
                  <a:pt x="56348" y="104484"/>
                </a:lnTo>
                <a:lnTo>
                  <a:pt x="57601" y="103571"/>
                </a:lnTo>
                <a:lnTo>
                  <a:pt x="58851" y="102597"/>
                </a:lnTo>
                <a:lnTo>
                  <a:pt x="60096" y="101560"/>
                </a:lnTo>
                <a:lnTo>
                  <a:pt x="61337" y="100463"/>
                </a:lnTo>
                <a:lnTo>
                  <a:pt x="62574" y="99306"/>
                </a:lnTo>
                <a:lnTo>
                  <a:pt x="63807" y="98089"/>
                </a:lnTo>
                <a:lnTo>
                  <a:pt x="65037" y="96814"/>
                </a:lnTo>
                <a:lnTo>
                  <a:pt x="66262" y="95481"/>
                </a:lnTo>
                <a:lnTo>
                  <a:pt x="67483" y="94090"/>
                </a:lnTo>
                <a:lnTo>
                  <a:pt x="68700" y="92644"/>
                </a:lnTo>
                <a:lnTo>
                  <a:pt x="69914" y="91141"/>
                </a:lnTo>
                <a:lnTo>
                  <a:pt x="69954" y="91090"/>
                </a:lnTo>
                <a:lnTo>
                  <a:pt x="69992" y="91038"/>
                </a:lnTo>
                <a:lnTo>
                  <a:pt x="71992" y="88288"/>
                </a:lnTo>
                <a:lnTo>
                  <a:pt x="72356" y="87787"/>
                </a:lnTo>
                <a:lnTo>
                  <a:pt x="72506" y="87186"/>
                </a:lnTo>
                <a:lnTo>
                  <a:pt x="86004" y="32943"/>
                </a:lnTo>
                <a:lnTo>
                  <a:pt x="86211" y="32111"/>
                </a:lnTo>
                <a:lnTo>
                  <a:pt x="85971" y="31287"/>
                </a:lnTo>
                <a:lnTo>
                  <a:pt x="85719" y="30439"/>
                </a:lnTo>
                <a:lnTo>
                  <a:pt x="85458" y="29605"/>
                </a:lnTo>
                <a:lnTo>
                  <a:pt x="85190" y="28786"/>
                </a:lnTo>
                <a:lnTo>
                  <a:pt x="84915" y="27982"/>
                </a:lnTo>
                <a:lnTo>
                  <a:pt x="84631" y="27192"/>
                </a:lnTo>
                <a:lnTo>
                  <a:pt x="84340" y="26417"/>
                </a:lnTo>
                <a:lnTo>
                  <a:pt x="84041" y="25658"/>
                </a:lnTo>
                <a:lnTo>
                  <a:pt x="83733" y="24913"/>
                </a:lnTo>
                <a:lnTo>
                  <a:pt x="83418" y="24184"/>
                </a:lnTo>
                <a:lnTo>
                  <a:pt x="83095" y="23471"/>
                </a:lnTo>
                <a:lnTo>
                  <a:pt x="82763" y="22773"/>
                </a:lnTo>
                <a:lnTo>
                  <a:pt x="82423" y="22090"/>
                </a:lnTo>
                <a:lnTo>
                  <a:pt x="82074" y="21424"/>
                </a:lnTo>
                <a:lnTo>
                  <a:pt x="81717" y="20773"/>
                </a:lnTo>
                <a:lnTo>
                  <a:pt x="81351" y="20139"/>
                </a:lnTo>
                <a:lnTo>
                  <a:pt x="80977" y="19521"/>
                </a:lnTo>
                <a:lnTo>
                  <a:pt x="80594" y="18919"/>
                </a:lnTo>
                <a:lnTo>
                  <a:pt x="80203" y="18334"/>
                </a:lnTo>
                <a:lnTo>
                  <a:pt x="79802" y="17765"/>
                </a:lnTo>
                <a:lnTo>
                  <a:pt x="79392" y="17213"/>
                </a:lnTo>
                <a:lnTo>
                  <a:pt x="78974" y="16678"/>
                </a:lnTo>
                <a:lnTo>
                  <a:pt x="78546" y="16160"/>
                </a:lnTo>
                <a:lnTo>
                  <a:pt x="78109" y="15659"/>
                </a:lnTo>
                <a:lnTo>
                  <a:pt x="77663" y="15176"/>
                </a:lnTo>
                <a:lnTo>
                  <a:pt x="77197" y="14699"/>
                </a:lnTo>
                <a:lnTo>
                  <a:pt x="76722" y="14242"/>
                </a:lnTo>
                <a:lnTo>
                  <a:pt x="76238" y="13804"/>
                </a:lnTo>
                <a:lnTo>
                  <a:pt x="75746" y="13386"/>
                </a:lnTo>
                <a:lnTo>
                  <a:pt x="75245" y="12988"/>
                </a:lnTo>
                <a:lnTo>
                  <a:pt x="74735" y="12609"/>
                </a:lnTo>
                <a:lnTo>
                  <a:pt x="74217" y="12250"/>
                </a:lnTo>
                <a:lnTo>
                  <a:pt x="73690" y="11910"/>
                </a:lnTo>
                <a:lnTo>
                  <a:pt x="73155" y="11591"/>
                </a:lnTo>
                <a:lnTo>
                  <a:pt x="72612" y="11292"/>
                </a:lnTo>
                <a:lnTo>
                  <a:pt x="72061" y="11013"/>
                </a:lnTo>
                <a:lnTo>
                  <a:pt x="71501" y="10754"/>
                </a:lnTo>
                <a:lnTo>
                  <a:pt x="70933" y="10515"/>
                </a:lnTo>
                <a:lnTo>
                  <a:pt x="70357" y="10296"/>
                </a:lnTo>
                <a:lnTo>
                  <a:pt x="69773" y="10098"/>
                </a:lnTo>
                <a:lnTo>
                  <a:pt x="69182" y="9921"/>
                </a:lnTo>
                <a:lnTo>
                  <a:pt x="68582" y="9764"/>
                </a:lnTo>
                <a:lnTo>
                  <a:pt x="67975" y="9628"/>
                </a:lnTo>
                <a:lnTo>
                  <a:pt x="67360" y="9512"/>
                </a:lnTo>
                <a:lnTo>
                  <a:pt x="66737" y="9418"/>
                </a:lnTo>
                <a:lnTo>
                  <a:pt x="66107" y="9344"/>
                </a:lnTo>
                <a:lnTo>
                  <a:pt x="65469" y="9291"/>
                </a:lnTo>
                <a:lnTo>
                  <a:pt x="64824" y="9259"/>
                </a:lnTo>
                <a:lnTo>
                  <a:pt x="64171" y="9249"/>
                </a:lnTo>
                <a:lnTo>
                  <a:pt x="63315" y="9265"/>
                </a:lnTo>
                <a:lnTo>
                  <a:pt x="62465" y="9312"/>
                </a:lnTo>
                <a:lnTo>
                  <a:pt x="61621" y="9391"/>
                </a:lnTo>
                <a:lnTo>
                  <a:pt x="60782" y="9502"/>
                </a:lnTo>
                <a:lnTo>
                  <a:pt x="59949" y="9643"/>
                </a:lnTo>
                <a:lnTo>
                  <a:pt x="59121" y="9815"/>
                </a:lnTo>
                <a:lnTo>
                  <a:pt x="58299" y="10018"/>
                </a:lnTo>
                <a:lnTo>
                  <a:pt x="57483" y="10251"/>
                </a:lnTo>
                <a:lnTo>
                  <a:pt x="56672" y="10514"/>
                </a:lnTo>
                <a:lnTo>
                  <a:pt x="55867" y="10806"/>
                </a:lnTo>
                <a:lnTo>
                  <a:pt x="55068" y="11128"/>
                </a:lnTo>
                <a:lnTo>
                  <a:pt x="54275" y="11480"/>
                </a:lnTo>
                <a:lnTo>
                  <a:pt x="53487" y="11860"/>
                </a:lnTo>
                <a:lnTo>
                  <a:pt x="52705" y="12270"/>
                </a:lnTo>
                <a:lnTo>
                  <a:pt x="51929" y="12708"/>
                </a:lnTo>
                <a:lnTo>
                  <a:pt x="51159" y="13174"/>
                </a:lnTo>
                <a:lnTo>
                  <a:pt x="50395" y="13668"/>
                </a:lnTo>
                <a:lnTo>
                  <a:pt x="49636" y="14190"/>
                </a:lnTo>
                <a:lnTo>
                  <a:pt x="48884" y="14740"/>
                </a:lnTo>
                <a:lnTo>
                  <a:pt x="48137" y="15317"/>
                </a:lnTo>
                <a:lnTo>
                  <a:pt x="47397" y="15921"/>
                </a:lnTo>
                <a:lnTo>
                  <a:pt x="46662" y="16552"/>
                </a:lnTo>
                <a:lnTo>
                  <a:pt x="45934" y="17210"/>
                </a:lnTo>
                <a:lnTo>
                  <a:pt x="45211" y="17894"/>
                </a:lnTo>
                <a:lnTo>
                  <a:pt x="44500" y="18597"/>
                </a:lnTo>
                <a:lnTo>
                  <a:pt x="43803" y="19318"/>
                </a:lnTo>
                <a:lnTo>
                  <a:pt x="43120" y="20055"/>
                </a:lnTo>
                <a:lnTo>
                  <a:pt x="42451" y="20810"/>
                </a:lnTo>
                <a:lnTo>
                  <a:pt x="41796" y="21581"/>
                </a:lnTo>
                <a:lnTo>
                  <a:pt x="41155" y="22369"/>
                </a:lnTo>
                <a:lnTo>
                  <a:pt x="40527" y="23173"/>
                </a:lnTo>
                <a:lnTo>
                  <a:pt x="39913" y="23994"/>
                </a:lnTo>
                <a:lnTo>
                  <a:pt x="39313" y="24832"/>
                </a:lnTo>
                <a:lnTo>
                  <a:pt x="38726" y="25686"/>
                </a:lnTo>
                <a:lnTo>
                  <a:pt x="38153" y="26556"/>
                </a:lnTo>
                <a:lnTo>
                  <a:pt x="37594" y="27443"/>
                </a:lnTo>
                <a:lnTo>
                  <a:pt x="37048" y="28347"/>
                </a:lnTo>
                <a:lnTo>
                  <a:pt x="36516" y="29266"/>
                </a:lnTo>
                <a:lnTo>
                  <a:pt x="35997" y="30202"/>
                </a:lnTo>
                <a:lnTo>
                  <a:pt x="35492" y="31154"/>
                </a:lnTo>
                <a:lnTo>
                  <a:pt x="35000" y="32122"/>
                </a:lnTo>
                <a:lnTo>
                  <a:pt x="34522" y="33107"/>
                </a:lnTo>
                <a:lnTo>
                  <a:pt x="34057" y="34107"/>
                </a:lnTo>
                <a:lnTo>
                  <a:pt x="33606" y="35123"/>
                </a:lnTo>
                <a:lnTo>
                  <a:pt x="33168" y="36155"/>
                </a:lnTo>
                <a:lnTo>
                  <a:pt x="32743" y="37204"/>
                </a:lnTo>
                <a:lnTo>
                  <a:pt x="32332" y="38268"/>
                </a:lnTo>
                <a:lnTo>
                  <a:pt x="31940" y="39329"/>
                </a:lnTo>
                <a:lnTo>
                  <a:pt x="31940" y="39329"/>
                </a:lnTo>
                <a:lnTo>
                  <a:pt x="31935" y="39344"/>
                </a:lnTo>
                <a:lnTo>
                  <a:pt x="31934" y="39347"/>
                </a:lnTo>
                <a:lnTo>
                  <a:pt x="31934" y="39347"/>
                </a:lnTo>
                <a:lnTo>
                  <a:pt x="31334" y="41004"/>
                </a:lnTo>
                <a:lnTo>
                  <a:pt x="30742" y="42684"/>
                </a:lnTo>
                <a:close/>
                <a:moveTo>
                  <a:pt x="39674" y="107165"/>
                </a:moveTo>
                <a:lnTo>
                  <a:pt x="39674" y="107165"/>
                </a:lnTo>
                <a:lnTo>
                  <a:pt x="39547" y="110342"/>
                </a:lnTo>
                <a:lnTo>
                  <a:pt x="39674" y="107165"/>
                </a:lnTo>
                <a:close/>
                <a:moveTo>
                  <a:pt x="67421" y="89168"/>
                </a:moveTo>
                <a:lnTo>
                  <a:pt x="67421" y="89168"/>
                </a:lnTo>
                <a:lnTo>
                  <a:pt x="69992" y="91038"/>
                </a:lnTo>
                <a:lnTo>
                  <a:pt x="67421" y="89168"/>
                </a:lnTo>
                <a:close/>
                <a:moveTo>
                  <a:pt x="69420" y="86418"/>
                </a:moveTo>
                <a:lnTo>
                  <a:pt x="69420" y="86418"/>
                </a:lnTo>
                <a:lnTo>
                  <a:pt x="71992" y="88288"/>
                </a:lnTo>
                <a:lnTo>
                  <a:pt x="69420" y="86418"/>
                </a:lnTo>
                <a:close/>
                <a:moveTo>
                  <a:pt x="82918" y="32176"/>
                </a:moveTo>
                <a:lnTo>
                  <a:pt x="82918" y="32176"/>
                </a:lnTo>
                <a:lnTo>
                  <a:pt x="85971" y="31287"/>
                </a:lnTo>
                <a:lnTo>
                  <a:pt x="82918" y="32176"/>
                </a:lnTo>
                <a:close/>
                <a:moveTo>
                  <a:pt x="63769" y="88629"/>
                </a:moveTo>
                <a:lnTo>
                  <a:pt x="62619" y="89994"/>
                </a:lnTo>
                <a:lnTo>
                  <a:pt x="61479" y="91291"/>
                </a:lnTo>
                <a:lnTo>
                  <a:pt x="60348" y="92520"/>
                </a:lnTo>
                <a:lnTo>
                  <a:pt x="59226" y="93682"/>
                </a:lnTo>
                <a:lnTo>
                  <a:pt x="58113" y="94777"/>
                </a:lnTo>
                <a:lnTo>
                  <a:pt x="57009" y="95807"/>
                </a:lnTo>
                <a:lnTo>
                  <a:pt x="55915" y="96772"/>
                </a:lnTo>
                <a:lnTo>
                  <a:pt x="54829" y="97673"/>
                </a:lnTo>
                <a:lnTo>
                  <a:pt x="53754" y="98511"/>
                </a:lnTo>
                <a:lnTo>
                  <a:pt x="52687" y="99285"/>
                </a:lnTo>
                <a:lnTo>
                  <a:pt x="51630" y="99998"/>
                </a:lnTo>
                <a:lnTo>
                  <a:pt x="50582" y="100650"/>
                </a:lnTo>
                <a:lnTo>
                  <a:pt x="49543" y="101241"/>
                </a:lnTo>
                <a:lnTo>
                  <a:pt x="48514" y="101772"/>
                </a:lnTo>
                <a:lnTo>
                  <a:pt x="47494" y="102245"/>
                </a:lnTo>
                <a:lnTo>
                  <a:pt x="46484" y="102659"/>
                </a:lnTo>
                <a:lnTo>
                  <a:pt x="45483" y="103015"/>
                </a:lnTo>
                <a:lnTo>
                  <a:pt x="44491" y="103315"/>
                </a:lnTo>
                <a:lnTo>
                  <a:pt x="43509" y="103558"/>
                </a:lnTo>
                <a:lnTo>
                  <a:pt x="42536" y="103746"/>
                </a:lnTo>
                <a:lnTo>
                  <a:pt x="41573" y="103880"/>
                </a:lnTo>
                <a:lnTo>
                  <a:pt x="40619" y="103959"/>
                </a:lnTo>
                <a:lnTo>
                  <a:pt x="39727" y="103984"/>
                </a:lnTo>
                <a:lnTo>
                  <a:pt x="39378" y="103965"/>
                </a:lnTo>
                <a:lnTo>
                  <a:pt x="38961" y="103932"/>
                </a:lnTo>
                <a:lnTo>
                  <a:pt x="38550" y="103887"/>
                </a:lnTo>
                <a:lnTo>
                  <a:pt x="38144" y="103831"/>
                </a:lnTo>
                <a:lnTo>
                  <a:pt x="37743" y="103764"/>
                </a:lnTo>
                <a:lnTo>
                  <a:pt x="37348" y="103686"/>
                </a:lnTo>
                <a:lnTo>
                  <a:pt x="36959" y="103597"/>
                </a:lnTo>
                <a:lnTo>
                  <a:pt x="36575" y="103496"/>
                </a:lnTo>
                <a:lnTo>
                  <a:pt x="36196" y="103385"/>
                </a:lnTo>
                <a:lnTo>
                  <a:pt x="35822" y="103262"/>
                </a:lnTo>
                <a:lnTo>
                  <a:pt x="35454" y="103128"/>
                </a:lnTo>
                <a:lnTo>
                  <a:pt x="35091" y="102982"/>
                </a:lnTo>
                <a:lnTo>
                  <a:pt x="34732" y="102826"/>
                </a:lnTo>
                <a:lnTo>
                  <a:pt x="34379" y="102658"/>
                </a:lnTo>
                <a:lnTo>
                  <a:pt x="34031" y="102478"/>
                </a:lnTo>
                <a:lnTo>
                  <a:pt x="33688" y="102288"/>
                </a:lnTo>
                <a:lnTo>
                  <a:pt x="33349" y="102086"/>
                </a:lnTo>
                <a:lnTo>
                  <a:pt x="33015" y="101873"/>
                </a:lnTo>
                <a:lnTo>
                  <a:pt x="32686" y="101648"/>
                </a:lnTo>
                <a:lnTo>
                  <a:pt x="32362" y="101412"/>
                </a:lnTo>
                <a:lnTo>
                  <a:pt x="32042" y="101165"/>
                </a:lnTo>
                <a:lnTo>
                  <a:pt x="31727" y="100906"/>
                </a:lnTo>
                <a:lnTo>
                  <a:pt x="31416" y="100636"/>
                </a:lnTo>
                <a:lnTo>
                  <a:pt x="31109" y="100354"/>
                </a:lnTo>
                <a:lnTo>
                  <a:pt x="30861" y="100106"/>
                </a:lnTo>
                <a:lnTo>
                  <a:pt x="30619" y="99835"/>
                </a:lnTo>
                <a:lnTo>
                  <a:pt x="30382" y="99542"/>
                </a:lnTo>
                <a:lnTo>
                  <a:pt x="30153" y="99225"/>
                </a:lnTo>
                <a:lnTo>
                  <a:pt x="29930" y="98883"/>
                </a:lnTo>
                <a:lnTo>
                  <a:pt x="29715" y="98518"/>
                </a:lnTo>
                <a:lnTo>
                  <a:pt x="29508" y="98127"/>
                </a:lnTo>
                <a:lnTo>
                  <a:pt x="29309" y="97711"/>
                </a:lnTo>
                <a:lnTo>
                  <a:pt x="29119" y="97268"/>
                </a:lnTo>
                <a:lnTo>
                  <a:pt x="28938" y="96799"/>
                </a:lnTo>
                <a:lnTo>
                  <a:pt x="28766" y="96303"/>
                </a:lnTo>
                <a:lnTo>
                  <a:pt x="28605" y="95780"/>
                </a:lnTo>
                <a:lnTo>
                  <a:pt x="28454" y="95229"/>
                </a:lnTo>
                <a:lnTo>
                  <a:pt x="28314" y="94648"/>
                </a:lnTo>
                <a:lnTo>
                  <a:pt x="28185" y="94039"/>
                </a:lnTo>
                <a:lnTo>
                  <a:pt x="28068" y="93401"/>
                </a:lnTo>
                <a:lnTo>
                  <a:pt x="27963" y="92732"/>
                </a:lnTo>
                <a:lnTo>
                  <a:pt x="27871" y="92033"/>
                </a:lnTo>
                <a:lnTo>
                  <a:pt x="27792" y="91303"/>
                </a:lnTo>
                <a:lnTo>
                  <a:pt x="27726" y="90541"/>
                </a:lnTo>
                <a:lnTo>
                  <a:pt x="27674" y="89747"/>
                </a:lnTo>
                <a:lnTo>
                  <a:pt x="27637" y="88920"/>
                </a:lnTo>
                <a:lnTo>
                  <a:pt x="27614" y="88061"/>
                </a:lnTo>
                <a:lnTo>
                  <a:pt x="27609" y="87493"/>
                </a:lnTo>
                <a:lnTo>
                  <a:pt x="27628" y="87390"/>
                </a:lnTo>
                <a:lnTo>
                  <a:pt x="27653" y="87247"/>
                </a:lnTo>
                <a:lnTo>
                  <a:pt x="27676" y="87101"/>
                </a:lnTo>
                <a:lnTo>
                  <a:pt x="27698" y="86953"/>
                </a:lnTo>
                <a:lnTo>
                  <a:pt x="27718" y="86803"/>
                </a:lnTo>
                <a:lnTo>
                  <a:pt x="27736" y="86651"/>
                </a:lnTo>
                <a:lnTo>
                  <a:pt x="27753" y="86496"/>
                </a:lnTo>
                <a:lnTo>
                  <a:pt x="27769" y="86340"/>
                </a:lnTo>
                <a:lnTo>
                  <a:pt x="27783" y="86182"/>
                </a:lnTo>
                <a:lnTo>
                  <a:pt x="27795" y="86022"/>
                </a:lnTo>
                <a:lnTo>
                  <a:pt x="27807" y="85861"/>
                </a:lnTo>
                <a:lnTo>
                  <a:pt x="27817" y="85697"/>
                </a:lnTo>
                <a:lnTo>
                  <a:pt x="27825" y="85533"/>
                </a:lnTo>
                <a:lnTo>
                  <a:pt x="27833" y="85366"/>
                </a:lnTo>
                <a:lnTo>
                  <a:pt x="27839" y="85199"/>
                </a:lnTo>
                <a:lnTo>
                  <a:pt x="27845" y="85030"/>
                </a:lnTo>
                <a:lnTo>
                  <a:pt x="27849" y="84860"/>
                </a:lnTo>
                <a:lnTo>
                  <a:pt x="27852" y="84688"/>
                </a:lnTo>
                <a:lnTo>
                  <a:pt x="27854" y="84516"/>
                </a:lnTo>
                <a:lnTo>
                  <a:pt x="27856" y="84343"/>
                </a:lnTo>
                <a:lnTo>
                  <a:pt x="27856" y="84168"/>
                </a:lnTo>
                <a:lnTo>
                  <a:pt x="27856" y="84168"/>
                </a:lnTo>
                <a:lnTo>
                  <a:pt x="27856" y="84168"/>
                </a:lnTo>
                <a:lnTo>
                  <a:pt x="27856" y="84167"/>
                </a:lnTo>
                <a:lnTo>
                  <a:pt x="27856" y="84167"/>
                </a:lnTo>
                <a:lnTo>
                  <a:pt x="27856" y="84167"/>
                </a:lnTo>
                <a:lnTo>
                  <a:pt x="27856" y="84166"/>
                </a:lnTo>
                <a:lnTo>
                  <a:pt x="27856" y="84166"/>
                </a:lnTo>
                <a:lnTo>
                  <a:pt x="27856" y="84166"/>
                </a:lnTo>
                <a:lnTo>
                  <a:pt x="27856" y="84165"/>
                </a:lnTo>
                <a:lnTo>
                  <a:pt x="27856" y="84165"/>
                </a:lnTo>
                <a:lnTo>
                  <a:pt x="27856" y="84165"/>
                </a:lnTo>
                <a:lnTo>
                  <a:pt x="27856" y="84164"/>
                </a:lnTo>
                <a:lnTo>
                  <a:pt x="27856" y="84164"/>
                </a:lnTo>
                <a:lnTo>
                  <a:pt x="27856" y="84164"/>
                </a:lnTo>
                <a:lnTo>
                  <a:pt x="27856" y="84163"/>
                </a:lnTo>
                <a:lnTo>
                  <a:pt x="27856" y="84163"/>
                </a:lnTo>
                <a:lnTo>
                  <a:pt x="27856" y="84163"/>
                </a:lnTo>
                <a:lnTo>
                  <a:pt x="27856" y="84162"/>
                </a:lnTo>
                <a:lnTo>
                  <a:pt x="27856" y="84162"/>
                </a:lnTo>
                <a:lnTo>
                  <a:pt x="27856" y="84162"/>
                </a:lnTo>
                <a:lnTo>
                  <a:pt x="27856" y="84161"/>
                </a:lnTo>
                <a:lnTo>
                  <a:pt x="27856" y="84161"/>
                </a:lnTo>
                <a:lnTo>
                  <a:pt x="27856" y="84161"/>
                </a:lnTo>
                <a:lnTo>
                  <a:pt x="27856" y="84160"/>
                </a:lnTo>
                <a:lnTo>
                  <a:pt x="27856" y="84160"/>
                </a:lnTo>
                <a:lnTo>
                  <a:pt x="27856" y="84160"/>
                </a:lnTo>
                <a:lnTo>
                  <a:pt x="27856" y="84159"/>
                </a:lnTo>
                <a:lnTo>
                  <a:pt x="27856" y="84159"/>
                </a:lnTo>
                <a:lnTo>
                  <a:pt x="27856" y="84159"/>
                </a:lnTo>
                <a:lnTo>
                  <a:pt x="27856" y="84159"/>
                </a:lnTo>
                <a:lnTo>
                  <a:pt x="27856" y="84158"/>
                </a:lnTo>
                <a:lnTo>
                  <a:pt x="27856" y="84158"/>
                </a:lnTo>
                <a:lnTo>
                  <a:pt x="27856" y="84158"/>
                </a:lnTo>
                <a:lnTo>
                  <a:pt x="27856" y="84157"/>
                </a:lnTo>
                <a:lnTo>
                  <a:pt x="27856" y="84157"/>
                </a:lnTo>
                <a:lnTo>
                  <a:pt x="27856" y="84157"/>
                </a:lnTo>
                <a:lnTo>
                  <a:pt x="27856" y="84156"/>
                </a:lnTo>
                <a:lnTo>
                  <a:pt x="27856" y="84156"/>
                </a:lnTo>
                <a:lnTo>
                  <a:pt x="27856" y="84156"/>
                </a:lnTo>
                <a:lnTo>
                  <a:pt x="27856" y="84155"/>
                </a:lnTo>
                <a:lnTo>
                  <a:pt x="27856" y="84155"/>
                </a:lnTo>
                <a:lnTo>
                  <a:pt x="27856" y="84155"/>
                </a:lnTo>
                <a:lnTo>
                  <a:pt x="27856" y="84154"/>
                </a:lnTo>
                <a:lnTo>
                  <a:pt x="27856" y="84154"/>
                </a:lnTo>
                <a:lnTo>
                  <a:pt x="27856" y="84154"/>
                </a:lnTo>
                <a:lnTo>
                  <a:pt x="27856" y="84153"/>
                </a:lnTo>
                <a:lnTo>
                  <a:pt x="27856" y="84153"/>
                </a:lnTo>
                <a:lnTo>
                  <a:pt x="27856" y="84153"/>
                </a:lnTo>
                <a:lnTo>
                  <a:pt x="27856" y="84152"/>
                </a:lnTo>
                <a:lnTo>
                  <a:pt x="27856" y="84152"/>
                </a:lnTo>
                <a:lnTo>
                  <a:pt x="27856" y="84152"/>
                </a:lnTo>
                <a:lnTo>
                  <a:pt x="27856" y="84151"/>
                </a:lnTo>
                <a:lnTo>
                  <a:pt x="27856" y="84151"/>
                </a:lnTo>
                <a:lnTo>
                  <a:pt x="27856" y="84151"/>
                </a:lnTo>
                <a:lnTo>
                  <a:pt x="27856" y="84150"/>
                </a:lnTo>
                <a:lnTo>
                  <a:pt x="27856" y="84150"/>
                </a:lnTo>
                <a:lnTo>
                  <a:pt x="27856" y="84150"/>
                </a:lnTo>
                <a:lnTo>
                  <a:pt x="27856" y="84149"/>
                </a:lnTo>
                <a:lnTo>
                  <a:pt x="27856" y="84149"/>
                </a:lnTo>
                <a:lnTo>
                  <a:pt x="27856" y="84149"/>
                </a:lnTo>
                <a:lnTo>
                  <a:pt x="27856" y="84148"/>
                </a:lnTo>
                <a:lnTo>
                  <a:pt x="27856" y="84148"/>
                </a:lnTo>
                <a:lnTo>
                  <a:pt x="27856" y="84148"/>
                </a:lnTo>
                <a:lnTo>
                  <a:pt x="27856" y="84147"/>
                </a:lnTo>
                <a:lnTo>
                  <a:pt x="27856" y="84147"/>
                </a:lnTo>
                <a:lnTo>
                  <a:pt x="27856" y="84147"/>
                </a:lnTo>
                <a:lnTo>
                  <a:pt x="27856" y="84146"/>
                </a:lnTo>
                <a:lnTo>
                  <a:pt x="27856" y="84146"/>
                </a:lnTo>
                <a:lnTo>
                  <a:pt x="27856" y="84146"/>
                </a:lnTo>
                <a:lnTo>
                  <a:pt x="27856" y="84146"/>
                </a:lnTo>
                <a:lnTo>
                  <a:pt x="27856" y="84145"/>
                </a:lnTo>
                <a:lnTo>
                  <a:pt x="27856" y="84145"/>
                </a:lnTo>
                <a:lnTo>
                  <a:pt x="27856" y="84145"/>
                </a:lnTo>
                <a:lnTo>
                  <a:pt x="27856" y="84144"/>
                </a:lnTo>
                <a:lnTo>
                  <a:pt x="27856" y="84144"/>
                </a:lnTo>
                <a:lnTo>
                  <a:pt x="27856" y="84144"/>
                </a:lnTo>
                <a:lnTo>
                  <a:pt x="27856" y="84143"/>
                </a:lnTo>
                <a:lnTo>
                  <a:pt x="27856" y="84143"/>
                </a:lnTo>
                <a:lnTo>
                  <a:pt x="27856" y="84143"/>
                </a:lnTo>
                <a:lnTo>
                  <a:pt x="27856" y="84142"/>
                </a:lnTo>
                <a:lnTo>
                  <a:pt x="27856" y="84142"/>
                </a:lnTo>
                <a:lnTo>
                  <a:pt x="27856" y="84142"/>
                </a:lnTo>
                <a:lnTo>
                  <a:pt x="27856" y="84141"/>
                </a:lnTo>
                <a:lnTo>
                  <a:pt x="27856" y="84141"/>
                </a:lnTo>
                <a:lnTo>
                  <a:pt x="27856" y="84141"/>
                </a:lnTo>
                <a:lnTo>
                  <a:pt x="27856" y="84140"/>
                </a:lnTo>
                <a:lnTo>
                  <a:pt x="27856" y="84140"/>
                </a:lnTo>
                <a:lnTo>
                  <a:pt x="27856" y="84140"/>
                </a:lnTo>
                <a:lnTo>
                  <a:pt x="27856" y="84139"/>
                </a:lnTo>
                <a:lnTo>
                  <a:pt x="27856" y="84139"/>
                </a:lnTo>
                <a:lnTo>
                  <a:pt x="27856" y="84139"/>
                </a:lnTo>
                <a:lnTo>
                  <a:pt x="27856" y="84138"/>
                </a:lnTo>
                <a:lnTo>
                  <a:pt x="27856" y="84138"/>
                </a:lnTo>
                <a:lnTo>
                  <a:pt x="27856" y="84138"/>
                </a:lnTo>
                <a:lnTo>
                  <a:pt x="27856" y="84137"/>
                </a:lnTo>
                <a:lnTo>
                  <a:pt x="27856" y="84137"/>
                </a:lnTo>
                <a:lnTo>
                  <a:pt x="27856" y="84137"/>
                </a:lnTo>
                <a:lnTo>
                  <a:pt x="27856" y="84136"/>
                </a:lnTo>
                <a:lnTo>
                  <a:pt x="27856" y="84136"/>
                </a:lnTo>
                <a:lnTo>
                  <a:pt x="27856" y="84136"/>
                </a:lnTo>
                <a:lnTo>
                  <a:pt x="27856" y="84135"/>
                </a:lnTo>
                <a:lnTo>
                  <a:pt x="27856" y="84135"/>
                </a:lnTo>
                <a:lnTo>
                  <a:pt x="27856" y="84135"/>
                </a:lnTo>
                <a:lnTo>
                  <a:pt x="27856" y="84134"/>
                </a:lnTo>
                <a:lnTo>
                  <a:pt x="27856" y="84134"/>
                </a:lnTo>
                <a:lnTo>
                  <a:pt x="27856" y="84134"/>
                </a:lnTo>
                <a:lnTo>
                  <a:pt x="27856" y="84134"/>
                </a:lnTo>
                <a:lnTo>
                  <a:pt x="27856" y="84133"/>
                </a:lnTo>
                <a:lnTo>
                  <a:pt x="27856" y="84133"/>
                </a:lnTo>
                <a:lnTo>
                  <a:pt x="27856" y="84133"/>
                </a:lnTo>
                <a:lnTo>
                  <a:pt x="27856" y="84132"/>
                </a:lnTo>
                <a:lnTo>
                  <a:pt x="27856" y="84132"/>
                </a:lnTo>
                <a:lnTo>
                  <a:pt x="27856" y="84132"/>
                </a:lnTo>
                <a:lnTo>
                  <a:pt x="27856" y="84131"/>
                </a:lnTo>
                <a:lnTo>
                  <a:pt x="27856" y="84131"/>
                </a:lnTo>
                <a:lnTo>
                  <a:pt x="27856" y="84131"/>
                </a:lnTo>
                <a:lnTo>
                  <a:pt x="27856" y="84130"/>
                </a:lnTo>
                <a:lnTo>
                  <a:pt x="27856" y="84130"/>
                </a:lnTo>
                <a:lnTo>
                  <a:pt x="27856" y="84130"/>
                </a:lnTo>
                <a:lnTo>
                  <a:pt x="27856" y="84129"/>
                </a:lnTo>
                <a:lnTo>
                  <a:pt x="27856" y="84129"/>
                </a:lnTo>
                <a:lnTo>
                  <a:pt x="27856" y="84129"/>
                </a:lnTo>
                <a:lnTo>
                  <a:pt x="27856" y="84128"/>
                </a:lnTo>
                <a:lnTo>
                  <a:pt x="27856" y="84128"/>
                </a:lnTo>
                <a:lnTo>
                  <a:pt x="27856" y="84128"/>
                </a:lnTo>
                <a:lnTo>
                  <a:pt x="27856" y="84127"/>
                </a:lnTo>
                <a:lnTo>
                  <a:pt x="27856" y="84127"/>
                </a:lnTo>
                <a:lnTo>
                  <a:pt x="27856" y="84127"/>
                </a:lnTo>
                <a:lnTo>
                  <a:pt x="27856" y="84126"/>
                </a:lnTo>
                <a:lnTo>
                  <a:pt x="27856" y="84126"/>
                </a:lnTo>
                <a:lnTo>
                  <a:pt x="27856" y="84126"/>
                </a:lnTo>
                <a:lnTo>
                  <a:pt x="27856" y="84125"/>
                </a:lnTo>
                <a:lnTo>
                  <a:pt x="27856" y="84125"/>
                </a:lnTo>
                <a:lnTo>
                  <a:pt x="27856" y="84125"/>
                </a:lnTo>
                <a:lnTo>
                  <a:pt x="27856" y="84124"/>
                </a:lnTo>
                <a:lnTo>
                  <a:pt x="27856" y="84124"/>
                </a:lnTo>
                <a:lnTo>
                  <a:pt x="27856" y="84124"/>
                </a:lnTo>
                <a:lnTo>
                  <a:pt x="27856" y="84124"/>
                </a:lnTo>
                <a:lnTo>
                  <a:pt x="27856" y="84123"/>
                </a:lnTo>
                <a:lnTo>
                  <a:pt x="27856" y="84123"/>
                </a:lnTo>
                <a:lnTo>
                  <a:pt x="27856" y="84123"/>
                </a:lnTo>
                <a:lnTo>
                  <a:pt x="27856" y="84122"/>
                </a:lnTo>
                <a:lnTo>
                  <a:pt x="27856" y="84122"/>
                </a:lnTo>
                <a:lnTo>
                  <a:pt x="27856" y="84122"/>
                </a:lnTo>
                <a:lnTo>
                  <a:pt x="27856" y="84121"/>
                </a:lnTo>
                <a:lnTo>
                  <a:pt x="27856" y="84121"/>
                </a:lnTo>
                <a:lnTo>
                  <a:pt x="27856" y="84121"/>
                </a:lnTo>
                <a:lnTo>
                  <a:pt x="27856" y="84120"/>
                </a:lnTo>
                <a:lnTo>
                  <a:pt x="27856" y="84120"/>
                </a:lnTo>
                <a:lnTo>
                  <a:pt x="27856" y="84120"/>
                </a:lnTo>
                <a:lnTo>
                  <a:pt x="27856" y="84119"/>
                </a:lnTo>
                <a:lnTo>
                  <a:pt x="27856" y="84119"/>
                </a:lnTo>
                <a:lnTo>
                  <a:pt x="27856" y="84119"/>
                </a:lnTo>
                <a:lnTo>
                  <a:pt x="27856" y="84118"/>
                </a:lnTo>
                <a:lnTo>
                  <a:pt x="27856" y="84118"/>
                </a:lnTo>
                <a:lnTo>
                  <a:pt x="27856" y="84118"/>
                </a:lnTo>
                <a:lnTo>
                  <a:pt x="27856" y="84117"/>
                </a:lnTo>
                <a:lnTo>
                  <a:pt x="27856" y="84117"/>
                </a:lnTo>
                <a:lnTo>
                  <a:pt x="27856" y="84117"/>
                </a:lnTo>
                <a:lnTo>
                  <a:pt x="27856" y="84116"/>
                </a:lnTo>
                <a:lnTo>
                  <a:pt x="27856" y="84116"/>
                </a:lnTo>
                <a:lnTo>
                  <a:pt x="27856" y="84116"/>
                </a:lnTo>
                <a:lnTo>
                  <a:pt x="27856" y="84115"/>
                </a:lnTo>
                <a:lnTo>
                  <a:pt x="27856" y="84115"/>
                </a:lnTo>
                <a:lnTo>
                  <a:pt x="27856" y="84115"/>
                </a:lnTo>
                <a:lnTo>
                  <a:pt x="27856" y="84114"/>
                </a:lnTo>
                <a:lnTo>
                  <a:pt x="27856" y="84114"/>
                </a:lnTo>
                <a:lnTo>
                  <a:pt x="27856" y="84114"/>
                </a:lnTo>
                <a:lnTo>
                  <a:pt x="27856" y="84113"/>
                </a:lnTo>
                <a:lnTo>
                  <a:pt x="27856" y="84113"/>
                </a:lnTo>
                <a:lnTo>
                  <a:pt x="27856" y="84113"/>
                </a:lnTo>
                <a:lnTo>
                  <a:pt x="27856" y="84113"/>
                </a:lnTo>
                <a:lnTo>
                  <a:pt x="27856" y="84112"/>
                </a:lnTo>
                <a:lnTo>
                  <a:pt x="27856" y="84112"/>
                </a:lnTo>
                <a:lnTo>
                  <a:pt x="27856" y="84112"/>
                </a:lnTo>
                <a:lnTo>
                  <a:pt x="27856" y="84111"/>
                </a:lnTo>
                <a:lnTo>
                  <a:pt x="27856" y="84111"/>
                </a:lnTo>
                <a:lnTo>
                  <a:pt x="27856" y="84111"/>
                </a:lnTo>
                <a:lnTo>
                  <a:pt x="27856" y="84110"/>
                </a:lnTo>
                <a:lnTo>
                  <a:pt x="27856" y="84110"/>
                </a:lnTo>
                <a:lnTo>
                  <a:pt x="27856" y="84110"/>
                </a:lnTo>
                <a:lnTo>
                  <a:pt x="27856" y="84109"/>
                </a:lnTo>
                <a:lnTo>
                  <a:pt x="27856" y="84109"/>
                </a:lnTo>
                <a:lnTo>
                  <a:pt x="27856" y="84109"/>
                </a:lnTo>
                <a:lnTo>
                  <a:pt x="27856" y="84108"/>
                </a:lnTo>
                <a:lnTo>
                  <a:pt x="27856" y="84108"/>
                </a:lnTo>
                <a:lnTo>
                  <a:pt x="27856" y="84108"/>
                </a:lnTo>
                <a:lnTo>
                  <a:pt x="27856" y="84107"/>
                </a:lnTo>
                <a:lnTo>
                  <a:pt x="27856" y="84107"/>
                </a:lnTo>
                <a:lnTo>
                  <a:pt x="27856" y="84107"/>
                </a:lnTo>
                <a:lnTo>
                  <a:pt x="27856" y="84106"/>
                </a:lnTo>
                <a:lnTo>
                  <a:pt x="27856" y="84106"/>
                </a:lnTo>
                <a:lnTo>
                  <a:pt x="27856" y="84106"/>
                </a:lnTo>
                <a:lnTo>
                  <a:pt x="27856" y="84105"/>
                </a:lnTo>
                <a:lnTo>
                  <a:pt x="27856" y="84105"/>
                </a:lnTo>
                <a:lnTo>
                  <a:pt x="27856" y="84105"/>
                </a:lnTo>
                <a:lnTo>
                  <a:pt x="27856" y="84104"/>
                </a:lnTo>
                <a:lnTo>
                  <a:pt x="27856" y="84104"/>
                </a:lnTo>
                <a:lnTo>
                  <a:pt x="27856" y="84104"/>
                </a:lnTo>
                <a:lnTo>
                  <a:pt x="27856" y="84103"/>
                </a:lnTo>
                <a:lnTo>
                  <a:pt x="27856" y="84103"/>
                </a:lnTo>
                <a:lnTo>
                  <a:pt x="27856" y="84103"/>
                </a:lnTo>
                <a:lnTo>
                  <a:pt x="27856" y="84103"/>
                </a:lnTo>
                <a:lnTo>
                  <a:pt x="27856" y="84102"/>
                </a:lnTo>
                <a:lnTo>
                  <a:pt x="27856" y="84102"/>
                </a:lnTo>
                <a:lnTo>
                  <a:pt x="27856" y="84102"/>
                </a:lnTo>
                <a:lnTo>
                  <a:pt x="27856" y="84101"/>
                </a:lnTo>
                <a:lnTo>
                  <a:pt x="27856" y="84101"/>
                </a:lnTo>
                <a:lnTo>
                  <a:pt x="27856" y="84101"/>
                </a:lnTo>
                <a:lnTo>
                  <a:pt x="27856" y="84100"/>
                </a:lnTo>
                <a:lnTo>
                  <a:pt x="27856" y="84100"/>
                </a:lnTo>
                <a:lnTo>
                  <a:pt x="27856" y="84100"/>
                </a:lnTo>
                <a:lnTo>
                  <a:pt x="27856" y="84099"/>
                </a:lnTo>
                <a:lnTo>
                  <a:pt x="27856" y="84099"/>
                </a:lnTo>
                <a:lnTo>
                  <a:pt x="27856" y="84099"/>
                </a:lnTo>
                <a:lnTo>
                  <a:pt x="27856" y="84098"/>
                </a:lnTo>
                <a:lnTo>
                  <a:pt x="27856" y="84098"/>
                </a:lnTo>
                <a:lnTo>
                  <a:pt x="27856" y="84098"/>
                </a:lnTo>
                <a:lnTo>
                  <a:pt x="27856" y="84097"/>
                </a:lnTo>
                <a:lnTo>
                  <a:pt x="27856" y="84097"/>
                </a:lnTo>
                <a:lnTo>
                  <a:pt x="27856" y="84097"/>
                </a:lnTo>
                <a:lnTo>
                  <a:pt x="27856" y="84096"/>
                </a:lnTo>
                <a:lnTo>
                  <a:pt x="27856" y="84096"/>
                </a:lnTo>
                <a:lnTo>
                  <a:pt x="27856" y="84096"/>
                </a:lnTo>
                <a:lnTo>
                  <a:pt x="27856" y="84095"/>
                </a:lnTo>
                <a:lnTo>
                  <a:pt x="27856" y="84095"/>
                </a:lnTo>
                <a:lnTo>
                  <a:pt x="27856" y="84095"/>
                </a:lnTo>
                <a:lnTo>
                  <a:pt x="27856" y="84094"/>
                </a:lnTo>
                <a:lnTo>
                  <a:pt x="27856" y="84094"/>
                </a:lnTo>
                <a:lnTo>
                  <a:pt x="27856" y="84094"/>
                </a:lnTo>
                <a:lnTo>
                  <a:pt x="27856" y="84094"/>
                </a:lnTo>
                <a:lnTo>
                  <a:pt x="27856" y="84093"/>
                </a:lnTo>
                <a:lnTo>
                  <a:pt x="27856" y="84093"/>
                </a:lnTo>
                <a:lnTo>
                  <a:pt x="27856" y="84093"/>
                </a:lnTo>
                <a:lnTo>
                  <a:pt x="27856" y="84092"/>
                </a:lnTo>
                <a:lnTo>
                  <a:pt x="27856" y="84092"/>
                </a:lnTo>
                <a:lnTo>
                  <a:pt x="27856" y="84092"/>
                </a:lnTo>
                <a:lnTo>
                  <a:pt x="27856" y="84091"/>
                </a:lnTo>
                <a:lnTo>
                  <a:pt x="27856" y="84091"/>
                </a:lnTo>
                <a:lnTo>
                  <a:pt x="27856" y="84091"/>
                </a:lnTo>
                <a:lnTo>
                  <a:pt x="27856" y="84090"/>
                </a:lnTo>
                <a:lnTo>
                  <a:pt x="27856" y="84090"/>
                </a:lnTo>
                <a:lnTo>
                  <a:pt x="27856" y="84090"/>
                </a:lnTo>
                <a:lnTo>
                  <a:pt x="27856" y="84089"/>
                </a:lnTo>
                <a:lnTo>
                  <a:pt x="27856" y="84089"/>
                </a:lnTo>
                <a:lnTo>
                  <a:pt x="27856" y="84089"/>
                </a:lnTo>
                <a:lnTo>
                  <a:pt x="27856" y="84088"/>
                </a:lnTo>
                <a:lnTo>
                  <a:pt x="27856" y="84088"/>
                </a:lnTo>
                <a:lnTo>
                  <a:pt x="27856" y="84088"/>
                </a:lnTo>
                <a:lnTo>
                  <a:pt x="27856" y="84087"/>
                </a:lnTo>
                <a:lnTo>
                  <a:pt x="27856" y="84087"/>
                </a:lnTo>
                <a:lnTo>
                  <a:pt x="27856" y="84087"/>
                </a:lnTo>
                <a:lnTo>
                  <a:pt x="27856" y="84086"/>
                </a:lnTo>
                <a:lnTo>
                  <a:pt x="27856" y="84086"/>
                </a:lnTo>
                <a:lnTo>
                  <a:pt x="27856" y="84086"/>
                </a:lnTo>
                <a:lnTo>
                  <a:pt x="27856" y="84085"/>
                </a:lnTo>
                <a:lnTo>
                  <a:pt x="27856" y="84085"/>
                </a:lnTo>
                <a:lnTo>
                  <a:pt x="27856" y="84085"/>
                </a:lnTo>
                <a:lnTo>
                  <a:pt x="27856" y="84085"/>
                </a:lnTo>
                <a:lnTo>
                  <a:pt x="27856" y="84084"/>
                </a:lnTo>
                <a:lnTo>
                  <a:pt x="27856" y="84084"/>
                </a:lnTo>
                <a:lnTo>
                  <a:pt x="27856" y="84084"/>
                </a:lnTo>
                <a:lnTo>
                  <a:pt x="27856" y="84083"/>
                </a:lnTo>
                <a:lnTo>
                  <a:pt x="27856" y="84083"/>
                </a:lnTo>
                <a:lnTo>
                  <a:pt x="27856" y="84083"/>
                </a:lnTo>
                <a:lnTo>
                  <a:pt x="27856" y="84082"/>
                </a:lnTo>
                <a:lnTo>
                  <a:pt x="27856" y="84082"/>
                </a:lnTo>
                <a:lnTo>
                  <a:pt x="27856" y="84082"/>
                </a:lnTo>
                <a:lnTo>
                  <a:pt x="27856" y="84081"/>
                </a:lnTo>
                <a:lnTo>
                  <a:pt x="27856" y="84081"/>
                </a:lnTo>
                <a:lnTo>
                  <a:pt x="27856" y="84081"/>
                </a:lnTo>
                <a:lnTo>
                  <a:pt x="27856" y="84080"/>
                </a:lnTo>
                <a:lnTo>
                  <a:pt x="27856" y="84080"/>
                </a:lnTo>
                <a:lnTo>
                  <a:pt x="27856" y="84080"/>
                </a:lnTo>
                <a:lnTo>
                  <a:pt x="27856" y="84079"/>
                </a:lnTo>
                <a:lnTo>
                  <a:pt x="27856" y="84079"/>
                </a:lnTo>
                <a:lnTo>
                  <a:pt x="27856" y="84079"/>
                </a:lnTo>
                <a:lnTo>
                  <a:pt x="27856" y="84078"/>
                </a:lnTo>
                <a:lnTo>
                  <a:pt x="27856" y="84078"/>
                </a:lnTo>
                <a:lnTo>
                  <a:pt x="27856" y="84078"/>
                </a:lnTo>
                <a:lnTo>
                  <a:pt x="27856" y="84077"/>
                </a:lnTo>
                <a:lnTo>
                  <a:pt x="27856" y="84077"/>
                </a:lnTo>
                <a:lnTo>
                  <a:pt x="27856" y="84077"/>
                </a:lnTo>
                <a:lnTo>
                  <a:pt x="27856" y="84076"/>
                </a:lnTo>
                <a:lnTo>
                  <a:pt x="27856" y="84076"/>
                </a:lnTo>
                <a:lnTo>
                  <a:pt x="27856" y="84076"/>
                </a:lnTo>
                <a:lnTo>
                  <a:pt x="27856" y="84076"/>
                </a:lnTo>
                <a:lnTo>
                  <a:pt x="27856" y="84075"/>
                </a:lnTo>
                <a:lnTo>
                  <a:pt x="27856" y="84075"/>
                </a:lnTo>
                <a:lnTo>
                  <a:pt x="27856" y="84075"/>
                </a:lnTo>
                <a:lnTo>
                  <a:pt x="27856" y="84074"/>
                </a:lnTo>
                <a:lnTo>
                  <a:pt x="27856" y="84074"/>
                </a:lnTo>
                <a:lnTo>
                  <a:pt x="27856" y="84074"/>
                </a:lnTo>
                <a:lnTo>
                  <a:pt x="27856" y="84073"/>
                </a:lnTo>
                <a:lnTo>
                  <a:pt x="27856" y="84073"/>
                </a:lnTo>
                <a:lnTo>
                  <a:pt x="27856" y="84073"/>
                </a:lnTo>
                <a:lnTo>
                  <a:pt x="27856" y="84072"/>
                </a:lnTo>
                <a:lnTo>
                  <a:pt x="27856" y="84072"/>
                </a:lnTo>
                <a:lnTo>
                  <a:pt x="27856" y="84072"/>
                </a:lnTo>
                <a:lnTo>
                  <a:pt x="27856" y="84071"/>
                </a:lnTo>
                <a:lnTo>
                  <a:pt x="27856" y="84071"/>
                </a:lnTo>
                <a:lnTo>
                  <a:pt x="27856" y="84071"/>
                </a:lnTo>
                <a:lnTo>
                  <a:pt x="27856" y="84070"/>
                </a:lnTo>
                <a:lnTo>
                  <a:pt x="27856" y="84070"/>
                </a:lnTo>
                <a:lnTo>
                  <a:pt x="27856" y="84070"/>
                </a:lnTo>
                <a:lnTo>
                  <a:pt x="27856" y="84069"/>
                </a:lnTo>
                <a:lnTo>
                  <a:pt x="27856" y="84069"/>
                </a:lnTo>
                <a:lnTo>
                  <a:pt x="27856" y="84069"/>
                </a:lnTo>
                <a:lnTo>
                  <a:pt x="27856" y="84068"/>
                </a:lnTo>
                <a:lnTo>
                  <a:pt x="27856" y="84068"/>
                </a:lnTo>
                <a:lnTo>
                  <a:pt x="27856" y="84068"/>
                </a:lnTo>
                <a:lnTo>
                  <a:pt x="27856" y="84068"/>
                </a:lnTo>
                <a:lnTo>
                  <a:pt x="27856" y="84067"/>
                </a:lnTo>
                <a:lnTo>
                  <a:pt x="27856" y="84067"/>
                </a:lnTo>
                <a:lnTo>
                  <a:pt x="27856" y="84067"/>
                </a:lnTo>
                <a:lnTo>
                  <a:pt x="27856" y="84066"/>
                </a:lnTo>
                <a:lnTo>
                  <a:pt x="27856" y="84066"/>
                </a:lnTo>
                <a:lnTo>
                  <a:pt x="27856" y="84066"/>
                </a:lnTo>
                <a:lnTo>
                  <a:pt x="27856" y="84065"/>
                </a:lnTo>
                <a:lnTo>
                  <a:pt x="27856" y="84065"/>
                </a:lnTo>
                <a:lnTo>
                  <a:pt x="27856" y="84065"/>
                </a:lnTo>
                <a:lnTo>
                  <a:pt x="27856" y="84064"/>
                </a:lnTo>
                <a:lnTo>
                  <a:pt x="27856" y="84064"/>
                </a:lnTo>
                <a:lnTo>
                  <a:pt x="27856" y="84064"/>
                </a:lnTo>
                <a:lnTo>
                  <a:pt x="27856" y="84063"/>
                </a:lnTo>
                <a:lnTo>
                  <a:pt x="27856" y="84063"/>
                </a:lnTo>
                <a:lnTo>
                  <a:pt x="27856" y="84063"/>
                </a:lnTo>
                <a:lnTo>
                  <a:pt x="27856" y="84062"/>
                </a:lnTo>
                <a:lnTo>
                  <a:pt x="27856" y="84062"/>
                </a:lnTo>
                <a:lnTo>
                  <a:pt x="27856" y="84062"/>
                </a:lnTo>
                <a:lnTo>
                  <a:pt x="27856" y="84061"/>
                </a:lnTo>
                <a:lnTo>
                  <a:pt x="27856" y="84061"/>
                </a:lnTo>
                <a:lnTo>
                  <a:pt x="27856" y="84061"/>
                </a:lnTo>
                <a:lnTo>
                  <a:pt x="27856" y="84060"/>
                </a:lnTo>
                <a:lnTo>
                  <a:pt x="27856" y="84060"/>
                </a:lnTo>
                <a:lnTo>
                  <a:pt x="27856" y="84060"/>
                </a:lnTo>
                <a:lnTo>
                  <a:pt x="27856" y="84060"/>
                </a:lnTo>
                <a:lnTo>
                  <a:pt x="27856" y="84059"/>
                </a:lnTo>
                <a:lnTo>
                  <a:pt x="27856" y="84059"/>
                </a:lnTo>
                <a:lnTo>
                  <a:pt x="27856" y="84059"/>
                </a:lnTo>
                <a:lnTo>
                  <a:pt x="27856" y="84058"/>
                </a:lnTo>
                <a:lnTo>
                  <a:pt x="27856" y="84058"/>
                </a:lnTo>
                <a:lnTo>
                  <a:pt x="27856" y="84058"/>
                </a:lnTo>
                <a:lnTo>
                  <a:pt x="27856" y="84057"/>
                </a:lnTo>
                <a:lnTo>
                  <a:pt x="27856" y="84057"/>
                </a:lnTo>
                <a:lnTo>
                  <a:pt x="27856" y="84057"/>
                </a:lnTo>
                <a:lnTo>
                  <a:pt x="27856" y="84056"/>
                </a:lnTo>
                <a:lnTo>
                  <a:pt x="27856" y="84056"/>
                </a:lnTo>
                <a:lnTo>
                  <a:pt x="27856" y="84056"/>
                </a:lnTo>
                <a:lnTo>
                  <a:pt x="27856" y="84055"/>
                </a:lnTo>
                <a:lnTo>
                  <a:pt x="27856" y="84055"/>
                </a:lnTo>
                <a:lnTo>
                  <a:pt x="27856" y="84055"/>
                </a:lnTo>
                <a:lnTo>
                  <a:pt x="27856" y="84054"/>
                </a:lnTo>
                <a:lnTo>
                  <a:pt x="27856" y="84054"/>
                </a:lnTo>
                <a:lnTo>
                  <a:pt x="27856" y="84054"/>
                </a:lnTo>
                <a:lnTo>
                  <a:pt x="27856" y="84053"/>
                </a:lnTo>
                <a:lnTo>
                  <a:pt x="27856" y="84053"/>
                </a:lnTo>
                <a:lnTo>
                  <a:pt x="27856" y="84053"/>
                </a:lnTo>
                <a:lnTo>
                  <a:pt x="27856" y="84052"/>
                </a:lnTo>
                <a:lnTo>
                  <a:pt x="27856" y="84052"/>
                </a:lnTo>
                <a:lnTo>
                  <a:pt x="27856" y="84052"/>
                </a:lnTo>
                <a:lnTo>
                  <a:pt x="27856" y="84052"/>
                </a:lnTo>
                <a:lnTo>
                  <a:pt x="27856" y="84051"/>
                </a:lnTo>
                <a:lnTo>
                  <a:pt x="27856" y="84051"/>
                </a:lnTo>
                <a:lnTo>
                  <a:pt x="27856" y="84051"/>
                </a:lnTo>
                <a:lnTo>
                  <a:pt x="27856" y="84050"/>
                </a:lnTo>
                <a:lnTo>
                  <a:pt x="27856" y="84050"/>
                </a:lnTo>
                <a:lnTo>
                  <a:pt x="27856" y="84050"/>
                </a:lnTo>
                <a:lnTo>
                  <a:pt x="27856" y="84049"/>
                </a:lnTo>
                <a:lnTo>
                  <a:pt x="27856" y="84049"/>
                </a:lnTo>
                <a:lnTo>
                  <a:pt x="27856" y="84049"/>
                </a:lnTo>
                <a:lnTo>
                  <a:pt x="27856" y="84048"/>
                </a:lnTo>
                <a:lnTo>
                  <a:pt x="27856" y="84048"/>
                </a:lnTo>
                <a:lnTo>
                  <a:pt x="27856" y="84048"/>
                </a:lnTo>
                <a:lnTo>
                  <a:pt x="27856" y="84047"/>
                </a:lnTo>
                <a:lnTo>
                  <a:pt x="27856" y="84047"/>
                </a:lnTo>
                <a:lnTo>
                  <a:pt x="27856" y="84047"/>
                </a:lnTo>
                <a:lnTo>
                  <a:pt x="27856" y="84046"/>
                </a:lnTo>
                <a:lnTo>
                  <a:pt x="27856" y="84046"/>
                </a:lnTo>
                <a:lnTo>
                  <a:pt x="27856" y="84046"/>
                </a:lnTo>
                <a:lnTo>
                  <a:pt x="27856" y="84045"/>
                </a:lnTo>
                <a:lnTo>
                  <a:pt x="27856" y="84045"/>
                </a:lnTo>
                <a:lnTo>
                  <a:pt x="27856" y="84045"/>
                </a:lnTo>
                <a:lnTo>
                  <a:pt x="27856" y="84044"/>
                </a:lnTo>
                <a:lnTo>
                  <a:pt x="27856" y="84044"/>
                </a:lnTo>
                <a:lnTo>
                  <a:pt x="27856" y="84044"/>
                </a:lnTo>
                <a:lnTo>
                  <a:pt x="27856" y="84044"/>
                </a:lnTo>
                <a:lnTo>
                  <a:pt x="27856" y="84043"/>
                </a:lnTo>
                <a:lnTo>
                  <a:pt x="27856" y="84043"/>
                </a:lnTo>
                <a:lnTo>
                  <a:pt x="27856" y="84043"/>
                </a:lnTo>
                <a:lnTo>
                  <a:pt x="27856" y="84042"/>
                </a:lnTo>
                <a:lnTo>
                  <a:pt x="27856" y="84042"/>
                </a:lnTo>
                <a:lnTo>
                  <a:pt x="27856" y="84042"/>
                </a:lnTo>
                <a:lnTo>
                  <a:pt x="27856" y="84041"/>
                </a:lnTo>
                <a:lnTo>
                  <a:pt x="27856" y="84041"/>
                </a:lnTo>
                <a:lnTo>
                  <a:pt x="27856" y="84041"/>
                </a:lnTo>
                <a:lnTo>
                  <a:pt x="27856" y="84040"/>
                </a:lnTo>
                <a:lnTo>
                  <a:pt x="27856" y="84040"/>
                </a:lnTo>
                <a:lnTo>
                  <a:pt x="27856" y="84040"/>
                </a:lnTo>
                <a:lnTo>
                  <a:pt x="27856" y="84039"/>
                </a:lnTo>
                <a:lnTo>
                  <a:pt x="27856" y="84039"/>
                </a:lnTo>
                <a:lnTo>
                  <a:pt x="27856" y="84039"/>
                </a:lnTo>
                <a:lnTo>
                  <a:pt x="27856" y="84038"/>
                </a:lnTo>
                <a:lnTo>
                  <a:pt x="27856" y="84038"/>
                </a:lnTo>
                <a:lnTo>
                  <a:pt x="27856" y="84038"/>
                </a:lnTo>
                <a:lnTo>
                  <a:pt x="27856" y="84037"/>
                </a:lnTo>
                <a:lnTo>
                  <a:pt x="27856" y="84037"/>
                </a:lnTo>
                <a:lnTo>
                  <a:pt x="27856" y="84037"/>
                </a:lnTo>
                <a:lnTo>
                  <a:pt x="27856" y="84037"/>
                </a:lnTo>
                <a:lnTo>
                  <a:pt x="27856" y="84036"/>
                </a:lnTo>
                <a:lnTo>
                  <a:pt x="27856" y="84036"/>
                </a:lnTo>
                <a:lnTo>
                  <a:pt x="27856" y="84036"/>
                </a:lnTo>
                <a:lnTo>
                  <a:pt x="27856" y="84035"/>
                </a:lnTo>
                <a:lnTo>
                  <a:pt x="27856" y="84035"/>
                </a:lnTo>
                <a:lnTo>
                  <a:pt x="27856" y="84035"/>
                </a:lnTo>
                <a:lnTo>
                  <a:pt x="27856" y="84034"/>
                </a:lnTo>
                <a:lnTo>
                  <a:pt x="27856" y="84034"/>
                </a:lnTo>
                <a:lnTo>
                  <a:pt x="27856" y="84034"/>
                </a:lnTo>
                <a:lnTo>
                  <a:pt x="27856" y="84033"/>
                </a:lnTo>
                <a:lnTo>
                  <a:pt x="27856" y="84033"/>
                </a:lnTo>
                <a:lnTo>
                  <a:pt x="27856" y="84033"/>
                </a:lnTo>
                <a:lnTo>
                  <a:pt x="27856" y="84032"/>
                </a:lnTo>
                <a:lnTo>
                  <a:pt x="27856" y="84032"/>
                </a:lnTo>
                <a:lnTo>
                  <a:pt x="27856" y="84032"/>
                </a:lnTo>
                <a:lnTo>
                  <a:pt x="27856" y="84031"/>
                </a:lnTo>
                <a:lnTo>
                  <a:pt x="27856" y="84031"/>
                </a:lnTo>
                <a:lnTo>
                  <a:pt x="27856" y="84031"/>
                </a:lnTo>
                <a:lnTo>
                  <a:pt x="27856" y="84030"/>
                </a:lnTo>
                <a:lnTo>
                  <a:pt x="27856" y="84030"/>
                </a:lnTo>
                <a:lnTo>
                  <a:pt x="27856" y="84030"/>
                </a:lnTo>
                <a:lnTo>
                  <a:pt x="27856" y="84030"/>
                </a:lnTo>
                <a:lnTo>
                  <a:pt x="27856" y="84029"/>
                </a:lnTo>
                <a:lnTo>
                  <a:pt x="27856" y="84029"/>
                </a:lnTo>
                <a:lnTo>
                  <a:pt x="27856" y="84029"/>
                </a:lnTo>
                <a:lnTo>
                  <a:pt x="27856" y="84028"/>
                </a:lnTo>
                <a:lnTo>
                  <a:pt x="27856" y="84028"/>
                </a:lnTo>
                <a:lnTo>
                  <a:pt x="27856" y="84028"/>
                </a:lnTo>
                <a:lnTo>
                  <a:pt x="27856" y="84027"/>
                </a:lnTo>
                <a:lnTo>
                  <a:pt x="27856" y="84027"/>
                </a:lnTo>
                <a:lnTo>
                  <a:pt x="27856" y="84027"/>
                </a:lnTo>
                <a:lnTo>
                  <a:pt x="27856" y="84026"/>
                </a:lnTo>
                <a:lnTo>
                  <a:pt x="27856" y="84026"/>
                </a:lnTo>
                <a:lnTo>
                  <a:pt x="27856" y="84026"/>
                </a:lnTo>
                <a:lnTo>
                  <a:pt x="27856" y="84025"/>
                </a:lnTo>
                <a:lnTo>
                  <a:pt x="27856" y="84025"/>
                </a:lnTo>
                <a:lnTo>
                  <a:pt x="27856" y="84025"/>
                </a:lnTo>
                <a:lnTo>
                  <a:pt x="27856" y="84024"/>
                </a:lnTo>
                <a:lnTo>
                  <a:pt x="27856" y="84024"/>
                </a:lnTo>
                <a:lnTo>
                  <a:pt x="27856" y="84024"/>
                </a:lnTo>
                <a:lnTo>
                  <a:pt x="27856" y="84023"/>
                </a:lnTo>
                <a:lnTo>
                  <a:pt x="27856" y="84023"/>
                </a:lnTo>
                <a:lnTo>
                  <a:pt x="27856" y="84023"/>
                </a:lnTo>
                <a:lnTo>
                  <a:pt x="27856" y="84023"/>
                </a:lnTo>
                <a:lnTo>
                  <a:pt x="27856" y="84022"/>
                </a:lnTo>
                <a:lnTo>
                  <a:pt x="27856" y="84022"/>
                </a:lnTo>
                <a:lnTo>
                  <a:pt x="27856" y="84022"/>
                </a:lnTo>
                <a:lnTo>
                  <a:pt x="27856" y="84021"/>
                </a:lnTo>
                <a:lnTo>
                  <a:pt x="27856" y="84021"/>
                </a:lnTo>
                <a:lnTo>
                  <a:pt x="27856" y="84021"/>
                </a:lnTo>
                <a:lnTo>
                  <a:pt x="27856" y="84020"/>
                </a:lnTo>
                <a:lnTo>
                  <a:pt x="27856" y="84020"/>
                </a:lnTo>
                <a:lnTo>
                  <a:pt x="27856" y="84020"/>
                </a:lnTo>
                <a:lnTo>
                  <a:pt x="27856" y="84019"/>
                </a:lnTo>
                <a:lnTo>
                  <a:pt x="27856" y="84019"/>
                </a:lnTo>
                <a:lnTo>
                  <a:pt x="27856" y="84019"/>
                </a:lnTo>
                <a:lnTo>
                  <a:pt x="27856" y="84018"/>
                </a:lnTo>
                <a:lnTo>
                  <a:pt x="27856" y="84018"/>
                </a:lnTo>
                <a:lnTo>
                  <a:pt x="27856" y="84018"/>
                </a:lnTo>
                <a:lnTo>
                  <a:pt x="27856" y="84017"/>
                </a:lnTo>
                <a:lnTo>
                  <a:pt x="27856" y="84017"/>
                </a:lnTo>
                <a:lnTo>
                  <a:pt x="27856" y="84017"/>
                </a:lnTo>
                <a:lnTo>
                  <a:pt x="27856" y="84016"/>
                </a:lnTo>
                <a:lnTo>
                  <a:pt x="27856" y="84016"/>
                </a:lnTo>
                <a:lnTo>
                  <a:pt x="27856" y="84016"/>
                </a:lnTo>
                <a:lnTo>
                  <a:pt x="27856" y="84016"/>
                </a:lnTo>
                <a:lnTo>
                  <a:pt x="27856" y="84015"/>
                </a:lnTo>
                <a:lnTo>
                  <a:pt x="27856" y="84015"/>
                </a:lnTo>
                <a:lnTo>
                  <a:pt x="27856" y="84015"/>
                </a:lnTo>
                <a:lnTo>
                  <a:pt x="27856" y="84014"/>
                </a:lnTo>
                <a:lnTo>
                  <a:pt x="27856" y="84014"/>
                </a:lnTo>
                <a:lnTo>
                  <a:pt x="27856" y="84014"/>
                </a:lnTo>
                <a:lnTo>
                  <a:pt x="27856" y="84013"/>
                </a:lnTo>
                <a:lnTo>
                  <a:pt x="27856" y="84013"/>
                </a:lnTo>
                <a:lnTo>
                  <a:pt x="27856" y="84013"/>
                </a:lnTo>
                <a:lnTo>
                  <a:pt x="27856" y="84012"/>
                </a:lnTo>
                <a:lnTo>
                  <a:pt x="27856" y="84012"/>
                </a:lnTo>
                <a:lnTo>
                  <a:pt x="27856" y="84012"/>
                </a:lnTo>
                <a:lnTo>
                  <a:pt x="27856" y="84011"/>
                </a:lnTo>
                <a:lnTo>
                  <a:pt x="27856" y="84011"/>
                </a:lnTo>
                <a:lnTo>
                  <a:pt x="27856" y="84011"/>
                </a:lnTo>
                <a:lnTo>
                  <a:pt x="27856" y="84010"/>
                </a:lnTo>
                <a:lnTo>
                  <a:pt x="27856" y="84010"/>
                </a:lnTo>
                <a:lnTo>
                  <a:pt x="27856" y="84010"/>
                </a:lnTo>
                <a:lnTo>
                  <a:pt x="27856" y="84009"/>
                </a:lnTo>
                <a:lnTo>
                  <a:pt x="27856" y="84009"/>
                </a:lnTo>
                <a:lnTo>
                  <a:pt x="27856" y="84009"/>
                </a:lnTo>
                <a:lnTo>
                  <a:pt x="27856" y="84009"/>
                </a:lnTo>
                <a:lnTo>
                  <a:pt x="27856" y="84008"/>
                </a:lnTo>
                <a:lnTo>
                  <a:pt x="27856" y="84008"/>
                </a:lnTo>
                <a:lnTo>
                  <a:pt x="27856" y="84008"/>
                </a:lnTo>
                <a:lnTo>
                  <a:pt x="27856" y="84007"/>
                </a:lnTo>
                <a:lnTo>
                  <a:pt x="27856" y="84007"/>
                </a:lnTo>
                <a:lnTo>
                  <a:pt x="27856" y="84007"/>
                </a:lnTo>
                <a:lnTo>
                  <a:pt x="27856" y="84006"/>
                </a:lnTo>
                <a:lnTo>
                  <a:pt x="27856" y="84006"/>
                </a:lnTo>
                <a:lnTo>
                  <a:pt x="27856" y="84006"/>
                </a:lnTo>
                <a:lnTo>
                  <a:pt x="27856" y="84005"/>
                </a:lnTo>
                <a:lnTo>
                  <a:pt x="27856" y="84005"/>
                </a:lnTo>
                <a:lnTo>
                  <a:pt x="27856" y="84005"/>
                </a:lnTo>
                <a:lnTo>
                  <a:pt x="27856" y="84004"/>
                </a:lnTo>
                <a:lnTo>
                  <a:pt x="27856" y="84004"/>
                </a:lnTo>
                <a:lnTo>
                  <a:pt x="27856" y="84004"/>
                </a:lnTo>
                <a:lnTo>
                  <a:pt x="27856" y="84003"/>
                </a:lnTo>
                <a:lnTo>
                  <a:pt x="27856" y="84003"/>
                </a:lnTo>
                <a:lnTo>
                  <a:pt x="27856" y="84003"/>
                </a:lnTo>
                <a:lnTo>
                  <a:pt x="27856" y="84003"/>
                </a:lnTo>
                <a:lnTo>
                  <a:pt x="27856" y="84002"/>
                </a:lnTo>
                <a:lnTo>
                  <a:pt x="27856" y="84002"/>
                </a:lnTo>
                <a:lnTo>
                  <a:pt x="27856" y="84002"/>
                </a:lnTo>
                <a:lnTo>
                  <a:pt x="27856" y="84001"/>
                </a:lnTo>
                <a:lnTo>
                  <a:pt x="27856" y="84001"/>
                </a:lnTo>
                <a:lnTo>
                  <a:pt x="27856" y="84001"/>
                </a:lnTo>
                <a:lnTo>
                  <a:pt x="27856" y="84000"/>
                </a:lnTo>
                <a:lnTo>
                  <a:pt x="27856" y="84000"/>
                </a:lnTo>
                <a:lnTo>
                  <a:pt x="27856" y="84000"/>
                </a:lnTo>
                <a:lnTo>
                  <a:pt x="27856" y="83999"/>
                </a:lnTo>
                <a:lnTo>
                  <a:pt x="27856" y="83999"/>
                </a:lnTo>
                <a:lnTo>
                  <a:pt x="27856" y="83999"/>
                </a:lnTo>
                <a:lnTo>
                  <a:pt x="27856" y="83998"/>
                </a:lnTo>
                <a:lnTo>
                  <a:pt x="27856" y="83998"/>
                </a:lnTo>
                <a:lnTo>
                  <a:pt x="27856" y="83998"/>
                </a:lnTo>
                <a:lnTo>
                  <a:pt x="27856" y="83997"/>
                </a:lnTo>
                <a:lnTo>
                  <a:pt x="27856" y="83997"/>
                </a:lnTo>
                <a:lnTo>
                  <a:pt x="27856" y="83997"/>
                </a:lnTo>
                <a:lnTo>
                  <a:pt x="27856" y="83996"/>
                </a:lnTo>
                <a:lnTo>
                  <a:pt x="27856" y="83996"/>
                </a:lnTo>
                <a:lnTo>
                  <a:pt x="27856" y="83996"/>
                </a:lnTo>
                <a:lnTo>
                  <a:pt x="27856" y="83996"/>
                </a:lnTo>
                <a:lnTo>
                  <a:pt x="27856" y="83995"/>
                </a:lnTo>
                <a:lnTo>
                  <a:pt x="27856" y="83995"/>
                </a:lnTo>
                <a:lnTo>
                  <a:pt x="27856" y="83995"/>
                </a:lnTo>
                <a:lnTo>
                  <a:pt x="27856" y="83994"/>
                </a:lnTo>
                <a:lnTo>
                  <a:pt x="27856" y="83994"/>
                </a:lnTo>
                <a:lnTo>
                  <a:pt x="27856" y="83994"/>
                </a:lnTo>
                <a:lnTo>
                  <a:pt x="27856" y="83993"/>
                </a:lnTo>
                <a:lnTo>
                  <a:pt x="27856" y="83993"/>
                </a:lnTo>
                <a:lnTo>
                  <a:pt x="27856" y="83993"/>
                </a:lnTo>
                <a:lnTo>
                  <a:pt x="27856" y="83992"/>
                </a:lnTo>
                <a:lnTo>
                  <a:pt x="27856" y="83992"/>
                </a:lnTo>
                <a:lnTo>
                  <a:pt x="27856" y="83992"/>
                </a:lnTo>
                <a:lnTo>
                  <a:pt x="27856" y="83991"/>
                </a:lnTo>
                <a:lnTo>
                  <a:pt x="27856" y="83991"/>
                </a:lnTo>
                <a:lnTo>
                  <a:pt x="27856" y="83991"/>
                </a:lnTo>
                <a:lnTo>
                  <a:pt x="27856" y="83990"/>
                </a:lnTo>
                <a:lnTo>
                  <a:pt x="27856" y="83990"/>
                </a:lnTo>
                <a:lnTo>
                  <a:pt x="27856" y="83990"/>
                </a:lnTo>
                <a:lnTo>
                  <a:pt x="27856" y="83990"/>
                </a:lnTo>
                <a:lnTo>
                  <a:pt x="27856" y="83989"/>
                </a:lnTo>
                <a:lnTo>
                  <a:pt x="27856" y="83989"/>
                </a:lnTo>
                <a:lnTo>
                  <a:pt x="27856" y="83989"/>
                </a:lnTo>
                <a:lnTo>
                  <a:pt x="27856" y="83988"/>
                </a:lnTo>
                <a:lnTo>
                  <a:pt x="27856" y="83988"/>
                </a:lnTo>
                <a:lnTo>
                  <a:pt x="27856" y="83988"/>
                </a:lnTo>
                <a:lnTo>
                  <a:pt x="27856" y="83987"/>
                </a:lnTo>
                <a:lnTo>
                  <a:pt x="27856" y="83987"/>
                </a:lnTo>
                <a:lnTo>
                  <a:pt x="27856" y="83987"/>
                </a:lnTo>
                <a:lnTo>
                  <a:pt x="27856" y="83986"/>
                </a:lnTo>
                <a:lnTo>
                  <a:pt x="27856" y="83986"/>
                </a:lnTo>
                <a:lnTo>
                  <a:pt x="27856" y="83986"/>
                </a:lnTo>
                <a:lnTo>
                  <a:pt x="27856" y="83985"/>
                </a:lnTo>
                <a:lnTo>
                  <a:pt x="27856" y="83985"/>
                </a:lnTo>
                <a:lnTo>
                  <a:pt x="27856" y="83985"/>
                </a:lnTo>
                <a:lnTo>
                  <a:pt x="27856" y="83984"/>
                </a:lnTo>
                <a:lnTo>
                  <a:pt x="27856" y="83984"/>
                </a:lnTo>
                <a:lnTo>
                  <a:pt x="27856" y="83984"/>
                </a:lnTo>
                <a:lnTo>
                  <a:pt x="27856" y="83984"/>
                </a:lnTo>
                <a:lnTo>
                  <a:pt x="27856" y="83983"/>
                </a:lnTo>
                <a:lnTo>
                  <a:pt x="27856" y="83983"/>
                </a:lnTo>
                <a:lnTo>
                  <a:pt x="27856" y="83983"/>
                </a:lnTo>
                <a:lnTo>
                  <a:pt x="27856" y="83982"/>
                </a:lnTo>
                <a:lnTo>
                  <a:pt x="27856" y="83982"/>
                </a:lnTo>
                <a:lnTo>
                  <a:pt x="27856" y="83982"/>
                </a:lnTo>
                <a:lnTo>
                  <a:pt x="27856" y="83981"/>
                </a:lnTo>
                <a:lnTo>
                  <a:pt x="27856" y="83981"/>
                </a:lnTo>
                <a:lnTo>
                  <a:pt x="27856" y="83981"/>
                </a:lnTo>
                <a:lnTo>
                  <a:pt x="27856" y="83980"/>
                </a:lnTo>
                <a:lnTo>
                  <a:pt x="27856" y="83980"/>
                </a:lnTo>
                <a:lnTo>
                  <a:pt x="27856" y="83980"/>
                </a:lnTo>
                <a:lnTo>
                  <a:pt x="27856" y="83979"/>
                </a:lnTo>
                <a:lnTo>
                  <a:pt x="27856" y="83979"/>
                </a:lnTo>
                <a:lnTo>
                  <a:pt x="27856" y="83979"/>
                </a:lnTo>
                <a:lnTo>
                  <a:pt x="27856" y="83978"/>
                </a:lnTo>
                <a:lnTo>
                  <a:pt x="27856" y="83978"/>
                </a:lnTo>
                <a:lnTo>
                  <a:pt x="27856" y="83978"/>
                </a:lnTo>
                <a:lnTo>
                  <a:pt x="27856" y="83978"/>
                </a:lnTo>
                <a:lnTo>
                  <a:pt x="27856" y="83977"/>
                </a:lnTo>
                <a:lnTo>
                  <a:pt x="27856" y="83977"/>
                </a:lnTo>
                <a:lnTo>
                  <a:pt x="27856" y="83977"/>
                </a:lnTo>
                <a:lnTo>
                  <a:pt x="27856" y="83976"/>
                </a:lnTo>
                <a:lnTo>
                  <a:pt x="27856" y="83976"/>
                </a:lnTo>
                <a:lnTo>
                  <a:pt x="27856" y="83976"/>
                </a:lnTo>
                <a:lnTo>
                  <a:pt x="27856" y="83975"/>
                </a:lnTo>
                <a:lnTo>
                  <a:pt x="27856" y="83975"/>
                </a:lnTo>
                <a:lnTo>
                  <a:pt x="27856" y="83975"/>
                </a:lnTo>
                <a:lnTo>
                  <a:pt x="27856" y="83974"/>
                </a:lnTo>
                <a:lnTo>
                  <a:pt x="27856" y="83974"/>
                </a:lnTo>
                <a:lnTo>
                  <a:pt x="27856" y="83974"/>
                </a:lnTo>
                <a:lnTo>
                  <a:pt x="27856" y="83973"/>
                </a:lnTo>
                <a:lnTo>
                  <a:pt x="27856" y="83973"/>
                </a:lnTo>
                <a:lnTo>
                  <a:pt x="27856" y="83973"/>
                </a:lnTo>
                <a:lnTo>
                  <a:pt x="27856" y="83972"/>
                </a:lnTo>
                <a:lnTo>
                  <a:pt x="27856" y="83972"/>
                </a:lnTo>
                <a:lnTo>
                  <a:pt x="27856" y="83972"/>
                </a:lnTo>
                <a:lnTo>
                  <a:pt x="27856" y="83972"/>
                </a:lnTo>
                <a:lnTo>
                  <a:pt x="27856" y="83971"/>
                </a:lnTo>
                <a:lnTo>
                  <a:pt x="27856" y="83971"/>
                </a:lnTo>
                <a:lnTo>
                  <a:pt x="27856" y="83971"/>
                </a:lnTo>
                <a:lnTo>
                  <a:pt x="27856" y="83970"/>
                </a:lnTo>
                <a:lnTo>
                  <a:pt x="27856" y="83970"/>
                </a:lnTo>
                <a:lnTo>
                  <a:pt x="27856" y="83970"/>
                </a:lnTo>
                <a:lnTo>
                  <a:pt x="27856" y="83969"/>
                </a:lnTo>
                <a:lnTo>
                  <a:pt x="27856" y="83969"/>
                </a:lnTo>
                <a:lnTo>
                  <a:pt x="27856" y="83969"/>
                </a:lnTo>
                <a:lnTo>
                  <a:pt x="27856" y="83968"/>
                </a:lnTo>
                <a:lnTo>
                  <a:pt x="27856" y="83968"/>
                </a:lnTo>
                <a:lnTo>
                  <a:pt x="27856" y="83968"/>
                </a:lnTo>
                <a:lnTo>
                  <a:pt x="27856" y="83967"/>
                </a:lnTo>
                <a:lnTo>
                  <a:pt x="27856" y="83967"/>
                </a:lnTo>
                <a:lnTo>
                  <a:pt x="27856" y="83967"/>
                </a:lnTo>
                <a:lnTo>
                  <a:pt x="27856" y="83966"/>
                </a:lnTo>
                <a:lnTo>
                  <a:pt x="27856" y="83966"/>
                </a:lnTo>
                <a:lnTo>
                  <a:pt x="27856" y="83966"/>
                </a:lnTo>
                <a:lnTo>
                  <a:pt x="27856" y="83966"/>
                </a:lnTo>
                <a:lnTo>
                  <a:pt x="27856" y="83965"/>
                </a:lnTo>
                <a:lnTo>
                  <a:pt x="27856" y="83965"/>
                </a:lnTo>
                <a:lnTo>
                  <a:pt x="27856" y="83965"/>
                </a:lnTo>
                <a:lnTo>
                  <a:pt x="27856" y="83964"/>
                </a:lnTo>
                <a:lnTo>
                  <a:pt x="27856" y="83964"/>
                </a:lnTo>
                <a:lnTo>
                  <a:pt x="27856" y="83964"/>
                </a:lnTo>
                <a:lnTo>
                  <a:pt x="27856" y="83963"/>
                </a:lnTo>
                <a:lnTo>
                  <a:pt x="27856" y="83963"/>
                </a:lnTo>
                <a:lnTo>
                  <a:pt x="27856" y="83963"/>
                </a:lnTo>
                <a:lnTo>
                  <a:pt x="27856" y="83962"/>
                </a:lnTo>
                <a:lnTo>
                  <a:pt x="27856" y="83962"/>
                </a:lnTo>
                <a:lnTo>
                  <a:pt x="27856" y="83962"/>
                </a:lnTo>
                <a:lnTo>
                  <a:pt x="27856" y="83961"/>
                </a:lnTo>
                <a:lnTo>
                  <a:pt x="27856" y="83961"/>
                </a:lnTo>
                <a:lnTo>
                  <a:pt x="27856" y="83961"/>
                </a:lnTo>
                <a:lnTo>
                  <a:pt x="27856" y="83961"/>
                </a:lnTo>
                <a:lnTo>
                  <a:pt x="27856" y="83960"/>
                </a:lnTo>
                <a:lnTo>
                  <a:pt x="27856" y="83960"/>
                </a:lnTo>
                <a:lnTo>
                  <a:pt x="27856" y="83960"/>
                </a:lnTo>
                <a:lnTo>
                  <a:pt x="27856" y="83959"/>
                </a:lnTo>
                <a:lnTo>
                  <a:pt x="27856" y="83959"/>
                </a:lnTo>
                <a:lnTo>
                  <a:pt x="27856" y="83959"/>
                </a:lnTo>
                <a:lnTo>
                  <a:pt x="27856" y="83958"/>
                </a:lnTo>
                <a:lnTo>
                  <a:pt x="27856" y="83958"/>
                </a:lnTo>
                <a:lnTo>
                  <a:pt x="27856" y="83958"/>
                </a:lnTo>
                <a:lnTo>
                  <a:pt x="27856" y="83957"/>
                </a:lnTo>
                <a:lnTo>
                  <a:pt x="27856" y="83957"/>
                </a:lnTo>
                <a:lnTo>
                  <a:pt x="27856" y="83957"/>
                </a:lnTo>
                <a:lnTo>
                  <a:pt x="27856" y="83956"/>
                </a:lnTo>
                <a:lnTo>
                  <a:pt x="27856" y="83956"/>
                </a:lnTo>
                <a:lnTo>
                  <a:pt x="27856" y="83956"/>
                </a:lnTo>
                <a:lnTo>
                  <a:pt x="27856" y="83955"/>
                </a:lnTo>
                <a:lnTo>
                  <a:pt x="27856" y="83955"/>
                </a:lnTo>
                <a:lnTo>
                  <a:pt x="27856" y="83955"/>
                </a:lnTo>
                <a:lnTo>
                  <a:pt x="27856" y="83955"/>
                </a:lnTo>
                <a:lnTo>
                  <a:pt x="27856" y="83954"/>
                </a:lnTo>
                <a:lnTo>
                  <a:pt x="27856" y="83954"/>
                </a:lnTo>
                <a:lnTo>
                  <a:pt x="27856" y="83954"/>
                </a:lnTo>
                <a:lnTo>
                  <a:pt x="27856" y="83953"/>
                </a:lnTo>
                <a:lnTo>
                  <a:pt x="27856" y="83953"/>
                </a:lnTo>
                <a:lnTo>
                  <a:pt x="27856" y="83953"/>
                </a:lnTo>
                <a:lnTo>
                  <a:pt x="27856" y="83952"/>
                </a:lnTo>
                <a:lnTo>
                  <a:pt x="27856" y="83952"/>
                </a:lnTo>
                <a:lnTo>
                  <a:pt x="27856" y="83952"/>
                </a:lnTo>
                <a:lnTo>
                  <a:pt x="27856" y="83951"/>
                </a:lnTo>
                <a:lnTo>
                  <a:pt x="27856" y="83951"/>
                </a:lnTo>
                <a:lnTo>
                  <a:pt x="27856" y="83951"/>
                </a:lnTo>
                <a:lnTo>
                  <a:pt x="27856" y="83950"/>
                </a:lnTo>
                <a:lnTo>
                  <a:pt x="27856" y="83950"/>
                </a:lnTo>
                <a:lnTo>
                  <a:pt x="27856" y="83950"/>
                </a:lnTo>
                <a:lnTo>
                  <a:pt x="27856" y="83950"/>
                </a:lnTo>
                <a:lnTo>
                  <a:pt x="27856" y="83949"/>
                </a:lnTo>
                <a:lnTo>
                  <a:pt x="27856" y="83949"/>
                </a:lnTo>
                <a:lnTo>
                  <a:pt x="27856" y="83949"/>
                </a:lnTo>
                <a:lnTo>
                  <a:pt x="27856" y="83948"/>
                </a:lnTo>
                <a:lnTo>
                  <a:pt x="27856" y="83948"/>
                </a:lnTo>
                <a:lnTo>
                  <a:pt x="27856" y="83948"/>
                </a:lnTo>
                <a:lnTo>
                  <a:pt x="27856" y="83947"/>
                </a:lnTo>
                <a:lnTo>
                  <a:pt x="27856" y="83947"/>
                </a:lnTo>
                <a:lnTo>
                  <a:pt x="27856" y="83947"/>
                </a:lnTo>
                <a:lnTo>
                  <a:pt x="27856" y="83946"/>
                </a:lnTo>
                <a:lnTo>
                  <a:pt x="27856" y="83946"/>
                </a:lnTo>
                <a:lnTo>
                  <a:pt x="27856" y="83946"/>
                </a:lnTo>
                <a:lnTo>
                  <a:pt x="27856" y="83945"/>
                </a:lnTo>
                <a:lnTo>
                  <a:pt x="27856" y="83945"/>
                </a:lnTo>
                <a:lnTo>
                  <a:pt x="27856" y="83945"/>
                </a:lnTo>
                <a:lnTo>
                  <a:pt x="27856" y="83944"/>
                </a:lnTo>
                <a:lnTo>
                  <a:pt x="27856" y="83944"/>
                </a:lnTo>
                <a:lnTo>
                  <a:pt x="27856" y="83944"/>
                </a:lnTo>
                <a:lnTo>
                  <a:pt x="27856" y="83944"/>
                </a:lnTo>
                <a:lnTo>
                  <a:pt x="27856" y="83943"/>
                </a:lnTo>
                <a:lnTo>
                  <a:pt x="27856" y="83943"/>
                </a:lnTo>
                <a:lnTo>
                  <a:pt x="27856" y="83943"/>
                </a:lnTo>
                <a:lnTo>
                  <a:pt x="27856" y="83942"/>
                </a:lnTo>
                <a:lnTo>
                  <a:pt x="27856" y="83942"/>
                </a:lnTo>
                <a:lnTo>
                  <a:pt x="27856" y="83942"/>
                </a:lnTo>
                <a:lnTo>
                  <a:pt x="27856" y="83941"/>
                </a:lnTo>
                <a:lnTo>
                  <a:pt x="27856" y="83941"/>
                </a:lnTo>
                <a:lnTo>
                  <a:pt x="27856" y="83941"/>
                </a:lnTo>
                <a:lnTo>
                  <a:pt x="27856" y="83940"/>
                </a:lnTo>
                <a:lnTo>
                  <a:pt x="27856" y="83940"/>
                </a:lnTo>
                <a:lnTo>
                  <a:pt x="27856" y="83940"/>
                </a:lnTo>
                <a:lnTo>
                  <a:pt x="27856" y="83939"/>
                </a:lnTo>
                <a:lnTo>
                  <a:pt x="27856" y="83939"/>
                </a:lnTo>
                <a:lnTo>
                  <a:pt x="27856" y="83939"/>
                </a:lnTo>
                <a:lnTo>
                  <a:pt x="27856" y="83939"/>
                </a:lnTo>
                <a:lnTo>
                  <a:pt x="27856" y="83938"/>
                </a:lnTo>
                <a:lnTo>
                  <a:pt x="27856" y="83938"/>
                </a:lnTo>
                <a:lnTo>
                  <a:pt x="27856" y="83938"/>
                </a:lnTo>
                <a:lnTo>
                  <a:pt x="27856" y="83937"/>
                </a:lnTo>
                <a:lnTo>
                  <a:pt x="27856" y="83937"/>
                </a:lnTo>
                <a:lnTo>
                  <a:pt x="27856" y="83937"/>
                </a:lnTo>
                <a:lnTo>
                  <a:pt x="27856" y="83936"/>
                </a:lnTo>
                <a:lnTo>
                  <a:pt x="27856" y="83936"/>
                </a:lnTo>
                <a:lnTo>
                  <a:pt x="27856" y="83936"/>
                </a:lnTo>
                <a:lnTo>
                  <a:pt x="27856" y="83935"/>
                </a:lnTo>
                <a:lnTo>
                  <a:pt x="27856" y="83935"/>
                </a:lnTo>
                <a:lnTo>
                  <a:pt x="27856" y="83935"/>
                </a:lnTo>
                <a:lnTo>
                  <a:pt x="27856" y="83934"/>
                </a:lnTo>
                <a:lnTo>
                  <a:pt x="27856" y="83934"/>
                </a:lnTo>
                <a:lnTo>
                  <a:pt x="27856" y="83934"/>
                </a:lnTo>
                <a:lnTo>
                  <a:pt x="27856" y="83934"/>
                </a:lnTo>
                <a:lnTo>
                  <a:pt x="27856" y="83933"/>
                </a:lnTo>
                <a:lnTo>
                  <a:pt x="27856" y="83933"/>
                </a:lnTo>
                <a:lnTo>
                  <a:pt x="27856" y="83933"/>
                </a:lnTo>
                <a:lnTo>
                  <a:pt x="27856" y="83932"/>
                </a:lnTo>
                <a:lnTo>
                  <a:pt x="27856" y="83932"/>
                </a:lnTo>
                <a:lnTo>
                  <a:pt x="27856" y="83932"/>
                </a:lnTo>
                <a:lnTo>
                  <a:pt x="27856" y="83931"/>
                </a:lnTo>
                <a:lnTo>
                  <a:pt x="27856" y="83931"/>
                </a:lnTo>
                <a:lnTo>
                  <a:pt x="27856" y="83931"/>
                </a:lnTo>
                <a:lnTo>
                  <a:pt x="27856" y="83930"/>
                </a:lnTo>
                <a:lnTo>
                  <a:pt x="27856" y="83930"/>
                </a:lnTo>
                <a:lnTo>
                  <a:pt x="27856" y="83930"/>
                </a:lnTo>
                <a:lnTo>
                  <a:pt x="27856" y="83929"/>
                </a:lnTo>
                <a:lnTo>
                  <a:pt x="27856" y="83929"/>
                </a:lnTo>
                <a:lnTo>
                  <a:pt x="27856" y="83929"/>
                </a:lnTo>
                <a:lnTo>
                  <a:pt x="27856" y="83928"/>
                </a:lnTo>
                <a:lnTo>
                  <a:pt x="27856" y="83928"/>
                </a:lnTo>
                <a:lnTo>
                  <a:pt x="27856" y="83928"/>
                </a:lnTo>
                <a:lnTo>
                  <a:pt x="27856" y="83928"/>
                </a:lnTo>
                <a:lnTo>
                  <a:pt x="27856" y="83927"/>
                </a:lnTo>
                <a:lnTo>
                  <a:pt x="27856" y="83927"/>
                </a:lnTo>
                <a:lnTo>
                  <a:pt x="27856" y="83927"/>
                </a:lnTo>
                <a:lnTo>
                  <a:pt x="27856" y="83926"/>
                </a:lnTo>
                <a:lnTo>
                  <a:pt x="27856" y="83926"/>
                </a:lnTo>
                <a:lnTo>
                  <a:pt x="27856" y="83926"/>
                </a:lnTo>
                <a:lnTo>
                  <a:pt x="27856" y="83925"/>
                </a:lnTo>
                <a:lnTo>
                  <a:pt x="27856" y="83925"/>
                </a:lnTo>
                <a:lnTo>
                  <a:pt x="27856" y="83925"/>
                </a:lnTo>
                <a:lnTo>
                  <a:pt x="27856" y="83924"/>
                </a:lnTo>
                <a:lnTo>
                  <a:pt x="27856" y="83924"/>
                </a:lnTo>
                <a:lnTo>
                  <a:pt x="27856" y="83924"/>
                </a:lnTo>
                <a:lnTo>
                  <a:pt x="27856" y="83923"/>
                </a:lnTo>
                <a:lnTo>
                  <a:pt x="27856" y="83923"/>
                </a:lnTo>
                <a:lnTo>
                  <a:pt x="27856" y="83923"/>
                </a:lnTo>
                <a:lnTo>
                  <a:pt x="27856" y="83923"/>
                </a:lnTo>
                <a:lnTo>
                  <a:pt x="27856" y="83922"/>
                </a:lnTo>
                <a:lnTo>
                  <a:pt x="27856" y="83922"/>
                </a:lnTo>
                <a:lnTo>
                  <a:pt x="27856" y="83922"/>
                </a:lnTo>
                <a:lnTo>
                  <a:pt x="27856" y="83921"/>
                </a:lnTo>
                <a:lnTo>
                  <a:pt x="27856" y="83921"/>
                </a:lnTo>
                <a:lnTo>
                  <a:pt x="27856" y="83921"/>
                </a:lnTo>
                <a:lnTo>
                  <a:pt x="27856" y="83920"/>
                </a:lnTo>
                <a:lnTo>
                  <a:pt x="27856" y="83920"/>
                </a:lnTo>
                <a:lnTo>
                  <a:pt x="27856" y="83920"/>
                </a:lnTo>
                <a:lnTo>
                  <a:pt x="27856" y="83919"/>
                </a:lnTo>
                <a:lnTo>
                  <a:pt x="27856" y="83919"/>
                </a:lnTo>
                <a:lnTo>
                  <a:pt x="27856" y="83919"/>
                </a:lnTo>
                <a:lnTo>
                  <a:pt x="27856" y="83918"/>
                </a:lnTo>
                <a:lnTo>
                  <a:pt x="27856" y="83918"/>
                </a:lnTo>
                <a:lnTo>
                  <a:pt x="27856" y="83918"/>
                </a:lnTo>
                <a:lnTo>
                  <a:pt x="27856" y="83918"/>
                </a:lnTo>
                <a:lnTo>
                  <a:pt x="27856" y="83917"/>
                </a:lnTo>
                <a:lnTo>
                  <a:pt x="27856" y="83917"/>
                </a:lnTo>
                <a:lnTo>
                  <a:pt x="27856" y="83917"/>
                </a:lnTo>
                <a:lnTo>
                  <a:pt x="27856" y="83916"/>
                </a:lnTo>
                <a:lnTo>
                  <a:pt x="27856" y="83916"/>
                </a:lnTo>
                <a:lnTo>
                  <a:pt x="27856" y="83916"/>
                </a:lnTo>
                <a:lnTo>
                  <a:pt x="27856" y="83915"/>
                </a:lnTo>
                <a:lnTo>
                  <a:pt x="27856" y="83915"/>
                </a:lnTo>
                <a:lnTo>
                  <a:pt x="27856" y="83915"/>
                </a:lnTo>
                <a:lnTo>
                  <a:pt x="27856" y="83914"/>
                </a:lnTo>
                <a:lnTo>
                  <a:pt x="27856" y="83914"/>
                </a:lnTo>
                <a:lnTo>
                  <a:pt x="27856" y="83914"/>
                </a:lnTo>
                <a:lnTo>
                  <a:pt x="27856" y="83913"/>
                </a:lnTo>
                <a:lnTo>
                  <a:pt x="27856" y="83913"/>
                </a:lnTo>
                <a:lnTo>
                  <a:pt x="27856" y="83913"/>
                </a:lnTo>
                <a:lnTo>
                  <a:pt x="27856" y="83913"/>
                </a:lnTo>
                <a:lnTo>
                  <a:pt x="27856" y="83912"/>
                </a:lnTo>
                <a:lnTo>
                  <a:pt x="27856" y="83912"/>
                </a:lnTo>
                <a:lnTo>
                  <a:pt x="27856" y="83912"/>
                </a:lnTo>
                <a:lnTo>
                  <a:pt x="27856" y="83911"/>
                </a:lnTo>
                <a:lnTo>
                  <a:pt x="27856" y="83911"/>
                </a:lnTo>
                <a:lnTo>
                  <a:pt x="27856" y="83911"/>
                </a:lnTo>
                <a:lnTo>
                  <a:pt x="27856" y="83910"/>
                </a:lnTo>
                <a:lnTo>
                  <a:pt x="27856" y="83910"/>
                </a:lnTo>
                <a:lnTo>
                  <a:pt x="27856" y="83910"/>
                </a:lnTo>
                <a:lnTo>
                  <a:pt x="27856" y="83909"/>
                </a:lnTo>
                <a:lnTo>
                  <a:pt x="27856" y="83909"/>
                </a:lnTo>
                <a:lnTo>
                  <a:pt x="27856" y="83909"/>
                </a:lnTo>
                <a:lnTo>
                  <a:pt x="27856" y="83908"/>
                </a:lnTo>
                <a:lnTo>
                  <a:pt x="27856" y="83908"/>
                </a:lnTo>
                <a:lnTo>
                  <a:pt x="27856" y="83908"/>
                </a:lnTo>
                <a:lnTo>
                  <a:pt x="27856" y="83908"/>
                </a:lnTo>
                <a:lnTo>
                  <a:pt x="27856" y="83907"/>
                </a:lnTo>
                <a:lnTo>
                  <a:pt x="27856" y="83907"/>
                </a:lnTo>
                <a:lnTo>
                  <a:pt x="27856" y="83907"/>
                </a:lnTo>
                <a:lnTo>
                  <a:pt x="27856" y="83906"/>
                </a:lnTo>
                <a:lnTo>
                  <a:pt x="27856" y="83906"/>
                </a:lnTo>
                <a:lnTo>
                  <a:pt x="27856" y="83906"/>
                </a:lnTo>
                <a:lnTo>
                  <a:pt x="27856" y="83905"/>
                </a:lnTo>
                <a:lnTo>
                  <a:pt x="27856" y="83905"/>
                </a:lnTo>
                <a:lnTo>
                  <a:pt x="27856" y="83905"/>
                </a:lnTo>
                <a:lnTo>
                  <a:pt x="27856" y="83904"/>
                </a:lnTo>
                <a:lnTo>
                  <a:pt x="27856" y="83904"/>
                </a:lnTo>
                <a:lnTo>
                  <a:pt x="27856" y="83904"/>
                </a:lnTo>
                <a:lnTo>
                  <a:pt x="27856" y="83904"/>
                </a:lnTo>
                <a:lnTo>
                  <a:pt x="27856" y="83903"/>
                </a:lnTo>
                <a:lnTo>
                  <a:pt x="27856" y="83903"/>
                </a:lnTo>
                <a:lnTo>
                  <a:pt x="27856" y="83903"/>
                </a:lnTo>
                <a:lnTo>
                  <a:pt x="27856" y="83902"/>
                </a:lnTo>
                <a:lnTo>
                  <a:pt x="27856" y="83902"/>
                </a:lnTo>
                <a:lnTo>
                  <a:pt x="27856" y="83902"/>
                </a:lnTo>
                <a:lnTo>
                  <a:pt x="27856" y="83901"/>
                </a:lnTo>
                <a:lnTo>
                  <a:pt x="27856" y="83901"/>
                </a:lnTo>
                <a:lnTo>
                  <a:pt x="27856" y="83901"/>
                </a:lnTo>
                <a:lnTo>
                  <a:pt x="27856" y="83900"/>
                </a:lnTo>
                <a:lnTo>
                  <a:pt x="27856" y="83900"/>
                </a:lnTo>
                <a:lnTo>
                  <a:pt x="27856" y="83900"/>
                </a:lnTo>
                <a:lnTo>
                  <a:pt x="27856" y="83899"/>
                </a:lnTo>
                <a:lnTo>
                  <a:pt x="27856" y="83899"/>
                </a:lnTo>
                <a:lnTo>
                  <a:pt x="27856" y="83899"/>
                </a:lnTo>
                <a:lnTo>
                  <a:pt x="27856" y="83899"/>
                </a:lnTo>
                <a:lnTo>
                  <a:pt x="27856" y="83898"/>
                </a:lnTo>
                <a:lnTo>
                  <a:pt x="27856" y="83898"/>
                </a:lnTo>
                <a:lnTo>
                  <a:pt x="27856" y="83898"/>
                </a:lnTo>
                <a:lnTo>
                  <a:pt x="27856" y="83897"/>
                </a:lnTo>
                <a:lnTo>
                  <a:pt x="27856" y="83897"/>
                </a:lnTo>
                <a:lnTo>
                  <a:pt x="27856" y="83897"/>
                </a:lnTo>
                <a:lnTo>
                  <a:pt x="27856" y="83896"/>
                </a:lnTo>
                <a:lnTo>
                  <a:pt x="27856" y="83896"/>
                </a:lnTo>
                <a:lnTo>
                  <a:pt x="27856" y="83896"/>
                </a:lnTo>
                <a:lnTo>
                  <a:pt x="27856" y="83895"/>
                </a:lnTo>
                <a:lnTo>
                  <a:pt x="27856" y="83895"/>
                </a:lnTo>
                <a:lnTo>
                  <a:pt x="27856" y="83895"/>
                </a:lnTo>
                <a:lnTo>
                  <a:pt x="27856" y="83894"/>
                </a:lnTo>
                <a:lnTo>
                  <a:pt x="27856" y="83894"/>
                </a:lnTo>
                <a:lnTo>
                  <a:pt x="27856" y="83894"/>
                </a:lnTo>
                <a:lnTo>
                  <a:pt x="27856" y="83894"/>
                </a:lnTo>
                <a:lnTo>
                  <a:pt x="27856" y="83893"/>
                </a:lnTo>
                <a:lnTo>
                  <a:pt x="27856" y="83893"/>
                </a:lnTo>
                <a:lnTo>
                  <a:pt x="27856" y="83893"/>
                </a:lnTo>
                <a:lnTo>
                  <a:pt x="27856" y="83892"/>
                </a:lnTo>
                <a:lnTo>
                  <a:pt x="27856" y="83892"/>
                </a:lnTo>
                <a:lnTo>
                  <a:pt x="27856" y="83892"/>
                </a:lnTo>
                <a:lnTo>
                  <a:pt x="27856" y="83891"/>
                </a:lnTo>
                <a:lnTo>
                  <a:pt x="27856" y="83891"/>
                </a:lnTo>
                <a:lnTo>
                  <a:pt x="27856" y="83891"/>
                </a:lnTo>
                <a:lnTo>
                  <a:pt x="27856" y="83890"/>
                </a:lnTo>
                <a:lnTo>
                  <a:pt x="27856" y="83890"/>
                </a:lnTo>
                <a:lnTo>
                  <a:pt x="27856" y="83890"/>
                </a:lnTo>
                <a:lnTo>
                  <a:pt x="27856" y="83889"/>
                </a:lnTo>
                <a:lnTo>
                  <a:pt x="27856" y="83889"/>
                </a:lnTo>
                <a:lnTo>
                  <a:pt x="27856" y="83889"/>
                </a:lnTo>
                <a:lnTo>
                  <a:pt x="27856" y="83889"/>
                </a:lnTo>
                <a:lnTo>
                  <a:pt x="27856" y="83888"/>
                </a:lnTo>
                <a:lnTo>
                  <a:pt x="27856" y="83888"/>
                </a:lnTo>
                <a:lnTo>
                  <a:pt x="27856" y="83888"/>
                </a:lnTo>
                <a:lnTo>
                  <a:pt x="27856" y="83887"/>
                </a:lnTo>
                <a:lnTo>
                  <a:pt x="27856" y="83887"/>
                </a:lnTo>
                <a:lnTo>
                  <a:pt x="27856" y="83887"/>
                </a:lnTo>
                <a:lnTo>
                  <a:pt x="27856" y="83886"/>
                </a:lnTo>
                <a:lnTo>
                  <a:pt x="27856" y="83886"/>
                </a:lnTo>
                <a:lnTo>
                  <a:pt x="27856" y="83886"/>
                </a:lnTo>
                <a:lnTo>
                  <a:pt x="27856" y="83885"/>
                </a:lnTo>
                <a:lnTo>
                  <a:pt x="27856" y="83885"/>
                </a:lnTo>
                <a:lnTo>
                  <a:pt x="27856" y="83885"/>
                </a:lnTo>
                <a:lnTo>
                  <a:pt x="27856" y="83885"/>
                </a:lnTo>
                <a:lnTo>
                  <a:pt x="27856" y="83884"/>
                </a:lnTo>
                <a:lnTo>
                  <a:pt x="27856" y="83884"/>
                </a:lnTo>
                <a:lnTo>
                  <a:pt x="27856" y="83884"/>
                </a:lnTo>
                <a:lnTo>
                  <a:pt x="27856" y="83883"/>
                </a:lnTo>
                <a:lnTo>
                  <a:pt x="27856" y="83883"/>
                </a:lnTo>
                <a:lnTo>
                  <a:pt x="27856" y="83883"/>
                </a:lnTo>
                <a:lnTo>
                  <a:pt x="27856" y="83882"/>
                </a:lnTo>
                <a:lnTo>
                  <a:pt x="27856" y="83882"/>
                </a:lnTo>
                <a:lnTo>
                  <a:pt x="27856" y="83882"/>
                </a:lnTo>
                <a:lnTo>
                  <a:pt x="27856" y="83881"/>
                </a:lnTo>
                <a:lnTo>
                  <a:pt x="27856" y="83881"/>
                </a:lnTo>
                <a:lnTo>
                  <a:pt x="27856" y="83881"/>
                </a:lnTo>
                <a:lnTo>
                  <a:pt x="27856" y="83880"/>
                </a:lnTo>
                <a:lnTo>
                  <a:pt x="27856" y="83880"/>
                </a:lnTo>
                <a:lnTo>
                  <a:pt x="27856" y="83880"/>
                </a:lnTo>
                <a:lnTo>
                  <a:pt x="27856" y="83880"/>
                </a:lnTo>
                <a:lnTo>
                  <a:pt x="27856" y="83879"/>
                </a:lnTo>
                <a:lnTo>
                  <a:pt x="27856" y="83879"/>
                </a:lnTo>
                <a:lnTo>
                  <a:pt x="27856" y="83879"/>
                </a:lnTo>
                <a:lnTo>
                  <a:pt x="27856" y="83878"/>
                </a:lnTo>
                <a:lnTo>
                  <a:pt x="27856" y="83878"/>
                </a:lnTo>
                <a:lnTo>
                  <a:pt x="27856" y="83878"/>
                </a:lnTo>
                <a:lnTo>
                  <a:pt x="27856" y="83877"/>
                </a:lnTo>
                <a:lnTo>
                  <a:pt x="27856" y="83877"/>
                </a:lnTo>
                <a:lnTo>
                  <a:pt x="27856" y="83877"/>
                </a:lnTo>
                <a:lnTo>
                  <a:pt x="27856" y="83876"/>
                </a:lnTo>
                <a:lnTo>
                  <a:pt x="27856" y="83876"/>
                </a:lnTo>
                <a:lnTo>
                  <a:pt x="27856" y="83876"/>
                </a:lnTo>
                <a:lnTo>
                  <a:pt x="27856" y="83876"/>
                </a:lnTo>
                <a:lnTo>
                  <a:pt x="27856" y="83875"/>
                </a:lnTo>
                <a:lnTo>
                  <a:pt x="27856" y="83875"/>
                </a:lnTo>
                <a:lnTo>
                  <a:pt x="27856" y="83875"/>
                </a:lnTo>
                <a:lnTo>
                  <a:pt x="27856" y="83874"/>
                </a:lnTo>
                <a:lnTo>
                  <a:pt x="27856" y="83874"/>
                </a:lnTo>
                <a:lnTo>
                  <a:pt x="27856" y="83874"/>
                </a:lnTo>
                <a:lnTo>
                  <a:pt x="27856" y="83873"/>
                </a:lnTo>
                <a:lnTo>
                  <a:pt x="27856" y="83873"/>
                </a:lnTo>
                <a:lnTo>
                  <a:pt x="27856" y="83873"/>
                </a:lnTo>
                <a:lnTo>
                  <a:pt x="27856" y="83872"/>
                </a:lnTo>
                <a:lnTo>
                  <a:pt x="27856" y="83872"/>
                </a:lnTo>
                <a:lnTo>
                  <a:pt x="27856" y="83872"/>
                </a:lnTo>
                <a:lnTo>
                  <a:pt x="27856" y="83871"/>
                </a:lnTo>
                <a:lnTo>
                  <a:pt x="27856" y="83871"/>
                </a:lnTo>
                <a:lnTo>
                  <a:pt x="27856" y="83871"/>
                </a:lnTo>
                <a:lnTo>
                  <a:pt x="27856" y="83871"/>
                </a:lnTo>
                <a:lnTo>
                  <a:pt x="27856" y="83870"/>
                </a:lnTo>
                <a:lnTo>
                  <a:pt x="27856" y="83870"/>
                </a:lnTo>
                <a:lnTo>
                  <a:pt x="27856" y="83870"/>
                </a:lnTo>
                <a:lnTo>
                  <a:pt x="27856" y="83869"/>
                </a:lnTo>
                <a:lnTo>
                  <a:pt x="27856" y="83869"/>
                </a:lnTo>
                <a:lnTo>
                  <a:pt x="27856" y="83869"/>
                </a:lnTo>
                <a:lnTo>
                  <a:pt x="27856" y="83868"/>
                </a:lnTo>
                <a:lnTo>
                  <a:pt x="27856" y="83868"/>
                </a:lnTo>
                <a:lnTo>
                  <a:pt x="27856" y="83868"/>
                </a:lnTo>
                <a:lnTo>
                  <a:pt x="27856" y="83867"/>
                </a:lnTo>
                <a:lnTo>
                  <a:pt x="27856" y="83867"/>
                </a:lnTo>
                <a:lnTo>
                  <a:pt x="27856" y="83867"/>
                </a:lnTo>
                <a:lnTo>
                  <a:pt x="27856" y="83867"/>
                </a:lnTo>
                <a:lnTo>
                  <a:pt x="27856" y="83866"/>
                </a:lnTo>
                <a:lnTo>
                  <a:pt x="27856" y="83866"/>
                </a:lnTo>
                <a:lnTo>
                  <a:pt x="27856" y="83866"/>
                </a:lnTo>
                <a:lnTo>
                  <a:pt x="27856" y="83865"/>
                </a:lnTo>
                <a:lnTo>
                  <a:pt x="27856" y="83865"/>
                </a:lnTo>
                <a:lnTo>
                  <a:pt x="27856" y="83865"/>
                </a:lnTo>
                <a:lnTo>
                  <a:pt x="27856" y="83864"/>
                </a:lnTo>
                <a:lnTo>
                  <a:pt x="27856" y="83864"/>
                </a:lnTo>
                <a:lnTo>
                  <a:pt x="27856" y="83864"/>
                </a:lnTo>
                <a:lnTo>
                  <a:pt x="27856" y="83863"/>
                </a:lnTo>
                <a:lnTo>
                  <a:pt x="27856" y="83863"/>
                </a:lnTo>
                <a:lnTo>
                  <a:pt x="27856" y="83863"/>
                </a:lnTo>
                <a:lnTo>
                  <a:pt x="27856" y="83863"/>
                </a:lnTo>
                <a:lnTo>
                  <a:pt x="27856" y="83862"/>
                </a:lnTo>
                <a:lnTo>
                  <a:pt x="27856" y="83862"/>
                </a:lnTo>
                <a:lnTo>
                  <a:pt x="27856" y="83862"/>
                </a:lnTo>
                <a:lnTo>
                  <a:pt x="27856" y="83861"/>
                </a:lnTo>
                <a:lnTo>
                  <a:pt x="27856" y="83861"/>
                </a:lnTo>
                <a:lnTo>
                  <a:pt x="27856" y="83861"/>
                </a:lnTo>
                <a:lnTo>
                  <a:pt x="27856" y="83860"/>
                </a:lnTo>
                <a:lnTo>
                  <a:pt x="27856" y="83860"/>
                </a:lnTo>
                <a:lnTo>
                  <a:pt x="27856" y="83860"/>
                </a:lnTo>
                <a:lnTo>
                  <a:pt x="27856" y="83859"/>
                </a:lnTo>
                <a:lnTo>
                  <a:pt x="27856" y="83859"/>
                </a:lnTo>
                <a:lnTo>
                  <a:pt x="27856" y="83859"/>
                </a:lnTo>
                <a:lnTo>
                  <a:pt x="27856" y="83858"/>
                </a:lnTo>
                <a:lnTo>
                  <a:pt x="27856" y="83858"/>
                </a:lnTo>
                <a:lnTo>
                  <a:pt x="27856" y="83858"/>
                </a:lnTo>
                <a:lnTo>
                  <a:pt x="27856" y="83858"/>
                </a:lnTo>
                <a:lnTo>
                  <a:pt x="27856" y="83857"/>
                </a:lnTo>
                <a:lnTo>
                  <a:pt x="27856" y="83857"/>
                </a:lnTo>
                <a:lnTo>
                  <a:pt x="27856" y="83857"/>
                </a:lnTo>
                <a:lnTo>
                  <a:pt x="27856" y="83856"/>
                </a:lnTo>
                <a:lnTo>
                  <a:pt x="27856" y="83856"/>
                </a:lnTo>
                <a:lnTo>
                  <a:pt x="27856" y="83856"/>
                </a:lnTo>
                <a:lnTo>
                  <a:pt x="27856" y="83855"/>
                </a:lnTo>
                <a:lnTo>
                  <a:pt x="27856" y="83855"/>
                </a:lnTo>
                <a:lnTo>
                  <a:pt x="27856" y="83855"/>
                </a:lnTo>
                <a:lnTo>
                  <a:pt x="27856" y="83854"/>
                </a:lnTo>
                <a:lnTo>
                  <a:pt x="27856" y="83854"/>
                </a:lnTo>
                <a:lnTo>
                  <a:pt x="27856" y="83854"/>
                </a:lnTo>
                <a:lnTo>
                  <a:pt x="27856" y="83854"/>
                </a:lnTo>
                <a:lnTo>
                  <a:pt x="27856" y="83853"/>
                </a:lnTo>
                <a:lnTo>
                  <a:pt x="27856" y="83853"/>
                </a:lnTo>
                <a:lnTo>
                  <a:pt x="27856" y="83853"/>
                </a:lnTo>
                <a:lnTo>
                  <a:pt x="27856" y="83852"/>
                </a:lnTo>
                <a:lnTo>
                  <a:pt x="27856" y="83852"/>
                </a:lnTo>
                <a:lnTo>
                  <a:pt x="27856" y="83852"/>
                </a:lnTo>
                <a:lnTo>
                  <a:pt x="27856" y="83851"/>
                </a:lnTo>
                <a:lnTo>
                  <a:pt x="27856" y="83851"/>
                </a:lnTo>
                <a:lnTo>
                  <a:pt x="27856" y="83851"/>
                </a:lnTo>
                <a:lnTo>
                  <a:pt x="27856" y="83850"/>
                </a:lnTo>
                <a:lnTo>
                  <a:pt x="27856" y="83850"/>
                </a:lnTo>
                <a:lnTo>
                  <a:pt x="27856" y="83850"/>
                </a:lnTo>
                <a:lnTo>
                  <a:pt x="27856" y="83850"/>
                </a:lnTo>
                <a:lnTo>
                  <a:pt x="27856" y="83849"/>
                </a:lnTo>
                <a:lnTo>
                  <a:pt x="27856" y="83849"/>
                </a:lnTo>
                <a:lnTo>
                  <a:pt x="27856" y="83849"/>
                </a:lnTo>
                <a:lnTo>
                  <a:pt x="27856" y="83848"/>
                </a:lnTo>
                <a:lnTo>
                  <a:pt x="27856" y="83848"/>
                </a:lnTo>
                <a:lnTo>
                  <a:pt x="27856" y="83848"/>
                </a:lnTo>
                <a:lnTo>
                  <a:pt x="27856" y="83847"/>
                </a:lnTo>
                <a:lnTo>
                  <a:pt x="27856" y="83847"/>
                </a:lnTo>
                <a:lnTo>
                  <a:pt x="27856" y="83847"/>
                </a:lnTo>
                <a:lnTo>
                  <a:pt x="27856" y="83846"/>
                </a:lnTo>
                <a:lnTo>
                  <a:pt x="27856" y="83846"/>
                </a:lnTo>
                <a:lnTo>
                  <a:pt x="27856" y="83846"/>
                </a:lnTo>
                <a:lnTo>
                  <a:pt x="27856" y="83846"/>
                </a:lnTo>
                <a:lnTo>
                  <a:pt x="27856" y="83845"/>
                </a:lnTo>
                <a:lnTo>
                  <a:pt x="27856" y="83845"/>
                </a:lnTo>
                <a:lnTo>
                  <a:pt x="27856" y="83845"/>
                </a:lnTo>
                <a:lnTo>
                  <a:pt x="27856" y="83844"/>
                </a:lnTo>
                <a:lnTo>
                  <a:pt x="27856" y="83844"/>
                </a:lnTo>
                <a:lnTo>
                  <a:pt x="27856" y="83844"/>
                </a:lnTo>
                <a:lnTo>
                  <a:pt x="27856" y="83843"/>
                </a:lnTo>
                <a:lnTo>
                  <a:pt x="27856" y="83843"/>
                </a:lnTo>
                <a:lnTo>
                  <a:pt x="27856" y="83843"/>
                </a:lnTo>
                <a:lnTo>
                  <a:pt x="27856" y="83842"/>
                </a:lnTo>
                <a:lnTo>
                  <a:pt x="27856" y="83842"/>
                </a:lnTo>
                <a:lnTo>
                  <a:pt x="27856" y="83842"/>
                </a:lnTo>
                <a:lnTo>
                  <a:pt x="27856" y="83841"/>
                </a:lnTo>
                <a:lnTo>
                  <a:pt x="27856" y="83841"/>
                </a:lnTo>
                <a:lnTo>
                  <a:pt x="27856" y="83841"/>
                </a:lnTo>
                <a:lnTo>
                  <a:pt x="27856" y="83841"/>
                </a:lnTo>
                <a:lnTo>
                  <a:pt x="27856" y="83840"/>
                </a:lnTo>
                <a:lnTo>
                  <a:pt x="27856" y="83840"/>
                </a:lnTo>
                <a:lnTo>
                  <a:pt x="27856" y="83840"/>
                </a:lnTo>
                <a:lnTo>
                  <a:pt x="27856" y="83839"/>
                </a:lnTo>
                <a:lnTo>
                  <a:pt x="27856" y="83839"/>
                </a:lnTo>
                <a:lnTo>
                  <a:pt x="27856" y="83839"/>
                </a:lnTo>
                <a:lnTo>
                  <a:pt x="27856" y="83838"/>
                </a:lnTo>
                <a:lnTo>
                  <a:pt x="27856" y="83838"/>
                </a:lnTo>
                <a:lnTo>
                  <a:pt x="27856" y="83838"/>
                </a:lnTo>
                <a:lnTo>
                  <a:pt x="27856" y="83837"/>
                </a:lnTo>
                <a:lnTo>
                  <a:pt x="27856" y="83837"/>
                </a:lnTo>
                <a:lnTo>
                  <a:pt x="27856" y="83837"/>
                </a:lnTo>
                <a:lnTo>
                  <a:pt x="27856" y="83837"/>
                </a:lnTo>
                <a:lnTo>
                  <a:pt x="27856" y="83836"/>
                </a:lnTo>
                <a:lnTo>
                  <a:pt x="27856" y="83836"/>
                </a:lnTo>
                <a:lnTo>
                  <a:pt x="27856" y="83836"/>
                </a:lnTo>
                <a:lnTo>
                  <a:pt x="27856" y="83835"/>
                </a:lnTo>
                <a:lnTo>
                  <a:pt x="27856" y="83835"/>
                </a:lnTo>
                <a:lnTo>
                  <a:pt x="27856" y="83835"/>
                </a:lnTo>
                <a:lnTo>
                  <a:pt x="27856" y="83834"/>
                </a:lnTo>
                <a:lnTo>
                  <a:pt x="27856" y="83834"/>
                </a:lnTo>
                <a:lnTo>
                  <a:pt x="27856" y="83834"/>
                </a:lnTo>
                <a:lnTo>
                  <a:pt x="27856" y="83833"/>
                </a:lnTo>
                <a:lnTo>
                  <a:pt x="27856" y="83833"/>
                </a:lnTo>
                <a:lnTo>
                  <a:pt x="27856" y="83833"/>
                </a:lnTo>
                <a:lnTo>
                  <a:pt x="27856" y="83833"/>
                </a:lnTo>
                <a:lnTo>
                  <a:pt x="27856" y="83832"/>
                </a:lnTo>
                <a:lnTo>
                  <a:pt x="27856" y="83832"/>
                </a:lnTo>
                <a:lnTo>
                  <a:pt x="27856" y="83832"/>
                </a:lnTo>
                <a:lnTo>
                  <a:pt x="27856" y="83831"/>
                </a:lnTo>
                <a:lnTo>
                  <a:pt x="27856" y="83831"/>
                </a:lnTo>
                <a:lnTo>
                  <a:pt x="27856" y="83831"/>
                </a:lnTo>
                <a:lnTo>
                  <a:pt x="27856" y="83830"/>
                </a:lnTo>
                <a:lnTo>
                  <a:pt x="27856" y="83830"/>
                </a:lnTo>
                <a:lnTo>
                  <a:pt x="27856" y="83830"/>
                </a:lnTo>
                <a:lnTo>
                  <a:pt x="27856" y="83829"/>
                </a:lnTo>
                <a:lnTo>
                  <a:pt x="27856" y="83829"/>
                </a:lnTo>
                <a:lnTo>
                  <a:pt x="27856" y="83829"/>
                </a:lnTo>
                <a:lnTo>
                  <a:pt x="27856" y="83829"/>
                </a:lnTo>
                <a:lnTo>
                  <a:pt x="27856" y="83828"/>
                </a:lnTo>
                <a:lnTo>
                  <a:pt x="27856" y="83828"/>
                </a:lnTo>
                <a:lnTo>
                  <a:pt x="27856" y="83828"/>
                </a:lnTo>
                <a:lnTo>
                  <a:pt x="27856" y="83827"/>
                </a:lnTo>
                <a:lnTo>
                  <a:pt x="27856" y="83827"/>
                </a:lnTo>
                <a:lnTo>
                  <a:pt x="27856" y="83827"/>
                </a:lnTo>
                <a:lnTo>
                  <a:pt x="27856" y="83826"/>
                </a:lnTo>
                <a:lnTo>
                  <a:pt x="27856" y="83826"/>
                </a:lnTo>
                <a:lnTo>
                  <a:pt x="27856" y="83826"/>
                </a:lnTo>
                <a:lnTo>
                  <a:pt x="27856" y="83825"/>
                </a:lnTo>
                <a:lnTo>
                  <a:pt x="27856" y="83825"/>
                </a:lnTo>
                <a:lnTo>
                  <a:pt x="27856" y="83825"/>
                </a:lnTo>
                <a:lnTo>
                  <a:pt x="27856" y="83825"/>
                </a:lnTo>
                <a:lnTo>
                  <a:pt x="27856" y="83824"/>
                </a:lnTo>
                <a:lnTo>
                  <a:pt x="27856" y="83824"/>
                </a:lnTo>
                <a:lnTo>
                  <a:pt x="27856" y="83824"/>
                </a:lnTo>
                <a:lnTo>
                  <a:pt x="27856" y="83823"/>
                </a:lnTo>
                <a:lnTo>
                  <a:pt x="27856" y="83823"/>
                </a:lnTo>
                <a:lnTo>
                  <a:pt x="27856" y="83823"/>
                </a:lnTo>
                <a:lnTo>
                  <a:pt x="27856" y="83822"/>
                </a:lnTo>
                <a:lnTo>
                  <a:pt x="27856" y="83822"/>
                </a:lnTo>
                <a:lnTo>
                  <a:pt x="27856" y="83822"/>
                </a:lnTo>
                <a:lnTo>
                  <a:pt x="27856" y="83821"/>
                </a:lnTo>
                <a:lnTo>
                  <a:pt x="27856" y="83821"/>
                </a:lnTo>
                <a:lnTo>
                  <a:pt x="27856" y="83821"/>
                </a:lnTo>
                <a:lnTo>
                  <a:pt x="27856" y="83821"/>
                </a:lnTo>
                <a:lnTo>
                  <a:pt x="27856" y="83820"/>
                </a:lnTo>
                <a:lnTo>
                  <a:pt x="27856" y="83820"/>
                </a:lnTo>
                <a:lnTo>
                  <a:pt x="27856" y="83820"/>
                </a:lnTo>
                <a:lnTo>
                  <a:pt x="27856" y="83819"/>
                </a:lnTo>
                <a:lnTo>
                  <a:pt x="27856" y="83819"/>
                </a:lnTo>
                <a:lnTo>
                  <a:pt x="27856" y="83819"/>
                </a:lnTo>
                <a:lnTo>
                  <a:pt x="27856" y="83818"/>
                </a:lnTo>
                <a:lnTo>
                  <a:pt x="27856" y="83818"/>
                </a:lnTo>
                <a:lnTo>
                  <a:pt x="27856" y="83818"/>
                </a:lnTo>
                <a:lnTo>
                  <a:pt x="27856" y="83817"/>
                </a:lnTo>
                <a:lnTo>
                  <a:pt x="27856" y="83817"/>
                </a:lnTo>
                <a:lnTo>
                  <a:pt x="27856" y="83817"/>
                </a:lnTo>
                <a:lnTo>
                  <a:pt x="27856" y="83817"/>
                </a:lnTo>
                <a:lnTo>
                  <a:pt x="27856" y="83816"/>
                </a:lnTo>
                <a:lnTo>
                  <a:pt x="27856" y="83816"/>
                </a:lnTo>
                <a:lnTo>
                  <a:pt x="27856" y="83816"/>
                </a:lnTo>
                <a:lnTo>
                  <a:pt x="27856" y="83815"/>
                </a:lnTo>
                <a:lnTo>
                  <a:pt x="27856" y="83815"/>
                </a:lnTo>
                <a:lnTo>
                  <a:pt x="27856" y="83815"/>
                </a:lnTo>
                <a:lnTo>
                  <a:pt x="27856" y="83814"/>
                </a:lnTo>
                <a:lnTo>
                  <a:pt x="27856" y="83814"/>
                </a:lnTo>
                <a:lnTo>
                  <a:pt x="27856" y="83814"/>
                </a:lnTo>
                <a:lnTo>
                  <a:pt x="27856" y="83813"/>
                </a:lnTo>
                <a:lnTo>
                  <a:pt x="27856" y="83813"/>
                </a:lnTo>
                <a:lnTo>
                  <a:pt x="27856" y="83813"/>
                </a:lnTo>
                <a:lnTo>
                  <a:pt x="27856" y="83813"/>
                </a:lnTo>
                <a:lnTo>
                  <a:pt x="27856" y="83812"/>
                </a:lnTo>
                <a:lnTo>
                  <a:pt x="27856" y="83812"/>
                </a:lnTo>
                <a:lnTo>
                  <a:pt x="27856" y="83812"/>
                </a:lnTo>
                <a:lnTo>
                  <a:pt x="27856" y="83811"/>
                </a:lnTo>
                <a:lnTo>
                  <a:pt x="27856" y="83811"/>
                </a:lnTo>
                <a:lnTo>
                  <a:pt x="27856" y="83811"/>
                </a:lnTo>
                <a:lnTo>
                  <a:pt x="27856" y="83810"/>
                </a:lnTo>
                <a:lnTo>
                  <a:pt x="27856" y="83810"/>
                </a:lnTo>
                <a:lnTo>
                  <a:pt x="27856" y="83810"/>
                </a:lnTo>
                <a:lnTo>
                  <a:pt x="27856" y="83810"/>
                </a:lnTo>
                <a:lnTo>
                  <a:pt x="27856" y="83809"/>
                </a:lnTo>
                <a:lnTo>
                  <a:pt x="27856" y="83809"/>
                </a:lnTo>
                <a:lnTo>
                  <a:pt x="27856" y="83809"/>
                </a:lnTo>
                <a:lnTo>
                  <a:pt x="27856" y="83808"/>
                </a:lnTo>
                <a:lnTo>
                  <a:pt x="27856" y="83808"/>
                </a:lnTo>
                <a:lnTo>
                  <a:pt x="27856" y="83808"/>
                </a:lnTo>
                <a:lnTo>
                  <a:pt x="27856" y="83807"/>
                </a:lnTo>
                <a:lnTo>
                  <a:pt x="27856" y="83807"/>
                </a:lnTo>
                <a:lnTo>
                  <a:pt x="27856" y="83807"/>
                </a:lnTo>
                <a:lnTo>
                  <a:pt x="27856" y="83806"/>
                </a:lnTo>
                <a:lnTo>
                  <a:pt x="27856" y="83806"/>
                </a:lnTo>
                <a:lnTo>
                  <a:pt x="27856" y="83806"/>
                </a:lnTo>
                <a:lnTo>
                  <a:pt x="27856" y="83806"/>
                </a:lnTo>
                <a:lnTo>
                  <a:pt x="27856" y="83805"/>
                </a:lnTo>
                <a:lnTo>
                  <a:pt x="27856" y="83805"/>
                </a:lnTo>
                <a:lnTo>
                  <a:pt x="27856" y="83805"/>
                </a:lnTo>
                <a:lnTo>
                  <a:pt x="27856" y="83804"/>
                </a:lnTo>
                <a:lnTo>
                  <a:pt x="27856" y="83804"/>
                </a:lnTo>
                <a:lnTo>
                  <a:pt x="27856" y="83804"/>
                </a:lnTo>
                <a:lnTo>
                  <a:pt x="27856" y="83803"/>
                </a:lnTo>
                <a:lnTo>
                  <a:pt x="27856" y="83803"/>
                </a:lnTo>
                <a:lnTo>
                  <a:pt x="27856" y="83803"/>
                </a:lnTo>
                <a:lnTo>
                  <a:pt x="27856" y="83802"/>
                </a:lnTo>
                <a:lnTo>
                  <a:pt x="27856" y="83802"/>
                </a:lnTo>
                <a:lnTo>
                  <a:pt x="27856" y="83802"/>
                </a:lnTo>
                <a:lnTo>
                  <a:pt x="27856" y="83802"/>
                </a:lnTo>
                <a:lnTo>
                  <a:pt x="27856" y="83801"/>
                </a:lnTo>
                <a:lnTo>
                  <a:pt x="27856" y="83801"/>
                </a:lnTo>
                <a:lnTo>
                  <a:pt x="27856" y="83801"/>
                </a:lnTo>
                <a:lnTo>
                  <a:pt x="27856" y="83800"/>
                </a:lnTo>
                <a:lnTo>
                  <a:pt x="27856" y="83800"/>
                </a:lnTo>
                <a:lnTo>
                  <a:pt x="27856" y="83800"/>
                </a:lnTo>
                <a:lnTo>
                  <a:pt x="27856" y="83799"/>
                </a:lnTo>
                <a:lnTo>
                  <a:pt x="27856" y="83799"/>
                </a:lnTo>
                <a:lnTo>
                  <a:pt x="27856" y="83799"/>
                </a:lnTo>
                <a:lnTo>
                  <a:pt x="27856" y="83798"/>
                </a:lnTo>
                <a:lnTo>
                  <a:pt x="27856" y="83798"/>
                </a:lnTo>
                <a:lnTo>
                  <a:pt x="27856" y="83798"/>
                </a:lnTo>
                <a:lnTo>
                  <a:pt x="27856" y="83798"/>
                </a:lnTo>
                <a:lnTo>
                  <a:pt x="27856" y="83797"/>
                </a:lnTo>
                <a:lnTo>
                  <a:pt x="27856" y="83797"/>
                </a:lnTo>
                <a:lnTo>
                  <a:pt x="27856" y="83797"/>
                </a:lnTo>
                <a:lnTo>
                  <a:pt x="27856" y="83796"/>
                </a:lnTo>
                <a:lnTo>
                  <a:pt x="27856" y="83796"/>
                </a:lnTo>
                <a:lnTo>
                  <a:pt x="27856" y="83796"/>
                </a:lnTo>
                <a:lnTo>
                  <a:pt x="27856" y="83795"/>
                </a:lnTo>
                <a:lnTo>
                  <a:pt x="27856" y="83795"/>
                </a:lnTo>
                <a:lnTo>
                  <a:pt x="27856" y="83795"/>
                </a:lnTo>
                <a:lnTo>
                  <a:pt x="27856" y="83794"/>
                </a:lnTo>
                <a:lnTo>
                  <a:pt x="27856" y="83794"/>
                </a:lnTo>
                <a:lnTo>
                  <a:pt x="27856" y="83794"/>
                </a:lnTo>
                <a:lnTo>
                  <a:pt x="27856" y="83794"/>
                </a:lnTo>
                <a:lnTo>
                  <a:pt x="27856" y="83793"/>
                </a:lnTo>
                <a:lnTo>
                  <a:pt x="27856" y="83793"/>
                </a:lnTo>
                <a:lnTo>
                  <a:pt x="27856" y="83793"/>
                </a:lnTo>
                <a:lnTo>
                  <a:pt x="27856" y="83792"/>
                </a:lnTo>
                <a:lnTo>
                  <a:pt x="27856" y="83792"/>
                </a:lnTo>
                <a:lnTo>
                  <a:pt x="27856" y="83792"/>
                </a:lnTo>
                <a:lnTo>
                  <a:pt x="27856" y="83791"/>
                </a:lnTo>
                <a:lnTo>
                  <a:pt x="27856" y="83791"/>
                </a:lnTo>
                <a:lnTo>
                  <a:pt x="27856" y="83791"/>
                </a:lnTo>
                <a:lnTo>
                  <a:pt x="27856" y="83791"/>
                </a:lnTo>
                <a:lnTo>
                  <a:pt x="27856" y="83790"/>
                </a:lnTo>
                <a:lnTo>
                  <a:pt x="27856" y="83790"/>
                </a:lnTo>
                <a:lnTo>
                  <a:pt x="27856" y="83790"/>
                </a:lnTo>
                <a:lnTo>
                  <a:pt x="27856" y="83789"/>
                </a:lnTo>
                <a:lnTo>
                  <a:pt x="27856" y="83789"/>
                </a:lnTo>
                <a:lnTo>
                  <a:pt x="27856" y="83789"/>
                </a:lnTo>
                <a:lnTo>
                  <a:pt x="27856" y="83788"/>
                </a:lnTo>
                <a:lnTo>
                  <a:pt x="27856" y="83788"/>
                </a:lnTo>
                <a:lnTo>
                  <a:pt x="27856" y="83788"/>
                </a:lnTo>
                <a:lnTo>
                  <a:pt x="27856" y="83787"/>
                </a:lnTo>
                <a:lnTo>
                  <a:pt x="27856" y="83787"/>
                </a:lnTo>
                <a:lnTo>
                  <a:pt x="27856" y="83787"/>
                </a:lnTo>
                <a:lnTo>
                  <a:pt x="27856" y="83787"/>
                </a:lnTo>
                <a:lnTo>
                  <a:pt x="27856" y="83786"/>
                </a:lnTo>
                <a:lnTo>
                  <a:pt x="27856" y="83786"/>
                </a:lnTo>
                <a:lnTo>
                  <a:pt x="27856" y="83786"/>
                </a:lnTo>
                <a:lnTo>
                  <a:pt x="27856" y="83785"/>
                </a:lnTo>
                <a:lnTo>
                  <a:pt x="27856" y="83785"/>
                </a:lnTo>
                <a:lnTo>
                  <a:pt x="27856" y="83785"/>
                </a:lnTo>
                <a:lnTo>
                  <a:pt x="27856" y="83784"/>
                </a:lnTo>
                <a:lnTo>
                  <a:pt x="27856" y="83784"/>
                </a:lnTo>
                <a:lnTo>
                  <a:pt x="27856" y="83784"/>
                </a:lnTo>
                <a:lnTo>
                  <a:pt x="27856" y="83783"/>
                </a:lnTo>
                <a:lnTo>
                  <a:pt x="27856" y="83783"/>
                </a:lnTo>
                <a:lnTo>
                  <a:pt x="27856" y="83783"/>
                </a:lnTo>
                <a:lnTo>
                  <a:pt x="27856" y="83783"/>
                </a:lnTo>
                <a:lnTo>
                  <a:pt x="27856" y="83782"/>
                </a:lnTo>
                <a:lnTo>
                  <a:pt x="27856" y="83782"/>
                </a:lnTo>
                <a:lnTo>
                  <a:pt x="27856" y="83782"/>
                </a:lnTo>
                <a:lnTo>
                  <a:pt x="27856" y="83781"/>
                </a:lnTo>
                <a:lnTo>
                  <a:pt x="27856" y="83781"/>
                </a:lnTo>
                <a:lnTo>
                  <a:pt x="27856" y="83781"/>
                </a:lnTo>
                <a:lnTo>
                  <a:pt x="27856" y="83780"/>
                </a:lnTo>
                <a:lnTo>
                  <a:pt x="27856" y="83780"/>
                </a:lnTo>
                <a:lnTo>
                  <a:pt x="27856" y="83780"/>
                </a:lnTo>
                <a:lnTo>
                  <a:pt x="27856" y="83780"/>
                </a:lnTo>
                <a:lnTo>
                  <a:pt x="27856" y="83779"/>
                </a:lnTo>
                <a:lnTo>
                  <a:pt x="27856" y="83779"/>
                </a:lnTo>
                <a:lnTo>
                  <a:pt x="27856" y="83779"/>
                </a:lnTo>
                <a:lnTo>
                  <a:pt x="27856" y="83778"/>
                </a:lnTo>
                <a:lnTo>
                  <a:pt x="27856" y="83778"/>
                </a:lnTo>
                <a:lnTo>
                  <a:pt x="27856" y="83778"/>
                </a:lnTo>
                <a:lnTo>
                  <a:pt x="27856" y="83777"/>
                </a:lnTo>
                <a:lnTo>
                  <a:pt x="27856" y="83777"/>
                </a:lnTo>
                <a:lnTo>
                  <a:pt x="27856" y="83777"/>
                </a:lnTo>
                <a:lnTo>
                  <a:pt x="27856" y="83776"/>
                </a:lnTo>
                <a:lnTo>
                  <a:pt x="27856" y="83776"/>
                </a:lnTo>
                <a:lnTo>
                  <a:pt x="27856" y="83776"/>
                </a:lnTo>
                <a:lnTo>
                  <a:pt x="27856" y="83776"/>
                </a:lnTo>
                <a:lnTo>
                  <a:pt x="27856" y="83775"/>
                </a:lnTo>
                <a:lnTo>
                  <a:pt x="27856" y="83775"/>
                </a:lnTo>
                <a:lnTo>
                  <a:pt x="27856" y="83775"/>
                </a:lnTo>
                <a:lnTo>
                  <a:pt x="27856" y="83774"/>
                </a:lnTo>
                <a:lnTo>
                  <a:pt x="27856" y="83774"/>
                </a:lnTo>
                <a:lnTo>
                  <a:pt x="27856" y="83774"/>
                </a:lnTo>
                <a:lnTo>
                  <a:pt x="27856" y="83773"/>
                </a:lnTo>
                <a:lnTo>
                  <a:pt x="27856" y="83773"/>
                </a:lnTo>
                <a:lnTo>
                  <a:pt x="27856" y="83773"/>
                </a:lnTo>
                <a:lnTo>
                  <a:pt x="27856" y="83773"/>
                </a:lnTo>
                <a:lnTo>
                  <a:pt x="27856" y="83772"/>
                </a:lnTo>
                <a:lnTo>
                  <a:pt x="27856" y="83772"/>
                </a:lnTo>
                <a:lnTo>
                  <a:pt x="27856" y="83772"/>
                </a:lnTo>
                <a:lnTo>
                  <a:pt x="27856" y="83771"/>
                </a:lnTo>
                <a:lnTo>
                  <a:pt x="27856" y="83771"/>
                </a:lnTo>
                <a:lnTo>
                  <a:pt x="27856" y="83771"/>
                </a:lnTo>
                <a:lnTo>
                  <a:pt x="27856" y="83770"/>
                </a:lnTo>
                <a:lnTo>
                  <a:pt x="27856" y="83770"/>
                </a:lnTo>
                <a:lnTo>
                  <a:pt x="27856" y="83770"/>
                </a:lnTo>
                <a:lnTo>
                  <a:pt x="27856" y="83769"/>
                </a:lnTo>
                <a:lnTo>
                  <a:pt x="27856" y="83769"/>
                </a:lnTo>
                <a:lnTo>
                  <a:pt x="27856" y="83769"/>
                </a:lnTo>
                <a:lnTo>
                  <a:pt x="27856" y="83769"/>
                </a:lnTo>
                <a:lnTo>
                  <a:pt x="27856" y="83768"/>
                </a:lnTo>
                <a:lnTo>
                  <a:pt x="27856" y="83768"/>
                </a:lnTo>
                <a:lnTo>
                  <a:pt x="27856" y="83768"/>
                </a:lnTo>
                <a:lnTo>
                  <a:pt x="27856" y="83767"/>
                </a:lnTo>
                <a:lnTo>
                  <a:pt x="27856" y="83767"/>
                </a:lnTo>
                <a:lnTo>
                  <a:pt x="27856" y="83767"/>
                </a:lnTo>
                <a:lnTo>
                  <a:pt x="27856" y="83766"/>
                </a:lnTo>
                <a:lnTo>
                  <a:pt x="27856" y="83766"/>
                </a:lnTo>
                <a:lnTo>
                  <a:pt x="27856" y="83766"/>
                </a:lnTo>
                <a:lnTo>
                  <a:pt x="27856" y="83766"/>
                </a:lnTo>
                <a:lnTo>
                  <a:pt x="27856" y="83765"/>
                </a:lnTo>
                <a:lnTo>
                  <a:pt x="27856" y="83765"/>
                </a:lnTo>
                <a:lnTo>
                  <a:pt x="27856" y="83765"/>
                </a:lnTo>
                <a:lnTo>
                  <a:pt x="27856" y="83764"/>
                </a:lnTo>
                <a:lnTo>
                  <a:pt x="27856" y="83764"/>
                </a:lnTo>
                <a:lnTo>
                  <a:pt x="27856" y="83764"/>
                </a:lnTo>
                <a:lnTo>
                  <a:pt x="27856" y="83763"/>
                </a:lnTo>
                <a:lnTo>
                  <a:pt x="27856" y="83763"/>
                </a:lnTo>
                <a:lnTo>
                  <a:pt x="27856" y="83763"/>
                </a:lnTo>
                <a:lnTo>
                  <a:pt x="27856" y="83762"/>
                </a:lnTo>
                <a:lnTo>
                  <a:pt x="27856" y="83762"/>
                </a:lnTo>
                <a:lnTo>
                  <a:pt x="27856" y="83762"/>
                </a:lnTo>
                <a:lnTo>
                  <a:pt x="27856" y="83762"/>
                </a:lnTo>
                <a:lnTo>
                  <a:pt x="27856" y="83761"/>
                </a:lnTo>
                <a:lnTo>
                  <a:pt x="27856" y="83761"/>
                </a:lnTo>
                <a:lnTo>
                  <a:pt x="27856" y="83761"/>
                </a:lnTo>
                <a:lnTo>
                  <a:pt x="27856" y="83760"/>
                </a:lnTo>
                <a:lnTo>
                  <a:pt x="27856" y="83760"/>
                </a:lnTo>
                <a:lnTo>
                  <a:pt x="27856" y="83760"/>
                </a:lnTo>
                <a:lnTo>
                  <a:pt x="27856" y="83759"/>
                </a:lnTo>
                <a:lnTo>
                  <a:pt x="27856" y="83759"/>
                </a:lnTo>
                <a:lnTo>
                  <a:pt x="27856" y="83759"/>
                </a:lnTo>
                <a:lnTo>
                  <a:pt x="27856" y="83759"/>
                </a:lnTo>
                <a:lnTo>
                  <a:pt x="27856" y="83758"/>
                </a:lnTo>
                <a:lnTo>
                  <a:pt x="27856" y="83758"/>
                </a:lnTo>
                <a:lnTo>
                  <a:pt x="27856" y="83758"/>
                </a:lnTo>
                <a:lnTo>
                  <a:pt x="27856" y="83757"/>
                </a:lnTo>
                <a:lnTo>
                  <a:pt x="27856" y="83757"/>
                </a:lnTo>
                <a:lnTo>
                  <a:pt x="27856" y="83757"/>
                </a:lnTo>
                <a:lnTo>
                  <a:pt x="27856" y="83756"/>
                </a:lnTo>
                <a:lnTo>
                  <a:pt x="27856" y="83756"/>
                </a:lnTo>
                <a:lnTo>
                  <a:pt x="27856" y="83756"/>
                </a:lnTo>
                <a:lnTo>
                  <a:pt x="27856" y="83755"/>
                </a:lnTo>
                <a:lnTo>
                  <a:pt x="27856" y="83755"/>
                </a:lnTo>
                <a:lnTo>
                  <a:pt x="27856" y="83755"/>
                </a:lnTo>
                <a:lnTo>
                  <a:pt x="27856" y="83755"/>
                </a:lnTo>
                <a:lnTo>
                  <a:pt x="27856" y="83754"/>
                </a:lnTo>
                <a:lnTo>
                  <a:pt x="27856" y="83754"/>
                </a:lnTo>
                <a:lnTo>
                  <a:pt x="27856" y="83754"/>
                </a:lnTo>
                <a:lnTo>
                  <a:pt x="27856" y="83753"/>
                </a:lnTo>
                <a:lnTo>
                  <a:pt x="27856" y="83753"/>
                </a:lnTo>
                <a:lnTo>
                  <a:pt x="27856" y="83753"/>
                </a:lnTo>
                <a:lnTo>
                  <a:pt x="27856" y="83752"/>
                </a:lnTo>
                <a:lnTo>
                  <a:pt x="27856" y="83752"/>
                </a:lnTo>
                <a:lnTo>
                  <a:pt x="27856" y="83752"/>
                </a:lnTo>
                <a:lnTo>
                  <a:pt x="27856" y="83752"/>
                </a:lnTo>
                <a:lnTo>
                  <a:pt x="27856" y="83751"/>
                </a:lnTo>
                <a:lnTo>
                  <a:pt x="27856" y="83751"/>
                </a:lnTo>
                <a:lnTo>
                  <a:pt x="27856" y="83751"/>
                </a:lnTo>
                <a:lnTo>
                  <a:pt x="27856" y="83750"/>
                </a:lnTo>
                <a:lnTo>
                  <a:pt x="27856" y="83750"/>
                </a:lnTo>
                <a:lnTo>
                  <a:pt x="27856" y="83750"/>
                </a:lnTo>
                <a:lnTo>
                  <a:pt x="27856" y="83749"/>
                </a:lnTo>
                <a:lnTo>
                  <a:pt x="27856" y="83749"/>
                </a:lnTo>
                <a:lnTo>
                  <a:pt x="27856" y="83749"/>
                </a:lnTo>
                <a:lnTo>
                  <a:pt x="27856" y="83748"/>
                </a:lnTo>
                <a:lnTo>
                  <a:pt x="27856" y="83748"/>
                </a:lnTo>
                <a:lnTo>
                  <a:pt x="27856" y="83748"/>
                </a:lnTo>
                <a:lnTo>
                  <a:pt x="27856" y="83748"/>
                </a:lnTo>
                <a:lnTo>
                  <a:pt x="27856" y="83747"/>
                </a:lnTo>
                <a:lnTo>
                  <a:pt x="27856" y="83747"/>
                </a:lnTo>
                <a:lnTo>
                  <a:pt x="27856" y="83747"/>
                </a:lnTo>
                <a:lnTo>
                  <a:pt x="27856" y="83746"/>
                </a:lnTo>
                <a:lnTo>
                  <a:pt x="27856" y="83746"/>
                </a:lnTo>
                <a:lnTo>
                  <a:pt x="27856" y="83746"/>
                </a:lnTo>
                <a:lnTo>
                  <a:pt x="27856" y="83745"/>
                </a:lnTo>
                <a:lnTo>
                  <a:pt x="27856" y="83745"/>
                </a:lnTo>
                <a:lnTo>
                  <a:pt x="27856" y="83745"/>
                </a:lnTo>
                <a:lnTo>
                  <a:pt x="27856" y="83745"/>
                </a:lnTo>
                <a:lnTo>
                  <a:pt x="27856" y="83744"/>
                </a:lnTo>
                <a:lnTo>
                  <a:pt x="27856" y="83744"/>
                </a:lnTo>
                <a:lnTo>
                  <a:pt x="27856" y="83744"/>
                </a:lnTo>
                <a:lnTo>
                  <a:pt x="27856" y="83743"/>
                </a:lnTo>
                <a:lnTo>
                  <a:pt x="27856" y="83743"/>
                </a:lnTo>
                <a:lnTo>
                  <a:pt x="27856" y="83743"/>
                </a:lnTo>
                <a:lnTo>
                  <a:pt x="27856" y="83742"/>
                </a:lnTo>
                <a:lnTo>
                  <a:pt x="27856" y="83742"/>
                </a:lnTo>
                <a:lnTo>
                  <a:pt x="27856" y="83742"/>
                </a:lnTo>
                <a:lnTo>
                  <a:pt x="27856" y="83742"/>
                </a:lnTo>
                <a:lnTo>
                  <a:pt x="27856" y="83741"/>
                </a:lnTo>
                <a:lnTo>
                  <a:pt x="27856" y="83741"/>
                </a:lnTo>
                <a:lnTo>
                  <a:pt x="27856" y="83741"/>
                </a:lnTo>
                <a:lnTo>
                  <a:pt x="27856" y="83740"/>
                </a:lnTo>
                <a:lnTo>
                  <a:pt x="27856" y="83740"/>
                </a:lnTo>
                <a:lnTo>
                  <a:pt x="27856" y="83740"/>
                </a:lnTo>
                <a:lnTo>
                  <a:pt x="27856" y="83739"/>
                </a:lnTo>
                <a:lnTo>
                  <a:pt x="27856" y="83739"/>
                </a:lnTo>
                <a:lnTo>
                  <a:pt x="27856" y="83739"/>
                </a:lnTo>
                <a:lnTo>
                  <a:pt x="27856" y="83738"/>
                </a:lnTo>
                <a:lnTo>
                  <a:pt x="27856" y="83738"/>
                </a:lnTo>
                <a:lnTo>
                  <a:pt x="27856" y="83738"/>
                </a:lnTo>
                <a:lnTo>
                  <a:pt x="27856" y="83738"/>
                </a:lnTo>
                <a:lnTo>
                  <a:pt x="27856" y="83737"/>
                </a:lnTo>
                <a:lnTo>
                  <a:pt x="27856" y="83737"/>
                </a:lnTo>
                <a:lnTo>
                  <a:pt x="27856" y="83737"/>
                </a:lnTo>
                <a:lnTo>
                  <a:pt x="27856" y="83736"/>
                </a:lnTo>
                <a:lnTo>
                  <a:pt x="27856" y="83736"/>
                </a:lnTo>
                <a:lnTo>
                  <a:pt x="27856" y="83736"/>
                </a:lnTo>
                <a:lnTo>
                  <a:pt x="27856" y="83735"/>
                </a:lnTo>
                <a:lnTo>
                  <a:pt x="27856" y="83735"/>
                </a:lnTo>
                <a:lnTo>
                  <a:pt x="27856" y="83735"/>
                </a:lnTo>
                <a:lnTo>
                  <a:pt x="27856" y="83735"/>
                </a:lnTo>
                <a:lnTo>
                  <a:pt x="27856" y="83734"/>
                </a:lnTo>
                <a:lnTo>
                  <a:pt x="27856" y="83734"/>
                </a:lnTo>
                <a:lnTo>
                  <a:pt x="27856" y="83734"/>
                </a:lnTo>
                <a:lnTo>
                  <a:pt x="27856" y="83733"/>
                </a:lnTo>
                <a:lnTo>
                  <a:pt x="27856" y="83733"/>
                </a:lnTo>
                <a:lnTo>
                  <a:pt x="27856" y="83733"/>
                </a:lnTo>
                <a:lnTo>
                  <a:pt x="27856" y="83732"/>
                </a:lnTo>
                <a:lnTo>
                  <a:pt x="27856" y="83732"/>
                </a:lnTo>
                <a:lnTo>
                  <a:pt x="27856" y="83732"/>
                </a:lnTo>
                <a:lnTo>
                  <a:pt x="27856" y="83732"/>
                </a:lnTo>
                <a:lnTo>
                  <a:pt x="27856" y="83731"/>
                </a:lnTo>
                <a:lnTo>
                  <a:pt x="27856" y="83731"/>
                </a:lnTo>
                <a:lnTo>
                  <a:pt x="27856" y="83731"/>
                </a:lnTo>
                <a:lnTo>
                  <a:pt x="27856" y="83730"/>
                </a:lnTo>
                <a:lnTo>
                  <a:pt x="27856" y="83730"/>
                </a:lnTo>
                <a:lnTo>
                  <a:pt x="27856" y="83730"/>
                </a:lnTo>
                <a:lnTo>
                  <a:pt x="27856" y="83729"/>
                </a:lnTo>
                <a:lnTo>
                  <a:pt x="27856" y="83729"/>
                </a:lnTo>
                <a:lnTo>
                  <a:pt x="27856" y="83729"/>
                </a:lnTo>
                <a:lnTo>
                  <a:pt x="27856" y="83729"/>
                </a:lnTo>
                <a:lnTo>
                  <a:pt x="27856" y="83728"/>
                </a:lnTo>
                <a:lnTo>
                  <a:pt x="27856" y="83728"/>
                </a:lnTo>
                <a:lnTo>
                  <a:pt x="27856" y="83728"/>
                </a:lnTo>
                <a:lnTo>
                  <a:pt x="27856" y="83727"/>
                </a:lnTo>
                <a:lnTo>
                  <a:pt x="27856" y="83727"/>
                </a:lnTo>
                <a:lnTo>
                  <a:pt x="27856" y="83727"/>
                </a:lnTo>
                <a:lnTo>
                  <a:pt x="27856" y="83726"/>
                </a:lnTo>
                <a:lnTo>
                  <a:pt x="27856" y="83726"/>
                </a:lnTo>
                <a:lnTo>
                  <a:pt x="27856" y="83726"/>
                </a:lnTo>
                <a:lnTo>
                  <a:pt x="27856" y="83725"/>
                </a:lnTo>
                <a:lnTo>
                  <a:pt x="27856" y="83725"/>
                </a:lnTo>
                <a:lnTo>
                  <a:pt x="27856" y="83725"/>
                </a:lnTo>
                <a:lnTo>
                  <a:pt x="27856" y="83725"/>
                </a:lnTo>
                <a:lnTo>
                  <a:pt x="27856" y="83724"/>
                </a:lnTo>
                <a:lnTo>
                  <a:pt x="27856" y="83724"/>
                </a:lnTo>
                <a:lnTo>
                  <a:pt x="27856" y="83724"/>
                </a:lnTo>
                <a:lnTo>
                  <a:pt x="27856" y="83723"/>
                </a:lnTo>
                <a:lnTo>
                  <a:pt x="27856" y="83723"/>
                </a:lnTo>
                <a:lnTo>
                  <a:pt x="27856" y="83723"/>
                </a:lnTo>
                <a:lnTo>
                  <a:pt x="27856" y="83722"/>
                </a:lnTo>
                <a:lnTo>
                  <a:pt x="27856" y="83722"/>
                </a:lnTo>
                <a:lnTo>
                  <a:pt x="27856" y="83722"/>
                </a:lnTo>
                <a:lnTo>
                  <a:pt x="27856" y="83722"/>
                </a:lnTo>
                <a:lnTo>
                  <a:pt x="27856" y="83721"/>
                </a:lnTo>
                <a:lnTo>
                  <a:pt x="27856" y="83721"/>
                </a:lnTo>
                <a:lnTo>
                  <a:pt x="27856" y="83721"/>
                </a:lnTo>
                <a:lnTo>
                  <a:pt x="27856" y="83720"/>
                </a:lnTo>
                <a:lnTo>
                  <a:pt x="27856" y="83720"/>
                </a:lnTo>
                <a:lnTo>
                  <a:pt x="27856" y="83720"/>
                </a:lnTo>
                <a:lnTo>
                  <a:pt x="27856" y="83719"/>
                </a:lnTo>
                <a:lnTo>
                  <a:pt x="27856" y="83719"/>
                </a:lnTo>
                <a:lnTo>
                  <a:pt x="27856" y="83719"/>
                </a:lnTo>
                <a:lnTo>
                  <a:pt x="27856" y="83719"/>
                </a:lnTo>
                <a:lnTo>
                  <a:pt x="27856" y="83718"/>
                </a:lnTo>
                <a:lnTo>
                  <a:pt x="27856" y="83718"/>
                </a:lnTo>
                <a:lnTo>
                  <a:pt x="27856" y="83718"/>
                </a:lnTo>
                <a:lnTo>
                  <a:pt x="27856" y="83717"/>
                </a:lnTo>
                <a:lnTo>
                  <a:pt x="27856" y="83717"/>
                </a:lnTo>
                <a:lnTo>
                  <a:pt x="27856" y="83717"/>
                </a:lnTo>
                <a:lnTo>
                  <a:pt x="27856" y="83716"/>
                </a:lnTo>
                <a:lnTo>
                  <a:pt x="27856" y="83716"/>
                </a:lnTo>
                <a:lnTo>
                  <a:pt x="27856" y="83716"/>
                </a:lnTo>
                <a:lnTo>
                  <a:pt x="27856" y="83716"/>
                </a:lnTo>
                <a:lnTo>
                  <a:pt x="27856" y="83715"/>
                </a:lnTo>
                <a:lnTo>
                  <a:pt x="27856" y="83715"/>
                </a:lnTo>
                <a:lnTo>
                  <a:pt x="27856" y="83715"/>
                </a:lnTo>
                <a:lnTo>
                  <a:pt x="27856" y="83714"/>
                </a:lnTo>
                <a:lnTo>
                  <a:pt x="27856" y="83714"/>
                </a:lnTo>
                <a:lnTo>
                  <a:pt x="27856" y="83714"/>
                </a:lnTo>
                <a:lnTo>
                  <a:pt x="27856" y="83713"/>
                </a:lnTo>
                <a:lnTo>
                  <a:pt x="27856" y="83713"/>
                </a:lnTo>
                <a:lnTo>
                  <a:pt x="27856" y="83713"/>
                </a:lnTo>
                <a:lnTo>
                  <a:pt x="27856" y="83713"/>
                </a:lnTo>
                <a:lnTo>
                  <a:pt x="27856" y="83712"/>
                </a:lnTo>
                <a:lnTo>
                  <a:pt x="27856" y="83712"/>
                </a:lnTo>
                <a:lnTo>
                  <a:pt x="27856" y="83712"/>
                </a:lnTo>
                <a:lnTo>
                  <a:pt x="27856" y="83711"/>
                </a:lnTo>
                <a:lnTo>
                  <a:pt x="27856" y="83711"/>
                </a:lnTo>
                <a:lnTo>
                  <a:pt x="27856" y="83711"/>
                </a:lnTo>
                <a:lnTo>
                  <a:pt x="27856" y="83710"/>
                </a:lnTo>
                <a:lnTo>
                  <a:pt x="27856" y="83710"/>
                </a:lnTo>
                <a:lnTo>
                  <a:pt x="27856" y="83710"/>
                </a:lnTo>
                <a:lnTo>
                  <a:pt x="27856" y="83710"/>
                </a:lnTo>
                <a:lnTo>
                  <a:pt x="27856" y="83709"/>
                </a:lnTo>
                <a:lnTo>
                  <a:pt x="27856" y="83709"/>
                </a:lnTo>
                <a:lnTo>
                  <a:pt x="27856" y="83709"/>
                </a:lnTo>
                <a:lnTo>
                  <a:pt x="27856" y="83708"/>
                </a:lnTo>
                <a:lnTo>
                  <a:pt x="27856" y="83708"/>
                </a:lnTo>
                <a:lnTo>
                  <a:pt x="27856" y="83708"/>
                </a:lnTo>
                <a:lnTo>
                  <a:pt x="27856" y="83707"/>
                </a:lnTo>
                <a:lnTo>
                  <a:pt x="27856" y="83707"/>
                </a:lnTo>
                <a:lnTo>
                  <a:pt x="27856" y="83707"/>
                </a:lnTo>
                <a:lnTo>
                  <a:pt x="27856" y="83706"/>
                </a:lnTo>
                <a:lnTo>
                  <a:pt x="27856" y="83706"/>
                </a:lnTo>
                <a:lnTo>
                  <a:pt x="27856" y="83706"/>
                </a:lnTo>
                <a:lnTo>
                  <a:pt x="27856" y="83706"/>
                </a:lnTo>
                <a:lnTo>
                  <a:pt x="27856" y="83705"/>
                </a:lnTo>
                <a:lnTo>
                  <a:pt x="27856" y="83705"/>
                </a:lnTo>
                <a:lnTo>
                  <a:pt x="27856" y="83705"/>
                </a:lnTo>
                <a:lnTo>
                  <a:pt x="27856" y="83704"/>
                </a:lnTo>
                <a:lnTo>
                  <a:pt x="27856" y="83704"/>
                </a:lnTo>
                <a:lnTo>
                  <a:pt x="27856" y="83704"/>
                </a:lnTo>
                <a:lnTo>
                  <a:pt x="27856" y="83703"/>
                </a:lnTo>
                <a:lnTo>
                  <a:pt x="27856" y="83703"/>
                </a:lnTo>
                <a:lnTo>
                  <a:pt x="27856" y="83703"/>
                </a:lnTo>
                <a:lnTo>
                  <a:pt x="27856" y="83703"/>
                </a:lnTo>
                <a:lnTo>
                  <a:pt x="27856" y="83702"/>
                </a:lnTo>
                <a:lnTo>
                  <a:pt x="27856" y="83702"/>
                </a:lnTo>
                <a:lnTo>
                  <a:pt x="27856" y="83702"/>
                </a:lnTo>
                <a:lnTo>
                  <a:pt x="27856" y="83701"/>
                </a:lnTo>
                <a:lnTo>
                  <a:pt x="27856" y="83701"/>
                </a:lnTo>
                <a:lnTo>
                  <a:pt x="27856" y="83701"/>
                </a:lnTo>
                <a:lnTo>
                  <a:pt x="27856" y="83700"/>
                </a:lnTo>
                <a:lnTo>
                  <a:pt x="27856" y="83700"/>
                </a:lnTo>
                <a:lnTo>
                  <a:pt x="27856" y="83700"/>
                </a:lnTo>
                <a:lnTo>
                  <a:pt x="27856" y="83700"/>
                </a:lnTo>
                <a:lnTo>
                  <a:pt x="27856" y="83699"/>
                </a:lnTo>
                <a:lnTo>
                  <a:pt x="27856" y="83699"/>
                </a:lnTo>
                <a:lnTo>
                  <a:pt x="27856" y="83699"/>
                </a:lnTo>
                <a:lnTo>
                  <a:pt x="27856" y="83698"/>
                </a:lnTo>
                <a:lnTo>
                  <a:pt x="27856" y="83698"/>
                </a:lnTo>
                <a:lnTo>
                  <a:pt x="27856" y="83698"/>
                </a:lnTo>
                <a:lnTo>
                  <a:pt x="27856" y="83697"/>
                </a:lnTo>
                <a:lnTo>
                  <a:pt x="27856" y="83697"/>
                </a:lnTo>
                <a:lnTo>
                  <a:pt x="27856" y="83697"/>
                </a:lnTo>
                <a:lnTo>
                  <a:pt x="27856" y="83697"/>
                </a:lnTo>
                <a:lnTo>
                  <a:pt x="27856" y="83696"/>
                </a:lnTo>
                <a:lnTo>
                  <a:pt x="27856" y="83696"/>
                </a:lnTo>
                <a:lnTo>
                  <a:pt x="27856" y="83696"/>
                </a:lnTo>
                <a:lnTo>
                  <a:pt x="27856" y="83695"/>
                </a:lnTo>
                <a:lnTo>
                  <a:pt x="27856" y="83695"/>
                </a:lnTo>
                <a:lnTo>
                  <a:pt x="27856" y="83695"/>
                </a:lnTo>
                <a:lnTo>
                  <a:pt x="27856" y="83694"/>
                </a:lnTo>
                <a:lnTo>
                  <a:pt x="27856" y="83694"/>
                </a:lnTo>
                <a:lnTo>
                  <a:pt x="27856" y="83694"/>
                </a:lnTo>
                <a:lnTo>
                  <a:pt x="27856" y="83694"/>
                </a:lnTo>
                <a:lnTo>
                  <a:pt x="27856" y="83693"/>
                </a:lnTo>
                <a:lnTo>
                  <a:pt x="27856" y="83693"/>
                </a:lnTo>
                <a:lnTo>
                  <a:pt x="27856" y="83693"/>
                </a:lnTo>
                <a:lnTo>
                  <a:pt x="27856" y="83692"/>
                </a:lnTo>
                <a:lnTo>
                  <a:pt x="27856" y="83692"/>
                </a:lnTo>
                <a:lnTo>
                  <a:pt x="27856" y="83692"/>
                </a:lnTo>
                <a:lnTo>
                  <a:pt x="27856" y="83691"/>
                </a:lnTo>
                <a:lnTo>
                  <a:pt x="27856" y="83691"/>
                </a:lnTo>
                <a:lnTo>
                  <a:pt x="27856" y="83691"/>
                </a:lnTo>
                <a:lnTo>
                  <a:pt x="27856" y="83691"/>
                </a:lnTo>
                <a:lnTo>
                  <a:pt x="27856" y="83690"/>
                </a:lnTo>
                <a:lnTo>
                  <a:pt x="27856" y="83690"/>
                </a:lnTo>
                <a:lnTo>
                  <a:pt x="27856" y="83690"/>
                </a:lnTo>
                <a:lnTo>
                  <a:pt x="27856" y="83689"/>
                </a:lnTo>
                <a:lnTo>
                  <a:pt x="27856" y="83689"/>
                </a:lnTo>
                <a:lnTo>
                  <a:pt x="27856" y="83689"/>
                </a:lnTo>
                <a:lnTo>
                  <a:pt x="27856" y="83688"/>
                </a:lnTo>
                <a:lnTo>
                  <a:pt x="27856" y="83688"/>
                </a:lnTo>
                <a:lnTo>
                  <a:pt x="27856" y="83688"/>
                </a:lnTo>
                <a:lnTo>
                  <a:pt x="27856" y="83688"/>
                </a:lnTo>
                <a:lnTo>
                  <a:pt x="27856" y="83687"/>
                </a:lnTo>
                <a:lnTo>
                  <a:pt x="27856" y="83687"/>
                </a:lnTo>
                <a:lnTo>
                  <a:pt x="27856" y="83687"/>
                </a:lnTo>
                <a:lnTo>
                  <a:pt x="27856" y="83686"/>
                </a:lnTo>
                <a:lnTo>
                  <a:pt x="27856" y="83686"/>
                </a:lnTo>
                <a:lnTo>
                  <a:pt x="27856" y="83686"/>
                </a:lnTo>
                <a:lnTo>
                  <a:pt x="27856" y="83685"/>
                </a:lnTo>
                <a:lnTo>
                  <a:pt x="27856" y="83685"/>
                </a:lnTo>
                <a:lnTo>
                  <a:pt x="27856" y="83685"/>
                </a:lnTo>
                <a:lnTo>
                  <a:pt x="27856" y="83685"/>
                </a:lnTo>
                <a:lnTo>
                  <a:pt x="27856" y="83684"/>
                </a:lnTo>
                <a:lnTo>
                  <a:pt x="27856" y="83684"/>
                </a:lnTo>
                <a:lnTo>
                  <a:pt x="27856" y="83684"/>
                </a:lnTo>
                <a:lnTo>
                  <a:pt x="27856" y="83683"/>
                </a:lnTo>
                <a:lnTo>
                  <a:pt x="27856" y="83683"/>
                </a:lnTo>
                <a:lnTo>
                  <a:pt x="27856" y="83683"/>
                </a:lnTo>
                <a:lnTo>
                  <a:pt x="27856" y="83682"/>
                </a:lnTo>
                <a:lnTo>
                  <a:pt x="27856" y="83682"/>
                </a:lnTo>
                <a:lnTo>
                  <a:pt x="27856" y="83682"/>
                </a:lnTo>
                <a:lnTo>
                  <a:pt x="27856" y="83682"/>
                </a:lnTo>
                <a:lnTo>
                  <a:pt x="27856" y="83681"/>
                </a:lnTo>
                <a:lnTo>
                  <a:pt x="27856" y="83681"/>
                </a:lnTo>
                <a:lnTo>
                  <a:pt x="27856" y="83681"/>
                </a:lnTo>
                <a:lnTo>
                  <a:pt x="27856" y="83680"/>
                </a:lnTo>
                <a:lnTo>
                  <a:pt x="27856" y="83680"/>
                </a:lnTo>
                <a:lnTo>
                  <a:pt x="27856" y="83680"/>
                </a:lnTo>
                <a:lnTo>
                  <a:pt x="27856" y="83679"/>
                </a:lnTo>
                <a:lnTo>
                  <a:pt x="27856" y="83679"/>
                </a:lnTo>
                <a:lnTo>
                  <a:pt x="27856" y="83679"/>
                </a:lnTo>
                <a:lnTo>
                  <a:pt x="27856" y="83679"/>
                </a:lnTo>
                <a:lnTo>
                  <a:pt x="27856" y="83678"/>
                </a:lnTo>
                <a:lnTo>
                  <a:pt x="27856" y="83678"/>
                </a:lnTo>
                <a:lnTo>
                  <a:pt x="27856" y="83678"/>
                </a:lnTo>
                <a:lnTo>
                  <a:pt x="27856" y="83677"/>
                </a:lnTo>
                <a:lnTo>
                  <a:pt x="27856" y="83677"/>
                </a:lnTo>
                <a:lnTo>
                  <a:pt x="27856" y="83677"/>
                </a:lnTo>
                <a:lnTo>
                  <a:pt x="27856" y="83676"/>
                </a:lnTo>
                <a:lnTo>
                  <a:pt x="27856" y="83676"/>
                </a:lnTo>
                <a:lnTo>
                  <a:pt x="27856" y="83676"/>
                </a:lnTo>
                <a:lnTo>
                  <a:pt x="27856" y="83676"/>
                </a:lnTo>
                <a:lnTo>
                  <a:pt x="27856" y="83675"/>
                </a:lnTo>
                <a:lnTo>
                  <a:pt x="27856" y="83675"/>
                </a:lnTo>
                <a:lnTo>
                  <a:pt x="27856" y="83675"/>
                </a:lnTo>
                <a:lnTo>
                  <a:pt x="27856" y="83674"/>
                </a:lnTo>
                <a:lnTo>
                  <a:pt x="27856" y="83674"/>
                </a:lnTo>
                <a:lnTo>
                  <a:pt x="27856" y="83674"/>
                </a:lnTo>
                <a:lnTo>
                  <a:pt x="27856" y="83673"/>
                </a:lnTo>
                <a:lnTo>
                  <a:pt x="27856" y="83673"/>
                </a:lnTo>
                <a:lnTo>
                  <a:pt x="27856" y="83673"/>
                </a:lnTo>
                <a:lnTo>
                  <a:pt x="27856" y="83673"/>
                </a:lnTo>
                <a:lnTo>
                  <a:pt x="27856" y="83672"/>
                </a:lnTo>
                <a:lnTo>
                  <a:pt x="27856" y="83672"/>
                </a:lnTo>
                <a:lnTo>
                  <a:pt x="27856" y="83672"/>
                </a:lnTo>
                <a:lnTo>
                  <a:pt x="27856" y="83671"/>
                </a:lnTo>
                <a:lnTo>
                  <a:pt x="27856" y="83671"/>
                </a:lnTo>
                <a:lnTo>
                  <a:pt x="27856" y="83671"/>
                </a:lnTo>
                <a:lnTo>
                  <a:pt x="27856" y="83670"/>
                </a:lnTo>
                <a:lnTo>
                  <a:pt x="27856" y="83670"/>
                </a:lnTo>
                <a:lnTo>
                  <a:pt x="27856" y="83670"/>
                </a:lnTo>
                <a:lnTo>
                  <a:pt x="27856" y="83670"/>
                </a:lnTo>
                <a:lnTo>
                  <a:pt x="27856" y="83669"/>
                </a:lnTo>
                <a:lnTo>
                  <a:pt x="27856" y="83669"/>
                </a:lnTo>
                <a:lnTo>
                  <a:pt x="27856" y="83669"/>
                </a:lnTo>
                <a:lnTo>
                  <a:pt x="27856" y="83668"/>
                </a:lnTo>
                <a:lnTo>
                  <a:pt x="27856" y="83668"/>
                </a:lnTo>
                <a:lnTo>
                  <a:pt x="27856" y="83668"/>
                </a:lnTo>
                <a:lnTo>
                  <a:pt x="27856" y="83667"/>
                </a:lnTo>
                <a:lnTo>
                  <a:pt x="27856" y="83667"/>
                </a:lnTo>
                <a:lnTo>
                  <a:pt x="27856" y="83667"/>
                </a:lnTo>
                <a:lnTo>
                  <a:pt x="27856" y="83667"/>
                </a:lnTo>
                <a:lnTo>
                  <a:pt x="27856" y="83666"/>
                </a:lnTo>
                <a:lnTo>
                  <a:pt x="27856" y="83666"/>
                </a:lnTo>
                <a:lnTo>
                  <a:pt x="27856" y="83666"/>
                </a:lnTo>
                <a:lnTo>
                  <a:pt x="27856" y="83665"/>
                </a:lnTo>
                <a:lnTo>
                  <a:pt x="27856" y="83665"/>
                </a:lnTo>
                <a:lnTo>
                  <a:pt x="27856" y="83665"/>
                </a:lnTo>
                <a:lnTo>
                  <a:pt x="27856" y="83665"/>
                </a:lnTo>
                <a:lnTo>
                  <a:pt x="27856" y="83664"/>
                </a:lnTo>
                <a:lnTo>
                  <a:pt x="27856" y="83664"/>
                </a:lnTo>
                <a:lnTo>
                  <a:pt x="27856" y="83664"/>
                </a:lnTo>
                <a:lnTo>
                  <a:pt x="27856" y="83663"/>
                </a:lnTo>
                <a:lnTo>
                  <a:pt x="27856" y="83663"/>
                </a:lnTo>
                <a:lnTo>
                  <a:pt x="27856" y="83663"/>
                </a:lnTo>
                <a:lnTo>
                  <a:pt x="27856" y="83662"/>
                </a:lnTo>
                <a:lnTo>
                  <a:pt x="27856" y="83662"/>
                </a:lnTo>
                <a:lnTo>
                  <a:pt x="27856" y="83662"/>
                </a:lnTo>
                <a:lnTo>
                  <a:pt x="27856" y="83662"/>
                </a:lnTo>
                <a:lnTo>
                  <a:pt x="27856" y="83661"/>
                </a:lnTo>
                <a:lnTo>
                  <a:pt x="27856" y="83661"/>
                </a:lnTo>
                <a:lnTo>
                  <a:pt x="27856" y="83661"/>
                </a:lnTo>
                <a:lnTo>
                  <a:pt x="27856" y="83660"/>
                </a:lnTo>
                <a:lnTo>
                  <a:pt x="27856" y="83660"/>
                </a:lnTo>
                <a:lnTo>
                  <a:pt x="27856" y="83660"/>
                </a:lnTo>
                <a:lnTo>
                  <a:pt x="27856" y="83659"/>
                </a:lnTo>
                <a:lnTo>
                  <a:pt x="27856" y="83659"/>
                </a:lnTo>
                <a:lnTo>
                  <a:pt x="27856" y="83659"/>
                </a:lnTo>
                <a:lnTo>
                  <a:pt x="27856" y="83659"/>
                </a:lnTo>
                <a:lnTo>
                  <a:pt x="27856" y="83658"/>
                </a:lnTo>
                <a:lnTo>
                  <a:pt x="27856" y="83658"/>
                </a:lnTo>
                <a:lnTo>
                  <a:pt x="27856" y="83658"/>
                </a:lnTo>
                <a:lnTo>
                  <a:pt x="27856" y="83657"/>
                </a:lnTo>
                <a:lnTo>
                  <a:pt x="27856" y="83657"/>
                </a:lnTo>
                <a:lnTo>
                  <a:pt x="27856" y="83657"/>
                </a:lnTo>
                <a:lnTo>
                  <a:pt x="27856" y="83656"/>
                </a:lnTo>
                <a:lnTo>
                  <a:pt x="27856" y="83656"/>
                </a:lnTo>
                <a:lnTo>
                  <a:pt x="27856" y="83656"/>
                </a:lnTo>
                <a:lnTo>
                  <a:pt x="27856" y="83656"/>
                </a:lnTo>
                <a:lnTo>
                  <a:pt x="27856" y="83655"/>
                </a:lnTo>
                <a:lnTo>
                  <a:pt x="27856" y="83655"/>
                </a:lnTo>
                <a:lnTo>
                  <a:pt x="27856" y="83655"/>
                </a:lnTo>
                <a:lnTo>
                  <a:pt x="27856" y="83654"/>
                </a:lnTo>
                <a:lnTo>
                  <a:pt x="27856" y="83654"/>
                </a:lnTo>
                <a:lnTo>
                  <a:pt x="27856" y="83654"/>
                </a:lnTo>
                <a:lnTo>
                  <a:pt x="27856" y="83653"/>
                </a:lnTo>
                <a:lnTo>
                  <a:pt x="27856" y="83653"/>
                </a:lnTo>
                <a:lnTo>
                  <a:pt x="27856" y="83653"/>
                </a:lnTo>
                <a:lnTo>
                  <a:pt x="27856" y="83653"/>
                </a:lnTo>
                <a:lnTo>
                  <a:pt x="27856" y="83652"/>
                </a:lnTo>
                <a:lnTo>
                  <a:pt x="27856" y="83652"/>
                </a:lnTo>
                <a:lnTo>
                  <a:pt x="27856" y="83652"/>
                </a:lnTo>
                <a:lnTo>
                  <a:pt x="27856" y="83651"/>
                </a:lnTo>
                <a:lnTo>
                  <a:pt x="27856" y="83651"/>
                </a:lnTo>
                <a:lnTo>
                  <a:pt x="27856" y="83651"/>
                </a:lnTo>
                <a:lnTo>
                  <a:pt x="27856" y="83650"/>
                </a:lnTo>
                <a:lnTo>
                  <a:pt x="27856" y="83650"/>
                </a:lnTo>
                <a:lnTo>
                  <a:pt x="27856" y="83650"/>
                </a:lnTo>
                <a:lnTo>
                  <a:pt x="27856" y="83650"/>
                </a:lnTo>
                <a:lnTo>
                  <a:pt x="27856" y="83649"/>
                </a:lnTo>
                <a:lnTo>
                  <a:pt x="27856" y="83649"/>
                </a:lnTo>
                <a:lnTo>
                  <a:pt x="27856" y="83649"/>
                </a:lnTo>
                <a:lnTo>
                  <a:pt x="27856" y="83648"/>
                </a:lnTo>
                <a:lnTo>
                  <a:pt x="27856" y="83648"/>
                </a:lnTo>
                <a:lnTo>
                  <a:pt x="27856" y="83648"/>
                </a:lnTo>
                <a:lnTo>
                  <a:pt x="27856" y="83648"/>
                </a:lnTo>
                <a:lnTo>
                  <a:pt x="27856" y="83647"/>
                </a:lnTo>
                <a:lnTo>
                  <a:pt x="27856" y="83647"/>
                </a:lnTo>
                <a:lnTo>
                  <a:pt x="27856" y="83647"/>
                </a:lnTo>
                <a:lnTo>
                  <a:pt x="27856" y="83646"/>
                </a:lnTo>
                <a:lnTo>
                  <a:pt x="27856" y="83646"/>
                </a:lnTo>
                <a:lnTo>
                  <a:pt x="27856" y="83646"/>
                </a:lnTo>
                <a:lnTo>
                  <a:pt x="27856" y="83645"/>
                </a:lnTo>
                <a:lnTo>
                  <a:pt x="27856" y="83645"/>
                </a:lnTo>
                <a:lnTo>
                  <a:pt x="27856" y="83645"/>
                </a:lnTo>
                <a:lnTo>
                  <a:pt x="27856" y="83645"/>
                </a:lnTo>
                <a:lnTo>
                  <a:pt x="27856" y="83644"/>
                </a:lnTo>
                <a:lnTo>
                  <a:pt x="27856" y="83644"/>
                </a:lnTo>
                <a:lnTo>
                  <a:pt x="27856" y="83644"/>
                </a:lnTo>
                <a:lnTo>
                  <a:pt x="27856" y="83643"/>
                </a:lnTo>
                <a:lnTo>
                  <a:pt x="27856" y="83643"/>
                </a:lnTo>
                <a:lnTo>
                  <a:pt x="27856" y="83643"/>
                </a:lnTo>
                <a:lnTo>
                  <a:pt x="27856" y="83642"/>
                </a:lnTo>
                <a:lnTo>
                  <a:pt x="27856" y="83642"/>
                </a:lnTo>
                <a:lnTo>
                  <a:pt x="27856" y="83642"/>
                </a:lnTo>
                <a:lnTo>
                  <a:pt x="27856" y="83642"/>
                </a:lnTo>
                <a:lnTo>
                  <a:pt x="27856" y="83641"/>
                </a:lnTo>
                <a:lnTo>
                  <a:pt x="27856" y="83641"/>
                </a:lnTo>
                <a:lnTo>
                  <a:pt x="27856" y="83641"/>
                </a:lnTo>
                <a:lnTo>
                  <a:pt x="27856" y="83640"/>
                </a:lnTo>
                <a:lnTo>
                  <a:pt x="27856" y="83640"/>
                </a:lnTo>
                <a:lnTo>
                  <a:pt x="27856" y="83640"/>
                </a:lnTo>
                <a:lnTo>
                  <a:pt x="27856" y="83639"/>
                </a:lnTo>
                <a:lnTo>
                  <a:pt x="27856" y="83639"/>
                </a:lnTo>
                <a:lnTo>
                  <a:pt x="27856" y="83639"/>
                </a:lnTo>
                <a:lnTo>
                  <a:pt x="27856" y="83639"/>
                </a:lnTo>
                <a:lnTo>
                  <a:pt x="27856" y="83638"/>
                </a:lnTo>
                <a:lnTo>
                  <a:pt x="27856" y="83638"/>
                </a:lnTo>
                <a:lnTo>
                  <a:pt x="27856" y="83638"/>
                </a:lnTo>
                <a:lnTo>
                  <a:pt x="27856" y="83637"/>
                </a:lnTo>
                <a:lnTo>
                  <a:pt x="27856" y="83637"/>
                </a:lnTo>
                <a:lnTo>
                  <a:pt x="27856" y="83637"/>
                </a:lnTo>
                <a:lnTo>
                  <a:pt x="27856" y="83636"/>
                </a:lnTo>
                <a:lnTo>
                  <a:pt x="27856" y="83636"/>
                </a:lnTo>
                <a:lnTo>
                  <a:pt x="27856" y="83636"/>
                </a:lnTo>
                <a:lnTo>
                  <a:pt x="27856" y="83636"/>
                </a:lnTo>
                <a:lnTo>
                  <a:pt x="27856" y="83635"/>
                </a:lnTo>
                <a:lnTo>
                  <a:pt x="27856" y="83635"/>
                </a:lnTo>
                <a:lnTo>
                  <a:pt x="27856" y="83635"/>
                </a:lnTo>
                <a:lnTo>
                  <a:pt x="27856" y="83634"/>
                </a:lnTo>
                <a:lnTo>
                  <a:pt x="27856" y="83634"/>
                </a:lnTo>
                <a:lnTo>
                  <a:pt x="27856" y="83634"/>
                </a:lnTo>
                <a:lnTo>
                  <a:pt x="27856" y="83634"/>
                </a:lnTo>
                <a:lnTo>
                  <a:pt x="27856" y="83633"/>
                </a:lnTo>
                <a:lnTo>
                  <a:pt x="27856" y="83633"/>
                </a:lnTo>
                <a:lnTo>
                  <a:pt x="27856" y="83633"/>
                </a:lnTo>
                <a:lnTo>
                  <a:pt x="27856" y="83632"/>
                </a:lnTo>
                <a:lnTo>
                  <a:pt x="27856" y="83632"/>
                </a:lnTo>
                <a:lnTo>
                  <a:pt x="27856" y="83632"/>
                </a:lnTo>
                <a:lnTo>
                  <a:pt x="27856" y="83631"/>
                </a:lnTo>
                <a:lnTo>
                  <a:pt x="27856" y="83631"/>
                </a:lnTo>
                <a:lnTo>
                  <a:pt x="27856" y="83631"/>
                </a:lnTo>
                <a:lnTo>
                  <a:pt x="27856" y="83631"/>
                </a:lnTo>
                <a:lnTo>
                  <a:pt x="27856" y="83630"/>
                </a:lnTo>
                <a:lnTo>
                  <a:pt x="27856" y="83630"/>
                </a:lnTo>
                <a:lnTo>
                  <a:pt x="27856" y="83630"/>
                </a:lnTo>
                <a:lnTo>
                  <a:pt x="27856" y="83629"/>
                </a:lnTo>
                <a:lnTo>
                  <a:pt x="27856" y="83629"/>
                </a:lnTo>
                <a:lnTo>
                  <a:pt x="27856" y="83629"/>
                </a:lnTo>
                <a:lnTo>
                  <a:pt x="27856" y="83628"/>
                </a:lnTo>
                <a:lnTo>
                  <a:pt x="27856" y="83628"/>
                </a:lnTo>
                <a:lnTo>
                  <a:pt x="27856" y="83628"/>
                </a:lnTo>
                <a:lnTo>
                  <a:pt x="27856" y="83628"/>
                </a:lnTo>
                <a:lnTo>
                  <a:pt x="27856" y="83627"/>
                </a:lnTo>
                <a:lnTo>
                  <a:pt x="27856" y="83627"/>
                </a:lnTo>
                <a:lnTo>
                  <a:pt x="27856" y="83627"/>
                </a:lnTo>
                <a:lnTo>
                  <a:pt x="27856" y="83626"/>
                </a:lnTo>
                <a:lnTo>
                  <a:pt x="27856" y="83626"/>
                </a:lnTo>
                <a:lnTo>
                  <a:pt x="27856" y="83626"/>
                </a:lnTo>
                <a:lnTo>
                  <a:pt x="27856" y="83626"/>
                </a:lnTo>
                <a:lnTo>
                  <a:pt x="27856" y="83625"/>
                </a:lnTo>
                <a:lnTo>
                  <a:pt x="27856" y="83625"/>
                </a:lnTo>
                <a:lnTo>
                  <a:pt x="27856" y="83625"/>
                </a:lnTo>
                <a:lnTo>
                  <a:pt x="27856" y="83624"/>
                </a:lnTo>
                <a:lnTo>
                  <a:pt x="27856" y="83624"/>
                </a:lnTo>
                <a:lnTo>
                  <a:pt x="27856" y="83624"/>
                </a:lnTo>
                <a:lnTo>
                  <a:pt x="27856" y="83623"/>
                </a:lnTo>
                <a:lnTo>
                  <a:pt x="27856" y="83623"/>
                </a:lnTo>
                <a:lnTo>
                  <a:pt x="27856" y="83623"/>
                </a:lnTo>
                <a:lnTo>
                  <a:pt x="27856" y="83623"/>
                </a:lnTo>
                <a:lnTo>
                  <a:pt x="27856" y="83622"/>
                </a:lnTo>
                <a:lnTo>
                  <a:pt x="27856" y="83622"/>
                </a:lnTo>
                <a:lnTo>
                  <a:pt x="27856" y="83622"/>
                </a:lnTo>
                <a:lnTo>
                  <a:pt x="27856" y="83621"/>
                </a:lnTo>
                <a:lnTo>
                  <a:pt x="27856" y="83621"/>
                </a:lnTo>
                <a:lnTo>
                  <a:pt x="27856" y="83621"/>
                </a:lnTo>
                <a:lnTo>
                  <a:pt x="27856" y="83620"/>
                </a:lnTo>
                <a:lnTo>
                  <a:pt x="27856" y="83620"/>
                </a:lnTo>
                <a:lnTo>
                  <a:pt x="27856" y="83620"/>
                </a:lnTo>
                <a:lnTo>
                  <a:pt x="27856" y="83620"/>
                </a:lnTo>
                <a:lnTo>
                  <a:pt x="27856" y="83619"/>
                </a:lnTo>
                <a:lnTo>
                  <a:pt x="27856" y="83619"/>
                </a:lnTo>
                <a:lnTo>
                  <a:pt x="27856" y="83619"/>
                </a:lnTo>
                <a:lnTo>
                  <a:pt x="27856" y="83618"/>
                </a:lnTo>
                <a:lnTo>
                  <a:pt x="27856" y="83618"/>
                </a:lnTo>
                <a:lnTo>
                  <a:pt x="27856" y="83618"/>
                </a:lnTo>
                <a:lnTo>
                  <a:pt x="27856" y="83618"/>
                </a:lnTo>
                <a:lnTo>
                  <a:pt x="27856" y="83617"/>
                </a:lnTo>
                <a:lnTo>
                  <a:pt x="27856" y="83617"/>
                </a:lnTo>
                <a:lnTo>
                  <a:pt x="27856" y="83617"/>
                </a:lnTo>
                <a:lnTo>
                  <a:pt x="27856" y="83616"/>
                </a:lnTo>
                <a:lnTo>
                  <a:pt x="27856" y="83616"/>
                </a:lnTo>
                <a:lnTo>
                  <a:pt x="27856" y="83616"/>
                </a:lnTo>
                <a:lnTo>
                  <a:pt x="27856" y="83615"/>
                </a:lnTo>
                <a:lnTo>
                  <a:pt x="27856" y="83615"/>
                </a:lnTo>
                <a:lnTo>
                  <a:pt x="27856" y="83615"/>
                </a:lnTo>
                <a:lnTo>
                  <a:pt x="27856" y="83615"/>
                </a:lnTo>
                <a:lnTo>
                  <a:pt x="27856" y="83614"/>
                </a:lnTo>
                <a:lnTo>
                  <a:pt x="27856" y="83614"/>
                </a:lnTo>
                <a:lnTo>
                  <a:pt x="27856" y="83614"/>
                </a:lnTo>
                <a:lnTo>
                  <a:pt x="27856" y="83613"/>
                </a:lnTo>
                <a:lnTo>
                  <a:pt x="27856" y="83613"/>
                </a:lnTo>
                <a:lnTo>
                  <a:pt x="27856" y="83613"/>
                </a:lnTo>
                <a:lnTo>
                  <a:pt x="27856" y="83612"/>
                </a:lnTo>
                <a:lnTo>
                  <a:pt x="27856" y="83612"/>
                </a:lnTo>
                <a:lnTo>
                  <a:pt x="27856" y="83612"/>
                </a:lnTo>
                <a:lnTo>
                  <a:pt x="27856" y="83612"/>
                </a:lnTo>
                <a:lnTo>
                  <a:pt x="27856" y="83611"/>
                </a:lnTo>
                <a:lnTo>
                  <a:pt x="27856" y="83611"/>
                </a:lnTo>
                <a:lnTo>
                  <a:pt x="27856" y="83611"/>
                </a:lnTo>
                <a:lnTo>
                  <a:pt x="27856" y="83610"/>
                </a:lnTo>
                <a:lnTo>
                  <a:pt x="27856" y="83610"/>
                </a:lnTo>
                <a:lnTo>
                  <a:pt x="27856" y="83610"/>
                </a:lnTo>
                <a:lnTo>
                  <a:pt x="27856" y="83610"/>
                </a:lnTo>
                <a:lnTo>
                  <a:pt x="27856" y="83609"/>
                </a:lnTo>
                <a:lnTo>
                  <a:pt x="27856" y="83609"/>
                </a:lnTo>
                <a:lnTo>
                  <a:pt x="27856" y="83609"/>
                </a:lnTo>
                <a:lnTo>
                  <a:pt x="27856" y="83608"/>
                </a:lnTo>
                <a:lnTo>
                  <a:pt x="27856" y="83608"/>
                </a:lnTo>
                <a:lnTo>
                  <a:pt x="27856" y="83608"/>
                </a:lnTo>
                <a:lnTo>
                  <a:pt x="27856" y="83607"/>
                </a:lnTo>
                <a:lnTo>
                  <a:pt x="27856" y="83607"/>
                </a:lnTo>
                <a:lnTo>
                  <a:pt x="27856" y="83607"/>
                </a:lnTo>
                <a:lnTo>
                  <a:pt x="27856" y="83607"/>
                </a:lnTo>
                <a:lnTo>
                  <a:pt x="27856" y="83606"/>
                </a:lnTo>
                <a:lnTo>
                  <a:pt x="27856" y="83606"/>
                </a:lnTo>
                <a:lnTo>
                  <a:pt x="27856" y="83606"/>
                </a:lnTo>
                <a:lnTo>
                  <a:pt x="27856" y="83605"/>
                </a:lnTo>
                <a:lnTo>
                  <a:pt x="27856" y="83605"/>
                </a:lnTo>
                <a:lnTo>
                  <a:pt x="27856" y="83605"/>
                </a:lnTo>
                <a:lnTo>
                  <a:pt x="27856" y="83604"/>
                </a:lnTo>
                <a:lnTo>
                  <a:pt x="27856" y="83604"/>
                </a:lnTo>
                <a:lnTo>
                  <a:pt x="27856" y="83604"/>
                </a:lnTo>
                <a:lnTo>
                  <a:pt x="27856" y="83604"/>
                </a:lnTo>
                <a:lnTo>
                  <a:pt x="27856" y="83603"/>
                </a:lnTo>
                <a:lnTo>
                  <a:pt x="27856" y="83603"/>
                </a:lnTo>
                <a:lnTo>
                  <a:pt x="27856" y="83603"/>
                </a:lnTo>
                <a:lnTo>
                  <a:pt x="27856" y="83602"/>
                </a:lnTo>
                <a:lnTo>
                  <a:pt x="27856" y="83602"/>
                </a:lnTo>
                <a:lnTo>
                  <a:pt x="27856" y="83602"/>
                </a:lnTo>
                <a:lnTo>
                  <a:pt x="27856" y="83602"/>
                </a:lnTo>
                <a:lnTo>
                  <a:pt x="27856" y="83601"/>
                </a:lnTo>
                <a:lnTo>
                  <a:pt x="27856" y="83601"/>
                </a:lnTo>
                <a:lnTo>
                  <a:pt x="27856" y="83601"/>
                </a:lnTo>
                <a:lnTo>
                  <a:pt x="27856" y="83600"/>
                </a:lnTo>
                <a:lnTo>
                  <a:pt x="27856" y="83600"/>
                </a:lnTo>
                <a:lnTo>
                  <a:pt x="27856" y="83600"/>
                </a:lnTo>
                <a:lnTo>
                  <a:pt x="27856" y="83599"/>
                </a:lnTo>
                <a:lnTo>
                  <a:pt x="27856" y="83599"/>
                </a:lnTo>
                <a:lnTo>
                  <a:pt x="27856" y="83599"/>
                </a:lnTo>
                <a:lnTo>
                  <a:pt x="27856" y="83599"/>
                </a:lnTo>
                <a:lnTo>
                  <a:pt x="27856" y="83598"/>
                </a:lnTo>
                <a:lnTo>
                  <a:pt x="27856" y="83598"/>
                </a:lnTo>
                <a:lnTo>
                  <a:pt x="27856" y="83598"/>
                </a:lnTo>
                <a:lnTo>
                  <a:pt x="27856" y="83597"/>
                </a:lnTo>
                <a:lnTo>
                  <a:pt x="27856" y="83597"/>
                </a:lnTo>
                <a:lnTo>
                  <a:pt x="27856" y="83597"/>
                </a:lnTo>
                <a:lnTo>
                  <a:pt x="27856" y="83597"/>
                </a:lnTo>
                <a:lnTo>
                  <a:pt x="27856" y="83596"/>
                </a:lnTo>
                <a:lnTo>
                  <a:pt x="27856" y="83596"/>
                </a:lnTo>
                <a:lnTo>
                  <a:pt x="27856" y="83596"/>
                </a:lnTo>
                <a:lnTo>
                  <a:pt x="27856" y="83595"/>
                </a:lnTo>
                <a:lnTo>
                  <a:pt x="27856" y="83595"/>
                </a:lnTo>
                <a:lnTo>
                  <a:pt x="27856" y="83595"/>
                </a:lnTo>
                <a:lnTo>
                  <a:pt x="27856" y="83594"/>
                </a:lnTo>
                <a:lnTo>
                  <a:pt x="27856" y="83594"/>
                </a:lnTo>
                <a:lnTo>
                  <a:pt x="27856" y="83594"/>
                </a:lnTo>
                <a:lnTo>
                  <a:pt x="27856" y="83594"/>
                </a:lnTo>
                <a:lnTo>
                  <a:pt x="27856" y="83593"/>
                </a:lnTo>
                <a:lnTo>
                  <a:pt x="27856" y="83593"/>
                </a:lnTo>
                <a:lnTo>
                  <a:pt x="27856" y="83593"/>
                </a:lnTo>
                <a:lnTo>
                  <a:pt x="27856" y="83592"/>
                </a:lnTo>
                <a:lnTo>
                  <a:pt x="27856" y="83592"/>
                </a:lnTo>
                <a:lnTo>
                  <a:pt x="27856" y="83592"/>
                </a:lnTo>
                <a:lnTo>
                  <a:pt x="27856" y="83592"/>
                </a:lnTo>
                <a:lnTo>
                  <a:pt x="27856" y="83591"/>
                </a:lnTo>
                <a:lnTo>
                  <a:pt x="27856" y="83591"/>
                </a:lnTo>
                <a:lnTo>
                  <a:pt x="27856" y="83591"/>
                </a:lnTo>
                <a:lnTo>
                  <a:pt x="27856" y="83590"/>
                </a:lnTo>
                <a:lnTo>
                  <a:pt x="27856" y="83590"/>
                </a:lnTo>
                <a:lnTo>
                  <a:pt x="27856" y="83590"/>
                </a:lnTo>
                <a:lnTo>
                  <a:pt x="27856" y="83589"/>
                </a:lnTo>
                <a:lnTo>
                  <a:pt x="27856" y="83589"/>
                </a:lnTo>
                <a:lnTo>
                  <a:pt x="27856" y="83589"/>
                </a:lnTo>
                <a:lnTo>
                  <a:pt x="27856" y="83589"/>
                </a:lnTo>
                <a:lnTo>
                  <a:pt x="27856" y="83588"/>
                </a:lnTo>
                <a:lnTo>
                  <a:pt x="27856" y="83588"/>
                </a:lnTo>
                <a:lnTo>
                  <a:pt x="27856" y="83588"/>
                </a:lnTo>
                <a:lnTo>
                  <a:pt x="27856" y="83587"/>
                </a:lnTo>
                <a:lnTo>
                  <a:pt x="27856" y="83587"/>
                </a:lnTo>
                <a:lnTo>
                  <a:pt x="27856" y="83587"/>
                </a:lnTo>
                <a:lnTo>
                  <a:pt x="27856" y="83587"/>
                </a:lnTo>
                <a:lnTo>
                  <a:pt x="27856" y="83586"/>
                </a:lnTo>
                <a:lnTo>
                  <a:pt x="27856" y="83586"/>
                </a:lnTo>
                <a:lnTo>
                  <a:pt x="27856" y="83586"/>
                </a:lnTo>
                <a:lnTo>
                  <a:pt x="27856" y="83585"/>
                </a:lnTo>
                <a:lnTo>
                  <a:pt x="27856" y="83585"/>
                </a:lnTo>
                <a:lnTo>
                  <a:pt x="27856" y="83585"/>
                </a:lnTo>
                <a:lnTo>
                  <a:pt x="27856" y="83584"/>
                </a:lnTo>
                <a:lnTo>
                  <a:pt x="27856" y="83584"/>
                </a:lnTo>
                <a:lnTo>
                  <a:pt x="27856" y="83584"/>
                </a:lnTo>
                <a:lnTo>
                  <a:pt x="27856" y="83584"/>
                </a:lnTo>
                <a:lnTo>
                  <a:pt x="27856" y="83583"/>
                </a:lnTo>
                <a:lnTo>
                  <a:pt x="27856" y="83583"/>
                </a:lnTo>
                <a:lnTo>
                  <a:pt x="27856" y="83583"/>
                </a:lnTo>
                <a:lnTo>
                  <a:pt x="27856" y="83582"/>
                </a:lnTo>
                <a:lnTo>
                  <a:pt x="27856" y="83582"/>
                </a:lnTo>
                <a:lnTo>
                  <a:pt x="27856" y="83582"/>
                </a:lnTo>
                <a:lnTo>
                  <a:pt x="27856" y="83581"/>
                </a:lnTo>
                <a:lnTo>
                  <a:pt x="27856" y="83581"/>
                </a:lnTo>
                <a:lnTo>
                  <a:pt x="27856" y="83581"/>
                </a:lnTo>
                <a:lnTo>
                  <a:pt x="27856" y="83581"/>
                </a:lnTo>
                <a:lnTo>
                  <a:pt x="27856" y="83580"/>
                </a:lnTo>
                <a:lnTo>
                  <a:pt x="27856" y="83580"/>
                </a:lnTo>
                <a:lnTo>
                  <a:pt x="27856" y="83580"/>
                </a:lnTo>
                <a:lnTo>
                  <a:pt x="27856" y="83579"/>
                </a:lnTo>
                <a:lnTo>
                  <a:pt x="27856" y="83579"/>
                </a:lnTo>
                <a:lnTo>
                  <a:pt x="27856" y="83579"/>
                </a:lnTo>
                <a:lnTo>
                  <a:pt x="27856" y="83579"/>
                </a:lnTo>
                <a:lnTo>
                  <a:pt x="27856" y="83578"/>
                </a:lnTo>
                <a:lnTo>
                  <a:pt x="27856" y="83578"/>
                </a:lnTo>
                <a:lnTo>
                  <a:pt x="27856" y="83578"/>
                </a:lnTo>
                <a:lnTo>
                  <a:pt x="27856" y="83577"/>
                </a:lnTo>
                <a:lnTo>
                  <a:pt x="27856" y="83577"/>
                </a:lnTo>
                <a:lnTo>
                  <a:pt x="27856" y="83577"/>
                </a:lnTo>
                <a:lnTo>
                  <a:pt x="27856" y="83577"/>
                </a:lnTo>
                <a:lnTo>
                  <a:pt x="27856" y="83576"/>
                </a:lnTo>
                <a:lnTo>
                  <a:pt x="27856" y="83576"/>
                </a:lnTo>
                <a:lnTo>
                  <a:pt x="27856" y="83576"/>
                </a:lnTo>
                <a:lnTo>
                  <a:pt x="27856" y="83575"/>
                </a:lnTo>
                <a:lnTo>
                  <a:pt x="27856" y="83575"/>
                </a:lnTo>
                <a:lnTo>
                  <a:pt x="27856" y="83575"/>
                </a:lnTo>
                <a:lnTo>
                  <a:pt x="27856" y="83574"/>
                </a:lnTo>
                <a:lnTo>
                  <a:pt x="27856" y="83574"/>
                </a:lnTo>
                <a:lnTo>
                  <a:pt x="27856" y="83574"/>
                </a:lnTo>
                <a:lnTo>
                  <a:pt x="27856" y="83574"/>
                </a:lnTo>
                <a:lnTo>
                  <a:pt x="27856" y="83573"/>
                </a:lnTo>
                <a:lnTo>
                  <a:pt x="27856" y="83573"/>
                </a:lnTo>
                <a:lnTo>
                  <a:pt x="27856" y="83573"/>
                </a:lnTo>
                <a:lnTo>
                  <a:pt x="27856" y="83572"/>
                </a:lnTo>
                <a:lnTo>
                  <a:pt x="27856" y="83572"/>
                </a:lnTo>
                <a:lnTo>
                  <a:pt x="27856" y="83572"/>
                </a:lnTo>
                <a:lnTo>
                  <a:pt x="27856" y="83572"/>
                </a:lnTo>
                <a:lnTo>
                  <a:pt x="27856" y="83571"/>
                </a:lnTo>
                <a:lnTo>
                  <a:pt x="27856" y="83571"/>
                </a:lnTo>
                <a:lnTo>
                  <a:pt x="27856" y="83571"/>
                </a:lnTo>
                <a:lnTo>
                  <a:pt x="27856" y="83570"/>
                </a:lnTo>
                <a:lnTo>
                  <a:pt x="27856" y="83570"/>
                </a:lnTo>
                <a:lnTo>
                  <a:pt x="27856" y="83570"/>
                </a:lnTo>
                <a:lnTo>
                  <a:pt x="27856" y="83569"/>
                </a:lnTo>
                <a:lnTo>
                  <a:pt x="27856" y="83569"/>
                </a:lnTo>
                <a:lnTo>
                  <a:pt x="27856" y="83569"/>
                </a:lnTo>
                <a:lnTo>
                  <a:pt x="27856" y="83569"/>
                </a:lnTo>
                <a:lnTo>
                  <a:pt x="27856" y="83568"/>
                </a:lnTo>
                <a:lnTo>
                  <a:pt x="27856" y="83568"/>
                </a:lnTo>
                <a:lnTo>
                  <a:pt x="27856" y="83568"/>
                </a:lnTo>
                <a:lnTo>
                  <a:pt x="27856" y="83567"/>
                </a:lnTo>
                <a:lnTo>
                  <a:pt x="27856" y="83567"/>
                </a:lnTo>
                <a:lnTo>
                  <a:pt x="27856" y="83567"/>
                </a:lnTo>
                <a:lnTo>
                  <a:pt x="27856" y="83567"/>
                </a:lnTo>
                <a:lnTo>
                  <a:pt x="27856" y="83566"/>
                </a:lnTo>
                <a:lnTo>
                  <a:pt x="27856" y="83566"/>
                </a:lnTo>
                <a:lnTo>
                  <a:pt x="27856" y="83566"/>
                </a:lnTo>
                <a:lnTo>
                  <a:pt x="27856" y="83565"/>
                </a:lnTo>
                <a:lnTo>
                  <a:pt x="27856" y="83565"/>
                </a:lnTo>
                <a:lnTo>
                  <a:pt x="27856" y="83565"/>
                </a:lnTo>
                <a:lnTo>
                  <a:pt x="27856" y="83564"/>
                </a:lnTo>
                <a:lnTo>
                  <a:pt x="27856" y="83564"/>
                </a:lnTo>
                <a:lnTo>
                  <a:pt x="27856" y="83564"/>
                </a:lnTo>
                <a:lnTo>
                  <a:pt x="27856" y="83564"/>
                </a:lnTo>
                <a:lnTo>
                  <a:pt x="27856" y="83563"/>
                </a:lnTo>
                <a:lnTo>
                  <a:pt x="27856" y="83563"/>
                </a:lnTo>
                <a:lnTo>
                  <a:pt x="27856" y="83563"/>
                </a:lnTo>
                <a:lnTo>
                  <a:pt x="27856" y="83562"/>
                </a:lnTo>
                <a:lnTo>
                  <a:pt x="27856" y="83562"/>
                </a:lnTo>
                <a:lnTo>
                  <a:pt x="27856" y="83562"/>
                </a:lnTo>
                <a:lnTo>
                  <a:pt x="27856" y="83562"/>
                </a:lnTo>
                <a:lnTo>
                  <a:pt x="27856" y="83561"/>
                </a:lnTo>
                <a:lnTo>
                  <a:pt x="27856" y="83561"/>
                </a:lnTo>
                <a:lnTo>
                  <a:pt x="27856" y="83561"/>
                </a:lnTo>
                <a:lnTo>
                  <a:pt x="27856" y="83560"/>
                </a:lnTo>
                <a:lnTo>
                  <a:pt x="27856" y="83560"/>
                </a:lnTo>
                <a:lnTo>
                  <a:pt x="27856" y="83560"/>
                </a:lnTo>
                <a:lnTo>
                  <a:pt x="27856" y="83559"/>
                </a:lnTo>
                <a:lnTo>
                  <a:pt x="27856" y="83559"/>
                </a:lnTo>
                <a:lnTo>
                  <a:pt x="27856" y="83559"/>
                </a:lnTo>
                <a:lnTo>
                  <a:pt x="27856" y="83559"/>
                </a:lnTo>
                <a:lnTo>
                  <a:pt x="27856" y="83558"/>
                </a:lnTo>
                <a:lnTo>
                  <a:pt x="27856" y="83558"/>
                </a:lnTo>
                <a:lnTo>
                  <a:pt x="27856" y="83558"/>
                </a:lnTo>
                <a:lnTo>
                  <a:pt x="27856" y="83557"/>
                </a:lnTo>
                <a:lnTo>
                  <a:pt x="27856" y="83557"/>
                </a:lnTo>
                <a:lnTo>
                  <a:pt x="27856" y="83557"/>
                </a:lnTo>
                <a:lnTo>
                  <a:pt x="27856" y="83557"/>
                </a:lnTo>
                <a:lnTo>
                  <a:pt x="27856" y="83556"/>
                </a:lnTo>
                <a:lnTo>
                  <a:pt x="27856" y="83556"/>
                </a:lnTo>
                <a:lnTo>
                  <a:pt x="27856" y="83556"/>
                </a:lnTo>
                <a:lnTo>
                  <a:pt x="27856" y="83555"/>
                </a:lnTo>
                <a:lnTo>
                  <a:pt x="27856" y="83555"/>
                </a:lnTo>
                <a:lnTo>
                  <a:pt x="27856" y="83555"/>
                </a:lnTo>
                <a:lnTo>
                  <a:pt x="27856" y="83555"/>
                </a:lnTo>
                <a:lnTo>
                  <a:pt x="27856" y="83554"/>
                </a:lnTo>
                <a:lnTo>
                  <a:pt x="27856" y="83554"/>
                </a:lnTo>
                <a:lnTo>
                  <a:pt x="27856" y="83554"/>
                </a:lnTo>
                <a:lnTo>
                  <a:pt x="27856" y="83553"/>
                </a:lnTo>
                <a:lnTo>
                  <a:pt x="27856" y="83553"/>
                </a:lnTo>
                <a:lnTo>
                  <a:pt x="27856" y="83553"/>
                </a:lnTo>
                <a:lnTo>
                  <a:pt x="27856" y="83552"/>
                </a:lnTo>
                <a:lnTo>
                  <a:pt x="27856" y="83552"/>
                </a:lnTo>
                <a:lnTo>
                  <a:pt x="27856" y="83552"/>
                </a:lnTo>
                <a:lnTo>
                  <a:pt x="27856" y="83552"/>
                </a:lnTo>
                <a:lnTo>
                  <a:pt x="27856" y="83551"/>
                </a:lnTo>
                <a:lnTo>
                  <a:pt x="27856" y="83551"/>
                </a:lnTo>
                <a:lnTo>
                  <a:pt x="27856" y="83551"/>
                </a:lnTo>
                <a:lnTo>
                  <a:pt x="27856" y="83550"/>
                </a:lnTo>
                <a:lnTo>
                  <a:pt x="27856" y="83550"/>
                </a:lnTo>
                <a:lnTo>
                  <a:pt x="27856" y="83550"/>
                </a:lnTo>
                <a:lnTo>
                  <a:pt x="27856" y="83550"/>
                </a:lnTo>
                <a:lnTo>
                  <a:pt x="27856" y="83549"/>
                </a:lnTo>
                <a:lnTo>
                  <a:pt x="27856" y="83549"/>
                </a:lnTo>
                <a:lnTo>
                  <a:pt x="27856" y="83549"/>
                </a:lnTo>
                <a:lnTo>
                  <a:pt x="27856" y="83548"/>
                </a:lnTo>
                <a:lnTo>
                  <a:pt x="27856" y="83548"/>
                </a:lnTo>
                <a:lnTo>
                  <a:pt x="27856" y="83548"/>
                </a:lnTo>
                <a:lnTo>
                  <a:pt x="27856" y="83547"/>
                </a:lnTo>
                <a:lnTo>
                  <a:pt x="27856" y="83547"/>
                </a:lnTo>
                <a:lnTo>
                  <a:pt x="27856" y="83547"/>
                </a:lnTo>
                <a:lnTo>
                  <a:pt x="27856" y="83547"/>
                </a:lnTo>
                <a:lnTo>
                  <a:pt x="27856" y="83546"/>
                </a:lnTo>
                <a:lnTo>
                  <a:pt x="27856" y="83546"/>
                </a:lnTo>
                <a:lnTo>
                  <a:pt x="27856" y="83546"/>
                </a:lnTo>
                <a:lnTo>
                  <a:pt x="27856" y="83545"/>
                </a:lnTo>
                <a:lnTo>
                  <a:pt x="27856" y="83545"/>
                </a:lnTo>
                <a:lnTo>
                  <a:pt x="27856" y="83545"/>
                </a:lnTo>
                <a:lnTo>
                  <a:pt x="27856" y="83545"/>
                </a:lnTo>
                <a:lnTo>
                  <a:pt x="27856" y="83544"/>
                </a:lnTo>
                <a:lnTo>
                  <a:pt x="27856" y="83544"/>
                </a:lnTo>
                <a:lnTo>
                  <a:pt x="27856" y="83544"/>
                </a:lnTo>
                <a:lnTo>
                  <a:pt x="27856" y="83543"/>
                </a:lnTo>
                <a:lnTo>
                  <a:pt x="27856" y="83543"/>
                </a:lnTo>
                <a:lnTo>
                  <a:pt x="27856" y="83543"/>
                </a:lnTo>
                <a:lnTo>
                  <a:pt x="27856" y="83543"/>
                </a:lnTo>
                <a:lnTo>
                  <a:pt x="27856" y="83542"/>
                </a:lnTo>
                <a:lnTo>
                  <a:pt x="27856" y="83542"/>
                </a:lnTo>
                <a:lnTo>
                  <a:pt x="27856" y="83542"/>
                </a:lnTo>
                <a:lnTo>
                  <a:pt x="27856" y="83541"/>
                </a:lnTo>
                <a:lnTo>
                  <a:pt x="27856" y="83541"/>
                </a:lnTo>
                <a:lnTo>
                  <a:pt x="27856" y="83541"/>
                </a:lnTo>
                <a:lnTo>
                  <a:pt x="27856" y="83540"/>
                </a:lnTo>
                <a:lnTo>
                  <a:pt x="27856" y="83540"/>
                </a:lnTo>
                <a:lnTo>
                  <a:pt x="27856" y="83540"/>
                </a:lnTo>
                <a:lnTo>
                  <a:pt x="27856" y="83540"/>
                </a:lnTo>
                <a:lnTo>
                  <a:pt x="27856" y="83539"/>
                </a:lnTo>
                <a:lnTo>
                  <a:pt x="27856" y="83539"/>
                </a:lnTo>
                <a:lnTo>
                  <a:pt x="27856" y="83539"/>
                </a:lnTo>
                <a:lnTo>
                  <a:pt x="27856" y="83538"/>
                </a:lnTo>
                <a:lnTo>
                  <a:pt x="27856" y="83538"/>
                </a:lnTo>
                <a:lnTo>
                  <a:pt x="27856" y="83538"/>
                </a:lnTo>
                <a:lnTo>
                  <a:pt x="27856" y="83538"/>
                </a:lnTo>
                <a:lnTo>
                  <a:pt x="27856" y="83537"/>
                </a:lnTo>
                <a:lnTo>
                  <a:pt x="27856" y="83537"/>
                </a:lnTo>
                <a:lnTo>
                  <a:pt x="27856" y="83537"/>
                </a:lnTo>
                <a:lnTo>
                  <a:pt x="27856" y="83536"/>
                </a:lnTo>
                <a:lnTo>
                  <a:pt x="27856" y="83536"/>
                </a:lnTo>
                <a:lnTo>
                  <a:pt x="27856" y="83536"/>
                </a:lnTo>
                <a:lnTo>
                  <a:pt x="27856" y="83536"/>
                </a:lnTo>
                <a:lnTo>
                  <a:pt x="27856" y="83535"/>
                </a:lnTo>
                <a:lnTo>
                  <a:pt x="27856" y="83535"/>
                </a:lnTo>
                <a:lnTo>
                  <a:pt x="27856" y="83535"/>
                </a:lnTo>
                <a:lnTo>
                  <a:pt x="27856" y="83534"/>
                </a:lnTo>
                <a:lnTo>
                  <a:pt x="27856" y="83534"/>
                </a:lnTo>
                <a:lnTo>
                  <a:pt x="27856" y="83534"/>
                </a:lnTo>
                <a:lnTo>
                  <a:pt x="27856" y="83533"/>
                </a:lnTo>
                <a:lnTo>
                  <a:pt x="27856" y="83533"/>
                </a:lnTo>
                <a:lnTo>
                  <a:pt x="27856" y="83533"/>
                </a:lnTo>
                <a:lnTo>
                  <a:pt x="27856" y="83533"/>
                </a:lnTo>
                <a:lnTo>
                  <a:pt x="27856" y="83532"/>
                </a:lnTo>
                <a:lnTo>
                  <a:pt x="27856" y="83532"/>
                </a:lnTo>
                <a:lnTo>
                  <a:pt x="27856" y="83532"/>
                </a:lnTo>
                <a:lnTo>
                  <a:pt x="27856" y="83531"/>
                </a:lnTo>
                <a:lnTo>
                  <a:pt x="27856" y="83531"/>
                </a:lnTo>
                <a:lnTo>
                  <a:pt x="27856" y="83531"/>
                </a:lnTo>
                <a:lnTo>
                  <a:pt x="27856" y="83531"/>
                </a:lnTo>
                <a:lnTo>
                  <a:pt x="27856" y="83530"/>
                </a:lnTo>
                <a:lnTo>
                  <a:pt x="27856" y="83530"/>
                </a:lnTo>
                <a:lnTo>
                  <a:pt x="27856" y="83530"/>
                </a:lnTo>
                <a:lnTo>
                  <a:pt x="27856" y="83529"/>
                </a:lnTo>
                <a:lnTo>
                  <a:pt x="27856" y="83529"/>
                </a:lnTo>
                <a:lnTo>
                  <a:pt x="27856" y="83529"/>
                </a:lnTo>
                <a:lnTo>
                  <a:pt x="27856" y="83529"/>
                </a:lnTo>
                <a:lnTo>
                  <a:pt x="27856" y="83528"/>
                </a:lnTo>
                <a:lnTo>
                  <a:pt x="27856" y="83528"/>
                </a:lnTo>
                <a:lnTo>
                  <a:pt x="27856" y="83528"/>
                </a:lnTo>
                <a:lnTo>
                  <a:pt x="27856" y="83527"/>
                </a:lnTo>
                <a:lnTo>
                  <a:pt x="27856" y="83527"/>
                </a:lnTo>
                <a:lnTo>
                  <a:pt x="27856" y="83527"/>
                </a:lnTo>
                <a:lnTo>
                  <a:pt x="27856" y="83526"/>
                </a:lnTo>
                <a:lnTo>
                  <a:pt x="27856" y="83526"/>
                </a:lnTo>
                <a:lnTo>
                  <a:pt x="27856" y="83526"/>
                </a:lnTo>
                <a:lnTo>
                  <a:pt x="27856" y="83526"/>
                </a:lnTo>
                <a:lnTo>
                  <a:pt x="27856" y="83525"/>
                </a:lnTo>
                <a:lnTo>
                  <a:pt x="27856" y="83525"/>
                </a:lnTo>
                <a:lnTo>
                  <a:pt x="27856" y="83525"/>
                </a:lnTo>
                <a:lnTo>
                  <a:pt x="27856" y="83524"/>
                </a:lnTo>
                <a:lnTo>
                  <a:pt x="27856" y="83524"/>
                </a:lnTo>
                <a:lnTo>
                  <a:pt x="27856" y="83524"/>
                </a:lnTo>
                <a:lnTo>
                  <a:pt x="27856" y="83524"/>
                </a:lnTo>
                <a:lnTo>
                  <a:pt x="27856" y="83523"/>
                </a:lnTo>
                <a:lnTo>
                  <a:pt x="27856" y="83523"/>
                </a:lnTo>
                <a:lnTo>
                  <a:pt x="27856" y="83523"/>
                </a:lnTo>
                <a:lnTo>
                  <a:pt x="27856" y="83522"/>
                </a:lnTo>
                <a:lnTo>
                  <a:pt x="27856" y="83522"/>
                </a:lnTo>
                <a:lnTo>
                  <a:pt x="27856" y="83522"/>
                </a:lnTo>
                <a:lnTo>
                  <a:pt x="27856" y="83522"/>
                </a:lnTo>
                <a:lnTo>
                  <a:pt x="27856" y="83521"/>
                </a:lnTo>
                <a:lnTo>
                  <a:pt x="27856" y="83521"/>
                </a:lnTo>
                <a:lnTo>
                  <a:pt x="27856" y="83521"/>
                </a:lnTo>
                <a:lnTo>
                  <a:pt x="27856" y="83520"/>
                </a:lnTo>
                <a:lnTo>
                  <a:pt x="27856" y="83520"/>
                </a:lnTo>
                <a:lnTo>
                  <a:pt x="27856" y="83520"/>
                </a:lnTo>
                <a:lnTo>
                  <a:pt x="27856" y="83520"/>
                </a:lnTo>
                <a:lnTo>
                  <a:pt x="27856" y="83519"/>
                </a:lnTo>
                <a:lnTo>
                  <a:pt x="27856" y="83519"/>
                </a:lnTo>
                <a:lnTo>
                  <a:pt x="27856" y="83519"/>
                </a:lnTo>
                <a:lnTo>
                  <a:pt x="27856" y="83518"/>
                </a:lnTo>
                <a:lnTo>
                  <a:pt x="27856" y="83518"/>
                </a:lnTo>
                <a:lnTo>
                  <a:pt x="27856" y="83518"/>
                </a:lnTo>
                <a:lnTo>
                  <a:pt x="27856" y="83517"/>
                </a:lnTo>
                <a:lnTo>
                  <a:pt x="27856" y="83517"/>
                </a:lnTo>
                <a:lnTo>
                  <a:pt x="27856" y="83517"/>
                </a:lnTo>
                <a:lnTo>
                  <a:pt x="27856" y="83517"/>
                </a:lnTo>
                <a:lnTo>
                  <a:pt x="27856" y="83516"/>
                </a:lnTo>
                <a:lnTo>
                  <a:pt x="27856" y="83516"/>
                </a:lnTo>
                <a:lnTo>
                  <a:pt x="27856" y="83516"/>
                </a:lnTo>
                <a:lnTo>
                  <a:pt x="27856" y="83515"/>
                </a:lnTo>
                <a:lnTo>
                  <a:pt x="27856" y="83515"/>
                </a:lnTo>
                <a:lnTo>
                  <a:pt x="27856" y="83515"/>
                </a:lnTo>
                <a:lnTo>
                  <a:pt x="27856" y="83515"/>
                </a:lnTo>
                <a:lnTo>
                  <a:pt x="27856" y="83514"/>
                </a:lnTo>
                <a:lnTo>
                  <a:pt x="27856" y="83514"/>
                </a:lnTo>
                <a:lnTo>
                  <a:pt x="27856" y="83514"/>
                </a:lnTo>
                <a:lnTo>
                  <a:pt x="27856" y="83513"/>
                </a:lnTo>
                <a:lnTo>
                  <a:pt x="27856" y="83513"/>
                </a:lnTo>
                <a:lnTo>
                  <a:pt x="27856" y="83513"/>
                </a:lnTo>
                <a:lnTo>
                  <a:pt x="27856" y="83513"/>
                </a:lnTo>
                <a:lnTo>
                  <a:pt x="27856" y="83512"/>
                </a:lnTo>
                <a:lnTo>
                  <a:pt x="27856" y="83512"/>
                </a:lnTo>
                <a:lnTo>
                  <a:pt x="27856" y="83512"/>
                </a:lnTo>
                <a:lnTo>
                  <a:pt x="27856" y="83511"/>
                </a:lnTo>
                <a:lnTo>
                  <a:pt x="27856" y="83511"/>
                </a:lnTo>
                <a:lnTo>
                  <a:pt x="27856" y="83511"/>
                </a:lnTo>
                <a:lnTo>
                  <a:pt x="27856" y="83511"/>
                </a:lnTo>
                <a:lnTo>
                  <a:pt x="27856" y="83510"/>
                </a:lnTo>
                <a:lnTo>
                  <a:pt x="27856" y="83510"/>
                </a:lnTo>
                <a:lnTo>
                  <a:pt x="27856" y="83510"/>
                </a:lnTo>
                <a:lnTo>
                  <a:pt x="27856" y="83509"/>
                </a:lnTo>
                <a:lnTo>
                  <a:pt x="27856" y="83509"/>
                </a:lnTo>
                <a:lnTo>
                  <a:pt x="27856" y="83509"/>
                </a:lnTo>
                <a:lnTo>
                  <a:pt x="27856" y="83508"/>
                </a:lnTo>
                <a:lnTo>
                  <a:pt x="27856" y="83508"/>
                </a:lnTo>
                <a:lnTo>
                  <a:pt x="27856" y="83508"/>
                </a:lnTo>
                <a:lnTo>
                  <a:pt x="27856" y="83508"/>
                </a:lnTo>
                <a:lnTo>
                  <a:pt x="27856" y="83507"/>
                </a:lnTo>
                <a:lnTo>
                  <a:pt x="27856" y="83507"/>
                </a:lnTo>
                <a:lnTo>
                  <a:pt x="27856" y="83507"/>
                </a:lnTo>
                <a:lnTo>
                  <a:pt x="27856" y="83506"/>
                </a:lnTo>
                <a:lnTo>
                  <a:pt x="27856" y="83506"/>
                </a:lnTo>
                <a:lnTo>
                  <a:pt x="27856" y="83506"/>
                </a:lnTo>
                <a:lnTo>
                  <a:pt x="27856" y="83506"/>
                </a:lnTo>
                <a:lnTo>
                  <a:pt x="27856" y="83505"/>
                </a:lnTo>
                <a:lnTo>
                  <a:pt x="27856" y="83505"/>
                </a:lnTo>
                <a:lnTo>
                  <a:pt x="27856" y="83505"/>
                </a:lnTo>
                <a:lnTo>
                  <a:pt x="27856" y="83504"/>
                </a:lnTo>
                <a:lnTo>
                  <a:pt x="27856" y="83504"/>
                </a:lnTo>
                <a:lnTo>
                  <a:pt x="27856" y="83504"/>
                </a:lnTo>
                <a:lnTo>
                  <a:pt x="27856" y="83504"/>
                </a:lnTo>
                <a:lnTo>
                  <a:pt x="27856" y="83503"/>
                </a:lnTo>
                <a:lnTo>
                  <a:pt x="27856" y="83503"/>
                </a:lnTo>
                <a:lnTo>
                  <a:pt x="27856" y="83503"/>
                </a:lnTo>
                <a:lnTo>
                  <a:pt x="27856" y="83502"/>
                </a:lnTo>
                <a:lnTo>
                  <a:pt x="27856" y="83502"/>
                </a:lnTo>
                <a:lnTo>
                  <a:pt x="27856" y="83502"/>
                </a:lnTo>
                <a:lnTo>
                  <a:pt x="27856" y="83502"/>
                </a:lnTo>
                <a:lnTo>
                  <a:pt x="27856" y="83501"/>
                </a:lnTo>
                <a:lnTo>
                  <a:pt x="27856" y="83501"/>
                </a:lnTo>
                <a:lnTo>
                  <a:pt x="27856" y="83501"/>
                </a:lnTo>
                <a:lnTo>
                  <a:pt x="27856" y="83500"/>
                </a:lnTo>
                <a:lnTo>
                  <a:pt x="27856" y="83500"/>
                </a:lnTo>
                <a:lnTo>
                  <a:pt x="27856" y="83500"/>
                </a:lnTo>
                <a:lnTo>
                  <a:pt x="27856" y="83500"/>
                </a:lnTo>
                <a:lnTo>
                  <a:pt x="27856" y="83499"/>
                </a:lnTo>
                <a:lnTo>
                  <a:pt x="27856" y="83499"/>
                </a:lnTo>
                <a:lnTo>
                  <a:pt x="27856" y="83499"/>
                </a:lnTo>
                <a:lnTo>
                  <a:pt x="27856" y="83498"/>
                </a:lnTo>
                <a:lnTo>
                  <a:pt x="27856" y="83498"/>
                </a:lnTo>
                <a:lnTo>
                  <a:pt x="27856" y="83498"/>
                </a:lnTo>
                <a:lnTo>
                  <a:pt x="27856" y="83497"/>
                </a:lnTo>
                <a:lnTo>
                  <a:pt x="27856" y="83497"/>
                </a:lnTo>
                <a:lnTo>
                  <a:pt x="27856" y="83497"/>
                </a:lnTo>
                <a:lnTo>
                  <a:pt x="27856" y="83497"/>
                </a:lnTo>
                <a:lnTo>
                  <a:pt x="27856" y="83496"/>
                </a:lnTo>
                <a:lnTo>
                  <a:pt x="27856" y="83496"/>
                </a:lnTo>
                <a:lnTo>
                  <a:pt x="27856" y="83496"/>
                </a:lnTo>
                <a:lnTo>
                  <a:pt x="27856" y="83495"/>
                </a:lnTo>
                <a:lnTo>
                  <a:pt x="27856" y="83495"/>
                </a:lnTo>
                <a:lnTo>
                  <a:pt x="27856" y="83495"/>
                </a:lnTo>
                <a:lnTo>
                  <a:pt x="27856" y="83495"/>
                </a:lnTo>
                <a:lnTo>
                  <a:pt x="27856" y="83494"/>
                </a:lnTo>
                <a:lnTo>
                  <a:pt x="27856" y="83494"/>
                </a:lnTo>
                <a:lnTo>
                  <a:pt x="27856" y="83494"/>
                </a:lnTo>
                <a:lnTo>
                  <a:pt x="27856" y="83493"/>
                </a:lnTo>
                <a:lnTo>
                  <a:pt x="27856" y="83493"/>
                </a:lnTo>
                <a:lnTo>
                  <a:pt x="27856" y="83493"/>
                </a:lnTo>
                <a:lnTo>
                  <a:pt x="27856" y="83493"/>
                </a:lnTo>
                <a:lnTo>
                  <a:pt x="27856" y="83492"/>
                </a:lnTo>
                <a:lnTo>
                  <a:pt x="27856" y="83492"/>
                </a:lnTo>
                <a:lnTo>
                  <a:pt x="27856" y="83492"/>
                </a:lnTo>
                <a:lnTo>
                  <a:pt x="27856" y="83491"/>
                </a:lnTo>
                <a:lnTo>
                  <a:pt x="27856" y="83491"/>
                </a:lnTo>
                <a:lnTo>
                  <a:pt x="27856" y="83491"/>
                </a:lnTo>
                <a:lnTo>
                  <a:pt x="27856" y="83491"/>
                </a:lnTo>
                <a:lnTo>
                  <a:pt x="27856" y="83490"/>
                </a:lnTo>
                <a:lnTo>
                  <a:pt x="27856" y="83490"/>
                </a:lnTo>
                <a:lnTo>
                  <a:pt x="27856" y="83490"/>
                </a:lnTo>
                <a:lnTo>
                  <a:pt x="27856" y="83489"/>
                </a:lnTo>
                <a:lnTo>
                  <a:pt x="27856" y="83489"/>
                </a:lnTo>
                <a:lnTo>
                  <a:pt x="27856" y="83489"/>
                </a:lnTo>
                <a:lnTo>
                  <a:pt x="27856" y="83489"/>
                </a:lnTo>
                <a:lnTo>
                  <a:pt x="27856" y="83488"/>
                </a:lnTo>
                <a:lnTo>
                  <a:pt x="27856" y="83488"/>
                </a:lnTo>
                <a:lnTo>
                  <a:pt x="27856" y="83488"/>
                </a:lnTo>
                <a:lnTo>
                  <a:pt x="27856" y="83487"/>
                </a:lnTo>
                <a:lnTo>
                  <a:pt x="27856" y="83487"/>
                </a:lnTo>
                <a:lnTo>
                  <a:pt x="27856" y="83487"/>
                </a:lnTo>
                <a:lnTo>
                  <a:pt x="27856" y="83486"/>
                </a:lnTo>
                <a:lnTo>
                  <a:pt x="27856" y="83486"/>
                </a:lnTo>
                <a:lnTo>
                  <a:pt x="27856" y="83486"/>
                </a:lnTo>
                <a:lnTo>
                  <a:pt x="27856" y="83486"/>
                </a:lnTo>
                <a:lnTo>
                  <a:pt x="27856" y="83485"/>
                </a:lnTo>
                <a:lnTo>
                  <a:pt x="27856" y="83485"/>
                </a:lnTo>
                <a:lnTo>
                  <a:pt x="27856" y="83485"/>
                </a:lnTo>
                <a:lnTo>
                  <a:pt x="27856" y="83484"/>
                </a:lnTo>
                <a:lnTo>
                  <a:pt x="27856" y="83484"/>
                </a:lnTo>
                <a:lnTo>
                  <a:pt x="27856" y="83484"/>
                </a:lnTo>
                <a:lnTo>
                  <a:pt x="27856" y="83484"/>
                </a:lnTo>
                <a:lnTo>
                  <a:pt x="27856" y="83483"/>
                </a:lnTo>
                <a:lnTo>
                  <a:pt x="27856" y="83483"/>
                </a:lnTo>
                <a:lnTo>
                  <a:pt x="27856" y="83483"/>
                </a:lnTo>
                <a:lnTo>
                  <a:pt x="27856" y="83482"/>
                </a:lnTo>
                <a:lnTo>
                  <a:pt x="27856" y="83482"/>
                </a:lnTo>
                <a:lnTo>
                  <a:pt x="27856" y="83482"/>
                </a:lnTo>
                <a:lnTo>
                  <a:pt x="27856" y="83482"/>
                </a:lnTo>
                <a:lnTo>
                  <a:pt x="27856" y="83481"/>
                </a:lnTo>
                <a:lnTo>
                  <a:pt x="27856" y="83481"/>
                </a:lnTo>
                <a:lnTo>
                  <a:pt x="27856" y="83481"/>
                </a:lnTo>
                <a:lnTo>
                  <a:pt x="27856" y="83480"/>
                </a:lnTo>
                <a:lnTo>
                  <a:pt x="27856" y="83480"/>
                </a:lnTo>
                <a:lnTo>
                  <a:pt x="27856" y="83480"/>
                </a:lnTo>
                <a:lnTo>
                  <a:pt x="27856" y="83480"/>
                </a:lnTo>
                <a:lnTo>
                  <a:pt x="27856" y="83479"/>
                </a:lnTo>
                <a:lnTo>
                  <a:pt x="27856" y="83479"/>
                </a:lnTo>
                <a:lnTo>
                  <a:pt x="27856" y="83479"/>
                </a:lnTo>
                <a:lnTo>
                  <a:pt x="27856" y="83478"/>
                </a:lnTo>
                <a:lnTo>
                  <a:pt x="27856" y="83478"/>
                </a:lnTo>
                <a:lnTo>
                  <a:pt x="27856" y="83478"/>
                </a:lnTo>
                <a:lnTo>
                  <a:pt x="27856" y="83478"/>
                </a:lnTo>
                <a:lnTo>
                  <a:pt x="27856" y="83477"/>
                </a:lnTo>
                <a:lnTo>
                  <a:pt x="27856" y="83477"/>
                </a:lnTo>
                <a:lnTo>
                  <a:pt x="27856" y="83477"/>
                </a:lnTo>
                <a:lnTo>
                  <a:pt x="27856" y="83476"/>
                </a:lnTo>
                <a:lnTo>
                  <a:pt x="27856" y="83476"/>
                </a:lnTo>
                <a:lnTo>
                  <a:pt x="27856" y="83476"/>
                </a:lnTo>
                <a:lnTo>
                  <a:pt x="27856" y="83476"/>
                </a:lnTo>
                <a:lnTo>
                  <a:pt x="27856" y="83475"/>
                </a:lnTo>
                <a:lnTo>
                  <a:pt x="27856" y="83475"/>
                </a:lnTo>
                <a:lnTo>
                  <a:pt x="27856" y="83475"/>
                </a:lnTo>
                <a:lnTo>
                  <a:pt x="27856" y="83474"/>
                </a:lnTo>
                <a:lnTo>
                  <a:pt x="27856" y="83474"/>
                </a:lnTo>
                <a:lnTo>
                  <a:pt x="27856" y="83474"/>
                </a:lnTo>
                <a:lnTo>
                  <a:pt x="27856" y="83474"/>
                </a:lnTo>
                <a:lnTo>
                  <a:pt x="27856" y="83473"/>
                </a:lnTo>
                <a:lnTo>
                  <a:pt x="27856" y="83473"/>
                </a:lnTo>
                <a:lnTo>
                  <a:pt x="27856" y="83473"/>
                </a:lnTo>
                <a:lnTo>
                  <a:pt x="27856" y="83472"/>
                </a:lnTo>
                <a:lnTo>
                  <a:pt x="27856" y="83472"/>
                </a:lnTo>
                <a:lnTo>
                  <a:pt x="27856" y="83472"/>
                </a:lnTo>
                <a:lnTo>
                  <a:pt x="27856" y="83472"/>
                </a:lnTo>
                <a:lnTo>
                  <a:pt x="27856" y="83471"/>
                </a:lnTo>
                <a:lnTo>
                  <a:pt x="27856" y="83471"/>
                </a:lnTo>
                <a:lnTo>
                  <a:pt x="27856" y="83471"/>
                </a:lnTo>
                <a:lnTo>
                  <a:pt x="27856" y="83470"/>
                </a:lnTo>
                <a:lnTo>
                  <a:pt x="27856" y="83470"/>
                </a:lnTo>
                <a:lnTo>
                  <a:pt x="27856" y="83470"/>
                </a:lnTo>
                <a:lnTo>
                  <a:pt x="27856" y="83469"/>
                </a:lnTo>
                <a:lnTo>
                  <a:pt x="27856" y="83469"/>
                </a:lnTo>
                <a:lnTo>
                  <a:pt x="27856" y="83469"/>
                </a:lnTo>
                <a:lnTo>
                  <a:pt x="27856" y="83469"/>
                </a:lnTo>
                <a:lnTo>
                  <a:pt x="27856" y="83468"/>
                </a:lnTo>
                <a:lnTo>
                  <a:pt x="27856" y="83468"/>
                </a:lnTo>
                <a:lnTo>
                  <a:pt x="27856" y="83468"/>
                </a:lnTo>
                <a:lnTo>
                  <a:pt x="27856" y="83467"/>
                </a:lnTo>
                <a:lnTo>
                  <a:pt x="27856" y="83467"/>
                </a:lnTo>
                <a:lnTo>
                  <a:pt x="27856" y="83467"/>
                </a:lnTo>
                <a:lnTo>
                  <a:pt x="27856" y="83467"/>
                </a:lnTo>
                <a:lnTo>
                  <a:pt x="27856" y="83466"/>
                </a:lnTo>
                <a:lnTo>
                  <a:pt x="27856" y="83466"/>
                </a:lnTo>
                <a:lnTo>
                  <a:pt x="27856" y="83466"/>
                </a:lnTo>
                <a:lnTo>
                  <a:pt x="27856" y="83465"/>
                </a:lnTo>
                <a:lnTo>
                  <a:pt x="27856" y="83465"/>
                </a:lnTo>
                <a:lnTo>
                  <a:pt x="27856" y="83465"/>
                </a:lnTo>
                <a:lnTo>
                  <a:pt x="27856" y="83465"/>
                </a:lnTo>
                <a:lnTo>
                  <a:pt x="27856" y="83464"/>
                </a:lnTo>
                <a:lnTo>
                  <a:pt x="27856" y="83464"/>
                </a:lnTo>
                <a:lnTo>
                  <a:pt x="27856" y="83464"/>
                </a:lnTo>
                <a:lnTo>
                  <a:pt x="27856" y="83463"/>
                </a:lnTo>
                <a:lnTo>
                  <a:pt x="27856" y="83463"/>
                </a:lnTo>
                <a:lnTo>
                  <a:pt x="27856" y="83463"/>
                </a:lnTo>
                <a:lnTo>
                  <a:pt x="27856" y="83463"/>
                </a:lnTo>
                <a:lnTo>
                  <a:pt x="27856" y="83462"/>
                </a:lnTo>
                <a:lnTo>
                  <a:pt x="27856" y="83462"/>
                </a:lnTo>
                <a:lnTo>
                  <a:pt x="27856" y="83462"/>
                </a:lnTo>
                <a:lnTo>
                  <a:pt x="27856" y="83461"/>
                </a:lnTo>
                <a:lnTo>
                  <a:pt x="27856" y="83461"/>
                </a:lnTo>
                <a:lnTo>
                  <a:pt x="27856" y="83461"/>
                </a:lnTo>
                <a:lnTo>
                  <a:pt x="27856" y="83461"/>
                </a:lnTo>
                <a:lnTo>
                  <a:pt x="27856" y="83460"/>
                </a:lnTo>
                <a:lnTo>
                  <a:pt x="27856" y="83460"/>
                </a:lnTo>
                <a:lnTo>
                  <a:pt x="27856" y="83460"/>
                </a:lnTo>
                <a:lnTo>
                  <a:pt x="27856" y="83459"/>
                </a:lnTo>
                <a:lnTo>
                  <a:pt x="27856" y="83459"/>
                </a:lnTo>
                <a:lnTo>
                  <a:pt x="27856" y="83459"/>
                </a:lnTo>
                <a:lnTo>
                  <a:pt x="27856" y="83459"/>
                </a:lnTo>
                <a:lnTo>
                  <a:pt x="27856" y="83458"/>
                </a:lnTo>
                <a:lnTo>
                  <a:pt x="27856" y="83458"/>
                </a:lnTo>
                <a:lnTo>
                  <a:pt x="27856" y="83458"/>
                </a:lnTo>
                <a:lnTo>
                  <a:pt x="27856" y="83457"/>
                </a:lnTo>
                <a:lnTo>
                  <a:pt x="27856" y="83457"/>
                </a:lnTo>
                <a:lnTo>
                  <a:pt x="27856" y="83457"/>
                </a:lnTo>
                <a:lnTo>
                  <a:pt x="27856" y="83457"/>
                </a:lnTo>
                <a:lnTo>
                  <a:pt x="27856" y="83456"/>
                </a:lnTo>
                <a:lnTo>
                  <a:pt x="27856" y="83456"/>
                </a:lnTo>
                <a:lnTo>
                  <a:pt x="27856" y="83456"/>
                </a:lnTo>
                <a:lnTo>
                  <a:pt x="27856" y="83455"/>
                </a:lnTo>
                <a:lnTo>
                  <a:pt x="27856" y="83455"/>
                </a:lnTo>
                <a:lnTo>
                  <a:pt x="27856" y="83455"/>
                </a:lnTo>
                <a:lnTo>
                  <a:pt x="27856" y="83455"/>
                </a:lnTo>
                <a:lnTo>
                  <a:pt x="27856" y="83454"/>
                </a:lnTo>
                <a:lnTo>
                  <a:pt x="27856" y="83454"/>
                </a:lnTo>
                <a:lnTo>
                  <a:pt x="27856" y="83454"/>
                </a:lnTo>
                <a:lnTo>
                  <a:pt x="27856" y="83453"/>
                </a:lnTo>
                <a:lnTo>
                  <a:pt x="27856" y="83453"/>
                </a:lnTo>
                <a:lnTo>
                  <a:pt x="27856" y="83453"/>
                </a:lnTo>
                <a:lnTo>
                  <a:pt x="27856" y="83453"/>
                </a:lnTo>
                <a:lnTo>
                  <a:pt x="27856" y="83452"/>
                </a:lnTo>
                <a:lnTo>
                  <a:pt x="27856" y="83452"/>
                </a:lnTo>
                <a:lnTo>
                  <a:pt x="27856" y="83452"/>
                </a:lnTo>
                <a:lnTo>
                  <a:pt x="27856" y="83451"/>
                </a:lnTo>
                <a:lnTo>
                  <a:pt x="27856" y="83451"/>
                </a:lnTo>
                <a:lnTo>
                  <a:pt x="27856" y="83451"/>
                </a:lnTo>
                <a:lnTo>
                  <a:pt x="27856" y="83451"/>
                </a:lnTo>
                <a:lnTo>
                  <a:pt x="27856" y="83450"/>
                </a:lnTo>
                <a:lnTo>
                  <a:pt x="27856" y="83450"/>
                </a:lnTo>
                <a:lnTo>
                  <a:pt x="27856" y="83450"/>
                </a:lnTo>
                <a:lnTo>
                  <a:pt x="27856" y="83449"/>
                </a:lnTo>
                <a:lnTo>
                  <a:pt x="27856" y="83449"/>
                </a:lnTo>
                <a:lnTo>
                  <a:pt x="27856" y="83449"/>
                </a:lnTo>
                <a:lnTo>
                  <a:pt x="27856" y="83449"/>
                </a:lnTo>
                <a:lnTo>
                  <a:pt x="27856" y="83448"/>
                </a:lnTo>
                <a:lnTo>
                  <a:pt x="27856" y="83448"/>
                </a:lnTo>
                <a:lnTo>
                  <a:pt x="27856" y="83448"/>
                </a:lnTo>
                <a:lnTo>
                  <a:pt x="27856" y="83447"/>
                </a:lnTo>
                <a:lnTo>
                  <a:pt x="27856" y="83447"/>
                </a:lnTo>
                <a:lnTo>
                  <a:pt x="27856" y="83447"/>
                </a:lnTo>
                <a:lnTo>
                  <a:pt x="27856" y="83447"/>
                </a:lnTo>
                <a:lnTo>
                  <a:pt x="27856" y="83446"/>
                </a:lnTo>
                <a:lnTo>
                  <a:pt x="27856" y="83446"/>
                </a:lnTo>
                <a:lnTo>
                  <a:pt x="27856" y="83446"/>
                </a:lnTo>
                <a:lnTo>
                  <a:pt x="27856" y="83445"/>
                </a:lnTo>
                <a:lnTo>
                  <a:pt x="27856" y="83445"/>
                </a:lnTo>
                <a:lnTo>
                  <a:pt x="27856" y="83445"/>
                </a:lnTo>
                <a:lnTo>
                  <a:pt x="27856" y="83445"/>
                </a:lnTo>
                <a:lnTo>
                  <a:pt x="27856" y="83444"/>
                </a:lnTo>
                <a:lnTo>
                  <a:pt x="27856" y="83444"/>
                </a:lnTo>
                <a:lnTo>
                  <a:pt x="27856" y="83444"/>
                </a:lnTo>
                <a:lnTo>
                  <a:pt x="27856" y="83443"/>
                </a:lnTo>
                <a:lnTo>
                  <a:pt x="27856" y="83443"/>
                </a:lnTo>
                <a:lnTo>
                  <a:pt x="27856" y="83443"/>
                </a:lnTo>
                <a:lnTo>
                  <a:pt x="27856" y="83443"/>
                </a:lnTo>
                <a:lnTo>
                  <a:pt x="27856" y="83442"/>
                </a:lnTo>
                <a:lnTo>
                  <a:pt x="27856" y="83442"/>
                </a:lnTo>
                <a:lnTo>
                  <a:pt x="27856" y="83442"/>
                </a:lnTo>
                <a:lnTo>
                  <a:pt x="27856" y="83441"/>
                </a:lnTo>
                <a:lnTo>
                  <a:pt x="27856" y="83441"/>
                </a:lnTo>
                <a:lnTo>
                  <a:pt x="27856" y="83441"/>
                </a:lnTo>
                <a:lnTo>
                  <a:pt x="27856" y="83441"/>
                </a:lnTo>
                <a:lnTo>
                  <a:pt x="27856" y="83440"/>
                </a:lnTo>
                <a:lnTo>
                  <a:pt x="27856" y="83440"/>
                </a:lnTo>
                <a:lnTo>
                  <a:pt x="27856" y="83440"/>
                </a:lnTo>
                <a:lnTo>
                  <a:pt x="27856" y="83439"/>
                </a:lnTo>
                <a:lnTo>
                  <a:pt x="27856" y="83439"/>
                </a:lnTo>
                <a:lnTo>
                  <a:pt x="27856" y="83439"/>
                </a:lnTo>
                <a:lnTo>
                  <a:pt x="27856" y="83439"/>
                </a:lnTo>
                <a:lnTo>
                  <a:pt x="27856" y="83438"/>
                </a:lnTo>
                <a:lnTo>
                  <a:pt x="27856" y="83438"/>
                </a:lnTo>
                <a:lnTo>
                  <a:pt x="27856" y="83438"/>
                </a:lnTo>
                <a:lnTo>
                  <a:pt x="27856" y="83437"/>
                </a:lnTo>
                <a:lnTo>
                  <a:pt x="27856" y="83437"/>
                </a:lnTo>
                <a:lnTo>
                  <a:pt x="27856" y="83437"/>
                </a:lnTo>
                <a:lnTo>
                  <a:pt x="27856" y="83437"/>
                </a:lnTo>
                <a:lnTo>
                  <a:pt x="27856" y="83436"/>
                </a:lnTo>
                <a:lnTo>
                  <a:pt x="27856" y="83436"/>
                </a:lnTo>
                <a:lnTo>
                  <a:pt x="27856" y="83436"/>
                </a:lnTo>
                <a:lnTo>
                  <a:pt x="27856" y="83435"/>
                </a:lnTo>
                <a:lnTo>
                  <a:pt x="27856" y="83435"/>
                </a:lnTo>
                <a:lnTo>
                  <a:pt x="27856" y="83435"/>
                </a:lnTo>
                <a:lnTo>
                  <a:pt x="27856" y="83435"/>
                </a:lnTo>
                <a:lnTo>
                  <a:pt x="27856" y="83434"/>
                </a:lnTo>
                <a:lnTo>
                  <a:pt x="27856" y="83434"/>
                </a:lnTo>
                <a:lnTo>
                  <a:pt x="27856" y="83434"/>
                </a:lnTo>
                <a:lnTo>
                  <a:pt x="27856" y="83433"/>
                </a:lnTo>
                <a:lnTo>
                  <a:pt x="27856" y="83433"/>
                </a:lnTo>
                <a:lnTo>
                  <a:pt x="27856" y="83433"/>
                </a:lnTo>
                <a:lnTo>
                  <a:pt x="27856" y="83433"/>
                </a:lnTo>
                <a:lnTo>
                  <a:pt x="27856" y="83432"/>
                </a:lnTo>
                <a:lnTo>
                  <a:pt x="27856" y="83432"/>
                </a:lnTo>
                <a:lnTo>
                  <a:pt x="27856" y="83432"/>
                </a:lnTo>
                <a:lnTo>
                  <a:pt x="27856" y="83431"/>
                </a:lnTo>
                <a:lnTo>
                  <a:pt x="27856" y="83431"/>
                </a:lnTo>
                <a:lnTo>
                  <a:pt x="27856" y="83431"/>
                </a:lnTo>
                <a:lnTo>
                  <a:pt x="27856" y="83431"/>
                </a:lnTo>
                <a:lnTo>
                  <a:pt x="27856" y="83430"/>
                </a:lnTo>
                <a:lnTo>
                  <a:pt x="27856" y="83430"/>
                </a:lnTo>
                <a:lnTo>
                  <a:pt x="27856" y="83430"/>
                </a:lnTo>
                <a:lnTo>
                  <a:pt x="27856" y="83429"/>
                </a:lnTo>
                <a:lnTo>
                  <a:pt x="27856" y="83429"/>
                </a:lnTo>
                <a:lnTo>
                  <a:pt x="27856" y="83429"/>
                </a:lnTo>
                <a:lnTo>
                  <a:pt x="27856" y="83429"/>
                </a:lnTo>
                <a:lnTo>
                  <a:pt x="27856" y="83428"/>
                </a:lnTo>
                <a:lnTo>
                  <a:pt x="27856" y="83428"/>
                </a:lnTo>
                <a:lnTo>
                  <a:pt x="27856" y="83428"/>
                </a:lnTo>
                <a:lnTo>
                  <a:pt x="27856" y="83427"/>
                </a:lnTo>
                <a:lnTo>
                  <a:pt x="27856" y="83427"/>
                </a:lnTo>
                <a:lnTo>
                  <a:pt x="27856" y="83427"/>
                </a:lnTo>
                <a:lnTo>
                  <a:pt x="27856" y="83427"/>
                </a:lnTo>
                <a:lnTo>
                  <a:pt x="27856" y="83426"/>
                </a:lnTo>
                <a:lnTo>
                  <a:pt x="27856" y="83426"/>
                </a:lnTo>
                <a:lnTo>
                  <a:pt x="27856" y="83426"/>
                </a:lnTo>
                <a:lnTo>
                  <a:pt x="27856" y="83425"/>
                </a:lnTo>
                <a:lnTo>
                  <a:pt x="27856" y="83425"/>
                </a:lnTo>
                <a:lnTo>
                  <a:pt x="27856" y="83425"/>
                </a:lnTo>
                <a:lnTo>
                  <a:pt x="27856" y="83425"/>
                </a:lnTo>
                <a:lnTo>
                  <a:pt x="27856" y="83424"/>
                </a:lnTo>
                <a:lnTo>
                  <a:pt x="27856" y="83424"/>
                </a:lnTo>
                <a:lnTo>
                  <a:pt x="27856" y="83424"/>
                </a:lnTo>
                <a:lnTo>
                  <a:pt x="27856" y="83423"/>
                </a:lnTo>
                <a:lnTo>
                  <a:pt x="27856" y="83423"/>
                </a:lnTo>
                <a:lnTo>
                  <a:pt x="27856" y="83423"/>
                </a:lnTo>
                <a:lnTo>
                  <a:pt x="27856" y="83423"/>
                </a:lnTo>
                <a:lnTo>
                  <a:pt x="27856" y="83422"/>
                </a:lnTo>
                <a:lnTo>
                  <a:pt x="27856" y="83422"/>
                </a:lnTo>
                <a:lnTo>
                  <a:pt x="27856" y="83422"/>
                </a:lnTo>
                <a:lnTo>
                  <a:pt x="27856" y="83421"/>
                </a:lnTo>
                <a:lnTo>
                  <a:pt x="27856" y="83421"/>
                </a:lnTo>
                <a:lnTo>
                  <a:pt x="27856" y="83421"/>
                </a:lnTo>
                <a:lnTo>
                  <a:pt x="27856" y="83421"/>
                </a:lnTo>
                <a:lnTo>
                  <a:pt x="27856" y="83420"/>
                </a:lnTo>
                <a:lnTo>
                  <a:pt x="27856" y="83420"/>
                </a:lnTo>
                <a:lnTo>
                  <a:pt x="27856" y="83420"/>
                </a:lnTo>
                <a:lnTo>
                  <a:pt x="27856" y="83419"/>
                </a:lnTo>
                <a:lnTo>
                  <a:pt x="27856" y="83419"/>
                </a:lnTo>
                <a:lnTo>
                  <a:pt x="27856" y="83419"/>
                </a:lnTo>
                <a:lnTo>
                  <a:pt x="27856" y="83419"/>
                </a:lnTo>
                <a:lnTo>
                  <a:pt x="27856" y="83418"/>
                </a:lnTo>
                <a:lnTo>
                  <a:pt x="27856" y="83418"/>
                </a:lnTo>
                <a:lnTo>
                  <a:pt x="27856" y="83418"/>
                </a:lnTo>
                <a:lnTo>
                  <a:pt x="27856" y="83417"/>
                </a:lnTo>
                <a:lnTo>
                  <a:pt x="27856" y="83417"/>
                </a:lnTo>
                <a:lnTo>
                  <a:pt x="27856" y="83417"/>
                </a:lnTo>
                <a:lnTo>
                  <a:pt x="27856" y="83417"/>
                </a:lnTo>
                <a:lnTo>
                  <a:pt x="27856" y="83416"/>
                </a:lnTo>
                <a:lnTo>
                  <a:pt x="27856" y="83416"/>
                </a:lnTo>
                <a:lnTo>
                  <a:pt x="27856" y="83416"/>
                </a:lnTo>
                <a:lnTo>
                  <a:pt x="27856" y="83415"/>
                </a:lnTo>
                <a:lnTo>
                  <a:pt x="27856" y="83415"/>
                </a:lnTo>
                <a:lnTo>
                  <a:pt x="27856" y="83415"/>
                </a:lnTo>
                <a:lnTo>
                  <a:pt x="27856" y="83415"/>
                </a:lnTo>
                <a:lnTo>
                  <a:pt x="27856" y="83414"/>
                </a:lnTo>
                <a:lnTo>
                  <a:pt x="27856" y="83414"/>
                </a:lnTo>
                <a:lnTo>
                  <a:pt x="27856" y="83414"/>
                </a:lnTo>
                <a:lnTo>
                  <a:pt x="27856" y="83413"/>
                </a:lnTo>
                <a:lnTo>
                  <a:pt x="27856" y="83413"/>
                </a:lnTo>
                <a:lnTo>
                  <a:pt x="27856" y="83413"/>
                </a:lnTo>
                <a:lnTo>
                  <a:pt x="27856" y="83413"/>
                </a:lnTo>
                <a:lnTo>
                  <a:pt x="27856" y="83412"/>
                </a:lnTo>
                <a:lnTo>
                  <a:pt x="27856" y="83412"/>
                </a:lnTo>
                <a:lnTo>
                  <a:pt x="27856" y="83412"/>
                </a:lnTo>
                <a:lnTo>
                  <a:pt x="27856" y="83411"/>
                </a:lnTo>
                <a:lnTo>
                  <a:pt x="27856" y="83411"/>
                </a:lnTo>
                <a:lnTo>
                  <a:pt x="27856" y="83411"/>
                </a:lnTo>
                <a:lnTo>
                  <a:pt x="27856" y="83411"/>
                </a:lnTo>
                <a:lnTo>
                  <a:pt x="27856" y="83410"/>
                </a:lnTo>
                <a:lnTo>
                  <a:pt x="27856" y="83410"/>
                </a:lnTo>
                <a:lnTo>
                  <a:pt x="27856" y="83410"/>
                </a:lnTo>
                <a:lnTo>
                  <a:pt x="27856" y="83409"/>
                </a:lnTo>
                <a:lnTo>
                  <a:pt x="27856" y="83409"/>
                </a:lnTo>
                <a:lnTo>
                  <a:pt x="27856" y="83409"/>
                </a:lnTo>
                <a:lnTo>
                  <a:pt x="27856" y="83409"/>
                </a:lnTo>
                <a:lnTo>
                  <a:pt x="27856" y="83408"/>
                </a:lnTo>
                <a:lnTo>
                  <a:pt x="27856" y="83408"/>
                </a:lnTo>
                <a:lnTo>
                  <a:pt x="27856" y="83408"/>
                </a:lnTo>
                <a:lnTo>
                  <a:pt x="27856" y="83407"/>
                </a:lnTo>
                <a:lnTo>
                  <a:pt x="27856" y="83407"/>
                </a:lnTo>
                <a:lnTo>
                  <a:pt x="27856" y="83407"/>
                </a:lnTo>
                <a:lnTo>
                  <a:pt x="27856" y="83407"/>
                </a:lnTo>
                <a:lnTo>
                  <a:pt x="27856" y="83406"/>
                </a:lnTo>
                <a:lnTo>
                  <a:pt x="27856" y="83406"/>
                </a:lnTo>
                <a:lnTo>
                  <a:pt x="27856" y="83406"/>
                </a:lnTo>
                <a:lnTo>
                  <a:pt x="27856" y="83405"/>
                </a:lnTo>
                <a:lnTo>
                  <a:pt x="27856" y="83405"/>
                </a:lnTo>
                <a:lnTo>
                  <a:pt x="27856" y="83405"/>
                </a:lnTo>
                <a:lnTo>
                  <a:pt x="27856" y="83405"/>
                </a:lnTo>
                <a:lnTo>
                  <a:pt x="27856" y="83404"/>
                </a:lnTo>
                <a:lnTo>
                  <a:pt x="27856" y="83404"/>
                </a:lnTo>
                <a:lnTo>
                  <a:pt x="27856" y="83404"/>
                </a:lnTo>
                <a:lnTo>
                  <a:pt x="27856" y="83403"/>
                </a:lnTo>
                <a:lnTo>
                  <a:pt x="27856" y="83403"/>
                </a:lnTo>
                <a:lnTo>
                  <a:pt x="27856" y="83403"/>
                </a:lnTo>
                <a:lnTo>
                  <a:pt x="27856" y="83403"/>
                </a:lnTo>
                <a:lnTo>
                  <a:pt x="27856" y="83402"/>
                </a:lnTo>
                <a:lnTo>
                  <a:pt x="27856" y="83402"/>
                </a:lnTo>
                <a:lnTo>
                  <a:pt x="27856" y="83402"/>
                </a:lnTo>
                <a:lnTo>
                  <a:pt x="27856" y="83401"/>
                </a:lnTo>
                <a:lnTo>
                  <a:pt x="27856" y="83401"/>
                </a:lnTo>
                <a:lnTo>
                  <a:pt x="27856" y="83401"/>
                </a:lnTo>
                <a:lnTo>
                  <a:pt x="27856" y="83401"/>
                </a:lnTo>
                <a:lnTo>
                  <a:pt x="27856" y="83400"/>
                </a:lnTo>
                <a:lnTo>
                  <a:pt x="27856" y="83400"/>
                </a:lnTo>
                <a:lnTo>
                  <a:pt x="27856" y="83400"/>
                </a:lnTo>
                <a:lnTo>
                  <a:pt x="27856" y="83399"/>
                </a:lnTo>
                <a:lnTo>
                  <a:pt x="27856" y="83399"/>
                </a:lnTo>
                <a:lnTo>
                  <a:pt x="27856" y="83399"/>
                </a:lnTo>
                <a:lnTo>
                  <a:pt x="27856" y="83399"/>
                </a:lnTo>
                <a:lnTo>
                  <a:pt x="27856" y="83398"/>
                </a:lnTo>
                <a:lnTo>
                  <a:pt x="27856" y="83398"/>
                </a:lnTo>
                <a:lnTo>
                  <a:pt x="27856" y="83398"/>
                </a:lnTo>
                <a:lnTo>
                  <a:pt x="27856" y="83398"/>
                </a:lnTo>
                <a:lnTo>
                  <a:pt x="27856" y="83397"/>
                </a:lnTo>
                <a:lnTo>
                  <a:pt x="27856" y="83397"/>
                </a:lnTo>
                <a:lnTo>
                  <a:pt x="27856" y="83397"/>
                </a:lnTo>
                <a:lnTo>
                  <a:pt x="27856" y="83396"/>
                </a:lnTo>
                <a:lnTo>
                  <a:pt x="27856" y="83396"/>
                </a:lnTo>
                <a:lnTo>
                  <a:pt x="27856" y="83396"/>
                </a:lnTo>
                <a:lnTo>
                  <a:pt x="27856" y="83396"/>
                </a:lnTo>
                <a:lnTo>
                  <a:pt x="27856" y="83395"/>
                </a:lnTo>
                <a:lnTo>
                  <a:pt x="27856" y="83395"/>
                </a:lnTo>
                <a:lnTo>
                  <a:pt x="27856" y="83395"/>
                </a:lnTo>
                <a:lnTo>
                  <a:pt x="27856" y="83394"/>
                </a:lnTo>
                <a:lnTo>
                  <a:pt x="27856" y="83394"/>
                </a:lnTo>
                <a:lnTo>
                  <a:pt x="27856" y="83394"/>
                </a:lnTo>
                <a:lnTo>
                  <a:pt x="27856" y="83394"/>
                </a:lnTo>
                <a:lnTo>
                  <a:pt x="27856" y="83393"/>
                </a:lnTo>
                <a:lnTo>
                  <a:pt x="27856" y="83393"/>
                </a:lnTo>
                <a:lnTo>
                  <a:pt x="27856" y="83393"/>
                </a:lnTo>
                <a:lnTo>
                  <a:pt x="27856" y="83392"/>
                </a:lnTo>
                <a:lnTo>
                  <a:pt x="27856" y="83392"/>
                </a:lnTo>
                <a:lnTo>
                  <a:pt x="27856" y="83392"/>
                </a:lnTo>
                <a:lnTo>
                  <a:pt x="27856" y="83392"/>
                </a:lnTo>
                <a:lnTo>
                  <a:pt x="27856" y="83391"/>
                </a:lnTo>
                <a:lnTo>
                  <a:pt x="27856" y="83391"/>
                </a:lnTo>
                <a:lnTo>
                  <a:pt x="27856" y="83391"/>
                </a:lnTo>
                <a:lnTo>
                  <a:pt x="27856" y="83390"/>
                </a:lnTo>
                <a:lnTo>
                  <a:pt x="27856" y="83390"/>
                </a:lnTo>
                <a:lnTo>
                  <a:pt x="27856" y="83390"/>
                </a:lnTo>
                <a:lnTo>
                  <a:pt x="27856" y="83390"/>
                </a:lnTo>
                <a:lnTo>
                  <a:pt x="27856" y="83389"/>
                </a:lnTo>
                <a:lnTo>
                  <a:pt x="27856" y="83389"/>
                </a:lnTo>
                <a:lnTo>
                  <a:pt x="27856" y="83389"/>
                </a:lnTo>
                <a:lnTo>
                  <a:pt x="27856" y="83388"/>
                </a:lnTo>
                <a:lnTo>
                  <a:pt x="27856" y="83388"/>
                </a:lnTo>
                <a:lnTo>
                  <a:pt x="27856" y="83388"/>
                </a:lnTo>
                <a:lnTo>
                  <a:pt x="27856" y="83388"/>
                </a:lnTo>
                <a:lnTo>
                  <a:pt x="27856" y="83387"/>
                </a:lnTo>
                <a:lnTo>
                  <a:pt x="27856" y="83387"/>
                </a:lnTo>
                <a:lnTo>
                  <a:pt x="27856" y="83387"/>
                </a:lnTo>
                <a:lnTo>
                  <a:pt x="27856" y="83386"/>
                </a:lnTo>
                <a:lnTo>
                  <a:pt x="27856" y="83386"/>
                </a:lnTo>
                <a:lnTo>
                  <a:pt x="27856" y="83386"/>
                </a:lnTo>
                <a:lnTo>
                  <a:pt x="27856" y="83386"/>
                </a:lnTo>
                <a:lnTo>
                  <a:pt x="27856" y="83385"/>
                </a:lnTo>
                <a:lnTo>
                  <a:pt x="27856" y="83385"/>
                </a:lnTo>
                <a:lnTo>
                  <a:pt x="27856" y="83385"/>
                </a:lnTo>
                <a:lnTo>
                  <a:pt x="27856" y="83384"/>
                </a:lnTo>
                <a:lnTo>
                  <a:pt x="27856" y="83384"/>
                </a:lnTo>
                <a:lnTo>
                  <a:pt x="27856" y="83384"/>
                </a:lnTo>
                <a:lnTo>
                  <a:pt x="27856" y="83384"/>
                </a:lnTo>
                <a:lnTo>
                  <a:pt x="27856" y="83383"/>
                </a:lnTo>
                <a:lnTo>
                  <a:pt x="27856" y="83383"/>
                </a:lnTo>
                <a:lnTo>
                  <a:pt x="27856" y="83383"/>
                </a:lnTo>
                <a:lnTo>
                  <a:pt x="27856" y="83382"/>
                </a:lnTo>
                <a:lnTo>
                  <a:pt x="27856" y="83382"/>
                </a:lnTo>
                <a:lnTo>
                  <a:pt x="27856" y="83382"/>
                </a:lnTo>
                <a:lnTo>
                  <a:pt x="27856" y="83382"/>
                </a:lnTo>
                <a:lnTo>
                  <a:pt x="27856" y="83381"/>
                </a:lnTo>
                <a:lnTo>
                  <a:pt x="27856" y="83381"/>
                </a:lnTo>
                <a:lnTo>
                  <a:pt x="27856" y="83381"/>
                </a:lnTo>
                <a:lnTo>
                  <a:pt x="27856" y="83381"/>
                </a:lnTo>
                <a:lnTo>
                  <a:pt x="27856" y="83380"/>
                </a:lnTo>
                <a:lnTo>
                  <a:pt x="27856" y="83380"/>
                </a:lnTo>
                <a:lnTo>
                  <a:pt x="27856" y="83380"/>
                </a:lnTo>
                <a:lnTo>
                  <a:pt x="27856" y="83379"/>
                </a:lnTo>
                <a:lnTo>
                  <a:pt x="27856" y="83379"/>
                </a:lnTo>
                <a:lnTo>
                  <a:pt x="27856" y="83379"/>
                </a:lnTo>
                <a:lnTo>
                  <a:pt x="27856" y="83379"/>
                </a:lnTo>
                <a:lnTo>
                  <a:pt x="27856" y="83378"/>
                </a:lnTo>
                <a:lnTo>
                  <a:pt x="27856" y="83378"/>
                </a:lnTo>
                <a:lnTo>
                  <a:pt x="27856" y="83378"/>
                </a:lnTo>
                <a:lnTo>
                  <a:pt x="27856" y="83377"/>
                </a:lnTo>
                <a:lnTo>
                  <a:pt x="27856" y="83377"/>
                </a:lnTo>
                <a:lnTo>
                  <a:pt x="27856" y="83377"/>
                </a:lnTo>
                <a:lnTo>
                  <a:pt x="27856" y="83377"/>
                </a:lnTo>
                <a:lnTo>
                  <a:pt x="27856" y="83376"/>
                </a:lnTo>
                <a:lnTo>
                  <a:pt x="27856" y="83376"/>
                </a:lnTo>
                <a:lnTo>
                  <a:pt x="27856" y="83376"/>
                </a:lnTo>
                <a:lnTo>
                  <a:pt x="27856" y="83375"/>
                </a:lnTo>
                <a:lnTo>
                  <a:pt x="27856" y="83375"/>
                </a:lnTo>
                <a:lnTo>
                  <a:pt x="27856" y="83375"/>
                </a:lnTo>
                <a:lnTo>
                  <a:pt x="27856" y="83375"/>
                </a:lnTo>
                <a:lnTo>
                  <a:pt x="27856" y="83374"/>
                </a:lnTo>
                <a:lnTo>
                  <a:pt x="27856" y="83374"/>
                </a:lnTo>
                <a:lnTo>
                  <a:pt x="27856" y="83374"/>
                </a:lnTo>
                <a:lnTo>
                  <a:pt x="27856" y="83373"/>
                </a:lnTo>
                <a:lnTo>
                  <a:pt x="27856" y="83373"/>
                </a:lnTo>
                <a:lnTo>
                  <a:pt x="27856" y="83373"/>
                </a:lnTo>
                <a:lnTo>
                  <a:pt x="27856" y="83373"/>
                </a:lnTo>
                <a:lnTo>
                  <a:pt x="27856" y="83372"/>
                </a:lnTo>
                <a:lnTo>
                  <a:pt x="27856" y="83372"/>
                </a:lnTo>
                <a:lnTo>
                  <a:pt x="27856" y="83372"/>
                </a:lnTo>
                <a:lnTo>
                  <a:pt x="27856" y="83371"/>
                </a:lnTo>
                <a:lnTo>
                  <a:pt x="27856" y="83371"/>
                </a:lnTo>
                <a:lnTo>
                  <a:pt x="27856" y="83371"/>
                </a:lnTo>
                <a:lnTo>
                  <a:pt x="27856" y="83371"/>
                </a:lnTo>
                <a:lnTo>
                  <a:pt x="27856" y="83370"/>
                </a:lnTo>
                <a:lnTo>
                  <a:pt x="27856" y="83370"/>
                </a:lnTo>
                <a:lnTo>
                  <a:pt x="27856" y="83370"/>
                </a:lnTo>
                <a:lnTo>
                  <a:pt x="27856" y="83370"/>
                </a:lnTo>
                <a:lnTo>
                  <a:pt x="27856" y="83369"/>
                </a:lnTo>
                <a:lnTo>
                  <a:pt x="27856" y="83369"/>
                </a:lnTo>
                <a:lnTo>
                  <a:pt x="27856" y="83369"/>
                </a:lnTo>
                <a:lnTo>
                  <a:pt x="27856" y="83368"/>
                </a:lnTo>
                <a:lnTo>
                  <a:pt x="27856" y="83368"/>
                </a:lnTo>
                <a:lnTo>
                  <a:pt x="27856" y="83368"/>
                </a:lnTo>
                <a:lnTo>
                  <a:pt x="27856" y="83368"/>
                </a:lnTo>
                <a:lnTo>
                  <a:pt x="27856" y="83367"/>
                </a:lnTo>
                <a:lnTo>
                  <a:pt x="27856" y="83367"/>
                </a:lnTo>
                <a:lnTo>
                  <a:pt x="27856" y="83367"/>
                </a:lnTo>
                <a:lnTo>
                  <a:pt x="27856" y="83366"/>
                </a:lnTo>
                <a:lnTo>
                  <a:pt x="27856" y="83366"/>
                </a:lnTo>
                <a:lnTo>
                  <a:pt x="27856" y="83366"/>
                </a:lnTo>
                <a:lnTo>
                  <a:pt x="27856" y="83366"/>
                </a:lnTo>
                <a:lnTo>
                  <a:pt x="27856" y="83365"/>
                </a:lnTo>
                <a:lnTo>
                  <a:pt x="27856" y="83365"/>
                </a:lnTo>
                <a:lnTo>
                  <a:pt x="27856" y="83365"/>
                </a:lnTo>
                <a:lnTo>
                  <a:pt x="27856" y="83364"/>
                </a:lnTo>
                <a:lnTo>
                  <a:pt x="27856" y="83364"/>
                </a:lnTo>
                <a:lnTo>
                  <a:pt x="27856" y="83364"/>
                </a:lnTo>
                <a:lnTo>
                  <a:pt x="27856" y="83364"/>
                </a:lnTo>
                <a:lnTo>
                  <a:pt x="27856" y="83363"/>
                </a:lnTo>
                <a:lnTo>
                  <a:pt x="27856" y="83363"/>
                </a:lnTo>
                <a:lnTo>
                  <a:pt x="27856" y="83363"/>
                </a:lnTo>
                <a:lnTo>
                  <a:pt x="27856" y="83362"/>
                </a:lnTo>
                <a:lnTo>
                  <a:pt x="27856" y="83362"/>
                </a:lnTo>
                <a:lnTo>
                  <a:pt x="27856" y="83362"/>
                </a:lnTo>
                <a:lnTo>
                  <a:pt x="27856" y="83362"/>
                </a:lnTo>
                <a:lnTo>
                  <a:pt x="27856" y="83361"/>
                </a:lnTo>
                <a:lnTo>
                  <a:pt x="27856" y="83361"/>
                </a:lnTo>
                <a:lnTo>
                  <a:pt x="27856" y="83361"/>
                </a:lnTo>
                <a:lnTo>
                  <a:pt x="27856" y="83360"/>
                </a:lnTo>
                <a:lnTo>
                  <a:pt x="27856" y="83360"/>
                </a:lnTo>
                <a:lnTo>
                  <a:pt x="27856" y="83360"/>
                </a:lnTo>
                <a:lnTo>
                  <a:pt x="27856" y="83360"/>
                </a:lnTo>
                <a:lnTo>
                  <a:pt x="27856" y="83359"/>
                </a:lnTo>
                <a:lnTo>
                  <a:pt x="27856" y="83359"/>
                </a:lnTo>
                <a:lnTo>
                  <a:pt x="27856" y="83359"/>
                </a:lnTo>
                <a:lnTo>
                  <a:pt x="27856" y="83359"/>
                </a:lnTo>
                <a:lnTo>
                  <a:pt x="27856" y="83358"/>
                </a:lnTo>
                <a:lnTo>
                  <a:pt x="27856" y="83358"/>
                </a:lnTo>
                <a:lnTo>
                  <a:pt x="27856" y="83358"/>
                </a:lnTo>
                <a:lnTo>
                  <a:pt x="27856" y="83357"/>
                </a:lnTo>
                <a:lnTo>
                  <a:pt x="27856" y="83357"/>
                </a:lnTo>
                <a:lnTo>
                  <a:pt x="27856" y="83357"/>
                </a:lnTo>
                <a:lnTo>
                  <a:pt x="27856" y="83357"/>
                </a:lnTo>
                <a:lnTo>
                  <a:pt x="27856" y="83356"/>
                </a:lnTo>
                <a:lnTo>
                  <a:pt x="27856" y="83356"/>
                </a:lnTo>
                <a:lnTo>
                  <a:pt x="27856" y="83356"/>
                </a:lnTo>
                <a:lnTo>
                  <a:pt x="27856" y="83355"/>
                </a:lnTo>
                <a:lnTo>
                  <a:pt x="27856" y="83355"/>
                </a:lnTo>
                <a:lnTo>
                  <a:pt x="27856" y="83355"/>
                </a:lnTo>
                <a:lnTo>
                  <a:pt x="27856" y="83355"/>
                </a:lnTo>
                <a:lnTo>
                  <a:pt x="27856" y="83354"/>
                </a:lnTo>
                <a:lnTo>
                  <a:pt x="27856" y="83354"/>
                </a:lnTo>
                <a:lnTo>
                  <a:pt x="27856" y="83354"/>
                </a:lnTo>
                <a:lnTo>
                  <a:pt x="27856" y="83353"/>
                </a:lnTo>
                <a:lnTo>
                  <a:pt x="27856" y="83353"/>
                </a:lnTo>
                <a:lnTo>
                  <a:pt x="27856" y="83353"/>
                </a:lnTo>
                <a:lnTo>
                  <a:pt x="27856" y="83353"/>
                </a:lnTo>
                <a:lnTo>
                  <a:pt x="27856" y="83352"/>
                </a:lnTo>
                <a:lnTo>
                  <a:pt x="27856" y="83352"/>
                </a:lnTo>
                <a:lnTo>
                  <a:pt x="27856" y="83352"/>
                </a:lnTo>
                <a:lnTo>
                  <a:pt x="27856" y="83352"/>
                </a:lnTo>
                <a:lnTo>
                  <a:pt x="27856" y="83351"/>
                </a:lnTo>
                <a:lnTo>
                  <a:pt x="27856" y="83351"/>
                </a:lnTo>
                <a:lnTo>
                  <a:pt x="27856" y="83351"/>
                </a:lnTo>
                <a:lnTo>
                  <a:pt x="27856" y="83350"/>
                </a:lnTo>
                <a:lnTo>
                  <a:pt x="27856" y="83350"/>
                </a:lnTo>
                <a:lnTo>
                  <a:pt x="27856" y="83350"/>
                </a:lnTo>
                <a:lnTo>
                  <a:pt x="27856" y="83350"/>
                </a:lnTo>
                <a:lnTo>
                  <a:pt x="27856" y="83349"/>
                </a:lnTo>
                <a:lnTo>
                  <a:pt x="27856" y="83349"/>
                </a:lnTo>
                <a:lnTo>
                  <a:pt x="27856" y="83349"/>
                </a:lnTo>
                <a:lnTo>
                  <a:pt x="27856" y="83348"/>
                </a:lnTo>
                <a:lnTo>
                  <a:pt x="27856" y="83348"/>
                </a:lnTo>
                <a:lnTo>
                  <a:pt x="27856" y="83348"/>
                </a:lnTo>
                <a:lnTo>
                  <a:pt x="27856" y="83348"/>
                </a:lnTo>
                <a:lnTo>
                  <a:pt x="27856" y="83347"/>
                </a:lnTo>
                <a:lnTo>
                  <a:pt x="27856" y="83347"/>
                </a:lnTo>
                <a:lnTo>
                  <a:pt x="27856" y="83347"/>
                </a:lnTo>
                <a:lnTo>
                  <a:pt x="27856" y="83346"/>
                </a:lnTo>
                <a:lnTo>
                  <a:pt x="27856" y="83346"/>
                </a:lnTo>
                <a:lnTo>
                  <a:pt x="27856" y="83346"/>
                </a:lnTo>
                <a:lnTo>
                  <a:pt x="27856" y="83346"/>
                </a:lnTo>
                <a:lnTo>
                  <a:pt x="27856" y="83345"/>
                </a:lnTo>
                <a:lnTo>
                  <a:pt x="27856" y="83345"/>
                </a:lnTo>
                <a:lnTo>
                  <a:pt x="27856" y="83345"/>
                </a:lnTo>
                <a:lnTo>
                  <a:pt x="27856" y="83344"/>
                </a:lnTo>
                <a:lnTo>
                  <a:pt x="27856" y="83344"/>
                </a:lnTo>
                <a:lnTo>
                  <a:pt x="27856" y="83344"/>
                </a:lnTo>
                <a:lnTo>
                  <a:pt x="27856" y="83344"/>
                </a:lnTo>
                <a:lnTo>
                  <a:pt x="27856" y="83343"/>
                </a:lnTo>
                <a:lnTo>
                  <a:pt x="27856" y="83343"/>
                </a:lnTo>
                <a:lnTo>
                  <a:pt x="27856" y="83343"/>
                </a:lnTo>
                <a:lnTo>
                  <a:pt x="27856" y="83343"/>
                </a:lnTo>
                <a:lnTo>
                  <a:pt x="27856" y="83342"/>
                </a:lnTo>
                <a:lnTo>
                  <a:pt x="27856" y="83342"/>
                </a:lnTo>
                <a:lnTo>
                  <a:pt x="27856" y="83342"/>
                </a:lnTo>
                <a:lnTo>
                  <a:pt x="27856" y="83341"/>
                </a:lnTo>
                <a:lnTo>
                  <a:pt x="27856" y="83341"/>
                </a:lnTo>
                <a:lnTo>
                  <a:pt x="27856" y="83341"/>
                </a:lnTo>
                <a:lnTo>
                  <a:pt x="27856" y="83341"/>
                </a:lnTo>
                <a:lnTo>
                  <a:pt x="27856" y="83340"/>
                </a:lnTo>
                <a:lnTo>
                  <a:pt x="27856" y="83340"/>
                </a:lnTo>
                <a:lnTo>
                  <a:pt x="27856" y="83340"/>
                </a:lnTo>
                <a:lnTo>
                  <a:pt x="27856" y="83339"/>
                </a:lnTo>
                <a:lnTo>
                  <a:pt x="27856" y="83339"/>
                </a:lnTo>
                <a:lnTo>
                  <a:pt x="27856" y="83339"/>
                </a:lnTo>
                <a:lnTo>
                  <a:pt x="27856" y="83339"/>
                </a:lnTo>
                <a:lnTo>
                  <a:pt x="27856" y="83338"/>
                </a:lnTo>
                <a:lnTo>
                  <a:pt x="27856" y="83338"/>
                </a:lnTo>
                <a:lnTo>
                  <a:pt x="27856" y="83338"/>
                </a:lnTo>
                <a:lnTo>
                  <a:pt x="27856" y="83337"/>
                </a:lnTo>
                <a:lnTo>
                  <a:pt x="27856" y="83337"/>
                </a:lnTo>
                <a:lnTo>
                  <a:pt x="27856" y="83337"/>
                </a:lnTo>
                <a:lnTo>
                  <a:pt x="27856" y="83337"/>
                </a:lnTo>
                <a:lnTo>
                  <a:pt x="27856" y="83336"/>
                </a:lnTo>
                <a:lnTo>
                  <a:pt x="27856" y="83336"/>
                </a:lnTo>
                <a:lnTo>
                  <a:pt x="27856" y="83336"/>
                </a:lnTo>
                <a:lnTo>
                  <a:pt x="27856" y="83336"/>
                </a:lnTo>
                <a:lnTo>
                  <a:pt x="27856" y="83335"/>
                </a:lnTo>
                <a:lnTo>
                  <a:pt x="27856" y="83335"/>
                </a:lnTo>
                <a:lnTo>
                  <a:pt x="27856" y="83335"/>
                </a:lnTo>
                <a:lnTo>
                  <a:pt x="27856" y="83334"/>
                </a:lnTo>
                <a:lnTo>
                  <a:pt x="27856" y="83334"/>
                </a:lnTo>
                <a:lnTo>
                  <a:pt x="27856" y="83334"/>
                </a:lnTo>
                <a:lnTo>
                  <a:pt x="27856" y="83334"/>
                </a:lnTo>
                <a:lnTo>
                  <a:pt x="27856" y="83333"/>
                </a:lnTo>
                <a:lnTo>
                  <a:pt x="27856" y="83333"/>
                </a:lnTo>
                <a:lnTo>
                  <a:pt x="27856" y="83333"/>
                </a:lnTo>
                <a:lnTo>
                  <a:pt x="27856" y="83332"/>
                </a:lnTo>
                <a:lnTo>
                  <a:pt x="27856" y="83332"/>
                </a:lnTo>
                <a:lnTo>
                  <a:pt x="27856" y="83332"/>
                </a:lnTo>
                <a:lnTo>
                  <a:pt x="27856" y="83332"/>
                </a:lnTo>
                <a:lnTo>
                  <a:pt x="27856" y="83331"/>
                </a:lnTo>
                <a:lnTo>
                  <a:pt x="27856" y="83331"/>
                </a:lnTo>
                <a:lnTo>
                  <a:pt x="27856" y="83331"/>
                </a:lnTo>
                <a:lnTo>
                  <a:pt x="27856" y="83330"/>
                </a:lnTo>
                <a:lnTo>
                  <a:pt x="27856" y="83330"/>
                </a:lnTo>
                <a:lnTo>
                  <a:pt x="27856" y="83330"/>
                </a:lnTo>
                <a:lnTo>
                  <a:pt x="27856" y="83330"/>
                </a:lnTo>
                <a:lnTo>
                  <a:pt x="27856" y="83329"/>
                </a:lnTo>
                <a:lnTo>
                  <a:pt x="27856" y="83329"/>
                </a:lnTo>
                <a:lnTo>
                  <a:pt x="27856" y="83329"/>
                </a:lnTo>
                <a:lnTo>
                  <a:pt x="27856" y="83329"/>
                </a:lnTo>
                <a:lnTo>
                  <a:pt x="27856" y="83328"/>
                </a:lnTo>
                <a:lnTo>
                  <a:pt x="27856" y="83328"/>
                </a:lnTo>
                <a:lnTo>
                  <a:pt x="27856" y="83328"/>
                </a:lnTo>
                <a:lnTo>
                  <a:pt x="27856" y="83327"/>
                </a:lnTo>
                <a:lnTo>
                  <a:pt x="27856" y="83327"/>
                </a:lnTo>
                <a:lnTo>
                  <a:pt x="27856" y="83327"/>
                </a:lnTo>
                <a:lnTo>
                  <a:pt x="27856" y="83327"/>
                </a:lnTo>
                <a:lnTo>
                  <a:pt x="27856" y="83326"/>
                </a:lnTo>
                <a:lnTo>
                  <a:pt x="27856" y="83326"/>
                </a:lnTo>
                <a:lnTo>
                  <a:pt x="27856" y="83326"/>
                </a:lnTo>
                <a:lnTo>
                  <a:pt x="27856" y="83325"/>
                </a:lnTo>
                <a:lnTo>
                  <a:pt x="27856" y="83325"/>
                </a:lnTo>
                <a:lnTo>
                  <a:pt x="27856" y="83325"/>
                </a:lnTo>
                <a:lnTo>
                  <a:pt x="27856" y="83325"/>
                </a:lnTo>
                <a:lnTo>
                  <a:pt x="27856" y="83324"/>
                </a:lnTo>
                <a:lnTo>
                  <a:pt x="27856" y="83324"/>
                </a:lnTo>
                <a:lnTo>
                  <a:pt x="27856" y="83324"/>
                </a:lnTo>
                <a:lnTo>
                  <a:pt x="27856" y="83323"/>
                </a:lnTo>
                <a:lnTo>
                  <a:pt x="27856" y="83323"/>
                </a:lnTo>
                <a:lnTo>
                  <a:pt x="27856" y="83323"/>
                </a:lnTo>
                <a:lnTo>
                  <a:pt x="27856" y="83323"/>
                </a:lnTo>
                <a:lnTo>
                  <a:pt x="27856" y="83322"/>
                </a:lnTo>
                <a:lnTo>
                  <a:pt x="27856" y="83322"/>
                </a:lnTo>
                <a:lnTo>
                  <a:pt x="27856" y="83322"/>
                </a:lnTo>
                <a:lnTo>
                  <a:pt x="27856" y="83322"/>
                </a:lnTo>
                <a:lnTo>
                  <a:pt x="27856" y="83321"/>
                </a:lnTo>
                <a:lnTo>
                  <a:pt x="27856" y="83321"/>
                </a:lnTo>
                <a:lnTo>
                  <a:pt x="27856" y="83321"/>
                </a:lnTo>
                <a:lnTo>
                  <a:pt x="27856" y="83320"/>
                </a:lnTo>
                <a:lnTo>
                  <a:pt x="27856" y="83320"/>
                </a:lnTo>
                <a:lnTo>
                  <a:pt x="27856" y="83320"/>
                </a:lnTo>
                <a:lnTo>
                  <a:pt x="27856" y="83320"/>
                </a:lnTo>
                <a:lnTo>
                  <a:pt x="27856" y="83319"/>
                </a:lnTo>
                <a:lnTo>
                  <a:pt x="27856" y="83319"/>
                </a:lnTo>
                <a:lnTo>
                  <a:pt x="27856" y="83319"/>
                </a:lnTo>
                <a:lnTo>
                  <a:pt x="27856" y="83318"/>
                </a:lnTo>
                <a:lnTo>
                  <a:pt x="27856" y="83318"/>
                </a:lnTo>
                <a:lnTo>
                  <a:pt x="27856" y="83318"/>
                </a:lnTo>
                <a:lnTo>
                  <a:pt x="27856" y="83318"/>
                </a:lnTo>
                <a:lnTo>
                  <a:pt x="27856" y="83317"/>
                </a:lnTo>
                <a:lnTo>
                  <a:pt x="27856" y="83317"/>
                </a:lnTo>
                <a:lnTo>
                  <a:pt x="27856" y="83317"/>
                </a:lnTo>
                <a:lnTo>
                  <a:pt x="27856" y="83317"/>
                </a:lnTo>
                <a:lnTo>
                  <a:pt x="27856" y="83316"/>
                </a:lnTo>
                <a:lnTo>
                  <a:pt x="27856" y="83316"/>
                </a:lnTo>
                <a:lnTo>
                  <a:pt x="27856" y="83316"/>
                </a:lnTo>
                <a:lnTo>
                  <a:pt x="27856" y="83315"/>
                </a:lnTo>
                <a:lnTo>
                  <a:pt x="27856" y="83315"/>
                </a:lnTo>
                <a:lnTo>
                  <a:pt x="27856" y="83315"/>
                </a:lnTo>
                <a:lnTo>
                  <a:pt x="27856" y="83315"/>
                </a:lnTo>
                <a:lnTo>
                  <a:pt x="27856" y="83314"/>
                </a:lnTo>
                <a:lnTo>
                  <a:pt x="27856" y="83314"/>
                </a:lnTo>
                <a:lnTo>
                  <a:pt x="27856" y="83314"/>
                </a:lnTo>
                <a:lnTo>
                  <a:pt x="27856" y="83313"/>
                </a:lnTo>
                <a:lnTo>
                  <a:pt x="27856" y="83313"/>
                </a:lnTo>
                <a:lnTo>
                  <a:pt x="27856" y="83313"/>
                </a:lnTo>
                <a:lnTo>
                  <a:pt x="27856" y="83313"/>
                </a:lnTo>
                <a:lnTo>
                  <a:pt x="27856" y="83312"/>
                </a:lnTo>
                <a:lnTo>
                  <a:pt x="27856" y="83312"/>
                </a:lnTo>
                <a:lnTo>
                  <a:pt x="27856" y="83312"/>
                </a:lnTo>
                <a:lnTo>
                  <a:pt x="27856" y="83312"/>
                </a:lnTo>
                <a:lnTo>
                  <a:pt x="27856" y="83311"/>
                </a:lnTo>
                <a:lnTo>
                  <a:pt x="27856" y="83311"/>
                </a:lnTo>
                <a:lnTo>
                  <a:pt x="27856" y="83311"/>
                </a:lnTo>
                <a:lnTo>
                  <a:pt x="27856" y="83310"/>
                </a:lnTo>
                <a:lnTo>
                  <a:pt x="27856" y="83310"/>
                </a:lnTo>
                <a:lnTo>
                  <a:pt x="27856" y="83310"/>
                </a:lnTo>
                <a:lnTo>
                  <a:pt x="27856" y="83310"/>
                </a:lnTo>
                <a:lnTo>
                  <a:pt x="27856" y="83309"/>
                </a:lnTo>
                <a:lnTo>
                  <a:pt x="27856" y="83309"/>
                </a:lnTo>
                <a:lnTo>
                  <a:pt x="27856" y="83309"/>
                </a:lnTo>
                <a:lnTo>
                  <a:pt x="27856" y="83308"/>
                </a:lnTo>
                <a:lnTo>
                  <a:pt x="27856" y="83308"/>
                </a:lnTo>
                <a:lnTo>
                  <a:pt x="27856" y="83308"/>
                </a:lnTo>
                <a:lnTo>
                  <a:pt x="27856" y="83308"/>
                </a:lnTo>
                <a:lnTo>
                  <a:pt x="27856" y="83307"/>
                </a:lnTo>
                <a:lnTo>
                  <a:pt x="27856" y="83307"/>
                </a:lnTo>
                <a:lnTo>
                  <a:pt x="27856" y="83307"/>
                </a:lnTo>
                <a:lnTo>
                  <a:pt x="27856" y="83306"/>
                </a:lnTo>
                <a:lnTo>
                  <a:pt x="27856" y="83306"/>
                </a:lnTo>
                <a:lnTo>
                  <a:pt x="27856" y="83306"/>
                </a:lnTo>
                <a:lnTo>
                  <a:pt x="27856" y="83306"/>
                </a:lnTo>
                <a:lnTo>
                  <a:pt x="27856" y="83305"/>
                </a:lnTo>
                <a:lnTo>
                  <a:pt x="27856" y="83305"/>
                </a:lnTo>
                <a:lnTo>
                  <a:pt x="27856" y="83305"/>
                </a:lnTo>
                <a:lnTo>
                  <a:pt x="27856" y="83305"/>
                </a:lnTo>
                <a:lnTo>
                  <a:pt x="27856" y="83304"/>
                </a:lnTo>
                <a:lnTo>
                  <a:pt x="27856" y="83304"/>
                </a:lnTo>
                <a:lnTo>
                  <a:pt x="27856" y="83304"/>
                </a:lnTo>
                <a:lnTo>
                  <a:pt x="27856" y="83303"/>
                </a:lnTo>
                <a:lnTo>
                  <a:pt x="27856" y="83303"/>
                </a:lnTo>
                <a:lnTo>
                  <a:pt x="27856" y="83303"/>
                </a:lnTo>
                <a:lnTo>
                  <a:pt x="27856" y="83303"/>
                </a:lnTo>
                <a:lnTo>
                  <a:pt x="27856" y="83302"/>
                </a:lnTo>
                <a:lnTo>
                  <a:pt x="27856" y="83302"/>
                </a:lnTo>
                <a:lnTo>
                  <a:pt x="27856" y="83302"/>
                </a:lnTo>
                <a:lnTo>
                  <a:pt x="27856" y="83301"/>
                </a:lnTo>
                <a:lnTo>
                  <a:pt x="27856" y="83301"/>
                </a:lnTo>
                <a:lnTo>
                  <a:pt x="27856" y="83301"/>
                </a:lnTo>
                <a:lnTo>
                  <a:pt x="27856" y="83301"/>
                </a:lnTo>
                <a:lnTo>
                  <a:pt x="27856" y="83300"/>
                </a:lnTo>
                <a:lnTo>
                  <a:pt x="27856" y="83300"/>
                </a:lnTo>
                <a:lnTo>
                  <a:pt x="27856" y="83300"/>
                </a:lnTo>
                <a:lnTo>
                  <a:pt x="27856" y="83300"/>
                </a:lnTo>
                <a:lnTo>
                  <a:pt x="27856" y="83299"/>
                </a:lnTo>
                <a:lnTo>
                  <a:pt x="27856" y="83299"/>
                </a:lnTo>
                <a:lnTo>
                  <a:pt x="27856" y="83299"/>
                </a:lnTo>
                <a:lnTo>
                  <a:pt x="27856" y="83298"/>
                </a:lnTo>
                <a:lnTo>
                  <a:pt x="27856" y="83298"/>
                </a:lnTo>
                <a:lnTo>
                  <a:pt x="27856" y="83298"/>
                </a:lnTo>
                <a:lnTo>
                  <a:pt x="27856" y="83298"/>
                </a:lnTo>
                <a:lnTo>
                  <a:pt x="27856" y="83297"/>
                </a:lnTo>
                <a:lnTo>
                  <a:pt x="27856" y="83297"/>
                </a:lnTo>
                <a:lnTo>
                  <a:pt x="27856" y="83297"/>
                </a:lnTo>
                <a:lnTo>
                  <a:pt x="27856" y="83296"/>
                </a:lnTo>
                <a:lnTo>
                  <a:pt x="27856" y="83296"/>
                </a:lnTo>
                <a:lnTo>
                  <a:pt x="27856" y="83296"/>
                </a:lnTo>
                <a:lnTo>
                  <a:pt x="27856" y="83296"/>
                </a:lnTo>
                <a:lnTo>
                  <a:pt x="27856" y="83295"/>
                </a:lnTo>
                <a:lnTo>
                  <a:pt x="27856" y="83295"/>
                </a:lnTo>
                <a:lnTo>
                  <a:pt x="27856" y="83295"/>
                </a:lnTo>
                <a:lnTo>
                  <a:pt x="27856" y="83295"/>
                </a:lnTo>
                <a:lnTo>
                  <a:pt x="27856" y="83294"/>
                </a:lnTo>
                <a:lnTo>
                  <a:pt x="27856" y="83294"/>
                </a:lnTo>
                <a:lnTo>
                  <a:pt x="27856" y="83294"/>
                </a:lnTo>
                <a:lnTo>
                  <a:pt x="27856" y="83293"/>
                </a:lnTo>
                <a:lnTo>
                  <a:pt x="27856" y="83293"/>
                </a:lnTo>
                <a:lnTo>
                  <a:pt x="27856" y="83293"/>
                </a:lnTo>
                <a:lnTo>
                  <a:pt x="27856" y="83293"/>
                </a:lnTo>
                <a:lnTo>
                  <a:pt x="27856" y="83292"/>
                </a:lnTo>
                <a:lnTo>
                  <a:pt x="27856" y="83292"/>
                </a:lnTo>
                <a:lnTo>
                  <a:pt x="27856" y="83292"/>
                </a:lnTo>
                <a:lnTo>
                  <a:pt x="27856" y="83291"/>
                </a:lnTo>
                <a:lnTo>
                  <a:pt x="27856" y="83291"/>
                </a:lnTo>
                <a:lnTo>
                  <a:pt x="27856" y="83291"/>
                </a:lnTo>
                <a:lnTo>
                  <a:pt x="27856" y="83291"/>
                </a:lnTo>
                <a:lnTo>
                  <a:pt x="27856" y="83290"/>
                </a:lnTo>
                <a:lnTo>
                  <a:pt x="27856" y="83290"/>
                </a:lnTo>
                <a:lnTo>
                  <a:pt x="27856" y="83290"/>
                </a:lnTo>
                <a:lnTo>
                  <a:pt x="27856" y="83290"/>
                </a:lnTo>
                <a:lnTo>
                  <a:pt x="27856" y="83289"/>
                </a:lnTo>
                <a:lnTo>
                  <a:pt x="27856" y="83289"/>
                </a:lnTo>
                <a:lnTo>
                  <a:pt x="27856" y="83289"/>
                </a:lnTo>
                <a:lnTo>
                  <a:pt x="27856" y="83288"/>
                </a:lnTo>
                <a:lnTo>
                  <a:pt x="27856" y="83288"/>
                </a:lnTo>
                <a:lnTo>
                  <a:pt x="27856" y="83288"/>
                </a:lnTo>
                <a:lnTo>
                  <a:pt x="27856" y="83288"/>
                </a:lnTo>
                <a:lnTo>
                  <a:pt x="27856" y="83287"/>
                </a:lnTo>
                <a:lnTo>
                  <a:pt x="27856" y="83287"/>
                </a:lnTo>
                <a:lnTo>
                  <a:pt x="27856" y="83287"/>
                </a:lnTo>
                <a:lnTo>
                  <a:pt x="27856" y="83287"/>
                </a:lnTo>
                <a:lnTo>
                  <a:pt x="27856" y="83286"/>
                </a:lnTo>
                <a:lnTo>
                  <a:pt x="27856" y="83286"/>
                </a:lnTo>
                <a:lnTo>
                  <a:pt x="27856" y="83286"/>
                </a:lnTo>
                <a:lnTo>
                  <a:pt x="27856" y="83285"/>
                </a:lnTo>
                <a:lnTo>
                  <a:pt x="27856" y="83285"/>
                </a:lnTo>
                <a:lnTo>
                  <a:pt x="27856" y="83285"/>
                </a:lnTo>
                <a:lnTo>
                  <a:pt x="27856" y="83285"/>
                </a:lnTo>
                <a:lnTo>
                  <a:pt x="27856" y="83284"/>
                </a:lnTo>
                <a:lnTo>
                  <a:pt x="27856" y="83284"/>
                </a:lnTo>
                <a:lnTo>
                  <a:pt x="27856" y="83284"/>
                </a:lnTo>
                <a:lnTo>
                  <a:pt x="27856" y="83283"/>
                </a:lnTo>
                <a:lnTo>
                  <a:pt x="27856" y="83283"/>
                </a:lnTo>
                <a:lnTo>
                  <a:pt x="27856" y="83283"/>
                </a:lnTo>
                <a:lnTo>
                  <a:pt x="27856" y="83283"/>
                </a:lnTo>
                <a:lnTo>
                  <a:pt x="27856" y="83282"/>
                </a:lnTo>
                <a:lnTo>
                  <a:pt x="27856" y="83282"/>
                </a:lnTo>
                <a:lnTo>
                  <a:pt x="27856" y="83282"/>
                </a:lnTo>
                <a:lnTo>
                  <a:pt x="27856" y="83282"/>
                </a:lnTo>
                <a:lnTo>
                  <a:pt x="27856" y="83281"/>
                </a:lnTo>
                <a:lnTo>
                  <a:pt x="27856" y="83281"/>
                </a:lnTo>
                <a:lnTo>
                  <a:pt x="27856" y="83281"/>
                </a:lnTo>
                <a:lnTo>
                  <a:pt x="27856" y="83280"/>
                </a:lnTo>
                <a:lnTo>
                  <a:pt x="27856" y="83280"/>
                </a:lnTo>
                <a:lnTo>
                  <a:pt x="27856" y="83280"/>
                </a:lnTo>
                <a:lnTo>
                  <a:pt x="27856" y="83280"/>
                </a:lnTo>
                <a:lnTo>
                  <a:pt x="27856" y="83279"/>
                </a:lnTo>
                <a:lnTo>
                  <a:pt x="27856" y="83279"/>
                </a:lnTo>
                <a:lnTo>
                  <a:pt x="27856" y="83279"/>
                </a:lnTo>
                <a:lnTo>
                  <a:pt x="27856" y="83278"/>
                </a:lnTo>
                <a:lnTo>
                  <a:pt x="27856" y="83278"/>
                </a:lnTo>
                <a:lnTo>
                  <a:pt x="27856" y="83278"/>
                </a:lnTo>
                <a:lnTo>
                  <a:pt x="27856" y="83278"/>
                </a:lnTo>
                <a:lnTo>
                  <a:pt x="27856" y="83277"/>
                </a:lnTo>
                <a:lnTo>
                  <a:pt x="27856" y="83277"/>
                </a:lnTo>
                <a:lnTo>
                  <a:pt x="27856" y="83277"/>
                </a:lnTo>
                <a:lnTo>
                  <a:pt x="27856" y="83277"/>
                </a:lnTo>
                <a:lnTo>
                  <a:pt x="27856" y="83276"/>
                </a:lnTo>
                <a:lnTo>
                  <a:pt x="27856" y="83276"/>
                </a:lnTo>
                <a:lnTo>
                  <a:pt x="27856" y="83276"/>
                </a:lnTo>
                <a:lnTo>
                  <a:pt x="27856" y="83275"/>
                </a:lnTo>
                <a:lnTo>
                  <a:pt x="27856" y="83275"/>
                </a:lnTo>
                <a:lnTo>
                  <a:pt x="27856" y="83275"/>
                </a:lnTo>
                <a:lnTo>
                  <a:pt x="27856" y="83275"/>
                </a:lnTo>
                <a:lnTo>
                  <a:pt x="27856" y="83274"/>
                </a:lnTo>
                <a:lnTo>
                  <a:pt x="27856" y="83274"/>
                </a:lnTo>
                <a:lnTo>
                  <a:pt x="27856" y="83274"/>
                </a:lnTo>
                <a:lnTo>
                  <a:pt x="27856" y="83274"/>
                </a:lnTo>
                <a:lnTo>
                  <a:pt x="27856" y="83273"/>
                </a:lnTo>
                <a:lnTo>
                  <a:pt x="27856" y="83273"/>
                </a:lnTo>
                <a:lnTo>
                  <a:pt x="27856" y="83273"/>
                </a:lnTo>
                <a:lnTo>
                  <a:pt x="27856" y="83272"/>
                </a:lnTo>
                <a:lnTo>
                  <a:pt x="27856" y="83272"/>
                </a:lnTo>
                <a:lnTo>
                  <a:pt x="27856" y="83272"/>
                </a:lnTo>
                <a:lnTo>
                  <a:pt x="27856" y="83272"/>
                </a:lnTo>
                <a:lnTo>
                  <a:pt x="27856" y="83271"/>
                </a:lnTo>
                <a:lnTo>
                  <a:pt x="27856" y="83271"/>
                </a:lnTo>
                <a:lnTo>
                  <a:pt x="27856" y="83271"/>
                </a:lnTo>
                <a:lnTo>
                  <a:pt x="27856" y="83270"/>
                </a:lnTo>
                <a:lnTo>
                  <a:pt x="27856" y="83270"/>
                </a:lnTo>
                <a:lnTo>
                  <a:pt x="27856" y="83270"/>
                </a:lnTo>
                <a:lnTo>
                  <a:pt x="27856" y="83270"/>
                </a:lnTo>
                <a:lnTo>
                  <a:pt x="27856" y="83269"/>
                </a:lnTo>
                <a:lnTo>
                  <a:pt x="27856" y="83269"/>
                </a:lnTo>
                <a:lnTo>
                  <a:pt x="27856" y="83269"/>
                </a:lnTo>
                <a:lnTo>
                  <a:pt x="27856" y="83269"/>
                </a:lnTo>
                <a:lnTo>
                  <a:pt x="27856" y="83268"/>
                </a:lnTo>
                <a:lnTo>
                  <a:pt x="27856" y="83268"/>
                </a:lnTo>
                <a:lnTo>
                  <a:pt x="27856" y="83268"/>
                </a:lnTo>
                <a:lnTo>
                  <a:pt x="27856" y="83267"/>
                </a:lnTo>
                <a:lnTo>
                  <a:pt x="27856" y="83267"/>
                </a:lnTo>
                <a:lnTo>
                  <a:pt x="27856" y="83267"/>
                </a:lnTo>
                <a:lnTo>
                  <a:pt x="27856" y="83267"/>
                </a:lnTo>
                <a:lnTo>
                  <a:pt x="27856" y="83266"/>
                </a:lnTo>
                <a:lnTo>
                  <a:pt x="27856" y="83266"/>
                </a:lnTo>
                <a:lnTo>
                  <a:pt x="27856" y="83266"/>
                </a:lnTo>
                <a:lnTo>
                  <a:pt x="27856" y="83265"/>
                </a:lnTo>
                <a:lnTo>
                  <a:pt x="27856" y="83265"/>
                </a:lnTo>
                <a:lnTo>
                  <a:pt x="27856" y="83265"/>
                </a:lnTo>
                <a:lnTo>
                  <a:pt x="27856" y="83265"/>
                </a:lnTo>
                <a:lnTo>
                  <a:pt x="27856" y="83264"/>
                </a:lnTo>
                <a:lnTo>
                  <a:pt x="27856" y="83264"/>
                </a:lnTo>
                <a:lnTo>
                  <a:pt x="27856" y="83264"/>
                </a:lnTo>
                <a:lnTo>
                  <a:pt x="27856" y="83264"/>
                </a:lnTo>
                <a:lnTo>
                  <a:pt x="27856" y="83263"/>
                </a:lnTo>
                <a:lnTo>
                  <a:pt x="27856" y="83263"/>
                </a:lnTo>
                <a:lnTo>
                  <a:pt x="27856" y="83263"/>
                </a:lnTo>
                <a:lnTo>
                  <a:pt x="27856" y="83262"/>
                </a:lnTo>
                <a:lnTo>
                  <a:pt x="27856" y="83262"/>
                </a:lnTo>
                <a:lnTo>
                  <a:pt x="27856" y="83262"/>
                </a:lnTo>
                <a:lnTo>
                  <a:pt x="27856" y="83262"/>
                </a:lnTo>
                <a:lnTo>
                  <a:pt x="27856" y="83261"/>
                </a:lnTo>
                <a:lnTo>
                  <a:pt x="27856" y="83261"/>
                </a:lnTo>
                <a:lnTo>
                  <a:pt x="27856" y="83261"/>
                </a:lnTo>
                <a:lnTo>
                  <a:pt x="27856" y="83261"/>
                </a:lnTo>
                <a:lnTo>
                  <a:pt x="27856" y="83260"/>
                </a:lnTo>
                <a:lnTo>
                  <a:pt x="27856" y="83260"/>
                </a:lnTo>
                <a:lnTo>
                  <a:pt x="27856" y="83260"/>
                </a:lnTo>
                <a:lnTo>
                  <a:pt x="27856" y="83259"/>
                </a:lnTo>
                <a:lnTo>
                  <a:pt x="27856" y="83259"/>
                </a:lnTo>
                <a:lnTo>
                  <a:pt x="27856" y="83259"/>
                </a:lnTo>
                <a:lnTo>
                  <a:pt x="27856" y="83259"/>
                </a:lnTo>
                <a:lnTo>
                  <a:pt x="27856" y="83258"/>
                </a:lnTo>
                <a:lnTo>
                  <a:pt x="27856" y="83258"/>
                </a:lnTo>
                <a:lnTo>
                  <a:pt x="27856" y="83258"/>
                </a:lnTo>
                <a:lnTo>
                  <a:pt x="27856" y="83258"/>
                </a:lnTo>
                <a:lnTo>
                  <a:pt x="27856" y="83257"/>
                </a:lnTo>
                <a:lnTo>
                  <a:pt x="27856" y="83257"/>
                </a:lnTo>
                <a:lnTo>
                  <a:pt x="27856" y="83257"/>
                </a:lnTo>
                <a:lnTo>
                  <a:pt x="27856" y="83256"/>
                </a:lnTo>
                <a:lnTo>
                  <a:pt x="27856" y="83256"/>
                </a:lnTo>
                <a:lnTo>
                  <a:pt x="27856" y="83256"/>
                </a:lnTo>
                <a:lnTo>
                  <a:pt x="27856" y="83256"/>
                </a:lnTo>
                <a:lnTo>
                  <a:pt x="27856" y="83255"/>
                </a:lnTo>
                <a:lnTo>
                  <a:pt x="27856" y="83255"/>
                </a:lnTo>
                <a:lnTo>
                  <a:pt x="27856" y="83255"/>
                </a:lnTo>
                <a:lnTo>
                  <a:pt x="27856" y="83254"/>
                </a:lnTo>
                <a:lnTo>
                  <a:pt x="27856" y="83254"/>
                </a:lnTo>
                <a:lnTo>
                  <a:pt x="27856" y="83254"/>
                </a:lnTo>
                <a:lnTo>
                  <a:pt x="27856" y="83254"/>
                </a:lnTo>
                <a:lnTo>
                  <a:pt x="27856" y="83253"/>
                </a:lnTo>
                <a:lnTo>
                  <a:pt x="27856" y="83253"/>
                </a:lnTo>
                <a:lnTo>
                  <a:pt x="27856" y="83253"/>
                </a:lnTo>
                <a:lnTo>
                  <a:pt x="27856" y="83253"/>
                </a:lnTo>
                <a:lnTo>
                  <a:pt x="27856" y="83252"/>
                </a:lnTo>
                <a:lnTo>
                  <a:pt x="27856" y="83252"/>
                </a:lnTo>
                <a:lnTo>
                  <a:pt x="27856" y="83252"/>
                </a:lnTo>
                <a:lnTo>
                  <a:pt x="27856" y="83251"/>
                </a:lnTo>
                <a:lnTo>
                  <a:pt x="27856" y="83251"/>
                </a:lnTo>
                <a:lnTo>
                  <a:pt x="27856" y="83251"/>
                </a:lnTo>
                <a:lnTo>
                  <a:pt x="27856" y="83251"/>
                </a:lnTo>
                <a:lnTo>
                  <a:pt x="27856" y="83250"/>
                </a:lnTo>
                <a:lnTo>
                  <a:pt x="27856" y="83250"/>
                </a:lnTo>
                <a:lnTo>
                  <a:pt x="27856" y="83250"/>
                </a:lnTo>
                <a:lnTo>
                  <a:pt x="27856" y="83250"/>
                </a:lnTo>
                <a:lnTo>
                  <a:pt x="27856" y="83249"/>
                </a:lnTo>
                <a:lnTo>
                  <a:pt x="27856" y="83249"/>
                </a:lnTo>
                <a:lnTo>
                  <a:pt x="27856" y="83249"/>
                </a:lnTo>
                <a:lnTo>
                  <a:pt x="27856" y="83248"/>
                </a:lnTo>
                <a:lnTo>
                  <a:pt x="27856" y="83248"/>
                </a:lnTo>
                <a:lnTo>
                  <a:pt x="27856" y="83248"/>
                </a:lnTo>
                <a:lnTo>
                  <a:pt x="27856" y="83248"/>
                </a:lnTo>
                <a:lnTo>
                  <a:pt x="27856" y="83247"/>
                </a:lnTo>
                <a:lnTo>
                  <a:pt x="27856" y="83247"/>
                </a:lnTo>
                <a:lnTo>
                  <a:pt x="27856" y="83247"/>
                </a:lnTo>
                <a:lnTo>
                  <a:pt x="27856" y="83247"/>
                </a:lnTo>
                <a:lnTo>
                  <a:pt x="27856" y="83246"/>
                </a:lnTo>
                <a:lnTo>
                  <a:pt x="27856" y="83246"/>
                </a:lnTo>
                <a:lnTo>
                  <a:pt x="27856" y="83246"/>
                </a:lnTo>
                <a:lnTo>
                  <a:pt x="27856" y="83245"/>
                </a:lnTo>
                <a:lnTo>
                  <a:pt x="27856" y="83245"/>
                </a:lnTo>
                <a:lnTo>
                  <a:pt x="27856" y="83245"/>
                </a:lnTo>
                <a:lnTo>
                  <a:pt x="27856" y="83245"/>
                </a:lnTo>
                <a:lnTo>
                  <a:pt x="27856" y="83244"/>
                </a:lnTo>
                <a:lnTo>
                  <a:pt x="27856" y="83244"/>
                </a:lnTo>
                <a:lnTo>
                  <a:pt x="27856" y="83244"/>
                </a:lnTo>
                <a:lnTo>
                  <a:pt x="27856" y="83243"/>
                </a:lnTo>
                <a:lnTo>
                  <a:pt x="27856" y="83243"/>
                </a:lnTo>
                <a:lnTo>
                  <a:pt x="27856" y="83243"/>
                </a:lnTo>
                <a:lnTo>
                  <a:pt x="27856" y="83243"/>
                </a:lnTo>
                <a:lnTo>
                  <a:pt x="27856" y="83242"/>
                </a:lnTo>
                <a:lnTo>
                  <a:pt x="27856" y="83242"/>
                </a:lnTo>
                <a:lnTo>
                  <a:pt x="27856" y="83242"/>
                </a:lnTo>
                <a:lnTo>
                  <a:pt x="27856" y="83242"/>
                </a:lnTo>
                <a:lnTo>
                  <a:pt x="27856" y="83241"/>
                </a:lnTo>
                <a:lnTo>
                  <a:pt x="27856" y="83241"/>
                </a:lnTo>
                <a:lnTo>
                  <a:pt x="27856" y="83241"/>
                </a:lnTo>
                <a:lnTo>
                  <a:pt x="27856" y="83240"/>
                </a:lnTo>
                <a:lnTo>
                  <a:pt x="27856" y="83240"/>
                </a:lnTo>
                <a:lnTo>
                  <a:pt x="27856" y="83240"/>
                </a:lnTo>
                <a:lnTo>
                  <a:pt x="27856" y="83240"/>
                </a:lnTo>
                <a:lnTo>
                  <a:pt x="27856" y="83239"/>
                </a:lnTo>
                <a:lnTo>
                  <a:pt x="27856" y="83239"/>
                </a:lnTo>
                <a:lnTo>
                  <a:pt x="27856" y="83239"/>
                </a:lnTo>
                <a:lnTo>
                  <a:pt x="27856" y="83239"/>
                </a:lnTo>
                <a:lnTo>
                  <a:pt x="27856" y="83238"/>
                </a:lnTo>
                <a:lnTo>
                  <a:pt x="27856" y="83238"/>
                </a:lnTo>
                <a:lnTo>
                  <a:pt x="27856" y="83238"/>
                </a:lnTo>
                <a:lnTo>
                  <a:pt x="27856" y="83237"/>
                </a:lnTo>
                <a:lnTo>
                  <a:pt x="27856" y="83237"/>
                </a:lnTo>
                <a:lnTo>
                  <a:pt x="27856" y="83237"/>
                </a:lnTo>
                <a:lnTo>
                  <a:pt x="27856" y="83237"/>
                </a:lnTo>
                <a:lnTo>
                  <a:pt x="27856" y="83236"/>
                </a:lnTo>
                <a:lnTo>
                  <a:pt x="27856" y="83236"/>
                </a:lnTo>
                <a:lnTo>
                  <a:pt x="27856" y="83236"/>
                </a:lnTo>
                <a:lnTo>
                  <a:pt x="27856" y="83236"/>
                </a:lnTo>
                <a:lnTo>
                  <a:pt x="27856" y="83235"/>
                </a:lnTo>
                <a:lnTo>
                  <a:pt x="27856" y="83235"/>
                </a:lnTo>
                <a:lnTo>
                  <a:pt x="27856" y="83235"/>
                </a:lnTo>
                <a:lnTo>
                  <a:pt x="27856" y="83234"/>
                </a:lnTo>
                <a:lnTo>
                  <a:pt x="27856" y="83234"/>
                </a:lnTo>
                <a:lnTo>
                  <a:pt x="27856" y="83234"/>
                </a:lnTo>
                <a:lnTo>
                  <a:pt x="27856" y="83234"/>
                </a:lnTo>
                <a:lnTo>
                  <a:pt x="27856" y="83233"/>
                </a:lnTo>
                <a:lnTo>
                  <a:pt x="27856" y="83233"/>
                </a:lnTo>
                <a:lnTo>
                  <a:pt x="27856" y="83233"/>
                </a:lnTo>
                <a:lnTo>
                  <a:pt x="27856" y="83233"/>
                </a:lnTo>
                <a:lnTo>
                  <a:pt x="27856" y="83232"/>
                </a:lnTo>
                <a:lnTo>
                  <a:pt x="27856" y="83232"/>
                </a:lnTo>
                <a:lnTo>
                  <a:pt x="27856" y="83232"/>
                </a:lnTo>
                <a:lnTo>
                  <a:pt x="27856" y="83231"/>
                </a:lnTo>
                <a:lnTo>
                  <a:pt x="27856" y="83231"/>
                </a:lnTo>
                <a:lnTo>
                  <a:pt x="27856" y="83231"/>
                </a:lnTo>
                <a:lnTo>
                  <a:pt x="27856" y="83231"/>
                </a:lnTo>
                <a:lnTo>
                  <a:pt x="27856" y="83230"/>
                </a:lnTo>
                <a:lnTo>
                  <a:pt x="27856" y="83230"/>
                </a:lnTo>
                <a:lnTo>
                  <a:pt x="27856" y="83230"/>
                </a:lnTo>
                <a:lnTo>
                  <a:pt x="27856" y="83230"/>
                </a:lnTo>
                <a:lnTo>
                  <a:pt x="27856" y="83229"/>
                </a:lnTo>
                <a:lnTo>
                  <a:pt x="27856" y="83229"/>
                </a:lnTo>
                <a:lnTo>
                  <a:pt x="27856" y="83229"/>
                </a:lnTo>
                <a:lnTo>
                  <a:pt x="27856" y="83228"/>
                </a:lnTo>
                <a:lnTo>
                  <a:pt x="27856" y="83228"/>
                </a:lnTo>
                <a:lnTo>
                  <a:pt x="27856" y="83228"/>
                </a:lnTo>
                <a:lnTo>
                  <a:pt x="27856" y="83228"/>
                </a:lnTo>
                <a:lnTo>
                  <a:pt x="27856" y="83227"/>
                </a:lnTo>
                <a:lnTo>
                  <a:pt x="27856" y="83227"/>
                </a:lnTo>
                <a:lnTo>
                  <a:pt x="27856" y="83227"/>
                </a:lnTo>
                <a:lnTo>
                  <a:pt x="27856" y="83227"/>
                </a:lnTo>
                <a:lnTo>
                  <a:pt x="27856" y="83226"/>
                </a:lnTo>
                <a:lnTo>
                  <a:pt x="27856" y="83226"/>
                </a:lnTo>
                <a:lnTo>
                  <a:pt x="27856" y="83226"/>
                </a:lnTo>
                <a:lnTo>
                  <a:pt x="27856" y="83225"/>
                </a:lnTo>
                <a:lnTo>
                  <a:pt x="27856" y="83225"/>
                </a:lnTo>
                <a:lnTo>
                  <a:pt x="27856" y="83225"/>
                </a:lnTo>
                <a:lnTo>
                  <a:pt x="27856" y="83225"/>
                </a:lnTo>
                <a:lnTo>
                  <a:pt x="27856" y="83224"/>
                </a:lnTo>
                <a:lnTo>
                  <a:pt x="27856" y="83224"/>
                </a:lnTo>
                <a:lnTo>
                  <a:pt x="27856" y="83224"/>
                </a:lnTo>
                <a:lnTo>
                  <a:pt x="27856" y="83224"/>
                </a:lnTo>
                <a:lnTo>
                  <a:pt x="27856" y="83223"/>
                </a:lnTo>
                <a:lnTo>
                  <a:pt x="27856" y="83223"/>
                </a:lnTo>
                <a:lnTo>
                  <a:pt x="27856" y="83223"/>
                </a:lnTo>
                <a:lnTo>
                  <a:pt x="27856" y="83222"/>
                </a:lnTo>
                <a:lnTo>
                  <a:pt x="27856" y="83222"/>
                </a:lnTo>
                <a:lnTo>
                  <a:pt x="27856" y="83222"/>
                </a:lnTo>
                <a:lnTo>
                  <a:pt x="27856" y="83222"/>
                </a:lnTo>
                <a:lnTo>
                  <a:pt x="27856" y="83221"/>
                </a:lnTo>
                <a:lnTo>
                  <a:pt x="27856" y="83221"/>
                </a:lnTo>
                <a:lnTo>
                  <a:pt x="27856" y="83221"/>
                </a:lnTo>
                <a:lnTo>
                  <a:pt x="27856" y="83220"/>
                </a:lnTo>
                <a:lnTo>
                  <a:pt x="27856" y="83220"/>
                </a:lnTo>
                <a:lnTo>
                  <a:pt x="27856" y="83220"/>
                </a:lnTo>
                <a:lnTo>
                  <a:pt x="27856" y="83220"/>
                </a:lnTo>
                <a:lnTo>
                  <a:pt x="27856" y="83219"/>
                </a:lnTo>
                <a:lnTo>
                  <a:pt x="27856" y="83219"/>
                </a:lnTo>
                <a:lnTo>
                  <a:pt x="27856" y="83219"/>
                </a:lnTo>
                <a:lnTo>
                  <a:pt x="27856" y="83219"/>
                </a:lnTo>
                <a:lnTo>
                  <a:pt x="27856" y="83218"/>
                </a:lnTo>
                <a:lnTo>
                  <a:pt x="27856" y="83218"/>
                </a:lnTo>
                <a:lnTo>
                  <a:pt x="27856" y="83218"/>
                </a:lnTo>
                <a:lnTo>
                  <a:pt x="27856" y="83217"/>
                </a:lnTo>
                <a:lnTo>
                  <a:pt x="27856" y="83217"/>
                </a:lnTo>
                <a:lnTo>
                  <a:pt x="27856" y="83217"/>
                </a:lnTo>
                <a:lnTo>
                  <a:pt x="27856" y="83217"/>
                </a:lnTo>
                <a:lnTo>
                  <a:pt x="27856" y="83216"/>
                </a:lnTo>
                <a:lnTo>
                  <a:pt x="27856" y="83216"/>
                </a:lnTo>
                <a:lnTo>
                  <a:pt x="27856" y="83216"/>
                </a:lnTo>
                <a:lnTo>
                  <a:pt x="27856" y="83216"/>
                </a:lnTo>
                <a:lnTo>
                  <a:pt x="27856" y="83215"/>
                </a:lnTo>
                <a:lnTo>
                  <a:pt x="27856" y="83215"/>
                </a:lnTo>
                <a:lnTo>
                  <a:pt x="27856" y="83215"/>
                </a:lnTo>
                <a:lnTo>
                  <a:pt x="27856" y="83214"/>
                </a:lnTo>
                <a:lnTo>
                  <a:pt x="27856" y="83214"/>
                </a:lnTo>
                <a:lnTo>
                  <a:pt x="27856" y="83214"/>
                </a:lnTo>
                <a:lnTo>
                  <a:pt x="27856" y="83214"/>
                </a:lnTo>
                <a:lnTo>
                  <a:pt x="27856" y="83213"/>
                </a:lnTo>
                <a:lnTo>
                  <a:pt x="27856" y="83213"/>
                </a:lnTo>
                <a:lnTo>
                  <a:pt x="27856" y="83213"/>
                </a:lnTo>
                <a:lnTo>
                  <a:pt x="27856" y="83213"/>
                </a:lnTo>
                <a:lnTo>
                  <a:pt x="27856" y="83212"/>
                </a:lnTo>
                <a:lnTo>
                  <a:pt x="27856" y="83212"/>
                </a:lnTo>
                <a:lnTo>
                  <a:pt x="27856" y="83212"/>
                </a:lnTo>
                <a:lnTo>
                  <a:pt x="27856" y="83211"/>
                </a:lnTo>
                <a:lnTo>
                  <a:pt x="27856" y="83211"/>
                </a:lnTo>
                <a:lnTo>
                  <a:pt x="27856" y="83211"/>
                </a:lnTo>
                <a:lnTo>
                  <a:pt x="27856" y="83211"/>
                </a:lnTo>
                <a:lnTo>
                  <a:pt x="27856" y="83210"/>
                </a:lnTo>
                <a:lnTo>
                  <a:pt x="27856" y="83210"/>
                </a:lnTo>
                <a:lnTo>
                  <a:pt x="27856" y="83210"/>
                </a:lnTo>
                <a:lnTo>
                  <a:pt x="27856" y="83210"/>
                </a:lnTo>
                <a:lnTo>
                  <a:pt x="27856" y="83209"/>
                </a:lnTo>
                <a:lnTo>
                  <a:pt x="27856" y="83209"/>
                </a:lnTo>
                <a:lnTo>
                  <a:pt x="27856" y="83209"/>
                </a:lnTo>
                <a:lnTo>
                  <a:pt x="27856" y="83208"/>
                </a:lnTo>
                <a:lnTo>
                  <a:pt x="27856" y="83208"/>
                </a:lnTo>
                <a:lnTo>
                  <a:pt x="27856" y="83208"/>
                </a:lnTo>
                <a:lnTo>
                  <a:pt x="27856" y="83208"/>
                </a:lnTo>
                <a:lnTo>
                  <a:pt x="27856" y="83207"/>
                </a:lnTo>
                <a:lnTo>
                  <a:pt x="27856" y="83207"/>
                </a:lnTo>
                <a:lnTo>
                  <a:pt x="27856" y="83207"/>
                </a:lnTo>
                <a:lnTo>
                  <a:pt x="27856" y="83207"/>
                </a:lnTo>
                <a:lnTo>
                  <a:pt x="27856" y="83206"/>
                </a:lnTo>
                <a:lnTo>
                  <a:pt x="27856" y="83206"/>
                </a:lnTo>
                <a:lnTo>
                  <a:pt x="27856" y="83206"/>
                </a:lnTo>
                <a:lnTo>
                  <a:pt x="27856" y="83206"/>
                </a:lnTo>
                <a:lnTo>
                  <a:pt x="27856" y="83205"/>
                </a:lnTo>
                <a:lnTo>
                  <a:pt x="27856" y="83205"/>
                </a:lnTo>
                <a:lnTo>
                  <a:pt x="27856" y="83205"/>
                </a:lnTo>
                <a:lnTo>
                  <a:pt x="27856" y="83204"/>
                </a:lnTo>
                <a:lnTo>
                  <a:pt x="27856" y="83204"/>
                </a:lnTo>
                <a:lnTo>
                  <a:pt x="27856" y="83204"/>
                </a:lnTo>
                <a:lnTo>
                  <a:pt x="27856" y="83204"/>
                </a:lnTo>
                <a:lnTo>
                  <a:pt x="27856" y="83203"/>
                </a:lnTo>
                <a:lnTo>
                  <a:pt x="27856" y="83203"/>
                </a:lnTo>
                <a:lnTo>
                  <a:pt x="27856" y="83203"/>
                </a:lnTo>
                <a:lnTo>
                  <a:pt x="27856" y="83203"/>
                </a:lnTo>
                <a:lnTo>
                  <a:pt x="27856" y="83202"/>
                </a:lnTo>
                <a:lnTo>
                  <a:pt x="27856" y="83202"/>
                </a:lnTo>
                <a:lnTo>
                  <a:pt x="27856" y="83202"/>
                </a:lnTo>
                <a:lnTo>
                  <a:pt x="27856" y="83201"/>
                </a:lnTo>
                <a:lnTo>
                  <a:pt x="27856" y="83201"/>
                </a:lnTo>
                <a:lnTo>
                  <a:pt x="27856" y="83201"/>
                </a:lnTo>
                <a:lnTo>
                  <a:pt x="27856" y="83201"/>
                </a:lnTo>
                <a:lnTo>
                  <a:pt x="27856" y="83200"/>
                </a:lnTo>
                <a:lnTo>
                  <a:pt x="27856" y="83200"/>
                </a:lnTo>
                <a:lnTo>
                  <a:pt x="27856" y="83200"/>
                </a:lnTo>
                <a:lnTo>
                  <a:pt x="27856" y="83200"/>
                </a:lnTo>
                <a:lnTo>
                  <a:pt x="27856" y="83199"/>
                </a:lnTo>
                <a:lnTo>
                  <a:pt x="27856" y="83199"/>
                </a:lnTo>
                <a:lnTo>
                  <a:pt x="27856" y="83199"/>
                </a:lnTo>
                <a:lnTo>
                  <a:pt x="27856" y="83198"/>
                </a:lnTo>
                <a:lnTo>
                  <a:pt x="27856" y="83198"/>
                </a:lnTo>
                <a:lnTo>
                  <a:pt x="27856" y="83198"/>
                </a:lnTo>
                <a:lnTo>
                  <a:pt x="27856" y="83198"/>
                </a:lnTo>
                <a:lnTo>
                  <a:pt x="27856" y="83197"/>
                </a:lnTo>
                <a:lnTo>
                  <a:pt x="27856" y="83197"/>
                </a:lnTo>
                <a:lnTo>
                  <a:pt x="27856" y="83197"/>
                </a:lnTo>
                <a:lnTo>
                  <a:pt x="27856" y="83197"/>
                </a:lnTo>
                <a:lnTo>
                  <a:pt x="27856" y="83196"/>
                </a:lnTo>
                <a:lnTo>
                  <a:pt x="27856" y="83196"/>
                </a:lnTo>
                <a:lnTo>
                  <a:pt x="27856" y="83196"/>
                </a:lnTo>
                <a:lnTo>
                  <a:pt x="27856" y="83195"/>
                </a:lnTo>
                <a:lnTo>
                  <a:pt x="27856" y="83195"/>
                </a:lnTo>
                <a:lnTo>
                  <a:pt x="27856" y="83195"/>
                </a:lnTo>
                <a:lnTo>
                  <a:pt x="27856" y="83195"/>
                </a:lnTo>
                <a:lnTo>
                  <a:pt x="27856" y="83194"/>
                </a:lnTo>
                <a:lnTo>
                  <a:pt x="27856" y="83194"/>
                </a:lnTo>
                <a:lnTo>
                  <a:pt x="27856" y="83194"/>
                </a:lnTo>
                <a:lnTo>
                  <a:pt x="27856" y="83194"/>
                </a:lnTo>
                <a:lnTo>
                  <a:pt x="27856" y="83193"/>
                </a:lnTo>
                <a:lnTo>
                  <a:pt x="27856" y="83193"/>
                </a:lnTo>
                <a:lnTo>
                  <a:pt x="27856" y="83193"/>
                </a:lnTo>
                <a:lnTo>
                  <a:pt x="27856" y="83192"/>
                </a:lnTo>
                <a:lnTo>
                  <a:pt x="27856" y="83192"/>
                </a:lnTo>
                <a:lnTo>
                  <a:pt x="27856" y="83192"/>
                </a:lnTo>
                <a:lnTo>
                  <a:pt x="27856" y="83192"/>
                </a:lnTo>
                <a:lnTo>
                  <a:pt x="27856" y="83191"/>
                </a:lnTo>
                <a:lnTo>
                  <a:pt x="27856" y="83191"/>
                </a:lnTo>
                <a:lnTo>
                  <a:pt x="27856" y="83191"/>
                </a:lnTo>
                <a:lnTo>
                  <a:pt x="27856" y="83191"/>
                </a:lnTo>
                <a:lnTo>
                  <a:pt x="27856" y="83190"/>
                </a:lnTo>
                <a:lnTo>
                  <a:pt x="27856" y="83190"/>
                </a:lnTo>
                <a:lnTo>
                  <a:pt x="27856" y="83190"/>
                </a:lnTo>
                <a:lnTo>
                  <a:pt x="27856" y="83189"/>
                </a:lnTo>
                <a:lnTo>
                  <a:pt x="27856" y="83189"/>
                </a:lnTo>
                <a:lnTo>
                  <a:pt x="27856" y="83189"/>
                </a:lnTo>
                <a:lnTo>
                  <a:pt x="27856" y="83189"/>
                </a:lnTo>
                <a:lnTo>
                  <a:pt x="27856" y="83188"/>
                </a:lnTo>
                <a:lnTo>
                  <a:pt x="27856" y="83188"/>
                </a:lnTo>
                <a:lnTo>
                  <a:pt x="27856" y="83188"/>
                </a:lnTo>
                <a:lnTo>
                  <a:pt x="27856" y="83188"/>
                </a:lnTo>
                <a:lnTo>
                  <a:pt x="27856" y="83187"/>
                </a:lnTo>
                <a:lnTo>
                  <a:pt x="27856" y="83187"/>
                </a:lnTo>
                <a:lnTo>
                  <a:pt x="27856" y="83187"/>
                </a:lnTo>
                <a:lnTo>
                  <a:pt x="27856" y="83186"/>
                </a:lnTo>
                <a:lnTo>
                  <a:pt x="27856" y="83186"/>
                </a:lnTo>
                <a:lnTo>
                  <a:pt x="27856" y="83186"/>
                </a:lnTo>
                <a:lnTo>
                  <a:pt x="27856" y="83186"/>
                </a:lnTo>
                <a:lnTo>
                  <a:pt x="27856" y="83185"/>
                </a:lnTo>
                <a:lnTo>
                  <a:pt x="27856" y="83185"/>
                </a:lnTo>
                <a:lnTo>
                  <a:pt x="27856" y="83185"/>
                </a:lnTo>
                <a:lnTo>
                  <a:pt x="27856" y="83185"/>
                </a:lnTo>
                <a:lnTo>
                  <a:pt x="27856" y="83184"/>
                </a:lnTo>
                <a:lnTo>
                  <a:pt x="27856" y="83184"/>
                </a:lnTo>
                <a:lnTo>
                  <a:pt x="27856" y="83184"/>
                </a:lnTo>
                <a:lnTo>
                  <a:pt x="27856" y="83184"/>
                </a:lnTo>
                <a:lnTo>
                  <a:pt x="27856" y="83183"/>
                </a:lnTo>
                <a:lnTo>
                  <a:pt x="27856" y="83183"/>
                </a:lnTo>
                <a:lnTo>
                  <a:pt x="27856" y="83183"/>
                </a:lnTo>
                <a:lnTo>
                  <a:pt x="27856" y="83182"/>
                </a:lnTo>
                <a:lnTo>
                  <a:pt x="27856" y="83182"/>
                </a:lnTo>
                <a:lnTo>
                  <a:pt x="27856" y="83182"/>
                </a:lnTo>
                <a:lnTo>
                  <a:pt x="27856" y="83182"/>
                </a:lnTo>
                <a:lnTo>
                  <a:pt x="27856" y="83181"/>
                </a:lnTo>
                <a:lnTo>
                  <a:pt x="27856" y="83181"/>
                </a:lnTo>
                <a:lnTo>
                  <a:pt x="27856" y="83181"/>
                </a:lnTo>
                <a:lnTo>
                  <a:pt x="27856" y="83181"/>
                </a:lnTo>
                <a:lnTo>
                  <a:pt x="27856" y="83180"/>
                </a:lnTo>
                <a:lnTo>
                  <a:pt x="27856" y="83180"/>
                </a:lnTo>
                <a:lnTo>
                  <a:pt x="27856" y="83180"/>
                </a:lnTo>
                <a:lnTo>
                  <a:pt x="27856" y="83179"/>
                </a:lnTo>
                <a:lnTo>
                  <a:pt x="27856" y="83179"/>
                </a:lnTo>
                <a:lnTo>
                  <a:pt x="27856" y="83179"/>
                </a:lnTo>
                <a:lnTo>
                  <a:pt x="27856" y="83179"/>
                </a:lnTo>
                <a:lnTo>
                  <a:pt x="27856" y="83178"/>
                </a:lnTo>
                <a:lnTo>
                  <a:pt x="27856" y="83178"/>
                </a:lnTo>
                <a:lnTo>
                  <a:pt x="27856" y="83178"/>
                </a:lnTo>
                <a:lnTo>
                  <a:pt x="27856" y="83178"/>
                </a:lnTo>
                <a:lnTo>
                  <a:pt x="27856" y="83177"/>
                </a:lnTo>
                <a:lnTo>
                  <a:pt x="27856" y="83177"/>
                </a:lnTo>
                <a:lnTo>
                  <a:pt x="27856" y="83177"/>
                </a:lnTo>
                <a:lnTo>
                  <a:pt x="27856" y="83176"/>
                </a:lnTo>
                <a:lnTo>
                  <a:pt x="27856" y="83176"/>
                </a:lnTo>
                <a:lnTo>
                  <a:pt x="27856" y="83176"/>
                </a:lnTo>
                <a:lnTo>
                  <a:pt x="27856" y="83176"/>
                </a:lnTo>
                <a:lnTo>
                  <a:pt x="27856" y="83175"/>
                </a:lnTo>
                <a:lnTo>
                  <a:pt x="27856" y="83175"/>
                </a:lnTo>
                <a:lnTo>
                  <a:pt x="27856" y="83175"/>
                </a:lnTo>
                <a:lnTo>
                  <a:pt x="27856" y="83175"/>
                </a:lnTo>
                <a:lnTo>
                  <a:pt x="27856" y="83174"/>
                </a:lnTo>
                <a:lnTo>
                  <a:pt x="27856" y="83174"/>
                </a:lnTo>
                <a:lnTo>
                  <a:pt x="27856" y="83174"/>
                </a:lnTo>
                <a:lnTo>
                  <a:pt x="27856" y="83174"/>
                </a:lnTo>
                <a:lnTo>
                  <a:pt x="27856" y="83173"/>
                </a:lnTo>
                <a:lnTo>
                  <a:pt x="27856" y="83173"/>
                </a:lnTo>
                <a:lnTo>
                  <a:pt x="27856" y="83173"/>
                </a:lnTo>
                <a:lnTo>
                  <a:pt x="27856" y="83172"/>
                </a:lnTo>
                <a:lnTo>
                  <a:pt x="27856" y="83172"/>
                </a:lnTo>
                <a:lnTo>
                  <a:pt x="27856" y="83172"/>
                </a:lnTo>
                <a:lnTo>
                  <a:pt x="27856" y="83172"/>
                </a:lnTo>
                <a:lnTo>
                  <a:pt x="27856" y="83171"/>
                </a:lnTo>
                <a:lnTo>
                  <a:pt x="27856" y="83171"/>
                </a:lnTo>
                <a:lnTo>
                  <a:pt x="27856" y="83171"/>
                </a:lnTo>
                <a:lnTo>
                  <a:pt x="27856" y="83171"/>
                </a:lnTo>
                <a:lnTo>
                  <a:pt x="27856" y="83170"/>
                </a:lnTo>
                <a:lnTo>
                  <a:pt x="27856" y="83170"/>
                </a:lnTo>
                <a:lnTo>
                  <a:pt x="27856" y="83170"/>
                </a:lnTo>
                <a:lnTo>
                  <a:pt x="27856" y="83169"/>
                </a:lnTo>
                <a:lnTo>
                  <a:pt x="27856" y="83169"/>
                </a:lnTo>
                <a:lnTo>
                  <a:pt x="27856" y="83169"/>
                </a:lnTo>
                <a:lnTo>
                  <a:pt x="27856" y="83169"/>
                </a:lnTo>
                <a:lnTo>
                  <a:pt x="27856" y="83168"/>
                </a:lnTo>
                <a:lnTo>
                  <a:pt x="27856" y="83168"/>
                </a:lnTo>
                <a:lnTo>
                  <a:pt x="27856" y="83168"/>
                </a:lnTo>
                <a:lnTo>
                  <a:pt x="27856" y="83168"/>
                </a:lnTo>
                <a:lnTo>
                  <a:pt x="27856" y="83167"/>
                </a:lnTo>
                <a:lnTo>
                  <a:pt x="27856" y="83167"/>
                </a:lnTo>
                <a:lnTo>
                  <a:pt x="27856" y="83167"/>
                </a:lnTo>
                <a:lnTo>
                  <a:pt x="27856" y="83166"/>
                </a:lnTo>
                <a:lnTo>
                  <a:pt x="27856" y="83166"/>
                </a:lnTo>
                <a:lnTo>
                  <a:pt x="27856" y="83166"/>
                </a:lnTo>
                <a:lnTo>
                  <a:pt x="27856" y="83166"/>
                </a:lnTo>
                <a:lnTo>
                  <a:pt x="27856" y="83165"/>
                </a:lnTo>
                <a:lnTo>
                  <a:pt x="27856" y="83165"/>
                </a:lnTo>
                <a:lnTo>
                  <a:pt x="27856" y="83165"/>
                </a:lnTo>
                <a:lnTo>
                  <a:pt x="27856" y="83165"/>
                </a:lnTo>
                <a:lnTo>
                  <a:pt x="27856" y="83164"/>
                </a:lnTo>
                <a:lnTo>
                  <a:pt x="27856" y="83164"/>
                </a:lnTo>
                <a:lnTo>
                  <a:pt x="27856" y="83164"/>
                </a:lnTo>
                <a:lnTo>
                  <a:pt x="27856" y="83164"/>
                </a:lnTo>
                <a:lnTo>
                  <a:pt x="27856" y="83163"/>
                </a:lnTo>
                <a:lnTo>
                  <a:pt x="27856" y="83163"/>
                </a:lnTo>
                <a:lnTo>
                  <a:pt x="27856" y="83163"/>
                </a:lnTo>
                <a:lnTo>
                  <a:pt x="27856" y="83162"/>
                </a:lnTo>
                <a:lnTo>
                  <a:pt x="27856" y="83162"/>
                </a:lnTo>
                <a:lnTo>
                  <a:pt x="27856" y="83162"/>
                </a:lnTo>
                <a:lnTo>
                  <a:pt x="27856" y="83162"/>
                </a:lnTo>
                <a:lnTo>
                  <a:pt x="27856" y="83161"/>
                </a:lnTo>
                <a:lnTo>
                  <a:pt x="27856" y="83161"/>
                </a:lnTo>
                <a:lnTo>
                  <a:pt x="27856" y="83161"/>
                </a:lnTo>
                <a:lnTo>
                  <a:pt x="27856" y="83161"/>
                </a:lnTo>
                <a:lnTo>
                  <a:pt x="27856" y="83160"/>
                </a:lnTo>
                <a:lnTo>
                  <a:pt x="27856" y="83160"/>
                </a:lnTo>
                <a:lnTo>
                  <a:pt x="27856" y="83160"/>
                </a:lnTo>
                <a:lnTo>
                  <a:pt x="27856" y="83159"/>
                </a:lnTo>
                <a:lnTo>
                  <a:pt x="27856" y="83159"/>
                </a:lnTo>
                <a:lnTo>
                  <a:pt x="27856" y="83159"/>
                </a:lnTo>
                <a:lnTo>
                  <a:pt x="27856" y="83159"/>
                </a:lnTo>
                <a:lnTo>
                  <a:pt x="27856" y="83158"/>
                </a:lnTo>
                <a:lnTo>
                  <a:pt x="27856" y="83158"/>
                </a:lnTo>
                <a:lnTo>
                  <a:pt x="27856" y="83158"/>
                </a:lnTo>
                <a:lnTo>
                  <a:pt x="27856" y="83158"/>
                </a:lnTo>
                <a:lnTo>
                  <a:pt x="27856" y="83157"/>
                </a:lnTo>
                <a:lnTo>
                  <a:pt x="27856" y="83157"/>
                </a:lnTo>
                <a:lnTo>
                  <a:pt x="27856" y="83157"/>
                </a:lnTo>
                <a:lnTo>
                  <a:pt x="27856" y="83157"/>
                </a:lnTo>
                <a:lnTo>
                  <a:pt x="27856" y="83156"/>
                </a:lnTo>
                <a:lnTo>
                  <a:pt x="27856" y="83156"/>
                </a:lnTo>
                <a:lnTo>
                  <a:pt x="27856" y="83156"/>
                </a:lnTo>
                <a:lnTo>
                  <a:pt x="27856" y="83155"/>
                </a:lnTo>
                <a:lnTo>
                  <a:pt x="27856" y="83155"/>
                </a:lnTo>
                <a:lnTo>
                  <a:pt x="27856" y="83155"/>
                </a:lnTo>
                <a:lnTo>
                  <a:pt x="27856" y="83155"/>
                </a:lnTo>
                <a:lnTo>
                  <a:pt x="27856" y="83154"/>
                </a:lnTo>
                <a:lnTo>
                  <a:pt x="27856" y="83154"/>
                </a:lnTo>
                <a:lnTo>
                  <a:pt x="27856" y="83154"/>
                </a:lnTo>
                <a:lnTo>
                  <a:pt x="27856" y="83154"/>
                </a:lnTo>
                <a:lnTo>
                  <a:pt x="27856" y="83153"/>
                </a:lnTo>
                <a:lnTo>
                  <a:pt x="27856" y="83153"/>
                </a:lnTo>
                <a:lnTo>
                  <a:pt x="27856" y="83153"/>
                </a:lnTo>
                <a:lnTo>
                  <a:pt x="27856" y="83152"/>
                </a:lnTo>
                <a:lnTo>
                  <a:pt x="27856" y="83152"/>
                </a:lnTo>
                <a:lnTo>
                  <a:pt x="27856" y="83152"/>
                </a:lnTo>
                <a:lnTo>
                  <a:pt x="27856" y="83152"/>
                </a:lnTo>
                <a:lnTo>
                  <a:pt x="27856" y="83151"/>
                </a:lnTo>
                <a:lnTo>
                  <a:pt x="27856" y="83151"/>
                </a:lnTo>
                <a:lnTo>
                  <a:pt x="27856" y="83151"/>
                </a:lnTo>
                <a:lnTo>
                  <a:pt x="27856" y="83151"/>
                </a:lnTo>
                <a:lnTo>
                  <a:pt x="27856" y="83150"/>
                </a:lnTo>
                <a:lnTo>
                  <a:pt x="27856" y="83150"/>
                </a:lnTo>
                <a:lnTo>
                  <a:pt x="27856" y="83150"/>
                </a:lnTo>
                <a:lnTo>
                  <a:pt x="27856" y="83150"/>
                </a:lnTo>
                <a:lnTo>
                  <a:pt x="27856" y="83149"/>
                </a:lnTo>
                <a:lnTo>
                  <a:pt x="27856" y="83149"/>
                </a:lnTo>
                <a:lnTo>
                  <a:pt x="27856" y="83149"/>
                </a:lnTo>
                <a:lnTo>
                  <a:pt x="27856" y="83148"/>
                </a:lnTo>
                <a:lnTo>
                  <a:pt x="27856" y="83148"/>
                </a:lnTo>
                <a:lnTo>
                  <a:pt x="27856" y="83148"/>
                </a:lnTo>
                <a:lnTo>
                  <a:pt x="27856" y="83148"/>
                </a:lnTo>
                <a:lnTo>
                  <a:pt x="27856" y="83147"/>
                </a:lnTo>
                <a:lnTo>
                  <a:pt x="27856" y="83147"/>
                </a:lnTo>
                <a:lnTo>
                  <a:pt x="27856" y="83147"/>
                </a:lnTo>
                <a:lnTo>
                  <a:pt x="27856" y="83147"/>
                </a:lnTo>
                <a:lnTo>
                  <a:pt x="27856" y="83146"/>
                </a:lnTo>
                <a:lnTo>
                  <a:pt x="27856" y="83146"/>
                </a:lnTo>
                <a:lnTo>
                  <a:pt x="27856" y="83146"/>
                </a:lnTo>
                <a:lnTo>
                  <a:pt x="27856" y="83145"/>
                </a:lnTo>
                <a:lnTo>
                  <a:pt x="27856" y="83145"/>
                </a:lnTo>
                <a:lnTo>
                  <a:pt x="27856" y="83145"/>
                </a:lnTo>
                <a:lnTo>
                  <a:pt x="27856" y="83145"/>
                </a:lnTo>
                <a:lnTo>
                  <a:pt x="27856" y="83144"/>
                </a:lnTo>
                <a:lnTo>
                  <a:pt x="27856" y="83144"/>
                </a:lnTo>
                <a:lnTo>
                  <a:pt x="27856" y="83144"/>
                </a:lnTo>
                <a:lnTo>
                  <a:pt x="27856" y="83144"/>
                </a:lnTo>
                <a:lnTo>
                  <a:pt x="27856" y="83143"/>
                </a:lnTo>
                <a:lnTo>
                  <a:pt x="27856" y="83143"/>
                </a:lnTo>
                <a:lnTo>
                  <a:pt x="27856" y="83143"/>
                </a:lnTo>
                <a:lnTo>
                  <a:pt x="27856" y="83143"/>
                </a:lnTo>
                <a:lnTo>
                  <a:pt x="27856" y="83142"/>
                </a:lnTo>
                <a:lnTo>
                  <a:pt x="27856" y="83142"/>
                </a:lnTo>
                <a:lnTo>
                  <a:pt x="27856" y="83142"/>
                </a:lnTo>
                <a:lnTo>
                  <a:pt x="27856" y="83141"/>
                </a:lnTo>
                <a:lnTo>
                  <a:pt x="27856" y="83141"/>
                </a:lnTo>
                <a:lnTo>
                  <a:pt x="27856" y="83141"/>
                </a:lnTo>
                <a:lnTo>
                  <a:pt x="27856" y="83141"/>
                </a:lnTo>
                <a:lnTo>
                  <a:pt x="27856" y="83140"/>
                </a:lnTo>
                <a:lnTo>
                  <a:pt x="27856" y="83140"/>
                </a:lnTo>
                <a:lnTo>
                  <a:pt x="27856" y="83140"/>
                </a:lnTo>
                <a:lnTo>
                  <a:pt x="27856" y="83140"/>
                </a:lnTo>
                <a:lnTo>
                  <a:pt x="27856" y="83139"/>
                </a:lnTo>
                <a:lnTo>
                  <a:pt x="27856" y="83139"/>
                </a:lnTo>
                <a:lnTo>
                  <a:pt x="27856" y="83139"/>
                </a:lnTo>
                <a:lnTo>
                  <a:pt x="27856" y="83139"/>
                </a:lnTo>
                <a:lnTo>
                  <a:pt x="27856" y="83138"/>
                </a:lnTo>
                <a:lnTo>
                  <a:pt x="27856" y="83138"/>
                </a:lnTo>
                <a:lnTo>
                  <a:pt x="27856" y="83138"/>
                </a:lnTo>
                <a:lnTo>
                  <a:pt x="27856" y="83137"/>
                </a:lnTo>
                <a:lnTo>
                  <a:pt x="27856" y="83137"/>
                </a:lnTo>
                <a:lnTo>
                  <a:pt x="27856" y="83137"/>
                </a:lnTo>
                <a:lnTo>
                  <a:pt x="27856" y="83137"/>
                </a:lnTo>
                <a:lnTo>
                  <a:pt x="27856" y="83136"/>
                </a:lnTo>
                <a:lnTo>
                  <a:pt x="27856" y="83136"/>
                </a:lnTo>
                <a:lnTo>
                  <a:pt x="27856" y="83136"/>
                </a:lnTo>
                <a:lnTo>
                  <a:pt x="27856" y="83136"/>
                </a:lnTo>
                <a:lnTo>
                  <a:pt x="27856" y="83135"/>
                </a:lnTo>
                <a:lnTo>
                  <a:pt x="27856" y="83135"/>
                </a:lnTo>
                <a:lnTo>
                  <a:pt x="27856" y="83135"/>
                </a:lnTo>
                <a:lnTo>
                  <a:pt x="27856" y="83135"/>
                </a:lnTo>
                <a:lnTo>
                  <a:pt x="27856" y="83134"/>
                </a:lnTo>
                <a:lnTo>
                  <a:pt x="27856" y="83134"/>
                </a:lnTo>
                <a:lnTo>
                  <a:pt x="27856" y="83134"/>
                </a:lnTo>
                <a:lnTo>
                  <a:pt x="27856" y="83133"/>
                </a:lnTo>
                <a:lnTo>
                  <a:pt x="27856" y="83133"/>
                </a:lnTo>
                <a:lnTo>
                  <a:pt x="27856" y="83133"/>
                </a:lnTo>
                <a:lnTo>
                  <a:pt x="27856" y="83133"/>
                </a:lnTo>
                <a:lnTo>
                  <a:pt x="27856" y="83132"/>
                </a:lnTo>
                <a:lnTo>
                  <a:pt x="27856" y="83132"/>
                </a:lnTo>
                <a:lnTo>
                  <a:pt x="27856" y="83132"/>
                </a:lnTo>
                <a:lnTo>
                  <a:pt x="27856" y="83132"/>
                </a:lnTo>
                <a:lnTo>
                  <a:pt x="27856" y="83131"/>
                </a:lnTo>
                <a:lnTo>
                  <a:pt x="27856" y="83131"/>
                </a:lnTo>
                <a:lnTo>
                  <a:pt x="27856" y="83131"/>
                </a:lnTo>
                <a:lnTo>
                  <a:pt x="27856" y="83130"/>
                </a:lnTo>
                <a:lnTo>
                  <a:pt x="27856" y="83130"/>
                </a:lnTo>
                <a:lnTo>
                  <a:pt x="27856" y="83130"/>
                </a:lnTo>
                <a:lnTo>
                  <a:pt x="27856" y="83130"/>
                </a:lnTo>
                <a:lnTo>
                  <a:pt x="27856" y="83129"/>
                </a:lnTo>
                <a:lnTo>
                  <a:pt x="27856" y="83129"/>
                </a:lnTo>
                <a:lnTo>
                  <a:pt x="27856" y="83129"/>
                </a:lnTo>
                <a:lnTo>
                  <a:pt x="27856" y="83129"/>
                </a:lnTo>
                <a:lnTo>
                  <a:pt x="27856" y="83128"/>
                </a:lnTo>
                <a:lnTo>
                  <a:pt x="27856" y="83128"/>
                </a:lnTo>
                <a:lnTo>
                  <a:pt x="27856" y="83128"/>
                </a:lnTo>
                <a:lnTo>
                  <a:pt x="27856" y="83128"/>
                </a:lnTo>
                <a:lnTo>
                  <a:pt x="27856" y="83127"/>
                </a:lnTo>
                <a:lnTo>
                  <a:pt x="27856" y="83127"/>
                </a:lnTo>
                <a:lnTo>
                  <a:pt x="27856" y="83127"/>
                </a:lnTo>
                <a:lnTo>
                  <a:pt x="27856" y="83126"/>
                </a:lnTo>
                <a:lnTo>
                  <a:pt x="27856" y="83126"/>
                </a:lnTo>
                <a:lnTo>
                  <a:pt x="27856" y="83126"/>
                </a:lnTo>
                <a:lnTo>
                  <a:pt x="27856" y="83126"/>
                </a:lnTo>
                <a:lnTo>
                  <a:pt x="27856" y="83125"/>
                </a:lnTo>
                <a:lnTo>
                  <a:pt x="27856" y="83125"/>
                </a:lnTo>
                <a:lnTo>
                  <a:pt x="27856" y="83125"/>
                </a:lnTo>
                <a:lnTo>
                  <a:pt x="27856" y="83125"/>
                </a:lnTo>
                <a:lnTo>
                  <a:pt x="27856" y="83124"/>
                </a:lnTo>
                <a:lnTo>
                  <a:pt x="27856" y="83124"/>
                </a:lnTo>
                <a:lnTo>
                  <a:pt x="27856" y="83124"/>
                </a:lnTo>
                <a:lnTo>
                  <a:pt x="27856" y="83124"/>
                </a:lnTo>
                <a:lnTo>
                  <a:pt x="27856" y="83123"/>
                </a:lnTo>
                <a:lnTo>
                  <a:pt x="27856" y="83123"/>
                </a:lnTo>
                <a:lnTo>
                  <a:pt x="27856" y="83123"/>
                </a:lnTo>
                <a:lnTo>
                  <a:pt x="27856" y="83122"/>
                </a:lnTo>
                <a:lnTo>
                  <a:pt x="27856" y="83122"/>
                </a:lnTo>
                <a:lnTo>
                  <a:pt x="27856" y="83122"/>
                </a:lnTo>
                <a:lnTo>
                  <a:pt x="27856" y="83122"/>
                </a:lnTo>
                <a:lnTo>
                  <a:pt x="27856" y="83121"/>
                </a:lnTo>
                <a:lnTo>
                  <a:pt x="27856" y="83121"/>
                </a:lnTo>
                <a:lnTo>
                  <a:pt x="27856" y="83121"/>
                </a:lnTo>
                <a:lnTo>
                  <a:pt x="27856" y="83121"/>
                </a:lnTo>
                <a:lnTo>
                  <a:pt x="27856" y="83120"/>
                </a:lnTo>
                <a:lnTo>
                  <a:pt x="27856" y="83120"/>
                </a:lnTo>
                <a:lnTo>
                  <a:pt x="27856" y="83120"/>
                </a:lnTo>
                <a:lnTo>
                  <a:pt x="27856" y="83120"/>
                </a:lnTo>
                <a:lnTo>
                  <a:pt x="27856" y="83119"/>
                </a:lnTo>
                <a:lnTo>
                  <a:pt x="27856" y="83119"/>
                </a:lnTo>
                <a:lnTo>
                  <a:pt x="27856" y="83119"/>
                </a:lnTo>
                <a:lnTo>
                  <a:pt x="27856" y="83118"/>
                </a:lnTo>
                <a:lnTo>
                  <a:pt x="27856" y="83118"/>
                </a:lnTo>
                <a:lnTo>
                  <a:pt x="27856" y="83118"/>
                </a:lnTo>
                <a:lnTo>
                  <a:pt x="27856" y="83118"/>
                </a:lnTo>
                <a:lnTo>
                  <a:pt x="27856" y="83117"/>
                </a:lnTo>
                <a:lnTo>
                  <a:pt x="27856" y="83117"/>
                </a:lnTo>
                <a:lnTo>
                  <a:pt x="27856" y="83117"/>
                </a:lnTo>
                <a:lnTo>
                  <a:pt x="27856" y="83117"/>
                </a:lnTo>
                <a:lnTo>
                  <a:pt x="27856" y="83116"/>
                </a:lnTo>
                <a:lnTo>
                  <a:pt x="27856" y="83116"/>
                </a:lnTo>
                <a:lnTo>
                  <a:pt x="27856" y="83116"/>
                </a:lnTo>
                <a:lnTo>
                  <a:pt x="27856" y="83116"/>
                </a:lnTo>
                <a:lnTo>
                  <a:pt x="27856" y="83115"/>
                </a:lnTo>
                <a:lnTo>
                  <a:pt x="27856" y="83115"/>
                </a:lnTo>
                <a:lnTo>
                  <a:pt x="27856" y="83115"/>
                </a:lnTo>
                <a:lnTo>
                  <a:pt x="27856" y="83114"/>
                </a:lnTo>
                <a:lnTo>
                  <a:pt x="27856" y="83114"/>
                </a:lnTo>
                <a:lnTo>
                  <a:pt x="27856" y="83114"/>
                </a:lnTo>
                <a:lnTo>
                  <a:pt x="27856" y="83114"/>
                </a:lnTo>
                <a:lnTo>
                  <a:pt x="27856" y="83113"/>
                </a:lnTo>
                <a:lnTo>
                  <a:pt x="27856" y="83113"/>
                </a:lnTo>
                <a:lnTo>
                  <a:pt x="27856" y="83113"/>
                </a:lnTo>
                <a:lnTo>
                  <a:pt x="27856" y="83113"/>
                </a:lnTo>
                <a:lnTo>
                  <a:pt x="27856" y="83112"/>
                </a:lnTo>
                <a:lnTo>
                  <a:pt x="27856" y="83112"/>
                </a:lnTo>
                <a:lnTo>
                  <a:pt x="27856" y="83112"/>
                </a:lnTo>
                <a:lnTo>
                  <a:pt x="27856" y="83112"/>
                </a:lnTo>
                <a:lnTo>
                  <a:pt x="27856" y="83111"/>
                </a:lnTo>
                <a:lnTo>
                  <a:pt x="27856" y="83111"/>
                </a:lnTo>
                <a:lnTo>
                  <a:pt x="27856" y="83111"/>
                </a:lnTo>
                <a:lnTo>
                  <a:pt x="27856" y="83110"/>
                </a:lnTo>
                <a:lnTo>
                  <a:pt x="27856" y="83110"/>
                </a:lnTo>
                <a:lnTo>
                  <a:pt x="27856" y="83110"/>
                </a:lnTo>
                <a:lnTo>
                  <a:pt x="27856" y="83110"/>
                </a:lnTo>
                <a:lnTo>
                  <a:pt x="27856" y="83109"/>
                </a:lnTo>
                <a:lnTo>
                  <a:pt x="27856" y="83109"/>
                </a:lnTo>
                <a:lnTo>
                  <a:pt x="27856" y="83109"/>
                </a:lnTo>
                <a:lnTo>
                  <a:pt x="27856" y="83109"/>
                </a:lnTo>
                <a:lnTo>
                  <a:pt x="27856" y="83108"/>
                </a:lnTo>
                <a:lnTo>
                  <a:pt x="27856" y="83108"/>
                </a:lnTo>
                <a:lnTo>
                  <a:pt x="27856" y="83108"/>
                </a:lnTo>
                <a:lnTo>
                  <a:pt x="27856" y="83108"/>
                </a:lnTo>
                <a:lnTo>
                  <a:pt x="27856" y="83107"/>
                </a:lnTo>
                <a:lnTo>
                  <a:pt x="27856" y="83107"/>
                </a:lnTo>
                <a:lnTo>
                  <a:pt x="27856" y="83107"/>
                </a:lnTo>
                <a:lnTo>
                  <a:pt x="27856" y="83106"/>
                </a:lnTo>
                <a:lnTo>
                  <a:pt x="27856" y="83106"/>
                </a:lnTo>
                <a:lnTo>
                  <a:pt x="27856" y="83106"/>
                </a:lnTo>
                <a:lnTo>
                  <a:pt x="27856" y="83106"/>
                </a:lnTo>
                <a:lnTo>
                  <a:pt x="27856" y="83105"/>
                </a:lnTo>
                <a:lnTo>
                  <a:pt x="27856" y="83105"/>
                </a:lnTo>
                <a:lnTo>
                  <a:pt x="27856" y="83105"/>
                </a:lnTo>
                <a:lnTo>
                  <a:pt x="27856" y="83105"/>
                </a:lnTo>
                <a:lnTo>
                  <a:pt x="27856" y="83104"/>
                </a:lnTo>
                <a:lnTo>
                  <a:pt x="27856" y="83104"/>
                </a:lnTo>
                <a:lnTo>
                  <a:pt x="27856" y="83104"/>
                </a:lnTo>
                <a:lnTo>
                  <a:pt x="27856" y="83104"/>
                </a:lnTo>
                <a:lnTo>
                  <a:pt x="27856" y="83103"/>
                </a:lnTo>
                <a:lnTo>
                  <a:pt x="27856" y="83103"/>
                </a:lnTo>
                <a:lnTo>
                  <a:pt x="27856" y="83103"/>
                </a:lnTo>
                <a:lnTo>
                  <a:pt x="27856" y="83102"/>
                </a:lnTo>
                <a:lnTo>
                  <a:pt x="27856" y="83102"/>
                </a:lnTo>
                <a:lnTo>
                  <a:pt x="27856" y="83102"/>
                </a:lnTo>
                <a:lnTo>
                  <a:pt x="27856" y="83102"/>
                </a:lnTo>
                <a:lnTo>
                  <a:pt x="27856" y="83101"/>
                </a:lnTo>
                <a:lnTo>
                  <a:pt x="27856" y="83101"/>
                </a:lnTo>
                <a:lnTo>
                  <a:pt x="27856" y="83101"/>
                </a:lnTo>
                <a:lnTo>
                  <a:pt x="27856" y="83101"/>
                </a:lnTo>
                <a:lnTo>
                  <a:pt x="27856" y="83100"/>
                </a:lnTo>
                <a:lnTo>
                  <a:pt x="27856" y="83100"/>
                </a:lnTo>
                <a:lnTo>
                  <a:pt x="27856" y="83100"/>
                </a:lnTo>
                <a:lnTo>
                  <a:pt x="27856" y="83100"/>
                </a:lnTo>
                <a:lnTo>
                  <a:pt x="27856" y="83099"/>
                </a:lnTo>
                <a:lnTo>
                  <a:pt x="27856" y="83099"/>
                </a:lnTo>
                <a:lnTo>
                  <a:pt x="27856" y="83099"/>
                </a:lnTo>
                <a:lnTo>
                  <a:pt x="27856" y="83099"/>
                </a:lnTo>
                <a:lnTo>
                  <a:pt x="27856" y="83098"/>
                </a:lnTo>
                <a:lnTo>
                  <a:pt x="27856" y="83098"/>
                </a:lnTo>
                <a:lnTo>
                  <a:pt x="27856" y="83098"/>
                </a:lnTo>
                <a:lnTo>
                  <a:pt x="27856" y="83097"/>
                </a:lnTo>
                <a:lnTo>
                  <a:pt x="27856" y="83097"/>
                </a:lnTo>
                <a:lnTo>
                  <a:pt x="27856" y="83097"/>
                </a:lnTo>
                <a:lnTo>
                  <a:pt x="27856" y="83097"/>
                </a:lnTo>
                <a:lnTo>
                  <a:pt x="27856" y="83096"/>
                </a:lnTo>
                <a:lnTo>
                  <a:pt x="27856" y="83096"/>
                </a:lnTo>
                <a:lnTo>
                  <a:pt x="27856" y="83096"/>
                </a:lnTo>
                <a:lnTo>
                  <a:pt x="27856" y="83096"/>
                </a:lnTo>
                <a:lnTo>
                  <a:pt x="27856" y="83095"/>
                </a:lnTo>
                <a:lnTo>
                  <a:pt x="27856" y="83095"/>
                </a:lnTo>
                <a:lnTo>
                  <a:pt x="27856" y="83095"/>
                </a:lnTo>
                <a:lnTo>
                  <a:pt x="27856" y="83095"/>
                </a:lnTo>
                <a:lnTo>
                  <a:pt x="27856" y="83094"/>
                </a:lnTo>
                <a:lnTo>
                  <a:pt x="27856" y="83094"/>
                </a:lnTo>
                <a:lnTo>
                  <a:pt x="27856" y="83094"/>
                </a:lnTo>
                <a:lnTo>
                  <a:pt x="27856" y="83093"/>
                </a:lnTo>
                <a:lnTo>
                  <a:pt x="27856" y="83093"/>
                </a:lnTo>
                <a:lnTo>
                  <a:pt x="27856" y="83093"/>
                </a:lnTo>
                <a:lnTo>
                  <a:pt x="27856" y="83093"/>
                </a:lnTo>
                <a:lnTo>
                  <a:pt x="27856" y="83092"/>
                </a:lnTo>
                <a:lnTo>
                  <a:pt x="27856" y="83092"/>
                </a:lnTo>
                <a:lnTo>
                  <a:pt x="27856" y="83092"/>
                </a:lnTo>
                <a:lnTo>
                  <a:pt x="27856" y="83092"/>
                </a:lnTo>
                <a:lnTo>
                  <a:pt x="27856" y="83091"/>
                </a:lnTo>
                <a:lnTo>
                  <a:pt x="27856" y="83091"/>
                </a:lnTo>
                <a:lnTo>
                  <a:pt x="27856" y="83091"/>
                </a:lnTo>
                <a:lnTo>
                  <a:pt x="27856" y="83091"/>
                </a:lnTo>
                <a:lnTo>
                  <a:pt x="27856" y="83090"/>
                </a:lnTo>
                <a:lnTo>
                  <a:pt x="27856" y="83090"/>
                </a:lnTo>
                <a:lnTo>
                  <a:pt x="27856" y="83090"/>
                </a:lnTo>
                <a:lnTo>
                  <a:pt x="27856" y="83089"/>
                </a:lnTo>
                <a:lnTo>
                  <a:pt x="27856" y="83089"/>
                </a:lnTo>
                <a:lnTo>
                  <a:pt x="27856" y="83089"/>
                </a:lnTo>
                <a:lnTo>
                  <a:pt x="27856" y="83089"/>
                </a:lnTo>
                <a:lnTo>
                  <a:pt x="27856" y="83088"/>
                </a:lnTo>
                <a:lnTo>
                  <a:pt x="27856" y="83088"/>
                </a:lnTo>
                <a:lnTo>
                  <a:pt x="27856" y="83088"/>
                </a:lnTo>
                <a:lnTo>
                  <a:pt x="27856" y="83088"/>
                </a:lnTo>
                <a:lnTo>
                  <a:pt x="27856" y="83087"/>
                </a:lnTo>
                <a:lnTo>
                  <a:pt x="27856" y="83087"/>
                </a:lnTo>
                <a:lnTo>
                  <a:pt x="27856" y="83087"/>
                </a:lnTo>
                <a:lnTo>
                  <a:pt x="27856" y="83087"/>
                </a:lnTo>
                <a:lnTo>
                  <a:pt x="27856" y="83086"/>
                </a:lnTo>
                <a:lnTo>
                  <a:pt x="27856" y="83086"/>
                </a:lnTo>
                <a:lnTo>
                  <a:pt x="27856" y="83086"/>
                </a:lnTo>
                <a:lnTo>
                  <a:pt x="27856" y="83086"/>
                </a:lnTo>
                <a:lnTo>
                  <a:pt x="27856" y="83085"/>
                </a:lnTo>
                <a:lnTo>
                  <a:pt x="27856" y="83085"/>
                </a:lnTo>
                <a:lnTo>
                  <a:pt x="27856" y="83085"/>
                </a:lnTo>
                <a:lnTo>
                  <a:pt x="27856" y="83084"/>
                </a:lnTo>
                <a:lnTo>
                  <a:pt x="27856" y="83084"/>
                </a:lnTo>
                <a:lnTo>
                  <a:pt x="27856" y="83084"/>
                </a:lnTo>
                <a:lnTo>
                  <a:pt x="27856" y="83084"/>
                </a:lnTo>
                <a:lnTo>
                  <a:pt x="27856" y="83083"/>
                </a:lnTo>
                <a:lnTo>
                  <a:pt x="27856" y="83083"/>
                </a:lnTo>
                <a:lnTo>
                  <a:pt x="27856" y="83083"/>
                </a:lnTo>
                <a:lnTo>
                  <a:pt x="27856" y="83083"/>
                </a:lnTo>
                <a:lnTo>
                  <a:pt x="27856" y="83082"/>
                </a:lnTo>
                <a:lnTo>
                  <a:pt x="27856" y="83082"/>
                </a:lnTo>
                <a:lnTo>
                  <a:pt x="27856" y="83082"/>
                </a:lnTo>
                <a:lnTo>
                  <a:pt x="27856" y="83082"/>
                </a:lnTo>
                <a:lnTo>
                  <a:pt x="27856" y="83081"/>
                </a:lnTo>
                <a:lnTo>
                  <a:pt x="27856" y="83081"/>
                </a:lnTo>
                <a:lnTo>
                  <a:pt x="27856" y="83081"/>
                </a:lnTo>
                <a:lnTo>
                  <a:pt x="27856" y="83080"/>
                </a:lnTo>
                <a:lnTo>
                  <a:pt x="27856" y="83080"/>
                </a:lnTo>
                <a:lnTo>
                  <a:pt x="27856" y="83080"/>
                </a:lnTo>
                <a:lnTo>
                  <a:pt x="27856" y="83080"/>
                </a:lnTo>
                <a:lnTo>
                  <a:pt x="27856" y="83079"/>
                </a:lnTo>
                <a:lnTo>
                  <a:pt x="27856" y="83079"/>
                </a:lnTo>
                <a:lnTo>
                  <a:pt x="27856" y="83079"/>
                </a:lnTo>
                <a:lnTo>
                  <a:pt x="27856" y="83079"/>
                </a:lnTo>
                <a:lnTo>
                  <a:pt x="27856" y="83078"/>
                </a:lnTo>
                <a:lnTo>
                  <a:pt x="27856" y="83078"/>
                </a:lnTo>
                <a:lnTo>
                  <a:pt x="27856" y="83078"/>
                </a:lnTo>
                <a:lnTo>
                  <a:pt x="27856" y="83078"/>
                </a:lnTo>
                <a:lnTo>
                  <a:pt x="27856" y="83077"/>
                </a:lnTo>
                <a:lnTo>
                  <a:pt x="27856" y="83077"/>
                </a:lnTo>
                <a:lnTo>
                  <a:pt x="27856" y="83077"/>
                </a:lnTo>
                <a:lnTo>
                  <a:pt x="27856" y="83077"/>
                </a:lnTo>
                <a:lnTo>
                  <a:pt x="27856" y="83076"/>
                </a:lnTo>
                <a:lnTo>
                  <a:pt x="27856" y="83076"/>
                </a:lnTo>
                <a:lnTo>
                  <a:pt x="27856" y="83076"/>
                </a:lnTo>
                <a:lnTo>
                  <a:pt x="27856" y="83075"/>
                </a:lnTo>
                <a:lnTo>
                  <a:pt x="27856" y="83075"/>
                </a:lnTo>
                <a:lnTo>
                  <a:pt x="27856" y="83075"/>
                </a:lnTo>
                <a:lnTo>
                  <a:pt x="27856" y="83075"/>
                </a:lnTo>
                <a:lnTo>
                  <a:pt x="27856" y="83074"/>
                </a:lnTo>
                <a:lnTo>
                  <a:pt x="27856" y="83074"/>
                </a:lnTo>
                <a:lnTo>
                  <a:pt x="27856" y="83074"/>
                </a:lnTo>
                <a:lnTo>
                  <a:pt x="27856" y="83074"/>
                </a:lnTo>
                <a:lnTo>
                  <a:pt x="27856" y="83073"/>
                </a:lnTo>
                <a:lnTo>
                  <a:pt x="27856" y="83073"/>
                </a:lnTo>
                <a:lnTo>
                  <a:pt x="27856" y="83073"/>
                </a:lnTo>
                <a:lnTo>
                  <a:pt x="27856" y="83073"/>
                </a:lnTo>
                <a:lnTo>
                  <a:pt x="27856" y="83072"/>
                </a:lnTo>
                <a:lnTo>
                  <a:pt x="27856" y="83072"/>
                </a:lnTo>
                <a:lnTo>
                  <a:pt x="27856" y="83072"/>
                </a:lnTo>
                <a:lnTo>
                  <a:pt x="27856" y="83072"/>
                </a:lnTo>
                <a:lnTo>
                  <a:pt x="27856" y="83071"/>
                </a:lnTo>
                <a:lnTo>
                  <a:pt x="27856" y="83071"/>
                </a:lnTo>
                <a:lnTo>
                  <a:pt x="27856" y="83071"/>
                </a:lnTo>
                <a:lnTo>
                  <a:pt x="27856" y="83070"/>
                </a:lnTo>
                <a:lnTo>
                  <a:pt x="27856" y="83070"/>
                </a:lnTo>
                <a:lnTo>
                  <a:pt x="27856" y="83070"/>
                </a:lnTo>
                <a:lnTo>
                  <a:pt x="27856" y="83070"/>
                </a:lnTo>
                <a:lnTo>
                  <a:pt x="27856" y="83069"/>
                </a:lnTo>
                <a:lnTo>
                  <a:pt x="27856" y="83069"/>
                </a:lnTo>
                <a:lnTo>
                  <a:pt x="27856" y="83069"/>
                </a:lnTo>
                <a:lnTo>
                  <a:pt x="27856" y="83069"/>
                </a:lnTo>
                <a:lnTo>
                  <a:pt x="27856" y="83068"/>
                </a:lnTo>
                <a:lnTo>
                  <a:pt x="27856" y="83068"/>
                </a:lnTo>
                <a:lnTo>
                  <a:pt x="27856" y="83068"/>
                </a:lnTo>
                <a:lnTo>
                  <a:pt x="27856" y="83068"/>
                </a:lnTo>
                <a:lnTo>
                  <a:pt x="27856" y="83067"/>
                </a:lnTo>
                <a:lnTo>
                  <a:pt x="27856" y="83067"/>
                </a:lnTo>
                <a:lnTo>
                  <a:pt x="27856" y="83067"/>
                </a:lnTo>
                <a:lnTo>
                  <a:pt x="27856" y="83066"/>
                </a:lnTo>
                <a:lnTo>
                  <a:pt x="27856" y="83066"/>
                </a:lnTo>
                <a:lnTo>
                  <a:pt x="27856" y="83066"/>
                </a:lnTo>
                <a:lnTo>
                  <a:pt x="27856" y="83066"/>
                </a:lnTo>
                <a:lnTo>
                  <a:pt x="27856" y="83065"/>
                </a:lnTo>
                <a:lnTo>
                  <a:pt x="27856" y="83065"/>
                </a:lnTo>
                <a:lnTo>
                  <a:pt x="27856" y="83065"/>
                </a:lnTo>
                <a:lnTo>
                  <a:pt x="27856" y="83065"/>
                </a:lnTo>
                <a:lnTo>
                  <a:pt x="27856" y="83064"/>
                </a:lnTo>
                <a:lnTo>
                  <a:pt x="27856" y="83064"/>
                </a:lnTo>
                <a:lnTo>
                  <a:pt x="27856" y="83064"/>
                </a:lnTo>
                <a:lnTo>
                  <a:pt x="27856" y="83064"/>
                </a:lnTo>
                <a:lnTo>
                  <a:pt x="27856" y="83063"/>
                </a:lnTo>
                <a:lnTo>
                  <a:pt x="27856" y="83063"/>
                </a:lnTo>
                <a:lnTo>
                  <a:pt x="27856" y="83063"/>
                </a:lnTo>
                <a:lnTo>
                  <a:pt x="27856" y="83063"/>
                </a:lnTo>
                <a:lnTo>
                  <a:pt x="27856" y="83062"/>
                </a:lnTo>
                <a:lnTo>
                  <a:pt x="27856" y="83062"/>
                </a:lnTo>
                <a:lnTo>
                  <a:pt x="27856" y="83062"/>
                </a:lnTo>
                <a:lnTo>
                  <a:pt x="27856" y="83061"/>
                </a:lnTo>
                <a:lnTo>
                  <a:pt x="27856" y="83061"/>
                </a:lnTo>
                <a:lnTo>
                  <a:pt x="27856" y="83061"/>
                </a:lnTo>
                <a:lnTo>
                  <a:pt x="27856" y="83061"/>
                </a:lnTo>
                <a:lnTo>
                  <a:pt x="27856" y="83060"/>
                </a:lnTo>
                <a:lnTo>
                  <a:pt x="27856" y="83060"/>
                </a:lnTo>
                <a:lnTo>
                  <a:pt x="27856" y="83060"/>
                </a:lnTo>
                <a:lnTo>
                  <a:pt x="27856" y="83060"/>
                </a:lnTo>
                <a:lnTo>
                  <a:pt x="27856" y="83059"/>
                </a:lnTo>
                <a:lnTo>
                  <a:pt x="27856" y="83059"/>
                </a:lnTo>
                <a:lnTo>
                  <a:pt x="27856" y="83059"/>
                </a:lnTo>
                <a:lnTo>
                  <a:pt x="27856" y="83059"/>
                </a:lnTo>
                <a:lnTo>
                  <a:pt x="27856" y="83058"/>
                </a:lnTo>
                <a:lnTo>
                  <a:pt x="27856" y="83058"/>
                </a:lnTo>
                <a:lnTo>
                  <a:pt x="27856" y="83058"/>
                </a:lnTo>
                <a:lnTo>
                  <a:pt x="27856" y="83058"/>
                </a:lnTo>
                <a:lnTo>
                  <a:pt x="27856" y="83057"/>
                </a:lnTo>
                <a:lnTo>
                  <a:pt x="27856" y="83057"/>
                </a:lnTo>
                <a:lnTo>
                  <a:pt x="27856" y="83057"/>
                </a:lnTo>
                <a:lnTo>
                  <a:pt x="27856" y="83056"/>
                </a:lnTo>
                <a:lnTo>
                  <a:pt x="27856" y="83056"/>
                </a:lnTo>
                <a:lnTo>
                  <a:pt x="27856" y="83056"/>
                </a:lnTo>
                <a:lnTo>
                  <a:pt x="27856" y="83056"/>
                </a:lnTo>
                <a:lnTo>
                  <a:pt x="27856" y="83055"/>
                </a:lnTo>
                <a:lnTo>
                  <a:pt x="27856" y="83055"/>
                </a:lnTo>
                <a:lnTo>
                  <a:pt x="27856" y="83055"/>
                </a:lnTo>
                <a:lnTo>
                  <a:pt x="27856" y="83055"/>
                </a:lnTo>
                <a:lnTo>
                  <a:pt x="27856" y="83054"/>
                </a:lnTo>
                <a:lnTo>
                  <a:pt x="27856" y="83054"/>
                </a:lnTo>
                <a:lnTo>
                  <a:pt x="27856" y="83054"/>
                </a:lnTo>
                <a:lnTo>
                  <a:pt x="27856" y="83054"/>
                </a:lnTo>
                <a:lnTo>
                  <a:pt x="27856" y="83053"/>
                </a:lnTo>
                <a:lnTo>
                  <a:pt x="27856" y="83053"/>
                </a:lnTo>
                <a:lnTo>
                  <a:pt x="27856" y="83053"/>
                </a:lnTo>
                <a:lnTo>
                  <a:pt x="27856" y="83053"/>
                </a:lnTo>
                <a:lnTo>
                  <a:pt x="27856" y="83052"/>
                </a:lnTo>
                <a:lnTo>
                  <a:pt x="27856" y="83052"/>
                </a:lnTo>
                <a:lnTo>
                  <a:pt x="27856" y="83052"/>
                </a:lnTo>
                <a:lnTo>
                  <a:pt x="27856" y="83052"/>
                </a:lnTo>
                <a:lnTo>
                  <a:pt x="27856" y="83051"/>
                </a:lnTo>
                <a:lnTo>
                  <a:pt x="27856" y="83051"/>
                </a:lnTo>
                <a:lnTo>
                  <a:pt x="27856" y="83051"/>
                </a:lnTo>
                <a:lnTo>
                  <a:pt x="27856" y="83050"/>
                </a:lnTo>
                <a:lnTo>
                  <a:pt x="27856" y="83050"/>
                </a:lnTo>
                <a:lnTo>
                  <a:pt x="27856" y="83050"/>
                </a:lnTo>
                <a:lnTo>
                  <a:pt x="27856" y="83050"/>
                </a:lnTo>
                <a:lnTo>
                  <a:pt x="27856" y="83049"/>
                </a:lnTo>
                <a:lnTo>
                  <a:pt x="27856" y="83049"/>
                </a:lnTo>
                <a:lnTo>
                  <a:pt x="27856" y="83049"/>
                </a:lnTo>
                <a:lnTo>
                  <a:pt x="27856" y="83049"/>
                </a:lnTo>
                <a:lnTo>
                  <a:pt x="27856" y="83048"/>
                </a:lnTo>
                <a:lnTo>
                  <a:pt x="27856" y="83048"/>
                </a:lnTo>
                <a:lnTo>
                  <a:pt x="27856" y="83048"/>
                </a:lnTo>
                <a:lnTo>
                  <a:pt x="27856" y="83048"/>
                </a:lnTo>
                <a:lnTo>
                  <a:pt x="27856" y="83047"/>
                </a:lnTo>
                <a:lnTo>
                  <a:pt x="27856" y="83047"/>
                </a:lnTo>
                <a:lnTo>
                  <a:pt x="27856" y="83047"/>
                </a:lnTo>
                <a:lnTo>
                  <a:pt x="27856" y="83047"/>
                </a:lnTo>
                <a:lnTo>
                  <a:pt x="27856" y="83046"/>
                </a:lnTo>
                <a:lnTo>
                  <a:pt x="27856" y="83046"/>
                </a:lnTo>
                <a:lnTo>
                  <a:pt x="27856" y="83046"/>
                </a:lnTo>
                <a:lnTo>
                  <a:pt x="27856" y="83045"/>
                </a:lnTo>
                <a:lnTo>
                  <a:pt x="27856" y="83045"/>
                </a:lnTo>
                <a:lnTo>
                  <a:pt x="27856" y="83045"/>
                </a:lnTo>
                <a:lnTo>
                  <a:pt x="27856" y="83045"/>
                </a:lnTo>
                <a:lnTo>
                  <a:pt x="27856" y="83044"/>
                </a:lnTo>
                <a:lnTo>
                  <a:pt x="27856" y="83044"/>
                </a:lnTo>
                <a:lnTo>
                  <a:pt x="27856" y="83044"/>
                </a:lnTo>
                <a:lnTo>
                  <a:pt x="27856" y="83044"/>
                </a:lnTo>
                <a:lnTo>
                  <a:pt x="27856" y="83043"/>
                </a:lnTo>
                <a:lnTo>
                  <a:pt x="27856" y="83043"/>
                </a:lnTo>
                <a:lnTo>
                  <a:pt x="27856" y="83043"/>
                </a:lnTo>
                <a:lnTo>
                  <a:pt x="27856" y="83043"/>
                </a:lnTo>
                <a:lnTo>
                  <a:pt x="27856" y="83042"/>
                </a:lnTo>
                <a:lnTo>
                  <a:pt x="27856" y="83042"/>
                </a:lnTo>
                <a:lnTo>
                  <a:pt x="27856" y="83042"/>
                </a:lnTo>
                <a:lnTo>
                  <a:pt x="27856" y="83042"/>
                </a:lnTo>
                <a:lnTo>
                  <a:pt x="27856" y="83041"/>
                </a:lnTo>
                <a:lnTo>
                  <a:pt x="27856" y="83041"/>
                </a:lnTo>
                <a:lnTo>
                  <a:pt x="27856" y="83041"/>
                </a:lnTo>
                <a:lnTo>
                  <a:pt x="27856" y="83040"/>
                </a:lnTo>
                <a:lnTo>
                  <a:pt x="27856" y="83040"/>
                </a:lnTo>
                <a:lnTo>
                  <a:pt x="27856" y="83040"/>
                </a:lnTo>
                <a:lnTo>
                  <a:pt x="27856" y="83040"/>
                </a:lnTo>
                <a:lnTo>
                  <a:pt x="27856" y="83039"/>
                </a:lnTo>
                <a:lnTo>
                  <a:pt x="27856" y="83039"/>
                </a:lnTo>
                <a:lnTo>
                  <a:pt x="27856" y="83039"/>
                </a:lnTo>
                <a:lnTo>
                  <a:pt x="27856" y="83039"/>
                </a:lnTo>
                <a:lnTo>
                  <a:pt x="27856" y="83038"/>
                </a:lnTo>
                <a:lnTo>
                  <a:pt x="27856" y="83038"/>
                </a:lnTo>
                <a:lnTo>
                  <a:pt x="27856" y="83038"/>
                </a:lnTo>
                <a:lnTo>
                  <a:pt x="27856" y="83038"/>
                </a:lnTo>
                <a:lnTo>
                  <a:pt x="27856" y="83037"/>
                </a:lnTo>
                <a:lnTo>
                  <a:pt x="27856" y="83037"/>
                </a:lnTo>
                <a:lnTo>
                  <a:pt x="27856" y="83037"/>
                </a:lnTo>
                <a:lnTo>
                  <a:pt x="27856" y="83037"/>
                </a:lnTo>
                <a:lnTo>
                  <a:pt x="27856" y="83036"/>
                </a:lnTo>
                <a:lnTo>
                  <a:pt x="27856" y="83036"/>
                </a:lnTo>
                <a:lnTo>
                  <a:pt x="27856" y="83036"/>
                </a:lnTo>
                <a:lnTo>
                  <a:pt x="27856" y="83036"/>
                </a:lnTo>
                <a:lnTo>
                  <a:pt x="27856" y="83035"/>
                </a:lnTo>
                <a:lnTo>
                  <a:pt x="27856" y="83035"/>
                </a:lnTo>
                <a:lnTo>
                  <a:pt x="27856" y="83035"/>
                </a:lnTo>
                <a:lnTo>
                  <a:pt x="27856" y="83034"/>
                </a:lnTo>
                <a:lnTo>
                  <a:pt x="27856" y="83034"/>
                </a:lnTo>
                <a:lnTo>
                  <a:pt x="27856" y="83034"/>
                </a:lnTo>
                <a:lnTo>
                  <a:pt x="27856" y="83034"/>
                </a:lnTo>
                <a:lnTo>
                  <a:pt x="27856" y="83033"/>
                </a:lnTo>
                <a:lnTo>
                  <a:pt x="27856" y="83033"/>
                </a:lnTo>
                <a:lnTo>
                  <a:pt x="27856" y="83033"/>
                </a:lnTo>
                <a:lnTo>
                  <a:pt x="27856" y="83033"/>
                </a:lnTo>
                <a:lnTo>
                  <a:pt x="27856" y="83032"/>
                </a:lnTo>
                <a:lnTo>
                  <a:pt x="27856" y="83032"/>
                </a:lnTo>
                <a:lnTo>
                  <a:pt x="27856" y="83032"/>
                </a:lnTo>
                <a:lnTo>
                  <a:pt x="27856" y="83032"/>
                </a:lnTo>
                <a:lnTo>
                  <a:pt x="27856" y="83031"/>
                </a:lnTo>
                <a:lnTo>
                  <a:pt x="27856" y="83031"/>
                </a:lnTo>
                <a:lnTo>
                  <a:pt x="27856" y="83031"/>
                </a:lnTo>
                <a:lnTo>
                  <a:pt x="27856" y="83031"/>
                </a:lnTo>
                <a:lnTo>
                  <a:pt x="27856" y="83030"/>
                </a:lnTo>
                <a:lnTo>
                  <a:pt x="27856" y="83030"/>
                </a:lnTo>
                <a:lnTo>
                  <a:pt x="27856" y="83030"/>
                </a:lnTo>
                <a:lnTo>
                  <a:pt x="27856" y="83029"/>
                </a:lnTo>
                <a:lnTo>
                  <a:pt x="27856" y="83029"/>
                </a:lnTo>
                <a:lnTo>
                  <a:pt x="27856" y="83029"/>
                </a:lnTo>
                <a:lnTo>
                  <a:pt x="27856" y="83029"/>
                </a:lnTo>
                <a:lnTo>
                  <a:pt x="27856" y="83028"/>
                </a:lnTo>
                <a:lnTo>
                  <a:pt x="27856" y="83028"/>
                </a:lnTo>
                <a:lnTo>
                  <a:pt x="27856" y="83028"/>
                </a:lnTo>
                <a:lnTo>
                  <a:pt x="27856" y="83028"/>
                </a:lnTo>
                <a:lnTo>
                  <a:pt x="27856" y="83027"/>
                </a:lnTo>
                <a:lnTo>
                  <a:pt x="27856" y="83027"/>
                </a:lnTo>
                <a:lnTo>
                  <a:pt x="27856" y="83027"/>
                </a:lnTo>
                <a:lnTo>
                  <a:pt x="27856" y="83027"/>
                </a:lnTo>
                <a:lnTo>
                  <a:pt x="27856" y="83026"/>
                </a:lnTo>
                <a:lnTo>
                  <a:pt x="27856" y="83026"/>
                </a:lnTo>
                <a:lnTo>
                  <a:pt x="27856" y="83026"/>
                </a:lnTo>
                <a:lnTo>
                  <a:pt x="27856" y="83026"/>
                </a:lnTo>
                <a:lnTo>
                  <a:pt x="27856" y="83025"/>
                </a:lnTo>
                <a:lnTo>
                  <a:pt x="27856" y="83025"/>
                </a:lnTo>
                <a:lnTo>
                  <a:pt x="27856" y="83025"/>
                </a:lnTo>
                <a:lnTo>
                  <a:pt x="27856" y="83025"/>
                </a:lnTo>
                <a:lnTo>
                  <a:pt x="27856" y="83024"/>
                </a:lnTo>
                <a:lnTo>
                  <a:pt x="27856" y="83024"/>
                </a:lnTo>
                <a:lnTo>
                  <a:pt x="27856" y="83024"/>
                </a:lnTo>
                <a:lnTo>
                  <a:pt x="27856" y="83023"/>
                </a:lnTo>
                <a:lnTo>
                  <a:pt x="27856" y="83023"/>
                </a:lnTo>
                <a:lnTo>
                  <a:pt x="27856" y="83023"/>
                </a:lnTo>
                <a:lnTo>
                  <a:pt x="27856" y="83023"/>
                </a:lnTo>
                <a:lnTo>
                  <a:pt x="27856" y="83022"/>
                </a:lnTo>
                <a:lnTo>
                  <a:pt x="27856" y="83022"/>
                </a:lnTo>
                <a:lnTo>
                  <a:pt x="27856" y="83022"/>
                </a:lnTo>
                <a:lnTo>
                  <a:pt x="27856" y="83022"/>
                </a:lnTo>
                <a:lnTo>
                  <a:pt x="27856" y="83021"/>
                </a:lnTo>
                <a:lnTo>
                  <a:pt x="27856" y="83021"/>
                </a:lnTo>
                <a:lnTo>
                  <a:pt x="27856" y="83021"/>
                </a:lnTo>
                <a:lnTo>
                  <a:pt x="27856" y="83021"/>
                </a:lnTo>
                <a:lnTo>
                  <a:pt x="27856" y="83020"/>
                </a:lnTo>
                <a:lnTo>
                  <a:pt x="27856" y="83020"/>
                </a:lnTo>
                <a:lnTo>
                  <a:pt x="27856" y="83020"/>
                </a:lnTo>
                <a:lnTo>
                  <a:pt x="27856" y="83020"/>
                </a:lnTo>
                <a:lnTo>
                  <a:pt x="27856" y="83019"/>
                </a:lnTo>
                <a:lnTo>
                  <a:pt x="27856" y="83019"/>
                </a:lnTo>
                <a:lnTo>
                  <a:pt x="27856" y="83019"/>
                </a:lnTo>
                <a:lnTo>
                  <a:pt x="27856" y="83019"/>
                </a:lnTo>
                <a:lnTo>
                  <a:pt x="27856" y="83018"/>
                </a:lnTo>
                <a:lnTo>
                  <a:pt x="27856" y="83018"/>
                </a:lnTo>
                <a:lnTo>
                  <a:pt x="27856" y="83018"/>
                </a:lnTo>
                <a:lnTo>
                  <a:pt x="27856" y="83018"/>
                </a:lnTo>
                <a:lnTo>
                  <a:pt x="27856" y="83017"/>
                </a:lnTo>
                <a:lnTo>
                  <a:pt x="27856" y="83017"/>
                </a:lnTo>
                <a:lnTo>
                  <a:pt x="27856" y="83017"/>
                </a:lnTo>
                <a:lnTo>
                  <a:pt x="27856" y="83016"/>
                </a:lnTo>
                <a:lnTo>
                  <a:pt x="27856" y="83016"/>
                </a:lnTo>
                <a:lnTo>
                  <a:pt x="27856" y="83016"/>
                </a:lnTo>
                <a:lnTo>
                  <a:pt x="27856" y="83016"/>
                </a:lnTo>
                <a:lnTo>
                  <a:pt x="27856" y="83015"/>
                </a:lnTo>
                <a:lnTo>
                  <a:pt x="27856" y="83015"/>
                </a:lnTo>
                <a:lnTo>
                  <a:pt x="27856" y="83015"/>
                </a:lnTo>
                <a:lnTo>
                  <a:pt x="27856" y="83015"/>
                </a:lnTo>
                <a:lnTo>
                  <a:pt x="27856" y="83014"/>
                </a:lnTo>
                <a:lnTo>
                  <a:pt x="27856" y="83014"/>
                </a:lnTo>
                <a:lnTo>
                  <a:pt x="27856" y="83014"/>
                </a:lnTo>
                <a:lnTo>
                  <a:pt x="27856" y="83014"/>
                </a:lnTo>
                <a:lnTo>
                  <a:pt x="27856" y="83013"/>
                </a:lnTo>
                <a:lnTo>
                  <a:pt x="27856" y="83013"/>
                </a:lnTo>
                <a:lnTo>
                  <a:pt x="27856" y="83013"/>
                </a:lnTo>
                <a:lnTo>
                  <a:pt x="27856" y="83013"/>
                </a:lnTo>
                <a:lnTo>
                  <a:pt x="27856" y="83012"/>
                </a:lnTo>
                <a:lnTo>
                  <a:pt x="27856" y="83012"/>
                </a:lnTo>
                <a:lnTo>
                  <a:pt x="27856" y="83012"/>
                </a:lnTo>
                <a:lnTo>
                  <a:pt x="27856" y="83012"/>
                </a:lnTo>
                <a:lnTo>
                  <a:pt x="27856" y="83011"/>
                </a:lnTo>
                <a:lnTo>
                  <a:pt x="27856" y="83011"/>
                </a:lnTo>
                <a:lnTo>
                  <a:pt x="27856" y="83011"/>
                </a:lnTo>
                <a:lnTo>
                  <a:pt x="27856" y="83010"/>
                </a:lnTo>
                <a:lnTo>
                  <a:pt x="27856" y="83010"/>
                </a:lnTo>
                <a:lnTo>
                  <a:pt x="27856" y="83010"/>
                </a:lnTo>
                <a:lnTo>
                  <a:pt x="27856" y="83010"/>
                </a:lnTo>
                <a:lnTo>
                  <a:pt x="27856" y="83009"/>
                </a:lnTo>
                <a:lnTo>
                  <a:pt x="27856" y="83009"/>
                </a:lnTo>
                <a:lnTo>
                  <a:pt x="27856" y="83009"/>
                </a:lnTo>
                <a:lnTo>
                  <a:pt x="27856" y="83009"/>
                </a:lnTo>
                <a:lnTo>
                  <a:pt x="27856" y="83008"/>
                </a:lnTo>
                <a:lnTo>
                  <a:pt x="27856" y="83008"/>
                </a:lnTo>
                <a:lnTo>
                  <a:pt x="27856" y="83008"/>
                </a:lnTo>
                <a:lnTo>
                  <a:pt x="27856" y="83008"/>
                </a:lnTo>
                <a:lnTo>
                  <a:pt x="27856" y="83007"/>
                </a:lnTo>
                <a:lnTo>
                  <a:pt x="27856" y="83007"/>
                </a:lnTo>
                <a:lnTo>
                  <a:pt x="27856" y="83007"/>
                </a:lnTo>
                <a:lnTo>
                  <a:pt x="27856" y="83007"/>
                </a:lnTo>
                <a:lnTo>
                  <a:pt x="27856" y="83006"/>
                </a:lnTo>
                <a:lnTo>
                  <a:pt x="27856" y="83006"/>
                </a:lnTo>
                <a:lnTo>
                  <a:pt x="27856" y="83006"/>
                </a:lnTo>
                <a:lnTo>
                  <a:pt x="27856" y="83006"/>
                </a:lnTo>
                <a:lnTo>
                  <a:pt x="27856" y="83005"/>
                </a:lnTo>
                <a:lnTo>
                  <a:pt x="27856" y="83005"/>
                </a:lnTo>
                <a:lnTo>
                  <a:pt x="27856" y="83005"/>
                </a:lnTo>
                <a:lnTo>
                  <a:pt x="27856" y="83004"/>
                </a:lnTo>
                <a:lnTo>
                  <a:pt x="27856" y="83004"/>
                </a:lnTo>
                <a:lnTo>
                  <a:pt x="27856" y="83004"/>
                </a:lnTo>
                <a:lnTo>
                  <a:pt x="27856" y="83004"/>
                </a:lnTo>
                <a:lnTo>
                  <a:pt x="27856" y="83003"/>
                </a:lnTo>
                <a:lnTo>
                  <a:pt x="27856" y="83003"/>
                </a:lnTo>
                <a:lnTo>
                  <a:pt x="27856" y="83003"/>
                </a:lnTo>
                <a:lnTo>
                  <a:pt x="27856" y="83003"/>
                </a:lnTo>
                <a:lnTo>
                  <a:pt x="27856" y="83002"/>
                </a:lnTo>
                <a:lnTo>
                  <a:pt x="27856" y="83002"/>
                </a:lnTo>
                <a:lnTo>
                  <a:pt x="27856" y="83002"/>
                </a:lnTo>
                <a:lnTo>
                  <a:pt x="27856" y="83002"/>
                </a:lnTo>
                <a:lnTo>
                  <a:pt x="27856" y="83001"/>
                </a:lnTo>
                <a:lnTo>
                  <a:pt x="27856" y="83001"/>
                </a:lnTo>
                <a:lnTo>
                  <a:pt x="27856" y="83001"/>
                </a:lnTo>
                <a:lnTo>
                  <a:pt x="27856" y="83001"/>
                </a:lnTo>
                <a:lnTo>
                  <a:pt x="27856" y="83000"/>
                </a:lnTo>
                <a:lnTo>
                  <a:pt x="27856" y="83000"/>
                </a:lnTo>
                <a:lnTo>
                  <a:pt x="27856" y="83000"/>
                </a:lnTo>
                <a:lnTo>
                  <a:pt x="27856" y="83000"/>
                </a:lnTo>
                <a:lnTo>
                  <a:pt x="27856" y="82999"/>
                </a:lnTo>
                <a:lnTo>
                  <a:pt x="27856" y="82999"/>
                </a:lnTo>
                <a:lnTo>
                  <a:pt x="27856" y="82999"/>
                </a:lnTo>
                <a:lnTo>
                  <a:pt x="27856" y="82999"/>
                </a:lnTo>
                <a:lnTo>
                  <a:pt x="27856" y="82998"/>
                </a:lnTo>
                <a:lnTo>
                  <a:pt x="27856" y="82998"/>
                </a:lnTo>
                <a:lnTo>
                  <a:pt x="27856" y="82998"/>
                </a:lnTo>
                <a:lnTo>
                  <a:pt x="27856" y="82998"/>
                </a:lnTo>
                <a:lnTo>
                  <a:pt x="27856" y="82997"/>
                </a:lnTo>
                <a:lnTo>
                  <a:pt x="27856" y="82997"/>
                </a:lnTo>
                <a:lnTo>
                  <a:pt x="27856" y="82997"/>
                </a:lnTo>
                <a:lnTo>
                  <a:pt x="27856" y="82996"/>
                </a:lnTo>
                <a:lnTo>
                  <a:pt x="27856" y="82996"/>
                </a:lnTo>
                <a:lnTo>
                  <a:pt x="27856" y="82996"/>
                </a:lnTo>
                <a:lnTo>
                  <a:pt x="27856" y="82996"/>
                </a:lnTo>
                <a:lnTo>
                  <a:pt x="27856" y="82995"/>
                </a:lnTo>
                <a:lnTo>
                  <a:pt x="27856" y="82995"/>
                </a:lnTo>
                <a:lnTo>
                  <a:pt x="27856" y="82995"/>
                </a:lnTo>
                <a:lnTo>
                  <a:pt x="27856" y="82995"/>
                </a:lnTo>
                <a:lnTo>
                  <a:pt x="27856" y="82994"/>
                </a:lnTo>
                <a:lnTo>
                  <a:pt x="27856" y="82994"/>
                </a:lnTo>
                <a:lnTo>
                  <a:pt x="27856" y="82994"/>
                </a:lnTo>
                <a:lnTo>
                  <a:pt x="27856" y="82994"/>
                </a:lnTo>
                <a:lnTo>
                  <a:pt x="27856" y="82993"/>
                </a:lnTo>
                <a:lnTo>
                  <a:pt x="27856" y="82993"/>
                </a:lnTo>
                <a:lnTo>
                  <a:pt x="27856" y="82993"/>
                </a:lnTo>
                <a:lnTo>
                  <a:pt x="27856" y="82993"/>
                </a:lnTo>
                <a:lnTo>
                  <a:pt x="27856" y="82992"/>
                </a:lnTo>
                <a:lnTo>
                  <a:pt x="27856" y="82992"/>
                </a:lnTo>
                <a:lnTo>
                  <a:pt x="27856" y="82992"/>
                </a:lnTo>
                <a:lnTo>
                  <a:pt x="27856" y="82992"/>
                </a:lnTo>
                <a:lnTo>
                  <a:pt x="27856" y="82991"/>
                </a:lnTo>
                <a:lnTo>
                  <a:pt x="27856" y="82991"/>
                </a:lnTo>
                <a:lnTo>
                  <a:pt x="27856" y="82991"/>
                </a:lnTo>
                <a:lnTo>
                  <a:pt x="27856" y="82991"/>
                </a:lnTo>
                <a:lnTo>
                  <a:pt x="27856" y="82990"/>
                </a:lnTo>
                <a:lnTo>
                  <a:pt x="27856" y="82990"/>
                </a:lnTo>
                <a:lnTo>
                  <a:pt x="27856" y="82990"/>
                </a:lnTo>
                <a:lnTo>
                  <a:pt x="27856" y="82989"/>
                </a:lnTo>
                <a:lnTo>
                  <a:pt x="27856" y="82989"/>
                </a:lnTo>
                <a:lnTo>
                  <a:pt x="27856" y="82989"/>
                </a:lnTo>
                <a:lnTo>
                  <a:pt x="27856" y="82989"/>
                </a:lnTo>
                <a:lnTo>
                  <a:pt x="27856" y="82988"/>
                </a:lnTo>
                <a:lnTo>
                  <a:pt x="27856" y="82988"/>
                </a:lnTo>
                <a:lnTo>
                  <a:pt x="27856" y="82988"/>
                </a:lnTo>
                <a:lnTo>
                  <a:pt x="27856" y="82988"/>
                </a:lnTo>
                <a:lnTo>
                  <a:pt x="27856" y="82987"/>
                </a:lnTo>
                <a:lnTo>
                  <a:pt x="27856" y="82987"/>
                </a:lnTo>
                <a:lnTo>
                  <a:pt x="27856" y="82987"/>
                </a:lnTo>
                <a:lnTo>
                  <a:pt x="27856" y="82987"/>
                </a:lnTo>
                <a:lnTo>
                  <a:pt x="27856" y="82986"/>
                </a:lnTo>
                <a:lnTo>
                  <a:pt x="27856" y="82986"/>
                </a:lnTo>
                <a:lnTo>
                  <a:pt x="27856" y="82986"/>
                </a:lnTo>
                <a:lnTo>
                  <a:pt x="27856" y="82986"/>
                </a:lnTo>
                <a:lnTo>
                  <a:pt x="27856" y="82985"/>
                </a:lnTo>
                <a:lnTo>
                  <a:pt x="27856" y="82985"/>
                </a:lnTo>
                <a:lnTo>
                  <a:pt x="27856" y="82985"/>
                </a:lnTo>
                <a:lnTo>
                  <a:pt x="27856" y="82985"/>
                </a:lnTo>
                <a:lnTo>
                  <a:pt x="27856" y="82984"/>
                </a:lnTo>
                <a:lnTo>
                  <a:pt x="27856" y="82984"/>
                </a:lnTo>
                <a:lnTo>
                  <a:pt x="27856" y="82984"/>
                </a:lnTo>
                <a:lnTo>
                  <a:pt x="27856" y="82984"/>
                </a:lnTo>
                <a:lnTo>
                  <a:pt x="27856" y="82983"/>
                </a:lnTo>
                <a:lnTo>
                  <a:pt x="27856" y="82983"/>
                </a:lnTo>
                <a:lnTo>
                  <a:pt x="27856" y="82983"/>
                </a:lnTo>
                <a:lnTo>
                  <a:pt x="27856" y="82982"/>
                </a:lnTo>
                <a:lnTo>
                  <a:pt x="27856" y="82982"/>
                </a:lnTo>
                <a:lnTo>
                  <a:pt x="27856" y="82982"/>
                </a:lnTo>
                <a:lnTo>
                  <a:pt x="27856" y="82982"/>
                </a:lnTo>
                <a:lnTo>
                  <a:pt x="27856" y="82981"/>
                </a:lnTo>
                <a:lnTo>
                  <a:pt x="27856" y="82981"/>
                </a:lnTo>
                <a:lnTo>
                  <a:pt x="27856" y="82981"/>
                </a:lnTo>
                <a:lnTo>
                  <a:pt x="27856" y="82981"/>
                </a:lnTo>
                <a:lnTo>
                  <a:pt x="27856" y="82980"/>
                </a:lnTo>
                <a:lnTo>
                  <a:pt x="27856" y="82980"/>
                </a:lnTo>
                <a:lnTo>
                  <a:pt x="27856" y="82980"/>
                </a:lnTo>
                <a:lnTo>
                  <a:pt x="27856" y="82980"/>
                </a:lnTo>
                <a:lnTo>
                  <a:pt x="27856" y="82979"/>
                </a:lnTo>
                <a:lnTo>
                  <a:pt x="27856" y="82979"/>
                </a:lnTo>
                <a:lnTo>
                  <a:pt x="27856" y="82979"/>
                </a:lnTo>
                <a:lnTo>
                  <a:pt x="27856" y="82979"/>
                </a:lnTo>
                <a:lnTo>
                  <a:pt x="27856" y="82978"/>
                </a:lnTo>
                <a:lnTo>
                  <a:pt x="27856" y="82978"/>
                </a:lnTo>
                <a:lnTo>
                  <a:pt x="27856" y="82978"/>
                </a:lnTo>
                <a:lnTo>
                  <a:pt x="27856" y="82978"/>
                </a:lnTo>
                <a:lnTo>
                  <a:pt x="27856" y="82977"/>
                </a:lnTo>
                <a:lnTo>
                  <a:pt x="27856" y="82977"/>
                </a:lnTo>
                <a:lnTo>
                  <a:pt x="27856" y="82977"/>
                </a:lnTo>
                <a:lnTo>
                  <a:pt x="27856" y="82977"/>
                </a:lnTo>
                <a:lnTo>
                  <a:pt x="27856" y="82976"/>
                </a:lnTo>
                <a:lnTo>
                  <a:pt x="27856" y="82976"/>
                </a:lnTo>
                <a:lnTo>
                  <a:pt x="27856" y="82976"/>
                </a:lnTo>
                <a:lnTo>
                  <a:pt x="27856" y="82976"/>
                </a:lnTo>
                <a:lnTo>
                  <a:pt x="27856" y="82975"/>
                </a:lnTo>
                <a:lnTo>
                  <a:pt x="27856" y="82975"/>
                </a:lnTo>
                <a:lnTo>
                  <a:pt x="27856" y="82975"/>
                </a:lnTo>
                <a:lnTo>
                  <a:pt x="27856" y="82974"/>
                </a:lnTo>
                <a:lnTo>
                  <a:pt x="27856" y="82974"/>
                </a:lnTo>
                <a:lnTo>
                  <a:pt x="27856" y="82974"/>
                </a:lnTo>
                <a:lnTo>
                  <a:pt x="27856" y="82974"/>
                </a:lnTo>
                <a:lnTo>
                  <a:pt x="27856" y="82973"/>
                </a:lnTo>
                <a:lnTo>
                  <a:pt x="27856" y="82973"/>
                </a:lnTo>
                <a:lnTo>
                  <a:pt x="27856" y="82973"/>
                </a:lnTo>
                <a:lnTo>
                  <a:pt x="27856" y="82973"/>
                </a:lnTo>
                <a:lnTo>
                  <a:pt x="27856" y="82972"/>
                </a:lnTo>
                <a:lnTo>
                  <a:pt x="27856" y="82972"/>
                </a:lnTo>
                <a:lnTo>
                  <a:pt x="27856" y="82972"/>
                </a:lnTo>
                <a:lnTo>
                  <a:pt x="27856" y="82972"/>
                </a:lnTo>
                <a:lnTo>
                  <a:pt x="27856" y="82971"/>
                </a:lnTo>
                <a:lnTo>
                  <a:pt x="27856" y="82971"/>
                </a:lnTo>
                <a:lnTo>
                  <a:pt x="27856" y="82971"/>
                </a:lnTo>
                <a:lnTo>
                  <a:pt x="27856" y="82971"/>
                </a:lnTo>
                <a:lnTo>
                  <a:pt x="27856" y="82970"/>
                </a:lnTo>
                <a:lnTo>
                  <a:pt x="27856" y="82970"/>
                </a:lnTo>
                <a:lnTo>
                  <a:pt x="27856" y="82970"/>
                </a:lnTo>
                <a:lnTo>
                  <a:pt x="27856" y="82970"/>
                </a:lnTo>
                <a:lnTo>
                  <a:pt x="27856" y="82969"/>
                </a:lnTo>
                <a:lnTo>
                  <a:pt x="27856" y="82969"/>
                </a:lnTo>
                <a:lnTo>
                  <a:pt x="27856" y="82969"/>
                </a:lnTo>
                <a:lnTo>
                  <a:pt x="27856" y="82969"/>
                </a:lnTo>
                <a:lnTo>
                  <a:pt x="27856" y="82968"/>
                </a:lnTo>
                <a:lnTo>
                  <a:pt x="27856" y="82968"/>
                </a:lnTo>
                <a:lnTo>
                  <a:pt x="27856" y="82968"/>
                </a:lnTo>
                <a:lnTo>
                  <a:pt x="27856" y="82968"/>
                </a:lnTo>
                <a:lnTo>
                  <a:pt x="27856" y="82967"/>
                </a:lnTo>
                <a:lnTo>
                  <a:pt x="27856" y="82967"/>
                </a:lnTo>
                <a:lnTo>
                  <a:pt x="27856" y="82967"/>
                </a:lnTo>
                <a:lnTo>
                  <a:pt x="27856" y="82967"/>
                </a:lnTo>
                <a:lnTo>
                  <a:pt x="27856" y="82966"/>
                </a:lnTo>
                <a:lnTo>
                  <a:pt x="27856" y="82966"/>
                </a:lnTo>
                <a:lnTo>
                  <a:pt x="27856" y="82966"/>
                </a:lnTo>
                <a:lnTo>
                  <a:pt x="27856" y="82965"/>
                </a:lnTo>
                <a:lnTo>
                  <a:pt x="27856" y="82965"/>
                </a:lnTo>
                <a:lnTo>
                  <a:pt x="27856" y="82965"/>
                </a:lnTo>
                <a:lnTo>
                  <a:pt x="27856" y="82965"/>
                </a:lnTo>
                <a:lnTo>
                  <a:pt x="27856" y="82964"/>
                </a:lnTo>
                <a:lnTo>
                  <a:pt x="27856" y="82964"/>
                </a:lnTo>
                <a:lnTo>
                  <a:pt x="27856" y="82964"/>
                </a:lnTo>
                <a:lnTo>
                  <a:pt x="27856" y="82964"/>
                </a:lnTo>
                <a:lnTo>
                  <a:pt x="27856" y="82963"/>
                </a:lnTo>
                <a:lnTo>
                  <a:pt x="27856" y="82963"/>
                </a:lnTo>
                <a:lnTo>
                  <a:pt x="27856" y="82963"/>
                </a:lnTo>
                <a:lnTo>
                  <a:pt x="27856" y="82963"/>
                </a:lnTo>
                <a:lnTo>
                  <a:pt x="27856" y="82962"/>
                </a:lnTo>
                <a:lnTo>
                  <a:pt x="27856" y="82962"/>
                </a:lnTo>
                <a:lnTo>
                  <a:pt x="27856" y="82962"/>
                </a:lnTo>
                <a:lnTo>
                  <a:pt x="27856" y="82962"/>
                </a:lnTo>
                <a:lnTo>
                  <a:pt x="27856" y="82961"/>
                </a:lnTo>
                <a:lnTo>
                  <a:pt x="27856" y="82961"/>
                </a:lnTo>
                <a:lnTo>
                  <a:pt x="27856" y="82961"/>
                </a:lnTo>
                <a:lnTo>
                  <a:pt x="27856" y="82961"/>
                </a:lnTo>
                <a:lnTo>
                  <a:pt x="27856" y="82960"/>
                </a:lnTo>
                <a:lnTo>
                  <a:pt x="27856" y="82960"/>
                </a:lnTo>
                <a:lnTo>
                  <a:pt x="27856" y="82960"/>
                </a:lnTo>
                <a:lnTo>
                  <a:pt x="27856" y="82960"/>
                </a:lnTo>
                <a:lnTo>
                  <a:pt x="27856" y="82959"/>
                </a:lnTo>
                <a:lnTo>
                  <a:pt x="27856" y="82959"/>
                </a:lnTo>
                <a:lnTo>
                  <a:pt x="27856" y="82959"/>
                </a:lnTo>
                <a:lnTo>
                  <a:pt x="27856" y="82959"/>
                </a:lnTo>
                <a:lnTo>
                  <a:pt x="27856" y="82958"/>
                </a:lnTo>
                <a:lnTo>
                  <a:pt x="27856" y="82958"/>
                </a:lnTo>
                <a:lnTo>
                  <a:pt x="27856" y="82958"/>
                </a:lnTo>
                <a:lnTo>
                  <a:pt x="27856" y="82958"/>
                </a:lnTo>
                <a:lnTo>
                  <a:pt x="27856" y="82957"/>
                </a:lnTo>
                <a:lnTo>
                  <a:pt x="27856" y="82957"/>
                </a:lnTo>
                <a:lnTo>
                  <a:pt x="27856" y="82957"/>
                </a:lnTo>
                <a:lnTo>
                  <a:pt x="27856" y="82956"/>
                </a:lnTo>
                <a:lnTo>
                  <a:pt x="27856" y="82956"/>
                </a:lnTo>
                <a:lnTo>
                  <a:pt x="27856" y="82956"/>
                </a:lnTo>
                <a:lnTo>
                  <a:pt x="27856" y="82956"/>
                </a:lnTo>
                <a:lnTo>
                  <a:pt x="27856" y="82955"/>
                </a:lnTo>
                <a:lnTo>
                  <a:pt x="27856" y="82955"/>
                </a:lnTo>
                <a:lnTo>
                  <a:pt x="27856" y="82955"/>
                </a:lnTo>
                <a:lnTo>
                  <a:pt x="27856" y="82955"/>
                </a:lnTo>
                <a:lnTo>
                  <a:pt x="27856" y="82954"/>
                </a:lnTo>
                <a:lnTo>
                  <a:pt x="27856" y="82954"/>
                </a:lnTo>
                <a:lnTo>
                  <a:pt x="27856" y="82954"/>
                </a:lnTo>
                <a:lnTo>
                  <a:pt x="27856" y="82954"/>
                </a:lnTo>
                <a:lnTo>
                  <a:pt x="27856" y="82953"/>
                </a:lnTo>
                <a:lnTo>
                  <a:pt x="27856" y="82953"/>
                </a:lnTo>
                <a:lnTo>
                  <a:pt x="27856" y="82953"/>
                </a:lnTo>
                <a:lnTo>
                  <a:pt x="27856" y="82953"/>
                </a:lnTo>
                <a:lnTo>
                  <a:pt x="27856" y="82952"/>
                </a:lnTo>
                <a:lnTo>
                  <a:pt x="27856" y="82952"/>
                </a:lnTo>
                <a:lnTo>
                  <a:pt x="27856" y="82952"/>
                </a:lnTo>
                <a:lnTo>
                  <a:pt x="27856" y="82952"/>
                </a:lnTo>
                <a:lnTo>
                  <a:pt x="27856" y="82951"/>
                </a:lnTo>
                <a:lnTo>
                  <a:pt x="27856" y="82951"/>
                </a:lnTo>
                <a:lnTo>
                  <a:pt x="27856" y="82951"/>
                </a:lnTo>
                <a:lnTo>
                  <a:pt x="27856" y="82951"/>
                </a:lnTo>
                <a:lnTo>
                  <a:pt x="27856" y="82950"/>
                </a:lnTo>
                <a:lnTo>
                  <a:pt x="27856" y="82950"/>
                </a:lnTo>
                <a:lnTo>
                  <a:pt x="27856" y="82950"/>
                </a:lnTo>
                <a:lnTo>
                  <a:pt x="27856" y="82950"/>
                </a:lnTo>
                <a:lnTo>
                  <a:pt x="27856" y="82949"/>
                </a:lnTo>
                <a:lnTo>
                  <a:pt x="27856" y="82949"/>
                </a:lnTo>
                <a:lnTo>
                  <a:pt x="27856" y="82949"/>
                </a:lnTo>
                <a:lnTo>
                  <a:pt x="27856" y="82949"/>
                </a:lnTo>
                <a:lnTo>
                  <a:pt x="27856" y="82948"/>
                </a:lnTo>
                <a:lnTo>
                  <a:pt x="27856" y="82948"/>
                </a:lnTo>
                <a:lnTo>
                  <a:pt x="27856" y="82948"/>
                </a:lnTo>
                <a:lnTo>
                  <a:pt x="27856" y="82948"/>
                </a:lnTo>
                <a:lnTo>
                  <a:pt x="27856" y="82947"/>
                </a:lnTo>
                <a:lnTo>
                  <a:pt x="27856" y="82947"/>
                </a:lnTo>
                <a:lnTo>
                  <a:pt x="27856" y="82947"/>
                </a:lnTo>
                <a:lnTo>
                  <a:pt x="27856" y="82947"/>
                </a:lnTo>
                <a:lnTo>
                  <a:pt x="27856" y="82946"/>
                </a:lnTo>
                <a:lnTo>
                  <a:pt x="27856" y="82946"/>
                </a:lnTo>
                <a:lnTo>
                  <a:pt x="27856" y="82946"/>
                </a:lnTo>
                <a:lnTo>
                  <a:pt x="27856" y="82945"/>
                </a:lnTo>
                <a:lnTo>
                  <a:pt x="27856" y="82945"/>
                </a:lnTo>
                <a:lnTo>
                  <a:pt x="27856" y="82945"/>
                </a:lnTo>
                <a:lnTo>
                  <a:pt x="27856" y="82945"/>
                </a:lnTo>
                <a:lnTo>
                  <a:pt x="27856" y="82944"/>
                </a:lnTo>
                <a:lnTo>
                  <a:pt x="27856" y="82944"/>
                </a:lnTo>
                <a:lnTo>
                  <a:pt x="27856" y="82944"/>
                </a:lnTo>
                <a:lnTo>
                  <a:pt x="27856" y="82944"/>
                </a:lnTo>
                <a:lnTo>
                  <a:pt x="27856" y="82943"/>
                </a:lnTo>
                <a:lnTo>
                  <a:pt x="27856" y="82943"/>
                </a:lnTo>
                <a:lnTo>
                  <a:pt x="27856" y="82943"/>
                </a:lnTo>
                <a:lnTo>
                  <a:pt x="27856" y="82943"/>
                </a:lnTo>
                <a:lnTo>
                  <a:pt x="27856" y="82942"/>
                </a:lnTo>
                <a:lnTo>
                  <a:pt x="27856" y="82942"/>
                </a:lnTo>
                <a:lnTo>
                  <a:pt x="27856" y="82942"/>
                </a:lnTo>
                <a:lnTo>
                  <a:pt x="27856" y="82942"/>
                </a:lnTo>
                <a:lnTo>
                  <a:pt x="27856" y="82941"/>
                </a:lnTo>
                <a:lnTo>
                  <a:pt x="27856" y="82941"/>
                </a:lnTo>
                <a:lnTo>
                  <a:pt x="27856" y="82941"/>
                </a:lnTo>
                <a:lnTo>
                  <a:pt x="27856" y="82941"/>
                </a:lnTo>
                <a:lnTo>
                  <a:pt x="27856" y="82940"/>
                </a:lnTo>
                <a:lnTo>
                  <a:pt x="27856" y="82940"/>
                </a:lnTo>
                <a:lnTo>
                  <a:pt x="27856" y="82940"/>
                </a:lnTo>
                <a:lnTo>
                  <a:pt x="27856" y="82940"/>
                </a:lnTo>
                <a:lnTo>
                  <a:pt x="27856" y="82939"/>
                </a:lnTo>
                <a:lnTo>
                  <a:pt x="27856" y="82939"/>
                </a:lnTo>
                <a:lnTo>
                  <a:pt x="27856" y="82939"/>
                </a:lnTo>
                <a:lnTo>
                  <a:pt x="27856" y="82939"/>
                </a:lnTo>
                <a:lnTo>
                  <a:pt x="27856" y="82938"/>
                </a:lnTo>
                <a:lnTo>
                  <a:pt x="27856" y="82938"/>
                </a:lnTo>
                <a:lnTo>
                  <a:pt x="27856" y="82938"/>
                </a:lnTo>
                <a:lnTo>
                  <a:pt x="27856" y="82938"/>
                </a:lnTo>
                <a:lnTo>
                  <a:pt x="27856" y="82937"/>
                </a:lnTo>
                <a:lnTo>
                  <a:pt x="27856" y="82937"/>
                </a:lnTo>
                <a:lnTo>
                  <a:pt x="27856" y="82937"/>
                </a:lnTo>
                <a:lnTo>
                  <a:pt x="27856" y="82937"/>
                </a:lnTo>
                <a:lnTo>
                  <a:pt x="27856" y="82936"/>
                </a:lnTo>
                <a:lnTo>
                  <a:pt x="27856" y="82936"/>
                </a:lnTo>
                <a:lnTo>
                  <a:pt x="27856" y="82936"/>
                </a:lnTo>
                <a:lnTo>
                  <a:pt x="27856" y="82936"/>
                </a:lnTo>
                <a:lnTo>
                  <a:pt x="27856" y="82935"/>
                </a:lnTo>
                <a:lnTo>
                  <a:pt x="27856" y="82935"/>
                </a:lnTo>
                <a:lnTo>
                  <a:pt x="27856" y="82935"/>
                </a:lnTo>
                <a:lnTo>
                  <a:pt x="27856" y="82934"/>
                </a:lnTo>
                <a:lnTo>
                  <a:pt x="27856" y="82934"/>
                </a:lnTo>
                <a:lnTo>
                  <a:pt x="27856" y="82934"/>
                </a:lnTo>
                <a:lnTo>
                  <a:pt x="27856" y="82934"/>
                </a:lnTo>
                <a:lnTo>
                  <a:pt x="27856" y="82933"/>
                </a:lnTo>
                <a:lnTo>
                  <a:pt x="27856" y="82933"/>
                </a:lnTo>
                <a:lnTo>
                  <a:pt x="27856" y="82933"/>
                </a:lnTo>
                <a:lnTo>
                  <a:pt x="27856" y="82933"/>
                </a:lnTo>
                <a:lnTo>
                  <a:pt x="27856" y="82932"/>
                </a:lnTo>
                <a:lnTo>
                  <a:pt x="27856" y="82932"/>
                </a:lnTo>
                <a:lnTo>
                  <a:pt x="27856" y="82932"/>
                </a:lnTo>
                <a:lnTo>
                  <a:pt x="27856" y="82932"/>
                </a:lnTo>
                <a:lnTo>
                  <a:pt x="27856" y="82931"/>
                </a:lnTo>
                <a:lnTo>
                  <a:pt x="27856" y="82931"/>
                </a:lnTo>
                <a:lnTo>
                  <a:pt x="27856" y="82931"/>
                </a:lnTo>
                <a:lnTo>
                  <a:pt x="27856" y="82931"/>
                </a:lnTo>
                <a:lnTo>
                  <a:pt x="27856" y="82930"/>
                </a:lnTo>
                <a:lnTo>
                  <a:pt x="27856" y="82930"/>
                </a:lnTo>
                <a:lnTo>
                  <a:pt x="27856" y="82930"/>
                </a:lnTo>
                <a:lnTo>
                  <a:pt x="27856" y="82930"/>
                </a:lnTo>
                <a:lnTo>
                  <a:pt x="27856" y="82929"/>
                </a:lnTo>
                <a:lnTo>
                  <a:pt x="27856" y="82929"/>
                </a:lnTo>
                <a:lnTo>
                  <a:pt x="27856" y="82929"/>
                </a:lnTo>
                <a:lnTo>
                  <a:pt x="27856" y="82929"/>
                </a:lnTo>
                <a:lnTo>
                  <a:pt x="27856" y="82928"/>
                </a:lnTo>
                <a:lnTo>
                  <a:pt x="27856" y="82928"/>
                </a:lnTo>
                <a:lnTo>
                  <a:pt x="27856" y="82928"/>
                </a:lnTo>
                <a:lnTo>
                  <a:pt x="27856" y="82928"/>
                </a:lnTo>
                <a:lnTo>
                  <a:pt x="27856" y="82927"/>
                </a:lnTo>
                <a:lnTo>
                  <a:pt x="27856" y="82927"/>
                </a:lnTo>
                <a:lnTo>
                  <a:pt x="27856" y="82927"/>
                </a:lnTo>
                <a:lnTo>
                  <a:pt x="27856" y="82927"/>
                </a:lnTo>
                <a:lnTo>
                  <a:pt x="27856" y="82926"/>
                </a:lnTo>
                <a:lnTo>
                  <a:pt x="27856" y="82926"/>
                </a:lnTo>
                <a:lnTo>
                  <a:pt x="27856" y="82926"/>
                </a:lnTo>
                <a:lnTo>
                  <a:pt x="27856" y="82926"/>
                </a:lnTo>
                <a:lnTo>
                  <a:pt x="27856" y="82925"/>
                </a:lnTo>
                <a:lnTo>
                  <a:pt x="27856" y="82925"/>
                </a:lnTo>
                <a:lnTo>
                  <a:pt x="27856" y="82925"/>
                </a:lnTo>
                <a:lnTo>
                  <a:pt x="27856" y="82925"/>
                </a:lnTo>
                <a:lnTo>
                  <a:pt x="27856" y="82924"/>
                </a:lnTo>
                <a:lnTo>
                  <a:pt x="27856" y="82924"/>
                </a:lnTo>
                <a:lnTo>
                  <a:pt x="27856" y="82924"/>
                </a:lnTo>
                <a:lnTo>
                  <a:pt x="27856" y="82924"/>
                </a:lnTo>
                <a:lnTo>
                  <a:pt x="27856" y="82923"/>
                </a:lnTo>
                <a:lnTo>
                  <a:pt x="27856" y="82923"/>
                </a:lnTo>
                <a:lnTo>
                  <a:pt x="27856" y="82923"/>
                </a:lnTo>
                <a:lnTo>
                  <a:pt x="27856" y="82923"/>
                </a:lnTo>
                <a:lnTo>
                  <a:pt x="27856" y="82922"/>
                </a:lnTo>
                <a:lnTo>
                  <a:pt x="27856" y="82922"/>
                </a:lnTo>
                <a:lnTo>
                  <a:pt x="27856" y="82922"/>
                </a:lnTo>
                <a:lnTo>
                  <a:pt x="27856" y="82922"/>
                </a:lnTo>
                <a:lnTo>
                  <a:pt x="27856" y="82921"/>
                </a:lnTo>
                <a:lnTo>
                  <a:pt x="27856" y="82921"/>
                </a:lnTo>
                <a:lnTo>
                  <a:pt x="27856" y="82921"/>
                </a:lnTo>
                <a:lnTo>
                  <a:pt x="27856" y="82920"/>
                </a:lnTo>
                <a:lnTo>
                  <a:pt x="27856" y="82920"/>
                </a:lnTo>
                <a:lnTo>
                  <a:pt x="27856" y="82920"/>
                </a:lnTo>
                <a:lnTo>
                  <a:pt x="27856" y="82920"/>
                </a:lnTo>
                <a:lnTo>
                  <a:pt x="27856" y="82919"/>
                </a:lnTo>
                <a:lnTo>
                  <a:pt x="27856" y="82919"/>
                </a:lnTo>
                <a:lnTo>
                  <a:pt x="27856" y="82919"/>
                </a:lnTo>
                <a:lnTo>
                  <a:pt x="27856" y="82919"/>
                </a:lnTo>
                <a:lnTo>
                  <a:pt x="27856" y="82918"/>
                </a:lnTo>
                <a:lnTo>
                  <a:pt x="27856" y="82918"/>
                </a:lnTo>
                <a:lnTo>
                  <a:pt x="27856" y="82918"/>
                </a:lnTo>
                <a:lnTo>
                  <a:pt x="27856" y="82918"/>
                </a:lnTo>
                <a:lnTo>
                  <a:pt x="27856" y="82917"/>
                </a:lnTo>
                <a:lnTo>
                  <a:pt x="27856" y="82917"/>
                </a:lnTo>
                <a:lnTo>
                  <a:pt x="27856" y="82917"/>
                </a:lnTo>
                <a:lnTo>
                  <a:pt x="27856" y="82917"/>
                </a:lnTo>
                <a:lnTo>
                  <a:pt x="27856" y="82916"/>
                </a:lnTo>
                <a:lnTo>
                  <a:pt x="27856" y="82916"/>
                </a:lnTo>
                <a:lnTo>
                  <a:pt x="27856" y="82916"/>
                </a:lnTo>
                <a:lnTo>
                  <a:pt x="27856" y="82916"/>
                </a:lnTo>
                <a:lnTo>
                  <a:pt x="27856" y="82915"/>
                </a:lnTo>
                <a:lnTo>
                  <a:pt x="27856" y="82915"/>
                </a:lnTo>
                <a:lnTo>
                  <a:pt x="27856" y="82915"/>
                </a:lnTo>
                <a:lnTo>
                  <a:pt x="27856" y="82915"/>
                </a:lnTo>
                <a:lnTo>
                  <a:pt x="27856" y="82914"/>
                </a:lnTo>
                <a:lnTo>
                  <a:pt x="27856" y="82914"/>
                </a:lnTo>
                <a:lnTo>
                  <a:pt x="27856" y="82914"/>
                </a:lnTo>
                <a:lnTo>
                  <a:pt x="27856" y="82914"/>
                </a:lnTo>
                <a:lnTo>
                  <a:pt x="27856" y="82913"/>
                </a:lnTo>
                <a:lnTo>
                  <a:pt x="27856" y="82913"/>
                </a:lnTo>
                <a:lnTo>
                  <a:pt x="27856" y="82913"/>
                </a:lnTo>
                <a:lnTo>
                  <a:pt x="27856" y="82913"/>
                </a:lnTo>
                <a:lnTo>
                  <a:pt x="27856" y="82912"/>
                </a:lnTo>
                <a:lnTo>
                  <a:pt x="27856" y="82912"/>
                </a:lnTo>
                <a:lnTo>
                  <a:pt x="27856" y="82912"/>
                </a:lnTo>
                <a:lnTo>
                  <a:pt x="27856" y="82912"/>
                </a:lnTo>
                <a:lnTo>
                  <a:pt x="27856" y="82911"/>
                </a:lnTo>
                <a:lnTo>
                  <a:pt x="27856" y="82911"/>
                </a:lnTo>
                <a:lnTo>
                  <a:pt x="27856" y="82911"/>
                </a:lnTo>
                <a:lnTo>
                  <a:pt x="27856" y="82911"/>
                </a:lnTo>
                <a:lnTo>
                  <a:pt x="27856" y="82910"/>
                </a:lnTo>
                <a:lnTo>
                  <a:pt x="27856" y="82910"/>
                </a:lnTo>
                <a:lnTo>
                  <a:pt x="27856" y="82910"/>
                </a:lnTo>
                <a:lnTo>
                  <a:pt x="27856" y="82910"/>
                </a:lnTo>
                <a:lnTo>
                  <a:pt x="27856" y="82909"/>
                </a:lnTo>
                <a:lnTo>
                  <a:pt x="27856" y="82909"/>
                </a:lnTo>
                <a:lnTo>
                  <a:pt x="27856" y="82909"/>
                </a:lnTo>
                <a:lnTo>
                  <a:pt x="27856" y="82909"/>
                </a:lnTo>
                <a:lnTo>
                  <a:pt x="27856" y="82908"/>
                </a:lnTo>
                <a:lnTo>
                  <a:pt x="27856" y="82908"/>
                </a:lnTo>
                <a:lnTo>
                  <a:pt x="27856" y="82908"/>
                </a:lnTo>
                <a:lnTo>
                  <a:pt x="27856" y="82908"/>
                </a:lnTo>
                <a:lnTo>
                  <a:pt x="27856" y="82907"/>
                </a:lnTo>
                <a:lnTo>
                  <a:pt x="27856" y="82907"/>
                </a:lnTo>
                <a:lnTo>
                  <a:pt x="27856" y="82907"/>
                </a:lnTo>
                <a:lnTo>
                  <a:pt x="27856" y="82907"/>
                </a:lnTo>
                <a:lnTo>
                  <a:pt x="27856" y="82906"/>
                </a:lnTo>
                <a:lnTo>
                  <a:pt x="27856" y="82906"/>
                </a:lnTo>
                <a:lnTo>
                  <a:pt x="27856" y="82906"/>
                </a:lnTo>
                <a:lnTo>
                  <a:pt x="27856" y="82906"/>
                </a:lnTo>
                <a:lnTo>
                  <a:pt x="27856" y="82905"/>
                </a:lnTo>
                <a:lnTo>
                  <a:pt x="27856" y="82905"/>
                </a:lnTo>
                <a:lnTo>
                  <a:pt x="27856" y="82905"/>
                </a:lnTo>
                <a:lnTo>
                  <a:pt x="27856" y="82905"/>
                </a:lnTo>
                <a:lnTo>
                  <a:pt x="27856" y="82904"/>
                </a:lnTo>
                <a:lnTo>
                  <a:pt x="27856" y="82904"/>
                </a:lnTo>
                <a:lnTo>
                  <a:pt x="27856" y="82904"/>
                </a:lnTo>
                <a:lnTo>
                  <a:pt x="27856" y="82903"/>
                </a:lnTo>
                <a:lnTo>
                  <a:pt x="27856" y="82903"/>
                </a:lnTo>
                <a:lnTo>
                  <a:pt x="27856" y="82903"/>
                </a:lnTo>
                <a:lnTo>
                  <a:pt x="27856" y="82903"/>
                </a:lnTo>
                <a:lnTo>
                  <a:pt x="27856" y="82902"/>
                </a:lnTo>
                <a:lnTo>
                  <a:pt x="27856" y="82902"/>
                </a:lnTo>
                <a:lnTo>
                  <a:pt x="27856" y="82902"/>
                </a:lnTo>
                <a:lnTo>
                  <a:pt x="27856" y="82902"/>
                </a:lnTo>
                <a:lnTo>
                  <a:pt x="27856" y="82901"/>
                </a:lnTo>
                <a:lnTo>
                  <a:pt x="27856" y="82901"/>
                </a:lnTo>
                <a:lnTo>
                  <a:pt x="27856" y="82901"/>
                </a:lnTo>
                <a:lnTo>
                  <a:pt x="27856" y="82901"/>
                </a:lnTo>
                <a:lnTo>
                  <a:pt x="27856" y="82900"/>
                </a:lnTo>
                <a:lnTo>
                  <a:pt x="27856" y="82900"/>
                </a:lnTo>
                <a:lnTo>
                  <a:pt x="27856" y="82900"/>
                </a:lnTo>
                <a:lnTo>
                  <a:pt x="27856" y="82900"/>
                </a:lnTo>
                <a:lnTo>
                  <a:pt x="27856" y="82899"/>
                </a:lnTo>
                <a:lnTo>
                  <a:pt x="27856" y="82899"/>
                </a:lnTo>
                <a:lnTo>
                  <a:pt x="27856" y="82899"/>
                </a:lnTo>
                <a:lnTo>
                  <a:pt x="27856" y="82899"/>
                </a:lnTo>
                <a:lnTo>
                  <a:pt x="27856" y="82898"/>
                </a:lnTo>
                <a:lnTo>
                  <a:pt x="27856" y="82898"/>
                </a:lnTo>
                <a:lnTo>
                  <a:pt x="27856" y="82898"/>
                </a:lnTo>
                <a:lnTo>
                  <a:pt x="27856" y="82898"/>
                </a:lnTo>
                <a:lnTo>
                  <a:pt x="27856" y="82897"/>
                </a:lnTo>
                <a:lnTo>
                  <a:pt x="27856" y="82897"/>
                </a:lnTo>
                <a:lnTo>
                  <a:pt x="27856" y="82897"/>
                </a:lnTo>
                <a:lnTo>
                  <a:pt x="27856" y="82897"/>
                </a:lnTo>
                <a:lnTo>
                  <a:pt x="27856" y="82896"/>
                </a:lnTo>
                <a:lnTo>
                  <a:pt x="27856" y="82896"/>
                </a:lnTo>
                <a:lnTo>
                  <a:pt x="27856" y="82896"/>
                </a:lnTo>
                <a:lnTo>
                  <a:pt x="27856" y="82896"/>
                </a:lnTo>
                <a:lnTo>
                  <a:pt x="27856" y="82895"/>
                </a:lnTo>
                <a:lnTo>
                  <a:pt x="27856" y="82895"/>
                </a:lnTo>
                <a:lnTo>
                  <a:pt x="27856" y="82895"/>
                </a:lnTo>
                <a:lnTo>
                  <a:pt x="27856" y="82895"/>
                </a:lnTo>
                <a:lnTo>
                  <a:pt x="27856" y="82894"/>
                </a:lnTo>
                <a:lnTo>
                  <a:pt x="27856" y="82894"/>
                </a:lnTo>
                <a:lnTo>
                  <a:pt x="27856" y="82894"/>
                </a:lnTo>
                <a:lnTo>
                  <a:pt x="27856" y="82894"/>
                </a:lnTo>
                <a:lnTo>
                  <a:pt x="27856" y="82893"/>
                </a:lnTo>
                <a:lnTo>
                  <a:pt x="27856" y="82893"/>
                </a:lnTo>
                <a:lnTo>
                  <a:pt x="27856" y="82893"/>
                </a:lnTo>
                <a:lnTo>
                  <a:pt x="27856" y="82893"/>
                </a:lnTo>
                <a:lnTo>
                  <a:pt x="27856" y="82892"/>
                </a:lnTo>
                <a:lnTo>
                  <a:pt x="27856" y="82892"/>
                </a:lnTo>
                <a:lnTo>
                  <a:pt x="27856" y="82892"/>
                </a:lnTo>
                <a:lnTo>
                  <a:pt x="27856" y="82892"/>
                </a:lnTo>
                <a:lnTo>
                  <a:pt x="27856" y="82891"/>
                </a:lnTo>
                <a:lnTo>
                  <a:pt x="27856" y="82891"/>
                </a:lnTo>
                <a:lnTo>
                  <a:pt x="27856" y="82891"/>
                </a:lnTo>
                <a:lnTo>
                  <a:pt x="27856" y="82891"/>
                </a:lnTo>
                <a:lnTo>
                  <a:pt x="27856" y="82890"/>
                </a:lnTo>
                <a:lnTo>
                  <a:pt x="27856" y="82890"/>
                </a:lnTo>
                <a:lnTo>
                  <a:pt x="27856" y="82890"/>
                </a:lnTo>
                <a:lnTo>
                  <a:pt x="27856" y="82890"/>
                </a:lnTo>
                <a:lnTo>
                  <a:pt x="27856" y="82889"/>
                </a:lnTo>
                <a:lnTo>
                  <a:pt x="27856" y="82889"/>
                </a:lnTo>
                <a:lnTo>
                  <a:pt x="27856" y="82889"/>
                </a:lnTo>
                <a:lnTo>
                  <a:pt x="27856" y="82889"/>
                </a:lnTo>
                <a:lnTo>
                  <a:pt x="27856" y="82888"/>
                </a:lnTo>
                <a:lnTo>
                  <a:pt x="27856" y="82888"/>
                </a:lnTo>
                <a:lnTo>
                  <a:pt x="27856" y="82888"/>
                </a:lnTo>
                <a:lnTo>
                  <a:pt x="27856" y="82888"/>
                </a:lnTo>
                <a:lnTo>
                  <a:pt x="27856" y="82887"/>
                </a:lnTo>
                <a:lnTo>
                  <a:pt x="27856" y="82887"/>
                </a:lnTo>
                <a:lnTo>
                  <a:pt x="27856" y="82887"/>
                </a:lnTo>
                <a:lnTo>
                  <a:pt x="27856" y="82887"/>
                </a:lnTo>
                <a:lnTo>
                  <a:pt x="27856" y="82886"/>
                </a:lnTo>
                <a:lnTo>
                  <a:pt x="27856" y="82886"/>
                </a:lnTo>
                <a:lnTo>
                  <a:pt x="27856" y="82886"/>
                </a:lnTo>
                <a:lnTo>
                  <a:pt x="27856" y="82886"/>
                </a:lnTo>
                <a:lnTo>
                  <a:pt x="27856" y="82885"/>
                </a:lnTo>
                <a:lnTo>
                  <a:pt x="27856" y="82885"/>
                </a:lnTo>
                <a:lnTo>
                  <a:pt x="27856" y="82885"/>
                </a:lnTo>
                <a:lnTo>
                  <a:pt x="27856" y="82885"/>
                </a:lnTo>
                <a:lnTo>
                  <a:pt x="27856" y="82884"/>
                </a:lnTo>
                <a:lnTo>
                  <a:pt x="27856" y="82884"/>
                </a:lnTo>
                <a:lnTo>
                  <a:pt x="27856" y="82884"/>
                </a:lnTo>
                <a:lnTo>
                  <a:pt x="27856" y="82884"/>
                </a:lnTo>
                <a:lnTo>
                  <a:pt x="27856" y="82883"/>
                </a:lnTo>
                <a:lnTo>
                  <a:pt x="27856" y="82883"/>
                </a:lnTo>
                <a:lnTo>
                  <a:pt x="27856" y="82883"/>
                </a:lnTo>
                <a:lnTo>
                  <a:pt x="27856" y="82883"/>
                </a:lnTo>
                <a:lnTo>
                  <a:pt x="27856" y="82882"/>
                </a:lnTo>
                <a:lnTo>
                  <a:pt x="27856" y="82882"/>
                </a:lnTo>
                <a:lnTo>
                  <a:pt x="27856" y="82882"/>
                </a:lnTo>
                <a:lnTo>
                  <a:pt x="27856" y="82882"/>
                </a:lnTo>
                <a:lnTo>
                  <a:pt x="27856" y="82881"/>
                </a:lnTo>
                <a:lnTo>
                  <a:pt x="27856" y="82881"/>
                </a:lnTo>
                <a:lnTo>
                  <a:pt x="27856" y="82881"/>
                </a:lnTo>
                <a:lnTo>
                  <a:pt x="27856" y="82881"/>
                </a:lnTo>
                <a:lnTo>
                  <a:pt x="27856" y="82880"/>
                </a:lnTo>
                <a:lnTo>
                  <a:pt x="27856" y="82880"/>
                </a:lnTo>
                <a:lnTo>
                  <a:pt x="27856" y="82880"/>
                </a:lnTo>
                <a:lnTo>
                  <a:pt x="27856" y="82880"/>
                </a:lnTo>
                <a:lnTo>
                  <a:pt x="27856" y="82879"/>
                </a:lnTo>
                <a:lnTo>
                  <a:pt x="27856" y="82879"/>
                </a:lnTo>
                <a:lnTo>
                  <a:pt x="27856" y="82879"/>
                </a:lnTo>
                <a:lnTo>
                  <a:pt x="27856" y="82879"/>
                </a:lnTo>
                <a:lnTo>
                  <a:pt x="27856" y="82878"/>
                </a:lnTo>
                <a:lnTo>
                  <a:pt x="27856" y="82878"/>
                </a:lnTo>
                <a:lnTo>
                  <a:pt x="27856" y="82878"/>
                </a:lnTo>
                <a:lnTo>
                  <a:pt x="27856" y="82878"/>
                </a:lnTo>
                <a:lnTo>
                  <a:pt x="27856" y="82877"/>
                </a:lnTo>
                <a:lnTo>
                  <a:pt x="27856" y="82877"/>
                </a:lnTo>
                <a:lnTo>
                  <a:pt x="27856" y="82877"/>
                </a:lnTo>
                <a:lnTo>
                  <a:pt x="27856" y="82877"/>
                </a:lnTo>
                <a:lnTo>
                  <a:pt x="27856" y="82876"/>
                </a:lnTo>
                <a:lnTo>
                  <a:pt x="27856" y="82876"/>
                </a:lnTo>
                <a:lnTo>
                  <a:pt x="27856" y="82876"/>
                </a:lnTo>
                <a:lnTo>
                  <a:pt x="27856" y="82876"/>
                </a:lnTo>
                <a:lnTo>
                  <a:pt x="27856" y="82875"/>
                </a:lnTo>
                <a:lnTo>
                  <a:pt x="27856" y="82875"/>
                </a:lnTo>
                <a:lnTo>
                  <a:pt x="27856" y="82875"/>
                </a:lnTo>
                <a:lnTo>
                  <a:pt x="27856" y="82874"/>
                </a:lnTo>
                <a:lnTo>
                  <a:pt x="27856" y="82874"/>
                </a:lnTo>
                <a:lnTo>
                  <a:pt x="27856" y="82874"/>
                </a:lnTo>
                <a:lnTo>
                  <a:pt x="27856" y="82874"/>
                </a:lnTo>
                <a:lnTo>
                  <a:pt x="27856" y="82873"/>
                </a:lnTo>
                <a:lnTo>
                  <a:pt x="27856" y="82873"/>
                </a:lnTo>
                <a:lnTo>
                  <a:pt x="27856" y="82873"/>
                </a:lnTo>
                <a:lnTo>
                  <a:pt x="27856" y="82873"/>
                </a:lnTo>
                <a:lnTo>
                  <a:pt x="27856" y="82872"/>
                </a:lnTo>
                <a:lnTo>
                  <a:pt x="27856" y="82872"/>
                </a:lnTo>
                <a:lnTo>
                  <a:pt x="27856" y="82872"/>
                </a:lnTo>
                <a:lnTo>
                  <a:pt x="27856" y="82872"/>
                </a:lnTo>
                <a:lnTo>
                  <a:pt x="27856" y="82871"/>
                </a:lnTo>
                <a:lnTo>
                  <a:pt x="27856" y="82871"/>
                </a:lnTo>
                <a:lnTo>
                  <a:pt x="27856" y="82871"/>
                </a:lnTo>
                <a:lnTo>
                  <a:pt x="27856" y="82871"/>
                </a:lnTo>
                <a:lnTo>
                  <a:pt x="27856" y="82870"/>
                </a:lnTo>
                <a:lnTo>
                  <a:pt x="27856" y="82870"/>
                </a:lnTo>
                <a:lnTo>
                  <a:pt x="27856" y="82870"/>
                </a:lnTo>
                <a:lnTo>
                  <a:pt x="27856" y="82870"/>
                </a:lnTo>
                <a:lnTo>
                  <a:pt x="27856" y="82869"/>
                </a:lnTo>
                <a:lnTo>
                  <a:pt x="27856" y="82869"/>
                </a:lnTo>
                <a:lnTo>
                  <a:pt x="27856" y="82869"/>
                </a:lnTo>
                <a:lnTo>
                  <a:pt x="27856" y="82869"/>
                </a:lnTo>
                <a:lnTo>
                  <a:pt x="27856" y="82868"/>
                </a:lnTo>
                <a:lnTo>
                  <a:pt x="27856" y="82868"/>
                </a:lnTo>
                <a:lnTo>
                  <a:pt x="27856" y="82868"/>
                </a:lnTo>
                <a:lnTo>
                  <a:pt x="27856" y="82868"/>
                </a:lnTo>
                <a:lnTo>
                  <a:pt x="27856" y="82867"/>
                </a:lnTo>
                <a:lnTo>
                  <a:pt x="27856" y="82867"/>
                </a:lnTo>
                <a:lnTo>
                  <a:pt x="27856" y="82867"/>
                </a:lnTo>
                <a:lnTo>
                  <a:pt x="27856" y="82867"/>
                </a:lnTo>
                <a:lnTo>
                  <a:pt x="27856" y="82866"/>
                </a:lnTo>
                <a:lnTo>
                  <a:pt x="27856" y="82866"/>
                </a:lnTo>
                <a:lnTo>
                  <a:pt x="27856" y="82866"/>
                </a:lnTo>
                <a:lnTo>
                  <a:pt x="27856" y="82866"/>
                </a:lnTo>
                <a:lnTo>
                  <a:pt x="27856" y="82865"/>
                </a:lnTo>
                <a:lnTo>
                  <a:pt x="27856" y="82865"/>
                </a:lnTo>
                <a:lnTo>
                  <a:pt x="27856" y="82865"/>
                </a:lnTo>
                <a:lnTo>
                  <a:pt x="27856" y="82865"/>
                </a:lnTo>
                <a:lnTo>
                  <a:pt x="27856" y="82864"/>
                </a:lnTo>
                <a:lnTo>
                  <a:pt x="27856" y="82864"/>
                </a:lnTo>
                <a:lnTo>
                  <a:pt x="27856" y="82864"/>
                </a:lnTo>
                <a:lnTo>
                  <a:pt x="27856" y="82864"/>
                </a:lnTo>
                <a:lnTo>
                  <a:pt x="27856" y="82863"/>
                </a:lnTo>
                <a:lnTo>
                  <a:pt x="27856" y="82863"/>
                </a:lnTo>
                <a:lnTo>
                  <a:pt x="27856" y="82863"/>
                </a:lnTo>
                <a:lnTo>
                  <a:pt x="27856" y="82863"/>
                </a:lnTo>
                <a:lnTo>
                  <a:pt x="27856" y="82862"/>
                </a:lnTo>
                <a:lnTo>
                  <a:pt x="27856" y="82862"/>
                </a:lnTo>
                <a:lnTo>
                  <a:pt x="27856" y="82862"/>
                </a:lnTo>
                <a:lnTo>
                  <a:pt x="27856" y="82862"/>
                </a:lnTo>
                <a:lnTo>
                  <a:pt x="27856" y="82861"/>
                </a:lnTo>
                <a:lnTo>
                  <a:pt x="27856" y="82861"/>
                </a:lnTo>
                <a:lnTo>
                  <a:pt x="27856" y="82861"/>
                </a:lnTo>
                <a:lnTo>
                  <a:pt x="27856" y="82861"/>
                </a:lnTo>
                <a:lnTo>
                  <a:pt x="27856" y="82860"/>
                </a:lnTo>
                <a:lnTo>
                  <a:pt x="27856" y="82860"/>
                </a:lnTo>
                <a:lnTo>
                  <a:pt x="27856" y="82860"/>
                </a:lnTo>
                <a:lnTo>
                  <a:pt x="27856" y="82860"/>
                </a:lnTo>
                <a:lnTo>
                  <a:pt x="27856" y="82859"/>
                </a:lnTo>
                <a:lnTo>
                  <a:pt x="27856" y="82859"/>
                </a:lnTo>
                <a:lnTo>
                  <a:pt x="27856" y="82859"/>
                </a:lnTo>
                <a:lnTo>
                  <a:pt x="27856" y="82859"/>
                </a:lnTo>
                <a:lnTo>
                  <a:pt x="27856" y="82858"/>
                </a:lnTo>
                <a:lnTo>
                  <a:pt x="27856" y="82858"/>
                </a:lnTo>
                <a:lnTo>
                  <a:pt x="27856" y="82858"/>
                </a:lnTo>
                <a:lnTo>
                  <a:pt x="27856" y="82858"/>
                </a:lnTo>
                <a:lnTo>
                  <a:pt x="27856" y="82857"/>
                </a:lnTo>
                <a:lnTo>
                  <a:pt x="27856" y="82857"/>
                </a:lnTo>
                <a:lnTo>
                  <a:pt x="27856" y="82857"/>
                </a:lnTo>
                <a:lnTo>
                  <a:pt x="27856" y="82857"/>
                </a:lnTo>
                <a:lnTo>
                  <a:pt x="27856" y="82856"/>
                </a:lnTo>
                <a:lnTo>
                  <a:pt x="27856" y="82856"/>
                </a:lnTo>
                <a:lnTo>
                  <a:pt x="27856" y="82856"/>
                </a:lnTo>
                <a:lnTo>
                  <a:pt x="27856" y="82856"/>
                </a:lnTo>
                <a:lnTo>
                  <a:pt x="27856" y="82855"/>
                </a:lnTo>
                <a:lnTo>
                  <a:pt x="27856" y="82855"/>
                </a:lnTo>
                <a:lnTo>
                  <a:pt x="27856" y="82855"/>
                </a:lnTo>
                <a:lnTo>
                  <a:pt x="27856" y="82855"/>
                </a:lnTo>
                <a:lnTo>
                  <a:pt x="27856" y="82854"/>
                </a:lnTo>
                <a:lnTo>
                  <a:pt x="27856" y="82854"/>
                </a:lnTo>
                <a:lnTo>
                  <a:pt x="27856" y="82854"/>
                </a:lnTo>
                <a:lnTo>
                  <a:pt x="27856" y="82854"/>
                </a:lnTo>
                <a:lnTo>
                  <a:pt x="27856" y="82853"/>
                </a:lnTo>
                <a:lnTo>
                  <a:pt x="27856" y="82853"/>
                </a:lnTo>
                <a:lnTo>
                  <a:pt x="27856" y="82853"/>
                </a:lnTo>
                <a:lnTo>
                  <a:pt x="27856" y="82853"/>
                </a:lnTo>
                <a:lnTo>
                  <a:pt x="27856" y="82852"/>
                </a:lnTo>
                <a:lnTo>
                  <a:pt x="27856" y="82852"/>
                </a:lnTo>
                <a:lnTo>
                  <a:pt x="27856" y="82852"/>
                </a:lnTo>
                <a:lnTo>
                  <a:pt x="27856" y="82852"/>
                </a:lnTo>
                <a:lnTo>
                  <a:pt x="27856" y="82851"/>
                </a:lnTo>
                <a:lnTo>
                  <a:pt x="27856" y="82851"/>
                </a:lnTo>
                <a:lnTo>
                  <a:pt x="27856" y="82851"/>
                </a:lnTo>
                <a:lnTo>
                  <a:pt x="27856" y="82851"/>
                </a:lnTo>
                <a:lnTo>
                  <a:pt x="27856" y="82850"/>
                </a:lnTo>
                <a:lnTo>
                  <a:pt x="27856" y="82850"/>
                </a:lnTo>
                <a:lnTo>
                  <a:pt x="27856" y="82850"/>
                </a:lnTo>
                <a:lnTo>
                  <a:pt x="27856" y="82850"/>
                </a:lnTo>
                <a:lnTo>
                  <a:pt x="27856" y="82849"/>
                </a:lnTo>
                <a:lnTo>
                  <a:pt x="27856" y="82849"/>
                </a:lnTo>
                <a:lnTo>
                  <a:pt x="27856" y="82849"/>
                </a:lnTo>
                <a:lnTo>
                  <a:pt x="27856" y="82849"/>
                </a:lnTo>
                <a:lnTo>
                  <a:pt x="27856" y="82848"/>
                </a:lnTo>
                <a:lnTo>
                  <a:pt x="27856" y="82848"/>
                </a:lnTo>
                <a:lnTo>
                  <a:pt x="27856" y="82848"/>
                </a:lnTo>
                <a:lnTo>
                  <a:pt x="27856" y="82848"/>
                </a:lnTo>
                <a:lnTo>
                  <a:pt x="27856" y="82847"/>
                </a:lnTo>
                <a:lnTo>
                  <a:pt x="27856" y="82847"/>
                </a:lnTo>
                <a:lnTo>
                  <a:pt x="27856" y="82847"/>
                </a:lnTo>
                <a:lnTo>
                  <a:pt x="27856" y="82847"/>
                </a:lnTo>
                <a:lnTo>
                  <a:pt x="27856" y="82846"/>
                </a:lnTo>
                <a:lnTo>
                  <a:pt x="27856" y="82846"/>
                </a:lnTo>
                <a:lnTo>
                  <a:pt x="27856" y="82846"/>
                </a:lnTo>
                <a:lnTo>
                  <a:pt x="27856" y="82846"/>
                </a:lnTo>
                <a:lnTo>
                  <a:pt x="27856" y="82845"/>
                </a:lnTo>
                <a:lnTo>
                  <a:pt x="27856" y="82845"/>
                </a:lnTo>
                <a:lnTo>
                  <a:pt x="27856" y="82845"/>
                </a:lnTo>
                <a:lnTo>
                  <a:pt x="27856" y="82845"/>
                </a:lnTo>
                <a:lnTo>
                  <a:pt x="27856" y="82844"/>
                </a:lnTo>
                <a:lnTo>
                  <a:pt x="27856" y="82844"/>
                </a:lnTo>
                <a:lnTo>
                  <a:pt x="27856" y="82844"/>
                </a:lnTo>
                <a:lnTo>
                  <a:pt x="27856" y="82844"/>
                </a:lnTo>
                <a:lnTo>
                  <a:pt x="27856" y="82843"/>
                </a:lnTo>
                <a:lnTo>
                  <a:pt x="27856" y="82843"/>
                </a:lnTo>
                <a:lnTo>
                  <a:pt x="27856" y="82843"/>
                </a:lnTo>
                <a:lnTo>
                  <a:pt x="27856" y="82843"/>
                </a:lnTo>
                <a:lnTo>
                  <a:pt x="27856" y="82842"/>
                </a:lnTo>
                <a:lnTo>
                  <a:pt x="27856" y="82842"/>
                </a:lnTo>
                <a:lnTo>
                  <a:pt x="27856" y="82842"/>
                </a:lnTo>
                <a:lnTo>
                  <a:pt x="27856" y="82842"/>
                </a:lnTo>
                <a:lnTo>
                  <a:pt x="27856" y="82841"/>
                </a:lnTo>
                <a:lnTo>
                  <a:pt x="27856" y="82841"/>
                </a:lnTo>
                <a:lnTo>
                  <a:pt x="27856" y="82841"/>
                </a:lnTo>
                <a:lnTo>
                  <a:pt x="27856" y="82841"/>
                </a:lnTo>
                <a:lnTo>
                  <a:pt x="27856" y="82840"/>
                </a:lnTo>
                <a:lnTo>
                  <a:pt x="27856" y="82840"/>
                </a:lnTo>
                <a:lnTo>
                  <a:pt x="27856" y="82840"/>
                </a:lnTo>
                <a:lnTo>
                  <a:pt x="27856" y="82840"/>
                </a:lnTo>
                <a:lnTo>
                  <a:pt x="27856" y="82839"/>
                </a:lnTo>
                <a:lnTo>
                  <a:pt x="27856" y="82839"/>
                </a:lnTo>
                <a:lnTo>
                  <a:pt x="27856" y="82839"/>
                </a:lnTo>
                <a:lnTo>
                  <a:pt x="27856" y="82839"/>
                </a:lnTo>
                <a:lnTo>
                  <a:pt x="27856" y="82838"/>
                </a:lnTo>
                <a:lnTo>
                  <a:pt x="27856" y="82838"/>
                </a:lnTo>
                <a:lnTo>
                  <a:pt x="27856" y="82838"/>
                </a:lnTo>
                <a:lnTo>
                  <a:pt x="27856" y="82838"/>
                </a:lnTo>
                <a:lnTo>
                  <a:pt x="27856" y="82838"/>
                </a:lnTo>
                <a:lnTo>
                  <a:pt x="27856" y="82837"/>
                </a:lnTo>
                <a:lnTo>
                  <a:pt x="27856" y="82837"/>
                </a:lnTo>
                <a:lnTo>
                  <a:pt x="27856" y="82837"/>
                </a:lnTo>
                <a:lnTo>
                  <a:pt x="27856" y="82837"/>
                </a:lnTo>
                <a:lnTo>
                  <a:pt x="27856" y="82836"/>
                </a:lnTo>
                <a:lnTo>
                  <a:pt x="27856" y="82836"/>
                </a:lnTo>
                <a:lnTo>
                  <a:pt x="27856" y="82836"/>
                </a:lnTo>
                <a:lnTo>
                  <a:pt x="27856" y="82836"/>
                </a:lnTo>
                <a:lnTo>
                  <a:pt x="27856" y="82835"/>
                </a:lnTo>
                <a:lnTo>
                  <a:pt x="27856" y="82835"/>
                </a:lnTo>
                <a:lnTo>
                  <a:pt x="27856" y="82835"/>
                </a:lnTo>
                <a:lnTo>
                  <a:pt x="27856" y="82835"/>
                </a:lnTo>
                <a:lnTo>
                  <a:pt x="27856" y="82834"/>
                </a:lnTo>
                <a:lnTo>
                  <a:pt x="27856" y="82834"/>
                </a:lnTo>
                <a:lnTo>
                  <a:pt x="27856" y="82834"/>
                </a:lnTo>
                <a:lnTo>
                  <a:pt x="27856" y="82834"/>
                </a:lnTo>
                <a:lnTo>
                  <a:pt x="27856" y="82833"/>
                </a:lnTo>
                <a:lnTo>
                  <a:pt x="27856" y="82833"/>
                </a:lnTo>
                <a:lnTo>
                  <a:pt x="27856" y="82833"/>
                </a:lnTo>
                <a:lnTo>
                  <a:pt x="27856" y="82833"/>
                </a:lnTo>
                <a:lnTo>
                  <a:pt x="27856" y="82832"/>
                </a:lnTo>
                <a:lnTo>
                  <a:pt x="27856" y="82832"/>
                </a:lnTo>
                <a:lnTo>
                  <a:pt x="27856" y="82832"/>
                </a:lnTo>
                <a:lnTo>
                  <a:pt x="27856" y="82832"/>
                </a:lnTo>
                <a:lnTo>
                  <a:pt x="27856" y="82831"/>
                </a:lnTo>
                <a:lnTo>
                  <a:pt x="27856" y="82831"/>
                </a:lnTo>
                <a:lnTo>
                  <a:pt x="27856" y="82831"/>
                </a:lnTo>
                <a:lnTo>
                  <a:pt x="27856" y="82831"/>
                </a:lnTo>
                <a:lnTo>
                  <a:pt x="27856" y="82830"/>
                </a:lnTo>
                <a:lnTo>
                  <a:pt x="27856" y="82830"/>
                </a:lnTo>
                <a:lnTo>
                  <a:pt x="27856" y="82830"/>
                </a:lnTo>
                <a:lnTo>
                  <a:pt x="27856" y="82830"/>
                </a:lnTo>
                <a:lnTo>
                  <a:pt x="27856" y="82829"/>
                </a:lnTo>
                <a:lnTo>
                  <a:pt x="27856" y="82829"/>
                </a:lnTo>
                <a:lnTo>
                  <a:pt x="27856" y="82829"/>
                </a:lnTo>
                <a:lnTo>
                  <a:pt x="27856" y="82829"/>
                </a:lnTo>
                <a:lnTo>
                  <a:pt x="27856" y="82828"/>
                </a:lnTo>
                <a:lnTo>
                  <a:pt x="27856" y="82828"/>
                </a:lnTo>
                <a:lnTo>
                  <a:pt x="27856" y="82828"/>
                </a:lnTo>
                <a:lnTo>
                  <a:pt x="27856" y="82828"/>
                </a:lnTo>
                <a:lnTo>
                  <a:pt x="27856" y="82827"/>
                </a:lnTo>
                <a:lnTo>
                  <a:pt x="27856" y="82827"/>
                </a:lnTo>
                <a:lnTo>
                  <a:pt x="27856" y="82827"/>
                </a:lnTo>
                <a:lnTo>
                  <a:pt x="27856" y="82827"/>
                </a:lnTo>
                <a:lnTo>
                  <a:pt x="27856" y="82826"/>
                </a:lnTo>
                <a:lnTo>
                  <a:pt x="27856" y="82826"/>
                </a:lnTo>
                <a:lnTo>
                  <a:pt x="27856" y="82826"/>
                </a:lnTo>
                <a:lnTo>
                  <a:pt x="27856" y="82826"/>
                </a:lnTo>
                <a:lnTo>
                  <a:pt x="27856" y="82825"/>
                </a:lnTo>
                <a:lnTo>
                  <a:pt x="27856" y="82825"/>
                </a:lnTo>
                <a:lnTo>
                  <a:pt x="27856" y="82825"/>
                </a:lnTo>
                <a:lnTo>
                  <a:pt x="27856" y="82825"/>
                </a:lnTo>
                <a:lnTo>
                  <a:pt x="27856" y="82824"/>
                </a:lnTo>
                <a:lnTo>
                  <a:pt x="27856" y="82824"/>
                </a:lnTo>
                <a:lnTo>
                  <a:pt x="27856" y="82824"/>
                </a:lnTo>
                <a:lnTo>
                  <a:pt x="27856" y="82824"/>
                </a:lnTo>
                <a:lnTo>
                  <a:pt x="27856" y="82823"/>
                </a:lnTo>
                <a:lnTo>
                  <a:pt x="27856" y="82823"/>
                </a:lnTo>
                <a:lnTo>
                  <a:pt x="27856" y="82823"/>
                </a:lnTo>
                <a:lnTo>
                  <a:pt x="27856" y="82823"/>
                </a:lnTo>
                <a:lnTo>
                  <a:pt x="27856" y="82822"/>
                </a:lnTo>
                <a:lnTo>
                  <a:pt x="27856" y="82822"/>
                </a:lnTo>
                <a:lnTo>
                  <a:pt x="27856" y="82822"/>
                </a:lnTo>
                <a:lnTo>
                  <a:pt x="27856" y="82822"/>
                </a:lnTo>
                <a:lnTo>
                  <a:pt x="27856" y="82821"/>
                </a:lnTo>
                <a:lnTo>
                  <a:pt x="27856" y="82821"/>
                </a:lnTo>
                <a:lnTo>
                  <a:pt x="27856" y="82821"/>
                </a:lnTo>
                <a:lnTo>
                  <a:pt x="27856" y="82821"/>
                </a:lnTo>
                <a:lnTo>
                  <a:pt x="27856" y="82820"/>
                </a:lnTo>
                <a:lnTo>
                  <a:pt x="27856" y="82820"/>
                </a:lnTo>
                <a:lnTo>
                  <a:pt x="27856" y="82820"/>
                </a:lnTo>
                <a:lnTo>
                  <a:pt x="27856" y="82820"/>
                </a:lnTo>
                <a:lnTo>
                  <a:pt x="27856" y="82819"/>
                </a:lnTo>
                <a:lnTo>
                  <a:pt x="27856" y="82819"/>
                </a:lnTo>
                <a:lnTo>
                  <a:pt x="27856" y="82819"/>
                </a:lnTo>
                <a:lnTo>
                  <a:pt x="27856" y="82819"/>
                </a:lnTo>
                <a:lnTo>
                  <a:pt x="27856" y="82818"/>
                </a:lnTo>
                <a:lnTo>
                  <a:pt x="27856" y="82818"/>
                </a:lnTo>
                <a:lnTo>
                  <a:pt x="27856" y="82818"/>
                </a:lnTo>
                <a:lnTo>
                  <a:pt x="27856" y="82818"/>
                </a:lnTo>
                <a:lnTo>
                  <a:pt x="27856" y="82817"/>
                </a:lnTo>
                <a:lnTo>
                  <a:pt x="27856" y="82817"/>
                </a:lnTo>
                <a:lnTo>
                  <a:pt x="27856" y="82817"/>
                </a:lnTo>
                <a:lnTo>
                  <a:pt x="27856" y="82817"/>
                </a:lnTo>
                <a:lnTo>
                  <a:pt x="27856" y="82816"/>
                </a:lnTo>
                <a:lnTo>
                  <a:pt x="27856" y="82816"/>
                </a:lnTo>
                <a:lnTo>
                  <a:pt x="27856" y="82816"/>
                </a:lnTo>
                <a:lnTo>
                  <a:pt x="27856" y="82816"/>
                </a:lnTo>
                <a:lnTo>
                  <a:pt x="27856" y="82815"/>
                </a:lnTo>
                <a:lnTo>
                  <a:pt x="27856" y="82815"/>
                </a:lnTo>
                <a:lnTo>
                  <a:pt x="27856" y="82815"/>
                </a:lnTo>
                <a:lnTo>
                  <a:pt x="27856" y="82815"/>
                </a:lnTo>
                <a:lnTo>
                  <a:pt x="27856" y="82814"/>
                </a:lnTo>
                <a:lnTo>
                  <a:pt x="27856" y="82814"/>
                </a:lnTo>
                <a:lnTo>
                  <a:pt x="27856" y="82814"/>
                </a:lnTo>
                <a:lnTo>
                  <a:pt x="27856" y="82814"/>
                </a:lnTo>
                <a:lnTo>
                  <a:pt x="27856" y="82813"/>
                </a:lnTo>
                <a:lnTo>
                  <a:pt x="27856" y="82813"/>
                </a:lnTo>
                <a:lnTo>
                  <a:pt x="27856" y="82813"/>
                </a:lnTo>
                <a:lnTo>
                  <a:pt x="27856" y="82813"/>
                </a:lnTo>
                <a:lnTo>
                  <a:pt x="27856" y="82812"/>
                </a:lnTo>
                <a:lnTo>
                  <a:pt x="27856" y="82812"/>
                </a:lnTo>
                <a:lnTo>
                  <a:pt x="27856" y="82812"/>
                </a:lnTo>
                <a:lnTo>
                  <a:pt x="27856" y="82812"/>
                </a:lnTo>
                <a:lnTo>
                  <a:pt x="27856" y="82811"/>
                </a:lnTo>
                <a:lnTo>
                  <a:pt x="27856" y="82811"/>
                </a:lnTo>
                <a:lnTo>
                  <a:pt x="27856" y="82811"/>
                </a:lnTo>
                <a:lnTo>
                  <a:pt x="27856" y="82811"/>
                </a:lnTo>
                <a:lnTo>
                  <a:pt x="27856" y="82810"/>
                </a:lnTo>
                <a:lnTo>
                  <a:pt x="27856" y="82810"/>
                </a:lnTo>
                <a:lnTo>
                  <a:pt x="27856" y="82810"/>
                </a:lnTo>
                <a:lnTo>
                  <a:pt x="27856" y="82810"/>
                </a:lnTo>
                <a:lnTo>
                  <a:pt x="27856" y="82809"/>
                </a:lnTo>
                <a:lnTo>
                  <a:pt x="27856" y="82809"/>
                </a:lnTo>
                <a:lnTo>
                  <a:pt x="27856" y="82809"/>
                </a:lnTo>
                <a:lnTo>
                  <a:pt x="27856" y="82809"/>
                </a:lnTo>
                <a:lnTo>
                  <a:pt x="27856" y="82809"/>
                </a:lnTo>
                <a:lnTo>
                  <a:pt x="27856" y="82808"/>
                </a:lnTo>
                <a:lnTo>
                  <a:pt x="27856" y="82808"/>
                </a:lnTo>
                <a:lnTo>
                  <a:pt x="27856" y="82808"/>
                </a:lnTo>
                <a:lnTo>
                  <a:pt x="27856" y="82808"/>
                </a:lnTo>
                <a:lnTo>
                  <a:pt x="27856" y="82807"/>
                </a:lnTo>
                <a:lnTo>
                  <a:pt x="27856" y="82807"/>
                </a:lnTo>
                <a:lnTo>
                  <a:pt x="27856" y="82807"/>
                </a:lnTo>
                <a:lnTo>
                  <a:pt x="27856" y="82807"/>
                </a:lnTo>
                <a:lnTo>
                  <a:pt x="27856" y="82806"/>
                </a:lnTo>
                <a:lnTo>
                  <a:pt x="27856" y="82806"/>
                </a:lnTo>
                <a:lnTo>
                  <a:pt x="27856" y="82806"/>
                </a:lnTo>
                <a:lnTo>
                  <a:pt x="27856" y="82806"/>
                </a:lnTo>
                <a:lnTo>
                  <a:pt x="27856" y="82805"/>
                </a:lnTo>
                <a:lnTo>
                  <a:pt x="27856" y="82805"/>
                </a:lnTo>
                <a:lnTo>
                  <a:pt x="27856" y="82805"/>
                </a:lnTo>
                <a:lnTo>
                  <a:pt x="27856" y="82805"/>
                </a:lnTo>
                <a:lnTo>
                  <a:pt x="27856" y="82804"/>
                </a:lnTo>
                <a:lnTo>
                  <a:pt x="27856" y="82804"/>
                </a:lnTo>
                <a:lnTo>
                  <a:pt x="27856" y="82804"/>
                </a:lnTo>
                <a:lnTo>
                  <a:pt x="27856" y="82804"/>
                </a:lnTo>
                <a:lnTo>
                  <a:pt x="27856" y="82803"/>
                </a:lnTo>
                <a:lnTo>
                  <a:pt x="27856" y="82803"/>
                </a:lnTo>
                <a:lnTo>
                  <a:pt x="27856" y="82803"/>
                </a:lnTo>
                <a:lnTo>
                  <a:pt x="27856" y="82803"/>
                </a:lnTo>
                <a:lnTo>
                  <a:pt x="27856" y="82802"/>
                </a:lnTo>
                <a:lnTo>
                  <a:pt x="27856" y="82802"/>
                </a:lnTo>
                <a:lnTo>
                  <a:pt x="27856" y="82802"/>
                </a:lnTo>
                <a:lnTo>
                  <a:pt x="27856" y="82802"/>
                </a:lnTo>
                <a:lnTo>
                  <a:pt x="27856" y="82801"/>
                </a:lnTo>
                <a:lnTo>
                  <a:pt x="27856" y="82801"/>
                </a:lnTo>
                <a:lnTo>
                  <a:pt x="27856" y="82801"/>
                </a:lnTo>
                <a:lnTo>
                  <a:pt x="27856" y="82801"/>
                </a:lnTo>
                <a:lnTo>
                  <a:pt x="27856" y="82800"/>
                </a:lnTo>
                <a:lnTo>
                  <a:pt x="27856" y="82800"/>
                </a:lnTo>
                <a:lnTo>
                  <a:pt x="27856" y="82800"/>
                </a:lnTo>
                <a:lnTo>
                  <a:pt x="27856" y="82800"/>
                </a:lnTo>
                <a:lnTo>
                  <a:pt x="27856" y="82799"/>
                </a:lnTo>
                <a:lnTo>
                  <a:pt x="27856" y="82799"/>
                </a:lnTo>
                <a:lnTo>
                  <a:pt x="27856" y="82799"/>
                </a:lnTo>
                <a:lnTo>
                  <a:pt x="27856" y="82799"/>
                </a:lnTo>
                <a:lnTo>
                  <a:pt x="27856" y="82798"/>
                </a:lnTo>
                <a:lnTo>
                  <a:pt x="27856" y="82798"/>
                </a:lnTo>
                <a:lnTo>
                  <a:pt x="27856" y="82798"/>
                </a:lnTo>
                <a:lnTo>
                  <a:pt x="27856" y="82798"/>
                </a:lnTo>
                <a:lnTo>
                  <a:pt x="27856" y="82797"/>
                </a:lnTo>
                <a:lnTo>
                  <a:pt x="27856" y="82797"/>
                </a:lnTo>
                <a:lnTo>
                  <a:pt x="27856" y="82797"/>
                </a:lnTo>
                <a:lnTo>
                  <a:pt x="27856" y="82797"/>
                </a:lnTo>
                <a:lnTo>
                  <a:pt x="27856" y="82796"/>
                </a:lnTo>
                <a:lnTo>
                  <a:pt x="27856" y="82796"/>
                </a:lnTo>
                <a:lnTo>
                  <a:pt x="27856" y="82796"/>
                </a:lnTo>
                <a:lnTo>
                  <a:pt x="27856" y="82796"/>
                </a:lnTo>
                <a:lnTo>
                  <a:pt x="27856" y="82795"/>
                </a:lnTo>
                <a:lnTo>
                  <a:pt x="27856" y="82795"/>
                </a:lnTo>
                <a:lnTo>
                  <a:pt x="27856" y="82795"/>
                </a:lnTo>
                <a:lnTo>
                  <a:pt x="27856" y="82795"/>
                </a:lnTo>
                <a:lnTo>
                  <a:pt x="27856" y="82794"/>
                </a:lnTo>
                <a:lnTo>
                  <a:pt x="27856" y="82794"/>
                </a:lnTo>
                <a:lnTo>
                  <a:pt x="27856" y="82794"/>
                </a:lnTo>
                <a:lnTo>
                  <a:pt x="27856" y="82794"/>
                </a:lnTo>
                <a:lnTo>
                  <a:pt x="27856" y="82793"/>
                </a:lnTo>
                <a:lnTo>
                  <a:pt x="27856" y="82793"/>
                </a:lnTo>
                <a:lnTo>
                  <a:pt x="27856" y="82793"/>
                </a:lnTo>
                <a:lnTo>
                  <a:pt x="27856" y="82793"/>
                </a:lnTo>
                <a:lnTo>
                  <a:pt x="27856" y="82793"/>
                </a:lnTo>
                <a:lnTo>
                  <a:pt x="27856" y="82792"/>
                </a:lnTo>
                <a:lnTo>
                  <a:pt x="27856" y="82792"/>
                </a:lnTo>
                <a:lnTo>
                  <a:pt x="27856" y="82792"/>
                </a:lnTo>
                <a:lnTo>
                  <a:pt x="27856" y="82792"/>
                </a:lnTo>
                <a:lnTo>
                  <a:pt x="27856" y="82791"/>
                </a:lnTo>
                <a:lnTo>
                  <a:pt x="27856" y="82791"/>
                </a:lnTo>
                <a:lnTo>
                  <a:pt x="27856" y="82791"/>
                </a:lnTo>
                <a:lnTo>
                  <a:pt x="27856" y="82791"/>
                </a:lnTo>
                <a:lnTo>
                  <a:pt x="27856" y="82790"/>
                </a:lnTo>
                <a:lnTo>
                  <a:pt x="27856" y="82790"/>
                </a:lnTo>
                <a:lnTo>
                  <a:pt x="27856" y="82790"/>
                </a:lnTo>
                <a:lnTo>
                  <a:pt x="27856" y="82790"/>
                </a:lnTo>
                <a:lnTo>
                  <a:pt x="27856" y="82789"/>
                </a:lnTo>
                <a:lnTo>
                  <a:pt x="27856" y="82789"/>
                </a:lnTo>
                <a:lnTo>
                  <a:pt x="27856" y="82789"/>
                </a:lnTo>
                <a:lnTo>
                  <a:pt x="27856" y="82789"/>
                </a:lnTo>
                <a:lnTo>
                  <a:pt x="27856" y="82788"/>
                </a:lnTo>
                <a:lnTo>
                  <a:pt x="27856" y="82788"/>
                </a:lnTo>
                <a:lnTo>
                  <a:pt x="27856" y="82788"/>
                </a:lnTo>
                <a:lnTo>
                  <a:pt x="27856" y="82788"/>
                </a:lnTo>
                <a:lnTo>
                  <a:pt x="27856" y="82787"/>
                </a:lnTo>
                <a:lnTo>
                  <a:pt x="27856" y="82787"/>
                </a:lnTo>
                <a:lnTo>
                  <a:pt x="27856" y="82787"/>
                </a:lnTo>
                <a:lnTo>
                  <a:pt x="27856" y="82787"/>
                </a:lnTo>
                <a:lnTo>
                  <a:pt x="27856" y="82786"/>
                </a:lnTo>
                <a:lnTo>
                  <a:pt x="27856" y="82786"/>
                </a:lnTo>
                <a:lnTo>
                  <a:pt x="27856" y="82786"/>
                </a:lnTo>
                <a:lnTo>
                  <a:pt x="27856" y="82786"/>
                </a:lnTo>
                <a:lnTo>
                  <a:pt x="27856" y="82785"/>
                </a:lnTo>
                <a:lnTo>
                  <a:pt x="27856" y="82785"/>
                </a:lnTo>
                <a:lnTo>
                  <a:pt x="27856" y="82785"/>
                </a:lnTo>
                <a:lnTo>
                  <a:pt x="27856" y="82785"/>
                </a:lnTo>
                <a:lnTo>
                  <a:pt x="27856" y="82784"/>
                </a:lnTo>
                <a:lnTo>
                  <a:pt x="27856" y="82784"/>
                </a:lnTo>
                <a:lnTo>
                  <a:pt x="27856" y="82784"/>
                </a:lnTo>
                <a:lnTo>
                  <a:pt x="27856" y="82784"/>
                </a:lnTo>
                <a:lnTo>
                  <a:pt x="27856" y="82783"/>
                </a:lnTo>
                <a:lnTo>
                  <a:pt x="27856" y="82783"/>
                </a:lnTo>
                <a:lnTo>
                  <a:pt x="27856" y="82783"/>
                </a:lnTo>
                <a:lnTo>
                  <a:pt x="27856" y="82783"/>
                </a:lnTo>
                <a:lnTo>
                  <a:pt x="27856" y="82782"/>
                </a:lnTo>
                <a:lnTo>
                  <a:pt x="27856" y="82782"/>
                </a:lnTo>
                <a:lnTo>
                  <a:pt x="27856" y="82782"/>
                </a:lnTo>
                <a:lnTo>
                  <a:pt x="27856" y="82782"/>
                </a:lnTo>
                <a:lnTo>
                  <a:pt x="27856" y="82781"/>
                </a:lnTo>
                <a:lnTo>
                  <a:pt x="27856" y="82781"/>
                </a:lnTo>
                <a:lnTo>
                  <a:pt x="27856" y="82781"/>
                </a:lnTo>
                <a:lnTo>
                  <a:pt x="27856" y="82781"/>
                </a:lnTo>
                <a:lnTo>
                  <a:pt x="27856" y="82780"/>
                </a:lnTo>
                <a:lnTo>
                  <a:pt x="27856" y="82780"/>
                </a:lnTo>
                <a:lnTo>
                  <a:pt x="27856" y="82780"/>
                </a:lnTo>
                <a:lnTo>
                  <a:pt x="27856" y="82780"/>
                </a:lnTo>
                <a:lnTo>
                  <a:pt x="27856" y="82780"/>
                </a:lnTo>
                <a:lnTo>
                  <a:pt x="27856" y="82779"/>
                </a:lnTo>
                <a:lnTo>
                  <a:pt x="27856" y="82779"/>
                </a:lnTo>
                <a:lnTo>
                  <a:pt x="27856" y="82779"/>
                </a:lnTo>
                <a:lnTo>
                  <a:pt x="27856" y="82779"/>
                </a:lnTo>
                <a:lnTo>
                  <a:pt x="27856" y="82778"/>
                </a:lnTo>
                <a:lnTo>
                  <a:pt x="27856" y="82778"/>
                </a:lnTo>
                <a:lnTo>
                  <a:pt x="27856" y="82778"/>
                </a:lnTo>
                <a:lnTo>
                  <a:pt x="27856" y="82778"/>
                </a:lnTo>
                <a:lnTo>
                  <a:pt x="27856" y="82777"/>
                </a:lnTo>
                <a:lnTo>
                  <a:pt x="27856" y="82777"/>
                </a:lnTo>
                <a:lnTo>
                  <a:pt x="27856" y="82777"/>
                </a:lnTo>
                <a:lnTo>
                  <a:pt x="27856" y="82777"/>
                </a:lnTo>
                <a:lnTo>
                  <a:pt x="27856" y="82776"/>
                </a:lnTo>
                <a:lnTo>
                  <a:pt x="27856" y="82776"/>
                </a:lnTo>
                <a:lnTo>
                  <a:pt x="27856" y="82776"/>
                </a:lnTo>
                <a:lnTo>
                  <a:pt x="27856" y="82776"/>
                </a:lnTo>
                <a:lnTo>
                  <a:pt x="27856" y="82775"/>
                </a:lnTo>
                <a:lnTo>
                  <a:pt x="27856" y="82775"/>
                </a:lnTo>
                <a:lnTo>
                  <a:pt x="27856" y="82775"/>
                </a:lnTo>
                <a:lnTo>
                  <a:pt x="27856" y="82775"/>
                </a:lnTo>
                <a:lnTo>
                  <a:pt x="27856" y="82774"/>
                </a:lnTo>
                <a:lnTo>
                  <a:pt x="27856" y="82774"/>
                </a:lnTo>
                <a:lnTo>
                  <a:pt x="27856" y="82774"/>
                </a:lnTo>
                <a:lnTo>
                  <a:pt x="27856" y="82774"/>
                </a:lnTo>
                <a:lnTo>
                  <a:pt x="27856" y="82773"/>
                </a:lnTo>
                <a:lnTo>
                  <a:pt x="27856" y="82773"/>
                </a:lnTo>
                <a:lnTo>
                  <a:pt x="27856" y="82773"/>
                </a:lnTo>
                <a:lnTo>
                  <a:pt x="27856" y="82773"/>
                </a:lnTo>
                <a:lnTo>
                  <a:pt x="27856" y="82772"/>
                </a:lnTo>
                <a:lnTo>
                  <a:pt x="27856" y="82772"/>
                </a:lnTo>
                <a:lnTo>
                  <a:pt x="27856" y="82772"/>
                </a:lnTo>
                <a:lnTo>
                  <a:pt x="27856" y="82772"/>
                </a:lnTo>
                <a:lnTo>
                  <a:pt x="27856" y="82771"/>
                </a:lnTo>
                <a:lnTo>
                  <a:pt x="27856" y="82771"/>
                </a:lnTo>
                <a:lnTo>
                  <a:pt x="27856" y="82771"/>
                </a:lnTo>
                <a:lnTo>
                  <a:pt x="27856" y="82771"/>
                </a:lnTo>
                <a:lnTo>
                  <a:pt x="27856" y="82770"/>
                </a:lnTo>
                <a:lnTo>
                  <a:pt x="27856" y="82770"/>
                </a:lnTo>
                <a:lnTo>
                  <a:pt x="27856" y="82770"/>
                </a:lnTo>
                <a:lnTo>
                  <a:pt x="27856" y="82770"/>
                </a:lnTo>
                <a:lnTo>
                  <a:pt x="27856" y="82769"/>
                </a:lnTo>
                <a:lnTo>
                  <a:pt x="27856" y="82769"/>
                </a:lnTo>
                <a:lnTo>
                  <a:pt x="27856" y="82769"/>
                </a:lnTo>
                <a:lnTo>
                  <a:pt x="27856" y="82769"/>
                </a:lnTo>
                <a:lnTo>
                  <a:pt x="27856" y="82769"/>
                </a:lnTo>
                <a:lnTo>
                  <a:pt x="27856" y="82768"/>
                </a:lnTo>
                <a:lnTo>
                  <a:pt x="27856" y="82768"/>
                </a:lnTo>
                <a:lnTo>
                  <a:pt x="27856" y="82768"/>
                </a:lnTo>
                <a:lnTo>
                  <a:pt x="27856" y="82768"/>
                </a:lnTo>
                <a:lnTo>
                  <a:pt x="27856" y="82767"/>
                </a:lnTo>
                <a:lnTo>
                  <a:pt x="27856" y="82767"/>
                </a:lnTo>
                <a:lnTo>
                  <a:pt x="27856" y="82767"/>
                </a:lnTo>
                <a:lnTo>
                  <a:pt x="27856" y="82767"/>
                </a:lnTo>
                <a:lnTo>
                  <a:pt x="27856" y="82766"/>
                </a:lnTo>
                <a:lnTo>
                  <a:pt x="27856" y="82766"/>
                </a:lnTo>
                <a:lnTo>
                  <a:pt x="27856" y="82766"/>
                </a:lnTo>
                <a:lnTo>
                  <a:pt x="27856" y="82766"/>
                </a:lnTo>
                <a:lnTo>
                  <a:pt x="27856" y="82765"/>
                </a:lnTo>
                <a:lnTo>
                  <a:pt x="27856" y="82765"/>
                </a:lnTo>
                <a:lnTo>
                  <a:pt x="27856" y="82765"/>
                </a:lnTo>
                <a:lnTo>
                  <a:pt x="27856" y="82765"/>
                </a:lnTo>
                <a:lnTo>
                  <a:pt x="27856" y="82764"/>
                </a:lnTo>
                <a:lnTo>
                  <a:pt x="27856" y="82764"/>
                </a:lnTo>
                <a:lnTo>
                  <a:pt x="27856" y="82764"/>
                </a:lnTo>
                <a:lnTo>
                  <a:pt x="27856" y="82764"/>
                </a:lnTo>
                <a:lnTo>
                  <a:pt x="27856" y="82763"/>
                </a:lnTo>
                <a:lnTo>
                  <a:pt x="27856" y="82763"/>
                </a:lnTo>
                <a:lnTo>
                  <a:pt x="27856" y="82763"/>
                </a:lnTo>
                <a:lnTo>
                  <a:pt x="27856" y="82763"/>
                </a:lnTo>
                <a:lnTo>
                  <a:pt x="27856" y="82762"/>
                </a:lnTo>
                <a:lnTo>
                  <a:pt x="27856" y="82762"/>
                </a:lnTo>
                <a:lnTo>
                  <a:pt x="27856" y="82762"/>
                </a:lnTo>
                <a:lnTo>
                  <a:pt x="27856" y="82762"/>
                </a:lnTo>
                <a:lnTo>
                  <a:pt x="27856" y="82761"/>
                </a:lnTo>
                <a:lnTo>
                  <a:pt x="27856" y="82761"/>
                </a:lnTo>
                <a:lnTo>
                  <a:pt x="27856" y="82761"/>
                </a:lnTo>
                <a:lnTo>
                  <a:pt x="27856" y="82761"/>
                </a:lnTo>
                <a:lnTo>
                  <a:pt x="27856" y="82760"/>
                </a:lnTo>
                <a:lnTo>
                  <a:pt x="27856" y="82760"/>
                </a:lnTo>
                <a:lnTo>
                  <a:pt x="27856" y="82760"/>
                </a:lnTo>
                <a:lnTo>
                  <a:pt x="27856" y="82760"/>
                </a:lnTo>
                <a:lnTo>
                  <a:pt x="27856" y="82759"/>
                </a:lnTo>
                <a:lnTo>
                  <a:pt x="27856" y="82759"/>
                </a:lnTo>
                <a:lnTo>
                  <a:pt x="27856" y="82759"/>
                </a:lnTo>
                <a:lnTo>
                  <a:pt x="27856" y="82759"/>
                </a:lnTo>
                <a:lnTo>
                  <a:pt x="27856" y="82759"/>
                </a:lnTo>
                <a:lnTo>
                  <a:pt x="27856" y="82758"/>
                </a:lnTo>
                <a:lnTo>
                  <a:pt x="27856" y="82758"/>
                </a:lnTo>
                <a:lnTo>
                  <a:pt x="27856" y="82758"/>
                </a:lnTo>
                <a:lnTo>
                  <a:pt x="27856" y="82758"/>
                </a:lnTo>
                <a:lnTo>
                  <a:pt x="27856" y="82757"/>
                </a:lnTo>
                <a:lnTo>
                  <a:pt x="27856" y="82757"/>
                </a:lnTo>
                <a:lnTo>
                  <a:pt x="27856" y="82757"/>
                </a:lnTo>
                <a:lnTo>
                  <a:pt x="27856" y="82757"/>
                </a:lnTo>
                <a:lnTo>
                  <a:pt x="27856" y="82756"/>
                </a:lnTo>
                <a:lnTo>
                  <a:pt x="27856" y="82756"/>
                </a:lnTo>
                <a:lnTo>
                  <a:pt x="27856" y="82756"/>
                </a:lnTo>
                <a:lnTo>
                  <a:pt x="27856" y="82756"/>
                </a:lnTo>
                <a:lnTo>
                  <a:pt x="27856" y="82755"/>
                </a:lnTo>
                <a:lnTo>
                  <a:pt x="27856" y="82755"/>
                </a:lnTo>
                <a:lnTo>
                  <a:pt x="27856" y="82755"/>
                </a:lnTo>
                <a:lnTo>
                  <a:pt x="27856" y="82755"/>
                </a:lnTo>
                <a:lnTo>
                  <a:pt x="27856" y="82754"/>
                </a:lnTo>
                <a:lnTo>
                  <a:pt x="27856" y="82754"/>
                </a:lnTo>
                <a:lnTo>
                  <a:pt x="27856" y="82754"/>
                </a:lnTo>
                <a:lnTo>
                  <a:pt x="27856" y="82754"/>
                </a:lnTo>
                <a:lnTo>
                  <a:pt x="27856" y="82753"/>
                </a:lnTo>
                <a:lnTo>
                  <a:pt x="27856" y="82753"/>
                </a:lnTo>
                <a:lnTo>
                  <a:pt x="27856" y="82753"/>
                </a:lnTo>
                <a:lnTo>
                  <a:pt x="27856" y="82753"/>
                </a:lnTo>
                <a:lnTo>
                  <a:pt x="27856" y="82752"/>
                </a:lnTo>
                <a:lnTo>
                  <a:pt x="27856" y="82752"/>
                </a:lnTo>
                <a:lnTo>
                  <a:pt x="27856" y="82752"/>
                </a:lnTo>
                <a:lnTo>
                  <a:pt x="27856" y="82752"/>
                </a:lnTo>
                <a:lnTo>
                  <a:pt x="27856" y="82751"/>
                </a:lnTo>
                <a:lnTo>
                  <a:pt x="27856" y="82751"/>
                </a:lnTo>
                <a:lnTo>
                  <a:pt x="27856" y="82751"/>
                </a:lnTo>
                <a:lnTo>
                  <a:pt x="27856" y="82751"/>
                </a:lnTo>
                <a:lnTo>
                  <a:pt x="27856" y="82750"/>
                </a:lnTo>
                <a:lnTo>
                  <a:pt x="27856" y="82750"/>
                </a:lnTo>
                <a:lnTo>
                  <a:pt x="27856" y="82750"/>
                </a:lnTo>
                <a:lnTo>
                  <a:pt x="27856" y="82750"/>
                </a:lnTo>
                <a:lnTo>
                  <a:pt x="27856" y="82750"/>
                </a:lnTo>
                <a:lnTo>
                  <a:pt x="27856" y="82749"/>
                </a:lnTo>
                <a:lnTo>
                  <a:pt x="27856" y="82749"/>
                </a:lnTo>
                <a:lnTo>
                  <a:pt x="27856" y="82749"/>
                </a:lnTo>
                <a:lnTo>
                  <a:pt x="27856" y="82749"/>
                </a:lnTo>
                <a:lnTo>
                  <a:pt x="27856" y="82748"/>
                </a:lnTo>
                <a:lnTo>
                  <a:pt x="27856" y="82748"/>
                </a:lnTo>
                <a:lnTo>
                  <a:pt x="27856" y="82748"/>
                </a:lnTo>
                <a:lnTo>
                  <a:pt x="27856" y="82748"/>
                </a:lnTo>
                <a:lnTo>
                  <a:pt x="27856" y="82747"/>
                </a:lnTo>
                <a:lnTo>
                  <a:pt x="27856" y="82747"/>
                </a:lnTo>
                <a:lnTo>
                  <a:pt x="27856" y="82747"/>
                </a:lnTo>
                <a:lnTo>
                  <a:pt x="27856" y="82747"/>
                </a:lnTo>
                <a:lnTo>
                  <a:pt x="27856" y="82746"/>
                </a:lnTo>
                <a:lnTo>
                  <a:pt x="27856" y="82746"/>
                </a:lnTo>
                <a:lnTo>
                  <a:pt x="27856" y="82746"/>
                </a:lnTo>
                <a:lnTo>
                  <a:pt x="27856" y="82746"/>
                </a:lnTo>
                <a:lnTo>
                  <a:pt x="27856" y="82745"/>
                </a:lnTo>
                <a:lnTo>
                  <a:pt x="27856" y="82745"/>
                </a:lnTo>
                <a:lnTo>
                  <a:pt x="27856" y="82745"/>
                </a:lnTo>
                <a:lnTo>
                  <a:pt x="27856" y="82745"/>
                </a:lnTo>
                <a:lnTo>
                  <a:pt x="27856" y="82744"/>
                </a:lnTo>
                <a:lnTo>
                  <a:pt x="27856" y="82744"/>
                </a:lnTo>
                <a:lnTo>
                  <a:pt x="27856" y="82744"/>
                </a:lnTo>
                <a:lnTo>
                  <a:pt x="27856" y="82744"/>
                </a:lnTo>
                <a:lnTo>
                  <a:pt x="27856" y="82743"/>
                </a:lnTo>
                <a:lnTo>
                  <a:pt x="27856" y="82743"/>
                </a:lnTo>
                <a:lnTo>
                  <a:pt x="27856" y="82743"/>
                </a:lnTo>
                <a:lnTo>
                  <a:pt x="27856" y="82743"/>
                </a:lnTo>
                <a:lnTo>
                  <a:pt x="27856" y="82742"/>
                </a:lnTo>
                <a:lnTo>
                  <a:pt x="27856" y="82742"/>
                </a:lnTo>
                <a:lnTo>
                  <a:pt x="27856" y="82742"/>
                </a:lnTo>
                <a:lnTo>
                  <a:pt x="27856" y="82742"/>
                </a:lnTo>
                <a:lnTo>
                  <a:pt x="27856" y="82742"/>
                </a:lnTo>
                <a:lnTo>
                  <a:pt x="27856" y="82741"/>
                </a:lnTo>
                <a:lnTo>
                  <a:pt x="27856" y="82741"/>
                </a:lnTo>
                <a:lnTo>
                  <a:pt x="27856" y="82741"/>
                </a:lnTo>
                <a:lnTo>
                  <a:pt x="27856" y="82741"/>
                </a:lnTo>
                <a:lnTo>
                  <a:pt x="27856" y="82740"/>
                </a:lnTo>
                <a:lnTo>
                  <a:pt x="27856" y="82740"/>
                </a:lnTo>
                <a:lnTo>
                  <a:pt x="27856" y="82740"/>
                </a:lnTo>
                <a:lnTo>
                  <a:pt x="27856" y="82740"/>
                </a:lnTo>
                <a:lnTo>
                  <a:pt x="27856" y="82739"/>
                </a:lnTo>
                <a:lnTo>
                  <a:pt x="27856" y="82739"/>
                </a:lnTo>
                <a:lnTo>
                  <a:pt x="27856" y="82739"/>
                </a:lnTo>
                <a:lnTo>
                  <a:pt x="27856" y="82739"/>
                </a:lnTo>
                <a:lnTo>
                  <a:pt x="27856" y="82738"/>
                </a:lnTo>
                <a:lnTo>
                  <a:pt x="27856" y="82738"/>
                </a:lnTo>
                <a:lnTo>
                  <a:pt x="27856" y="82738"/>
                </a:lnTo>
                <a:lnTo>
                  <a:pt x="27856" y="82738"/>
                </a:lnTo>
                <a:lnTo>
                  <a:pt x="27856" y="82737"/>
                </a:lnTo>
                <a:lnTo>
                  <a:pt x="27856" y="82737"/>
                </a:lnTo>
                <a:lnTo>
                  <a:pt x="27856" y="82737"/>
                </a:lnTo>
                <a:lnTo>
                  <a:pt x="27856" y="82737"/>
                </a:lnTo>
                <a:lnTo>
                  <a:pt x="27856" y="82736"/>
                </a:lnTo>
                <a:lnTo>
                  <a:pt x="27856" y="82736"/>
                </a:lnTo>
                <a:lnTo>
                  <a:pt x="27856" y="82736"/>
                </a:lnTo>
                <a:lnTo>
                  <a:pt x="27856" y="82736"/>
                </a:lnTo>
                <a:lnTo>
                  <a:pt x="27856" y="82735"/>
                </a:lnTo>
                <a:lnTo>
                  <a:pt x="27856" y="82735"/>
                </a:lnTo>
                <a:lnTo>
                  <a:pt x="27856" y="82735"/>
                </a:lnTo>
                <a:lnTo>
                  <a:pt x="27856" y="82735"/>
                </a:lnTo>
                <a:lnTo>
                  <a:pt x="27856" y="82734"/>
                </a:lnTo>
                <a:lnTo>
                  <a:pt x="27856" y="82734"/>
                </a:lnTo>
                <a:lnTo>
                  <a:pt x="27856" y="82734"/>
                </a:lnTo>
                <a:lnTo>
                  <a:pt x="27856" y="82734"/>
                </a:lnTo>
                <a:lnTo>
                  <a:pt x="27856" y="82734"/>
                </a:lnTo>
                <a:lnTo>
                  <a:pt x="27856" y="82733"/>
                </a:lnTo>
                <a:lnTo>
                  <a:pt x="27856" y="82733"/>
                </a:lnTo>
                <a:lnTo>
                  <a:pt x="27856" y="82733"/>
                </a:lnTo>
                <a:lnTo>
                  <a:pt x="27856" y="82733"/>
                </a:lnTo>
                <a:lnTo>
                  <a:pt x="27856" y="82732"/>
                </a:lnTo>
                <a:lnTo>
                  <a:pt x="27856" y="82732"/>
                </a:lnTo>
                <a:lnTo>
                  <a:pt x="27856" y="82732"/>
                </a:lnTo>
                <a:lnTo>
                  <a:pt x="27856" y="82732"/>
                </a:lnTo>
                <a:lnTo>
                  <a:pt x="27856" y="82731"/>
                </a:lnTo>
                <a:lnTo>
                  <a:pt x="27856" y="82731"/>
                </a:lnTo>
                <a:lnTo>
                  <a:pt x="27856" y="82731"/>
                </a:lnTo>
                <a:lnTo>
                  <a:pt x="27856" y="82731"/>
                </a:lnTo>
                <a:lnTo>
                  <a:pt x="27856" y="82730"/>
                </a:lnTo>
                <a:lnTo>
                  <a:pt x="27856" y="82730"/>
                </a:lnTo>
                <a:lnTo>
                  <a:pt x="27856" y="82730"/>
                </a:lnTo>
                <a:lnTo>
                  <a:pt x="27856" y="82730"/>
                </a:lnTo>
                <a:lnTo>
                  <a:pt x="27856" y="82729"/>
                </a:lnTo>
                <a:lnTo>
                  <a:pt x="27856" y="82729"/>
                </a:lnTo>
                <a:lnTo>
                  <a:pt x="27856" y="82729"/>
                </a:lnTo>
                <a:lnTo>
                  <a:pt x="27856" y="82729"/>
                </a:lnTo>
                <a:lnTo>
                  <a:pt x="27856" y="82728"/>
                </a:lnTo>
                <a:lnTo>
                  <a:pt x="27856" y="82728"/>
                </a:lnTo>
                <a:lnTo>
                  <a:pt x="27856" y="82728"/>
                </a:lnTo>
                <a:lnTo>
                  <a:pt x="27856" y="82728"/>
                </a:lnTo>
                <a:lnTo>
                  <a:pt x="27856" y="82727"/>
                </a:lnTo>
                <a:lnTo>
                  <a:pt x="27856" y="82727"/>
                </a:lnTo>
                <a:lnTo>
                  <a:pt x="27856" y="82727"/>
                </a:lnTo>
                <a:lnTo>
                  <a:pt x="27856" y="82727"/>
                </a:lnTo>
                <a:lnTo>
                  <a:pt x="27856" y="82727"/>
                </a:lnTo>
                <a:lnTo>
                  <a:pt x="27856" y="82726"/>
                </a:lnTo>
                <a:lnTo>
                  <a:pt x="27856" y="82726"/>
                </a:lnTo>
                <a:lnTo>
                  <a:pt x="27856" y="82726"/>
                </a:lnTo>
                <a:lnTo>
                  <a:pt x="27856" y="82726"/>
                </a:lnTo>
                <a:lnTo>
                  <a:pt x="27856" y="82725"/>
                </a:lnTo>
                <a:lnTo>
                  <a:pt x="27856" y="82725"/>
                </a:lnTo>
                <a:lnTo>
                  <a:pt x="27856" y="82725"/>
                </a:lnTo>
                <a:lnTo>
                  <a:pt x="27856" y="82725"/>
                </a:lnTo>
                <a:lnTo>
                  <a:pt x="27856" y="82724"/>
                </a:lnTo>
                <a:lnTo>
                  <a:pt x="27856" y="82724"/>
                </a:lnTo>
                <a:lnTo>
                  <a:pt x="27856" y="82724"/>
                </a:lnTo>
                <a:lnTo>
                  <a:pt x="27856" y="82724"/>
                </a:lnTo>
                <a:lnTo>
                  <a:pt x="27856" y="82723"/>
                </a:lnTo>
                <a:lnTo>
                  <a:pt x="27856" y="82723"/>
                </a:lnTo>
                <a:lnTo>
                  <a:pt x="27856" y="82723"/>
                </a:lnTo>
                <a:lnTo>
                  <a:pt x="27856" y="82723"/>
                </a:lnTo>
                <a:lnTo>
                  <a:pt x="27856" y="82722"/>
                </a:lnTo>
                <a:lnTo>
                  <a:pt x="27856" y="82722"/>
                </a:lnTo>
                <a:lnTo>
                  <a:pt x="27856" y="82722"/>
                </a:lnTo>
                <a:lnTo>
                  <a:pt x="27856" y="82722"/>
                </a:lnTo>
                <a:lnTo>
                  <a:pt x="27856" y="82721"/>
                </a:lnTo>
                <a:lnTo>
                  <a:pt x="27856" y="82721"/>
                </a:lnTo>
                <a:lnTo>
                  <a:pt x="27856" y="82721"/>
                </a:lnTo>
                <a:lnTo>
                  <a:pt x="27856" y="82721"/>
                </a:lnTo>
                <a:lnTo>
                  <a:pt x="27856" y="82720"/>
                </a:lnTo>
                <a:lnTo>
                  <a:pt x="27856" y="82720"/>
                </a:lnTo>
                <a:lnTo>
                  <a:pt x="27856" y="82720"/>
                </a:lnTo>
                <a:lnTo>
                  <a:pt x="27856" y="82720"/>
                </a:lnTo>
                <a:lnTo>
                  <a:pt x="27856" y="82720"/>
                </a:lnTo>
                <a:lnTo>
                  <a:pt x="27856" y="82719"/>
                </a:lnTo>
                <a:lnTo>
                  <a:pt x="27856" y="82719"/>
                </a:lnTo>
                <a:lnTo>
                  <a:pt x="27856" y="82719"/>
                </a:lnTo>
                <a:lnTo>
                  <a:pt x="27856" y="82719"/>
                </a:lnTo>
                <a:lnTo>
                  <a:pt x="27856" y="82718"/>
                </a:lnTo>
                <a:lnTo>
                  <a:pt x="27856" y="82718"/>
                </a:lnTo>
                <a:lnTo>
                  <a:pt x="27856" y="82718"/>
                </a:lnTo>
                <a:lnTo>
                  <a:pt x="27856" y="82718"/>
                </a:lnTo>
                <a:lnTo>
                  <a:pt x="27856" y="82717"/>
                </a:lnTo>
                <a:lnTo>
                  <a:pt x="27856" y="82717"/>
                </a:lnTo>
                <a:lnTo>
                  <a:pt x="27856" y="82717"/>
                </a:lnTo>
                <a:lnTo>
                  <a:pt x="27856" y="82717"/>
                </a:lnTo>
                <a:lnTo>
                  <a:pt x="27856" y="82716"/>
                </a:lnTo>
                <a:lnTo>
                  <a:pt x="27856" y="82716"/>
                </a:lnTo>
                <a:lnTo>
                  <a:pt x="27856" y="82716"/>
                </a:lnTo>
                <a:lnTo>
                  <a:pt x="27856" y="82716"/>
                </a:lnTo>
                <a:lnTo>
                  <a:pt x="27856" y="82715"/>
                </a:lnTo>
                <a:lnTo>
                  <a:pt x="27856" y="82715"/>
                </a:lnTo>
                <a:lnTo>
                  <a:pt x="27856" y="82715"/>
                </a:lnTo>
                <a:lnTo>
                  <a:pt x="27856" y="82715"/>
                </a:lnTo>
                <a:lnTo>
                  <a:pt x="27856" y="82714"/>
                </a:lnTo>
                <a:lnTo>
                  <a:pt x="27856" y="82714"/>
                </a:lnTo>
                <a:lnTo>
                  <a:pt x="27856" y="82714"/>
                </a:lnTo>
                <a:lnTo>
                  <a:pt x="27856" y="82714"/>
                </a:lnTo>
                <a:lnTo>
                  <a:pt x="27856" y="82714"/>
                </a:lnTo>
                <a:lnTo>
                  <a:pt x="27856" y="82713"/>
                </a:lnTo>
                <a:lnTo>
                  <a:pt x="27856" y="82713"/>
                </a:lnTo>
                <a:lnTo>
                  <a:pt x="27856" y="82713"/>
                </a:lnTo>
                <a:lnTo>
                  <a:pt x="27856" y="82713"/>
                </a:lnTo>
                <a:lnTo>
                  <a:pt x="27856" y="82712"/>
                </a:lnTo>
                <a:lnTo>
                  <a:pt x="27856" y="82712"/>
                </a:lnTo>
                <a:lnTo>
                  <a:pt x="27856" y="82712"/>
                </a:lnTo>
                <a:lnTo>
                  <a:pt x="27856" y="82712"/>
                </a:lnTo>
                <a:lnTo>
                  <a:pt x="27856" y="82711"/>
                </a:lnTo>
                <a:lnTo>
                  <a:pt x="27856" y="82711"/>
                </a:lnTo>
                <a:lnTo>
                  <a:pt x="27856" y="82711"/>
                </a:lnTo>
                <a:lnTo>
                  <a:pt x="27856" y="82711"/>
                </a:lnTo>
                <a:lnTo>
                  <a:pt x="27856" y="82710"/>
                </a:lnTo>
                <a:lnTo>
                  <a:pt x="27856" y="82710"/>
                </a:lnTo>
                <a:lnTo>
                  <a:pt x="27856" y="82710"/>
                </a:lnTo>
                <a:lnTo>
                  <a:pt x="27856" y="82710"/>
                </a:lnTo>
                <a:lnTo>
                  <a:pt x="27856" y="82709"/>
                </a:lnTo>
                <a:lnTo>
                  <a:pt x="27856" y="82709"/>
                </a:lnTo>
                <a:lnTo>
                  <a:pt x="27856" y="82709"/>
                </a:lnTo>
                <a:lnTo>
                  <a:pt x="27856" y="82709"/>
                </a:lnTo>
                <a:lnTo>
                  <a:pt x="27856" y="82708"/>
                </a:lnTo>
                <a:lnTo>
                  <a:pt x="27856" y="82708"/>
                </a:lnTo>
                <a:lnTo>
                  <a:pt x="27856" y="82708"/>
                </a:lnTo>
                <a:lnTo>
                  <a:pt x="27856" y="82708"/>
                </a:lnTo>
                <a:lnTo>
                  <a:pt x="27856" y="82708"/>
                </a:lnTo>
                <a:lnTo>
                  <a:pt x="27856" y="82707"/>
                </a:lnTo>
                <a:lnTo>
                  <a:pt x="27856" y="82707"/>
                </a:lnTo>
                <a:lnTo>
                  <a:pt x="27856" y="82707"/>
                </a:lnTo>
                <a:lnTo>
                  <a:pt x="27856" y="82707"/>
                </a:lnTo>
                <a:lnTo>
                  <a:pt x="27856" y="82706"/>
                </a:lnTo>
                <a:lnTo>
                  <a:pt x="27856" y="82706"/>
                </a:lnTo>
                <a:lnTo>
                  <a:pt x="27856" y="82706"/>
                </a:lnTo>
                <a:lnTo>
                  <a:pt x="27856" y="82706"/>
                </a:lnTo>
                <a:lnTo>
                  <a:pt x="27856" y="82705"/>
                </a:lnTo>
                <a:lnTo>
                  <a:pt x="27856" y="82705"/>
                </a:lnTo>
                <a:lnTo>
                  <a:pt x="27856" y="82705"/>
                </a:lnTo>
                <a:lnTo>
                  <a:pt x="27856" y="82705"/>
                </a:lnTo>
                <a:lnTo>
                  <a:pt x="27856" y="82704"/>
                </a:lnTo>
                <a:lnTo>
                  <a:pt x="27856" y="82704"/>
                </a:lnTo>
                <a:lnTo>
                  <a:pt x="27856" y="82704"/>
                </a:lnTo>
                <a:lnTo>
                  <a:pt x="27856" y="82704"/>
                </a:lnTo>
                <a:lnTo>
                  <a:pt x="27856" y="82703"/>
                </a:lnTo>
                <a:lnTo>
                  <a:pt x="27856" y="82703"/>
                </a:lnTo>
                <a:lnTo>
                  <a:pt x="27856" y="82703"/>
                </a:lnTo>
                <a:lnTo>
                  <a:pt x="27856" y="82703"/>
                </a:lnTo>
                <a:lnTo>
                  <a:pt x="27856" y="82702"/>
                </a:lnTo>
                <a:lnTo>
                  <a:pt x="27856" y="82702"/>
                </a:lnTo>
                <a:lnTo>
                  <a:pt x="27856" y="82702"/>
                </a:lnTo>
                <a:lnTo>
                  <a:pt x="27856" y="82702"/>
                </a:lnTo>
                <a:lnTo>
                  <a:pt x="27856" y="82702"/>
                </a:lnTo>
                <a:lnTo>
                  <a:pt x="27856" y="82701"/>
                </a:lnTo>
                <a:lnTo>
                  <a:pt x="27856" y="82701"/>
                </a:lnTo>
                <a:lnTo>
                  <a:pt x="27856" y="82701"/>
                </a:lnTo>
                <a:lnTo>
                  <a:pt x="27856" y="82701"/>
                </a:lnTo>
                <a:lnTo>
                  <a:pt x="27856" y="82700"/>
                </a:lnTo>
                <a:lnTo>
                  <a:pt x="27856" y="82700"/>
                </a:lnTo>
                <a:lnTo>
                  <a:pt x="27856" y="82700"/>
                </a:lnTo>
                <a:lnTo>
                  <a:pt x="27856" y="82700"/>
                </a:lnTo>
                <a:lnTo>
                  <a:pt x="27856" y="82699"/>
                </a:lnTo>
                <a:lnTo>
                  <a:pt x="27856" y="82699"/>
                </a:lnTo>
                <a:lnTo>
                  <a:pt x="27856" y="82699"/>
                </a:lnTo>
                <a:lnTo>
                  <a:pt x="27856" y="82699"/>
                </a:lnTo>
                <a:lnTo>
                  <a:pt x="27856" y="82698"/>
                </a:lnTo>
                <a:lnTo>
                  <a:pt x="27856" y="82698"/>
                </a:lnTo>
                <a:lnTo>
                  <a:pt x="27856" y="82698"/>
                </a:lnTo>
                <a:lnTo>
                  <a:pt x="27856" y="82698"/>
                </a:lnTo>
                <a:lnTo>
                  <a:pt x="27856" y="82697"/>
                </a:lnTo>
                <a:lnTo>
                  <a:pt x="27856" y="82697"/>
                </a:lnTo>
                <a:lnTo>
                  <a:pt x="27856" y="82697"/>
                </a:lnTo>
                <a:lnTo>
                  <a:pt x="27856" y="82697"/>
                </a:lnTo>
                <a:lnTo>
                  <a:pt x="27856" y="82696"/>
                </a:lnTo>
                <a:lnTo>
                  <a:pt x="27856" y="82696"/>
                </a:lnTo>
                <a:lnTo>
                  <a:pt x="27856" y="82696"/>
                </a:lnTo>
                <a:lnTo>
                  <a:pt x="27856" y="82696"/>
                </a:lnTo>
                <a:lnTo>
                  <a:pt x="27856" y="82696"/>
                </a:lnTo>
                <a:lnTo>
                  <a:pt x="27856" y="82695"/>
                </a:lnTo>
                <a:lnTo>
                  <a:pt x="27856" y="82695"/>
                </a:lnTo>
                <a:lnTo>
                  <a:pt x="27856" y="82695"/>
                </a:lnTo>
                <a:lnTo>
                  <a:pt x="27856" y="82695"/>
                </a:lnTo>
                <a:lnTo>
                  <a:pt x="27856" y="82694"/>
                </a:lnTo>
                <a:lnTo>
                  <a:pt x="27856" y="82694"/>
                </a:lnTo>
                <a:lnTo>
                  <a:pt x="27856" y="82694"/>
                </a:lnTo>
                <a:lnTo>
                  <a:pt x="27856" y="82694"/>
                </a:lnTo>
                <a:lnTo>
                  <a:pt x="27856" y="82693"/>
                </a:lnTo>
                <a:lnTo>
                  <a:pt x="27856" y="82693"/>
                </a:lnTo>
                <a:lnTo>
                  <a:pt x="27856" y="82693"/>
                </a:lnTo>
                <a:lnTo>
                  <a:pt x="27856" y="82693"/>
                </a:lnTo>
                <a:lnTo>
                  <a:pt x="27856" y="82692"/>
                </a:lnTo>
                <a:lnTo>
                  <a:pt x="27856" y="82692"/>
                </a:lnTo>
                <a:lnTo>
                  <a:pt x="27856" y="82692"/>
                </a:lnTo>
                <a:lnTo>
                  <a:pt x="27856" y="82692"/>
                </a:lnTo>
                <a:lnTo>
                  <a:pt x="27856" y="82691"/>
                </a:lnTo>
                <a:lnTo>
                  <a:pt x="27856" y="82691"/>
                </a:lnTo>
                <a:lnTo>
                  <a:pt x="27856" y="82691"/>
                </a:lnTo>
                <a:lnTo>
                  <a:pt x="27856" y="82691"/>
                </a:lnTo>
                <a:lnTo>
                  <a:pt x="27856" y="82691"/>
                </a:lnTo>
                <a:lnTo>
                  <a:pt x="27856" y="82690"/>
                </a:lnTo>
                <a:lnTo>
                  <a:pt x="27856" y="82690"/>
                </a:lnTo>
                <a:lnTo>
                  <a:pt x="27856" y="82690"/>
                </a:lnTo>
                <a:lnTo>
                  <a:pt x="27856" y="82690"/>
                </a:lnTo>
                <a:lnTo>
                  <a:pt x="27856" y="82689"/>
                </a:lnTo>
                <a:lnTo>
                  <a:pt x="27856" y="82689"/>
                </a:lnTo>
                <a:lnTo>
                  <a:pt x="27856" y="82689"/>
                </a:lnTo>
                <a:lnTo>
                  <a:pt x="27856" y="82689"/>
                </a:lnTo>
                <a:lnTo>
                  <a:pt x="27856" y="82688"/>
                </a:lnTo>
                <a:lnTo>
                  <a:pt x="27856" y="82688"/>
                </a:lnTo>
                <a:lnTo>
                  <a:pt x="27856" y="82688"/>
                </a:lnTo>
                <a:lnTo>
                  <a:pt x="27856" y="82688"/>
                </a:lnTo>
                <a:lnTo>
                  <a:pt x="27856" y="82687"/>
                </a:lnTo>
                <a:lnTo>
                  <a:pt x="27856" y="82687"/>
                </a:lnTo>
                <a:lnTo>
                  <a:pt x="27856" y="82687"/>
                </a:lnTo>
                <a:lnTo>
                  <a:pt x="27856" y="82687"/>
                </a:lnTo>
                <a:lnTo>
                  <a:pt x="27856" y="82686"/>
                </a:lnTo>
                <a:lnTo>
                  <a:pt x="27856" y="82686"/>
                </a:lnTo>
                <a:lnTo>
                  <a:pt x="27856" y="82686"/>
                </a:lnTo>
                <a:lnTo>
                  <a:pt x="27856" y="82686"/>
                </a:lnTo>
                <a:lnTo>
                  <a:pt x="27856" y="82686"/>
                </a:lnTo>
                <a:lnTo>
                  <a:pt x="27856" y="82685"/>
                </a:lnTo>
                <a:lnTo>
                  <a:pt x="27856" y="82685"/>
                </a:lnTo>
                <a:lnTo>
                  <a:pt x="27856" y="82685"/>
                </a:lnTo>
                <a:lnTo>
                  <a:pt x="27856" y="82685"/>
                </a:lnTo>
                <a:lnTo>
                  <a:pt x="27856" y="82684"/>
                </a:lnTo>
                <a:lnTo>
                  <a:pt x="27856" y="82684"/>
                </a:lnTo>
                <a:lnTo>
                  <a:pt x="27856" y="82684"/>
                </a:lnTo>
                <a:lnTo>
                  <a:pt x="27856" y="82684"/>
                </a:lnTo>
                <a:lnTo>
                  <a:pt x="27856" y="82683"/>
                </a:lnTo>
                <a:lnTo>
                  <a:pt x="27856" y="82683"/>
                </a:lnTo>
                <a:lnTo>
                  <a:pt x="27856" y="82683"/>
                </a:lnTo>
                <a:lnTo>
                  <a:pt x="27856" y="82683"/>
                </a:lnTo>
                <a:lnTo>
                  <a:pt x="27856" y="82682"/>
                </a:lnTo>
                <a:lnTo>
                  <a:pt x="27856" y="82682"/>
                </a:lnTo>
                <a:lnTo>
                  <a:pt x="27856" y="82682"/>
                </a:lnTo>
                <a:lnTo>
                  <a:pt x="27856" y="82682"/>
                </a:lnTo>
                <a:lnTo>
                  <a:pt x="27856" y="82681"/>
                </a:lnTo>
                <a:lnTo>
                  <a:pt x="27856" y="82681"/>
                </a:lnTo>
                <a:lnTo>
                  <a:pt x="27856" y="82681"/>
                </a:lnTo>
                <a:lnTo>
                  <a:pt x="27856" y="82681"/>
                </a:lnTo>
                <a:lnTo>
                  <a:pt x="27856" y="82681"/>
                </a:lnTo>
                <a:lnTo>
                  <a:pt x="27856" y="82680"/>
                </a:lnTo>
                <a:lnTo>
                  <a:pt x="27856" y="82680"/>
                </a:lnTo>
                <a:lnTo>
                  <a:pt x="27856" y="82680"/>
                </a:lnTo>
                <a:lnTo>
                  <a:pt x="27856" y="82680"/>
                </a:lnTo>
                <a:lnTo>
                  <a:pt x="27856" y="82679"/>
                </a:lnTo>
                <a:lnTo>
                  <a:pt x="27856" y="82679"/>
                </a:lnTo>
                <a:lnTo>
                  <a:pt x="27856" y="82679"/>
                </a:lnTo>
                <a:lnTo>
                  <a:pt x="27856" y="82679"/>
                </a:lnTo>
                <a:lnTo>
                  <a:pt x="27856" y="82678"/>
                </a:lnTo>
                <a:lnTo>
                  <a:pt x="27856" y="82678"/>
                </a:lnTo>
                <a:lnTo>
                  <a:pt x="27856" y="82678"/>
                </a:lnTo>
                <a:lnTo>
                  <a:pt x="27856" y="82678"/>
                </a:lnTo>
                <a:lnTo>
                  <a:pt x="27856" y="82677"/>
                </a:lnTo>
                <a:lnTo>
                  <a:pt x="27856" y="82677"/>
                </a:lnTo>
                <a:lnTo>
                  <a:pt x="27856" y="82677"/>
                </a:lnTo>
                <a:lnTo>
                  <a:pt x="27856" y="82677"/>
                </a:lnTo>
                <a:lnTo>
                  <a:pt x="27856" y="82676"/>
                </a:lnTo>
                <a:lnTo>
                  <a:pt x="27856" y="82676"/>
                </a:lnTo>
                <a:lnTo>
                  <a:pt x="27856" y="82676"/>
                </a:lnTo>
                <a:lnTo>
                  <a:pt x="27856" y="82676"/>
                </a:lnTo>
                <a:lnTo>
                  <a:pt x="27856" y="82676"/>
                </a:lnTo>
                <a:lnTo>
                  <a:pt x="27856" y="82675"/>
                </a:lnTo>
                <a:lnTo>
                  <a:pt x="27856" y="82675"/>
                </a:lnTo>
                <a:lnTo>
                  <a:pt x="27856" y="82675"/>
                </a:lnTo>
                <a:lnTo>
                  <a:pt x="27856" y="82675"/>
                </a:lnTo>
                <a:lnTo>
                  <a:pt x="27856" y="82674"/>
                </a:lnTo>
                <a:lnTo>
                  <a:pt x="27856" y="82674"/>
                </a:lnTo>
                <a:lnTo>
                  <a:pt x="27856" y="82674"/>
                </a:lnTo>
                <a:lnTo>
                  <a:pt x="27856" y="82674"/>
                </a:lnTo>
                <a:lnTo>
                  <a:pt x="27856" y="82673"/>
                </a:lnTo>
                <a:lnTo>
                  <a:pt x="27856" y="82673"/>
                </a:lnTo>
                <a:lnTo>
                  <a:pt x="27856" y="82673"/>
                </a:lnTo>
                <a:lnTo>
                  <a:pt x="27856" y="82673"/>
                </a:lnTo>
                <a:lnTo>
                  <a:pt x="27856" y="82672"/>
                </a:lnTo>
                <a:lnTo>
                  <a:pt x="27856" y="82672"/>
                </a:lnTo>
                <a:lnTo>
                  <a:pt x="27856" y="82672"/>
                </a:lnTo>
                <a:lnTo>
                  <a:pt x="27856" y="82672"/>
                </a:lnTo>
                <a:lnTo>
                  <a:pt x="27856" y="82671"/>
                </a:lnTo>
                <a:lnTo>
                  <a:pt x="27856" y="82671"/>
                </a:lnTo>
                <a:lnTo>
                  <a:pt x="27856" y="82671"/>
                </a:lnTo>
                <a:lnTo>
                  <a:pt x="27856" y="82671"/>
                </a:lnTo>
                <a:lnTo>
                  <a:pt x="27856" y="82671"/>
                </a:lnTo>
                <a:lnTo>
                  <a:pt x="27856" y="82670"/>
                </a:lnTo>
                <a:lnTo>
                  <a:pt x="27856" y="82670"/>
                </a:lnTo>
                <a:lnTo>
                  <a:pt x="27856" y="82670"/>
                </a:lnTo>
                <a:lnTo>
                  <a:pt x="27856" y="82670"/>
                </a:lnTo>
                <a:lnTo>
                  <a:pt x="27856" y="82669"/>
                </a:lnTo>
                <a:lnTo>
                  <a:pt x="27856" y="82669"/>
                </a:lnTo>
                <a:lnTo>
                  <a:pt x="27856" y="82669"/>
                </a:lnTo>
                <a:lnTo>
                  <a:pt x="27856" y="82669"/>
                </a:lnTo>
                <a:lnTo>
                  <a:pt x="27856" y="82668"/>
                </a:lnTo>
                <a:lnTo>
                  <a:pt x="27856" y="82668"/>
                </a:lnTo>
                <a:lnTo>
                  <a:pt x="27856" y="82668"/>
                </a:lnTo>
                <a:lnTo>
                  <a:pt x="27856" y="82668"/>
                </a:lnTo>
                <a:lnTo>
                  <a:pt x="27856" y="82667"/>
                </a:lnTo>
                <a:lnTo>
                  <a:pt x="27856" y="82667"/>
                </a:lnTo>
                <a:lnTo>
                  <a:pt x="27856" y="82667"/>
                </a:lnTo>
                <a:lnTo>
                  <a:pt x="27856" y="82667"/>
                </a:lnTo>
                <a:lnTo>
                  <a:pt x="27856" y="82666"/>
                </a:lnTo>
                <a:lnTo>
                  <a:pt x="27856" y="82666"/>
                </a:lnTo>
                <a:lnTo>
                  <a:pt x="27856" y="82666"/>
                </a:lnTo>
                <a:lnTo>
                  <a:pt x="27856" y="82666"/>
                </a:lnTo>
                <a:lnTo>
                  <a:pt x="27856" y="82666"/>
                </a:lnTo>
                <a:lnTo>
                  <a:pt x="27856" y="82665"/>
                </a:lnTo>
                <a:lnTo>
                  <a:pt x="27856" y="82665"/>
                </a:lnTo>
                <a:lnTo>
                  <a:pt x="27856" y="82665"/>
                </a:lnTo>
                <a:lnTo>
                  <a:pt x="27856" y="82665"/>
                </a:lnTo>
                <a:lnTo>
                  <a:pt x="27856" y="82664"/>
                </a:lnTo>
                <a:lnTo>
                  <a:pt x="27856" y="82664"/>
                </a:lnTo>
                <a:lnTo>
                  <a:pt x="27856" y="82664"/>
                </a:lnTo>
                <a:lnTo>
                  <a:pt x="27856" y="82664"/>
                </a:lnTo>
                <a:lnTo>
                  <a:pt x="27856" y="82663"/>
                </a:lnTo>
                <a:lnTo>
                  <a:pt x="27856" y="82663"/>
                </a:lnTo>
                <a:lnTo>
                  <a:pt x="27856" y="82663"/>
                </a:lnTo>
                <a:lnTo>
                  <a:pt x="27856" y="82663"/>
                </a:lnTo>
                <a:lnTo>
                  <a:pt x="27856" y="82662"/>
                </a:lnTo>
                <a:lnTo>
                  <a:pt x="27856" y="82662"/>
                </a:lnTo>
                <a:lnTo>
                  <a:pt x="27856" y="82662"/>
                </a:lnTo>
                <a:lnTo>
                  <a:pt x="27856" y="82662"/>
                </a:lnTo>
                <a:lnTo>
                  <a:pt x="27856" y="82662"/>
                </a:lnTo>
                <a:lnTo>
                  <a:pt x="27856" y="82661"/>
                </a:lnTo>
                <a:lnTo>
                  <a:pt x="27856" y="82661"/>
                </a:lnTo>
                <a:lnTo>
                  <a:pt x="27856" y="82661"/>
                </a:lnTo>
                <a:lnTo>
                  <a:pt x="27856" y="82661"/>
                </a:lnTo>
                <a:lnTo>
                  <a:pt x="27856" y="82660"/>
                </a:lnTo>
                <a:lnTo>
                  <a:pt x="27856" y="82660"/>
                </a:lnTo>
                <a:lnTo>
                  <a:pt x="27856" y="82660"/>
                </a:lnTo>
                <a:lnTo>
                  <a:pt x="27856" y="82660"/>
                </a:lnTo>
                <a:lnTo>
                  <a:pt x="27856" y="82659"/>
                </a:lnTo>
                <a:lnTo>
                  <a:pt x="27856" y="82659"/>
                </a:lnTo>
                <a:lnTo>
                  <a:pt x="27856" y="82659"/>
                </a:lnTo>
                <a:lnTo>
                  <a:pt x="27856" y="82659"/>
                </a:lnTo>
                <a:lnTo>
                  <a:pt x="27856" y="82658"/>
                </a:lnTo>
                <a:lnTo>
                  <a:pt x="27856" y="82658"/>
                </a:lnTo>
                <a:lnTo>
                  <a:pt x="27856" y="82658"/>
                </a:lnTo>
                <a:lnTo>
                  <a:pt x="27856" y="82658"/>
                </a:lnTo>
                <a:lnTo>
                  <a:pt x="27856" y="82657"/>
                </a:lnTo>
                <a:lnTo>
                  <a:pt x="27856" y="82657"/>
                </a:lnTo>
                <a:lnTo>
                  <a:pt x="27856" y="82657"/>
                </a:lnTo>
                <a:lnTo>
                  <a:pt x="27856" y="82657"/>
                </a:lnTo>
                <a:lnTo>
                  <a:pt x="27856" y="82657"/>
                </a:lnTo>
                <a:lnTo>
                  <a:pt x="27856" y="82656"/>
                </a:lnTo>
                <a:lnTo>
                  <a:pt x="27856" y="82656"/>
                </a:lnTo>
                <a:lnTo>
                  <a:pt x="27856" y="82656"/>
                </a:lnTo>
                <a:lnTo>
                  <a:pt x="27856" y="82656"/>
                </a:lnTo>
                <a:lnTo>
                  <a:pt x="27856" y="82655"/>
                </a:lnTo>
                <a:lnTo>
                  <a:pt x="27856" y="82655"/>
                </a:lnTo>
                <a:lnTo>
                  <a:pt x="27856" y="82655"/>
                </a:lnTo>
                <a:lnTo>
                  <a:pt x="27856" y="82655"/>
                </a:lnTo>
                <a:lnTo>
                  <a:pt x="27856" y="82654"/>
                </a:lnTo>
                <a:lnTo>
                  <a:pt x="27856" y="82654"/>
                </a:lnTo>
                <a:lnTo>
                  <a:pt x="27856" y="82654"/>
                </a:lnTo>
                <a:lnTo>
                  <a:pt x="27856" y="82654"/>
                </a:lnTo>
                <a:lnTo>
                  <a:pt x="27856" y="82653"/>
                </a:lnTo>
                <a:lnTo>
                  <a:pt x="27856" y="82653"/>
                </a:lnTo>
                <a:lnTo>
                  <a:pt x="27856" y="82653"/>
                </a:lnTo>
                <a:lnTo>
                  <a:pt x="27856" y="82653"/>
                </a:lnTo>
                <a:lnTo>
                  <a:pt x="27856" y="82653"/>
                </a:lnTo>
                <a:lnTo>
                  <a:pt x="27856" y="82652"/>
                </a:lnTo>
                <a:lnTo>
                  <a:pt x="27856" y="82652"/>
                </a:lnTo>
                <a:lnTo>
                  <a:pt x="27856" y="82652"/>
                </a:lnTo>
                <a:lnTo>
                  <a:pt x="27856" y="82652"/>
                </a:lnTo>
                <a:lnTo>
                  <a:pt x="27856" y="82651"/>
                </a:lnTo>
                <a:lnTo>
                  <a:pt x="27856" y="82651"/>
                </a:lnTo>
                <a:lnTo>
                  <a:pt x="27856" y="82651"/>
                </a:lnTo>
                <a:lnTo>
                  <a:pt x="27856" y="82651"/>
                </a:lnTo>
                <a:lnTo>
                  <a:pt x="27856" y="82650"/>
                </a:lnTo>
                <a:lnTo>
                  <a:pt x="27856" y="82650"/>
                </a:lnTo>
                <a:lnTo>
                  <a:pt x="27856" y="82650"/>
                </a:lnTo>
                <a:lnTo>
                  <a:pt x="27856" y="82650"/>
                </a:lnTo>
                <a:lnTo>
                  <a:pt x="27856" y="82649"/>
                </a:lnTo>
                <a:lnTo>
                  <a:pt x="27856" y="82649"/>
                </a:lnTo>
                <a:lnTo>
                  <a:pt x="27856" y="82649"/>
                </a:lnTo>
                <a:lnTo>
                  <a:pt x="27856" y="82649"/>
                </a:lnTo>
                <a:lnTo>
                  <a:pt x="27856" y="82649"/>
                </a:lnTo>
                <a:lnTo>
                  <a:pt x="27856" y="82648"/>
                </a:lnTo>
                <a:lnTo>
                  <a:pt x="27856" y="82648"/>
                </a:lnTo>
                <a:lnTo>
                  <a:pt x="27856" y="82648"/>
                </a:lnTo>
                <a:lnTo>
                  <a:pt x="27856" y="82648"/>
                </a:lnTo>
                <a:lnTo>
                  <a:pt x="27856" y="82647"/>
                </a:lnTo>
                <a:lnTo>
                  <a:pt x="27856" y="82647"/>
                </a:lnTo>
                <a:lnTo>
                  <a:pt x="27856" y="82647"/>
                </a:lnTo>
                <a:lnTo>
                  <a:pt x="27856" y="82647"/>
                </a:lnTo>
                <a:lnTo>
                  <a:pt x="27856" y="82646"/>
                </a:lnTo>
                <a:lnTo>
                  <a:pt x="27856" y="82646"/>
                </a:lnTo>
                <a:lnTo>
                  <a:pt x="27856" y="82646"/>
                </a:lnTo>
                <a:lnTo>
                  <a:pt x="27856" y="82646"/>
                </a:lnTo>
                <a:lnTo>
                  <a:pt x="27856" y="82645"/>
                </a:lnTo>
                <a:lnTo>
                  <a:pt x="27856" y="82645"/>
                </a:lnTo>
                <a:lnTo>
                  <a:pt x="27856" y="82645"/>
                </a:lnTo>
                <a:lnTo>
                  <a:pt x="27856" y="82645"/>
                </a:lnTo>
                <a:lnTo>
                  <a:pt x="27856" y="82645"/>
                </a:lnTo>
                <a:lnTo>
                  <a:pt x="27856" y="82644"/>
                </a:lnTo>
                <a:lnTo>
                  <a:pt x="27856" y="82644"/>
                </a:lnTo>
                <a:lnTo>
                  <a:pt x="27856" y="82644"/>
                </a:lnTo>
                <a:lnTo>
                  <a:pt x="27856" y="82644"/>
                </a:lnTo>
                <a:lnTo>
                  <a:pt x="27856" y="82643"/>
                </a:lnTo>
                <a:lnTo>
                  <a:pt x="27856" y="82643"/>
                </a:lnTo>
                <a:lnTo>
                  <a:pt x="27856" y="82643"/>
                </a:lnTo>
                <a:lnTo>
                  <a:pt x="27856" y="82643"/>
                </a:lnTo>
                <a:lnTo>
                  <a:pt x="27856" y="82642"/>
                </a:lnTo>
                <a:lnTo>
                  <a:pt x="27856" y="82642"/>
                </a:lnTo>
                <a:lnTo>
                  <a:pt x="27856" y="82642"/>
                </a:lnTo>
                <a:lnTo>
                  <a:pt x="27856" y="82642"/>
                </a:lnTo>
                <a:lnTo>
                  <a:pt x="27856" y="82641"/>
                </a:lnTo>
                <a:lnTo>
                  <a:pt x="27856" y="82641"/>
                </a:lnTo>
                <a:lnTo>
                  <a:pt x="27856" y="82641"/>
                </a:lnTo>
                <a:lnTo>
                  <a:pt x="27856" y="82641"/>
                </a:lnTo>
                <a:lnTo>
                  <a:pt x="27856" y="82641"/>
                </a:lnTo>
                <a:lnTo>
                  <a:pt x="27856" y="82640"/>
                </a:lnTo>
                <a:lnTo>
                  <a:pt x="27856" y="82640"/>
                </a:lnTo>
                <a:lnTo>
                  <a:pt x="27856" y="82640"/>
                </a:lnTo>
                <a:lnTo>
                  <a:pt x="27856" y="82640"/>
                </a:lnTo>
                <a:lnTo>
                  <a:pt x="27856" y="82639"/>
                </a:lnTo>
                <a:lnTo>
                  <a:pt x="27856" y="82639"/>
                </a:lnTo>
                <a:lnTo>
                  <a:pt x="27856" y="82639"/>
                </a:lnTo>
                <a:lnTo>
                  <a:pt x="27856" y="82639"/>
                </a:lnTo>
                <a:lnTo>
                  <a:pt x="27856" y="82638"/>
                </a:lnTo>
                <a:lnTo>
                  <a:pt x="27856" y="82638"/>
                </a:lnTo>
                <a:lnTo>
                  <a:pt x="27856" y="82638"/>
                </a:lnTo>
                <a:lnTo>
                  <a:pt x="27856" y="82638"/>
                </a:lnTo>
                <a:lnTo>
                  <a:pt x="27856" y="82637"/>
                </a:lnTo>
                <a:lnTo>
                  <a:pt x="27856" y="82637"/>
                </a:lnTo>
                <a:lnTo>
                  <a:pt x="27856" y="82637"/>
                </a:lnTo>
                <a:lnTo>
                  <a:pt x="27856" y="82637"/>
                </a:lnTo>
                <a:lnTo>
                  <a:pt x="27856" y="82637"/>
                </a:lnTo>
                <a:lnTo>
                  <a:pt x="27856" y="82636"/>
                </a:lnTo>
                <a:lnTo>
                  <a:pt x="27856" y="82636"/>
                </a:lnTo>
                <a:lnTo>
                  <a:pt x="27856" y="82636"/>
                </a:lnTo>
                <a:lnTo>
                  <a:pt x="27856" y="82636"/>
                </a:lnTo>
                <a:lnTo>
                  <a:pt x="27856" y="82635"/>
                </a:lnTo>
                <a:lnTo>
                  <a:pt x="27856" y="82635"/>
                </a:lnTo>
                <a:lnTo>
                  <a:pt x="27856" y="82635"/>
                </a:lnTo>
                <a:lnTo>
                  <a:pt x="27856" y="82635"/>
                </a:lnTo>
                <a:lnTo>
                  <a:pt x="27856" y="82634"/>
                </a:lnTo>
                <a:lnTo>
                  <a:pt x="27856" y="82634"/>
                </a:lnTo>
                <a:lnTo>
                  <a:pt x="27856" y="82634"/>
                </a:lnTo>
                <a:lnTo>
                  <a:pt x="27856" y="82634"/>
                </a:lnTo>
                <a:lnTo>
                  <a:pt x="27856" y="82633"/>
                </a:lnTo>
                <a:lnTo>
                  <a:pt x="27856" y="82633"/>
                </a:lnTo>
                <a:lnTo>
                  <a:pt x="27856" y="82633"/>
                </a:lnTo>
                <a:lnTo>
                  <a:pt x="27856" y="82633"/>
                </a:lnTo>
                <a:lnTo>
                  <a:pt x="27856" y="82633"/>
                </a:lnTo>
                <a:lnTo>
                  <a:pt x="27856" y="82632"/>
                </a:lnTo>
                <a:lnTo>
                  <a:pt x="27856" y="82632"/>
                </a:lnTo>
                <a:lnTo>
                  <a:pt x="27856" y="82632"/>
                </a:lnTo>
                <a:lnTo>
                  <a:pt x="27856" y="82632"/>
                </a:lnTo>
                <a:lnTo>
                  <a:pt x="27856" y="82631"/>
                </a:lnTo>
                <a:lnTo>
                  <a:pt x="27856" y="82631"/>
                </a:lnTo>
                <a:lnTo>
                  <a:pt x="27856" y="82631"/>
                </a:lnTo>
                <a:lnTo>
                  <a:pt x="27856" y="82631"/>
                </a:lnTo>
                <a:lnTo>
                  <a:pt x="27856" y="82630"/>
                </a:lnTo>
                <a:lnTo>
                  <a:pt x="27856" y="82630"/>
                </a:lnTo>
                <a:lnTo>
                  <a:pt x="27856" y="82630"/>
                </a:lnTo>
                <a:lnTo>
                  <a:pt x="27856" y="82630"/>
                </a:lnTo>
                <a:lnTo>
                  <a:pt x="27856" y="82629"/>
                </a:lnTo>
                <a:lnTo>
                  <a:pt x="27856" y="82629"/>
                </a:lnTo>
                <a:lnTo>
                  <a:pt x="27856" y="82629"/>
                </a:lnTo>
                <a:lnTo>
                  <a:pt x="27856" y="82629"/>
                </a:lnTo>
                <a:lnTo>
                  <a:pt x="27856" y="82629"/>
                </a:lnTo>
                <a:lnTo>
                  <a:pt x="27856" y="82628"/>
                </a:lnTo>
                <a:lnTo>
                  <a:pt x="27856" y="82628"/>
                </a:lnTo>
                <a:lnTo>
                  <a:pt x="27856" y="82628"/>
                </a:lnTo>
                <a:lnTo>
                  <a:pt x="27856" y="82628"/>
                </a:lnTo>
                <a:lnTo>
                  <a:pt x="27856" y="82627"/>
                </a:lnTo>
                <a:lnTo>
                  <a:pt x="27856" y="82627"/>
                </a:lnTo>
                <a:lnTo>
                  <a:pt x="27856" y="82627"/>
                </a:lnTo>
                <a:lnTo>
                  <a:pt x="27856" y="82627"/>
                </a:lnTo>
                <a:lnTo>
                  <a:pt x="27856" y="82626"/>
                </a:lnTo>
                <a:lnTo>
                  <a:pt x="27856" y="82626"/>
                </a:lnTo>
                <a:lnTo>
                  <a:pt x="27856" y="82626"/>
                </a:lnTo>
                <a:lnTo>
                  <a:pt x="27856" y="82626"/>
                </a:lnTo>
                <a:lnTo>
                  <a:pt x="27856" y="82625"/>
                </a:lnTo>
                <a:lnTo>
                  <a:pt x="27856" y="82625"/>
                </a:lnTo>
                <a:lnTo>
                  <a:pt x="27856" y="82625"/>
                </a:lnTo>
                <a:lnTo>
                  <a:pt x="27856" y="82625"/>
                </a:lnTo>
                <a:lnTo>
                  <a:pt x="27856" y="82625"/>
                </a:lnTo>
                <a:lnTo>
                  <a:pt x="27856" y="82624"/>
                </a:lnTo>
                <a:lnTo>
                  <a:pt x="27856" y="82624"/>
                </a:lnTo>
                <a:lnTo>
                  <a:pt x="27856" y="82624"/>
                </a:lnTo>
                <a:lnTo>
                  <a:pt x="27856" y="82624"/>
                </a:lnTo>
                <a:lnTo>
                  <a:pt x="27856" y="82623"/>
                </a:lnTo>
                <a:lnTo>
                  <a:pt x="27856" y="82623"/>
                </a:lnTo>
                <a:lnTo>
                  <a:pt x="27856" y="82623"/>
                </a:lnTo>
                <a:lnTo>
                  <a:pt x="27856" y="82623"/>
                </a:lnTo>
                <a:lnTo>
                  <a:pt x="27856" y="82622"/>
                </a:lnTo>
                <a:lnTo>
                  <a:pt x="27856" y="82622"/>
                </a:lnTo>
                <a:lnTo>
                  <a:pt x="27856" y="82622"/>
                </a:lnTo>
                <a:lnTo>
                  <a:pt x="27856" y="82622"/>
                </a:lnTo>
                <a:lnTo>
                  <a:pt x="27856" y="82622"/>
                </a:lnTo>
                <a:lnTo>
                  <a:pt x="27856" y="82621"/>
                </a:lnTo>
                <a:lnTo>
                  <a:pt x="27856" y="82621"/>
                </a:lnTo>
                <a:lnTo>
                  <a:pt x="27856" y="82621"/>
                </a:lnTo>
                <a:lnTo>
                  <a:pt x="27856" y="82621"/>
                </a:lnTo>
                <a:lnTo>
                  <a:pt x="27856" y="82620"/>
                </a:lnTo>
                <a:lnTo>
                  <a:pt x="27856" y="82620"/>
                </a:lnTo>
                <a:lnTo>
                  <a:pt x="27856" y="82620"/>
                </a:lnTo>
                <a:lnTo>
                  <a:pt x="27856" y="82620"/>
                </a:lnTo>
                <a:lnTo>
                  <a:pt x="27856" y="82619"/>
                </a:lnTo>
                <a:lnTo>
                  <a:pt x="27856" y="82619"/>
                </a:lnTo>
                <a:lnTo>
                  <a:pt x="27856" y="82619"/>
                </a:lnTo>
                <a:lnTo>
                  <a:pt x="27856" y="82619"/>
                </a:lnTo>
                <a:lnTo>
                  <a:pt x="27856" y="82618"/>
                </a:lnTo>
                <a:lnTo>
                  <a:pt x="27856" y="82618"/>
                </a:lnTo>
                <a:lnTo>
                  <a:pt x="27856" y="82618"/>
                </a:lnTo>
                <a:lnTo>
                  <a:pt x="27856" y="82618"/>
                </a:lnTo>
                <a:lnTo>
                  <a:pt x="27856" y="82618"/>
                </a:lnTo>
                <a:lnTo>
                  <a:pt x="27856" y="82617"/>
                </a:lnTo>
                <a:lnTo>
                  <a:pt x="27856" y="82617"/>
                </a:lnTo>
                <a:lnTo>
                  <a:pt x="27856" y="82617"/>
                </a:lnTo>
                <a:lnTo>
                  <a:pt x="27856" y="82617"/>
                </a:lnTo>
                <a:lnTo>
                  <a:pt x="27856" y="82616"/>
                </a:lnTo>
                <a:lnTo>
                  <a:pt x="27856" y="82616"/>
                </a:lnTo>
                <a:lnTo>
                  <a:pt x="27856" y="82616"/>
                </a:lnTo>
                <a:lnTo>
                  <a:pt x="27856" y="82616"/>
                </a:lnTo>
                <a:lnTo>
                  <a:pt x="27856" y="82615"/>
                </a:lnTo>
                <a:lnTo>
                  <a:pt x="27856" y="82615"/>
                </a:lnTo>
                <a:lnTo>
                  <a:pt x="27856" y="82615"/>
                </a:lnTo>
                <a:lnTo>
                  <a:pt x="27856" y="82615"/>
                </a:lnTo>
                <a:lnTo>
                  <a:pt x="27856" y="82614"/>
                </a:lnTo>
                <a:lnTo>
                  <a:pt x="27856" y="82614"/>
                </a:lnTo>
                <a:lnTo>
                  <a:pt x="27856" y="82614"/>
                </a:lnTo>
                <a:lnTo>
                  <a:pt x="27856" y="82614"/>
                </a:lnTo>
                <a:lnTo>
                  <a:pt x="27856" y="82614"/>
                </a:lnTo>
                <a:lnTo>
                  <a:pt x="27856" y="82613"/>
                </a:lnTo>
                <a:lnTo>
                  <a:pt x="27856" y="82613"/>
                </a:lnTo>
                <a:lnTo>
                  <a:pt x="27856" y="82613"/>
                </a:lnTo>
                <a:lnTo>
                  <a:pt x="27856" y="82613"/>
                </a:lnTo>
                <a:lnTo>
                  <a:pt x="27856" y="82612"/>
                </a:lnTo>
                <a:lnTo>
                  <a:pt x="27856" y="82612"/>
                </a:lnTo>
                <a:lnTo>
                  <a:pt x="27856" y="82612"/>
                </a:lnTo>
                <a:lnTo>
                  <a:pt x="27856" y="82612"/>
                </a:lnTo>
                <a:lnTo>
                  <a:pt x="27856" y="82611"/>
                </a:lnTo>
                <a:lnTo>
                  <a:pt x="27856" y="82611"/>
                </a:lnTo>
                <a:lnTo>
                  <a:pt x="27856" y="82611"/>
                </a:lnTo>
                <a:lnTo>
                  <a:pt x="27856" y="82611"/>
                </a:lnTo>
                <a:lnTo>
                  <a:pt x="27856" y="82611"/>
                </a:lnTo>
                <a:lnTo>
                  <a:pt x="27856" y="82610"/>
                </a:lnTo>
                <a:lnTo>
                  <a:pt x="27856" y="82610"/>
                </a:lnTo>
                <a:lnTo>
                  <a:pt x="27856" y="82610"/>
                </a:lnTo>
                <a:lnTo>
                  <a:pt x="27856" y="82610"/>
                </a:lnTo>
                <a:lnTo>
                  <a:pt x="27856" y="82609"/>
                </a:lnTo>
                <a:lnTo>
                  <a:pt x="27856" y="82609"/>
                </a:lnTo>
                <a:lnTo>
                  <a:pt x="27856" y="82609"/>
                </a:lnTo>
                <a:lnTo>
                  <a:pt x="27856" y="82609"/>
                </a:lnTo>
                <a:lnTo>
                  <a:pt x="27856" y="82608"/>
                </a:lnTo>
                <a:lnTo>
                  <a:pt x="27856" y="82608"/>
                </a:lnTo>
                <a:lnTo>
                  <a:pt x="27856" y="82608"/>
                </a:lnTo>
                <a:lnTo>
                  <a:pt x="27856" y="82608"/>
                </a:lnTo>
                <a:lnTo>
                  <a:pt x="27856" y="82607"/>
                </a:lnTo>
                <a:lnTo>
                  <a:pt x="27856" y="82607"/>
                </a:lnTo>
                <a:lnTo>
                  <a:pt x="27856" y="82607"/>
                </a:lnTo>
                <a:lnTo>
                  <a:pt x="27856" y="82607"/>
                </a:lnTo>
                <a:lnTo>
                  <a:pt x="27856" y="82607"/>
                </a:lnTo>
                <a:lnTo>
                  <a:pt x="27856" y="82606"/>
                </a:lnTo>
                <a:lnTo>
                  <a:pt x="27856" y="82606"/>
                </a:lnTo>
                <a:lnTo>
                  <a:pt x="27856" y="82606"/>
                </a:lnTo>
                <a:lnTo>
                  <a:pt x="27856" y="82606"/>
                </a:lnTo>
                <a:lnTo>
                  <a:pt x="27856" y="82605"/>
                </a:lnTo>
                <a:lnTo>
                  <a:pt x="27856" y="82605"/>
                </a:lnTo>
                <a:lnTo>
                  <a:pt x="27856" y="82605"/>
                </a:lnTo>
                <a:lnTo>
                  <a:pt x="27856" y="82605"/>
                </a:lnTo>
                <a:lnTo>
                  <a:pt x="27856" y="82604"/>
                </a:lnTo>
                <a:lnTo>
                  <a:pt x="27856" y="82604"/>
                </a:lnTo>
                <a:lnTo>
                  <a:pt x="27856" y="82604"/>
                </a:lnTo>
                <a:lnTo>
                  <a:pt x="27856" y="82604"/>
                </a:lnTo>
                <a:lnTo>
                  <a:pt x="27856" y="82604"/>
                </a:lnTo>
                <a:lnTo>
                  <a:pt x="27856" y="82603"/>
                </a:lnTo>
                <a:lnTo>
                  <a:pt x="27856" y="82603"/>
                </a:lnTo>
                <a:lnTo>
                  <a:pt x="27856" y="82603"/>
                </a:lnTo>
                <a:lnTo>
                  <a:pt x="27856" y="82603"/>
                </a:lnTo>
                <a:lnTo>
                  <a:pt x="27856" y="82602"/>
                </a:lnTo>
                <a:lnTo>
                  <a:pt x="27856" y="82602"/>
                </a:lnTo>
                <a:lnTo>
                  <a:pt x="27856" y="82602"/>
                </a:lnTo>
                <a:lnTo>
                  <a:pt x="27856" y="82602"/>
                </a:lnTo>
                <a:lnTo>
                  <a:pt x="27856" y="82601"/>
                </a:lnTo>
                <a:lnTo>
                  <a:pt x="27856" y="82601"/>
                </a:lnTo>
                <a:lnTo>
                  <a:pt x="27856" y="82601"/>
                </a:lnTo>
                <a:lnTo>
                  <a:pt x="27856" y="82601"/>
                </a:lnTo>
                <a:lnTo>
                  <a:pt x="27856" y="82601"/>
                </a:lnTo>
                <a:lnTo>
                  <a:pt x="27856" y="82600"/>
                </a:lnTo>
                <a:lnTo>
                  <a:pt x="27856" y="82600"/>
                </a:lnTo>
                <a:lnTo>
                  <a:pt x="27856" y="82600"/>
                </a:lnTo>
                <a:lnTo>
                  <a:pt x="27856" y="82600"/>
                </a:lnTo>
                <a:lnTo>
                  <a:pt x="27856" y="82599"/>
                </a:lnTo>
                <a:lnTo>
                  <a:pt x="27856" y="82599"/>
                </a:lnTo>
                <a:lnTo>
                  <a:pt x="27856" y="82599"/>
                </a:lnTo>
                <a:lnTo>
                  <a:pt x="27856" y="82599"/>
                </a:lnTo>
                <a:lnTo>
                  <a:pt x="27856" y="82598"/>
                </a:lnTo>
                <a:lnTo>
                  <a:pt x="27856" y="82598"/>
                </a:lnTo>
                <a:lnTo>
                  <a:pt x="27856" y="82598"/>
                </a:lnTo>
                <a:lnTo>
                  <a:pt x="27856" y="82598"/>
                </a:lnTo>
                <a:lnTo>
                  <a:pt x="27856" y="82597"/>
                </a:lnTo>
                <a:lnTo>
                  <a:pt x="27856" y="82597"/>
                </a:lnTo>
                <a:lnTo>
                  <a:pt x="27856" y="82597"/>
                </a:lnTo>
                <a:lnTo>
                  <a:pt x="27856" y="82597"/>
                </a:lnTo>
                <a:lnTo>
                  <a:pt x="27856" y="82597"/>
                </a:lnTo>
                <a:lnTo>
                  <a:pt x="27856" y="82596"/>
                </a:lnTo>
                <a:lnTo>
                  <a:pt x="27856" y="82596"/>
                </a:lnTo>
                <a:lnTo>
                  <a:pt x="27856" y="82596"/>
                </a:lnTo>
                <a:lnTo>
                  <a:pt x="27856" y="82596"/>
                </a:lnTo>
                <a:lnTo>
                  <a:pt x="27856" y="82595"/>
                </a:lnTo>
                <a:lnTo>
                  <a:pt x="27856" y="82595"/>
                </a:lnTo>
                <a:lnTo>
                  <a:pt x="27856" y="82595"/>
                </a:lnTo>
                <a:lnTo>
                  <a:pt x="27856" y="82595"/>
                </a:lnTo>
                <a:lnTo>
                  <a:pt x="27856" y="82594"/>
                </a:lnTo>
                <a:lnTo>
                  <a:pt x="27856" y="82594"/>
                </a:lnTo>
                <a:lnTo>
                  <a:pt x="27856" y="82594"/>
                </a:lnTo>
                <a:lnTo>
                  <a:pt x="27856" y="82594"/>
                </a:lnTo>
                <a:lnTo>
                  <a:pt x="27856" y="82594"/>
                </a:lnTo>
                <a:lnTo>
                  <a:pt x="27856" y="82593"/>
                </a:lnTo>
                <a:lnTo>
                  <a:pt x="27856" y="82593"/>
                </a:lnTo>
                <a:lnTo>
                  <a:pt x="27856" y="82593"/>
                </a:lnTo>
                <a:lnTo>
                  <a:pt x="27856" y="82593"/>
                </a:lnTo>
                <a:lnTo>
                  <a:pt x="27856" y="82592"/>
                </a:lnTo>
                <a:lnTo>
                  <a:pt x="27856" y="82592"/>
                </a:lnTo>
                <a:lnTo>
                  <a:pt x="27856" y="82592"/>
                </a:lnTo>
                <a:lnTo>
                  <a:pt x="27856" y="82592"/>
                </a:lnTo>
                <a:lnTo>
                  <a:pt x="27856" y="82591"/>
                </a:lnTo>
                <a:lnTo>
                  <a:pt x="27856" y="82591"/>
                </a:lnTo>
                <a:lnTo>
                  <a:pt x="27856" y="82591"/>
                </a:lnTo>
                <a:lnTo>
                  <a:pt x="27856" y="82591"/>
                </a:lnTo>
                <a:lnTo>
                  <a:pt x="27856" y="82591"/>
                </a:lnTo>
                <a:lnTo>
                  <a:pt x="27856" y="82590"/>
                </a:lnTo>
                <a:lnTo>
                  <a:pt x="27856" y="82590"/>
                </a:lnTo>
                <a:lnTo>
                  <a:pt x="27856" y="82590"/>
                </a:lnTo>
                <a:lnTo>
                  <a:pt x="27856" y="82590"/>
                </a:lnTo>
                <a:lnTo>
                  <a:pt x="27856" y="82589"/>
                </a:lnTo>
                <a:lnTo>
                  <a:pt x="27856" y="82589"/>
                </a:lnTo>
                <a:lnTo>
                  <a:pt x="27856" y="82589"/>
                </a:lnTo>
                <a:lnTo>
                  <a:pt x="27856" y="82589"/>
                </a:lnTo>
                <a:lnTo>
                  <a:pt x="27856" y="82588"/>
                </a:lnTo>
                <a:lnTo>
                  <a:pt x="27856" y="82588"/>
                </a:lnTo>
                <a:lnTo>
                  <a:pt x="27856" y="82588"/>
                </a:lnTo>
                <a:lnTo>
                  <a:pt x="27856" y="82588"/>
                </a:lnTo>
                <a:lnTo>
                  <a:pt x="27856" y="82588"/>
                </a:lnTo>
                <a:lnTo>
                  <a:pt x="27856" y="82587"/>
                </a:lnTo>
                <a:lnTo>
                  <a:pt x="27856" y="82587"/>
                </a:lnTo>
                <a:lnTo>
                  <a:pt x="27856" y="82587"/>
                </a:lnTo>
                <a:lnTo>
                  <a:pt x="27856" y="82587"/>
                </a:lnTo>
                <a:lnTo>
                  <a:pt x="27856" y="82586"/>
                </a:lnTo>
                <a:lnTo>
                  <a:pt x="27856" y="82586"/>
                </a:lnTo>
                <a:lnTo>
                  <a:pt x="27856" y="82586"/>
                </a:lnTo>
                <a:lnTo>
                  <a:pt x="27856" y="82586"/>
                </a:lnTo>
                <a:lnTo>
                  <a:pt x="27856" y="82585"/>
                </a:lnTo>
                <a:lnTo>
                  <a:pt x="27856" y="82585"/>
                </a:lnTo>
                <a:lnTo>
                  <a:pt x="27856" y="82585"/>
                </a:lnTo>
                <a:lnTo>
                  <a:pt x="27856" y="82585"/>
                </a:lnTo>
                <a:lnTo>
                  <a:pt x="27856" y="82585"/>
                </a:lnTo>
                <a:lnTo>
                  <a:pt x="27856" y="82584"/>
                </a:lnTo>
                <a:lnTo>
                  <a:pt x="27856" y="82584"/>
                </a:lnTo>
                <a:lnTo>
                  <a:pt x="27856" y="82584"/>
                </a:lnTo>
                <a:lnTo>
                  <a:pt x="27856" y="82584"/>
                </a:lnTo>
                <a:lnTo>
                  <a:pt x="27856" y="82583"/>
                </a:lnTo>
                <a:lnTo>
                  <a:pt x="27856" y="82583"/>
                </a:lnTo>
                <a:lnTo>
                  <a:pt x="27856" y="82583"/>
                </a:lnTo>
                <a:lnTo>
                  <a:pt x="27856" y="82583"/>
                </a:lnTo>
                <a:lnTo>
                  <a:pt x="27856" y="82582"/>
                </a:lnTo>
                <a:lnTo>
                  <a:pt x="27856" y="82582"/>
                </a:lnTo>
                <a:lnTo>
                  <a:pt x="27856" y="82582"/>
                </a:lnTo>
                <a:lnTo>
                  <a:pt x="27856" y="82582"/>
                </a:lnTo>
                <a:lnTo>
                  <a:pt x="27856" y="82582"/>
                </a:lnTo>
                <a:lnTo>
                  <a:pt x="27856" y="82581"/>
                </a:lnTo>
                <a:lnTo>
                  <a:pt x="27856" y="82581"/>
                </a:lnTo>
                <a:lnTo>
                  <a:pt x="27856" y="82581"/>
                </a:lnTo>
                <a:lnTo>
                  <a:pt x="27856" y="82581"/>
                </a:lnTo>
                <a:lnTo>
                  <a:pt x="27856" y="82580"/>
                </a:lnTo>
                <a:lnTo>
                  <a:pt x="27856" y="82580"/>
                </a:lnTo>
                <a:lnTo>
                  <a:pt x="27856" y="82580"/>
                </a:lnTo>
                <a:lnTo>
                  <a:pt x="27856" y="82580"/>
                </a:lnTo>
                <a:lnTo>
                  <a:pt x="27856" y="82579"/>
                </a:lnTo>
                <a:lnTo>
                  <a:pt x="27856" y="82579"/>
                </a:lnTo>
                <a:lnTo>
                  <a:pt x="27856" y="82579"/>
                </a:lnTo>
                <a:lnTo>
                  <a:pt x="27856" y="82579"/>
                </a:lnTo>
                <a:lnTo>
                  <a:pt x="27856" y="82579"/>
                </a:lnTo>
                <a:lnTo>
                  <a:pt x="27856" y="82578"/>
                </a:lnTo>
                <a:lnTo>
                  <a:pt x="27856" y="82578"/>
                </a:lnTo>
                <a:lnTo>
                  <a:pt x="27856" y="82578"/>
                </a:lnTo>
                <a:lnTo>
                  <a:pt x="27856" y="82578"/>
                </a:lnTo>
                <a:lnTo>
                  <a:pt x="27856" y="82577"/>
                </a:lnTo>
                <a:lnTo>
                  <a:pt x="27856" y="82577"/>
                </a:lnTo>
                <a:lnTo>
                  <a:pt x="27856" y="82577"/>
                </a:lnTo>
                <a:lnTo>
                  <a:pt x="27856" y="82577"/>
                </a:lnTo>
                <a:lnTo>
                  <a:pt x="27856" y="82576"/>
                </a:lnTo>
                <a:lnTo>
                  <a:pt x="27856" y="82576"/>
                </a:lnTo>
                <a:lnTo>
                  <a:pt x="27856" y="82576"/>
                </a:lnTo>
                <a:lnTo>
                  <a:pt x="27856" y="82576"/>
                </a:lnTo>
                <a:lnTo>
                  <a:pt x="27856" y="82576"/>
                </a:lnTo>
                <a:lnTo>
                  <a:pt x="27856" y="82575"/>
                </a:lnTo>
                <a:lnTo>
                  <a:pt x="27856" y="82575"/>
                </a:lnTo>
                <a:lnTo>
                  <a:pt x="27856" y="82575"/>
                </a:lnTo>
                <a:lnTo>
                  <a:pt x="27856" y="82575"/>
                </a:lnTo>
                <a:lnTo>
                  <a:pt x="27856" y="82574"/>
                </a:lnTo>
                <a:lnTo>
                  <a:pt x="27856" y="82574"/>
                </a:lnTo>
                <a:lnTo>
                  <a:pt x="27856" y="82574"/>
                </a:lnTo>
                <a:lnTo>
                  <a:pt x="27856" y="82574"/>
                </a:lnTo>
                <a:lnTo>
                  <a:pt x="27856" y="82573"/>
                </a:lnTo>
                <a:lnTo>
                  <a:pt x="27856" y="82573"/>
                </a:lnTo>
                <a:lnTo>
                  <a:pt x="27856" y="82573"/>
                </a:lnTo>
                <a:lnTo>
                  <a:pt x="27856" y="82573"/>
                </a:lnTo>
                <a:lnTo>
                  <a:pt x="27856" y="82573"/>
                </a:lnTo>
                <a:lnTo>
                  <a:pt x="27856" y="82572"/>
                </a:lnTo>
                <a:lnTo>
                  <a:pt x="27856" y="82572"/>
                </a:lnTo>
                <a:lnTo>
                  <a:pt x="27856" y="82572"/>
                </a:lnTo>
                <a:lnTo>
                  <a:pt x="27856" y="82572"/>
                </a:lnTo>
                <a:lnTo>
                  <a:pt x="27856" y="82571"/>
                </a:lnTo>
                <a:lnTo>
                  <a:pt x="27856" y="82571"/>
                </a:lnTo>
                <a:lnTo>
                  <a:pt x="27856" y="82571"/>
                </a:lnTo>
                <a:lnTo>
                  <a:pt x="27856" y="82571"/>
                </a:lnTo>
                <a:lnTo>
                  <a:pt x="27856" y="82570"/>
                </a:lnTo>
                <a:lnTo>
                  <a:pt x="27856" y="82570"/>
                </a:lnTo>
                <a:lnTo>
                  <a:pt x="27856" y="82570"/>
                </a:lnTo>
                <a:lnTo>
                  <a:pt x="27856" y="82570"/>
                </a:lnTo>
                <a:lnTo>
                  <a:pt x="27856" y="82570"/>
                </a:lnTo>
                <a:lnTo>
                  <a:pt x="27856" y="82569"/>
                </a:lnTo>
                <a:lnTo>
                  <a:pt x="27856" y="82569"/>
                </a:lnTo>
                <a:lnTo>
                  <a:pt x="27856" y="82569"/>
                </a:lnTo>
                <a:lnTo>
                  <a:pt x="27856" y="82569"/>
                </a:lnTo>
                <a:lnTo>
                  <a:pt x="27856" y="82568"/>
                </a:lnTo>
                <a:lnTo>
                  <a:pt x="27856" y="82568"/>
                </a:lnTo>
                <a:lnTo>
                  <a:pt x="27856" y="82568"/>
                </a:lnTo>
                <a:lnTo>
                  <a:pt x="27856" y="82568"/>
                </a:lnTo>
                <a:lnTo>
                  <a:pt x="27856" y="82567"/>
                </a:lnTo>
                <a:lnTo>
                  <a:pt x="27856" y="82567"/>
                </a:lnTo>
                <a:lnTo>
                  <a:pt x="27856" y="82567"/>
                </a:lnTo>
                <a:lnTo>
                  <a:pt x="27856" y="82567"/>
                </a:lnTo>
                <a:lnTo>
                  <a:pt x="27856" y="82567"/>
                </a:lnTo>
                <a:lnTo>
                  <a:pt x="27856" y="82566"/>
                </a:lnTo>
                <a:lnTo>
                  <a:pt x="27856" y="82566"/>
                </a:lnTo>
                <a:lnTo>
                  <a:pt x="27856" y="82566"/>
                </a:lnTo>
                <a:lnTo>
                  <a:pt x="27856" y="82566"/>
                </a:lnTo>
                <a:lnTo>
                  <a:pt x="27856" y="82565"/>
                </a:lnTo>
                <a:lnTo>
                  <a:pt x="27856" y="82565"/>
                </a:lnTo>
                <a:lnTo>
                  <a:pt x="27856" y="82565"/>
                </a:lnTo>
                <a:lnTo>
                  <a:pt x="27856" y="82565"/>
                </a:lnTo>
                <a:lnTo>
                  <a:pt x="27856" y="82564"/>
                </a:lnTo>
                <a:lnTo>
                  <a:pt x="27856" y="82564"/>
                </a:lnTo>
                <a:lnTo>
                  <a:pt x="27856" y="82564"/>
                </a:lnTo>
                <a:lnTo>
                  <a:pt x="27856" y="82564"/>
                </a:lnTo>
                <a:lnTo>
                  <a:pt x="27856" y="82564"/>
                </a:lnTo>
                <a:lnTo>
                  <a:pt x="27856" y="82563"/>
                </a:lnTo>
                <a:lnTo>
                  <a:pt x="27856" y="82563"/>
                </a:lnTo>
                <a:lnTo>
                  <a:pt x="27856" y="82563"/>
                </a:lnTo>
                <a:lnTo>
                  <a:pt x="27856" y="82563"/>
                </a:lnTo>
                <a:lnTo>
                  <a:pt x="27856" y="82562"/>
                </a:lnTo>
                <a:lnTo>
                  <a:pt x="27856" y="82562"/>
                </a:lnTo>
                <a:lnTo>
                  <a:pt x="27856" y="82562"/>
                </a:lnTo>
                <a:lnTo>
                  <a:pt x="27856" y="82562"/>
                </a:lnTo>
                <a:lnTo>
                  <a:pt x="27856" y="82561"/>
                </a:lnTo>
                <a:lnTo>
                  <a:pt x="27856" y="82561"/>
                </a:lnTo>
                <a:lnTo>
                  <a:pt x="27856" y="82561"/>
                </a:lnTo>
                <a:lnTo>
                  <a:pt x="27856" y="82561"/>
                </a:lnTo>
                <a:lnTo>
                  <a:pt x="27856" y="82561"/>
                </a:lnTo>
                <a:lnTo>
                  <a:pt x="27856" y="82560"/>
                </a:lnTo>
                <a:lnTo>
                  <a:pt x="27856" y="82560"/>
                </a:lnTo>
                <a:lnTo>
                  <a:pt x="27856" y="82560"/>
                </a:lnTo>
                <a:lnTo>
                  <a:pt x="27856" y="82560"/>
                </a:lnTo>
                <a:lnTo>
                  <a:pt x="27856" y="82559"/>
                </a:lnTo>
                <a:lnTo>
                  <a:pt x="27856" y="82559"/>
                </a:lnTo>
                <a:lnTo>
                  <a:pt x="27856" y="82559"/>
                </a:lnTo>
                <a:lnTo>
                  <a:pt x="27856" y="82559"/>
                </a:lnTo>
                <a:lnTo>
                  <a:pt x="27856" y="82558"/>
                </a:lnTo>
                <a:lnTo>
                  <a:pt x="27856" y="82558"/>
                </a:lnTo>
                <a:lnTo>
                  <a:pt x="27856" y="82558"/>
                </a:lnTo>
                <a:lnTo>
                  <a:pt x="27856" y="82558"/>
                </a:lnTo>
                <a:lnTo>
                  <a:pt x="27856" y="82558"/>
                </a:lnTo>
                <a:lnTo>
                  <a:pt x="27856" y="82557"/>
                </a:lnTo>
                <a:lnTo>
                  <a:pt x="27856" y="82557"/>
                </a:lnTo>
                <a:lnTo>
                  <a:pt x="27856" y="82557"/>
                </a:lnTo>
                <a:lnTo>
                  <a:pt x="27856" y="82557"/>
                </a:lnTo>
                <a:lnTo>
                  <a:pt x="27856" y="82556"/>
                </a:lnTo>
                <a:lnTo>
                  <a:pt x="27856" y="82556"/>
                </a:lnTo>
                <a:lnTo>
                  <a:pt x="27856" y="82556"/>
                </a:lnTo>
                <a:lnTo>
                  <a:pt x="27856" y="82556"/>
                </a:lnTo>
                <a:lnTo>
                  <a:pt x="27856" y="82556"/>
                </a:lnTo>
                <a:lnTo>
                  <a:pt x="27856" y="82555"/>
                </a:lnTo>
                <a:lnTo>
                  <a:pt x="27856" y="82555"/>
                </a:lnTo>
                <a:lnTo>
                  <a:pt x="27856" y="82555"/>
                </a:lnTo>
                <a:lnTo>
                  <a:pt x="27856" y="82555"/>
                </a:lnTo>
                <a:lnTo>
                  <a:pt x="27856" y="82554"/>
                </a:lnTo>
                <a:lnTo>
                  <a:pt x="27856" y="82554"/>
                </a:lnTo>
                <a:lnTo>
                  <a:pt x="27856" y="82554"/>
                </a:lnTo>
                <a:lnTo>
                  <a:pt x="27856" y="82554"/>
                </a:lnTo>
                <a:lnTo>
                  <a:pt x="27856" y="82553"/>
                </a:lnTo>
                <a:lnTo>
                  <a:pt x="27856" y="82553"/>
                </a:lnTo>
                <a:lnTo>
                  <a:pt x="27856" y="82553"/>
                </a:lnTo>
                <a:lnTo>
                  <a:pt x="27856" y="82553"/>
                </a:lnTo>
                <a:lnTo>
                  <a:pt x="27856" y="82553"/>
                </a:lnTo>
                <a:lnTo>
                  <a:pt x="27856" y="82552"/>
                </a:lnTo>
                <a:lnTo>
                  <a:pt x="27856" y="82552"/>
                </a:lnTo>
                <a:lnTo>
                  <a:pt x="27856" y="82552"/>
                </a:lnTo>
                <a:lnTo>
                  <a:pt x="27856" y="82552"/>
                </a:lnTo>
                <a:lnTo>
                  <a:pt x="27856" y="82551"/>
                </a:lnTo>
                <a:lnTo>
                  <a:pt x="27856" y="82551"/>
                </a:lnTo>
                <a:lnTo>
                  <a:pt x="27856" y="82551"/>
                </a:lnTo>
                <a:lnTo>
                  <a:pt x="27856" y="82551"/>
                </a:lnTo>
                <a:lnTo>
                  <a:pt x="27856" y="82550"/>
                </a:lnTo>
                <a:lnTo>
                  <a:pt x="27856" y="82550"/>
                </a:lnTo>
                <a:lnTo>
                  <a:pt x="27856" y="82550"/>
                </a:lnTo>
                <a:lnTo>
                  <a:pt x="27856" y="82550"/>
                </a:lnTo>
                <a:lnTo>
                  <a:pt x="27856" y="82550"/>
                </a:lnTo>
                <a:lnTo>
                  <a:pt x="27856" y="82549"/>
                </a:lnTo>
                <a:lnTo>
                  <a:pt x="27856" y="82549"/>
                </a:lnTo>
                <a:lnTo>
                  <a:pt x="27856" y="82549"/>
                </a:lnTo>
                <a:lnTo>
                  <a:pt x="27856" y="82549"/>
                </a:lnTo>
                <a:lnTo>
                  <a:pt x="27856" y="82548"/>
                </a:lnTo>
                <a:lnTo>
                  <a:pt x="27856" y="82548"/>
                </a:lnTo>
                <a:lnTo>
                  <a:pt x="27856" y="82548"/>
                </a:lnTo>
                <a:lnTo>
                  <a:pt x="27856" y="82548"/>
                </a:lnTo>
                <a:lnTo>
                  <a:pt x="27856" y="82547"/>
                </a:lnTo>
                <a:lnTo>
                  <a:pt x="27856" y="82547"/>
                </a:lnTo>
                <a:lnTo>
                  <a:pt x="27856" y="82547"/>
                </a:lnTo>
                <a:lnTo>
                  <a:pt x="27856" y="82547"/>
                </a:lnTo>
                <a:lnTo>
                  <a:pt x="27856" y="82547"/>
                </a:lnTo>
                <a:lnTo>
                  <a:pt x="27856" y="82546"/>
                </a:lnTo>
                <a:lnTo>
                  <a:pt x="27856" y="82546"/>
                </a:lnTo>
                <a:lnTo>
                  <a:pt x="27856" y="82546"/>
                </a:lnTo>
                <a:lnTo>
                  <a:pt x="27856" y="82546"/>
                </a:lnTo>
                <a:lnTo>
                  <a:pt x="27856" y="82545"/>
                </a:lnTo>
                <a:lnTo>
                  <a:pt x="27856" y="82545"/>
                </a:lnTo>
                <a:lnTo>
                  <a:pt x="27856" y="82545"/>
                </a:lnTo>
                <a:lnTo>
                  <a:pt x="27856" y="82545"/>
                </a:lnTo>
                <a:lnTo>
                  <a:pt x="27856" y="82545"/>
                </a:lnTo>
                <a:lnTo>
                  <a:pt x="27856" y="82544"/>
                </a:lnTo>
                <a:lnTo>
                  <a:pt x="27856" y="82544"/>
                </a:lnTo>
                <a:lnTo>
                  <a:pt x="27856" y="82544"/>
                </a:lnTo>
                <a:lnTo>
                  <a:pt x="27856" y="82544"/>
                </a:lnTo>
                <a:lnTo>
                  <a:pt x="27856" y="82543"/>
                </a:lnTo>
                <a:lnTo>
                  <a:pt x="27856" y="82543"/>
                </a:lnTo>
                <a:lnTo>
                  <a:pt x="27856" y="82543"/>
                </a:lnTo>
                <a:lnTo>
                  <a:pt x="27856" y="82543"/>
                </a:lnTo>
                <a:lnTo>
                  <a:pt x="27856" y="82542"/>
                </a:lnTo>
                <a:lnTo>
                  <a:pt x="27856" y="82542"/>
                </a:lnTo>
                <a:lnTo>
                  <a:pt x="27856" y="82542"/>
                </a:lnTo>
                <a:lnTo>
                  <a:pt x="27856" y="82542"/>
                </a:lnTo>
                <a:lnTo>
                  <a:pt x="27856" y="82542"/>
                </a:lnTo>
                <a:lnTo>
                  <a:pt x="27856" y="82541"/>
                </a:lnTo>
                <a:lnTo>
                  <a:pt x="27856" y="82541"/>
                </a:lnTo>
                <a:lnTo>
                  <a:pt x="27856" y="82541"/>
                </a:lnTo>
                <a:lnTo>
                  <a:pt x="27856" y="82541"/>
                </a:lnTo>
                <a:lnTo>
                  <a:pt x="27856" y="82540"/>
                </a:lnTo>
                <a:lnTo>
                  <a:pt x="27856" y="82540"/>
                </a:lnTo>
                <a:lnTo>
                  <a:pt x="27856" y="82540"/>
                </a:lnTo>
                <a:lnTo>
                  <a:pt x="27856" y="82540"/>
                </a:lnTo>
                <a:lnTo>
                  <a:pt x="27856" y="82540"/>
                </a:lnTo>
                <a:lnTo>
                  <a:pt x="27856" y="82539"/>
                </a:lnTo>
                <a:lnTo>
                  <a:pt x="27856" y="82539"/>
                </a:lnTo>
                <a:lnTo>
                  <a:pt x="27856" y="82539"/>
                </a:lnTo>
                <a:lnTo>
                  <a:pt x="27856" y="82539"/>
                </a:lnTo>
                <a:lnTo>
                  <a:pt x="27856" y="82538"/>
                </a:lnTo>
                <a:lnTo>
                  <a:pt x="27856" y="82538"/>
                </a:lnTo>
                <a:lnTo>
                  <a:pt x="27856" y="82538"/>
                </a:lnTo>
                <a:lnTo>
                  <a:pt x="27856" y="82538"/>
                </a:lnTo>
                <a:lnTo>
                  <a:pt x="27856" y="82537"/>
                </a:lnTo>
                <a:lnTo>
                  <a:pt x="27856" y="82537"/>
                </a:lnTo>
                <a:lnTo>
                  <a:pt x="27856" y="82537"/>
                </a:lnTo>
                <a:lnTo>
                  <a:pt x="27856" y="82537"/>
                </a:lnTo>
                <a:lnTo>
                  <a:pt x="27856" y="82537"/>
                </a:lnTo>
                <a:lnTo>
                  <a:pt x="27856" y="82536"/>
                </a:lnTo>
                <a:lnTo>
                  <a:pt x="27856" y="82536"/>
                </a:lnTo>
                <a:lnTo>
                  <a:pt x="27856" y="82536"/>
                </a:lnTo>
                <a:lnTo>
                  <a:pt x="27856" y="82536"/>
                </a:lnTo>
                <a:lnTo>
                  <a:pt x="27856" y="82535"/>
                </a:lnTo>
                <a:lnTo>
                  <a:pt x="27856" y="82535"/>
                </a:lnTo>
                <a:lnTo>
                  <a:pt x="27856" y="82535"/>
                </a:lnTo>
                <a:lnTo>
                  <a:pt x="27856" y="82535"/>
                </a:lnTo>
                <a:lnTo>
                  <a:pt x="27856" y="82534"/>
                </a:lnTo>
                <a:lnTo>
                  <a:pt x="27856" y="82534"/>
                </a:lnTo>
                <a:lnTo>
                  <a:pt x="27856" y="82534"/>
                </a:lnTo>
                <a:lnTo>
                  <a:pt x="27856" y="82534"/>
                </a:lnTo>
                <a:lnTo>
                  <a:pt x="27856" y="82534"/>
                </a:lnTo>
                <a:lnTo>
                  <a:pt x="27856" y="82533"/>
                </a:lnTo>
                <a:lnTo>
                  <a:pt x="27856" y="82533"/>
                </a:lnTo>
                <a:lnTo>
                  <a:pt x="27856" y="82533"/>
                </a:lnTo>
                <a:lnTo>
                  <a:pt x="27856" y="82533"/>
                </a:lnTo>
                <a:lnTo>
                  <a:pt x="27856" y="82532"/>
                </a:lnTo>
                <a:lnTo>
                  <a:pt x="27856" y="82532"/>
                </a:lnTo>
                <a:lnTo>
                  <a:pt x="27856" y="82532"/>
                </a:lnTo>
                <a:lnTo>
                  <a:pt x="27856" y="82532"/>
                </a:lnTo>
                <a:lnTo>
                  <a:pt x="27856" y="82532"/>
                </a:lnTo>
                <a:lnTo>
                  <a:pt x="27856" y="82531"/>
                </a:lnTo>
                <a:lnTo>
                  <a:pt x="27856" y="82531"/>
                </a:lnTo>
                <a:lnTo>
                  <a:pt x="27856" y="82531"/>
                </a:lnTo>
                <a:lnTo>
                  <a:pt x="27856" y="82531"/>
                </a:lnTo>
                <a:lnTo>
                  <a:pt x="27856" y="82530"/>
                </a:lnTo>
                <a:lnTo>
                  <a:pt x="27856" y="82530"/>
                </a:lnTo>
                <a:lnTo>
                  <a:pt x="27856" y="82530"/>
                </a:lnTo>
                <a:lnTo>
                  <a:pt x="27856" y="82530"/>
                </a:lnTo>
                <a:lnTo>
                  <a:pt x="27856" y="82529"/>
                </a:lnTo>
                <a:lnTo>
                  <a:pt x="27856" y="82529"/>
                </a:lnTo>
                <a:lnTo>
                  <a:pt x="27856" y="82529"/>
                </a:lnTo>
                <a:lnTo>
                  <a:pt x="27856" y="82529"/>
                </a:lnTo>
                <a:lnTo>
                  <a:pt x="27856" y="82529"/>
                </a:lnTo>
                <a:lnTo>
                  <a:pt x="27856" y="82528"/>
                </a:lnTo>
                <a:lnTo>
                  <a:pt x="27856" y="82528"/>
                </a:lnTo>
                <a:lnTo>
                  <a:pt x="27856" y="82528"/>
                </a:lnTo>
                <a:lnTo>
                  <a:pt x="27856" y="82528"/>
                </a:lnTo>
                <a:lnTo>
                  <a:pt x="27856" y="82527"/>
                </a:lnTo>
                <a:lnTo>
                  <a:pt x="27856" y="82527"/>
                </a:lnTo>
                <a:lnTo>
                  <a:pt x="27856" y="82527"/>
                </a:lnTo>
                <a:lnTo>
                  <a:pt x="27856" y="82527"/>
                </a:lnTo>
                <a:lnTo>
                  <a:pt x="27856" y="82527"/>
                </a:lnTo>
                <a:lnTo>
                  <a:pt x="27856" y="82526"/>
                </a:lnTo>
                <a:lnTo>
                  <a:pt x="27856" y="82526"/>
                </a:lnTo>
                <a:lnTo>
                  <a:pt x="27856" y="82526"/>
                </a:lnTo>
                <a:lnTo>
                  <a:pt x="27856" y="82526"/>
                </a:lnTo>
                <a:lnTo>
                  <a:pt x="27856" y="82525"/>
                </a:lnTo>
                <a:lnTo>
                  <a:pt x="27856" y="82525"/>
                </a:lnTo>
                <a:lnTo>
                  <a:pt x="27856" y="82525"/>
                </a:lnTo>
                <a:lnTo>
                  <a:pt x="27856" y="82525"/>
                </a:lnTo>
                <a:lnTo>
                  <a:pt x="27856" y="82524"/>
                </a:lnTo>
                <a:lnTo>
                  <a:pt x="27856" y="82524"/>
                </a:lnTo>
                <a:lnTo>
                  <a:pt x="27856" y="82524"/>
                </a:lnTo>
                <a:lnTo>
                  <a:pt x="27856" y="82524"/>
                </a:lnTo>
                <a:lnTo>
                  <a:pt x="27856" y="82524"/>
                </a:lnTo>
                <a:lnTo>
                  <a:pt x="27856" y="82523"/>
                </a:lnTo>
                <a:lnTo>
                  <a:pt x="27856" y="82523"/>
                </a:lnTo>
                <a:lnTo>
                  <a:pt x="27856" y="82523"/>
                </a:lnTo>
                <a:lnTo>
                  <a:pt x="27856" y="82523"/>
                </a:lnTo>
                <a:lnTo>
                  <a:pt x="27856" y="82522"/>
                </a:lnTo>
                <a:lnTo>
                  <a:pt x="27856" y="82522"/>
                </a:lnTo>
                <a:lnTo>
                  <a:pt x="27856" y="82522"/>
                </a:lnTo>
                <a:lnTo>
                  <a:pt x="27856" y="82522"/>
                </a:lnTo>
                <a:lnTo>
                  <a:pt x="27856" y="82522"/>
                </a:lnTo>
                <a:lnTo>
                  <a:pt x="27856" y="82521"/>
                </a:lnTo>
                <a:lnTo>
                  <a:pt x="27856" y="82521"/>
                </a:lnTo>
                <a:lnTo>
                  <a:pt x="27856" y="82521"/>
                </a:lnTo>
                <a:lnTo>
                  <a:pt x="27856" y="82521"/>
                </a:lnTo>
                <a:lnTo>
                  <a:pt x="27856" y="82520"/>
                </a:lnTo>
                <a:lnTo>
                  <a:pt x="27856" y="82520"/>
                </a:lnTo>
                <a:lnTo>
                  <a:pt x="27856" y="82520"/>
                </a:lnTo>
                <a:lnTo>
                  <a:pt x="27856" y="82520"/>
                </a:lnTo>
                <a:lnTo>
                  <a:pt x="27856" y="82519"/>
                </a:lnTo>
                <a:lnTo>
                  <a:pt x="27856" y="82519"/>
                </a:lnTo>
                <a:lnTo>
                  <a:pt x="27856" y="82519"/>
                </a:lnTo>
                <a:lnTo>
                  <a:pt x="27856" y="82519"/>
                </a:lnTo>
                <a:lnTo>
                  <a:pt x="27856" y="82519"/>
                </a:lnTo>
                <a:lnTo>
                  <a:pt x="27856" y="82518"/>
                </a:lnTo>
                <a:lnTo>
                  <a:pt x="27856" y="82518"/>
                </a:lnTo>
                <a:lnTo>
                  <a:pt x="27856" y="82518"/>
                </a:lnTo>
                <a:lnTo>
                  <a:pt x="27856" y="82518"/>
                </a:lnTo>
                <a:lnTo>
                  <a:pt x="27856" y="82517"/>
                </a:lnTo>
                <a:lnTo>
                  <a:pt x="27856" y="82517"/>
                </a:lnTo>
                <a:lnTo>
                  <a:pt x="27856" y="82517"/>
                </a:lnTo>
                <a:lnTo>
                  <a:pt x="27856" y="82517"/>
                </a:lnTo>
                <a:lnTo>
                  <a:pt x="27856" y="82517"/>
                </a:lnTo>
                <a:lnTo>
                  <a:pt x="27856" y="82516"/>
                </a:lnTo>
                <a:lnTo>
                  <a:pt x="27856" y="82516"/>
                </a:lnTo>
                <a:lnTo>
                  <a:pt x="27856" y="82516"/>
                </a:lnTo>
                <a:lnTo>
                  <a:pt x="27856" y="82516"/>
                </a:lnTo>
                <a:lnTo>
                  <a:pt x="27856" y="82515"/>
                </a:lnTo>
                <a:lnTo>
                  <a:pt x="27856" y="82515"/>
                </a:lnTo>
                <a:lnTo>
                  <a:pt x="27856" y="82515"/>
                </a:lnTo>
                <a:lnTo>
                  <a:pt x="27856" y="82515"/>
                </a:lnTo>
                <a:lnTo>
                  <a:pt x="27856" y="82515"/>
                </a:lnTo>
                <a:lnTo>
                  <a:pt x="27856" y="82514"/>
                </a:lnTo>
                <a:lnTo>
                  <a:pt x="27856" y="82514"/>
                </a:lnTo>
                <a:lnTo>
                  <a:pt x="27856" y="82514"/>
                </a:lnTo>
                <a:lnTo>
                  <a:pt x="27856" y="82514"/>
                </a:lnTo>
                <a:lnTo>
                  <a:pt x="27856" y="82513"/>
                </a:lnTo>
                <a:lnTo>
                  <a:pt x="27856" y="82513"/>
                </a:lnTo>
                <a:lnTo>
                  <a:pt x="27856" y="82513"/>
                </a:lnTo>
                <a:lnTo>
                  <a:pt x="27856" y="82513"/>
                </a:lnTo>
                <a:lnTo>
                  <a:pt x="27856" y="82512"/>
                </a:lnTo>
                <a:lnTo>
                  <a:pt x="27856" y="82512"/>
                </a:lnTo>
                <a:lnTo>
                  <a:pt x="27856" y="82512"/>
                </a:lnTo>
                <a:lnTo>
                  <a:pt x="27856" y="82512"/>
                </a:lnTo>
                <a:lnTo>
                  <a:pt x="27856" y="82512"/>
                </a:lnTo>
                <a:lnTo>
                  <a:pt x="27856" y="82511"/>
                </a:lnTo>
                <a:lnTo>
                  <a:pt x="27856" y="82511"/>
                </a:lnTo>
                <a:lnTo>
                  <a:pt x="27856" y="82511"/>
                </a:lnTo>
                <a:lnTo>
                  <a:pt x="27856" y="82511"/>
                </a:lnTo>
                <a:lnTo>
                  <a:pt x="27856" y="82510"/>
                </a:lnTo>
                <a:lnTo>
                  <a:pt x="27856" y="82510"/>
                </a:lnTo>
                <a:lnTo>
                  <a:pt x="27856" y="82510"/>
                </a:lnTo>
                <a:lnTo>
                  <a:pt x="27856" y="82510"/>
                </a:lnTo>
                <a:lnTo>
                  <a:pt x="27856" y="82510"/>
                </a:lnTo>
                <a:lnTo>
                  <a:pt x="27856" y="82509"/>
                </a:lnTo>
                <a:lnTo>
                  <a:pt x="27856" y="82509"/>
                </a:lnTo>
                <a:lnTo>
                  <a:pt x="27856" y="82509"/>
                </a:lnTo>
                <a:lnTo>
                  <a:pt x="27856" y="82509"/>
                </a:lnTo>
                <a:lnTo>
                  <a:pt x="27856" y="82508"/>
                </a:lnTo>
                <a:lnTo>
                  <a:pt x="27856" y="82508"/>
                </a:lnTo>
                <a:lnTo>
                  <a:pt x="27856" y="82508"/>
                </a:lnTo>
                <a:lnTo>
                  <a:pt x="27856" y="82508"/>
                </a:lnTo>
                <a:lnTo>
                  <a:pt x="27856" y="82508"/>
                </a:lnTo>
                <a:lnTo>
                  <a:pt x="27856" y="82507"/>
                </a:lnTo>
                <a:lnTo>
                  <a:pt x="27856" y="82507"/>
                </a:lnTo>
                <a:lnTo>
                  <a:pt x="27856" y="82507"/>
                </a:lnTo>
                <a:lnTo>
                  <a:pt x="27856" y="82507"/>
                </a:lnTo>
                <a:lnTo>
                  <a:pt x="27856" y="82506"/>
                </a:lnTo>
                <a:lnTo>
                  <a:pt x="27856" y="82506"/>
                </a:lnTo>
                <a:lnTo>
                  <a:pt x="27856" y="82506"/>
                </a:lnTo>
                <a:lnTo>
                  <a:pt x="27856" y="82506"/>
                </a:lnTo>
                <a:lnTo>
                  <a:pt x="27856" y="82505"/>
                </a:lnTo>
                <a:lnTo>
                  <a:pt x="27856" y="82505"/>
                </a:lnTo>
                <a:lnTo>
                  <a:pt x="27856" y="82505"/>
                </a:lnTo>
                <a:lnTo>
                  <a:pt x="27856" y="82505"/>
                </a:lnTo>
                <a:lnTo>
                  <a:pt x="27856" y="82505"/>
                </a:lnTo>
                <a:lnTo>
                  <a:pt x="27856" y="82504"/>
                </a:lnTo>
                <a:lnTo>
                  <a:pt x="27856" y="82504"/>
                </a:lnTo>
                <a:lnTo>
                  <a:pt x="27856" y="82504"/>
                </a:lnTo>
                <a:lnTo>
                  <a:pt x="27856" y="82504"/>
                </a:lnTo>
                <a:lnTo>
                  <a:pt x="27856" y="82503"/>
                </a:lnTo>
                <a:lnTo>
                  <a:pt x="27856" y="82503"/>
                </a:lnTo>
                <a:lnTo>
                  <a:pt x="27856" y="82503"/>
                </a:lnTo>
                <a:lnTo>
                  <a:pt x="27856" y="82503"/>
                </a:lnTo>
                <a:lnTo>
                  <a:pt x="27856" y="82503"/>
                </a:lnTo>
                <a:lnTo>
                  <a:pt x="27856" y="82502"/>
                </a:lnTo>
                <a:lnTo>
                  <a:pt x="27856" y="82502"/>
                </a:lnTo>
                <a:lnTo>
                  <a:pt x="27856" y="82502"/>
                </a:lnTo>
                <a:lnTo>
                  <a:pt x="27856" y="82502"/>
                </a:lnTo>
                <a:lnTo>
                  <a:pt x="27856" y="82501"/>
                </a:lnTo>
                <a:lnTo>
                  <a:pt x="27856" y="82501"/>
                </a:lnTo>
                <a:lnTo>
                  <a:pt x="27856" y="82501"/>
                </a:lnTo>
                <a:lnTo>
                  <a:pt x="27856" y="82501"/>
                </a:lnTo>
                <a:lnTo>
                  <a:pt x="27856" y="82501"/>
                </a:lnTo>
                <a:lnTo>
                  <a:pt x="27856" y="82500"/>
                </a:lnTo>
                <a:lnTo>
                  <a:pt x="27856" y="82500"/>
                </a:lnTo>
                <a:lnTo>
                  <a:pt x="27856" y="82500"/>
                </a:lnTo>
                <a:lnTo>
                  <a:pt x="27856" y="82500"/>
                </a:lnTo>
                <a:lnTo>
                  <a:pt x="27856" y="82499"/>
                </a:lnTo>
                <a:lnTo>
                  <a:pt x="27856" y="82499"/>
                </a:lnTo>
                <a:lnTo>
                  <a:pt x="27856" y="82499"/>
                </a:lnTo>
                <a:lnTo>
                  <a:pt x="27856" y="82499"/>
                </a:lnTo>
                <a:lnTo>
                  <a:pt x="27856" y="82498"/>
                </a:lnTo>
                <a:lnTo>
                  <a:pt x="27856" y="82498"/>
                </a:lnTo>
                <a:lnTo>
                  <a:pt x="27856" y="82498"/>
                </a:lnTo>
                <a:lnTo>
                  <a:pt x="27856" y="82498"/>
                </a:lnTo>
                <a:lnTo>
                  <a:pt x="27856" y="82498"/>
                </a:lnTo>
                <a:lnTo>
                  <a:pt x="27856" y="82497"/>
                </a:lnTo>
                <a:lnTo>
                  <a:pt x="27856" y="82497"/>
                </a:lnTo>
                <a:lnTo>
                  <a:pt x="27856" y="82497"/>
                </a:lnTo>
                <a:lnTo>
                  <a:pt x="27856" y="82497"/>
                </a:lnTo>
                <a:lnTo>
                  <a:pt x="27856" y="82496"/>
                </a:lnTo>
                <a:lnTo>
                  <a:pt x="27856" y="82496"/>
                </a:lnTo>
                <a:lnTo>
                  <a:pt x="27856" y="82496"/>
                </a:lnTo>
                <a:lnTo>
                  <a:pt x="27856" y="82496"/>
                </a:lnTo>
                <a:lnTo>
                  <a:pt x="27856" y="82496"/>
                </a:lnTo>
                <a:lnTo>
                  <a:pt x="27856" y="82495"/>
                </a:lnTo>
                <a:lnTo>
                  <a:pt x="27856" y="82495"/>
                </a:lnTo>
                <a:lnTo>
                  <a:pt x="27856" y="82495"/>
                </a:lnTo>
                <a:lnTo>
                  <a:pt x="27856" y="82495"/>
                </a:lnTo>
                <a:lnTo>
                  <a:pt x="27856" y="82494"/>
                </a:lnTo>
                <a:lnTo>
                  <a:pt x="27856" y="82494"/>
                </a:lnTo>
                <a:lnTo>
                  <a:pt x="27856" y="82494"/>
                </a:lnTo>
                <a:lnTo>
                  <a:pt x="27856" y="82494"/>
                </a:lnTo>
                <a:lnTo>
                  <a:pt x="27856" y="82494"/>
                </a:lnTo>
                <a:lnTo>
                  <a:pt x="27856" y="82493"/>
                </a:lnTo>
                <a:lnTo>
                  <a:pt x="27856" y="82493"/>
                </a:lnTo>
                <a:lnTo>
                  <a:pt x="27856" y="82493"/>
                </a:lnTo>
                <a:lnTo>
                  <a:pt x="27856" y="82493"/>
                </a:lnTo>
                <a:lnTo>
                  <a:pt x="27856" y="82492"/>
                </a:lnTo>
                <a:lnTo>
                  <a:pt x="27856" y="82492"/>
                </a:lnTo>
                <a:lnTo>
                  <a:pt x="27856" y="82492"/>
                </a:lnTo>
                <a:lnTo>
                  <a:pt x="27856" y="82492"/>
                </a:lnTo>
                <a:lnTo>
                  <a:pt x="27856" y="82492"/>
                </a:lnTo>
                <a:lnTo>
                  <a:pt x="27856" y="82491"/>
                </a:lnTo>
                <a:lnTo>
                  <a:pt x="27856" y="82491"/>
                </a:lnTo>
                <a:lnTo>
                  <a:pt x="27856" y="82491"/>
                </a:lnTo>
                <a:lnTo>
                  <a:pt x="27856" y="82491"/>
                </a:lnTo>
                <a:lnTo>
                  <a:pt x="27856" y="82490"/>
                </a:lnTo>
                <a:lnTo>
                  <a:pt x="27856" y="82490"/>
                </a:lnTo>
                <a:lnTo>
                  <a:pt x="27856" y="82490"/>
                </a:lnTo>
                <a:lnTo>
                  <a:pt x="27856" y="82490"/>
                </a:lnTo>
                <a:lnTo>
                  <a:pt x="27856" y="82490"/>
                </a:lnTo>
                <a:lnTo>
                  <a:pt x="27856" y="82489"/>
                </a:lnTo>
                <a:lnTo>
                  <a:pt x="27856" y="82489"/>
                </a:lnTo>
                <a:lnTo>
                  <a:pt x="27856" y="82489"/>
                </a:lnTo>
                <a:lnTo>
                  <a:pt x="27856" y="82489"/>
                </a:lnTo>
                <a:lnTo>
                  <a:pt x="27856" y="82488"/>
                </a:lnTo>
                <a:lnTo>
                  <a:pt x="27856" y="82488"/>
                </a:lnTo>
                <a:lnTo>
                  <a:pt x="27856" y="82488"/>
                </a:lnTo>
                <a:lnTo>
                  <a:pt x="27856" y="82488"/>
                </a:lnTo>
                <a:lnTo>
                  <a:pt x="27856" y="82487"/>
                </a:lnTo>
                <a:lnTo>
                  <a:pt x="27856" y="82487"/>
                </a:lnTo>
                <a:lnTo>
                  <a:pt x="27856" y="82487"/>
                </a:lnTo>
                <a:lnTo>
                  <a:pt x="27856" y="82487"/>
                </a:lnTo>
                <a:lnTo>
                  <a:pt x="27856" y="82487"/>
                </a:lnTo>
                <a:lnTo>
                  <a:pt x="27856" y="82486"/>
                </a:lnTo>
                <a:lnTo>
                  <a:pt x="27856" y="82486"/>
                </a:lnTo>
                <a:lnTo>
                  <a:pt x="27856" y="82486"/>
                </a:lnTo>
                <a:lnTo>
                  <a:pt x="27856" y="82486"/>
                </a:lnTo>
                <a:lnTo>
                  <a:pt x="27856" y="82485"/>
                </a:lnTo>
                <a:lnTo>
                  <a:pt x="27856" y="82485"/>
                </a:lnTo>
                <a:lnTo>
                  <a:pt x="27856" y="82485"/>
                </a:lnTo>
                <a:lnTo>
                  <a:pt x="27856" y="82485"/>
                </a:lnTo>
                <a:lnTo>
                  <a:pt x="27856" y="82485"/>
                </a:lnTo>
                <a:lnTo>
                  <a:pt x="27856" y="82484"/>
                </a:lnTo>
                <a:lnTo>
                  <a:pt x="27856" y="82484"/>
                </a:lnTo>
                <a:lnTo>
                  <a:pt x="27856" y="82484"/>
                </a:lnTo>
                <a:lnTo>
                  <a:pt x="27856" y="82484"/>
                </a:lnTo>
                <a:lnTo>
                  <a:pt x="27856" y="82483"/>
                </a:lnTo>
                <a:lnTo>
                  <a:pt x="27856" y="82483"/>
                </a:lnTo>
                <a:lnTo>
                  <a:pt x="27856" y="82483"/>
                </a:lnTo>
                <a:lnTo>
                  <a:pt x="27856" y="82483"/>
                </a:lnTo>
                <a:lnTo>
                  <a:pt x="27856" y="82483"/>
                </a:lnTo>
                <a:lnTo>
                  <a:pt x="27856" y="82482"/>
                </a:lnTo>
                <a:lnTo>
                  <a:pt x="27856" y="82482"/>
                </a:lnTo>
                <a:lnTo>
                  <a:pt x="27856" y="82482"/>
                </a:lnTo>
                <a:lnTo>
                  <a:pt x="27856" y="82482"/>
                </a:lnTo>
                <a:lnTo>
                  <a:pt x="27856" y="82481"/>
                </a:lnTo>
                <a:lnTo>
                  <a:pt x="27856" y="82481"/>
                </a:lnTo>
                <a:lnTo>
                  <a:pt x="27856" y="82481"/>
                </a:lnTo>
                <a:lnTo>
                  <a:pt x="27856" y="82481"/>
                </a:lnTo>
                <a:lnTo>
                  <a:pt x="27856" y="82481"/>
                </a:lnTo>
                <a:lnTo>
                  <a:pt x="27856" y="82480"/>
                </a:lnTo>
                <a:lnTo>
                  <a:pt x="27856" y="82480"/>
                </a:lnTo>
                <a:lnTo>
                  <a:pt x="27856" y="82480"/>
                </a:lnTo>
                <a:lnTo>
                  <a:pt x="27856" y="82480"/>
                </a:lnTo>
                <a:lnTo>
                  <a:pt x="27856" y="82479"/>
                </a:lnTo>
                <a:lnTo>
                  <a:pt x="27856" y="82479"/>
                </a:lnTo>
                <a:lnTo>
                  <a:pt x="27856" y="82479"/>
                </a:lnTo>
                <a:lnTo>
                  <a:pt x="27856" y="82479"/>
                </a:lnTo>
                <a:lnTo>
                  <a:pt x="27856" y="82479"/>
                </a:lnTo>
                <a:lnTo>
                  <a:pt x="27856" y="82478"/>
                </a:lnTo>
                <a:lnTo>
                  <a:pt x="27856" y="82478"/>
                </a:lnTo>
                <a:lnTo>
                  <a:pt x="27856" y="82478"/>
                </a:lnTo>
                <a:lnTo>
                  <a:pt x="27856" y="82478"/>
                </a:lnTo>
                <a:lnTo>
                  <a:pt x="27856" y="82477"/>
                </a:lnTo>
                <a:lnTo>
                  <a:pt x="27856" y="82477"/>
                </a:lnTo>
                <a:lnTo>
                  <a:pt x="27856" y="82477"/>
                </a:lnTo>
                <a:lnTo>
                  <a:pt x="27856" y="82477"/>
                </a:lnTo>
                <a:lnTo>
                  <a:pt x="27856" y="82477"/>
                </a:lnTo>
                <a:lnTo>
                  <a:pt x="27856" y="82476"/>
                </a:lnTo>
                <a:lnTo>
                  <a:pt x="27856" y="82476"/>
                </a:lnTo>
                <a:lnTo>
                  <a:pt x="27856" y="82476"/>
                </a:lnTo>
                <a:lnTo>
                  <a:pt x="27856" y="82476"/>
                </a:lnTo>
                <a:lnTo>
                  <a:pt x="27856" y="82475"/>
                </a:lnTo>
                <a:lnTo>
                  <a:pt x="27856" y="82475"/>
                </a:lnTo>
                <a:lnTo>
                  <a:pt x="27856" y="82475"/>
                </a:lnTo>
                <a:lnTo>
                  <a:pt x="27856" y="82475"/>
                </a:lnTo>
                <a:lnTo>
                  <a:pt x="27856" y="82475"/>
                </a:lnTo>
                <a:lnTo>
                  <a:pt x="27856" y="82474"/>
                </a:lnTo>
                <a:lnTo>
                  <a:pt x="27856" y="82474"/>
                </a:lnTo>
                <a:lnTo>
                  <a:pt x="27856" y="82474"/>
                </a:lnTo>
                <a:lnTo>
                  <a:pt x="27856" y="82474"/>
                </a:lnTo>
                <a:lnTo>
                  <a:pt x="27856" y="82473"/>
                </a:lnTo>
                <a:lnTo>
                  <a:pt x="27856" y="82473"/>
                </a:lnTo>
                <a:lnTo>
                  <a:pt x="27856" y="82473"/>
                </a:lnTo>
                <a:lnTo>
                  <a:pt x="27856" y="82473"/>
                </a:lnTo>
                <a:lnTo>
                  <a:pt x="27856" y="82473"/>
                </a:lnTo>
                <a:lnTo>
                  <a:pt x="27856" y="82472"/>
                </a:lnTo>
                <a:lnTo>
                  <a:pt x="27856" y="82472"/>
                </a:lnTo>
                <a:lnTo>
                  <a:pt x="27856" y="82472"/>
                </a:lnTo>
                <a:lnTo>
                  <a:pt x="27856" y="82472"/>
                </a:lnTo>
                <a:lnTo>
                  <a:pt x="27856" y="82471"/>
                </a:lnTo>
                <a:lnTo>
                  <a:pt x="27856" y="82471"/>
                </a:lnTo>
                <a:lnTo>
                  <a:pt x="27856" y="82471"/>
                </a:lnTo>
                <a:lnTo>
                  <a:pt x="27856" y="82471"/>
                </a:lnTo>
                <a:lnTo>
                  <a:pt x="27856" y="82470"/>
                </a:lnTo>
                <a:lnTo>
                  <a:pt x="27856" y="82470"/>
                </a:lnTo>
                <a:lnTo>
                  <a:pt x="27856" y="82470"/>
                </a:lnTo>
                <a:lnTo>
                  <a:pt x="27856" y="82470"/>
                </a:lnTo>
                <a:lnTo>
                  <a:pt x="27856" y="82470"/>
                </a:lnTo>
                <a:lnTo>
                  <a:pt x="27856" y="82469"/>
                </a:lnTo>
                <a:lnTo>
                  <a:pt x="27856" y="82469"/>
                </a:lnTo>
                <a:lnTo>
                  <a:pt x="27856" y="82469"/>
                </a:lnTo>
                <a:lnTo>
                  <a:pt x="27856" y="82469"/>
                </a:lnTo>
                <a:lnTo>
                  <a:pt x="27856" y="82468"/>
                </a:lnTo>
                <a:lnTo>
                  <a:pt x="27856" y="82468"/>
                </a:lnTo>
                <a:lnTo>
                  <a:pt x="27856" y="82468"/>
                </a:lnTo>
                <a:lnTo>
                  <a:pt x="27856" y="82468"/>
                </a:lnTo>
                <a:lnTo>
                  <a:pt x="27856" y="82468"/>
                </a:lnTo>
                <a:lnTo>
                  <a:pt x="27856" y="82467"/>
                </a:lnTo>
                <a:lnTo>
                  <a:pt x="27856" y="82467"/>
                </a:lnTo>
                <a:lnTo>
                  <a:pt x="27856" y="82467"/>
                </a:lnTo>
                <a:lnTo>
                  <a:pt x="27856" y="82467"/>
                </a:lnTo>
                <a:lnTo>
                  <a:pt x="27856" y="82466"/>
                </a:lnTo>
                <a:lnTo>
                  <a:pt x="27856" y="82466"/>
                </a:lnTo>
                <a:lnTo>
                  <a:pt x="27856" y="82466"/>
                </a:lnTo>
                <a:lnTo>
                  <a:pt x="27856" y="82466"/>
                </a:lnTo>
                <a:lnTo>
                  <a:pt x="27856" y="82466"/>
                </a:lnTo>
                <a:lnTo>
                  <a:pt x="27856" y="82465"/>
                </a:lnTo>
                <a:lnTo>
                  <a:pt x="27856" y="82465"/>
                </a:lnTo>
                <a:lnTo>
                  <a:pt x="27856" y="82465"/>
                </a:lnTo>
                <a:lnTo>
                  <a:pt x="27856" y="82465"/>
                </a:lnTo>
                <a:lnTo>
                  <a:pt x="27856" y="82464"/>
                </a:lnTo>
                <a:lnTo>
                  <a:pt x="27856" y="82464"/>
                </a:lnTo>
                <a:lnTo>
                  <a:pt x="27856" y="82464"/>
                </a:lnTo>
                <a:lnTo>
                  <a:pt x="27856" y="82464"/>
                </a:lnTo>
                <a:lnTo>
                  <a:pt x="27856" y="82464"/>
                </a:lnTo>
                <a:lnTo>
                  <a:pt x="27856" y="82463"/>
                </a:lnTo>
                <a:lnTo>
                  <a:pt x="27856" y="82463"/>
                </a:lnTo>
                <a:lnTo>
                  <a:pt x="27856" y="82463"/>
                </a:lnTo>
                <a:lnTo>
                  <a:pt x="27856" y="82463"/>
                </a:lnTo>
                <a:lnTo>
                  <a:pt x="27856" y="82462"/>
                </a:lnTo>
                <a:lnTo>
                  <a:pt x="27856" y="82462"/>
                </a:lnTo>
                <a:lnTo>
                  <a:pt x="27856" y="82462"/>
                </a:lnTo>
                <a:lnTo>
                  <a:pt x="27856" y="82462"/>
                </a:lnTo>
                <a:lnTo>
                  <a:pt x="27856" y="82462"/>
                </a:lnTo>
                <a:lnTo>
                  <a:pt x="27856" y="82461"/>
                </a:lnTo>
                <a:lnTo>
                  <a:pt x="27856" y="82461"/>
                </a:lnTo>
                <a:lnTo>
                  <a:pt x="27856" y="82461"/>
                </a:lnTo>
                <a:lnTo>
                  <a:pt x="27856" y="82461"/>
                </a:lnTo>
                <a:lnTo>
                  <a:pt x="27856" y="82460"/>
                </a:lnTo>
                <a:lnTo>
                  <a:pt x="27856" y="82460"/>
                </a:lnTo>
                <a:lnTo>
                  <a:pt x="27856" y="82460"/>
                </a:lnTo>
                <a:lnTo>
                  <a:pt x="27856" y="82460"/>
                </a:lnTo>
                <a:lnTo>
                  <a:pt x="27856" y="82460"/>
                </a:lnTo>
                <a:lnTo>
                  <a:pt x="27856" y="82459"/>
                </a:lnTo>
                <a:lnTo>
                  <a:pt x="27856" y="82459"/>
                </a:lnTo>
                <a:lnTo>
                  <a:pt x="27856" y="82459"/>
                </a:lnTo>
                <a:lnTo>
                  <a:pt x="27856" y="82459"/>
                </a:lnTo>
                <a:lnTo>
                  <a:pt x="27856" y="82458"/>
                </a:lnTo>
                <a:lnTo>
                  <a:pt x="27856" y="82458"/>
                </a:lnTo>
                <a:lnTo>
                  <a:pt x="27856" y="82458"/>
                </a:lnTo>
                <a:lnTo>
                  <a:pt x="27856" y="82458"/>
                </a:lnTo>
                <a:lnTo>
                  <a:pt x="27856" y="82458"/>
                </a:lnTo>
                <a:lnTo>
                  <a:pt x="27856" y="82457"/>
                </a:lnTo>
                <a:lnTo>
                  <a:pt x="27856" y="82457"/>
                </a:lnTo>
                <a:lnTo>
                  <a:pt x="27856" y="82457"/>
                </a:lnTo>
                <a:lnTo>
                  <a:pt x="27856" y="82457"/>
                </a:lnTo>
                <a:lnTo>
                  <a:pt x="27856" y="82456"/>
                </a:lnTo>
                <a:lnTo>
                  <a:pt x="27856" y="82456"/>
                </a:lnTo>
                <a:lnTo>
                  <a:pt x="27856" y="82456"/>
                </a:lnTo>
                <a:lnTo>
                  <a:pt x="27856" y="82456"/>
                </a:lnTo>
                <a:lnTo>
                  <a:pt x="27856" y="82456"/>
                </a:lnTo>
                <a:lnTo>
                  <a:pt x="27856" y="82455"/>
                </a:lnTo>
                <a:lnTo>
                  <a:pt x="27856" y="82455"/>
                </a:lnTo>
                <a:lnTo>
                  <a:pt x="27856" y="82455"/>
                </a:lnTo>
                <a:lnTo>
                  <a:pt x="27856" y="82455"/>
                </a:lnTo>
                <a:lnTo>
                  <a:pt x="27856" y="82454"/>
                </a:lnTo>
                <a:lnTo>
                  <a:pt x="27856" y="82454"/>
                </a:lnTo>
                <a:lnTo>
                  <a:pt x="27856" y="82454"/>
                </a:lnTo>
                <a:lnTo>
                  <a:pt x="27856" y="82454"/>
                </a:lnTo>
                <a:lnTo>
                  <a:pt x="27856" y="82454"/>
                </a:lnTo>
                <a:lnTo>
                  <a:pt x="27856" y="82453"/>
                </a:lnTo>
                <a:lnTo>
                  <a:pt x="27856" y="82453"/>
                </a:lnTo>
                <a:lnTo>
                  <a:pt x="27856" y="82453"/>
                </a:lnTo>
                <a:lnTo>
                  <a:pt x="27856" y="82453"/>
                </a:lnTo>
                <a:lnTo>
                  <a:pt x="27856" y="82452"/>
                </a:lnTo>
                <a:lnTo>
                  <a:pt x="27856" y="82452"/>
                </a:lnTo>
                <a:lnTo>
                  <a:pt x="27856" y="82452"/>
                </a:lnTo>
                <a:lnTo>
                  <a:pt x="27856" y="82452"/>
                </a:lnTo>
                <a:lnTo>
                  <a:pt x="27856" y="82452"/>
                </a:lnTo>
                <a:lnTo>
                  <a:pt x="27856" y="82451"/>
                </a:lnTo>
                <a:lnTo>
                  <a:pt x="27856" y="82451"/>
                </a:lnTo>
                <a:lnTo>
                  <a:pt x="27856" y="82451"/>
                </a:lnTo>
                <a:lnTo>
                  <a:pt x="27856" y="82451"/>
                </a:lnTo>
                <a:lnTo>
                  <a:pt x="27856" y="82450"/>
                </a:lnTo>
                <a:lnTo>
                  <a:pt x="27856" y="82450"/>
                </a:lnTo>
                <a:lnTo>
                  <a:pt x="27856" y="82450"/>
                </a:lnTo>
                <a:lnTo>
                  <a:pt x="27856" y="82450"/>
                </a:lnTo>
                <a:lnTo>
                  <a:pt x="27856" y="82450"/>
                </a:lnTo>
                <a:lnTo>
                  <a:pt x="27856" y="82449"/>
                </a:lnTo>
                <a:lnTo>
                  <a:pt x="27856" y="82449"/>
                </a:lnTo>
                <a:lnTo>
                  <a:pt x="27856" y="82449"/>
                </a:lnTo>
                <a:lnTo>
                  <a:pt x="27856" y="82449"/>
                </a:lnTo>
                <a:lnTo>
                  <a:pt x="27856" y="82448"/>
                </a:lnTo>
                <a:lnTo>
                  <a:pt x="27856" y="82448"/>
                </a:lnTo>
                <a:lnTo>
                  <a:pt x="27856" y="82448"/>
                </a:lnTo>
                <a:lnTo>
                  <a:pt x="27856" y="82448"/>
                </a:lnTo>
                <a:lnTo>
                  <a:pt x="27856" y="82448"/>
                </a:lnTo>
                <a:lnTo>
                  <a:pt x="27856" y="82447"/>
                </a:lnTo>
                <a:lnTo>
                  <a:pt x="27856" y="82447"/>
                </a:lnTo>
                <a:lnTo>
                  <a:pt x="27856" y="82447"/>
                </a:lnTo>
                <a:lnTo>
                  <a:pt x="27856" y="82447"/>
                </a:lnTo>
                <a:lnTo>
                  <a:pt x="27856" y="82447"/>
                </a:lnTo>
                <a:lnTo>
                  <a:pt x="27856" y="82446"/>
                </a:lnTo>
                <a:lnTo>
                  <a:pt x="27856" y="82446"/>
                </a:lnTo>
                <a:lnTo>
                  <a:pt x="27856" y="82446"/>
                </a:lnTo>
                <a:lnTo>
                  <a:pt x="27856" y="82446"/>
                </a:lnTo>
                <a:lnTo>
                  <a:pt x="27856" y="82445"/>
                </a:lnTo>
                <a:lnTo>
                  <a:pt x="27856" y="82445"/>
                </a:lnTo>
                <a:lnTo>
                  <a:pt x="27856" y="82445"/>
                </a:lnTo>
                <a:lnTo>
                  <a:pt x="27856" y="82445"/>
                </a:lnTo>
                <a:lnTo>
                  <a:pt x="27856" y="82445"/>
                </a:lnTo>
                <a:lnTo>
                  <a:pt x="27856" y="82444"/>
                </a:lnTo>
                <a:lnTo>
                  <a:pt x="27856" y="82444"/>
                </a:lnTo>
                <a:lnTo>
                  <a:pt x="27856" y="82444"/>
                </a:lnTo>
                <a:lnTo>
                  <a:pt x="27856" y="82444"/>
                </a:lnTo>
                <a:lnTo>
                  <a:pt x="27856" y="82443"/>
                </a:lnTo>
                <a:lnTo>
                  <a:pt x="27856" y="82443"/>
                </a:lnTo>
                <a:lnTo>
                  <a:pt x="27856" y="82443"/>
                </a:lnTo>
                <a:lnTo>
                  <a:pt x="27856" y="82443"/>
                </a:lnTo>
                <a:lnTo>
                  <a:pt x="27856" y="82443"/>
                </a:lnTo>
                <a:lnTo>
                  <a:pt x="27856" y="82442"/>
                </a:lnTo>
                <a:lnTo>
                  <a:pt x="27856" y="82442"/>
                </a:lnTo>
                <a:lnTo>
                  <a:pt x="27856" y="82442"/>
                </a:lnTo>
                <a:lnTo>
                  <a:pt x="27856" y="82442"/>
                </a:lnTo>
                <a:lnTo>
                  <a:pt x="27856" y="82441"/>
                </a:lnTo>
                <a:lnTo>
                  <a:pt x="27856" y="82441"/>
                </a:lnTo>
                <a:lnTo>
                  <a:pt x="27856" y="82441"/>
                </a:lnTo>
                <a:lnTo>
                  <a:pt x="27856" y="82441"/>
                </a:lnTo>
                <a:lnTo>
                  <a:pt x="27856" y="82441"/>
                </a:lnTo>
                <a:lnTo>
                  <a:pt x="27856" y="82440"/>
                </a:lnTo>
                <a:lnTo>
                  <a:pt x="27856" y="82440"/>
                </a:lnTo>
                <a:lnTo>
                  <a:pt x="27856" y="82440"/>
                </a:lnTo>
                <a:lnTo>
                  <a:pt x="27856" y="82440"/>
                </a:lnTo>
                <a:lnTo>
                  <a:pt x="27856" y="82439"/>
                </a:lnTo>
                <a:lnTo>
                  <a:pt x="27856" y="82439"/>
                </a:lnTo>
                <a:lnTo>
                  <a:pt x="27856" y="82439"/>
                </a:lnTo>
                <a:lnTo>
                  <a:pt x="27856" y="82439"/>
                </a:lnTo>
                <a:lnTo>
                  <a:pt x="27856" y="82439"/>
                </a:lnTo>
                <a:lnTo>
                  <a:pt x="27856" y="82438"/>
                </a:lnTo>
                <a:lnTo>
                  <a:pt x="27856" y="82438"/>
                </a:lnTo>
                <a:lnTo>
                  <a:pt x="27856" y="82438"/>
                </a:lnTo>
                <a:lnTo>
                  <a:pt x="27856" y="82438"/>
                </a:lnTo>
                <a:lnTo>
                  <a:pt x="27856" y="82437"/>
                </a:lnTo>
                <a:lnTo>
                  <a:pt x="27856" y="82437"/>
                </a:lnTo>
                <a:lnTo>
                  <a:pt x="27856" y="82437"/>
                </a:lnTo>
                <a:lnTo>
                  <a:pt x="27856" y="82437"/>
                </a:lnTo>
                <a:lnTo>
                  <a:pt x="27856" y="82437"/>
                </a:lnTo>
                <a:lnTo>
                  <a:pt x="27856" y="82436"/>
                </a:lnTo>
                <a:lnTo>
                  <a:pt x="27856" y="82436"/>
                </a:lnTo>
                <a:lnTo>
                  <a:pt x="27856" y="82436"/>
                </a:lnTo>
                <a:lnTo>
                  <a:pt x="27856" y="82436"/>
                </a:lnTo>
                <a:lnTo>
                  <a:pt x="27856" y="82435"/>
                </a:lnTo>
                <a:lnTo>
                  <a:pt x="27856" y="82435"/>
                </a:lnTo>
                <a:lnTo>
                  <a:pt x="27856" y="82435"/>
                </a:lnTo>
                <a:lnTo>
                  <a:pt x="27856" y="82435"/>
                </a:lnTo>
                <a:lnTo>
                  <a:pt x="27856" y="82435"/>
                </a:lnTo>
                <a:lnTo>
                  <a:pt x="27856" y="82434"/>
                </a:lnTo>
                <a:lnTo>
                  <a:pt x="27856" y="82434"/>
                </a:lnTo>
                <a:lnTo>
                  <a:pt x="27856" y="82434"/>
                </a:lnTo>
                <a:lnTo>
                  <a:pt x="27856" y="82434"/>
                </a:lnTo>
                <a:lnTo>
                  <a:pt x="27856" y="82433"/>
                </a:lnTo>
                <a:lnTo>
                  <a:pt x="27856" y="82433"/>
                </a:lnTo>
                <a:lnTo>
                  <a:pt x="27856" y="82433"/>
                </a:lnTo>
                <a:lnTo>
                  <a:pt x="27856" y="82433"/>
                </a:lnTo>
                <a:lnTo>
                  <a:pt x="27856" y="82433"/>
                </a:lnTo>
                <a:lnTo>
                  <a:pt x="27856" y="82432"/>
                </a:lnTo>
                <a:lnTo>
                  <a:pt x="27856" y="82432"/>
                </a:lnTo>
                <a:lnTo>
                  <a:pt x="27856" y="82432"/>
                </a:lnTo>
                <a:lnTo>
                  <a:pt x="27856" y="82432"/>
                </a:lnTo>
                <a:lnTo>
                  <a:pt x="27856" y="82432"/>
                </a:lnTo>
                <a:lnTo>
                  <a:pt x="27856" y="82431"/>
                </a:lnTo>
                <a:lnTo>
                  <a:pt x="27856" y="82431"/>
                </a:lnTo>
                <a:lnTo>
                  <a:pt x="27856" y="82431"/>
                </a:lnTo>
                <a:lnTo>
                  <a:pt x="27856" y="82431"/>
                </a:lnTo>
                <a:lnTo>
                  <a:pt x="27856" y="82430"/>
                </a:lnTo>
                <a:lnTo>
                  <a:pt x="27856" y="82430"/>
                </a:lnTo>
                <a:lnTo>
                  <a:pt x="27856" y="82430"/>
                </a:lnTo>
                <a:lnTo>
                  <a:pt x="27856" y="82430"/>
                </a:lnTo>
                <a:lnTo>
                  <a:pt x="27856" y="82430"/>
                </a:lnTo>
                <a:lnTo>
                  <a:pt x="27856" y="82429"/>
                </a:lnTo>
                <a:lnTo>
                  <a:pt x="27856" y="82429"/>
                </a:lnTo>
                <a:lnTo>
                  <a:pt x="27856" y="82429"/>
                </a:lnTo>
                <a:lnTo>
                  <a:pt x="27856" y="82429"/>
                </a:lnTo>
                <a:lnTo>
                  <a:pt x="27856" y="82428"/>
                </a:lnTo>
                <a:lnTo>
                  <a:pt x="27856" y="82428"/>
                </a:lnTo>
                <a:lnTo>
                  <a:pt x="27856" y="82428"/>
                </a:lnTo>
                <a:lnTo>
                  <a:pt x="27856" y="82428"/>
                </a:lnTo>
                <a:lnTo>
                  <a:pt x="27856" y="82428"/>
                </a:lnTo>
                <a:lnTo>
                  <a:pt x="27856" y="82427"/>
                </a:lnTo>
                <a:lnTo>
                  <a:pt x="27856" y="82427"/>
                </a:lnTo>
                <a:lnTo>
                  <a:pt x="27856" y="82427"/>
                </a:lnTo>
                <a:lnTo>
                  <a:pt x="27856" y="82427"/>
                </a:lnTo>
                <a:lnTo>
                  <a:pt x="27856" y="82426"/>
                </a:lnTo>
                <a:lnTo>
                  <a:pt x="27856" y="82426"/>
                </a:lnTo>
                <a:lnTo>
                  <a:pt x="27856" y="82426"/>
                </a:lnTo>
                <a:lnTo>
                  <a:pt x="27856" y="82426"/>
                </a:lnTo>
                <a:lnTo>
                  <a:pt x="27856" y="82426"/>
                </a:lnTo>
                <a:lnTo>
                  <a:pt x="27856" y="82425"/>
                </a:lnTo>
                <a:lnTo>
                  <a:pt x="27856" y="82425"/>
                </a:lnTo>
                <a:lnTo>
                  <a:pt x="27856" y="82425"/>
                </a:lnTo>
                <a:lnTo>
                  <a:pt x="27856" y="82425"/>
                </a:lnTo>
                <a:lnTo>
                  <a:pt x="27856" y="82424"/>
                </a:lnTo>
                <a:lnTo>
                  <a:pt x="27856" y="82424"/>
                </a:lnTo>
                <a:lnTo>
                  <a:pt x="27856" y="82424"/>
                </a:lnTo>
                <a:lnTo>
                  <a:pt x="27856" y="82424"/>
                </a:lnTo>
                <a:lnTo>
                  <a:pt x="27856" y="82424"/>
                </a:lnTo>
                <a:lnTo>
                  <a:pt x="27856" y="82423"/>
                </a:lnTo>
                <a:lnTo>
                  <a:pt x="27856" y="82423"/>
                </a:lnTo>
                <a:lnTo>
                  <a:pt x="27856" y="82423"/>
                </a:lnTo>
                <a:lnTo>
                  <a:pt x="27856" y="82423"/>
                </a:lnTo>
                <a:lnTo>
                  <a:pt x="27856" y="82422"/>
                </a:lnTo>
                <a:lnTo>
                  <a:pt x="27856" y="82422"/>
                </a:lnTo>
                <a:lnTo>
                  <a:pt x="27856" y="82422"/>
                </a:lnTo>
                <a:lnTo>
                  <a:pt x="27856" y="82422"/>
                </a:lnTo>
                <a:lnTo>
                  <a:pt x="27856" y="82422"/>
                </a:lnTo>
                <a:lnTo>
                  <a:pt x="27856" y="82421"/>
                </a:lnTo>
                <a:lnTo>
                  <a:pt x="27856" y="82421"/>
                </a:lnTo>
                <a:lnTo>
                  <a:pt x="27856" y="82421"/>
                </a:lnTo>
                <a:lnTo>
                  <a:pt x="27856" y="82421"/>
                </a:lnTo>
                <a:lnTo>
                  <a:pt x="27856" y="82421"/>
                </a:lnTo>
                <a:lnTo>
                  <a:pt x="27856" y="82420"/>
                </a:lnTo>
                <a:lnTo>
                  <a:pt x="27856" y="82420"/>
                </a:lnTo>
                <a:lnTo>
                  <a:pt x="27856" y="82420"/>
                </a:lnTo>
                <a:lnTo>
                  <a:pt x="27856" y="82420"/>
                </a:lnTo>
                <a:lnTo>
                  <a:pt x="27856" y="82419"/>
                </a:lnTo>
                <a:lnTo>
                  <a:pt x="27856" y="82419"/>
                </a:lnTo>
                <a:lnTo>
                  <a:pt x="27856" y="82419"/>
                </a:lnTo>
                <a:lnTo>
                  <a:pt x="27856" y="82419"/>
                </a:lnTo>
                <a:lnTo>
                  <a:pt x="27856" y="82419"/>
                </a:lnTo>
                <a:lnTo>
                  <a:pt x="27856" y="82418"/>
                </a:lnTo>
                <a:lnTo>
                  <a:pt x="27856" y="82418"/>
                </a:lnTo>
                <a:lnTo>
                  <a:pt x="27856" y="82418"/>
                </a:lnTo>
                <a:lnTo>
                  <a:pt x="27856" y="82418"/>
                </a:lnTo>
                <a:lnTo>
                  <a:pt x="27856" y="82417"/>
                </a:lnTo>
                <a:lnTo>
                  <a:pt x="27856" y="82417"/>
                </a:lnTo>
                <a:lnTo>
                  <a:pt x="27856" y="82417"/>
                </a:lnTo>
                <a:lnTo>
                  <a:pt x="27856" y="82417"/>
                </a:lnTo>
                <a:lnTo>
                  <a:pt x="27856" y="82417"/>
                </a:lnTo>
                <a:lnTo>
                  <a:pt x="27856" y="82416"/>
                </a:lnTo>
                <a:lnTo>
                  <a:pt x="27856" y="82416"/>
                </a:lnTo>
                <a:lnTo>
                  <a:pt x="27856" y="82416"/>
                </a:lnTo>
                <a:lnTo>
                  <a:pt x="27856" y="82416"/>
                </a:lnTo>
                <a:lnTo>
                  <a:pt x="27856" y="82415"/>
                </a:lnTo>
                <a:lnTo>
                  <a:pt x="27856" y="82415"/>
                </a:lnTo>
                <a:lnTo>
                  <a:pt x="27856" y="82415"/>
                </a:lnTo>
                <a:lnTo>
                  <a:pt x="27856" y="82415"/>
                </a:lnTo>
                <a:lnTo>
                  <a:pt x="27856" y="82415"/>
                </a:lnTo>
                <a:lnTo>
                  <a:pt x="27856" y="82414"/>
                </a:lnTo>
                <a:lnTo>
                  <a:pt x="27856" y="82414"/>
                </a:lnTo>
                <a:lnTo>
                  <a:pt x="27856" y="82414"/>
                </a:lnTo>
                <a:lnTo>
                  <a:pt x="27856" y="82414"/>
                </a:lnTo>
                <a:lnTo>
                  <a:pt x="27856" y="82414"/>
                </a:lnTo>
                <a:lnTo>
                  <a:pt x="27856" y="82413"/>
                </a:lnTo>
                <a:lnTo>
                  <a:pt x="27856" y="82413"/>
                </a:lnTo>
                <a:lnTo>
                  <a:pt x="27856" y="82413"/>
                </a:lnTo>
                <a:lnTo>
                  <a:pt x="27856" y="82413"/>
                </a:lnTo>
                <a:lnTo>
                  <a:pt x="27856" y="82412"/>
                </a:lnTo>
                <a:lnTo>
                  <a:pt x="27856" y="82412"/>
                </a:lnTo>
                <a:lnTo>
                  <a:pt x="27856" y="82412"/>
                </a:lnTo>
                <a:lnTo>
                  <a:pt x="27856" y="82412"/>
                </a:lnTo>
                <a:lnTo>
                  <a:pt x="27856" y="82412"/>
                </a:lnTo>
                <a:lnTo>
                  <a:pt x="27856" y="82411"/>
                </a:lnTo>
                <a:lnTo>
                  <a:pt x="27856" y="82411"/>
                </a:lnTo>
                <a:lnTo>
                  <a:pt x="27856" y="82411"/>
                </a:lnTo>
                <a:lnTo>
                  <a:pt x="27856" y="82411"/>
                </a:lnTo>
                <a:lnTo>
                  <a:pt x="27856" y="82410"/>
                </a:lnTo>
                <a:lnTo>
                  <a:pt x="27856" y="82410"/>
                </a:lnTo>
                <a:lnTo>
                  <a:pt x="27856" y="82410"/>
                </a:lnTo>
                <a:lnTo>
                  <a:pt x="27856" y="82410"/>
                </a:lnTo>
                <a:lnTo>
                  <a:pt x="27856" y="82410"/>
                </a:lnTo>
                <a:lnTo>
                  <a:pt x="27856" y="82409"/>
                </a:lnTo>
                <a:lnTo>
                  <a:pt x="27856" y="82409"/>
                </a:lnTo>
                <a:lnTo>
                  <a:pt x="27856" y="82409"/>
                </a:lnTo>
                <a:lnTo>
                  <a:pt x="27856" y="82409"/>
                </a:lnTo>
                <a:lnTo>
                  <a:pt x="27856" y="82408"/>
                </a:lnTo>
                <a:lnTo>
                  <a:pt x="27856" y="82408"/>
                </a:lnTo>
                <a:lnTo>
                  <a:pt x="27856" y="82408"/>
                </a:lnTo>
                <a:lnTo>
                  <a:pt x="27856" y="82408"/>
                </a:lnTo>
                <a:lnTo>
                  <a:pt x="27856" y="82408"/>
                </a:lnTo>
                <a:lnTo>
                  <a:pt x="27856" y="82407"/>
                </a:lnTo>
                <a:lnTo>
                  <a:pt x="27856" y="82407"/>
                </a:lnTo>
                <a:lnTo>
                  <a:pt x="27856" y="82407"/>
                </a:lnTo>
                <a:lnTo>
                  <a:pt x="27856" y="82407"/>
                </a:lnTo>
                <a:lnTo>
                  <a:pt x="27856" y="82407"/>
                </a:lnTo>
                <a:lnTo>
                  <a:pt x="27856" y="82406"/>
                </a:lnTo>
                <a:lnTo>
                  <a:pt x="27856" y="82406"/>
                </a:lnTo>
                <a:lnTo>
                  <a:pt x="27856" y="82406"/>
                </a:lnTo>
                <a:lnTo>
                  <a:pt x="27856" y="82406"/>
                </a:lnTo>
                <a:lnTo>
                  <a:pt x="27856" y="82405"/>
                </a:lnTo>
                <a:lnTo>
                  <a:pt x="27856" y="82405"/>
                </a:lnTo>
                <a:lnTo>
                  <a:pt x="27856" y="82405"/>
                </a:lnTo>
                <a:lnTo>
                  <a:pt x="27856" y="82405"/>
                </a:lnTo>
                <a:lnTo>
                  <a:pt x="27856" y="82405"/>
                </a:lnTo>
                <a:lnTo>
                  <a:pt x="27856" y="82404"/>
                </a:lnTo>
                <a:lnTo>
                  <a:pt x="27856" y="82404"/>
                </a:lnTo>
                <a:lnTo>
                  <a:pt x="27856" y="82404"/>
                </a:lnTo>
                <a:lnTo>
                  <a:pt x="27856" y="82404"/>
                </a:lnTo>
                <a:lnTo>
                  <a:pt x="27856" y="82403"/>
                </a:lnTo>
                <a:lnTo>
                  <a:pt x="27856" y="82403"/>
                </a:lnTo>
                <a:lnTo>
                  <a:pt x="27856" y="82403"/>
                </a:lnTo>
                <a:lnTo>
                  <a:pt x="27856" y="82403"/>
                </a:lnTo>
                <a:lnTo>
                  <a:pt x="27856" y="82403"/>
                </a:lnTo>
                <a:lnTo>
                  <a:pt x="27856" y="82402"/>
                </a:lnTo>
                <a:lnTo>
                  <a:pt x="27856" y="82402"/>
                </a:lnTo>
                <a:lnTo>
                  <a:pt x="27856" y="82402"/>
                </a:lnTo>
                <a:lnTo>
                  <a:pt x="27856" y="82402"/>
                </a:lnTo>
                <a:lnTo>
                  <a:pt x="27856" y="82402"/>
                </a:lnTo>
                <a:lnTo>
                  <a:pt x="27856" y="82401"/>
                </a:lnTo>
                <a:lnTo>
                  <a:pt x="27856" y="82401"/>
                </a:lnTo>
                <a:lnTo>
                  <a:pt x="27856" y="82401"/>
                </a:lnTo>
                <a:lnTo>
                  <a:pt x="27856" y="82401"/>
                </a:lnTo>
                <a:lnTo>
                  <a:pt x="27856" y="82400"/>
                </a:lnTo>
                <a:lnTo>
                  <a:pt x="27856" y="82400"/>
                </a:lnTo>
                <a:lnTo>
                  <a:pt x="27856" y="82400"/>
                </a:lnTo>
                <a:lnTo>
                  <a:pt x="27856" y="82400"/>
                </a:lnTo>
                <a:lnTo>
                  <a:pt x="27856" y="82400"/>
                </a:lnTo>
                <a:lnTo>
                  <a:pt x="27856" y="82399"/>
                </a:lnTo>
                <a:lnTo>
                  <a:pt x="27856" y="82399"/>
                </a:lnTo>
                <a:lnTo>
                  <a:pt x="27856" y="82399"/>
                </a:lnTo>
                <a:lnTo>
                  <a:pt x="27856" y="82399"/>
                </a:lnTo>
                <a:lnTo>
                  <a:pt x="27856" y="82398"/>
                </a:lnTo>
                <a:lnTo>
                  <a:pt x="27856" y="82398"/>
                </a:lnTo>
                <a:lnTo>
                  <a:pt x="27856" y="82398"/>
                </a:lnTo>
                <a:lnTo>
                  <a:pt x="27856" y="82398"/>
                </a:lnTo>
                <a:lnTo>
                  <a:pt x="27856" y="82398"/>
                </a:lnTo>
                <a:lnTo>
                  <a:pt x="27856" y="82397"/>
                </a:lnTo>
                <a:lnTo>
                  <a:pt x="27856" y="82397"/>
                </a:lnTo>
                <a:lnTo>
                  <a:pt x="27856" y="82397"/>
                </a:lnTo>
                <a:lnTo>
                  <a:pt x="27856" y="82397"/>
                </a:lnTo>
                <a:lnTo>
                  <a:pt x="27856" y="82397"/>
                </a:lnTo>
                <a:lnTo>
                  <a:pt x="27856" y="82396"/>
                </a:lnTo>
                <a:lnTo>
                  <a:pt x="27856" y="82396"/>
                </a:lnTo>
                <a:lnTo>
                  <a:pt x="27856" y="82396"/>
                </a:lnTo>
                <a:lnTo>
                  <a:pt x="27856" y="82396"/>
                </a:lnTo>
                <a:lnTo>
                  <a:pt x="27856" y="82395"/>
                </a:lnTo>
                <a:lnTo>
                  <a:pt x="27856" y="82395"/>
                </a:lnTo>
                <a:lnTo>
                  <a:pt x="27856" y="82395"/>
                </a:lnTo>
                <a:lnTo>
                  <a:pt x="27856" y="82395"/>
                </a:lnTo>
                <a:lnTo>
                  <a:pt x="27856" y="82395"/>
                </a:lnTo>
                <a:lnTo>
                  <a:pt x="27856" y="82394"/>
                </a:lnTo>
                <a:lnTo>
                  <a:pt x="27856" y="82394"/>
                </a:lnTo>
                <a:lnTo>
                  <a:pt x="27856" y="82394"/>
                </a:lnTo>
                <a:lnTo>
                  <a:pt x="27856" y="82394"/>
                </a:lnTo>
                <a:lnTo>
                  <a:pt x="27856" y="82393"/>
                </a:lnTo>
                <a:lnTo>
                  <a:pt x="27856" y="82393"/>
                </a:lnTo>
                <a:lnTo>
                  <a:pt x="27856" y="82393"/>
                </a:lnTo>
                <a:lnTo>
                  <a:pt x="27856" y="82393"/>
                </a:lnTo>
                <a:lnTo>
                  <a:pt x="27856" y="82393"/>
                </a:lnTo>
                <a:lnTo>
                  <a:pt x="27856" y="82392"/>
                </a:lnTo>
                <a:lnTo>
                  <a:pt x="27856" y="82392"/>
                </a:lnTo>
                <a:lnTo>
                  <a:pt x="27856" y="82392"/>
                </a:lnTo>
                <a:lnTo>
                  <a:pt x="27856" y="82392"/>
                </a:lnTo>
                <a:lnTo>
                  <a:pt x="27856" y="82392"/>
                </a:lnTo>
                <a:lnTo>
                  <a:pt x="27856" y="82391"/>
                </a:lnTo>
                <a:lnTo>
                  <a:pt x="27856" y="82391"/>
                </a:lnTo>
                <a:lnTo>
                  <a:pt x="27856" y="82391"/>
                </a:lnTo>
                <a:lnTo>
                  <a:pt x="27856" y="82391"/>
                </a:lnTo>
                <a:lnTo>
                  <a:pt x="27856" y="82390"/>
                </a:lnTo>
                <a:lnTo>
                  <a:pt x="27856" y="82390"/>
                </a:lnTo>
                <a:lnTo>
                  <a:pt x="27856" y="82390"/>
                </a:lnTo>
                <a:lnTo>
                  <a:pt x="27856" y="82390"/>
                </a:lnTo>
                <a:lnTo>
                  <a:pt x="27856" y="82390"/>
                </a:lnTo>
                <a:lnTo>
                  <a:pt x="27856" y="82389"/>
                </a:lnTo>
                <a:lnTo>
                  <a:pt x="27856" y="82389"/>
                </a:lnTo>
                <a:lnTo>
                  <a:pt x="27856" y="82389"/>
                </a:lnTo>
                <a:lnTo>
                  <a:pt x="27856" y="82389"/>
                </a:lnTo>
                <a:lnTo>
                  <a:pt x="27856" y="82388"/>
                </a:lnTo>
                <a:lnTo>
                  <a:pt x="27856" y="82388"/>
                </a:lnTo>
                <a:lnTo>
                  <a:pt x="27856" y="82388"/>
                </a:lnTo>
                <a:lnTo>
                  <a:pt x="27856" y="82388"/>
                </a:lnTo>
                <a:lnTo>
                  <a:pt x="27856" y="82388"/>
                </a:lnTo>
                <a:lnTo>
                  <a:pt x="27856" y="82387"/>
                </a:lnTo>
                <a:lnTo>
                  <a:pt x="27856" y="82387"/>
                </a:lnTo>
                <a:lnTo>
                  <a:pt x="27856" y="82387"/>
                </a:lnTo>
                <a:lnTo>
                  <a:pt x="27856" y="82387"/>
                </a:lnTo>
                <a:lnTo>
                  <a:pt x="27856" y="82387"/>
                </a:lnTo>
                <a:lnTo>
                  <a:pt x="27856" y="82386"/>
                </a:lnTo>
                <a:lnTo>
                  <a:pt x="27856" y="82386"/>
                </a:lnTo>
                <a:lnTo>
                  <a:pt x="27856" y="82386"/>
                </a:lnTo>
                <a:lnTo>
                  <a:pt x="27856" y="82386"/>
                </a:lnTo>
                <a:lnTo>
                  <a:pt x="27856" y="82385"/>
                </a:lnTo>
                <a:lnTo>
                  <a:pt x="27856" y="82385"/>
                </a:lnTo>
                <a:lnTo>
                  <a:pt x="27856" y="82385"/>
                </a:lnTo>
                <a:lnTo>
                  <a:pt x="27856" y="82385"/>
                </a:lnTo>
                <a:lnTo>
                  <a:pt x="27856" y="82385"/>
                </a:lnTo>
                <a:lnTo>
                  <a:pt x="27856" y="82384"/>
                </a:lnTo>
                <a:lnTo>
                  <a:pt x="27856" y="82384"/>
                </a:lnTo>
                <a:lnTo>
                  <a:pt x="27856" y="82384"/>
                </a:lnTo>
                <a:lnTo>
                  <a:pt x="27856" y="82384"/>
                </a:lnTo>
                <a:lnTo>
                  <a:pt x="27856" y="82383"/>
                </a:lnTo>
                <a:lnTo>
                  <a:pt x="27856" y="82383"/>
                </a:lnTo>
                <a:lnTo>
                  <a:pt x="27856" y="82383"/>
                </a:lnTo>
                <a:lnTo>
                  <a:pt x="27856" y="82383"/>
                </a:lnTo>
                <a:lnTo>
                  <a:pt x="27856" y="82383"/>
                </a:lnTo>
                <a:lnTo>
                  <a:pt x="27856" y="82382"/>
                </a:lnTo>
                <a:lnTo>
                  <a:pt x="27856" y="82382"/>
                </a:lnTo>
                <a:lnTo>
                  <a:pt x="27856" y="82382"/>
                </a:lnTo>
                <a:lnTo>
                  <a:pt x="27856" y="82382"/>
                </a:lnTo>
                <a:lnTo>
                  <a:pt x="27856" y="82382"/>
                </a:lnTo>
                <a:lnTo>
                  <a:pt x="27856" y="82381"/>
                </a:lnTo>
                <a:lnTo>
                  <a:pt x="27856" y="82381"/>
                </a:lnTo>
                <a:lnTo>
                  <a:pt x="27856" y="82381"/>
                </a:lnTo>
                <a:lnTo>
                  <a:pt x="27856" y="82381"/>
                </a:lnTo>
                <a:lnTo>
                  <a:pt x="27856" y="82380"/>
                </a:lnTo>
                <a:lnTo>
                  <a:pt x="27856" y="82380"/>
                </a:lnTo>
                <a:lnTo>
                  <a:pt x="27856" y="82380"/>
                </a:lnTo>
                <a:lnTo>
                  <a:pt x="27856" y="82380"/>
                </a:lnTo>
                <a:lnTo>
                  <a:pt x="27856" y="82380"/>
                </a:lnTo>
                <a:lnTo>
                  <a:pt x="27856" y="82379"/>
                </a:lnTo>
                <a:lnTo>
                  <a:pt x="27856" y="82379"/>
                </a:lnTo>
                <a:lnTo>
                  <a:pt x="27856" y="82379"/>
                </a:lnTo>
                <a:lnTo>
                  <a:pt x="27856" y="82379"/>
                </a:lnTo>
                <a:lnTo>
                  <a:pt x="27856" y="82379"/>
                </a:lnTo>
                <a:lnTo>
                  <a:pt x="27856" y="82378"/>
                </a:lnTo>
                <a:lnTo>
                  <a:pt x="27856" y="82378"/>
                </a:lnTo>
                <a:lnTo>
                  <a:pt x="27856" y="82378"/>
                </a:lnTo>
                <a:lnTo>
                  <a:pt x="27856" y="82378"/>
                </a:lnTo>
                <a:lnTo>
                  <a:pt x="27856" y="82377"/>
                </a:lnTo>
                <a:lnTo>
                  <a:pt x="27856" y="82377"/>
                </a:lnTo>
                <a:lnTo>
                  <a:pt x="27856" y="82377"/>
                </a:lnTo>
                <a:lnTo>
                  <a:pt x="27856" y="82377"/>
                </a:lnTo>
                <a:lnTo>
                  <a:pt x="27856" y="82377"/>
                </a:lnTo>
                <a:lnTo>
                  <a:pt x="27856" y="82376"/>
                </a:lnTo>
                <a:lnTo>
                  <a:pt x="27856" y="82376"/>
                </a:lnTo>
                <a:lnTo>
                  <a:pt x="27856" y="82376"/>
                </a:lnTo>
                <a:lnTo>
                  <a:pt x="27856" y="82376"/>
                </a:lnTo>
                <a:lnTo>
                  <a:pt x="27856" y="82375"/>
                </a:lnTo>
                <a:lnTo>
                  <a:pt x="27856" y="82375"/>
                </a:lnTo>
                <a:lnTo>
                  <a:pt x="27856" y="82375"/>
                </a:lnTo>
                <a:lnTo>
                  <a:pt x="27856" y="82375"/>
                </a:lnTo>
                <a:lnTo>
                  <a:pt x="27856" y="82375"/>
                </a:lnTo>
                <a:lnTo>
                  <a:pt x="27856" y="82374"/>
                </a:lnTo>
                <a:lnTo>
                  <a:pt x="27856" y="82374"/>
                </a:lnTo>
                <a:lnTo>
                  <a:pt x="27856" y="82374"/>
                </a:lnTo>
                <a:lnTo>
                  <a:pt x="27856" y="82374"/>
                </a:lnTo>
                <a:lnTo>
                  <a:pt x="27856" y="82374"/>
                </a:lnTo>
                <a:lnTo>
                  <a:pt x="27856" y="82373"/>
                </a:lnTo>
                <a:lnTo>
                  <a:pt x="27856" y="82373"/>
                </a:lnTo>
                <a:lnTo>
                  <a:pt x="27856" y="82373"/>
                </a:lnTo>
                <a:lnTo>
                  <a:pt x="27856" y="82373"/>
                </a:lnTo>
                <a:lnTo>
                  <a:pt x="27856" y="82372"/>
                </a:lnTo>
                <a:lnTo>
                  <a:pt x="27856" y="82372"/>
                </a:lnTo>
                <a:lnTo>
                  <a:pt x="27856" y="82372"/>
                </a:lnTo>
                <a:lnTo>
                  <a:pt x="27856" y="82372"/>
                </a:lnTo>
                <a:lnTo>
                  <a:pt x="27856" y="82372"/>
                </a:lnTo>
                <a:lnTo>
                  <a:pt x="27856" y="82371"/>
                </a:lnTo>
                <a:lnTo>
                  <a:pt x="27856" y="82371"/>
                </a:lnTo>
                <a:lnTo>
                  <a:pt x="27856" y="82371"/>
                </a:lnTo>
                <a:lnTo>
                  <a:pt x="27856" y="82371"/>
                </a:lnTo>
                <a:lnTo>
                  <a:pt x="27856" y="82371"/>
                </a:lnTo>
                <a:lnTo>
                  <a:pt x="27856" y="82370"/>
                </a:lnTo>
                <a:lnTo>
                  <a:pt x="27856" y="82370"/>
                </a:lnTo>
                <a:lnTo>
                  <a:pt x="27856" y="82370"/>
                </a:lnTo>
                <a:lnTo>
                  <a:pt x="27856" y="82370"/>
                </a:lnTo>
                <a:lnTo>
                  <a:pt x="27856" y="82369"/>
                </a:lnTo>
                <a:lnTo>
                  <a:pt x="27856" y="82369"/>
                </a:lnTo>
                <a:lnTo>
                  <a:pt x="27856" y="82369"/>
                </a:lnTo>
                <a:lnTo>
                  <a:pt x="27856" y="82369"/>
                </a:lnTo>
                <a:lnTo>
                  <a:pt x="27856" y="82369"/>
                </a:lnTo>
                <a:lnTo>
                  <a:pt x="27856" y="82368"/>
                </a:lnTo>
                <a:lnTo>
                  <a:pt x="27856" y="82368"/>
                </a:lnTo>
                <a:lnTo>
                  <a:pt x="27856" y="82368"/>
                </a:lnTo>
                <a:lnTo>
                  <a:pt x="27856" y="82368"/>
                </a:lnTo>
                <a:lnTo>
                  <a:pt x="27856" y="82368"/>
                </a:lnTo>
                <a:lnTo>
                  <a:pt x="27856" y="82367"/>
                </a:lnTo>
                <a:lnTo>
                  <a:pt x="27856" y="82367"/>
                </a:lnTo>
                <a:lnTo>
                  <a:pt x="27856" y="82367"/>
                </a:lnTo>
                <a:lnTo>
                  <a:pt x="27856" y="82367"/>
                </a:lnTo>
                <a:lnTo>
                  <a:pt x="27856" y="82366"/>
                </a:lnTo>
                <a:lnTo>
                  <a:pt x="27856" y="82366"/>
                </a:lnTo>
                <a:lnTo>
                  <a:pt x="27856" y="82366"/>
                </a:lnTo>
                <a:lnTo>
                  <a:pt x="27856" y="82366"/>
                </a:lnTo>
                <a:lnTo>
                  <a:pt x="27856" y="82366"/>
                </a:lnTo>
                <a:lnTo>
                  <a:pt x="27856" y="82365"/>
                </a:lnTo>
                <a:lnTo>
                  <a:pt x="27856" y="82365"/>
                </a:lnTo>
                <a:lnTo>
                  <a:pt x="27856" y="82365"/>
                </a:lnTo>
                <a:lnTo>
                  <a:pt x="27856" y="82365"/>
                </a:lnTo>
                <a:lnTo>
                  <a:pt x="27856" y="82365"/>
                </a:lnTo>
                <a:lnTo>
                  <a:pt x="27856" y="82364"/>
                </a:lnTo>
                <a:lnTo>
                  <a:pt x="27856" y="82364"/>
                </a:lnTo>
                <a:lnTo>
                  <a:pt x="27856" y="82364"/>
                </a:lnTo>
                <a:lnTo>
                  <a:pt x="27856" y="82364"/>
                </a:lnTo>
                <a:lnTo>
                  <a:pt x="27856" y="82363"/>
                </a:lnTo>
                <a:lnTo>
                  <a:pt x="27856" y="82363"/>
                </a:lnTo>
                <a:lnTo>
                  <a:pt x="27856" y="82363"/>
                </a:lnTo>
                <a:lnTo>
                  <a:pt x="27856" y="82363"/>
                </a:lnTo>
                <a:lnTo>
                  <a:pt x="27856" y="82363"/>
                </a:lnTo>
                <a:lnTo>
                  <a:pt x="27856" y="82362"/>
                </a:lnTo>
                <a:lnTo>
                  <a:pt x="27856" y="82362"/>
                </a:lnTo>
                <a:lnTo>
                  <a:pt x="27856" y="82362"/>
                </a:lnTo>
                <a:lnTo>
                  <a:pt x="27856" y="82362"/>
                </a:lnTo>
                <a:lnTo>
                  <a:pt x="27856" y="82362"/>
                </a:lnTo>
                <a:lnTo>
                  <a:pt x="27856" y="82361"/>
                </a:lnTo>
                <a:lnTo>
                  <a:pt x="27856" y="82361"/>
                </a:lnTo>
                <a:lnTo>
                  <a:pt x="27856" y="82361"/>
                </a:lnTo>
                <a:lnTo>
                  <a:pt x="27856" y="82361"/>
                </a:lnTo>
                <a:lnTo>
                  <a:pt x="27856" y="82360"/>
                </a:lnTo>
                <a:lnTo>
                  <a:pt x="27856" y="82360"/>
                </a:lnTo>
                <a:lnTo>
                  <a:pt x="27856" y="82360"/>
                </a:lnTo>
                <a:lnTo>
                  <a:pt x="27856" y="82360"/>
                </a:lnTo>
                <a:lnTo>
                  <a:pt x="27856" y="82360"/>
                </a:lnTo>
                <a:lnTo>
                  <a:pt x="27856" y="82359"/>
                </a:lnTo>
                <a:lnTo>
                  <a:pt x="27856" y="82359"/>
                </a:lnTo>
                <a:lnTo>
                  <a:pt x="27856" y="82359"/>
                </a:lnTo>
                <a:lnTo>
                  <a:pt x="27856" y="82359"/>
                </a:lnTo>
                <a:lnTo>
                  <a:pt x="27856" y="82358"/>
                </a:lnTo>
                <a:lnTo>
                  <a:pt x="27856" y="82358"/>
                </a:lnTo>
                <a:lnTo>
                  <a:pt x="27856" y="82358"/>
                </a:lnTo>
                <a:lnTo>
                  <a:pt x="27856" y="82358"/>
                </a:lnTo>
                <a:lnTo>
                  <a:pt x="27856" y="82358"/>
                </a:lnTo>
                <a:lnTo>
                  <a:pt x="27856" y="82357"/>
                </a:lnTo>
                <a:lnTo>
                  <a:pt x="27856" y="82357"/>
                </a:lnTo>
                <a:lnTo>
                  <a:pt x="27856" y="82357"/>
                </a:lnTo>
                <a:lnTo>
                  <a:pt x="27856" y="82357"/>
                </a:lnTo>
                <a:lnTo>
                  <a:pt x="27856" y="82357"/>
                </a:lnTo>
                <a:lnTo>
                  <a:pt x="27856" y="82356"/>
                </a:lnTo>
                <a:lnTo>
                  <a:pt x="27856" y="82356"/>
                </a:lnTo>
                <a:lnTo>
                  <a:pt x="27856" y="82356"/>
                </a:lnTo>
                <a:lnTo>
                  <a:pt x="27856" y="82356"/>
                </a:lnTo>
                <a:lnTo>
                  <a:pt x="27856" y="82355"/>
                </a:lnTo>
                <a:lnTo>
                  <a:pt x="27856" y="82355"/>
                </a:lnTo>
                <a:lnTo>
                  <a:pt x="27856" y="82355"/>
                </a:lnTo>
                <a:lnTo>
                  <a:pt x="27856" y="82355"/>
                </a:lnTo>
                <a:lnTo>
                  <a:pt x="27856" y="82355"/>
                </a:lnTo>
                <a:lnTo>
                  <a:pt x="27856" y="82354"/>
                </a:lnTo>
                <a:lnTo>
                  <a:pt x="27856" y="82354"/>
                </a:lnTo>
                <a:lnTo>
                  <a:pt x="27856" y="82354"/>
                </a:lnTo>
                <a:lnTo>
                  <a:pt x="27856" y="82354"/>
                </a:lnTo>
                <a:lnTo>
                  <a:pt x="27856" y="82354"/>
                </a:lnTo>
                <a:lnTo>
                  <a:pt x="27856" y="82353"/>
                </a:lnTo>
                <a:lnTo>
                  <a:pt x="27856" y="82353"/>
                </a:lnTo>
                <a:lnTo>
                  <a:pt x="27856" y="82353"/>
                </a:lnTo>
                <a:lnTo>
                  <a:pt x="27856" y="82353"/>
                </a:lnTo>
                <a:lnTo>
                  <a:pt x="27856" y="82352"/>
                </a:lnTo>
                <a:lnTo>
                  <a:pt x="27856" y="82352"/>
                </a:lnTo>
                <a:lnTo>
                  <a:pt x="27856" y="82352"/>
                </a:lnTo>
                <a:lnTo>
                  <a:pt x="27856" y="82352"/>
                </a:lnTo>
                <a:lnTo>
                  <a:pt x="27856" y="82352"/>
                </a:lnTo>
                <a:lnTo>
                  <a:pt x="27856" y="82351"/>
                </a:lnTo>
                <a:lnTo>
                  <a:pt x="27856" y="82351"/>
                </a:lnTo>
                <a:lnTo>
                  <a:pt x="27856" y="82351"/>
                </a:lnTo>
                <a:lnTo>
                  <a:pt x="27856" y="82351"/>
                </a:lnTo>
                <a:lnTo>
                  <a:pt x="27856" y="82351"/>
                </a:lnTo>
                <a:lnTo>
                  <a:pt x="27856" y="82350"/>
                </a:lnTo>
                <a:lnTo>
                  <a:pt x="27856" y="82350"/>
                </a:lnTo>
                <a:lnTo>
                  <a:pt x="27856" y="82350"/>
                </a:lnTo>
                <a:lnTo>
                  <a:pt x="27856" y="82350"/>
                </a:lnTo>
                <a:lnTo>
                  <a:pt x="27856" y="82350"/>
                </a:lnTo>
                <a:lnTo>
                  <a:pt x="27856" y="82349"/>
                </a:lnTo>
                <a:lnTo>
                  <a:pt x="27856" y="82349"/>
                </a:lnTo>
                <a:lnTo>
                  <a:pt x="27856" y="82349"/>
                </a:lnTo>
                <a:lnTo>
                  <a:pt x="27856" y="82349"/>
                </a:lnTo>
                <a:lnTo>
                  <a:pt x="27856" y="82348"/>
                </a:lnTo>
                <a:lnTo>
                  <a:pt x="27856" y="82348"/>
                </a:lnTo>
                <a:lnTo>
                  <a:pt x="27856" y="82348"/>
                </a:lnTo>
                <a:lnTo>
                  <a:pt x="27856" y="82348"/>
                </a:lnTo>
                <a:lnTo>
                  <a:pt x="27856" y="82348"/>
                </a:lnTo>
                <a:lnTo>
                  <a:pt x="27856" y="82347"/>
                </a:lnTo>
                <a:lnTo>
                  <a:pt x="27856" y="82347"/>
                </a:lnTo>
                <a:lnTo>
                  <a:pt x="27856" y="82347"/>
                </a:lnTo>
                <a:lnTo>
                  <a:pt x="27856" y="82347"/>
                </a:lnTo>
                <a:lnTo>
                  <a:pt x="27856" y="82347"/>
                </a:lnTo>
                <a:lnTo>
                  <a:pt x="27856" y="82346"/>
                </a:lnTo>
                <a:lnTo>
                  <a:pt x="27856" y="82346"/>
                </a:lnTo>
                <a:lnTo>
                  <a:pt x="27856" y="82346"/>
                </a:lnTo>
                <a:lnTo>
                  <a:pt x="27856" y="82346"/>
                </a:lnTo>
                <a:lnTo>
                  <a:pt x="27856" y="82345"/>
                </a:lnTo>
                <a:lnTo>
                  <a:pt x="27856" y="82345"/>
                </a:lnTo>
                <a:lnTo>
                  <a:pt x="27856" y="82345"/>
                </a:lnTo>
                <a:lnTo>
                  <a:pt x="27856" y="82345"/>
                </a:lnTo>
                <a:lnTo>
                  <a:pt x="27856" y="82345"/>
                </a:lnTo>
                <a:lnTo>
                  <a:pt x="27856" y="82344"/>
                </a:lnTo>
                <a:lnTo>
                  <a:pt x="27856" y="82344"/>
                </a:lnTo>
                <a:lnTo>
                  <a:pt x="27856" y="82344"/>
                </a:lnTo>
                <a:lnTo>
                  <a:pt x="27856" y="82344"/>
                </a:lnTo>
                <a:lnTo>
                  <a:pt x="27856" y="82344"/>
                </a:lnTo>
                <a:lnTo>
                  <a:pt x="27856" y="82343"/>
                </a:lnTo>
                <a:lnTo>
                  <a:pt x="27856" y="82343"/>
                </a:lnTo>
                <a:lnTo>
                  <a:pt x="27856" y="82343"/>
                </a:lnTo>
                <a:lnTo>
                  <a:pt x="27856" y="82343"/>
                </a:lnTo>
                <a:lnTo>
                  <a:pt x="27856" y="82342"/>
                </a:lnTo>
                <a:lnTo>
                  <a:pt x="27856" y="82342"/>
                </a:lnTo>
                <a:lnTo>
                  <a:pt x="27856" y="82342"/>
                </a:lnTo>
                <a:lnTo>
                  <a:pt x="27856" y="82342"/>
                </a:lnTo>
                <a:lnTo>
                  <a:pt x="27856" y="82342"/>
                </a:lnTo>
                <a:lnTo>
                  <a:pt x="27856" y="82341"/>
                </a:lnTo>
                <a:lnTo>
                  <a:pt x="27856" y="82341"/>
                </a:lnTo>
                <a:lnTo>
                  <a:pt x="27856" y="82341"/>
                </a:lnTo>
                <a:lnTo>
                  <a:pt x="27856" y="82341"/>
                </a:lnTo>
                <a:lnTo>
                  <a:pt x="27856" y="82341"/>
                </a:lnTo>
                <a:lnTo>
                  <a:pt x="27856" y="82340"/>
                </a:lnTo>
                <a:lnTo>
                  <a:pt x="27856" y="82340"/>
                </a:lnTo>
                <a:lnTo>
                  <a:pt x="27856" y="82340"/>
                </a:lnTo>
                <a:lnTo>
                  <a:pt x="27856" y="82340"/>
                </a:lnTo>
                <a:lnTo>
                  <a:pt x="27856" y="82339"/>
                </a:lnTo>
                <a:lnTo>
                  <a:pt x="27856" y="82339"/>
                </a:lnTo>
                <a:lnTo>
                  <a:pt x="27856" y="82339"/>
                </a:lnTo>
                <a:lnTo>
                  <a:pt x="27856" y="82339"/>
                </a:lnTo>
                <a:lnTo>
                  <a:pt x="27856" y="82339"/>
                </a:lnTo>
                <a:lnTo>
                  <a:pt x="27856" y="82338"/>
                </a:lnTo>
                <a:lnTo>
                  <a:pt x="27856" y="82338"/>
                </a:lnTo>
                <a:lnTo>
                  <a:pt x="27856" y="82338"/>
                </a:lnTo>
                <a:lnTo>
                  <a:pt x="27856" y="82338"/>
                </a:lnTo>
                <a:lnTo>
                  <a:pt x="27856" y="82338"/>
                </a:lnTo>
                <a:lnTo>
                  <a:pt x="27856" y="82337"/>
                </a:lnTo>
                <a:lnTo>
                  <a:pt x="27856" y="82337"/>
                </a:lnTo>
                <a:lnTo>
                  <a:pt x="27856" y="82337"/>
                </a:lnTo>
                <a:lnTo>
                  <a:pt x="27856" y="82337"/>
                </a:lnTo>
                <a:lnTo>
                  <a:pt x="27856" y="82336"/>
                </a:lnTo>
                <a:lnTo>
                  <a:pt x="27856" y="82336"/>
                </a:lnTo>
                <a:lnTo>
                  <a:pt x="27856" y="82336"/>
                </a:lnTo>
                <a:lnTo>
                  <a:pt x="27856" y="82336"/>
                </a:lnTo>
                <a:lnTo>
                  <a:pt x="27856" y="82336"/>
                </a:lnTo>
                <a:lnTo>
                  <a:pt x="27856" y="82335"/>
                </a:lnTo>
                <a:lnTo>
                  <a:pt x="27856" y="82335"/>
                </a:lnTo>
                <a:lnTo>
                  <a:pt x="27856" y="82335"/>
                </a:lnTo>
                <a:lnTo>
                  <a:pt x="27856" y="82335"/>
                </a:lnTo>
                <a:lnTo>
                  <a:pt x="27856" y="82335"/>
                </a:lnTo>
                <a:lnTo>
                  <a:pt x="27856" y="82334"/>
                </a:lnTo>
                <a:lnTo>
                  <a:pt x="27856" y="82334"/>
                </a:lnTo>
                <a:lnTo>
                  <a:pt x="27856" y="82334"/>
                </a:lnTo>
                <a:lnTo>
                  <a:pt x="27856" y="82334"/>
                </a:lnTo>
                <a:lnTo>
                  <a:pt x="27856" y="82334"/>
                </a:lnTo>
                <a:lnTo>
                  <a:pt x="27856" y="82333"/>
                </a:lnTo>
                <a:lnTo>
                  <a:pt x="27856" y="82333"/>
                </a:lnTo>
                <a:lnTo>
                  <a:pt x="27856" y="82333"/>
                </a:lnTo>
                <a:lnTo>
                  <a:pt x="27856" y="82333"/>
                </a:lnTo>
                <a:lnTo>
                  <a:pt x="27856" y="82332"/>
                </a:lnTo>
                <a:lnTo>
                  <a:pt x="27856" y="82332"/>
                </a:lnTo>
                <a:lnTo>
                  <a:pt x="27856" y="82332"/>
                </a:lnTo>
                <a:lnTo>
                  <a:pt x="27856" y="82332"/>
                </a:lnTo>
                <a:lnTo>
                  <a:pt x="27856" y="82332"/>
                </a:lnTo>
                <a:lnTo>
                  <a:pt x="27856" y="82331"/>
                </a:lnTo>
                <a:lnTo>
                  <a:pt x="27856" y="82331"/>
                </a:lnTo>
                <a:lnTo>
                  <a:pt x="27856" y="82331"/>
                </a:lnTo>
                <a:lnTo>
                  <a:pt x="27856" y="82331"/>
                </a:lnTo>
                <a:lnTo>
                  <a:pt x="27856" y="82331"/>
                </a:lnTo>
                <a:lnTo>
                  <a:pt x="27856" y="82330"/>
                </a:lnTo>
                <a:lnTo>
                  <a:pt x="27856" y="82330"/>
                </a:lnTo>
                <a:lnTo>
                  <a:pt x="27856" y="82330"/>
                </a:lnTo>
                <a:lnTo>
                  <a:pt x="27856" y="82330"/>
                </a:lnTo>
                <a:lnTo>
                  <a:pt x="27856" y="82329"/>
                </a:lnTo>
                <a:lnTo>
                  <a:pt x="27856" y="82329"/>
                </a:lnTo>
                <a:lnTo>
                  <a:pt x="27856" y="82329"/>
                </a:lnTo>
                <a:lnTo>
                  <a:pt x="27856" y="82329"/>
                </a:lnTo>
                <a:lnTo>
                  <a:pt x="27856" y="82329"/>
                </a:lnTo>
                <a:lnTo>
                  <a:pt x="27856" y="82328"/>
                </a:lnTo>
                <a:lnTo>
                  <a:pt x="27856" y="82328"/>
                </a:lnTo>
                <a:lnTo>
                  <a:pt x="27856" y="82328"/>
                </a:lnTo>
                <a:lnTo>
                  <a:pt x="27856" y="82328"/>
                </a:lnTo>
                <a:lnTo>
                  <a:pt x="27856" y="82328"/>
                </a:lnTo>
                <a:lnTo>
                  <a:pt x="27856" y="82327"/>
                </a:lnTo>
                <a:lnTo>
                  <a:pt x="27856" y="82327"/>
                </a:lnTo>
                <a:lnTo>
                  <a:pt x="27856" y="82327"/>
                </a:lnTo>
                <a:lnTo>
                  <a:pt x="27856" y="82327"/>
                </a:lnTo>
                <a:lnTo>
                  <a:pt x="27856" y="82327"/>
                </a:lnTo>
                <a:lnTo>
                  <a:pt x="27856" y="82326"/>
                </a:lnTo>
                <a:lnTo>
                  <a:pt x="27856" y="82326"/>
                </a:lnTo>
                <a:lnTo>
                  <a:pt x="27856" y="82326"/>
                </a:lnTo>
                <a:lnTo>
                  <a:pt x="27856" y="82326"/>
                </a:lnTo>
                <a:lnTo>
                  <a:pt x="27856" y="82325"/>
                </a:lnTo>
                <a:lnTo>
                  <a:pt x="27856" y="82325"/>
                </a:lnTo>
                <a:lnTo>
                  <a:pt x="27856" y="82325"/>
                </a:lnTo>
                <a:lnTo>
                  <a:pt x="27856" y="82325"/>
                </a:lnTo>
                <a:lnTo>
                  <a:pt x="27856" y="82325"/>
                </a:lnTo>
                <a:lnTo>
                  <a:pt x="27856" y="82324"/>
                </a:lnTo>
                <a:lnTo>
                  <a:pt x="27856" y="82324"/>
                </a:lnTo>
                <a:lnTo>
                  <a:pt x="27856" y="82324"/>
                </a:lnTo>
                <a:lnTo>
                  <a:pt x="27856" y="82324"/>
                </a:lnTo>
                <a:lnTo>
                  <a:pt x="27856" y="82324"/>
                </a:lnTo>
                <a:lnTo>
                  <a:pt x="27856" y="82323"/>
                </a:lnTo>
                <a:lnTo>
                  <a:pt x="27856" y="82323"/>
                </a:lnTo>
                <a:lnTo>
                  <a:pt x="27856" y="82323"/>
                </a:lnTo>
                <a:lnTo>
                  <a:pt x="27856" y="82323"/>
                </a:lnTo>
                <a:lnTo>
                  <a:pt x="27856" y="82322"/>
                </a:lnTo>
                <a:lnTo>
                  <a:pt x="27856" y="82322"/>
                </a:lnTo>
                <a:lnTo>
                  <a:pt x="27856" y="82322"/>
                </a:lnTo>
                <a:lnTo>
                  <a:pt x="27856" y="82322"/>
                </a:lnTo>
                <a:lnTo>
                  <a:pt x="27856" y="82322"/>
                </a:lnTo>
                <a:lnTo>
                  <a:pt x="27856" y="82321"/>
                </a:lnTo>
                <a:lnTo>
                  <a:pt x="27856" y="82321"/>
                </a:lnTo>
                <a:lnTo>
                  <a:pt x="27856" y="82321"/>
                </a:lnTo>
                <a:lnTo>
                  <a:pt x="27856" y="82321"/>
                </a:lnTo>
                <a:lnTo>
                  <a:pt x="27856" y="82321"/>
                </a:lnTo>
                <a:lnTo>
                  <a:pt x="27856" y="82320"/>
                </a:lnTo>
                <a:lnTo>
                  <a:pt x="27856" y="82320"/>
                </a:lnTo>
                <a:lnTo>
                  <a:pt x="27856" y="82320"/>
                </a:lnTo>
                <a:lnTo>
                  <a:pt x="27856" y="82320"/>
                </a:lnTo>
                <a:lnTo>
                  <a:pt x="27856" y="82320"/>
                </a:lnTo>
                <a:lnTo>
                  <a:pt x="27856" y="82319"/>
                </a:lnTo>
                <a:lnTo>
                  <a:pt x="27856" y="82319"/>
                </a:lnTo>
                <a:lnTo>
                  <a:pt x="27856" y="82319"/>
                </a:lnTo>
                <a:lnTo>
                  <a:pt x="27856" y="82319"/>
                </a:lnTo>
                <a:lnTo>
                  <a:pt x="27856" y="82318"/>
                </a:lnTo>
                <a:lnTo>
                  <a:pt x="27856" y="82318"/>
                </a:lnTo>
                <a:lnTo>
                  <a:pt x="27856" y="82318"/>
                </a:lnTo>
                <a:lnTo>
                  <a:pt x="27856" y="82318"/>
                </a:lnTo>
                <a:lnTo>
                  <a:pt x="27856" y="82318"/>
                </a:lnTo>
                <a:lnTo>
                  <a:pt x="27856" y="82317"/>
                </a:lnTo>
                <a:lnTo>
                  <a:pt x="27856" y="82317"/>
                </a:lnTo>
                <a:lnTo>
                  <a:pt x="27856" y="82317"/>
                </a:lnTo>
                <a:lnTo>
                  <a:pt x="27856" y="82317"/>
                </a:lnTo>
                <a:lnTo>
                  <a:pt x="27856" y="82317"/>
                </a:lnTo>
                <a:lnTo>
                  <a:pt x="27856" y="82316"/>
                </a:lnTo>
                <a:lnTo>
                  <a:pt x="27856" y="82316"/>
                </a:lnTo>
                <a:lnTo>
                  <a:pt x="27856" y="82316"/>
                </a:lnTo>
                <a:lnTo>
                  <a:pt x="27856" y="82316"/>
                </a:lnTo>
                <a:lnTo>
                  <a:pt x="27856" y="82316"/>
                </a:lnTo>
                <a:lnTo>
                  <a:pt x="27856" y="82315"/>
                </a:lnTo>
                <a:lnTo>
                  <a:pt x="27856" y="82315"/>
                </a:lnTo>
                <a:lnTo>
                  <a:pt x="27856" y="82315"/>
                </a:lnTo>
                <a:lnTo>
                  <a:pt x="27856" y="82315"/>
                </a:lnTo>
                <a:lnTo>
                  <a:pt x="27856" y="82314"/>
                </a:lnTo>
                <a:lnTo>
                  <a:pt x="27856" y="82314"/>
                </a:lnTo>
                <a:lnTo>
                  <a:pt x="27856" y="82314"/>
                </a:lnTo>
                <a:lnTo>
                  <a:pt x="27856" y="82314"/>
                </a:lnTo>
                <a:lnTo>
                  <a:pt x="27856" y="82314"/>
                </a:lnTo>
                <a:lnTo>
                  <a:pt x="27856" y="82313"/>
                </a:lnTo>
                <a:lnTo>
                  <a:pt x="27856" y="82313"/>
                </a:lnTo>
                <a:lnTo>
                  <a:pt x="27856" y="82313"/>
                </a:lnTo>
                <a:lnTo>
                  <a:pt x="27856" y="82313"/>
                </a:lnTo>
                <a:lnTo>
                  <a:pt x="27856" y="82313"/>
                </a:lnTo>
                <a:lnTo>
                  <a:pt x="27856" y="82312"/>
                </a:lnTo>
                <a:lnTo>
                  <a:pt x="27856" y="82312"/>
                </a:lnTo>
                <a:lnTo>
                  <a:pt x="27856" y="82312"/>
                </a:lnTo>
                <a:lnTo>
                  <a:pt x="27856" y="82312"/>
                </a:lnTo>
                <a:lnTo>
                  <a:pt x="27856" y="82311"/>
                </a:lnTo>
                <a:lnTo>
                  <a:pt x="27856" y="82311"/>
                </a:lnTo>
                <a:lnTo>
                  <a:pt x="27856" y="82311"/>
                </a:lnTo>
                <a:lnTo>
                  <a:pt x="27856" y="82311"/>
                </a:lnTo>
                <a:lnTo>
                  <a:pt x="27856" y="82311"/>
                </a:lnTo>
                <a:lnTo>
                  <a:pt x="27856" y="82310"/>
                </a:lnTo>
                <a:lnTo>
                  <a:pt x="27856" y="82310"/>
                </a:lnTo>
                <a:lnTo>
                  <a:pt x="27856" y="82310"/>
                </a:lnTo>
                <a:lnTo>
                  <a:pt x="27856" y="82310"/>
                </a:lnTo>
                <a:lnTo>
                  <a:pt x="27856" y="82310"/>
                </a:lnTo>
                <a:lnTo>
                  <a:pt x="27856" y="82309"/>
                </a:lnTo>
                <a:lnTo>
                  <a:pt x="27856" y="82309"/>
                </a:lnTo>
                <a:lnTo>
                  <a:pt x="27856" y="82309"/>
                </a:lnTo>
                <a:lnTo>
                  <a:pt x="27856" y="82309"/>
                </a:lnTo>
                <a:lnTo>
                  <a:pt x="27856" y="82309"/>
                </a:lnTo>
                <a:lnTo>
                  <a:pt x="27856" y="82308"/>
                </a:lnTo>
                <a:lnTo>
                  <a:pt x="27856" y="82308"/>
                </a:lnTo>
                <a:lnTo>
                  <a:pt x="27856" y="82308"/>
                </a:lnTo>
                <a:lnTo>
                  <a:pt x="27856" y="82308"/>
                </a:lnTo>
                <a:lnTo>
                  <a:pt x="27856" y="82307"/>
                </a:lnTo>
                <a:lnTo>
                  <a:pt x="27856" y="82307"/>
                </a:lnTo>
                <a:lnTo>
                  <a:pt x="27856" y="82307"/>
                </a:lnTo>
                <a:lnTo>
                  <a:pt x="27856" y="82307"/>
                </a:lnTo>
                <a:lnTo>
                  <a:pt x="27856" y="82307"/>
                </a:lnTo>
                <a:lnTo>
                  <a:pt x="27856" y="82306"/>
                </a:lnTo>
                <a:lnTo>
                  <a:pt x="27856" y="82306"/>
                </a:lnTo>
                <a:lnTo>
                  <a:pt x="27856" y="82306"/>
                </a:lnTo>
                <a:lnTo>
                  <a:pt x="27856" y="82306"/>
                </a:lnTo>
                <a:lnTo>
                  <a:pt x="27856" y="82306"/>
                </a:lnTo>
                <a:lnTo>
                  <a:pt x="27856" y="82305"/>
                </a:lnTo>
                <a:lnTo>
                  <a:pt x="27856" y="82305"/>
                </a:lnTo>
                <a:lnTo>
                  <a:pt x="27856" y="82305"/>
                </a:lnTo>
                <a:lnTo>
                  <a:pt x="27856" y="82305"/>
                </a:lnTo>
                <a:lnTo>
                  <a:pt x="27856" y="82305"/>
                </a:lnTo>
                <a:lnTo>
                  <a:pt x="27856" y="82304"/>
                </a:lnTo>
                <a:lnTo>
                  <a:pt x="27856" y="82304"/>
                </a:lnTo>
                <a:lnTo>
                  <a:pt x="27856" y="82304"/>
                </a:lnTo>
                <a:lnTo>
                  <a:pt x="27856" y="82304"/>
                </a:lnTo>
                <a:lnTo>
                  <a:pt x="27856" y="82303"/>
                </a:lnTo>
                <a:lnTo>
                  <a:pt x="27856" y="82303"/>
                </a:lnTo>
                <a:lnTo>
                  <a:pt x="27856" y="82303"/>
                </a:lnTo>
                <a:lnTo>
                  <a:pt x="27856" y="82303"/>
                </a:lnTo>
                <a:lnTo>
                  <a:pt x="27856" y="82303"/>
                </a:lnTo>
                <a:lnTo>
                  <a:pt x="27856" y="82302"/>
                </a:lnTo>
                <a:lnTo>
                  <a:pt x="27856" y="82302"/>
                </a:lnTo>
                <a:lnTo>
                  <a:pt x="27856" y="82302"/>
                </a:lnTo>
                <a:lnTo>
                  <a:pt x="27856" y="82302"/>
                </a:lnTo>
                <a:lnTo>
                  <a:pt x="27856" y="82302"/>
                </a:lnTo>
                <a:lnTo>
                  <a:pt x="27856" y="82301"/>
                </a:lnTo>
                <a:lnTo>
                  <a:pt x="27856" y="82301"/>
                </a:lnTo>
                <a:lnTo>
                  <a:pt x="27856" y="82301"/>
                </a:lnTo>
                <a:lnTo>
                  <a:pt x="27856" y="82301"/>
                </a:lnTo>
                <a:lnTo>
                  <a:pt x="27856" y="82301"/>
                </a:lnTo>
                <a:lnTo>
                  <a:pt x="27856" y="82300"/>
                </a:lnTo>
                <a:lnTo>
                  <a:pt x="27856" y="82300"/>
                </a:lnTo>
                <a:lnTo>
                  <a:pt x="27856" y="82300"/>
                </a:lnTo>
                <a:lnTo>
                  <a:pt x="27856" y="82300"/>
                </a:lnTo>
                <a:lnTo>
                  <a:pt x="27856" y="82299"/>
                </a:lnTo>
                <a:lnTo>
                  <a:pt x="27856" y="82299"/>
                </a:lnTo>
                <a:lnTo>
                  <a:pt x="27856" y="82299"/>
                </a:lnTo>
                <a:lnTo>
                  <a:pt x="27856" y="82299"/>
                </a:lnTo>
                <a:lnTo>
                  <a:pt x="27856" y="82299"/>
                </a:lnTo>
                <a:lnTo>
                  <a:pt x="27856" y="82298"/>
                </a:lnTo>
                <a:lnTo>
                  <a:pt x="27856" y="82298"/>
                </a:lnTo>
                <a:lnTo>
                  <a:pt x="27856" y="82298"/>
                </a:lnTo>
                <a:lnTo>
                  <a:pt x="27856" y="82298"/>
                </a:lnTo>
                <a:lnTo>
                  <a:pt x="27856" y="82298"/>
                </a:lnTo>
                <a:lnTo>
                  <a:pt x="27856" y="82297"/>
                </a:lnTo>
                <a:lnTo>
                  <a:pt x="27856" y="82297"/>
                </a:lnTo>
                <a:lnTo>
                  <a:pt x="27856" y="82297"/>
                </a:lnTo>
                <a:lnTo>
                  <a:pt x="27856" y="82297"/>
                </a:lnTo>
                <a:lnTo>
                  <a:pt x="27856" y="82297"/>
                </a:lnTo>
                <a:lnTo>
                  <a:pt x="27856" y="82296"/>
                </a:lnTo>
                <a:lnTo>
                  <a:pt x="27856" y="82296"/>
                </a:lnTo>
                <a:lnTo>
                  <a:pt x="27856" y="82296"/>
                </a:lnTo>
                <a:lnTo>
                  <a:pt x="27856" y="82296"/>
                </a:lnTo>
                <a:lnTo>
                  <a:pt x="27856" y="82296"/>
                </a:lnTo>
                <a:lnTo>
                  <a:pt x="27856" y="82295"/>
                </a:lnTo>
                <a:lnTo>
                  <a:pt x="27856" y="82295"/>
                </a:lnTo>
                <a:lnTo>
                  <a:pt x="27856" y="82295"/>
                </a:lnTo>
                <a:lnTo>
                  <a:pt x="27856" y="82295"/>
                </a:lnTo>
                <a:lnTo>
                  <a:pt x="27856" y="82294"/>
                </a:lnTo>
                <a:lnTo>
                  <a:pt x="27856" y="82294"/>
                </a:lnTo>
                <a:lnTo>
                  <a:pt x="27856" y="82294"/>
                </a:lnTo>
                <a:lnTo>
                  <a:pt x="27856" y="82294"/>
                </a:lnTo>
                <a:lnTo>
                  <a:pt x="27856" y="82294"/>
                </a:lnTo>
                <a:lnTo>
                  <a:pt x="27856" y="82293"/>
                </a:lnTo>
                <a:lnTo>
                  <a:pt x="27856" y="82293"/>
                </a:lnTo>
                <a:lnTo>
                  <a:pt x="27856" y="82293"/>
                </a:lnTo>
                <a:lnTo>
                  <a:pt x="27856" y="82293"/>
                </a:lnTo>
                <a:lnTo>
                  <a:pt x="27856" y="82293"/>
                </a:lnTo>
                <a:lnTo>
                  <a:pt x="27856" y="82292"/>
                </a:lnTo>
                <a:lnTo>
                  <a:pt x="27856" y="82292"/>
                </a:lnTo>
                <a:lnTo>
                  <a:pt x="27856" y="82292"/>
                </a:lnTo>
                <a:lnTo>
                  <a:pt x="27856" y="82292"/>
                </a:lnTo>
                <a:lnTo>
                  <a:pt x="27856" y="82292"/>
                </a:lnTo>
                <a:lnTo>
                  <a:pt x="27856" y="82291"/>
                </a:lnTo>
                <a:lnTo>
                  <a:pt x="27856" y="82291"/>
                </a:lnTo>
                <a:lnTo>
                  <a:pt x="27856" y="82291"/>
                </a:lnTo>
                <a:lnTo>
                  <a:pt x="27856" y="82291"/>
                </a:lnTo>
                <a:lnTo>
                  <a:pt x="27856" y="82290"/>
                </a:lnTo>
                <a:lnTo>
                  <a:pt x="27856" y="82290"/>
                </a:lnTo>
                <a:lnTo>
                  <a:pt x="27856" y="82290"/>
                </a:lnTo>
                <a:lnTo>
                  <a:pt x="27856" y="82290"/>
                </a:lnTo>
                <a:lnTo>
                  <a:pt x="27856" y="82290"/>
                </a:lnTo>
                <a:lnTo>
                  <a:pt x="27856" y="82289"/>
                </a:lnTo>
                <a:lnTo>
                  <a:pt x="27856" y="82289"/>
                </a:lnTo>
                <a:lnTo>
                  <a:pt x="27856" y="82289"/>
                </a:lnTo>
                <a:lnTo>
                  <a:pt x="27856" y="82289"/>
                </a:lnTo>
                <a:lnTo>
                  <a:pt x="27856" y="82289"/>
                </a:lnTo>
                <a:lnTo>
                  <a:pt x="27856" y="82288"/>
                </a:lnTo>
                <a:lnTo>
                  <a:pt x="27856" y="82288"/>
                </a:lnTo>
                <a:lnTo>
                  <a:pt x="27856" y="82288"/>
                </a:lnTo>
                <a:lnTo>
                  <a:pt x="27856" y="82288"/>
                </a:lnTo>
                <a:lnTo>
                  <a:pt x="27856" y="82288"/>
                </a:lnTo>
                <a:lnTo>
                  <a:pt x="27856" y="82287"/>
                </a:lnTo>
                <a:lnTo>
                  <a:pt x="27856" y="82287"/>
                </a:lnTo>
                <a:lnTo>
                  <a:pt x="27856" y="82287"/>
                </a:lnTo>
                <a:lnTo>
                  <a:pt x="27856" y="82287"/>
                </a:lnTo>
                <a:lnTo>
                  <a:pt x="27856" y="82287"/>
                </a:lnTo>
                <a:lnTo>
                  <a:pt x="27856" y="82286"/>
                </a:lnTo>
                <a:lnTo>
                  <a:pt x="27856" y="82286"/>
                </a:lnTo>
                <a:lnTo>
                  <a:pt x="27856" y="82286"/>
                </a:lnTo>
                <a:lnTo>
                  <a:pt x="27856" y="82286"/>
                </a:lnTo>
                <a:lnTo>
                  <a:pt x="27856" y="82285"/>
                </a:lnTo>
                <a:lnTo>
                  <a:pt x="27856" y="82285"/>
                </a:lnTo>
                <a:lnTo>
                  <a:pt x="27856" y="82285"/>
                </a:lnTo>
                <a:lnTo>
                  <a:pt x="27856" y="82285"/>
                </a:lnTo>
                <a:lnTo>
                  <a:pt x="27856" y="82285"/>
                </a:lnTo>
                <a:lnTo>
                  <a:pt x="27856" y="82284"/>
                </a:lnTo>
                <a:lnTo>
                  <a:pt x="27856" y="82284"/>
                </a:lnTo>
                <a:lnTo>
                  <a:pt x="27856" y="82284"/>
                </a:lnTo>
                <a:lnTo>
                  <a:pt x="27856" y="82284"/>
                </a:lnTo>
                <a:lnTo>
                  <a:pt x="27856" y="82284"/>
                </a:lnTo>
                <a:lnTo>
                  <a:pt x="27856" y="82283"/>
                </a:lnTo>
                <a:lnTo>
                  <a:pt x="27856" y="82283"/>
                </a:lnTo>
                <a:lnTo>
                  <a:pt x="27856" y="82283"/>
                </a:lnTo>
                <a:lnTo>
                  <a:pt x="27856" y="82283"/>
                </a:lnTo>
                <a:lnTo>
                  <a:pt x="27856" y="82283"/>
                </a:lnTo>
                <a:lnTo>
                  <a:pt x="27856" y="82282"/>
                </a:lnTo>
                <a:lnTo>
                  <a:pt x="27856" y="82282"/>
                </a:lnTo>
                <a:lnTo>
                  <a:pt x="27856" y="82282"/>
                </a:lnTo>
                <a:lnTo>
                  <a:pt x="27856" y="82282"/>
                </a:lnTo>
                <a:lnTo>
                  <a:pt x="27856" y="82282"/>
                </a:lnTo>
                <a:lnTo>
                  <a:pt x="27856" y="82281"/>
                </a:lnTo>
                <a:lnTo>
                  <a:pt x="27856" y="82281"/>
                </a:lnTo>
                <a:lnTo>
                  <a:pt x="27856" y="82281"/>
                </a:lnTo>
                <a:lnTo>
                  <a:pt x="27856" y="82281"/>
                </a:lnTo>
                <a:lnTo>
                  <a:pt x="27856" y="82280"/>
                </a:lnTo>
                <a:lnTo>
                  <a:pt x="27856" y="82280"/>
                </a:lnTo>
                <a:lnTo>
                  <a:pt x="27856" y="82280"/>
                </a:lnTo>
                <a:lnTo>
                  <a:pt x="27856" y="82280"/>
                </a:lnTo>
                <a:lnTo>
                  <a:pt x="27856" y="82280"/>
                </a:lnTo>
                <a:lnTo>
                  <a:pt x="27856" y="82279"/>
                </a:lnTo>
                <a:lnTo>
                  <a:pt x="27856" y="82279"/>
                </a:lnTo>
                <a:lnTo>
                  <a:pt x="27856" y="82279"/>
                </a:lnTo>
                <a:lnTo>
                  <a:pt x="27856" y="82279"/>
                </a:lnTo>
                <a:lnTo>
                  <a:pt x="27856" y="82279"/>
                </a:lnTo>
                <a:lnTo>
                  <a:pt x="27856" y="82278"/>
                </a:lnTo>
                <a:lnTo>
                  <a:pt x="27856" y="82278"/>
                </a:lnTo>
                <a:lnTo>
                  <a:pt x="27856" y="82278"/>
                </a:lnTo>
                <a:lnTo>
                  <a:pt x="27856" y="82278"/>
                </a:lnTo>
                <a:lnTo>
                  <a:pt x="27856" y="82278"/>
                </a:lnTo>
                <a:lnTo>
                  <a:pt x="27856" y="82277"/>
                </a:lnTo>
                <a:lnTo>
                  <a:pt x="27856" y="82277"/>
                </a:lnTo>
                <a:lnTo>
                  <a:pt x="27856" y="82277"/>
                </a:lnTo>
                <a:lnTo>
                  <a:pt x="27856" y="82277"/>
                </a:lnTo>
                <a:lnTo>
                  <a:pt x="27856" y="82277"/>
                </a:lnTo>
                <a:lnTo>
                  <a:pt x="27856" y="82276"/>
                </a:lnTo>
                <a:lnTo>
                  <a:pt x="27856" y="82276"/>
                </a:lnTo>
                <a:lnTo>
                  <a:pt x="27856" y="82276"/>
                </a:lnTo>
                <a:lnTo>
                  <a:pt x="27856" y="82276"/>
                </a:lnTo>
                <a:lnTo>
                  <a:pt x="27856" y="82275"/>
                </a:lnTo>
                <a:lnTo>
                  <a:pt x="27856" y="82275"/>
                </a:lnTo>
                <a:lnTo>
                  <a:pt x="27856" y="82275"/>
                </a:lnTo>
                <a:lnTo>
                  <a:pt x="27856" y="82275"/>
                </a:lnTo>
                <a:lnTo>
                  <a:pt x="27856" y="82275"/>
                </a:lnTo>
                <a:lnTo>
                  <a:pt x="27856" y="82274"/>
                </a:lnTo>
                <a:lnTo>
                  <a:pt x="27856" y="82274"/>
                </a:lnTo>
                <a:lnTo>
                  <a:pt x="27856" y="82274"/>
                </a:lnTo>
                <a:lnTo>
                  <a:pt x="27856" y="82274"/>
                </a:lnTo>
                <a:lnTo>
                  <a:pt x="27856" y="82274"/>
                </a:lnTo>
                <a:lnTo>
                  <a:pt x="27856" y="82273"/>
                </a:lnTo>
                <a:lnTo>
                  <a:pt x="27856" y="82273"/>
                </a:lnTo>
                <a:lnTo>
                  <a:pt x="27856" y="82273"/>
                </a:lnTo>
                <a:lnTo>
                  <a:pt x="27856" y="82273"/>
                </a:lnTo>
                <a:lnTo>
                  <a:pt x="27856" y="82273"/>
                </a:lnTo>
                <a:lnTo>
                  <a:pt x="27856" y="82272"/>
                </a:lnTo>
                <a:lnTo>
                  <a:pt x="27856" y="82272"/>
                </a:lnTo>
                <a:lnTo>
                  <a:pt x="27856" y="82272"/>
                </a:lnTo>
                <a:lnTo>
                  <a:pt x="27856" y="82272"/>
                </a:lnTo>
                <a:lnTo>
                  <a:pt x="27856" y="82272"/>
                </a:lnTo>
                <a:lnTo>
                  <a:pt x="27856" y="82271"/>
                </a:lnTo>
                <a:lnTo>
                  <a:pt x="27856" y="82271"/>
                </a:lnTo>
                <a:lnTo>
                  <a:pt x="27856" y="82271"/>
                </a:lnTo>
                <a:lnTo>
                  <a:pt x="27856" y="82271"/>
                </a:lnTo>
                <a:lnTo>
                  <a:pt x="27856" y="82270"/>
                </a:lnTo>
                <a:lnTo>
                  <a:pt x="27856" y="82270"/>
                </a:lnTo>
                <a:lnTo>
                  <a:pt x="27856" y="82270"/>
                </a:lnTo>
                <a:lnTo>
                  <a:pt x="27856" y="82270"/>
                </a:lnTo>
                <a:lnTo>
                  <a:pt x="27856" y="82270"/>
                </a:lnTo>
                <a:lnTo>
                  <a:pt x="27856" y="82269"/>
                </a:lnTo>
                <a:lnTo>
                  <a:pt x="27856" y="82269"/>
                </a:lnTo>
                <a:lnTo>
                  <a:pt x="27856" y="82269"/>
                </a:lnTo>
                <a:lnTo>
                  <a:pt x="27856" y="82269"/>
                </a:lnTo>
                <a:lnTo>
                  <a:pt x="27856" y="82269"/>
                </a:lnTo>
                <a:lnTo>
                  <a:pt x="27856" y="82268"/>
                </a:lnTo>
                <a:lnTo>
                  <a:pt x="27856" y="82268"/>
                </a:lnTo>
                <a:lnTo>
                  <a:pt x="27856" y="82268"/>
                </a:lnTo>
                <a:lnTo>
                  <a:pt x="27856" y="82268"/>
                </a:lnTo>
                <a:lnTo>
                  <a:pt x="27856" y="82268"/>
                </a:lnTo>
                <a:lnTo>
                  <a:pt x="27856" y="82267"/>
                </a:lnTo>
                <a:lnTo>
                  <a:pt x="27856" y="82267"/>
                </a:lnTo>
                <a:lnTo>
                  <a:pt x="27856" y="82267"/>
                </a:lnTo>
                <a:lnTo>
                  <a:pt x="27856" y="82267"/>
                </a:lnTo>
                <a:lnTo>
                  <a:pt x="27856" y="82267"/>
                </a:lnTo>
                <a:lnTo>
                  <a:pt x="27856" y="82266"/>
                </a:lnTo>
                <a:lnTo>
                  <a:pt x="27856" y="82266"/>
                </a:lnTo>
                <a:lnTo>
                  <a:pt x="27856" y="82266"/>
                </a:lnTo>
                <a:lnTo>
                  <a:pt x="27856" y="82266"/>
                </a:lnTo>
                <a:lnTo>
                  <a:pt x="27856" y="82266"/>
                </a:lnTo>
                <a:lnTo>
                  <a:pt x="27856" y="82265"/>
                </a:lnTo>
                <a:lnTo>
                  <a:pt x="27856" y="82265"/>
                </a:lnTo>
                <a:lnTo>
                  <a:pt x="27856" y="82265"/>
                </a:lnTo>
                <a:lnTo>
                  <a:pt x="27856" y="82265"/>
                </a:lnTo>
                <a:lnTo>
                  <a:pt x="27856" y="82264"/>
                </a:lnTo>
                <a:lnTo>
                  <a:pt x="27856" y="82264"/>
                </a:lnTo>
                <a:lnTo>
                  <a:pt x="27856" y="82264"/>
                </a:lnTo>
                <a:lnTo>
                  <a:pt x="27856" y="82264"/>
                </a:lnTo>
                <a:lnTo>
                  <a:pt x="27856" y="82264"/>
                </a:lnTo>
                <a:lnTo>
                  <a:pt x="27856" y="82263"/>
                </a:lnTo>
                <a:lnTo>
                  <a:pt x="27856" y="82263"/>
                </a:lnTo>
                <a:lnTo>
                  <a:pt x="27856" y="82263"/>
                </a:lnTo>
                <a:lnTo>
                  <a:pt x="27856" y="82263"/>
                </a:lnTo>
                <a:lnTo>
                  <a:pt x="27856" y="82263"/>
                </a:lnTo>
                <a:lnTo>
                  <a:pt x="27856" y="82262"/>
                </a:lnTo>
                <a:lnTo>
                  <a:pt x="27856" y="82262"/>
                </a:lnTo>
                <a:lnTo>
                  <a:pt x="27856" y="82262"/>
                </a:lnTo>
                <a:lnTo>
                  <a:pt x="27856" y="82262"/>
                </a:lnTo>
                <a:lnTo>
                  <a:pt x="27856" y="82262"/>
                </a:lnTo>
                <a:lnTo>
                  <a:pt x="27856" y="82261"/>
                </a:lnTo>
                <a:lnTo>
                  <a:pt x="27856" y="82261"/>
                </a:lnTo>
                <a:lnTo>
                  <a:pt x="27856" y="82261"/>
                </a:lnTo>
                <a:lnTo>
                  <a:pt x="27856" y="82261"/>
                </a:lnTo>
                <a:lnTo>
                  <a:pt x="27856" y="82261"/>
                </a:lnTo>
                <a:lnTo>
                  <a:pt x="27856" y="82260"/>
                </a:lnTo>
                <a:lnTo>
                  <a:pt x="27856" y="82260"/>
                </a:lnTo>
                <a:lnTo>
                  <a:pt x="27856" y="82260"/>
                </a:lnTo>
                <a:lnTo>
                  <a:pt x="27856" y="82260"/>
                </a:lnTo>
                <a:lnTo>
                  <a:pt x="27856" y="82260"/>
                </a:lnTo>
                <a:lnTo>
                  <a:pt x="27856" y="82259"/>
                </a:lnTo>
                <a:lnTo>
                  <a:pt x="27856" y="82259"/>
                </a:lnTo>
                <a:lnTo>
                  <a:pt x="27856" y="82259"/>
                </a:lnTo>
                <a:lnTo>
                  <a:pt x="27856" y="82259"/>
                </a:lnTo>
                <a:lnTo>
                  <a:pt x="27856" y="82258"/>
                </a:lnTo>
                <a:lnTo>
                  <a:pt x="27856" y="82258"/>
                </a:lnTo>
                <a:lnTo>
                  <a:pt x="27856" y="82258"/>
                </a:lnTo>
                <a:lnTo>
                  <a:pt x="27856" y="82258"/>
                </a:lnTo>
                <a:lnTo>
                  <a:pt x="27856" y="82258"/>
                </a:lnTo>
                <a:lnTo>
                  <a:pt x="27856" y="82257"/>
                </a:lnTo>
                <a:lnTo>
                  <a:pt x="27856" y="82257"/>
                </a:lnTo>
                <a:lnTo>
                  <a:pt x="27856" y="82257"/>
                </a:lnTo>
                <a:lnTo>
                  <a:pt x="27856" y="82257"/>
                </a:lnTo>
                <a:lnTo>
                  <a:pt x="27856" y="82257"/>
                </a:lnTo>
                <a:lnTo>
                  <a:pt x="27856" y="82256"/>
                </a:lnTo>
                <a:lnTo>
                  <a:pt x="27856" y="82256"/>
                </a:lnTo>
                <a:lnTo>
                  <a:pt x="27856" y="82256"/>
                </a:lnTo>
                <a:lnTo>
                  <a:pt x="27856" y="82256"/>
                </a:lnTo>
                <a:lnTo>
                  <a:pt x="27856" y="82256"/>
                </a:lnTo>
                <a:lnTo>
                  <a:pt x="27856" y="82255"/>
                </a:lnTo>
                <a:lnTo>
                  <a:pt x="27856" y="82255"/>
                </a:lnTo>
                <a:lnTo>
                  <a:pt x="27856" y="82255"/>
                </a:lnTo>
                <a:lnTo>
                  <a:pt x="27856" y="82255"/>
                </a:lnTo>
                <a:lnTo>
                  <a:pt x="27856" y="82255"/>
                </a:lnTo>
                <a:lnTo>
                  <a:pt x="27856" y="82254"/>
                </a:lnTo>
                <a:lnTo>
                  <a:pt x="27856" y="82254"/>
                </a:lnTo>
                <a:lnTo>
                  <a:pt x="27856" y="82254"/>
                </a:lnTo>
                <a:lnTo>
                  <a:pt x="27856" y="82254"/>
                </a:lnTo>
                <a:lnTo>
                  <a:pt x="27856" y="82254"/>
                </a:lnTo>
                <a:lnTo>
                  <a:pt x="27856" y="82253"/>
                </a:lnTo>
                <a:lnTo>
                  <a:pt x="27856" y="82253"/>
                </a:lnTo>
                <a:lnTo>
                  <a:pt x="27856" y="82253"/>
                </a:lnTo>
                <a:lnTo>
                  <a:pt x="27856" y="82253"/>
                </a:lnTo>
                <a:lnTo>
                  <a:pt x="27856" y="82252"/>
                </a:lnTo>
                <a:lnTo>
                  <a:pt x="27856" y="82252"/>
                </a:lnTo>
                <a:lnTo>
                  <a:pt x="27856" y="82252"/>
                </a:lnTo>
                <a:lnTo>
                  <a:pt x="27856" y="82252"/>
                </a:lnTo>
                <a:lnTo>
                  <a:pt x="27856" y="82252"/>
                </a:lnTo>
                <a:lnTo>
                  <a:pt x="27856" y="82251"/>
                </a:lnTo>
                <a:lnTo>
                  <a:pt x="27856" y="82251"/>
                </a:lnTo>
                <a:lnTo>
                  <a:pt x="27856" y="82251"/>
                </a:lnTo>
                <a:lnTo>
                  <a:pt x="27856" y="82251"/>
                </a:lnTo>
                <a:lnTo>
                  <a:pt x="27856" y="82251"/>
                </a:lnTo>
                <a:lnTo>
                  <a:pt x="27856" y="82250"/>
                </a:lnTo>
                <a:lnTo>
                  <a:pt x="27856" y="82250"/>
                </a:lnTo>
                <a:lnTo>
                  <a:pt x="27856" y="82250"/>
                </a:lnTo>
                <a:lnTo>
                  <a:pt x="27856" y="82250"/>
                </a:lnTo>
                <a:lnTo>
                  <a:pt x="27856" y="82250"/>
                </a:lnTo>
                <a:lnTo>
                  <a:pt x="27856" y="82249"/>
                </a:lnTo>
                <a:lnTo>
                  <a:pt x="27856" y="82249"/>
                </a:lnTo>
                <a:lnTo>
                  <a:pt x="27856" y="82249"/>
                </a:lnTo>
                <a:lnTo>
                  <a:pt x="27856" y="82249"/>
                </a:lnTo>
                <a:lnTo>
                  <a:pt x="27856" y="82249"/>
                </a:lnTo>
                <a:lnTo>
                  <a:pt x="27856" y="82248"/>
                </a:lnTo>
                <a:lnTo>
                  <a:pt x="27856" y="82248"/>
                </a:lnTo>
                <a:lnTo>
                  <a:pt x="27856" y="82248"/>
                </a:lnTo>
                <a:lnTo>
                  <a:pt x="27856" y="82248"/>
                </a:lnTo>
                <a:lnTo>
                  <a:pt x="27856" y="82248"/>
                </a:lnTo>
                <a:lnTo>
                  <a:pt x="27856" y="82247"/>
                </a:lnTo>
                <a:lnTo>
                  <a:pt x="27856" y="82247"/>
                </a:lnTo>
                <a:lnTo>
                  <a:pt x="27856" y="82247"/>
                </a:lnTo>
                <a:lnTo>
                  <a:pt x="27856" y="82247"/>
                </a:lnTo>
                <a:lnTo>
                  <a:pt x="27856" y="82247"/>
                </a:lnTo>
                <a:lnTo>
                  <a:pt x="27856" y="82246"/>
                </a:lnTo>
                <a:lnTo>
                  <a:pt x="27856" y="82246"/>
                </a:lnTo>
                <a:lnTo>
                  <a:pt x="27856" y="82246"/>
                </a:lnTo>
                <a:lnTo>
                  <a:pt x="27856" y="82246"/>
                </a:lnTo>
                <a:lnTo>
                  <a:pt x="27856" y="82245"/>
                </a:lnTo>
                <a:lnTo>
                  <a:pt x="27856" y="82245"/>
                </a:lnTo>
                <a:lnTo>
                  <a:pt x="27856" y="82245"/>
                </a:lnTo>
                <a:lnTo>
                  <a:pt x="27856" y="82245"/>
                </a:lnTo>
                <a:lnTo>
                  <a:pt x="27856" y="82245"/>
                </a:lnTo>
                <a:lnTo>
                  <a:pt x="27856" y="82244"/>
                </a:lnTo>
                <a:lnTo>
                  <a:pt x="27856" y="82244"/>
                </a:lnTo>
                <a:lnTo>
                  <a:pt x="27856" y="82244"/>
                </a:lnTo>
                <a:lnTo>
                  <a:pt x="27856" y="82244"/>
                </a:lnTo>
                <a:lnTo>
                  <a:pt x="27856" y="82244"/>
                </a:lnTo>
                <a:lnTo>
                  <a:pt x="27856" y="82243"/>
                </a:lnTo>
                <a:lnTo>
                  <a:pt x="27856" y="82243"/>
                </a:lnTo>
                <a:lnTo>
                  <a:pt x="27856" y="82243"/>
                </a:lnTo>
                <a:lnTo>
                  <a:pt x="27856" y="82243"/>
                </a:lnTo>
                <a:lnTo>
                  <a:pt x="27856" y="82243"/>
                </a:lnTo>
                <a:lnTo>
                  <a:pt x="27856" y="82242"/>
                </a:lnTo>
                <a:lnTo>
                  <a:pt x="27856" y="82242"/>
                </a:lnTo>
                <a:lnTo>
                  <a:pt x="27856" y="82242"/>
                </a:lnTo>
                <a:lnTo>
                  <a:pt x="27856" y="82242"/>
                </a:lnTo>
                <a:lnTo>
                  <a:pt x="27856" y="82242"/>
                </a:lnTo>
                <a:lnTo>
                  <a:pt x="27856" y="82241"/>
                </a:lnTo>
                <a:lnTo>
                  <a:pt x="27856" y="82241"/>
                </a:lnTo>
                <a:lnTo>
                  <a:pt x="27856" y="82241"/>
                </a:lnTo>
                <a:lnTo>
                  <a:pt x="27856" y="82241"/>
                </a:lnTo>
                <a:lnTo>
                  <a:pt x="27856" y="82241"/>
                </a:lnTo>
                <a:lnTo>
                  <a:pt x="27856" y="82240"/>
                </a:lnTo>
                <a:lnTo>
                  <a:pt x="27856" y="82240"/>
                </a:lnTo>
                <a:lnTo>
                  <a:pt x="27856" y="82240"/>
                </a:lnTo>
                <a:lnTo>
                  <a:pt x="27856" y="82240"/>
                </a:lnTo>
                <a:lnTo>
                  <a:pt x="27856" y="82240"/>
                </a:lnTo>
                <a:lnTo>
                  <a:pt x="27856" y="82239"/>
                </a:lnTo>
                <a:lnTo>
                  <a:pt x="27856" y="82239"/>
                </a:lnTo>
                <a:lnTo>
                  <a:pt x="27856" y="82239"/>
                </a:lnTo>
                <a:lnTo>
                  <a:pt x="27856" y="82239"/>
                </a:lnTo>
                <a:lnTo>
                  <a:pt x="27856" y="82239"/>
                </a:lnTo>
                <a:lnTo>
                  <a:pt x="27856" y="82238"/>
                </a:lnTo>
                <a:lnTo>
                  <a:pt x="27856" y="82238"/>
                </a:lnTo>
                <a:lnTo>
                  <a:pt x="27856" y="82238"/>
                </a:lnTo>
                <a:lnTo>
                  <a:pt x="27856" y="82238"/>
                </a:lnTo>
                <a:lnTo>
                  <a:pt x="27856" y="82237"/>
                </a:lnTo>
                <a:lnTo>
                  <a:pt x="27856" y="82237"/>
                </a:lnTo>
                <a:lnTo>
                  <a:pt x="27856" y="82237"/>
                </a:lnTo>
                <a:lnTo>
                  <a:pt x="27856" y="82237"/>
                </a:lnTo>
                <a:lnTo>
                  <a:pt x="27856" y="82237"/>
                </a:lnTo>
                <a:lnTo>
                  <a:pt x="27856" y="82236"/>
                </a:lnTo>
                <a:lnTo>
                  <a:pt x="27856" y="82236"/>
                </a:lnTo>
                <a:lnTo>
                  <a:pt x="27856" y="82236"/>
                </a:lnTo>
                <a:lnTo>
                  <a:pt x="27856" y="82236"/>
                </a:lnTo>
                <a:lnTo>
                  <a:pt x="27856" y="82236"/>
                </a:lnTo>
                <a:lnTo>
                  <a:pt x="27856" y="82235"/>
                </a:lnTo>
                <a:lnTo>
                  <a:pt x="27856" y="82235"/>
                </a:lnTo>
                <a:lnTo>
                  <a:pt x="27856" y="82235"/>
                </a:lnTo>
                <a:lnTo>
                  <a:pt x="27856" y="82235"/>
                </a:lnTo>
                <a:lnTo>
                  <a:pt x="27856" y="82235"/>
                </a:lnTo>
                <a:lnTo>
                  <a:pt x="27856" y="82234"/>
                </a:lnTo>
                <a:lnTo>
                  <a:pt x="27856" y="82234"/>
                </a:lnTo>
                <a:lnTo>
                  <a:pt x="27856" y="82234"/>
                </a:lnTo>
                <a:lnTo>
                  <a:pt x="27856" y="82234"/>
                </a:lnTo>
                <a:lnTo>
                  <a:pt x="27856" y="82234"/>
                </a:lnTo>
                <a:lnTo>
                  <a:pt x="27856" y="82233"/>
                </a:lnTo>
                <a:lnTo>
                  <a:pt x="27856" y="82233"/>
                </a:lnTo>
                <a:lnTo>
                  <a:pt x="27856" y="82233"/>
                </a:lnTo>
                <a:lnTo>
                  <a:pt x="27856" y="82233"/>
                </a:lnTo>
                <a:lnTo>
                  <a:pt x="27856" y="82233"/>
                </a:lnTo>
                <a:lnTo>
                  <a:pt x="27856" y="82232"/>
                </a:lnTo>
                <a:lnTo>
                  <a:pt x="27856" y="82232"/>
                </a:lnTo>
                <a:lnTo>
                  <a:pt x="27856" y="82232"/>
                </a:lnTo>
                <a:lnTo>
                  <a:pt x="27856" y="82232"/>
                </a:lnTo>
                <a:lnTo>
                  <a:pt x="27856" y="82232"/>
                </a:lnTo>
                <a:lnTo>
                  <a:pt x="27856" y="82231"/>
                </a:lnTo>
                <a:lnTo>
                  <a:pt x="27856" y="82231"/>
                </a:lnTo>
                <a:lnTo>
                  <a:pt x="27856" y="82231"/>
                </a:lnTo>
                <a:lnTo>
                  <a:pt x="27856" y="82231"/>
                </a:lnTo>
                <a:lnTo>
                  <a:pt x="27856" y="82231"/>
                </a:lnTo>
                <a:lnTo>
                  <a:pt x="27856" y="82230"/>
                </a:lnTo>
                <a:lnTo>
                  <a:pt x="27856" y="82230"/>
                </a:lnTo>
                <a:lnTo>
                  <a:pt x="27856" y="82230"/>
                </a:lnTo>
                <a:lnTo>
                  <a:pt x="27856" y="82230"/>
                </a:lnTo>
                <a:lnTo>
                  <a:pt x="27856" y="82229"/>
                </a:lnTo>
                <a:lnTo>
                  <a:pt x="27856" y="82229"/>
                </a:lnTo>
                <a:lnTo>
                  <a:pt x="27856" y="82229"/>
                </a:lnTo>
                <a:lnTo>
                  <a:pt x="27856" y="82229"/>
                </a:lnTo>
                <a:lnTo>
                  <a:pt x="27856" y="82229"/>
                </a:lnTo>
                <a:lnTo>
                  <a:pt x="27856" y="82228"/>
                </a:lnTo>
                <a:lnTo>
                  <a:pt x="27856" y="82228"/>
                </a:lnTo>
                <a:lnTo>
                  <a:pt x="27856" y="82228"/>
                </a:lnTo>
                <a:lnTo>
                  <a:pt x="27856" y="82228"/>
                </a:lnTo>
                <a:lnTo>
                  <a:pt x="27856" y="82228"/>
                </a:lnTo>
                <a:lnTo>
                  <a:pt x="27856" y="82227"/>
                </a:lnTo>
                <a:lnTo>
                  <a:pt x="27856" y="82227"/>
                </a:lnTo>
                <a:lnTo>
                  <a:pt x="27856" y="82227"/>
                </a:lnTo>
                <a:lnTo>
                  <a:pt x="27856" y="82227"/>
                </a:lnTo>
                <a:lnTo>
                  <a:pt x="27856" y="82227"/>
                </a:lnTo>
                <a:lnTo>
                  <a:pt x="27856" y="82226"/>
                </a:lnTo>
                <a:lnTo>
                  <a:pt x="27856" y="82226"/>
                </a:lnTo>
                <a:lnTo>
                  <a:pt x="27856" y="82226"/>
                </a:lnTo>
                <a:lnTo>
                  <a:pt x="27856" y="82226"/>
                </a:lnTo>
                <a:lnTo>
                  <a:pt x="27856" y="82226"/>
                </a:lnTo>
                <a:lnTo>
                  <a:pt x="27856" y="82225"/>
                </a:lnTo>
                <a:lnTo>
                  <a:pt x="27856" y="82225"/>
                </a:lnTo>
                <a:lnTo>
                  <a:pt x="27856" y="82225"/>
                </a:lnTo>
                <a:lnTo>
                  <a:pt x="27856" y="82225"/>
                </a:lnTo>
                <a:lnTo>
                  <a:pt x="27856" y="82225"/>
                </a:lnTo>
                <a:lnTo>
                  <a:pt x="27856" y="82224"/>
                </a:lnTo>
                <a:lnTo>
                  <a:pt x="27856" y="82224"/>
                </a:lnTo>
                <a:lnTo>
                  <a:pt x="27856" y="82224"/>
                </a:lnTo>
                <a:lnTo>
                  <a:pt x="27856" y="82224"/>
                </a:lnTo>
                <a:lnTo>
                  <a:pt x="27856" y="82224"/>
                </a:lnTo>
                <a:lnTo>
                  <a:pt x="27856" y="82223"/>
                </a:lnTo>
                <a:lnTo>
                  <a:pt x="27856" y="82223"/>
                </a:lnTo>
                <a:lnTo>
                  <a:pt x="27856" y="82223"/>
                </a:lnTo>
                <a:lnTo>
                  <a:pt x="27856" y="82223"/>
                </a:lnTo>
                <a:lnTo>
                  <a:pt x="27856" y="82223"/>
                </a:lnTo>
                <a:lnTo>
                  <a:pt x="27856" y="82222"/>
                </a:lnTo>
                <a:lnTo>
                  <a:pt x="27856" y="82222"/>
                </a:lnTo>
                <a:lnTo>
                  <a:pt x="27856" y="82222"/>
                </a:lnTo>
                <a:lnTo>
                  <a:pt x="27856" y="82222"/>
                </a:lnTo>
                <a:lnTo>
                  <a:pt x="27856" y="82222"/>
                </a:lnTo>
                <a:lnTo>
                  <a:pt x="27856" y="82221"/>
                </a:lnTo>
                <a:lnTo>
                  <a:pt x="27856" y="82221"/>
                </a:lnTo>
                <a:lnTo>
                  <a:pt x="27856" y="82221"/>
                </a:lnTo>
                <a:lnTo>
                  <a:pt x="27856" y="82221"/>
                </a:lnTo>
                <a:lnTo>
                  <a:pt x="27856" y="82221"/>
                </a:lnTo>
                <a:lnTo>
                  <a:pt x="27856" y="82220"/>
                </a:lnTo>
                <a:lnTo>
                  <a:pt x="27856" y="82220"/>
                </a:lnTo>
                <a:lnTo>
                  <a:pt x="27856" y="82220"/>
                </a:lnTo>
                <a:lnTo>
                  <a:pt x="27856" y="82220"/>
                </a:lnTo>
                <a:lnTo>
                  <a:pt x="27856" y="82220"/>
                </a:lnTo>
                <a:lnTo>
                  <a:pt x="27856" y="82219"/>
                </a:lnTo>
                <a:lnTo>
                  <a:pt x="27856" y="82219"/>
                </a:lnTo>
                <a:lnTo>
                  <a:pt x="27856" y="82219"/>
                </a:lnTo>
                <a:lnTo>
                  <a:pt x="27856" y="82219"/>
                </a:lnTo>
                <a:lnTo>
                  <a:pt x="27856" y="82218"/>
                </a:lnTo>
                <a:lnTo>
                  <a:pt x="27856" y="82218"/>
                </a:lnTo>
                <a:lnTo>
                  <a:pt x="27856" y="82218"/>
                </a:lnTo>
                <a:lnTo>
                  <a:pt x="27856" y="82218"/>
                </a:lnTo>
                <a:lnTo>
                  <a:pt x="27856" y="82218"/>
                </a:lnTo>
                <a:lnTo>
                  <a:pt x="27856" y="82217"/>
                </a:lnTo>
                <a:lnTo>
                  <a:pt x="27856" y="82217"/>
                </a:lnTo>
                <a:lnTo>
                  <a:pt x="27856" y="82217"/>
                </a:lnTo>
                <a:lnTo>
                  <a:pt x="27856" y="82217"/>
                </a:lnTo>
                <a:lnTo>
                  <a:pt x="27856" y="82217"/>
                </a:lnTo>
                <a:lnTo>
                  <a:pt x="27856" y="82216"/>
                </a:lnTo>
                <a:lnTo>
                  <a:pt x="27856" y="82216"/>
                </a:lnTo>
                <a:lnTo>
                  <a:pt x="27856" y="82216"/>
                </a:lnTo>
                <a:lnTo>
                  <a:pt x="27856" y="82216"/>
                </a:lnTo>
                <a:lnTo>
                  <a:pt x="27856" y="82216"/>
                </a:lnTo>
                <a:lnTo>
                  <a:pt x="27856" y="82215"/>
                </a:lnTo>
                <a:lnTo>
                  <a:pt x="27856" y="82215"/>
                </a:lnTo>
                <a:lnTo>
                  <a:pt x="27856" y="82215"/>
                </a:lnTo>
                <a:lnTo>
                  <a:pt x="27856" y="82215"/>
                </a:lnTo>
                <a:lnTo>
                  <a:pt x="27856" y="82215"/>
                </a:lnTo>
                <a:lnTo>
                  <a:pt x="27856" y="82214"/>
                </a:lnTo>
                <a:lnTo>
                  <a:pt x="27856" y="82214"/>
                </a:lnTo>
                <a:lnTo>
                  <a:pt x="27856" y="82214"/>
                </a:lnTo>
                <a:lnTo>
                  <a:pt x="27856" y="82214"/>
                </a:lnTo>
                <a:lnTo>
                  <a:pt x="27856" y="82214"/>
                </a:lnTo>
                <a:lnTo>
                  <a:pt x="27856" y="82213"/>
                </a:lnTo>
                <a:lnTo>
                  <a:pt x="27856" y="82213"/>
                </a:lnTo>
                <a:lnTo>
                  <a:pt x="27856" y="82213"/>
                </a:lnTo>
                <a:lnTo>
                  <a:pt x="27856" y="82213"/>
                </a:lnTo>
                <a:lnTo>
                  <a:pt x="27856" y="82213"/>
                </a:lnTo>
                <a:lnTo>
                  <a:pt x="27856" y="82212"/>
                </a:lnTo>
                <a:lnTo>
                  <a:pt x="27856" y="82212"/>
                </a:lnTo>
                <a:lnTo>
                  <a:pt x="27856" y="82212"/>
                </a:lnTo>
                <a:lnTo>
                  <a:pt x="27856" y="82212"/>
                </a:lnTo>
                <a:lnTo>
                  <a:pt x="27856" y="82212"/>
                </a:lnTo>
                <a:lnTo>
                  <a:pt x="27856" y="82211"/>
                </a:lnTo>
                <a:lnTo>
                  <a:pt x="27856" y="82211"/>
                </a:lnTo>
                <a:lnTo>
                  <a:pt x="27856" y="82211"/>
                </a:lnTo>
                <a:lnTo>
                  <a:pt x="27856" y="82211"/>
                </a:lnTo>
                <a:lnTo>
                  <a:pt x="27856" y="82211"/>
                </a:lnTo>
                <a:lnTo>
                  <a:pt x="27856" y="82210"/>
                </a:lnTo>
                <a:lnTo>
                  <a:pt x="27856" y="82210"/>
                </a:lnTo>
                <a:lnTo>
                  <a:pt x="27856" y="82210"/>
                </a:lnTo>
                <a:lnTo>
                  <a:pt x="27856" y="82210"/>
                </a:lnTo>
                <a:lnTo>
                  <a:pt x="27856" y="82210"/>
                </a:lnTo>
                <a:lnTo>
                  <a:pt x="27856" y="82209"/>
                </a:lnTo>
                <a:lnTo>
                  <a:pt x="27856" y="82209"/>
                </a:lnTo>
                <a:lnTo>
                  <a:pt x="27856" y="82209"/>
                </a:lnTo>
                <a:lnTo>
                  <a:pt x="27856" y="82209"/>
                </a:lnTo>
                <a:lnTo>
                  <a:pt x="27856" y="82209"/>
                </a:lnTo>
                <a:lnTo>
                  <a:pt x="27856" y="82208"/>
                </a:lnTo>
                <a:lnTo>
                  <a:pt x="27856" y="82208"/>
                </a:lnTo>
                <a:lnTo>
                  <a:pt x="27856" y="82208"/>
                </a:lnTo>
                <a:lnTo>
                  <a:pt x="27856" y="82208"/>
                </a:lnTo>
                <a:lnTo>
                  <a:pt x="27856" y="82208"/>
                </a:lnTo>
                <a:lnTo>
                  <a:pt x="27856" y="82207"/>
                </a:lnTo>
                <a:lnTo>
                  <a:pt x="27856" y="82207"/>
                </a:lnTo>
                <a:lnTo>
                  <a:pt x="27856" y="82207"/>
                </a:lnTo>
                <a:lnTo>
                  <a:pt x="27856" y="82207"/>
                </a:lnTo>
                <a:lnTo>
                  <a:pt x="27856" y="82207"/>
                </a:lnTo>
                <a:lnTo>
                  <a:pt x="27856" y="82206"/>
                </a:lnTo>
                <a:lnTo>
                  <a:pt x="27856" y="82206"/>
                </a:lnTo>
                <a:lnTo>
                  <a:pt x="27856" y="82206"/>
                </a:lnTo>
                <a:lnTo>
                  <a:pt x="27856" y="82206"/>
                </a:lnTo>
                <a:lnTo>
                  <a:pt x="27856" y="82206"/>
                </a:lnTo>
                <a:lnTo>
                  <a:pt x="27856" y="82205"/>
                </a:lnTo>
                <a:lnTo>
                  <a:pt x="27856" y="82205"/>
                </a:lnTo>
                <a:lnTo>
                  <a:pt x="27856" y="82205"/>
                </a:lnTo>
                <a:lnTo>
                  <a:pt x="27856" y="82205"/>
                </a:lnTo>
                <a:lnTo>
                  <a:pt x="27856" y="82204"/>
                </a:lnTo>
                <a:lnTo>
                  <a:pt x="27856" y="82204"/>
                </a:lnTo>
                <a:lnTo>
                  <a:pt x="27856" y="82204"/>
                </a:lnTo>
                <a:lnTo>
                  <a:pt x="27856" y="82204"/>
                </a:lnTo>
                <a:lnTo>
                  <a:pt x="27856" y="82204"/>
                </a:lnTo>
                <a:lnTo>
                  <a:pt x="27856" y="82203"/>
                </a:lnTo>
                <a:lnTo>
                  <a:pt x="27856" y="82203"/>
                </a:lnTo>
                <a:lnTo>
                  <a:pt x="27856" y="82203"/>
                </a:lnTo>
                <a:lnTo>
                  <a:pt x="27856" y="82203"/>
                </a:lnTo>
                <a:lnTo>
                  <a:pt x="27856" y="82203"/>
                </a:lnTo>
                <a:lnTo>
                  <a:pt x="27856" y="82202"/>
                </a:lnTo>
                <a:lnTo>
                  <a:pt x="27856" y="82202"/>
                </a:lnTo>
                <a:lnTo>
                  <a:pt x="27856" y="82202"/>
                </a:lnTo>
                <a:lnTo>
                  <a:pt x="27856" y="82202"/>
                </a:lnTo>
                <a:lnTo>
                  <a:pt x="27856" y="82202"/>
                </a:lnTo>
                <a:lnTo>
                  <a:pt x="27856" y="82201"/>
                </a:lnTo>
                <a:lnTo>
                  <a:pt x="27856" y="82201"/>
                </a:lnTo>
                <a:lnTo>
                  <a:pt x="27856" y="82201"/>
                </a:lnTo>
                <a:lnTo>
                  <a:pt x="27856" y="82201"/>
                </a:lnTo>
                <a:lnTo>
                  <a:pt x="27856" y="82201"/>
                </a:lnTo>
                <a:lnTo>
                  <a:pt x="27856" y="82200"/>
                </a:lnTo>
                <a:lnTo>
                  <a:pt x="27856" y="82200"/>
                </a:lnTo>
                <a:lnTo>
                  <a:pt x="27856" y="82200"/>
                </a:lnTo>
                <a:lnTo>
                  <a:pt x="27856" y="82200"/>
                </a:lnTo>
                <a:lnTo>
                  <a:pt x="27856" y="82200"/>
                </a:lnTo>
                <a:lnTo>
                  <a:pt x="27856" y="82199"/>
                </a:lnTo>
                <a:lnTo>
                  <a:pt x="27856" y="82199"/>
                </a:lnTo>
                <a:lnTo>
                  <a:pt x="27856" y="82199"/>
                </a:lnTo>
                <a:lnTo>
                  <a:pt x="27856" y="82199"/>
                </a:lnTo>
                <a:lnTo>
                  <a:pt x="27856" y="82199"/>
                </a:lnTo>
                <a:lnTo>
                  <a:pt x="27856" y="82198"/>
                </a:lnTo>
                <a:lnTo>
                  <a:pt x="27856" y="82198"/>
                </a:lnTo>
                <a:lnTo>
                  <a:pt x="27856" y="82198"/>
                </a:lnTo>
                <a:lnTo>
                  <a:pt x="27856" y="82198"/>
                </a:lnTo>
                <a:lnTo>
                  <a:pt x="27856" y="82198"/>
                </a:lnTo>
                <a:lnTo>
                  <a:pt x="27856" y="82197"/>
                </a:lnTo>
                <a:lnTo>
                  <a:pt x="27856" y="82197"/>
                </a:lnTo>
                <a:lnTo>
                  <a:pt x="27856" y="82197"/>
                </a:lnTo>
                <a:lnTo>
                  <a:pt x="27856" y="82197"/>
                </a:lnTo>
                <a:lnTo>
                  <a:pt x="27856" y="82197"/>
                </a:lnTo>
                <a:lnTo>
                  <a:pt x="27856" y="82196"/>
                </a:lnTo>
                <a:lnTo>
                  <a:pt x="27856" y="82196"/>
                </a:lnTo>
                <a:lnTo>
                  <a:pt x="27856" y="82196"/>
                </a:lnTo>
                <a:lnTo>
                  <a:pt x="27856" y="82196"/>
                </a:lnTo>
                <a:lnTo>
                  <a:pt x="27856" y="82196"/>
                </a:lnTo>
                <a:lnTo>
                  <a:pt x="27856" y="82195"/>
                </a:lnTo>
                <a:lnTo>
                  <a:pt x="27856" y="82195"/>
                </a:lnTo>
                <a:lnTo>
                  <a:pt x="27856" y="82195"/>
                </a:lnTo>
                <a:lnTo>
                  <a:pt x="27856" y="82195"/>
                </a:lnTo>
                <a:lnTo>
                  <a:pt x="27856" y="82195"/>
                </a:lnTo>
                <a:lnTo>
                  <a:pt x="27856" y="82194"/>
                </a:lnTo>
                <a:lnTo>
                  <a:pt x="27856" y="82194"/>
                </a:lnTo>
                <a:lnTo>
                  <a:pt x="27856" y="82194"/>
                </a:lnTo>
                <a:lnTo>
                  <a:pt x="27856" y="82194"/>
                </a:lnTo>
                <a:lnTo>
                  <a:pt x="27856" y="82194"/>
                </a:lnTo>
                <a:lnTo>
                  <a:pt x="27856" y="82193"/>
                </a:lnTo>
                <a:lnTo>
                  <a:pt x="27856" y="82193"/>
                </a:lnTo>
                <a:lnTo>
                  <a:pt x="27856" y="82193"/>
                </a:lnTo>
                <a:lnTo>
                  <a:pt x="27856" y="82193"/>
                </a:lnTo>
                <a:lnTo>
                  <a:pt x="27856" y="82193"/>
                </a:lnTo>
                <a:lnTo>
                  <a:pt x="27856" y="82192"/>
                </a:lnTo>
                <a:lnTo>
                  <a:pt x="27856" y="82192"/>
                </a:lnTo>
                <a:lnTo>
                  <a:pt x="27856" y="82192"/>
                </a:lnTo>
                <a:lnTo>
                  <a:pt x="27856" y="82192"/>
                </a:lnTo>
                <a:lnTo>
                  <a:pt x="27856" y="82192"/>
                </a:lnTo>
                <a:lnTo>
                  <a:pt x="27856" y="82191"/>
                </a:lnTo>
                <a:lnTo>
                  <a:pt x="27856" y="82191"/>
                </a:lnTo>
                <a:lnTo>
                  <a:pt x="27856" y="82191"/>
                </a:lnTo>
                <a:lnTo>
                  <a:pt x="27856" y="82191"/>
                </a:lnTo>
                <a:lnTo>
                  <a:pt x="27856" y="82191"/>
                </a:lnTo>
                <a:lnTo>
                  <a:pt x="27856" y="82190"/>
                </a:lnTo>
                <a:lnTo>
                  <a:pt x="27856" y="82190"/>
                </a:lnTo>
                <a:lnTo>
                  <a:pt x="27856" y="82190"/>
                </a:lnTo>
                <a:lnTo>
                  <a:pt x="27856" y="82190"/>
                </a:lnTo>
                <a:lnTo>
                  <a:pt x="27856" y="82190"/>
                </a:lnTo>
                <a:lnTo>
                  <a:pt x="27856" y="82189"/>
                </a:lnTo>
                <a:lnTo>
                  <a:pt x="27856" y="82189"/>
                </a:lnTo>
                <a:lnTo>
                  <a:pt x="27856" y="82189"/>
                </a:lnTo>
                <a:lnTo>
                  <a:pt x="27856" y="82189"/>
                </a:lnTo>
                <a:lnTo>
                  <a:pt x="27856" y="82189"/>
                </a:lnTo>
                <a:lnTo>
                  <a:pt x="27856" y="82188"/>
                </a:lnTo>
                <a:lnTo>
                  <a:pt x="27856" y="82188"/>
                </a:lnTo>
                <a:lnTo>
                  <a:pt x="27856" y="82188"/>
                </a:lnTo>
                <a:lnTo>
                  <a:pt x="27856" y="82188"/>
                </a:lnTo>
                <a:lnTo>
                  <a:pt x="27856" y="82188"/>
                </a:lnTo>
                <a:lnTo>
                  <a:pt x="27856" y="82187"/>
                </a:lnTo>
                <a:lnTo>
                  <a:pt x="27856" y="82187"/>
                </a:lnTo>
                <a:lnTo>
                  <a:pt x="27856" y="82187"/>
                </a:lnTo>
                <a:lnTo>
                  <a:pt x="27856" y="82187"/>
                </a:lnTo>
                <a:lnTo>
                  <a:pt x="27856" y="82187"/>
                </a:lnTo>
                <a:lnTo>
                  <a:pt x="27856" y="82186"/>
                </a:lnTo>
                <a:lnTo>
                  <a:pt x="27856" y="82186"/>
                </a:lnTo>
                <a:lnTo>
                  <a:pt x="27856" y="82186"/>
                </a:lnTo>
                <a:lnTo>
                  <a:pt x="27856" y="82186"/>
                </a:lnTo>
                <a:lnTo>
                  <a:pt x="27856" y="82186"/>
                </a:lnTo>
                <a:lnTo>
                  <a:pt x="27856" y="82185"/>
                </a:lnTo>
                <a:lnTo>
                  <a:pt x="27856" y="82185"/>
                </a:lnTo>
                <a:lnTo>
                  <a:pt x="27856" y="82185"/>
                </a:lnTo>
                <a:lnTo>
                  <a:pt x="27856" y="82185"/>
                </a:lnTo>
                <a:lnTo>
                  <a:pt x="27856" y="82185"/>
                </a:lnTo>
                <a:lnTo>
                  <a:pt x="27856" y="82184"/>
                </a:lnTo>
                <a:lnTo>
                  <a:pt x="27856" y="82184"/>
                </a:lnTo>
                <a:lnTo>
                  <a:pt x="27856" y="82184"/>
                </a:lnTo>
                <a:lnTo>
                  <a:pt x="27856" y="82184"/>
                </a:lnTo>
                <a:lnTo>
                  <a:pt x="27856" y="82184"/>
                </a:lnTo>
                <a:lnTo>
                  <a:pt x="27856" y="82183"/>
                </a:lnTo>
                <a:lnTo>
                  <a:pt x="27856" y="82183"/>
                </a:lnTo>
                <a:lnTo>
                  <a:pt x="27856" y="82183"/>
                </a:lnTo>
                <a:lnTo>
                  <a:pt x="27856" y="82183"/>
                </a:lnTo>
                <a:lnTo>
                  <a:pt x="27856" y="82183"/>
                </a:lnTo>
                <a:lnTo>
                  <a:pt x="27856" y="82182"/>
                </a:lnTo>
                <a:lnTo>
                  <a:pt x="27856" y="82182"/>
                </a:lnTo>
                <a:lnTo>
                  <a:pt x="27856" y="82182"/>
                </a:lnTo>
                <a:lnTo>
                  <a:pt x="27856" y="82182"/>
                </a:lnTo>
                <a:lnTo>
                  <a:pt x="27856" y="82182"/>
                </a:lnTo>
                <a:lnTo>
                  <a:pt x="27856" y="82181"/>
                </a:lnTo>
                <a:lnTo>
                  <a:pt x="27856" y="82181"/>
                </a:lnTo>
                <a:lnTo>
                  <a:pt x="27856" y="82181"/>
                </a:lnTo>
                <a:lnTo>
                  <a:pt x="27856" y="82181"/>
                </a:lnTo>
                <a:lnTo>
                  <a:pt x="27856" y="82181"/>
                </a:lnTo>
                <a:lnTo>
                  <a:pt x="27856" y="82180"/>
                </a:lnTo>
                <a:lnTo>
                  <a:pt x="27856" y="82180"/>
                </a:lnTo>
                <a:lnTo>
                  <a:pt x="27856" y="82180"/>
                </a:lnTo>
                <a:lnTo>
                  <a:pt x="27856" y="82180"/>
                </a:lnTo>
                <a:lnTo>
                  <a:pt x="27856" y="82180"/>
                </a:lnTo>
                <a:lnTo>
                  <a:pt x="27856" y="82179"/>
                </a:lnTo>
                <a:lnTo>
                  <a:pt x="27856" y="82179"/>
                </a:lnTo>
                <a:lnTo>
                  <a:pt x="27856" y="82179"/>
                </a:lnTo>
                <a:lnTo>
                  <a:pt x="27856" y="82179"/>
                </a:lnTo>
                <a:lnTo>
                  <a:pt x="27856" y="82179"/>
                </a:lnTo>
                <a:lnTo>
                  <a:pt x="27856" y="82178"/>
                </a:lnTo>
                <a:lnTo>
                  <a:pt x="27856" y="82178"/>
                </a:lnTo>
                <a:lnTo>
                  <a:pt x="27856" y="82178"/>
                </a:lnTo>
                <a:lnTo>
                  <a:pt x="27856" y="82178"/>
                </a:lnTo>
                <a:lnTo>
                  <a:pt x="27856" y="82178"/>
                </a:lnTo>
                <a:lnTo>
                  <a:pt x="27856" y="82177"/>
                </a:lnTo>
                <a:lnTo>
                  <a:pt x="27856" y="82177"/>
                </a:lnTo>
                <a:lnTo>
                  <a:pt x="27856" y="82177"/>
                </a:lnTo>
                <a:lnTo>
                  <a:pt x="27856" y="82177"/>
                </a:lnTo>
                <a:lnTo>
                  <a:pt x="27856" y="82177"/>
                </a:lnTo>
                <a:lnTo>
                  <a:pt x="27856" y="82176"/>
                </a:lnTo>
                <a:lnTo>
                  <a:pt x="27856" y="82176"/>
                </a:lnTo>
                <a:lnTo>
                  <a:pt x="27856" y="82176"/>
                </a:lnTo>
                <a:lnTo>
                  <a:pt x="27856" y="82176"/>
                </a:lnTo>
                <a:lnTo>
                  <a:pt x="27856" y="82176"/>
                </a:lnTo>
                <a:lnTo>
                  <a:pt x="27856" y="82175"/>
                </a:lnTo>
                <a:lnTo>
                  <a:pt x="27856" y="82175"/>
                </a:lnTo>
                <a:lnTo>
                  <a:pt x="27856" y="82175"/>
                </a:lnTo>
                <a:lnTo>
                  <a:pt x="27856" y="82175"/>
                </a:lnTo>
                <a:lnTo>
                  <a:pt x="27856" y="82175"/>
                </a:lnTo>
                <a:lnTo>
                  <a:pt x="27856" y="82174"/>
                </a:lnTo>
                <a:lnTo>
                  <a:pt x="27856" y="82174"/>
                </a:lnTo>
                <a:lnTo>
                  <a:pt x="27856" y="82174"/>
                </a:lnTo>
                <a:lnTo>
                  <a:pt x="27856" y="82174"/>
                </a:lnTo>
                <a:lnTo>
                  <a:pt x="27856" y="82174"/>
                </a:lnTo>
                <a:lnTo>
                  <a:pt x="27856" y="82173"/>
                </a:lnTo>
                <a:lnTo>
                  <a:pt x="27856" y="82173"/>
                </a:lnTo>
                <a:lnTo>
                  <a:pt x="27856" y="82173"/>
                </a:lnTo>
                <a:lnTo>
                  <a:pt x="27856" y="82173"/>
                </a:lnTo>
                <a:lnTo>
                  <a:pt x="27856" y="82173"/>
                </a:lnTo>
                <a:lnTo>
                  <a:pt x="27856" y="82172"/>
                </a:lnTo>
                <a:lnTo>
                  <a:pt x="27856" y="82172"/>
                </a:lnTo>
                <a:lnTo>
                  <a:pt x="27856" y="82172"/>
                </a:lnTo>
                <a:lnTo>
                  <a:pt x="27856" y="82172"/>
                </a:lnTo>
                <a:lnTo>
                  <a:pt x="27856" y="82172"/>
                </a:lnTo>
                <a:lnTo>
                  <a:pt x="27856" y="82171"/>
                </a:lnTo>
                <a:lnTo>
                  <a:pt x="27856" y="82171"/>
                </a:lnTo>
                <a:lnTo>
                  <a:pt x="27856" y="82171"/>
                </a:lnTo>
                <a:lnTo>
                  <a:pt x="27856" y="82171"/>
                </a:lnTo>
                <a:lnTo>
                  <a:pt x="27856" y="82171"/>
                </a:lnTo>
                <a:lnTo>
                  <a:pt x="27856" y="82170"/>
                </a:lnTo>
                <a:lnTo>
                  <a:pt x="27856" y="82170"/>
                </a:lnTo>
                <a:lnTo>
                  <a:pt x="27856" y="82170"/>
                </a:lnTo>
                <a:lnTo>
                  <a:pt x="27856" y="82170"/>
                </a:lnTo>
                <a:lnTo>
                  <a:pt x="27856" y="82170"/>
                </a:lnTo>
                <a:lnTo>
                  <a:pt x="27856" y="82169"/>
                </a:lnTo>
                <a:lnTo>
                  <a:pt x="27856" y="82169"/>
                </a:lnTo>
                <a:lnTo>
                  <a:pt x="27856" y="82169"/>
                </a:lnTo>
                <a:lnTo>
                  <a:pt x="27856" y="82169"/>
                </a:lnTo>
                <a:lnTo>
                  <a:pt x="27856" y="82169"/>
                </a:lnTo>
                <a:lnTo>
                  <a:pt x="27856" y="82168"/>
                </a:lnTo>
                <a:lnTo>
                  <a:pt x="27856" y="82168"/>
                </a:lnTo>
                <a:lnTo>
                  <a:pt x="27856" y="82168"/>
                </a:lnTo>
                <a:lnTo>
                  <a:pt x="27856" y="82168"/>
                </a:lnTo>
                <a:lnTo>
                  <a:pt x="27856" y="82168"/>
                </a:lnTo>
                <a:lnTo>
                  <a:pt x="27856" y="82167"/>
                </a:lnTo>
                <a:lnTo>
                  <a:pt x="27856" y="82167"/>
                </a:lnTo>
                <a:lnTo>
                  <a:pt x="27856" y="82167"/>
                </a:lnTo>
                <a:lnTo>
                  <a:pt x="27856" y="82167"/>
                </a:lnTo>
                <a:lnTo>
                  <a:pt x="27856" y="82167"/>
                </a:lnTo>
                <a:lnTo>
                  <a:pt x="27856" y="82166"/>
                </a:lnTo>
                <a:lnTo>
                  <a:pt x="27856" y="82166"/>
                </a:lnTo>
                <a:lnTo>
                  <a:pt x="27856" y="82166"/>
                </a:lnTo>
                <a:lnTo>
                  <a:pt x="27856" y="82166"/>
                </a:lnTo>
                <a:lnTo>
                  <a:pt x="27856" y="82166"/>
                </a:lnTo>
                <a:lnTo>
                  <a:pt x="27856" y="82165"/>
                </a:lnTo>
                <a:lnTo>
                  <a:pt x="27856" y="82165"/>
                </a:lnTo>
                <a:lnTo>
                  <a:pt x="27856" y="82165"/>
                </a:lnTo>
                <a:lnTo>
                  <a:pt x="27856" y="82165"/>
                </a:lnTo>
                <a:lnTo>
                  <a:pt x="27856" y="82165"/>
                </a:lnTo>
                <a:lnTo>
                  <a:pt x="27856" y="82164"/>
                </a:lnTo>
                <a:lnTo>
                  <a:pt x="27856" y="82164"/>
                </a:lnTo>
                <a:lnTo>
                  <a:pt x="27856" y="82164"/>
                </a:lnTo>
                <a:lnTo>
                  <a:pt x="27856" y="82164"/>
                </a:lnTo>
                <a:lnTo>
                  <a:pt x="27856" y="82164"/>
                </a:lnTo>
                <a:lnTo>
                  <a:pt x="27856" y="82163"/>
                </a:lnTo>
                <a:lnTo>
                  <a:pt x="27856" y="82163"/>
                </a:lnTo>
                <a:lnTo>
                  <a:pt x="27856" y="82163"/>
                </a:lnTo>
                <a:lnTo>
                  <a:pt x="27856" y="82163"/>
                </a:lnTo>
                <a:lnTo>
                  <a:pt x="27856" y="82163"/>
                </a:lnTo>
                <a:lnTo>
                  <a:pt x="27856" y="82162"/>
                </a:lnTo>
                <a:lnTo>
                  <a:pt x="27856" y="82162"/>
                </a:lnTo>
                <a:lnTo>
                  <a:pt x="27856" y="82162"/>
                </a:lnTo>
                <a:lnTo>
                  <a:pt x="27856" y="82162"/>
                </a:lnTo>
                <a:lnTo>
                  <a:pt x="27856" y="82162"/>
                </a:lnTo>
                <a:lnTo>
                  <a:pt x="27856" y="82161"/>
                </a:lnTo>
                <a:lnTo>
                  <a:pt x="27856" y="82161"/>
                </a:lnTo>
                <a:lnTo>
                  <a:pt x="27856" y="82161"/>
                </a:lnTo>
                <a:lnTo>
                  <a:pt x="27856" y="82161"/>
                </a:lnTo>
                <a:lnTo>
                  <a:pt x="27856" y="82161"/>
                </a:lnTo>
                <a:lnTo>
                  <a:pt x="27856" y="82160"/>
                </a:lnTo>
                <a:lnTo>
                  <a:pt x="27856" y="82160"/>
                </a:lnTo>
                <a:lnTo>
                  <a:pt x="27856" y="82160"/>
                </a:lnTo>
                <a:lnTo>
                  <a:pt x="27856" y="82160"/>
                </a:lnTo>
                <a:lnTo>
                  <a:pt x="27856" y="82160"/>
                </a:lnTo>
                <a:lnTo>
                  <a:pt x="27856" y="82159"/>
                </a:lnTo>
                <a:lnTo>
                  <a:pt x="27856" y="82159"/>
                </a:lnTo>
                <a:lnTo>
                  <a:pt x="27856" y="82159"/>
                </a:lnTo>
                <a:lnTo>
                  <a:pt x="27856" y="82159"/>
                </a:lnTo>
                <a:lnTo>
                  <a:pt x="27856" y="82159"/>
                </a:lnTo>
                <a:lnTo>
                  <a:pt x="27856" y="82158"/>
                </a:lnTo>
                <a:lnTo>
                  <a:pt x="27856" y="82158"/>
                </a:lnTo>
                <a:lnTo>
                  <a:pt x="27856" y="82158"/>
                </a:lnTo>
                <a:lnTo>
                  <a:pt x="27856" y="82158"/>
                </a:lnTo>
                <a:lnTo>
                  <a:pt x="27856" y="82158"/>
                </a:lnTo>
                <a:lnTo>
                  <a:pt x="27856" y="82157"/>
                </a:lnTo>
                <a:lnTo>
                  <a:pt x="27856" y="82157"/>
                </a:lnTo>
                <a:lnTo>
                  <a:pt x="27856" y="82157"/>
                </a:lnTo>
                <a:lnTo>
                  <a:pt x="27856" y="82157"/>
                </a:lnTo>
                <a:lnTo>
                  <a:pt x="27856" y="82157"/>
                </a:lnTo>
                <a:lnTo>
                  <a:pt x="27856" y="82156"/>
                </a:lnTo>
                <a:lnTo>
                  <a:pt x="27856" y="82156"/>
                </a:lnTo>
                <a:lnTo>
                  <a:pt x="27856" y="82156"/>
                </a:lnTo>
                <a:lnTo>
                  <a:pt x="27856" y="82156"/>
                </a:lnTo>
                <a:lnTo>
                  <a:pt x="27856" y="82156"/>
                </a:lnTo>
                <a:lnTo>
                  <a:pt x="27856" y="82155"/>
                </a:lnTo>
                <a:lnTo>
                  <a:pt x="27856" y="82155"/>
                </a:lnTo>
                <a:lnTo>
                  <a:pt x="27856" y="82155"/>
                </a:lnTo>
                <a:lnTo>
                  <a:pt x="27856" y="82155"/>
                </a:lnTo>
                <a:lnTo>
                  <a:pt x="27856" y="82155"/>
                </a:lnTo>
                <a:lnTo>
                  <a:pt x="27856" y="82154"/>
                </a:lnTo>
                <a:lnTo>
                  <a:pt x="27856" y="82154"/>
                </a:lnTo>
                <a:lnTo>
                  <a:pt x="27856" y="82154"/>
                </a:lnTo>
                <a:lnTo>
                  <a:pt x="27856" y="82154"/>
                </a:lnTo>
                <a:lnTo>
                  <a:pt x="27856" y="82154"/>
                </a:lnTo>
                <a:lnTo>
                  <a:pt x="27856" y="82153"/>
                </a:lnTo>
                <a:lnTo>
                  <a:pt x="27856" y="82153"/>
                </a:lnTo>
                <a:lnTo>
                  <a:pt x="27856" y="82153"/>
                </a:lnTo>
                <a:lnTo>
                  <a:pt x="27856" y="82153"/>
                </a:lnTo>
                <a:lnTo>
                  <a:pt x="27856" y="82153"/>
                </a:lnTo>
                <a:lnTo>
                  <a:pt x="27856" y="82152"/>
                </a:lnTo>
                <a:lnTo>
                  <a:pt x="27856" y="82152"/>
                </a:lnTo>
                <a:lnTo>
                  <a:pt x="27856" y="82152"/>
                </a:lnTo>
                <a:lnTo>
                  <a:pt x="27856" y="82152"/>
                </a:lnTo>
                <a:lnTo>
                  <a:pt x="27856" y="82152"/>
                </a:lnTo>
                <a:lnTo>
                  <a:pt x="27856" y="82151"/>
                </a:lnTo>
                <a:lnTo>
                  <a:pt x="27856" y="82151"/>
                </a:lnTo>
                <a:lnTo>
                  <a:pt x="27856" y="82151"/>
                </a:lnTo>
                <a:lnTo>
                  <a:pt x="27856" y="82151"/>
                </a:lnTo>
                <a:lnTo>
                  <a:pt x="27856" y="82151"/>
                </a:lnTo>
                <a:lnTo>
                  <a:pt x="27856" y="82150"/>
                </a:lnTo>
                <a:lnTo>
                  <a:pt x="27856" y="82150"/>
                </a:lnTo>
                <a:lnTo>
                  <a:pt x="27856" y="82150"/>
                </a:lnTo>
                <a:lnTo>
                  <a:pt x="27856" y="82150"/>
                </a:lnTo>
                <a:lnTo>
                  <a:pt x="27856" y="82150"/>
                </a:lnTo>
                <a:lnTo>
                  <a:pt x="27856" y="82149"/>
                </a:lnTo>
                <a:lnTo>
                  <a:pt x="27856" y="82149"/>
                </a:lnTo>
                <a:lnTo>
                  <a:pt x="27856" y="82149"/>
                </a:lnTo>
                <a:lnTo>
                  <a:pt x="27856" y="82149"/>
                </a:lnTo>
                <a:lnTo>
                  <a:pt x="27856" y="82149"/>
                </a:lnTo>
                <a:lnTo>
                  <a:pt x="27856" y="82149"/>
                </a:lnTo>
                <a:lnTo>
                  <a:pt x="27856" y="82148"/>
                </a:lnTo>
                <a:lnTo>
                  <a:pt x="27856" y="82148"/>
                </a:lnTo>
                <a:lnTo>
                  <a:pt x="27856" y="82148"/>
                </a:lnTo>
                <a:lnTo>
                  <a:pt x="27856" y="82148"/>
                </a:lnTo>
                <a:lnTo>
                  <a:pt x="27856" y="82148"/>
                </a:lnTo>
                <a:lnTo>
                  <a:pt x="27856" y="82147"/>
                </a:lnTo>
                <a:lnTo>
                  <a:pt x="27856" y="82147"/>
                </a:lnTo>
                <a:lnTo>
                  <a:pt x="27856" y="82147"/>
                </a:lnTo>
                <a:lnTo>
                  <a:pt x="27856" y="82147"/>
                </a:lnTo>
                <a:lnTo>
                  <a:pt x="27856" y="82147"/>
                </a:lnTo>
                <a:lnTo>
                  <a:pt x="27856" y="82146"/>
                </a:lnTo>
                <a:lnTo>
                  <a:pt x="27856" y="82146"/>
                </a:lnTo>
                <a:lnTo>
                  <a:pt x="27856" y="82146"/>
                </a:lnTo>
                <a:lnTo>
                  <a:pt x="27856" y="82146"/>
                </a:lnTo>
                <a:lnTo>
                  <a:pt x="27856" y="82146"/>
                </a:lnTo>
                <a:lnTo>
                  <a:pt x="27856" y="82145"/>
                </a:lnTo>
                <a:lnTo>
                  <a:pt x="27856" y="82145"/>
                </a:lnTo>
                <a:lnTo>
                  <a:pt x="27856" y="82145"/>
                </a:lnTo>
                <a:lnTo>
                  <a:pt x="27856" y="82145"/>
                </a:lnTo>
                <a:lnTo>
                  <a:pt x="27856" y="82145"/>
                </a:lnTo>
                <a:lnTo>
                  <a:pt x="27856" y="82144"/>
                </a:lnTo>
                <a:lnTo>
                  <a:pt x="27856" y="82144"/>
                </a:lnTo>
                <a:lnTo>
                  <a:pt x="27856" y="82144"/>
                </a:lnTo>
                <a:lnTo>
                  <a:pt x="27856" y="82144"/>
                </a:lnTo>
                <a:lnTo>
                  <a:pt x="27856" y="82144"/>
                </a:lnTo>
                <a:lnTo>
                  <a:pt x="27856" y="82143"/>
                </a:lnTo>
                <a:lnTo>
                  <a:pt x="27856" y="82143"/>
                </a:lnTo>
                <a:lnTo>
                  <a:pt x="27856" y="82143"/>
                </a:lnTo>
                <a:lnTo>
                  <a:pt x="27856" y="82143"/>
                </a:lnTo>
                <a:lnTo>
                  <a:pt x="27856" y="82143"/>
                </a:lnTo>
                <a:lnTo>
                  <a:pt x="27856" y="82142"/>
                </a:lnTo>
                <a:lnTo>
                  <a:pt x="27856" y="82142"/>
                </a:lnTo>
                <a:lnTo>
                  <a:pt x="27856" y="82142"/>
                </a:lnTo>
                <a:lnTo>
                  <a:pt x="27856" y="82142"/>
                </a:lnTo>
                <a:lnTo>
                  <a:pt x="27856" y="82142"/>
                </a:lnTo>
                <a:lnTo>
                  <a:pt x="27856" y="82141"/>
                </a:lnTo>
                <a:lnTo>
                  <a:pt x="27856" y="82141"/>
                </a:lnTo>
                <a:lnTo>
                  <a:pt x="27856" y="82141"/>
                </a:lnTo>
                <a:lnTo>
                  <a:pt x="27856" y="82141"/>
                </a:lnTo>
                <a:lnTo>
                  <a:pt x="27856" y="82141"/>
                </a:lnTo>
                <a:lnTo>
                  <a:pt x="27856" y="82140"/>
                </a:lnTo>
                <a:lnTo>
                  <a:pt x="27856" y="82140"/>
                </a:lnTo>
                <a:lnTo>
                  <a:pt x="27856" y="82140"/>
                </a:lnTo>
                <a:lnTo>
                  <a:pt x="27856" y="82140"/>
                </a:lnTo>
                <a:lnTo>
                  <a:pt x="27856" y="82140"/>
                </a:lnTo>
                <a:lnTo>
                  <a:pt x="27856" y="82139"/>
                </a:lnTo>
                <a:lnTo>
                  <a:pt x="27856" y="82139"/>
                </a:lnTo>
                <a:lnTo>
                  <a:pt x="27856" y="82139"/>
                </a:lnTo>
                <a:lnTo>
                  <a:pt x="27856" y="82139"/>
                </a:lnTo>
                <a:lnTo>
                  <a:pt x="27856" y="82139"/>
                </a:lnTo>
                <a:lnTo>
                  <a:pt x="27856" y="82138"/>
                </a:lnTo>
                <a:lnTo>
                  <a:pt x="27856" y="82138"/>
                </a:lnTo>
                <a:lnTo>
                  <a:pt x="27856" y="82138"/>
                </a:lnTo>
                <a:lnTo>
                  <a:pt x="27856" y="82138"/>
                </a:lnTo>
                <a:lnTo>
                  <a:pt x="27856" y="82138"/>
                </a:lnTo>
                <a:lnTo>
                  <a:pt x="27856" y="82137"/>
                </a:lnTo>
                <a:lnTo>
                  <a:pt x="27856" y="82137"/>
                </a:lnTo>
                <a:lnTo>
                  <a:pt x="27856" y="82137"/>
                </a:lnTo>
                <a:lnTo>
                  <a:pt x="27856" y="82137"/>
                </a:lnTo>
                <a:lnTo>
                  <a:pt x="27856" y="82137"/>
                </a:lnTo>
                <a:lnTo>
                  <a:pt x="27856" y="82136"/>
                </a:lnTo>
                <a:lnTo>
                  <a:pt x="27856" y="82136"/>
                </a:lnTo>
                <a:lnTo>
                  <a:pt x="27856" y="82136"/>
                </a:lnTo>
                <a:lnTo>
                  <a:pt x="27856" y="82136"/>
                </a:lnTo>
                <a:lnTo>
                  <a:pt x="27856" y="82136"/>
                </a:lnTo>
                <a:lnTo>
                  <a:pt x="27856" y="82135"/>
                </a:lnTo>
                <a:lnTo>
                  <a:pt x="27856" y="82135"/>
                </a:lnTo>
                <a:lnTo>
                  <a:pt x="27856" y="82135"/>
                </a:lnTo>
                <a:lnTo>
                  <a:pt x="27856" y="82135"/>
                </a:lnTo>
                <a:lnTo>
                  <a:pt x="27856" y="82135"/>
                </a:lnTo>
                <a:lnTo>
                  <a:pt x="27856" y="82135"/>
                </a:lnTo>
                <a:lnTo>
                  <a:pt x="27856" y="82134"/>
                </a:lnTo>
                <a:lnTo>
                  <a:pt x="27856" y="82134"/>
                </a:lnTo>
                <a:lnTo>
                  <a:pt x="27856" y="82134"/>
                </a:lnTo>
                <a:lnTo>
                  <a:pt x="27856" y="82134"/>
                </a:lnTo>
                <a:lnTo>
                  <a:pt x="27856" y="82134"/>
                </a:lnTo>
                <a:lnTo>
                  <a:pt x="27856" y="82133"/>
                </a:lnTo>
                <a:lnTo>
                  <a:pt x="27856" y="82133"/>
                </a:lnTo>
                <a:lnTo>
                  <a:pt x="27856" y="82133"/>
                </a:lnTo>
                <a:lnTo>
                  <a:pt x="27856" y="82133"/>
                </a:lnTo>
                <a:lnTo>
                  <a:pt x="27856" y="82133"/>
                </a:lnTo>
                <a:lnTo>
                  <a:pt x="27856" y="82132"/>
                </a:lnTo>
                <a:lnTo>
                  <a:pt x="27856" y="82132"/>
                </a:lnTo>
                <a:lnTo>
                  <a:pt x="27856" y="82132"/>
                </a:lnTo>
                <a:lnTo>
                  <a:pt x="27856" y="82132"/>
                </a:lnTo>
                <a:lnTo>
                  <a:pt x="27856" y="82132"/>
                </a:lnTo>
                <a:lnTo>
                  <a:pt x="27856" y="82131"/>
                </a:lnTo>
                <a:lnTo>
                  <a:pt x="27856" y="82131"/>
                </a:lnTo>
                <a:lnTo>
                  <a:pt x="27856" y="82131"/>
                </a:lnTo>
                <a:lnTo>
                  <a:pt x="27856" y="82131"/>
                </a:lnTo>
                <a:lnTo>
                  <a:pt x="27856" y="82131"/>
                </a:lnTo>
                <a:lnTo>
                  <a:pt x="27856" y="82130"/>
                </a:lnTo>
                <a:lnTo>
                  <a:pt x="27856" y="82130"/>
                </a:lnTo>
                <a:lnTo>
                  <a:pt x="27856" y="82130"/>
                </a:lnTo>
                <a:lnTo>
                  <a:pt x="27856" y="82130"/>
                </a:lnTo>
                <a:lnTo>
                  <a:pt x="27856" y="82130"/>
                </a:lnTo>
                <a:lnTo>
                  <a:pt x="27856" y="82129"/>
                </a:lnTo>
                <a:lnTo>
                  <a:pt x="27856" y="82129"/>
                </a:lnTo>
                <a:lnTo>
                  <a:pt x="27856" y="82129"/>
                </a:lnTo>
                <a:lnTo>
                  <a:pt x="27856" y="82129"/>
                </a:lnTo>
                <a:lnTo>
                  <a:pt x="27856" y="82129"/>
                </a:lnTo>
                <a:lnTo>
                  <a:pt x="27856" y="82128"/>
                </a:lnTo>
                <a:lnTo>
                  <a:pt x="27856" y="82128"/>
                </a:lnTo>
                <a:lnTo>
                  <a:pt x="27856" y="82128"/>
                </a:lnTo>
                <a:lnTo>
                  <a:pt x="27856" y="82128"/>
                </a:lnTo>
                <a:lnTo>
                  <a:pt x="27856" y="82128"/>
                </a:lnTo>
                <a:lnTo>
                  <a:pt x="27856" y="82127"/>
                </a:lnTo>
                <a:lnTo>
                  <a:pt x="27856" y="82127"/>
                </a:lnTo>
                <a:lnTo>
                  <a:pt x="27856" y="82127"/>
                </a:lnTo>
                <a:lnTo>
                  <a:pt x="27856" y="82127"/>
                </a:lnTo>
                <a:lnTo>
                  <a:pt x="27856" y="82127"/>
                </a:lnTo>
                <a:lnTo>
                  <a:pt x="27856" y="82126"/>
                </a:lnTo>
                <a:lnTo>
                  <a:pt x="27856" y="82126"/>
                </a:lnTo>
                <a:lnTo>
                  <a:pt x="27856" y="82126"/>
                </a:lnTo>
                <a:lnTo>
                  <a:pt x="27856" y="82126"/>
                </a:lnTo>
                <a:lnTo>
                  <a:pt x="27856" y="82126"/>
                </a:lnTo>
                <a:lnTo>
                  <a:pt x="27856" y="82125"/>
                </a:lnTo>
                <a:lnTo>
                  <a:pt x="27856" y="82125"/>
                </a:lnTo>
                <a:lnTo>
                  <a:pt x="27856" y="82125"/>
                </a:lnTo>
                <a:lnTo>
                  <a:pt x="27856" y="82125"/>
                </a:lnTo>
                <a:lnTo>
                  <a:pt x="27856" y="82125"/>
                </a:lnTo>
                <a:lnTo>
                  <a:pt x="27856" y="82125"/>
                </a:lnTo>
                <a:lnTo>
                  <a:pt x="27856" y="82124"/>
                </a:lnTo>
                <a:lnTo>
                  <a:pt x="27856" y="82124"/>
                </a:lnTo>
                <a:lnTo>
                  <a:pt x="27856" y="82124"/>
                </a:lnTo>
                <a:lnTo>
                  <a:pt x="27856" y="82124"/>
                </a:lnTo>
                <a:lnTo>
                  <a:pt x="27856" y="82124"/>
                </a:lnTo>
                <a:lnTo>
                  <a:pt x="27856" y="82123"/>
                </a:lnTo>
                <a:lnTo>
                  <a:pt x="27856" y="82123"/>
                </a:lnTo>
                <a:lnTo>
                  <a:pt x="27856" y="82123"/>
                </a:lnTo>
                <a:lnTo>
                  <a:pt x="27856" y="82123"/>
                </a:lnTo>
                <a:lnTo>
                  <a:pt x="27856" y="82123"/>
                </a:lnTo>
                <a:lnTo>
                  <a:pt x="27856" y="82122"/>
                </a:lnTo>
                <a:lnTo>
                  <a:pt x="27856" y="82122"/>
                </a:lnTo>
                <a:lnTo>
                  <a:pt x="27856" y="82122"/>
                </a:lnTo>
                <a:lnTo>
                  <a:pt x="27856" y="82122"/>
                </a:lnTo>
                <a:lnTo>
                  <a:pt x="27856" y="82122"/>
                </a:lnTo>
                <a:lnTo>
                  <a:pt x="27856" y="82121"/>
                </a:lnTo>
                <a:lnTo>
                  <a:pt x="27856" y="82121"/>
                </a:lnTo>
                <a:lnTo>
                  <a:pt x="27856" y="82121"/>
                </a:lnTo>
                <a:lnTo>
                  <a:pt x="27856" y="82121"/>
                </a:lnTo>
                <a:lnTo>
                  <a:pt x="27856" y="82121"/>
                </a:lnTo>
                <a:lnTo>
                  <a:pt x="27856" y="82120"/>
                </a:lnTo>
                <a:lnTo>
                  <a:pt x="27856" y="82120"/>
                </a:lnTo>
                <a:lnTo>
                  <a:pt x="27856" y="82120"/>
                </a:lnTo>
                <a:lnTo>
                  <a:pt x="27856" y="82120"/>
                </a:lnTo>
                <a:lnTo>
                  <a:pt x="27856" y="82120"/>
                </a:lnTo>
                <a:lnTo>
                  <a:pt x="27856" y="82119"/>
                </a:lnTo>
                <a:lnTo>
                  <a:pt x="27856" y="82119"/>
                </a:lnTo>
                <a:lnTo>
                  <a:pt x="27856" y="82119"/>
                </a:lnTo>
                <a:lnTo>
                  <a:pt x="27856" y="82119"/>
                </a:lnTo>
                <a:lnTo>
                  <a:pt x="27856" y="82119"/>
                </a:lnTo>
                <a:lnTo>
                  <a:pt x="27856" y="82118"/>
                </a:lnTo>
                <a:lnTo>
                  <a:pt x="27856" y="82118"/>
                </a:lnTo>
                <a:lnTo>
                  <a:pt x="27856" y="82118"/>
                </a:lnTo>
                <a:lnTo>
                  <a:pt x="27856" y="82118"/>
                </a:lnTo>
                <a:lnTo>
                  <a:pt x="27856" y="82118"/>
                </a:lnTo>
                <a:lnTo>
                  <a:pt x="27856" y="82117"/>
                </a:lnTo>
                <a:lnTo>
                  <a:pt x="27856" y="82117"/>
                </a:lnTo>
                <a:lnTo>
                  <a:pt x="27856" y="82117"/>
                </a:lnTo>
                <a:lnTo>
                  <a:pt x="27856" y="82117"/>
                </a:lnTo>
                <a:lnTo>
                  <a:pt x="27856" y="82117"/>
                </a:lnTo>
                <a:lnTo>
                  <a:pt x="27856" y="82117"/>
                </a:lnTo>
                <a:lnTo>
                  <a:pt x="27856" y="82116"/>
                </a:lnTo>
                <a:lnTo>
                  <a:pt x="27856" y="82116"/>
                </a:lnTo>
                <a:lnTo>
                  <a:pt x="27856" y="82116"/>
                </a:lnTo>
                <a:lnTo>
                  <a:pt x="27856" y="82116"/>
                </a:lnTo>
                <a:lnTo>
                  <a:pt x="27856" y="82116"/>
                </a:lnTo>
                <a:lnTo>
                  <a:pt x="27856" y="82115"/>
                </a:lnTo>
                <a:lnTo>
                  <a:pt x="27856" y="82115"/>
                </a:lnTo>
                <a:lnTo>
                  <a:pt x="27856" y="82115"/>
                </a:lnTo>
                <a:lnTo>
                  <a:pt x="27856" y="82115"/>
                </a:lnTo>
                <a:lnTo>
                  <a:pt x="27856" y="82115"/>
                </a:lnTo>
                <a:lnTo>
                  <a:pt x="27856" y="82114"/>
                </a:lnTo>
                <a:lnTo>
                  <a:pt x="27856" y="82114"/>
                </a:lnTo>
                <a:lnTo>
                  <a:pt x="27856" y="82114"/>
                </a:lnTo>
                <a:lnTo>
                  <a:pt x="27856" y="82114"/>
                </a:lnTo>
                <a:lnTo>
                  <a:pt x="27856" y="82114"/>
                </a:lnTo>
                <a:lnTo>
                  <a:pt x="27856" y="82113"/>
                </a:lnTo>
                <a:lnTo>
                  <a:pt x="27856" y="82113"/>
                </a:lnTo>
                <a:lnTo>
                  <a:pt x="27856" y="82113"/>
                </a:lnTo>
                <a:lnTo>
                  <a:pt x="27856" y="82113"/>
                </a:lnTo>
                <a:lnTo>
                  <a:pt x="27856" y="82113"/>
                </a:lnTo>
                <a:lnTo>
                  <a:pt x="27856" y="82112"/>
                </a:lnTo>
                <a:lnTo>
                  <a:pt x="27856" y="82112"/>
                </a:lnTo>
                <a:lnTo>
                  <a:pt x="27856" y="82112"/>
                </a:lnTo>
                <a:lnTo>
                  <a:pt x="27856" y="82112"/>
                </a:lnTo>
                <a:lnTo>
                  <a:pt x="27856" y="82112"/>
                </a:lnTo>
                <a:lnTo>
                  <a:pt x="27856" y="82111"/>
                </a:lnTo>
                <a:lnTo>
                  <a:pt x="27856" y="82111"/>
                </a:lnTo>
                <a:lnTo>
                  <a:pt x="27856" y="82111"/>
                </a:lnTo>
                <a:lnTo>
                  <a:pt x="27856" y="82111"/>
                </a:lnTo>
                <a:lnTo>
                  <a:pt x="27856" y="82111"/>
                </a:lnTo>
                <a:lnTo>
                  <a:pt x="27856" y="82110"/>
                </a:lnTo>
                <a:lnTo>
                  <a:pt x="27856" y="82110"/>
                </a:lnTo>
                <a:lnTo>
                  <a:pt x="27856" y="82110"/>
                </a:lnTo>
                <a:lnTo>
                  <a:pt x="27856" y="82110"/>
                </a:lnTo>
                <a:lnTo>
                  <a:pt x="27856" y="82110"/>
                </a:lnTo>
                <a:lnTo>
                  <a:pt x="27856" y="82109"/>
                </a:lnTo>
                <a:lnTo>
                  <a:pt x="27856" y="82109"/>
                </a:lnTo>
                <a:lnTo>
                  <a:pt x="27856" y="82109"/>
                </a:lnTo>
                <a:lnTo>
                  <a:pt x="27856" y="82109"/>
                </a:lnTo>
                <a:lnTo>
                  <a:pt x="27856" y="82109"/>
                </a:lnTo>
                <a:lnTo>
                  <a:pt x="27856" y="82109"/>
                </a:lnTo>
                <a:lnTo>
                  <a:pt x="27856" y="82108"/>
                </a:lnTo>
                <a:lnTo>
                  <a:pt x="27856" y="82108"/>
                </a:lnTo>
                <a:lnTo>
                  <a:pt x="27856" y="82108"/>
                </a:lnTo>
                <a:lnTo>
                  <a:pt x="27856" y="82108"/>
                </a:lnTo>
                <a:lnTo>
                  <a:pt x="27856" y="82108"/>
                </a:lnTo>
                <a:lnTo>
                  <a:pt x="27856" y="82107"/>
                </a:lnTo>
                <a:lnTo>
                  <a:pt x="27856" y="82107"/>
                </a:lnTo>
                <a:lnTo>
                  <a:pt x="27856" y="82107"/>
                </a:lnTo>
                <a:lnTo>
                  <a:pt x="27856" y="82107"/>
                </a:lnTo>
                <a:lnTo>
                  <a:pt x="27856" y="82107"/>
                </a:lnTo>
                <a:lnTo>
                  <a:pt x="27856" y="82106"/>
                </a:lnTo>
                <a:lnTo>
                  <a:pt x="27856" y="82106"/>
                </a:lnTo>
                <a:lnTo>
                  <a:pt x="27856" y="82106"/>
                </a:lnTo>
                <a:lnTo>
                  <a:pt x="27856" y="82106"/>
                </a:lnTo>
                <a:lnTo>
                  <a:pt x="27856" y="82106"/>
                </a:lnTo>
                <a:lnTo>
                  <a:pt x="27856" y="82105"/>
                </a:lnTo>
                <a:lnTo>
                  <a:pt x="27856" y="82105"/>
                </a:lnTo>
                <a:lnTo>
                  <a:pt x="27856" y="82105"/>
                </a:lnTo>
                <a:lnTo>
                  <a:pt x="27856" y="82105"/>
                </a:lnTo>
                <a:lnTo>
                  <a:pt x="27856" y="82105"/>
                </a:lnTo>
                <a:lnTo>
                  <a:pt x="27856" y="82104"/>
                </a:lnTo>
                <a:lnTo>
                  <a:pt x="27856" y="82104"/>
                </a:lnTo>
                <a:lnTo>
                  <a:pt x="27856" y="82104"/>
                </a:lnTo>
                <a:lnTo>
                  <a:pt x="27856" y="82104"/>
                </a:lnTo>
                <a:lnTo>
                  <a:pt x="27856" y="82104"/>
                </a:lnTo>
                <a:lnTo>
                  <a:pt x="27856" y="82103"/>
                </a:lnTo>
                <a:lnTo>
                  <a:pt x="27856" y="82103"/>
                </a:lnTo>
                <a:lnTo>
                  <a:pt x="27856" y="82103"/>
                </a:lnTo>
                <a:lnTo>
                  <a:pt x="27856" y="82103"/>
                </a:lnTo>
                <a:lnTo>
                  <a:pt x="27856" y="82103"/>
                </a:lnTo>
                <a:lnTo>
                  <a:pt x="27856" y="82103"/>
                </a:lnTo>
                <a:lnTo>
                  <a:pt x="27856" y="82102"/>
                </a:lnTo>
                <a:lnTo>
                  <a:pt x="27856" y="82102"/>
                </a:lnTo>
                <a:lnTo>
                  <a:pt x="27856" y="82102"/>
                </a:lnTo>
                <a:lnTo>
                  <a:pt x="27856" y="82102"/>
                </a:lnTo>
                <a:lnTo>
                  <a:pt x="27856" y="82102"/>
                </a:lnTo>
                <a:lnTo>
                  <a:pt x="27856" y="82101"/>
                </a:lnTo>
                <a:lnTo>
                  <a:pt x="27856" y="82101"/>
                </a:lnTo>
                <a:lnTo>
                  <a:pt x="27856" y="82101"/>
                </a:lnTo>
                <a:lnTo>
                  <a:pt x="27856" y="82101"/>
                </a:lnTo>
                <a:lnTo>
                  <a:pt x="27856" y="82101"/>
                </a:lnTo>
                <a:lnTo>
                  <a:pt x="27856" y="82100"/>
                </a:lnTo>
                <a:lnTo>
                  <a:pt x="27856" y="82100"/>
                </a:lnTo>
                <a:lnTo>
                  <a:pt x="27856" y="82100"/>
                </a:lnTo>
                <a:lnTo>
                  <a:pt x="27856" y="82100"/>
                </a:lnTo>
                <a:lnTo>
                  <a:pt x="27856" y="82100"/>
                </a:lnTo>
                <a:lnTo>
                  <a:pt x="27856" y="82099"/>
                </a:lnTo>
                <a:lnTo>
                  <a:pt x="27856" y="82099"/>
                </a:lnTo>
                <a:lnTo>
                  <a:pt x="27856" y="82099"/>
                </a:lnTo>
                <a:lnTo>
                  <a:pt x="27856" y="82099"/>
                </a:lnTo>
                <a:lnTo>
                  <a:pt x="27856" y="82099"/>
                </a:lnTo>
                <a:lnTo>
                  <a:pt x="27856" y="82098"/>
                </a:lnTo>
                <a:lnTo>
                  <a:pt x="27856" y="82098"/>
                </a:lnTo>
                <a:lnTo>
                  <a:pt x="27856" y="82098"/>
                </a:lnTo>
                <a:lnTo>
                  <a:pt x="27856" y="82098"/>
                </a:lnTo>
                <a:lnTo>
                  <a:pt x="27856" y="82098"/>
                </a:lnTo>
                <a:lnTo>
                  <a:pt x="27856" y="82097"/>
                </a:lnTo>
                <a:lnTo>
                  <a:pt x="27856" y="82097"/>
                </a:lnTo>
                <a:lnTo>
                  <a:pt x="27856" y="82097"/>
                </a:lnTo>
                <a:lnTo>
                  <a:pt x="27856" y="82097"/>
                </a:lnTo>
                <a:lnTo>
                  <a:pt x="27856" y="82097"/>
                </a:lnTo>
                <a:lnTo>
                  <a:pt x="27856" y="82097"/>
                </a:lnTo>
                <a:lnTo>
                  <a:pt x="27856" y="82096"/>
                </a:lnTo>
                <a:lnTo>
                  <a:pt x="27856" y="82096"/>
                </a:lnTo>
                <a:lnTo>
                  <a:pt x="27856" y="82096"/>
                </a:lnTo>
                <a:lnTo>
                  <a:pt x="27856" y="82096"/>
                </a:lnTo>
                <a:lnTo>
                  <a:pt x="27856" y="82096"/>
                </a:lnTo>
                <a:lnTo>
                  <a:pt x="27856" y="82095"/>
                </a:lnTo>
                <a:lnTo>
                  <a:pt x="27856" y="82095"/>
                </a:lnTo>
                <a:lnTo>
                  <a:pt x="27856" y="82095"/>
                </a:lnTo>
                <a:lnTo>
                  <a:pt x="27856" y="82095"/>
                </a:lnTo>
                <a:lnTo>
                  <a:pt x="27856" y="82095"/>
                </a:lnTo>
                <a:lnTo>
                  <a:pt x="27856" y="82094"/>
                </a:lnTo>
                <a:lnTo>
                  <a:pt x="27856" y="82094"/>
                </a:lnTo>
                <a:lnTo>
                  <a:pt x="27856" y="82094"/>
                </a:lnTo>
                <a:lnTo>
                  <a:pt x="27856" y="82094"/>
                </a:lnTo>
                <a:lnTo>
                  <a:pt x="27856" y="82094"/>
                </a:lnTo>
                <a:lnTo>
                  <a:pt x="27856" y="82093"/>
                </a:lnTo>
                <a:lnTo>
                  <a:pt x="27856" y="82093"/>
                </a:lnTo>
                <a:lnTo>
                  <a:pt x="27856" y="82093"/>
                </a:lnTo>
                <a:lnTo>
                  <a:pt x="27856" y="82093"/>
                </a:lnTo>
                <a:lnTo>
                  <a:pt x="27856" y="82093"/>
                </a:lnTo>
                <a:lnTo>
                  <a:pt x="27856" y="82092"/>
                </a:lnTo>
                <a:lnTo>
                  <a:pt x="27856" y="82092"/>
                </a:lnTo>
                <a:lnTo>
                  <a:pt x="27856" y="82092"/>
                </a:lnTo>
                <a:lnTo>
                  <a:pt x="27856" y="82092"/>
                </a:lnTo>
                <a:lnTo>
                  <a:pt x="27856" y="82092"/>
                </a:lnTo>
                <a:lnTo>
                  <a:pt x="27856" y="82091"/>
                </a:lnTo>
                <a:lnTo>
                  <a:pt x="27856" y="82091"/>
                </a:lnTo>
                <a:lnTo>
                  <a:pt x="27856" y="82091"/>
                </a:lnTo>
                <a:lnTo>
                  <a:pt x="27856" y="82091"/>
                </a:lnTo>
                <a:lnTo>
                  <a:pt x="27856" y="82091"/>
                </a:lnTo>
                <a:lnTo>
                  <a:pt x="27856" y="82091"/>
                </a:lnTo>
                <a:lnTo>
                  <a:pt x="27856" y="82090"/>
                </a:lnTo>
                <a:lnTo>
                  <a:pt x="27856" y="82090"/>
                </a:lnTo>
                <a:lnTo>
                  <a:pt x="27856" y="82090"/>
                </a:lnTo>
                <a:lnTo>
                  <a:pt x="27856" y="82090"/>
                </a:lnTo>
                <a:lnTo>
                  <a:pt x="27856" y="82090"/>
                </a:lnTo>
                <a:lnTo>
                  <a:pt x="27856" y="82089"/>
                </a:lnTo>
                <a:lnTo>
                  <a:pt x="27856" y="82089"/>
                </a:lnTo>
                <a:lnTo>
                  <a:pt x="27856" y="82089"/>
                </a:lnTo>
                <a:lnTo>
                  <a:pt x="27856" y="82089"/>
                </a:lnTo>
                <a:lnTo>
                  <a:pt x="27856" y="82089"/>
                </a:lnTo>
                <a:lnTo>
                  <a:pt x="27856" y="82088"/>
                </a:lnTo>
                <a:lnTo>
                  <a:pt x="27856" y="82088"/>
                </a:lnTo>
                <a:lnTo>
                  <a:pt x="27856" y="82088"/>
                </a:lnTo>
                <a:lnTo>
                  <a:pt x="27856" y="82088"/>
                </a:lnTo>
                <a:lnTo>
                  <a:pt x="27856" y="82088"/>
                </a:lnTo>
                <a:lnTo>
                  <a:pt x="27856" y="82087"/>
                </a:lnTo>
                <a:lnTo>
                  <a:pt x="27856" y="82087"/>
                </a:lnTo>
                <a:lnTo>
                  <a:pt x="27856" y="82087"/>
                </a:lnTo>
                <a:lnTo>
                  <a:pt x="27856" y="82087"/>
                </a:lnTo>
                <a:lnTo>
                  <a:pt x="27856" y="82087"/>
                </a:lnTo>
                <a:lnTo>
                  <a:pt x="27856" y="82086"/>
                </a:lnTo>
                <a:lnTo>
                  <a:pt x="27856" y="82086"/>
                </a:lnTo>
                <a:lnTo>
                  <a:pt x="27856" y="82086"/>
                </a:lnTo>
                <a:lnTo>
                  <a:pt x="27856" y="82086"/>
                </a:lnTo>
                <a:lnTo>
                  <a:pt x="27856" y="82086"/>
                </a:lnTo>
                <a:lnTo>
                  <a:pt x="27856" y="82086"/>
                </a:lnTo>
                <a:lnTo>
                  <a:pt x="27856" y="82085"/>
                </a:lnTo>
                <a:lnTo>
                  <a:pt x="27856" y="82085"/>
                </a:lnTo>
                <a:lnTo>
                  <a:pt x="27856" y="82085"/>
                </a:lnTo>
                <a:lnTo>
                  <a:pt x="27856" y="82085"/>
                </a:lnTo>
                <a:lnTo>
                  <a:pt x="27856" y="82085"/>
                </a:lnTo>
                <a:lnTo>
                  <a:pt x="27856" y="82084"/>
                </a:lnTo>
                <a:lnTo>
                  <a:pt x="27856" y="82084"/>
                </a:lnTo>
                <a:lnTo>
                  <a:pt x="27856" y="82084"/>
                </a:lnTo>
                <a:lnTo>
                  <a:pt x="27856" y="82084"/>
                </a:lnTo>
                <a:lnTo>
                  <a:pt x="27856" y="82084"/>
                </a:lnTo>
                <a:lnTo>
                  <a:pt x="27856" y="82083"/>
                </a:lnTo>
                <a:lnTo>
                  <a:pt x="27856" y="82083"/>
                </a:lnTo>
                <a:lnTo>
                  <a:pt x="27856" y="82083"/>
                </a:lnTo>
                <a:lnTo>
                  <a:pt x="27856" y="82083"/>
                </a:lnTo>
                <a:lnTo>
                  <a:pt x="27856" y="82083"/>
                </a:lnTo>
                <a:lnTo>
                  <a:pt x="27856" y="82082"/>
                </a:lnTo>
                <a:lnTo>
                  <a:pt x="27856" y="82082"/>
                </a:lnTo>
                <a:lnTo>
                  <a:pt x="27856" y="82082"/>
                </a:lnTo>
                <a:lnTo>
                  <a:pt x="27856" y="82082"/>
                </a:lnTo>
                <a:lnTo>
                  <a:pt x="27856" y="82082"/>
                </a:lnTo>
                <a:lnTo>
                  <a:pt x="27856" y="82081"/>
                </a:lnTo>
                <a:lnTo>
                  <a:pt x="27856" y="82081"/>
                </a:lnTo>
                <a:lnTo>
                  <a:pt x="27856" y="82081"/>
                </a:lnTo>
                <a:lnTo>
                  <a:pt x="27856" y="82081"/>
                </a:lnTo>
                <a:lnTo>
                  <a:pt x="27856" y="82081"/>
                </a:lnTo>
                <a:lnTo>
                  <a:pt x="27856" y="82081"/>
                </a:lnTo>
                <a:lnTo>
                  <a:pt x="27856" y="82080"/>
                </a:lnTo>
                <a:lnTo>
                  <a:pt x="27856" y="82080"/>
                </a:lnTo>
                <a:lnTo>
                  <a:pt x="27856" y="82080"/>
                </a:lnTo>
                <a:lnTo>
                  <a:pt x="27856" y="82080"/>
                </a:lnTo>
                <a:lnTo>
                  <a:pt x="27856" y="82080"/>
                </a:lnTo>
                <a:lnTo>
                  <a:pt x="27856" y="82079"/>
                </a:lnTo>
                <a:lnTo>
                  <a:pt x="27856" y="82079"/>
                </a:lnTo>
                <a:lnTo>
                  <a:pt x="27856" y="82079"/>
                </a:lnTo>
                <a:lnTo>
                  <a:pt x="27856" y="82079"/>
                </a:lnTo>
                <a:lnTo>
                  <a:pt x="27856" y="82079"/>
                </a:lnTo>
                <a:lnTo>
                  <a:pt x="27856" y="82078"/>
                </a:lnTo>
                <a:lnTo>
                  <a:pt x="27856" y="82078"/>
                </a:lnTo>
                <a:lnTo>
                  <a:pt x="27856" y="82078"/>
                </a:lnTo>
                <a:lnTo>
                  <a:pt x="27856" y="82078"/>
                </a:lnTo>
                <a:lnTo>
                  <a:pt x="27856" y="82078"/>
                </a:lnTo>
                <a:lnTo>
                  <a:pt x="27856" y="82077"/>
                </a:lnTo>
                <a:lnTo>
                  <a:pt x="27856" y="82077"/>
                </a:lnTo>
                <a:lnTo>
                  <a:pt x="27856" y="82077"/>
                </a:lnTo>
                <a:lnTo>
                  <a:pt x="27856" y="82077"/>
                </a:lnTo>
                <a:lnTo>
                  <a:pt x="27856" y="82077"/>
                </a:lnTo>
                <a:lnTo>
                  <a:pt x="27856" y="82077"/>
                </a:lnTo>
                <a:lnTo>
                  <a:pt x="27856" y="82076"/>
                </a:lnTo>
                <a:lnTo>
                  <a:pt x="27856" y="82076"/>
                </a:lnTo>
                <a:lnTo>
                  <a:pt x="27856" y="82076"/>
                </a:lnTo>
                <a:lnTo>
                  <a:pt x="27856" y="82076"/>
                </a:lnTo>
                <a:lnTo>
                  <a:pt x="27856" y="82076"/>
                </a:lnTo>
                <a:lnTo>
                  <a:pt x="27856" y="82075"/>
                </a:lnTo>
                <a:lnTo>
                  <a:pt x="27856" y="82075"/>
                </a:lnTo>
                <a:lnTo>
                  <a:pt x="27856" y="82075"/>
                </a:lnTo>
                <a:lnTo>
                  <a:pt x="27856" y="82075"/>
                </a:lnTo>
                <a:lnTo>
                  <a:pt x="27856" y="82075"/>
                </a:lnTo>
                <a:lnTo>
                  <a:pt x="27856" y="82074"/>
                </a:lnTo>
                <a:lnTo>
                  <a:pt x="27856" y="82074"/>
                </a:lnTo>
                <a:lnTo>
                  <a:pt x="27856" y="82074"/>
                </a:lnTo>
                <a:lnTo>
                  <a:pt x="27856" y="82074"/>
                </a:lnTo>
                <a:lnTo>
                  <a:pt x="27856" y="82074"/>
                </a:lnTo>
                <a:lnTo>
                  <a:pt x="27856" y="82073"/>
                </a:lnTo>
                <a:lnTo>
                  <a:pt x="27856" y="82073"/>
                </a:lnTo>
                <a:lnTo>
                  <a:pt x="27856" y="82073"/>
                </a:lnTo>
                <a:lnTo>
                  <a:pt x="27856" y="82073"/>
                </a:lnTo>
                <a:lnTo>
                  <a:pt x="27856" y="82073"/>
                </a:lnTo>
                <a:lnTo>
                  <a:pt x="27856" y="82072"/>
                </a:lnTo>
                <a:lnTo>
                  <a:pt x="27856" y="82072"/>
                </a:lnTo>
                <a:lnTo>
                  <a:pt x="27856" y="82072"/>
                </a:lnTo>
                <a:lnTo>
                  <a:pt x="27856" y="82072"/>
                </a:lnTo>
                <a:lnTo>
                  <a:pt x="27856" y="82072"/>
                </a:lnTo>
                <a:lnTo>
                  <a:pt x="27856" y="82072"/>
                </a:lnTo>
                <a:lnTo>
                  <a:pt x="27856" y="82071"/>
                </a:lnTo>
                <a:lnTo>
                  <a:pt x="27856" y="82071"/>
                </a:lnTo>
                <a:lnTo>
                  <a:pt x="27856" y="82071"/>
                </a:lnTo>
                <a:lnTo>
                  <a:pt x="27856" y="82071"/>
                </a:lnTo>
                <a:lnTo>
                  <a:pt x="27856" y="82071"/>
                </a:lnTo>
                <a:lnTo>
                  <a:pt x="27856" y="82070"/>
                </a:lnTo>
                <a:lnTo>
                  <a:pt x="27856" y="82070"/>
                </a:lnTo>
                <a:lnTo>
                  <a:pt x="27856" y="82070"/>
                </a:lnTo>
                <a:lnTo>
                  <a:pt x="27856" y="82070"/>
                </a:lnTo>
                <a:lnTo>
                  <a:pt x="27856" y="82070"/>
                </a:lnTo>
                <a:lnTo>
                  <a:pt x="27856" y="82069"/>
                </a:lnTo>
                <a:lnTo>
                  <a:pt x="27856" y="82069"/>
                </a:lnTo>
                <a:lnTo>
                  <a:pt x="27856" y="82069"/>
                </a:lnTo>
                <a:lnTo>
                  <a:pt x="27856" y="82069"/>
                </a:lnTo>
                <a:lnTo>
                  <a:pt x="27856" y="82069"/>
                </a:lnTo>
                <a:lnTo>
                  <a:pt x="27856" y="82068"/>
                </a:lnTo>
                <a:lnTo>
                  <a:pt x="27856" y="82068"/>
                </a:lnTo>
                <a:lnTo>
                  <a:pt x="27856" y="82068"/>
                </a:lnTo>
                <a:lnTo>
                  <a:pt x="27856" y="82068"/>
                </a:lnTo>
                <a:lnTo>
                  <a:pt x="27856" y="82068"/>
                </a:lnTo>
                <a:lnTo>
                  <a:pt x="27856" y="82068"/>
                </a:lnTo>
                <a:lnTo>
                  <a:pt x="27856" y="82067"/>
                </a:lnTo>
                <a:lnTo>
                  <a:pt x="27856" y="82067"/>
                </a:lnTo>
                <a:lnTo>
                  <a:pt x="27856" y="82067"/>
                </a:lnTo>
                <a:lnTo>
                  <a:pt x="27856" y="82067"/>
                </a:lnTo>
                <a:lnTo>
                  <a:pt x="27856" y="82067"/>
                </a:lnTo>
                <a:lnTo>
                  <a:pt x="27856" y="82066"/>
                </a:lnTo>
                <a:lnTo>
                  <a:pt x="27856" y="82066"/>
                </a:lnTo>
                <a:lnTo>
                  <a:pt x="27856" y="82066"/>
                </a:lnTo>
                <a:lnTo>
                  <a:pt x="27856" y="82066"/>
                </a:lnTo>
                <a:lnTo>
                  <a:pt x="27856" y="82066"/>
                </a:lnTo>
                <a:lnTo>
                  <a:pt x="27856" y="82065"/>
                </a:lnTo>
                <a:lnTo>
                  <a:pt x="27856" y="82065"/>
                </a:lnTo>
                <a:lnTo>
                  <a:pt x="27856" y="82065"/>
                </a:lnTo>
                <a:lnTo>
                  <a:pt x="27856" y="82065"/>
                </a:lnTo>
                <a:lnTo>
                  <a:pt x="27856" y="82065"/>
                </a:lnTo>
                <a:lnTo>
                  <a:pt x="27856" y="82064"/>
                </a:lnTo>
                <a:lnTo>
                  <a:pt x="27856" y="82064"/>
                </a:lnTo>
                <a:lnTo>
                  <a:pt x="27856" y="82064"/>
                </a:lnTo>
                <a:lnTo>
                  <a:pt x="27856" y="82064"/>
                </a:lnTo>
                <a:lnTo>
                  <a:pt x="27856" y="82064"/>
                </a:lnTo>
                <a:lnTo>
                  <a:pt x="27856" y="82064"/>
                </a:lnTo>
                <a:lnTo>
                  <a:pt x="27856" y="82063"/>
                </a:lnTo>
                <a:lnTo>
                  <a:pt x="27856" y="82063"/>
                </a:lnTo>
                <a:lnTo>
                  <a:pt x="27856" y="82063"/>
                </a:lnTo>
                <a:lnTo>
                  <a:pt x="27856" y="82063"/>
                </a:lnTo>
                <a:lnTo>
                  <a:pt x="27856" y="82063"/>
                </a:lnTo>
                <a:lnTo>
                  <a:pt x="27856" y="82062"/>
                </a:lnTo>
                <a:lnTo>
                  <a:pt x="27856" y="82062"/>
                </a:lnTo>
                <a:lnTo>
                  <a:pt x="27856" y="82062"/>
                </a:lnTo>
                <a:lnTo>
                  <a:pt x="27856" y="82062"/>
                </a:lnTo>
                <a:lnTo>
                  <a:pt x="27856" y="82062"/>
                </a:lnTo>
                <a:lnTo>
                  <a:pt x="27856" y="82061"/>
                </a:lnTo>
                <a:lnTo>
                  <a:pt x="27856" y="82061"/>
                </a:lnTo>
                <a:lnTo>
                  <a:pt x="27856" y="82061"/>
                </a:lnTo>
                <a:lnTo>
                  <a:pt x="27856" y="82061"/>
                </a:lnTo>
                <a:lnTo>
                  <a:pt x="27856" y="82061"/>
                </a:lnTo>
                <a:lnTo>
                  <a:pt x="27856" y="82060"/>
                </a:lnTo>
                <a:lnTo>
                  <a:pt x="27856" y="82060"/>
                </a:lnTo>
                <a:lnTo>
                  <a:pt x="27856" y="82060"/>
                </a:lnTo>
                <a:lnTo>
                  <a:pt x="27856" y="82060"/>
                </a:lnTo>
                <a:lnTo>
                  <a:pt x="27856" y="82060"/>
                </a:lnTo>
                <a:lnTo>
                  <a:pt x="27856" y="82060"/>
                </a:lnTo>
                <a:lnTo>
                  <a:pt x="27856" y="82059"/>
                </a:lnTo>
                <a:lnTo>
                  <a:pt x="27856" y="82059"/>
                </a:lnTo>
                <a:lnTo>
                  <a:pt x="27856" y="82059"/>
                </a:lnTo>
                <a:lnTo>
                  <a:pt x="27856" y="82059"/>
                </a:lnTo>
                <a:lnTo>
                  <a:pt x="27856" y="82059"/>
                </a:lnTo>
                <a:lnTo>
                  <a:pt x="27856" y="82058"/>
                </a:lnTo>
                <a:lnTo>
                  <a:pt x="27856" y="82058"/>
                </a:lnTo>
                <a:lnTo>
                  <a:pt x="27856" y="82058"/>
                </a:lnTo>
                <a:lnTo>
                  <a:pt x="27856" y="82058"/>
                </a:lnTo>
                <a:lnTo>
                  <a:pt x="27856" y="82058"/>
                </a:lnTo>
                <a:lnTo>
                  <a:pt x="27856" y="82057"/>
                </a:lnTo>
                <a:lnTo>
                  <a:pt x="27856" y="82057"/>
                </a:lnTo>
                <a:lnTo>
                  <a:pt x="27856" y="82057"/>
                </a:lnTo>
                <a:lnTo>
                  <a:pt x="27856" y="82057"/>
                </a:lnTo>
                <a:lnTo>
                  <a:pt x="27856" y="82057"/>
                </a:lnTo>
                <a:lnTo>
                  <a:pt x="27856" y="82056"/>
                </a:lnTo>
                <a:lnTo>
                  <a:pt x="27856" y="82056"/>
                </a:lnTo>
                <a:lnTo>
                  <a:pt x="27856" y="82056"/>
                </a:lnTo>
                <a:lnTo>
                  <a:pt x="27856" y="82056"/>
                </a:lnTo>
                <a:lnTo>
                  <a:pt x="27856" y="82056"/>
                </a:lnTo>
                <a:lnTo>
                  <a:pt x="27856" y="82056"/>
                </a:lnTo>
                <a:lnTo>
                  <a:pt x="27856" y="82055"/>
                </a:lnTo>
                <a:lnTo>
                  <a:pt x="27856" y="82055"/>
                </a:lnTo>
                <a:lnTo>
                  <a:pt x="27856" y="82055"/>
                </a:lnTo>
                <a:lnTo>
                  <a:pt x="27856" y="82055"/>
                </a:lnTo>
                <a:lnTo>
                  <a:pt x="27856" y="82055"/>
                </a:lnTo>
                <a:lnTo>
                  <a:pt x="27856" y="82054"/>
                </a:lnTo>
                <a:lnTo>
                  <a:pt x="27856" y="82054"/>
                </a:lnTo>
                <a:lnTo>
                  <a:pt x="27856" y="82054"/>
                </a:lnTo>
                <a:lnTo>
                  <a:pt x="27856" y="82054"/>
                </a:lnTo>
                <a:lnTo>
                  <a:pt x="27856" y="82054"/>
                </a:lnTo>
                <a:lnTo>
                  <a:pt x="27856" y="82053"/>
                </a:lnTo>
                <a:lnTo>
                  <a:pt x="27856" y="82053"/>
                </a:lnTo>
                <a:lnTo>
                  <a:pt x="27856" y="82053"/>
                </a:lnTo>
                <a:lnTo>
                  <a:pt x="27856" y="82053"/>
                </a:lnTo>
                <a:lnTo>
                  <a:pt x="27856" y="82053"/>
                </a:lnTo>
                <a:lnTo>
                  <a:pt x="27856" y="82053"/>
                </a:lnTo>
                <a:lnTo>
                  <a:pt x="27856" y="82052"/>
                </a:lnTo>
                <a:lnTo>
                  <a:pt x="27856" y="82052"/>
                </a:lnTo>
                <a:lnTo>
                  <a:pt x="27856" y="82052"/>
                </a:lnTo>
                <a:lnTo>
                  <a:pt x="27856" y="82052"/>
                </a:lnTo>
                <a:lnTo>
                  <a:pt x="27856" y="82052"/>
                </a:lnTo>
                <a:lnTo>
                  <a:pt x="27856" y="82051"/>
                </a:lnTo>
                <a:lnTo>
                  <a:pt x="27856" y="82051"/>
                </a:lnTo>
                <a:lnTo>
                  <a:pt x="27856" y="82051"/>
                </a:lnTo>
                <a:lnTo>
                  <a:pt x="27856" y="82051"/>
                </a:lnTo>
                <a:lnTo>
                  <a:pt x="27856" y="82051"/>
                </a:lnTo>
                <a:lnTo>
                  <a:pt x="27856" y="82050"/>
                </a:lnTo>
                <a:lnTo>
                  <a:pt x="27856" y="82050"/>
                </a:lnTo>
                <a:lnTo>
                  <a:pt x="27856" y="82050"/>
                </a:lnTo>
                <a:lnTo>
                  <a:pt x="27856" y="82050"/>
                </a:lnTo>
                <a:lnTo>
                  <a:pt x="27856" y="82050"/>
                </a:lnTo>
                <a:lnTo>
                  <a:pt x="27856" y="82049"/>
                </a:lnTo>
                <a:lnTo>
                  <a:pt x="27856" y="82049"/>
                </a:lnTo>
                <a:lnTo>
                  <a:pt x="27856" y="82049"/>
                </a:lnTo>
                <a:lnTo>
                  <a:pt x="27856" y="82049"/>
                </a:lnTo>
                <a:lnTo>
                  <a:pt x="27856" y="82049"/>
                </a:lnTo>
                <a:lnTo>
                  <a:pt x="27856" y="82049"/>
                </a:lnTo>
                <a:lnTo>
                  <a:pt x="27856" y="82048"/>
                </a:lnTo>
                <a:lnTo>
                  <a:pt x="27856" y="82048"/>
                </a:lnTo>
                <a:lnTo>
                  <a:pt x="27856" y="82048"/>
                </a:lnTo>
                <a:lnTo>
                  <a:pt x="27856" y="82048"/>
                </a:lnTo>
                <a:lnTo>
                  <a:pt x="27856" y="82048"/>
                </a:lnTo>
                <a:lnTo>
                  <a:pt x="27856" y="82047"/>
                </a:lnTo>
                <a:lnTo>
                  <a:pt x="27856" y="82047"/>
                </a:lnTo>
                <a:lnTo>
                  <a:pt x="27856" y="82047"/>
                </a:lnTo>
                <a:lnTo>
                  <a:pt x="27856" y="82047"/>
                </a:lnTo>
                <a:lnTo>
                  <a:pt x="27856" y="82047"/>
                </a:lnTo>
                <a:lnTo>
                  <a:pt x="27856" y="82046"/>
                </a:lnTo>
                <a:lnTo>
                  <a:pt x="27856" y="82046"/>
                </a:lnTo>
                <a:lnTo>
                  <a:pt x="27856" y="82046"/>
                </a:lnTo>
                <a:lnTo>
                  <a:pt x="27856" y="82046"/>
                </a:lnTo>
                <a:lnTo>
                  <a:pt x="27856" y="82046"/>
                </a:lnTo>
                <a:lnTo>
                  <a:pt x="27856" y="82046"/>
                </a:lnTo>
                <a:lnTo>
                  <a:pt x="27856" y="82045"/>
                </a:lnTo>
                <a:lnTo>
                  <a:pt x="27856" y="82045"/>
                </a:lnTo>
                <a:lnTo>
                  <a:pt x="27856" y="82045"/>
                </a:lnTo>
                <a:lnTo>
                  <a:pt x="27856" y="82045"/>
                </a:lnTo>
                <a:lnTo>
                  <a:pt x="27856" y="82045"/>
                </a:lnTo>
                <a:lnTo>
                  <a:pt x="27856" y="82044"/>
                </a:lnTo>
                <a:lnTo>
                  <a:pt x="27856" y="82044"/>
                </a:lnTo>
                <a:lnTo>
                  <a:pt x="27856" y="82044"/>
                </a:lnTo>
                <a:lnTo>
                  <a:pt x="27856" y="82044"/>
                </a:lnTo>
                <a:lnTo>
                  <a:pt x="27856" y="82044"/>
                </a:lnTo>
                <a:lnTo>
                  <a:pt x="27856" y="82043"/>
                </a:lnTo>
                <a:lnTo>
                  <a:pt x="27856" y="82043"/>
                </a:lnTo>
                <a:lnTo>
                  <a:pt x="27856" y="82043"/>
                </a:lnTo>
                <a:lnTo>
                  <a:pt x="27856" y="82043"/>
                </a:lnTo>
                <a:lnTo>
                  <a:pt x="27856" y="82043"/>
                </a:lnTo>
                <a:lnTo>
                  <a:pt x="27856" y="82042"/>
                </a:lnTo>
                <a:lnTo>
                  <a:pt x="27856" y="82042"/>
                </a:lnTo>
                <a:lnTo>
                  <a:pt x="27856" y="82042"/>
                </a:lnTo>
                <a:lnTo>
                  <a:pt x="27856" y="82042"/>
                </a:lnTo>
                <a:lnTo>
                  <a:pt x="27856" y="82042"/>
                </a:lnTo>
                <a:lnTo>
                  <a:pt x="27856" y="82042"/>
                </a:lnTo>
                <a:lnTo>
                  <a:pt x="27856" y="82041"/>
                </a:lnTo>
                <a:lnTo>
                  <a:pt x="27856" y="82041"/>
                </a:lnTo>
                <a:lnTo>
                  <a:pt x="27856" y="82041"/>
                </a:lnTo>
                <a:lnTo>
                  <a:pt x="27856" y="82041"/>
                </a:lnTo>
                <a:lnTo>
                  <a:pt x="27856" y="82041"/>
                </a:lnTo>
                <a:lnTo>
                  <a:pt x="27856" y="82040"/>
                </a:lnTo>
                <a:lnTo>
                  <a:pt x="27856" y="82040"/>
                </a:lnTo>
                <a:lnTo>
                  <a:pt x="27856" y="82040"/>
                </a:lnTo>
                <a:lnTo>
                  <a:pt x="27856" y="82040"/>
                </a:lnTo>
                <a:lnTo>
                  <a:pt x="27856" y="82040"/>
                </a:lnTo>
                <a:lnTo>
                  <a:pt x="27856" y="82039"/>
                </a:lnTo>
                <a:lnTo>
                  <a:pt x="27856" y="82039"/>
                </a:lnTo>
                <a:lnTo>
                  <a:pt x="27856" y="82039"/>
                </a:lnTo>
                <a:lnTo>
                  <a:pt x="27856" y="82039"/>
                </a:lnTo>
                <a:lnTo>
                  <a:pt x="27856" y="82039"/>
                </a:lnTo>
                <a:lnTo>
                  <a:pt x="27856" y="82039"/>
                </a:lnTo>
                <a:lnTo>
                  <a:pt x="27856" y="82038"/>
                </a:lnTo>
                <a:lnTo>
                  <a:pt x="27856" y="82038"/>
                </a:lnTo>
                <a:lnTo>
                  <a:pt x="27856" y="82038"/>
                </a:lnTo>
                <a:lnTo>
                  <a:pt x="27856" y="82038"/>
                </a:lnTo>
                <a:lnTo>
                  <a:pt x="27856" y="82038"/>
                </a:lnTo>
                <a:lnTo>
                  <a:pt x="27856" y="82037"/>
                </a:lnTo>
                <a:lnTo>
                  <a:pt x="27856" y="82037"/>
                </a:lnTo>
                <a:lnTo>
                  <a:pt x="27856" y="82037"/>
                </a:lnTo>
                <a:lnTo>
                  <a:pt x="27856" y="82037"/>
                </a:lnTo>
                <a:lnTo>
                  <a:pt x="27856" y="82037"/>
                </a:lnTo>
                <a:lnTo>
                  <a:pt x="27856" y="82036"/>
                </a:lnTo>
                <a:lnTo>
                  <a:pt x="27856" y="82036"/>
                </a:lnTo>
                <a:lnTo>
                  <a:pt x="27856" y="82036"/>
                </a:lnTo>
                <a:lnTo>
                  <a:pt x="27856" y="82036"/>
                </a:lnTo>
                <a:lnTo>
                  <a:pt x="27856" y="82036"/>
                </a:lnTo>
                <a:lnTo>
                  <a:pt x="27856" y="82036"/>
                </a:lnTo>
                <a:lnTo>
                  <a:pt x="27856" y="82035"/>
                </a:lnTo>
                <a:lnTo>
                  <a:pt x="27856" y="82035"/>
                </a:lnTo>
                <a:lnTo>
                  <a:pt x="27856" y="82035"/>
                </a:lnTo>
                <a:lnTo>
                  <a:pt x="27856" y="82035"/>
                </a:lnTo>
                <a:lnTo>
                  <a:pt x="27856" y="82035"/>
                </a:lnTo>
                <a:lnTo>
                  <a:pt x="27856" y="82034"/>
                </a:lnTo>
                <a:lnTo>
                  <a:pt x="27856" y="82034"/>
                </a:lnTo>
                <a:lnTo>
                  <a:pt x="27856" y="82034"/>
                </a:lnTo>
                <a:lnTo>
                  <a:pt x="27856" y="82034"/>
                </a:lnTo>
                <a:lnTo>
                  <a:pt x="27856" y="82034"/>
                </a:lnTo>
                <a:lnTo>
                  <a:pt x="27856" y="82033"/>
                </a:lnTo>
                <a:lnTo>
                  <a:pt x="27856" y="82033"/>
                </a:lnTo>
                <a:lnTo>
                  <a:pt x="27856" y="82033"/>
                </a:lnTo>
                <a:lnTo>
                  <a:pt x="27856" y="82033"/>
                </a:lnTo>
                <a:lnTo>
                  <a:pt x="27856" y="82033"/>
                </a:lnTo>
                <a:lnTo>
                  <a:pt x="27856" y="82033"/>
                </a:lnTo>
                <a:lnTo>
                  <a:pt x="27856" y="82032"/>
                </a:lnTo>
                <a:lnTo>
                  <a:pt x="27856" y="82032"/>
                </a:lnTo>
                <a:lnTo>
                  <a:pt x="27856" y="82032"/>
                </a:lnTo>
                <a:lnTo>
                  <a:pt x="27856" y="82032"/>
                </a:lnTo>
                <a:lnTo>
                  <a:pt x="27856" y="82032"/>
                </a:lnTo>
                <a:lnTo>
                  <a:pt x="27856" y="82031"/>
                </a:lnTo>
                <a:lnTo>
                  <a:pt x="27856" y="82031"/>
                </a:lnTo>
                <a:lnTo>
                  <a:pt x="27856" y="82031"/>
                </a:lnTo>
                <a:lnTo>
                  <a:pt x="27856" y="82031"/>
                </a:lnTo>
                <a:lnTo>
                  <a:pt x="27856" y="82031"/>
                </a:lnTo>
                <a:lnTo>
                  <a:pt x="27856" y="82030"/>
                </a:lnTo>
                <a:lnTo>
                  <a:pt x="27856" y="82030"/>
                </a:lnTo>
                <a:lnTo>
                  <a:pt x="27856" y="82030"/>
                </a:lnTo>
                <a:lnTo>
                  <a:pt x="27856" y="82030"/>
                </a:lnTo>
                <a:lnTo>
                  <a:pt x="27856" y="82030"/>
                </a:lnTo>
                <a:lnTo>
                  <a:pt x="27856" y="82030"/>
                </a:lnTo>
                <a:lnTo>
                  <a:pt x="27856" y="82029"/>
                </a:lnTo>
                <a:lnTo>
                  <a:pt x="27856" y="82029"/>
                </a:lnTo>
                <a:lnTo>
                  <a:pt x="27856" y="82029"/>
                </a:lnTo>
                <a:lnTo>
                  <a:pt x="27856" y="82029"/>
                </a:lnTo>
                <a:lnTo>
                  <a:pt x="27856" y="82029"/>
                </a:lnTo>
                <a:lnTo>
                  <a:pt x="27856" y="82028"/>
                </a:lnTo>
                <a:lnTo>
                  <a:pt x="27856" y="82028"/>
                </a:lnTo>
                <a:lnTo>
                  <a:pt x="27856" y="82028"/>
                </a:lnTo>
                <a:lnTo>
                  <a:pt x="27856" y="82028"/>
                </a:lnTo>
                <a:lnTo>
                  <a:pt x="27856" y="82028"/>
                </a:lnTo>
                <a:lnTo>
                  <a:pt x="27856" y="82027"/>
                </a:lnTo>
                <a:lnTo>
                  <a:pt x="27856" y="82027"/>
                </a:lnTo>
                <a:lnTo>
                  <a:pt x="27856" y="82027"/>
                </a:lnTo>
                <a:lnTo>
                  <a:pt x="27856" y="82027"/>
                </a:lnTo>
                <a:lnTo>
                  <a:pt x="27856" y="82027"/>
                </a:lnTo>
                <a:lnTo>
                  <a:pt x="27856" y="82027"/>
                </a:lnTo>
                <a:lnTo>
                  <a:pt x="27856" y="82026"/>
                </a:lnTo>
                <a:lnTo>
                  <a:pt x="27856" y="82026"/>
                </a:lnTo>
                <a:lnTo>
                  <a:pt x="27856" y="82026"/>
                </a:lnTo>
                <a:lnTo>
                  <a:pt x="27856" y="82026"/>
                </a:lnTo>
                <a:lnTo>
                  <a:pt x="27856" y="82026"/>
                </a:lnTo>
                <a:lnTo>
                  <a:pt x="27856" y="82025"/>
                </a:lnTo>
                <a:lnTo>
                  <a:pt x="27856" y="82025"/>
                </a:lnTo>
                <a:lnTo>
                  <a:pt x="27856" y="82025"/>
                </a:lnTo>
                <a:lnTo>
                  <a:pt x="27856" y="82025"/>
                </a:lnTo>
                <a:lnTo>
                  <a:pt x="27856" y="82025"/>
                </a:lnTo>
                <a:lnTo>
                  <a:pt x="27856" y="82024"/>
                </a:lnTo>
                <a:lnTo>
                  <a:pt x="27856" y="82024"/>
                </a:lnTo>
                <a:lnTo>
                  <a:pt x="27856" y="82024"/>
                </a:lnTo>
                <a:lnTo>
                  <a:pt x="27856" y="82024"/>
                </a:lnTo>
                <a:lnTo>
                  <a:pt x="27856" y="82024"/>
                </a:lnTo>
                <a:lnTo>
                  <a:pt x="27856" y="82024"/>
                </a:lnTo>
                <a:lnTo>
                  <a:pt x="27856" y="82023"/>
                </a:lnTo>
                <a:lnTo>
                  <a:pt x="27856" y="82023"/>
                </a:lnTo>
                <a:lnTo>
                  <a:pt x="27856" y="82023"/>
                </a:lnTo>
                <a:lnTo>
                  <a:pt x="27856" y="82023"/>
                </a:lnTo>
                <a:lnTo>
                  <a:pt x="27856" y="82023"/>
                </a:lnTo>
                <a:lnTo>
                  <a:pt x="27856" y="82022"/>
                </a:lnTo>
                <a:lnTo>
                  <a:pt x="27856" y="82022"/>
                </a:lnTo>
                <a:lnTo>
                  <a:pt x="27856" y="82022"/>
                </a:lnTo>
                <a:lnTo>
                  <a:pt x="27856" y="82022"/>
                </a:lnTo>
                <a:lnTo>
                  <a:pt x="27856" y="82022"/>
                </a:lnTo>
                <a:lnTo>
                  <a:pt x="27856" y="82021"/>
                </a:lnTo>
                <a:lnTo>
                  <a:pt x="27856" y="82021"/>
                </a:lnTo>
                <a:lnTo>
                  <a:pt x="27856" y="82021"/>
                </a:lnTo>
                <a:lnTo>
                  <a:pt x="27856" y="82021"/>
                </a:lnTo>
                <a:lnTo>
                  <a:pt x="27856" y="82021"/>
                </a:lnTo>
                <a:lnTo>
                  <a:pt x="27856" y="82021"/>
                </a:lnTo>
                <a:lnTo>
                  <a:pt x="27856" y="82020"/>
                </a:lnTo>
                <a:lnTo>
                  <a:pt x="27856" y="82020"/>
                </a:lnTo>
                <a:lnTo>
                  <a:pt x="27856" y="82020"/>
                </a:lnTo>
                <a:lnTo>
                  <a:pt x="27856" y="82020"/>
                </a:lnTo>
                <a:lnTo>
                  <a:pt x="27856" y="82020"/>
                </a:lnTo>
                <a:lnTo>
                  <a:pt x="27856" y="82019"/>
                </a:lnTo>
                <a:lnTo>
                  <a:pt x="27856" y="82019"/>
                </a:lnTo>
                <a:lnTo>
                  <a:pt x="27856" y="82019"/>
                </a:lnTo>
                <a:lnTo>
                  <a:pt x="27856" y="82019"/>
                </a:lnTo>
                <a:lnTo>
                  <a:pt x="27856" y="82019"/>
                </a:lnTo>
                <a:lnTo>
                  <a:pt x="27856" y="82018"/>
                </a:lnTo>
                <a:lnTo>
                  <a:pt x="27856" y="82018"/>
                </a:lnTo>
                <a:lnTo>
                  <a:pt x="27856" y="82018"/>
                </a:lnTo>
                <a:lnTo>
                  <a:pt x="27856" y="82018"/>
                </a:lnTo>
                <a:lnTo>
                  <a:pt x="27856" y="82018"/>
                </a:lnTo>
                <a:lnTo>
                  <a:pt x="27856" y="82018"/>
                </a:lnTo>
                <a:lnTo>
                  <a:pt x="27856" y="82017"/>
                </a:lnTo>
                <a:lnTo>
                  <a:pt x="27856" y="82017"/>
                </a:lnTo>
                <a:lnTo>
                  <a:pt x="27856" y="82017"/>
                </a:lnTo>
                <a:lnTo>
                  <a:pt x="27856" y="82017"/>
                </a:lnTo>
                <a:lnTo>
                  <a:pt x="27856" y="82017"/>
                </a:lnTo>
                <a:lnTo>
                  <a:pt x="27856" y="82016"/>
                </a:lnTo>
                <a:lnTo>
                  <a:pt x="27856" y="82016"/>
                </a:lnTo>
                <a:lnTo>
                  <a:pt x="27856" y="82016"/>
                </a:lnTo>
                <a:lnTo>
                  <a:pt x="27856" y="82016"/>
                </a:lnTo>
                <a:lnTo>
                  <a:pt x="27856" y="82016"/>
                </a:lnTo>
                <a:lnTo>
                  <a:pt x="27856" y="82016"/>
                </a:lnTo>
                <a:lnTo>
                  <a:pt x="27856" y="82015"/>
                </a:lnTo>
                <a:lnTo>
                  <a:pt x="27856" y="82015"/>
                </a:lnTo>
                <a:lnTo>
                  <a:pt x="27856" y="82015"/>
                </a:lnTo>
                <a:lnTo>
                  <a:pt x="27856" y="82015"/>
                </a:lnTo>
                <a:lnTo>
                  <a:pt x="27856" y="82015"/>
                </a:lnTo>
                <a:lnTo>
                  <a:pt x="27856" y="82014"/>
                </a:lnTo>
                <a:lnTo>
                  <a:pt x="27856" y="82014"/>
                </a:lnTo>
                <a:lnTo>
                  <a:pt x="27856" y="82014"/>
                </a:lnTo>
                <a:lnTo>
                  <a:pt x="27856" y="82014"/>
                </a:lnTo>
                <a:lnTo>
                  <a:pt x="27856" y="82014"/>
                </a:lnTo>
                <a:lnTo>
                  <a:pt x="27856" y="82013"/>
                </a:lnTo>
                <a:lnTo>
                  <a:pt x="27856" y="82013"/>
                </a:lnTo>
                <a:lnTo>
                  <a:pt x="27856" y="82013"/>
                </a:lnTo>
                <a:lnTo>
                  <a:pt x="27856" y="82013"/>
                </a:lnTo>
                <a:lnTo>
                  <a:pt x="27856" y="82013"/>
                </a:lnTo>
                <a:lnTo>
                  <a:pt x="27856" y="82013"/>
                </a:lnTo>
                <a:lnTo>
                  <a:pt x="27856" y="82012"/>
                </a:lnTo>
                <a:lnTo>
                  <a:pt x="27856" y="82012"/>
                </a:lnTo>
                <a:lnTo>
                  <a:pt x="27856" y="82012"/>
                </a:lnTo>
                <a:lnTo>
                  <a:pt x="27856" y="82012"/>
                </a:lnTo>
                <a:lnTo>
                  <a:pt x="27856" y="82012"/>
                </a:lnTo>
                <a:lnTo>
                  <a:pt x="27856" y="82011"/>
                </a:lnTo>
                <a:lnTo>
                  <a:pt x="27856" y="82011"/>
                </a:lnTo>
                <a:lnTo>
                  <a:pt x="27856" y="82011"/>
                </a:lnTo>
                <a:lnTo>
                  <a:pt x="27856" y="82011"/>
                </a:lnTo>
                <a:lnTo>
                  <a:pt x="27856" y="82011"/>
                </a:lnTo>
                <a:lnTo>
                  <a:pt x="27856" y="82010"/>
                </a:lnTo>
                <a:lnTo>
                  <a:pt x="27856" y="82010"/>
                </a:lnTo>
                <a:lnTo>
                  <a:pt x="27856" y="82010"/>
                </a:lnTo>
                <a:lnTo>
                  <a:pt x="27856" y="82010"/>
                </a:lnTo>
                <a:lnTo>
                  <a:pt x="27856" y="82010"/>
                </a:lnTo>
                <a:lnTo>
                  <a:pt x="27856" y="82010"/>
                </a:lnTo>
                <a:lnTo>
                  <a:pt x="27856" y="82009"/>
                </a:lnTo>
                <a:lnTo>
                  <a:pt x="27856" y="82009"/>
                </a:lnTo>
                <a:lnTo>
                  <a:pt x="27856" y="82009"/>
                </a:lnTo>
                <a:lnTo>
                  <a:pt x="27856" y="82009"/>
                </a:lnTo>
                <a:lnTo>
                  <a:pt x="27856" y="82009"/>
                </a:lnTo>
                <a:lnTo>
                  <a:pt x="27856" y="82008"/>
                </a:lnTo>
                <a:lnTo>
                  <a:pt x="27856" y="82008"/>
                </a:lnTo>
                <a:lnTo>
                  <a:pt x="27856" y="82008"/>
                </a:lnTo>
                <a:lnTo>
                  <a:pt x="27856" y="82008"/>
                </a:lnTo>
                <a:lnTo>
                  <a:pt x="27856" y="82008"/>
                </a:lnTo>
                <a:lnTo>
                  <a:pt x="27856" y="82008"/>
                </a:lnTo>
                <a:lnTo>
                  <a:pt x="27856" y="82007"/>
                </a:lnTo>
                <a:lnTo>
                  <a:pt x="27856" y="82007"/>
                </a:lnTo>
                <a:lnTo>
                  <a:pt x="27856" y="82007"/>
                </a:lnTo>
                <a:lnTo>
                  <a:pt x="27856" y="82007"/>
                </a:lnTo>
                <a:lnTo>
                  <a:pt x="27856" y="82007"/>
                </a:lnTo>
                <a:lnTo>
                  <a:pt x="27856" y="82006"/>
                </a:lnTo>
                <a:lnTo>
                  <a:pt x="27856" y="82006"/>
                </a:lnTo>
                <a:lnTo>
                  <a:pt x="27856" y="82006"/>
                </a:lnTo>
                <a:lnTo>
                  <a:pt x="27856" y="82006"/>
                </a:lnTo>
                <a:lnTo>
                  <a:pt x="27856" y="82006"/>
                </a:lnTo>
                <a:lnTo>
                  <a:pt x="27856" y="82005"/>
                </a:lnTo>
                <a:lnTo>
                  <a:pt x="27856" y="82005"/>
                </a:lnTo>
                <a:lnTo>
                  <a:pt x="27856" y="82005"/>
                </a:lnTo>
                <a:lnTo>
                  <a:pt x="27856" y="82005"/>
                </a:lnTo>
                <a:lnTo>
                  <a:pt x="27856" y="82005"/>
                </a:lnTo>
                <a:lnTo>
                  <a:pt x="27856" y="82005"/>
                </a:lnTo>
                <a:lnTo>
                  <a:pt x="27856" y="82004"/>
                </a:lnTo>
                <a:lnTo>
                  <a:pt x="27856" y="82004"/>
                </a:lnTo>
                <a:lnTo>
                  <a:pt x="27856" y="82004"/>
                </a:lnTo>
                <a:lnTo>
                  <a:pt x="27856" y="82004"/>
                </a:lnTo>
                <a:lnTo>
                  <a:pt x="27856" y="82004"/>
                </a:lnTo>
                <a:lnTo>
                  <a:pt x="27856" y="82003"/>
                </a:lnTo>
                <a:lnTo>
                  <a:pt x="27856" y="82003"/>
                </a:lnTo>
                <a:lnTo>
                  <a:pt x="27856" y="82003"/>
                </a:lnTo>
                <a:lnTo>
                  <a:pt x="27856" y="82003"/>
                </a:lnTo>
                <a:lnTo>
                  <a:pt x="27856" y="82003"/>
                </a:lnTo>
                <a:lnTo>
                  <a:pt x="27856" y="82003"/>
                </a:lnTo>
                <a:lnTo>
                  <a:pt x="27856" y="82002"/>
                </a:lnTo>
                <a:lnTo>
                  <a:pt x="27856" y="82002"/>
                </a:lnTo>
                <a:lnTo>
                  <a:pt x="27856" y="82002"/>
                </a:lnTo>
                <a:lnTo>
                  <a:pt x="27856" y="82002"/>
                </a:lnTo>
                <a:lnTo>
                  <a:pt x="27856" y="82002"/>
                </a:lnTo>
                <a:lnTo>
                  <a:pt x="27856" y="82001"/>
                </a:lnTo>
                <a:lnTo>
                  <a:pt x="27856" y="82001"/>
                </a:lnTo>
                <a:lnTo>
                  <a:pt x="27856" y="82001"/>
                </a:lnTo>
                <a:lnTo>
                  <a:pt x="27856" y="82001"/>
                </a:lnTo>
                <a:lnTo>
                  <a:pt x="27856" y="82001"/>
                </a:lnTo>
                <a:lnTo>
                  <a:pt x="27856" y="82000"/>
                </a:lnTo>
                <a:lnTo>
                  <a:pt x="27856" y="82000"/>
                </a:lnTo>
                <a:lnTo>
                  <a:pt x="27856" y="82000"/>
                </a:lnTo>
                <a:lnTo>
                  <a:pt x="27856" y="82000"/>
                </a:lnTo>
                <a:lnTo>
                  <a:pt x="27856" y="82000"/>
                </a:lnTo>
                <a:lnTo>
                  <a:pt x="27856" y="82000"/>
                </a:lnTo>
                <a:lnTo>
                  <a:pt x="27856" y="81999"/>
                </a:lnTo>
                <a:lnTo>
                  <a:pt x="27856" y="81999"/>
                </a:lnTo>
                <a:lnTo>
                  <a:pt x="27856" y="81999"/>
                </a:lnTo>
                <a:lnTo>
                  <a:pt x="27856" y="81999"/>
                </a:lnTo>
                <a:lnTo>
                  <a:pt x="27856" y="81999"/>
                </a:lnTo>
                <a:lnTo>
                  <a:pt x="27856" y="81998"/>
                </a:lnTo>
                <a:lnTo>
                  <a:pt x="27856" y="81998"/>
                </a:lnTo>
                <a:lnTo>
                  <a:pt x="27856" y="81998"/>
                </a:lnTo>
                <a:lnTo>
                  <a:pt x="27856" y="81998"/>
                </a:lnTo>
                <a:lnTo>
                  <a:pt x="27856" y="81998"/>
                </a:lnTo>
                <a:lnTo>
                  <a:pt x="27856" y="81998"/>
                </a:lnTo>
                <a:lnTo>
                  <a:pt x="27856" y="81997"/>
                </a:lnTo>
                <a:lnTo>
                  <a:pt x="27856" y="81997"/>
                </a:lnTo>
                <a:lnTo>
                  <a:pt x="27856" y="81997"/>
                </a:lnTo>
                <a:lnTo>
                  <a:pt x="27856" y="81997"/>
                </a:lnTo>
                <a:lnTo>
                  <a:pt x="27856" y="81997"/>
                </a:lnTo>
                <a:lnTo>
                  <a:pt x="27856" y="81996"/>
                </a:lnTo>
                <a:lnTo>
                  <a:pt x="27856" y="81996"/>
                </a:lnTo>
                <a:lnTo>
                  <a:pt x="27856" y="81996"/>
                </a:lnTo>
                <a:lnTo>
                  <a:pt x="27856" y="81996"/>
                </a:lnTo>
                <a:lnTo>
                  <a:pt x="27856" y="81996"/>
                </a:lnTo>
                <a:lnTo>
                  <a:pt x="27856" y="81996"/>
                </a:lnTo>
                <a:lnTo>
                  <a:pt x="27856" y="81995"/>
                </a:lnTo>
                <a:lnTo>
                  <a:pt x="27856" y="81995"/>
                </a:lnTo>
                <a:lnTo>
                  <a:pt x="27856" y="81995"/>
                </a:lnTo>
                <a:lnTo>
                  <a:pt x="27856" y="81995"/>
                </a:lnTo>
                <a:lnTo>
                  <a:pt x="27856" y="81995"/>
                </a:lnTo>
                <a:lnTo>
                  <a:pt x="27856" y="81994"/>
                </a:lnTo>
                <a:lnTo>
                  <a:pt x="27856" y="81994"/>
                </a:lnTo>
                <a:lnTo>
                  <a:pt x="27856" y="81994"/>
                </a:lnTo>
                <a:lnTo>
                  <a:pt x="27856" y="81994"/>
                </a:lnTo>
                <a:lnTo>
                  <a:pt x="27856" y="81994"/>
                </a:lnTo>
                <a:lnTo>
                  <a:pt x="27856" y="81993"/>
                </a:lnTo>
                <a:lnTo>
                  <a:pt x="27856" y="81993"/>
                </a:lnTo>
                <a:lnTo>
                  <a:pt x="27856" y="81993"/>
                </a:lnTo>
                <a:lnTo>
                  <a:pt x="27856" y="81993"/>
                </a:lnTo>
                <a:lnTo>
                  <a:pt x="27856" y="81993"/>
                </a:lnTo>
                <a:lnTo>
                  <a:pt x="27856" y="81993"/>
                </a:lnTo>
                <a:lnTo>
                  <a:pt x="27856" y="81992"/>
                </a:lnTo>
                <a:lnTo>
                  <a:pt x="27856" y="81992"/>
                </a:lnTo>
                <a:lnTo>
                  <a:pt x="27856" y="81992"/>
                </a:lnTo>
                <a:lnTo>
                  <a:pt x="27856" y="81992"/>
                </a:lnTo>
                <a:lnTo>
                  <a:pt x="27856" y="81992"/>
                </a:lnTo>
                <a:lnTo>
                  <a:pt x="27856" y="81991"/>
                </a:lnTo>
                <a:lnTo>
                  <a:pt x="27856" y="81991"/>
                </a:lnTo>
                <a:lnTo>
                  <a:pt x="27856" y="81991"/>
                </a:lnTo>
                <a:lnTo>
                  <a:pt x="27856" y="81991"/>
                </a:lnTo>
                <a:lnTo>
                  <a:pt x="27856" y="81991"/>
                </a:lnTo>
                <a:lnTo>
                  <a:pt x="27856" y="81991"/>
                </a:lnTo>
                <a:lnTo>
                  <a:pt x="27856" y="81990"/>
                </a:lnTo>
                <a:lnTo>
                  <a:pt x="27856" y="81990"/>
                </a:lnTo>
                <a:lnTo>
                  <a:pt x="27856" y="81990"/>
                </a:lnTo>
                <a:lnTo>
                  <a:pt x="27856" y="81990"/>
                </a:lnTo>
                <a:lnTo>
                  <a:pt x="27856" y="81990"/>
                </a:lnTo>
                <a:lnTo>
                  <a:pt x="27856" y="81989"/>
                </a:lnTo>
                <a:lnTo>
                  <a:pt x="27856" y="81989"/>
                </a:lnTo>
                <a:lnTo>
                  <a:pt x="27856" y="81989"/>
                </a:lnTo>
                <a:lnTo>
                  <a:pt x="27856" y="81989"/>
                </a:lnTo>
                <a:lnTo>
                  <a:pt x="27856" y="81989"/>
                </a:lnTo>
                <a:lnTo>
                  <a:pt x="27856" y="81989"/>
                </a:lnTo>
                <a:lnTo>
                  <a:pt x="27856" y="81988"/>
                </a:lnTo>
                <a:lnTo>
                  <a:pt x="27856" y="81988"/>
                </a:lnTo>
                <a:lnTo>
                  <a:pt x="27856" y="81988"/>
                </a:lnTo>
                <a:lnTo>
                  <a:pt x="27856" y="81988"/>
                </a:lnTo>
                <a:lnTo>
                  <a:pt x="27856" y="81988"/>
                </a:lnTo>
                <a:lnTo>
                  <a:pt x="27856" y="81987"/>
                </a:lnTo>
                <a:lnTo>
                  <a:pt x="27856" y="81987"/>
                </a:lnTo>
                <a:lnTo>
                  <a:pt x="27856" y="81987"/>
                </a:lnTo>
                <a:lnTo>
                  <a:pt x="27856" y="81987"/>
                </a:lnTo>
                <a:lnTo>
                  <a:pt x="27856" y="81987"/>
                </a:lnTo>
                <a:lnTo>
                  <a:pt x="27856" y="81986"/>
                </a:lnTo>
                <a:lnTo>
                  <a:pt x="27856" y="81986"/>
                </a:lnTo>
                <a:lnTo>
                  <a:pt x="27856" y="81986"/>
                </a:lnTo>
                <a:lnTo>
                  <a:pt x="27856" y="81986"/>
                </a:lnTo>
                <a:lnTo>
                  <a:pt x="27856" y="81986"/>
                </a:lnTo>
                <a:lnTo>
                  <a:pt x="27856" y="81986"/>
                </a:lnTo>
                <a:lnTo>
                  <a:pt x="27856" y="81985"/>
                </a:lnTo>
                <a:lnTo>
                  <a:pt x="27856" y="81985"/>
                </a:lnTo>
                <a:lnTo>
                  <a:pt x="27856" y="81985"/>
                </a:lnTo>
                <a:lnTo>
                  <a:pt x="27856" y="81985"/>
                </a:lnTo>
                <a:lnTo>
                  <a:pt x="27856" y="81985"/>
                </a:lnTo>
                <a:lnTo>
                  <a:pt x="27856" y="81984"/>
                </a:lnTo>
                <a:lnTo>
                  <a:pt x="27856" y="81984"/>
                </a:lnTo>
                <a:lnTo>
                  <a:pt x="27856" y="81984"/>
                </a:lnTo>
                <a:lnTo>
                  <a:pt x="27856" y="81984"/>
                </a:lnTo>
                <a:lnTo>
                  <a:pt x="27856" y="81984"/>
                </a:lnTo>
                <a:lnTo>
                  <a:pt x="27856" y="81984"/>
                </a:lnTo>
                <a:lnTo>
                  <a:pt x="27856" y="81983"/>
                </a:lnTo>
                <a:lnTo>
                  <a:pt x="27856" y="81983"/>
                </a:lnTo>
                <a:lnTo>
                  <a:pt x="27856" y="81983"/>
                </a:lnTo>
                <a:lnTo>
                  <a:pt x="27856" y="81983"/>
                </a:lnTo>
                <a:lnTo>
                  <a:pt x="27856" y="81983"/>
                </a:lnTo>
                <a:lnTo>
                  <a:pt x="27856" y="81982"/>
                </a:lnTo>
                <a:lnTo>
                  <a:pt x="27856" y="81982"/>
                </a:lnTo>
                <a:lnTo>
                  <a:pt x="27856" y="81982"/>
                </a:lnTo>
                <a:lnTo>
                  <a:pt x="27856" y="81982"/>
                </a:lnTo>
                <a:lnTo>
                  <a:pt x="27856" y="81982"/>
                </a:lnTo>
                <a:lnTo>
                  <a:pt x="27856" y="81982"/>
                </a:lnTo>
                <a:lnTo>
                  <a:pt x="27856" y="81981"/>
                </a:lnTo>
                <a:lnTo>
                  <a:pt x="27856" y="81981"/>
                </a:lnTo>
                <a:lnTo>
                  <a:pt x="27856" y="81981"/>
                </a:lnTo>
                <a:lnTo>
                  <a:pt x="27856" y="81981"/>
                </a:lnTo>
                <a:lnTo>
                  <a:pt x="27856" y="81981"/>
                </a:lnTo>
                <a:lnTo>
                  <a:pt x="27856" y="81980"/>
                </a:lnTo>
                <a:lnTo>
                  <a:pt x="27856" y="81980"/>
                </a:lnTo>
                <a:lnTo>
                  <a:pt x="27856" y="81980"/>
                </a:lnTo>
                <a:lnTo>
                  <a:pt x="27856" y="81980"/>
                </a:lnTo>
                <a:lnTo>
                  <a:pt x="27856" y="81980"/>
                </a:lnTo>
                <a:lnTo>
                  <a:pt x="27856" y="81980"/>
                </a:lnTo>
                <a:lnTo>
                  <a:pt x="27856" y="81979"/>
                </a:lnTo>
                <a:lnTo>
                  <a:pt x="27856" y="81979"/>
                </a:lnTo>
                <a:lnTo>
                  <a:pt x="27856" y="81979"/>
                </a:lnTo>
                <a:lnTo>
                  <a:pt x="27856" y="81979"/>
                </a:lnTo>
                <a:lnTo>
                  <a:pt x="27856" y="81979"/>
                </a:lnTo>
                <a:lnTo>
                  <a:pt x="27856" y="81978"/>
                </a:lnTo>
                <a:lnTo>
                  <a:pt x="27856" y="81978"/>
                </a:lnTo>
                <a:lnTo>
                  <a:pt x="27856" y="81978"/>
                </a:lnTo>
                <a:lnTo>
                  <a:pt x="27856" y="81978"/>
                </a:lnTo>
                <a:lnTo>
                  <a:pt x="27856" y="81978"/>
                </a:lnTo>
                <a:lnTo>
                  <a:pt x="27856" y="81978"/>
                </a:lnTo>
                <a:lnTo>
                  <a:pt x="27856" y="81977"/>
                </a:lnTo>
                <a:lnTo>
                  <a:pt x="27856" y="81977"/>
                </a:lnTo>
                <a:lnTo>
                  <a:pt x="27856" y="81977"/>
                </a:lnTo>
                <a:lnTo>
                  <a:pt x="27856" y="81977"/>
                </a:lnTo>
                <a:lnTo>
                  <a:pt x="27856" y="81977"/>
                </a:lnTo>
                <a:lnTo>
                  <a:pt x="27856" y="81976"/>
                </a:lnTo>
                <a:lnTo>
                  <a:pt x="27856" y="81976"/>
                </a:lnTo>
                <a:lnTo>
                  <a:pt x="27856" y="81976"/>
                </a:lnTo>
                <a:lnTo>
                  <a:pt x="27856" y="81976"/>
                </a:lnTo>
                <a:lnTo>
                  <a:pt x="27856" y="81976"/>
                </a:lnTo>
                <a:lnTo>
                  <a:pt x="27856" y="81976"/>
                </a:lnTo>
                <a:lnTo>
                  <a:pt x="27856" y="81975"/>
                </a:lnTo>
                <a:lnTo>
                  <a:pt x="27856" y="81975"/>
                </a:lnTo>
                <a:lnTo>
                  <a:pt x="27856" y="81975"/>
                </a:lnTo>
                <a:lnTo>
                  <a:pt x="27856" y="81975"/>
                </a:lnTo>
                <a:lnTo>
                  <a:pt x="27856" y="81975"/>
                </a:lnTo>
                <a:lnTo>
                  <a:pt x="27856" y="81974"/>
                </a:lnTo>
                <a:lnTo>
                  <a:pt x="27856" y="81974"/>
                </a:lnTo>
                <a:lnTo>
                  <a:pt x="27856" y="81974"/>
                </a:lnTo>
                <a:lnTo>
                  <a:pt x="27856" y="81974"/>
                </a:lnTo>
                <a:lnTo>
                  <a:pt x="27856" y="81974"/>
                </a:lnTo>
                <a:lnTo>
                  <a:pt x="27856" y="81974"/>
                </a:lnTo>
                <a:lnTo>
                  <a:pt x="27856" y="81973"/>
                </a:lnTo>
                <a:lnTo>
                  <a:pt x="27856" y="81973"/>
                </a:lnTo>
                <a:lnTo>
                  <a:pt x="27856" y="81973"/>
                </a:lnTo>
                <a:lnTo>
                  <a:pt x="27856" y="81973"/>
                </a:lnTo>
                <a:lnTo>
                  <a:pt x="27856" y="81973"/>
                </a:lnTo>
                <a:lnTo>
                  <a:pt x="27856" y="81972"/>
                </a:lnTo>
                <a:lnTo>
                  <a:pt x="27856" y="81972"/>
                </a:lnTo>
                <a:lnTo>
                  <a:pt x="27856" y="81972"/>
                </a:lnTo>
                <a:lnTo>
                  <a:pt x="27856" y="81972"/>
                </a:lnTo>
                <a:lnTo>
                  <a:pt x="27856" y="81972"/>
                </a:lnTo>
                <a:lnTo>
                  <a:pt x="27856" y="81971"/>
                </a:lnTo>
                <a:lnTo>
                  <a:pt x="27856" y="81971"/>
                </a:lnTo>
                <a:lnTo>
                  <a:pt x="27856" y="81971"/>
                </a:lnTo>
                <a:lnTo>
                  <a:pt x="27856" y="81971"/>
                </a:lnTo>
                <a:lnTo>
                  <a:pt x="27856" y="81971"/>
                </a:lnTo>
                <a:lnTo>
                  <a:pt x="27856" y="81971"/>
                </a:lnTo>
                <a:lnTo>
                  <a:pt x="27856" y="81970"/>
                </a:lnTo>
                <a:lnTo>
                  <a:pt x="27856" y="81970"/>
                </a:lnTo>
                <a:lnTo>
                  <a:pt x="27856" y="81970"/>
                </a:lnTo>
                <a:lnTo>
                  <a:pt x="27856" y="81970"/>
                </a:lnTo>
                <a:lnTo>
                  <a:pt x="27856" y="81970"/>
                </a:lnTo>
                <a:lnTo>
                  <a:pt x="27856" y="81969"/>
                </a:lnTo>
                <a:lnTo>
                  <a:pt x="27856" y="81969"/>
                </a:lnTo>
                <a:lnTo>
                  <a:pt x="27856" y="81969"/>
                </a:lnTo>
                <a:lnTo>
                  <a:pt x="27856" y="81969"/>
                </a:lnTo>
                <a:lnTo>
                  <a:pt x="27856" y="81969"/>
                </a:lnTo>
                <a:lnTo>
                  <a:pt x="27856" y="81969"/>
                </a:lnTo>
                <a:lnTo>
                  <a:pt x="27856" y="81968"/>
                </a:lnTo>
                <a:lnTo>
                  <a:pt x="27856" y="81968"/>
                </a:lnTo>
                <a:lnTo>
                  <a:pt x="27856" y="81968"/>
                </a:lnTo>
                <a:lnTo>
                  <a:pt x="27856" y="81968"/>
                </a:lnTo>
                <a:lnTo>
                  <a:pt x="27856" y="81968"/>
                </a:lnTo>
                <a:lnTo>
                  <a:pt x="27856" y="81967"/>
                </a:lnTo>
                <a:lnTo>
                  <a:pt x="27856" y="81967"/>
                </a:lnTo>
                <a:lnTo>
                  <a:pt x="27856" y="81967"/>
                </a:lnTo>
                <a:lnTo>
                  <a:pt x="27856" y="81967"/>
                </a:lnTo>
                <a:lnTo>
                  <a:pt x="27856" y="81967"/>
                </a:lnTo>
                <a:lnTo>
                  <a:pt x="27856" y="81967"/>
                </a:lnTo>
                <a:lnTo>
                  <a:pt x="27856" y="81966"/>
                </a:lnTo>
                <a:lnTo>
                  <a:pt x="27856" y="81966"/>
                </a:lnTo>
                <a:lnTo>
                  <a:pt x="27856" y="81966"/>
                </a:lnTo>
                <a:lnTo>
                  <a:pt x="27856" y="81966"/>
                </a:lnTo>
                <a:lnTo>
                  <a:pt x="27856" y="81966"/>
                </a:lnTo>
                <a:lnTo>
                  <a:pt x="27856" y="81965"/>
                </a:lnTo>
                <a:lnTo>
                  <a:pt x="27856" y="81965"/>
                </a:lnTo>
                <a:lnTo>
                  <a:pt x="27856" y="81965"/>
                </a:lnTo>
                <a:lnTo>
                  <a:pt x="27856" y="81965"/>
                </a:lnTo>
                <a:lnTo>
                  <a:pt x="27856" y="81965"/>
                </a:lnTo>
                <a:lnTo>
                  <a:pt x="27856" y="81965"/>
                </a:lnTo>
                <a:lnTo>
                  <a:pt x="27856" y="81964"/>
                </a:lnTo>
                <a:lnTo>
                  <a:pt x="27856" y="81964"/>
                </a:lnTo>
                <a:lnTo>
                  <a:pt x="27856" y="81964"/>
                </a:lnTo>
                <a:lnTo>
                  <a:pt x="27856" y="81964"/>
                </a:lnTo>
                <a:lnTo>
                  <a:pt x="27856" y="81964"/>
                </a:lnTo>
                <a:lnTo>
                  <a:pt x="27856" y="81963"/>
                </a:lnTo>
                <a:lnTo>
                  <a:pt x="27856" y="81963"/>
                </a:lnTo>
                <a:lnTo>
                  <a:pt x="27856" y="81963"/>
                </a:lnTo>
                <a:lnTo>
                  <a:pt x="27856" y="81963"/>
                </a:lnTo>
                <a:lnTo>
                  <a:pt x="27856" y="81963"/>
                </a:lnTo>
                <a:lnTo>
                  <a:pt x="27856" y="81963"/>
                </a:lnTo>
                <a:lnTo>
                  <a:pt x="27856" y="81962"/>
                </a:lnTo>
                <a:lnTo>
                  <a:pt x="27856" y="81962"/>
                </a:lnTo>
                <a:lnTo>
                  <a:pt x="27856" y="81962"/>
                </a:lnTo>
                <a:lnTo>
                  <a:pt x="27856" y="81962"/>
                </a:lnTo>
                <a:lnTo>
                  <a:pt x="27856" y="81962"/>
                </a:lnTo>
                <a:lnTo>
                  <a:pt x="27856" y="81961"/>
                </a:lnTo>
                <a:lnTo>
                  <a:pt x="27856" y="81961"/>
                </a:lnTo>
                <a:lnTo>
                  <a:pt x="27856" y="81961"/>
                </a:lnTo>
                <a:lnTo>
                  <a:pt x="27856" y="81961"/>
                </a:lnTo>
                <a:lnTo>
                  <a:pt x="27856" y="81961"/>
                </a:lnTo>
                <a:lnTo>
                  <a:pt x="27856" y="81961"/>
                </a:lnTo>
                <a:lnTo>
                  <a:pt x="27856" y="81960"/>
                </a:lnTo>
                <a:lnTo>
                  <a:pt x="27856" y="81960"/>
                </a:lnTo>
                <a:lnTo>
                  <a:pt x="27856" y="81960"/>
                </a:lnTo>
                <a:lnTo>
                  <a:pt x="27856" y="81960"/>
                </a:lnTo>
                <a:lnTo>
                  <a:pt x="27856" y="81960"/>
                </a:lnTo>
                <a:lnTo>
                  <a:pt x="27856" y="81960"/>
                </a:lnTo>
                <a:lnTo>
                  <a:pt x="27856" y="81959"/>
                </a:lnTo>
                <a:lnTo>
                  <a:pt x="27856" y="81959"/>
                </a:lnTo>
                <a:lnTo>
                  <a:pt x="27856" y="81959"/>
                </a:lnTo>
                <a:lnTo>
                  <a:pt x="27856" y="81959"/>
                </a:lnTo>
                <a:lnTo>
                  <a:pt x="27856" y="81959"/>
                </a:lnTo>
                <a:lnTo>
                  <a:pt x="27856" y="81958"/>
                </a:lnTo>
                <a:lnTo>
                  <a:pt x="27856" y="81958"/>
                </a:lnTo>
                <a:lnTo>
                  <a:pt x="27856" y="81958"/>
                </a:lnTo>
                <a:lnTo>
                  <a:pt x="27856" y="81958"/>
                </a:lnTo>
                <a:lnTo>
                  <a:pt x="27856" y="81958"/>
                </a:lnTo>
                <a:lnTo>
                  <a:pt x="27856" y="81958"/>
                </a:lnTo>
                <a:lnTo>
                  <a:pt x="27856" y="81957"/>
                </a:lnTo>
                <a:lnTo>
                  <a:pt x="27856" y="81957"/>
                </a:lnTo>
                <a:lnTo>
                  <a:pt x="27856" y="81957"/>
                </a:lnTo>
                <a:lnTo>
                  <a:pt x="27856" y="81957"/>
                </a:lnTo>
                <a:lnTo>
                  <a:pt x="27856" y="81957"/>
                </a:lnTo>
                <a:lnTo>
                  <a:pt x="27856" y="81956"/>
                </a:lnTo>
                <a:lnTo>
                  <a:pt x="27856" y="81956"/>
                </a:lnTo>
                <a:lnTo>
                  <a:pt x="27856" y="81956"/>
                </a:lnTo>
                <a:lnTo>
                  <a:pt x="27856" y="81956"/>
                </a:lnTo>
                <a:lnTo>
                  <a:pt x="27856" y="81956"/>
                </a:lnTo>
                <a:lnTo>
                  <a:pt x="27856" y="81956"/>
                </a:lnTo>
                <a:lnTo>
                  <a:pt x="27856" y="81955"/>
                </a:lnTo>
                <a:lnTo>
                  <a:pt x="27856" y="81955"/>
                </a:lnTo>
                <a:lnTo>
                  <a:pt x="27856" y="81955"/>
                </a:lnTo>
                <a:lnTo>
                  <a:pt x="27856" y="81955"/>
                </a:lnTo>
                <a:lnTo>
                  <a:pt x="27856" y="81955"/>
                </a:lnTo>
                <a:lnTo>
                  <a:pt x="27856" y="81954"/>
                </a:lnTo>
                <a:lnTo>
                  <a:pt x="27856" y="81954"/>
                </a:lnTo>
                <a:lnTo>
                  <a:pt x="27856" y="81954"/>
                </a:lnTo>
                <a:lnTo>
                  <a:pt x="27856" y="81954"/>
                </a:lnTo>
                <a:lnTo>
                  <a:pt x="27856" y="81954"/>
                </a:lnTo>
                <a:lnTo>
                  <a:pt x="27856" y="81954"/>
                </a:lnTo>
                <a:lnTo>
                  <a:pt x="27856" y="81953"/>
                </a:lnTo>
                <a:lnTo>
                  <a:pt x="27856" y="81953"/>
                </a:lnTo>
                <a:lnTo>
                  <a:pt x="27856" y="81953"/>
                </a:lnTo>
                <a:lnTo>
                  <a:pt x="27856" y="81953"/>
                </a:lnTo>
                <a:lnTo>
                  <a:pt x="27856" y="81953"/>
                </a:lnTo>
                <a:lnTo>
                  <a:pt x="27856" y="81952"/>
                </a:lnTo>
                <a:lnTo>
                  <a:pt x="27856" y="81952"/>
                </a:lnTo>
                <a:lnTo>
                  <a:pt x="27856" y="81952"/>
                </a:lnTo>
                <a:lnTo>
                  <a:pt x="27856" y="81952"/>
                </a:lnTo>
                <a:lnTo>
                  <a:pt x="27856" y="81952"/>
                </a:lnTo>
                <a:lnTo>
                  <a:pt x="27856" y="81952"/>
                </a:lnTo>
                <a:lnTo>
                  <a:pt x="27856" y="81951"/>
                </a:lnTo>
                <a:lnTo>
                  <a:pt x="27856" y="81951"/>
                </a:lnTo>
                <a:lnTo>
                  <a:pt x="27856" y="81951"/>
                </a:lnTo>
                <a:lnTo>
                  <a:pt x="27856" y="81951"/>
                </a:lnTo>
                <a:lnTo>
                  <a:pt x="27856" y="81951"/>
                </a:lnTo>
                <a:lnTo>
                  <a:pt x="27856" y="81950"/>
                </a:lnTo>
                <a:lnTo>
                  <a:pt x="27856" y="81950"/>
                </a:lnTo>
                <a:lnTo>
                  <a:pt x="27856" y="81950"/>
                </a:lnTo>
                <a:lnTo>
                  <a:pt x="27856" y="81950"/>
                </a:lnTo>
                <a:lnTo>
                  <a:pt x="27856" y="81950"/>
                </a:lnTo>
                <a:lnTo>
                  <a:pt x="27856" y="81950"/>
                </a:lnTo>
                <a:lnTo>
                  <a:pt x="27856" y="81949"/>
                </a:lnTo>
                <a:lnTo>
                  <a:pt x="27856" y="81949"/>
                </a:lnTo>
                <a:lnTo>
                  <a:pt x="27856" y="81949"/>
                </a:lnTo>
                <a:lnTo>
                  <a:pt x="27856" y="81949"/>
                </a:lnTo>
                <a:lnTo>
                  <a:pt x="27856" y="81949"/>
                </a:lnTo>
                <a:lnTo>
                  <a:pt x="27856" y="81948"/>
                </a:lnTo>
                <a:lnTo>
                  <a:pt x="27856" y="81948"/>
                </a:lnTo>
                <a:lnTo>
                  <a:pt x="27856" y="81948"/>
                </a:lnTo>
                <a:lnTo>
                  <a:pt x="27856" y="81948"/>
                </a:lnTo>
                <a:lnTo>
                  <a:pt x="27856" y="81948"/>
                </a:lnTo>
                <a:lnTo>
                  <a:pt x="27856" y="81948"/>
                </a:lnTo>
                <a:lnTo>
                  <a:pt x="27856" y="81947"/>
                </a:lnTo>
                <a:lnTo>
                  <a:pt x="27856" y="81947"/>
                </a:lnTo>
                <a:lnTo>
                  <a:pt x="27856" y="81947"/>
                </a:lnTo>
                <a:lnTo>
                  <a:pt x="27856" y="81947"/>
                </a:lnTo>
                <a:lnTo>
                  <a:pt x="27856" y="81947"/>
                </a:lnTo>
                <a:lnTo>
                  <a:pt x="27856" y="81947"/>
                </a:lnTo>
                <a:lnTo>
                  <a:pt x="27856" y="81946"/>
                </a:lnTo>
                <a:lnTo>
                  <a:pt x="27856" y="81946"/>
                </a:lnTo>
                <a:lnTo>
                  <a:pt x="27856" y="81946"/>
                </a:lnTo>
                <a:lnTo>
                  <a:pt x="27856" y="81946"/>
                </a:lnTo>
                <a:lnTo>
                  <a:pt x="27856" y="81946"/>
                </a:lnTo>
                <a:lnTo>
                  <a:pt x="27856" y="81945"/>
                </a:lnTo>
                <a:lnTo>
                  <a:pt x="27856" y="81945"/>
                </a:lnTo>
                <a:lnTo>
                  <a:pt x="27856" y="81945"/>
                </a:lnTo>
                <a:lnTo>
                  <a:pt x="27856" y="81945"/>
                </a:lnTo>
                <a:lnTo>
                  <a:pt x="27856" y="81945"/>
                </a:lnTo>
                <a:lnTo>
                  <a:pt x="27856" y="81945"/>
                </a:lnTo>
                <a:lnTo>
                  <a:pt x="27856" y="81944"/>
                </a:lnTo>
                <a:lnTo>
                  <a:pt x="27856" y="81944"/>
                </a:lnTo>
                <a:lnTo>
                  <a:pt x="27856" y="81944"/>
                </a:lnTo>
                <a:lnTo>
                  <a:pt x="27856" y="81944"/>
                </a:lnTo>
                <a:lnTo>
                  <a:pt x="27856" y="81944"/>
                </a:lnTo>
                <a:lnTo>
                  <a:pt x="27856" y="81943"/>
                </a:lnTo>
                <a:lnTo>
                  <a:pt x="27856" y="81943"/>
                </a:lnTo>
                <a:lnTo>
                  <a:pt x="27856" y="81943"/>
                </a:lnTo>
                <a:lnTo>
                  <a:pt x="27856" y="81943"/>
                </a:lnTo>
                <a:lnTo>
                  <a:pt x="27856" y="81943"/>
                </a:lnTo>
                <a:lnTo>
                  <a:pt x="27856" y="81943"/>
                </a:lnTo>
                <a:lnTo>
                  <a:pt x="27856" y="81942"/>
                </a:lnTo>
                <a:lnTo>
                  <a:pt x="27856" y="81942"/>
                </a:lnTo>
                <a:lnTo>
                  <a:pt x="27856" y="81942"/>
                </a:lnTo>
                <a:lnTo>
                  <a:pt x="27856" y="81942"/>
                </a:lnTo>
                <a:lnTo>
                  <a:pt x="27856" y="81942"/>
                </a:lnTo>
                <a:lnTo>
                  <a:pt x="27856" y="81941"/>
                </a:lnTo>
                <a:lnTo>
                  <a:pt x="27856" y="81941"/>
                </a:lnTo>
                <a:lnTo>
                  <a:pt x="27856" y="81941"/>
                </a:lnTo>
                <a:lnTo>
                  <a:pt x="27856" y="81941"/>
                </a:lnTo>
                <a:lnTo>
                  <a:pt x="27856" y="81941"/>
                </a:lnTo>
                <a:lnTo>
                  <a:pt x="27856" y="81941"/>
                </a:lnTo>
                <a:lnTo>
                  <a:pt x="27856" y="81940"/>
                </a:lnTo>
                <a:lnTo>
                  <a:pt x="27856" y="81940"/>
                </a:lnTo>
                <a:lnTo>
                  <a:pt x="27856" y="81940"/>
                </a:lnTo>
                <a:lnTo>
                  <a:pt x="27856" y="81940"/>
                </a:lnTo>
                <a:lnTo>
                  <a:pt x="27856" y="81940"/>
                </a:lnTo>
                <a:lnTo>
                  <a:pt x="27856" y="81940"/>
                </a:lnTo>
                <a:lnTo>
                  <a:pt x="27856" y="81939"/>
                </a:lnTo>
                <a:lnTo>
                  <a:pt x="27856" y="81939"/>
                </a:lnTo>
                <a:lnTo>
                  <a:pt x="27856" y="81939"/>
                </a:lnTo>
                <a:lnTo>
                  <a:pt x="27856" y="81939"/>
                </a:lnTo>
                <a:lnTo>
                  <a:pt x="27856" y="81939"/>
                </a:lnTo>
                <a:lnTo>
                  <a:pt x="27856" y="81938"/>
                </a:lnTo>
                <a:lnTo>
                  <a:pt x="27856" y="81938"/>
                </a:lnTo>
                <a:lnTo>
                  <a:pt x="27856" y="81938"/>
                </a:lnTo>
                <a:lnTo>
                  <a:pt x="27856" y="81938"/>
                </a:lnTo>
                <a:lnTo>
                  <a:pt x="27856" y="81938"/>
                </a:lnTo>
                <a:lnTo>
                  <a:pt x="27856" y="81938"/>
                </a:lnTo>
                <a:lnTo>
                  <a:pt x="27856" y="81937"/>
                </a:lnTo>
                <a:lnTo>
                  <a:pt x="27856" y="81937"/>
                </a:lnTo>
                <a:lnTo>
                  <a:pt x="27856" y="81937"/>
                </a:lnTo>
                <a:lnTo>
                  <a:pt x="27856" y="81937"/>
                </a:lnTo>
                <a:lnTo>
                  <a:pt x="27856" y="81937"/>
                </a:lnTo>
                <a:lnTo>
                  <a:pt x="27856" y="81936"/>
                </a:lnTo>
                <a:lnTo>
                  <a:pt x="27856" y="81936"/>
                </a:lnTo>
                <a:lnTo>
                  <a:pt x="27856" y="81936"/>
                </a:lnTo>
                <a:lnTo>
                  <a:pt x="27856" y="81936"/>
                </a:lnTo>
                <a:lnTo>
                  <a:pt x="27856" y="81936"/>
                </a:lnTo>
                <a:lnTo>
                  <a:pt x="27856" y="81936"/>
                </a:lnTo>
                <a:lnTo>
                  <a:pt x="27856" y="81935"/>
                </a:lnTo>
                <a:lnTo>
                  <a:pt x="27856" y="81935"/>
                </a:lnTo>
                <a:lnTo>
                  <a:pt x="27856" y="81935"/>
                </a:lnTo>
                <a:lnTo>
                  <a:pt x="27856" y="81935"/>
                </a:lnTo>
                <a:lnTo>
                  <a:pt x="27856" y="81935"/>
                </a:lnTo>
                <a:lnTo>
                  <a:pt x="27856" y="81934"/>
                </a:lnTo>
                <a:lnTo>
                  <a:pt x="27856" y="81934"/>
                </a:lnTo>
                <a:lnTo>
                  <a:pt x="27856" y="81934"/>
                </a:lnTo>
                <a:lnTo>
                  <a:pt x="27856" y="81934"/>
                </a:lnTo>
                <a:lnTo>
                  <a:pt x="27856" y="81934"/>
                </a:lnTo>
                <a:lnTo>
                  <a:pt x="27856" y="81934"/>
                </a:lnTo>
                <a:lnTo>
                  <a:pt x="27856" y="81933"/>
                </a:lnTo>
                <a:lnTo>
                  <a:pt x="27856" y="81933"/>
                </a:lnTo>
                <a:lnTo>
                  <a:pt x="27856" y="81933"/>
                </a:lnTo>
                <a:lnTo>
                  <a:pt x="27856" y="81933"/>
                </a:lnTo>
                <a:lnTo>
                  <a:pt x="27856" y="81933"/>
                </a:lnTo>
                <a:lnTo>
                  <a:pt x="27856" y="81933"/>
                </a:lnTo>
                <a:lnTo>
                  <a:pt x="27856" y="81932"/>
                </a:lnTo>
                <a:lnTo>
                  <a:pt x="27856" y="81932"/>
                </a:lnTo>
                <a:lnTo>
                  <a:pt x="27856" y="81932"/>
                </a:lnTo>
                <a:lnTo>
                  <a:pt x="27856" y="81932"/>
                </a:lnTo>
                <a:lnTo>
                  <a:pt x="27856" y="81932"/>
                </a:lnTo>
                <a:lnTo>
                  <a:pt x="27856" y="81931"/>
                </a:lnTo>
                <a:lnTo>
                  <a:pt x="27856" y="81931"/>
                </a:lnTo>
                <a:lnTo>
                  <a:pt x="27856" y="81931"/>
                </a:lnTo>
                <a:lnTo>
                  <a:pt x="27856" y="81931"/>
                </a:lnTo>
                <a:lnTo>
                  <a:pt x="27856" y="81931"/>
                </a:lnTo>
                <a:lnTo>
                  <a:pt x="27856" y="81931"/>
                </a:lnTo>
                <a:lnTo>
                  <a:pt x="27856" y="81930"/>
                </a:lnTo>
                <a:lnTo>
                  <a:pt x="27856" y="81930"/>
                </a:lnTo>
                <a:lnTo>
                  <a:pt x="27856" y="81930"/>
                </a:lnTo>
                <a:lnTo>
                  <a:pt x="27856" y="81930"/>
                </a:lnTo>
                <a:lnTo>
                  <a:pt x="27856" y="81930"/>
                </a:lnTo>
                <a:lnTo>
                  <a:pt x="27856" y="81929"/>
                </a:lnTo>
                <a:lnTo>
                  <a:pt x="27856" y="81929"/>
                </a:lnTo>
                <a:lnTo>
                  <a:pt x="27856" y="81929"/>
                </a:lnTo>
                <a:lnTo>
                  <a:pt x="27856" y="81929"/>
                </a:lnTo>
                <a:lnTo>
                  <a:pt x="27856" y="81929"/>
                </a:lnTo>
                <a:lnTo>
                  <a:pt x="27856" y="81929"/>
                </a:lnTo>
                <a:lnTo>
                  <a:pt x="27856" y="81928"/>
                </a:lnTo>
                <a:lnTo>
                  <a:pt x="27856" y="81928"/>
                </a:lnTo>
                <a:lnTo>
                  <a:pt x="27856" y="81928"/>
                </a:lnTo>
                <a:lnTo>
                  <a:pt x="27856" y="81928"/>
                </a:lnTo>
                <a:lnTo>
                  <a:pt x="27856" y="81928"/>
                </a:lnTo>
                <a:lnTo>
                  <a:pt x="27856" y="81928"/>
                </a:lnTo>
                <a:lnTo>
                  <a:pt x="27856" y="81927"/>
                </a:lnTo>
                <a:lnTo>
                  <a:pt x="27856" y="81927"/>
                </a:lnTo>
                <a:lnTo>
                  <a:pt x="27856" y="81927"/>
                </a:lnTo>
                <a:lnTo>
                  <a:pt x="27856" y="81927"/>
                </a:lnTo>
                <a:lnTo>
                  <a:pt x="27856" y="81927"/>
                </a:lnTo>
                <a:lnTo>
                  <a:pt x="27856" y="81926"/>
                </a:lnTo>
                <a:lnTo>
                  <a:pt x="27856" y="81926"/>
                </a:lnTo>
                <a:lnTo>
                  <a:pt x="27856" y="81926"/>
                </a:lnTo>
                <a:lnTo>
                  <a:pt x="27856" y="81926"/>
                </a:lnTo>
                <a:lnTo>
                  <a:pt x="27856" y="81926"/>
                </a:lnTo>
                <a:lnTo>
                  <a:pt x="27856" y="81926"/>
                </a:lnTo>
                <a:lnTo>
                  <a:pt x="27856" y="81925"/>
                </a:lnTo>
                <a:lnTo>
                  <a:pt x="27856" y="81925"/>
                </a:lnTo>
                <a:lnTo>
                  <a:pt x="27856" y="81925"/>
                </a:lnTo>
                <a:lnTo>
                  <a:pt x="27856" y="81925"/>
                </a:lnTo>
                <a:lnTo>
                  <a:pt x="27856" y="81925"/>
                </a:lnTo>
                <a:lnTo>
                  <a:pt x="27856" y="81925"/>
                </a:lnTo>
                <a:lnTo>
                  <a:pt x="27856" y="81924"/>
                </a:lnTo>
                <a:lnTo>
                  <a:pt x="27856" y="81924"/>
                </a:lnTo>
                <a:lnTo>
                  <a:pt x="27856" y="81924"/>
                </a:lnTo>
                <a:lnTo>
                  <a:pt x="27856" y="81924"/>
                </a:lnTo>
                <a:lnTo>
                  <a:pt x="27856" y="81924"/>
                </a:lnTo>
                <a:lnTo>
                  <a:pt x="27856" y="81923"/>
                </a:lnTo>
                <a:lnTo>
                  <a:pt x="27856" y="81923"/>
                </a:lnTo>
                <a:lnTo>
                  <a:pt x="27856" y="81923"/>
                </a:lnTo>
                <a:lnTo>
                  <a:pt x="27856" y="81923"/>
                </a:lnTo>
                <a:lnTo>
                  <a:pt x="27856" y="81923"/>
                </a:lnTo>
                <a:lnTo>
                  <a:pt x="27856" y="81923"/>
                </a:lnTo>
                <a:lnTo>
                  <a:pt x="27856" y="81922"/>
                </a:lnTo>
                <a:lnTo>
                  <a:pt x="27856" y="81922"/>
                </a:lnTo>
                <a:lnTo>
                  <a:pt x="27856" y="81922"/>
                </a:lnTo>
                <a:lnTo>
                  <a:pt x="27856" y="81922"/>
                </a:lnTo>
                <a:lnTo>
                  <a:pt x="27856" y="81922"/>
                </a:lnTo>
                <a:lnTo>
                  <a:pt x="27856" y="81921"/>
                </a:lnTo>
                <a:lnTo>
                  <a:pt x="27856" y="81921"/>
                </a:lnTo>
                <a:lnTo>
                  <a:pt x="27856" y="81921"/>
                </a:lnTo>
                <a:lnTo>
                  <a:pt x="27856" y="81921"/>
                </a:lnTo>
                <a:lnTo>
                  <a:pt x="27856" y="81921"/>
                </a:lnTo>
                <a:lnTo>
                  <a:pt x="27856" y="81921"/>
                </a:lnTo>
                <a:lnTo>
                  <a:pt x="27856" y="81920"/>
                </a:lnTo>
                <a:lnTo>
                  <a:pt x="27856" y="81920"/>
                </a:lnTo>
                <a:lnTo>
                  <a:pt x="27856" y="81920"/>
                </a:lnTo>
                <a:lnTo>
                  <a:pt x="27856" y="81920"/>
                </a:lnTo>
                <a:lnTo>
                  <a:pt x="27856" y="81920"/>
                </a:lnTo>
                <a:lnTo>
                  <a:pt x="27856" y="81920"/>
                </a:lnTo>
                <a:lnTo>
                  <a:pt x="27856" y="81919"/>
                </a:lnTo>
                <a:lnTo>
                  <a:pt x="27856" y="81919"/>
                </a:lnTo>
                <a:lnTo>
                  <a:pt x="27856" y="81919"/>
                </a:lnTo>
                <a:lnTo>
                  <a:pt x="27856" y="81919"/>
                </a:lnTo>
                <a:lnTo>
                  <a:pt x="27856" y="81919"/>
                </a:lnTo>
                <a:lnTo>
                  <a:pt x="27856" y="81918"/>
                </a:lnTo>
                <a:lnTo>
                  <a:pt x="27856" y="81918"/>
                </a:lnTo>
                <a:lnTo>
                  <a:pt x="27856" y="81918"/>
                </a:lnTo>
                <a:lnTo>
                  <a:pt x="27856" y="81918"/>
                </a:lnTo>
                <a:lnTo>
                  <a:pt x="27856" y="81918"/>
                </a:lnTo>
                <a:lnTo>
                  <a:pt x="27856" y="81918"/>
                </a:lnTo>
                <a:lnTo>
                  <a:pt x="27856" y="81917"/>
                </a:lnTo>
                <a:lnTo>
                  <a:pt x="27856" y="81917"/>
                </a:lnTo>
                <a:lnTo>
                  <a:pt x="27856" y="81917"/>
                </a:lnTo>
                <a:lnTo>
                  <a:pt x="27856" y="81917"/>
                </a:lnTo>
                <a:lnTo>
                  <a:pt x="27856" y="81917"/>
                </a:lnTo>
                <a:lnTo>
                  <a:pt x="27856" y="81917"/>
                </a:lnTo>
                <a:lnTo>
                  <a:pt x="27856" y="81916"/>
                </a:lnTo>
                <a:lnTo>
                  <a:pt x="27856" y="81916"/>
                </a:lnTo>
                <a:lnTo>
                  <a:pt x="27856" y="81916"/>
                </a:lnTo>
                <a:lnTo>
                  <a:pt x="27856" y="81916"/>
                </a:lnTo>
                <a:lnTo>
                  <a:pt x="27856" y="81916"/>
                </a:lnTo>
                <a:lnTo>
                  <a:pt x="27856" y="81915"/>
                </a:lnTo>
                <a:lnTo>
                  <a:pt x="27856" y="81915"/>
                </a:lnTo>
                <a:lnTo>
                  <a:pt x="27856" y="81915"/>
                </a:lnTo>
                <a:lnTo>
                  <a:pt x="27856" y="81915"/>
                </a:lnTo>
                <a:lnTo>
                  <a:pt x="27856" y="81915"/>
                </a:lnTo>
                <a:lnTo>
                  <a:pt x="27856" y="81915"/>
                </a:lnTo>
                <a:lnTo>
                  <a:pt x="27856" y="81914"/>
                </a:lnTo>
                <a:lnTo>
                  <a:pt x="27856" y="81914"/>
                </a:lnTo>
                <a:lnTo>
                  <a:pt x="27856" y="81914"/>
                </a:lnTo>
                <a:lnTo>
                  <a:pt x="27856" y="81914"/>
                </a:lnTo>
                <a:lnTo>
                  <a:pt x="27856" y="81914"/>
                </a:lnTo>
                <a:lnTo>
                  <a:pt x="27856" y="81914"/>
                </a:lnTo>
                <a:lnTo>
                  <a:pt x="27856" y="81913"/>
                </a:lnTo>
                <a:lnTo>
                  <a:pt x="27856" y="81913"/>
                </a:lnTo>
                <a:lnTo>
                  <a:pt x="27856" y="81913"/>
                </a:lnTo>
                <a:lnTo>
                  <a:pt x="27856" y="81913"/>
                </a:lnTo>
                <a:lnTo>
                  <a:pt x="27856" y="81913"/>
                </a:lnTo>
                <a:lnTo>
                  <a:pt x="27856" y="81912"/>
                </a:lnTo>
                <a:lnTo>
                  <a:pt x="27856" y="81912"/>
                </a:lnTo>
                <a:lnTo>
                  <a:pt x="27856" y="81912"/>
                </a:lnTo>
                <a:lnTo>
                  <a:pt x="27856" y="81912"/>
                </a:lnTo>
                <a:lnTo>
                  <a:pt x="27856" y="81912"/>
                </a:lnTo>
                <a:lnTo>
                  <a:pt x="27856" y="81912"/>
                </a:lnTo>
                <a:lnTo>
                  <a:pt x="27856" y="81911"/>
                </a:lnTo>
                <a:lnTo>
                  <a:pt x="27856" y="81911"/>
                </a:lnTo>
                <a:lnTo>
                  <a:pt x="27856" y="81911"/>
                </a:lnTo>
                <a:lnTo>
                  <a:pt x="27856" y="81911"/>
                </a:lnTo>
                <a:lnTo>
                  <a:pt x="27856" y="81911"/>
                </a:lnTo>
                <a:lnTo>
                  <a:pt x="27856" y="81910"/>
                </a:lnTo>
                <a:lnTo>
                  <a:pt x="27856" y="81910"/>
                </a:lnTo>
                <a:lnTo>
                  <a:pt x="27856" y="81910"/>
                </a:lnTo>
                <a:lnTo>
                  <a:pt x="27856" y="81910"/>
                </a:lnTo>
                <a:lnTo>
                  <a:pt x="27856" y="81910"/>
                </a:lnTo>
                <a:lnTo>
                  <a:pt x="27856" y="81910"/>
                </a:lnTo>
                <a:lnTo>
                  <a:pt x="27856" y="81909"/>
                </a:lnTo>
                <a:lnTo>
                  <a:pt x="27856" y="81909"/>
                </a:lnTo>
                <a:lnTo>
                  <a:pt x="27856" y="81909"/>
                </a:lnTo>
                <a:lnTo>
                  <a:pt x="27856" y="81909"/>
                </a:lnTo>
                <a:lnTo>
                  <a:pt x="27856" y="81909"/>
                </a:lnTo>
                <a:lnTo>
                  <a:pt x="27856" y="81909"/>
                </a:lnTo>
                <a:lnTo>
                  <a:pt x="27856" y="81908"/>
                </a:lnTo>
                <a:lnTo>
                  <a:pt x="27856" y="81908"/>
                </a:lnTo>
                <a:lnTo>
                  <a:pt x="27856" y="81908"/>
                </a:lnTo>
                <a:lnTo>
                  <a:pt x="27856" y="81908"/>
                </a:lnTo>
                <a:lnTo>
                  <a:pt x="27856" y="81908"/>
                </a:lnTo>
                <a:lnTo>
                  <a:pt x="27856" y="81907"/>
                </a:lnTo>
                <a:lnTo>
                  <a:pt x="27856" y="81907"/>
                </a:lnTo>
                <a:lnTo>
                  <a:pt x="27856" y="81907"/>
                </a:lnTo>
                <a:lnTo>
                  <a:pt x="27856" y="81907"/>
                </a:lnTo>
                <a:lnTo>
                  <a:pt x="27856" y="81907"/>
                </a:lnTo>
                <a:lnTo>
                  <a:pt x="27856" y="81907"/>
                </a:lnTo>
                <a:lnTo>
                  <a:pt x="27856" y="81906"/>
                </a:lnTo>
                <a:lnTo>
                  <a:pt x="27856" y="81906"/>
                </a:lnTo>
                <a:lnTo>
                  <a:pt x="27856" y="81906"/>
                </a:lnTo>
                <a:lnTo>
                  <a:pt x="27856" y="81906"/>
                </a:lnTo>
                <a:lnTo>
                  <a:pt x="27856" y="81906"/>
                </a:lnTo>
                <a:lnTo>
                  <a:pt x="27856" y="81906"/>
                </a:lnTo>
                <a:lnTo>
                  <a:pt x="27856" y="81905"/>
                </a:lnTo>
                <a:lnTo>
                  <a:pt x="27856" y="81905"/>
                </a:lnTo>
                <a:lnTo>
                  <a:pt x="27856" y="81905"/>
                </a:lnTo>
                <a:lnTo>
                  <a:pt x="27856" y="81905"/>
                </a:lnTo>
                <a:lnTo>
                  <a:pt x="27856" y="81905"/>
                </a:lnTo>
                <a:lnTo>
                  <a:pt x="27856" y="81905"/>
                </a:lnTo>
                <a:lnTo>
                  <a:pt x="27856" y="81904"/>
                </a:lnTo>
                <a:lnTo>
                  <a:pt x="27856" y="81904"/>
                </a:lnTo>
                <a:lnTo>
                  <a:pt x="27856" y="81904"/>
                </a:lnTo>
                <a:lnTo>
                  <a:pt x="27856" y="81904"/>
                </a:lnTo>
                <a:lnTo>
                  <a:pt x="27856" y="81904"/>
                </a:lnTo>
                <a:lnTo>
                  <a:pt x="27856" y="81903"/>
                </a:lnTo>
                <a:lnTo>
                  <a:pt x="27856" y="81903"/>
                </a:lnTo>
                <a:lnTo>
                  <a:pt x="27856" y="81903"/>
                </a:lnTo>
                <a:lnTo>
                  <a:pt x="27856" y="81903"/>
                </a:lnTo>
                <a:lnTo>
                  <a:pt x="27856" y="81903"/>
                </a:lnTo>
                <a:lnTo>
                  <a:pt x="27856" y="81903"/>
                </a:lnTo>
                <a:lnTo>
                  <a:pt x="27856" y="81902"/>
                </a:lnTo>
                <a:lnTo>
                  <a:pt x="27856" y="81902"/>
                </a:lnTo>
                <a:lnTo>
                  <a:pt x="27856" y="81902"/>
                </a:lnTo>
                <a:lnTo>
                  <a:pt x="27856" y="81902"/>
                </a:lnTo>
                <a:lnTo>
                  <a:pt x="27856" y="81902"/>
                </a:lnTo>
                <a:lnTo>
                  <a:pt x="27856" y="81902"/>
                </a:lnTo>
                <a:lnTo>
                  <a:pt x="27856" y="81901"/>
                </a:lnTo>
                <a:lnTo>
                  <a:pt x="27856" y="81901"/>
                </a:lnTo>
                <a:lnTo>
                  <a:pt x="27856" y="81901"/>
                </a:lnTo>
                <a:lnTo>
                  <a:pt x="27856" y="81901"/>
                </a:lnTo>
                <a:lnTo>
                  <a:pt x="27856" y="81901"/>
                </a:lnTo>
                <a:lnTo>
                  <a:pt x="27856" y="81900"/>
                </a:lnTo>
                <a:lnTo>
                  <a:pt x="27856" y="81900"/>
                </a:lnTo>
                <a:lnTo>
                  <a:pt x="27856" y="81900"/>
                </a:lnTo>
                <a:lnTo>
                  <a:pt x="27856" y="81900"/>
                </a:lnTo>
                <a:lnTo>
                  <a:pt x="27856" y="81900"/>
                </a:lnTo>
                <a:lnTo>
                  <a:pt x="27856" y="81900"/>
                </a:lnTo>
                <a:lnTo>
                  <a:pt x="27856" y="81899"/>
                </a:lnTo>
                <a:lnTo>
                  <a:pt x="27856" y="81899"/>
                </a:lnTo>
                <a:lnTo>
                  <a:pt x="27856" y="81899"/>
                </a:lnTo>
                <a:lnTo>
                  <a:pt x="27856" y="81899"/>
                </a:lnTo>
                <a:lnTo>
                  <a:pt x="27856" y="81899"/>
                </a:lnTo>
                <a:lnTo>
                  <a:pt x="27856" y="81899"/>
                </a:lnTo>
                <a:lnTo>
                  <a:pt x="27856" y="81898"/>
                </a:lnTo>
                <a:lnTo>
                  <a:pt x="27856" y="81898"/>
                </a:lnTo>
                <a:lnTo>
                  <a:pt x="27856" y="81898"/>
                </a:lnTo>
                <a:lnTo>
                  <a:pt x="27856" y="81898"/>
                </a:lnTo>
                <a:lnTo>
                  <a:pt x="27856" y="81898"/>
                </a:lnTo>
                <a:lnTo>
                  <a:pt x="27856" y="81897"/>
                </a:lnTo>
                <a:lnTo>
                  <a:pt x="27856" y="81897"/>
                </a:lnTo>
                <a:lnTo>
                  <a:pt x="27856" y="81897"/>
                </a:lnTo>
                <a:lnTo>
                  <a:pt x="27856" y="81897"/>
                </a:lnTo>
                <a:lnTo>
                  <a:pt x="27856" y="81897"/>
                </a:lnTo>
                <a:lnTo>
                  <a:pt x="27856" y="81897"/>
                </a:lnTo>
                <a:lnTo>
                  <a:pt x="27856" y="81896"/>
                </a:lnTo>
                <a:lnTo>
                  <a:pt x="27856" y="81896"/>
                </a:lnTo>
                <a:lnTo>
                  <a:pt x="27856" y="81896"/>
                </a:lnTo>
                <a:lnTo>
                  <a:pt x="27856" y="81896"/>
                </a:lnTo>
                <a:lnTo>
                  <a:pt x="27856" y="81896"/>
                </a:lnTo>
                <a:lnTo>
                  <a:pt x="27856" y="81896"/>
                </a:lnTo>
                <a:lnTo>
                  <a:pt x="27856" y="81895"/>
                </a:lnTo>
                <a:lnTo>
                  <a:pt x="27856" y="81895"/>
                </a:lnTo>
                <a:lnTo>
                  <a:pt x="27856" y="81895"/>
                </a:lnTo>
                <a:lnTo>
                  <a:pt x="27856" y="81895"/>
                </a:lnTo>
                <a:lnTo>
                  <a:pt x="27856" y="81895"/>
                </a:lnTo>
                <a:lnTo>
                  <a:pt x="27856" y="81894"/>
                </a:lnTo>
                <a:lnTo>
                  <a:pt x="27856" y="81894"/>
                </a:lnTo>
                <a:lnTo>
                  <a:pt x="27856" y="81894"/>
                </a:lnTo>
                <a:lnTo>
                  <a:pt x="27856" y="81894"/>
                </a:lnTo>
                <a:lnTo>
                  <a:pt x="27856" y="81894"/>
                </a:lnTo>
                <a:lnTo>
                  <a:pt x="27856" y="81894"/>
                </a:lnTo>
                <a:lnTo>
                  <a:pt x="27856" y="81893"/>
                </a:lnTo>
                <a:lnTo>
                  <a:pt x="27856" y="81893"/>
                </a:lnTo>
                <a:lnTo>
                  <a:pt x="27856" y="81893"/>
                </a:lnTo>
                <a:lnTo>
                  <a:pt x="27856" y="81893"/>
                </a:lnTo>
                <a:lnTo>
                  <a:pt x="27856" y="81893"/>
                </a:lnTo>
                <a:lnTo>
                  <a:pt x="27856" y="81893"/>
                </a:lnTo>
                <a:lnTo>
                  <a:pt x="27856" y="81892"/>
                </a:lnTo>
                <a:lnTo>
                  <a:pt x="27856" y="81892"/>
                </a:lnTo>
                <a:lnTo>
                  <a:pt x="27856" y="81892"/>
                </a:lnTo>
                <a:lnTo>
                  <a:pt x="27856" y="81892"/>
                </a:lnTo>
                <a:lnTo>
                  <a:pt x="27856" y="81892"/>
                </a:lnTo>
                <a:lnTo>
                  <a:pt x="27856" y="81892"/>
                </a:lnTo>
                <a:lnTo>
                  <a:pt x="27856" y="81891"/>
                </a:lnTo>
                <a:lnTo>
                  <a:pt x="27856" y="81891"/>
                </a:lnTo>
                <a:lnTo>
                  <a:pt x="27856" y="81891"/>
                </a:lnTo>
                <a:lnTo>
                  <a:pt x="27856" y="81891"/>
                </a:lnTo>
                <a:lnTo>
                  <a:pt x="27856" y="81891"/>
                </a:lnTo>
                <a:lnTo>
                  <a:pt x="27856" y="81890"/>
                </a:lnTo>
                <a:lnTo>
                  <a:pt x="27856" y="81890"/>
                </a:lnTo>
                <a:lnTo>
                  <a:pt x="27856" y="81890"/>
                </a:lnTo>
                <a:lnTo>
                  <a:pt x="27856" y="81890"/>
                </a:lnTo>
                <a:lnTo>
                  <a:pt x="27856" y="81890"/>
                </a:lnTo>
                <a:lnTo>
                  <a:pt x="27856" y="81890"/>
                </a:lnTo>
                <a:lnTo>
                  <a:pt x="27856" y="81889"/>
                </a:lnTo>
                <a:lnTo>
                  <a:pt x="27856" y="81889"/>
                </a:lnTo>
                <a:lnTo>
                  <a:pt x="27856" y="81889"/>
                </a:lnTo>
                <a:lnTo>
                  <a:pt x="27856" y="81889"/>
                </a:lnTo>
                <a:lnTo>
                  <a:pt x="27856" y="81889"/>
                </a:lnTo>
                <a:lnTo>
                  <a:pt x="27856" y="81889"/>
                </a:lnTo>
                <a:lnTo>
                  <a:pt x="27856" y="81888"/>
                </a:lnTo>
                <a:lnTo>
                  <a:pt x="27856" y="81888"/>
                </a:lnTo>
                <a:lnTo>
                  <a:pt x="27856" y="81888"/>
                </a:lnTo>
                <a:lnTo>
                  <a:pt x="27856" y="81888"/>
                </a:lnTo>
                <a:lnTo>
                  <a:pt x="27856" y="81888"/>
                </a:lnTo>
                <a:lnTo>
                  <a:pt x="27856" y="81888"/>
                </a:lnTo>
                <a:lnTo>
                  <a:pt x="27856" y="81887"/>
                </a:lnTo>
                <a:lnTo>
                  <a:pt x="27856" y="81887"/>
                </a:lnTo>
                <a:lnTo>
                  <a:pt x="27856" y="81887"/>
                </a:lnTo>
                <a:lnTo>
                  <a:pt x="27856" y="81887"/>
                </a:lnTo>
                <a:lnTo>
                  <a:pt x="27856" y="81887"/>
                </a:lnTo>
                <a:lnTo>
                  <a:pt x="27856" y="81886"/>
                </a:lnTo>
                <a:lnTo>
                  <a:pt x="27856" y="81886"/>
                </a:lnTo>
                <a:lnTo>
                  <a:pt x="27856" y="81886"/>
                </a:lnTo>
                <a:lnTo>
                  <a:pt x="27856" y="81886"/>
                </a:lnTo>
                <a:lnTo>
                  <a:pt x="27856" y="81886"/>
                </a:lnTo>
                <a:lnTo>
                  <a:pt x="27856" y="81886"/>
                </a:lnTo>
                <a:lnTo>
                  <a:pt x="27856" y="81885"/>
                </a:lnTo>
                <a:lnTo>
                  <a:pt x="27856" y="81885"/>
                </a:lnTo>
                <a:lnTo>
                  <a:pt x="27856" y="81885"/>
                </a:lnTo>
                <a:lnTo>
                  <a:pt x="27856" y="81885"/>
                </a:lnTo>
                <a:lnTo>
                  <a:pt x="27856" y="81885"/>
                </a:lnTo>
                <a:lnTo>
                  <a:pt x="27856" y="81885"/>
                </a:lnTo>
                <a:lnTo>
                  <a:pt x="27856" y="81884"/>
                </a:lnTo>
                <a:lnTo>
                  <a:pt x="27856" y="81884"/>
                </a:lnTo>
                <a:lnTo>
                  <a:pt x="27856" y="81884"/>
                </a:lnTo>
                <a:lnTo>
                  <a:pt x="27856" y="81884"/>
                </a:lnTo>
                <a:lnTo>
                  <a:pt x="27856" y="81884"/>
                </a:lnTo>
                <a:lnTo>
                  <a:pt x="27856" y="81884"/>
                </a:lnTo>
                <a:lnTo>
                  <a:pt x="27856" y="81883"/>
                </a:lnTo>
                <a:lnTo>
                  <a:pt x="27856" y="81883"/>
                </a:lnTo>
                <a:lnTo>
                  <a:pt x="27856" y="81883"/>
                </a:lnTo>
                <a:lnTo>
                  <a:pt x="27856" y="81883"/>
                </a:lnTo>
                <a:lnTo>
                  <a:pt x="27856" y="81883"/>
                </a:lnTo>
                <a:lnTo>
                  <a:pt x="27856" y="81882"/>
                </a:lnTo>
                <a:lnTo>
                  <a:pt x="27856" y="81882"/>
                </a:lnTo>
                <a:lnTo>
                  <a:pt x="27856" y="81882"/>
                </a:lnTo>
                <a:lnTo>
                  <a:pt x="27856" y="81882"/>
                </a:lnTo>
                <a:lnTo>
                  <a:pt x="27856" y="81882"/>
                </a:lnTo>
                <a:lnTo>
                  <a:pt x="27856" y="81882"/>
                </a:lnTo>
                <a:lnTo>
                  <a:pt x="27856" y="81881"/>
                </a:lnTo>
                <a:lnTo>
                  <a:pt x="27856" y="81881"/>
                </a:lnTo>
                <a:lnTo>
                  <a:pt x="27856" y="81881"/>
                </a:lnTo>
                <a:lnTo>
                  <a:pt x="27856" y="81881"/>
                </a:lnTo>
                <a:lnTo>
                  <a:pt x="27856" y="81881"/>
                </a:lnTo>
                <a:lnTo>
                  <a:pt x="27856" y="81881"/>
                </a:lnTo>
                <a:lnTo>
                  <a:pt x="27856" y="81880"/>
                </a:lnTo>
                <a:lnTo>
                  <a:pt x="27856" y="81880"/>
                </a:lnTo>
                <a:lnTo>
                  <a:pt x="27856" y="81880"/>
                </a:lnTo>
                <a:lnTo>
                  <a:pt x="27856" y="81880"/>
                </a:lnTo>
                <a:lnTo>
                  <a:pt x="27856" y="81880"/>
                </a:lnTo>
                <a:lnTo>
                  <a:pt x="27856" y="81880"/>
                </a:lnTo>
                <a:lnTo>
                  <a:pt x="27856" y="81879"/>
                </a:lnTo>
                <a:lnTo>
                  <a:pt x="27856" y="81879"/>
                </a:lnTo>
                <a:lnTo>
                  <a:pt x="27856" y="81879"/>
                </a:lnTo>
                <a:lnTo>
                  <a:pt x="27856" y="81879"/>
                </a:lnTo>
                <a:lnTo>
                  <a:pt x="27856" y="81879"/>
                </a:lnTo>
                <a:lnTo>
                  <a:pt x="27856" y="81878"/>
                </a:lnTo>
                <a:lnTo>
                  <a:pt x="27856" y="81878"/>
                </a:lnTo>
                <a:lnTo>
                  <a:pt x="27856" y="81878"/>
                </a:lnTo>
                <a:lnTo>
                  <a:pt x="27856" y="81878"/>
                </a:lnTo>
                <a:lnTo>
                  <a:pt x="27856" y="81878"/>
                </a:lnTo>
                <a:lnTo>
                  <a:pt x="27856" y="81878"/>
                </a:lnTo>
                <a:lnTo>
                  <a:pt x="27856" y="81877"/>
                </a:lnTo>
                <a:lnTo>
                  <a:pt x="27856" y="81877"/>
                </a:lnTo>
                <a:lnTo>
                  <a:pt x="27856" y="81877"/>
                </a:lnTo>
                <a:lnTo>
                  <a:pt x="27856" y="81877"/>
                </a:lnTo>
                <a:lnTo>
                  <a:pt x="27856" y="81877"/>
                </a:lnTo>
                <a:lnTo>
                  <a:pt x="27856" y="81877"/>
                </a:lnTo>
                <a:lnTo>
                  <a:pt x="27856" y="81876"/>
                </a:lnTo>
                <a:lnTo>
                  <a:pt x="27856" y="81876"/>
                </a:lnTo>
                <a:lnTo>
                  <a:pt x="27856" y="81876"/>
                </a:lnTo>
                <a:lnTo>
                  <a:pt x="27856" y="81876"/>
                </a:lnTo>
                <a:lnTo>
                  <a:pt x="27856" y="81876"/>
                </a:lnTo>
                <a:lnTo>
                  <a:pt x="27856" y="81876"/>
                </a:lnTo>
                <a:lnTo>
                  <a:pt x="27856" y="81875"/>
                </a:lnTo>
                <a:lnTo>
                  <a:pt x="27856" y="81875"/>
                </a:lnTo>
                <a:lnTo>
                  <a:pt x="27856" y="81875"/>
                </a:lnTo>
                <a:lnTo>
                  <a:pt x="27856" y="81875"/>
                </a:lnTo>
                <a:lnTo>
                  <a:pt x="27856" y="81875"/>
                </a:lnTo>
                <a:lnTo>
                  <a:pt x="27856" y="81874"/>
                </a:lnTo>
                <a:lnTo>
                  <a:pt x="27856" y="81874"/>
                </a:lnTo>
                <a:lnTo>
                  <a:pt x="27856" y="81874"/>
                </a:lnTo>
                <a:lnTo>
                  <a:pt x="27856" y="81874"/>
                </a:lnTo>
                <a:lnTo>
                  <a:pt x="27856" y="81874"/>
                </a:lnTo>
                <a:lnTo>
                  <a:pt x="27856" y="81874"/>
                </a:lnTo>
                <a:lnTo>
                  <a:pt x="27856" y="81873"/>
                </a:lnTo>
                <a:lnTo>
                  <a:pt x="27856" y="81873"/>
                </a:lnTo>
                <a:lnTo>
                  <a:pt x="27856" y="81873"/>
                </a:lnTo>
                <a:lnTo>
                  <a:pt x="27856" y="81873"/>
                </a:lnTo>
                <a:lnTo>
                  <a:pt x="27856" y="81873"/>
                </a:lnTo>
                <a:lnTo>
                  <a:pt x="27856" y="81873"/>
                </a:lnTo>
                <a:lnTo>
                  <a:pt x="27856" y="81872"/>
                </a:lnTo>
                <a:lnTo>
                  <a:pt x="27856" y="81872"/>
                </a:lnTo>
                <a:lnTo>
                  <a:pt x="27856" y="81872"/>
                </a:lnTo>
                <a:lnTo>
                  <a:pt x="27856" y="81872"/>
                </a:lnTo>
                <a:lnTo>
                  <a:pt x="27856" y="81872"/>
                </a:lnTo>
                <a:lnTo>
                  <a:pt x="27856" y="81872"/>
                </a:lnTo>
                <a:lnTo>
                  <a:pt x="27856" y="81871"/>
                </a:lnTo>
                <a:lnTo>
                  <a:pt x="27856" y="81871"/>
                </a:lnTo>
                <a:lnTo>
                  <a:pt x="27856" y="81871"/>
                </a:lnTo>
                <a:lnTo>
                  <a:pt x="27856" y="81871"/>
                </a:lnTo>
                <a:lnTo>
                  <a:pt x="27856" y="81871"/>
                </a:lnTo>
                <a:lnTo>
                  <a:pt x="27856" y="81870"/>
                </a:lnTo>
                <a:lnTo>
                  <a:pt x="27856" y="81870"/>
                </a:lnTo>
                <a:lnTo>
                  <a:pt x="27856" y="81870"/>
                </a:lnTo>
                <a:lnTo>
                  <a:pt x="27856" y="81870"/>
                </a:lnTo>
                <a:lnTo>
                  <a:pt x="27856" y="81870"/>
                </a:lnTo>
                <a:lnTo>
                  <a:pt x="27856" y="81870"/>
                </a:lnTo>
                <a:lnTo>
                  <a:pt x="27856" y="81869"/>
                </a:lnTo>
                <a:lnTo>
                  <a:pt x="27856" y="81869"/>
                </a:lnTo>
                <a:lnTo>
                  <a:pt x="27856" y="81869"/>
                </a:lnTo>
                <a:lnTo>
                  <a:pt x="27856" y="81869"/>
                </a:lnTo>
                <a:lnTo>
                  <a:pt x="27856" y="81869"/>
                </a:lnTo>
                <a:lnTo>
                  <a:pt x="27856" y="81869"/>
                </a:lnTo>
                <a:lnTo>
                  <a:pt x="27856" y="81868"/>
                </a:lnTo>
                <a:lnTo>
                  <a:pt x="27856" y="81868"/>
                </a:lnTo>
                <a:lnTo>
                  <a:pt x="27856" y="81868"/>
                </a:lnTo>
                <a:lnTo>
                  <a:pt x="27856" y="81868"/>
                </a:lnTo>
                <a:lnTo>
                  <a:pt x="27856" y="81868"/>
                </a:lnTo>
                <a:lnTo>
                  <a:pt x="27856" y="81868"/>
                </a:lnTo>
                <a:lnTo>
                  <a:pt x="27856" y="81867"/>
                </a:lnTo>
                <a:lnTo>
                  <a:pt x="27856" y="81867"/>
                </a:lnTo>
                <a:lnTo>
                  <a:pt x="27856" y="81867"/>
                </a:lnTo>
                <a:lnTo>
                  <a:pt x="27856" y="81867"/>
                </a:lnTo>
                <a:lnTo>
                  <a:pt x="27856" y="81867"/>
                </a:lnTo>
                <a:lnTo>
                  <a:pt x="27856" y="81867"/>
                </a:lnTo>
                <a:lnTo>
                  <a:pt x="27856" y="81866"/>
                </a:lnTo>
                <a:lnTo>
                  <a:pt x="27856" y="81866"/>
                </a:lnTo>
                <a:lnTo>
                  <a:pt x="27856" y="81866"/>
                </a:lnTo>
                <a:lnTo>
                  <a:pt x="27856" y="81866"/>
                </a:lnTo>
                <a:lnTo>
                  <a:pt x="27856" y="81866"/>
                </a:lnTo>
                <a:lnTo>
                  <a:pt x="27856" y="81865"/>
                </a:lnTo>
                <a:lnTo>
                  <a:pt x="27856" y="81865"/>
                </a:lnTo>
                <a:lnTo>
                  <a:pt x="27856" y="81865"/>
                </a:lnTo>
                <a:lnTo>
                  <a:pt x="27856" y="81865"/>
                </a:lnTo>
                <a:lnTo>
                  <a:pt x="27856" y="81865"/>
                </a:lnTo>
                <a:lnTo>
                  <a:pt x="27856" y="81865"/>
                </a:lnTo>
                <a:lnTo>
                  <a:pt x="27856" y="81864"/>
                </a:lnTo>
                <a:lnTo>
                  <a:pt x="27856" y="81864"/>
                </a:lnTo>
                <a:lnTo>
                  <a:pt x="27856" y="81864"/>
                </a:lnTo>
                <a:lnTo>
                  <a:pt x="27856" y="81864"/>
                </a:lnTo>
                <a:lnTo>
                  <a:pt x="27856" y="81864"/>
                </a:lnTo>
                <a:lnTo>
                  <a:pt x="27856" y="81864"/>
                </a:lnTo>
                <a:lnTo>
                  <a:pt x="27856" y="81863"/>
                </a:lnTo>
                <a:lnTo>
                  <a:pt x="27856" y="81863"/>
                </a:lnTo>
                <a:lnTo>
                  <a:pt x="27856" y="81863"/>
                </a:lnTo>
                <a:lnTo>
                  <a:pt x="27856" y="81863"/>
                </a:lnTo>
                <a:lnTo>
                  <a:pt x="27856" y="81863"/>
                </a:lnTo>
                <a:lnTo>
                  <a:pt x="27856" y="81863"/>
                </a:lnTo>
                <a:lnTo>
                  <a:pt x="27856" y="81862"/>
                </a:lnTo>
                <a:lnTo>
                  <a:pt x="27856" y="81862"/>
                </a:lnTo>
                <a:lnTo>
                  <a:pt x="27856" y="81862"/>
                </a:lnTo>
                <a:lnTo>
                  <a:pt x="27856" y="81862"/>
                </a:lnTo>
                <a:lnTo>
                  <a:pt x="27856" y="81862"/>
                </a:lnTo>
                <a:lnTo>
                  <a:pt x="27856" y="81862"/>
                </a:lnTo>
                <a:lnTo>
                  <a:pt x="27856" y="81861"/>
                </a:lnTo>
                <a:lnTo>
                  <a:pt x="27856" y="81861"/>
                </a:lnTo>
                <a:lnTo>
                  <a:pt x="27856" y="81861"/>
                </a:lnTo>
                <a:lnTo>
                  <a:pt x="27856" y="81861"/>
                </a:lnTo>
                <a:lnTo>
                  <a:pt x="27856" y="81861"/>
                </a:lnTo>
                <a:lnTo>
                  <a:pt x="27856" y="81861"/>
                </a:lnTo>
                <a:lnTo>
                  <a:pt x="27856" y="81860"/>
                </a:lnTo>
                <a:lnTo>
                  <a:pt x="27856" y="81860"/>
                </a:lnTo>
                <a:lnTo>
                  <a:pt x="27856" y="81860"/>
                </a:lnTo>
                <a:lnTo>
                  <a:pt x="27856" y="81860"/>
                </a:lnTo>
                <a:lnTo>
                  <a:pt x="27856" y="81860"/>
                </a:lnTo>
                <a:lnTo>
                  <a:pt x="27856" y="81859"/>
                </a:lnTo>
                <a:lnTo>
                  <a:pt x="27856" y="81859"/>
                </a:lnTo>
                <a:lnTo>
                  <a:pt x="27856" y="81859"/>
                </a:lnTo>
                <a:lnTo>
                  <a:pt x="27856" y="81859"/>
                </a:lnTo>
                <a:lnTo>
                  <a:pt x="27856" y="81859"/>
                </a:lnTo>
                <a:lnTo>
                  <a:pt x="27856" y="81859"/>
                </a:lnTo>
                <a:lnTo>
                  <a:pt x="27856" y="81858"/>
                </a:lnTo>
                <a:lnTo>
                  <a:pt x="27856" y="81858"/>
                </a:lnTo>
                <a:lnTo>
                  <a:pt x="27856" y="81858"/>
                </a:lnTo>
                <a:lnTo>
                  <a:pt x="27856" y="81858"/>
                </a:lnTo>
                <a:lnTo>
                  <a:pt x="27856" y="81858"/>
                </a:lnTo>
                <a:lnTo>
                  <a:pt x="27856" y="81858"/>
                </a:lnTo>
                <a:lnTo>
                  <a:pt x="27856" y="81857"/>
                </a:lnTo>
                <a:lnTo>
                  <a:pt x="27856" y="81857"/>
                </a:lnTo>
                <a:lnTo>
                  <a:pt x="27856" y="81857"/>
                </a:lnTo>
                <a:lnTo>
                  <a:pt x="27856" y="81857"/>
                </a:lnTo>
                <a:lnTo>
                  <a:pt x="27856" y="81857"/>
                </a:lnTo>
                <a:lnTo>
                  <a:pt x="27856" y="81857"/>
                </a:lnTo>
                <a:lnTo>
                  <a:pt x="27856" y="81856"/>
                </a:lnTo>
                <a:lnTo>
                  <a:pt x="27856" y="81856"/>
                </a:lnTo>
                <a:lnTo>
                  <a:pt x="27856" y="81856"/>
                </a:lnTo>
                <a:lnTo>
                  <a:pt x="27856" y="81856"/>
                </a:lnTo>
                <a:lnTo>
                  <a:pt x="27856" y="81856"/>
                </a:lnTo>
                <a:lnTo>
                  <a:pt x="27856" y="81856"/>
                </a:lnTo>
                <a:lnTo>
                  <a:pt x="27856" y="81855"/>
                </a:lnTo>
                <a:lnTo>
                  <a:pt x="27856" y="81855"/>
                </a:lnTo>
                <a:lnTo>
                  <a:pt x="27856" y="81855"/>
                </a:lnTo>
                <a:lnTo>
                  <a:pt x="27856" y="81855"/>
                </a:lnTo>
                <a:lnTo>
                  <a:pt x="27856" y="81855"/>
                </a:lnTo>
                <a:lnTo>
                  <a:pt x="27856" y="81854"/>
                </a:lnTo>
                <a:lnTo>
                  <a:pt x="27856" y="81854"/>
                </a:lnTo>
                <a:lnTo>
                  <a:pt x="27856" y="81854"/>
                </a:lnTo>
                <a:lnTo>
                  <a:pt x="27856" y="81854"/>
                </a:lnTo>
                <a:lnTo>
                  <a:pt x="27856" y="81854"/>
                </a:lnTo>
                <a:lnTo>
                  <a:pt x="27856" y="81854"/>
                </a:lnTo>
                <a:lnTo>
                  <a:pt x="27856" y="81853"/>
                </a:lnTo>
                <a:lnTo>
                  <a:pt x="27856" y="81853"/>
                </a:lnTo>
                <a:lnTo>
                  <a:pt x="27856" y="81853"/>
                </a:lnTo>
                <a:lnTo>
                  <a:pt x="27856" y="81853"/>
                </a:lnTo>
                <a:lnTo>
                  <a:pt x="27856" y="81853"/>
                </a:lnTo>
                <a:lnTo>
                  <a:pt x="27856" y="81853"/>
                </a:lnTo>
                <a:lnTo>
                  <a:pt x="27856" y="81852"/>
                </a:lnTo>
                <a:lnTo>
                  <a:pt x="27856" y="81852"/>
                </a:lnTo>
                <a:lnTo>
                  <a:pt x="27856" y="81852"/>
                </a:lnTo>
                <a:lnTo>
                  <a:pt x="27856" y="81852"/>
                </a:lnTo>
                <a:lnTo>
                  <a:pt x="27856" y="81852"/>
                </a:lnTo>
                <a:lnTo>
                  <a:pt x="27856" y="81852"/>
                </a:lnTo>
                <a:lnTo>
                  <a:pt x="27856" y="81851"/>
                </a:lnTo>
                <a:lnTo>
                  <a:pt x="27856" y="81851"/>
                </a:lnTo>
                <a:lnTo>
                  <a:pt x="27856" y="81851"/>
                </a:lnTo>
                <a:lnTo>
                  <a:pt x="27856" y="81851"/>
                </a:lnTo>
                <a:lnTo>
                  <a:pt x="27856" y="81851"/>
                </a:lnTo>
                <a:lnTo>
                  <a:pt x="27856" y="81851"/>
                </a:lnTo>
                <a:lnTo>
                  <a:pt x="27856" y="81850"/>
                </a:lnTo>
                <a:lnTo>
                  <a:pt x="27856" y="81850"/>
                </a:lnTo>
                <a:lnTo>
                  <a:pt x="27856" y="81850"/>
                </a:lnTo>
                <a:lnTo>
                  <a:pt x="27856" y="81850"/>
                </a:lnTo>
                <a:lnTo>
                  <a:pt x="27856" y="81850"/>
                </a:lnTo>
                <a:lnTo>
                  <a:pt x="27856" y="81850"/>
                </a:lnTo>
                <a:lnTo>
                  <a:pt x="27856" y="81849"/>
                </a:lnTo>
                <a:lnTo>
                  <a:pt x="27856" y="81849"/>
                </a:lnTo>
                <a:lnTo>
                  <a:pt x="27856" y="81849"/>
                </a:lnTo>
                <a:lnTo>
                  <a:pt x="27856" y="81849"/>
                </a:lnTo>
                <a:lnTo>
                  <a:pt x="27856" y="81849"/>
                </a:lnTo>
                <a:lnTo>
                  <a:pt x="27856" y="81849"/>
                </a:lnTo>
                <a:lnTo>
                  <a:pt x="27856" y="81848"/>
                </a:lnTo>
                <a:lnTo>
                  <a:pt x="27856" y="81848"/>
                </a:lnTo>
                <a:lnTo>
                  <a:pt x="27856" y="81848"/>
                </a:lnTo>
                <a:lnTo>
                  <a:pt x="27856" y="81848"/>
                </a:lnTo>
                <a:lnTo>
                  <a:pt x="27856" y="81848"/>
                </a:lnTo>
                <a:lnTo>
                  <a:pt x="27856" y="81847"/>
                </a:lnTo>
                <a:lnTo>
                  <a:pt x="27856" y="81847"/>
                </a:lnTo>
                <a:lnTo>
                  <a:pt x="27856" y="81847"/>
                </a:lnTo>
                <a:lnTo>
                  <a:pt x="27856" y="81847"/>
                </a:lnTo>
                <a:lnTo>
                  <a:pt x="27856" y="81847"/>
                </a:lnTo>
                <a:lnTo>
                  <a:pt x="27856" y="81847"/>
                </a:lnTo>
                <a:lnTo>
                  <a:pt x="27856" y="81846"/>
                </a:lnTo>
                <a:lnTo>
                  <a:pt x="27856" y="81846"/>
                </a:lnTo>
                <a:lnTo>
                  <a:pt x="27856" y="81846"/>
                </a:lnTo>
                <a:lnTo>
                  <a:pt x="27856" y="81846"/>
                </a:lnTo>
                <a:lnTo>
                  <a:pt x="27856" y="81846"/>
                </a:lnTo>
                <a:lnTo>
                  <a:pt x="27856" y="81846"/>
                </a:lnTo>
                <a:lnTo>
                  <a:pt x="27856" y="81845"/>
                </a:lnTo>
                <a:lnTo>
                  <a:pt x="27856" y="81845"/>
                </a:lnTo>
                <a:lnTo>
                  <a:pt x="27856" y="81845"/>
                </a:lnTo>
                <a:lnTo>
                  <a:pt x="27856" y="81845"/>
                </a:lnTo>
                <a:lnTo>
                  <a:pt x="27856" y="81845"/>
                </a:lnTo>
                <a:lnTo>
                  <a:pt x="27856" y="81845"/>
                </a:lnTo>
                <a:lnTo>
                  <a:pt x="27856" y="81844"/>
                </a:lnTo>
                <a:lnTo>
                  <a:pt x="27856" y="81844"/>
                </a:lnTo>
                <a:lnTo>
                  <a:pt x="27856" y="81844"/>
                </a:lnTo>
                <a:lnTo>
                  <a:pt x="27856" y="81844"/>
                </a:lnTo>
                <a:lnTo>
                  <a:pt x="27856" y="81844"/>
                </a:lnTo>
                <a:lnTo>
                  <a:pt x="27856" y="81844"/>
                </a:lnTo>
                <a:lnTo>
                  <a:pt x="27856" y="81843"/>
                </a:lnTo>
                <a:lnTo>
                  <a:pt x="27856" y="81843"/>
                </a:lnTo>
                <a:lnTo>
                  <a:pt x="27856" y="81843"/>
                </a:lnTo>
                <a:lnTo>
                  <a:pt x="27856" y="81843"/>
                </a:lnTo>
                <a:lnTo>
                  <a:pt x="27856" y="81843"/>
                </a:lnTo>
                <a:lnTo>
                  <a:pt x="27856" y="81843"/>
                </a:lnTo>
                <a:lnTo>
                  <a:pt x="27856" y="81842"/>
                </a:lnTo>
                <a:lnTo>
                  <a:pt x="27856" y="81842"/>
                </a:lnTo>
                <a:lnTo>
                  <a:pt x="27856" y="81842"/>
                </a:lnTo>
                <a:lnTo>
                  <a:pt x="27856" y="81842"/>
                </a:lnTo>
                <a:lnTo>
                  <a:pt x="27856" y="81842"/>
                </a:lnTo>
                <a:lnTo>
                  <a:pt x="27856" y="81842"/>
                </a:lnTo>
                <a:lnTo>
                  <a:pt x="27856" y="81841"/>
                </a:lnTo>
                <a:lnTo>
                  <a:pt x="27856" y="81841"/>
                </a:lnTo>
                <a:lnTo>
                  <a:pt x="27856" y="81841"/>
                </a:lnTo>
                <a:lnTo>
                  <a:pt x="27856" y="81841"/>
                </a:lnTo>
                <a:lnTo>
                  <a:pt x="27856" y="81841"/>
                </a:lnTo>
                <a:lnTo>
                  <a:pt x="27856" y="81841"/>
                </a:lnTo>
                <a:lnTo>
                  <a:pt x="27856" y="81840"/>
                </a:lnTo>
                <a:lnTo>
                  <a:pt x="27856" y="81840"/>
                </a:lnTo>
                <a:lnTo>
                  <a:pt x="27856" y="81840"/>
                </a:lnTo>
                <a:lnTo>
                  <a:pt x="27856" y="81840"/>
                </a:lnTo>
                <a:lnTo>
                  <a:pt x="27856" y="81840"/>
                </a:lnTo>
                <a:lnTo>
                  <a:pt x="27856" y="81839"/>
                </a:lnTo>
                <a:lnTo>
                  <a:pt x="27856" y="81839"/>
                </a:lnTo>
                <a:lnTo>
                  <a:pt x="27856" y="81839"/>
                </a:lnTo>
                <a:lnTo>
                  <a:pt x="27856" y="81839"/>
                </a:lnTo>
                <a:lnTo>
                  <a:pt x="27856" y="81839"/>
                </a:lnTo>
                <a:lnTo>
                  <a:pt x="27856" y="81839"/>
                </a:lnTo>
                <a:lnTo>
                  <a:pt x="27856" y="81838"/>
                </a:lnTo>
                <a:lnTo>
                  <a:pt x="27856" y="81838"/>
                </a:lnTo>
                <a:lnTo>
                  <a:pt x="27856" y="81838"/>
                </a:lnTo>
                <a:lnTo>
                  <a:pt x="27856" y="81838"/>
                </a:lnTo>
                <a:lnTo>
                  <a:pt x="27856" y="81838"/>
                </a:lnTo>
                <a:lnTo>
                  <a:pt x="27856" y="81838"/>
                </a:lnTo>
                <a:lnTo>
                  <a:pt x="27856" y="81837"/>
                </a:lnTo>
                <a:lnTo>
                  <a:pt x="27856" y="81837"/>
                </a:lnTo>
                <a:lnTo>
                  <a:pt x="27856" y="81837"/>
                </a:lnTo>
                <a:lnTo>
                  <a:pt x="27856" y="81837"/>
                </a:lnTo>
                <a:lnTo>
                  <a:pt x="27856" y="81837"/>
                </a:lnTo>
                <a:lnTo>
                  <a:pt x="27856" y="81837"/>
                </a:lnTo>
                <a:lnTo>
                  <a:pt x="27856" y="81836"/>
                </a:lnTo>
                <a:lnTo>
                  <a:pt x="27856" y="81836"/>
                </a:lnTo>
                <a:lnTo>
                  <a:pt x="27856" y="81836"/>
                </a:lnTo>
                <a:lnTo>
                  <a:pt x="27856" y="81836"/>
                </a:lnTo>
                <a:lnTo>
                  <a:pt x="27856" y="81836"/>
                </a:lnTo>
                <a:lnTo>
                  <a:pt x="27856" y="81836"/>
                </a:lnTo>
                <a:lnTo>
                  <a:pt x="27856" y="81835"/>
                </a:lnTo>
                <a:lnTo>
                  <a:pt x="27856" y="81835"/>
                </a:lnTo>
                <a:lnTo>
                  <a:pt x="27856" y="81835"/>
                </a:lnTo>
                <a:lnTo>
                  <a:pt x="27856" y="81835"/>
                </a:lnTo>
                <a:lnTo>
                  <a:pt x="27856" y="81835"/>
                </a:lnTo>
                <a:lnTo>
                  <a:pt x="27856" y="81835"/>
                </a:lnTo>
                <a:lnTo>
                  <a:pt x="27856" y="81834"/>
                </a:lnTo>
                <a:lnTo>
                  <a:pt x="27856" y="81834"/>
                </a:lnTo>
                <a:lnTo>
                  <a:pt x="27856" y="81834"/>
                </a:lnTo>
                <a:lnTo>
                  <a:pt x="27856" y="81834"/>
                </a:lnTo>
                <a:lnTo>
                  <a:pt x="27856" y="81834"/>
                </a:lnTo>
                <a:lnTo>
                  <a:pt x="27856" y="81834"/>
                </a:lnTo>
                <a:lnTo>
                  <a:pt x="27856" y="81833"/>
                </a:lnTo>
                <a:lnTo>
                  <a:pt x="27856" y="81833"/>
                </a:lnTo>
                <a:lnTo>
                  <a:pt x="27856" y="81833"/>
                </a:lnTo>
                <a:lnTo>
                  <a:pt x="27856" y="81833"/>
                </a:lnTo>
                <a:lnTo>
                  <a:pt x="27856" y="81833"/>
                </a:lnTo>
                <a:lnTo>
                  <a:pt x="27856" y="81833"/>
                </a:lnTo>
                <a:lnTo>
                  <a:pt x="27856" y="81832"/>
                </a:lnTo>
                <a:lnTo>
                  <a:pt x="27856" y="81832"/>
                </a:lnTo>
                <a:lnTo>
                  <a:pt x="27856" y="81832"/>
                </a:lnTo>
                <a:lnTo>
                  <a:pt x="27856" y="81832"/>
                </a:lnTo>
                <a:lnTo>
                  <a:pt x="27856" y="81832"/>
                </a:lnTo>
                <a:lnTo>
                  <a:pt x="27856" y="81832"/>
                </a:lnTo>
                <a:lnTo>
                  <a:pt x="27856" y="81831"/>
                </a:lnTo>
                <a:lnTo>
                  <a:pt x="27856" y="81831"/>
                </a:lnTo>
                <a:lnTo>
                  <a:pt x="27856" y="81831"/>
                </a:lnTo>
                <a:lnTo>
                  <a:pt x="27856" y="81831"/>
                </a:lnTo>
                <a:lnTo>
                  <a:pt x="27856" y="81831"/>
                </a:lnTo>
                <a:lnTo>
                  <a:pt x="27856" y="81831"/>
                </a:lnTo>
                <a:lnTo>
                  <a:pt x="27856" y="81830"/>
                </a:lnTo>
                <a:lnTo>
                  <a:pt x="27856" y="81830"/>
                </a:lnTo>
                <a:lnTo>
                  <a:pt x="27856" y="81830"/>
                </a:lnTo>
                <a:lnTo>
                  <a:pt x="27856" y="81830"/>
                </a:lnTo>
                <a:lnTo>
                  <a:pt x="27856" y="81830"/>
                </a:lnTo>
                <a:lnTo>
                  <a:pt x="27856" y="81830"/>
                </a:lnTo>
                <a:lnTo>
                  <a:pt x="27856" y="81829"/>
                </a:lnTo>
                <a:lnTo>
                  <a:pt x="27856" y="81829"/>
                </a:lnTo>
                <a:lnTo>
                  <a:pt x="27856" y="81829"/>
                </a:lnTo>
                <a:lnTo>
                  <a:pt x="27856" y="81829"/>
                </a:lnTo>
                <a:lnTo>
                  <a:pt x="27856" y="81829"/>
                </a:lnTo>
                <a:lnTo>
                  <a:pt x="27856" y="81828"/>
                </a:lnTo>
                <a:lnTo>
                  <a:pt x="27856" y="81828"/>
                </a:lnTo>
                <a:lnTo>
                  <a:pt x="27856" y="81828"/>
                </a:lnTo>
                <a:lnTo>
                  <a:pt x="27856" y="81828"/>
                </a:lnTo>
                <a:lnTo>
                  <a:pt x="27856" y="81828"/>
                </a:lnTo>
                <a:lnTo>
                  <a:pt x="27856" y="81828"/>
                </a:lnTo>
                <a:lnTo>
                  <a:pt x="27856" y="81827"/>
                </a:lnTo>
                <a:lnTo>
                  <a:pt x="27856" y="81827"/>
                </a:lnTo>
                <a:lnTo>
                  <a:pt x="27856" y="81827"/>
                </a:lnTo>
                <a:lnTo>
                  <a:pt x="27856" y="81827"/>
                </a:lnTo>
                <a:lnTo>
                  <a:pt x="27856" y="81827"/>
                </a:lnTo>
                <a:lnTo>
                  <a:pt x="27856" y="81827"/>
                </a:lnTo>
                <a:lnTo>
                  <a:pt x="27856" y="81826"/>
                </a:lnTo>
                <a:lnTo>
                  <a:pt x="27856" y="81826"/>
                </a:lnTo>
                <a:lnTo>
                  <a:pt x="27856" y="81826"/>
                </a:lnTo>
                <a:lnTo>
                  <a:pt x="27856" y="81826"/>
                </a:lnTo>
                <a:lnTo>
                  <a:pt x="27856" y="81826"/>
                </a:lnTo>
                <a:lnTo>
                  <a:pt x="27856" y="81826"/>
                </a:lnTo>
                <a:lnTo>
                  <a:pt x="27856" y="81825"/>
                </a:lnTo>
                <a:lnTo>
                  <a:pt x="27856" y="81825"/>
                </a:lnTo>
                <a:lnTo>
                  <a:pt x="27856" y="81825"/>
                </a:lnTo>
                <a:lnTo>
                  <a:pt x="27856" y="81825"/>
                </a:lnTo>
                <a:lnTo>
                  <a:pt x="27856" y="81825"/>
                </a:lnTo>
                <a:lnTo>
                  <a:pt x="27856" y="81825"/>
                </a:lnTo>
                <a:lnTo>
                  <a:pt x="27856" y="81824"/>
                </a:lnTo>
                <a:lnTo>
                  <a:pt x="27856" y="81824"/>
                </a:lnTo>
                <a:lnTo>
                  <a:pt x="27856" y="81824"/>
                </a:lnTo>
                <a:lnTo>
                  <a:pt x="27856" y="81824"/>
                </a:lnTo>
                <a:lnTo>
                  <a:pt x="27856" y="81824"/>
                </a:lnTo>
                <a:lnTo>
                  <a:pt x="27856" y="81824"/>
                </a:lnTo>
                <a:lnTo>
                  <a:pt x="27856" y="81823"/>
                </a:lnTo>
                <a:lnTo>
                  <a:pt x="27856" y="81823"/>
                </a:lnTo>
                <a:lnTo>
                  <a:pt x="27856" y="81823"/>
                </a:lnTo>
                <a:lnTo>
                  <a:pt x="27856" y="81823"/>
                </a:lnTo>
                <a:lnTo>
                  <a:pt x="27856" y="81823"/>
                </a:lnTo>
                <a:lnTo>
                  <a:pt x="27856" y="81823"/>
                </a:lnTo>
                <a:lnTo>
                  <a:pt x="27856" y="81822"/>
                </a:lnTo>
                <a:lnTo>
                  <a:pt x="27856" y="81822"/>
                </a:lnTo>
                <a:lnTo>
                  <a:pt x="27856" y="81822"/>
                </a:lnTo>
                <a:lnTo>
                  <a:pt x="27856" y="81822"/>
                </a:lnTo>
                <a:lnTo>
                  <a:pt x="27856" y="81822"/>
                </a:lnTo>
                <a:lnTo>
                  <a:pt x="27856" y="81822"/>
                </a:lnTo>
                <a:lnTo>
                  <a:pt x="27856" y="81821"/>
                </a:lnTo>
                <a:lnTo>
                  <a:pt x="27856" y="81821"/>
                </a:lnTo>
                <a:lnTo>
                  <a:pt x="27856" y="81821"/>
                </a:lnTo>
                <a:lnTo>
                  <a:pt x="27856" y="81821"/>
                </a:lnTo>
                <a:lnTo>
                  <a:pt x="27856" y="81821"/>
                </a:lnTo>
                <a:lnTo>
                  <a:pt x="27856" y="81821"/>
                </a:lnTo>
                <a:lnTo>
                  <a:pt x="27856" y="81820"/>
                </a:lnTo>
                <a:lnTo>
                  <a:pt x="27856" y="81820"/>
                </a:lnTo>
                <a:lnTo>
                  <a:pt x="27856" y="81820"/>
                </a:lnTo>
                <a:lnTo>
                  <a:pt x="27856" y="81820"/>
                </a:lnTo>
                <a:lnTo>
                  <a:pt x="27856" y="81820"/>
                </a:lnTo>
                <a:lnTo>
                  <a:pt x="27856" y="81820"/>
                </a:lnTo>
                <a:lnTo>
                  <a:pt x="27856" y="81819"/>
                </a:lnTo>
                <a:lnTo>
                  <a:pt x="27856" y="81819"/>
                </a:lnTo>
                <a:lnTo>
                  <a:pt x="27856" y="81819"/>
                </a:lnTo>
                <a:lnTo>
                  <a:pt x="27856" y="81819"/>
                </a:lnTo>
                <a:lnTo>
                  <a:pt x="27856" y="81819"/>
                </a:lnTo>
                <a:lnTo>
                  <a:pt x="27856" y="81819"/>
                </a:lnTo>
                <a:lnTo>
                  <a:pt x="27856" y="81818"/>
                </a:lnTo>
                <a:lnTo>
                  <a:pt x="27856" y="81818"/>
                </a:lnTo>
                <a:lnTo>
                  <a:pt x="27856" y="81818"/>
                </a:lnTo>
                <a:lnTo>
                  <a:pt x="27856" y="81818"/>
                </a:lnTo>
                <a:lnTo>
                  <a:pt x="27856" y="81818"/>
                </a:lnTo>
                <a:lnTo>
                  <a:pt x="27856" y="81818"/>
                </a:lnTo>
                <a:lnTo>
                  <a:pt x="27856" y="81817"/>
                </a:lnTo>
                <a:lnTo>
                  <a:pt x="27856" y="81817"/>
                </a:lnTo>
                <a:lnTo>
                  <a:pt x="27856" y="81817"/>
                </a:lnTo>
                <a:lnTo>
                  <a:pt x="27856" y="81817"/>
                </a:lnTo>
                <a:lnTo>
                  <a:pt x="27856" y="81817"/>
                </a:lnTo>
                <a:lnTo>
                  <a:pt x="27856" y="81817"/>
                </a:lnTo>
                <a:lnTo>
                  <a:pt x="27856" y="81816"/>
                </a:lnTo>
                <a:lnTo>
                  <a:pt x="27856" y="81816"/>
                </a:lnTo>
                <a:lnTo>
                  <a:pt x="27856" y="81816"/>
                </a:lnTo>
                <a:lnTo>
                  <a:pt x="27856" y="81816"/>
                </a:lnTo>
                <a:lnTo>
                  <a:pt x="27856" y="81816"/>
                </a:lnTo>
                <a:lnTo>
                  <a:pt x="27856" y="81816"/>
                </a:lnTo>
                <a:lnTo>
                  <a:pt x="27856" y="81815"/>
                </a:lnTo>
                <a:lnTo>
                  <a:pt x="27856" y="81815"/>
                </a:lnTo>
                <a:lnTo>
                  <a:pt x="27856" y="81815"/>
                </a:lnTo>
                <a:lnTo>
                  <a:pt x="27856" y="81815"/>
                </a:lnTo>
                <a:lnTo>
                  <a:pt x="27856" y="81815"/>
                </a:lnTo>
                <a:lnTo>
                  <a:pt x="27856" y="81815"/>
                </a:lnTo>
                <a:lnTo>
                  <a:pt x="27856" y="81814"/>
                </a:lnTo>
                <a:lnTo>
                  <a:pt x="27856" y="81814"/>
                </a:lnTo>
                <a:lnTo>
                  <a:pt x="27856" y="81814"/>
                </a:lnTo>
                <a:lnTo>
                  <a:pt x="27856" y="81814"/>
                </a:lnTo>
                <a:lnTo>
                  <a:pt x="27856" y="81814"/>
                </a:lnTo>
                <a:lnTo>
                  <a:pt x="27856" y="81814"/>
                </a:lnTo>
                <a:lnTo>
                  <a:pt x="27856" y="81813"/>
                </a:lnTo>
                <a:lnTo>
                  <a:pt x="27856" y="81813"/>
                </a:lnTo>
                <a:lnTo>
                  <a:pt x="27856" y="81813"/>
                </a:lnTo>
                <a:lnTo>
                  <a:pt x="27856" y="81813"/>
                </a:lnTo>
                <a:lnTo>
                  <a:pt x="27856" y="81813"/>
                </a:lnTo>
                <a:lnTo>
                  <a:pt x="27856" y="81813"/>
                </a:lnTo>
                <a:lnTo>
                  <a:pt x="27856" y="81812"/>
                </a:lnTo>
                <a:lnTo>
                  <a:pt x="27856" y="81812"/>
                </a:lnTo>
                <a:lnTo>
                  <a:pt x="27856" y="81812"/>
                </a:lnTo>
                <a:lnTo>
                  <a:pt x="27856" y="81812"/>
                </a:lnTo>
                <a:lnTo>
                  <a:pt x="27856" y="81812"/>
                </a:lnTo>
                <a:lnTo>
                  <a:pt x="27856" y="81812"/>
                </a:lnTo>
                <a:lnTo>
                  <a:pt x="27856" y="81811"/>
                </a:lnTo>
                <a:lnTo>
                  <a:pt x="27856" y="81811"/>
                </a:lnTo>
                <a:lnTo>
                  <a:pt x="27856" y="81811"/>
                </a:lnTo>
                <a:lnTo>
                  <a:pt x="27856" y="81811"/>
                </a:lnTo>
                <a:lnTo>
                  <a:pt x="27856" y="81811"/>
                </a:lnTo>
                <a:lnTo>
                  <a:pt x="27856" y="81811"/>
                </a:lnTo>
                <a:lnTo>
                  <a:pt x="27856" y="81810"/>
                </a:lnTo>
                <a:lnTo>
                  <a:pt x="27856" y="81810"/>
                </a:lnTo>
                <a:lnTo>
                  <a:pt x="27856" y="81810"/>
                </a:lnTo>
                <a:lnTo>
                  <a:pt x="27856" y="81810"/>
                </a:lnTo>
                <a:lnTo>
                  <a:pt x="27856" y="81810"/>
                </a:lnTo>
                <a:lnTo>
                  <a:pt x="27856" y="81810"/>
                </a:lnTo>
                <a:lnTo>
                  <a:pt x="27856" y="81809"/>
                </a:lnTo>
                <a:lnTo>
                  <a:pt x="27856" y="81809"/>
                </a:lnTo>
                <a:lnTo>
                  <a:pt x="27856" y="81809"/>
                </a:lnTo>
                <a:lnTo>
                  <a:pt x="27856" y="81809"/>
                </a:lnTo>
                <a:lnTo>
                  <a:pt x="27856" y="81809"/>
                </a:lnTo>
                <a:lnTo>
                  <a:pt x="27856" y="81809"/>
                </a:lnTo>
                <a:lnTo>
                  <a:pt x="27856" y="81808"/>
                </a:lnTo>
                <a:lnTo>
                  <a:pt x="27856" y="81808"/>
                </a:lnTo>
                <a:lnTo>
                  <a:pt x="27856" y="81808"/>
                </a:lnTo>
                <a:lnTo>
                  <a:pt x="27856" y="81808"/>
                </a:lnTo>
                <a:lnTo>
                  <a:pt x="27856" y="81808"/>
                </a:lnTo>
                <a:lnTo>
                  <a:pt x="27856" y="81808"/>
                </a:lnTo>
                <a:lnTo>
                  <a:pt x="27856" y="81807"/>
                </a:lnTo>
                <a:lnTo>
                  <a:pt x="27856" y="81807"/>
                </a:lnTo>
                <a:lnTo>
                  <a:pt x="27856" y="81807"/>
                </a:lnTo>
                <a:lnTo>
                  <a:pt x="27856" y="81807"/>
                </a:lnTo>
                <a:lnTo>
                  <a:pt x="27856" y="81807"/>
                </a:lnTo>
                <a:lnTo>
                  <a:pt x="27856" y="81807"/>
                </a:lnTo>
                <a:lnTo>
                  <a:pt x="27856" y="81806"/>
                </a:lnTo>
                <a:lnTo>
                  <a:pt x="27856" y="81806"/>
                </a:lnTo>
                <a:lnTo>
                  <a:pt x="27856" y="81806"/>
                </a:lnTo>
                <a:lnTo>
                  <a:pt x="27856" y="81806"/>
                </a:lnTo>
                <a:lnTo>
                  <a:pt x="27856" y="81806"/>
                </a:lnTo>
                <a:lnTo>
                  <a:pt x="27856" y="81806"/>
                </a:lnTo>
                <a:lnTo>
                  <a:pt x="27856" y="81805"/>
                </a:lnTo>
                <a:lnTo>
                  <a:pt x="27856" y="81805"/>
                </a:lnTo>
                <a:lnTo>
                  <a:pt x="27856" y="81805"/>
                </a:lnTo>
                <a:lnTo>
                  <a:pt x="27856" y="81805"/>
                </a:lnTo>
                <a:lnTo>
                  <a:pt x="27856" y="81805"/>
                </a:lnTo>
                <a:lnTo>
                  <a:pt x="27856" y="81805"/>
                </a:lnTo>
                <a:lnTo>
                  <a:pt x="27856" y="81804"/>
                </a:lnTo>
                <a:lnTo>
                  <a:pt x="27856" y="81804"/>
                </a:lnTo>
                <a:lnTo>
                  <a:pt x="27856" y="81804"/>
                </a:lnTo>
                <a:lnTo>
                  <a:pt x="27856" y="81804"/>
                </a:lnTo>
                <a:lnTo>
                  <a:pt x="27856" y="81804"/>
                </a:lnTo>
                <a:lnTo>
                  <a:pt x="27856" y="81804"/>
                </a:lnTo>
                <a:lnTo>
                  <a:pt x="27856" y="81803"/>
                </a:lnTo>
                <a:lnTo>
                  <a:pt x="27856" y="81803"/>
                </a:lnTo>
                <a:lnTo>
                  <a:pt x="27856" y="81803"/>
                </a:lnTo>
                <a:lnTo>
                  <a:pt x="27856" y="81803"/>
                </a:lnTo>
                <a:lnTo>
                  <a:pt x="27856" y="81803"/>
                </a:lnTo>
                <a:lnTo>
                  <a:pt x="27856" y="81803"/>
                </a:lnTo>
                <a:lnTo>
                  <a:pt x="27856" y="81802"/>
                </a:lnTo>
                <a:lnTo>
                  <a:pt x="27856" y="81802"/>
                </a:lnTo>
                <a:lnTo>
                  <a:pt x="27856" y="81802"/>
                </a:lnTo>
                <a:lnTo>
                  <a:pt x="27856" y="81802"/>
                </a:lnTo>
                <a:lnTo>
                  <a:pt x="27856" y="81802"/>
                </a:lnTo>
                <a:lnTo>
                  <a:pt x="27856" y="81802"/>
                </a:lnTo>
                <a:lnTo>
                  <a:pt x="27856" y="81801"/>
                </a:lnTo>
                <a:lnTo>
                  <a:pt x="27856" y="81801"/>
                </a:lnTo>
                <a:lnTo>
                  <a:pt x="27856" y="81801"/>
                </a:lnTo>
                <a:lnTo>
                  <a:pt x="27856" y="81801"/>
                </a:lnTo>
                <a:lnTo>
                  <a:pt x="27856" y="81801"/>
                </a:lnTo>
                <a:lnTo>
                  <a:pt x="27856" y="81801"/>
                </a:lnTo>
                <a:lnTo>
                  <a:pt x="27856" y="81800"/>
                </a:lnTo>
                <a:lnTo>
                  <a:pt x="27856" y="81800"/>
                </a:lnTo>
                <a:lnTo>
                  <a:pt x="27856" y="81800"/>
                </a:lnTo>
                <a:lnTo>
                  <a:pt x="27856" y="81800"/>
                </a:lnTo>
                <a:lnTo>
                  <a:pt x="27856" y="81800"/>
                </a:lnTo>
                <a:lnTo>
                  <a:pt x="27856" y="81800"/>
                </a:lnTo>
                <a:lnTo>
                  <a:pt x="27856" y="81799"/>
                </a:lnTo>
                <a:lnTo>
                  <a:pt x="27856" y="81799"/>
                </a:lnTo>
                <a:lnTo>
                  <a:pt x="27856" y="81799"/>
                </a:lnTo>
                <a:lnTo>
                  <a:pt x="27856" y="81799"/>
                </a:lnTo>
                <a:lnTo>
                  <a:pt x="27856" y="81799"/>
                </a:lnTo>
                <a:lnTo>
                  <a:pt x="27856" y="81799"/>
                </a:lnTo>
                <a:lnTo>
                  <a:pt x="27856" y="81798"/>
                </a:lnTo>
                <a:lnTo>
                  <a:pt x="27856" y="81798"/>
                </a:lnTo>
                <a:lnTo>
                  <a:pt x="27856" y="81798"/>
                </a:lnTo>
                <a:lnTo>
                  <a:pt x="27856" y="81798"/>
                </a:lnTo>
                <a:lnTo>
                  <a:pt x="27856" y="81798"/>
                </a:lnTo>
                <a:lnTo>
                  <a:pt x="27856" y="81798"/>
                </a:lnTo>
                <a:lnTo>
                  <a:pt x="27856" y="81797"/>
                </a:lnTo>
                <a:lnTo>
                  <a:pt x="27856" y="81797"/>
                </a:lnTo>
                <a:lnTo>
                  <a:pt x="27856" y="81797"/>
                </a:lnTo>
                <a:lnTo>
                  <a:pt x="27856" y="81797"/>
                </a:lnTo>
                <a:lnTo>
                  <a:pt x="27856" y="81797"/>
                </a:lnTo>
                <a:lnTo>
                  <a:pt x="27856" y="81797"/>
                </a:lnTo>
                <a:lnTo>
                  <a:pt x="27856" y="81796"/>
                </a:lnTo>
                <a:lnTo>
                  <a:pt x="27856" y="81796"/>
                </a:lnTo>
                <a:lnTo>
                  <a:pt x="27856" y="81796"/>
                </a:lnTo>
                <a:lnTo>
                  <a:pt x="27856" y="81796"/>
                </a:lnTo>
                <a:lnTo>
                  <a:pt x="27856" y="81796"/>
                </a:lnTo>
                <a:lnTo>
                  <a:pt x="27856" y="81796"/>
                </a:lnTo>
                <a:lnTo>
                  <a:pt x="27856" y="81795"/>
                </a:lnTo>
                <a:lnTo>
                  <a:pt x="27856" y="81795"/>
                </a:lnTo>
                <a:lnTo>
                  <a:pt x="27856" y="81795"/>
                </a:lnTo>
                <a:lnTo>
                  <a:pt x="27856" y="81795"/>
                </a:lnTo>
                <a:lnTo>
                  <a:pt x="27856" y="81795"/>
                </a:lnTo>
                <a:lnTo>
                  <a:pt x="27856" y="81795"/>
                </a:lnTo>
                <a:lnTo>
                  <a:pt x="27856" y="81794"/>
                </a:lnTo>
                <a:lnTo>
                  <a:pt x="27856" y="81794"/>
                </a:lnTo>
                <a:lnTo>
                  <a:pt x="27856" y="81794"/>
                </a:lnTo>
                <a:lnTo>
                  <a:pt x="27856" y="81794"/>
                </a:lnTo>
                <a:lnTo>
                  <a:pt x="27856" y="81794"/>
                </a:lnTo>
                <a:lnTo>
                  <a:pt x="27856" y="81794"/>
                </a:lnTo>
                <a:lnTo>
                  <a:pt x="27856" y="81793"/>
                </a:lnTo>
                <a:lnTo>
                  <a:pt x="27856" y="81793"/>
                </a:lnTo>
                <a:lnTo>
                  <a:pt x="27856" y="81793"/>
                </a:lnTo>
                <a:lnTo>
                  <a:pt x="27856" y="81793"/>
                </a:lnTo>
                <a:lnTo>
                  <a:pt x="27856" y="81793"/>
                </a:lnTo>
                <a:lnTo>
                  <a:pt x="27856" y="81793"/>
                </a:lnTo>
                <a:lnTo>
                  <a:pt x="27856" y="81792"/>
                </a:lnTo>
                <a:lnTo>
                  <a:pt x="27856" y="81792"/>
                </a:lnTo>
                <a:lnTo>
                  <a:pt x="27856" y="81792"/>
                </a:lnTo>
                <a:lnTo>
                  <a:pt x="27856" y="81792"/>
                </a:lnTo>
                <a:lnTo>
                  <a:pt x="27856" y="81792"/>
                </a:lnTo>
                <a:lnTo>
                  <a:pt x="27856" y="81792"/>
                </a:lnTo>
                <a:lnTo>
                  <a:pt x="27856" y="81791"/>
                </a:lnTo>
                <a:lnTo>
                  <a:pt x="27856" y="81791"/>
                </a:lnTo>
                <a:lnTo>
                  <a:pt x="27856" y="81791"/>
                </a:lnTo>
                <a:lnTo>
                  <a:pt x="27856" y="81791"/>
                </a:lnTo>
                <a:lnTo>
                  <a:pt x="27856" y="81791"/>
                </a:lnTo>
                <a:lnTo>
                  <a:pt x="27856" y="81791"/>
                </a:lnTo>
                <a:lnTo>
                  <a:pt x="27856" y="81790"/>
                </a:lnTo>
                <a:lnTo>
                  <a:pt x="27856" y="81790"/>
                </a:lnTo>
                <a:lnTo>
                  <a:pt x="27856" y="81790"/>
                </a:lnTo>
                <a:lnTo>
                  <a:pt x="27856" y="81790"/>
                </a:lnTo>
                <a:lnTo>
                  <a:pt x="27856" y="81790"/>
                </a:lnTo>
                <a:lnTo>
                  <a:pt x="27856" y="81790"/>
                </a:lnTo>
                <a:lnTo>
                  <a:pt x="27856" y="81789"/>
                </a:lnTo>
                <a:lnTo>
                  <a:pt x="27856" y="81789"/>
                </a:lnTo>
                <a:lnTo>
                  <a:pt x="27856" y="81789"/>
                </a:lnTo>
                <a:lnTo>
                  <a:pt x="27856" y="81789"/>
                </a:lnTo>
                <a:lnTo>
                  <a:pt x="27856" y="81789"/>
                </a:lnTo>
                <a:lnTo>
                  <a:pt x="27856" y="81789"/>
                </a:lnTo>
                <a:lnTo>
                  <a:pt x="27856" y="81788"/>
                </a:lnTo>
                <a:lnTo>
                  <a:pt x="27856" y="81788"/>
                </a:lnTo>
                <a:lnTo>
                  <a:pt x="27856" y="81788"/>
                </a:lnTo>
                <a:lnTo>
                  <a:pt x="27856" y="81788"/>
                </a:lnTo>
                <a:lnTo>
                  <a:pt x="27856" y="81788"/>
                </a:lnTo>
                <a:lnTo>
                  <a:pt x="27856" y="81788"/>
                </a:lnTo>
                <a:lnTo>
                  <a:pt x="27856" y="81787"/>
                </a:lnTo>
                <a:lnTo>
                  <a:pt x="27856" y="81787"/>
                </a:lnTo>
                <a:lnTo>
                  <a:pt x="27856" y="81787"/>
                </a:lnTo>
                <a:lnTo>
                  <a:pt x="27856" y="81787"/>
                </a:lnTo>
                <a:lnTo>
                  <a:pt x="27856" y="81787"/>
                </a:lnTo>
                <a:lnTo>
                  <a:pt x="27856" y="81787"/>
                </a:lnTo>
                <a:lnTo>
                  <a:pt x="27856" y="81786"/>
                </a:lnTo>
                <a:lnTo>
                  <a:pt x="27856" y="81786"/>
                </a:lnTo>
                <a:lnTo>
                  <a:pt x="27856" y="81786"/>
                </a:lnTo>
                <a:lnTo>
                  <a:pt x="27856" y="81786"/>
                </a:lnTo>
                <a:lnTo>
                  <a:pt x="27856" y="81786"/>
                </a:lnTo>
                <a:lnTo>
                  <a:pt x="27856" y="81786"/>
                </a:lnTo>
                <a:lnTo>
                  <a:pt x="27856" y="81786"/>
                </a:lnTo>
                <a:lnTo>
                  <a:pt x="27856" y="81785"/>
                </a:lnTo>
                <a:lnTo>
                  <a:pt x="27856" y="81785"/>
                </a:lnTo>
                <a:lnTo>
                  <a:pt x="27856" y="81785"/>
                </a:lnTo>
                <a:lnTo>
                  <a:pt x="27856" y="81785"/>
                </a:lnTo>
                <a:lnTo>
                  <a:pt x="27856" y="81785"/>
                </a:lnTo>
                <a:lnTo>
                  <a:pt x="27856" y="81785"/>
                </a:lnTo>
                <a:lnTo>
                  <a:pt x="27856" y="81784"/>
                </a:lnTo>
                <a:lnTo>
                  <a:pt x="27856" y="81784"/>
                </a:lnTo>
                <a:lnTo>
                  <a:pt x="27856" y="81784"/>
                </a:lnTo>
                <a:lnTo>
                  <a:pt x="27856" y="81784"/>
                </a:lnTo>
                <a:lnTo>
                  <a:pt x="27856" y="81784"/>
                </a:lnTo>
                <a:lnTo>
                  <a:pt x="27856" y="81784"/>
                </a:lnTo>
                <a:lnTo>
                  <a:pt x="27856" y="81783"/>
                </a:lnTo>
                <a:lnTo>
                  <a:pt x="27856" y="81783"/>
                </a:lnTo>
                <a:lnTo>
                  <a:pt x="27856" y="81783"/>
                </a:lnTo>
                <a:lnTo>
                  <a:pt x="27856" y="81783"/>
                </a:lnTo>
                <a:lnTo>
                  <a:pt x="27856" y="81783"/>
                </a:lnTo>
                <a:lnTo>
                  <a:pt x="27856" y="81783"/>
                </a:lnTo>
                <a:lnTo>
                  <a:pt x="27856" y="81782"/>
                </a:lnTo>
                <a:lnTo>
                  <a:pt x="27856" y="81782"/>
                </a:lnTo>
                <a:lnTo>
                  <a:pt x="27856" y="81782"/>
                </a:lnTo>
                <a:lnTo>
                  <a:pt x="27856" y="81782"/>
                </a:lnTo>
                <a:lnTo>
                  <a:pt x="27856" y="81782"/>
                </a:lnTo>
                <a:lnTo>
                  <a:pt x="27856" y="81782"/>
                </a:lnTo>
                <a:lnTo>
                  <a:pt x="27856" y="81781"/>
                </a:lnTo>
                <a:lnTo>
                  <a:pt x="27856" y="81781"/>
                </a:lnTo>
                <a:lnTo>
                  <a:pt x="27856" y="81781"/>
                </a:lnTo>
                <a:lnTo>
                  <a:pt x="27856" y="81781"/>
                </a:lnTo>
                <a:lnTo>
                  <a:pt x="27856" y="81781"/>
                </a:lnTo>
                <a:lnTo>
                  <a:pt x="27856" y="81781"/>
                </a:lnTo>
                <a:lnTo>
                  <a:pt x="27856" y="81780"/>
                </a:lnTo>
                <a:lnTo>
                  <a:pt x="27856" y="81780"/>
                </a:lnTo>
                <a:lnTo>
                  <a:pt x="27856" y="81780"/>
                </a:lnTo>
                <a:lnTo>
                  <a:pt x="27856" y="81780"/>
                </a:lnTo>
                <a:lnTo>
                  <a:pt x="27856" y="81780"/>
                </a:lnTo>
                <a:lnTo>
                  <a:pt x="27856" y="81780"/>
                </a:lnTo>
                <a:lnTo>
                  <a:pt x="27856" y="81779"/>
                </a:lnTo>
                <a:lnTo>
                  <a:pt x="27856" y="81779"/>
                </a:lnTo>
                <a:lnTo>
                  <a:pt x="27856" y="81779"/>
                </a:lnTo>
                <a:lnTo>
                  <a:pt x="27856" y="81779"/>
                </a:lnTo>
                <a:lnTo>
                  <a:pt x="27856" y="81779"/>
                </a:lnTo>
                <a:lnTo>
                  <a:pt x="27856" y="81779"/>
                </a:lnTo>
                <a:lnTo>
                  <a:pt x="27856" y="81778"/>
                </a:lnTo>
                <a:lnTo>
                  <a:pt x="27856" y="81778"/>
                </a:lnTo>
                <a:lnTo>
                  <a:pt x="27856" y="81778"/>
                </a:lnTo>
                <a:lnTo>
                  <a:pt x="27856" y="81778"/>
                </a:lnTo>
                <a:lnTo>
                  <a:pt x="27856" y="81778"/>
                </a:lnTo>
                <a:lnTo>
                  <a:pt x="27856" y="81778"/>
                </a:lnTo>
                <a:lnTo>
                  <a:pt x="27856" y="81777"/>
                </a:lnTo>
                <a:lnTo>
                  <a:pt x="27856" y="81777"/>
                </a:lnTo>
                <a:lnTo>
                  <a:pt x="27856" y="81777"/>
                </a:lnTo>
                <a:lnTo>
                  <a:pt x="27856" y="81777"/>
                </a:lnTo>
                <a:lnTo>
                  <a:pt x="27856" y="81777"/>
                </a:lnTo>
                <a:lnTo>
                  <a:pt x="27856" y="81777"/>
                </a:lnTo>
                <a:lnTo>
                  <a:pt x="27856" y="81776"/>
                </a:lnTo>
                <a:lnTo>
                  <a:pt x="27856" y="81776"/>
                </a:lnTo>
                <a:lnTo>
                  <a:pt x="27856" y="81776"/>
                </a:lnTo>
                <a:lnTo>
                  <a:pt x="27856" y="81776"/>
                </a:lnTo>
                <a:lnTo>
                  <a:pt x="27856" y="81776"/>
                </a:lnTo>
                <a:lnTo>
                  <a:pt x="27856" y="81776"/>
                </a:lnTo>
                <a:lnTo>
                  <a:pt x="27856" y="81776"/>
                </a:lnTo>
                <a:lnTo>
                  <a:pt x="27856" y="81775"/>
                </a:lnTo>
                <a:lnTo>
                  <a:pt x="27856" y="81775"/>
                </a:lnTo>
                <a:lnTo>
                  <a:pt x="27856" y="81775"/>
                </a:lnTo>
                <a:lnTo>
                  <a:pt x="27856" y="81775"/>
                </a:lnTo>
                <a:lnTo>
                  <a:pt x="27856" y="81775"/>
                </a:lnTo>
                <a:lnTo>
                  <a:pt x="27856" y="81775"/>
                </a:lnTo>
                <a:lnTo>
                  <a:pt x="27856" y="81774"/>
                </a:lnTo>
                <a:lnTo>
                  <a:pt x="27856" y="81774"/>
                </a:lnTo>
                <a:lnTo>
                  <a:pt x="27856" y="81774"/>
                </a:lnTo>
                <a:lnTo>
                  <a:pt x="27856" y="81774"/>
                </a:lnTo>
                <a:lnTo>
                  <a:pt x="27856" y="81774"/>
                </a:lnTo>
                <a:lnTo>
                  <a:pt x="27856" y="81774"/>
                </a:lnTo>
                <a:lnTo>
                  <a:pt x="27856" y="81773"/>
                </a:lnTo>
                <a:lnTo>
                  <a:pt x="27856" y="81773"/>
                </a:lnTo>
                <a:lnTo>
                  <a:pt x="27856" y="81773"/>
                </a:lnTo>
                <a:lnTo>
                  <a:pt x="27856" y="81773"/>
                </a:lnTo>
                <a:lnTo>
                  <a:pt x="27856" y="81773"/>
                </a:lnTo>
                <a:lnTo>
                  <a:pt x="27856" y="81773"/>
                </a:lnTo>
                <a:lnTo>
                  <a:pt x="27856" y="81772"/>
                </a:lnTo>
                <a:lnTo>
                  <a:pt x="27856" y="81772"/>
                </a:lnTo>
                <a:lnTo>
                  <a:pt x="27856" y="81772"/>
                </a:lnTo>
                <a:lnTo>
                  <a:pt x="27856" y="81772"/>
                </a:lnTo>
                <a:lnTo>
                  <a:pt x="27856" y="81772"/>
                </a:lnTo>
                <a:lnTo>
                  <a:pt x="27856" y="81772"/>
                </a:lnTo>
                <a:lnTo>
                  <a:pt x="27856" y="81771"/>
                </a:lnTo>
                <a:lnTo>
                  <a:pt x="27856" y="81771"/>
                </a:lnTo>
                <a:lnTo>
                  <a:pt x="27856" y="81771"/>
                </a:lnTo>
                <a:lnTo>
                  <a:pt x="27856" y="81771"/>
                </a:lnTo>
                <a:lnTo>
                  <a:pt x="27856" y="81771"/>
                </a:lnTo>
                <a:lnTo>
                  <a:pt x="27856" y="81771"/>
                </a:lnTo>
                <a:lnTo>
                  <a:pt x="27856" y="81770"/>
                </a:lnTo>
                <a:lnTo>
                  <a:pt x="27856" y="81770"/>
                </a:lnTo>
                <a:lnTo>
                  <a:pt x="27856" y="81770"/>
                </a:lnTo>
                <a:lnTo>
                  <a:pt x="27856" y="81770"/>
                </a:lnTo>
                <a:lnTo>
                  <a:pt x="27856" y="81770"/>
                </a:lnTo>
                <a:lnTo>
                  <a:pt x="27856" y="81770"/>
                </a:lnTo>
                <a:lnTo>
                  <a:pt x="27856" y="81769"/>
                </a:lnTo>
                <a:lnTo>
                  <a:pt x="27856" y="81769"/>
                </a:lnTo>
                <a:lnTo>
                  <a:pt x="27856" y="81769"/>
                </a:lnTo>
                <a:lnTo>
                  <a:pt x="27856" y="81769"/>
                </a:lnTo>
                <a:lnTo>
                  <a:pt x="27856" y="81769"/>
                </a:lnTo>
                <a:lnTo>
                  <a:pt x="27856" y="81769"/>
                </a:lnTo>
                <a:lnTo>
                  <a:pt x="27856" y="81768"/>
                </a:lnTo>
                <a:lnTo>
                  <a:pt x="27856" y="81768"/>
                </a:lnTo>
                <a:lnTo>
                  <a:pt x="27856" y="81768"/>
                </a:lnTo>
                <a:lnTo>
                  <a:pt x="27856" y="81768"/>
                </a:lnTo>
                <a:lnTo>
                  <a:pt x="27856" y="81768"/>
                </a:lnTo>
                <a:lnTo>
                  <a:pt x="27856" y="81768"/>
                </a:lnTo>
                <a:lnTo>
                  <a:pt x="27856" y="81768"/>
                </a:lnTo>
                <a:lnTo>
                  <a:pt x="27856" y="81767"/>
                </a:lnTo>
                <a:lnTo>
                  <a:pt x="27856" y="81767"/>
                </a:lnTo>
                <a:lnTo>
                  <a:pt x="27856" y="81767"/>
                </a:lnTo>
                <a:lnTo>
                  <a:pt x="27856" y="81767"/>
                </a:lnTo>
                <a:lnTo>
                  <a:pt x="27856" y="81767"/>
                </a:lnTo>
                <a:lnTo>
                  <a:pt x="27856" y="81767"/>
                </a:lnTo>
                <a:lnTo>
                  <a:pt x="27856" y="81766"/>
                </a:lnTo>
                <a:lnTo>
                  <a:pt x="27856" y="81766"/>
                </a:lnTo>
                <a:lnTo>
                  <a:pt x="27856" y="81766"/>
                </a:lnTo>
                <a:lnTo>
                  <a:pt x="27856" y="81766"/>
                </a:lnTo>
                <a:lnTo>
                  <a:pt x="27856" y="81766"/>
                </a:lnTo>
                <a:lnTo>
                  <a:pt x="27856" y="81766"/>
                </a:lnTo>
                <a:lnTo>
                  <a:pt x="27856" y="81765"/>
                </a:lnTo>
                <a:lnTo>
                  <a:pt x="27856" y="81765"/>
                </a:lnTo>
                <a:lnTo>
                  <a:pt x="27856" y="81765"/>
                </a:lnTo>
                <a:lnTo>
                  <a:pt x="27856" y="81765"/>
                </a:lnTo>
                <a:lnTo>
                  <a:pt x="27856" y="81765"/>
                </a:lnTo>
                <a:lnTo>
                  <a:pt x="27856" y="81765"/>
                </a:lnTo>
                <a:lnTo>
                  <a:pt x="27856" y="81764"/>
                </a:lnTo>
                <a:lnTo>
                  <a:pt x="27856" y="81764"/>
                </a:lnTo>
                <a:lnTo>
                  <a:pt x="27856" y="81764"/>
                </a:lnTo>
                <a:lnTo>
                  <a:pt x="27856" y="81764"/>
                </a:lnTo>
                <a:lnTo>
                  <a:pt x="27856" y="81764"/>
                </a:lnTo>
                <a:lnTo>
                  <a:pt x="27856" y="81764"/>
                </a:lnTo>
                <a:lnTo>
                  <a:pt x="27856" y="81763"/>
                </a:lnTo>
                <a:lnTo>
                  <a:pt x="27856" y="81763"/>
                </a:lnTo>
                <a:lnTo>
                  <a:pt x="27856" y="81763"/>
                </a:lnTo>
                <a:lnTo>
                  <a:pt x="27856" y="81763"/>
                </a:lnTo>
                <a:lnTo>
                  <a:pt x="27856" y="81763"/>
                </a:lnTo>
                <a:lnTo>
                  <a:pt x="27856" y="81763"/>
                </a:lnTo>
                <a:lnTo>
                  <a:pt x="27856" y="81762"/>
                </a:lnTo>
                <a:lnTo>
                  <a:pt x="27856" y="81762"/>
                </a:lnTo>
                <a:lnTo>
                  <a:pt x="27856" y="81762"/>
                </a:lnTo>
                <a:lnTo>
                  <a:pt x="27856" y="81762"/>
                </a:lnTo>
                <a:lnTo>
                  <a:pt x="27856" y="81762"/>
                </a:lnTo>
                <a:lnTo>
                  <a:pt x="27856" y="81762"/>
                </a:lnTo>
                <a:lnTo>
                  <a:pt x="27856" y="81762"/>
                </a:lnTo>
                <a:lnTo>
                  <a:pt x="27856" y="81761"/>
                </a:lnTo>
                <a:lnTo>
                  <a:pt x="27856" y="81761"/>
                </a:lnTo>
                <a:lnTo>
                  <a:pt x="27856" y="81761"/>
                </a:lnTo>
                <a:lnTo>
                  <a:pt x="27856" y="81761"/>
                </a:lnTo>
                <a:lnTo>
                  <a:pt x="27856" y="81761"/>
                </a:lnTo>
                <a:lnTo>
                  <a:pt x="27856" y="81761"/>
                </a:lnTo>
                <a:lnTo>
                  <a:pt x="27856" y="81760"/>
                </a:lnTo>
                <a:lnTo>
                  <a:pt x="27856" y="81760"/>
                </a:lnTo>
                <a:lnTo>
                  <a:pt x="27856" y="81760"/>
                </a:lnTo>
                <a:lnTo>
                  <a:pt x="27856" y="81760"/>
                </a:lnTo>
                <a:lnTo>
                  <a:pt x="27856" y="81760"/>
                </a:lnTo>
                <a:lnTo>
                  <a:pt x="27856" y="81760"/>
                </a:lnTo>
                <a:lnTo>
                  <a:pt x="27856" y="81759"/>
                </a:lnTo>
                <a:lnTo>
                  <a:pt x="27856" y="81759"/>
                </a:lnTo>
                <a:lnTo>
                  <a:pt x="27856" y="81759"/>
                </a:lnTo>
                <a:lnTo>
                  <a:pt x="27856" y="81759"/>
                </a:lnTo>
                <a:lnTo>
                  <a:pt x="27856" y="81759"/>
                </a:lnTo>
                <a:lnTo>
                  <a:pt x="27856" y="81759"/>
                </a:lnTo>
                <a:lnTo>
                  <a:pt x="27856" y="81758"/>
                </a:lnTo>
                <a:lnTo>
                  <a:pt x="27856" y="81758"/>
                </a:lnTo>
                <a:lnTo>
                  <a:pt x="27856" y="81758"/>
                </a:lnTo>
                <a:lnTo>
                  <a:pt x="27856" y="81758"/>
                </a:lnTo>
                <a:lnTo>
                  <a:pt x="27856" y="81758"/>
                </a:lnTo>
                <a:lnTo>
                  <a:pt x="27856" y="81758"/>
                </a:lnTo>
                <a:lnTo>
                  <a:pt x="27856" y="81757"/>
                </a:lnTo>
                <a:lnTo>
                  <a:pt x="27856" y="81757"/>
                </a:lnTo>
                <a:lnTo>
                  <a:pt x="27856" y="81757"/>
                </a:lnTo>
                <a:lnTo>
                  <a:pt x="27856" y="81757"/>
                </a:lnTo>
                <a:lnTo>
                  <a:pt x="27856" y="81757"/>
                </a:lnTo>
                <a:lnTo>
                  <a:pt x="27856" y="81757"/>
                </a:lnTo>
                <a:lnTo>
                  <a:pt x="27856" y="81756"/>
                </a:lnTo>
                <a:lnTo>
                  <a:pt x="27856" y="81756"/>
                </a:lnTo>
                <a:lnTo>
                  <a:pt x="27856" y="81756"/>
                </a:lnTo>
                <a:lnTo>
                  <a:pt x="27856" y="81756"/>
                </a:lnTo>
                <a:lnTo>
                  <a:pt x="27856" y="81756"/>
                </a:lnTo>
                <a:lnTo>
                  <a:pt x="27856" y="81756"/>
                </a:lnTo>
                <a:lnTo>
                  <a:pt x="27856" y="81756"/>
                </a:lnTo>
                <a:lnTo>
                  <a:pt x="27856" y="81755"/>
                </a:lnTo>
                <a:lnTo>
                  <a:pt x="27856" y="81755"/>
                </a:lnTo>
                <a:lnTo>
                  <a:pt x="27856" y="81755"/>
                </a:lnTo>
                <a:lnTo>
                  <a:pt x="27856" y="81755"/>
                </a:lnTo>
                <a:lnTo>
                  <a:pt x="27856" y="81755"/>
                </a:lnTo>
                <a:lnTo>
                  <a:pt x="27856" y="81755"/>
                </a:lnTo>
                <a:lnTo>
                  <a:pt x="27856" y="81754"/>
                </a:lnTo>
                <a:lnTo>
                  <a:pt x="27856" y="81754"/>
                </a:lnTo>
                <a:lnTo>
                  <a:pt x="27856" y="81754"/>
                </a:lnTo>
                <a:lnTo>
                  <a:pt x="27856" y="81754"/>
                </a:lnTo>
                <a:lnTo>
                  <a:pt x="27856" y="81754"/>
                </a:lnTo>
                <a:lnTo>
                  <a:pt x="27856" y="81754"/>
                </a:lnTo>
                <a:lnTo>
                  <a:pt x="27856" y="81753"/>
                </a:lnTo>
                <a:lnTo>
                  <a:pt x="27856" y="81753"/>
                </a:lnTo>
                <a:lnTo>
                  <a:pt x="27856" y="81753"/>
                </a:lnTo>
                <a:lnTo>
                  <a:pt x="27856" y="81753"/>
                </a:lnTo>
                <a:lnTo>
                  <a:pt x="27856" y="81753"/>
                </a:lnTo>
                <a:lnTo>
                  <a:pt x="27856" y="81753"/>
                </a:lnTo>
                <a:lnTo>
                  <a:pt x="27856" y="81752"/>
                </a:lnTo>
                <a:lnTo>
                  <a:pt x="27856" y="81752"/>
                </a:lnTo>
                <a:lnTo>
                  <a:pt x="27856" y="81752"/>
                </a:lnTo>
                <a:lnTo>
                  <a:pt x="27856" y="81752"/>
                </a:lnTo>
                <a:lnTo>
                  <a:pt x="27856" y="81752"/>
                </a:lnTo>
                <a:lnTo>
                  <a:pt x="27856" y="81752"/>
                </a:lnTo>
                <a:lnTo>
                  <a:pt x="27856" y="81752"/>
                </a:lnTo>
                <a:lnTo>
                  <a:pt x="27856" y="81751"/>
                </a:lnTo>
                <a:lnTo>
                  <a:pt x="27856" y="81751"/>
                </a:lnTo>
                <a:lnTo>
                  <a:pt x="27856" y="81751"/>
                </a:lnTo>
                <a:lnTo>
                  <a:pt x="27856" y="81751"/>
                </a:lnTo>
                <a:lnTo>
                  <a:pt x="27856" y="81751"/>
                </a:lnTo>
                <a:lnTo>
                  <a:pt x="27856" y="81751"/>
                </a:lnTo>
                <a:lnTo>
                  <a:pt x="27856" y="81750"/>
                </a:lnTo>
                <a:lnTo>
                  <a:pt x="27856" y="81750"/>
                </a:lnTo>
                <a:lnTo>
                  <a:pt x="27856" y="81750"/>
                </a:lnTo>
                <a:lnTo>
                  <a:pt x="27856" y="81750"/>
                </a:lnTo>
                <a:lnTo>
                  <a:pt x="27856" y="81750"/>
                </a:lnTo>
                <a:lnTo>
                  <a:pt x="27856" y="81750"/>
                </a:lnTo>
                <a:lnTo>
                  <a:pt x="27856" y="81749"/>
                </a:lnTo>
                <a:lnTo>
                  <a:pt x="27856" y="81749"/>
                </a:lnTo>
                <a:lnTo>
                  <a:pt x="27856" y="81749"/>
                </a:lnTo>
                <a:lnTo>
                  <a:pt x="27856" y="81749"/>
                </a:lnTo>
                <a:lnTo>
                  <a:pt x="27856" y="81749"/>
                </a:lnTo>
                <a:lnTo>
                  <a:pt x="27856" y="81749"/>
                </a:lnTo>
                <a:lnTo>
                  <a:pt x="27856" y="81748"/>
                </a:lnTo>
                <a:lnTo>
                  <a:pt x="27856" y="81748"/>
                </a:lnTo>
                <a:lnTo>
                  <a:pt x="27856" y="81748"/>
                </a:lnTo>
                <a:lnTo>
                  <a:pt x="27856" y="81748"/>
                </a:lnTo>
                <a:lnTo>
                  <a:pt x="27856" y="81748"/>
                </a:lnTo>
                <a:lnTo>
                  <a:pt x="27856" y="81748"/>
                </a:lnTo>
                <a:lnTo>
                  <a:pt x="27856" y="81747"/>
                </a:lnTo>
                <a:lnTo>
                  <a:pt x="27856" y="81747"/>
                </a:lnTo>
                <a:lnTo>
                  <a:pt x="27856" y="81747"/>
                </a:lnTo>
                <a:lnTo>
                  <a:pt x="27856" y="81747"/>
                </a:lnTo>
                <a:lnTo>
                  <a:pt x="27856" y="81747"/>
                </a:lnTo>
                <a:lnTo>
                  <a:pt x="27856" y="81747"/>
                </a:lnTo>
                <a:lnTo>
                  <a:pt x="27856" y="81747"/>
                </a:lnTo>
                <a:lnTo>
                  <a:pt x="27856" y="81746"/>
                </a:lnTo>
                <a:lnTo>
                  <a:pt x="27856" y="81746"/>
                </a:lnTo>
                <a:lnTo>
                  <a:pt x="27856" y="81746"/>
                </a:lnTo>
                <a:lnTo>
                  <a:pt x="27856" y="81746"/>
                </a:lnTo>
                <a:lnTo>
                  <a:pt x="27856" y="81746"/>
                </a:lnTo>
                <a:lnTo>
                  <a:pt x="27856" y="81746"/>
                </a:lnTo>
                <a:lnTo>
                  <a:pt x="27856" y="81745"/>
                </a:lnTo>
                <a:lnTo>
                  <a:pt x="27856" y="81745"/>
                </a:lnTo>
                <a:lnTo>
                  <a:pt x="27856" y="81745"/>
                </a:lnTo>
                <a:lnTo>
                  <a:pt x="27856" y="81745"/>
                </a:lnTo>
                <a:lnTo>
                  <a:pt x="27856" y="81745"/>
                </a:lnTo>
                <a:lnTo>
                  <a:pt x="27856" y="81745"/>
                </a:lnTo>
                <a:lnTo>
                  <a:pt x="27856" y="81744"/>
                </a:lnTo>
                <a:lnTo>
                  <a:pt x="27856" y="81744"/>
                </a:lnTo>
                <a:lnTo>
                  <a:pt x="27856" y="81744"/>
                </a:lnTo>
                <a:lnTo>
                  <a:pt x="27856" y="81744"/>
                </a:lnTo>
                <a:lnTo>
                  <a:pt x="27856" y="81744"/>
                </a:lnTo>
                <a:lnTo>
                  <a:pt x="27856" y="81744"/>
                </a:lnTo>
                <a:lnTo>
                  <a:pt x="27856" y="81743"/>
                </a:lnTo>
                <a:lnTo>
                  <a:pt x="27856" y="81743"/>
                </a:lnTo>
                <a:lnTo>
                  <a:pt x="27856" y="81743"/>
                </a:lnTo>
                <a:lnTo>
                  <a:pt x="27856" y="81743"/>
                </a:lnTo>
                <a:lnTo>
                  <a:pt x="27856" y="81743"/>
                </a:lnTo>
                <a:lnTo>
                  <a:pt x="27856" y="81743"/>
                </a:lnTo>
                <a:lnTo>
                  <a:pt x="27856" y="81743"/>
                </a:lnTo>
                <a:lnTo>
                  <a:pt x="27856" y="81742"/>
                </a:lnTo>
                <a:lnTo>
                  <a:pt x="27856" y="81742"/>
                </a:lnTo>
                <a:lnTo>
                  <a:pt x="27856" y="81742"/>
                </a:lnTo>
                <a:lnTo>
                  <a:pt x="27856" y="81742"/>
                </a:lnTo>
                <a:lnTo>
                  <a:pt x="27856" y="81742"/>
                </a:lnTo>
                <a:lnTo>
                  <a:pt x="27856" y="81742"/>
                </a:lnTo>
                <a:lnTo>
                  <a:pt x="27856" y="81741"/>
                </a:lnTo>
                <a:lnTo>
                  <a:pt x="27856" y="81741"/>
                </a:lnTo>
                <a:lnTo>
                  <a:pt x="27856" y="81741"/>
                </a:lnTo>
                <a:lnTo>
                  <a:pt x="27856" y="81741"/>
                </a:lnTo>
                <a:lnTo>
                  <a:pt x="27856" y="81741"/>
                </a:lnTo>
                <a:lnTo>
                  <a:pt x="27856" y="81741"/>
                </a:lnTo>
                <a:lnTo>
                  <a:pt x="27856" y="81740"/>
                </a:lnTo>
                <a:lnTo>
                  <a:pt x="27856" y="81740"/>
                </a:lnTo>
                <a:lnTo>
                  <a:pt x="27856" y="81740"/>
                </a:lnTo>
                <a:lnTo>
                  <a:pt x="27856" y="81740"/>
                </a:lnTo>
                <a:lnTo>
                  <a:pt x="27856" y="81740"/>
                </a:lnTo>
                <a:lnTo>
                  <a:pt x="27856" y="81740"/>
                </a:lnTo>
                <a:lnTo>
                  <a:pt x="27856" y="81739"/>
                </a:lnTo>
                <a:lnTo>
                  <a:pt x="27856" y="81739"/>
                </a:lnTo>
                <a:lnTo>
                  <a:pt x="27856" y="81739"/>
                </a:lnTo>
                <a:lnTo>
                  <a:pt x="27856" y="81739"/>
                </a:lnTo>
                <a:lnTo>
                  <a:pt x="27856" y="81739"/>
                </a:lnTo>
                <a:lnTo>
                  <a:pt x="27856" y="81739"/>
                </a:lnTo>
                <a:lnTo>
                  <a:pt x="27856" y="81739"/>
                </a:lnTo>
                <a:lnTo>
                  <a:pt x="27856" y="81738"/>
                </a:lnTo>
                <a:lnTo>
                  <a:pt x="27856" y="81738"/>
                </a:lnTo>
                <a:lnTo>
                  <a:pt x="27856" y="81738"/>
                </a:lnTo>
                <a:lnTo>
                  <a:pt x="27856" y="81738"/>
                </a:lnTo>
                <a:lnTo>
                  <a:pt x="27856" y="81738"/>
                </a:lnTo>
                <a:lnTo>
                  <a:pt x="27856" y="81738"/>
                </a:lnTo>
                <a:lnTo>
                  <a:pt x="27856" y="81737"/>
                </a:lnTo>
                <a:lnTo>
                  <a:pt x="27856" y="81737"/>
                </a:lnTo>
                <a:lnTo>
                  <a:pt x="27856" y="81737"/>
                </a:lnTo>
                <a:lnTo>
                  <a:pt x="27856" y="81737"/>
                </a:lnTo>
                <a:lnTo>
                  <a:pt x="27856" y="81737"/>
                </a:lnTo>
                <a:lnTo>
                  <a:pt x="27856" y="81737"/>
                </a:lnTo>
                <a:lnTo>
                  <a:pt x="27856" y="81736"/>
                </a:lnTo>
                <a:lnTo>
                  <a:pt x="27856" y="81736"/>
                </a:lnTo>
                <a:lnTo>
                  <a:pt x="27856" y="81736"/>
                </a:lnTo>
                <a:lnTo>
                  <a:pt x="27856" y="81736"/>
                </a:lnTo>
                <a:lnTo>
                  <a:pt x="27856" y="81736"/>
                </a:lnTo>
                <a:lnTo>
                  <a:pt x="27856" y="81736"/>
                </a:lnTo>
                <a:lnTo>
                  <a:pt x="27856" y="81735"/>
                </a:lnTo>
                <a:lnTo>
                  <a:pt x="27856" y="81735"/>
                </a:lnTo>
                <a:lnTo>
                  <a:pt x="27856" y="81735"/>
                </a:lnTo>
                <a:lnTo>
                  <a:pt x="27856" y="81735"/>
                </a:lnTo>
                <a:lnTo>
                  <a:pt x="27856" y="81735"/>
                </a:lnTo>
                <a:lnTo>
                  <a:pt x="27856" y="81735"/>
                </a:lnTo>
                <a:lnTo>
                  <a:pt x="27856" y="81735"/>
                </a:lnTo>
                <a:lnTo>
                  <a:pt x="27856" y="81734"/>
                </a:lnTo>
                <a:lnTo>
                  <a:pt x="27856" y="81734"/>
                </a:lnTo>
                <a:lnTo>
                  <a:pt x="27856" y="81734"/>
                </a:lnTo>
                <a:lnTo>
                  <a:pt x="27856" y="81734"/>
                </a:lnTo>
                <a:lnTo>
                  <a:pt x="27856" y="81734"/>
                </a:lnTo>
                <a:lnTo>
                  <a:pt x="27856" y="81734"/>
                </a:lnTo>
                <a:lnTo>
                  <a:pt x="27856" y="81733"/>
                </a:lnTo>
                <a:lnTo>
                  <a:pt x="27856" y="81733"/>
                </a:lnTo>
                <a:lnTo>
                  <a:pt x="27856" y="81733"/>
                </a:lnTo>
                <a:lnTo>
                  <a:pt x="27856" y="81733"/>
                </a:lnTo>
                <a:lnTo>
                  <a:pt x="27856" y="81733"/>
                </a:lnTo>
                <a:lnTo>
                  <a:pt x="27856" y="81733"/>
                </a:lnTo>
                <a:lnTo>
                  <a:pt x="27856" y="81732"/>
                </a:lnTo>
                <a:lnTo>
                  <a:pt x="27856" y="81732"/>
                </a:lnTo>
                <a:lnTo>
                  <a:pt x="27856" y="81732"/>
                </a:lnTo>
                <a:lnTo>
                  <a:pt x="27856" y="81732"/>
                </a:lnTo>
                <a:lnTo>
                  <a:pt x="27856" y="81732"/>
                </a:lnTo>
                <a:lnTo>
                  <a:pt x="27856" y="81732"/>
                </a:lnTo>
                <a:lnTo>
                  <a:pt x="27856" y="81732"/>
                </a:lnTo>
                <a:lnTo>
                  <a:pt x="27856" y="81731"/>
                </a:lnTo>
                <a:lnTo>
                  <a:pt x="27856" y="81731"/>
                </a:lnTo>
                <a:lnTo>
                  <a:pt x="27856" y="81731"/>
                </a:lnTo>
                <a:lnTo>
                  <a:pt x="27856" y="81731"/>
                </a:lnTo>
                <a:lnTo>
                  <a:pt x="27856" y="81731"/>
                </a:lnTo>
                <a:lnTo>
                  <a:pt x="27856" y="81731"/>
                </a:lnTo>
                <a:lnTo>
                  <a:pt x="27856" y="81730"/>
                </a:lnTo>
                <a:lnTo>
                  <a:pt x="27856" y="81730"/>
                </a:lnTo>
                <a:lnTo>
                  <a:pt x="27856" y="81730"/>
                </a:lnTo>
                <a:lnTo>
                  <a:pt x="27856" y="81730"/>
                </a:lnTo>
                <a:lnTo>
                  <a:pt x="27856" y="81730"/>
                </a:lnTo>
                <a:lnTo>
                  <a:pt x="27856" y="81730"/>
                </a:lnTo>
                <a:lnTo>
                  <a:pt x="27856" y="81729"/>
                </a:lnTo>
                <a:lnTo>
                  <a:pt x="27856" y="81729"/>
                </a:lnTo>
                <a:lnTo>
                  <a:pt x="27856" y="81729"/>
                </a:lnTo>
                <a:lnTo>
                  <a:pt x="27856" y="81729"/>
                </a:lnTo>
                <a:lnTo>
                  <a:pt x="27856" y="81729"/>
                </a:lnTo>
                <a:lnTo>
                  <a:pt x="27856" y="81729"/>
                </a:lnTo>
                <a:lnTo>
                  <a:pt x="27856" y="81728"/>
                </a:lnTo>
                <a:lnTo>
                  <a:pt x="27856" y="81728"/>
                </a:lnTo>
                <a:lnTo>
                  <a:pt x="27856" y="81728"/>
                </a:lnTo>
                <a:lnTo>
                  <a:pt x="27856" y="81728"/>
                </a:lnTo>
                <a:lnTo>
                  <a:pt x="27856" y="81728"/>
                </a:lnTo>
                <a:lnTo>
                  <a:pt x="27856" y="81728"/>
                </a:lnTo>
                <a:lnTo>
                  <a:pt x="27856" y="81728"/>
                </a:lnTo>
                <a:lnTo>
                  <a:pt x="27856" y="81727"/>
                </a:lnTo>
                <a:lnTo>
                  <a:pt x="27856" y="81727"/>
                </a:lnTo>
                <a:lnTo>
                  <a:pt x="27856" y="81727"/>
                </a:lnTo>
                <a:lnTo>
                  <a:pt x="27856" y="81727"/>
                </a:lnTo>
                <a:lnTo>
                  <a:pt x="27856" y="81727"/>
                </a:lnTo>
                <a:lnTo>
                  <a:pt x="27856" y="81727"/>
                </a:lnTo>
                <a:lnTo>
                  <a:pt x="27856" y="81726"/>
                </a:lnTo>
                <a:lnTo>
                  <a:pt x="27856" y="81726"/>
                </a:lnTo>
                <a:lnTo>
                  <a:pt x="27856" y="81726"/>
                </a:lnTo>
                <a:lnTo>
                  <a:pt x="27856" y="81726"/>
                </a:lnTo>
                <a:lnTo>
                  <a:pt x="27856" y="81726"/>
                </a:lnTo>
                <a:lnTo>
                  <a:pt x="27856" y="81726"/>
                </a:lnTo>
                <a:lnTo>
                  <a:pt x="27856" y="81725"/>
                </a:lnTo>
                <a:lnTo>
                  <a:pt x="27856" y="81725"/>
                </a:lnTo>
                <a:lnTo>
                  <a:pt x="27856" y="81725"/>
                </a:lnTo>
                <a:lnTo>
                  <a:pt x="27856" y="81725"/>
                </a:lnTo>
                <a:lnTo>
                  <a:pt x="27856" y="81725"/>
                </a:lnTo>
                <a:lnTo>
                  <a:pt x="27856" y="81725"/>
                </a:lnTo>
                <a:lnTo>
                  <a:pt x="27856" y="81725"/>
                </a:lnTo>
                <a:lnTo>
                  <a:pt x="27856" y="81724"/>
                </a:lnTo>
                <a:lnTo>
                  <a:pt x="27856" y="81724"/>
                </a:lnTo>
                <a:lnTo>
                  <a:pt x="27856" y="81724"/>
                </a:lnTo>
                <a:lnTo>
                  <a:pt x="27856" y="81724"/>
                </a:lnTo>
                <a:lnTo>
                  <a:pt x="27856" y="81724"/>
                </a:lnTo>
                <a:lnTo>
                  <a:pt x="27856" y="81724"/>
                </a:lnTo>
                <a:lnTo>
                  <a:pt x="27856" y="81723"/>
                </a:lnTo>
                <a:lnTo>
                  <a:pt x="27856" y="81723"/>
                </a:lnTo>
                <a:lnTo>
                  <a:pt x="27856" y="81723"/>
                </a:lnTo>
                <a:lnTo>
                  <a:pt x="27856" y="81723"/>
                </a:lnTo>
                <a:lnTo>
                  <a:pt x="27856" y="81723"/>
                </a:lnTo>
                <a:lnTo>
                  <a:pt x="27856" y="81723"/>
                </a:lnTo>
                <a:lnTo>
                  <a:pt x="27856" y="81722"/>
                </a:lnTo>
                <a:lnTo>
                  <a:pt x="27856" y="81722"/>
                </a:lnTo>
                <a:lnTo>
                  <a:pt x="27856" y="81722"/>
                </a:lnTo>
                <a:lnTo>
                  <a:pt x="27856" y="81722"/>
                </a:lnTo>
                <a:lnTo>
                  <a:pt x="27856" y="81722"/>
                </a:lnTo>
                <a:lnTo>
                  <a:pt x="27856" y="81722"/>
                </a:lnTo>
                <a:lnTo>
                  <a:pt x="27856" y="81722"/>
                </a:lnTo>
                <a:lnTo>
                  <a:pt x="27856" y="81721"/>
                </a:lnTo>
                <a:lnTo>
                  <a:pt x="27856" y="81721"/>
                </a:lnTo>
                <a:lnTo>
                  <a:pt x="27856" y="81721"/>
                </a:lnTo>
                <a:lnTo>
                  <a:pt x="27856" y="81721"/>
                </a:lnTo>
                <a:lnTo>
                  <a:pt x="27856" y="81721"/>
                </a:lnTo>
                <a:lnTo>
                  <a:pt x="27856" y="81721"/>
                </a:lnTo>
                <a:lnTo>
                  <a:pt x="27856" y="81720"/>
                </a:lnTo>
                <a:lnTo>
                  <a:pt x="27856" y="81720"/>
                </a:lnTo>
                <a:lnTo>
                  <a:pt x="27856" y="81720"/>
                </a:lnTo>
                <a:lnTo>
                  <a:pt x="27856" y="81720"/>
                </a:lnTo>
                <a:lnTo>
                  <a:pt x="27856" y="81720"/>
                </a:lnTo>
                <a:lnTo>
                  <a:pt x="27856" y="81720"/>
                </a:lnTo>
                <a:lnTo>
                  <a:pt x="27856" y="81719"/>
                </a:lnTo>
                <a:lnTo>
                  <a:pt x="27856" y="81719"/>
                </a:lnTo>
                <a:lnTo>
                  <a:pt x="27856" y="81719"/>
                </a:lnTo>
                <a:lnTo>
                  <a:pt x="27856" y="81719"/>
                </a:lnTo>
                <a:lnTo>
                  <a:pt x="27856" y="81719"/>
                </a:lnTo>
                <a:lnTo>
                  <a:pt x="27856" y="81719"/>
                </a:lnTo>
                <a:lnTo>
                  <a:pt x="27856" y="81719"/>
                </a:lnTo>
                <a:lnTo>
                  <a:pt x="27856" y="81718"/>
                </a:lnTo>
                <a:lnTo>
                  <a:pt x="27856" y="81718"/>
                </a:lnTo>
                <a:lnTo>
                  <a:pt x="27856" y="81718"/>
                </a:lnTo>
                <a:lnTo>
                  <a:pt x="27856" y="81718"/>
                </a:lnTo>
                <a:lnTo>
                  <a:pt x="27856" y="81718"/>
                </a:lnTo>
                <a:lnTo>
                  <a:pt x="27856" y="81718"/>
                </a:lnTo>
                <a:lnTo>
                  <a:pt x="27856" y="81717"/>
                </a:lnTo>
                <a:lnTo>
                  <a:pt x="27856" y="81717"/>
                </a:lnTo>
                <a:lnTo>
                  <a:pt x="27856" y="81717"/>
                </a:lnTo>
                <a:lnTo>
                  <a:pt x="27856" y="81717"/>
                </a:lnTo>
                <a:lnTo>
                  <a:pt x="27856" y="81717"/>
                </a:lnTo>
                <a:lnTo>
                  <a:pt x="27856" y="81717"/>
                </a:lnTo>
                <a:lnTo>
                  <a:pt x="27856" y="81716"/>
                </a:lnTo>
                <a:lnTo>
                  <a:pt x="27856" y="81716"/>
                </a:lnTo>
                <a:lnTo>
                  <a:pt x="27856" y="81716"/>
                </a:lnTo>
                <a:lnTo>
                  <a:pt x="27856" y="81716"/>
                </a:lnTo>
                <a:lnTo>
                  <a:pt x="27856" y="81716"/>
                </a:lnTo>
                <a:lnTo>
                  <a:pt x="27856" y="81716"/>
                </a:lnTo>
                <a:lnTo>
                  <a:pt x="27856" y="81716"/>
                </a:lnTo>
                <a:lnTo>
                  <a:pt x="27856" y="81715"/>
                </a:lnTo>
                <a:lnTo>
                  <a:pt x="27856" y="81715"/>
                </a:lnTo>
                <a:lnTo>
                  <a:pt x="27856" y="81715"/>
                </a:lnTo>
                <a:lnTo>
                  <a:pt x="27856" y="81715"/>
                </a:lnTo>
                <a:lnTo>
                  <a:pt x="27856" y="81715"/>
                </a:lnTo>
                <a:lnTo>
                  <a:pt x="27856" y="81715"/>
                </a:lnTo>
                <a:lnTo>
                  <a:pt x="27856" y="81714"/>
                </a:lnTo>
                <a:lnTo>
                  <a:pt x="27856" y="81714"/>
                </a:lnTo>
                <a:lnTo>
                  <a:pt x="27856" y="81714"/>
                </a:lnTo>
                <a:lnTo>
                  <a:pt x="27856" y="81714"/>
                </a:lnTo>
                <a:lnTo>
                  <a:pt x="27856" y="81714"/>
                </a:lnTo>
                <a:lnTo>
                  <a:pt x="27856" y="81714"/>
                </a:lnTo>
                <a:lnTo>
                  <a:pt x="27856" y="81713"/>
                </a:lnTo>
                <a:lnTo>
                  <a:pt x="27856" y="81713"/>
                </a:lnTo>
                <a:lnTo>
                  <a:pt x="27856" y="81713"/>
                </a:lnTo>
                <a:lnTo>
                  <a:pt x="27856" y="81713"/>
                </a:lnTo>
                <a:lnTo>
                  <a:pt x="27856" y="81713"/>
                </a:lnTo>
                <a:lnTo>
                  <a:pt x="27856" y="81713"/>
                </a:lnTo>
                <a:lnTo>
                  <a:pt x="27856" y="81713"/>
                </a:lnTo>
                <a:lnTo>
                  <a:pt x="27856" y="81712"/>
                </a:lnTo>
                <a:lnTo>
                  <a:pt x="27856" y="81712"/>
                </a:lnTo>
                <a:lnTo>
                  <a:pt x="27856" y="81712"/>
                </a:lnTo>
                <a:lnTo>
                  <a:pt x="27856" y="81712"/>
                </a:lnTo>
                <a:lnTo>
                  <a:pt x="27856" y="81712"/>
                </a:lnTo>
                <a:lnTo>
                  <a:pt x="27856" y="81712"/>
                </a:lnTo>
                <a:lnTo>
                  <a:pt x="27856" y="81711"/>
                </a:lnTo>
                <a:lnTo>
                  <a:pt x="27856" y="81711"/>
                </a:lnTo>
                <a:lnTo>
                  <a:pt x="27856" y="81711"/>
                </a:lnTo>
                <a:lnTo>
                  <a:pt x="27856" y="81711"/>
                </a:lnTo>
                <a:lnTo>
                  <a:pt x="27856" y="81711"/>
                </a:lnTo>
                <a:lnTo>
                  <a:pt x="27856" y="81711"/>
                </a:lnTo>
                <a:lnTo>
                  <a:pt x="27856" y="81711"/>
                </a:lnTo>
                <a:lnTo>
                  <a:pt x="27856" y="81710"/>
                </a:lnTo>
                <a:lnTo>
                  <a:pt x="27856" y="81710"/>
                </a:lnTo>
                <a:lnTo>
                  <a:pt x="27856" y="81710"/>
                </a:lnTo>
                <a:lnTo>
                  <a:pt x="27856" y="81710"/>
                </a:lnTo>
                <a:lnTo>
                  <a:pt x="27856" y="81710"/>
                </a:lnTo>
                <a:lnTo>
                  <a:pt x="27856" y="81710"/>
                </a:lnTo>
                <a:lnTo>
                  <a:pt x="27856" y="81709"/>
                </a:lnTo>
                <a:lnTo>
                  <a:pt x="27856" y="81709"/>
                </a:lnTo>
                <a:lnTo>
                  <a:pt x="27856" y="81709"/>
                </a:lnTo>
                <a:lnTo>
                  <a:pt x="27856" y="81709"/>
                </a:lnTo>
                <a:lnTo>
                  <a:pt x="27856" y="81709"/>
                </a:lnTo>
                <a:lnTo>
                  <a:pt x="27856" y="81709"/>
                </a:lnTo>
                <a:lnTo>
                  <a:pt x="27856" y="81708"/>
                </a:lnTo>
                <a:lnTo>
                  <a:pt x="27856" y="81708"/>
                </a:lnTo>
                <a:lnTo>
                  <a:pt x="27856" y="81708"/>
                </a:lnTo>
                <a:lnTo>
                  <a:pt x="27856" y="81708"/>
                </a:lnTo>
                <a:lnTo>
                  <a:pt x="27856" y="81708"/>
                </a:lnTo>
                <a:lnTo>
                  <a:pt x="27856" y="81708"/>
                </a:lnTo>
                <a:lnTo>
                  <a:pt x="27856" y="81708"/>
                </a:lnTo>
                <a:lnTo>
                  <a:pt x="27856" y="81707"/>
                </a:lnTo>
                <a:lnTo>
                  <a:pt x="27856" y="81707"/>
                </a:lnTo>
                <a:lnTo>
                  <a:pt x="27856" y="81707"/>
                </a:lnTo>
                <a:lnTo>
                  <a:pt x="27856" y="81707"/>
                </a:lnTo>
                <a:lnTo>
                  <a:pt x="27856" y="81707"/>
                </a:lnTo>
                <a:lnTo>
                  <a:pt x="27856" y="81707"/>
                </a:lnTo>
                <a:lnTo>
                  <a:pt x="27856" y="81706"/>
                </a:lnTo>
                <a:lnTo>
                  <a:pt x="27856" y="81706"/>
                </a:lnTo>
                <a:lnTo>
                  <a:pt x="27856" y="81706"/>
                </a:lnTo>
                <a:lnTo>
                  <a:pt x="27856" y="81706"/>
                </a:lnTo>
                <a:lnTo>
                  <a:pt x="27856" y="81706"/>
                </a:lnTo>
                <a:lnTo>
                  <a:pt x="27856" y="81706"/>
                </a:lnTo>
                <a:lnTo>
                  <a:pt x="27856" y="81706"/>
                </a:lnTo>
                <a:lnTo>
                  <a:pt x="27856" y="81705"/>
                </a:lnTo>
                <a:lnTo>
                  <a:pt x="27856" y="81705"/>
                </a:lnTo>
                <a:lnTo>
                  <a:pt x="27856" y="81705"/>
                </a:lnTo>
                <a:lnTo>
                  <a:pt x="27856" y="81705"/>
                </a:lnTo>
                <a:lnTo>
                  <a:pt x="27856" y="81705"/>
                </a:lnTo>
                <a:lnTo>
                  <a:pt x="27856" y="81705"/>
                </a:lnTo>
                <a:lnTo>
                  <a:pt x="27856" y="81704"/>
                </a:lnTo>
                <a:lnTo>
                  <a:pt x="27856" y="81704"/>
                </a:lnTo>
                <a:lnTo>
                  <a:pt x="27856" y="81704"/>
                </a:lnTo>
                <a:lnTo>
                  <a:pt x="27856" y="81704"/>
                </a:lnTo>
                <a:lnTo>
                  <a:pt x="27856" y="81704"/>
                </a:lnTo>
                <a:lnTo>
                  <a:pt x="27856" y="81704"/>
                </a:lnTo>
                <a:lnTo>
                  <a:pt x="27856" y="81703"/>
                </a:lnTo>
                <a:lnTo>
                  <a:pt x="27856" y="81703"/>
                </a:lnTo>
                <a:lnTo>
                  <a:pt x="27856" y="81703"/>
                </a:lnTo>
                <a:lnTo>
                  <a:pt x="27856" y="81703"/>
                </a:lnTo>
                <a:lnTo>
                  <a:pt x="27856" y="81703"/>
                </a:lnTo>
                <a:lnTo>
                  <a:pt x="27856" y="81703"/>
                </a:lnTo>
                <a:lnTo>
                  <a:pt x="27856" y="81703"/>
                </a:lnTo>
                <a:lnTo>
                  <a:pt x="27856" y="81702"/>
                </a:lnTo>
                <a:lnTo>
                  <a:pt x="27856" y="81702"/>
                </a:lnTo>
                <a:lnTo>
                  <a:pt x="27856" y="81702"/>
                </a:lnTo>
                <a:lnTo>
                  <a:pt x="27856" y="81702"/>
                </a:lnTo>
                <a:lnTo>
                  <a:pt x="27856" y="81702"/>
                </a:lnTo>
                <a:lnTo>
                  <a:pt x="27856" y="81702"/>
                </a:lnTo>
                <a:lnTo>
                  <a:pt x="27856" y="81701"/>
                </a:lnTo>
                <a:lnTo>
                  <a:pt x="27856" y="81701"/>
                </a:lnTo>
                <a:lnTo>
                  <a:pt x="27856" y="81701"/>
                </a:lnTo>
                <a:lnTo>
                  <a:pt x="27856" y="81701"/>
                </a:lnTo>
                <a:lnTo>
                  <a:pt x="27856" y="81701"/>
                </a:lnTo>
                <a:lnTo>
                  <a:pt x="27856" y="81701"/>
                </a:lnTo>
                <a:lnTo>
                  <a:pt x="27856" y="81701"/>
                </a:lnTo>
                <a:lnTo>
                  <a:pt x="27856" y="81700"/>
                </a:lnTo>
                <a:lnTo>
                  <a:pt x="27856" y="81700"/>
                </a:lnTo>
                <a:lnTo>
                  <a:pt x="27856" y="81700"/>
                </a:lnTo>
                <a:lnTo>
                  <a:pt x="27856" y="81700"/>
                </a:lnTo>
                <a:lnTo>
                  <a:pt x="27856" y="81700"/>
                </a:lnTo>
                <a:lnTo>
                  <a:pt x="27856" y="81700"/>
                </a:lnTo>
                <a:lnTo>
                  <a:pt x="27856" y="81699"/>
                </a:lnTo>
                <a:lnTo>
                  <a:pt x="27856" y="81699"/>
                </a:lnTo>
                <a:lnTo>
                  <a:pt x="27856" y="81699"/>
                </a:lnTo>
                <a:lnTo>
                  <a:pt x="27856" y="81699"/>
                </a:lnTo>
                <a:lnTo>
                  <a:pt x="27856" y="81699"/>
                </a:lnTo>
                <a:lnTo>
                  <a:pt x="27856" y="81699"/>
                </a:lnTo>
                <a:lnTo>
                  <a:pt x="27856" y="81699"/>
                </a:lnTo>
                <a:lnTo>
                  <a:pt x="27856" y="81698"/>
                </a:lnTo>
                <a:lnTo>
                  <a:pt x="27856" y="81698"/>
                </a:lnTo>
                <a:lnTo>
                  <a:pt x="27856" y="81698"/>
                </a:lnTo>
                <a:lnTo>
                  <a:pt x="27856" y="81698"/>
                </a:lnTo>
                <a:lnTo>
                  <a:pt x="27856" y="81698"/>
                </a:lnTo>
                <a:lnTo>
                  <a:pt x="27856" y="81698"/>
                </a:lnTo>
                <a:lnTo>
                  <a:pt x="27856" y="81697"/>
                </a:lnTo>
                <a:lnTo>
                  <a:pt x="27856" y="81697"/>
                </a:lnTo>
                <a:lnTo>
                  <a:pt x="27856" y="81697"/>
                </a:lnTo>
                <a:lnTo>
                  <a:pt x="27856" y="81697"/>
                </a:lnTo>
                <a:lnTo>
                  <a:pt x="27856" y="81697"/>
                </a:lnTo>
                <a:lnTo>
                  <a:pt x="27856" y="81697"/>
                </a:lnTo>
                <a:lnTo>
                  <a:pt x="27856" y="81696"/>
                </a:lnTo>
                <a:lnTo>
                  <a:pt x="27856" y="81696"/>
                </a:lnTo>
                <a:lnTo>
                  <a:pt x="27856" y="81696"/>
                </a:lnTo>
                <a:lnTo>
                  <a:pt x="27856" y="81696"/>
                </a:lnTo>
                <a:lnTo>
                  <a:pt x="27856" y="81696"/>
                </a:lnTo>
                <a:lnTo>
                  <a:pt x="27856" y="81696"/>
                </a:lnTo>
                <a:lnTo>
                  <a:pt x="27856" y="81696"/>
                </a:lnTo>
                <a:lnTo>
                  <a:pt x="27856" y="81695"/>
                </a:lnTo>
                <a:lnTo>
                  <a:pt x="27856" y="81695"/>
                </a:lnTo>
                <a:lnTo>
                  <a:pt x="27856" y="81695"/>
                </a:lnTo>
                <a:lnTo>
                  <a:pt x="27856" y="81695"/>
                </a:lnTo>
                <a:lnTo>
                  <a:pt x="27856" y="81695"/>
                </a:lnTo>
                <a:lnTo>
                  <a:pt x="27856" y="81695"/>
                </a:lnTo>
                <a:lnTo>
                  <a:pt x="27856" y="81694"/>
                </a:lnTo>
                <a:lnTo>
                  <a:pt x="27856" y="81694"/>
                </a:lnTo>
                <a:lnTo>
                  <a:pt x="27856" y="81694"/>
                </a:lnTo>
                <a:lnTo>
                  <a:pt x="27856" y="81694"/>
                </a:lnTo>
                <a:lnTo>
                  <a:pt x="27856" y="81694"/>
                </a:lnTo>
                <a:lnTo>
                  <a:pt x="27856" y="81694"/>
                </a:lnTo>
                <a:lnTo>
                  <a:pt x="27856" y="81694"/>
                </a:lnTo>
                <a:lnTo>
                  <a:pt x="27856" y="81693"/>
                </a:lnTo>
                <a:lnTo>
                  <a:pt x="27856" y="81693"/>
                </a:lnTo>
                <a:lnTo>
                  <a:pt x="27856" y="81693"/>
                </a:lnTo>
                <a:lnTo>
                  <a:pt x="27856" y="81693"/>
                </a:lnTo>
                <a:lnTo>
                  <a:pt x="27856" y="81693"/>
                </a:lnTo>
                <a:lnTo>
                  <a:pt x="27856" y="81693"/>
                </a:lnTo>
                <a:lnTo>
                  <a:pt x="27856" y="81692"/>
                </a:lnTo>
                <a:lnTo>
                  <a:pt x="27856" y="81692"/>
                </a:lnTo>
                <a:lnTo>
                  <a:pt x="27856" y="81692"/>
                </a:lnTo>
                <a:lnTo>
                  <a:pt x="27856" y="81692"/>
                </a:lnTo>
                <a:lnTo>
                  <a:pt x="27856" y="81692"/>
                </a:lnTo>
                <a:lnTo>
                  <a:pt x="27856" y="81692"/>
                </a:lnTo>
                <a:lnTo>
                  <a:pt x="27856" y="81692"/>
                </a:lnTo>
                <a:lnTo>
                  <a:pt x="27856" y="81691"/>
                </a:lnTo>
                <a:lnTo>
                  <a:pt x="27856" y="81691"/>
                </a:lnTo>
                <a:lnTo>
                  <a:pt x="27856" y="81691"/>
                </a:lnTo>
                <a:lnTo>
                  <a:pt x="27856" y="81691"/>
                </a:lnTo>
                <a:lnTo>
                  <a:pt x="27856" y="81691"/>
                </a:lnTo>
                <a:lnTo>
                  <a:pt x="27856" y="81691"/>
                </a:lnTo>
                <a:lnTo>
                  <a:pt x="27856" y="81690"/>
                </a:lnTo>
                <a:lnTo>
                  <a:pt x="27856" y="81690"/>
                </a:lnTo>
                <a:lnTo>
                  <a:pt x="27856" y="81690"/>
                </a:lnTo>
                <a:lnTo>
                  <a:pt x="27856" y="81690"/>
                </a:lnTo>
                <a:lnTo>
                  <a:pt x="27856" y="81690"/>
                </a:lnTo>
                <a:lnTo>
                  <a:pt x="27856" y="81690"/>
                </a:lnTo>
                <a:lnTo>
                  <a:pt x="27856" y="81690"/>
                </a:lnTo>
                <a:lnTo>
                  <a:pt x="27856" y="81689"/>
                </a:lnTo>
                <a:lnTo>
                  <a:pt x="27856" y="81689"/>
                </a:lnTo>
                <a:lnTo>
                  <a:pt x="27856" y="81689"/>
                </a:lnTo>
                <a:lnTo>
                  <a:pt x="27856" y="81689"/>
                </a:lnTo>
                <a:lnTo>
                  <a:pt x="27856" y="81689"/>
                </a:lnTo>
                <a:lnTo>
                  <a:pt x="27856" y="81689"/>
                </a:lnTo>
                <a:lnTo>
                  <a:pt x="27856" y="81688"/>
                </a:lnTo>
                <a:lnTo>
                  <a:pt x="27856" y="81688"/>
                </a:lnTo>
                <a:lnTo>
                  <a:pt x="27856" y="81688"/>
                </a:lnTo>
                <a:lnTo>
                  <a:pt x="27856" y="81688"/>
                </a:lnTo>
                <a:lnTo>
                  <a:pt x="27856" y="81688"/>
                </a:lnTo>
                <a:lnTo>
                  <a:pt x="27856" y="81688"/>
                </a:lnTo>
                <a:lnTo>
                  <a:pt x="27856" y="81688"/>
                </a:lnTo>
                <a:lnTo>
                  <a:pt x="27856" y="81687"/>
                </a:lnTo>
                <a:lnTo>
                  <a:pt x="27856" y="81687"/>
                </a:lnTo>
                <a:lnTo>
                  <a:pt x="27856" y="81687"/>
                </a:lnTo>
                <a:lnTo>
                  <a:pt x="27856" y="81687"/>
                </a:lnTo>
                <a:lnTo>
                  <a:pt x="27856" y="81687"/>
                </a:lnTo>
                <a:lnTo>
                  <a:pt x="27856" y="81687"/>
                </a:lnTo>
                <a:lnTo>
                  <a:pt x="27856" y="81686"/>
                </a:lnTo>
                <a:lnTo>
                  <a:pt x="27856" y="81686"/>
                </a:lnTo>
                <a:lnTo>
                  <a:pt x="27856" y="81686"/>
                </a:lnTo>
                <a:lnTo>
                  <a:pt x="27856" y="81686"/>
                </a:lnTo>
                <a:lnTo>
                  <a:pt x="27856" y="81686"/>
                </a:lnTo>
                <a:lnTo>
                  <a:pt x="27856" y="81686"/>
                </a:lnTo>
                <a:lnTo>
                  <a:pt x="27856" y="81685"/>
                </a:lnTo>
                <a:lnTo>
                  <a:pt x="27856" y="81685"/>
                </a:lnTo>
                <a:lnTo>
                  <a:pt x="27856" y="81685"/>
                </a:lnTo>
                <a:lnTo>
                  <a:pt x="27856" y="81685"/>
                </a:lnTo>
                <a:lnTo>
                  <a:pt x="27856" y="81685"/>
                </a:lnTo>
                <a:lnTo>
                  <a:pt x="27856" y="81685"/>
                </a:lnTo>
                <a:lnTo>
                  <a:pt x="27856" y="81685"/>
                </a:lnTo>
                <a:lnTo>
                  <a:pt x="27856" y="81684"/>
                </a:lnTo>
                <a:lnTo>
                  <a:pt x="27856" y="81684"/>
                </a:lnTo>
                <a:lnTo>
                  <a:pt x="27856" y="81684"/>
                </a:lnTo>
                <a:lnTo>
                  <a:pt x="27856" y="81684"/>
                </a:lnTo>
                <a:lnTo>
                  <a:pt x="27856" y="81684"/>
                </a:lnTo>
                <a:lnTo>
                  <a:pt x="27856" y="81684"/>
                </a:lnTo>
                <a:lnTo>
                  <a:pt x="27856" y="81683"/>
                </a:lnTo>
                <a:lnTo>
                  <a:pt x="27856" y="81683"/>
                </a:lnTo>
                <a:lnTo>
                  <a:pt x="27856" y="81683"/>
                </a:lnTo>
                <a:lnTo>
                  <a:pt x="27856" y="81683"/>
                </a:lnTo>
                <a:lnTo>
                  <a:pt x="27856" y="81683"/>
                </a:lnTo>
                <a:lnTo>
                  <a:pt x="27856" y="81683"/>
                </a:lnTo>
                <a:lnTo>
                  <a:pt x="27856" y="81683"/>
                </a:lnTo>
                <a:lnTo>
                  <a:pt x="27856" y="81682"/>
                </a:lnTo>
                <a:lnTo>
                  <a:pt x="27856" y="81682"/>
                </a:lnTo>
                <a:lnTo>
                  <a:pt x="27856" y="81682"/>
                </a:lnTo>
                <a:lnTo>
                  <a:pt x="27856" y="81682"/>
                </a:lnTo>
                <a:lnTo>
                  <a:pt x="27856" y="81682"/>
                </a:lnTo>
                <a:lnTo>
                  <a:pt x="27856" y="81682"/>
                </a:lnTo>
                <a:lnTo>
                  <a:pt x="27856" y="81681"/>
                </a:lnTo>
                <a:lnTo>
                  <a:pt x="27856" y="81681"/>
                </a:lnTo>
                <a:lnTo>
                  <a:pt x="27856" y="81681"/>
                </a:lnTo>
                <a:lnTo>
                  <a:pt x="27856" y="81681"/>
                </a:lnTo>
                <a:lnTo>
                  <a:pt x="27856" y="81681"/>
                </a:lnTo>
                <a:lnTo>
                  <a:pt x="27856" y="81681"/>
                </a:lnTo>
                <a:lnTo>
                  <a:pt x="27856" y="81681"/>
                </a:lnTo>
                <a:lnTo>
                  <a:pt x="27856" y="81680"/>
                </a:lnTo>
                <a:lnTo>
                  <a:pt x="27856" y="81680"/>
                </a:lnTo>
                <a:lnTo>
                  <a:pt x="27856" y="81680"/>
                </a:lnTo>
                <a:lnTo>
                  <a:pt x="27856" y="81680"/>
                </a:lnTo>
                <a:lnTo>
                  <a:pt x="27856" y="81680"/>
                </a:lnTo>
                <a:lnTo>
                  <a:pt x="27856" y="81680"/>
                </a:lnTo>
                <a:lnTo>
                  <a:pt x="27856" y="81680"/>
                </a:lnTo>
                <a:lnTo>
                  <a:pt x="27856" y="81679"/>
                </a:lnTo>
                <a:lnTo>
                  <a:pt x="27856" y="81679"/>
                </a:lnTo>
                <a:lnTo>
                  <a:pt x="27856" y="81679"/>
                </a:lnTo>
                <a:lnTo>
                  <a:pt x="27856" y="81679"/>
                </a:lnTo>
                <a:lnTo>
                  <a:pt x="27856" y="81679"/>
                </a:lnTo>
                <a:lnTo>
                  <a:pt x="27856" y="81679"/>
                </a:lnTo>
                <a:lnTo>
                  <a:pt x="27856" y="81678"/>
                </a:lnTo>
                <a:lnTo>
                  <a:pt x="27856" y="81678"/>
                </a:lnTo>
                <a:lnTo>
                  <a:pt x="27856" y="81678"/>
                </a:lnTo>
                <a:lnTo>
                  <a:pt x="27856" y="81678"/>
                </a:lnTo>
                <a:lnTo>
                  <a:pt x="27856" y="81678"/>
                </a:lnTo>
                <a:lnTo>
                  <a:pt x="27856" y="81678"/>
                </a:lnTo>
                <a:lnTo>
                  <a:pt x="27856" y="81678"/>
                </a:lnTo>
                <a:lnTo>
                  <a:pt x="27856" y="81677"/>
                </a:lnTo>
                <a:lnTo>
                  <a:pt x="27856" y="81677"/>
                </a:lnTo>
                <a:lnTo>
                  <a:pt x="27856" y="81677"/>
                </a:lnTo>
                <a:lnTo>
                  <a:pt x="27856" y="81677"/>
                </a:lnTo>
                <a:lnTo>
                  <a:pt x="27856" y="81677"/>
                </a:lnTo>
                <a:lnTo>
                  <a:pt x="27856" y="81677"/>
                </a:lnTo>
                <a:lnTo>
                  <a:pt x="27856" y="81676"/>
                </a:lnTo>
                <a:lnTo>
                  <a:pt x="27856" y="81676"/>
                </a:lnTo>
                <a:lnTo>
                  <a:pt x="27856" y="81676"/>
                </a:lnTo>
                <a:lnTo>
                  <a:pt x="27856" y="81676"/>
                </a:lnTo>
                <a:lnTo>
                  <a:pt x="27856" y="81676"/>
                </a:lnTo>
                <a:lnTo>
                  <a:pt x="27856" y="81676"/>
                </a:lnTo>
                <a:lnTo>
                  <a:pt x="27856" y="81676"/>
                </a:lnTo>
                <a:lnTo>
                  <a:pt x="27856" y="81675"/>
                </a:lnTo>
                <a:lnTo>
                  <a:pt x="27856" y="81675"/>
                </a:lnTo>
                <a:lnTo>
                  <a:pt x="27856" y="81675"/>
                </a:lnTo>
                <a:lnTo>
                  <a:pt x="27856" y="81675"/>
                </a:lnTo>
                <a:lnTo>
                  <a:pt x="27856" y="81675"/>
                </a:lnTo>
                <a:lnTo>
                  <a:pt x="27856" y="81675"/>
                </a:lnTo>
                <a:lnTo>
                  <a:pt x="27856" y="81674"/>
                </a:lnTo>
                <a:lnTo>
                  <a:pt x="27856" y="81674"/>
                </a:lnTo>
                <a:lnTo>
                  <a:pt x="27856" y="81674"/>
                </a:lnTo>
                <a:lnTo>
                  <a:pt x="27856" y="81674"/>
                </a:lnTo>
                <a:lnTo>
                  <a:pt x="27856" y="81674"/>
                </a:lnTo>
                <a:lnTo>
                  <a:pt x="27856" y="81674"/>
                </a:lnTo>
                <a:lnTo>
                  <a:pt x="27856" y="81674"/>
                </a:lnTo>
                <a:lnTo>
                  <a:pt x="27856" y="81673"/>
                </a:lnTo>
                <a:lnTo>
                  <a:pt x="27856" y="81673"/>
                </a:lnTo>
                <a:lnTo>
                  <a:pt x="27856" y="81673"/>
                </a:lnTo>
                <a:lnTo>
                  <a:pt x="27856" y="81673"/>
                </a:lnTo>
                <a:lnTo>
                  <a:pt x="27856" y="81673"/>
                </a:lnTo>
                <a:lnTo>
                  <a:pt x="27856" y="81673"/>
                </a:lnTo>
                <a:lnTo>
                  <a:pt x="27856" y="81672"/>
                </a:lnTo>
                <a:lnTo>
                  <a:pt x="27856" y="81672"/>
                </a:lnTo>
                <a:lnTo>
                  <a:pt x="27856" y="81672"/>
                </a:lnTo>
                <a:lnTo>
                  <a:pt x="27856" y="81672"/>
                </a:lnTo>
                <a:lnTo>
                  <a:pt x="27856" y="81672"/>
                </a:lnTo>
                <a:lnTo>
                  <a:pt x="27856" y="81672"/>
                </a:lnTo>
                <a:lnTo>
                  <a:pt x="27856" y="81672"/>
                </a:lnTo>
                <a:lnTo>
                  <a:pt x="27856" y="81671"/>
                </a:lnTo>
                <a:lnTo>
                  <a:pt x="27856" y="81671"/>
                </a:lnTo>
                <a:lnTo>
                  <a:pt x="27856" y="81671"/>
                </a:lnTo>
                <a:lnTo>
                  <a:pt x="27856" y="81671"/>
                </a:lnTo>
                <a:lnTo>
                  <a:pt x="27856" y="81671"/>
                </a:lnTo>
                <a:lnTo>
                  <a:pt x="27856" y="81671"/>
                </a:lnTo>
                <a:lnTo>
                  <a:pt x="27856" y="81670"/>
                </a:lnTo>
                <a:lnTo>
                  <a:pt x="27856" y="81670"/>
                </a:lnTo>
                <a:lnTo>
                  <a:pt x="27856" y="81670"/>
                </a:lnTo>
                <a:lnTo>
                  <a:pt x="27856" y="81670"/>
                </a:lnTo>
                <a:lnTo>
                  <a:pt x="27856" y="81670"/>
                </a:lnTo>
                <a:lnTo>
                  <a:pt x="27856" y="81670"/>
                </a:lnTo>
                <a:lnTo>
                  <a:pt x="27856" y="81670"/>
                </a:lnTo>
                <a:lnTo>
                  <a:pt x="27856" y="81669"/>
                </a:lnTo>
                <a:lnTo>
                  <a:pt x="27856" y="81669"/>
                </a:lnTo>
                <a:lnTo>
                  <a:pt x="27856" y="81669"/>
                </a:lnTo>
                <a:lnTo>
                  <a:pt x="27856" y="81669"/>
                </a:lnTo>
                <a:lnTo>
                  <a:pt x="27856" y="81669"/>
                </a:lnTo>
                <a:lnTo>
                  <a:pt x="27856" y="81669"/>
                </a:lnTo>
                <a:lnTo>
                  <a:pt x="27856" y="81668"/>
                </a:lnTo>
                <a:lnTo>
                  <a:pt x="27856" y="81668"/>
                </a:lnTo>
                <a:lnTo>
                  <a:pt x="27856" y="81668"/>
                </a:lnTo>
                <a:lnTo>
                  <a:pt x="27856" y="81668"/>
                </a:lnTo>
                <a:lnTo>
                  <a:pt x="27856" y="81668"/>
                </a:lnTo>
                <a:lnTo>
                  <a:pt x="27856" y="81668"/>
                </a:lnTo>
                <a:lnTo>
                  <a:pt x="27856" y="81668"/>
                </a:lnTo>
                <a:lnTo>
                  <a:pt x="27856" y="81667"/>
                </a:lnTo>
                <a:lnTo>
                  <a:pt x="27856" y="81667"/>
                </a:lnTo>
                <a:lnTo>
                  <a:pt x="27856" y="81667"/>
                </a:lnTo>
                <a:lnTo>
                  <a:pt x="27856" y="81667"/>
                </a:lnTo>
                <a:lnTo>
                  <a:pt x="27856" y="81667"/>
                </a:lnTo>
                <a:lnTo>
                  <a:pt x="27856" y="81667"/>
                </a:lnTo>
                <a:lnTo>
                  <a:pt x="27856" y="81667"/>
                </a:lnTo>
                <a:lnTo>
                  <a:pt x="27856" y="81666"/>
                </a:lnTo>
                <a:lnTo>
                  <a:pt x="27856" y="81666"/>
                </a:lnTo>
                <a:lnTo>
                  <a:pt x="27856" y="81666"/>
                </a:lnTo>
                <a:lnTo>
                  <a:pt x="27856" y="81666"/>
                </a:lnTo>
                <a:lnTo>
                  <a:pt x="27856" y="81666"/>
                </a:lnTo>
                <a:lnTo>
                  <a:pt x="27856" y="81666"/>
                </a:lnTo>
                <a:lnTo>
                  <a:pt x="27856" y="81665"/>
                </a:lnTo>
                <a:lnTo>
                  <a:pt x="27856" y="81665"/>
                </a:lnTo>
                <a:lnTo>
                  <a:pt x="27856" y="81665"/>
                </a:lnTo>
                <a:lnTo>
                  <a:pt x="27856" y="81665"/>
                </a:lnTo>
                <a:lnTo>
                  <a:pt x="27856" y="81665"/>
                </a:lnTo>
                <a:lnTo>
                  <a:pt x="27856" y="81665"/>
                </a:lnTo>
                <a:lnTo>
                  <a:pt x="27856" y="81665"/>
                </a:lnTo>
                <a:lnTo>
                  <a:pt x="27856" y="81664"/>
                </a:lnTo>
                <a:lnTo>
                  <a:pt x="27856" y="81664"/>
                </a:lnTo>
                <a:lnTo>
                  <a:pt x="27856" y="81664"/>
                </a:lnTo>
                <a:lnTo>
                  <a:pt x="27856" y="81664"/>
                </a:lnTo>
                <a:lnTo>
                  <a:pt x="27856" y="81664"/>
                </a:lnTo>
                <a:lnTo>
                  <a:pt x="27856" y="81664"/>
                </a:lnTo>
                <a:lnTo>
                  <a:pt x="27856" y="81663"/>
                </a:lnTo>
                <a:lnTo>
                  <a:pt x="27856" y="81663"/>
                </a:lnTo>
                <a:lnTo>
                  <a:pt x="27856" y="81663"/>
                </a:lnTo>
                <a:lnTo>
                  <a:pt x="27856" y="81663"/>
                </a:lnTo>
                <a:lnTo>
                  <a:pt x="27856" y="81663"/>
                </a:lnTo>
                <a:lnTo>
                  <a:pt x="27856" y="81663"/>
                </a:lnTo>
                <a:lnTo>
                  <a:pt x="27856" y="81663"/>
                </a:lnTo>
                <a:lnTo>
                  <a:pt x="27856" y="81662"/>
                </a:lnTo>
                <a:lnTo>
                  <a:pt x="27856" y="81662"/>
                </a:lnTo>
                <a:lnTo>
                  <a:pt x="27856" y="81662"/>
                </a:lnTo>
                <a:lnTo>
                  <a:pt x="27856" y="81662"/>
                </a:lnTo>
                <a:lnTo>
                  <a:pt x="27856" y="81662"/>
                </a:lnTo>
                <a:lnTo>
                  <a:pt x="27856" y="81662"/>
                </a:lnTo>
                <a:lnTo>
                  <a:pt x="27856" y="81662"/>
                </a:lnTo>
                <a:lnTo>
                  <a:pt x="27856" y="81661"/>
                </a:lnTo>
                <a:lnTo>
                  <a:pt x="27856" y="81661"/>
                </a:lnTo>
                <a:lnTo>
                  <a:pt x="27856" y="81661"/>
                </a:lnTo>
                <a:lnTo>
                  <a:pt x="27856" y="81661"/>
                </a:lnTo>
                <a:lnTo>
                  <a:pt x="27856" y="81661"/>
                </a:lnTo>
                <a:lnTo>
                  <a:pt x="27856" y="81661"/>
                </a:lnTo>
                <a:lnTo>
                  <a:pt x="27856" y="81660"/>
                </a:lnTo>
                <a:lnTo>
                  <a:pt x="27856" y="81660"/>
                </a:lnTo>
                <a:lnTo>
                  <a:pt x="27856" y="81660"/>
                </a:lnTo>
                <a:lnTo>
                  <a:pt x="27856" y="81660"/>
                </a:lnTo>
                <a:lnTo>
                  <a:pt x="27856" y="81660"/>
                </a:lnTo>
                <a:lnTo>
                  <a:pt x="27856" y="81660"/>
                </a:lnTo>
                <a:lnTo>
                  <a:pt x="27856" y="81660"/>
                </a:lnTo>
                <a:lnTo>
                  <a:pt x="27856" y="81659"/>
                </a:lnTo>
                <a:lnTo>
                  <a:pt x="27856" y="81659"/>
                </a:lnTo>
                <a:lnTo>
                  <a:pt x="27856" y="81659"/>
                </a:lnTo>
                <a:lnTo>
                  <a:pt x="27856" y="81659"/>
                </a:lnTo>
                <a:lnTo>
                  <a:pt x="27856" y="81659"/>
                </a:lnTo>
                <a:lnTo>
                  <a:pt x="27856" y="81659"/>
                </a:lnTo>
                <a:lnTo>
                  <a:pt x="27856" y="81658"/>
                </a:lnTo>
                <a:lnTo>
                  <a:pt x="27856" y="81658"/>
                </a:lnTo>
                <a:lnTo>
                  <a:pt x="27856" y="81658"/>
                </a:lnTo>
                <a:lnTo>
                  <a:pt x="27856" y="81658"/>
                </a:lnTo>
                <a:lnTo>
                  <a:pt x="27856" y="81658"/>
                </a:lnTo>
                <a:lnTo>
                  <a:pt x="27856" y="81658"/>
                </a:lnTo>
                <a:lnTo>
                  <a:pt x="27856" y="81658"/>
                </a:lnTo>
                <a:lnTo>
                  <a:pt x="27856" y="81657"/>
                </a:lnTo>
                <a:lnTo>
                  <a:pt x="27856" y="81657"/>
                </a:lnTo>
                <a:lnTo>
                  <a:pt x="27856" y="81657"/>
                </a:lnTo>
                <a:lnTo>
                  <a:pt x="27856" y="81657"/>
                </a:lnTo>
                <a:lnTo>
                  <a:pt x="27856" y="81657"/>
                </a:lnTo>
                <a:lnTo>
                  <a:pt x="27856" y="81657"/>
                </a:lnTo>
                <a:lnTo>
                  <a:pt x="27856" y="81657"/>
                </a:lnTo>
                <a:lnTo>
                  <a:pt x="27856" y="81656"/>
                </a:lnTo>
                <a:lnTo>
                  <a:pt x="27856" y="81656"/>
                </a:lnTo>
                <a:lnTo>
                  <a:pt x="27856" y="81656"/>
                </a:lnTo>
                <a:lnTo>
                  <a:pt x="27856" y="81656"/>
                </a:lnTo>
                <a:lnTo>
                  <a:pt x="27856" y="81656"/>
                </a:lnTo>
                <a:lnTo>
                  <a:pt x="27856" y="81656"/>
                </a:lnTo>
                <a:lnTo>
                  <a:pt x="27856" y="81655"/>
                </a:lnTo>
                <a:lnTo>
                  <a:pt x="27856" y="81655"/>
                </a:lnTo>
                <a:lnTo>
                  <a:pt x="27856" y="81655"/>
                </a:lnTo>
                <a:lnTo>
                  <a:pt x="27856" y="81655"/>
                </a:lnTo>
                <a:lnTo>
                  <a:pt x="27856" y="81655"/>
                </a:lnTo>
                <a:lnTo>
                  <a:pt x="27856" y="81655"/>
                </a:lnTo>
                <a:lnTo>
                  <a:pt x="27856" y="81655"/>
                </a:lnTo>
                <a:lnTo>
                  <a:pt x="27856" y="81654"/>
                </a:lnTo>
                <a:lnTo>
                  <a:pt x="27856" y="81654"/>
                </a:lnTo>
                <a:lnTo>
                  <a:pt x="27856" y="81654"/>
                </a:lnTo>
                <a:lnTo>
                  <a:pt x="27856" y="81654"/>
                </a:lnTo>
                <a:lnTo>
                  <a:pt x="27856" y="81654"/>
                </a:lnTo>
                <a:lnTo>
                  <a:pt x="27856" y="81654"/>
                </a:lnTo>
                <a:lnTo>
                  <a:pt x="27856" y="81654"/>
                </a:lnTo>
                <a:lnTo>
                  <a:pt x="27856" y="81653"/>
                </a:lnTo>
                <a:lnTo>
                  <a:pt x="27856" y="81653"/>
                </a:lnTo>
                <a:lnTo>
                  <a:pt x="27856" y="81653"/>
                </a:lnTo>
                <a:lnTo>
                  <a:pt x="27856" y="81653"/>
                </a:lnTo>
                <a:lnTo>
                  <a:pt x="27856" y="81653"/>
                </a:lnTo>
                <a:lnTo>
                  <a:pt x="27856" y="81653"/>
                </a:lnTo>
                <a:lnTo>
                  <a:pt x="27856" y="81652"/>
                </a:lnTo>
                <a:lnTo>
                  <a:pt x="27856" y="81652"/>
                </a:lnTo>
                <a:lnTo>
                  <a:pt x="27856" y="81652"/>
                </a:lnTo>
                <a:lnTo>
                  <a:pt x="27856" y="81652"/>
                </a:lnTo>
                <a:lnTo>
                  <a:pt x="27856" y="81652"/>
                </a:lnTo>
                <a:lnTo>
                  <a:pt x="27856" y="81652"/>
                </a:lnTo>
                <a:lnTo>
                  <a:pt x="27856" y="81652"/>
                </a:lnTo>
                <a:lnTo>
                  <a:pt x="27856" y="81651"/>
                </a:lnTo>
                <a:lnTo>
                  <a:pt x="27856" y="81651"/>
                </a:lnTo>
                <a:lnTo>
                  <a:pt x="27856" y="81651"/>
                </a:lnTo>
                <a:lnTo>
                  <a:pt x="27856" y="81651"/>
                </a:lnTo>
                <a:lnTo>
                  <a:pt x="27856" y="81651"/>
                </a:lnTo>
                <a:lnTo>
                  <a:pt x="27856" y="81651"/>
                </a:lnTo>
                <a:lnTo>
                  <a:pt x="27856" y="81651"/>
                </a:lnTo>
                <a:lnTo>
                  <a:pt x="27856" y="81650"/>
                </a:lnTo>
                <a:lnTo>
                  <a:pt x="27856" y="81650"/>
                </a:lnTo>
                <a:lnTo>
                  <a:pt x="27856" y="81650"/>
                </a:lnTo>
                <a:lnTo>
                  <a:pt x="27856" y="81650"/>
                </a:lnTo>
                <a:lnTo>
                  <a:pt x="27856" y="81650"/>
                </a:lnTo>
                <a:lnTo>
                  <a:pt x="27856" y="81650"/>
                </a:lnTo>
                <a:lnTo>
                  <a:pt x="27856" y="81649"/>
                </a:lnTo>
                <a:lnTo>
                  <a:pt x="27856" y="81649"/>
                </a:lnTo>
                <a:lnTo>
                  <a:pt x="27856" y="81649"/>
                </a:lnTo>
                <a:lnTo>
                  <a:pt x="27856" y="81649"/>
                </a:lnTo>
                <a:lnTo>
                  <a:pt x="27856" y="81649"/>
                </a:lnTo>
                <a:lnTo>
                  <a:pt x="27856" y="81649"/>
                </a:lnTo>
                <a:lnTo>
                  <a:pt x="27856" y="81649"/>
                </a:lnTo>
                <a:lnTo>
                  <a:pt x="28078" y="80122"/>
                </a:lnTo>
                <a:lnTo>
                  <a:pt x="28346" y="78387"/>
                </a:lnTo>
                <a:lnTo>
                  <a:pt x="28629" y="76656"/>
                </a:lnTo>
                <a:lnTo>
                  <a:pt x="28925" y="74931"/>
                </a:lnTo>
                <a:lnTo>
                  <a:pt x="29237" y="73211"/>
                </a:lnTo>
                <a:lnTo>
                  <a:pt x="29563" y="71497"/>
                </a:lnTo>
                <a:lnTo>
                  <a:pt x="29903" y="69787"/>
                </a:lnTo>
                <a:lnTo>
                  <a:pt x="30258" y="68083"/>
                </a:lnTo>
                <a:lnTo>
                  <a:pt x="30628" y="66384"/>
                </a:lnTo>
                <a:lnTo>
                  <a:pt x="31012" y="64690"/>
                </a:lnTo>
                <a:lnTo>
                  <a:pt x="31410" y="63001"/>
                </a:lnTo>
                <a:lnTo>
                  <a:pt x="31823" y="61318"/>
                </a:lnTo>
                <a:lnTo>
                  <a:pt x="32251" y="59639"/>
                </a:lnTo>
                <a:lnTo>
                  <a:pt x="32693" y="57966"/>
                </a:lnTo>
                <a:lnTo>
                  <a:pt x="33149" y="56298"/>
                </a:lnTo>
                <a:lnTo>
                  <a:pt x="33620" y="54636"/>
                </a:lnTo>
                <a:lnTo>
                  <a:pt x="34106" y="52978"/>
                </a:lnTo>
                <a:lnTo>
                  <a:pt x="34606" y="51326"/>
                </a:lnTo>
                <a:lnTo>
                  <a:pt x="35120" y="49678"/>
                </a:lnTo>
                <a:lnTo>
                  <a:pt x="35649" y="48036"/>
                </a:lnTo>
                <a:lnTo>
                  <a:pt x="36193" y="46400"/>
                </a:lnTo>
                <a:lnTo>
                  <a:pt x="36750" y="44768"/>
                </a:lnTo>
                <a:lnTo>
                  <a:pt x="37323" y="43141"/>
                </a:lnTo>
                <a:lnTo>
                  <a:pt x="37910" y="41520"/>
                </a:lnTo>
                <a:lnTo>
                  <a:pt x="37917" y="41501"/>
                </a:lnTo>
                <a:lnTo>
                  <a:pt x="37917" y="41501"/>
                </a:lnTo>
                <a:lnTo>
                  <a:pt x="38281" y="40515"/>
                </a:lnTo>
                <a:lnTo>
                  <a:pt x="38655" y="39545"/>
                </a:lnTo>
                <a:lnTo>
                  <a:pt x="39041" y="38593"/>
                </a:lnTo>
                <a:lnTo>
                  <a:pt x="39438" y="37657"/>
                </a:lnTo>
                <a:lnTo>
                  <a:pt x="39846" y="36739"/>
                </a:lnTo>
                <a:lnTo>
                  <a:pt x="40265" y="35838"/>
                </a:lnTo>
                <a:lnTo>
                  <a:pt x="40694" y="34953"/>
                </a:lnTo>
                <a:lnTo>
                  <a:pt x="41135" y="34086"/>
                </a:lnTo>
                <a:lnTo>
                  <a:pt x="41586" y="33235"/>
                </a:lnTo>
                <a:lnTo>
                  <a:pt x="42048" y="32401"/>
                </a:lnTo>
                <a:lnTo>
                  <a:pt x="42521" y="31584"/>
                </a:lnTo>
                <a:lnTo>
                  <a:pt x="43005" y="30784"/>
                </a:lnTo>
                <a:lnTo>
                  <a:pt x="43499" y="30000"/>
                </a:lnTo>
                <a:lnTo>
                  <a:pt x="44004" y="29232"/>
                </a:lnTo>
                <a:lnTo>
                  <a:pt x="44520" y="28482"/>
                </a:lnTo>
                <a:lnTo>
                  <a:pt x="45046" y="27748"/>
                </a:lnTo>
                <a:lnTo>
                  <a:pt x="45583" y="27030"/>
                </a:lnTo>
                <a:lnTo>
                  <a:pt x="46131" y="26328"/>
                </a:lnTo>
                <a:lnTo>
                  <a:pt x="46689" y="25643"/>
                </a:lnTo>
                <a:lnTo>
                  <a:pt x="47257" y="24974"/>
                </a:lnTo>
                <a:lnTo>
                  <a:pt x="47836" y="24322"/>
                </a:lnTo>
                <a:lnTo>
                  <a:pt x="48426" y="23685"/>
                </a:lnTo>
                <a:lnTo>
                  <a:pt x="49025" y="23065"/>
                </a:lnTo>
                <a:lnTo>
                  <a:pt x="49636" y="22461"/>
                </a:lnTo>
                <a:lnTo>
                  <a:pt x="50249" y="21880"/>
                </a:lnTo>
                <a:lnTo>
                  <a:pt x="50861" y="21327"/>
                </a:lnTo>
                <a:lnTo>
                  <a:pt x="51473" y="20801"/>
                </a:lnTo>
                <a:lnTo>
                  <a:pt x="52084" y="20302"/>
                </a:lnTo>
                <a:lnTo>
                  <a:pt x="52694" y="19830"/>
                </a:lnTo>
                <a:lnTo>
                  <a:pt x="53303" y="19384"/>
                </a:lnTo>
                <a:lnTo>
                  <a:pt x="53912" y="18964"/>
                </a:lnTo>
                <a:lnTo>
                  <a:pt x="54520" y="18571"/>
                </a:lnTo>
                <a:lnTo>
                  <a:pt x="55127" y="18203"/>
                </a:lnTo>
                <a:lnTo>
                  <a:pt x="55733" y="17860"/>
                </a:lnTo>
                <a:lnTo>
                  <a:pt x="56339" y="17543"/>
                </a:lnTo>
                <a:lnTo>
                  <a:pt x="56945" y="17251"/>
                </a:lnTo>
                <a:lnTo>
                  <a:pt x="57550" y="16984"/>
                </a:lnTo>
                <a:lnTo>
                  <a:pt x="58154" y="16741"/>
                </a:lnTo>
                <a:lnTo>
                  <a:pt x="58758" y="16522"/>
                </a:lnTo>
                <a:lnTo>
                  <a:pt x="59361" y="16328"/>
                </a:lnTo>
                <a:lnTo>
                  <a:pt x="59964" y="16157"/>
                </a:lnTo>
                <a:lnTo>
                  <a:pt x="60566" y="16010"/>
                </a:lnTo>
                <a:lnTo>
                  <a:pt x="61168" y="15886"/>
                </a:lnTo>
                <a:lnTo>
                  <a:pt x="61769" y="15785"/>
                </a:lnTo>
                <a:lnTo>
                  <a:pt x="62370" y="15707"/>
                </a:lnTo>
                <a:lnTo>
                  <a:pt x="62971" y="15652"/>
                </a:lnTo>
                <a:lnTo>
                  <a:pt x="63571" y="15619"/>
                </a:lnTo>
                <a:lnTo>
                  <a:pt x="64171" y="15608"/>
                </a:lnTo>
                <a:lnTo>
                  <a:pt x="64595" y="15614"/>
                </a:lnTo>
                <a:lnTo>
                  <a:pt x="65014" y="15634"/>
                </a:lnTo>
                <a:lnTo>
                  <a:pt x="65428" y="15667"/>
                </a:lnTo>
                <a:lnTo>
                  <a:pt x="65837" y="15713"/>
                </a:lnTo>
                <a:lnTo>
                  <a:pt x="66241" y="15773"/>
                </a:lnTo>
                <a:lnTo>
                  <a:pt x="66640" y="15846"/>
                </a:lnTo>
                <a:lnTo>
                  <a:pt x="67034" y="15932"/>
                </a:lnTo>
                <a:lnTo>
                  <a:pt x="67423" y="16033"/>
                </a:lnTo>
                <a:lnTo>
                  <a:pt x="67808" y="16147"/>
                </a:lnTo>
                <a:lnTo>
                  <a:pt x="68187" y="16274"/>
                </a:lnTo>
                <a:lnTo>
                  <a:pt x="68563" y="16416"/>
                </a:lnTo>
                <a:lnTo>
                  <a:pt x="68933" y="16571"/>
                </a:lnTo>
                <a:lnTo>
                  <a:pt x="69299" y="16741"/>
                </a:lnTo>
                <a:lnTo>
                  <a:pt x="69661" y="16925"/>
                </a:lnTo>
                <a:lnTo>
                  <a:pt x="70019" y="17122"/>
                </a:lnTo>
                <a:lnTo>
                  <a:pt x="70372" y="17334"/>
                </a:lnTo>
                <a:lnTo>
                  <a:pt x="70721" y="17561"/>
                </a:lnTo>
                <a:lnTo>
                  <a:pt x="71065" y="17802"/>
                </a:lnTo>
                <a:lnTo>
                  <a:pt x="71406" y="18057"/>
                </a:lnTo>
                <a:lnTo>
                  <a:pt x="71743" y="18327"/>
                </a:lnTo>
                <a:lnTo>
                  <a:pt x="72076" y="18612"/>
                </a:lnTo>
                <a:lnTo>
                  <a:pt x="72405" y="18911"/>
                </a:lnTo>
                <a:lnTo>
                  <a:pt x="72730" y="19225"/>
                </a:lnTo>
                <a:lnTo>
                  <a:pt x="73051" y="19554"/>
                </a:lnTo>
                <a:lnTo>
                  <a:pt x="73380" y="19911"/>
                </a:lnTo>
                <a:lnTo>
                  <a:pt x="73705" y="20284"/>
                </a:lnTo>
                <a:lnTo>
                  <a:pt x="74027" y="20675"/>
                </a:lnTo>
                <a:lnTo>
                  <a:pt x="74346" y="21082"/>
                </a:lnTo>
                <a:lnTo>
                  <a:pt x="74660" y="21508"/>
                </a:lnTo>
                <a:lnTo>
                  <a:pt x="74972" y="21950"/>
                </a:lnTo>
                <a:lnTo>
                  <a:pt x="75279" y="22411"/>
                </a:lnTo>
                <a:lnTo>
                  <a:pt x="75583" y="22889"/>
                </a:lnTo>
                <a:lnTo>
                  <a:pt x="75883" y="23385"/>
                </a:lnTo>
                <a:lnTo>
                  <a:pt x="76179" y="23899"/>
                </a:lnTo>
                <a:lnTo>
                  <a:pt x="76471" y="24431"/>
                </a:lnTo>
                <a:lnTo>
                  <a:pt x="76759" y="24982"/>
                </a:lnTo>
                <a:lnTo>
                  <a:pt x="77043" y="25551"/>
                </a:lnTo>
                <a:lnTo>
                  <a:pt x="77322" y="26139"/>
                </a:lnTo>
                <a:lnTo>
                  <a:pt x="77597" y="26745"/>
                </a:lnTo>
                <a:lnTo>
                  <a:pt x="77868" y="27370"/>
                </a:lnTo>
                <a:lnTo>
                  <a:pt x="78134" y="28014"/>
                </a:lnTo>
                <a:lnTo>
                  <a:pt x="78396" y="28677"/>
                </a:lnTo>
                <a:lnTo>
                  <a:pt x="78653" y="29360"/>
                </a:lnTo>
                <a:lnTo>
                  <a:pt x="78905" y="30061"/>
                </a:lnTo>
                <a:lnTo>
                  <a:pt x="79153" y="30783"/>
                </a:lnTo>
                <a:lnTo>
                  <a:pt x="79395" y="31523"/>
                </a:lnTo>
                <a:lnTo>
                  <a:pt x="79623" y="32252"/>
                </a:lnTo>
                <a:lnTo>
                  <a:pt x="66484" y="85049"/>
                </a:lnTo>
                <a:lnTo>
                  <a:pt x="64895" y="87235"/>
                </a:lnTo>
                <a:lnTo>
                  <a:pt x="63769" y="88629"/>
                </a:lnTo>
                <a:close/>
                <a:moveTo>
                  <a:pt x="34925" y="40424"/>
                </a:moveTo>
                <a:lnTo>
                  <a:pt x="34925" y="40424"/>
                </a:lnTo>
                <a:lnTo>
                  <a:pt x="37910" y="41520"/>
                </a:lnTo>
                <a:lnTo>
                  <a:pt x="34925" y="40424"/>
                </a:lnTo>
                <a:close/>
                <a:moveTo>
                  <a:pt x="9947" y="38337"/>
                </a:moveTo>
                <a:lnTo>
                  <a:pt x="8817" y="40373"/>
                </a:lnTo>
                <a:lnTo>
                  <a:pt x="7755" y="42421"/>
                </a:lnTo>
                <a:lnTo>
                  <a:pt x="6759" y="44479"/>
                </a:lnTo>
                <a:lnTo>
                  <a:pt x="5832" y="46548"/>
                </a:lnTo>
                <a:lnTo>
                  <a:pt x="4973" y="48628"/>
                </a:lnTo>
                <a:lnTo>
                  <a:pt x="4181" y="50719"/>
                </a:lnTo>
                <a:lnTo>
                  <a:pt x="3458" y="52820"/>
                </a:lnTo>
                <a:lnTo>
                  <a:pt x="2802" y="54932"/>
                </a:lnTo>
                <a:lnTo>
                  <a:pt x="2216" y="57055"/>
                </a:lnTo>
                <a:lnTo>
                  <a:pt x="1697" y="59188"/>
                </a:lnTo>
                <a:lnTo>
                  <a:pt x="1248" y="61333"/>
                </a:lnTo>
                <a:lnTo>
                  <a:pt x="867" y="63487"/>
                </a:lnTo>
                <a:lnTo>
                  <a:pt x="555" y="65653"/>
                </a:lnTo>
                <a:lnTo>
                  <a:pt x="313" y="67829"/>
                </a:lnTo>
                <a:lnTo>
                  <a:pt x="139" y="70015"/>
                </a:lnTo>
                <a:lnTo>
                  <a:pt x="35" y="72212"/>
                </a:lnTo>
                <a:lnTo>
                  <a:pt x="0" y="74420"/>
                </a:lnTo>
                <a:lnTo>
                  <a:pt x="19" y="76269"/>
                </a:lnTo>
                <a:lnTo>
                  <a:pt x="75" y="78083"/>
                </a:lnTo>
                <a:lnTo>
                  <a:pt x="170" y="79863"/>
                </a:lnTo>
                <a:lnTo>
                  <a:pt x="303" y="81606"/>
                </a:lnTo>
                <a:lnTo>
                  <a:pt x="475" y="83313"/>
                </a:lnTo>
                <a:lnTo>
                  <a:pt x="686" y="84984"/>
                </a:lnTo>
                <a:lnTo>
                  <a:pt x="936" y="86618"/>
                </a:lnTo>
                <a:lnTo>
                  <a:pt x="1225" y="88216"/>
                </a:lnTo>
                <a:lnTo>
                  <a:pt x="1555" y="89776"/>
                </a:lnTo>
                <a:lnTo>
                  <a:pt x="1924" y="91298"/>
                </a:lnTo>
                <a:lnTo>
                  <a:pt x="2335" y="92782"/>
                </a:lnTo>
                <a:lnTo>
                  <a:pt x="2785" y="94228"/>
                </a:lnTo>
                <a:lnTo>
                  <a:pt x="3277" y="95635"/>
                </a:lnTo>
                <a:lnTo>
                  <a:pt x="3811" y="97003"/>
                </a:lnTo>
                <a:lnTo>
                  <a:pt x="4386" y="98332"/>
                </a:lnTo>
                <a:lnTo>
                  <a:pt x="5003" y="99621"/>
                </a:lnTo>
                <a:lnTo>
                  <a:pt x="5662" y="100871"/>
                </a:lnTo>
                <a:lnTo>
                  <a:pt x="6364" y="102079"/>
                </a:lnTo>
                <a:lnTo>
                  <a:pt x="7109" y="103248"/>
                </a:lnTo>
                <a:lnTo>
                  <a:pt x="7896" y="104375"/>
                </a:lnTo>
                <a:lnTo>
                  <a:pt x="8728" y="105461"/>
                </a:lnTo>
                <a:lnTo>
                  <a:pt x="9603" y="106505"/>
                </a:lnTo>
                <a:lnTo>
                  <a:pt x="10522" y="107508"/>
                </a:lnTo>
                <a:lnTo>
                  <a:pt x="11485" y="108468"/>
                </a:lnTo>
                <a:lnTo>
                  <a:pt x="12436" y="109349"/>
                </a:lnTo>
                <a:lnTo>
                  <a:pt x="13401" y="110193"/>
                </a:lnTo>
                <a:lnTo>
                  <a:pt x="14379" y="111001"/>
                </a:lnTo>
                <a:lnTo>
                  <a:pt x="15370" y="111771"/>
                </a:lnTo>
                <a:lnTo>
                  <a:pt x="16375" y="112505"/>
                </a:lnTo>
                <a:lnTo>
                  <a:pt x="17393" y="113202"/>
                </a:lnTo>
                <a:lnTo>
                  <a:pt x="18424" y="113862"/>
                </a:lnTo>
                <a:lnTo>
                  <a:pt x="19469" y="114485"/>
                </a:lnTo>
                <a:lnTo>
                  <a:pt x="20526" y="115071"/>
                </a:lnTo>
                <a:lnTo>
                  <a:pt x="21597" y="115619"/>
                </a:lnTo>
                <a:lnTo>
                  <a:pt x="22680" y="116130"/>
                </a:lnTo>
                <a:lnTo>
                  <a:pt x="23777" y="116604"/>
                </a:lnTo>
                <a:lnTo>
                  <a:pt x="24886" y="117040"/>
                </a:lnTo>
                <a:lnTo>
                  <a:pt x="26008" y="117438"/>
                </a:lnTo>
                <a:lnTo>
                  <a:pt x="27144" y="117799"/>
                </a:lnTo>
                <a:lnTo>
                  <a:pt x="28291" y="118123"/>
                </a:lnTo>
                <a:lnTo>
                  <a:pt x="29452" y="118408"/>
                </a:lnTo>
                <a:lnTo>
                  <a:pt x="30625" y="118656"/>
                </a:lnTo>
                <a:lnTo>
                  <a:pt x="31810" y="118866"/>
                </a:lnTo>
                <a:lnTo>
                  <a:pt x="33008" y="119037"/>
                </a:lnTo>
                <a:lnTo>
                  <a:pt x="34219" y="119171"/>
                </a:lnTo>
                <a:lnTo>
                  <a:pt x="35442" y="119267"/>
                </a:lnTo>
                <a:lnTo>
                  <a:pt x="36677" y="119324"/>
                </a:lnTo>
                <a:lnTo>
                  <a:pt x="37925" y="119343"/>
                </a:lnTo>
                <a:lnTo>
                  <a:pt x="39113" y="119325"/>
                </a:lnTo>
                <a:lnTo>
                  <a:pt x="40296" y="119269"/>
                </a:lnTo>
                <a:lnTo>
                  <a:pt x="41474" y="119176"/>
                </a:lnTo>
                <a:lnTo>
                  <a:pt x="42646" y="119045"/>
                </a:lnTo>
                <a:lnTo>
                  <a:pt x="43813" y="118879"/>
                </a:lnTo>
                <a:lnTo>
                  <a:pt x="44974" y="118675"/>
                </a:lnTo>
                <a:lnTo>
                  <a:pt x="46130" y="118435"/>
                </a:lnTo>
                <a:lnTo>
                  <a:pt x="47281" y="118158"/>
                </a:lnTo>
                <a:lnTo>
                  <a:pt x="48426" y="117845"/>
                </a:lnTo>
                <a:lnTo>
                  <a:pt x="49566" y="117495"/>
                </a:lnTo>
                <a:lnTo>
                  <a:pt x="50700" y="117110"/>
                </a:lnTo>
                <a:lnTo>
                  <a:pt x="51828" y="116689"/>
                </a:lnTo>
                <a:lnTo>
                  <a:pt x="52951" y="116232"/>
                </a:lnTo>
                <a:lnTo>
                  <a:pt x="54068" y="115739"/>
                </a:lnTo>
                <a:lnTo>
                  <a:pt x="55180" y="115211"/>
                </a:lnTo>
                <a:lnTo>
                  <a:pt x="56286" y="114648"/>
                </a:lnTo>
                <a:lnTo>
                  <a:pt x="57386" y="114049"/>
                </a:lnTo>
                <a:lnTo>
                  <a:pt x="58481" y="113415"/>
                </a:lnTo>
                <a:lnTo>
                  <a:pt x="59569" y="112746"/>
                </a:lnTo>
                <a:lnTo>
                  <a:pt x="59589" y="112734"/>
                </a:lnTo>
                <a:lnTo>
                  <a:pt x="59547" y="112903"/>
                </a:lnTo>
                <a:lnTo>
                  <a:pt x="59415" y="113443"/>
                </a:lnTo>
                <a:lnTo>
                  <a:pt x="59279" y="114001"/>
                </a:lnTo>
                <a:lnTo>
                  <a:pt x="59138" y="114576"/>
                </a:lnTo>
                <a:lnTo>
                  <a:pt x="58993" y="115169"/>
                </a:lnTo>
                <a:lnTo>
                  <a:pt x="58845" y="115780"/>
                </a:lnTo>
                <a:lnTo>
                  <a:pt x="58692" y="116408"/>
                </a:lnTo>
                <a:lnTo>
                  <a:pt x="58535" y="117053"/>
                </a:lnTo>
                <a:lnTo>
                  <a:pt x="58374" y="117716"/>
                </a:lnTo>
                <a:lnTo>
                  <a:pt x="58209" y="118397"/>
                </a:lnTo>
                <a:lnTo>
                  <a:pt x="58039" y="119095"/>
                </a:lnTo>
                <a:lnTo>
                  <a:pt x="57866" y="119811"/>
                </a:lnTo>
                <a:lnTo>
                  <a:pt x="57688" y="120544"/>
                </a:lnTo>
                <a:lnTo>
                  <a:pt x="57507" y="121295"/>
                </a:lnTo>
                <a:lnTo>
                  <a:pt x="57321" y="122063"/>
                </a:lnTo>
                <a:lnTo>
                  <a:pt x="57131" y="122849"/>
                </a:lnTo>
                <a:lnTo>
                  <a:pt x="56937" y="123652"/>
                </a:lnTo>
                <a:lnTo>
                  <a:pt x="56739" y="124473"/>
                </a:lnTo>
                <a:lnTo>
                  <a:pt x="56537" y="125312"/>
                </a:lnTo>
                <a:lnTo>
                  <a:pt x="56331" y="126167"/>
                </a:lnTo>
                <a:lnTo>
                  <a:pt x="56124" y="127020"/>
                </a:lnTo>
                <a:lnTo>
                  <a:pt x="55921" y="127855"/>
                </a:lnTo>
                <a:lnTo>
                  <a:pt x="55720" y="128673"/>
                </a:lnTo>
                <a:lnTo>
                  <a:pt x="55522" y="129473"/>
                </a:lnTo>
                <a:lnTo>
                  <a:pt x="55327" y="130256"/>
                </a:lnTo>
                <a:lnTo>
                  <a:pt x="55135" y="131021"/>
                </a:lnTo>
                <a:lnTo>
                  <a:pt x="54945" y="131768"/>
                </a:lnTo>
                <a:lnTo>
                  <a:pt x="54758" y="132499"/>
                </a:lnTo>
                <a:lnTo>
                  <a:pt x="54574" y="133211"/>
                </a:lnTo>
                <a:lnTo>
                  <a:pt x="54393" y="133907"/>
                </a:lnTo>
                <a:lnTo>
                  <a:pt x="54214" y="134585"/>
                </a:lnTo>
                <a:lnTo>
                  <a:pt x="54038" y="135245"/>
                </a:lnTo>
                <a:lnTo>
                  <a:pt x="53865" y="135888"/>
                </a:lnTo>
                <a:lnTo>
                  <a:pt x="53695" y="136514"/>
                </a:lnTo>
                <a:lnTo>
                  <a:pt x="53527" y="137122"/>
                </a:lnTo>
                <a:lnTo>
                  <a:pt x="53362" y="137713"/>
                </a:lnTo>
                <a:lnTo>
                  <a:pt x="53200" y="138287"/>
                </a:lnTo>
                <a:lnTo>
                  <a:pt x="53041" y="138844"/>
                </a:lnTo>
                <a:lnTo>
                  <a:pt x="52884" y="139383"/>
                </a:lnTo>
                <a:lnTo>
                  <a:pt x="52730" y="139905"/>
                </a:lnTo>
                <a:lnTo>
                  <a:pt x="52579" y="140410"/>
                </a:lnTo>
                <a:lnTo>
                  <a:pt x="52431" y="140897"/>
                </a:lnTo>
                <a:lnTo>
                  <a:pt x="52285" y="141368"/>
                </a:lnTo>
                <a:lnTo>
                  <a:pt x="52142" y="141821"/>
                </a:lnTo>
                <a:lnTo>
                  <a:pt x="52072" y="142042"/>
                </a:lnTo>
                <a:lnTo>
                  <a:pt x="52002" y="142258"/>
                </a:lnTo>
                <a:lnTo>
                  <a:pt x="51933" y="142468"/>
                </a:lnTo>
                <a:lnTo>
                  <a:pt x="51866" y="142674"/>
                </a:lnTo>
                <a:lnTo>
                  <a:pt x="51799" y="142874"/>
                </a:lnTo>
                <a:lnTo>
                  <a:pt x="51733" y="143070"/>
                </a:lnTo>
                <a:lnTo>
                  <a:pt x="51668" y="143261"/>
                </a:lnTo>
                <a:lnTo>
                  <a:pt x="51604" y="143446"/>
                </a:lnTo>
                <a:lnTo>
                  <a:pt x="51541" y="143627"/>
                </a:lnTo>
                <a:lnTo>
                  <a:pt x="51479" y="143803"/>
                </a:lnTo>
                <a:lnTo>
                  <a:pt x="51418" y="143974"/>
                </a:lnTo>
                <a:lnTo>
                  <a:pt x="51357" y="144140"/>
                </a:lnTo>
                <a:lnTo>
                  <a:pt x="51298" y="144301"/>
                </a:lnTo>
                <a:lnTo>
                  <a:pt x="51240" y="144458"/>
                </a:lnTo>
                <a:lnTo>
                  <a:pt x="51183" y="144609"/>
                </a:lnTo>
                <a:lnTo>
                  <a:pt x="51126" y="144756"/>
                </a:lnTo>
                <a:lnTo>
                  <a:pt x="51071" y="144899"/>
                </a:lnTo>
                <a:lnTo>
                  <a:pt x="51016" y="145036"/>
                </a:lnTo>
                <a:lnTo>
                  <a:pt x="50963" y="145169"/>
                </a:lnTo>
                <a:lnTo>
                  <a:pt x="50910" y="145297"/>
                </a:lnTo>
                <a:lnTo>
                  <a:pt x="50858" y="145420"/>
                </a:lnTo>
                <a:lnTo>
                  <a:pt x="50808" y="145539"/>
                </a:lnTo>
                <a:lnTo>
                  <a:pt x="50758" y="145654"/>
                </a:lnTo>
                <a:lnTo>
                  <a:pt x="50709" y="145763"/>
                </a:lnTo>
                <a:lnTo>
                  <a:pt x="50685" y="145817"/>
                </a:lnTo>
                <a:lnTo>
                  <a:pt x="50662" y="145868"/>
                </a:lnTo>
                <a:lnTo>
                  <a:pt x="50639" y="145917"/>
                </a:lnTo>
                <a:lnTo>
                  <a:pt x="50617" y="145965"/>
                </a:lnTo>
                <a:lnTo>
                  <a:pt x="50595" y="146011"/>
                </a:lnTo>
                <a:lnTo>
                  <a:pt x="50574" y="146055"/>
                </a:lnTo>
                <a:lnTo>
                  <a:pt x="50554" y="146097"/>
                </a:lnTo>
                <a:lnTo>
                  <a:pt x="50534" y="146138"/>
                </a:lnTo>
                <a:lnTo>
                  <a:pt x="50514" y="146177"/>
                </a:lnTo>
                <a:lnTo>
                  <a:pt x="50495" y="146214"/>
                </a:lnTo>
                <a:lnTo>
                  <a:pt x="50477" y="146249"/>
                </a:lnTo>
                <a:lnTo>
                  <a:pt x="50460" y="146283"/>
                </a:lnTo>
                <a:lnTo>
                  <a:pt x="50443" y="146315"/>
                </a:lnTo>
                <a:lnTo>
                  <a:pt x="50426" y="146346"/>
                </a:lnTo>
                <a:lnTo>
                  <a:pt x="50411" y="146375"/>
                </a:lnTo>
                <a:lnTo>
                  <a:pt x="50400" y="146395"/>
                </a:lnTo>
                <a:lnTo>
                  <a:pt x="50395" y="146397"/>
                </a:lnTo>
                <a:lnTo>
                  <a:pt x="50357" y="146412"/>
                </a:lnTo>
                <a:lnTo>
                  <a:pt x="50315" y="146428"/>
                </a:lnTo>
                <a:lnTo>
                  <a:pt x="50269" y="146445"/>
                </a:lnTo>
                <a:lnTo>
                  <a:pt x="50219" y="146463"/>
                </a:lnTo>
                <a:lnTo>
                  <a:pt x="50165" y="146481"/>
                </a:lnTo>
                <a:lnTo>
                  <a:pt x="50107" y="146500"/>
                </a:lnTo>
                <a:lnTo>
                  <a:pt x="50045" y="146520"/>
                </a:lnTo>
                <a:lnTo>
                  <a:pt x="49979" y="146540"/>
                </a:lnTo>
                <a:lnTo>
                  <a:pt x="49908" y="146561"/>
                </a:lnTo>
                <a:lnTo>
                  <a:pt x="49832" y="146583"/>
                </a:lnTo>
                <a:lnTo>
                  <a:pt x="49753" y="146605"/>
                </a:lnTo>
                <a:lnTo>
                  <a:pt x="49674" y="146625"/>
                </a:lnTo>
                <a:lnTo>
                  <a:pt x="49593" y="146646"/>
                </a:lnTo>
                <a:lnTo>
                  <a:pt x="49510" y="146666"/>
                </a:lnTo>
                <a:lnTo>
                  <a:pt x="49424" y="146687"/>
                </a:lnTo>
                <a:lnTo>
                  <a:pt x="49336" y="146707"/>
                </a:lnTo>
                <a:lnTo>
                  <a:pt x="49245" y="146728"/>
                </a:lnTo>
                <a:lnTo>
                  <a:pt x="49152" y="146748"/>
                </a:lnTo>
                <a:lnTo>
                  <a:pt x="49056" y="146768"/>
                </a:lnTo>
                <a:lnTo>
                  <a:pt x="48958" y="146788"/>
                </a:lnTo>
                <a:lnTo>
                  <a:pt x="48857" y="146807"/>
                </a:lnTo>
                <a:lnTo>
                  <a:pt x="48754" y="146827"/>
                </a:lnTo>
                <a:lnTo>
                  <a:pt x="48648" y="146846"/>
                </a:lnTo>
                <a:lnTo>
                  <a:pt x="48539" y="146866"/>
                </a:lnTo>
                <a:lnTo>
                  <a:pt x="48428" y="146885"/>
                </a:lnTo>
                <a:lnTo>
                  <a:pt x="48314" y="146904"/>
                </a:lnTo>
                <a:lnTo>
                  <a:pt x="48197" y="146923"/>
                </a:lnTo>
                <a:lnTo>
                  <a:pt x="48078" y="146941"/>
                </a:lnTo>
                <a:lnTo>
                  <a:pt x="47956" y="146959"/>
                </a:lnTo>
                <a:lnTo>
                  <a:pt x="47832" y="146978"/>
                </a:lnTo>
                <a:lnTo>
                  <a:pt x="47704" y="146995"/>
                </a:lnTo>
                <a:lnTo>
                  <a:pt x="47574" y="147013"/>
                </a:lnTo>
                <a:lnTo>
                  <a:pt x="47441" y="147031"/>
                </a:lnTo>
                <a:lnTo>
                  <a:pt x="47306" y="147048"/>
                </a:lnTo>
                <a:lnTo>
                  <a:pt x="47167" y="147065"/>
                </a:lnTo>
                <a:lnTo>
                  <a:pt x="46884" y="147098"/>
                </a:lnTo>
                <a:lnTo>
                  <a:pt x="46591" y="147130"/>
                </a:lnTo>
                <a:lnTo>
                  <a:pt x="46290" y="147160"/>
                </a:lnTo>
                <a:lnTo>
                  <a:pt x="45980" y="147189"/>
                </a:lnTo>
                <a:lnTo>
                  <a:pt x="45662" y="147217"/>
                </a:lnTo>
                <a:lnTo>
                  <a:pt x="45334" y="147244"/>
                </a:lnTo>
                <a:lnTo>
                  <a:pt x="44998" y="147269"/>
                </a:lnTo>
                <a:lnTo>
                  <a:pt x="44653" y="147292"/>
                </a:lnTo>
                <a:lnTo>
                  <a:pt x="44300" y="147315"/>
                </a:lnTo>
                <a:lnTo>
                  <a:pt x="43937" y="147336"/>
                </a:lnTo>
                <a:lnTo>
                  <a:pt x="43566" y="147355"/>
                </a:lnTo>
                <a:lnTo>
                  <a:pt x="43186" y="147373"/>
                </a:lnTo>
                <a:lnTo>
                  <a:pt x="42797" y="147390"/>
                </a:lnTo>
                <a:lnTo>
                  <a:pt x="42399" y="147405"/>
                </a:lnTo>
                <a:lnTo>
                  <a:pt x="41992" y="147419"/>
                </a:lnTo>
                <a:lnTo>
                  <a:pt x="41576" y="147432"/>
                </a:lnTo>
                <a:lnTo>
                  <a:pt x="41151" y="147443"/>
                </a:lnTo>
                <a:lnTo>
                  <a:pt x="40717" y="147453"/>
                </a:lnTo>
                <a:lnTo>
                  <a:pt x="40275" y="147461"/>
                </a:lnTo>
                <a:lnTo>
                  <a:pt x="39823" y="147467"/>
                </a:lnTo>
                <a:lnTo>
                  <a:pt x="39362" y="147473"/>
                </a:lnTo>
                <a:lnTo>
                  <a:pt x="38892" y="147476"/>
                </a:lnTo>
                <a:lnTo>
                  <a:pt x="38413" y="147479"/>
                </a:lnTo>
                <a:lnTo>
                  <a:pt x="37925" y="147479"/>
                </a:lnTo>
                <a:lnTo>
                  <a:pt x="37740" y="147480"/>
                </a:lnTo>
                <a:lnTo>
                  <a:pt x="37558" y="147481"/>
                </a:lnTo>
                <a:lnTo>
                  <a:pt x="37377" y="147482"/>
                </a:lnTo>
                <a:lnTo>
                  <a:pt x="37198" y="147485"/>
                </a:lnTo>
                <a:lnTo>
                  <a:pt x="37021" y="147488"/>
                </a:lnTo>
                <a:lnTo>
                  <a:pt x="36847" y="147492"/>
                </a:lnTo>
                <a:lnTo>
                  <a:pt x="36674" y="147496"/>
                </a:lnTo>
                <a:lnTo>
                  <a:pt x="36503" y="147502"/>
                </a:lnTo>
                <a:lnTo>
                  <a:pt x="36335" y="147508"/>
                </a:lnTo>
                <a:lnTo>
                  <a:pt x="36169" y="147515"/>
                </a:lnTo>
                <a:lnTo>
                  <a:pt x="36004" y="147523"/>
                </a:lnTo>
                <a:lnTo>
                  <a:pt x="35842" y="147531"/>
                </a:lnTo>
                <a:lnTo>
                  <a:pt x="35683" y="147541"/>
                </a:lnTo>
                <a:lnTo>
                  <a:pt x="35525" y="147551"/>
                </a:lnTo>
                <a:lnTo>
                  <a:pt x="35370" y="147562"/>
                </a:lnTo>
                <a:lnTo>
                  <a:pt x="35217" y="147574"/>
                </a:lnTo>
                <a:lnTo>
                  <a:pt x="35066" y="147587"/>
                </a:lnTo>
                <a:lnTo>
                  <a:pt x="34918" y="147600"/>
                </a:lnTo>
                <a:lnTo>
                  <a:pt x="34772" y="147615"/>
                </a:lnTo>
                <a:lnTo>
                  <a:pt x="34628" y="147630"/>
                </a:lnTo>
                <a:lnTo>
                  <a:pt x="34487" y="147647"/>
                </a:lnTo>
                <a:lnTo>
                  <a:pt x="34348" y="147664"/>
                </a:lnTo>
                <a:lnTo>
                  <a:pt x="34212" y="147683"/>
                </a:lnTo>
                <a:lnTo>
                  <a:pt x="34079" y="147702"/>
                </a:lnTo>
                <a:lnTo>
                  <a:pt x="34012" y="147712"/>
                </a:lnTo>
                <a:lnTo>
                  <a:pt x="33946" y="147723"/>
                </a:lnTo>
                <a:lnTo>
                  <a:pt x="33879" y="147734"/>
                </a:lnTo>
                <a:lnTo>
                  <a:pt x="33812" y="147745"/>
                </a:lnTo>
                <a:lnTo>
                  <a:pt x="33746" y="147757"/>
                </a:lnTo>
                <a:lnTo>
                  <a:pt x="33679" y="147769"/>
                </a:lnTo>
                <a:lnTo>
                  <a:pt x="33611" y="147781"/>
                </a:lnTo>
                <a:lnTo>
                  <a:pt x="33544" y="147794"/>
                </a:lnTo>
                <a:lnTo>
                  <a:pt x="33477" y="147808"/>
                </a:lnTo>
                <a:lnTo>
                  <a:pt x="33410" y="147822"/>
                </a:lnTo>
                <a:lnTo>
                  <a:pt x="33343" y="147836"/>
                </a:lnTo>
                <a:lnTo>
                  <a:pt x="33275" y="147851"/>
                </a:lnTo>
                <a:lnTo>
                  <a:pt x="33208" y="147867"/>
                </a:lnTo>
                <a:lnTo>
                  <a:pt x="33141" y="147883"/>
                </a:lnTo>
                <a:lnTo>
                  <a:pt x="33074" y="147900"/>
                </a:lnTo>
                <a:lnTo>
                  <a:pt x="33007" y="147917"/>
                </a:lnTo>
                <a:lnTo>
                  <a:pt x="32940" y="147935"/>
                </a:lnTo>
                <a:lnTo>
                  <a:pt x="32874" y="147953"/>
                </a:lnTo>
                <a:lnTo>
                  <a:pt x="32807" y="147972"/>
                </a:lnTo>
                <a:lnTo>
                  <a:pt x="32741" y="147992"/>
                </a:lnTo>
                <a:lnTo>
                  <a:pt x="32675" y="148012"/>
                </a:lnTo>
                <a:lnTo>
                  <a:pt x="32610" y="148033"/>
                </a:lnTo>
                <a:lnTo>
                  <a:pt x="32544" y="148054"/>
                </a:lnTo>
                <a:lnTo>
                  <a:pt x="32479" y="148076"/>
                </a:lnTo>
                <a:lnTo>
                  <a:pt x="32418" y="148097"/>
                </a:lnTo>
                <a:lnTo>
                  <a:pt x="32355" y="148120"/>
                </a:lnTo>
                <a:lnTo>
                  <a:pt x="32290" y="148145"/>
                </a:lnTo>
                <a:lnTo>
                  <a:pt x="32223" y="148171"/>
                </a:lnTo>
                <a:lnTo>
                  <a:pt x="32154" y="148199"/>
                </a:lnTo>
                <a:lnTo>
                  <a:pt x="32083" y="148229"/>
                </a:lnTo>
                <a:lnTo>
                  <a:pt x="32011" y="148261"/>
                </a:lnTo>
                <a:lnTo>
                  <a:pt x="31937" y="148294"/>
                </a:lnTo>
                <a:lnTo>
                  <a:pt x="31862" y="148330"/>
                </a:lnTo>
                <a:lnTo>
                  <a:pt x="31785" y="148368"/>
                </a:lnTo>
                <a:lnTo>
                  <a:pt x="31708" y="148408"/>
                </a:lnTo>
                <a:lnTo>
                  <a:pt x="31630" y="148450"/>
                </a:lnTo>
                <a:lnTo>
                  <a:pt x="31551" y="148495"/>
                </a:lnTo>
                <a:lnTo>
                  <a:pt x="31471" y="148542"/>
                </a:lnTo>
                <a:lnTo>
                  <a:pt x="31391" y="148592"/>
                </a:lnTo>
                <a:lnTo>
                  <a:pt x="31311" y="148644"/>
                </a:lnTo>
                <a:lnTo>
                  <a:pt x="31231" y="148698"/>
                </a:lnTo>
                <a:lnTo>
                  <a:pt x="31150" y="148756"/>
                </a:lnTo>
                <a:lnTo>
                  <a:pt x="31070" y="148816"/>
                </a:lnTo>
                <a:lnTo>
                  <a:pt x="30990" y="148879"/>
                </a:lnTo>
                <a:lnTo>
                  <a:pt x="30911" y="148945"/>
                </a:lnTo>
                <a:lnTo>
                  <a:pt x="30832" y="149014"/>
                </a:lnTo>
                <a:lnTo>
                  <a:pt x="30754" y="149086"/>
                </a:lnTo>
                <a:lnTo>
                  <a:pt x="30677" y="149161"/>
                </a:lnTo>
                <a:lnTo>
                  <a:pt x="30580" y="149262"/>
                </a:lnTo>
                <a:lnTo>
                  <a:pt x="30485" y="149366"/>
                </a:lnTo>
                <a:lnTo>
                  <a:pt x="30395" y="149473"/>
                </a:lnTo>
                <a:lnTo>
                  <a:pt x="30307" y="149583"/>
                </a:lnTo>
                <a:lnTo>
                  <a:pt x="30222" y="149695"/>
                </a:lnTo>
                <a:lnTo>
                  <a:pt x="30141" y="149809"/>
                </a:lnTo>
                <a:lnTo>
                  <a:pt x="30063" y="149925"/>
                </a:lnTo>
                <a:lnTo>
                  <a:pt x="29987" y="150042"/>
                </a:lnTo>
                <a:lnTo>
                  <a:pt x="29915" y="150161"/>
                </a:lnTo>
                <a:lnTo>
                  <a:pt x="29845" y="150280"/>
                </a:lnTo>
                <a:lnTo>
                  <a:pt x="29778" y="150400"/>
                </a:lnTo>
                <a:lnTo>
                  <a:pt x="29714" y="150520"/>
                </a:lnTo>
                <a:lnTo>
                  <a:pt x="29652" y="150640"/>
                </a:lnTo>
                <a:lnTo>
                  <a:pt x="29593" y="150760"/>
                </a:lnTo>
                <a:lnTo>
                  <a:pt x="29537" y="150879"/>
                </a:lnTo>
                <a:lnTo>
                  <a:pt x="29483" y="150997"/>
                </a:lnTo>
                <a:lnTo>
                  <a:pt x="29431" y="151114"/>
                </a:lnTo>
                <a:lnTo>
                  <a:pt x="29382" y="151229"/>
                </a:lnTo>
                <a:lnTo>
                  <a:pt x="29334" y="151343"/>
                </a:lnTo>
                <a:lnTo>
                  <a:pt x="29289" y="151454"/>
                </a:lnTo>
                <a:lnTo>
                  <a:pt x="29246" y="151563"/>
                </a:lnTo>
                <a:lnTo>
                  <a:pt x="29205" y="151669"/>
                </a:lnTo>
                <a:lnTo>
                  <a:pt x="29167" y="151772"/>
                </a:lnTo>
                <a:lnTo>
                  <a:pt x="29130" y="151872"/>
                </a:lnTo>
                <a:lnTo>
                  <a:pt x="29086" y="151991"/>
                </a:lnTo>
                <a:lnTo>
                  <a:pt x="29043" y="152113"/>
                </a:lnTo>
                <a:lnTo>
                  <a:pt x="28999" y="152237"/>
                </a:lnTo>
                <a:lnTo>
                  <a:pt x="28956" y="152364"/>
                </a:lnTo>
                <a:lnTo>
                  <a:pt x="28912" y="152493"/>
                </a:lnTo>
                <a:lnTo>
                  <a:pt x="28869" y="152625"/>
                </a:lnTo>
                <a:lnTo>
                  <a:pt x="28826" y="152759"/>
                </a:lnTo>
                <a:lnTo>
                  <a:pt x="28783" y="152895"/>
                </a:lnTo>
                <a:lnTo>
                  <a:pt x="28739" y="153034"/>
                </a:lnTo>
                <a:lnTo>
                  <a:pt x="28696" y="153175"/>
                </a:lnTo>
                <a:lnTo>
                  <a:pt x="28653" y="153319"/>
                </a:lnTo>
                <a:lnTo>
                  <a:pt x="28610" y="153464"/>
                </a:lnTo>
                <a:lnTo>
                  <a:pt x="28566" y="153612"/>
                </a:lnTo>
                <a:lnTo>
                  <a:pt x="28523" y="153763"/>
                </a:lnTo>
                <a:lnTo>
                  <a:pt x="28480" y="153915"/>
                </a:lnTo>
                <a:lnTo>
                  <a:pt x="28437" y="154070"/>
                </a:lnTo>
                <a:lnTo>
                  <a:pt x="28394" y="154227"/>
                </a:lnTo>
                <a:lnTo>
                  <a:pt x="28350" y="154386"/>
                </a:lnTo>
                <a:lnTo>
                  <a:pt x="28307" y="154548"/>
                </a:lnTo>
                <a:lnTo>
                  <a:pt x="28264" y="154711"/>
                </a:lnTo>
                <a:lnTo>
                  <a:pt x="28221" y="154877"/>
                </a:lnTo>
                <a:lnTo>
                  <a:pt x="28178" y="155045"/>
                </a:lnTo>
                <a:lnTo>
                  <a:pt x="28134" y="155215"/>
                </a:lnTo>
                <a:lnTo>
                  <a:pt x="28091" y="155387"/>
                </a:lnTo>
                <a:lnTo>
                  <a:pt x="28060" y="155510"/>
                </a:lnTo>
                <a:lnTo>
                  <a:pt x="28039" y="155635"/>
                </a:lnTo>
                <a:lnTo>
                  <a:pt x="28000" y="155871"/>
                </a:lnTo>
                <a:lnTo>
                  <a:pt x="27962" y="156103"/>
                </a:lnTo>
                <a:lnTo>
                  <a:pt x="27925" y="156331"/>
                </a:lnTo>
                <a:lnTo>
                  <a:pt x="27889" y="156554"/>
                </a:lnTo>
                <a:lnTo>
                  <a:pt x="27854" y="156774"/>
                </a:lnTo>
                <a:lnTo>
                  <a:pt x="27821" y="156989"/>
                </a:lnTo>
                <a:lnTo>
                  <a:pt x="27789" y="157199"/>
                </a:lnTo>
                <a:lnTo>
                  <a:pt x="27758" y="157404"/>
                </a:lnTo>
                <a:lnTo>
                  <a:pt x="27728" y="157605"/>
                </a:lnTo>
                <a:lnTo>
                  <a:pt x="27700" y="157800"/>
                </a:lnTo>
                <a:lnTo>
                  <a:pt x="27674" y="157990"/>
                </a:lnTo>
                <a:lnTo>
                  <a:pt x="27649" y="158175"/>
                </a:lnTo>
                <a:lnTo>
                  <a:pt x="27626" y="158354"/>
                </a:lnTo>
                <a:lnTo>
                  <a:pt x="27604" y="158528"/>
                </a:lnTo>
                <a:lnTo>
                  <a:pt x="27585" y="158695"/>
                </a:lnTo>
                <a:lnTo>
                  <a:pt x="27567" y="158856"/>
                </a:lnTo>
                <a:lnTo>
                  <a:pt x="27551" y="159011"/>
                </a:lnTo>
                <a:lnTo>
                  <a:pt x="27537" y="159160"/>
                </a:lnTo>
                <a:lnTo>
                  <a:pt x="27524" y="159302"/>
                </a:lnTo>
                <a:lnTo>
                  <a:pt x="27514" y="159437"/>
                </a:lnTo>
                <a:lnTo>
                  <a:pt x="27507" y="159566"/>
                </a:lnTo>
                <a:lnTo>
                  <a:pt x="27501" y="159687"/>
                </a:lnTo>
                <a:lnTo>
                  <a:pt x="27497" y="159801"/>
                </a:lnTo>
                <a:lnTo>
                  <a:pt x="27496" y="159908"/>
                </a:lnTo>
                <a:lnTo>
                  <a:pt x="27501" y="160134"/>
                </a:lnTo>
                <a:lnTo>
                  <a:pt x="27515" y="160356"/>
                </a:lnTo>
                <a:lnTo>
                  <a:pt x="27538" y="160576"/>
                </a:lnTo>
                <a:lnTo>
                  <a:pt x="27571" y="160793"/>
                </a:lnTo>
                <a:lnTo>
                  <a:pt x="27613" y="161006"/>
                </a:lnTo>
                <a:lnTo>
                  <a:pt x="27663" y="161215"/>
                </a:lnTo>
                <a:lnTo>
                  <a:pt x="27723" y="161420"/>
                </a:lnTo>
                <a:lnTo>
                  <a:pt x="27791" y="161622"/>
                </a:lnTo>
                <a:lnTo>
                  <a:pt x="27867" y="161819"/>
                </a:lnTo>
                <a:lnTo>
                  <a:pt x="27953" y="162012"/>
                </a:lnTo>
                <a:lnTo>
                  <a:pt x="28046" y="162201"/>
                </a:lnTo>
                <a:lnTo>
                  <a:pt x="28148" y="162385"/>
                </a:lnTo>
                <a:lnTo>
                  <a:pt x="28258" y="162564"/>
                </a:lnTo>
                <a:lnTo>
                  <a:pt x="28376" y="162738"/>
                </a:lnTo>
                <a:lnTo>
                  <a:pt x="28502" y="162907"/>
                </a:lnTo>
                <a:lnTo>
                  <a:pt x="28636" y="163070"/>
                </a:lnTo>
                <a:lnTo>
                  <a:pt x="28777" y="163229"/>
                </a:lnTo>
                <a:lnTo>
                  <a:pt x="28926" y="163381"/>
                </a:lnTo>
                <a:lnTo>
                  <a:pt x="29083" y="163528"/>
                </a:lnTo>
                <a:lnTo>
                  <a:pt x="29246" y="163668"/>
                </a:lnTo>
                <a:lnTo>
                  <a:pt x="29418" y="163803"/>
                </a:lnTo>
                <a:lnTo>
                  <a:pt x="29596" y="163931"/>
                </a:lnTo>
                <a:lnTo>
                  <a:pt x="29781" y="164053"/>
                </a:lnTo>
                <a:lnTo>
                  <a:pt x="29973" y="164168"/>
                </a:lnTo>
                <a:lnTo>
                  <a:pt x="30137" y="164258"/>
                </a:lnTo>
                <a:lnTo>
                  <a:pt x="30303" y="164342"/>
                </a:lnTo>
                <a:lnTo>
                  <a:pt x="30471" y="164421"/>
                </a:lnTo>
                <a:lnTo>
                  <a:pt x="30641" y="164494"/>
                </a:lnTo>
                <a:lnTo>
                  <a:pt x="30812" y="164562"/>
                </a:lnTo>
                <a:lnTo>
                  <a:pt x="30986" y="164625"/>
                </a:lnTo>
                <a:lnTo>
                  <a:pt x="31160" y="164683"/>
                </a:lnTo>
                <a:lnTo>
                  <a:pt x="31336" y="164736"/>
                </a:lnTo>
                <a:lnTo>
                  <a:pt x="31513" y="164785"/>
                </a:lnTo>
                <a:lnTo>
                  <a:pt x="31691" y="164829"/>
                </a:lnTo>
                <a:lnTo>
                  <a:pt x="31870" y="164870"/>
                </a:lnTo>
                <a:lnTo>
                  <a:pt x="32049" y="164906"/>
                </a:lnTo>
                <a:lnTo>
                  <a:pt x="32229" y="164938"/>
                </a:lnTo>
                <a:lnTo>
                  <a:pt x="32409" y="164967"/>
                </a:lnTo>
                <a:lnTo>
                  <a:pt x="32588" y="164992"/>
                </a:lnTo>
                <a:lnTo>
                  <a:pt x="32768" y="165014"/>
                </a:lnTo>
                <a:lnTo>
                  <a:pt x="32947" y="165032"/>
                </a:lnTo>
                <a:lnTo>
                  <a:pt x="33125" y="165048"/>
                </a:lnTo>
                <a:lnTo>
                  <a:pt x="33303" y="165060"/>
                </a:lnTo>
                <a:lnTo>
                  <a:pt x="33480" y="165070"/>
                </a:lnTo>
                <a:lnTo>
                  <a:pt x="33656" y="165078"/>
                </a:lnTo>
                <a:lnTo>
                  <a:pt x="33831" y="165083"/>
                </a:lnTo>
                <a:lnTo>
                  <a:pt x="34004" y="165086"/>
                </a:lnTo>
                <a:lnTo>
                  <a:pt x="34175" y="165087"/>
                </a:lnTo>
                <a:lnTo>
                  <a:pt x="34691" y="165087"/>
                </a:lnTo>
                <a:lnTo>
                  <a:pt x="35075" y="164959"/>
                </a:lnTo>
                <a:lnTo>
                  <a:pt x="35078" y="164959"/>
                </a:lnTo>
                <a:lnTo>
                  <a:pt x="35094" y="164956"/>
                </a:lnTo>
                <a:lnTo>
                  <a:pt x="35113" y="164954"/>
                </a:lnTo>
                <a:lnTo>
                  <a:pt x="35133" y="164951"/>
                </a:lnTo>
                <a:lnTo>
                  <a:pt x="35151" y="164949"/>
                </a:lnTo>
                <a:lnTo>
                  <a:pt x="35170" y="164946"/>
                </a:lnTo>
                <a:lnTo>
                  <a:pt x="35189" y="164944"/>
                </a:lnTo>
                <a:lnTo>
                  <a:pt x="35209" y="164942"/>
                </a:lnTo>
                <a:lnTo>
                  <a:pt x="35231" y="164939"/>
                </a:lnTo>
                <a:lnTo>
                  <a:pt x="35252" y="164937"/>
                </a:lnTo>
                <a:lnTo>
                  <a:pt x="35275" y="164935"/>
                </a:lnTo>
                <a:lnTo>
                  <a:pt x="35299" y="164932"/>
                </a:lnTo>
                <a:lnTo>
                  <a:pt x="35323" y="164930"/>
                </a:lnTo>
                <a:lnTo>
                  <a:pt x="35349" y="164927"/>
                </a:lnTo>
                <a:lnTo>
                  <a:pt x="35375" y="164925"/>
                </a:lnTo>
                <a:lnTo>
                  <a:pt x="35402" y="164922"/>
                </a:lnTo>
                <a:lnTo>
                  <a:pt x="35430" y="164920"/>
                </a:lnTo>
                <a:lnTo>
                  <a:pt x="35459" y="164918"/>
                </a:lnTo>
                <a:lnTo>
                  <a:pt x="35489" y="164915"/>
                </a:lnTo>
                <a:lnTo>
                  <a:pt x="35520" y="164913"/>
                </a:lnTo>
                <a:lnTo>
                  <a:pt x="35551" y="164910"/>
                </a:lnTo>
                <a:lnTo>
                  <a:pt x="35584" y="164908"/>
                </a:lnTo>
                <a:lnTo>
                  <a:pt x="35617" y="164906"/>
                </a:lnTo>
                <a:lnTo>
                  <a:pt x="35652" y="164903"/>
                </a:lnTo>
                <a:lnTo>
                  <a:pt x="35687" y="164901"/>
                </a:lnTo>
                <a:lnTo>
                  <a:pt x="35724" y="164899"/>
                </a:lnTo>
                <a:lnTo>
                  <a:pt x="35761" y="164896"/>
                </a:lnTo>
                <a:lnTo>
                  <a:pt x="35799" y="164894"/>
                </a:lnTo>
                <a:lnTo>
                  <a:pt x="35878" y="164890"/>
                </a:lnTo>
                <a:lnTo>
                  <a:pt x="35959" y="164885"/>
                </a:lnTo>
                <a:lnTo>
                  <a:pt x="36043" y="164881"/>
                </a:lnTo>
                <a:lnTo>
                  <a:pt x="36130" y="164877"/>
                </a:lnTo>
                <a:lnTo>
                  <a:pt x="36219" y="164873"/>
                </a:lnTo>
                <a:lnTo>
                  <a:pt x="36311" y="164870"/>
                </a:lnTo>
                <a:lnTo>
                  <a:pt x="36405" y="164866"/>
                </a:lnTo>
                <a:lnTo>
                  <a:pt x="36502" y="164863"/>
                </a:lnTo>
                <a:lnTo>
                  <a:pt x="36602" y="164860"/>
                </a:lnTo>
                <a:lnTo>
                  <a:pt x="36704" y="164857"/>
                </a:lnTo>
                <a:lnTo>
                  <a:pt x="36810" y="164854"/>
                </a:lnTo>
                <a:lnTo>
                  <a:pt x="36917" y="164852"/>
                </a:lnTo>
                <a:lnTo>
                  <a:pt x="37028" y="164850"/>
                </a:lnTo>
                <a:lnTo>
                  <a:pt x="37141" y="164847"/>
                </a:lnTo>
                <a:lnTo>
                  <a:pt x="37257" y="164845"/>
                </a:lnTo>
                <a:lnTo>
                  <a:pt x="37376" y="164844"/>
                </a:lnTo>
                <a:lnTo>
                  <a:pt x="37497" y="164842"/>
                </a:lnTo>
                <a:lnTo>
                  <a:pt x="37621" y="164841"/>
                </a:lnTo>
                <a:lnTo>
                  <a:pt x="37748" y="164840"/>
                </a:lnTo>
                <a:lnTo>
                  <a:pt x="37878" y="164839"/>
                </a:lnTo>
                <a:lnTo>
                  <a:pt x="38010" y="164838"/>
                </a:lnTo>
                <a:lnTo>
                  <a:pt x="38146" y="164837"/>
                </a:lnTo>
                <a:lnTo>
                  <a:pt x="38284" y="164837"/>
                </a:lnTo>
                <a:lnTo>
                  <a:pt x="38425" y="164837"/>
                </a:lnTo>
                <a:lnTo>
                  <a:pt x="38425" y="164837"/>
                </a:lnTo>
                <a:lnTo>
                  <a:pt x="38426" y="164837"/>
                </a:lnTo>
                <a:lnTo>
                  <a:pt x="38426" y="164837"/>
                </a:lnTo>
                <a:lnTo>
                  <a:pt x="38427" y="164837"/>
                </a:lnTo>
                <a:lnTo>
                  <a:pt x="38427" y="164837"/>
                </a:lnTo>
                <a:lnTo>
                  <a:pt x="38428" y="164837"/>
                </a:lnTo>
                <a:lnTo>
                  <a:pt x="38429" y="164837"/>
                </a:lnTo>
                <a:lnTo>
                  <a:pt x="38429" y="164837"/>
                </a:lnTo>
                <a:lnTo>
                  <a:pt x="38430" y="164837"/>
                </a:lnTo>
                <a:lnTo>
                  <a:pt x="38430" y="164837"/>
                </a:lnTo>
                <a:lnTo>
                  <a:pt x="38431" y="164837"/>
                </a:lnTo>
                <a:lnTo>
                  <a:pt x="38431" y="164837"/>
                </a:lnTo>
                <a:lnTo>
                  <a:pt x="38432" y="164837"/>
                </a:lnTo>
                <a:lnTo>
                  <a:pt x="38433" y="164837"/>
                </a:lnTo>
                <a:lnTo>
                  <a:pt x="38433" y="164837"/>
                </a:lnTo>
                <a:lnTo>
                  <a:pt x="38434" y="164837"/>
                </a:lnTo>
                <a:lnTo>
                  <a:pt x="38434" y="164837"/>
                </a:lnTo>
                <a:lnTo>
                  <a:pt x="38435" y="164837"/>
                </a:lnTo>
                <a:lnTo>
                  <a:pt x="38435" y="164837"/>
                </a:lnTo>
                <a:lnTo>
                  <a:pt x="38436" y="164837"/>
                </a:lnTo>
                <a:lnTo>
                  <a:pt x="38437" y="164837"/>
                </a:lnTo>
                <a:lnTo>
                  <a:pt x="38437" y="164837"/>
                </a:lnTo>
                <a:lnTo>
                  <a:pt x="38438" y="164837"/>
                </a:lnTo>
                <a:lnTo>
                  <a:pt x="38438" y="164837"/>
                </a:lnTo>
                <a:lnTo>
                  <a:pt x="38439" y="164837"/>
                </a:lnTo>
                <a:lnTo>
                  <a:pt x="38439" y="164837"/>
                </a:lnTo>
                <a:lnTo>
                  <a:pt x="38440" y="164837"/>
                </a:lnTo>
                <a:lnTo>
                  <a:pt x="38441" y="164837"/>
                </a:lnTo>
                <a:lnTo>
                  <a:pt x="38441" y="164837"/>
                </a:lnTo>
                <a:lnTo>
                  <a:pt x="38442" y="164837"/>
                </a:lnTo>
                <a:lnTo>
                  <a:pt x="38442" y="164837"/>
                </a:lnTo>
                <a:lnTo>
                  <a:pt x="38443" y="164837"/>
                </a:lnTo>
                <a:lnTo>
                  <a:pt x="38443" y="164837"/>
                </a:lnTo>
                <a:lnTo>
                  <a:pt x="38444" y="164837"/>
                </a:lnTo>
                <a:lnTo>
                  <a:pt x="38445" y="164837"/>
                </a:lnTo>
                <a:lnTo>
                  <a:pt x="38445" y="164837"/>
                </a:lnTo>
                <a:lnTo>
                  <a:pt x="38446" y="164837"/>
                </a:lnTo>
                <a:lnTo>
                  <a:pt x="38446" y="164837"/>
                </a:lnTo>
                <a:lnTo>
                  <a:pt x="38447" y="164837"/>
                </a:lnTo>
                <a:lnTo>
                  <a:pt x="38447" y="164837"/>
                </a:lnTo>
                <a:lnTo>
                  <a:pt x="38448" y="164837"/>
                </a:lnTo>
                <a:lnTo>
                  <a:pt x="38449" y="164837"/>
                </a:lnTo>
                <a:lnTo>
                  <a:pt x="38449" y="164837"/>
                </a:lnTo>
                <a:lnTo>
                  <a:pt x="38450" y="164837"/>
                </a:lnTo>
                <a:lnTo>
                  <a:pt x="38450" y="164837"/>
                </a:lnTo>
                <a:lnTo>
                  <a:pt x="38451" y="164837"/>
                </a:lnTo>
                <a:lnTo>
                  <a:pt x="38451" y="164837"/>
                </a:lnTo>
                <a:lnTo>
                  <a:pt x="38452" y="164837"/>
                </a:lnTo>
                <a:lnTo>
                  <a:pt x="38453" y="164837"/>
                </a:lnTo>
                <a:lnTo>
                  <a:pt x="38453" y="164837"/>
                </a:lnTo>
                <a:lnTo>
                  <a:pt x="38454" y="164837"/>
                </a:lnTo>
                <a:lnTo>
                  <a:pt x="38454" y="164837"/>
                </a:lnTo>
                <a:lnTo>
                  <a:pt x="38455" y="164837"/>
                </a:lnTo>
                <a:lnTo>
                  <a:pt x="38455" y="164837"/>
                </a:lnTo>
                <a:lnTo>
                  <a:pt x="38456" y="164837"/>
                </a:lnTo>
                <a:lnTo>
                  <a:pt x="38457" y="164837"/>
                </a:lnTo>
                <a:lnTo>
                  <a:pt x="38457" y="164837"/>
                </a:lnTo>
                <a:lnTo>
                  <a:pt x="38458" y="164837"/>
                </a:lnTo>
                <a:lnTo>
                  <a:pt x="38458" y="164837"/>
                </a:lnTo>
                <a:lnTo>
                  <a:pt x="38459" y="164837"/>
                </a:lnTo>
                <a:lnTo>
                  <a:pt x="38459" y="164837"/>
                </a:lnTo>
                <a:lnTo>
                  <a:pt x="38460" y="164837"/>
                </a:lnTo>
                <a:lnTo>
                  <a:pt x="38461" y="164837"/>
                </a:lnTo>
                <a:lnTo>
                  <a:pt x="38461" y="164837"/>
                </a:lnTo>
                <a:lnTo>
                  <a:pt x="38462" y="164837"/>
                </a:lnTo>
                <a:lnTo>
                  <a:pt x="38462" y="164837"/>
                </a:lnTo>
                <a:lnTo>
                  <a:pt x="38463" y="164837"/>
                </a:lnTo>
                <a:lnTo>
                  <a:pt x="38463" y="164837"/>
                </a:lnTo>
                <a:lnTo>
                  <a:pt x="38464" y="164837"/>
                </a:lnTo>
                <a:lnTo>
                  <a:pt x="38465" y="164837"/>
                </a:lnTo>
                <a:lnTo>
                  <a:pt x="38465" y="164837"/>
                </a:lnTo>
                <a:lnTo>
                  <a:pt x="38466" y="164837"/>
                </a:lnTo>
                <a:lnTo>
                  <a:pt x="38466" y="164837"/>
                </a:lnTo>
                <a:lnTo>
                  <a:pt x="38467" y="164837"/>
                </a:lnTo>
                <a:lnTo>
                  <a:pt x="38467" y="164837"/>
                </a:lnTo>
                <a:lnTo>
                  <a:pt x="38468" y="164837"/>
                </a:lnTo>
                <a:lnTo>
                  <a:pt x="38469" y="164837"/>
                </a:lnTo>
                <a:lnTo>
                  <a:pt x="38469" y="164837"/>
                </a:lnTo>
                <a:lnTo>
                  <a:pt x="38470" y="164837"/>
                </a:lnTo>
                <a:lnTo>
                  <a:pt x="38470" y="164837"/>
                </a:lnTo>
                <a:lnTo>
                  <a:pt x="38471" y="164837"/>
                </a:lnTo>
                <a:lnTo>
                  <a:pt x="38471" y="164837"/>
                </a:lnTo>
                <a:lnTo>
                  <a:pt x="38472" y="164837"/>
                </a:lnTo>
                <a:lnTo>
                  <a:pt x="38473" y="164837"/>
                </a:lnTo>
                <a:lnTo>
                  <a:pt x="38473" y="164837"/>
                </a:lnTo>
                <a:lnTo>
                  <a:pt x="38474" y="164837"/>
                </a:lnTo>
                <a:lnTo>
                  <a:pt x="38474" y="164837"/>
                </a:lnTo>
                <a:lnTo>
                  <a:pt x="38475" y="164837"/>
                </a:lnTo>
                <a:lnTo>
                  <a:pt x="38475" y="164837"/>
                </a:lnTo>
                <a:lnTo>
                  <a:pt x="38476" y="164837"/>
                </a:lnTo>
                <a:lnTo>
                  <a:pt x="38477" y="164837"/>
                </a:lnTo>
                <a:lnTo>
                  <a:pt x="38477" y="164837"/>
                </a:lnTo>
                <a:lnTo>
                  <a:pt x="38478" y="164837"/>
                </a:lnTo>
                <a:lnTo>
                  <a:pt x="38478" y="164837"/>
                </a:lnTo>
                <a:lnTo>
                  <a:pt x="38479" y="164837"/>
                </a:lnTo>
                <a:lnTo>
                  <a:pt x="38479" y="164837"/>
                </a:lnTo>
                <a:lnTo>
                  <a:pt x="38480" y="164837"/>
                </a:lnTo>
                <a:lnTo>
                  <a:pt x="38481" y="164837"/>
                </a:lnTo>
                <a:lnTo>
                  <a:pt x="38481" y="164837"/>
                </a:lnTo>
                <a:lnTo>
                  <a:pt x="38482" y="164837"/>
                </a:lnTo>
                <a:lnTo>
                  <a:pt x="38482" y="164837"/>
                </a:lnTo>
                <a:lnTo>
                  <a:pt x="38483" y="164837"/>
                </a:lnTo>
                <a:lnTo>
                  <a:pt x="38483" y="164837"/>
                </a:lnTo>
                <a:lnTo>
                  <a:pt x="38484" y="164837"/>
                </a:lnTo>
                <a:lnTo>
                  <a:pt x="38485" y="164837"/>
                </a:lnTo>
                <a:lnTo>
                  <a:pt x="38485" y="164837"/>
                </a:lnTo>
                <a:lnTo>
                  <a:pt x="38486" y="164837"/>
                </a:lnTo>
                <a:lnTo>
                  <a:pt x="38486" y="164837"/>
                </a:lnTo>
                <a:lnTo>
                  <a:pt x="38487" y="164837"/>
                </a:lnTo>
                <a:lnTo>
                  <a:pt x="38487" y="164837"/>
                </a:lnTo>
                <a:lnTo>
                  <a:pt x="38488" y="164837"/>
                </a:lnTo>
                <a:lnTo>
                  <a:pt x="38489" y="164837"/>
                </a:lnTo>
                <a:lnTo>
                  <a:pt x="38489" y="164837"/>
                </a:lnTo>
                <a:lnTo>
                  <a:pt x="38490" y="164837"/>
                </a:lnTo>
                <a:lnTo>
                  <a:pt x="38490" y="164837"/>
                </a:lnTo>
                <a:lnTo>
                  <a:pt x="38491" y="164837"/>
                </a:lnTo>
                <a:lnTo>
                  <a:pt x="38491" y="164837"/>
                </a:lnTo>
                <a:lnTo>
                  <a:pt x="38492" y="164837"/>
                </a:lnTo>
                <a:lnTo>
                  <a:pt x="38493" y="164837"/>
                </a:lnTo>
                <a:lnTo>
                  <a:pt x="38493" y="164837"/>
                </a:lnTo>
                <a:lnTo>
                  <a:pt x="38494" y="164837"/>
                </a:lnTo>
                <a:lnTo>
                  <a:pt x="38494" y="164837"/>
                </a:lnTo>
                <a:lnTo>
                  <a:pt x="38495" y="164837"/>
                </a:lnTo>
                <a:lnTo>
                  <a:pt x="38496" y="164837"/>
                </a:lnTo>
                <a:lnTo>
                  <a:pt x="38496" y="164837"/>
                </a:lnTo>
                <a:lnTo>
                  <a:pt x="38497" y="164837"/>
                </a:lnTo>
                <a:lnTo>
                  <a:pt x="38497" y="164837"/>
                </a:lnTo>
                <a:lnTo>
                  <a:pt x="38498" y="164837"/>
                </a:lnTo>
                <a:lnTo>
                  <a:pt x="38498" y="164837"/>
                </a:lnTo>
                <a:lnTo>
                  <a:pt x="38499" y="164837"/>
                </a:lnTo>
                <a:lnTo>
                  <a:pt x="38500" y="164837"/>
                </a:lnTo>
                <a:lnTo>
                  <a:pt x="38500" y="164837"/>
                </a:lnTo>
                <a:lnTo>
                  <a:pt x="38501" y="164837"/>
                </a:lnTo>
                <a:lnTo>
                  <a:pt x="38501" y="164837"/>
                </a:lnTo>
                <a:lnTo>
                  <a:pt x="38502" y="164837"/>
                </a:lnTo>
                <a:lnTo>
                  <a:pt x="38502" y="164837"/>
                </a:lnTo>
                <a:lnTo>
                  <a:pt x="38503" y="164837"/>
                </a:lnTo>
                <a:lnTo>
                  <a:pt x="38504" y="164837"/>
                </a:lnTo>
                <a:lnTo>
                  <a:pt x="38504" y="164837"/>
                </a:lnTo>
                <a:lnTo>
                  <a:pt x="38505" y="164837"/>
                </a:lnTo>
                <a:lnTo>
                  <a:pt x="38505" y="164837"/>
                </a:lnTo>
                <a:lnTo>
                  <a:pt x="38506" y="164837"/>
                </a:lnTo>
                <a:lnTo>
                  <a:pt x="38506" y="164837"/>
                </a:lnTo>
                <a:lnTo>
                  <a:pt x="38507" y="164837"/>
                </a:lnTo>
                <a:lnTo>
                  <a:pt x="38508" y="164837"/>
                </a:lnTo>
                <a:lnTo>
                  <a:pt x="38508" y="164837"/>
                </a:lnTo>
                <a:lnTo>
                  <a:pt x="38509" y="164837"/>
                </a:lnTo>
                <a:lnTo>
                  <a:pt x="38509" y="164837"/>
                </a:lnTo>
                <a:lnTo>
                  <a:pt x="38510" y="164837"/>
                </a:lnTo>
                <a:lnTo>
                  <a:pt x="38510" y="164837"/>
                </a:lnTo>
                <a:lnTo>
                  <a:pt x="38511" y="164837"/>
                </a:lnTo>
                <a:lnTo>
                  <a:pt x="38512" y="164837"/>
                </a:lnTo>
                <a:lnTo>
                  <a:pt x="38512" y="164837"/>
                </a:lnTo>
                <a:lnTo>
                  <a:pt x="38513" y="164837"/>
                </a:lnTo>
                <a:lnTo>
                  <a:pt x="38513" y="164837"/>
                </a:lnTo>
                <a:lnTo>
                  <a:pt x="38514" y="164837"/>
                </a:lnTo>
                <a:lnTo>
                  <a:pt x="38514" y="164837"/>
                </a:lnTo>
                <a:lnTo>
                  <a:pt x="38515" y="164837"/>
                </a:lnTo>
                <a:lnTo>
                  <a:pt x="38516" y="164837"/>
                </a:lnTo>
                <a:lnTo>
                  <a:pt x="38516" y="164837"/>
                </a:lnTo>
                <a:lnTo>
                  <a:pt x="38517" y="164837"/>
                </a:lnTo>
                <a:lnTo>
                  <a:pt x="38517" y="164837"/>
                </a:lnTo>
                <a:lnTo>
                  <a:pt x="38518" y="164837"/>
                </a:lnTo>
                <a:lnTo>
                  <a:pt x="38518" y="164837"/>
                </a:lnTo>
                <a:lnTo>
                  <a:pt x="38519" y="164837"/>
                </a:lnTo>
                <a:lnTo>
                  <a:pt x="38520" y="164837"/>
                </a:lnTo>
                <a:lnTo>
                  <a:pt x="38520" y="164837"/>
                </a:lnTo>
                <a:lnTo>
                  <a:pt x="38521" y="164837"/>
                </a:lnTo>
                <a:lnTo>
                  <a:pt x="38521" y="164837"/>
                </a:lnTo>
                <a:lnTo>
                  <a:pt x="38522" y="164837"/>
                </a:lnTo>
                <a:lnTo>
                  <a:pt x="38522" y="164837"/>
                </a:lnTo>
                <a:lnTo>
                  <a:pt x="38523" y="164837"/>
                </a:lnTo>
                <a:lnTo>
                  <a:pt x="38524" y="164837"/>
                </a:lnTo>
                <a:lnTo>
                  <a:pt x="38524" y="164837"/>
                </a:lnTo>
                <a:lnTo>
                  <a:pt x="38525" y="164837"/>
                </a:lnTo>
                <a:lnTo>
                  <a:pt x="38525" y="164837"/>
                </a:lnTo>
                <a:lnTo>
                  <a:pt x="38526" y="164837"/>
                </a:lnTo>
                <a:lnTo>
                  <a:pt x="38527" y="164837"/>
                </a:lnTo>
                <a:lnTo>
                  <a:pt x="38527" y="164837"/>
                </a:lnTo>
                <a:lnTo>
                  <a:pt x="38528" y="164837"/>
                </a:lnTo>
                <a:lnTo>
                  <a:pt x="38528" y="164837"/>
                </a:lnTo>
                <a:lnTo>
                  <a:pt x="38529" y="164837"/>
                </a:lnTo>
                <a:lnTo>
                  <a:pt x="38529" y="164837"/>
                </a:lnTo>
                <a:lnTo>
                  <a:pt x="38530" y="164837"/>
                </a:lnTo>
                <a:lnTo>
                  <a:pt x="38531" y="164837"/>
                </a:lnTo>
                <a:lnTo>
                  <a:pt x="38531" y="164837"/>
                </a:lnTo>
                <a:lnTo>
                  <a:pt x="38532" y="164837"/>
                </a:lnTo>
                <a:lnTo>
                  <a:pt x="38532" y="164837"/>
                </a:lnTo>
                <a:lnTo>
                  <a:pt x="38533" y="164837"/>
                </a:lnTo>
                <a:lnTo>
                  <a:pt x="38533" y="164837"/>
                </a:lnTo>
                <a:lnTo>
                  <a:pt x="38534" y="164837"/>
                </a:lnTo>
                <a:lnTo>
                  <a:pt x="38535" y="164837"/>
                </a:lnTo>
                <a:lnTo>
                  <a:pt x="38535" y="164837"/>
                </a:lnTo>
                <a:lnTo>
                  <a:pt x="38536" y="164837"/>
                </a:lnTo>
                <a:lnTo>
                  <a:pt x="38536" y="164837"/>
                </a:lnTo>
                <a:lnTo>
                  <a:pt x="38537" y="164837"/>
                </a:lnTo>
                <a:lnTo>
                  <a:pt x="38537" y="164837"/>
                </a:lnTo>
                <a:lnTo>
                  <a:pt x="38538" y="164837"/>
                </a:lnTo>
                <a:lnTo>
                  <a:pt x="38539" y="164837"/>
                </a:lnTo>
                <a:lnTo>
                  <a:pt x="38539" y="164837"/>
                </a:lnTo>
                <a:lnTo>
                  <a:pt x="38540" y="164837"/>
                </a:lnTo>
                <a:lnTo>
                  <a:pt x="38540" y="164837"/>
                </a:lnTo>
                <a:lnTo>
                  <a:pt x="38541" y="164837"/>
                </a:lnTo>
                <a:lnTo>
                  <a:pt x="38541" y="164837"/>
                </a:lnTo>
                <a:lnTo>
                  <a:pt x="38542" y="164837"/>
                </a:lnTo>
                <a:lnTo>
                  <a:pt x="38543" y="164837"/>
                </a:lnTo>
                <a:lnTo>
                  <a:pt x="38543" y="164837"/>
                </a:lnTo>
                <a:lnTo>
                  <a:pt x="38544" y="164837"/>
                </a:lnTo>
                <a:lnTo>
                  <a:pt x="38544" y="164837"/>
                </a:lnTo>
                <a:lnTo>
                  <a:pt x="38545" y="164837"/>
                </a:lnTo>
                <a:lnTo>
                  <a:pt x="38545" y="164837"/>
                </a:lnTo>
                <a:lnTo>
                  <a:pt x="38546" y="164837"/>
                </a:lnTo>
                <a:lnTo>
                  <a:pt x="38547" y="164837"/>
                </a:lnTo>
                <a:lnTo>
                  <a:pt x="38547" y="164837"/>
                </a:lnTo>
                <a:lnTo>
                  <a:pt x="38548" y="164837"/>
                </a:lnTo>
                <a:lnTo>
                  <a:pt x="38548" y="164837"/>
                </a:lnTo>
                <a:lnTo>
                  <a:pt x="38549" y="164837"/>
                </a:lnTo>
                <a:lnTo>
                  <a:pt x="38550" y="164837"/>
                </a:lnTo>
                <a:lnTo>
                  <a:pt x="38550" y="164837"/>
                </a:lnTo>
                <a:lnTo>
                  <a:pt x="38551" y="164837"/>
                </a:lnTo>
                <a:lnTo>
                  <a:pt x="38551" y="164837"/>
                </a:lnTo>
                <a:lnTo>
                  <a:pt x="38552" y="164837"/>
                </a:lnTo>
                <a:lnTo>
                  <a:pt x="38552" y="164837"/>
                </a:lnTo>
                <a:lnTo>
                  <a:pt x="38553" y="164837"/>
                </a:lnTo>
                <a:lnTo>
                  <a:pt x="38554" y="164837"/>
                </a:lnTo>
                <a:lnTo>
                  <a:pt x="38554" y="164837"/>
                </a:lnTo>
                <a:lnTo>
                  <a:pt x="38555" y="164837"/>
                </a:lnTo>
                <a:lnTo>
                  <a:pt x="38555" y="164837"/>
                </a:lnTo>
                <a:lnTo>
                  <a:pt x="38556" y="164837"/>
                </a:lnTo>
                <a:lnTo>
                  <a:pt x="38556" y="164837"/>
                </a:lnTo>
                <a:lnTo>
                  <a:pt x="38557" y="164837"/>
                </a:lnTo>
                <a:lnTo>
                  <a:pt x="38558" y="164837"/>
                </a:lnTo>
                <a:lnTo>
                  <a:pt x="38558" y="164837"/>
                </a:lnTo>
                <a:lnTo>
                  <a:pt x="38559" y="164837"/>
                </a:lnTo>
                <a:lnTo>
                  <a:pt x="38559" y="164837"/>
                </a:lnTo>
                <a:lnTo>
                  <a:pt x="38560" y="164837"/>
                </a:lnTo>
                <a:lnTo>
                  <a:pt x="38560" y="164837"/>
                </a:lnTo>
                <a:lnTo>
                  <a:pt x="38561" y="164837"/>
                </a:lnTo>
                <a:lnTo>
                  <a:pt x="38562" y="164837"/>
                </a:lnTo>
                <a:lnTo>
                  <a:pt x="38562" y="164837"/>
                </a:lnTo>
                <a:lnTo>
                  <a:pt x="38563" y="164837"/>
                </a:lnTo>
                <a:lnTo>
                  <a:pt x="38563" y="164837"/>
                </a:lnTo>
                <a:lnTo>
                  <a:pt x="38564" y="164837"/>
                </a:lnTo>
                <a:lnTo>
                  <a:pt x="38565" y="164837"/>
                </a:lnTo>
                <a:lnTo>
                  <a:pt x="38565" y="164837"/>
                </a:lnTo>
                <a:lnTo>
                  <a:pt x="38566" y="164837"/>
                </a:lnTo>
                <a:lnTo>
                  <a:pt x="38566" y="164837"/>
                </a:lnTo>
                <a:lnTo>
                  <a:pt x="38567" y="164837"/>
                </a:lnTo>
                <a:lnTo>
                  <a:pt x="38567" y="164837"/>
                </a:lnTo>
                <a:lnTo>
                  <a:pt x="38568" y="164837"/>
                </a:lnTo>
                <a:lnTo>
                  <a:pt x="38569" y="164837"/>
                </a:lnTo>
                <a:lnTo>
                  <a:pt x="38569" y="164837"/>
                </a:lnTo>
                <a:lnTo>
                  <a:pt x="38570" y="164837"/>
                </a:lnTo>
                <a:lnTo>
                  <a:pt x="38570" y="164837"/>
                </a:lnTo>
                <a:lnTo>
                  <a:pt x="38571" y="164837"/>
                </a:lnTo>
                <a:lnTo>
                  <a:pt x="38571" y="164837"/>
                </a:lnTo>
                <a:lnTo>
                  <a:pt x="38572" y="164837"/>
                </a:lnTo>
                <a:lnTo>
                  <a:pt x="38573" y="164837"/>
                </a:lnTo>
                <a:lnTo>
                  <a:pt x="38573" y="164837"/>
                </a:lnTo>
                <a:lnTo>
                  <a:pt x="38574" y="164837"/>
                </a:lnTo>
                <a:lnTo>
                  <a:pt x="38574" y="164837"/>
                </a:lnTo>
                <a:lnTo>
                  <a:pt x="38575" y="164837"/>
                </a:lnTo>
                <a:lnTo>
                  <a:pt x="38575" y="164837"/>
                </a:lnTo>
                <a:lnTo>
                  <a:pt x="38576" y="164837"/>
                </a:lnTo>
                <a:lnTo>
                  <a:pt x="38577" y="164837"/>
                </a:lnTo>
                <a:lnTo>
                  <a:pt x="38577" y="164837"/>
                </a:lnTo>
                <a:lnTo>
                  <a:pt x="38578" y="164837"/>
                </a:lnTo>
                <a:lnTo>
                  <a:pt x="38578" y="164837"/>
                </a:lnTo>
                <a:lnTo>
                  <a:pt x="38579" y="164837"/>
                </a:lnTo>
                <a:lnTo>
                  <a:pt x="38580" y="164837"/>
                </a:lnTo>
                <a:lnTo>
                  <a:pt x="38580" y="164837"/>
                </a:lnTo>
                <a:lnTo>
                  <a:pt x="38581" y="164837"/>
                </a:lnTo>
                <a:lnTo>
                  <a:pt x="38581" y="164837"/>
                </a:lnTo>
                <a:lnTo>
                  <a:pt x="38582" y="164837"/>
                </a:lnTo>
                <a:lnTo>
                  <a:pt x="38582" y="164837"/>
                </a:lnTo>
                <a:lnTo>
                  <a:pt x="38583" y="164837"/>
                </a:lnTo>
                <a:lnTo>
                  <a:pt x="38584" y="164837"/>
                </a:lnTo>
                <a:lnTo>
                  <a:pt x="38584" y="164837"/>
                </a:lnTo>
                <a:lnTo>
                  <a:pt x="38585" y="164837"/>
                </a:lnTo>
                <a:lnTo>
                  <a:pt x="38585" y="164837"/>
                </a:lnTo>
                <a:lnTo>
                  <a:pt x="38586" y="164837"/>
                </a:lnTo>
                <a:lnTo>
                  <a:pt x="38586" y="164837"/>
                </a:lnTo>
                <a:lnTo>
                  <a:pt x="38587" y="164837"/>
                </a:lnTo>
                <a:lnTo>
                  <a:pt x="38588" y="164837"/>
                </a:lnTo>
                <a:lnTo>
                  <a:pt x="38588" y="164837"/>
                </a:lnTo>
                <a:lnTo>
                  <a:pt x="38589" y="164837"/>
                </a:lnTo>
                <a:lnTo>
                  <a:pt x="38589" y="164837"/>
                </a:lnTo>
                <a:lnTo>
                  <a:pt x="38590" y="164837"/>
                </a:lnTo>
                <a:lnTo>
                  <a:pt x="38590" y="164837"/>
                </a:lnTo>
                <a:lnTo>
                  <a:pt x="38591" y="164837"/>
                </a:lnTo>
                <a:lnTo>
                  <a:pt x="38592" y="164837"/>
                </a:lnTo>
                <a:lnTo>
                  <a:pt x="38592" y="164837"/>
                </a:lnTo>
                <a:lnTo>
                  <a:pt x="38593" y="164837"/>
                </a:lnTo>
                <a:lnTo>
                  <a:pt x="38593" y="164837"/>
                </a:lnTo>
                <a:lnTo>
                  <a:pt x="38594" y="164837"/>
                </a:lnTo>
                <a:lnTo>
                  <a:pt x="38595" y="164837"/>
                </a:lnTo>
                <a:lnTo>
                  <a:pt x="38595" y="164837"/>
                </a:lnTo>
                <a:lnTo>
                  <a:pt x="38596" y="164837"/>
                </a:lnTo>
                <a:lnTo>
                  <a:pt x="38596" y="164837"/>
                </a:lnTo>
                <a:lnTo>
                  <a:pt x="38597" y="164837"/>
                </a:lnTo>
                <a:lnTo>
                  <a:pt x="38597" y="164837"/>
                </a:lnTo>
                <a:lnTo>
                  <a:pt x="38598" y="164837"/>
                </a:lnTo>
                <a:lnTo>
                  <a:pt x="38599" y="164837"/>
                </a:lnTo>
                <a:lnTo>
                  <a:pt x="38599" y="164837"/>
                </a:lnTo>
                <a:lnTo>
                  <a:pt x="38600" y="164837"/>
                </a:lnTo>
                <a:lnTo>
                  <a:pt x="38600" y="164837"/>
                </a:lnTo>
                <a:lnTo>
                  <a:pt x="38601" y="164837"/>
                </a:lnTo>
                <a:lnTo>
                  <a:pt x="38601" y="164837"/>
                </a:lnTo>
                <a:lnTo>
                  <a:pt x="38602" y="164837"/>
                </a:lnTo>
                <a:lnTo>
                  <a:pt x="38603" y="164837"/>
                </a:lnTo>
                <a:lnTo>
                  <a:pt x="38603" y="164837"/>
                </a:lnTo>
                <a:lnTo>
                  <a:pt x="38604" y="164837"/>
                </a:lnTo>
                <a:lnTo>
                  <a:pt x="38604" y="164837"/>
                </a:lnTo>
                <a:lnTo>
                  <a:pt x="38605" y="164837"/>
                </a:lnTo>
                <a:lnTo>
                  <a:pt x="38606" y="164837"/>
                </a:lnTo>
                <a:lnTo>
                  <a:pt x="38606" y="164837"/>
                </a:lnTo>
                <a:lnTo>
                  <a:pt x="38607" y="164837"/>
                </a:lnTo>
                <a:lnTo>
                  <a:pt x="38607" y="164837"/>
                </a:lnTo>
                <a:lnTo>
                  <a:pt x="38608" y="164837"/>
                </a:lnTo>
                <a:lnTo>
                  <a:pt x="38608" y="164837"/>
                </a:lnTo>
                <a:lnTo>
                  <a:pt x="38609" y="164837"/>
                </a:lnTo>
                <a:lnTo>
                  <a:pt x="38610" y="164837"/>
                </a:lnTo>
                <a:lnTo>
                  <a:pt x="38610" y="164837"/>
                </a:lnTo>
                <a:lnTo>
                  <a:pt x="38611" y="164837"/>
                </a:lnTo>
                <a:lnTo>
                  <a:pt x="38611" y="164837"/>
                </a:lnTo>
                <a:lnTo>
                  <a:pt x="38612" y="164837"/>
                </a:lnTo>
                <a:lnTo>
                  <a:pt x="38612" y="164837"/>
                </a:lnTo>
                <a:lnTo>
                  <a:pt x="38613" y="164837"/>
                </a:lnTo>
                <a:lnTo>
                  <a:pt x="38614" y="164837"/>
                </a:lnTo>
                <a:lnTo>
                  <a:pt x="38614" y="164837"/>
                </a:lnTo>
                <a:lnTo>
                  <a:pt x="38615" y="164837"/>
                </a:lnTo>
                <a:lnTo>
                  <a:pt x="38615" y="164837"/>
                </a:lnTo>
                <a:lnTo>
                  <a:pt x="38616" y="164837"/>
                </a:lnTo>
                <a:lnTo>
                  <a:pt x="38617" y="164837"/>
                </a:lnTo>
                <a:lnTo>
                  <a:pt x="38617" y="164837"/>
                </a:lnTo>
                <a:lnTo>
                  <a:pt x="38618" y="164837"/>
                </a:lnTo>
                <a:lnTo>
                  <a:pt x="38618" y="164837"/>
                </a:lnTo>
                <a:lnTo>
                  <a:pt x="38619" y="164837"/>
                </a:lnTo>
                <a:lnTo>
                  <a:pt x="38619" y="164837"/>
                </a:lnTo>
                <a:lnTo>
                  <a:pt x="38620" y="164837"/>
                </a:lnTo>
                <a:lnTo>
                  <a:pt x="38621" y="164837"/>
                </a:lnTo>
                <a:lnTo>
                  <a:pt x="38621" y="164837"/>
                </a:lnTo>
                <a:lnTo>
                  <a:pt x="38622" y="164837"/>
                </a:lnTo>
                <a:lnTo>
                  <a:pt x="38622" y="164837"/>
                </a:lnTo>
                <a:lnTo>
                  <a:pt x="38623" y="164837"/>
                </a:lnTo>
                <a:lnTo>
                  <a:pt x="38624" y="164837"/>
                </a:lnTo>
                <a:lnTo>
                  <a:pt x="38624" y="164837"/>
                </a:lnTo>
                <a:lnTo>
                  <a:pt x="38625" y="164837"/>
                </a:lnTo>
                <a:lnTo>
                  <a:pt x="38625" y="164837"/>
                </a:lnTo>
                <a:lnTo>
                  <a:pt x="38626" y="164837"/>
                </a:lnTo>
                <a:lnTo>
                  <a:pt x="38626" y="164837"/>
                </a:lnTo>
                <a:lnTo>
                  <a:pt x="38627" y="164837"/>
                </a:lnTo>
                <a:lnTo>
                  <a:pt x="38628" y="164837"/>
                </a:lnTo>
                <a:lnTo>
                  <a:pt x="38628" y="164837"/>
                </a:lnTo>
                <a:lnTo>
                  <a:pt x="38629" y="164837"/>
                </a:lnTo>
                <a:lnTo>
                  <a:pt x="38629" y="164837"/>
                </a:lnTo>
                <a:lnTo>
                  <a:pt x="38630" y="164837"/>
                </a:lnTo>
                <a:lnTo>
                  <a:pt x="38630" y="164837"/>
                </a:lnTo>
                <a:lnTo>
                  <a:pt x="38631" y="164837"/>
                </a:lnTo>
                <a:lnTo>
                  <a:pt x="38632" y="164837"/>
                </a:lnTo>
                <a:lnTo>
                  <a:pt x="38632" y="164837"/>
                </a:lnTo>
                <a:lnTo>
                  <a:pt x="38633" y="164837"/>
                </a:lnTo>
                <a:lnTo>
                  <a:pt x="38633" y="164837"/>
                </a:lnTo>
                <a:lnTo>
                  <a:pt x="38634" y="164837"/>
                </a:lnTo>
                <a:lnTo>
                  <a:pt x="38635" y="164837"/>
                </a:lnTo>
                <a:lnTo>
                  <a:pt x="38635" y="164837"/>
                </a:lnTo>
                <a:lnTo>
                  <a:pt x="38636" y="164837"/>
                </a:lnTo>
                <a:lnTo>
                  <a:pt x="38636" y="164837"/>
                </a:lnTo>
                <a:lnTo>
                  <a:pt x="38637" y="164837"/>
                </a:lnTo>
                <a:lnTo>
                  <a:pt x="38637" y="164837"/>
                </a:lnTo>
                <a:lnTo>
                  <a:pt x="38638" y="164837"/>
                </a:lnTo>
                <a:lnTo>
                  <a:pt x="38639" y="164837"/>
                </a:lnTo>
                <a:lnTo>
                  <a:pt x="38639" y="164837"/>
                </a:lnTo>
                <a:lnTo>
                  <a:pt x="38640" y="164837"/>
                </a:lnTo>
                <a:lnTo>
                  <a:pt x="38640" y="164837"/>
                </a:lnTo>
                <a:lnTo>
                  <a:pt x="38641" y="164837"/>
                </a:lnTo>
                <a:lnTo>
                  <a:pt x="38641" y="164837"/>
                </a:lnTo>
                <a:lnTo>
                  <a:pt x="38642" y="164837"/>
                </a:lnTo>
                <a:lnTo>
                  <a:pt x="38643" y="164837"/>
                </a:lnTo>
                <a:lnTo>
                  <a:pt x="38643" y="164837"/>
                </a:lnTo>
                <a:lnTo>
                  <a:pt x="38644" y="164837"/>
                </a:lnTo>
                <a:lnTo>
                  <a:pt x="38644" y="164837"/>
                </a:lnTo>
                <a:lnTo>
                  <a:pt x="38645" y="164837"/>
                </a:lnTo>
                <a:lnTo>
                  <a:pt x="38646" y="164837"/>
                </a:lnTo>
                <a:lnTo>
                  <a:pt x="38646" y="164837"/>
                </a:lnTo>
                <a:lnTo>
                  <a:pt x="38647" y="164837"/>
                </a:lnTo>
                <a:lnTo>
                  <a:pt x="38647" y="164837"/>
                </a:lnTo>
                <a:lnTo>
                  <a:pt x="38648" y="164837"/>
                </a:lnTo>
                <a:lnTo>
                  <a:pt x="38648" y="164837"/>
                </a:lnTo>
                <a:lnTo>
                  <a:pt x="38649" y="164837"/>
                </a:lnTo>
                <a:lnTo>
                  <a:pt x="38650" y="164837"/>
                </a:lnTo>
                <a:lnTo>
                  <a:pt x="38650" y="164837"/>
                </a:lnTo>
                <a:lnTo>
                  <a:pt x="38651" y="164837"/>
                </a:lnTo>
                <a:lnTo>
                  <a:pt x="38651" y="164837"/>
                </a:lnTo>
                <a:lnTo>
                  <a:pt x="38652" y="164837"/>
                </a:lnTo>
                <a:lnTo>
                  <a:pt x="38653" y="164837"/>
                </a:lnTo>
                <a:lnTo>
                  <a:pt x="38653" y="164837"/>
                </a:lnTo>
                <a:lnTo>
                  <a:pt x="38654" y="164837"/>
                </a:lnTo>
                <a:lnTo>
                  <a:pt x="38654" y="164837"/>
                </a:lnTo>
                <a:lnTo>
                  <a:pt x="38655" y="164837"/>
                </a:lnTo>
                <a:lnTo>
                  <a:pt x="38655" y="164837"/>
                </a:lnTo>
                <a:lnTo>
                  <a:pt x="38656" y="164837"/>
                </a:lnTo>
                <a:lnTo>
                  <a:pt x="38657" y="164837"/>
                </a:lnTo>
                <a:lnTo>
                  <a:pt x="38657" y="164837"/>
                </a:lnTo>
                <a:lnTo>
                  <a:pt x="38658" y="164837"/>
                </a:lnTo>
                <a:lnTo>
                  <a:pt x="38658" y="164837"/>
                </a:lnTo>
                <a:lnTo>
                  <a:pt x="38659" y="164837"/>
                </a:lnTo>
                <a:lnTo>
                  <a:pt x="38660" y="164837"/>
                </a:lnTo>
                <a:lnTo>
                  <a:pt x="38660" y="164837"/>
                </a:lnTo>
                <a:lnTo>
                  <a:pt x="38661" y="164837"/>
                </a:lnTo>
                <a:lnTo>
                  <a:pt x="38661" y="164837"/>
                </a:lnTo>
                <a:lnTo>
                  <a:pt x="38662" y="164837"/>
                </a:lnTo>
                <a:lnTo>
                  <a:pt x="38662" y="164837"/>
                </a:lnTo>
                <a:lnTo>
                  <a:pt x="38663" y="164837"/>
                </a:lnTo>
                <a:lnTo>
                  <a:pt x="38664" y="164837"/>
                </a:lnTo>
                <a:lnTo>
                  <a:pt x="38664" y="164837"/>
                </a:lnTo>
                <a:lnTo>
                  <a:pt x="38665" y="164837"/>
                </a:lnTo>
                <a:lnTo>
                  <a:pt x="38665" y="164837"/>
                </a:lnTo>
                <a:lnTo>
                  <a:pt x="38666" y="164837"/>
                </a:lnTo>
                <a:lnTo>
                  <a:pt x="38666" y="164837"/>
                </a:lnTo>
                <a:lnTo>
                  <a:pt x="38667" y="164837"/>
                </a:lnTo>
                <a:lnTo>
                  <a:pt x="38668" y="164837"/>
                </a:lnTo>
                <a:lnTo>
                  <a:pt x="38668" y="164837"/>
                </a:lnTo>
                <a:lnTo>
                  <a:pt x="38669" y="164837"/>
                </a:lnTo>
                <a:lnTo>
                  <a:pt x="38669" y="164837"/>
                </a:lnTo>
                <a:lnTo>
                  <a:pt x="38670" y="164837"/>
                </a:lnTo>
                <a:lnTo>
                  <a:pt x="38671" y="164837"/>
                </a:lnTo>
                <a:lnTo>
                  <a:pt x="38671" y="164837"/>
                </a:lnTo>
                <a:lnTo>
                  <a:pt x="38672" y="164837"/>
                </a:lnTo>
                <a:lnTo>
                  <a:pt x="38672" y="164837"/>
                </a:lnTo>
                <a:lnTo>
                  <a:pt x="38673" y="164837"/>
                </a:lnTo>
                <a:lnTo>
                  <a:pt x="38673" y="164837"/>
                </a:lnTo>
                <a:lnTo>
                  <a:pt x="38674" y="164837"/>
                </a:lnTo>
                <a:lnTo>
                  <a:pt x="38675" y="164837"/>
                </a:lnTo>
                <a:lnTo>
                  <a:pt x="38675" y="164837"/>
                </a:lnTo>
                <a:lnTo>
                  <a:pt x="38676" y="164837"/>
                </a:lnTo>
                <a:lnTo>
                  <a:pt x="38676" y="164837"/>
                </a:lnTo>
                <a:lnTo>
                  <a:pt x="38677" y="164837"/>
                </a:lnTo>
                <a:lnTo>
                  <a:pt x="38678" y="164837"/>
                </a:lnTo>
                <a:lnTo>
                  <a:pt x="38678" y="164837"/>
                </a:lnTo>
                <a:lnTo>
                  <a:pt x="38679" y="164837"/>
                </a:lnTo>
                <a:lnTo>
                  <a:pt x="38679" y="164837"/>
                </a:lnTo>
                <a:lnTo>
                  <a:pt x="38680" y="164837"/>
                </a:lnTo>
                <a:lnTo>
                  <a:pt x="38680" y="164837"/>
                </a:lnTo>
                <a:lnTo>
                  <a:pt x="38681" y="164837"/>
                </a:lnTo>
                <a:lnTo>
                  <a:pt x="38682" y="164837"/>
                </a:lnTo>
                <a:lnTo>
                  <a:pt x="38682" y="164837"/>
                </a:lnTo>
                <a:lnTo>
                  <a:pt x="38683" y="164837"/>
                </a:lnTo>
                <a:lnTo>
                  <a:pt x="38683" y="164837"/>
                </a:lnTo>
                <a:lnTo>
                  <a:pt x="38684" y="164837"/>
                </a:lnTo>
                <a:lnTo>
                  <a:pt x="38685" y="164837"/>
                </a:lnTo>
                <a:lnTo>
                  <a:pt x="38685" y="164837"/>
                </a:lnTo>
                <a:lnTo>
                  <a:pt x="38686" y="164837"/>
                </a:lnTo>
                <a:lnTo>
                  <a:pt x="38686" y="164837"/>
                </a:lnTo>
                <a:lnTo>
                  <a:pt x="38687" y="164837"/>
                </a:lnTo>
                <a:lnTo>
                  <a:pt x="38687" y="164837"/>
                </a:lnTo>
                <a:lnTo>
                  <a:pt x="38688" y="164837"/>
                </a:lnTo>
                <a:lnTo>
                  <a:pt x="38689" y="164837"/>
                </a:lnTo>
                <a:lnTo>
                  <a:pt x="38689" y="164837"/>
                </a:lnTo>
                <a:lnTo>
                  <a:pt x="38690" y="164837"/>
                </a:lnTo>
                <a:lnTo>
                  <a:pt x="38690" y="164837"/>
                </a:lnTo>
                <a:lnTo>
                  <a:pt x="38691" y="164837"/>
                </a:lnTo>
                <a:lnTo>
                  <a:pt x="38692" y="164837"/>
                </a:lnTo>
                <a:lnTo>
                  <a:pt x="38692" y="164837"/>
                </a:lnTo>
                <a:lnTo>
                  <a:pt x="38693" y="164837"/>
                </a:lnTo>
                <a:lnTo>
                  <a:pt x="38693" y="164837"/>
                </a:lnTo>
                <a:lnTo>
                  <a:pt x="38694" y="164837"/>
                </a:lnTo>
                <a:lnTo>
                  <a:pt x="38694" y="164837"/>
                </a:lnTo>
                <a:lnTo>
                  <a:pt x="38695" y="164837"/>
                </a:lnTo>
                <a:lnTo>
                  <a:pt x="38696" y="164837"/>
                </a:lnTo>
                <a:lnTo>
                  <a:pt x="38696" y="164837"/>
                </a:lnTo>
                <a:lnTo>
                  <a:pt x="38697" y="164837"/>
                </a:lnTo>
                <a:lnTo>
                  <a:pt x="38697" y="164837"/>
                </a:lnTo>
                <a:lnTo>
                  <a:pt x="38698" y="164837"/>
                </a:lnTo>
                <a:lnTo>
                  <a:pt x="38699" y="164837"/>
                </a:lnTo>
                <a:lnTo>
                  <a:pt x="38699" y="164837"/>
                </a:lnTo>
                <a:lnTo>
                  <a:pt x="38700" y="164837"/>
                </a:lnTo>
                <a:lnTo>
                  <a:pt x="38700" y="164837"/>
                </a:lnTo>
                <a:lnTo>
                  <a:pt x="38701" y="164837"/>
                </a:lnTo>
                <a:lnTo>
                  <a:pt x="38701" y="164837"/>
                </a:lnTo>
                <a:lnTo>
                  <a:pt x="38702" y="164837"/>
                </a:lnTo>
                <a:lnTo>
                  <a:pt x="38703" y="164837"/>
                </a:lnTo>
                <a:lnTo>
                  <a:pt x="38703" y="164837"/>
                </a:lnTo>
                <a:lnTo>
                  <a:pt x="38704" y="164837"/>
                </a:lnTo>
                <a:lnTo>
                  <a:pt x="38704" y="164837"/>
                </a:lnTo>
                <a:lnTo>
                  <a:pt x="38705" y="164837"/>
                </a:lnTo>
                <a:lnTo>
                  <a:pt x="38706" y="164837"/>
                </a:lnTo>
                <a:lnTo>
                  <a:pt x="38706" y="164837"/>
                </a:lnTo>
                <a:lnTo>
                  <a:pt x="38707" y="164837"/>
                </a:lnTo>
                <a:lnTo>
                  <a:pt x="38707" y="164837"/>
                </a:lnTo>
                <a:lnTo>
                  <a:pt x="38708" y="164837"/>
                </a:lnTo>
                <a:lnTo>
                  <a:pt x="38708" y="164837"/>
                </a:lnTo>
                <a:lnTo>
                  <a:pt x="38709" y="164837"/>
                </a:lnTo>
                <a:lnTo>
                  <a:pt x="38710" y="164837"/>
                </a:lnTo>
                <a:lnTo>
                  <a:pt x="38710" y="164837"/>
                </a:lnTo>
                <a:lnTo>
                  <a:pt x="38711" y="164837"/>
                </a:lnTo>
                <a:lnTo>
                  <a:pt x="38711" y="164837"/>
                </a:lnTo>
                <a:lnTo>
                  <a:pt x="38712" y="164837"/>
                </a:lnTo>
                <a:lnTo>
                  <a:pt x="38713" y="164837"/>
                </a:lnTo>
                <a:lnTo>
                  <a:pt x="38713" y="164837"/>
                </a:lnTo>
                <a:lnTo>
                  <a:pt x="38714" y="164837"/>
                </a:lnTo>
                <a:lnTo>
                  <a:pt x="38714" y="164837"/>
                </a:lnTo>
                <a:lnTo>
                  <a:pt x="38715" y="164837"/>
                </a:lnTo>
                <a:lnTo>
                  <a:pt x="38715" y="164837"/>
                </a:lnTo>
                <a:lnTo>
                  <a:pt x="38716" y="164837"/>
                </a:lnTo>
                <a:lnTo>
                  <a:pt x="38717" y="164837"/>
                </a:lnTo>
                <a:lnTo>
                  <a:pt x="38717" y="164837"/>
                </a:lnTo>
                <a:lnTo>
                  <a:pt x="38718" y="164837"/>
                </a:lnTo>
                <a:lnTo>
                  <a:pt x="38718" y="164837"/>
                </a:lnTo>
                <a:lnTo>
                  <a:pt x="38719" y="164837"/>
                </a:lnTo>
                <a:lnTo>
                  <a:pt x="38720" y="164837"/>
                </a:lnTo>
                <a:lnTo>
                  <a:pt x="38720" y="164837"/>
                </a:lnTo>
                <a:lnTo>
                  <a:pt x="38721" y="164837"/>
                </a:lnTo>
                <a:lnTo>
                  <a:pt x="38721" y="164837"/>
                </a:lnTo>
                <a:lnTo>
                  <a:pt x="38722" y="164837"/>
                </a:lnTo>
                <a:lnTo>
                  <a:pt x="38723" y="164837"/>
                </a:lnTo>
                <a:lnTo>
                  <a:pt x="38723" y="164837"/>
                </a:lnTo>
                <a:lnTo>
                  <a:pt x="38724" y="164837"/>
                </a:lnTo>
                <a:lnTo>
                  <a:pt x="38724" y="164837"/>
                </a:lnTo>
                <a:lnTo>
                  <a:pt x="38725" y="164837"/>
                </a:lnTo>
                <a:lnTo>
                  <a:pt x="38725" y="164837"/>
                </a:lnTo>
                <a:lnTo>
                  <a:pt x="38726" y="164837"/>
                </a:lnTo>
                <a:lnTo>
                  <a:pt x="38727" y="164837"/>
                </a:lnTo>
                <a:lnTo>
                  <a:pt x="38727" y="164837"/>
                </a:lnTo>
                <a:lnTo>
                  <a:pt x="38728" y="164837"/>
                </a:lnTo>
                <a:lnTo>
                  <a:pt x="38728" y="164837"/>
                </a:lnTo>
                <a:lnTo>
                  <a:pt x="38729" y="164837"/>
                </a:lnTo>
                <a:lnTo>
                  <a:pt x="38730" y="164837"/>
                </a:lnTo>
                <a:lnTo>
                  <a:pt x="38730" y="164837"/>
                </a:lnTo>
                <a:lnTo>
                  <a:pt x="38731" y="164837"/>
                </a:lnTo>
                <a:lnTo>
                  <a:pt x="38731" y="164837"/>
                </a:lnTo>
                <a:lnTo>
                  <a:pt x="38732" y="164837"/>
                </a:lnTo>
                <a:lnTo>
                  <a:pt x="38732" y="164837"/>
                </a:lnTo>
                <a:lnTo>
                  <a:pt x="38733" y="164837"/>
                </a:lnTo>
                <a:lnTo>
                  <a:pt x="38734" y="164837"/>
                </a:lnTo>
                <a:lnTo>
                  <a:pt x="38734" y="164837"/>
                </a:lnTo>
                <a:lnTo>
                  <a:pt x="38735" y="164837"/>
                </a:lnTo>
                <a:lnTo>
                  <a:pt x="38735" y="164837"/>
                </a:lnTo>
                <a:lnTo>
                  <a:pt x="38736" y="164837"/>
                </a:lnTo>
                <a:lnTo>
                  <a:pt x="38737" y="164837"/>
                </a:lnTo>
                <a:lnTo>
                  <a:pt x="38737" y="164837"/>
                </a:lnTo>
                <a:lnTo>
                  <a:pt x="38738" y="164837"/>
                </a:lnTo>
                <a:lnTo>
                  <a:pt x="38738" y="164837"/>
                </a:lnTo>
                <a:lnTo>
                  <a:pt x="38739" y="164837"/>
                </a:lnTo>
                <a:lnTo>
                  <a:pt x="38739" y="164837"/>
                </a:lnTo>
                <a:lnTo>
                  <a:pt x="38740" y="164837"/>
                </a:lnTo>
                <a:lnTo>
                  <a:pt x="38741" y="164837"/>
                </a:lnTo>
                <a:lnTo>
                  <a:pt x="38741" y="164837"/>
                </a:lnTo>
                <a:lnTo>
                  <a:pt x="38742" y="164837"/>
                </a:lnTo>
                <a:lnTo>
                  <a:pt x="38742" y="164837"/>
                </a:lnTo>
                <a:lnTo>
                  <a:pt x="38743" y="164837"/>
                </a:lnTo>
                <a:lnTo>
                  <a:pt x="38744" y="164837"/>
                </a:lnTo>
                <a:lnTo>
                  <a:pt x="38744" y="164837"/>
                </a:lnTo>
                <a:lnTo>
                  <a:pt x="38745" y="164837"/>
                </a:lnTo>
                <a:lnTo>
                  <a:pt x="38745" y="164837"/>
                </a:lnTo>
                <a:lnTo>
                  <a:pt x="38746" y="164837"/>
                </a:lnTo>
                <a:lnTo>
                  <a:pt x="38747" y="164837"/>
                </a:lnTo>
                <a:lnTo>
                  <a:pt x="38747" y="164837"/>
                </a:lnTo>
                <a:lnTo>
                  <a:pt x="38748" y="164837"/>
                </a:lnTo>
                <a:lnTo>
                  <a:pt x="38748" y="164837"/>
                </a:lnTo>
                <a:lnTo>
                  <a:pt x="38749" y="164837"/>
                </a:lnTo>
                <a:lnTo>
                  <a:pt x="38749" y="164837"/>
                </a:lnTo>
                <a:lnTo>
                  <a:pt x="38750" y="164837"/>
                </a:lnTo>
                <a:lnTo>
                  <a:pt x="38751" y="164837"/>
                </a:lnTo>
                <a:lnTo>
                  <a:pt x="38751" y="164837"/>
                </a:lnTo>
                <a:lnTo>
                  <a:pt x="38752" y="164837"/>
                </a:lnTo>
                <a:lnTo>
                  <a:pt x="38752" y="164837"/>
                </a:lnTo>
                <a:lnTo>
                  <a:pt x="38753" y="164837"/>
                </a:lnTo>
                <a:lnTo>
                  <a:pt x="38754" y="164837"/>
                </a:lnTo>
                <a:lnTo>
                  <a:pt x="38754" y="164837"/>
                </a:lnTo>
                <a:lnTo>
                  <a:pt x="38755" y="164837"/>
                </a:lnTo>
                <a:lnTo>
                  <a:pt x="38755" y="164837"/>
                </a:lnTo>
                <a:lnTo>
                  <a:pt x="38756" y="164837"/>
                </a:lnTo>
                <a:lnTo>
                  <a:pt x="38756" y="164837"/>
                </a:lnTo>
                <a:lnTo>
                  <a:pt x="38757" y="164837"/>
                </a:lnTo>
                <a:lnTo>
                  <a:pt x="38758" y="164837"/>
                </a:lnTo>
                <a:lnTo>
                  <a:pt x="38758" y="164837"/>
                </a:lnTo>
                <a:lnTo>
                  <a:pt x="38759" y="164837"/>
                </a:lnTo>
                <a:lnTo>
                  <a:pt x="38759" y="164837"/>
                </a:lnTo>
                <a:lnTo>
                  <a:pt x="38760" y="164837"/>
                </a:lnTo>
                <a:lnTo>
                  <a:pt x="38761" y="164837"/>
                </a:lnTo>
                <a:lnTo>
                  <a:pt x="38761" y="164837"/>
                </a:lnTo>
                <a:lnTo>
                  <a:pt x="38762" y="164837"/>
                </a:lnTo>
                <a:lnTo>
                  <a:pt x="38762" y="164837"/>
                </a:lnTo>
                <a:lnTo>
                  <a:pt x="38763" y="164837"/>
                </a:lnTo>
                <a:lnTo>
                  <a:pt x="38764" y="164837"/>
                </a:lnTo>
                <a:lnTo>
                  <a:pt x="38764" y="164837"/>
                </a:lnTo>
                <a:lnTo>
                  <a:pt x="38765" y="164837"/>
                </a:lnTo>
                <a:lnTo>
                  <a:pt x="38765" y="164837"/>
                </a:lnTo>
                <a:lnTo>
                  <a:pt x="38766" y="164837"/>
                </a:lnTo>
                <a:lnTo>
                  <a:pt x="38766" y="164837"/>
                </a:lnTo>
                <a:lnTo>
                  <a:pt x="38767" y="164837"/>
                </a:lnTo>
                <a:lnTo>
                  <a:pt x="38768" y="164837"/>
                </a:lnTo>
                <a:lnTo>
                  <a:pt x="38768" y="164837"/>
                </a:lnTo>
                <a:lnTo>
                  <a:pt x="38769" y="164837"/>
                </a:lnTo>
                <a:lnTo>
                  <a:pt x="38769" y="164837"/>
                </a:lnTo>
                <a:lnTo>
                  <a:pt x="38770" y="164837"/>
                </a:lnTo>
                <a:lnTo>
                  <a:pt x="38771" y="164837"/>
                </a:lnTo>
                <a:lnTo>
                  <a:pt x="38771" y="164837"/>
                </a:lnTo>
                <a:lnTo>
                  <a:pt x="38772" y="164837"/>
                </a:lnTo>
                <a:lnTo>
                  <a:pt x="38772" y="164837"/>
                </a:lnTo>
                <a:lnTo>
                  <a:pt x="38773" y="164837"/>
                </a:lnTo>
                <a:lnTo>
                  <a:pt x="38774" y="164837"/>
                </a:lnTo>
                <a:lnTo>
                  <a:pt x="38774" y="164837"/>
                </a:lnTo>
                <a:lnTo>
                  <a:pt x="38775" y="164837"/>
                </a:lnTo>
                <a:lnTo>
                  <a:pt x="38775" y="164837"/>
                </a:lnTo>
                <a:lnTo>
                  <a:pt x="38776" y="164837"/>
                </a:lnTo>
                <a:lnTo>
                  <a:pt x="38776" y="164837"/>
                </a:lnTo>
                <a:lnTo>
                  <a:pt x="38777" y="164837"/>
                </a:lnTo>
                <a:lnTo>
                  <a:pt x="38778" y="164837"/>
                </a:lnTo>
                <a:lnTo>
                  <a:pt x="38778" y="164837"/>
                </a:lnTo>
                <a:lnTo>
                  <a:pt x="38779" y="164837"/>
                </a:lnTo>
                <a:lnTo>
                  <a:pt x="38779" y="164837"/>
                </a:lnTo>
                <a:lnTo>
                  <a:pt x="38780" y="164837"/>
                </a:lnTo>
                <a:lnTo>
                  <a:pt x="38781" y="164837"/>
                </a:lnTo>
                <a:lnTo>
                  <a:pt x="38781" y="164837"/>
                </a:lnTo>
                <a:lnTo>
                  <a:pt x="38782" y="164837"/>
                </a:lnTo>
                <a:lnTo>
                  <a:pt x="38782" y="164837"/>
                </a:lnTo>
                <a:lnTo>
                  <a:pt x="38783" y="164837"/>
                </a:lnTo>
                <a:lnTo>
                  <a:pt x="38784" y="164837"/>
                </a:lnTo>
                <a:lnTo>
                  <a:pt x="38784" y="164837"/>
                </a:lnTo>
                <a:lnTo>
                  <a:pt x="38785" y="164837"/>
                </a:lnTo>
                <a:lnTo>
                  <a:pt x="38785" y="164837"/>
                </a:lnTo>
                <a:lnTo>
                  <a:pt x="38786" y="164837"/>
                </a:lnTo>
                <a:lnTo>
                  <a:pt x="38786" y="164837"/>
                </a:lnTo>
                <a:lnTo>
                  <a:pt x="38787" y="164837"/>
                </a:lnTo>
                <a:lnTo>
                  <a:pt x="38788" y="164837"/>
                </a:lnTo>
                <a:lnTo>
                  <a:pt x="38788" y="164837"/>
                </a:lnTo>
                <a:lnTo>
                  <a:pt x="38789" y="164837"/>
                </a:lnTo>
                <a:lnTo>
                  <a:pt x="38789" y="164837"/>
                </a:lnTo>
                <a:lnTo>
                  <a:pt x="38790" y="164837"/>
                </a:lnTo>
                <a:lnTo>
                  <a:pt x="38791" y="164837"/>
                </a:lnTo>
                <a:lnTo>
                  <a:pt x="38791" y="164837"/>
                </a:lnTo>
                <a:lnTo>
                  <a:pt x="38792" y="164837"/>
                </a:lnTo>
                <a:lnTo>
                  <a:pt x="38792" y="164837"/>
                </a:lnTo>
                <a:lnTo>
                  <a:pt x="38793" y="164837"/>
                </a:lnTo>
                <a:lnTo>
                  <a:pt x="38794" y="164837"/>
                </a:lnTo>
                <a:lnTo>
                  <a:pt x="38794" y="164837"/>
                </a:lnTo>
                <a:lnTo>
                  <a:pt x="38795" y="164837"/>
                </a:lnTo>
                <a:lnTo>
                  <a:pt x="38795" y="164837"/>
                </a:lnTo>
                <a:lnTo>
                  <a:pt x="38796" y="164837"/>
                </a:lnTo>
                <a:lnTo>
                  <a:pt x="38796" y="164837"/>
                </a:lnTo>
                <a:lnTo>
                  <a:pt x="38797" y="164837"/>
                </a:lnTo>
                <a:lnTo>
                  <a:pt x="38798" y="164837"/>
                </a:lnTo>
                <a:lnTo>
                  <a:pt x="38798" y="164837"/>
                </a:lnTo>
                <a:lnTo>
                  <a:pt x="38799" y="164837"/>
                </a:lnTo>
                <a:lnTo>
                  <a:pt x="38799" y="164837"/>
                </a:lnTo>
                <a:lnTo>
                  <a:pt x="38800" y="164837"/>
                </a:lnTo>
                <a:lnTo>
                  <a:pt x="38801" y="164837"/>
                </a:lnTo>
                <a:lnTo>
                  <a:pt x="38801" y="164837"/>
                </a:lnTo>
                <a:lnTo>
                  <a:pt x="38802" y="164837"/>
                </a:lnTo>
                <a:lnTo>
                  <a:pt x="38802" y="164837"/>
                </a:lnTo>
                <a:lnTo>
                  <a:pt x="38803" y="164837"/>
                </a:lnTo>
                <a:lnTo>
                  <a:pt x="38804" y="164837"/>
                </a:lnTo>
                <a:lnTo>
                  <a:pt x="38804" y="164837"/>
                </a:lnTo>
                <a:lnTo>
                  <a:pt x="38805" y="164837"/>
                </a:lnTo>
                <a:lnTo>
                  <a:pt x="38805" y="164837"/>
                </a:lnTo>
                <a:lnTo>
                  <a:pt x="38806" y="164837"/>
                </a:lnTo>
                <a:lnTo>
                  <a:pt x="38806" y="164837"/>
                </a:lnTo>
                <a:lnTo>
                  <a:pt x="38807" y="164837"/>
                </a:lnTo>
                <a:lnTo>
                  <a:pt x="38808" y="164837"/>
                </a:lnTo>
                <a:lnTo>
                  <a:pt x="38808" y="164837"/>
                </a:lnTo>
                <a:lnTo>
                  <a:pt x="38809" y="164837"/>
                </a:lnTo>
                <a:lnTo>
                  <a:pt x="38809" y="164837"/>
                </a:lnTo>
                <a:lnTo>
                  <a:pt x="38810" y="164837"/>
                </a:lnTo>
                <a:lnTo>
                  <a:pt x="38811" y="164837"/>
                </a:lnTo>
                <a:lnTo>
                  <a:pt x="38811" y="164837"/>
                </a:lnTo>
                <a:lnTo>
                  <a:pt x="38812" y="164837"/>
                </a:lnTo>
                <a:lnTo>
                  <a:pt x="38812" y="164837"/>
                </a:lnTo>
                <a:lnTo>
                  <a:pt x="38813" y="164837"/>
                </a:lnTo>
                <a:lnTo>
                  <a:pt x="38814" y="164837"/>
                </a:lnTo>
                <a:lnTo>
                  <a:pt x="38814" y="164837"/>
                </a:lnTo>
                <a:lnTo>
                  <a:pt x="38815" y="164837"/>
                </a:lnTo>
                <a:lnTo>
                  <a:pt x="38815" y="164837"/>
                </a:lnTo>
                <a:lnTo>
                  <a:pt x="38816" y="164837"/>
                </a:lnTo>
                <a:lnTo>
                  <a:pt x="38816" y="164837"/>
                </a:lnTo>
                <a:lnTo>
                  <a:pt x="38817" y="164837"/>
                </a:lnTo>
                <a:lnTo>
                  <a:pt x="38818" y="164837"/>
                </a:lnTo>
                <a:lnTo>
                  <a:pt x="38818" y="164837"/>
                </a:lnTo>
                <a:lnTo>
                  <a:pt x="38819" y="164837"/>
                </a:lnTo>
                <a:lnTo>
                  <a:pt x="38819" y="164837"/>
                </a:lnTo>
                <a:lnTo>
                  <a:pt x="38820" y="164837"/>
                </a:lnTo>
                <a:lnTo>
                  <a:pt x="38821" y="164837"/>
                </a:lnTo>
                <a:lnTo>
                  <a:pt x="38821" y="164837"/>
                </a:lnTo>
                <a:lnTo>
                  <a:pt x="38822" y="164837"/>
                </a:lnTo>
                <a:lnTo>
                  <a:pt x="38822" y="164837"/>
                </a:lnTo>
                <a:lnTo>
                  <a:pt x="38823" y="164837"/>
                </a:lnTo>
                <a:lnTo>
                  <a:pt x="38824" y="164837"/>
                </a:lnTo>
                <a:lnTo>
                  <a:pt x="38824" y="164837"/>
                </a:lnTo>
                <a:lnTo>
                  <a:pt x="38825" y="164837"/>
                </a:lnTo>
                <a:lnTo>
                  <a:pt x="38825" y="164837"/>
                </a:lnTo>
                <a:lnTo>
                  <a:pt x="38826" y="164837"/>
                </a:lnTo>
                <a:lnTo>
                  <a:pt x="38827" y="164837"/>
                </a:lnTo>
                <a:lnTo>
                  <a:pt x="38827" y="164837"/>
                </a:lnTo>
                <a:lnTo>
                  <a:pt x="38828" y="164837"/>
                </a:lnTo>
                <a:lnTo>
                  <a:pt x="38828" y="164837"/>
                </a:lnTo>
                <a:lnTo>
                  <a:pt x="38829" y="164837"/>
                </a:lnTo>
                <a:lnTo>
                  <a:pt x="38829" y="164837"/>
                </a:lnTo>
                <a:lnTo>
                  <a:pt x="38830" y="164837"/>
                </a:lnTo>
                <a:lnTo>
                  <a:pt x="38831" y="164837"/>
                </a:lnTo>
                <a:lnTo>
                  <a:pt x="38831" y="164837"/>
                </a:lnTo>
                <a:lnTo>
                  <a:pt x="38832" y="164837"/>
                </a:lnTo>
                <a:lnTo>
                  <a:pt x="38832" y="164837"/>
                </a:lnTo>
                <a:lnTo>
                  <a:pt x="38833" y="164837"/>
                </a:lnTo>
                <a:lnTo>
                  <a:pt x="38834" y="164837"/>
                </a:lnTo>
                <a:lnTo>
                  <a:pt x="38834" y="164837"/>
                </a:lnTo>
                <a:lnTo>
                  <a:pt x="38835" y="164837"/>
                </a:lnTo>
                <a:lnTo>
                  <a:pt x="38835" y="164837"/>
                </a:lnTo>
                <a:lnTo>
                  <a:pt x="38836" y="164837"/>
                </a:lnTo>
                <a:lnTo>
                  <a:pt x="38837" y="164837"/>
                </a:lnTo>
                <a:lnTo>
                  <a:pt x="38837" y="164837"/>
                </a:lnTo>
                <a:lnTo>
                  <a:pt x="38838" y="164837"/>
                </a:lnTo>
                <a:lnTo>
                  <a:pt x="38838" y="164837"/>
                </a:lnTo>
                <a:lnTo>
                  <a:pt x="38839" y="164837"/>
                </a:lnTo>
                <a:lnTo>
                  <a:pt x="38840" y="164837"/>
                </a:lnTo>
                <a:lnTo>
                  <a:pt x="38840" y="164837"/>
                </a:lnTo>
                <a:lnTo>
                  <a:pt x="38841" y="164837"/>
                </a:lnTo>
                <a:lnTo>
                  <a:pt x="38841" y="164837"/>
                </a:lnTo>
                <a:lnTo>
                  <a:pt x="38842" y="164837"/>
                </a:lnTo>
                <a:lnTo>
                  <a:pt x="38842" y="164837"/>
                </a:lnTo>
                <a:lnTo>
                  <a:pt x="38843" y="164837"/>
                </a:lnTo>
                <a:lnTo>
                  <a:pt x="38844" y="164837"/>
                </a:lnTo>
                <a:lnTo>
                  <a:pt x="38844" y="164837"/>
                </a:lnTo>
                <a:lnTo>
                  <a:pt x="38845" y="164837"/>
                </a:lnTo>
                <a:lnTo>
                  <a:pt x="38845" y="164837"/>
                </a:lnTo>
                <a:lnTo>
                  <a:pt x="38846" y="164837"/>
                </a:lnTo>
                <a:lnTo>
                  <a:pt x="38847" y="164837"/>
                </a:lnTo>
                <a:lnTo>
                  <a:pt x="38847" y="164837"/>
                </a:lnTo>
                <a:lnTo>
                  <a:pt x="38848" y="164837"/>
                </a:lnTo>
                <a:lnTo>
                  <a:pt x="38848" y="164837"/>
                </a:lnTo>
                <a:lnTo>
                  <a:pt x="38849" y="164837"/>
                </a:lnTo>
                <a:lnTo>
                  <a:pt x="38850" y="164837"/>
                </a:lnTo>
                <a:lnTo>
                  <a:pt x="38850" y="164837"/>
                </a:lnTo>
                <a:lnTo>
                  <a:pt x="38851" y="164837"/>
                </a:lnTo>
                <a:lnTo>
                  <a:pt x="38851" y="164837"/>
                </a:lnTo>
                <a:lnTo>
                  <a:pt x="38852" y="164837"/>
                </a:lnTo>
                <a:lnTo>
                  <a:pt x="38853" y="164837"/>
                </a:lnTo>
                <a:lnTo>
                  <a:pt x="38853" y="164837"/>
                </a:lnTo>
                <a:lnTo>
                  <a:pt x="38854" y="164837"/>
                </a:lnTo>
                <a:lnTo>
                  <a:pt x="38854" y="164837"/>
                </a:lnTo>
                <a:lnTo>
                  <a:pt x="38855" y="164837"/>
                </a:lnTo>
                <a:lnTo>
                  <a:pt x="38855" y="164837"/>
                </a:lnTo>
                <a:lnTo>
                  <a:pt x="38856" y="164837"/>
                </a:lnTo>
                <a:lnTo>
                  <a:pt x="38857" y="164837"/>
                </a:lnTo>
                <a:lnTo>
                  <a:pt x="38857" y="164837"/>
                </a:lnTo>
                <a:lnTo>
                  <a:pt x="38858" y="164837"/>
                </a:lnTo>
                <a:lnTo>
                  <a:pt x="38858" y="164837"/>
                </a:lnTo>
                <a:lnTo>
                  <a:pt x="38859" y="164837"/>
                </a:lnTo>
                <a:lnTo>
                  <a:pt x="38860" y="164837"/>
                </a:lnTo>
                <a:lnTo>
                  <a:pt x="38860" y="164837"/>
                </a:lnTo>
                <a:lnTo>
                  <a:pt x="38861" y="164837"/>
                </a:lnTo>
                <a:lnTo>
                  <a:pt x="38861" y="164837"/>
                </a:lnTo>
                <a:lnTo>
                  <a:pt x="38862" y="164837"/>
                </a:lnTo>
                <a:lnTo>
                  <a:pt x="38863" y="164837"/>
                </a:lnTo>
                <a:lnTo>
                  <a:pt x="38863" y="164837"/>
                </a:lnTo>
                <a:lnTo>
                  <a:pt x="38864" y="164837"/>
                </a:lnTo>
                <a:lnTo>
                  <a:pt x="38864" y="164837"/>
                </a:lnTo>
                <a:lnTo>
                  <a:pt x="38865" y="164837"/>
                </a:lnTo>
                <a:lnTo>
                  <a:pt x="38866" y="164837"/>
                </a:lnTo>
                <a:lnTo>
                  <a:pt x="38866" y="164837"/>
                </a:lnTo>
                <a:lnTo>
                  <a:pt x="38867" y="164837"/>
                </a:lnTo>
                <a:lnTo>
                  <a:pt x="38867" y="164837"/>
                </a:lnTo>
                <a:lnTo>
                  <a:pt x="38868" y="164837"/>
                </a:lnTo>
                <a:lnTo>
                  <a:pt x="38869" y="164837"/>
                </a:lnTo>
                <a:lnTo>
                  <a:pt x="38869" y="164837"/>
                </a:lnTo>
                <a:lnTo>
                  <a:pt x="38870" y="164837"/>
                </a:lnTo>
                <a:lnTo>
                  <a:pt x="38870" y="164837"/>
                </a:lnTo>
                <a:lnTo>
                  <a:pt x="38871" y="164837"/>
                </a:lnTo>
                <a:lnTo>
                  <a:pt x="38871" y="164837"/>
                </a:lnTo>
                <a:lnTo>
                  <a:pt x="38872" y="164837"/>
                </a:lnTo>
                <a:lnTo>
                  <a:pt x="38873" y="164837"/>
                </a:lnTo>
                <a:lnTo>
                  <a:pt x="38873" y="164837"/>
                </a:lnTo>
                <a:lnTo>
                  <a:pt x="38874" y="164837"/>
                </a:lnTo>
                <a:lnTo>
                  <a:pt x="38874" y="164837"/>
                </a:lnTo>
                <a:lnTo>
                  <a:pt x="38875" y="164837"/>
                </a:lnTo>
                <a:lnTo>
                  <a:pt x="38876" y="164837"/>
                </a:lnTo>
                <a:lnTo>
                  <a:pt x="38876" y="164837"/>
                </a:lnTo>
                <a:lnTo>
                  <a:pt x="38877" y="164837"/>
                </a:lnTo>
                <a:lnTo>
                  <a:pt x="38877" y="164837"/>
                </a:lnTo>
                <a:lnTo>
                  <a:pt x="38878" y="164837"/>
                </a:lnTo>
                <a:lnTo>
                  <a:pt x="38879" y="164837"/>
                </a:lnTo>
                <a:lnTo>
                  <a:pt x="38879" y="164837"/>
                </a:lnTo>
                <a:lnTo>
                  <a:pt x="38880" y="164837"/>
                </a:lnTo>
                <a:lnTo>
                  <a:pt x="38880" y="164837"/>
                </a:lnTo>
                <a:lnTo>
                  <a:pt x="38881" y="164837"/>
                </a:lnTo>
                <a:lnTo>
                  <a:pt x="38882" y="164837"/>
                </a:lnTo>
                <a:lnTo>
                  <a:pt x="38882" y="164837"/>
                </a:lnTo>
                <a:lnTo>
                  <a:pt x="38883" y="164837"/>
                </a:lnTo>
                <a:lnTo>
                  <a:pt x="38883" y="164837"/>
                </a:lnTo>
                <a:lnTo>
                  <a:pt x="38884" y="164837"/>
                </a:lnTo>
                <a:lnTo>
                  <a:pt x="38885" y="164837"/>
                </a:lnTo>
                <a:lnTo>
                  <a:pt x="38885" y="164837"/>
                </a:lnTo>
                <a:lnTo>
                  <a:pt x="38886" y="164837"/>
                </a:lnTo>
                <a:lnTo>
                  <a:pt x="38886" y="164837"/>
                </a:lnTo>
                <a:lnTo>
                  <a:pt x="38887" y="164837"/>
                </a:lnTo>
                <a:lnTo>
                  <a:pt x="38887" y="164837"/>
                </a:lnTo>
                <a:lnTo>
                  <a:pt x="38888" y="164837"/>
                </a:lnTo>
                <a:lnTo>
                  <a:pt x="38889" y="164837"/>
                </a:lnTo>
                <a:lnTo>
                  <a:pt x="38889" y="164837"/>
                </a:lnTo>
                <a:lnTo>
                  <a:pt x="38890" y="164837"/>
                </a:lnTo>
                <a:lnTo>
                  <a:pt x="38890" y="164837"/>
                </a:lnTo>
                <a:lnTo>
                  <a:pt x="38891" y="164837"/>
                </a:lnTo>
                <a:lnTo>
                  <a:pt x="38892" y="164837"/>
                </a:lnTo>
                <a:lnTo>
                  <a:pt x="38892" y="164837"/>
                </a:lnTo>
                <a:lnTo>
                  <a:pt x="38893" y="164837"/>
                </a:lnTo>
                <a:lnTo>
                  <a:pt x="38893" y="164837"/>
                </a:lnTo>
                <a:lnTo>
                  <a:pt x="38894" y="164837"/>
                </a:lnTo>
                <a:lnTo>
                  <a:pt x="38895" y="164837"/>
                </a:lnTo>
                <a:lnTo>
                  <a:pt x="38895" y="164837"/>
                </a:lnTo>
                <a:lnTo>
                  <a:pt x="38896" y="164837"/>
                </a:lnTo>
                <a:lnTo>
                  <a:pt x="38896" y="164837"/>
                </a:lnTo>
                <a:lnTo>
                  <a:pt x="38897" y="164837"/>
                </a:lnTo>
                <a:lnTo>
                  <a:pt x="38898" y="164837"/>
                </a:lnTo>
                <a:lnTo>
                  <a:pt x="38898" y="164837"/>
                </a:lnTo>
                <a:lnTo>
                  <a:pt x="38899" y="164837"/>
                </a:lnTo>
                <a:lnTo>
                  <a:pt x="38899" y="164837"/>
                </a:lnTo>
                <a:lnTo>
                  <a:pt x="38900" y="164837"/>
                </a:lnTo>
                <a:lnTo>
                  <a:pt x="38901" y="164837"/>
                </a:lnTo>
                <a:lnTo>
                  <a:pt x="38901" y="164837"/>
                </a:lnTo>
                <a:lnTo>
                  <a:pt x="38902" y="164837"/>
                </a:lnTo>
                <a:lnTo>
                  <a:pt x="38902" y="164837"/>
                </a:lnTo>
                <a:lnTo>
                  <a:pt x="38903" y="164837"/>
                </a:lnTo>
                <a:lnTo>
                  <a:pt x="38904" y="164837"/>
                </a:lnTo>
                <a:lnTo>
                  <a:pt x="38904" y="164837"/>
                </a:lnTo>
                <a:lnTo>
                  <a:pt x="38905" y="164837"/>
                </a:lnTo>
                <a:lnTo>
                  <a:pt x="38905" y="164837"/>
                </a:lnTo>
                <a:lnTo>
                  <a:pt x="38906" y="164837"/>
                </a:lnTo>
                <a:lnTo>
                  <a:pt x="38906" y="164837"/>
                </a:lnTo>
                <a:lnTo>
                  <a:pt x="38907" y="164837"/>
                </a:lnTo>
                <a:lnTo>
                  <a:pt x="38908" y="164837"/>
                </a:lnTo>
                <a:lnTo>
                  <a:pt x="38908" y="164837"/>
                </a:lnTo>
                <a:lnTo>
                  <a:pt x="38909" y="164837"/>
                </a:lnTo>
                <a:lnTo>
                  <a:pt x="38909" y="164837"/>
                </a:lnTo>
                <a:lnTo>
                  <a:pt x="38910" y="164837"/>
                </a:lnTo>
                <a:lnTo>
                  <a:pt x="38911" y="164837"/>
                </a:lnTo>
                <a:lnTo>
                  <a:pt x="38911" y="164837"/>
                </a:lnTo>
                <a:lnTo>
                  <a:pt x="38912" y="164837"/>
                </a:lnTo>
                <a:lnTo>
                  <a:pt x="38912" y="164837"/>
                </a:lnTo>
                <a:lnTo>
                  <a:pt x="38913" y="164837"/>
                </a:lnTo>
                <a:lnTo>
                  <a:pt x="38914" y="164837"/>
                </a:lnTo>
                <a:lnTo>
                  <a:pt x="38914" y="164837"/>
                </a:lnTo>
                <a:lnTo>
                  <a:pt x="38915" y="164837"/>
                </a:lnTo>
                <a:lnTo>
                  <a:pt x="38915" y="164837"/>
                </a:lnTo>
                <a:lnTo>
                  <a:pt x="38916" y="164837"/>
                </a:lnTo>
                <a:lnTo>
                  <a:pt x="38917" y="164837"/>
                </a:lnTo>
                <a:lnTo>
                  <a:pt x="38917" y="164837"/>
                </a:lnTo>
                <a:lnTo>
                  <a:pt x="38918" y="164837"/>
                </a:lnTo>
                <a:lnTo>
                  <a:pt x="38918" y="164837"/>
                </a:lnTo>
                <a:lnTo>
                  <a:pt x="38919" y="164837"/>
                </a:lnTo>
                <a:lnTo>
                  <a:pt x="38920" y="164837"/>
                </a:lnTo>
                <a:lnTo>
                  <a:pt x="38920" y="164837"/>
                </a:lnTo>
                <a:lnTo>
                  <a:pt x="38921" y="164837"/>
                </a:lnTo>
                <a:lnTo>
                  <a:pt x="38921" y="164837"/>
                </a:lnTo>
                <a:lnTo>
                  <a:pt x="38922" y="164837"/>
                </a:lnTo>
                <a:lnTo>
                  <a:pt x="38923" y="164837"/>
                </a:lnTo>
                <a:lnTo>
                  <a:pt x="38923" y="164837"/>
                </a:lnTo>
                <a:lnTo>
                  <a:pt x="38924" y="164837"/>
                </a:lnTo>
                <a:lnTo>
                  <a:pt x="38924" y="164837"/>
                </a:lnTo>
                <a:lnTo>
                  <a:pt x="38925" y="164837"/>
                </a:lnTo>
                <a:lnTo>
                  <a:pt x="38926" y="164837"/>
                </a:lnTo>
                <a:lnTo>
                  <a:pt x="38926" y="164837"/>
                </a:lnTo>
                <a:lnTo>
                  <a:pt x="38927" y="164837"/>
                </a:lnTo>
                <a:lnTo>
                  <a:pt x="38927" y="164837"/>
                </a:lnTo>
                <a:lnTo>
                  <a:pt x="38928" y="164837"/>
                </a:lnTo>
                <a:lnTo>
                  <a:pt x="38928" y="164837"/>
                </a:lnTo>
                <a:lnTo>
                  <a:pt x="38929" y="164837"/>
                </a:lnTo>
                <a:lnTo>
                  <a:pt x="38930" y="164837"/>
                </a:lnTo>
                <a:lnTo>
                  <a:pt x="38930" y="164837"/>
                </a:lnTo>
                <a:lnTo>
                  <a:pt x="38931" y="164837"/>
                </a:lnTo>
                <a:lnTo>
                  <a:pt x="38931" y="164837"/>
                </a:lnTo>
                <a:lnTo>
                  <a:pt x="38932" y="164837"/>
                </a:lnTo>
                <a:lnTo>
                  <a:pt x="38933" y="164837"/>
                </a:lnTo>
                <a:lnTo>
                  <a:pt x="38933" y="164837"/>
                </a:lnTo>
                <a:lnTo>
                  <a:pt x="38934" y="164837"/>
                </a:lnTo>
                <a:lnTo>
                  <a:pt x="38934" y="164837"/>
                </a:lnTo>
                <a:lnTo>
                  <a:pt x="38935" y="164837"/>
                </a:lnTo>
                <a:lnTo>
                  <a:pt x="38936" y="164837"/>
                </a:lnTo>
                <a:lnTo>
                  <a:pt x="38936" y="164837"/>
                </a:lnTo>
                <a:lnTo>
                  <a:pt x="38937" y="164837"/>
                </a:lnTo>
                <a:lnTo>
                  <a:pt x="38937" y="164837"/>
                </a:lnTo>
                <a:lnTo>
                  <a:pt x="38938" y="164837"/>
                </a:lnTo>
                <a:lnTo>
                  <a:pt x="38939" y="164837"/>
                </a:lnTo>
                <a:lnTo>
                  <a:pt x="38939" y="164837"/>
                </a:lnTo>
                <a:lnTo>
                  <a:pt x="38940" y="164837"/>
                </a:lnTo>
                <a:lnTo>
                  <a:pt x="38940" y="164837"/>
                </a:lnTo>
                <a:lnTo>
                  <a:pt x="38941" y="164837"/>
                </a:lnTo>
                <a:lnTo>
                  <a:pt x="38942" y="164837"/>
                </a:lnTo>
                <a:lnTo>
                  <a:pt x="38942" y="164837"/>
                </a:lnTo>
                <a:lnTo>
                  <a:pt x="38943" y="164837"/>
                </a:lnTo>
                <a:lnTo>
                  <a:pt x="38943" y="164837"/>
                </a:lnTo>
                <a:lnTo>
                  <a:pt x="38944" y="164837"/>
                </a:lnTo>
                <a:lnTo>
                  <a:pt x="38945" y="164837"/>
                </a:lnTo>
                <a:lnTo>
                  <a:pt x="38945" y="164837"/>
                </a:lnTo>
                <a:lnTo>
                  <a:pt x="38946" y="164837"/>
                </a:lnTo>
                <a:lnTo>
                  <a:pt x="38946" y="164837"/>
                </a:lnTo>
                <a:lnTo>
                  <a:pt x="38947" y="164837"/>
                </a:lnTo>
                <a:lnTo>
                  <a:pt x="38948" y="164837"/>
                </a:lnTo>
                <a:lnTo>
                  <a:pt x="38948" y="164837"/>
                </a:lnTo>
                <a:lnTo>
                  <a:pt x="38949" y="164837"/>
                </a:lnTo>
                <a:lnTo>
                  <a:pt x="38949" y="164837"/>
                </a:lnTo>
                <a:lnTo>
                  <a:pt x="38950" y="164837"/>
                </a:lnTo>
                <a:lnTo>
                  <a:pt x="38951" y="164837"/>
                </a:lnTo>
                <a:lnTo>
                  <a:pt x="38951" y="164837"/>
                </a:lnTo>
                <a:lnTo>
                  <a:pt x="38952" y="164837"/>
                </a:lnTo>
                <a:lnTo>
                  <a:pt x="38952" y="164837"/>
                </a:lnTo>
                <a:lnTo>
                  <a:pt x="38953" y="164837"/>
                </a:lnTo>
                <a:lnTo>
                  <a:pt x="38954" y="164837"/>
                </a:lnTo>
                <a:lnTo>
                  <a:pt x="38954" y="164837"/>
                </a:lnTo>
                <a:lnTo>
                  <a:pt x="38955" y="164837"/>
                </a:lnTo>
                <a:lnTo>
                  <a:pt x="38955" y="164837"/>
                </a:lnTo>
                <a:lnTo>
                  <a:pt x="38956" y="164837"/>
                </a:lnTo>
                <a:lnTo>
                  <a:pt x="38956" y="164837"/>
                </a:lnTo>
                <a:lnTo>
                  <a:pt x="38957" y="164837"/>
                </a:lnTo>
                <a:lnTo>
                  <a:pt x="38958" y="164837"/>
                </a:lnTo>
                <a:lnTo>
                  <a:pt x="38958" y="164837"/>
                </a:lnTo>
                <a:lnTo>
                  <a:pt x="38959" y="164837"/>
                </a:lnTo>
                <a:lnTo>
                  <a:pt x="38959" y="164837"/>
                </a:lnTo>
                <a:lnTo>
                  <a:pt x="38960" y="164837"/>
                </a:lnTo>
                <a:lnTo>
                  <a:pt x="38961" y="164837"/>
                </a:lnTo>
                <a:lnTo>
                  <a:pt x="38961" y="164837"/>
                </a:lnTo>
                <a:lnTo>
                  <a:pt x="38962" y="164837"/>
                </a:lnTo>
                <a:lnTo>
                  <a:pt x="38962" y="164837"/>
                </a:lnTo>
                <a:lnTo>
                  <a:pt x="38963" y="164837"/>
                </a:lnTo>
                <a:lnTo>
                  <a:pt x="38964" y="164837"/>
                </a:lnTo>
                <a:lnTo>
                  <a:pt x="38964" y="164837"/>
                </a:lnTo>
                <a:lnTo>
                  <a:pt x="38965" y="164837"/>
                </a:lnTo>
                <a:lnTo>
                  <a:pt x="38965" y="164837"/>
                </a:lnTo>
                <a:lnTo>
                  <a:pt x="38966" y="164837"/>
                </a:lnTo>
                <a:lnTo>
                  <a:pt x="38967" y="164837"/>
                </a:lnTo>
                <a:lnTo>
                  <a:pt x="38967" y="164837"/>
                </a:lnTo>
                <a:lnTo>
                  <a:pt x="38968" y="164837"/>
                </a:lnTo>
                <a:lnTo>
                  <a:pt x="38968" y="164837"/>
                </a:lnTo>
                <a:lnTo>
                  <a:pt x="38969" y="164837"/>
                </a:lnTo>
                <a:lnTo>
                  <a:pt x="38970" y="164837"/>
                </a:lnTo>
                <a:lnTo>
                  <a:pt x="38970" y="164837"/>
                </a:lnTo>
                <a:lnTo>
                  <a:pt x="38971" y="164837"/>
                </a:lnTo>
                <a:lnTo>
                  <a:pt x="38971" y="164837"/>
                </a:lnTo>
                <a:lnTo>
                  <a:pt x="38972" y="164837"/>
                </a:lnTo>
                <a:lnTo>
                  <a:pt x="38973" y="164837"/>
                </a:lnTo>
                <a:lnTo>
                  <a:pt x="38973" y="164837"/>
                </a:lnTo>
                <a:lnTo>
                  <a:pt x="38974" y="164837"/>
                </a:lnTo>
                <a:lnTo>
                  <a:pt x="38974" y="164837"/>
                </a:lnTo>
                <a:lnTo>
                  <a:pt x="38975" y="164837"/>
                </a:lnTo>
                <a:lnTo>
                  <a:pt x="38976" y="164837"/>
                </a:lnTo>
                <a:lnTo>
                  <a:pt x="38976" y="164837"/>
                </a:lnTo>
                <a:lnTo>
                  <a:pt x="38977" y="164837"/>
                </a:lnTo>
                <a:lnTo>
                  <a:pt x="38977" y="164837"/>
                </a:lnTo>
                <a:lnTo>
                  <a:pt x="38978" y="164837"/>
                </a:lnTo>
                <a:lnTo>
                  <a:pt x="38979" y="164837"/>
                </a:lnTo>
                <a:lnTo>
                  <a:pt x="38979" y="164837"/>
                </a:lnTo>
                <a:lnTo>
                  <a:pt x="38980" y="164837"/>
                </a:lnTo>
                <a:lnTo>
                  <a:pt x="38980" y="164837"/>
                </a:lnTo>
                <a:lnTo>
                  <a:pt x="38981" y="164837"/>
                </a:lnTo>
                <a:lnTo>
                  <a:pt x="38982" y="164837"/>
                </a:lnTo>
                <a:lnTo>
                  <a:pt x="38982" y="164837"/>
                </a:lnTo>
                <a:lnTo>
                  <a:pt x="38983" y="164837"/>
                </a:lnTo>
                <a:lnTo>
                  <a:pt x="38983" y="164837"/>
                </a:lnTo>
                <a:lnTo>
                  <a:pt x="38984" y="164837"/>
                </a:lnTo>
                <a:lnTo>
                  <a:pt x="38985" y="164837"/>
                </a:lnTo>
                <a:lnTo>
                  <a:pt x="38985" y="164837"/>
                </a:lnTo>
                <a:lnTo>
                  <a:pt x="38986" y="164837"/>
                </a:lnTo>
                <a:lnTo>
                  <a:pt x="38986" y="164837"/>
                </a:lnTo>
                <a:lnTo>
                  <a:pt x="38987" y="164837"/>
                </a:lnTo>
                <a:lnTo>
                  <a:pt x="38988" y="164837"/>
                </a:lnTo>
                <a:lnTo>
                  <a:pt x="38988" y="164837"/>
                </a:lnTo>
                <a:lnTo>
                  <a:pt x="38989" y="164837"/>
                </a:lnTo>
                <a:lnTo>
                  <a:pt x="38989" y="164837"/>
                </a:lnTo>
                <a:lnTo>
                  <a:pt x="38990" y="164837"/>
                </a:lnTo>
                <a:lnTo>
                  <a:pt x="38991" y="164837"/>
                </a:lnTo>
                <a:lnTo>
                  <a:pt x="38991" y="164837"/>
                </a:lnTo>
                <a:lnTo>
                  <a:pt x="38992" y="164837"/>
                </a:lnTo>
                <a:lnTo>
                  <a:pt x="38992" y="164837"/>
                </a:lnTo>
                <a:lnTo>
                  <a:pt x="38993" y="164837"/>
                </a:lnTo>
                <a:lnTo>
                  <a:pt x="38994" y="164837"/>
                </a:lnTo>
                <a:lnTo>
                  <a:pt x="38994" y="164837"/>
                </a:lnTo>
                <a:lnTo>
                  <a:pt x="38995" y="164837"/>
                </a:lnTo>
                <a:lnTo>
                  <a:pt x="38995" y="164837"/>
                </a:lnTo>
                <a:lnTo>
                  <a:pt x="38996" y="164837"/>
                </a:lnTo>
                <a:lnTo>
                  <a:pt x="38997" y="164837"/>
                </a:lnTo>
                <a:lnTo>
                  <a:pt x="38997" y="164837"/>
                </a:lnTo>
                <a:lnTo>
                  <a:pt x="38998" y="164837"/>
                </a:lnTo>
                <a:lnTo>
                  <a:pt x="38998" y="164837"/>
                </a:lnTo>
                <a:lnTo>
                  <a:pt x="38999" y="164837"/>
                </a:lnTo>
                <a:lnTo>
                  <a:pt x="39000" y="164837"/>
                </a:lnTo>
                <a:lnTo>
                  <a:pt x="39000" y="164837"/>
                </a:lnTo>
                <a:lnTo>
                  <a:pt x="39001" y="164837"/>
                </a:lnTo>
                <a:lnTo>
                  <a:pt x="39001" y="164837"/>
                </a:lnTo>
                <a:lnTo>
                  <a:pt x="39002" y="164837"/>
                </a:lnTo>
                <a:lnTo>
                  <a:pt x="39003" y="164837"/>
                </a:lnTo>
                <a:lnTo>
                  <a:pt x="39003" y="164837"/>
                </a:lnTo>
                <a:lnTo>
                  <a:pt x="39004" y="164837"/>
                </a:lnTo>
                <a:lnTo>
                  <a:pt x="39004" y="164837"/>
                </a:lnTo>
                <a:lnTo>
                  <a:pt x="39005" y="164837"/>
                </a:lnTo>
                <a:lnTo>
                  <a:pt x="39006" y="164837"/>
                </a:lnTo>
                <a:lnTo>
                  <a:pt x="39006" y="164837"/>
                </a:lnTo>
                <a:lnTo>
                  <a:pt x="39007" y="164837"/>
                </a:lnTo>
                <a:lnTo>
                  <a:pt x="39007" y="164837"/>
                </a:lnTo>
                <a:lnTo>
                  <a:pt x="39008" y="164837"/>
                </a:lnTo>
                <a:lnTo>
                  <a:pt x="39009" y="164837"/>
                </a:lnTo>
                <a:lnTo>
                  <a:pt x="39009" y="164837"/>
                </a:lnTo>
                <a:lnTo>
                  <a:pt x="39010" y="164837"/>
                </a:lnTo>
                <a:lnTo>
                  <a:pt x="39010" y="164837"/>
                </a:lnTo>
                <a:lnTo>
                  <a:pt x="39011" y="164837"/>
                </a:lnTo>
                <a:lnTo>
                  <a:pt x="39012" y="164837"/>
                </a:lnTo>
                <a:lnTo>
                  <a:pt x="39012" y="164837"/>
                </a:lnTo>
                <a:lnTo>
                  <a:pt x="39013" y="164837"/>
                </a:lnTo>
                <a:lnTo>
                  <a:pt x="39013" y="164837"/>
                </a:lnTo>
                <a:lnTo>
                  <a:pt x="39014" y="164837"/>
                </a:lnTo>
                <a:lnTo>
                  <a:pt x="39015" y="164837"/>
                </a:lnTo>
                <a:lnTo>
                  <a:pt x="39015" y="164837"/>
                </a:lnTo>
                <a:lnTo>
                  <a:pt x="39016" y="164837"/>
                </a:lnTo>
                <a:lnTo>
                  <a:pt x="39016" y="164837"/>
                </a:lnTo>
                <a:lnTo>
                  <a:pt x="39017" y="164837"/>
                </a:lnTo>
                <a:lnTo>
                  <a:pt x="39018" y="164837"/>
                </a:lnTo>
                <a:lnTo>
                  <a:pt x="39018" y="164837"/>
                </a:lnTo>
                <a:lnTo>
                  <a:pt x="39019" y="164837"/>
                </a:lnTo>
                <a:lnTo>
                  <a:pt x="39019" y="164837"/>
                </a:lnTo>
                <a:lnTo>
                  <a:pt x="39020" y="164837"/>
                </a:lnTo>
                <a:lnTo>
                  <a:pt x="39021" y="164837"/>
                </a:lnTo>
                <a:lnTo>
                  <a:pt x="39021" y="164837"/>
                </a:lnTo>
                <a:lnTo>
                  <a:pt x="39022" y="164837"/>
                </a:lnTo>
                <a:lnTo>
                  <a:pt x="39022" y="164837"/>
                </a:lnTo>
                <a:lnTo>
                  <a:pt x="39023" y="164837"/>
                </a:lnTo>
                <a:lnTo>
                  <a:pt x="39024" y="164837"/>
                </a:lnTo>
                <a:lnTo>
                  <a:pt x="39024" y="164837"/>
                </a:lnTo>
                <a:lnTo>
                  <a:pt x="39025" y="164837"/>
                </a:lnTo>
                <a:lnTo>
                  <a:pt x="39025" y="164837"/>
                </a:lnTo>
                <a:lnTo>
                  <a:pt x="39026" y="164837"/>
                </a:lnTo>
                <a:lnTo>
                  <a:pt x="39027" y="164837"/>
                </a:lnTo>
                <a:lnTo>
                  <a:pt x="39027" y="164837"/>
                </a:lnTo>
                <a:lnTo>
                  <a:pt x="39028" y="164837"/>
                </a:lnTo>
                <a:lnTo>
                  <a:pt x="39028" y="164837"/>
                </a:lnTo>
                <a:lnTo>
                  <a:pt x="39029" y="164837"/>
                </a:lnTo>
                <a:lnTo>
                  <a:pt x="39030" y="164837"/>
                </a:lnTo>
                <a:lnTo>
                  <a:pt x="39030" y="164837"/>
                </a:lnTo>
                <a:lnTo>
                  <a:pt x="39031" y="164837"/>
                </a:lnTo>
                <a:lnTo>
                  <a:pt x="39031" y="164837"/>
                </a:lnTo>
                <a:lnTo>
                  <a:pt x="39032" y="164837"/>
                </a:lnTo>
                <a:lnTo>
                  <a:pt x="39033" y="164837"/>
                </a:lnTo>
                <a:lnTo>
                  <a:pt x="39033" y="164837"/>
                </a:lnTo>
                <a:lnTo>
                  <a:pt x="39034" y="164837"/>
                </a:lnTo>
                <a:lnTo>
                  <a:pt x="39034" y="164837"/>
                </a:lnTo>
                <a:lnTo>
                  <a:pt x="39035" y="164837"/>
                </a:lnTo>
                <a:lnTo>
                  <a:pt x="39036" y="164837"/>
                </a:lnTo>
                <a:lnTo>
                  <a:pt x="39036" y="164837"/>
                </a:lnTo>
                <a:lnTo>
                  <a:pt x="39037" y="164837"/>
                </a:lnTo>
                <a:lnTo>
                  <a:pt x="39037" y="164837"/>
                </a:lnTo>
                <a:lnTo>
                  <a:pt x="39038" y="164837"/>
                </a:lnTo>
                <a:lnTo>
                  <a:pt x="39039" y="164837"/>
                </a:lnTo>
                <a:lnTo>
                  <a:pt x="39039" y="164837"/>
                </a:lnTo>
                <a:lnTo>
                  <a:pt x="39040" y="164837"/>
                </a:lnTo>
                <a:lnTo>
                  <a:pt x="39040" y="164837"/>
                </a:lnTo>
                <a:lnTo>
                  <a:pt x="39041" y="164837"/>
                </a:lnTo>
                <a:lnTo>
                  <a:pt x="39042" y="164837"/>
                </a:lnTo>
                <a:lnTo>
                  <a:pt x="39042" y="164837"/>
                </a:lnTo>
                <a:lnTo>
                  <a:pt x="39043" y="164837"/>
                </a:lnTo>
                <a:lnTo>
                  <a:pt x="39043" y="164837"/>
                </a:lnTo>
                <a:lnTo>
                  <a:pt x="39044" y="164837"/>
                </a:lnTo>
                <a:lnTo>
                  <a:pt x="39045" y="164837"/>
                </a:lnTo>
                <a:lnTo>
                  <a:pt x="39045" y="164837"/>
                </a:lnTo>
                <a:lnTo>
                  <a:pt x="39046" y="164837"/>
                </a:lnTo>
                <a:lnTo>
                  <a:pt x="39046" y="164837"/>
                </a:lnTo>
                <a:lnTo>
                  <a:pt x="39047" y="164837"/>
                </a:lnTo>
                <a:lnTo>
                  <a:pt x="39048" y="164837"/>
                </a:lnTo>
                <a:lnTo>
                  <a:pt x="39048" y="164837"/>
                </a:lnTo>
                <a:lnTo>
                  <a:pt x="39049" y="164837"/>
                </a:lnTo>
                <a:lnTo>
                  <a:pt x="39049" y="164837"/>
                </a:lnTo>
                <a:lnTo>
                  <a:pt x="39050" y="164837"/>
                </a:lnTo>
                <a:lnTo>
                  <a:pt x="39051" y="164837"/>
                </a:lnTo>
                <a:lnTo>
                  <a:pt x="39051" y="164837"/>
                </a:lnTo>
                <a:lnTo>
                  <a:pt x="39052" y="164837"/>
                </a:lnTo>
                <a:lnTo>
                  <a:pt x="39052" y="164837"/>
                </a:lnTo>
                <a:lnTo>
                  <a:pt x="39053" y="164837"/>
                </a:lnTo>
                <a:lnTo>
                  <a:pt x="39054" y="164837"/>
                </a:lnTo>
                <a:lnTo>
                  <a:pt x="39054" y="164837"/>
                </a:lnTo>
                <a:lnTo>
                  <a:pt x="39055" y="164837"/>
                </a:lnTo>
                <a:lnTo>
                  <a:pt x="39055" y="164837"/>
                </a:lnTo>
                <a:lnTo>
                  <a:pt x="39056" y="164837"/>
                </a:lnTo>
                <a:lnTo>
                  <a:pt x="39057" y="164837"/>
                </a:lnTo>
                <a:lnTo>
                  <a:pt x="39057" y="164837"/>
                </a:lnTo>
                <a:lnTo>
                  <a:pt x="39058" y="164837"/>
                </a:lnTo>
                <a:lnTo>
                  <a:pt x="39058" y="164837"/>
                </a:lnTo>
                <a:lnTo>
                  <a:pt x="39059" y="164837"/>
                </a:lnTo>
                <a:lnTo>
                  <a:pt x="39060" y="164837"/>
                </a:lnTo>
                <a:lnTo>
                  <a:pt x="39060" y="164837"/>
                </a:lnTo>
                <a:lnTo>
                  <a:pt x="39061" y="164837"/>
                </a:lnTo>
                <a:lnTo>
                  <a:pt x="39061" y="164837"/>
                </a:lnTo>
                <a:lnTo>
                  <a:pt x="39062" y="164837"/>
                </a:lnTo>
                <a:lnTo>
                  <a:pt x="39063" y="164837"/>
                </a:lnTo>
                <a:lnTo>
                  <a:pt x="39063" y="164837"/>
                </a:lnTo>
                <a:lnTo>
                  <a:pt x="39064" y="164837"/>
                </a:lnTo>
                <a:lnTo>
                  <a:pt x="39064" y="164837"/>
                </a:lnTo>
                <a:lnTo>
                  <a:pt x="39065" y="164837"/>
                </a:lnTo>
                <a:lnTo>
                  <a:pt x="39066" y="164837"/>
                </a:lnTo>
                <a:lnTo>
                  <a:pt x="39066" y="164837"/>
                </a:lnTo>
                <a:lnTo>
                  <a:pt x="39067" y="164837"/>
                </a:lnTo>
                <a:lnTo>
                  <a:pt x="39067" y="164837"/>
                </a:lnTo>
                <a:lnTo>
                  <a:pt x="39068" y="164837"/>
                </a:lnTo>
                <a:lnTo>
                  <a:pt x="39069" y="164837"/>
                </a:lnTo>
                <a:lnTo>
                  <a:pt x="39069" y="164837"/>
                </a:lnTo>
                <a:lnTo>
                  <a:pt x="39070" y="164837"/>
                </a:lnTo>
                <a:lnTo>
                  <a:pt x="39070" y="164837"/>
                </a:lnTo>
                <a:lnTo>
                  <a:pt x="39071" y="164837"/>
                </a:lnTo>
                <a:lnTo>
                  <a:pt x="39072" y="164837"/>
                </a:lnTo>
                <a:lnTo>
                  <a:pt x="39072" y="164837"/>
                </a:lnTo>
                <a:lnTo>
                  <a:pt x="39073" y="164837"/>
                </a:lnTo>
                <a:lnTo>
                  <a:pt x="39073" y="164837"/>
                </a:lnTo>
                <a:lnTo>
                  <a:pt x="39074" y="164837"/>
                </a:lnTo>
                <a:lnTo>
                  <a:pt x="39075" y="164837"/>
                </a:lnTo>
                <a:lnTo>
                  <a:pt x="39075" y="164837"/>
                </a:lnTo>
                <a:lnTo>
                  <a:pt x="39076" y="164837"/>
                </a:lnTo>
                <a:lnTo>
                  <a:pt x="39076" y="164837"/>
                </a:lnTo>
                <a:lnTo>
                  <a:pt x="39077" y="164837"/>
                </a:lnTo>
                <a:lnTo>
                  <a:pt x="39078" y="164837"/>
                </a:lnTo>
                <a:lnTo>
                  <a:pt x="39078" y="164837"/>
                </a:lnTo>
                <a:lnTo>
                  <a:pt x="39079" y="164837"/>
                </a:lnTo>
                <a:lnTo>
                  <a:pt x="39079" y="164837"/>
                </a:lnTo>
                <a:lnTo>
                  <a:pt x="39080" y="164837"/>
                </a:lnTo>
                <a:lnTo>
                  <a:pt x="39081" y="164837"/>
                </a:lnTo>
                <a:lnTo>
                  <a:pt x="39081" y="164837"/>
                </a:lnTo>
                <a:lnTo>
                  <a:pt x="39082" y="164837"/>
                </a:lnTo>
                <a:lnTo>
                  <a:pt x="39082" y="164837"/>
                </a:lnTo>
                <a:lnTo>
                  <a:pt x="39083" y="164837"/>
                </a:lnTo>
                <a:lnTo>
                  <a:pt x="39084" y="164837"/>
                </a:lnTo>
                <a:lnTo>
                  <a:pt x="39084" y="164837"/>
                </a:lnTo>
                <a:lnTo>
                  <a:pt x="39085" y="164837"/>
                </a:lnTo>
                <a:lnTo>
                  <a:pt x="39085" y="164837"/>
                </a:lnTo>
                <a:lnTo>
                  <a:pt x="39086" y="164837"/>
                </a:lnTo>
                <a:lnTo>
                  <a:pt x="39087" y="164837"/>
                </a:lnTo>
                <a:lnTo>
                  <a:pt x="39087" y="164837"/>
                </a:lnTo>
                <a:lnTo>
                  <a:pt x="39088" y="164837"/>
                </a:lnTo>
                <a:lnTo>
                  <a:pt x="39089" y="164837"/>
                </a:lnTo>
                <a:lnTo>
                  <a:pt x="39089" y="164837"/>
                </a:lnTo>
                <a:lnTo>
                  <a:pt x="39090" y="164837"/>
                </a:lnTo>
                <a:lnTo>
                  <a:pt x="39090" y="164837"/>
                </a:lnTo>
                <a:lnTo>
                  <a:pt x="39091" y="164837"/>
                </a:lnTo>
                <a:lnTo>
                  <a:pt x="39092" y="164837"/>
                </a:lnTo>
                <a:lnTo>
                  <a:pt x="39092" y="164837"/>
                </a:lnTo>
                <a:lnTo>
                  <a:pt x="39093" y="164837"/>
                </a:lnTo>
                <a:lnTo>
                  <a:pt x="39093" y="164837"/>
                </a:lnTo>
                <a:lnTo>
                  <a:pt x="39094" y="164837"/>
                </a:lnTo>
                <a:lnTo>
                  <a:pt x="39095" y="164837"/>
                </a:lnTo>
                <a:lnTo>
                  <a:pt x="39095" y="164837"/>
                </a:lnTo>
                <a:lnTo>
                  <a:pt x="39096" y="164837"/>
                </a:lnTo>
                <a:lnTo>
                  <a:pt x="39096" y="164837"/>
                </a:lnTo>
                <a:lnTo>
                  <a:pt x="39097" y="164837"/>
                </a:lnTo>
                <a:lnTo>
                  <a:pt x="39098" y="164837"/>
                </a:lnTo>
                <a:lnTo>
                  <a:pt x="39098" y="164837"/>
                </a:lnTo>
                <a:lnTo>
                  <a:pt x="39099" y="164837"/>
                </a:lnTo>
                <a:lnTo>
                  <a:pt x="39099" y="164837"/>
                </a:lnTo>
                <a:lnTo>
                  <a:pt x="39100" y="164837"/>
                </a:lnTo>
                <a:lnTo>
                  <a:pt x="39101" y="164837"/>
                </a:lnTo>
                <a:lnTo>
                  <a:pt x="39101" y="164837"/>
                </a:lnTo>
                <a:lnTo>
                  <a:pt x="39102" y="164837"/>
                </a:lnTo>
                <a:lnTo>
                  <a:pt x="39102" y="164837"/>
                </a:lnTo>
                <a:lnTo>
                  <a:pt x="39103" y="164837"/>
                </a:lnTo>
                <a:lnTo>
                  <a:pt x="39104" y="164837"/>
                </a:lnTo>
                <a:lnTo>
                  <a:pt x="39104" y="164837"/>
                </a:lnTo>
                <a:lnTo>
                  <a:pt x="39105" y="164837"/>
                </a:lnTo>
                <a:lnTo>
                  <a:pt x="39105" y="164837"/>
                </a:lnTo>
                <a:lnTo>
                  <a:pt x="39106" y="164837"/>
                </a:lnTo>
                <a:lnTo>
                  <a:pt x="39107" y="164837"/>
                </a:lnTo>
                <a:lnTo>
                  <a:pt x="39107" y="164837"/>
                </a:lnTo>
                <a:lnTo>
                  <a:pt x="39108" y="164837"/>
                </a:lnTo>
                <a:lnTo>
                  <a:pt x="39108" y="164837"/>
                </a:lnTo>
                <a:lnTo>
                  <a:pt x="39109" y="164837"/>
                </a:lnTo>
                <a:lnTo>
                  <a:pt x="39110" y="164837"/>
                </a:lnTo>
                <a:lnTo>
                  <a:pt x="39110" y="164837"/>
                </a:lnTo>
                <a:lnTo>
                  <a:pt x="39111" y="164837"/>
                </a:lnTo>
                <a:lnTo>
                  <a:pt x="39111" y="164837"/>
                </a:lnTo>
                <a:lnTo>
                  <a:pt x="39112" y="164837"/>
                </a:lnTo>
                <a:lnTo>
                  <a:pt x="39113" y="164837"/>
                </a:lnTo>
                <a:lnTo>
                  <a:pt x="39113" y="164837"/>
                </a:lnTo>
                <a:lnTo>
                  <a:pt x="39114" y="164837"/>
                </a:lnTo>
                <a:lnTo>
                  <a:pt x="39114" y="164837"/>
                </a:lnTo>
                <a:lnTo>
                  <a:pt x="39115" y="164837"/>
                </a:lnTo>
                <a:lnTo>
                  <a:pt x="39116" y="164837"/>
                </a:lnTo>
                <a:lnTo>
                  <a:pt x="39116" y="164837"/>
                </a:lnTo>
                <a:lnTo>
                  <a:pt x="39117" y="164837"/>
                </a:lnTo>
                <a:lnTo>
                  <a:pt x="39117" y="164837"/>
                </a:lnTo>
                <a:lnTo>
                  <a:pt x="39118" y="164837"/>
                </a:lnTo>
                <a:lnTo>
                  <a:pt x="39119" y="164837"/>
                </a:lnTo>
                <a:lnTo>
                  <a:pt x="39119" y="164837"/>
                </a:lnTo>
                <a:lnTo>
                  <a:pt x="39120" y="164837"/>
                </a:lnTo>
                <a:lnTo>
                  <a:pt x="39121" y="164837"/>
                </a:lnTo>
                <a:lnTo>
                  <a:pt x="39121" y="164837"/>
                </a:lnTo>
                <a:lnTo>
                  <a:pt x="39122" y="164837"/>
                </a:lnTo>
                <a:lnTo>
                  <a:pt x="39122" y="164837"/>
                </a:lnTo>
                <a:lnTo>
                  <a:pt x="39123" y="164837"/>
                </a:lnTo>
                <a:lnTo>
                  <a:pt x="39124" y="164837"/>
                </a:lnTo>
                <a:lnTo>
                  <a:pt x="39124" y="164837"/>
                </a:lnTo>
                <a:lnTo>
                  <a:pt x="39125" y="164837"/>
                </a:lnTo>
                <a:lnTo>
                  <a:pt x="39125" y="164837"/>
                </a:lnTo>
                <a:lnTo>
                  <a:pt x="39126" y="164837"/>
                </a:lnTo>
                <a:lnTo>
                  <a:pt x="39127" y="164837"/>
                </a:lnTo>
                <a:lnTo>
                  <a:pt x="39127" y="164837"/>
                </a:lnTo>
                <a:lnTo>
                  <a:pt x="39128" y="164837"/>
                </a:lnTo>
                <a:lnTo>
                  <a:pt x="39128" y="164837"/>
                </a:lnTo>
                <a:lnTo>
                  <a:pt x="39129" y="164837"/>
                </a:lnTo>
                <a:lnTo>
                  <a:pt x="39130" y="164837"/>
                </a:lnTo>
                <a:lnTo>
                  <a:pt x="39130" y="164837"/>
                </a:lnTo>
                <a:lnTo>
                  <a:pt x="39131" y="164837"/>
                </a:lnTo>
                <a:lnTo>
                  <a:pt x="39131" y="164837"/>
                </a:lnTo>
                <a:lnTo>
                  <a:pt x="39132" y="164837"/>
                </a:lnTo>
                <a:lnTo>
                  <a:pt x="39133" y="164837"/>
                </a:lnTo>
                <a:lnTo>
                  <a:pt x="39133" y="164837"/>
                </a:lnTo>
                <a:lnTo>
                  <a:pt x="39134" y="164837"/>
                </a:lnTo>
                <a:lnTo>
                  <a:pt x="39134" y="164837"/>
                </a:lnTo>
                <a:lnTo>
                  <a:pt x="39135" y="164837"/>
                </a:lnTo>
                <a:lnTo>
                  <a:pt x="39136" y="164837"/>
                </a:lnTo>
                <a:lnTo>
                  <a:pt x="39136" y="164837"/>
                </a:lnTo>
                <a:lnTo>
                  <a:pt x="39137" y="164837"/>
                </a:lnTo>
                <a:lnTo>
                  <a:pt x="39137" y="164837"/>
                </a:lnTo>
                <a:lnTo>
                  <a:pt x="39138" y="164837"/>
                </a:lnTo>
                <a:lnTo>
                  <a:pt x="39139" y="164837"/>
                </a:lnTo>
                <a:lnTo>
                  <a:pt x="39139" y="164837"/>
                </a:lnTo>
                <a:lnTo>
                  <a:pt x="39140" y="164837"/>
                </a:lnTo>
                <a:lnTo>
                  <a:pt x="39140" y="164837"/>
                </a:lnTo>
                <a:lnTo>
                  <a:pt x="39141" y="164837"/>
                </a:lnTo>
                <a:lnTo>
                  <a:pt x="39142" y="164837"/>
                </a:lnTo>
                <a:lnTo>
                  <a:pt x="39142" y="164837"/>
                </a:lnTo>
                <a:lnTo>
                  <a:pt x="39143" y="164837"/>
                </a:lnTo>
                <a:lnTo>
                  <a:pt x="39144" y="164837"/>
                </a:lnTo>
                <a:lnTo>
                  <a:pt x="39144" y="164837"/>
                </a:lnTo>
                <a:lnTo>
                  <a:pt x="39145" y="164837"/>
                </a:lnTo>
                <a:lnTo>
                  <a:pt x="39145" y="164837"/>
                </a:lnTo>
                <a:lnTo>
                  <a:pt x="39146" y="164837"/>
                </a:lnTo>
                <a:lnTo>
                  <a:pt x="39147" y="164837"/>
                </a:lnTo>
                <a:lnTo>
                  <a:pt x="39147" y="164837"/>
                </a:lnTo>
                <a:lnTo>
                  <a:pt x="39148" y="164837"/>
                </a:lnTo>
                <a:lnTo>
                  <a:pt x="39148" y="164837"/>
                </a:lnTo>
                <a:lnTo>
                  <a:pt x="39149" y="164837"/>
                </a:lnTo>
                <a:lnTo>
                  <a:pt x="39150" y="164837"/>
                </a:lnTo>
                <a:lnTo>
                  <a:pt x="39150" y="164837"/>
                </a:lnTo>
                <a:lnTo>
                  <a:pt x="39151" y="164837"/>
                </a:lnTo>
                <a:lnTo>
                  <a:pt x="39151" y="164837"/>
                </a:lnTo>
                <a:lnTo>
                  <a:pt x="39152" y="164837"/>
                </a:lnTo>
                <a:lnTo>
                  <a:pt x="39153" y="164837"/>
                </a:lnTo>
                <a:lnTo>
                  <a:pt x="39153" y="164837"/>
                </a:lnTo>
                <a:lnTo>
                  <a:pt x="39154" y="164837"/>
                </a:lnTo>
                <a:lnTo>
                  <a:pt x="39154" y="164837"/>
                </a:lnTo>
                <a:lnTo>
                  <a:pt x="39155" y="164837"/>
                </a:lnTo>
                <a:lnTo>
                  <a:pt x="39156" y="164837"/>
                </a:lnTo>
                <a:lnTo>
                  <a:pt x="39156" y="164837"/>
                </a:lnTo>
                <a:lnTo>
                  <a:pt x="39157" y="164837"/>
                </a:lnTo>
                <a:lnTo>
                  <a:pt x="39157" y="164837"/>
                </a:lnTo>
                <a:lnTo>
                  <a:pt x="39158" y="164837"/>
                </a:lnTo>
                <a:lnTo>
                  <a:pt x="39159" y="164837"/>
                </a:lnTo>
                <a:lnTo>
                  <a:pt x="39159" y="164837"/>
                </a:lnTo>
                <a:lnTo>
                  <a:pt x="39160" y="164837"/>
                </a:lnTo>
                <a:lnTo>
                  <a:pt x="39161" y="164837"/>
                </a:lnTo>
                <a:lnTo>
                  <a:pt x="39161" y="164837"/>
                </a:lnTo>
                <a:lnTo>
                  <a:pt x="39162" y="164837"/>
                </a:lnTo>
                <a:lnTo>
                  <a:pt x="39162" y="164837"/>
                </a:lnTo>
                <a:lnTo>
                  <a:pt x="39163" y="164837"/>
                </a:lnTo>
                <a:lnTo>
                  <a:pt x="39164" y="164837"/>
                </a:lnTo>
                <a:lnTo>
                  <a:pt x="39164" y="164837"/>
                </a:lnTo>
                <a:lnTo>
                  <a:pt x="39165" y="164837"/>
                </a:lnTo>
                <a:lnTo>
                  <a:pt x="39165" y="164837"/>
                </a:lnTo>
                <a:lnTo>
                  <a:pt x="39166" y="164837"/>
                </a:lnTo>
                <a:lnTo>
                  <a:pt x="39167" y="164837"/>
                </a:lnTo>
                <a:lnTo>
                  <a:pt x="39167" y="164837"/>
                </a:lnTo>
                <a:lnTo>
                  <a:pt x="39168" y="164837"/>
                </a:lnTo>
                <a:lnTo>
                  <a:pt x="39168" y="164837"/>
                </a:lnTo>
                <a:lnTo>
                  <a:pt x="39169" y="164837"/>
                </a:lnTo>
                <a:lnTo>
                  <a:pt x="39170" y="164837"/>
                </a:lnTo>
                <a:lnTo>
                  <a:pt x="39170" y="164837"/>
                </a:lnTo>
                <a:lnTo>
                  <a:pt x="39171" y="164837"/>
                </a:lnTo>
                <a:lnTo>
                  <a:pt x="39171" y="164837"/>
                </a:lnTo>
                <a:lnTo>
                  <a:pt x="39172" y="164837"/>
                </a:lnTo>
                <a:lnTo>
                  <a:pt x="39173" y="164837"/>
                </a:lnTo>
                <a:lnTo>
                  <a:pt x="39173" y="164837"/>
                </a:lnTo>
                <a:lnTo>
                  <a:pt x="39174" y="164837"/>
                </a:lnTo>
                <a:lnTo>
                  <a:pt x="39174" y="164837"/>
                </a:lnTo>
                <a:lnTo>
                  <a:pt x="39175" y="164837"/>
                </a:lnTo>
                <a:lnTo>
                  <a:pt x="39176" y="164837"/>
                </a:lnTo>
                <a:lnTo>
                  <a:pt x="39176" y="164837"/>
                </a:lnTo>
                <a:lnTo>
                  <a:pt x="39177" y="164837"/>
                </a:lnTo>
                <a:lnTo>
                  <a:pt x="39178" y="164837"/>
                </a:lnTo>
                <a:lnTo>
                  <a:pt x="39178" y="164837"/>
                </a:lnTo>
                <a:lnTo>
                  <a:pt x="39179" y="164837"/>
                </a:lnTo>
                <a:lnTo>
                  <a:pt x="39179" y="164837"/>
                </a:lnTo>
                <a:lnTo>
                  <a:pt x="39180" y="164837"/>
                </a:lnTo>
                <a:lnTo>
                  <a:pt x="39181" y="164837"/>
                </a:lnTo>
                <a:lnTo>
                  <a:pt x="39181" y="164837"/>
                </a:lnTo>
                <a:lnTo>
                  <a:pt x="39182" y="164837"/>
                </a:lnTo>
                <a:lnTo>
                  <a:pt x="39182" y="164837"/>
                </a:lnTo>
                <a:lnTo>
                  <a:pt x="39183" y="164837"/>
                </a:lnTo>
                <a:lnTo>
                  <a:pt x="39184" y="164837"/>
                </a:lnTo>
                <a:lnTo>
                  <a:pt x="39184" y="164837"/>
                </a:lnTo>
                <a:lnTo>
                  <a:pt x="39185" y="164837"/>
                </a:lnTo>
                <a:lnTo>
                  <a:pt x="39185" y="164837"/>
                </a:lnTo>
                <a:lnTo>
                  <a:pt x="39186" y="164837"/>
                </a:lnTo>
                <a:lnTo>
                  <a:pt x="39187" y="164837"/>
                </a:lnTo>
                <a:lnTo>
                  <a:pt x="39187" y="164837"/>
                </a:lnTo>
                <a:lnTo>
                  <a:pt x="39188" y="164837"/>
                </a:lnTo>
                <a:lnTo>
                  <a:pt x="39188" y="164837"/>
                </a:lnTo>
                <a:lnTo>
                  <a:pt x="39189" y="164837"/>
                </a:lnTo>
                <a:lnTo>
                  <a:pt x="39190" y="164837"/>
                </a:lnTo>
                <a:lnTo>
                  <a:pt x="39190" y="164837"/>
                </a:lnTo>
                <a:lnTo>
                  <a:pt x="39191" y="164837"/>
                </a:lnTo>
                <a:lnTo>
                  <a:pt x="39191" y="164837"/>
                </a:lnTo>
                <a:lnTo>
                  <a:pt x="39192" y="164837"/>
                </a:lnTo>
                <a:lnTo>
                  <a:pt x="39193" y="164837"/>
                </a:lnTo>
                <a:lnTo>
                  <a:pt x="39193" y="164837"/>
                </a:lnTo>
                <a:lnTo>
                  <a:pt x="39194" y="164837"/>
                </a:lnTo>
                <a:lnTo>
                  <a:pt x="39195" y="164837"/>
                </a:lnTo>
                <a:lnTo>
                  <a:pt x="39195" y="164837"/>
                </a:lnTo>
                <a:lnTo>
                  <a:pt x="39196" y="164837"/>
                </a:lnTo>
                <a:lnTo>
                  <a:pt x="39196" y="164837"/>
                </a:lnTo>
                <a:lnTo>
                  <a:pt x="39197" y="164837"/>
                </a:lnTo>
                <a:lnTo>
                  <a:pt x="39198" y="164837"/>
                </a:lnTo>
                <a:lnTo>
                  <a:pt x="39198" y="164837"/>
                </a:lnTo>
                <a:lnTo>
                  <a:pt x="39199" y="164837"/>
                </a:lnTo>
                <a:lnTo>
                  <a:pt x="39199" y="164837"/>
                </a:lnTo>
                <a:lnTo>
                  <a:pt x="39200" y="164837"/>
                </a:lnTo>
                <a:lnTo>
                  <a:pt x="39201" y="164837"/>
                </a:lnTo>
                <a:lnTo>
                  <a:pt x="39201" y="164837"/>
                </a:lnTo>
                <a:lnTo>
                  <a:pt x="39202" y="164837"/>
                </a:lnTo>
                <a:lnTo>
                  <a:pt x="39202" y="164837"/>
                </a:lnTo>
                <a:lnTo>
                  <a:pt x="39203" y="164837"/>
                </a:lnTo>
                <a:lnTo>
                  <a:pt x="39204" y="164837"/>
                </a:lnTo>
                <a:lnTo>
                  <a:pt x="39204" y="164837"/>
                </a:lnTo>
                <a:lnTo>
                  <a:pt x="39205" y="164837"/>
                </a:lnTo>
                <a:lnTo>
                  <a:pt x="39205" y="164837"/>
                </a:lnTo>
                <a:lnTo>
                  <a:pt x="39206" y="164837"/>
                </a:lnTo>
                <a:lnTo>
                  <a:pt x="39207" y="164837"/>
                </a:lnTo>
                <a:lnTo>
                  <a:pt x="39207" y="164837"/>
                </a:lnTo>
                <a:lnTo>
                  <a:pt x="39208" y="164837"/>
                </a:lnTo>
                <a:lnTo>
                  <a:pt x="39209" y="164837"/>
                </a:lnTo>
                <a:lnTo>
                  <a:pt x="39209" y="164837"/>
                </a:lnTo>
                <a:lnTo>
                  <a:pt x="39210" y="164837"/>
                </a:lnTo>
                <a:lnTo>
                  <a:pt x="39210" y="164837"/>
                </a:lnTo>
                <a:lnTo>
                  <a:pt x="39211" y="164837"/>
                </a:lnTo>
                <a:lnTo>
                  <a:pt x="39212" y="164837"/>
                </a:lnTo>
                <a:lnTo>
                  <a:pt x="39212" y="164837"/>
                </a:lnTo>
                <a:lnTo>
                  <a:pt x="39213" y="164837"/>
                </a:lnTo>
                <a:lnTo>
                  <a:pt x="39213" y="164837"/>
                </a:lnTo>
                <a:lnTo>
                  <a:pt x="39214" y="164837"/>
                </a:lnTo>
                <a:lnTo>
                  <a:pt x="39215" y="164837"/>
                </a:lnTo>
                <a:lnTo>
                  <a:pt x="39215" y="164837"/>
                </a:lnTo>
                <a:lnTo>
                  <a:pt x="39216" y="164837"/>
                </a:lnTo>
                <a:lnTo>
                  <a:pt x="39216" y="164837"/>
                </a:lnTo>
                <a:lnTo>
                  <a:pt x="39217" y="164837"/>
                </a:lnTo>
                <a:lnTo>
                  <a:pt x="39218" y="164837"/>
                </a:lnTo>
                <a:lnTo>
                  <a:pt x="39218" y="164837"/>
                </a:lnTo>
                <a:lnTo>
                  <a:pt x="39219" y="164837"/>
                </a:lnTo>
                <a:lnTo>
                  <a:pt x="39220" y="164837"/>
                </a:lnTo>
                <a:lnTo>
                  <a:pt x="39220" y="164837"/>
                </a:lnTo>
                <a:lnTo>
                  <a:pt x="39221" y="164837"/>
                </a:lnTo>
                <a:lnTo>
                  <a:pt x="39221" y="164837"/>
                </a:lnTo>
                <a:lnTo>
                  <a:pt x="39222" y="164837"/>
                </a:lnTo>
                <a:lnTo>
                  <a:pt x="39223" y="164837"/>
                </a:lnTo>
                <a:lnTo>
                  <a:pt x="39223" y="164837"/>
                </a:lnTo>
                <a:lnTo>
                  <a:pt x="39224" y="164837"/>
                </a:lnTo>
                <a:lnTo>
                  <a:pt x="39224" y="164837"/>
                </a:lnTo>
                <a:lnTo>
                  <a:pt x="39225" y="164837"/>
                </a:lnTo>
                <a:lnTo>
                  <a:pt x="39226" y="164837"/>
                </a:lnTo>
                <a:lnTo>
                  <a:pt x="39226" y="164837"/>
                </a:lnTo>
                <a:lnTo>
                  <a:pt x="39227" y="164837"/>
                </a:lnTo>
                <a:lnTo>
                  <a:pt x="39227" y="164837"/>
                </a:lnTo>
                <a:lnTo>
                  <a:pt x="39228" y="164837"/>
                </a:lnTo>
                <a:lnTo>
                  <a:pt x="39229" y="164837"/>
                </a:lnTo>
                <a:lnTo>
                  <a:pt x="39229" y="164837"/>
                </a:lnTo>
                <a:lnTo>
                  <a:pt x="39230" y="164837"/>
                </a:lnTo>
                <a:lnTo>
                  <a:pt x="39230" y="164837"/>
                </a:lnTo>
                <a:lnTo>
                  <a:pt x="39231" y="164837"/>
                </a:lnTo>
                <a:lnTo>
                  <a:pt x="39232" y="164837"/>
                </a:lnTo>
                <a:lnTo>
                  <a:pt x="39232" y="164837"/>
                </a:lnTo>
                <a:lnTo>
                  <a:pt x="39233" y="164837"/>
                </a:lnTo>
                <a:lnTo>
                  <a:pt x="39234" y="164837"/>
                </a:lnTo>
                <a:lnTo>
                  <a:pt x="39234" y="164837"/>
                </a:lnTo>
                <a:lnTo>
                  <a:pt x="39235" y="164837"/>
                </a:lnTo>
                <a:lnTo>
                  <a:pt x="39235" y="164837"/>
                </a:lnTo>
                <a:lnTo>
                  <a:pt x="39236" y="164837"/>
                </a:lnTo>
                <a:lnTo>
                  <a:pt x="39237" y="164837"/>
                </a:lnTo>
                <a:lnTo>
                  <a:pt x="39237" y="164837"/>
                </a:lnTo>
                <a:lnTo>
                  <a:pt x="39238" y="164837"/>
                </a:lnTo>
                <a:lnTo>
                  <a:pt x="39238" y="164837"/>
                </a:lnTo>
                <a:lnTo>
                  <a:pt x="39239" y="164837"/>
                </a:lnTo>
                <a:lnTo>
                  <a:pt x="39240" y="164837"/>
                </a:lnTo>
                <a:lnTo>
                  <a:pt x="39240" y="164837"/>
                </a:lnTo>
                <a:lnTo>
                  <a:pt x="39241" y="164837"/>
                </a:lnTo>
                <a:lnTo>
                  <a:pt x="39241" y="164837"/>
                </a:lnTo>
                <a:lnTo>
                  <a:pt x="39242" y="164837"/>
                </a:lnTo>
                <a:lnTo>
                  <a:pt x="39243" y="164837"/>
                </a:lnTo>
                <a:lnTo>
                  <a:pt x="39243" y="164837"/>
                </a:lnTo>
                <a:lnTo>
                  <a:pt x="39244" y="164837"/>
                </a:lnTo>
                <a:lnTo>
                  <a:pt x="39245" y="164837"/>
                </a:lnTo>
                <a:lnTo>
                  <a:pt x="39245" y="164837"/>
                </a:lnTo>
                <a:lnTo>
                  <a:pt x="39246" y="164837"/>
                </a:lnTo>
                <a:lnTo>
                  <a:pt x="39246" y="164837"/>
                </a:lnTo>
                <a:lnTo>
                  <a:pt x="39247" y="164837"/>
                </a:lnTo>
                <a:lnTo>
                  <a:pt x="39248" y="164837"/>
                </a:lnTo>
                <a:lnTo>
                  <a:pt x="39248" y="164837"/>
                </a:lnTo>
                <a:lnTo>
                  <a:pt x="39249" y="164837"/>
                </a:lnTo>
                <a:lnTo>
                  <a:pt x="39249" y="164837"/>
                </a:lnTo>
                <a:lnTo>
                  <a:pt x="39250" y="164837"/>
                </a:lnTo>
                <a:lnTo>
                  <a:pt x="39251" y="164837"/>
                </a:lnTo>
                <a:lnTo>
                  <a:pt x="39251" y="164837"/>
                </a:lnTo>
                <a:lnTo>
                  <a:pt x="39252" y="164837"/>
                </a:lnTo>
                <a:lnTo>
                  <a:pt x="39252" y="164837"/>
                </a:lnTo>
                <a:lnTo>
                  <a:pt x="39253" y="164837"/>
                </a:lnTo>
                <a:lnTo>
                  <a:pt x="39254" y="164837"/>
                </a:lnTo>
                <a:lnTo>
                  <a:pt x="39254" y="164837"/>
                </a:lnTo>
                <a:lnTo>
                  <a:pt x="39255" y="164837"/>
                </a:lnTo>
                <a:lnTo>
                  <a:pt x="39256" y="164837"/>
                </a:lnTo>
                <a:lnTo>
                  <a:pt x="39256" y="164837"/>
                </a:lnTo>
                <a:lnTo>
                  <a:pt x="39257" y="164837"/>
                </a:lnTo>
                <a:lnTo>
                  <a:pt x="39257" y="164837"/>
                </a:lnTo>
                <a:lnTo>
                  <a:pt x="39258" y="164837"/>
                </a:lnTo>
                <a:lnTo>
                  <a:pt x="39259" y="164837"/>
                </a:lnTo>
                <a:lnTo>
                  <a:pt x="39259" y="164837"/>
                </a:lnTo>
                <a:lnTo>
                  <a:pt x="39260" y="164837"/>
                </a:lnTo>
                <a:lnTo>
                  <a:pt x="39260" y="164837"/>
                </a:lnTo>
                <a:lnTo>
                  <a:pt x="39261" y="164837"/>
                </a:lnTo>
                <a:lnTo>
                  <a:pt x="39262" y="164837"/>
                </a:lnTo>
                <a:lnTo>
                  <a:pt x="39262" y="164837"/>
                </a:lnTo>
                <a:lnTo>
                  <a:pt x="39263" y="164837"/>
                </a:lnTo>
                <a:lnTo>
                  <a:pt x="39263" y="164837"/>
                </a:lnTo>
                <a:lnTo>
                  <a:pt x="39264" y="164837"/>
                </a:lnTo>
                <a:lnTo>
                  <a:pt x="39265" y="164837"/>
                </a:lnTo>
                <a:lnTo>
                  <a:pt x="39265" y="164837"/>
                </a:lnTo>
                <a:lnTo>
                  <a:pt x="39266" y="164837"/>
                </a:lnTo>
                <a:lnTo>
                  <a:pt x="39267" y="164837"/>
                </a:lnTo>
                <a:lnTo>
                  <a:pt x="39267" y="164837"/>
                </a:lnTo>
                <a:lnTo>
                  <a:pt x="39268" y="164837"/>
                </a:lnTo>
                <a:lnTo>
                  <a:pt x="39268" y="164837"/>
                </a:lnTo>
                <a:lnTo>
                  <a:pt x="39269" y="164837"/>
                </a:lnTo>
                <a:lnTo>
                  <a:pt x="39270" y="164837"/>
                </a:lnTo>
                <a:lnTo>
                  <a:pt x="39270" y="164837"/>
                </a:lnTo>
                <a:lnTo>
                  <a:pt x="39271" y="164837"/>
                </a:lnTo>
                <a:lnTo>
                  <a:pt x="39271" y="164837"/>
                </a:lnTo>
                <a:lnTo>
                  <a:pt x="39272" y="164837"/>
                </a:lnTo>
                <a:lnTo>
                  <a:pt x="39273" y="164837"/>
                </a:lnTo>
                <a:lnTo>
                  <a:pt x="39273" y="164837"/>
                </a:lnTo>
                <a:lnTo>
                  <a:pt x="39274" y="164837"/>
                </a:lnTo>
                <a:lnTo>
                  <a:pt x="39275" y="164837"/>
                </a:lnTo>
                <a:lnTo>
                  <a:pt x="39275" y="164837"/>
                </a:lnTo>
                <a:lnTo>
                  <a:pt x="39276" y="164837"/>
                </a:lnTo>
                <a:lnTo>
                  <a:pt x="39276" y="164837"/>
                </a:lnTo>
                <a:lnTo>
                  <a:pt x="39277" y="164837"/>
                </a:lnTo>
                <a:lnTo>
                  <a:pt x="39278" y="164837"/>
                </a:lnTo>
                <a:lnTo>
                  <a:pt x="39278" y="164837"/>
                </a:lnTo>
                <a:lnTo>
                  <a:pt x="39279" y="164837"/>
                </a:lnTo>
                <a:lnTo>
                  <a:pt x="39279" y="164837"/>
                </a:lnTo>
                <a:lnTo>
                  <a:pt x="39280" y="164837"/>
                </a:lnTo>
                <a:lnTo>
                  <a:pt x="39281" y="164837"/>
                </a:lnTo>
                <a:lnTo>
                  <a:pt x="39281" y="164837"/>
                </a:lnTo>
                <a:lnTo>
                  <a:pt x="39282" y="164837"/>
                </a:lnTo>
                <a:lnTo>
                  <a:pt x="39282" y="164837"/>
                </a:lnTo>
                <a:lnTo>
                  <a:pt x="39283" y="164837"/>
                </a:lnTo>
                <a:lnTo>
                  <a:pt x="39284" y="164837"/>
                </a:lnTo>
                <a:lnTo>
                  <a:pt x="39284" y="164837"/>
                </a:lnTo>
                <a:lnTo>
                  <a:pt x="39285" y="164837"/>
                </a:lnTo>
                <a:lnTo>
                  <a:pt x="39286" y="164837"/>
                </a:lnTo>
                <a:lnTo>
                  <a:pt x="39286" y="164837"/>
                </a:lnTo>
                <a:lnTo>
                  <a:pt x="39287" y="164837"/>
                </a:lnTo>
                <a:lnTo>
                  <a:pt x="39287" y="164837"/>
                </a:lnTo>
                <a:lnTo>
                  <a:pt x="39288" y="164837"/>
                </a:lnTo>
                <a:lnTo>
                  <a:pt x="39289" y="164837"/>
                </a:lnTo>
                <a:lnTo>
                  <a:pt x="39289" y="164837"/>
                </a:lnTo>
                <a:lnTo>
                  <a:pt x="39290" y="164837"/>
                </a:lnTo>
                <a:lnTo>
                  <a:pt x="39290" y="164837"/>
                </a:lnTo>
                <a:lnTo>
                  <a:pt x="39291" y="164837"/>
                </a:lnTo>
                <a:lnTo>
                  <a:pt x="39292" y="164837"/>
                </a:lnTo>
                <a:lnTo>
                  <a:pt x="39292" y="164837"/>
                </a:lnTo>
                <a:lnTo>
                  <a:pt x="39293" y="164837"/>
                </a:lnTo>
                <a:lnTo>
                  <a:pt x="39294" y="164837"/>
                </a:lnTo>
                <a:lnTo>
                  <a:pt x="39294" y="164837"/>
                </a:lnTo>
                <a:lnTo>
                  <a:pt x="39295" y="164837"/>
                </a:lnTo>
                <a:lnTo>
                  <a:pt x="39295" y="164837"/>
                </a:lnTo>
                <a:lnTo>
                  <a:pt x="39296" y="164837"/>
                </a:lnTo>
                <a:lnTo>
                  <a:pt x="39297" y="164837"/>
                </a:lnTo>
                <a:lnTo>
                  <a:pt x="39297" y="164837"/>
                </a:lnTo>
                <a:lnTo>
                  <a:pt x="39298" y="164837"/>
                </a:lnTo>
                <a:lnTo>
                  <a:pt x="39298" y="164837"/>
                </a:lnTo>
                <a:lnTo>
                  <a:pt x="39299" y="164837"/>
                </a:lnTo>
                <a:lnTo>
                  <a:pt x="39300" y="164837"/>
                </a:lnTo>
                <a:lnTo>
                  <a:pt x="39300" y="164837"/>
                </a:lnTo>
                <a:lnTo>
                  <a:pt x="39301" y="164837"/>
                </a:lnTo>
                <a:lnTo>
                  <a:pt x="39301" y="164837"/>
                </a:lnTo>
                <a:lnTo>
                  <a:pt x="39302" y="164837"/>
                </a:lnTo>
                <a:lnTo>
                  <a:pt x="39303" y="164837"/>
                </a:lnTo>
                <a:lnTo>
                  <a:pt x="39303" y="164837"/>
                </a:lnTo>
                <a:lnTo>
                  <a:pt x="39304" y="164837"/>
                </a:lnTo>
                <a:lnTo>
                  <a:pt x="39305" y="164837"/>
                </a:lnTo>
                <a:lnTo>
                  <a:pt x="39305" y="164837"/>
                </a:lnTo>
                <a:lnTo>
                  <a:pt x="39306" y="164837"/>
                </a:lnTo>
                <a:lnTo>
                  <a:pt x="39306" y="164837"/>
                </a:lnTo>
                <a:lnTo>
                  <a:pt x="39307" y="164837"/>
                </a:lnTo>
                <a:lnTo>
                  <a:pt x="39308" y="164837"/>
                </a:lnTo>
                <a:lnTo>
                  <a:pt x="39308" y="164837"/>
                </a:lnTo>
                <a:lnTo>
                  <a:pt x="39309" y="164837"/>
                </a:lnTo>
                <a:lnTo>
                  <a:pt x="39309" y="164837"/>
                </a:lnTo>
                <a:lnTo>
                  <a:pt x="39310" y="164837"/>
                </a:lnTo>
                <a:lnTo>
                  <a:pt x="39311" y="164837"/>
                </a:lnTo>
                <a:lnTo>
                  <a:pt x="39311" y="164837"/>
                </a:lnTo>
                <a:lnTo>
                  <a:pt x="39312" y="164837"/>
                </a:lnTo>
                <a:lnTo>
                  <a:pt x="39313" y="164837"/>
                </a:lnTo>
                <a:lnTo>
                  <a:pt x="39313" y="164837"/>
                </a:lnTo>
                <a:lnTo>
                  <a:pt x="39314" y="164837"/>
                </a:lnTo>
                <a:lnTo>
                  <a:pt x="39314" y="164837"/>
                </a:lnTo>
                <a:lnTo>
                  <a:pt x="39315" y="164837"/>
                </a:lnTo>
                <a:lnTo>
                  <a:pt x="39316" y="164837"/>
                </a:lnTo>
                <a:lnTo>
                  <a:pt x="39316" y="164837"/>
                </a:lnTo>
                <a:lnTo>
                  <a:pt x="39317" y="164837"/>
                </a:lnTo>
                <a:lnTo>
                  <a:pt x="39317" y="164837"/>
                </a:lnTo>
                <a:lnTo>
                  <a:pt x="39318" y="164837"/>
                </a:lnTo>
                <a:lnTo>
                  <a:pt x="39319" y="164837"/>
                </a:lnTo>
                <a:lnTo>
                  <a:pt x="39319" y="164837"/>
                </a:lnTo>
                <a:lnTo>
                  <a:pt x="39320" y="164837"/>
                </a:lnTo>
                <a:lnTo>
                  <a:pt x="39321" y="164837"/>
                </a:lnTo>
                <a:lnTo>
                  <a:pt x="39321" y="164837"/>
                </a:lnTo>
                <a:lnTo>
                  <a:pt x="39322" y="164837"/>
                </a:lnTo>
                <a:lnTo>
                  <a:pt x="39322" y="164837"/>
                </a:lnTo>
                <a:lnTo>
                  <a:pt x="39323" y="164837"/>
                </a:lnTo>
                <a:lnTo>
                  <a:pt x="39324" y="164837"/>
                </a:lnTo>
                <a:lnTo>
                  <a:pt x="39324" y="164837"/>
                </a:lnTo>
                <a:lnTo>
                  <a:pt x="39325" y="164837"/>
                </a:lnTo>
                <a:lnTo>
                  <a:pt x="39325" y="164837"/>
                </a:lnTo>
                <a:lnTo>
                  <a:pt x="39326" y="164837"/>
                </a:lnTo>
                <a:lnTo>
                  <a:pt x="39327" y="164837"/>
                </a:lnTo>
                <a:lnTo>
                  <a:pt x="39327" y="164837"/>
                </a:lnTo>
                <a:lnTo>
                  <a:pt x="39328" y="164837"/>
                </a:lnTo>
                <a:lnTo>
                  <a:pt x="39329" y="164837"/>
                </a:lnTo>
                <a:lnTo>
                  <a:pt x="39329" y="164837"/>
                </a:lnTo>
                <a:lnTo>
                  <a:pt x="39330" y="164837"/>
                </a:lnTo>
                <a:lnTo>
                  <a:pt x="39330" y="164837"/>
                </a:lnTo>
                <a:lnTo>
                  <a:pt x="39331" y="164837"/>
                </a:lnTo>
                <a:lnTo>
                  <a:pt x="39332" y="164837"/>
                </a:lnTo>
                <a:lnTo>
                  <a:pt x="39332" y="164837"/>
                </a:lnTo>
                <a:lnTo>
                  <a:pt x="39333" y="164837"/>
                </a:lnTo>
                <a:lnTo>
                  <a:pt x="39333" y="164837"/>
                </a:lnTo>
                <a:lnTo>
                  <a:pt x="39334" y="164837"/>
                </a:lnTo>
                <a:lnTo>
                  <a:pt x="39335" y="164837"/>
                </a:lnTo>
                <a:lnTo>
                  <a:pt x="39335" y="164837"/>
                </a:lnTo>
                <a:lnTo>
                  <a:pt x="39336" y="164837"/>
                </a:lnTo>
                <a:lnTo>
                  <a:pt x="39337" y="164837"/>
                </a:lnTo>
                <a:lnTo>
                  <a:pt x="39337" y="164837"/>
                </a:lnTo>
                <a:lnTo>
                  <a:pt x="39338" y="164837"/>
                </a:lnTo>
                <a:lnTo>
                  <a:pt x="39338" y="164837"/>
                </a:lnTo>
                <a:lnTo>
                  <a:pt x="39339" y="164837"/>
                </a:lnTo>
                <a:lnTo>
                  <a:pt x="39340" y="164837"/>
                </a:lnTo>
                <a:lnTo>
                  <a:pt x="39340" y="164837"/>
                </a:lnTo>
                <a:lnTo>
                  <a:pt x="39341" y="164837"/>
                </a:lnTo>
                <a:lnTo>
                  <a:pt x="39341" y="164837"/>
                </a:lnTo>
                <a:lnTo>
                  <a:pt x="39342" y="164837"/>
                </a:lnTo>
                <a:lnTo>
                  <a:pt x="39343" y="164837"/>
                </a:lnTo>
                <a:lnTo>
                  <a:pt x="39343" y="164837"/>
                </a:lnTo>
                <a:lnTo>
                  <a:pt x="39344" y="164837"/>
                </a:lnTo>
                <a:lnTo>
                  <a:pt x="39345" y="164837"/>
                </a:lnTo>
                <a:lnTo>
                  <a:pt x="39345" y="164837"/>
                </a:lnTo>
                <a:lnTo>
                  <a:pt x="39346" y="164837"/>
                </a:lnTo>
                <a:lnTo>
                  <a:pt x="39346" y="164837"/>
                </a:lnTo>
                <a:lnTo>
                  <a:pt x="39347" y="164837"/>
                </a:lnTo>
                <a:lnTo>
                  <a:pt x="39348" y="164837"/>
                </a:lnTo>
                <a:lnTo>
                  <a:pt x="39348" y="164837"/>
                </a:lnTo>
                <a:lnTo>
                  <a:pt x="39349" y="164837"/>
                </a:lnTo>
                <a:lnTo>
                  <a:pt x="39349" y="164837"/>
                </a:lnTo>
                <a:lnTo>
                  <a:pt x="39350" y="164837"/>
                </a:lnTo>
                <a:lnTo>
                  <a:pt x="39351" y="164837"/>
                </a:lnTo>
                <a:lnTo>
                  <a:pt x="39351" y="164837"/>
                </a:lnTo>
                <a:lnTo>
                  <a:pt x="39352" y="164837"/>
                </a:lnTo>
                <a:lnTo>
                  <a:pt x="39353" y="164837"/>
                </a:lnTo>
                <a:lnTo>
                  <a:pt x="39353" y="164837"/>
                </a:lnTo>
                <a:lnTo>
                  <a:pt x="39354" y="164837"/>
                </a:lnTo>
                <a:lnTo>
                  <a:pt x="39354" y="164837"/>
                </a:lnTo>
                <a:lnTo>
                  <a:pt x="39355" y="164837"/>
                </a:lnTo>
                <a:lnTo>
                  <a:pt x="39356" y="164837"/>
                </a:lnTo>
                <a:lnTo>
                  <a:pt x="39356" y="164837"/>
                </a:lnTo>
                <a:lnTo>
                  <a:pt x="39357" y="164837"/>
                </a:lnTo>
                <a:lnTo>
                  <a:pt x="39357" y="164837"/>
                </a:lnTo>
                <a:lnTo>
                  <a:pt x="39358" y="164837"/>
                </a:lnTo>
                <a:lnTo>
                  <a:pt x="39359" y="164837"/>
                </a:lnTo>
                <a:lnTo>
                  <a:pt x="39359" y="164837"/>
                </a:lnTo>
                <a:lnTo>
                  <a:pt x="39360" y="164837"/>
                </a:lnTo>
                <a:lnTo>
                  <a:pt x="39361" y="164837"/>
                </a:lnTo>
                <a:lnTo>
                  <a:pt x="39361" y="164837"/>
                </a:lnTo>
                <a:lnTo>
                  <a:pt x="39362" y="164837"/>
                </a:lnTo>
                <a:lnTo>
                  <a:pt x="39362" y="164837"/>
                </a:lnTo>
                <a:lnTo>
                  <a:pt x="39363" y="164837"/>
                </a:lnTo>
                <a:lnTo>
                  <a:pt x="39364" y="164837"/>
                </a:lnTo>
                <a:lnTo>
                  <a:pt x="39364" y="164837"/>
                </a:lnTo>
                <a:lnTo>
                  <a:pt x="39365" y="164837"/>
                </a:lnTo>
                <a:lnTo>
                  <a:pt x="39365" y="164837"/>
                </a:lnTo>
                <a:lnTo>
                  <a:pt x="39366" y="164837"/>
                </a:lnTo>
                <a:lnTo>
                  <a:pt x="39367" y="164837"/>
                </a:lnTo>
                <a:lnTo>
                  <a:pt x="39367" y="164837"/>
                </a:lnTo>
                <a:lnTo>
                  <a:pt x="39368" y="164837"/>
                </a:lnTo>
                <a:lnTo>
                  <a:pt x="39369" y="164837"/>
                </a:lnTo>
                <a:lnTo>
                  <a:pt x="39369" y="164837"/>
                </a:lnTo>
                <a:lnTo>
                  <a:pt x="39370" y="164837"/>
                </a:lnTo>
                <a:lnTo>
                  <a:pt x="39370" y="164837"/>
                </a:lnTo>
                <a:lnTo>
                  <a:pt x="39371" y="164837"/>
                </a:lnTo>
                <a:lnTo>
                  <a:pt x="39372" y="164837"/>
                </a:lnTo>
                <a:lnTo>
                  <a:pt x="39372" y="164837"/>
                </a:lnTo>
                <a:lnTo>
                  <a:pt x="39373" y="164837"/>
                </a:lnTo>
                <a:lnTo>
                  <a:pt x="39373" y="164837"/>
                </a:lnTo>
                <a:lnTo>
                  <a:pt x="39374" y="164837"/>
                </a:lnTo>
                <a:lnTo>
                  <a:pt x="39375" y="164837"/>
                </a:lnTo>
                <a:lnTo>
                  <a:pt x="39375" y="164837"/>
                </a:lnTo>
                <a:lnTo>
                  <a:pt x="39376" y="164837"/>
                </a:lnTo>
                <a:lnTo>
                  <a:pt x="39377" y="164837"/>
                </a:lnTo>
                <a:lnTo>
                  <a:pt x="39377" y="164837"/>
                </a:lnTo>
                <a:lnTo>
                  <a:pt x="39378" y="164837"/>
                </a:lnTo>
                <a:lnTo>
                  <a:pt x="39378" y="164837"/>
                </a:lnTo>
                <a:lnTo>
                  <a:pt x="39379" y="164837"/>
                </a:lnTo>
                <a:lnTo>
                  <a:pt x="39380" y="164837"/>
                </a:lnTo>
                <a:lnTo>
                  <a:pt x="39380" y="164837"/>
                </a:lnTo>
                <a:lnTo>
                  <a:pt x="39381" y="164837"/>
                </a:lnTo>
                <a:lnTo>
                  <a:pt x="39382" y="164837"/>
                </a:lnTo>
                <a:lnTo>
                  <a:pt x="39382" y="164837"/>
                </a:lnTo>
                <a:lnTo>
                  <a:pt x="39383" y="164837"/>
                </a:lnTo>
                <a:lnTo>
                  <a:pt x="39383" y="164837"/>
                </a:lnTo>
                <a:lnTo>
                  <a:pt x="39384" y="164837"/>
                </a:lnTo>
                <a:lnTo>
                  <a:pt x="39385" y="164837"/>
                </a:lnTo>
                <a:lnTo>
                  <a:pt x="39385" y="164837"/>
                </a:lnTo>
                <a:lnTo>
                  <a:pt x="39386" y="164837"/>
                </a:lnTo>
                <a:lnTo>
                  <a:pt x="39386" y="164837"/>
                </a:lnTo>
                <a:lnTo>
                  <a:pt x="39387" y="164837"/>
                </a:lnTo>
                <a:lnTo>
                  <a:pt x="39388" y="164837"/>
                </a:lnTo>
                <a:lnTo>
                  <a:pt x="39388" y="164837"/>
                </a:lnTo>
                <a:lnTo>
                  <a:pt x="39389" y="164837"/>
                </a:lnTo>
                <a:lnTo>
                  <a:pt x="39390" y="164837"/>
                </a:lnTo>
                <a:lnTo>
                  <a:pt x="39390" y="164837"/>
                </a:lnTo>
                <a:lnTo>
                  <a:pt x="39391" y="164837"/>
                </a:lnTo>
                <a:lnTo>
                  <a:pt x="39391" y="164837"/>
                </a:lnTo>
                <a:lnTo>
                  <a:pt x="39392" y="164837"/>
                </a:lnTo>
                <a:lnTo>
                  <a:pt x="39393" y="164837"/>
                </a:lnTo>
                <a:lnTo>
                  <a:pt x="39393" y="164837"/>
                </a:lnTo>
                <a:lnTo>
                  <a:pt x="39394" y="164837"/>
                </a:lnTo>
                <a:lnTo>
                  <a:pt x="39395" y="164837"/>
                </a:lnTo>
                <a:lnTo>
                  <a:pt x="39395" y="164837"/>
                </a:lnTo>
                <a:lnTo>
                  <a:pt x="39396" y="164837"/>
                </a:lnTo>
                <a:lnTo>
                  <a:pt x="39396" y="164837"/>
                </a:lnTo>
                <a:lnTo>
                  <a:pt x="39397" y="164837"/>
                </a:lnTo>
                <a:lnTo>
                  <a:pt x="39398" y="164837"/>
                </a:lnTo>
                <a:lnTo>
                  <a:pt x="39398" y="164837"/>
                </a:lnTo>
                <a:lnTo>
                  <a:pt x="39399" y="164837"/>
                </a:lnTo>
                <a:lnTo>
                  <a:pt x="39399" y="164837"/>
                </a:lnTo>
                <a:lnTo>
                  <a:pt x="39400" y="164837"/>
                </a:lnTo>
                <a:lnTo>
                  <a:pt x="39401" y="164837"/>
                </a:lnTo>
                <a:lnTo>
                  <a:pt x="39401" y="164837"/>
                </a:lnTo>
                <a:lnTo>
                  <a:pt x="39402" y="164837"/>
                </a:lnTo>
                <a:lnTo>
                  <a:pt x="39403" y="164837"/>
                </a:lnTo>
                <a:lnTo>
                  <a:pt x="39403" y="164837"/>
                </a:lnTo>
                <a:lnTo>
                  <a:pt x="39404" y="164837"/>
                </a:lnTo>
                <a:lnTo>
                  <a:pt x="39404" y="164837"/>
                </a:lnTo>
                <a:lnTo>
                  <a:pt x="39405" y="164837"/>
                </a:lnTo>
                <a:lnTo>
                  <a:pt x="39406" y="164837"/>
                </a:lnTo>
                <a:lnTo>
                  <a:pt x="39406" y="164837"/>
                </a:lnTo>
                <a:lnTo>
                  <a:pt x="39407" y="164837"/>
                </a:lnTo>
                <a:lnTo>
                  <a:pt x="39407" y="164837"/>
                </a:lnTo>
                <a:lnTo>
                  <a:pt x="39408" y="164837"/>
                </a:lnTo>
                <a:lnTo>
                  <a:pt x="39409" y="164837"/>
                </a:lnTo>
                <a:lnTo>
                  <a:pt x="39409" y="164837"/>
                </a:lnTo>
                <a:lnTo>
                  <a:pt x="39410" y="164837"/>
                </a:lnTo>
                <a:lnTo>
                  <a:pt x="39411" y="164837"/>
                </a:lnTo>
                <a:lnTo>
                  <a:pt x="39411" y="164837"/>
                </a:lnTo>
                <a:lnTo>
                  <a:pt x="39412" y="164837"/>
                </a:lnTo>
                <a:lnTo>
                  <a:pt x="39412" y="164837"/>
                </a:lnTo>
                <a:lnTo>
                  <a:pt x="39413" y="164837"/>
                </a:lnTo>
                <a:lnTo>
                  <a:pt x="39414" y="164837"/>
                </a:lnTo>
                <a:lnTo>
                  <a:pt x="39414" y="164837"/>
                </a:lnTo>
                <a:lnTo>
                  <a:pt x="39415" y="164837"/>
                </a:lnTo>
                <a:lnTo>
                  <a:pt x="39416" y="164837"/>
                </a:lnTo>
                <a:lnTo>
                  <a:pt x="39416" y="164837"/>
                </a:lnTo>
                <a:lnTo>
                  <a:pt x="39417" y="164837"/>
                </a:lnTo>
                <a:lnTo>
                  <a:pt x="39417" y="164837"/>
                </a:lnTo>
                <a:lnTo>
                  <a:pt x="39418" y="164837"/>
                </a:lnTo>
                <a:lnTo>
                  <a:pt x="39419" y="164837"/>
                </a:lnTo>
                <a:lnTo>
                  <a:pt x="39419" y="164837"/>
                </a:lnTo>
                <a:lnTo>
                  <a:pt x="39420" y="164837"/>
                </a:lnTo>
                <a:lnTo>
                  <a:pt x="39420" y="164837"/>
                </a:lnTo>
                <a:lnTo>
                  <a:pt x="39421" y="164837"/>
                </a:lnTo>
                <a:lnTo>
                  <a:pt x="39422" y="164837"/>
                </a:lnTo>
                <a:lnTo>
                  <a:pt x="39422" y="164837"/>
                </a:lnTo>
                <a:lnTo>
                  <a:pt x="39423" y="164837"/>
                </a:lnTo>
                <a:lnTo>
                  <a:pt x="39424" y="164837"/>
                </a:lnTo>
                <a:lnTo>
                  <a:pt x="39424" y="164837"/>
                </a:lnTo>
                <a:lnTo>
                  <a:pt x="39425" y="164837"/>
                </a:lnTo>
                <a:lnTo>
                  <a:pt x="39425" y="164837"/>
                </a:lnTo>
                <a:lnTo>
                  <a:pt x="39426" y="164837"/>
                </a:lnTo>
                <a:lnTo>
                  <a:pt x="39427" y="164837"/>
                </a:lnTo>
                <a:lnTo>
                  <a:pt x="39427" y="164837"/>
                </a:lnTo>
                <a:lnTo>
                  <a:pt x="39428" y="164837"/>
                </a:lnTo>
                <a:lnTo>
                  <a:pt x="39429" y="164837"/>
                </a:lnTo>
                <a:lnTo>
                  <a:pt x="39429" y="164837"/>
                </a:lnTo>
                <a:lnTo>
                  <a:pt x="39430" y="164837"/>
                </a:lnTo>
                <a:lnTo>
                  <a:pt x="39430" y="164837"/>
                </a:lnTo>
                <a:lnTo>
                  <a:pt x="39431" y="164837"/>
                </a:lnTo>
                <a:lnTo>
                  <a:pt x="39432" y="164837"/>
                </a:lnTo>
                <a:lnTo>
                  <a:pt x="39432" y="164837"/>
                </a:lnTo>
                <a:lnTo>
                  <a:pt x="39433" y="164837"/>
                </a:lnTo>
                <a:lnTo>
                  <a:pt x="39434" y="164837"/>
                </a:lnTo>
                <a:lnTo>
                  <a:pt x="39434" y="164837"/>
                </a:lnTo>
                <a:lnTo>
                  <a:pt x="39435" y="164837"/>
                </a:lnTo>
                <a:lnTo>
                  <a:pt x="39435" y="164837"/>
                </a:lnTo>
                <a:lnTo>
                  <a:pt x="39436" y="164837"/>
                </a:lnTo>
                <a:lnTo>
                  <a:pt x="39437" y="164837"/>
                </a:lnTo>
                <a:lnTo>
                  <a:pt x="39437" y="164837"/>
                </a:lnTo>
                <a:lnTo>
                  <a:pt x="39438" y="164837"/>
                </a:lnTo>
                <a:lnTo>
                  <a:pt x="39438" y="164837"/>
                </a:lnTo>
                <a:lnTo>
                  <a:pt x="39439" y="164837"/>
                </a:lnTo>
                <a:lnTo>
                  <a:pt x="39440" y="164837"/>
                </a:lnTo>
                <a:lnTo>
                  <a:pt x="39440" y="164837"/>
                </a:lnTo>
                <a:lnTo>
                  <a:pt x="39441" y="164837"/>
                </a:lnTo>
                <a:lnTo>
                  <a:pt x="39442" y="164837"/>
                </a:lnTo>
                <a:lnTo>
                  <a:pt x="39442" y="164837"/>
                </a:lnTo>
                <a:lnTo>
                  <a:pt x="39443" y="164837"/>
                </a:lnTo>
                <a:lnTo>
                  <a:pt x="39443" y="164837"/>
                </a:lnTo>
                <a:lnTo>
                  <a:pt x="39444" y="164837"/>
                </a:lnTo>
                <a:lnTo>
                  <a:pt x="39445" y="164837"/>
                </a:lnTo>
                <a:lnTo>
                  <a:pt x="39445" y="164837"/>
                </a:lnTo>
                <a:lnTo>
                  <a:pt x="39446" y="164837"/>
                </a:lnTo>
                <a:lnTo>
                  <a:pt x="39447" y="164837"/>
                </a:lnTo>
                <a:lnTo>
                  <a:pt x="39447" y="164837"/>
                </a:lnTo>
                <a:lnTo>
                  <a:pt x="39448" y="164837"/>
                </a:lnTo>
                <a:lnTo>
                  <a:pt x="39448" y="164837"/>
                </a:lnTo>
                <a:lnTo>
                  <a:pt x="39449" y="164837"/>
                </a:lnTo>
                <a:lnTo>
                  <a:pt x="39450" y="164837"/>
                </a:lnTo>
                <a:lnTo>
                  <a:pt x="39450" y="164837"/>
                </a:lnTo>
                <a:lnTo>
                  <a:pt x="39451" y="164837"/>
                </a:lnTo>
                <a:lnTo>
                  <a:pt x="39452" y="164837"/>
                </a:lnTo>
                <a:lnTo>
                  <a:pt x="39452" y="164837"/>
                </a:lnTo>
                <a:lnTo>
                  <a:pt x="39453" y="164837"/>
                </a:lnTo>
                <a:lnTo>
                  <a:pt x="39453" y="164837"/>
                </a:lnTo>
                <a:lnTo>
                  <a:pt x="39454" y="164837"/>
                </a:lnTo>
                <a:lnTo>
                  <a:pt x="39455" y="164837"/>
                </a:lnTo>
                <a:lnTo>
                  <a:pt x="39455" y="164837"/>
                </a:lnTo>
                <a:lnTo>
                  <a:pt x="39456" y="164837"/>
                </a:lnTo>
                <a:lnTo>
                  <a:pt x="39456" y="164837"/>
                </a:lnTo>
                <a:lnTo>
                  <a:pt x="39457" y="164837"/>
                </a:lnTo>
                <a:lnTo>
                  <a:pt x="39458" y="164837"/>
                </a:lnTo>
                <a:lnTo>
                  <a:pt x="39458" y="164837"/>
                </a:lnTo>
                <a:lnTo>
                  <a:pt x="39459" y="164837"/>
                </a:lnTo>
                <a:lnTo>
                  <a:pt x="39460" y="164837"/>
                </a:lnTo>
                <a:lnTo>
                  <a:pt x="39460" y="164837"/>
                </a:lnTo>
                <a:lnTo>
                  <a:pt x="39461" y="164837"/>
                </a:lnTo>
                <a:lnTo>
                  <a:pt x="39461" y="164837"/>
                </a:lnTo>
                <a:lnTo>
                  <a:pt x="39462" y="164837"/>
                </a:lnTo>
                <a:lnTo>
                  <a:pt x="39463" y="164837"/>
                </a:lnTo>
                <a:lnTo>
                  <a:pt x="39463" y="164837"/>
                </a:lnTo>
                <a:lnTo>
                  <a:pt x="39464" y="164837"/>
                </a:lnTo>
                <a:lnTo>
                  <a:pt x="39465" y="164837"/>
                </a:lnTo>
                <a:lnTo>
                  <a:pt x="39465" y="164837"/>
                </a:lnTo>
                <a:lnTo>
                  <a:pt x="39466" y="164837"/>
                </a:lnTo>
                <a:lnTo>
                  <a:pt x="39466" y="164837"/>
                </a:lnTo>
                <a:lnTo>
                  <a:pt x="39467" y="164837"/>
                </a:lnTo>
                <a:lnTo>
                  <a:pt x="39468" y="164837"/>
                </a:lnTo>
                <a:lnTo>
                  <a:pt x="39468" y="164837"/>
                </a:lnTo>
                <a:lnTo>
                  <a:pt x="39469" y="164837"/>
                </a:lnTo>
                <a:lnTo>
                  <a:pt x="39470" y="164837"/>
                </a:lnTo>
                <a:lnTo>
                  <a:pt x="39470" y="164837"/>
                </a:lnTo>
                <a:lnTo>
                  <a:pt x="39471" y="164837"/>
                </a:lnTo>
                <a:lnTo>
                  <a:pt x="39471" y="164837"/>
                </a:lnTo>
                <a:lnTo>
                  <a:pt x="39472" y="164837"/>
                </a:lnTo>
                <a:lnTo>
                  <a:pt x="39473" y="164837"/>
                </a:lnTo>
                <a:lnTo>
                  <a:pt x="39473" y="164837"/>
                </a:lnTo>
                <a:lnTo>
                  <a:pt x="39474" y="164837"/>
                </a:lnTo>
                <a:lnTo>
                  <a:pt x="39475" y="164837"/>
                </a:lnTo>
                <a:lnTo>
                  <a:pt x="39475" y="164837"/>
                </a:lnTo>
                <a:lnTo>
                  <a:pt x="39476" y="164837"/>
                </a:lnTo>
                <a:lnTo>
                  <a:pt x="39476" y="164837"/>
                </a:lnTo>
                <a:lnTo>
                  <a:pt x="39477" y="164837"/>
                </a:lnTo>
                <a:lnTo>
                  <a:pt x="39478" y="164837"/>
                </a:lnTo>
                <a:lnTo>
                  <a:pt x="39478" y="164837"/>
                </a:lnTo>
                <a:lnTo>
                  <a:pt x="39479" y="164837"/>
                </a:lnTo>
                <a:lnTo>
                  <a:pt x="39479" y="164837"/>
                </a:lnTo>
                <a:lnTo>
                  <a:pt x="39480" y="164837"/>
                </a:lnTo>
                <a:lnTo>
                  <a:pt x="39481" y="164837"/>
                </a:lnTo>
                <a:lnTo>
                  <a:pt x="39481" y="164837"/>
                </a:lnTo>
                <a:lnTo>
                  <a:pt x="39482" y="164837"/>
                </a:lnTo>
                <a:lnTo>
                  <a:pt x="39483" y="164837"/>
                </a:lnTo>
                <a:lnTo>
                  <a:pt x="39483" y="164837"/>
                </a:lnTo>
                <a:lnTo>
                  <a:pt x="39484" y="164837"/>
                </a:lnTo>
                <a:lnTo>
                  <a:pt x="39484" y="164837"/>
                </a:lnTo>
                <a:lnTo>
                  <a:pt x="39485" y="164837"/>
                </a:lnTo>
                <a:lnTo>
                  <a:pt x="39486" y="164837"/>
                </a:lnTo>
                <a:lnTo>
                  <a:pt x="39486" y="164837"/>
                </a:lnTo>
                <a:lnTo>
                  <a:pt x="39487" y="164837"/>
                </a:lnTo>
                <a:lnTo>
                  <a:pt x="39488" y="164837"/>
                </a:lnTo>
                <a:lnTo>
                  <a:pt x="39488" y="164837"/>
                </a:lnTo>
                <a:lnTo>
                  <a:pt x="39489" y="164837"/>
                </a:lnTo>
                <a:lnTo>
                  <a:pt x="39489" y="164837"/>
                </a:lnTo>
                <a:lnTo>
                  <a:pt x="39490" y="164837"/>
                </a:lnTo>
                <a:lnTo>
                  <a:pt x="39491" y="164837"/>
                </a:lnTo>
                <a:lnTo>
                  <a:pt x="39491" y="164837"/>
                </a:lnTo>
                <a:lnTo>
                  <a:pt x="39492" y="164837"/>
                </a:lnTo>
                <a:lnTo>
                  <a:pt x="39493" y="164837"/>
                </a:lnTo>
                <a:lnTo>
                  <a:pt x="39493" y="164837"/>
                </a:lnTo>
                <a:lnTo>
                  <a:pt x="39494" y="164837"/>
                </a:lnTo>
                <a:lnTo>
                  <a:pt x="39494" y="164837"/>
                </a:lnTo>
                <a:lnTo>
                  <a:pt x="39495" y="164837"/>
                </a:lnTo>
                <a:lnTo>
                  <a:pt x="39496" y="164837"/>
                </a:lnTo>
                <a:lnTo>
                  <a:pt x="39496" y="164837"/>
                </a:lnTo>
                <a:lnTo>
                  <a:pt x="39497" y="164837"/>
                </a:lnTo>
                <a:lnTo>
                  <a:pt x="39498" y="164837"/>
                </a:lnTo>
                <a:lnTo>
                  <a:pt x="39498" y="164837"/>
                </a:lnTo>
                <a:lnTo>
                  <a:pt x="39499" y="164837"/>
                </a:lnTo>
                <a:lnTo>
                  <a:pt x="39499" y="164837"/>
                </a:lnTo>
                <a:lnTo>
                  <a:pt x="39500" y="164837"/>
                </a:lnTo>
                <a:lnTo>
                  <a:pt x="39501" y="164837"/>
                </a:lnTo>
                <a:lnTo>
                  <a:pt x="39501" y="164837"/>
                </a:lnTo>
                <a:lnTo>
                  <a:pt x="39502" y="164837"/>
                </a:lnTo>
                <a:lnTo>
                  <a:pt x="39503" y="164837"/>
                </a:lnTo>
                <a:lnTo>
                  <a:pt x="39503" y="164837"/>
                </a:lnTo>
                <a:lnTo>
                  <a:pt x="39504" y="164837"/>
                </a:lnTo>
                <a:lnTo>
                  <a:pt x="39504" y="164837"/>
                </a:lnTo>
                <a:lnTo>
                  <a:pt x="39505" y="164837"/>
                </a:lnTo>
                <a:lnTo>
                  <a:pt x="39506" y="164837"/>
                </a:lnTo>
                <a:lnTo>
                  <a:pt x="39506" y="164837"/>
                </a:lnTo>
                <a:lnTo>
                  <a:pt x="39507" y="164837"/>
                </a:lnTo>
                <a:lnTo>
                  <a:pt x="39508" y="164837"/>
                </a:lnTo>
                <a:lnTo>
                  <a:pt x="39508" y="164837"/>
                </a:lnTo>
                <a:lnTo>
                  <a:pt x="39509" y="164837"/>
                </a:lnTo>
                <a:lnTo>
                  <a:pt x="39509" y="164837"/>
                </a:lnTo>
                <a:lnTo>
                  <a:pt x="39510" y="164837"/>
                </a:lnTo>
                <a:lnTo>
                  <a:pt x="39511" y="164837"/>
                </a:lnTo>
                <a:lnTo>
                  <a:pt x="39511" y="164837"/>
                </a:lnTo>
                <a:lnTo>
                  <a:pt x="39512" y="164837"/>
                </a:lnTo>
                <a:lnTo>
                  <a:pt x="39513" y="164837"/>
                </a:lnTo>
                <a:lnTo>
                  <a:pt x="39513" y="164837"/>
                </a:lnTo>
                <a:lnTo>
                  <a:pt x="39514" y="164837"/>
                </a:lnTo>
                <a:lnTo>
                  <a:pt x="39514" y="164837"/>
                </a:lnTo>
                <a:lnTo>
                  <a:pt x="39515" y="164837"/>
                </a:lnTo>
                <a:lnTo>
                  <a:pt x="39516" y="164837"/>
                </a:lnTo>
                <a:lnTo>
                  <a:pt x="39516" y="164837"/>
                </a:lnTo>
                <a:lnTo>
                  <a:pt x="39517" y="164837"/>
                </a:lnTo>
                <a:lnTo>
                  <a:pt x="39518" y="164837"/>
                </a:lnTo>
                <a:lnTo>
                  <a:pt x="39518" y="164837"/>
                </a:lnTo>
                <a:lnTo>
                  <a:pt x="39519" y="164837"/>
                </a:lnTo>
                <a:lnTo>
                  <a:pt x="39519" y="164837"/>
                </a:lnTo>
                <a:lnTo>
                  <a:pt x="39520" y="164837"/>
                </a:lnTo>
                <a:lnTo>
                  <a:pt x="39521" y="164837"/>
                </a:lnTo>
                <a:lnTo>
                  <a:pt x="39521" y="164837"/>
                </a:lnTo>
                <a:lnTo>
                  <a:pt x="39522" y="164837"/>
                </a:lnTo>
                <a:lnTo>
                  <a:pt x="39522" y="164837"/>
                </a:lnTo>
                <a:lnTo>
                  <a:pt x="39523" y="164837"/>
                </a:lnTo>
                <a:lnTo>
                  <a:pt x="39524" y="164837"/>
                </a:lnTo>
                <a:lnTo>
                  <a:pt x="39524" y="164837"/>
                </a:lnTo>
                <a:lnTo>
                  <a:pt x="39525" y="164837"/>
                </a:lnTo>
                <a:lnTo>
                  <a:pt x="39526" y="164837"/>
                </a:lnTo>
                <a:lnTo>
                  <a:pt x="39526" y="164837"/>
                </a:lnTo>
                <a:lnTo>
                  <a:pt x="39527" y="164837"/>
                </a:lnTo>
                <a:lnTo>
                  <a:pt x="39527" y="164837"/>
                </a:lnTo>
                <a:lnTo>
                  <a:pt x="39528" y="164837"/>
                </a:lnTo>
                <a:lnTo>
                  <a:pt x="39529" y="164837"/>
                </a:lnTo>
                <a:lnTo>
                  <a:pt x="39529" y="164837"/>
                </a:lnTo>
                <a:lnTo>
                  <a:pt x="39530" y="164837"/>
                </a:lnTo>
                <a:lnTo>
                  <a:pt x="39531" y="164837"/>
                </a:lnTo>
                <a:lnTo>
                  <a:pt x="39531" y="164837"/>
                </a:lnTo>
                <a:lnTo>
                  <a:pt x="39532" y="164837"/>
                </a:lnTo>
                <a:lnTo>
                  <a:pt x="39532" y="164837"/>
                </a:lnTo>
                <a:lnTo>
                  <a:pt x="39533" y="164837"/>
                </a:lnTo>
                <a:lnTo>
                  <a:pt x="39534" y="164837"/>
                </a:lnTo>
                <a:lnTo>
                  <a:pt x="39534" y="164837"/>
                </a:lnTo>
                <a:lnTo>
                  <a:pt x="39535" y="164837"/>
                </a:lnTo>
                <a:lnTo>
                  <a:pt x="39536" y="164837"/>
                </a:lnTo>
                <a:lnTo>
                  <a:pt x="39536" y="164837"/>
                </a:lnTo>
                <a:lnTo>
                  <a:pt x="39537" y="164837"/>
                </a:lnTo>
                <a:lnTo>
                  <a:pt x="39537" y="164837"/>
                </a:lnTo>
                <a:lnTo>
                  <a:pt x="39538" y="164837"/>
                </a:lnTo>
                <a:lnTo>
                  <a:pt x="39539" y="164837"/>
                </a:lnTo>
                <a:lnTo>
                  <a:pt x="39539" y="164837"/>
                </a:lnTo>
                <a:lnTo>
                  <a:pt x="39540" y="164837"/>
                </a:lnTo>
                <a:lnTo>
                  <a:pt x="39541" y="164837"/>
                </a:lnTo>
                <a:lnTo>
                  <a:pt x="39541" y="164837"/>
                </a:lnTo>
                <a:lnTo>
                  <a:pt x="39542" y="164837"/>
                </a:lnTo>
                <a:lnTo>
                  <a:pt x="39542" y="164837"/>
                </a:lnTo>
                <a:lnTo>
                  <a:pt x="39543" y="164837"/>
                </a:lnTo>
                <a:lnTo>
                  <a:pt x="39544" y="164837"/>
                </a:lnTo>
                <a:lnTo>
                  <a:pt x="39544" y="164837"/>
                </a:lnTo>
                <a:lnTo>
                  <a:pt x="39545" y="164837"/>
                </a:lnTo>
                <a:lnTo>
                  <a:pt x="39546" y="164837"/>
                </a:lnTo>
                <a:lnTo>
                  <a:pt x="39546" y="164837"/>
                </a:lnTo>
                <a:lnTo>
                  <a:pt x="39547" y="164837"/>
                </a:lnTo>
                <a:lnTo>
                  <a:pt x="39547" y="164837"/>
                </a:lnTo>
                <a:lnTo>
                  <a:pt x="39548" y="164837"/>
                </a:lnTo>
                <a:lnTo>
                  <a:pt x="39549" y="164837"/>
                </a:lnTo>
                <a:lnTo>
                  <a:pt x="39549" y="164837"/>
                </a:lnTo>
                <a:lnTo>
                  <a:pt x="39550" y="164837"/>
                </a:lnTo>
                <a:lnTo>
                  <a:pt x="39551" y="164837"/>
                </a:lnTo>
                <a:lnTo>
                  <a:pt x="39551" y="164837"/>
                </a:lnTo>
                <a:lnTo>
                  <a:pt x="39552" y="164837"/>
                </a:lnTo>
                <a:lnTo>
                  <a:pt x="39552" y="164837"/>
                </a:lnTo>
                <a:lnTo>
                  <a:pt x="39553" y="164837"/>
                </a:lnTo>
                <a:lnTo>
                  <a:pt x="39554" y="164837"/>
                </a:lnTo>
                <a:lnTo>
                  <a:pt x="39554" y="164837"/>
                </a:lnTo>
                <a:lnTo>
                  <a:pt x="39555" y="164837"/>
                </a:lnTo>
                <a:lnTo>
                  <a:pt x="39556" y="164837"/>
                </a:lnTo>
                <a:lnTo>
                  <a:pt x="39556" y="164837"/>
                </a:lnTo>
                <a:lnTo>
                  <a:pt x="39557" y="164837"/>
                </a:lnTo>
                <a:lnTo>
                  <a:pt x="39558" y="164837"/>
                </a:lnTo>
                <a:lnTo>
                  <a:pt x="39558" y="164837"/>
                </a:lnTo>
                <a:lnTo>
                  <a:pt x="39559" y="164837"/>
                </a:lnTo>
                <a:lnTo>
                  <a:pt x="39559" y="164837"/>
                </a:lnTo>
                <a:lnTo>
                  <a:pt x="39560" y="164837"/>
                </a:lnTo>
                <a:lnTo>
                  <a:pt x="39561" y="164837"/>
                </a:lnTo>
                <a:lnTo>
                  <a:pt x="39561" y="164837"/>
                </a:lnTo>
                <a:lnTo>
                  <a:pt x="39562" y="164837"/>
                </a:lnTo>
                <a:lnTo>
                  <a:pt x="39563" y="164837"/>
                </a:lnTo>
                <a:lnTo>
                  <a:pt x="39563" y="164837"/>
                </a:lnTo>
                <a:lnTo>
                  <a:pt x="39564" y="164837"/>
                </a:lnTo>
                <a:lnTo>
                  <a:pt x="39564" y="164837"/>
                </a:lnTo>
                <a:lnTo>
                  <a:pt x="39565" y="164837"/>
                </a:lnTo>
                <a:lnTo>
                  <a:pt x="39566" y="164837"/>
                </a:lnTo>
                <a:lnTo>
                  <a:pt x="39566" y="164837"/>
                </a:lnTo>
                <a:lnTo>
                  <a:pt x="39567" y="164837"/>
                </a:lnTo>
                <a:lnTo>
                  <a:pt x="39568" y="164837"/>
                </a:lnTo>
                <a:lnTo>
                  <a:pt x="39568" y="164837"/>
                </a:lnTo>
                <a:lnTo>
                  <a:pt x="39569" y="164837"/>
                </a:lnTo>
                <a:lnTo>
                  <a:pt x="39569" y="164837"/>
                </a:lnTo>
                <a:lnTo>
                  <a:pt x="39570" y="164837"/>
                </a:lnTo>
                <a:lnTo>
                  <a:pt x="39571" y="164837"/>
                </a:lnTo>
                <a:lnTo>
                  <a:pt x="39571" y="164837"/>
                </a:lnTo>
                <a:lnTo>
                  <a:pt x="39572" y="164837"/>
                </a:lnTo>
                <a:lnTo>
                  <a:pt x="39573" y="164837"/>
                </a:lnTo>
                <a:lnTo>
                  <a:pt x="39573" y="164837"/>
                </a:lnTo>
                <a:lnTo>
                  <a:pt x="39574" y="164837"/>
                </a:lnTo>
                <a:lnTo>
                  <a:pt x="39574" y="164837"/>
                </a:lnTo>
                <a:lnTo>
                  <a:pt x="39575" y="164837"/>
                </a:lnTo>
                <a:lnTo>
                  <a:pt x="39576" y="164837"/>
                </a:lnTo>
                <a:lnTo>
                  <a:pt x="39576" y="164837"/>
                </a:lnTo>
                <a:lnTo>
                  <a:pt x="39577" y="164837"/>
                </a:lnTo>
                <a:lnTo>
                  <a:pt x="39578" y="164837"/>
                </a:lnTo>
                <a:lnTo>
                  <a:pt x="39578" y="164837"/>
                </a:lnTo>
                <a:lnTo>
                  <a:pt x="39579" y="164837"/>
                </a:lnTo>
                <a:lnTo>
                  <a:pt x="39579" y="164837"/>
                </a:lnTo>
                <a:lnTo>
                  <a:pt x="39580" y="164837"/>
                </a:lnTo>
                <a:lnTo>
                  <a:pt x="39581" y="164837"/>
                </a:lnTo>
                <a:lnTo>
                  <a:pt x="39581" y="164837"/>
                </a:lnTo>
                <a:lnTo>
                  <a:pt x="39582" y="164837"/>
                </a:lnTo>
                <a:lnTo>
                  <a:pt x="39583" y="164837"/>
                </a:lnTo>
                <a:lnTo>
                  <a:pt x="39583" y="164837"/>
                </a:lnTo>
                <a:lnTo>
                  <a:pt x="39584" y="164837"/>
                </a:lnTo>
                <a:lnTo>
                  <a:pt x="39584" y="164837"/>
                </a:lnTo>
                <a:lnTo>
                  <a:pt x="39585" y="164837"/>
                </a:lnTo>
                <a:lnTo>
                  <a:pt x="39586" y="164837"/>
                </a:lnTo>
                <a:lnTo>
                  <a:pt x="39586" y="164837"/>
                </a:lnTo>
                <a:lnTo>
                  <a:pt x="39587" y="164837"/>
                </a:lnTo>
                <a:lnTo>
                  <a:pt x="39588" y="164837"/>
                </a:lnTo>
                <a:lnTo>
                  <a:pt x="39588" y="164837"/>
                </a:lnTo>
                <a:lnTo>
                  <a:pt x="39589" y="164837"/>
                </a:lnTo>
                <a:lnTo>
                  <a:pt x="39589" y="164837"/>
                </a:lnTo>
                <a:lnTo>
                  <a:pt x="39590" y="164837"/>
                </a:lnTo>
                <a:lnTo>
                  <a:pt x="39591" y="164837"/>
                </a:lnTo>
                <a:lnTo>
                  <a:pt x="39591" y="164837"/>
                </a:lnTo>
                <a:lnTo>
                  <a:pt x="39592" y="164837"/>
                </a:lnTo>
                <a:lnTo>
                  <a:pt x="39593" y="164837"/>
                </a:lnTo>
                <a:lnTo>
                  <a:pt x="39593" y="164837"/>
                </a:lnTo>
                <a:lnTo>
                  <a:pt x="39594" y="164837"/>
                </a:lnTo>
                <a:lnTo>
                  <a:pt x="39594" y="164837"/>
                </a:lnTo>
                <a:lnTo>
                  <a:pt x="39595" y="164837"/>
                </a:lnTo>
                <a:lnTo>
                  <a:pt x="39596" y="164837"/>
                </a:lnTo>
                <a:lnTo>
                  <a:pt x="39596" y="164837"/>
                </a:lnTo>
                <a:lnTo>
                  <a:pt x="39597" y="164837"/>
                </a:lnTo>
                <a:lnTo>
                  <a:pt x="39598" y="164837"/>
                </a:lnTo>
                <a:lnTo>
                  <a:pt x="39598" y="164837"/>
                </a:lnTo>
                <a:lnTo>
                  <a:pt x="39599" y="164837"/>
                </a:lnTo>
                <a:lnTo>
                  <a:pt x="39600" y="164837"/>
                </a:lnTo>
                <a:lnTo>
                  <a:pt x="39600" y="164837"/>
                </a:lnTo>
                <a:lnTo>
                  <a:pt x="39601" y="164837"/>
                </a:lnTo>
                <a:lnTo>
                  <a:pt x="39601" y="164837"/>
                </a:lnTo>
                <a:lnTo>
                  <a:pt x="39602" y="164837"/>
                </a:lnTo>
                <a:lnTo>
                  <a:pt x="39603" y="164837"/>
                </a:lnTo>
                <a:lnTo>
                  <a:pt x="39603" y="164837"/>
                </a:lnTo>
                <a:lnTo>
                  <a:pt x="39604" y="164837"/>
                </a:lnTo>
                <a:lnTo>
                  <a:pt x="39605" y="164837"/>
                </a:lnTo>
                <a:lnTo>
                  <a:pt x="39605" y="164837"/>
                </a:lnTo>
                <a:lnTo>
                  <a:pt x="39606" y="164837"/>
                </a:lnTo>
                <a:lnTo>
                  <a:pt x="39606" y="164837"/>
                </a:lnTo>
                <a:lnTo>
                  <a:pt x="39607" y="164837"/>
                </a:lnTo>
                <a:lnTo>
                  <a:pt x="39608" y="164837"/>
                </a:lnTo>
                <a:lnTo>
                  <a:pt x="39608" y="164837"/>
                </a:lnTo>
                <a:lnTo>
                  <a:pt x="39609" y="164837"/>
                </a:lnTo>
                <a:lnTo>
                  <a:pt x="39610" y="164837"/>
                </a:lnTo>
                <a:lnTo>
                  <a:pt x="39610" y="164837"/>
                </a:lnTo>
                <a:lnTo>
                  <a:pt x="39611" y="164837"/>
                </a:lnTo>
                <a:lnTo>
                  <a:pt x="39611" y="164837"/>
                </a:lnTo>
                <a:lnTo>
                  <a:pt x="39612" y="164837"/>
                </a:lnTo>
                <a:lnTo>
                  <a:pt x="39613" y="164837"/>
                </a:lnTo>
                <a:lnTo>
                  <a:pt x="39613" y="164837"/>
                </a:lnTo>
                <a:lnTo>
                  <a:pt x="39614" y="164837"/>
                </a:lnTo>
                <a:lnTo>
                  <a:pt x="39615" y="164837"/>
                </a:lnTo>
                <a:lnTo>
                  <a:pt x="39615" y="164837"/>
                </a:lnTo>
                <a:lnTo>
                  <a:pt x="39616" y="164837"/>
                </a:lnTo>
                <a:lnTo>
                  <a:pt x="39616" y="164837"/>
                </a:lnTo>
                <a:lnTo>
                  <a:pt x="39617" y="164837"/>
                </a:lnTo>
                <a:lnTo>
                  <a:pt x="39618" y="164837"/>
                </a:lnTo>
                <a:lnTo>
                  <a:pt x="39618" y="164837"/>
                </a:lnTo>
                <a:lnTo>
                  <a:pt x="39619" y="164837"/>
                </a:lnTo>
                <a:lnTo>
                  <a:pt x="39620" y="164837"/>
                </a:lnTo>
                <a:lnTo>
                  <a:pt x="39620" y="164837"/>
                </a:lnTo>
                <a:lnTo>
                  <a:pt x="39621" y="164837"/>
                </a:lnTo>
                <a:lnTo>
                  <a:pt x="39622" y="164837"/>
                </a:lnTo>
                <a:lnTo>
                  <a:pt x="39622" y="164837"/>
                </a:lnTo>
                <a:lnTo>
                  <a:pt x="39623" y="164837"/>
                </a:lnTo>
                <a:lnTo>
                  <a:pt x="39623" y="164837"/>
                </a:lnTo>
                <a:lnTo>
                  <a:pt x="39624" y="164837"/>
                </a:lnTo>
                <a:lnTo>
                  <a:pt x="39625" y="164837"/>
                </a:lnTo>
                <a:lnTo>
                  <a:pt x="39625" y="164837"/>
                </a:lnTo>
                <a:lnTo>
                  <a:pt x="39626" y="164837"/>
                </a:lnTo>
                <a:lnTo>
                  <a:pt x="39627" y="164837"/>
                </a:lnTo>
                <a:lnTo>
                  <a:pt x="39627" y="164837"/>
                </a:lnTo>
                <a:lnTo>
                  <a:pt x="39628" y="164837"/>
                </a:lnTo>
                <a:lnTo>
                  <a:pt x="39628" y="164837"/>
                </a:lnTo>
                <a:lnTo>
                  <a:pt x="39629" y="164837"/>
                </a:lnTo>
                <a:lnTo>
                  <a:pt x="39630" y="164837"/>
                </a:lnTo>
                <a:lnTo>
                  <a:pt x="39630" y="164837"/>
                </a:lnTo>
                <a:lnTo>
                  <a:pt x="39631" y="164837"/>
                </a:lnTo>
                <a:lnTo>
                  <a:pt x="39632" y="164837"/>
                </a:lnTo>
                <a:lnTo>
                  <a:pt x="39632" y="164837"/>
                </a:lnTo>
                <a:lnTo>
                  <a:pt x="39633" y="164837"/>
                </a:lnTo>
                <a:lnTo>
                  <a:pt x="39633" y="164837"/>
                </a:lnTo>
                <a:lnTo>
                  <a:pt x="39634" y="164837"/>
                </a:lnTo>
                <a:lnTo>
                  <a:pt x="39635" y="164837"/>
                </a:lnTo>
                <a:lnTo>
                  <a:pt x="39635" y="164837"/>
                </a:lnTo>
                <a:lnTo>
                  <a:pt x="39636" y="164837"/>
                </a:lnTo>
                <a:lnTo>
                  <a:pt x="39637" y="164837"/>
                </a:lnTo>
                <a:lnTo>
                  <a:pt x="39637" y="164837"/>
                </a:lnTo>
                <a:lnTo>
                  <a:pt x="39638" y="164837"/>
                </a:lnTo>
                <a:lnTo>
                  <a:pt x="39639" y="164837"/>
                </a:lnTo>
                <a:lnTo>
                  <a:pt x="39639" y="164837"/>
                </a:lnTo>
                <a:lnTo>
                  <a:pt x="39640" y="164837"/>
                </a:lnTo>
                <a:lnTo>
                  <a:pt x="39640" y="164837"/>
                </a:lnTo>
                <a:lnTo>
                  <a:pt x="39641" y="164837"/>
                </a:lnTo>
                <a:lnTo>
                  <a:pt x="39642" y="164837"/>
                </a:lnTo>
                <a:lnTo>
                  <a:pt x="39642" y="164837"/>
                </a:lnTo>
                <a:lnTo>
                  <a:pt x="39643" y="164837"/>
                </a:lnTo>
                <a:lnTo>
                  <a:pt x="39644" y="164837"/>
                </a:lnTo>
                <a:lnTo>
                  <a:pt x="39644" y="164837"/>
                </a:lnTo>
                <a:lnTo>
                  <a:pt x="39645" y="164837"/>
                </a:lnTo>
                <a:lnTo>
                  <a:pt x="39645" y="164837"/>
                </a:lnTo>
                <a:lnTo>
                  <a:pt x="39646" y="164837"/>
                </a:lnTo>
                <a:lnTo>
                  <a:pt x="39647" y="164837"/>
                </a:lnTo>
                <a:lnTo>
                  <a:pt x="39647" y="164837"/>
                </a:lnTo>
                <a:lnTo>
                  <a:pt x="39648" y="164837"/>
                </a:lnTo>
                <a:lnTo>
                  <a:pt x="39649" y="164837"/>
                </a:lnTo>
                <a:lnTo>
                  <a:pt x="39649" y="164837"/>
                </a:lnTo>
                <a:lnTo>
                  <a:pt x="39650" y="164837"/>
                </a:lnTo>
                <a:lnTo>
                  <a:pt x="39650" y="164837"/>
                </a:lnTo>
                <a:lnTo>
                  <a:pt x="39651" y="164837"/>
                </a:lnTo>
                <a:lnTo>
                  <a:pt x="39652" y="164837"/>
                </a:lnTo>
                <a:lnTo>
                  <a:pt x="39652" y="164837"/>
                </a:lnTo>
                <a:lnTo>
                  <a:pt x="39653" y="164837"/>
                </a:lnTo>
                <a:lnTo>
                  <a:pt x="39654" y="164837"/>
                </a:lnTo>
                <a:lnTo>
                  <a:pt x="39654" y="164837"/>
                </a:lnTo>
                <a:lnTo>
                  <a:pt x="39655" y="164837"/>
                </a:lnTo>
                <a:lnTo>
                  <a:pt x="39656" y="164837"/>
                </a:lnTo>
                <a:lnTo>
                  <a:pt x="39656" y="164837"/>
                </a:lnTo>
                <a:lnTo>
                  <a:pt x="39657" y="164837"/>
                </a:lnTo>
                <a:lnTo>
                  <a:pt x="39657" y="164837"/>
                </a:lnTo>
                <a:lnTo>
                  <a:pt x="39658" y="164837"/>
                </a:lnTo>
                <a:lnTo>
                  <a:pt x="39659" y="164837"/>
                </a:lnTo>
                <a:lnTo>
                  <a:pt x="39659" y="164837"/>
                </a:lnTo>
                <a:lnTo>
                  <a:pt x="39660" y="164837"/>
                </a:lnTo>
                <a:lnTo>
                  <a:pt x="39661" y="164837"/>
                </a:lnTo>
                <a:lnTo>
                  <a:pt x="39661" y="164837"/>
                </a:lnTo>
                <a:lnTo>
                  <a:pt x="39662" y="164837"/>
                </a:lnTo>
                <a:lnTo>
                  <a:pt x="39662" y="164837"/>
                </a:lnTo>
                <a:lnTo>
                  <a:pt x="39663" y="164837"/>
                </a:lnTo>
                <a:lnTo>
                  <a:pt x="39664" y="164837"/>
                </a:lnTo>
                <a:lnTo>
                  <a:pt x="39664" y="164837"/>
                </a:lnTo>
                <a:lnTo>
                  <a:pt x="39665" y="164837"/>
                </a:lnTo>
                <a:lnTo>
                  <a:pt x="39666" y="164837"/>
                </a:lnTo>
                <a:lnTo>
                  <a:pt x="39666" y="164837"/>
                </a:lnTo>
                <a:lnTo>
                  <a:pt x="39667" y="164837"/>
                </a:lnTo>
                <a:lnTo>
                  <a:pt x="39668" y="164837"/>
                </a:lnTo>
                <a:lnTo>
                  <a:pt x="39668" y="164837"/>
                </a:lnTo>
                <a:lnTo>
                  <a:pt x="39669" y="164837"/>
                </a:lnTo>
                <a:lnTo>
                  <a:pt x="39669" y="164837"/>
                </a:lnTo>
                <a:lnTo>
                  <a:pt x="39670" y="164837"/>
                </a:lnTo>
                <a:lnTo>
                  <a:pt x="39671" y="164837"/>
                </a:lnTo>
                <a:lnTo>
                  <a:pt x="39671" y="164837"/>
                </a:lnTo>
                <a:lnTo>
                  <a:pt x="39672" y="164837"/>
                </a:lnTo>
                <a:lnTo>
                  <a:pt x="39673" y="164837"/>
                </a:lnTo>
                <a:lnTo>
                  <a:pt x="39673" y="164837"/>
                </a:lnTo>
                <a:lnTo>
                  <a:pt x="39674" y="164837"/>
                </a:lnTo>
                <a:lnTo>
                  <a:pt x="39674" y="164837"/>
                </a:lnTo>
                <a:lnTo>
                  <a:pt x="39675" y="164837"/>
                </a:lnTo>
                <a:lnTo>
                  <a:pt x="39676" y="164837"/>
                </a:lnTo>
                <a:lnTo>
                  <a:pt x="39676" y="164837"/>
                </a:lnTo>
                <a:lnTo>
                  <a:pt x="39677" y="164837"/>
                </a:lnTo>
                <a:lnTo>
                  <a:pt x="39678" y="164837"/>
                </a:lnTo>
                <a:lnTo>
                  <a:pt x="39678" y="164837"/>
                </a:lnTo>
                <a:lnTo>
                  <a:pt x="39679" y="164837"/>
                </a:lnTo>
                <a:lnTo>
                  <a:pt x="39680" y="164837"/>
                </a:lnTo>
                <a:lnTo>
                  <a:pt x="39680" y="164837"/>
                </a:lnTo>
                <a:lnTo>
                  <a:pt x="39681" y="164837"/>
                </a:lnTo>
                <a:lnTo>
                  <a:pt x="39681" y="164837"/>
                </a:lnTo>
                <a:lnTo>
                  <a:pt x="39682" y="164837"/>
                </a:lnTo>
                <a:lnTo>
                  <a:pt x="39683" y="164837"/>
                </a:lnTo>
                <a:lnTo>
                  <a:pt x="39683" y="164837"/>
                </a:lnTo>
                <a:lnTo>
                  <a:pt x="39684" y="164837"/>
                </a:lnTo>
                <a:lnTo>
                  <a:pt x="39685" y="164837"/>
                </a:lnTo>
                <a:lnTo>
                  <a:pt x="39685" y="164837"/>
                </a:lnTo>
                <a:lnTo>
                  <a:pt x="39686" y="164837"/>
                </a:lnTo>
                <a:lnTo>
                  <a:pt x="39686" y="164837"/>
                </a:lnTo>
                <a:lnTo>
                  <a:pt x="39687" y="164837"/>
                </a:lnTo>
                <a:lnTo>
                  <a:pt x="39688" y="164837"/>
                </a:lnTo>
                <a:lnTo>
                  <a:pt x="39688" y="164837"/>
                </a:lnTo>
                <a:lnTo>
                  <a:pt x="39689" y="164837"/>
                </a:lnTo>
                <a:lnTo>
                  <a:pt x="39690" y="164837"/>
                </a:lnTo>
                <a:lnTo>
                  <a:pt x="39690" y="164837"/>
                </a:lnTo>
                <a:lnTo>
                  <a:pt x="39691" y="164837"/>
                </a:lnTo>
                <a:lnTo>
                  <a:pt x="39692" y="164837"/>
                </a:lnTo>
                <a:lnTo>
                  <a:pt x="39692" y="164837"/>
                </a:lnTo>
                <a:lnTo>
                  <a:pt x="39693" y="164837"/>
                </a:lnTo>
                <a:lnTo>
                  <a:pt x="39693" y="164837"/>
                </a:lnTo>
                <a:lnTo>
                  <a:pt x="39694" y="164837"/>
                </a:lnTo>
                <a:lnTo>
                  <a:pt x="39695" y="164837"/>
                </a:lnTo>
                <a:lnTo>
                  <a:pt x="39695" y="164837"/>
                </a:lnTo>
                <a:lnTo>
                  <a:pt x="39696" y="164837"/>
                </a:lnTo>
                <a:lnTo>
                  <a:pt x="39697" y="164837"/>
                </a:lnTo>
                <a:lnTo>
                  <a:pt x="39697" y="164837"/>
                </a:lnTo>
                <a:lnTo>
                  <a:pt x="39698" y="164837"/>
                </a:lnTo>
                <a:lnTo>
                  <a:pt x="39698" y="164837"/>
                </a:lnTo>
                <a:lnTo>
                  <a:pt x="39699" y="164837"/>
                </a:lnTo>
                <a:lnTo>
                  <a:pt x="39700" y="164837"/>
                </a:lnTo>
                <a:lnTo>
                  <a:pt x="39700" y="164837"/>
                </a:lnTo>
                <a:lnTo>
                  <a:pt x="39701" y="164837"/>
                </a:lnTo>
                <a:lnTo>
                  <a:pt x="39702" y="164837"/>
                </a:lnTo>
                <a:lnTo>
                  <a:pt x="39702" y="164837"/>
                </a:lnTo>
                <a:lnTo>
                  <a:pt x="39703" y="164837"/>
                </a:lnTo>
                <a:lnTo>
                  <a:pt x="39704" y="164837"/>
                </a:lnTo>
                <a:lnTo>
                  <a:pt x="39704" y="164837"/>
                </a:lnTo>
                <a:lnTo>
                  <a:pt x="39705" y="164837"/>
                </a:lnTo>
                <a:lnTo>
                  <a:pt x="39705" y="164837"/>
                </a:lnTo>
                <a:lnTo>
                  <a:pt x="39706" y="164837"/>
                </a:lnTo>
                <a:lnTo>
                  <a:pt x="39707" y="164837"/>
                </a:lnTo>
                <a:lnTo>
                  <a:pt x="39707" y="164837"/>
                </a:lnTo>
                <a:lnTo>
                  <a:pt x="39708" y="164837"/>
                </a:lnTo>
                <a:lnTo>
                  <a:pt x="39709" y="164837"/>
                </a:lnTo>
                <a:lnTo>
                  <a:pt x="39709" y="164837"/>
                </a:lnTo>
                <a:lnTo>
                  <a:pt x="39710" y="164837"/>
                </a:lnTo>
                <a:lnTo>
                  <a:pt x="39711" y="164837"/>
                </a:lnTo>
                <a:lnTo>
                  <a:pt x="39711" y="164837"/>
                </a:lnTo>
                <a:lnTo>
                  <a:pt x="39712" y="164837"/>
                </a:lnTo>
                <a:lnTo>
                  <a:pt x="39712" y="164837"/>
                </a:lnTo>
                <a:lnTo>
                  <a:pt x="39713" y="164837"/>
                </a:lnTo>
                <a:lnTo>
                  <a:pt x="39714" y="164837"/>
                </a:lnTo>
                <a:lnTo>
                  <a:pt x="39714" y="164837"/>
                </a:lnTo>
                <a:lnTo>
                  <a:pt x="39715" y="164837"/>
                </a:lnTo>
                <a:lnTo>
                  <a:pt x="39716" y="164837"/>
                </a:lnTo>
                <a:lnTo>
                  <a:pt x="39716" y="164837"/>
                </a:lnTo>
                <a:lnTo>
                  <a:pt x="39717" y="164837"/>
                </a:lnTo>
                <a:lnTo>
                  <a:pt x="39717" y="164837"/>
                </a:lnTo>
                <a:lnTo>
                  <a:pt x="39718" y="164837"/>
                </a:lnTo>
                <a:lnTo>
                  <a:pt x="39719" y="164837"/>
                </a:lnTo>
                <a:lnTo>
                  <a:pt x="39719" y="164837"/>
                </a:lnTo>
                <a:lnTo>
                  <a:pt x="39720" y="164837"/>
                </a:lnTo>
                <a:lnTo>
                  <a:pt x="39721" y="164837"/>
                </a:lnTo>
                <a:lnTo>
                  <a:pt x="39721" y="164837"/>
                </a:lnTo>
                <a:lnTo>
                  <a:pt x="39722" y="164837"/>
                </a:lnTo>
                <a:lnTo>
                  <a:pt x="39723" y="164837"/>
                </a:lnTo>
                <a:lnTo>
                  <a:pt x="39723" y="164837"/>
                </a:lnTo>
                <a:lnTo>
                  <a:pt x="39724" y="164837"/>
                </a:lnTo>
                <a:lnTo>
                  <a:pt x="39724" y="164837"/>
                </a:lnTo>
                <a:lnTo>
                  <a:pt x="39725" y="164837"/>
                </a:lnTo>
                <a:lnTo>
                  <a:pt x="39726" y="164837"/>
                </a:lnTo>
                <a:lnTo>
                  <a:pt x="39726" y="164837"/>
                </a:lnTo>
                <a:lnTo>
                  <a:pt x="39727" y="164837"/>
                </a:lnTo>
                <a:lnTo>
                  <a:pt x="39728" y="164837"/>
                </a:lnTo>
                <a:lnTo>
                  <a:pt x="39728" y="164837"/>
                </a:lnTo>
                <a:lnTo>
                  <a:pt x="39729" y="164837"/>
                </a:lnTo>
                <a:lnTo>
                  <a:pt x="39730" y="164837"/>
                </a:lnTo>
                <a:lnTo>
                  <a:pt x="39730" y="164837"/>
                </a:lnTo>
                <a:lnTo>
                  <a:pt x="39731" y="164837"/>
                </a:lnTo>
                <a:lnTo>
                  <a:pt x="39731" y="164837"/>
                </a:lnTo>
                <a:lnTo>
                  <a:pt x="39732" y="164837"/>
                </a:lnTo>
                <a:lnTo>
                  <a:pt x="39733" y="164837"/>
                </a:lnTo>
                <a:lnTo>
                  <a:pt x="39733" y="164837"/>
                </a:lnTo>
                <a:lnTo>
                  <a:pt x="39734" y="164837"/>
                </a:lnTo>
                <a:lnTo>
                  <a:pt x="39735" y="164837"/>
                </a:lnTo>
                <a:lnTo>
                  <a:pt x="39735" y="164837"/>
                </a:lnTo>
                <a:lnTo>
                  <a:pt x="39736" y="164837"/>
                </a:lnTo>
                <a:lnTo>
                  <a:pt x="39737" y="164837"/>
                </a:lnTo>
                <a:lnTo>
                  <a:pt x="39737" y="164837"/>
                </a:lnTo>
                <a:lnTo>
                  <a:pt x="39738" y="164837"/>
                </a:lnTo>
                <a:lnTo>
                  <a:pt x="39738" y="164837"/>
                </a:lnTo>
                <a:lnTo>
                  <a:pt x="39739" y="164837"/>
                </a:lnTo>
                <a:lnTo>
                  <a:pt x="39740" y="164837"/>
                </a:lnTo>
                <a:lnTo>
                  <a:pt x="39740" y="164837"/>
                </a:lnTo>
                <a:lnTo>
                  <a:pt x="39741" y="164837"/>
                </a:lnTo>
                <a:lnTo>
                  <a:pt x="39742" y="164837"/>
                </a:lnTo>
                <a:lnTo>
                  <a:pt x="39742" y="164837"/>
                </a:lnTo>
                <a:lnTo>
                  <a:pt x="39743" y="164837"/>
                </a:lnTo>
                <a:lnTo>
                  <a:pt x="39743" y="164837"/>
                </a:lnTo>
                <a:lnTo>
                  <a:pt x="39744" y="164837"/>
                </a:lnTo>
                <a:lnTo>
                  <a:pt x="39745" y="164837"/>
                </a:lnTo>
                <a:lnTo>
                  <a:pt x="39745" y="164837"/>
                </a:lnTo>
                <a:lnTo>
                  <a:pt x="39746" y="164837"/>
                </a:lnTo>
                <a:lnTo>
                  <a:pt x="39747" y="164837"/>
                </a:lnTo>
                <a:lnTo>
                  <a:pt x="39747" y="164837"/>
                </a:lnTo>
                <a:lnTo>
                  <a:pt x="39748" y="164837"/>
                </a:lnTo>
                <a:lnTo>
                  <a:pt x="39749" y="164837"/>
                </a:lnTo>
                <a:lnTo>
                  <a:pt x="39749" y="164837"/>
                </a:lnTo>
                <a:lnTo>
                  <a:pt x="39750" y="164837"/>
                </a:lnTo>
                <a:lnTo>
                  <a:pt x="39750" y="164837"/>
                </a:lnTo>
                <a:lnTo>
                  <a:pt x="39751" y="164837"/>
                </a:lnTo>
                <a:lnTo>
                  <a:pt x="39752" y="164837"/>
                </a:lnTo>
                <a:lnTo>
                  <a:pt x="39752" y="164837"/>
                </a:lnTo>
                <a:lnTo>
                  <a:pt x="39753" y="164837"/>
                </a:lnTo>
                <a:lnTo>
                  <a:pt x="39754" y="164837"/>
                </a:lnTo>
                <a:lnTo>
                  <a:pt x="39754" y="164837"/>
                </a:lnTo>
                <a:lnTo>
                  <a:pt x="39755" y="164837"/>
                </a:lnTo>
                <a:lnTo>
                  <a:pt x="39756" y="164837"/>
                </a:lnTo>
                <a:lnTo>
                  <a:pt x="39756" y="164837"/>
                </a:lnTo>
                <a:lnTo>
                  <a:pt x="39757" y="164837"/>
                </a:lnTo>
                <a:lnTo>
                  <a:pt x="39757" y="164837"/>
                </a:lnTo>
                <a:lnTo>
                  <a:pt x="39758" y="164837"/>
                </a:lnTo>
                <a:lnTo>
                  <a:pt x="39759" y="164837"/>
                </a:lnTo>
                <a:lnTo>
                  <a:pt x="39759" y="164837"/>
                </a:lnTo>
                <a:lnTo>
                  <a:pt x="39760" y="164837"/>
                </a:lnTo>
                <a:lnTo>
                  <a:pt x="39761" y="164837"/>
                </a:lnTo>
                <a:lnTo>
                  <a:pt x="39761" y="164837"/>
                </a:lnTo>
                <a:lnTo>
                  <a:pt x="39762" y="164837"/>
                </a:lnTo>
                <a:lnTo>
                  <a:pt x="39763" y="164837"/>
                </a:lnTo>
                <a:lnTo>
                  <a:pt x="39763" y="164837"/>
                </a:lnTo>
                <a:lnTo>
                  <a:pt x="39764" y="164837"/>
                </a:lnTo>
                <a:lnTo>
                  <a:pt x="39764" y="164837"/>
                </a:lnTo>
                <a:lnTo>
                  <a:pt x="39765" y="164837"/>
                </a:lnTo>
                <a:lnTo>
                  <a:pt x="39766" y="164837"/>
                </a:lnTo>
                <a:lnTo>
                  <a:pt x="39766" y="164837"/>
                </a:lnTo>
                <a:lnTo>
                  <a:pt x="39767" y="164837"/>
                </a:lnTo>
                <a:lnTo>
                  <a:pt x="39768" y="164837"/>
                </a:lnTo>
                <a:lnTo>
                  <a:pt x="39768" y="164837"/>
                </a:lnTo>
                <a:lnTo>
                  <a:pt x="39769" y="164837"/>
                </a:lnTo>
                <a:lnTo>
                  <a:pt x="39770" y="164837"/>
                </a:lnTo>
                <a:lnTo>
                  <a:pt x="39770" y="164837"/>
                </a:lnTo>
                <a:lnTo>
                  <a:pt x="39771" y="164837"/>
                </a:lnTo>
                <a:lnTo>
                  <a:pt x="39771" y="164837"/>
                </a:lnTo>
                <a:lnTo>
                  <a:pt x="39772" y="164837"/>
                </a:lnTo>
                <a:lnTo>
                  <a:pt x="39773" y="164837"/>
                </a:lnTo>
                <a:lnTo>
                  <a:pt x="39773" y="164837"/>
                </a:lnTo>
                <a:lnTo>
                  <a:pt x="39774" y="164837"/>
                </a:lnTo>
                <a:lnTo>
                  <a:pt x="39775" y="164837"/>
                </a:lnTo>
                <a:lnTo>
                  <a:pt x="39775" y="164837"/>
                </a:lnTo>
                <a:lnTo>
                  <a:pt x="39776" y="164837"/>
                </a:lnTo>
                <a:lnTo>
                  <a:pt x="39777" y="164837"/>
                </a:lnTo>
                <a:lnTo>
                  <a:pt x="39777" y="164837"/>
                </a:lnTo>
                <a:lnTo>
                  <a:pt x="39778" y="164837"/>
                </a:lnTo>
                <a:lnTo>
                  <a:pt x="39778" y="164837"/>
                </a:lnTo>
                <a:lnTo>
                  <a:pt x="39779" y="164837"/>
                </a:lnTo>
                <a:lnTo>
                  <a:pt x="39780" y="164837"/>
                </a:lnTo>
                <a:lnTo>
                  <a:pt x="39780" y="164837"/>
                </a:lnTo>
                <a:lnTo>
                  <a:pt x="39781" y="164837"/>
                </a:lnTo>
                <a:lnTo>
                  <a:pt x="39782" y="164837"/>
                </a:lnTo>
                <a:lnTo>
                  <a:pt x="39782" y="164837"/>
                </a:lnTo>
                <a:lnTo>
                  <a:pt x="39783" y="164837"/>
                </a:lnTo>
                <a:lnTo>
                  <a:pt x="39784" y="164837"/>
                </a:lnTo>
                <a:lnTo>
                  <a:pt x="39784" y="164837"/>
                </a:lnTo>
                <a:lnTo>
                  <a:pt x="39785" y="164837"/>
                </a:lnTo>
                <a:lnTo>
                  <a:pt x="39785" y="164837"/>
                </a:lnTo>
                <a:lnTo>
                  <a:pt x="39786" y="164837"/>
                </a:lnTo>
                <a:lnTo>
                  <a:pt x="39787" y="164837"/>
                </a:lnTo>
                <a:lnTo>
                  <a:pt x="39787" y="164837"/>
                </a:lnTo>
                <a:lnTo>
                  <a:pt x="39788" y="164837"/>
                </a:lnTo>
                <a:lnTo>
                  <a:pt x="39789" y="164837"/>
                </a:lnTo>
                <a:lnTo>
                  <a:pt x="39789" y="164837"/>
                </a:lnTo>
                <a:lnTo>
                  <a:pt x="39790" y="164837"/>
                </a:lnTo>
                <a:lnTo>
                  <a:pt x="39791" y="164837"/>
                </a:lnTo>
                <a:lnTo>
                  <a:pt x="39791" y="164837"/>
                </a:lnTo>
                <a:lnTo>
                  <a:pt x="39792" y="164837"/>
                </a:lnTo>
                <a:lnTo>
                  <a:pt x="39792" y="164837"/>
                </a:lnTo>
                <a:lnTo>
                  <a:pt x="39793" y="164837"/>
                </a:lnTo>
                <a:lnTo>
                  <a:pt x="39794" y="164837"/>
                </a:lnTo>
                <a:lnTo>
                  <a:pt x="39794" y="164837"/>
                </a:lnTo>
                <a:lnTo>
                  <a:pt x="39795" y="164837"/>
                </a:lnTo>
                <a:lnTo>
                  <a:pt x="39796" y="164837"/>
                </a:lnTo>
                <a:lnTo>
                  <a:pt x="39796" y="164837"/>
                </a:lnTo>
                <a:lnTo>
                  <a:pt x="39797" y="164837"/>
                </a:lnTo>
                <a:lnTo>
                  <a:pt x="39798" y="164837"/>
                </a:lnTo>
                <a:lnTo>
                  <a:pt x="39798" y="164837"/>
                </a:lnTo>
                <a:lnTo>
                  <a:pt x="39799" y="164837"/>
                </a:lnTo>
                <a:lnTo>
                  <a:pt x="39799" y="164837"/>
                </a:lnTo>
                <a:lnTo>
                  <a:pt x="39800" y="164837"/>
                </a:lnTo>
                <a:lnTo>
                  <a:pt x="39801" y="164837"/>
                </a:lnTo>
                <a:lnTo>
                  <a:pt x="39801" y="164837"/>
                </a:lnTo>
                <a:lnTo>
                  <a:pt x="39802" y="164837"/>
                </a:lnTo>
                <a:lnTo>
                  <a:pt x="39803" y="164837"/>
                </a:lnTo>
                <a:lnTo>
                  <a:pt x="39803" y="164837"/>
                </a:lnTo>
                <a:lnTo>
                  <a:pt x="39804" y="164837"/>
                </a:lnTo>
                <a:lnTo>
                  <a:pt x="39805" y="164837"/>
                </a:lnTo>
                <a:lnTo>
                  <a:pt x="39805" y="164837"/>
                </a:lnTo>
                <a:lnTo>
                  <a:pt x="39806" y="164837"/>
                </a:lnTo>
                <a:lnTo>
                  <a:pt x="39806" y="164837"/>
                </a:lnTo>
                <a:lnTo>
                  <a:pt x="39807" y="164837"/>
                </a:lnTo>
                <a:lnTo>
                  <a:pt x="39808" y="164837"/>
                </a:lnTo>
                <a:lnTo>
                  <a:pt x="39808" y="164837"/>
                </a:lnTo>
                <a:lnTo>
                  <a:pt x="39809" y="164837"/>
                </a:lnTo>
                <a:lnTo>
                  <a:pt x="39810" y="164837"/>
                </a:lnTo>
                <a:lnTo>
                  <a:pt x="39810" y="164837"/>
                </a:lnTo>
                <a:lnTo>
                  <a:pt x="39811" y="164837"/>
                </a:lnTo>
                <a:lnTo>
                  <a:pt x="39812" y="164837"/>
                </a:lnTo>
                <a:lnTo>
                  <a:pt x="39812" y="164837"/>
                </a:lnTo>
                <a:lnTo>
                  <a:pt x="39813" y="164837"/>
                </a:lnTo>
                <a:lnTo>
                  <a:pt x="39813" y="164837"/>
                </a:lnTo>
                <a:lnTo>
                  <a:pt x="39814" y="164837"/>
                </a:lnTo>
                <a:lnTo>
                  <a:pt x="39815" y="164837"/>
                </a:lnTo>
                <a:lnTo>
                  <a:pt x="39815" y="164837"/>
                </a:lnTo>
                <a:lnTo>
                  <a:pt x="39816" y="164837"/>
                </a:lnTo>
                <a:lnTo>
                  <a:pt x="39817" y="164837"/>
                </a:lnTo>
                <a:lnTo>
                  <a:pt x="39817" y="164837"/>
                </a:lnTo>
                <a:lnTo>
                  <a:pt x="39818" y="164837"/>
                </a:lnTo>
                <a:lnTo>
                  <a:pt x="39819" y="164837"/>
                </a:lnTo>
                <a:lnTo>
                  <a:pt x="39819" y="164837"/>
                </a:lnTo>
                <a:lnTo>
                  <a:pt x="39820" y="164837"/>
                </a:lnTo>
                <a:lnTo>
                  <a:pt x="39821" y="164837"/>
                </a:lnTo>
                <a:lnTo>
                  <a:pt x="39821" y="164837"/>
                </a:lnTo>
                <a:lnTo>
                  <a:pt x="39822" y="164837"/>
                </a:lnTo>
                <a:lnTo>
                  <a:pt x="39822" y="164837"/>
                </a:lnTo>
                <a:lnTo>
                  <a:pt x="39823" y="164837"/>
                </a:lnTo>
                <a:lnTo>
                  <a:pt x="39824" y="164837"/>
                </a:lnTo>
                <a:lnTo>
                  <a:pt x="39824" y="164837"/>
                </a:lnTo>
                <a:lnTo>
                  <a:pt x="39825" y="164837"/>
                </a:lnTo>
                <a:lnTo>
                  <a:pt x="39826" y="164837"/>
                </a:lnTo>
                <a:lnTo>
                  <a:pt x="39826" y="164837"/>
                </a:lnTo>
                <a:lnTo>
                  <a:pt x="39827" y="164837"/>
                </a:lnTo>
                <a:lnTo>
                  <a:pt x="39828" y="164837"/>
                </a:lnTo>
                <a:lnTo>
                  <a:pt x="39828" y="164837"/>
                </a:lnTo>
                <a:lnTo>
                  <a:pt x="39829" y="164837"/>
                </a:lnTo>
                <a:lnTo>
                  <a:pt x="39829" y="164837"/>
                </a:lnTo>
                <a:lnTo>
                  <a:pt x="39830" y="164837"/>
                </a:lnTo>
                <a:lnTo>
                  <a:pt x="39831" y="164837"/>
                </a:lnTo>
                <a:lnTo>
                  <a:pt x="39831" y="164837"/>
                </a:lnTo>
                <a:lnTo>
                  <a:pt x="39832" y="164837"/>
                </a:lnTo>
                <a:lnTo>
                  <a:pt x="39833" y="164837"/>
                </a:lnTo>
                <a:lnTo>
                  <a:pt x="39833" y="164837"/>
                </a:lnTo>
                <a:lnTo>
                  <a:pt x="39834" y="164837"/>
                </a:lnTo>
                <a:lnTo>
                  <a:pt x="39835" y="164837"/>
                </a:lnTo>
                <a:lnTo>
                  <a:pt x="39835" y="164837"/>
                </a:lnTo>
                <a:lnTo>
                  <a:pt x="39836" y="164837"/>
                </a:lnTo>
                <a:lnTo>
                  <a:pt x="39836" y="164837"/>
                </a:lnTo>
                <a:lnTo>
                  <a:pt x="39837" y="164837"/>
                </a:lnTo>
                <a:lnTo>
                  <a:pt x="39838" y="164837"/>
                </a:lnTo>
                <a:lnTo>
                  <a:pt x="39838" y="164837"/>
                </a:lnTo>
                <a:lnTo>
                  <a:pt x="39839" y="164837"/>
                </a:lnTo>
                <a:lnTo>
                  <a:pt x="39840" y="164837"/>
                </a:lnTo>
                <a:lnTo>
                  <a:pt x="39840" y="164837"/>
                </a:lnTo>
                <a:lnTo>
                  <a:pt x="39841" y="164837"/>
                </a:lnTo>
                <a:lnTo>
                  <a:pt x="39842" y="164837"/>
                </a:lnTo>
                <a:lnTo>
                  <a:pt x="39842" y="164837"/>
                </a:lnTo>
                <a:lnTo>
                  <a:pt x="39843" y="164837"/>
                </a:lnTo>
                <a:lnTo>
                  <a:pt x="39844" y="164837"/>
                </a:lnTo>
                <a:lnTo>
                  <a:pt x="39844" y="164837"/>
                </a:lnTo>
                <a:lnTo>
                  <a:pt x="39845" y="164837"/>
                </a:lnTo>
                <a:lnTo>
                  <a:pt x="39845" y="164837"/>
                </a:lnTo>
                <a:lnTo>
                  <a:pt x="39846" y="164837"/>
                </a:lnTo>
                <a:lnTo>
                  <a:pt x="39847" y="164837"/>
                </a:lnTo>
                <a:lnTo>
                  <a:pt x="39847" y="164837"/>
                </a:lnTo>
                <a:lnTo>
                  <a:pt x="39848" y="164837"/>
                </a:lnTo>
                <a:lnTo>
                  <a:pt x="39849" y="164837"/>
                </a:lnTo>
                <a:lnTo>
                  <a:pt x="39849" y="164837"/>
                </a:lnTo>
                <a:lnTo>
                  <a:pt x="39850" y="164837"/>
                </a:lnTo>
                <a:lnTo>
                  <a:pt x="39851" y="164837"/>
                </a:lnTo>
                <a:lnTo>
                  <a:pt x="39851" y="164837"/>
                </a:lnTo>
                <a:lnTo>
                  <a:pt x="39852" y="164837"/>
                </a:lnTo>
                <a:lnTo>
                  <a:pt x="39852" y="164837"/>
                </a:lnTo>
                <a:lnTo>
                  <a:pt x="39853" y="164837"/>
                </a:lnTo>
                <a:lnTo>
                  <a:pt x="39854" y="164837"/>
                </a:lnTo>
                <a:lnTo>
                  <a:pt x="39854" y="164837"/>
                </a:lnTo>
                <a:lnTo>
                  <a:pt x="39855" y="164837"/>
                </a:lnTo>
                <a:lnTo>
                  <a:pt x="39856" y="164837"/>
                </a:lnTo>
                <a:lnTo>
                  <a:pt x="39856" y="164837"/>
                </a:lnTo>
                <a:lnTo>
                  <a:pt x="39857" y="164837"/>
                </a:lnTo>
                <a:lnTo>
                  <a:pt x="39858" y="164837"/>
                </a:lnTo>
                <a:lnTo>
                  <a:pt x="39858" y="164837"/>
                </a:lnTo>
                <a:lnTo>
                  <a:pt x="39859" y="164837"/>
                </a:lnTo>
                <a:lnTo>
                  <a:pt x="39860" y="164837"/>
                </a:lnTo>
                <a:lnTo>
                  <a:pt x="39860" y="164837"/>
                </a:lnTo>
                <a:lnTo>
                  <a:pt x="39861" y="164837"/>
                </a:lnTo>
                <a:lnTo>
                  <a:pt x="39861" y="164837"/>
                </a:lnTo>
                <a:lnTo>
                  <a:pt x="39862" y="164837"/>
                </a:lnTo>
                <a:lnTo>
                  <a:pt x="39863" y="164837"/>
                </a:lnTo>
                <a:lnTo>
                  <a:pt x="39863" y="164837"/>
                </a:lnTo>
                <a:lnTo>
                  <a:pt x="39864" y="164837"/>
                </a:lnTo>
                <a:lnTo>
                  <a:pt x="39865" y="164837"/>
                </a:lnTo>
                <a:lnTo>
                  <a:pt x="39865" y="164837"/>
                </a:lnTo>
                <a:lnTo>
                  <a:pt x="39866" y="164837"/>
                </a:lnTo>
                <a:lnTo>
                  <a:pt x="39867" y="164837"/>
                </a:lnTo>
                <a:lnTo>
                  <a:pt x="39867" y="164837"/>
                </a:lnTo>
                <a:lnTo>
                  <a:pt x="39868" y="164837"/>
                </a:lnTo>
                <a:lnTo>
                  <a:pt x="39868" y="164837"/>
                </a:lnTo>
                <a:lnTo>
                  <a:pt x="39869" y="164837"/>
                </a:lnTo>
                <a:lnTo>
                  <a:pt x="39870" y="164837"/>
                </a:lnTo>
                <a:lnTo>
                  <a:pt x="39870" y="164837"/>
                </a:lnTo>
                <a:lnTo>
                  <a:pt x="39871" y="164837"/>
                </a:lnTo>
                <a:lnTo>
                  <a:pt x="39872" y="164837"/>
                </a:lnTo>
                <a:lnTo>
                  <a:pt x="39872" y="164837"/>
                </a:lnTo>
                <a:lnTo>
                  <a:pt x="39873" y="164837"/>
                </a:lnTo>
                <a:lnTo>
                  <a:pt x="39874" y="164837"/>
                </a:lnTo>
                <a:lnTo>
                  <a:pt x="39874" y="164837"/>
                </a:lnTo>
                <a:lnTo>
                  <a:pt x="39875" y="164837"/>
                </a:lnTo>
                <a:lnTo>
                  <a:pt x="39876" y="164837"/>
                </a:lnTo>
                <a:lnTo>
                  <a:pt x="39876" y="164837"/>
                </a:lnTo>
                <a:lnTo>
                  <a:pt x="39877" y="164837"/>
                </a:lnTo>
                <a:lnTo>
                  <a:pt x="39877" y="164837"/>
                </a:lnTo>
                <a:lnTo>
                  <a:pt x="39878" y="164837"/>
                </a:lnTo>
                <a:lnTo>
                  <a:pt x="39879" y="164837"/>
                </a:lnTo>
                <a:lnTo>
                  <a:pt x="39879" y="164837"/>
                </a:lnTo>
                <a:lnTo>
                  <a:pt x="39880" y="164837"/>
                </a:lnTo>
                <a:lnTo>
                  <a:pt x="39881" y="164837"/>
                </a:lnTo>
                <a:lnTo>
                  <a:pt x="39881" y="164837"/>
                </a:lnTo>
                <a:lnTo>
                  <a:pt x="39882" y="164837"/>
                </a:lnTo>
                <a:lnTo>
                  <a:pt x="39883" y="164837"/>
                </a:lnTo>
                <a:lnTo>
                  <a:pt x="39883" y="164837"/>
                </a:lnTo>
                <a:lnTo>
                  <a:pt x="39884" y="164837"/>
                </a:lnTo>
                <a:lnTo>
                  <a:pt x="39885" y="164837"/>
                </a:lnTo>
                <a:lnTo>
                  <a:pt x="39885" y="164837"/>
                </a:lnTo>
                <a:lnTo>
                  <a:pt x="39886" y="164837"/>
                </a:lnTo>
                <a:lnTo>
                  <a:pt x="39886" y="164837"/>
                </a:lnTo>
                <a:lnTo>
                  <a:pt x="39887" y="164837"/>
                </a:lnTo>
                <a:lnTo>
                  <a:pt x="39888" y="164837"/>
                </a:lnTo>
                <a:lnTo>
                  <a:pt x="39888" y="164837"/>
                </a:lnTo>
                <a:lnTo>
                  <a:pt x="39889" y="164837"/>
                </a:lnTo>
                <a:lnTo>
                  <a:pt x="39890" y="164837"/>
                </a:lnTo>
                <a:lnTo>
                  <a:pt x="39890" y="164837"/>
                </a:lnTo>
                <a:lnTo>
                  <a:pt x="39891" y="164837"/>
                </a:lnTo>
                <a:lnTo>
                  <a:pt x="39892" y="164837"/>
                </a:lnTo>
                <a:lnTo>
                  <a:pt x="39892" y="164837"/>
                </a:lnTo>
                <a:lnTo>
                  <a:pt x="39893" y="164837"/>
                </a:lnTo>
                <a:lnTo>
                  <a:pt x="39893" y="164837"/>
                </a:lnTo>
                <a:lnTo>
                  <a:pt x="39894" y="164837"/>
                </a:lnTo>
                <a:lnTo>
                  <a:pt x="39895" y="164837"/>
                </a:lnTo>
                <a:lnTo>
                  <a:pt x="39895" y="164837"/>
                </a:lnTo>
                <a:lnTo>
                  <a:pt x="39896" y="164837"/>
                </a:lnTo>
                <a:lnTo>
                  <a:pt x="39897" y="164837"/>
                </a:lnTo>
                <a:lnTo>
                  <a:pt x="39897" y="164837"/>
                </a:lnTo>
                <a:lnTo>
                  <a:pt x="39898" y="164837"/>
                </a:lnTo>
                <a:lnTo>
                  <a:pt x="39899" y="164837"/>
                </a:lnTo>
                <a:lnTo>
                  <a:pt x="39899" y="164837"/>
                </a:lnTo>
                <a:lnTo>
                  <a:pt x="39900" y="164837"/>
                </a:lnTo>
                <a:lnTo>
                  <a:pt x="39901" y="164837"/>
                </a:lnTo>
                <a:lnTo>
                  <a:pt x="39901" y="164837"/>
                </a:lnTo>
                <a:lnTo>
                  <a:pt x="39902" y="164837"/>
                </a:lnTo>
                <a:lnTo>
                  <a:pt x="39902" y="164837"/>
                </a:lnTo>
                <a:lnTo>
                  <a:pt x="39903" y="164837"/>
                </a:lnTo>
                <a:lnTo>
                  <a:pt x="39904" y="164837"/>
                </a:lnTo>
                <a:lnTo>
                  <a:pt x="39904" y="164837"/>
                </a:lnTo>
                <a:lnTo>
                  <a:pt x="39905" y="164837"/>
                </a:lnTo>
                <a:lnTo>
                  <a:pt x="39906" y="164837"/>
                </a:lnTo>
                <a:lnTo>
                  <a:pt x="39906" y="164837"/>
                </a:lnTo>
                <a:lnTo>
                  <a:pt x="39907" y="164837"/>
                </a:lnTo>
                <a:lnTo>
                  <a:pt x="39908" y="164837"/>
                </a:lnTo>
                <a:lnTo>
                  <a:pt x="39908" y="164837"/>
                </a:lnTo>
                <a:lnTo>
                  <a:pt x="39909" y="164837"/>
                </a:lnTo>
                <a:lnTo>
                  <a:pt x="39910" y="164837"/>
                </a:lnTo>
                <a:lnTo>
                  <a:pt x="39910" y="164837"/>
                </a:lnTo>
                <a:lnTo>
                  <a:pt x="39911" y="164837"/>
                </a:lnTo>
                <a:lnTo>
                  <a:pt x="39911" y="164837"/>
                </a:lnTo>
                <a:lnTo>
                  <a:pt x="39912" y="164837"/>
                </a:lnTo>
                <a:lnTo>
                  <a:pt x="39913" y="164837"/>
                </a:lnTo>
                <a:lnTo>
                  <a:pt x="39913" y="164837"/>
                </a:lnTo>
                <a:lnTo>
                  <a:pt x="39914" y="164837"/>
                </a:lnTo>
                <a:lnTo>
                  <a:pt x="39915" y="164837"/>
                </a:lnTo>
                <a:lnTo>
                  <a:pt x="39915" y="164837"/>
                </a:lnTo>
                <a:lnTo>
                  <a:pt x="39916" y="164837"/>
                </a:lnTo>
                <a:lnTo>
                  <a:pt x="39917" y="164837"/>
                </a:lnTo>
                <a:lnTo>
                  <a:pt x="39917" y="164837"/>
                </a:lnTo>
                <a:lnTo>
                  <a:pt x="39918" y="164837"/>
                </a:lnTo>
                <a:lnTo>
                  <a:pt x="39919" y="164837"/>
                </a:lnTo>
                <a:lnTo>
                  <a:pt x="39919" y="164837"/>
                </a:lnTo>
                <a:lnTo>
                  <a:pt x="39920" y="164837"/>
                </a:lnTo>
                <a:lnTo>
                  <a:pt x="39920" y="164837"/>
                </a:lnTo>
                <a:lnTo>
                  <a:pt x="39921" y="164837"/>
                </a:lnTo>
                <a:lnTo>
                  <a:pt x="39922" y="164837"/>
                </a:lnTo>
                <a:lnTo>
                  <a:pt x="39922" y="164837"/>
                </a:lnTo>
                <a:lnTo>
                  <a:pt x="39923" y="164837"/>
                </a:lnTo>
                <a:lnTo>
                  <a:pt x="39924" y="164837"/>
                </a:lnTo>
                <a:lnTo>
                  <a:pt x="39924" y="164837"/>
                </a:lnTo>
                <a:lnTo>
                  <a:pt x="39925" y="164837"/>
                </a:lnTo>
                <a:lnTo>
                  <a:pt x="39926" y="164837"/>
                </a:lnTo>
                <a:lnTo>
                  <a:pt x="39926" y="164837"/>
                </a:lnTo>
                <a:lnTo>
                  <a:pt x="39927" y="164837"/>
                </a:lnTo>
                <a:lnTo>
                  <a:pt x="39928" y="164837"/>
                </a:lnTo>
                <a:lnTo>
                  <a:pt x="39928" y="164837"/>
                </a:lnTo>
                <a:lnTo>
                  <a:pt x="39929" y="164837"/>
                </a:lnTo>
                <a:lnTo>
                  <a:pt x="39929" y="164837"/>
                </a:lnTo>
                <a:lnTo>
                  <a:pt x="39930" y="164837"/>
                </a:lnTo>
                <a:lnTo>
                  <a:pt x="39931" y="164837"/>
                </a:lnTo>
                <a:lnTo>
                  <a:pt x="39931" y="164837"/>
                </a:lnTo>
                <a:lnTo>
                  <a:pt x="39932" y="164837"/>
                </a:lnTo>
                <a:lnTo>
                  <a:pt x="39933" y="164837"/>
                </a:lnTo>
                <a:lnTo>
                  <a:pt x="39933" y="164837"/>
                </a:lnTo>
                <a:lnTo>
                  <a:pt x="39934" y="164837"/>
                </a:lnTo>
                <a:lnTo>
                  <a:pt x="39935" y="164837"/>
                </a:lnTo>
                <a:lnTo>
                  <a:pt x="39935" y="164837"/>
                </a:lnTo>
                <a:lnTo>
                  <a:pt x="39936" y="164837"/>
                </a:lnTo>
                <a:lnTo>
                  <a:pt x="39937" y="164837"/>
                </a:lnTo>
                <a:lnTo>
                  <a:pt x="39937" y="164837"/>
                </a:lnTo>
                <a:lnTo>
                  <a:pt x="39938" y="164837"/>
                </a:lnTo>
                <a:lnTo>
                  <a:pt x="39939" y="164837"/>
                </a:lnTo>
                <a:lnTo>
                  <a:pt x="39939" y="164837"/>
                </a:lnTo>
                <a:lnTo>
                  <a:pt x="39940" y="164837"/>
                </a:lnTo>
                <a:lnTo>
                  <a:pt x="39940" y="164837"/>
                </a:lnTo>
                <a:lnTo>
                  <a:pt x="39941" y="164837"/>
                </a:lnTo>
                <a:lnTo>
                  <a:pt x="39942" y="164837"/>
                </a:lnTo>
                <a:lnTo>
                  <a:pt x="39942" y="164837"/>
                </a:lnTo>
                <a:lnTo>
                  <a:pt x="39943" y="164837"/>
                </a:lnTo>
                <a:lnTo>
                  <a:pt x="39944" y="164837"/>
                </a:lnTo>
                <a:lnTo>
                  <a:pt x="39944" y="164837"/>
                </a:lnTo>
                <a:lnTo>
                  <a:pt x="39945" y="164837"/>
                </a:lnTo>
                <a:lnTo>
                  <a:pt x="39946" y="164837"/>
                </a:lnTo>
                <a:lnTo>
                  <a:pt x="39946" y="164837"/>
                </a:lnTo>
                <a:lnTo>
                  <a:pt x="39947" y="164837"/>
                </a:lnTo>
                <a:lnTo>
                  <a:pt x="39948" y="164837"/>
                </a:lnTo>
                <a:lnTo>
                  <a:pt x="39948" y="164837"/>
                </a:lnTo>
                <a:lnTo>
                  <a:pt x="39949" y="164837"/>
                </a:lnTo>
                <a:lnTo>
                  <a:pt x="39949" y="164837"/>
                </a:lnTo>
                <a:lnTo>
                  <a:pt x="39950" y="164837"/>
                </a:lnTo>
                <a:lnTo>
                  <a:pt x="39951" y="164837"/>
                </a:lnTo>
                <a:lnTo>
                  <a:pt x="39951" y="164837"/>
                </a:lnTo>
                <a:lnTo>
                  <a:pt x="39952" y="164837"/>
                </a:lnTo>
                <a:lnTo>
                  <a:pt x="39953" y="164837"/>
                </a:lnTo>
                <a:lnTo>
                  <a:pt x="39953" y="164837"/>
                </a:lnTo>
                <a:lnTo>
                  <a:pt x="39954" y="164837"/>
                </a:lnTo>
                <a:lnTo>
                  <a:pt x="39955" y="164837"/>
                </a:lnTo>
                <a:lnTo>
                  <a:pt x="39955" y="164837"/>
                </a:lnTo>
                <a:lnTo>
                  <a:pt x="39956" y="164837"/>
                </a:lnTo>
                <a:lnTo>
                  <a:pt x="39957" y="164837"/>
                </a:lnTo>
                <a:lnTo>
                  <a:pt x="39957" y="164837"/>
                </a:lnTo>
                <a:lnTo>
                  <a:pt x="39958" y="164837"/>
                </a:lnTo>
                <a:lnTo>
                  <a:pt x="39958" y="164837"/>
                </a:lnTo>
                <a:lnTo>
                  <a:pt x="39959" y="164837"/>
                </a:lnTo>
                <a:lnTo>
                  <a:pt x="39960" y="164837"/>
                </a:lnTo>
                <a:lnTo>
                  <a:pt x="39960" y="164837"/>
                </a:lnTo>
                <a:lnTo>
                  <a:pt x="39961" y="164837"/>
                </a:lnTo>
                <a:lnTo>
                  <a:pt x="39962" y="164837"/>
                </a:lnTo>
                <a:lnTo>
                  <a:pt x="39962" y="164837"/>
                </a:lnTo>
                <a:lnTo>
                  <a:pt x="39963" y="164837"/>
                </a:lnTo>
                <a:lnTo>
                  <a:pt x="39964" y="164837"/>
                </a:lnTo>
                <a:lnTo>
                  <a:pt x="39964" y="164837"/>
                </a:lnTo>
                <a:lnTo>
                  <a:pt x="39965" y="164837"/>
                </a:lnTo>
                <a:lnTo>
                  <a:pt x="39966" y="164837"/>
                </a:lnTo>
                <a:lnTo>
                  <a:pt x="39966" y="164837"/>
                </a:lnTo>
                <a:lnTo>
                  <a:pt x="39967" y="164837"/>
                </a:lnTo>
                <a:lnTo>
                  <a:pt x="39968" y="164837"/>
                </a:lnTo>
                <a:lnTo>
                  <a:pt x="39968" y="164837"/>
                </a:lnTo>
                <a:lnTo>
                  <a:pt x="39969" y="164837"/>
                </a:lnTo>
                <a:lnTo>
                  <a:pt x="39969" y="164837"/>
                </a:lnTo>
                <a:lnTo>
                  <a:pt x="39970" y="164837"/>
                </a:lnTo>
                <a:lnTo>
                  <a:pt x="39971" y="164837"/>
                </a:lnTo>
                <a:lnTo>
                  <a:pt x="39971" y="164837"/>
                </a:lnTo>
                <a:lnTo>
                  <a:pt x="39972" y="164837"/>
                </a:lnTo>
                <a:lnTo>
                  <a:pt x="39973" y="164837"/>
                </a:lnTo>
                <a:lnTo>
                  <a:pt x="39973" y="164837"/>
                </a:lnTo>
                <a:lnTo>
                  <a:pt x="39974" y="164837"/>
                </a:lnTo>
                <a:lnTo>
                  <a:pt x="39975" y="164837"/>
                </a:lnTo>
                <a:lnTo>
                  <a:pt x="39975" y="164837"/>
                </a:lnTo>
                <a:lnTo>
                  <a:pt x="39976" y="164837"/>
                </a:lnTo>
                <a:lnTo>
                  <a:pt x="39977" y="164837"/>
                </a:lnTo>
                <a:lnTo>
                  <a:pt x="39977" y="164837"/>
                </a:lnTo>
                <a:lnTo>
                  <a:pt x="39978" y="164837"/>
                </a:lnTo>
                <a:lnTo>
                  <a:pt x="39978" y="164837"/>
                </a:lnTo>
                <a:lnTo>
                  <a:pt x="39979" y="164837"/>
                </a:lnTo>
                <a:lnTo>
                  <a:pt x="39980" y="164837"/>
                </a:lnTo>
                <a:lnTo>
                  <a:pt x="39980" y="164837"/>
                </a:lnTo>
                <a:lnTo>
                  <a:pt x="39981" y="164837"/>
                </a:lnTo>
                <a:lnTo>
                  <a:pt x="39982" y="164837"/>
                </a:lnTo>
                <a:lnTo>
                  <a:pt x="39982" y="164837"/>
                </a:lnTo>
                <a:lnTo>
                  <a:pt x="39983" y="164837"/>
                </a:lnTo>
                <a:lnTo>
                  <a:pt x="39984" y="164837"/>
                </a:lnTo>
                <a:lnTo>
                  <a:pt x="39984" y="164837"/>
                </a:lnTo>
                <a:lnTo>
                  <a:pt x="39985" y="164837"/>
                </a:lnTo>
                <a:lnTo>
                  <a:pt x="39986" y="164837"/>
                </a:lnTo>
                <a:lnTo>
                  <a:pt x="39986" y="164837"/>
                </a:lnTo>
                <a:lnTo>
                  <a:pt x="39987" y="164837"/>
                </a:lnTo>
                <a:lnTo>
                  <a:pt x="39988" y="164837"/>
                </a:lnTo>
                <a:lnTo>
                  <a:pt x="39988" y="164837"/>
                </a:lnTo>
                <a:lnTo>
                  <a:pt x="39989" y="164837"/>
                </a:lnTo>
                <a:lnTo>
                  <a:pt x="39989" y="164837"/>
                </a:lnTo>
                <a:lnTo>
                  <a:pt x="39990" y="164837"/>
                </a:lnTo>
                <a:lnTo>
                  <a:pt x="39991" y="164837"/>
                </a:lnTo>
                <a:lnTo>
                  <a:pt x="39991" y="164837"/>
                </a:lnTo>
                <a:lnTo>
                  <a:pt x="39992" y="164837"/>
                </a:lnTo>
                <a:lnTo>
                  <a:pt x="39993" y="164837"/>
                </a:lnTo>
                <a:lnTo>
                  <a:pt x="39993" y="164837"/>
                </a:lnTo>
                <a:lnTo>
                  <a:pt x="39994" y="164837"/>
                </a:lnTo>
                <a:lnTo>
                  <a:pt x="39995" y="164837"/>
                </a:lnTo>
                <a:lnTo>
                  <a:pt x="39995" y="164837"/>
                </a:lnTo>
                <a:lnTo>
                  <a:pt x="39996" y="164837"/>
                </a:lnTo>
                <a:lnTo>
                  <a:pt x="39997" y="164837"/>
                </a:lnTo>
                <a:lnTo>
                  <a:pt x="39997" y="164837"/>
                </a:lnTo>
                <a:lnTo>
                  <a:pt x="39998" y="164837"/>
                </a:lnTo>
                <a:lnTo>
                  <a:pt x="39999" y="164837"/>
                </a:lnTo>
                <a:lnTo>
                  <a:pt x="39999" y="164837"/>
                </a:lnTo>
                <a:lnTo>
                  <a:pt x="40000" y="164837"/>
                </a:lnTo>
                <a:lnTo>
                  <a:pt x="40000" y="164837"/>
                </a:lnTo>
                <a:lnTo>
                  <a:pt x="40001" y="164837"/>
                </a:lnTo>
                <a:lnTo>
                  <a:pt x="40002" y="164837"/>
                </a:lnTo>
                <a:lnTo>
                  <a:pt x="40002" y="164837"/>
                </a:lnTo>
                <a:lnTo>
                  <a:pt x="40003" y="164837"/>
                </a:lnTo>
                <a:lnTo>
                  <a:pt x="40004" y="164837"/>
                </a:lnTo>
                <a:lnTo>
                  <a:pt x="40004" y="164837"/>
                </a:lnTo>
                <a:lnTo>
                  <a:pt x="40005" y="164837"/>
                </a:lnTo>
                <a:lnTo>
                  <a:pt x="40006" y="164837"/>
                </a:lnTo>
                <a:lnTo>
                  <a:pt x="40006" y="164837"/>
                </a:lnTo>
                <a:lnTo>
                  <a:pt x="40007" y="164837"/>
                </a:lnTo>
                <a:lnTo>
                  <a:pt x="40008" y="164837"/>
                </a:lnTo>
                <a:lnTo>
                  <a:pt x="40008" y="164837"/>
                </a:lnTo>
                <a:lnTo>
                  <a:pt x="40009" y="164837"/>
                </a:lnTo>
                <a:lnTo>
                  <a:pt x="40010" y="164837"/>
                </a:lnTo>
                <a:lnTo>
                  <a:pt x="40010" y="164837"/>
                </a:lnTo>
                <a:lnTo>
                  <a:pt x="40011" y="164837"/>
                </a:lnTo>
                <a:lnTo>
                  <a:pt x="40011" y="164837"/>
                </a:lnTo>
                <a:lnTo>
                  <a:pt x="40012" y="164837"/>
                </a:lnTo>
                <a:lnTo>
                  <a:pt x="40013" y="164837"/>
                </a:lnTo>
                <a:lnTo>
                  <a:pt x="40013" y="164837"/>
                </a:lnTo>
                <a:lnTo>
                  <a:pt x="40014" y="164837"/>
                </a:lnTo>
                <a:lnTo>
                  <a:pt x="40015" y="164837"/>
                </a:lnTo>
                <a:lnTo>
                  <a:pt x="40015" y="164837"/>
                </a:lnTo>
                <a:lnTo>
                  <a:pt x="40016" y="164837"/>
                </a:lnTo>
                <a:lnTo>
                  <a:pt x="40017" y="164837"/>
                </a:lnTo>
                <a:lnTo>
                  <a:pt x="40017" y="164837"/>
                </a:lnTo>
                <a:lnTo>
                  <a:pt x="40018" y="164837"/>
                </a:lnTo>
                <a:lnTo>
                  <a:pt x="40019" y="164837"/>
                </a:lnTo>
                <a:lnTo>
                  <a:pt x="40019" y="164837"/>
                </a:lnTo>
                <a:lnTo>
                  <a:pt x="40020" y="164837"/>
                </a:lnTo>
                <a:lnTo>
                  <a:pt x="40021" y="164837"/>
                </a:lnTo>
                <a:lnTo>
                  <a:pt x="40021" y="164837"/>
                </a:lnTo>
                <a:lnTo>
                  <a:pt x="40022" y="164837"/>
                </a:lnTo>
                <a:lnTo>
                  <a:pt x="40022" y="164837"/>
                </a:lnTo>
                <a:lnTo>
                  <a:pt x="40023" y="164837"/>
                </a:lnTo>
                <a:lnTo>
                  <a:pt x="40024" y="164837"/>
                </a:lnTo>
                <a:lnTo>
                  <a:pt x="40024" y="164837"/>
                </a:lnTo>
                <a:lnTo>
                  <a:pt x="40025" y="164837"/>
                </a:lnTo>
                <a:lnTo>
                  <a:pt x="40026" y="164837"/>
                </a:lnTo>
                <a:lnTo>
                  <a:pt x="40026" y="164837"/>
                </a:lnTo>
                <a:lnTo>
                  <a:pt x="40027" y="164837"/>
                </a:lnTo>
                <a:lnTo>
                  <a:pt x="40028" y="164837"/>
                </a:lnTo>
                <a:lnTo>
                  <a:pt x="40028" y="164837"/>
                </a:lnTo>
                <a:lnTo>
                  <a:pt x="40029" y="164837"/>
                </a:lnTo>
                <a:lnTo>
                  <a:pt x="40030" y="164837"/>
                </a:lnTo>
                <a:lnTo>
                  <a:pt x="40030" y="164837"/>
                </a:lnTo>
                <a:lnTo>
                  <a:pt x="40031" y="164837"/>
                </a:lnTo>
                <a:lnTo>
                  <a:pt x="40032" y="164837"/>
                </a:lnTo>
                <a:lnTo>
                  <a:pt x="40032" y="164837"/>
                </a:lnTo>
                <a:lnTo>
                  <a:pt x="40033" y="164837"/>
                </a:lnTo>
                <a:lnTo>
                  <a:pt x="40033" y="164837"/>
                </a:lnTo>
                <a:lnTo>
                  <a:pt x="40034" y="164837"/>
                </a:lnTo>
                <a:lnTo>
                  <a:pt x="40035" y="164837"/>
                </a:lnTo>
                <a:lnTo>
                  <a:pt x="40035" y="164837"/>
                </a:lnTo>
                <a:lnTo>
                  <a:pt x="40036" y="164837"/>
                </a:lnTo>
                <a:lnTo>
                  <a:pt x="40037" y="164837"/>
                </a:lnTo>
                <a:lnTo>
                  <a:pt x="40037" y="164837"/>
                </a:lnTo>
                <a:lnTo>
                  <a:pt x="40038" y="164837"/>
                </a:lnTo>
                <a:lnTo>
                  <a:pt x="40039" y="164837"/>
                </a:lnTo>
                <a:lnTo>
                  <a:pt x="40039" y="164837"/>
                </a:lnTo>
                <a:lnTo>
                  <a:pt x="40040" y="164837"/>
                </a:lnTo>
                <a:lnTo>
                  <a:pt x="40041" y="164837"/>
                </a:lnTo>
                <a:lnTo>
                  <a:pt x="40041" y="164837"/>
                </a:lnTo>
                <a:lnTo>
                  <a:pt x="40042" y="164837"/>
                </a:lnTo>
                <a:lnTo>
                  <a:pt x="40043" y="164837"/>
                </a:lnTo>
                <a:lnTo>
                  <a:pt x="40043" y="164837"/>
                </a:lnTo>
                <a:lnTo>
                  <a:pt x="40044" y="164837"/>
                </a:lnTo>
                <a:lnTo>
                  <a:pt x="40045" y="164837"/>
                </a:lnTo>
                <a:lnTo>
                  <a:pt x="40045" y="164837"/>
                </a:lnTo>
                <a:lnTo>
                  <a:pt x="40046" y="164837"/>
                </a:lnTo>
                <a:lnTo>
                  <a:pt x="40046" y="164837"/>
                </a:lnTo>
                <a:lnTo>
                  <a:pt x="40047" y="164837"/>
                </a:lnTo>
                <a:lnTo>
                  <a:pt x="40048" y="164837"/>
                </a:lnTo>
                <a:lnTo>
                  <a:pt x="40048" y="164837"/>
                </a:lnTo>
                <a:lnTo>
                  <a:pt x="40049" y="164837"/>
                </a:lnTo>
                <a:lnTo>
                  <a:pt x="40050" y="164837"/>
                </a:lnTo>
                <a:lnTo>
                  <a:pt x="40050" y="164837"/>
                </a:lnTo>
                <a:lnTo>
                  <a:pt x="40051" y="164837"/>
                </a:lnTo>
                <a:lnTo>
                  <a:pt x="40052" y="164837"/>
                </a:lnTo>
                <a:lnTo>
                  <a:pt x="40052" y="164837"/>
                </a:lnTo>
                <a:lnTo>
                  <a:pt x="40053" y="164837"/>
                </a:lnTo>
                <a:lnTo>
                  <a:pt x="40054" y="164837"/>
                </a:lnTo>
                <a:lnTo>
                  <a:pt x="40054" y="164837"/>
                </a:lnTo>
                <a:lnTo>
                  <a:pt x="40055" y="164837"/>
                </a:lnTo>
                <a:lnTo>
                  <a:pt x="40056" y="164837"/>
                </a:lnTo>
                <a:lnTo>
                  <a:pt x="40056" y="164837"/>
                </a:lnTo>
                <a:lnTo>
                  <a:pt x="40057" y="164837"/>
                </a:lnTo>
                <a:lnTo>
                  <a:pt x="40057" y="164837"/>
                </a:lnTo>
                <a:lnTo>
                  <a:pt x="40058" y="164837"/>
                </a:lnTo>
                <a:lnTo>
                  <a:pt x="40059" y="164837"/>
                </a:lnTo>
                <a:lnTo>
                  <a:pt x="40059" y="164837"/>
                </a:lnTo>
                <a:lnTo>
                  <a:pt x="40060" y="164837"/>
                </a:lnTo>
                <a:lnTo>
                  <a:pt x="40061" y="164837"/>
                </a:lnTo>
                <a:lnTo>
                  <a:pt x="40061" y="164837"/>
                </a:lnTo>
                <a:lnTo>
                  <a:pt x="40062" y="164837"/>
                </a:lnTo>
                <a:lnTo>
                  <a:pt x="40063" y="164837"/>
                </a:lnTo>
                <a:lnTo>
                  <a:pt x="40063" y="164837"/>
                </a:lnTo>
                <a:lnTo>
                  <a:pt x="40064" y="164837"/>
                </a:lnTo>
                <a:lnTo>
                  <a:pt x="40065" y="164837"/>
                </a:lnTo>
                <a:lnTo>
                  <a:pt x="40065" y="164837"/>
                </a:lnTo>
                <a:lnTo>
                  <a:pt x="40066" y="164837"/>
                </a:lnTo>
                <a:lnTo>
                  <a:pt x="40067" y="164837"/>
                </a:lnTo>
                <a:lnTo>
                  <a:pt x="40067" y="164837"/>
                </a:lnTo>
                <a:lnTo>
                  <a:pt x="40068" y="164837"/>
                </a:lnTo>
                <a:lnTo>
                  <a:pt x="40069" y="164837"/>
                </a:lnTo>
                <a:lnTo>
                  <a:pt x="40069" y="164837"/>
                </a:lnTo>
                <a:lnTo>
                  <a:pt x="40070" y="164837"/>
                </a:lnTo>
                <a:lnTo>
                  <a:pt x="40070" y="164837"/>
                </a:lnTo>
                <a:lnTo>
                  <a:pt x="40071" y="164837"/>
                </a:lnTo>
                <a:lnTo>
                  <a:pt x="40072" y="164837"/>
                </a:lnTo>
                <a:lnTo>
                  <a:pt x="40072" y="164837"/>
                </a:lnTo>
                <a:lnTo>
                  <a:pt x="40073" y="164837"/>
                </a:lnTo>
                <a:lnTo>
                  <a:pt x="40074" y="164837"/>
                </a:lnTo>
                <a:lnTo>
                  <a:pt x="40074" y="164837"/>
                </a:lnTo>
                <a:lnTo>
                  <a:pt x="40075" y="164837"/>
                </a:lnTo>
                <a:lnTo>
                  <a:pt x="40076" y="164837"/>
                </a:lnTo>
                <a:lnTo>
                  <a:pt x="40076" y="164837"/>
                </a:lnTo>
                <a:lnTo>
                  <a:pt x="40077" y="164837"/>
                </a:lnTo>
                <a:lnTo>
                  <a:pt x="40078" y="164837"/>
                </a:lnTo>
                <a:lnTo>
                  <a:pt x="40078" y="164837"/>
                </a:lnTo>
                <a:lnTo>
                  <a:pt x="40079" y="164837"/>
                </a:lnTo>
                <a:lnTo>
                  <a:pt x="40080" y="164837"/>
                </a:lnTo>
                <a:lnTo>
                  <a:pt x="40080" y="164837"/>
                </a:lnTo>
                <a:lnTo>
                  <a:pt x="40081" y="164837"/>
                </a:lnTo>
                <a:lnTo>
                  <a:pt x="40082" y="164837"/>
                </a:lnTo>
                <a:lnTo>
                  <a:pt x="40082" y="164837"/>
                </a:lnTo>
                <a:lnTo>
                  <a:pt x="40083" y="164837"/>
                </a:lnTo>
                <a:lnTo>
                  <a:pt x="40083" y="164837"/>
                </a:lnTo>
                <a:lnTo>
                  <a:pt x="40084" y="164837"/>
                </a:lnTo>
                <a:lnTo>
                  <a:pt x="40085" y="164837"/>
                </a:lnTo>
                <a:lnTo>
                  <a:pt x="40085" y="164837"/>
                </a:lnTo>
                <a:lnTo>
                  <a:pt x="40086" y="164837"/>
                </a:lnTo>
                <a:lnTo>
                  <a:pt x="40087" y="164837"/>
                </a:lnTo>
                <a:lnTo>
                  <a:pt x="40087" y="164837"/>
                </a:lnTo>
                <a:lnTo>
                  <a:pt x="40088" y="164837"/>
                </a:lnTo>
                <a:lnTo>
                  <a:pt x="40089" y="164837"/>
                </a:lnTo>
                <a:lnTo>
                  <a:pt x="40089" y="164837"/>
                </a:lnTo>
                <a:lnTo>
                  <a:pt x="40090" y="164837"/>
                </a:lnTo>
                <a:lnTo>
                  <a:pt x="40091" y="164837"/>
                </a:lnTo>
                <a:lnTo>
                  <a:pt x="40091" y="164837"/>
                </a:lnTo>
                <a:lnTo>
                  <a:pt x="40092" y="164837"/>
                </a:lnTo>
                <a:lnTo>
                  <a:pt x="40093" y="164837"/>
                </a:lnTo>
                <a:lnTo>
                  <a:pt x="40093" y="164837"/>
                </a:lnTo>
                <a:lnTo>
                  <a:pt x="40094" y="164837"/>
                </a:lnTo>
                <a:lnTo>
                  <a:pt x="40095" y="164837"/>
                </a:lnTo>
                <a:lnTo>
                  <a:pt x="40095" y="164837"/>
                </a:lnTo>
                <a:lnTo>
                  <a:pt x="40096" y="164837"/>
                </a:lnTo>
                <a:lnTo>
                  <a:pt x="40097" y="164837"/>
                </a:lnTo>
                <a:lnTo>
                  <a:pt x="40097" y="164837"/>
                </a:lnTo>
                <a:lnTo>
                  <a:pt x="40098" y="164837"/>
                </a:lnTo>
                <a:lnTo>
                  <a:pt x="40098" y="164837"/>
                </a:lnTo>
                <a:lnTo>
                  <a:pt x="40099" y="164837"/>
                </a:lnTo>
                <a:lnTo>
                  <a:pt x="40100" y="164837"/>
                </a:lnTo>
                <a:lnTo>
                  <a:pt x="40100" y="164837"/>
                </a:lnTo>
                <a:lnTo>
                  <a:pt x="40101" y="164837"/>
                </a:lnTo>
                <a:lnTo>
                  <a:pt x="40102" y="164837"/>
                </a:lnTo>
                <a:lnTo>
                  <a:pt x="40102" y="164837"/>
                </a:lnTo>
                <a:lnTo>
                  <a:pt x="40103" y="164837"/>
                </a:lnTo>
                <a:lnTo>
                  <a:pt x="40104" y="164837"/>
                </a:lnTo>
                <a:lnTo>
                  <a:pt x="40104" y="164837"/>
                </a:lnTo>
                <a:lnTo>
                  <a:pt x="40105" y="164837"/>
                </a:lnTo>
                <a:lnTo>
                  <a:pt x="40106" y="164837"/>
                </a:lnTo>
                <a:lnTo>
                  <a:pt x="40106" y="164837"/>
                </a:lnTo>
                <a:lnTo>
                  <a:pt x="40107" y="164837"/>
                </a:lnTo>
                <a:lnTo>
                  <a:pt x="40108" y="164837"/>
                </a:lnTo>
                <a:lnTo>
                  <a:pt x="40108" y="164837"/>
                </a:lnTo>
                <a:lnTo>
                  <a:pt x="40109" y="164837"/>
                </a:lnTo>
                <a:lnTo>
                  <a:pt x="40110" y="164837"/>
                </a:lnTo>
                <a:lnTo>
                  <a:pt x="40110" y="164837"/>
                </a:lnTo>
                <a:lnTo>
                  <a:pt x="40111" y="164837"/>
                </a:lnTo>
                <a:lnTo>
                  <a:pt x="40111" y="164837"/>
                </a:lnTo>
                <a:lnTo>
                  <a:pt x="40112" y="164837"/>
                </a:lnTo>
                <a:lnTo>
                  <a:pt x="40113" y="164837"/>
                </a:lnTo>
                <a:lnTo>
                  <a:pt x="40113" y="164837"/>
                </a:lnTo>
                <a:lnTo>
                  <a:pt x="40114" y="164837"/>
                </a:lnTo>
                <a:lnTo>
                  <a:pt x="40115" y="164837"/>
                </a:lnTo>
                <a:lnTo>
                  <a:pt x="40115" y="164837"/>
                </a:lnTo>
                <a:lnTo>
                  <a:pt x="40116" y="164837"/>
                </a:lnTo>
                <a:lnTo>
                  <a:pt x="40117" y="164837"/>
                </a:lnTo>
                <a:lnTo>
                  <a:pt x="40117" y="164837"/>
                </a:lnTo>
                <a:lnTo>
                  <a:pt x="40118" y="164837"/>
                </a:lnTo>
                <a:lnTo>
                  <a:pt x="40119" y="164837"/>
                </a:lnTo>
                <a:lnTo>
                  <a:pt x="40119" y="164837"/>
                </a:lnTo>
                <a:lnTo>
                  <a:pt x="40120" y="164837"/>
                </a:lnTo>
                <a:lnTo>
                  <a:pt x="40121" y="164837"/>
                </a:lnTo>
                <a:lnTo>
                  <a:pt x="40121" y="164837"/>
                </a:lnTo>
                <a:lnTo>
                  <a:pt x="40122" y="164837"/>
                </a:lnTo>
                <a:lnTo>
                  <a:pt x="40123" y="164837"/>
                </a:lnTo>
                <a:lnTo>
                  <a:pt x="40123" y="164837"/>
                </a:lnTo>
                <a:lnTo>
                  <a:pt x="40124" y="164837"/>
                </a:lnTo>
                <a:lnTo>
                  <a:pt x="40125" y="164837"/>
                </a:lnTo>
                <a:lnTo>
                  <a:pt x="40125" y="164837"/>
                </a:lnTo>
                <a:lnTo>
                  <a:pt x="40126" y="164837"/>
                </a:lnTo>
                <a:lnTo>
                  <a:pt x="40126" y="164837"/>
                </a:lnTo>
                <a:lnTo>
                  <a:pt x="40127" y="164837"/>
                </a:lnTo>
                <a:lnTo>
                  <a:pt x="40128" y="164837"/>
                </a:lnTo>
                <a:lnTo>
                  <a:pt x="40128" y="164837"/>
                </a:lnTo>
                <a:lnTo>
                  <a:pt x="40129" y="164837"/>
                </a:lnTo>
                <a:lnTo>
                  <a:pt x="40130" y="164837"/>
                </a:lnTo>
                <a:lnTo>
                  <a:pt x="40130" y="164837"/>
                </a:lnTo>
                <a:lnTo>
                  <a:pt x="40131" y="164837"/>
                </a:lnTo>
                <a:lnTo>
                  <a:pt x="40132" y="164837"/>
                </a:lnTo>
                <a:lnTo>
                  <a:pt x="40132" y="164837"/>
                </a:lnTo>
                <a:lnTo>
                  <a:pt x="40133" y="164837"/>
                </a:lnTo>
                <a:lnTo>
                  <a:pt x="40134" y="164837"/>
                </a:lnTo>
                <a:lnTo>
                  <a:pt x="40134" y="164837"/>
                </a:lnTo>
                <a:lnTo>
                  <a:pt x="40135" y="164837"/>
                </a:lnTo>
                <a:lnTo>
                  <a:pt x="40136" y="164837"/>
                </a:lnTo>
                <a:lnTo>
                  <a:pt x="40136" y="164837"/>
                </a:lnTo>
                <a:lnTo>
                  <a:pt x="40137" y="164837"/>
                </a:lnTo>
                <a:lnTo>
                  <a:pt x="40138" y="164837"/>
                </a:lnTo>
                <a:lnTo>
                  <a:pt x="40138" y="164837"/>
                </a:lnTo>
                <a:lnTo>
                  <a:pt x="40139" y="164837"/>
                </a:lnTo>
                <a:lnTo>
                  <a:pt x="40140" y="164837"/>
                </a:lnTo>
                <a:lnTo>
                  <a:pt x="40140" y="164837"/>
                </a:lnTo>
                <a:lnTo>
                  <a:pt x="40141" y="164837"/>
                </a:lnTo>
                <a:lnTo>
                  <a:pt x="40142" y="164837"/>
                </a:lnTo>
                <a:lnTo>
                  <a:pt x="40142" y="164837"/>
                </a:lnTo>
                <a:lnTo>
                  <a:pt x="40143" y="164837"/>
                </a:lnTo>
                <a:lnTo>
                  <a:pt x="40143" y="164837"/>
                </a:lnTo>
                <a:lnTo>
                  <a:pt x="40144" y="164837"/>
                </a:lnTo>
                <a:lnTo>
                  <a:pt x="40145" y="164837"/>
                </a:lnTo>
                <a:lnTo>
                  <a:pt x="40145" y="164837"/>
                </a:lnTo>
                <a:lnTo>
                  <a:pt x="40146" y="164837"/>
                </a:lnTo>
                <a:lnTo>
                  <a:pt x="40147" y="164837"/>
                </a:lnTo>
                <a:lnTo>
                  <a:pt x="40147" y="164837"/>
                </a:lnTo>
                <a:lnTo>
                  <a:pt x="40148" y="164837"/>
                </a:lnTo>
                <a:lnTo>
                  <a:pt x="40149" y="164837"/>
                </a:lnTo>
                <a:lnTo>
                  <a:pt x="40149" y="164837"/>
                </a:lnTo>
                <a:lnTo>
                  <a:pt x="40150" y="164837"/>
                </a:lnTo>
                <a:lnTo>
                  <a:pt x="40151" y="164837"/>
                </a:lnTo>
                <a:lnTo>
                  <a:pt x="40151" y="164837"/>
                </a:lnTo>
                <a:lnTo>
                  <a:pt x="40152" y="164837"/>
                </a:lnTo>
                <a:lnTo>
                  <a:pt x="40153" y="164837"/>
                </a:lnTo>
                <a:lnTo>
                  <a:pt x="40153" y="164837"/>
                </a:lnTo>
                <a:lnTo>
                  <a:pt x="40154" y="164837"/>
                </a:lnTo>
                <a:lnTo>
                  <a:pt x="40155" y="164837"/>
                </a:lnTo>
                <a:lnTo>
                  <a:pt x="40155" y="164837"/>
                </a:lnTo>
                <a:lnTo>
                  <a:pt x="40156" y="164837"/>
                </a:lnTo>
                <a:lnTo>
                  <a:pt x="40157" y="164837"/>
                </a:lnTo>
                <a:lnTo>
                  <a:pt x="40157" y="164837"/>
                </a:lnTo>
                <a:lnTo>
                  <a:pt x="40158" y="164837"/>
                </a:lnTo>
                <a:lnTo>
                  <a:pt x="40159" y="164837"/>
                </a:lnTo>
                <a:lnTo>
                  <a:pt x="40159" y="164837"/>
                </a:lnTo>
                <a:lnTo>
                  <a:pt x="40160" y="164837"/>
                </a:lnTo>
                <a:lnTo>
                  <a:pt x="40160" y="164837"/>
                </a:lnTo>
                <a:lnTo>
                  <a:pt x="40161" y="164837"/>
                </a:lnTo>
                <a:lnTo>
                  <a:pt x="40162" y="164837"/>
                </a:lnTo>
                <a:lnTo>
                  <a:pt x="40162" y="164837"/>
                </a:lnTo>
                <a:lnTo>
                  <a:pt x="40163" y="164837"/>
                </a:lnTo>
                <a:lnTo>
                  <a:pt x="40164" y="164837"/>
                </a:lnTo>
                <a:lnTo>
                  <a:pt x="40164" y="164837"/>
                </a:lnTo>
                <a:lnTo>
                  <a:pt x="40165" y="164837"/>
                </a:lnTo>
                <a:lnTo>
                  <a:pt x="40166" y="164837"/>
                </a:lnTo>
                <a:lnTo>
                  <a:pt x="40166" y="164837"/>
                </a:lnTo>
                <a:lnTo>
                  <a:pt x="40167" y="164837"/>
                </a:lnTo>
                <a:lnTo>
                  <a:pt x="40168" y="164837"/>
                </a:lnTo>
                <a:lnTo>
                  <a:pt x="40168" y="164837"/>
                </a:lnTo>
                <a:lnTo>
                  <a:pt x="40169" y="164837"/>
                </a:lnTo>
                <a:lnTo>
                  <a:pt x="40170" y="164837"/>
                </a:lnTo>
                <a:lnTo>
                  <a:pt x="40170" y="164837"/>
                </a:lnTo>
                <a:lnTo>
                  <a:pt x="40171" y="164837"/>
                </a:lnTo>
                <a:lnTo>
                  <a:pt x="40172" y="164837"/>
                </a:lnTo>
                <a:lnTo>
                  <a:pt x="40172" y="164837"/>
                </a:lnTo>
                <a:lnTo>
                  <a:pt x="40173" y="164837"/>
                </a:lnTo>
                <a:lnTo>
                  <a:pt x="40174" y="164837"/>
                </a:lnTo>
                <a:lnTo>
                  <a:pt x="40174" y="164837"/>
                </a:lnTo>
                <a:lnTo>
                  <a:pt x="40175" y="164837"/>
                </a:lnTo>
                <a:lnTo>
                  <a:pt x="40176" y="164837"/>
                </a:lnTo>
                <a:lnTo>
                  <a:pt x="40176" y="164837"/>
                </a:lnTo>
                <a:lnTo>
                  <a:pt x="40177" y="164837"/>
                </a:lnTo>
                <a:lnTo>
                  <a:pt x="40177" y="164837"/>
                </a:lnTo>
                <a:lnTo>
                  <a:pt x="40178" y="164837"/>
                </a:lnTo>
                <a:lnTo>
                  <a:pt x="40179" y="164837"/>
                </a:lnTo>
                <a:lnTo>
                  <a:pt x="40179" y="164837"/>
                </a:lnTo>
                <a:lnTo>
                  <a:pt x="40180" y="164837"/>
                </a:lnTo>
                <a:lnTo>
                  <a:pt x="40181" y="164837"/>
                </a:lnTo>
                <a:lnTo>
                  <a:pt x="40181" y="164837"/>
                </a:lnTo>
                <a:lnTo>
                  <a:pt x="40182" y="164837"/>
                </a:lnTo>
                <a:lnTo>
                  <a:pt x="40183" y="164837"/>
                </a:lnTo>
                <a:lnTo>
                  <a:pt x="40183" y="164837"/>
                </a:lnTo>
                <a:lnTo>
                  <a:pt x="40184" y="164837"/>
                </a:lnTo>
                <a:lnTo>
                  <a:pt x="40185" y="164837"/>
                </a:lnTo>
                <a:lnTo>
                  <a:pt x="40185" y="164837"/>
                </a:lnTo>
                <a:lnTo>
                  <a:pt x="40186" y="164837"/>
                </a:lnTo>
                <a:lnTo>
                  <a:pt x="40187" y="164837"/>
                </a:lnTo>
                <a:lnTo>
                  <a:pt x="40187" y="164837"/>
                </a:lnTo>
                <a:lnTo>
                  <a:pt x="40188" y="164837"/>
                </a:lnTo>
                <a:lnTo>
                  <a:pt x="40189" y="164837"/>
                </a:lnTo>
                <a:lnTo>
                  <a:pt x="40189" y="164837"/>
                </a:lnTo>
                <a:lnTo>
                  <a:pt x="40190" y="164837"/>
                </a:lnTo>
                <a:lnTo>
                  <a:pt x="40191" y="164837"/>
                </a:lnTo>
                <a:lnTo>
                  <a:pt x="40191" y="164837"/>
                </a:lnTo>
                <a:lnTo>
                  <a:pt x="40192" y="164837"/>
                </a:lnTo>
                <a:lnTo>
                  <a:pt x="40193" y="164837"/>
                </a:lnTo>
                <a:lnTo>
                  <a:pt x="40193" y="164837"/>
                </a:lnTo>
                <a:lnTo>
                  <a:pt x="40194" y="164837"/>
                </a:lnTo>
                <a:lnTo>
                  <a:pt x="40195" y="164837"/>
                </a:lnTo>
                <a:lnTo>
                  <a:pt x="40195" y="164837"/>
                </a:lnTo>
                <a:lnTo>
                  <a:pt x="40196" y="164837"/>
                </a:lnTo>
                <a:lnTo>
                  <a:pt x="40196" y="164837"/>
                </a:lnTo>
                <a:lnTo>
                  <a:pt x="40197" y="164837"/>
                </a:lnTo>
                <a:lnTo>
                  <a:pt x="40198" y="164837"/>
                </a:lnTo>
                <a:lnTo>
                  <a:pt x="40198" y="164837"/>
                </a:lnTo>
                <a:lnTo>
                  <a:pt x="40199" y="164837"/>
                </a:lnTo>
                <a:lnTo>
                  <a:pt x="40200" y="164837"/>
                </a:lnTo>
                <a:lnTo>
                  <a:pt x="40200" y="164837"/>
                </a:lnTo>
                <a:lnTo>
                  <a:pt x="40201" y="164837"/>
                </a:lnTo>
                <a:lnTo>
                  <a:pt x="40202" y="164837"/>
                </a:lnTo>
                <a:lnTo>
                  <a:pt x="40202" y="164837"/>
                </a:lnTo>
                <a:lnTo>
                  <a:pt x="40203" y="164837"/>
                </a:lnTo>
                <a:lnTo>
                  <a:pt x="40204" y="164837"/>
                </a:lnTo>
                <a:lnTo>
                  <a:pt x="40204" y="164837"/>
                </a:lnTo>
                <a:lnTo>
                  <a:pt x="40205" y="164837"/>
                </a:lnTo>
                <a:lnTo>
                  <a:pt x="40206" y="164837"/>
                </a:lnTo>
                <a:lnTo>
                  <a:pt x="40206" y="164837"/>
                </a:lnTo>
                <a:lnTo>
                  <a:pt x="40207" y="164837"/>
                </a:lnTo>
                <a:lnTo>
                  <a:pt x="40208" y="164837"/>
                </a:lnTo>
                <a:lnTo>
                  <a:pt x="40208" y="164837"/>
                </a:lnTo>
                <a:lnTo>
                  <a:pt x="40209" y="164837"/>
                </a:lnTo>
                <a:lnTo>
                  <a:pt x="40210" y="164837"/>
                </a:lnTo>
                <a:lnTo>
                  <a:pt x="40210" y="164837"/>
                </a:lnTo>
                <a:lnTo>
                  <a:pt x="40211" y="164837"/>
                </a:lnTo>
                <a:lnTo>
                  <a:pt x="40212" y="164837"/>
                </a:lnTo>
                <a:lnTo>
                  <a:pt x="40212" y="164837"/>
                </a:lnTo>
                <a:lnTo>
                  <a:pt x="40213" y="164837"/>
                </a:lnTo>
                <a:lnTo>
                  <a:pt x="40214" y="164837"/>
                </a:lnTo>
                <a:lnTo>
                  <a:pt x="40214" y="164837"/>
                </a:lnTo>
                <a:lnTo>
                  <a:pt x="40215" y="164837"/>
                </a:lnTo>
                <a:lnTo>
                  <a:pt x="40216" y="164837"/>
                </a:lnTo>
                <a:lnTo>
                  <a:pt x="40216" y="164837"/>
                </a:lnTo>
                <a:lnTo>
                  <a:pt x="40217" y="164837"/>
                </a:lnTo>
                <a:lnTo>
                  <a:pt x="40217" y="164837"/>
                </a:lnTo>
                <a:lnTo>
                  <a:pt x="40218" y="164837"/>
                </a:lnTo>
                <a:lnTo>
                  <a:pt x="40219" y="164837"/>
                </a:lnTo>
                <a:lnTo>
                  <a:pt x="40219" y="164837"/>
                </a:lnTo>
                <a:lnTo>
                  <a:pt x="40220" y="164837"/>
                </a:lnTo>
                <a:lnTo>
                  <a:pt x="40221" y="164837"/>
                </a:lnTo>
                <a:lnTo>
                  <a:pt x="40221" y="164837"/>
                </a:lnTo>
                <a:lnTo>
                  <a:pt x="40222" y="164837"/>
                </a:lnTo>
                <a:lnTo>
                  <a:pt x="40223" y="164837"/>
                </a:lnTo>
                <a:lnTo>
                  <a:pt x="40223" y="164837"/>
                </a:lnTo>
                <a:lnTo>
                  <a:pt x="40224" y="164837"/>
                </a:lnTo>
                <a:lnTo>
                  <a:pt x="40225" y="164837"/>
                </a:lnTo>
                <a:lnTo>
                  <a:pt x="40225" y="164837"/>
                </a:lnTo>
                <a:lnTo>
                  <a:pt x="40226" y="164837"/>
                </a:lnTo>
                <a:lnTo>
                  <a:pt x="40227" y="164837"/>
                </a:lnTo>
                <a:lnTo>
                  <a:pt x="40227" y="164837"/>
                </a:lnTo>
                <a:lnTo>
                  <a:pt x="40228" y="164837"/>
                </a:lnTo>
                <a:lnTo>
                  <a:pt x="40229" y="164837"/>
                </a:lnTo>
                <a:lnTo>
                  <a:pt x="40229" y="164837"/>
                </a:lnTo>
                <a:lnTo>
                  <a:pt x="40230" y="164837"/>
                </a:lnTo>
                <a:lnTo>
                  <a:pt x="40231" y="164837"/>
                </a:lnTo>
                <a:lnTo>
                  <a:pt x="40231" y="164837"/>
                </a:lnTo>
                <a:lnTo>
                  <a:pt x="40232" y="164837"/>
                </a:lnTo>
                <a:lnTo>
                  <a:pt x="40233" y="164837"/>
                </a:lnTo>
                <a:lnTo>
                  <a:pt x="40233" y="164837"/>
                </a:lnTo>
                <a:lnTo>
                  <a:pt x="40234" y="164837"/>
                </a:lnTo>
                <a:lnTo>
                  <a:pt x="40235" y="164837"/>
                </a:lnTo>
                <a:lnTo>
                  <a:pt x="40235" y="164837"/>
                </a:lnTo>
                <a:lnTo>
                  <a:pt x="40236" y="164837"/>
                </a:lnTo>
                <a:lnTo>
                  <a:pt x="40237" y="164837"/>
                </a:lnTo>
                <a:lnTo>
                  <a:pt x="40237" y="164837"/>
                </a:lnTo>
                <a:lnTo>
                  <a:pt x="40238" y="164837"/>
                </a:lnTo>
                <a:lnTo>
                  <a:pt x="40239" y="164837"/>
                </a:lnTo>
                <a:lnTo>
                  <a:pt x="40239" y="164837"/>
                </a:lnTo>
                <a:lnTo>
                  <a:pt x="40240" y="164837"/>
                </a:lnTo>
                <a:lnTo>
                  <a:pt x="40240" y="164837"/>
                </a:lnTo>
                <a:lnTo>
                  <a:pt x="40241" y="164837"/>
                </a:lnTo>
                <a:lnTo>
                  <a:pt x="40242" y="164837"/>
                </a:lnTo>
                <a:lnTo>
                  <a:pt x="40242" y="164837"/>
                </a:lnTo>
                <a:lnTo>
                  <a:pt x="40243" y="164837"/>
                </a:lnTo>
                <a:lnTo>
                  <a:pt x="40244" y="164837"/>
                </a:lnTo>
                <a:lnTo>
                  <a:pt x="40244" y="164837"/>
                </a:lnTo>
                <a:lnTo>
                  <a:pt x="40245" y="164837"/>
                </a:lnTo>
                <a:lnTo>
                  <a:pt x="40246" y="164837"/>
                </a:lnTo>
                <a:lnTo>
                  <a:pt x="40246" y="164837"/>
                </a:lnTo>
                <a:lnTo>
                  <a:pt x="40247" y="164837"/>
                </a:lnTo>
                <a:lnTo>
                  <a:pt x="40248" y="164837"/>
                </a:lnTo>
                <a:lnTo>
                  <a:pt x="40248" y="164837"/>
                </a:lnTo>
                <a:lnTo>
                  <a:pt x="40249" y="164837"/>
                </a:lnTo>
                <a:lnTo>
                  <a:pt x="40250" y="164837"/>
                </a:lnTo>
                <a:lnTo>
                  <a:pt x="40250" y="164837"/>
                </a:lnTo>
                <a:lnTo>
                  <a:pt x="40251" y="164837"/>
                </a:lnTo>
                <a:lnTo>
                  <a:pt x="40252" y="164837"/>
                </a:lnTo>
                <a:lnTo>
                  <a:pt x="40252" y="164837"/>
                </a:lnTo>
                <a:lnTo>
                  <a:pt x="40253" y="164837"/>
                </a:lnTo>
                <a:lnTo>
                  <a:pt x="40254" y="164837"/>
                </a:lnTo>
                <a:lnTo>
                  <a:pt x="40254" y="164837"/>
                </a:lnTo>
                <a:lnTo>
                  <a:pt x="40255" y="164837"/>
                </a:lnTo>
                <a:lnTo>
                  <a:pt x="40256" y="164837"/>
                </a:lnTo>
                <a:lnTo>
                  <a:pt x="40256" y="164837"/>
                </a:lnTo>
                <a:lnTo>
                  <a:pt x="40257" y="164837"/>
                </a:lnTo>
                <a:lnTo>
                  <a:pt x="40258" y="164837"/>
                </a:lnTo>
                <a:lnTo>
                  <a:pt x="40258" y="164837"/>
                </a:lnTo>
                <a:lnTo>
                  <a:pt x="40259" y="164837"/>
                </a:lnTo>
                <a:lnTo>
                  <a:pt x="40260" y="164837"/>
                </a:lnTo>
                <a:lnTo>
                  <a:pt x="40260" y="164837"/>
                </a:lnTo>
                <a:lnTo>
                  <a:pt x="40261" y="164837"/>
                </a:lnTo>
                <a:lnTo>
                  <a:pt x="40262" y="164837"/>
                </a:lnTo>
                <a:lnTo>
                  <a:pt x="40262" y="164837"/>
                </a:lnTo>
                <a:lnTo>
                  <a:pt x="40263" y="164837"/>
                </a:lnTo>
                <a:lnTo>
                  <a:pt x="40264" y="164837"/>
                </a:lnTo>
                <a:lnTo>
                  <a:pt x="40264" y="164837"/>
                </a:lnTo>
                <a:lnTo>
                  <a:pt x="40265" y="164837"/>
                </a:lnTo>
                <a:lnTo>
                  <a:pt x="40266" y="164837"/>
                </a:lnTo>
                <a:lnTo>
                  <a:pt x="40266" y="164837"/>
                </a:lnTo>
                <a:lnTo>
                  <a:pt x="40267" y="164837"/>
                </a:lnTo>
                <a:lnTo>
                  <a:pt x="40267" y="164837"/>
                </a:lnTo>
                <a:lnTo>
                  <a:pt x="40268" y="164837"/>
                </a:lnTo>
                <a:lnTo>
                  <a:pt x="40269" y="164837"/>
                </a:lnTo>
                <a:lnTo>
                  <a:pt x="40269" y="164837"/>
                </a:lnTo>
                <a:lnTo>
                  <a:pt x="40270" y="164837"/>
                </a:lnTo>
                <a:lnTo>
                  <a:pt x="40271" y="164837"/>
                </a:lnTo>
                <a:lnTo>
                  <a:pt x="40271" y="164837"/>
                </a:lnTo>
                <a:lnTo>
                  <a:pt x="40272" y="164837"/>
                </a:lnTo>
                <a:lnTo>
                  <a:pt x="40273" y="164837"/>
                </a:lnTo>
                <a:lnTo>
                  <a:pt x="40273" y="164837"/>
                </a:lnTo>
                <a:lnTo>
                  <a:pt x="40274" y="164837"/>
                </a:lnTo>
                <a:lnTo>
                  <a:pt x="40275" y="164837"/>
                </a:lnTo>
                <a:lnTo>
                  <a:pt x="40275" y="164837"/>
                </a:lnTo>
                <a:lnTo>
                  <a:pt x="40276" y="164837"/>
                </a:lnTo>
                <a:lnTo>
                  <a:pt x="40277" y="164837"/>
                </a:lnTo>
                <a:lnTo>
                  <a:pt x="40277" y="164837"/>
                </a:lnTo>
                <a:lnTo>
                  <a:pt x="40278" y="164837"/>
                </a:lnTo>
                <a:lnTo>
                  <a:pt x="40279" y="164837"/>
                </a:lnTo>
                <a:lnTo>
                  <a:pt x="40279" y="164837"/>
                </a:lnTo>
                <a:lnTo>
                  <a:pt x="40280" y="164837"/>
                </a:lnTo>
                <a:lnTo>
                  <a:pt x="40281" y="164837"/>
                </a:lnTo>
                <a:lnTo>
                  <a:pt x="40281" y="164837"/>
                </a:lnTo>
                <a:lnTo>
                  <a:pt x="40282" y="164837"/>
                </a:lnTo>
                <a:lnTo>
                  <a:pt x="40283" y="164837"/>
                </a:lnTo>
                <a:lnTo>
                  <a:pt x="40283" y="164837"/>
                </a:lnTo>
                <a:lnTo>
                  <a:pt x="40284" y="164837"/>
                </a:lnTo>
                <a:lnTo>
                  <a:pt x="40285" y="164837"/>
                </a:lnTo>
                <a:lnTo>
                  <a:pt x="40285" y="164837"/>
                </a:lnTo>
                <a:lnTo>
                  <a:pt x="40286" y="164837"/>
                </a:lnTo>
                <a:lnTo>
                  <a:pt x="40287" y="164837"/>
                </a:lnTo>
                <a:lnTo>
                  <a:pt x="40287" y="164837"/>
                </a:lnTo>
                <a:lnTo>
                  <a:pt x="40288" y="164837"/>
                </a:lnTo>
                <a:lnTo>
                  <a:pt x="40289" y="164837"/>
                </a:lnTo>
                <a:lnTo>
                  <a:pt x="40289" y="164837"/>
                </a:lnTo>
                <a:lnTo>
                  <a:pt x="40290" y="164837"/>
                </a:lnTo>
                <a:lnTo>
                  <a:pt x="40291" y="164837"/>
                </a:lnTo>
                <a:lnTo>
                  <a:pt x="40291" y="164837"/>
                </a:lnTo>
                <a:lnTo>
                  <a:pt x="40292" y="164837"/>
                </a:lnTo>
                <a:lnTo>
                  <a:pt x="40293" y="164837"/>
                </a:lnTo>
                <a:lnTo>
                  <a:pt x="40293" y="164837"/>
                </a:lnTo>
                <a:lnTo>
                  <a:pt x="40294" y="164837"/>
                </a:lnTo>
                <a:lnTo>
                  <a:pt x="40295" y="164837"/>
                </a:lnTo>
                <a:lnTo>
                  <a:pt x="40295" y="164837"/>
                </a:lnTo>
                <a:lnTo>
                  <a:pt x="40296" y="164837"/>
                </a:lnTo>
                <a:lnTo>
                  <a:pt x="40297" y="164837"/>
                </a:lnTo>
                <a:lnTo>
                  <a:pt x="40297" y="164837"/>
                </a:lnTo>
                <a:lnTo>
                  <a:pt x="40298" y="164837"/>
                </a:lnTo>
                <a:lnTo>
                  <a:pt x="40298" y="164837"/>
                </a:lnTo>
                <a:lnTo>
                  <a:pt x="40299" y="164837"/>
                </a:lnTo>
                <a:lnTo>
                  <a:pt x="40300" y="164837"/>
                </a:lnTo>
                <a:lnTo>
                  <a:pt x="40300" y="164837"/>
                </a:lnTo>
                <a:lnTo>
                  <a:pt x="40301" y="164837"/>
                </a:lnTo>
                <a:lnTo>
                  <a:pt x="40302" y="164837"/>
                </a:lnTo>
                <a:lnTo>
                  <a:pt x="40302" y="164837"/>
                </a:lnTo>
                <a:lnTo>
                  <a:pt x="40303" y="164837"/>
                </a:lnTo>
                <a:lnTo>
                  <a:pt x="40304" y="164837"/>
                </a:lnTo>
                <a:lnTo>
                  <a:pt x="40304" y="164837"/>
                </a:lnTo>
                <a:lnTo>
                  <a:pt x="40305" y="164837"/>
                </a:lnTo>
                <a:lnTo>
                  <a:pt x="40306" y="164837"/>
                </a:lnTo>
                <a:lnTo>
                  <a:pt x="40306" y="164837"/>
                </a:lnTo>
                <a:lnTo>
                  <a:pt x="40307" y="164837"/>
                </a:lnTo>
                <a:lnTo>
                  <a:pt x="40308" y="164837"/>
                </a:lnTo>
                <a:lnTo>
                  <a:pt x="40308" y="164837"/>
                </a:lnTo>
                <a:lnTo>
                  <a:pt x="40309" y="164837"/>
                </a:lnTo>
                <a:lnTo>
                  <a:pt x="40310" y="164837"/>
                </a:lnTo>
                <a:lnTo>
                  <a:pt x="40310" y="164837"/>
                </a:lnTo>
                <a:lnTo>
                  <a:pt x="40311" y="164837"/>
                </a:lnTo>
                <a:lnTo>
                  <a:pt x="40312" y="164837"/>
                </a:lnTo>
                <a:lnTo>
                  <a:pt x="40312" y="164837"/>
                </a:lnTo>
                <a:lnTo>
                  <a:pt x="40313" y="164837"/>
                </a:lnTo>
                <a:lnTo>
                  <a:pt x="40314" y="164837"/>
                </a:lnTo>
                <a:lnTo>
                  <a:pt x="40314" y="164837"/>
                </a:lnTo>
                <a:lnTo>
                  <a:pt x="40315" y="164837"/>
                </a:lnTo>
                <a:lnTo>
                  <a:pt x="40316" y="164837"/>
                </a:lnTo>
                <a:lnTo>
                  <a:pt x="40316" y="164837"/>
                </a:lnTo>
                <a:lnTo>
                  <a:pt x="40317" y="164837"/>
                </a:lnTo>
                <a:lnTo>
                  <a:pt x="40318" y="164837"/>
                </a:lnTo>
                <a:lnTo>
                  <a:pt x="40318" y="164837"/>
                </a:lnTo>
                <a:lnTo>
                  <a:pt x="40319" y="164837"/>
                </a:lnTo>
                <a:lnTo>
                  <a:pt x="40320" y="164837"/>
                </a:lnTo>
                <a:lnTo>
                  <a:pt x="40320" y="164837"/>
                </a:lnTo>
                <a:lnTo>
                  <a:pt x="40321" y="164837"/>
                </a:lnTo>
                <a:lnTo>
                  <a:pt x="40322" y="164837"/>
                </a:lnTo>
                <a:lnTo>
                  <a:pt x="40322" y="164837"/>
                </a:lnTo>
                <a:lnTo>
                  <a:pt x="40323" y="164837"/>
                </a:lnTo>
                <a:lnTo>
                  <a:pt x="40324" y="164837"/>
                </a:lnTo>
                <a:lnTo>
                  <a:pt x="40324" y="164837"/>
                </a:lnTo>
                <a:lnTo>
                  <a:pt x="40325" y="164837"/>
                </a:lnTo>
                <a:lnTo>
                  <a:pt x="40326" y="164837"/>
                </a:lnTo>
                <a:lnTo>
                  <a:pt x="40326" y="164837"/>
                </a:lnTo>
                <a:lnTo>
                  <a:pt x="40327" y="164837"/>
                </a:lnTo>
                <a:lnTo>
                  <a:pt x="40328" y="164837"/>
                </a:lnTo>
                <a:lnTo>
                  <a:pt x="40328" y="164837"/>
                </a:lnTo>
                <a:lnTo>
                  <a:pt x="40329" y="164837"/>
                </a:lnTo>
                <a:lnTo>
                  <a:pt x="40330" y="164837"/>
                </a:lnTo>
                <a:lnTo>
                  <a:pt x="40330" y="164837"/>
                </a:lnTo>
                <a:lnTo>
                  <a:pt x="40331" y="164837"/>
                </a:lnTo>
                <a:lnTo>
                  <a:pt x="40332" y="164837"/>
                </a:lnTo>
                <a:lnTo>
                  <a:pt x="40332" y="164837"/>
                </a:lnTo>
                <a:lnTo>
                  <a:pt x="40333" y="164837"/>
                </a:lnTo>
                <a:lnTo>
                  <a:pt x="40334" y="164837"/>
                </a:lnTo>
                <a:lnTo>
                  <a:pt x="40334" y="164837"/>
                </a:lnTo>
                <a:lnTo>
                  <a:pt x="40335" y="164837"/>
                </a:lnTo>
                <a:lnTo>
                  <a:pt x="40336" y="164837"/>
                </a:lnTo>
                <a:lnTo>
                  <a:pt x="40336" y="164837"/>
                </a:lnTo>
                <a:lnTo>
                  <a:pt x="40337" y="164837"/>
                </a:lnTo>
                <a:lnTo>
                  <a:pt x="40338" y="164837"/>
                </a:lnTo>
                <a:lnTo>
                  <a:pt x="40338" y="164837"/>
                </a:lnTo>
                <a:lnTo>
                  <a:pt x="40339" y="164837"/>
                </a:lnTo>
                <a:lnTo>
                  <a:pt x="40339" y="164837"/>
                </a:lnTo>
                <a:lnTo>
                  <a:pt x="40340" y="164837"/>
                </a:lnTo>
                <a:lnTo>
                  <a:pt x="40341" y="164837"/>
                </a:lnTo>
                <a:lnTo>
                  <a:pt x="40341" y="164837"/>
                </a:lnTo>
                <a:lnTo>
                  <a:pt x="40342" y="164837"/>
                </a:lnTo>
                <a:lnTo>
                  <a:pt x="40343" y="164837"/>
                </a:lnTo>
                <a:lnTo>
                  <a:pt x="40343" y="164837"/>
                </a:lnTo>
                <a:lnTo>
                  <a:pt x="40344" y="164837"/>
                </a:lnTo>
                <a:lnTo>
                  <a:pt x="40345" y="164837"/>
                </a:lnTo>
                <a:lnTo>
                  <a:pt x="40345" y="164837"/>
                </a:lnTo>
                <a:lnTo>
                  <a:pt x="40346" y="164837"/>
                </a:lnTo>
                <a:lnTo>
                  <a:pt x="40347" y="164837"/>
                </a:lnTo>
                <a:lnTo>
                  <a:pt x="40347" y="164837"/>
                </a:lnTo>
                <a:lnTo>
                  <a:pt x="40348" y="164837"/>
                </a:lnTo>
                <a:lnTo>
                  <a:pt x="40349" y="164837"/>
                </a:lnTo>
                <a:lnTo>
                  <a:pt x="40349" y="164837"/>
                </a:lnTo>
                <a:lnTo>
                  <a:pt x="40350" y="164837"/>
                </a:lnTo>
                <a:lnTo>
                  <a:pt x="40351" y="164837"/>
                </a:lnTo>
                <a:lnTo>
                  <a:pt x="40351" y="164837"/>
                </a:lnTo>
                <a:lnTo>
                  <a:pt x="40352" y="164837"/>
                </a:lnTo>
                <a:lnTo>
                  <a:pt x="40353" y="164837"/>
                </a:lnTo>
                <a:lnTo>
                  <a:pt x="40353" y="164837"/>
                </a:lnTo>
                <a:lnTo>
                  <a:pt x="40354" y="164837"/>
                </a:lnTo>
                <a:lnTo>
                  <a:pt x="40355" y="164837"/>
                </a:lnTo>
                <a:lnTo>
                  <a:pt x="40355" y="164837"/>
                </a:lnTo>
                <a:lnTo>
                  <a:pt x="40356" y="164837"/>
                </a:lnTo>
                <a:lnTo>
                  <a:pt x="40357" y="164837"/>
                </a:lnTo>
                <a:lnTo>
                  <a:pt x="40357" y="164837"/>
                </a:lnTo>
                <a:lnTo>
                  <a:pt x="40358" y="164837"/>
                </a:lnTo>
                <a:lnTo>
                  <a:pt x="40359" y="164837"/>
                </a:lnTo>
                <a:lnTo>
                  <a:pt x="40359" y="164837"/>
                </a:lnTo>
                <a:lnTo>
                  <a:pt x="40360" y="164837"/>
                </a:lnTo>
                <a:lnTo>
                  <a:pt x="40361" y="164837"/>
                </a:lnTo>
                <a:lnTo>
                  <a:pt x="40361" y="164837"/>
                </a:lnTo>
                <a:lnTo>
                  <a:pt x="40362" y="164837"/>
                </a:lnTo>
                <a:lnTo>
                  <a:pt x="40363" y="164837"/>
                </a:lnTo>
                <a:lnTo>
                  <a:pt x="40363" y="164837"/>
                </a:lnTo>
                <a:lnTo>
                  <a:pt x="40364" y="164837"/>
                </a:lnTo>
                <a:lnTo>
                  <a:pt x="40365" y="164837"/>
                </a:lnTo>
                <a:lnTo>
                  <a:pt x="40365" y="164837"/>
                </a:lnTo>
                <a:lnTo>
                  <a:pt x="40366" y="164837"/>
                </a:lnTo>
                <a:lnTo>
                  <a:pt x="40367" y="164837"/>
                </a:lnTo>
                <a:lnTo>
                  <a:pt x="40367" y="164837"/>
                </a:lnTo>
                <a:lnTo>
                  <a:pt x="40368" y="164837"/>
                </a:lnTo>
                <a:lnTo>
                  <a:pt x="40369" y="164837"/>
                </a:lnTo>
                <a:lnTo>
                  <a:pt x="40369" y="164837"/>
                </a:lnTo>
                <a:lnTo>
                  <a:pt x="40370" y="164837"/>
                </a:lnTo>
                <a:lnTo>
                  <a:pt x="40371" y="164837"/>
                </a:lnTo>
                <a:lnTo>
                  <a:pt x="40371" y="164837"/>
                </a:lnTo>
                <a:lnTo>
                  <a:pt x="40372" y="164837"/>
                </a:lnTo>
                <a:lnTo>
                  <a:pt x="40373" y="164837"/>
                </a:lnTo>
                <a:lnTo>
                  <a:pt x="40373" y="164837"/>
                </a:lnTo>
                <a:lnTo>
                  <a:pt x="40374" y="164837"/>
                </a:lnTo>
                <a:lnTo>
                  <a:pt x="40375" y="164837"/>
                </a:lnTo>
                <a:lnTo>
                  <a:pt x="40375" y="164837"/>
                </a:lnTo>
                <a:lnTo>
                  <a:pt x="40376" y="164837"/>
                </a:lnTo>
                <a:lnTo>
                  <a:pt x="40377" y="164837"/>
                </a:lnTo>
                <a:lnTo>
                  <a:pt x="40377" y="164837"/>
                </a:lnTo>
                <a:lnTo>
                  <a:pt x="40378" y="164837"/>
                </a:lnTo>
                <a:lnTo>
                  <a:pt x="40379" y="164837"/>
                </a:lnTo>
                <a:lnTo>
                  <a:pt x="40379" y="164837"/>
                </a:lnTo>
                <a:lnTo>
                  <a:pt x="40380" y="164837"/>
                </a:lnTo>
                <a:lnTo>
                  <a:pt x="40381" y="164837"/>
                </a:lnTo>
                <a:lnTo>
                  <a:pt x="40381" y="164837"/>
                </a:lnTo>
                <a:lnTo>
                  <a:pt x="40382" y="164837"/>
                </a:lnTo>
                <a:lnTo>
                  <a:pt x="40383" y="164837"/>
                </a:lnTo>
                <a:lnTo>
                  <a:pt x="40383" y="164837"/>
                </a:lnTo>
                <a:lnTo>
                  <a:pt x="40384" y="164837"/>
                </a:lnTo>
                <a:lnTo>
                  <a:pt x="40385" y="164837"/>
                </a:lnTo>
                <a:lnTo>
                  <a:pt x="40385" y="164837"/>
                </a:lnTo>
                <a:lnTo>
                  <a:pt x="40386" y="164837"/>
                </a:lnTo>
                <a:lnTo>
                  <a:pt x="40387" y="164837"/>
                </a:lnTo>
                <a:lnTo>
                  <a:pt x="40387" y="164837"/>
                </a:lnTo>
                <a:lnTo>
                  <a:pt x="40388" y="164837"/>
                </a:lnTo>
                <a:lnTo>
                  <a:pt x="40389" y="164837"/>
                </a:lnTo>
                <a:lnTo>
                  <a:pt x="40389" y="164837"/>
                </a:lnTo>
                <a:lnTo>
                  <a:pt x="40390" y="164837"/>
                </a:lnTo>
                <a:lnTo>
                  <a:pt x="40391" y="164837"/>
                </a:lnTo>
                <a:lnTo>
                  <a:pt x="40391" y="164837"/>
                </a:lnTo>
                <a:lnTo>
                  <a:pt x="40392" y="164837"/>
                </a:lnTo>
                <a:lnTo>
                  <a:pt x="40393" y="164837"/>
                </a:lnTo>
                <a:lnTo>
                  <a:pt x="40393" y="164837"/>
                </a:lnTo>
                <a:lnTo>
                  <a:pt x="40394" y="164837"/>
                </a:lnTo>
                <a:lnTo>
                  <a:pt x="40395" y="164837"/>
                </a:lnTo>
                <a:lnTo>
                  <a:pt x="40395" y="164837"/>
                </a:lnTo>
                <a:lnTo>
                  <a:pt x="40396" y="164837"/>
                </a:lnTo>
                <a:lnTo>
                  <a:pt x="40397" y="164837"/>
                </a:lnTo>
                <a:lnTo>
                  <a:pt x="40397" y="164837"/>
                </a:lnTo>
                <a:lnTo>
                  <a:pt x="40398" y="164837"/>
                </a:lnTo>
                <a:lnTo>
                  <a:pt x="40399" y="164837"/>
                </a:lnTo>
                <a:lnTo>
                  <a:pt x="40399" y="164837"/>
                </a:lnTo>
                <a:lnTo>
                  <a:pt x="40400" y="164837"/>
                </a:lnTo>
                <a:lnTo>
                  <a:pt x="40401" y="164837"/>
                </a:lnTo>
                <a:lnTo>
                  <a:pt x="40401" y="164837"/>
                </a:lnTo>
                <a:lnTo>
                  <a:pt x="40402" y="164837"/>
                </a:lnTo>
                <a:lnTo>
                  <a:pt x="40403" y="164837"/>
                </a:lnTo>
                <a:lnTo>
                  <a:pt x="40403" y="164837"/>
                </a:lnTo>
                <a:lnTo>
                  <a:pt x="40404" y="164837"/>
                </a:lnTo>
                <a:lnTo>
                  <a:pt x="40405" y="164837"/>
                </a:lnTo>
                <a:lnTo>
                  <a:pt x="40405" y="164837"/>
                </a:lnTo>
                <a:lnTo>
                  <a:pt x="40406" y="164837"/>
                </a:lnTo>
                <a:lnTo>
                  <a:pt x="40407" y="164837"/>
                </a:lnTo>
                <a:lnTo>
                  <a:pt x="40407" y="164837"/>
                </a:lnTo>
                <a:lnTo>
                  <a:pt x="40408" y="164837"/>
                </a:lnTo>
                <a:lnTo>
                  <a:pt x="40409" y="164837"/>
                </a:lnTo>
                <a:lnTo>
                  <a:pt x="40409" y="164837"/>
                </a:lnTo>
                <a:lnTo>
                  <a:pt x="40410" y="164837"/>
                </a:lnTo>
                <a:lnTo>
                  <a:pt x="40411" y="164837"/>
                </a:lnTo>
                <a:lnTo>
                  <a:pt x="40411" y="164837"/>
                </a:lnTo>
                <a:lnTo>
                  <a:pt x="40412" y="164837"/>
                </a:lnTo>
                <a:lnTo>
                  <a:pt x="40413" y="164837"/>
                </a:lnTo>
                <a:lnTo>
                  <a:pt x="40413" y="164837"/>
                </a:lnTo>
                <a:lnTo>
                  <a:pt x="40414" y="164837"/>
                </a:lnTo>
                <a:lnTo>
                  <a:pt x="40415" y="164837"/>
                </a:lnTo>
                <a:lnTo>
                  <a:pt x="40415" y="164837"/>
                </a:lnTo>
                <a:lnTo>
                  <a:pt x="40416" y="164837"/>
                </a:lnTo>
                <a:lnTo>
                  <a:pt x="40417" y="164837"/>
                </a:lnTo>
                <a:lnTo>
                  <a:pt x="40417" y="164837"/>
                </a:lnTo>
                <a:lnTo>
                  <a:pt x="40418" y="164837"/>
                </a:lnTo>
                <a:lnTo>
                  <a:pt x="40419" y="164837"/>
                </a:lnTo>
                <a:lnTo>
                  <a:pt x="40419" y="164837"/>
                </a:lnTo>
                <a:lnTo>
                  <a:pt x="40420" y="164837"/>
                </a:lnTo>
                <a:lnTo>
                  <a:pt x="40421" y="164837"/>
                </a:lnTo>
                <a:lnTo>
                  <a:pt x="40421" y="164837"/>
                </a:lnTo>
                <a:lnTo>
                  <a:pt x="40422" y="164837"/>
                </a:lnTo>
                <a:lnTo>
                  <a:pt x="40422" y="164837"/>
                </a:lnTo>
                <a:lnTo>
                  <a:pt x="40423" y="164837"/>
                </a:lnTo>
                <a:lnTo>
                  <a:pt x="40424" y="164837"/>
                </a:lnTo>
                <a:lnTo>
                  <a:pt x="40424" y="164837"/>
                </a:lnTo>
                <a:lnTo>
                  <a:pt x="40425" y="164837"/>
                </a:lnTo>
                <a:lnTo>
                  <a:pt x="40426" y="164837"/>
                </a:lnTo>
                <a:lnTo>
                  <a:pt x="40426" y="164837"/>
                </a:lnTo>
                <a:lnTo>
                  <a:pt x="40427" y="164837"/>
                </a:lnTo>
                <a:lnTo>
                  <a:pt x="40428" y="164837"/>
                </a:lnTo>
                <a:lnTo>
                  <a:pt x="40428" y="164837"/>
                </a:lnTo>
                <a:lnTo>
                  <a:pt x="40429" y="164837"/>
                </a:lnTo>
                <a:lnTo>
                  <a:pt x="40430" y="164837"/>
                </a:lnTo>
                <a:lnTo>
                  <a:pt x="40430" y="164837"/>
                </a:lnTo>
                <a:lnTo>
                  <a:pt x="40431" y="164837"/>
                </a:lnTo>
                <a:lnTo>
                  <a:pt x="40432" y="164837"/>
                </a:lnTo>
                <a:lnTo>
                  <a:pt x="40432" y="164837"/>
                </a:lnTo>
                <a:lnTo>
                  <a:pt x="40433" y="164837"/>
                </a:lnTo>
                <a:lnTo>
                  <a:pt x="40434" y="164837"/>
                </a:lnTo>
                <a:lnTo>
                  <a:pt x="40434" y="164837"/>
                </a:lnTo>
                <a:lnTo>
                  <a:pt x="40435" y="164837"/>
                </a:lnTo>
                <a:lnTo>
                  <a:pt x="40436" y="164837"/>
                </a:lnTo>
                <a:lnTo>
                  <a:pt x="40436" y="164837"/>
                </a:lnTo>
                <a:lnTo>
                  <a:pt x="40437" y="164837"/>
                </a:lnTo>
                <a:lnTo>
                  <a:pt x="40438" y="164837"/>
                </a:lnTo>
                <a:lnTo>
                  <a:pt x="40438" y="164837"/>
                </a:lnTo>
                <a:lnTo>
                  <a:pt x="40439" y="164837"/>
                </a:lnTo>
                <a:lnTo>
                  <a:pt x="40440" y="164837"/>
                </a:lnTo>
                <a:lnTo>
                  <a:pt x="40440" y="164837"/>
                </a:lnTo>
                <a:lnTo>
                  <a:pt x="40441" y="164837"/>
                </a:lnTo>
                <a:lnTo>
                  <a:pt x="40442" y="164837"/>
                </a:lnTo>
                <a:lnTo>
                  <a:pt x="40442" y="164837"/>
                </a:lnTo>
                <a:lnTo>
                  <a:pt x="40443" y="164837"/>
                </a:lnTo>
                <a:lnTo>
                  <a:pt x="40444" y="164837"/>
                </a:lnTo>
                <a:lnTo>
                  <a:pt x="40444" y="164837"/>
                </a:lnTo>
                <a:lnTo>
                  <a:pt x="40445" y="164837"/>
                </a:lnTo>
                <a:lnTo>
                  <a:pt x="40446" y="164837"/>
                </a:lnTo>
                <a:lnTo>
                  <a:pt x="40446" y="164837"/>
                </a:lnTo>
                <a:lnTo>
                  <a:pt x="40447" y="164837"/>
                </a:lnTo>
                <a:lnTo>
                  <a:pt x="40448" y="164837"/>
                </a:lnTo>
                <a:lnTo>
                  <a:pt x="40448" y="164837"/>
                </a:lnTo>
                <a:lnTo>
                  <a:pt x="40449" y="164837"/>
                </a:lnTo>
                <a:lnTo>
                  <a:pt x="40450" y="164837"/>
                </a:lnTo>
                <a:lnTo>
                  <a:pt x="40450" y="164837"/>
                </a:lnTo>
                <a:lnTo>
                  <a:pt x="40451" y="164837"/>
                </a:lnTo>
                <a:lnTo>
                  <a:pt x="40452" y="164837"/>
                </a:lnTo>
                <a:lnTo>
                  <a:pt x="40452" y="164837"/>
                </a:lnTo>
                <a:lnTo>
                  <a:pt x="40453" y="164837"/>
                </a:lnTo>
                <a:lnTo>
                  <a:pt x="40454" y="164837"/>
                </a:lnTo>
                <a:lnTo>
                  <a:pt x="40455" y="164837"/>
                </a:lnTo>
                <a:lnTo>
                  <a:pt x="40455" y="164837"/>
                </a:lnTo>
                <a:lnTo>
                  <a:pt x="40456" y="164837"/>
                </a:lnTo>
                <a:lnTo>
                  <a:pt x="40457" y="164837"/>
                </a:lnTo>
                <a:lnTo>
                  <a:pt x="40457" y="164837"/>
                </a:lnTo>
                <a:lnTo>
                  <a:pt x="40458" y="164837"/>
                </a:lnTo>
                <a:lnTo>
                  <a:pt x="40459" y="164837"/>
                </a:lnTo>
                <a:lnTo>
                  <a:pt x="40459" y="164837"/>
                </a:lnTo>
                <a:lnTo>
                  <a:pt x="40460" y="164837"/>
                </a:lnTo>
                <a:lnTo>
                  <a:pt x="40461" y="164837"/>
                </a:lnTo>
                <a:lnTo>
                  <a:pt x="40461" y="164837"/>
                </a:lnTo>
                <a:lnTo>
                  <a:pt x="40462" y="164837"/>
                </a:lnTo>
                <a:lnTo>
                  <a:pt x="40463" y="164837"/>
                </a:lnTo>
                <a:lnTo>
                  <a:pt x="40463" y="164837"/>
                </a:lnTo>
                <a:lnTo>
                  <a:pt x="40464" y="164837"/>
                </a:lnTo>
                <a:lnTo>
                  <a:pt x="40465" y="164837"/>
                </a:lnTo>
                <a:lnTo>
                  <a:pt x="40465" y="164837"/>
                </a:lnTo>
                <a:lnTo>
                  <a:pt x="40466" y="164837"/>
                </a:lnTo>
                <a:lnTo>
                  <a:pt x="40467" y="164837"/>
                </a:lnTo>
                <a:lnTo>
                  <a:pt x="40467" y="164837"/>
                </a:lnTo>
                <a:lnTo>
                  <a:pt x="40468" y="164837"/>
                </a:lnTo>
                <a:lnTo>
                  <a:pt x="40469" y="164837"/>
                </a:lnTo>
                <a:lnTo>
                  <a:pt x="40469" y="164837"/>
                </a:lnTo>
                <a:lnTo>
                  <a:pt x="40470" y="164837"/>
                </a:lnTo>
                <a:lnTo>
                  <a:pt x="40471" y="164837"/>
                </a:lnTo>
                <a:lnTo>
                  <a:pt x="40471" y="164837"/>
                </a:lnTo>
                <a:lnTo>
                  <a:pt x="40472" y="164837"/>
                </a:lnTo>
                <a:lnTo>
                  <a:pt x="40473" y="164837"/>
                </a:lnTo>
                <a:lnTo>
                  <a:pt x="40473" y="164837"/>
                </a:lnTo>
                <a:lnTo>
                  <a:pt x="40474" y="164837"/>
                </a:lnTo>
                <a:lnTo>
                  <a:pt x="40475" y="164837"/>
                </a:lnTo>
                <a:lnTo>
                  <a:pt x="40475" y="164837"/>
                </a:lnTo>
                <a:lnTo>
                  <a:pt x="40476" y="164837"/>
                </a:lnTo>
                <a:lnTo>
                  <a:pt x="40477" y="164837"/>
                </a:lnTo>
                <a:lnTo>
                  <a:pt x="40477" y="164837"/>
                </a:lnTo>
                <a:lnTo>
                  <a:pt x="40478" y="164837"/>
                </a:lnTo>
                <a:lnTo>
                  <a:pt x="40479" y="164837"/>
                </a:lnTo>
                <a:lnTo>
                  <a:pt x="40479" y="164837"/>
                </a:lnTo>
                <a:lnTo>
                  <a:pt x="40480" y="164837"/>
                </a:lnTo>
                <a:lnTo>
                  <a:pt x="40481" y="164837"/>
                </a:lnTo>
                <a:lnTo>
                  <a:pt x="40481" y="164837"/>
                </a:lnTo>
                <a:lnTo>
                  <a:pt x="40482" y="164837"/>
                </a:lnTo>
                <a:lnTo>
                  <a:pt x="40483" y="164837"/>
                </a:lnTo>
                <a:lnTo>
                  <a:pt x="40483" y="164837"/>
                </a:lnTo>
                <a:lnTo>
                  <a:pt x="40484" y="164837"/>
                </a:lnTo>
                <a:lnTo>
                  <a:pt x="40485" y="164837"/>
                </a:lnTo>
                <a:lnTo>
                  <a:pt x="40485" y="164837"/>
                </a:lnTo>
                <a:lnTo>
                  <a:pt x="40486" y="164837"/>
                </a:lnTo>
                <a:lnTo>
                  <a:pt x="40487" y="164837"/>
                </a:lnTo>
                <a:lnTo>
                  <a:pt x="40487" y="164837"/>
                </a:lnTo>
                <a:lnTo>
                  <a:pt x="40488" y="164837"/>
                </a:lnTo>
                <a:lnTo>
                  <a:pt x="40489" y="164837"/>
                </a:lnTo>
                <a:lnTo>
                  <a:pt x="40489" y="164837"/>
                </a:lnTo>
                <a:lnTo>
                  <a:pt x="40490" y="164837"/>
                </a:lnTo>
                <a:lnTo>
                  <a:pt x="40491" y="164837"/>
                </a:lnTo>
                <a:lnTo>
                  <a:pt x="40491" y="164837"/>
                </a:lnTo>
                <a:lnTo>
                  <a:pt x="40492" y="164837"/>
                </a:lnTo>
                <a:lnTo>
                  <a:pt x="40493" y="164837"/>
                </a:lnTo>
                <a:lnTo>
                  <a:pt x="40493" y="164837"/>
                </a:lnTo>
                <a:lnTo>
                  <a:pt x="40494" y="164837"/>
                </a:lnTo>
                <a:lnTo>
                  <a:pt x="40495" y="164837"/>
                </a:lnTo>
                <a:lnTo>
                  <a:pt x="40495" y="164837"/>
                </a:lnTo>
                <a:lnTo>
                  <a:pt x="40496" y="164837"/>
                </a:lnTo>
                <a:lnTo>
                  <a:pt x="40497" y="164837"/>
                </a:lnTo>
                <a:lnTo>
                  <a:pt x="40497" y="164837"/>
                </a:lnTo>
                <a:lnTo>
                  <a:pt x="40498" y="164837"/>
                </a:lnTo>
                <a:lnTo>
                  <a:pt x="40499" y="164837"/>
                </a:lnTo>
                <a:lnTo>
                  <a:pt x="40499" y="164837"/>
                </a:lnTo>
                <a:lnTo>
                  <a:pt x="40500" y="164837"/>
                </a:lnTo>
                <a:lnTo>
                  <a:pt x="40501" y="164837"/>
                </a:lnTo>
                <a:lnTo>
                  <a:pt x="40501" y="164837"/>
                </a:lnTo>
                <a:lnTo>
                  <a:pt x="40502" y="164837"/>
                </a:lnTo>
                <a:lnTo>
                  <a:pt x="40503" y="164837"/>
                </a:lnTo>
                <a:lnTo>
                  <a:pt x="40503" y="164837"/>
                </a:lnTo>
                <a:lnTo>
                  <a:pt x="40504" y="164837"/>
                </a:lnTo>
                <a:lnTo>
                  <a:pt x="40505" y="164837"/>
                </a:lnTo>
                <a:lnTo>
                  <a:pt x="40505" y="164837"/>
                </a:lnTo>
                <a:lnTo>
                  <a:pt x="40506" y="164837"/>
                </a:lnTo>
                <a:lnTo>
                  <a:pt x="40507" y="164837"/>
                </a:lnTo>
                <a:lnTo>
                  <a:pt x="40507" y="164837"/>
                </a:lnTo>
                <a:lnTo>
                  <a:pt x="40508" y="164837"/>
                </a:lnTo>
                <a:lnTo>
                  <a:pt x="40509" y="164837"/>
                </a:lnTo>
                <a:lnTo>
                  <a:pt x="40509" y="164837"/>
                </a:lnTo>
                <a:lnTo>
                  <a:pt x="40510" y="164837"/>
                </a:lnTo>
                <a:lnTo>
                  <a:pt x="40511" y="164837"/>
                </a:lnTo>
                <a:lnTo>
                  <a:pt x="40511" y="164837"/>
                </a:lnTo>
                <a:lnTo>
                  <a:pt x="40512" y="164837"/>
                </a:lnTo>
                <a:lnTo>
                  <a:pt x="40513" y="164837"/>
                </a:lnTo>
                <a:lnTo>
                  <a:pt x="40513" y="164837"/>
                </a:lnTo>
                <a:lnTo>
                  <a:pt x="40514" y="164837"/>
                </a:lnTo>
                <a:lnTo>
                  <a:pt x="40515" y="164837"/>
                </a:lnTo>
                <a:lnTo>
                  <a:pt x="40515" y="164837"/>
                </a:lnTo>
                <a:lnTo>
                  <a:pt x="40516" y="164837"/>
                </a:lnTo>
                <a:lnTo>
                  <a:pt x="40517" y="164837"/>
                </a:lnTo>
                <a:lnTo>
                  <a:pt x="40517" y="164837"/>
                </a:lnTo>
                <a:lnTo>
                  <a:pt x="40518" y="164837"/>
                </a:lnTo>
                <a:lnTo>
                  <a:pt x="40519" y="164837"/>
                </a:lnTo>
                <a:lnTo>
                  <a:pt x="40519" y="164837"/>
                </a:lnTo>
                <a:lnTo>
                  <a:pt x="40520" y="164837"/>
                </a:lnTo>
                <a:lnTo>
                  <a:pt x="40521" y="164837"/>
                </a:lnTo>
                <a:lnTo>
                  <a:pt x="40521" y="164837"/>
                </a:lnTo>
                <a:lnTo>
                  <a:pt x="40522" y="164837"/>
                </a:lnTo>
                <a:lnTo>
                  <a:pt x="40523" y="164837"/>
                </a:lnTo>
                <a:lnTo>
                  <a:pt x="40523" y="164837"/>
                </a:lnTo>
                <a:lnTo>
                  <a:pt x="40524" y="164837"/>
                </a:lnTo>
                <a:lnTo>
                  <a:pt x="40525" y="164837"/>
                </a:lnTo>
                <a:lnTo>
                  <a:pt x="40525" y="164837"/>
                </a:lnTo>
                <a:lnTo>
                  <a:pt x="40526" y="164837"/>
                </a:lnTo>
                <a:lnTo>
                  <a:pt x="40527" y="164837"/>
                </a:lnTo>
                <a:lnTo>
                  <a:pt x="40527" y="164837"/>
                </a:lnTo>
                <a:lnTo>
                  <a:pt x="40528" y="164837"/>
                </a:lnTo>
                <a:lnTo>
                  <a:pt x="40529" y="164837"/>
                </a:lnTo>
                <a:lnTo>
                  <a:pt x="40529" y="164837"/>
                </a:lnTo>
                <a:lnTo>
                  <a:pt x="40530" y="164837"/>
                </a:lnTo>
                <a:lnTo>
                  <a:pt x="40531" y="164837"/>
                </a:lnTo>
                <a:lnTo>
                  <a:pt x="40531" y="164837"/>
                </a:lnTo>
                <a:lnTo>
                  <a:pt x="40532" y="164837"/>
                </a:lnTo>
                <a:lnTo>
                  <a:pt x="40533" y="164837"/>
                </a:lnTo>
                <a:lnTo>
                  <a:pt x="40533" y="164837"/>
                </a:lnTo>
                <a:lnTo>
                  <a:pt x="40534" y="164837"/>
                </a:lnTo>
                <a:lnTo>
                  <a:pt x="40535" y="164837"/>
                </a:lnTo>
                <a:lnTo>
                  <a:pt x="40535" y="164837"/>
                </a:lnTo>
                <a:lnTo>
                  <a:pt x="40536" y="164837"/>
                </a:lnTo>
                <a:lnTo>
                  <a:pt x="40537" y="164837"/>
                </a:lnTo>
                <a:lnTo>
                  <a:pt x="40537" y="164837"/>
                </a:lnTo>
                <a:lnTo>
                  <a:pt x="40538" y="164837"/>
                </a:lnTo>
                <a:lnTo>
                  <a:pt x="40539" y="164837"/>
                </a:lnTo>
                <a:lnTo>
                  <a:pt x="40539" y="164837"/>
                </a:lnTo>
                <a:lnTo>
                  <a:pt x="40540" y="164837"/>
                </a:lnTo>
                <a:lnTo>
                  <a:pt x="40541" y="164837"/>
                </a:lnTo>
                <a:lnTo>
                  <a:pt x="40542" y="164837"/>
                </a:lnTo>
                <a:lnTo>
                  <a:pt x="40542" y="164837"/>
                </a:lnTo>
                <a:lnTo>
                  <a:pt x="40543" y="164837"/>
                </a:lnTo>
                <a:lnTo>
                  <a:pt x="40544" y="164837"/>
                </a:lnTo>
                <a:lnTo>
                  <a:pt x="40544" y="164837"/>
                </a:lnTo>
                <a:lnTo>
                  <a:pt x="40545" y="164837"/>
                </a:lnTo>
                <a:lnTo>
                  <a:pt x="40546" y="164837"/>
                </a:lnTo>
                <a:lnTo>
                  <a:pt x="40546" y="164837"/>
                </a:lnTo>
                <a:lnTo>
                  <a:pt x="40547" y="164837"/>
                </a:lnTo>
                <a:lnTo>
                  <a:pt x="40548" y="164837"/>
                </a:lnTo>
                <a:lnTo>
                  <a:pt x="40548" y="164837"/>
                </a:lnTo>
                <a:lnTo>
                  <a:pt x="40549" y="164837"/>
                </a:lnTo>
                <a:lnTo>
                  <a:pt x="40550" y="164837"/>
                </a:lnTo>
                <a:lnTo>
                  <a:pt x="40550" y="164837"/>
                </a:lnTo>
                <a:lnTo>
                  <a:pt x="40551" y="164837"/>
                </a:lnTo>
                <a:lnTo>
                  <a:pt x="40552" y="164837"/>
                </a:lnTo>
                <a:lnTo>
                  <a:pt x="40552" y="164837"/>
                </a:lnTo>
                <a:lnTo>
                  <a:pt x="40553" y="164837"/>
                </a:lnTo>
                <a:lnTo>
                  <a:pt x="40554" y="164837"/>
                </a:lnTo>
                <a:lnTo>
                  <a:pt x="40554" y="164837"/>
                </a:lnTo>
                <a:lnTo>
                  <a:pt x="40555" y="164837"/>
                </a:lnTo>
                <a:lnTo>
                  <a:pt x="40556" y="164837"/>
                </a:lnTo>
                <a:lnTo>
                  <a:pt x="40556" y="164837"/>
                </a:lnTo>
                <a:lnTo>
                  <a:pt x="40557" y="164837"/>
                </a:lnTo>
                <a:lnTo>
                  <a:pt x="40558" y="164837"/>
                </a:lnTo>
                <a:lnTo>
                  <a:pt x="40558" y="164837"/>
                </a:lnTo>
                <a:lnTo>
                  <a:pt x="40559" y="164837"/>
                </a:lnTo>
                <a:lnTo>
                  <a:pt x="40560" y="164837"/>
                </a:lnTo>
                <a:lnTo>
                  <a:pt x="40560" y="164837"/>
                </a:lnTo>
                <a:lnTo>
                  <a:pt x="40561" y="164837"/>
                </a:lnTo>
                <a:lnTo>
                  <a:pt x="40562" y="164837"/>
                </a:lnTo>
                <a:lnTo>
                  <a:pt x="40562" y="164837"/>
                </a:lnTo>
                <a:lnTo>
                  <a:pt x="40563" y="164837"/>
                </a:lnTo>
                <a:lnTo>
                  <a:pt x="40564" y="164837"/>
                </a:lnTo>
                <a:lnTo>
                  <a:pt x="40564" y="164837"/>
                </a:lnTo>
                <a:lnTo>
                  <a:pt x="40565" y="164837"/>
                </a:lnTo>
                <a:lnTo>
                  <a:pt x="40566" y="164837"/>
                </a:lnTo>
                <a:lnTo>
                  <a:pt x="40566" y="164837"/>
                </a:lnTo>
                <a:lnTo>
                  <a:pt x="40567" y="164837"/>
                </a:lnTo>
                <a:lnTo>
                  <a:pt x="40568" y="164837"/>
                </a:lnTo>
                <a:lnTo>
                  <a:pt x="40568" y="164837"/>
                </a:lnTo>
                <a:lnTo>
                  <a:pt x="40569" y="164837"/>
                </a:lnTo>
                <a:lnTo>
                  <a:pt x="40570" y="164837"/>
                </a:lnTo>
                <a:lnTo>
                  <a:pt x="40570" y="164837"/>
                </a:lnTo>
                <a:lnTo>
                  <a:pt x="40571" y="164837"/>
                </a:lnTo>
                <a:lnTo>
                  <a:pt x="40572" y="164837"/>
                </a:lnTo>
                <a:lnTo>
                  <a:pt x="40572" y="164837"/>
                </a:lnTo>
                <a:lnTo>
                  <a:pt x="40573" y="164837"/>
                </a:lnTo>
                <a:lnTo>
                  <a:pt x="40574" y="164837"/>
                </a:lnTo>
                <a:lnTo>
                  <a:pt x="40574" y="164837"/>
                </a:lnTo>
                <a:lnTo>
                  <a:pt x="40575" y="164837"/>
                </a:lnTo>
                <a:lnTo>
                  <a:pt x="40576" y="164837"/>
                </a:lnTo>
                <a:lnTo>
                  <a:pt x="40576" y="164837"/>
                </a:lnTo>
                <a:lnTo>
                  <a:pt x="40577" y="164837"/>
                </a:lnTo>
                <a:lnTo>
                  <a:pt x="40578" y="164837"/>
                </a:lnTo>
                <a:lnTo>
                  <a:pt x="40578" y="164837"/>
                </a:lnTo>
                <a:lnTo>
                  <a:pt x="40579" y="164837"/>
                </a:lnTo>
                <a:lnTo>
                  <a:pt x="40580" y="164837"/>
                </a:lnTo>
                <a:lnTo>
                  <a:pt x="40580" y="164837"/>
                </a:lnTo>
                <a:lnTo>
                  <a:pt x="40581" y="164837"/>
                </a:lnTo>
                <a:lnTo>
                  <a:pt x="40582" y="164837"/>
                </a:lnTo>
                <a:lnTo>
                  <a:pt x="40583" y="164837"/>
                </a:lnTo>
                <a:lnTo>
                  <a:pt x="40583" y="164837"/>
                </a:lnTo>
                <a:lnTo>
                  <a:pt x="40584" y="164837"/>
                </a:lnTo>
                <a:lnTo>
                  <a:pt x="40585" y="164837"/>
                </a:lnTo>
                <a:lnTo>
                  <a:pt x="40585" y="164837"/>
                </a:lnTo>
                <a:lnTo>
                  <a:pt x="40586" y="164837"/>
                </a:lnTo>
                <a:lnTo>
                  <a:pt x="40587" y="164837"/>
                </a:lnTo>
                <a:lnTo>
                  <a:pt x="40587" y="164837"/>
                </a:lnTo>
                <a:lnTo>
                  <a:pt x="40588" y="164837"/>
                </a:lnTo>
                <a:lnTo>
                  <a:pt x="40589" y="164837"/>
                </a:lnTo>
                <a:lnTo>
                  <a:pt x="40589" y="164837"/>
                </a:lnTo>
                <a:lnTo>
                  <a:pt x="40590" y="164837"/>
                </a:lnTo>
                <a:lnTo>
                  <a:pt x="40591" y="164837"/>
                </a:lnTo>
                <a:lnTo>
                  <a:pt x="40591" y="164837"/>
                </a:lnTo>
                <a:lnTo>
                  <a:pt x="40592" y="164837"/>
                </a:lnTo>
                <a:lnTo>
                  <a:pt x="40593" y="164837"/>
                </a:lnTo>
                <a:lnTo>
                  <a:pt x="40593" y="164837"/>
                </a:lnTo>
                <a:lnTo>
                  <a:pt x="40594" y="164837"/>
                </a:lnTo>
                <a:lnTo>
                  <a:pt x="40595" y="164837"/>
                </a:lnTo>
                <a:lnTo>
                  <a:pt x="40595" y="164837"/>
                </a:lnTo>
                <a:lnTo>
                  <a:pt x="40596" y="164837"/>
                </a:lnTo>
                <a:lnTo>
                  <a:pt x="40597" y="164837"/>
                </a:lnTo>
                <a:lnTo>
                  <a:pt x="40597" y="164837"/>
                </a:lnTo>
                <a:lnTo>
                  <a:pt x="40598" y="164837"/>
                </a:lnTo>
                <a:lnTo>
                  <a:pt x="40599" y="164837"/>
                </a:lnTo>
                <a:lnTo>
                  <a:pt x="40599" y="164837"/>
                </a:lnTo>
                <a:lnTo>
                  <a:pt x="40600" y="164837"/>
                </a:lnTo>
                <a:lnTo>
                  <a:pt x="40601" y="164837"/>
                </a:lnTo>
                <a:lnTo>
                  <a:pt x="40601" y="164837"/>
                </a:lnTo>
                <a:lnTo>
                  <a:pt x="40602" y="164837"/>
                </a:lnTo>
                <a:lnTo>
                  <a:pt x="40603" y="164837"/>
                </a:lnTo>
                <a:lnTo>
                  <a:pt x="40603" y="164837"/>
                </a:lnTo>
                <a:lnTo>
                  <a:pt x="40604" y="164837"/>
                </a:lnTo>
                <a:lnTo>
                  <a:pt x="40605" y="164837"/>
                </a:lnTo>
                <a:lnTo>
                  <a:pt x="40605" y="164837"/>
                </a:lnTo>
                <a:lnTo>
                  <a:pt x="40606" y="164837"/>
                </a:lnTo>
                <a:lnTo>
                  <a:pt x="40607" y="164837"/>
                </a:lnTo>
                <a:lnTo>
                  <a:pt x="40607" y="164837"/>
                </a:lnTo>
                <a:lnTo>
                  <a:pt x="40608" y="164837"/>
                </a:lnTo>
                <a:lnTo>
                  <a:pt x="40609" y="164837"/>
                </a:lnTo>
                <a:lnTo>
                  <a:pt x="40609" y="164837"/>
                </a:lnTo>
                <a:lnTo>
                  <a:pt x="40610" y="164837"/>
                </a:lnTo>
                <a:lnTo>
                  <a:pt x="40611" y="164837"/>
                </a:lnTo>
                <a:lnTo>
                  <a:pt x="40611" y="164837"/>
                </a:lnTo>
                <a:lnTo>
                  <a:pt x="40612" y="164837"/>
                </a:lnTo>
                <a:lnTo>
                  <a:pt x="40613" y="164837"/>
                </a:lnTo>
                <a:lnTo>
                  <a:pt x="40614" y="164837"/>
                </a:lnTo>
                <a:lnTo>
                  <a:pt x="40614" y="164837"/>
                </a:lnTo>
                <a:lnTo>
                  <a:pt x="40615" y="164837"/>
                </a:lnTo>
                <a:lnTo>
                  <a:pt x="40616" y="164837"/>
                </a:lnTo>
                <a:lnTo>
                  <a:pt x="40616" y="164837"/>
                </a:lnTo>
                <a:lnTo>
                  <a:pt x="40617" y="164837"/>
                </a:lnTo>
                <a:lnTo>
                  <a:pt x="40618" y="164837"/>
                </a:lnTo>
                <a:lnTo>
                  <a:pt x="40618" y="164837"/>
                </a:lnTo>
                <a:lnTo>
                  <a:pt x="40619" y="164837"/>
                </a:lnTo>
                <a:lnTo>
                  <a:pt x="40620" y="164837"/>
                </a:lnTo>
                <a:lnTo>
                  <a:pt x="40620" y="164837"/>
                </a:lnTo>
                <a:lnTo>
                  <a:pt x="40621" y="164837"/>
                </a:lnTo>
                <a:lnTo>
                  <a:pt x="40622" y="164837"/>
                </a:lnTo>
                <a:lnTo>
                  <a:pt x="40622" y="164837"/>
                </a:lnTo>
                <a:lnTo>
                  <a:pt x="40623" y="164837"/>
                </a:lnTo>
                <a:lnTo>
                  <a:pt x="40624" y="164837"/>
                </a:lnTo>
                <a:lnTo>
                  <a:pt x="40624" y="164837"/>
                </a:lnTo>
                <a:lnTo>
                  <a:pt x="40625" y="164837"/>
                </a:lnTo>
                <a:lnTo>
                  <a:pt x="40626" y="164837"/>
                </a:lnTo>
                <a:lnTo>
                  <a:pt x="40626" y="164837"/>
                </a:lnTo>
                <a:lnTo>
                  <a:pt x="40627" y="164837"/>
                </a:lnTo>
                <a:lnTo>
                  <a:pt x="40628" y="164837"/>
                </a:lnTo>
                <a:lnTo>
                  <a:pt x="40628" y="164837"/>
                </a:lnTo>
                <a:lnTo>
                  <a:pt x="40629" y="164837"/>
                </a:lnTo>
                <a:lnTo>
                  <a:pt x="40630" y="164837"/>
                </a:lnTo>
                <a:lnTo>
                  <a:pt x="40630" y="164837"/>
                </a:lnTo>
                <a:lnTo>
                  <a:pt x="40631" y="164837"/>
                </a:lnTo>
                <a:lnTo>
                  <a:pt x="40632" y="164837"/>
                </a:lnTo>
                <a:lnTo>
                  <a:pt x="40632" y="164837"/>
                </a:lnTo>
                <a:lnTo>
                  <a:pt x="40633" y="164837"/>
                </a:lnTo>
                <a:lnTo>
                  <a:pt x="40634" y="164837"/>
                </a:lnTo>
                <a:lnTo>
                  <a:pt x="40634" y="164837"/>
                </a:lnTo>
                <a:lnTo>
                  <a:pt x="40635" y="164837"/>
                </a:lnTo>
                <a:lnTo>
                  <a:pt x="40636" y="164837"/>
                </a:lnTo>
                <a:lnTo>
                  <a:pt x="40636" y="164837"/>
                </a:lnTo>
                <a:lnTo>
                  <a:pt x="40637" y="164837"/>
                </a:lnTo>
                <a:lnTo>
                  <a:pt x="40638" y="164837"/>
                </a:lnTo>
                <a:lnTo>
                  <a:pt x="40638" y="164837"/>
                </a:lnTo>
                <a:lnTo>
                  <a:pt x="40639" y="164837"/>
                </a:lnTo>
                <a:lnTo>
                  <a:pt x="40640" y="164837"/>
                </a:lnTo>
                <a:lnTo>
                  <a:pt x="40641" y="164837"/>
                </a:lnTo>
                <a:lnTo>
                  <a:pt x="40641" y="164837"/>
                </a:lnTo>
                <a:lnTo>
                  <a:pt x="40642" y="164837"/>
                </a:lnTo>
                <a:lnTo>
                  <a:pt x="40643" y="164837"/>
                </a:lnTo>
                <a:lnTo>
                  <a:pt x="40643" y="164837"/>
                </a:lnTo>
                <a:lnTo>
                  <a:pt x="40644" y="164837"/>
                </a:lnTo>
                <a:lnTo>
                  <a:pt x="40645" y="164837"/>
                </a:lnTo>
                <a:lnTo>
                  <a:pt x="40645" y="164837"/>
                </a:lnTo>
                <a:lnTo>
                  <a:pt x="40646" y="164837"/>
                </a:lnTo>
                <a:lnTo>
                  <a:pt x="40647" y="164837"/>
                </a:lnTo>
                <a:lnTo>
                  <a:pt x="40647" y="164837"/>
                </a:lnTo>
                <a:lnTo>
                  <a:pt x="40648" y="164837"/>
                </a:lnTo>
                <a:lnTo>
                  <a:pt x="40649" y="164837"/>
                </a:lnTo>
                <a:lnTo>
                  <a:pt x="40649" y="164837"/>
                </a:lnTo>
                <a:lnTo>
                  <a:pt x="40650" y="164837"/>
                </a:lnTo>
                <a:lnTo>
                  <a:pt x="40651" y="164837"/>
                </a:lnTo>
                <a:lnTo>
                  <a:pt x="40651" y="164837"/>
                </a:lnTo>
                <a:lnTo>
                  <a:pt x="40652" y="164837"/>
                </a:lnTo>
                <a:lnTo>
                  <a:pt x="40653" y="164837"/>
                </a:lnTo>
                <a:lnTo>
                  <a:pt x="40653" y="164837"/>
                </a:lnTo>
                <a:lnTo>
                  <a:pt x="40654" y="164837"/>
                </a:lnTo>
                <a:lnTo>
                  <a:pt x="40655" y="164837"/>
                </a:lnTo>
                <a:lnTo>
                  <a:pt x="40655" y="164837"/>
                </a:lnTo>
                <a:lnTo>
                  <a:pt x="40656" y="164837"/>
                </a:lnTo>
                <a:lnTo>
                  <a:pt x="40657" y="164837"/>
                </a:lnTo>
                <a:lnTo>
                  <a:pt x="40657" y="164837"/>
                </a:lnTo>
                <a:lnTo>
                  <a:pt x="40658" y="164837"/>
                </a:lnTo>
                <a:lnTo>
                  <a:pt x="40659" y="164837"/>
                </a:lnTo>
                <a:lnTo>
                  <a:pt x="40659" y="164837"/>
                </a:lnTo>
                <a:lnTo>
                  <a:pt x="40660" y="164837"/>
                </a:lnTo>
                <a:lnTo>
                  <a:pt x="40661" y="164837"/>
                </a:lnTo>
                <a:lnTo>
                  <a:pt x="40661" y="164837"/>
                </a:lnTo>
                <a:lnTo>
                  <a:pt x="40662" y="164837"/>
                </a:lnTo>
                <a:lnTo>
                  <a:pt x="40663" y="164837"/>
                </a:lnTo>
                <a:lnTo>
                  <a:pt x="40663" y="164837"/>
                </a:lnTo>
                <a:lnTo>
                  <a:pt x="40664" y="164837"/>
                </a:lnTo>
                <a:lnTo>
                  <a:pt x="40665" y="164837"/>
                </a:lnTo>
                <a:lnTo>
                  <a:pt x="40666" y="164837"/>
                </a:lnTo>
                <a:lnTo>
                  <a:pt x="40666" y="164837"/>
                </a:lnTo>
                <a:lnTo>
                  <a:pt x="40667" y="164837"/>
                </a:lnTo>
                <a:lnTo>
                  <a:pt x="40668" y="164837"/>
                </a:lnTo>
                <a:lnTo>
                  <a:pt x="40668" y="164837"/>
                </a:lnTo>
                <a:lnTo>
                  <a:pt x="40669" y="164837"/>
                </a:lnTo>
                <a:lnTo>
                  <a:pt x="40670" y="164837"/>
                </a:lnTo>
                <a:lnTo>
                  <a:pt x="40670" y="164837"/>
                </a:lnTo>
                <a:lnTo>
                  <a:pt x="40671" y="164837"/>
                </a:lnTo>
                <a:lnTo>
                  <a:pt x="40672" y="164837"/>
                </a:lnTo>
                <a:lnTo>
                  <a:pt x="40672" y="164837"/>
                </a:lnTo>
                <a:lnTo>
                  <a:pt x="40673" y="164837"/>
                </a:lnTo>
                <a:lnTo>
                  <a:pt x="40674" y="164837"/>
                </a:lnTo>
                <a:lnTo>
                  <a:pt x="40674" y="164837"/>
                </a:lnTo>
                <a:lnTo>
                  <a:pt x="40675" y="164837"/>
                </a:lnTo>
                <a:lnTo>
                  <a:pt x="40676" y="164837"/>
                </a:lnTo>
                <a:lnTo>
                  <a:pt x="40676" y="164837"/>
                </a:lnTo>
                <a:lnTo>
                  <a:pt x="40677" y="164837"/>
                </a:lnTo>
                <a:lnTo>
                  <a:pt x="40678" y="164837"/>
                </a:lnTo>
                <a:lnTo>
                  <a:pt x="40678" y="164837"/>
                </a:lnTo>
                <a:lnTo>
                  <a:pt x="40679" y="164837"/>
                </a:lnTo>
                <a:lnTo>
                  <a:pt x="40680" y="164837"/>
                </a:lnTo>
                <a:lnTo>
                  <a:pt x="40680" y="164837"/>
                </a:lnTo>
                <a:lnTo>
                  <a:pt x="40681" y="164837"/>
                </a:lnTo>
                <a:lnTo>
                  <a:pt x="40682" y="164837"/>
                </a:lnTo>
                <a:lnTo>
                  <a:pt x="40682" y="164837"/>
                </a:lnTo>
                <a:lnTo>
                  <a:pt x="40683" y="164837"/>
                </a:lnTo>
                <a:lnTo>
                  <a:pt x="40684" y="164837"/>
                </a:lnTo>
                <a:lnTo>
                  <a:pt x="40684" y="164837"/>
                </a:lnTo>
                <a:lnTo>
                  <a:pt x="40685" y="164837"/>
                </a:lnTo>
                <a:lnTo>
                  <a:pt x="40686" y="164837"/>
                </a:lnTo>
                <a:lnTo>
                  <a:pt x="40687" y="164837"/>
                </a:lnTo>
                <a:lnTo>
                  <a:pt x="40687" y="164837"/>
                </a:lnTo>
                <a:lnTo>
                  <a:pt x="40688" y="164837"/>
                </a:lnTo>
                <a:lnTo>
                  <a:pt x="40689" y="164837"/>
                </a:lnTo>
                <a:lnTo>
                  <a:pt x="40689" y="164837"/>
                </a:lnTo>
                <a:lnTo>
                  <a:pt x="40690" y="164837"/>
                </a:lnTo>
                <a:lnTo>
                  <a:pt x="40691" y="164837"/>
                </a:lnTo>
                <a:lnTo>
                  <a:pt x="40691" y="164837"/>
                </a:lnTo>
                <a:lnTo>
                  <a:pt x="40692" y="164837"/>
                </a:lnTo>
                <a:lnTo>
                  <a:pt x="40693" y="164837"/>
                </a:lnTo>
                <a:lnTo>
                  <a:pt x="40693" y="164837"/>
                </a:lnTo>
                <a:lnTo>
                  <a:pt x="40694" y="164837"/>
                </a:lnTo>
                <a:lnTo>
                  <a:pt x="40695" y="164837"/>
                </a:lnTo>
                <a:lnTo>
                  <a:pt x="40695" y="164837"/>
                </a:lnTo>
                <a:lnTo>
                  <a:pt x="40696" y="164837"/>
                </a:lnTo>
                <a:lnTo>
                  <a:pt x="40697" y="164837"/>
                </a:lnTo>
                <a:lnTo>
                  <a:pt x="40697" y="164837"/>
                </a:lnTo>
                <a:lnTo>
                  <a:pt x="40698" y="164837"/>
                </a:lnTo>
                <a:lnTo>
                  <a:pt x="40699" y="164837"/>
                </a:lnTo>
                <a:lnTo>
                  <a:pt x="40699" y="164837"/>
                </a:lnTo>
                <a:lnTo>
                  <a:pt x="40700" y="164837"/>
                </a:lnTo>
                <a:lnTo>
                  <a:pt x="40701" y="164837"/>
                </a:lnTo>
                <a:lnTo>
                  <a:pt x="40701" y="164837"/>
                </a:lnTo>
                <a:lnTo>
                  <a:pt x="40702" y="164837"/>
                </a:lnTo>
                <a:lnTo>
                  <a:pt x="40703" y="164837"/>
                </a:lnTo>
                <a:lnTo>
                  <a:pt x="40703" y="164837"/>
                </a:lnTo>
                <a:lnTo>
                  <a:pt x="40704" y="164837"/>
                </a:lnTo>
                <a:lnTo>
                  <a:pt x="40705" y="164837"/>
                </a:lnTo>
                <a:lnTo>
                  <a:pt x="40706" y="164837"/>
                </a:lnTo>
                <a:lnTo>
                  <a:pt x="40706" y="164837"/>
                </a:lnTo>
                <a:lnTo>
                  <a:pt x="40707" y="164837"/>
                </a:lnTo>
                <a:lnTo>
                  <a:pt x="40708" y="164837"/>
                </a:lnTo>
                <a:lnTo>
                  <a:pt x="40708" y="164837"/>
                </a:lnTo>
                <a:lnTo>
                  <a:pt x="40709" y="164837"/>
                </a:lnTo>
                <a:lnTo>
                  <a:pt x="40710" y="164837"/>
                </a:lnTo>
                <a:lnTo>
                  <a:pt x="40710" y="164837"/>
                </a:lnTo>
                <a:lnTo>
                  <a:pt x="40711" y="164837"/>
                </a:lnTo>
                <a:lnTo>
                  <a:pt x="40712" y="164837"/>
                </a:lnTo>
                <a:lnTo>
                  <a:pt x="40712" y="164837"/>
                </a:lnTo>
                <a:lnTo>
                  <a:pt x="40713" y="164837"/>
                </a:lnTo>
                <a:lnTo>
                  <a:pt x="40714" y="164837"/>
                </a:lnTo>
                <a:lnTo>
                  <a:pt x="40714" y="164837"/>
                </a:lnTo>
                <a:lnTo>
                  <a:pt x="40715" y="164837"/>
                </a:lnTo>
                <a:lnTo>
                  <a:pt x="40716" y="164837"/>
                </a:lnTo>
                <a:lnTo>
                  <a:pt x="40716" y="164837"/>
                </a:lnTo>
                <a:lnTo>
                  <a:pt x="40717" y="164837"/>
                </a:lnTo>
                <a:lnTo>
                  <a:pt x="40718" y="164837"/>
                </a:lnTo>
                <a:lnTo>
                  <a:pt x="40718" y="164837"/>
                </a:lnTo>
                <a:lnTo>
                  <a:pt x="40719" y="164837"/>
                </a:lnTo>
                <a:lnTo>
                  <a:pt x="40720" y="164837"/>
                </a:lnTo>
                <a:lnTo>
                  <a:pt x="40720" y="164837"/>
                </a:lnTo>
                <a:lnTo>
                  <a:pt x="40721" y="164837"/>
                </a:lnTo>
                <a:lnTo>
                  <a:pt x="40722" y="164837"/>
                </a:lnTo>
                <a:lnTo>
                  <a:pt x="40722" y="164837"/>
                </a:lnTo>
                <a:lnTo>
                  <a:pt x="40723" y="164837"/>
                </a:lnTo>
                <a:lnTo>
                  <a:pt x="40724" y="164837"/>
                </a:lnTo>
                <a:lnTo>
                  <a:pt x="40725" y="164837"/>
                </a:lnTo>
                <a:lnTo>
                  <a:pt x="40725" y="164837"/>
                </a:lnTo>
                <a:lnTo>
                  <a:pt x="40726" y="164837"/>
                </a:lnTo>
                <a:lnTo>
                  <a:pt x="40727" y="164837"/>
                </a:lnTo>
                <a:lnTo>
                  <a:pt x="40727" y="164837"/>
                </a:lnTo>
                <a:lnTo>
                  <a:pt x="40728" y="164837"/>
                </a:lnTo>
                <a:lnTo>
                  <a:pt x="40729" y="164837"/>
                </a:lnTo>
                <a:lnTo>
                  <a:pt x="40729" y="164837"/>
                </a:lnTo>
                <a:lnTo>
                  <a:pt x="40730" y="164837"/>
                </a:lnTo>
                <a:lnTo>
                  <a:pt x="40731" y="164837"/>
                </a:lnTo>
                <a:lnTo>
                  <a:pt x="40731" y="164837"/>
                </a:lnTo>
                <a:lnTo>
                  <a:pt x="40732" y="164837"/>
                </a:lnTo>
                <a:lnTo>
                  <a:pt x="40733" y="164837"/>
                </a:lnTo>
                <a:lnTo>
                  <a:pt x="40733" y="164837"/>
                </a:lnTo>
                <a:lnTo>
                  <a:pt x="40734" y="164837"/>
                </a:lnTo>
                <a:lnTo>
                  <a:pt x="40735" y="164837"/>
                </a:lnTo>
                <a:lnTo>
                  <a:pt x="40735" y="164837"/>
                </a:lnTo>
                <a:lnTo>
                  <a:pt x="40736" y="164837"/>
                </a:lnTo>
                <a:lnTo>
                  <a:pt x="40737" y="164837"/>
                </a:lnTo>
                <a:lnTo>
                  <a:pt x="40737" y="164837"/>
                </a:lnTo>
                <a:lnTo>
                  <a:pt x="40738" y="164837"/>
                </a:lnTo>
                <a:lnTo>
                  <a:pt x="40739" y="164837"/>
                </a:lnTo>
                <a:lnTo>
                  <a:pt x="40739" y="164837"/>
                </a:lnTo>
                <a:lnTo>
                  <a:pt x="40740" y="164837"/>
                </a:lnTo>
                <a:lnTo>
                  <a:pt x="40741" y="164837"/>
                </a:lnTo>
                <a:lnTo>
                  <a:pt x="40742" y="164837"/>
                </a:lnTo>
                <a:lnTo>
                  <a:pt x="40742" y="164837"/>
                </a:lnTo>
                <a:lnTo>
                  <a:pt x="40743" y="164837"/>
                </a:lnTo>
                <a:lnTo>
                  <a:pt x="40744" y="164837"/>
                </a:lnTo>
                <a:lnTo>
                  <a:pt x="40744" y="164837"/>
                </a:lnTo>
                <a:lnTo>
                  <a:pt x="40745" y="164837"/>
                </a:lnTo>
                <a:lnTo>
                  <a:pt x="40746" y="164837"/>
                </a:lnTo>
                <a:lnTo>
                  <a:pt x="40746" y="164837"/>
                </a:lnTo>
                <a:lnTo>
                  <a:pt x="40747" y="164837"/>
                </a:lnTo>
                <a:lnTo>
                  <a:pt x="40748" y="164837"/>
                </a:lnTo>
                <a:lnTo>
                  <a:pt x="40748" y="164837"/>
                </a:lnTo>
                <a:lnTo>
                  <a:pt x="40749" y="164837"/>
                </a:lnTo>
                <a:lnTo>
                  <a:pt x="40750" y="164837"/>
                </a:lnTo>
                <a:lnTo>
                  <a:pt x="40750" y="164837"/>
                </a:lnTo>
                <a:lnTo>
                  <a:pt x="40751" y="164837"/>
                </a:lnTo>
                <a:lnTo>
                  <a:pt x="40752" y="164837"/>
                </a:lnTo>
                <a:lnTo>
                  <a:pt x="40752" y="164837"/>
                </a:lnTo>
                <a:lnTo>
                  <a:pt x="40753" y="164837"/>
                </a:lnTo>
                <a:lnTo>
                  <a:pt x="40754" y="164837"/>
                </a:lnTo>
                <a:lnTo>
                  <a:pt x="40754" y="164837"/>
                </a:lnTo>
                <a:lnTo>
                  <a:pt x="40755" y="164837"/>
                </a:lnTo>
                <a:lnTo>
                  <a:pt x="40756" y="164837"/>
                </a:lnTo>
                <a:lnTo>
                  <a:pt x="40756" y="164837"/>
                </a:lnTo>
                <a:lnTo>
                  <a:pt x="40757" y="164837"/>
                </a:lnTo>
                <a:lnTo>
                  <a:pt x="40758" y="164837"/>
                </a:lnTo>
                <a:lnTo>
                  <a:pt x="40759" y="164837"/>
                </a:lnTo>
                <a:lnTo>
                  <a:pt x="40759" y="164837"/>
                </a:lnTo>
                <a:lnTo>
                  <a:pt x="40760" y="164837"/>
                </a:lnTo>
                <a:lnTo>
                  <a:pt x="40761" y="164837"/>
                </a:lnTo>
                <a:lnTo>
                  <a:pt x="40761" y="164837"/>
                </a:lnTo>
                <a:lnTo>
                  <a:pt x="40762" y="164837"/>
                </a:lnTo>
                <a:lnTo>
                  <a:pt x="40763" y="164837"/>
                </a:lnTo>
                <a:lnTo>
                  <a:pt x="40763" y="164837"/>
                </a:lnTo>
                <a:lnTo>
                  <a:pt x="40764" y="164837"/>
                </a:lnTo>
                <a:lnTo>
                  <a:pt x="40765" y="164837"/>
                </a:lnTo>
                <a:lnTo>
                  <a:pt x="40765" y="164837"/>
                </a:lnTo>
                <a:lnTo>
                  <a:pt x="40766" y="164837"/>
                </a:lnTo>
                <a:lnTo>
                  <a:pt x="40767" y="164837"/>
                </a:lnTo>
                <a:lnTo>
                  <a:pt x="40767" y="164837"/>
                </a:lnTo>
                <a:lnTo>
                  <a:pt x="40768" y="164837"/>
                </a:lnTo>
                <a:lnTo>
                  <a:pt x="40769" y="164837"/>
                </a:lnTo>
                <a:lnTo>
                  <a:pt x="40769" y="164837"/>
                </a:lnTo>
                <a:lnTo>
                  <a:pt x="40770" y="164837"/>
                </a:lnTo>
                <a:lnTo>
                  <a:pt x="40771" y="164837"/>
                </a:lnTo>
                <a:lnTo>
                  <a:pt x="40771" y="164837"/>
                </a:lnTo>
                <a:lnTo>
                  <a:pt x="40772" y="164837"/>
                </a:lnTo>
                <a:lnTo>
                  <a:pt x="40773" y="164837"/>
                </a:lnTo>
                <a:lnTo>
                  <a:pt x="40774" y="164837"/>
                </a:lnTo>
                <a:lnTo>
                  <a:pt x="40774" y="164837"/>
                </a:lnTo>
                <a:lnTo>
                  <a:pt x="40775" y="164837"/>
                </a:lnTo>
                <a:lnTo>
                  <a:pt x="40776" y="164837"/>
                </a:lnTo>
                <a:lnTo>
                  <a:pt x="40776" y="164837"/>
                </a:lnTo>
                <a:lnTo>
                  <a:pt x="40777" y="164837"/>
                </a:lnTo>
                <a:lnTo>
                  <a:pt x="40778" y="164837"/>
                </a:lnTo>
                <a:lnTo>
                  <a:pt x="40778" y="164837"/>
                </a:lnTo>
                <a:lnTo>
                  <a:pt x="40779" y="164837"/>
                </a:lnTo>
                <a:lnTo>
                  <a:pt x="40780" y="164837"/>
                </a:lnTo>
                <a:lnTo>
                  <a:pt x="40780" y="164837"/>
                </a:lnTo>
                <a:lnTo>
                  <a:pt x="40781" y="164837"/>
                </a:lnTo>
                <a:lnTo>
                  <a:pt x="40782" y="164837"/>
                </a:lnTo>
                <a:lnTo>
                  <a:pt x="40782" y="164837"/>
                </a:lnTo>
                <a:lnTo>
                  <a:pt x="40783" y="164837"/>
                </a:lnTo>
                <a:lnTo>
                  <a:pt x="40784" y="164837"/>
                </a:lnTo>
                <a:lnTo>
                  <a:pt x="40784" y="164837"/>
                </a:lnTo>
                <a:lnTo>
                  <a:pt x="40785" y="164837"/>
                </a:lnTo>
                <a:lnTo>
                  <a:pt x="40786" y="164837"/>
                </a:lnTo>
                <a:lnTo>
                  <a:pt x="40786" y="164837"/>
                </a:lnTo>
                <a:lnTo>
                  <a:pt x="40787" y="164837"/>
                </a:lnTo>
                <a:lnTo>
                  <a:pt x="40788" y="164837"/>
                </a:lnTo>
                <a:lnTo>
                  <a:pt x="40789" y="164837"/>
                </a:lnTo>
                <a:lnTo>
                  <a:pt x="40789" y="164837"/>
                </a:lnTo>
                <a:lnTo>
                  <a:pt x="40790" y="164837"/>
                </a:lnTo>
                <a:lnTo>
                  <a:pt x="40791" y="164837"/>
                </a:lnTo>
                <a:lnTo>
                  <a:pt x="40791" y="164837"/>
                </a:lnTo>
                <a:lnTo>
                  <a:pt x="40792" y="164837"/>
                </a:lnTo>
                <a:lnTo>
                  <a:pt x="40793" y="164837"/>
                </a:lnTo>
                <a:lnTo>
                  <a:pt x="40793" y="164837"/>
                </a:lnTo>
                <a:lnTo>
                  <a:pt x="40794" y="164837"/>
                </a:lnTo>
                <a:lnTo>
                  <a:pt x="40795" y="164837"/>
                </a:lnTo>
                <a:lnTo>
                  <a:pt x="40795" y="164837"/>
                </a:lnTo>
                <a:lnTo>
                  <a:pt x="40796" y="164837"/>
                </a:lnTo>
                <a:lnTo>
                  <a:pt x="40797" y="164837"/>
                </a:lnTo>
                <a:lnTo>
                  <a:pt x="40797" y="164837"/>
                </a:lnTo>
                <a:lnTo>
                  <a:pt x="40798" y="164837"/>
                </a:lnTo>
                <a:lnTo>
                  <a:pt x="40799" y="164837"/>
                </a:lnTo>
                <a:lnTo>
                  <a:pt x="40799" y="164837"/>
                </a:lnTo>
                <a:lnTo>
                  <a:pt x="40800" y="164837"/>
                </a:lnTo>
                <a:lnTo>
                  <a:pt x="40801" y="164837"/>
                </a:lnTo>
                <a:lnTo>
                  <a:pt x="40801" y="164837"/>
                </a:lnTo>
                <a:lnTo>
                  <a:pt x="40802" y="164837"/>
                </a:lnTo>
                <a:lnTo>
                  <a:pt x="40803" y="164837"/>
                </a:lnTo>
                <a:lnTo>
                  <a:pt x="40804" y="164837"/>
                </a:lnTo>
                <a:lnTo>
                  <a:pt x="40804" y="164837"/>
                </a:lnTo>
                <a:lnTo>
                  <a:pt x="40805" y="164837"/>
                </a:lnTo>
                <a:lnTo>
                  <a:pt x="40806" y="164837"/>
                </a:lnTo>
                <a:lnTo>
                  <a:pt x="40806" y="164837"/>
                </a:lnTo>
                <a:lnTo>
                  <a:pt x="40807" y="164837"/>
                </a:lnTo>
                <a:lnTo>
                  <a:pt x="40808" y="164837"/>
                </a:lnTo>
                <a:lnTo>
                  <a:pt x="40808" y="164837"/>
                </a:lnTo>
                <a:lnTo>
                  <a:pt x="40809" y="164837"/>
                </a:lnTo>
                <a:lnTo>
                  <a:pt x="40810" y="164837"/>
                </a:lnTo>
                <a:lnTo>
                  <a:pt x="40810" y="164837"/>
                </a:lnTo>
                <a:lnTo>
                  <a:pt x="40811" y="164837"/>
                </a:lnTo>
                <a:lnTo>
                  <a:pt x="40812" y="164837"/>
                </a:lnTo>
                <a:lnTo>
                  <a:pt x="40812" y="164837"/>
                </a:lnTo>
                <a:lnTo>
                  <a:pt x="40813" y="164837"/>
                </a:lnTo>
                <a:lnTo>
                  <a:pt x="40814" y="164837"/>
                </a:lnTo>
                <a:lnTo>
                  <a:pt x="40814" y="164837"/>
                </a:lnTo>
                <a:lnTo>
                  <a:pt x="40815" y="164837"/>
                </a:lnTo>
                <a:lnTo>
                  <a:pt x="40816" y="164837"/>
                </a:lnTo>
                <a:lnTo>
                  <a:pt x="40816" y="164837"/>
                </a:lnTo>
                <a:lnTo>
                  <a:pt x="40817" y="164837"/>
                </a:lnTo>
                <a:lnTo>
                  <a:pt x="40818" y="164837"/>
                </a:lnTo>
                <a:lnTo>
                  <a:pt x="40819" y="164837"/>
                </a:lnTo>
                <a:lnTo>
                  <a:pt x="40819" y="164837"/>
                </a:lnTo>
                <a:lnTo>
                  <a:pt x="40820" y="164837"/>
                </a:lnTo>
                <a:lnTo>
                  <a:pt x="40821" y="164837"/>
                </a:lnTo>
                <a:lnTo>
                  <a:pt x="40821" y="164837"/>
                </a:lnTo>
                <a:lnTo>
                  <a:pt x="40822" y="164837"/>
                </a:lnTo>
                <a:lnTo>
                  <a:pt x="40823" y="164837"/>
                </a:lnTo>
                <a:lnTo>
                  <a:pt x="40823" y="164837"/>
                </a:lnTo>
                <a:lnTo>
                  <a:pt x="40824" y="164837"/>
                </a:lnTo>
                <a:lnTo>
                  <a:pt x="40825" y="164837"/>
                </a:lnTo>
                <a:lnTo>
                  <a:pt x="40825" y="164837"/>
                </a:lnTo>
                <a:lnTo>
                  <a:pt x="40826" y="164837"/>
                </a:lnTo>
                <a:lnTo>
                  <a:pt x="40827" y="164837"/>
                </a:lnTo>
                <a:lnTo>
                  <a:pt x="40827" y="164837"/>
                </a:lnTo>
                <a:lnTo>
                  <a:pt x="40828" y="164837"/>
                </a:lnTo>
                <a:lnTo>
                  <a:pt x="40829" y="164837"/>
                </a:lnTo>
                <a:lnTo>
                  <a:pt x="40829" y="164837"/>
                </a:lnTo>
                <a:lnTo>
                  <a:pt x="40830" y="164837"/>
                </a:lnTo>
                <a:lnTo>
                  <a:pt x="40831" y="164837"/>
                </a:lnTo>
                <a:lnTo>
                  <a:pt x="40832" y="164837"/>
                </a:lnTo>
                <a:lnTo>
                  <a:pt x="40832" y="164837"/>
                </a:lnTo>
                <a:lnTo>
                  <a:pt x="40833" y="164837"/>
                </a:lnTo>
                <a:lnTo>
                  <a:pt x="40834" y="164837"/>
                </a:lnTo>
                <a:lnTo>
                  <a:pt x="40834" y="164837"/>
                </a:lnTo>
                <a:lnTo>
                  <a:pt x="40835" y="164837"/>
                </a:lnTo>
                <a:lnTo>
                  <a:pt x="40836" y="164837"/>
                </a:lnTo>
                <a:lnTo>
                  <a:pt x="40836" y="164837"/>
                </a:lnTo>
                <a:lnTo>
                  <a:pt x="40837" y="164837"/>
                </a:lnTo>
                <a:lnTo>
                  <a:pt x="40838" y="164837"/>
                </a:lnTo>
                <a:lnTo>
                  <a:pt x="40838" y="164837"/>
                </a:lnTo>
                <a:lnTo>
                  <a:pt x="40839" y="164837"/>
                </a:lnTo>
                <a:lnTo>
                  <a:pt x="40840" y="164837"/>
                </a:lnTo>
                <a:lnTo>
                  <a:pt x="40840" y="164837"/>
                </a:lnTo>
                <a:lnTo>
                  <a:pt x="40841" y="164837"/>
                </a:lnTo>
                <a:lnTo>
                  <a:pt x="40842" y="164837"/>
                </a:lnTo>
                <a:lnTo>
                  <a:pt x="40842" y="164837"/>
                </a:lnTo>
                <a:lnTo>
                  <a:pt x="40843" y="164837"/>
                </a:lnTo>
                <a:lnTo>
                  <a:pt x="40844" y="164837"/>
                </a:lnTo>
                <a:lnTo>
                  <a:pt x="40845" y="164837"/>
                </a:lnTo>
                <a:lnTo>
                  <a:pt x="40845" y="164837"/>
                </a:lnTo>
                <a:lnTo>
                  <a:pt x="40846" y="164837"/>
                </a:lnTo>
                <a:lnTo>
                  <a:pt x="40847" y="164837"/>
                </a:lnTo>
                <a:lnTo>
                  <a:pt x="40847" y="164837"/>
                </a:lnTo>
                <a:lnTo>
                  <a:pt x="40848" y="164837"/>
                </a:lnTo>
                <a:lnTo>
                  <a:pt x="40849" y="164837"/>
                </a:lnTo>
                <a:lnTo>
                  <a:pt x="40849" y="164837"/>
                </a:lnTo>
                <a:lnTo>
                  <a:pt x="40850" y="164837"/>
                </a:lnTo>
                <a:lnTo>
                  <a:pt x="40851" y="164837"/>
                </a:lnTo>
                <a:lnTo>
                  <a:pt x="40851" y="164837"/>
                </a:lnTo>
                <a:lnTo>
                  <a:pt x="40852" y="164837"/>
                </a:lnTo>
                <a:lnTo>
                  <a:pt x="40853" y="164837"/>
                </a:lnTo>
                <a:lnTo>
                  <a:pt x="40853" y="164837"/>
                </a:lnTo>
                <a:lnTo>
                  <a:pt x="40854" y="164837"/>
                </a:lnTo>
                <a:lnTo>
                  <a:pt x="40855" y="164837"/>
                </a:lnTo>
                <a:lnTo>
                  <a:pt x="40855" y="164837"/>
                </a:lnTo>
                <a:lnTo>
                  <a:pt x="40856" y="164837"/>
                </a:lnTo>
                <a:lnTo>
                  <a:pt x="40857" y="164837"/>
                </a:lnTo>
                <a:lnTo>
                  <a:pt x="40858" y="164837"/>
                </a:lnTo>
                <a:lnTo>
                  <a:pt x="40858" y="164837"/>
                </a:lnTo>
                <a:lnTo>
                  <a:pt x="40859" y="164837"/>
                </a:lnTo>
                <a:lnTo>
                  <a:pt x="40860" y="164837"/>
                </a:lnTo>
                <a:lnTo>
                  <a:pt x="40860" y="164837"/>
                </a:lnTo>
                <a:lnTo>
                  <a:pt x="40861" y="164837"/>
                </a:lnTo>
                <a:lnTo>
                  <a:pt x="40862" y="164837"/>
                </a:lnTo>
                <a:lnTo>
                  <a:pt x="40862" y="164837"/>
                </a:lnTo>
                <a:lnTo>
                  <a:pt x="40863" y="164837"/>
                </a:lnTo>
                <a:lnTo>
                  <a:pt x="40864" y="164837"/>
                </a:lnTo>
                <a:lnTo>
                  <a:pt x="40864" y="164837"/>
                </a:lnTo>
                <a:lnTo>
                  <a:pt x="40865" y="164837"/>
                </a:lnTo>
                <a:lnTo>
                  <a:pt x="40866" y="164837"/>
                </a:lnTo>
                <a:lnTo>
                  <a:pt x="40866" y="164837"/>
                </a:lnTo>
                <a:lnTo>
                  <a:pt x="40867" y="164837"/>
                </a:lnTo>
                <a:lnTo>
                  <a:pt x="40868" y="164837"/>
                </a:lnTo>
                <a:lnTo>
                  <a:pt x="40869" y="164837"/>
                </a:lnTo>
                <a:lnTo>
                  <a:pt x="40869" y="164837"/>
                </a:lnTo>
                <a:lnTo>
                  <a:pt x="40870" y="164837"/>
                </a:lnTo>
                <a:lnTo>
                  <a:pt x="40871" y="164837"/>
                </a:lnTo>
                <a:lnTo>
                  <a:pt x="40871" y="164837"/>
                </a:lnTo>
                <a:lnTo>
                  <a:pt x="40872" y="164837"/>
                </a:lnTo>
                <a:lnTo>
                  <a:pt x="40873" y="164837"/>
                </a:lnTo>
                <a:lnTo>
                  <a:pt x="40873" y="164837"/>
                </a:lnTo>
                <a:lnTo>
                  <a:pt x="40874" y="164837"/>
                </a:lnTo>
                <a:lnTo>
                  <a:pt x="40875" y="164837"/>
                </a:lnTo>
                <a:lnTo>
                  <a:pt x="40875" y="164837"/>
                </a:lnTo>
                <a:lnTo>
                  <a:pt x="40876" y="164837"/>
                </a:lnTo>
                <a:lnTo>
                  <a:pt x="40877" y="164837"/>
                </a:lnTo>
                <a:lnTo>
                  <a:pt x="40877" y="164837"/>
                </a:lnTo>
                <a:lnTo>
                  <a:pt x="40878" y="164837"/>
                </a:lnTo>
                <a:lnTo>
                  <a:pt x="40879" y="164837"/>
                </a:lnTo>
                <a:lnTo>
                  <a:pt x="40879" y="164837"/>
                </a:lnTo>
                <a:lnTo>
                  <a:pt x="40880" y="164837"/>
                </a:lnTo>
                <a:lnTo>
                  <a:pt x="40881" y="164837"/>
                </a:lnTo>
                <a:lnTo>
                  <a:pt x="40882" y="164837"/>
                </a:lnTo>
                <a:lnTo>
                  <a:pt x="40882" y="164837"/>
                </a:lnTo>
                <a:lnTo>
                  <a:pt x="40883" y="164837"/>
                </a:lnTo>
                <a:lnTo>
                  <a:pt x="40884" y="164837"/>
                </a:lnTo>
                <a:lnTo>
                  <a:pt x="40884" y="164837"/>
                </a:lnTo>
                <a:lnTo>
                  <a:pt x="40885" y="164837"/>
                </a:lnTo>
                <a:lnTo>
                  <a:pt x="40886" y="164837"/>
                </a:lnTo>
                <a:lnTo>
                  <a:pt x="40886" y="164837"/>
                </a:lnTo>
                <a:lnTo>
                  <a:pt x="40887" y="164837"/>
                </a:lnTo>
                <a:lnTo>
                  <a:pt x="40888" y="164837"/>
                </a:lnTo>
                <a:lnTo>
                  <a:pt x="40888" y="164837"/>
                </a:lnTo>
                <a:lnTo>
                  <a:pt x="40889" y="164837"/>
                </a:lnTo>
                <a:lnTo>
                  <a:pt x="40890" y="164837"/>
                </a:lnTo>
                <a:lnTo>
                  <a:pt x="40890" y="164837"/>
                </a:lnTo>
                <a:lnTo>
                  <a:pt x="40891" y="164837"/>
                </a:lnTo>
                <a:lnTo>
                  <a:pt x="40892" y="164837"/>
                </a:lnTo>
                <a:lnTo>
                  <a:pt x="40893" y="164837"/>
                </a:lnTo>
                <a:lnTo>
                  <a:pt x="40893" y="164837"/>
                </a:lnTo>
                <a:lnTo>
                  <a:pt x="40894" y="164837"/>
                </a:lnTo>
                <a:lnTo>
                  <a:pt x="40895" y="164837"/>
                </a:lnTo>
                <a:lnTo>
                  <a:pt x="40895" y="164837"/>
                </a:lnTo>
                <a:lnTo>
                  <a:pt x="40896" y="164837"/>
                </a:lnTo>
                <a:lnTo>
                  <a:pt x="40897" y="164837"/>
                </a:lnTo>
                <a:lnTo>
                  <a:pt x="40897" y="164837"/>
                </a:lnTo>
                <a:lnTo>
                  <a:pt x="40898" y="164837"/>
                </a:lnTo>
                <a:lnTo>
                  <a:pt x="40899" y="164837"/>
                </a:lnTo>
                <a:lnTo>
                  <a:pt x="40899" y="164837"/>
                </a:lnTo>
                <a:lnTo>
                  <a:pt x="40900" y="164837"/>
                </a:lnTo>
                <a:lnTo>
                  <a:pt x="40901" y="164837"/>
                </a:lnTo>
                <a:lnTo>
                  <a:pt x="40901" y="164837"/>
                </a:lnTo>
                <a:lnTo>
                  <a:pt x="40902" y="164837"/>
                </a:lnTo>
                <a:lnTo>
                  <a:pt x="40903" y="164837"/>
                </a:lnTo>
                <a:lnTo>
                  <a:pt x="40904" y="164837"/>
                </a:lnTo>
                <a:lnTo>
                  <a:pt x="40904" y="164837"/>
                </a:lnTo>
                <a:lnTo>
                  <a:pt x="40905" y="164837"/>
                </a:lnTo>
                <a:lnTo>
                  <a:pt x="40906" y="164837"/>
                </a:lnTo>
                <a:lnTo>
                  <a:pt x="40906" y="164837"/>
                </a:lnTo>
                <a:lnTo>
                  <a:pt x="40907" y="164837"/>
                </a:lnTo>
                <a:lnTo>
                  <a:pt x="40908" y="164837"/>
                </a:lnTo>
                <a:lnTo>
                  <a:pt x="40908" y="164837"/>
                </a:lnTo>
                <a:lnTo>
                  <a:pt x="40909" y="164837"/>
                </a:lnTo>
                <a:lnTo>
                  <a:pt x="40910" y="164837"/>
                </a:lnTo>
                <a:lnTo>
                  <a:pt x="40910" y="164837"/>
                </a:lnTo>
                <a:lnTo>
                  <a:pt x="40911" y="164837"/>
                </a:lnTo>
                <a:lnTo>
                  <a:pt x="40912" y="164837"/>
                </a:lnTo>
                <a:lnTo>
                  <a:pt x="40912" y="164837"/>
                </a:lnTo>
                <a:lnTo>
                  <a:pt x="40913" y="164837"/>
                </a:lnTo>
                <a:lnTo>
                  <a:pt x="40914" y="164837"/>
                </a:lnTo>
                <a:lnTo>
                  <a:pt x="40915" y="164837"/>
                </a:lnTo>
                <a:lnTo>
                  <a:pt x="40915" y="164837"/>
                </a:lnTo>
                <a:lnTo>
                  <a:pt x="40916" y="164837"/>
                </a:lnTo>
                <a:lnTo>
                  <a:pt x="40917" y="164837"/>
                </a:lnTo>
                <a:lnTo>
                  <a:pt x="40917" y="164837"/>
                </a:lnTo>
                <a:lnTo>
                  <a:pt x="40918" y="164837"/>
                </a:lnTo>
                <a:lnTo>
                  <a:pt x="40919" y="164837"/>
                </a:lnTo>
                <a:lnTo>
                  <a:pt x="40919" y="164837"/>
                </a:lnTo>
                <a:lnTo>
                  <a:pt x="40920" y="164837"/>
                </a:lnTo>
                <a:lnTo>
                  <a:pt x="40921" y="164837"/>
                </a:lnTo>
                <a:lnTo>
                  <a:pt x="40921" y="164837"/>
                </a:lnTo>
                <a:lnTo>
                  <a:pt x="40922" y="164837"/>
                </a:lnTo>
                <a:lnTo>
                  <a:pt x="40923" y="164837"/>
                </a:lnTo>
                <a:lnTo>
                  <a:pt x="40923" y="164837"/>
                </a:lnTo>
                <a:lnTo>
                  <a:pt x="40924" y="164837"/>
                </a:lnTo>
                <a:lnTo>
                  <a:pt x="40925" y="164837"/>
                </a:lnTo>
                <a:lnTo>
                  <a:pt x="40926" y="164837"/>
                </a:lnTo>
                <a:lnTo>
                  <a:pt x="40926" y="164837"/>
                </a:lnTo>
                <a:lnTo>
                  <a:pt x="40927" y="164837"/>
                </a:lnTo>
                <a:lnTo>
                  <a:pt x="40928" y="164837"/>
                </a:lnTo>
                <a:lnTo>
                  <a:pt x="40928" y="164837"/>
                </a:lnTo>
                <a:lnTo>
                  <a:pt x="40929" y="164837"/>
                </a:lnTo>
                <a:lnTo>
                  <a:pt x="40930" y="164837"/>
                </a:lnTo>
                <a:lnTo>
                  <a:pt x="40930" y="164837"/>
                </a:lnTo>
                <a:lnTo>
                  <a:pt x="40931" y="164837"/>
                </a:lnTo>
                <a:lnTo>
                  <a:pt x="40932" y="164837"/>
                </a:lnTo>
                <a:lnTo>
                  <a:pt x="40932" y="164837"/>
                </a:lnTo>
                <a:lnTo>
                  <a:pt x="40933" y="164837"/>
                </a:lnTo>
                <a:lnTo>
                  <a:pt x="40934" y="164837"/>
                </a:lnTo>
                <a:lnTo>
                  <a:pt x="40934" y="164837"/>
                </a:lnTo>
                <a:lnTo>
                  <a:pt x="40935" y="164837"/>
                </a:lnTo>
                <a:lnTo>
                  <a:pt x="40936" y="164837"/>
                </a:lnTo>
                <a:lnTo>
                  <a:pt x="40937" y="164837"/>
                </a:lnTo>
                <a:lnTo>
                  <a:pt x="40937" y="164837"/>
                </a:lnTo>
                <a:lnTo>
                  <a:pt x="40938" y="164837"/>
                </a:lnTo>
                <a:lnTo>
                  <a:pt x="40939" y="164837"/>
                </a:lnTo>
                <a:lnTo>
                  <a:pt x="40939" y="164837"/>
                </a:lnTo>
                <a:lnTo>
                  <a:pt x="40940" y="164837"/>
                </a:lnTo>
                <a:lnTo>
                  <a:pt x="40941" y="164837"/>
                </a:lnTo>
                <a:lnTo>
                  <a:pt x="40941" y="164837"/>
                </a:lnTo>
                <a:lnTo>
                  <a:pt x="40942" y="164837"/>
                </a:lnTo>
                <a:lnTo>
                  <a:pt x="40943" y="164837"/>
                </a:lnTo>
                <a:lnTo>
                  <a:pt x="40943" y="164837"/>
                </a:lnTo>
                <a:lnTo>
                  <a:pt x="40944" y="164837"/>
                </a:lnTo>
                <a:lnTo>
                  <a:pt x="40945" y="164837"/>
                </a:lnTo>
                <a:lnTo>
                  <a:pt x="40945" y="164837"/>
                </a:lnTo>
                <a:lnTo>
                  <a:pt x="40946" y="164837"/>
                </a:lnTo>
                <a:lnTo>
                  <a:pt x="40947" y="164837"/>
                </a:lnTo>
                <a:lnTo>
                  <a:pt x="40948" y="164837"/>
                </a:lnTo>
                <a:lnTo>
                  <a:pt x="40948" y="164837"/>
                </a:lnTo>
                <a:lnTo>
                  <a:pt x="40949" y="164837"/>
                </a:lnTo>
                <a:lnTo>
                  <a:pt x="40950" y="164837"/>
                </a:lnTo>
                <a:lnTo>
                  <a:pt x="40950" y="164837"/>
                </a:lnTo>
                <a:lnTo>
                  <a:pt x="40951" y="164837"/>
                </a:lnTo>
                <a:lnTo>
                  <a:pt x="40952" y="164837"/>
                </a:lnTo>
                <a:lnTo>
                  <a:pt x="40952" y="164837"/>
                </a:lnTo>
                <a:lnTo>
                  <a:pt x="40953" y="164837"/>
                </a:lnTo>
                <a:lnTo>
                  <a:pt x="40954" y="164837"/>
                </a:lnTo>
                <a:lnTo>
                  <a:pt x="40954" y="164837"/>
                </a:lnTo>
                <a:lnTo>
                  <a:pt x="40955" y="164837"/>
                </a:lnTo>
                <a:lnTo>
                  <a:pt x="40956" y="164837"/>
                </a:lnTo>
                <a:lnTo>
                  <a:pt x="40957" y="164837"/>
                </a:lnTo>
                <a:lnTo>
                  <a:pt x="40957" y="164837"/>
                </a:lnTo>
                <a:lnTo>
                  <a:pt x="40958" y="164837"/>
                </a:lnTo>
                <a:lnTo>
                  <a:pt x="40959" y="164837"/>
                </a:lnTo>
                <a:lnTo>
                  <a:pt x="40959" y="164837"/>
                </a:lnTo>
                <a:lnTo>
                  <a:pt x="40960" y="164837"/>
                </a:lnTo>
                <a:lnTo>
                  <a:pt x="40961" y="164837"/>
                </a:lnTo>
                <a:lnTo>
                  <a:pt x="40961" y="164837"/>
                </a:lnTo>
                <a:lnTo>
                  <a:pt x="40962" y="164837"/>
                </a:lnTo>
                <a:lnTo>
                  <a:pt x="40963" y="164837"/>
                </a:lnTo>
                <a:lnTo>
                  <a:pt x="40963" y="164837"/>
                </a:lnTo>
                <a:lnTo>
                  <a:pt x="40964" y="164837"/>
                </a:lnTo>
                <a:lnTo>
                  <a:pt x="40965" y="164837"/>
                </a:lnTo>
                <a:lnTo>
                  <a:pt x="40965" y="164837"/>
                </a:lnTo>
                <a:lnTo>
                  <a:pt x="40966" y="164837"/>
                </a:lnTo>
                <a:lnTo>
                  <a:pt x="40967" y="164837"/>
                </a:lnTo>
                <a:lnTo>
                  <a:pt x="40968" y="164837"/>
                </a:lnTo>
                <a:lnTo>
                  <a:pt x="40968" y="164837"/>
                </a:lnTo>
                <a:lnTo>
                  <a:pt x="40969" y="164837"/>
                </a:lnTo>
                <a:lnTo>
                  <a:pt x="40970" y="164837"/>
                </a:lnTo>
                <a:lnTo>
                  <a:pt x="40970" y="164837"/>
                </a:lnTo>
                <a:lnTo>
                  <a:pt x="40971" y="164837"/>
                </a:lnTo>
                <a:lnTo>
                  <a:pt x="40972" y="164837"/>
                </a:lnTo>
                <a:lnTo>
                  <a:pt x="40972" y="164837"/>
                </a:lnTo>
                <a:lnTo>
                  <a:pt x="40973" y="164837"/>
                </a:lnTo>
                <a:lnTo>
                  <a:pt x="40974" y="164837"/>
                </a:lnTo>
                <a:lnTo>
                  <a:pt x="40974" y="164837"/>
                </a:lnTo>
                <a:lnTo>
                  <a:pt x="40975" y="164837"/>
                </a:lnTo>
                <a:lnTo>
                  <a:pt x="40976" y="164837"/>
                </a:lnTo>
                <a:lnTo>
                  <a:pt x="40977" y="164837"/>
                </a:lnTo>
                <a:lnTo>
                  <a:pt x="40977" y="164837"/>
                </a:lnTo>
                <a:lnTo>
                  <a:pt x="40978" y="164837"/>
                </a:lnTo>
                <a:lnTo>
                  <a:pt x="40979" y="164837"/>
                </a:lnTo>
                <a:lnTo>
                  <a:pt x="40979" y="164837"/>
                </a:lnTo>
                <a:lnTo>
                  <a:pt x="40980" y="164837"/>
                </a:lnTo>
                <a:lnTo>
                  <a:pt x="40981" y="164837"/>
                </a:lnTo>
                <a:lnTo>
                  <a:pt x="40981" y="164837"/>
                </a:lnTo>
                <a:lnTo>
                  <a:pt x="40982" y="164837"/>
                </a:lnTo>
                <a:lnTo>
                  <a:pt x="40983" y="164837"/>
                </a:lnTo>
                <a:lnTo>
                  <a:pt x="40983" y="164837"/>
                </a:lnTo>
                <a:lnTo>
                  <a:pt x="40984" y="164837"/>
                </a:lnTo>
                <a:lnTo>
                  <a:pt x="40985" y="164837"/>
                </a:lnTo>
                <a:lnTo>
                  <a:pt x="40986" y="164837"/>
                </a:lnTo>
                <a:lnTo>
                  <a:pt x="40986" y="164837"/>
                </a:lnTo>
                <a:lnTo>
                  <a:pt x="40987" y="164837"/>
                </a:lnTo>
                <a:lnTo>
                  <a:pt x="40988" y="164837"/>
                </a:lnTo>
                <a:lnTo>
                  <a:pt x="40988" y="164837"/>
                </a:lnTo>
                <a:lnTo>
                  <a:pt x="40989" y="164837"/>
                </a:lnTo>
                <a:lnTo>
                  <a:pt x="40990" y="164837"/>
                </a:lnTo>
                <a:lnTo>
                  <a:pt x="40990" y="164837"/>
                </a:lnTo>
                <a:lnTo>
                  <a:pt x="40991" y="164837"/>
                </a:lnTo>
                <a:lnTo>
                  <a:pt x="40992" y="164837"/>
                </a:lnTo>
                <a:lnTo>
                  <a:pt x="40992" y="164837"/>
                </a:lnTo>
                <a:lnTo>
                  <a:pt x="40993" y="164837"/>
                </a:lnTo>
                <a:lnTo>
                  <a:pt x="40994" y="164837"/>
                </a:lnTo>
                <a:lnTo>
                  <a:pt x="40994" y="164837"/>
                </a:lnTo>
                <a:lnTo>
                  <a:pt x="40995" y="164837"/>
                </a:lnTo>
                <a:lnTo>
                  <a:pt x="40996" y="164837"/>
                </a:lnTo>
                <a:lnTo>
                  <a:pt x="40997" y="164837"/>
                </a:lnTo>
                <a:lnTo>
                  <a:pt x="40997" y="164837"/>
                </a:lnTo>
                <a:lnTo>
                  <a:pt x="40998" y="164837"/>
                </a:lnTo>
                <a:lnTo>
                  <a:pt x="40999" y="164837"/>
                </a:lnTo>
                <a:lnTo>
                  <a:pt x="40999" y="164837"/>
                </a:lnTo>
                <a:lnTo>
                  <a:pt x="41000" y="164837"/>
                </a:lnTo>
                <a:lnTo>
                  <a:pt x="41001" y="164837"/>
                </a:lnTo>
                <a:lnTo>
                  <a:pt x="41001" y="164837"/>
                </a:lnTo>
                <a:lnTo>
                  <a:pt x="41002" y="164837"/>
                </a:lnTo>
                <a:lnTo>
                  <a:pt x="41003" y="164837"/>
                </a:lnTo>
                <a:lnTo>
                  <a:pt x="41003" y="164837"/>
                </a:lnTo>
                <a:lnTo>
                  <a:pt x="41004" y="164837"/>
                </a:lnTo>
                <a:lnTo>
                  <a:pt x="41005" y="164837"/>
                </a:lnTo>
                <a:lnTo>
                  <a:pt x="41006" y="164837"/>
                </a:lnTo>
                <a:lnTo>
                  <a:pt x="41006" y="164837"/>
                </a:lnTo>
                <a:lnTo>
                  <a:pt x="41007" y="164837"/>
                </a:lnTo>
                <a:lnTo>
                  <a:pt x="41008" y="164837"/>
                </a:lnTo>
                <a:lnTo>
                  <a:pt x="41008" y="164837"/>
                </a:lnTo>
                <a:lnTo>
                  <a:pt x="41009" y="164837"/>
                </a:lnTo>
                <a:lnTo>
                  <a:pt x="41010" y="164837"/>
                </a:lnTo>
                <a:lnTo>
                  <a:pt x="41010" y="164837"/>
                </a:lnTo>
                <a:lnTo>
                  <a:pt x="41011" y="164837"/>
                </a:lnTo>
                <a:lnTo>
                  <a:pt x="41012" y="164837"/>
                </a:lnTo>
                <a:lnTo>
                  <a:pt x="41012" y="164837"/>
                </a:lnTo>
                <a:lnTo>
                  <a:pt x="41013" y="164837"/>
                </a:lnTo>
                <a:lnTo>
                  <a:pt x="41014" y="164837"/>
                </a:lnTo>
                <a:lnTo>
                  <a:pt x="41015" y="164837"/>
                </a:lnTo>
                <a:lnTo>
                  <a:pt x="41015" y="164837"/>
                </a:lnTo>
                <a:lnTo>
                  <a:pt x="41016" y="164837"/>
                </a:lnTo>
                <a:lnTo>
                  <a:pt x="41017" y="164837"/>
                </a:lnTo>
                <a:lnTo>
                  <a:pt x="41017" y="164837"/>
                </a:lnTo>
                <a:lnTo>
                  <a:pt x="41018" y="164837"/>
                </a:lnTo>
                <a:lnTo>
                  <a:pt x="41019" y="164837"/>
                </a:lnTo>
                <a:lnTo>
                  <a:pt x="41019" y="164837"/>
                </a:lnTo>
                <a:lnTo>
                  <a:pt x="41020" y="164837"/>
                </a:lnTo>
                <a:lnTo>
                  <a:pt x="41021" y="164837"/>
                </a:lnTo>
                <a:lnTo>
                  <a:pt x="41021" y="164837"/>
                </a:lnTo>
                <a:lnTo>
                  <a:pt x="41022" y="164837"/>
                </a:lnTo>
                <a:lnTo>
                  <a:pt x="41023" y="164837"/>
                </a:lnTo>
                <a:lnTo>
                  <a:pt x="41024" y="164837"/>
                </a:lnTo>
                <a:lnTo>
                  <a:pt x="41024" y="164837"/>
                </a:lnTo>
                <a:lnTo>
                  <a:pt x="41025" y="164837"/>
                </a:lnTo>
                <a:lnTo>
                  <a:pt x="41026" y="164837"/>
                </a:lnTo>
                <a:lnTo>
                  <a:pt x="41026" y="164837"/>
                </a:lnTo>
                <a:lnTo>
                  <a:pt x="41027" y="164837"/>
                </a:lnTo>
                <a:lnTo>
                  <a:pt x="41028" y="164837"/>
                </a:lnTo>
                <a:lnTo>
                  <a:pt x="41028" y="164837"/>
                </a:lnTo>
                <a:lnTo>
                  <a:pt x="41029" y="164837"/>
                </a:lnTo>
                <a:lnTo>
                  <a:pt x="41030" y="164837"/>
                </a:lnTo>
                <a:lnTo>
                  <a:pt x="41030" y="164837"/>
                </a:lnTo>
                <a:lnTo>
                  <a:pt x="41031" y="164837"/>
                </a:lnTo>
                <a:lnTo>
                  <a:pt x="41032" y="164837"/>
                </a:lnTo>
                <a:lnTo>
                  <a:pt x="41033" y="164837"/>
                </a:lnTo>
                <a:lnTo>
                  <a:pt x="41033" y="164837"/>
                </a:lnTo>
                <a:lnTo>
                  <a:pt x="41034" y="164837"/>
                </a:lnTo>
                <a:lnTo>
                  <a:pt x="41035" y="164837"/>
                </a:lnTo>
                <a:lnTo>
                  <a:pt x="41035" y="164837"/>
                </a:lnTo>
                <a:lnTo>
                  <a:pt x="41036" y="164837"/>
                </a:lnTo>
                <a:lnTo>
                  <a:pt x="41037" y="164837"/>
                </a:lnTo>
                <a:lnTo>
                  <a:pt x="41037" y="164837"/>
                </a:lnTo>
                <a:lnTo>
                  <a:pt x="41038" y="164837"/>
                </a:lnTo>
                <a:lnTo>
                  <a:pt x="41039" y="164837"/>
                </a:lnTo>
                <a:lnTo>
                  <a:pt x="41039" y="164837"/>
                </a:lnTo>
                <a:lnTo>
                  <a:pt x="41040" y="164837"/>
                </a:lnTo>
                <a:lnTo>
                  <a:pt x="41041" y="164837"/>
                </a:lnTo>
                <a:lnTo>
                  <a:pt x="41042" y="164837"/>
                </a:lnTo>
                <a:lnTo>
                  <a:pt x="41042" y="164837"/>
                </a:lnTo>
                <a:lnTo>
                  <a:pt x="41043" y="164837"/>
                </a:lnTo>
                <a:lnTo>
                  <a:pt x="41044" y="164837"/>
                </a:lnTo>
                <a:lnTo>
                  <a:pt x="41044" y="164837"/>
                </a:lnTo>
                <a:lnTo>
                  <a:pt x="41045" y="164837"/>
                </a:lnTo>
                <a:lnTo>
                  <a:pt x="41046" y="164837"/>
                </a:lnTo>
                <a:lnTo>
                  <a:pt x="41046" y="164837"/>
                </a:lnTo>
                <a:lnTo>
                  <a:pt x="41047" y="164837"/>
                </a:lnTo>
                <a:lnTo>
                  <a:pt x="41048" y="164837"/>
                </a:lnTo>
                <a:lnTo>
                  <a:pt x="41048" y="164837"/>
                </a:lnTo>
                <a:lnTo>
                  <a:pt x="41049" y="164837"/>
                </a:lnTo>
                <a:lnTo>
                  <a:pt x="41050" y="164837"/>
                </a:lnTo>
                <a:lnTo>
                  <a:pt x="41051" y="164837"/>
                </a:lnTo>
                <a:lnTo>
                  <a:pt x="41051" y="164837"/>
                </a:lnTo>
                <a:lnTo>
                  <a:pt x="41052" y="164837"/>
                </a:lnTo>
                <a:lnTo>
                  <a:pt x="41053" y="164837"/>
                </a:lnTo>
                <a:lnTo>
                  <a:pt x="41053" y="164837"/>
                </a:lnTo>
                <a:lnTo>
                  <a:pt x="41054" y="164837"/>
                </a:lnTo>
                <a:lnTo>
                  <a:pt x="41055" y="164837"/>
                </a:lnTo>
                <a:lnTo>
                  <a:pt x="41055" y="164837"/>
                </a:lnTo>
                <a:lnTo>
                  <a:pt x="41056" y="164837"/>
                </a:lnTo>
                <a:lnTo>
                  <a:pt x="41057" y="164837"/>
                </a:lnTo>
                <a:lnTo>
                  <a:pt x="41057" y="164837"/>
                </a:lnTo>
                <a:lnTo>
                  <a:pt x="41058" y="164837"/>
                </a:lnTo>
                <a:lnTo>
                  <a:pt x="41059" y="164837"/>
                </a:lnTo>
                <a:lnTo>
                  <a:pt x="41060" y="164837"/>
                </a:lnTo>
                <a:lnTo>
                  <a:pt x="41060" y="164837"/>
                </a:lnTo>
                <a:lnTo>
                  <a:pt x="41061" y="164837"/>
                </a:lnTo>
                <a:lnTo>
                  <a:pt x="41062" y="164837"/>
                </a:lnTo>
                <a:lnTo>
                  <a:pt x="41062" y="164837"/>
                </a:lnTo>
                <a:lnTo>
                  <a:pt x="41063" y="164837"/>
                </a:lnTo>
                <a:lnTo>
                  <a:pt x="41064" y="164837"/>
                </a:lnTo>
                <a:lnTo>
                  <a:pt x="41064" y="164837"/>
                </a:lnTo>
                <a:lnTo>
                  <a:pt x="41065" y="164837"/>
                </a:lnTo>
                <a:lnTo>
                  <a:pt x="41066" y="164837"/>
                </a:lnTo>
                <a:lnTo>
                  <a:pt x="41067" y="164837"/>
                </a:lnTo>
                <a:lnTo>
                  <a:pt x="41067" y="164837"/>
                </a:lnTo>
                <a:lnTo>
                  <a:pt x="41068" y="164837"/>
                </a:lnTo>
                <a:lnTo>
                  <a:pt x="41069" y="164837"/>
                </a:lnTo>
                <a:lnTo>
                  <a:pt x="41069" y="164837"/>
                </a:lnTo>
                <a:lnTo>
                  <a:pt x="41070" y="164837"/>
                </a:lnTo>
                <a:lnTo>
                  <a:pt x="41071" y="164837"/>
                </a:lnTo>
                <a:lnTo>
                  <a:pt x="41071" y="164837"/>
                </a:lnTo>
                <a:lnTo>
                  <a:pt x="41072" y="164837"/>
                </a:lnTo>
                <a:lnTo>
                  <a:pt x="41073" y="164837"/>
                </a:lnTo>
                <a:lnTo>
                  <a:pt x="41073" y="164837"/>
                </a:lnTo>
                <a:lnTo>
                  <a:pt x="41074" y="164837"/>
                </a:lnTo>
                <a:lnTo>
                  <a:pt x="41075" y="164837"/>
                </a:lnTo>
                <a:lnTo>
                  <a:pt x="41076" y="164837"/>
                </a:lnTo>
                <a:lnTo>
                  <a:pt x="41076" y="164837"/>
                </a:lnTo>
                <a:lnTo>
                  <a:pt x="41077" y="164837"/>
                </a:lnTo>
                <a:lnTo>
                  <a:pt x="41078" y="164837"/>
                </a:lnTo>
                <a:lnTo>
                  <a:pt x="41078" y="164837"/>
                </a:lnTo>
                <a:lnTo>
                  <a:pt x="41079" y="164837"/>
                </a:lnTo>
                <a:lnTo>
                  <a:pt x="41080" y="164837"/>
                </a:lnTo>
                <a:lnTo>
                  <a:pt x="41080" y="164837"/>
                </a:lnTo>
                <a:lnTo>
                  <a:pt x="41081" y="164837"/>
                </a:lnTo>
                <a:lnTo>
                  <a:pt x="41082" y="164837"/>
                </a:lnTo>
                <a:lnTo>
                  <a:pt x="41082" y="164837"/>
                </a:lnTo>
                <a:lnTo>
                  <a:pt x="41083" y="164837"/>
                </a:lnTo>
                <a:lnTo>
                  <a:pt x="41084" y="164837"/>
                </a:lnTo>
                <a:lnTo>
                  <a:pt x="41085" y="164837"/>
                </a:lnTo>
                <a:lnTo>
                  <a:pt x="41085" y="164837"/>
                </a:lnTo>
                <a:lnTo>
                  <a:pt x="41086" y="164837"/>
                </a:lnTo>
                <a:lnTo>
                  <a:pt x="41087" y="164837"/>
                </a:lnTo>
                <a:lnTo>
                  <a:pt x="41087" y="164837"/>
                </a:lnTo>
                <a:lnTo>
                  <a:pt x="41088" y="164837"/>
                </a:lnTo>
                <a:lnTo>
                  <a:pt x="41089" y="164837"/>
                </a:lnTo>
                <a:lnTo>
                  <a:pt x="41089" y="164837"/>
                </a:lnTo>
                <a:lnTo>
                  <a:pt x="41090" y="164837"/>
                </a:lnTo>
                <a:lnTo>
                  <a:pt x="41091" y="164837"/>
                </a:lnTo>
                <a:lnTo>
                  <a:pt x="41092" y="164837"/>
                </a:lnTo>
                <a:lnTo>
                  <a:pt x="41092" y="164837"/>
                </a:lnTo>
                <a:lnTo>
                  <a:pt x="41093" y="164837"/>
                </a:lnTo>
                <a:lnTo>
                  <a:pt x="41094" y="164837"/>
                </a:lnTo>
                <a:lnTo>
                  <a:pt x="41094" y="164837"/>
                </a:lnTo>
                <a:lnTo>
                  <a:pt x="41095" y="164837"/>
                </a:lnTo>
                <a:lnTo>
                  <a:pt x="41096" y="164837"/>
                </a:lnTo>
                <a:lnTo>
                  <a:pt x="41096" y="164837"/>
                </a:lnTo>
                <a:lnTo>
                  <a:pt x="41097" y="164837"/>
                </a:lnTo>
                <a:lnTo>
                  <a:pt x="41098" y="164837"/>
                </a:lnTo>
                <a:lnTo>
                  <a:pt x="41098" y="164837"/>
                </a:lnTo>
                <a:lnTo>
                  <a:pt x="41099" y="164837"/>
                </a:lnTo>
                <a:lnTo>
                  <a:pt x="41100" y="164837"/>
                </a:lnTo>
                <a:lnTo>
                  <a:pt x="41101" y="164837"/>
                </a:lnTo>
                <a:lnTo>
                  <a:pt x="41101" y="164837"/>
                </a:lnTo>
                <a:lnTo>
                  <a:pt x="41102" y="164837"/>
                </a:lnTo>
                <a:lnTo>
                  <a:pt x="41103" y="164837"/>
                </a:lnTo>
                <a:lnTo>
                  <a:pt x="41103" y="164837"/>
                </a:lnTo>
                <a:lnTo>
                  <a:pt x="41104" y="164837"/>
                </a:lnTo>
                <a:lnTo>
                  <a:pt x="41105" y="164837"/>
                </a:lnTo>
                <a:lnTo>
                  <a:pt x="41105" y="164837"/>
                </a:lnTo>
                <a:lnTo>
                  <a:pt x="41106" y="164837"/>
                </a:lnTo>
                <a:lnTo>
                  <a:pt x="41107" y="164837"/>
                </a:lnTo>
                <a:lnTo>
                  <a:pt x="41108" y="164837"/>
                </a:lnTo>
                <a:lnTo>
                  <a:pt x="41108" y="164837"/>
                </a:lnTo>
                <a:lnTo>
                  <a:pt x="41109" y="164837"/>
                </a:lnTo>
                <a:lnTo>
                  <a:pt x="41110" y="164837"/>
                </a:lnTo>
                <a:lnTo>
                  <a:pt x="41110" y="164837"/>
                </a:lnTo>
                <a:lnTo>
                  <a:pt x="41111" y="164837"/>
                </a:lnTo>
                <a:lnTo>
                  <a:pt x="41112" y="164837"/>
                </a:lnTo>
                <a:lnTo>
                  <a:pt x="41112" y="164837"/>
                </a:lnTo>
                <a:lnTo>
                  <a:pt x="41113" y="164837"/>
                </a:lnTo>
                <a:lnTo>
                  <a:pt x="41114" y="164837"/>
                </a:lnTo>
                <a:lnTo>
                  <a:pt x="41114" y="164837"/>
                </a:lnTo>
                <a:lnTo>
                  <a:pt x="41115" y="164837"/>
                </a:lnTo>
                <a:lnTo>
                  <a:pt x="41116" y="164837"/>
                </a:lnTo>
                <a:lnTo>
                  <a:pt x="41117" y="164837"/>
                </a:lnTo>
                <a:lnTo>
                  <a:pt x="41117" y="164837"/>
                </a:lnTo>
                <a:lnTo>
                  <a:pt x="41118" y="164837"/>
                </a:lnTo>
                <a:lnTo>
                  <a:pt x="41119" y="164837"/>
                </a:lnTo>
                <a:lnTo>
                  <a:pt x="41119" y="164837"/>
                </a:lnTo>
                <a:lnTo>
                  <a:pt x="41120" y="164837"/>
                </a:lnTo>
                <a:lnTo>
                  <a:pt x="41121" y="164837"/>
                </a:lnTo>
                <a:lnTo>
                  <a:pt x="41121" y="164837"/>
                </a:lnTo>
                <a:lnTo>
                  <a:pt x="41122" y="164837"/>
                </a:lnTo>
                <a:lnTo>
                  <a:pt x="41123" y="164837"/>
                </a:lnTo>
                <a:lnTo>
                  <a:pt x="41124" y="164837"/>
                </a:lnTo>
                <a:lnTo>
                  <a:pt x="41124" y="164837"/>
                </a:lnTo>
                <a:lnTo>
                  <a:pt x="41125" y="164837"/>
                </a:lnTo>
                <a:lnTo>
                  <a:pt x="41126" y="164837"/>
                </a:lnTo>
                <a:lnTo>
                  <a:pt x="41126" y="164837"/>
                </a:lnTo>
                <a:lnTo>
                  <a:pt x="41127" y="164837"/>
                </a:lnTo>
                <a:lnTo>
                  <a:pt x="41128" y="164837"/>
                </a:lnTo>
                <a:lnTo>
                  <a:pt x="41128" y="164837"/>
                </a:lnTo>
                <a:lnTo>
                  <a:pt x="41129" y="164837"/>
                </a:lnTo>
                <a:lnTo>
                  <a:pt x="41130" y="164837"/>
                </a:lnTo>
                <a:lnTo>
                  <a:pt x="41131" y="164837"/>
                </a:lnTo>
                <a:lnTo>
                  <a:pt x="41131" y="164837"/>
                </a:lnTo>
                <a:lnTo>
                  <a:pt x="41132" y="164837"/>
                </a:lnTo>
                <a:lnTo>
                  <a:pt x="41133" y="164837"/>
                </a:lnTo>
                <a:lnTo>
                  <a:pt x="41133" y="164837"/>
                </a:lnTo>
                <a:lnTo>
                  <a:pt x="41134" y="164837"/>
                </a:lnTo>
                <a:lnTo>
                  <a:pt x="41135" y="164837"/>
                </a:lnTo>
                <a:lnTo>
                  <a:pt x="41135" y="164837"/>
                </a:lnTo>
                <a:lnTo>
                  <a:pt x="41136" y="164837"/>
                </a:lnTo>
                <a:lnTo>
                  <a:pt x="41137" y="164837"/>
                </a:lnTo>
                <a:lnTo>
                  <a:pt x="41137" y="164837"/>
                </a:lnTo>
                <a:lnTo>
                  <a:pt x="41138" y="164837"/>
                </a:lnTo>
                <a:lnTo>
                  <a:pt x="41139" y="164837"/>
                </a:lnTo>
                <a:lnTo>
                  <a:pt x="41140" y="164837"/>
                </a:lnTo>
                <a:lnTo>
                  <a:pt x="41140" y="164837"/>
                </a:lnTo>
                <a:lnTo>
                  <a:pt x="41141" y="164837"/>
                </a:lnTo>
                <a:lnTo>
                  <a:pt x="41142" y="164837"/>
                </a:lnTo>
                <a:lnTo>
                  <a:pt x="41142" y="164837"/>
                </a:lnTo>
                <a:lnTo>
                  <a:pt x="41143" y="164837"/>
                </a:lnTo>
                <a:lnTo>
                  <a:pt x="41144" y="164837"/>
                </a:lnTo>
                <a:lnTo>
                  <a:pt x="41144" y="164837"/>
                </a:lnTo>
                <a:lnTo>
                  <a:pt x="41145" y="164837"/>
                </a:lnTo>
                <a:lnTo>
                  <a:pt x="41146" y="164837"/>
                </a:lnTo>
                <a:lnTo>
                  <a:pt x="41147" y="164837"/>
                </a:lnTo>
                <a:lnTo>
                  <a:pt x="41147" y="164837"/>
                </a:lnTo>
                <a:lnTo>
                  <a:pt x="41148" y="164837"/>
                </a:lnTo>
                <a:lnTo>
                  <a:pt x="41149" y="164837"/>
                </a:lnTo>
                <a:lnTo>
                  <a:pt x="41149" y="164837"/>
                </a:lnTo>
                <a:lnTo>
                  <a:pt x="41150" y="164837"/>
                </a:lnTo>
                <a:lnTo>
                  <a:pt x="41151" y="164837"/>
                </a:lnTo>
                <a:lnTo>
                  <a:pt x="41151" y="164837"/>
                </a:lnTo>
                <a:lnTo>
                  <a:pt x="41152" y="164837"/>
                </a:lnTo>
                <a:lnTo>
                  <a:pt x="41153" y="164837"/>
                </a:lnTo>
                <a:lnTo>
                  <a:pt x="41154" y="164837"/>
                </a:lnTo>
                <a:lnTo>
                  <a:pt x="41154" y="164837"/>
                </a:lnTo>
                <a:lnTo>
                  <a:pt x="41155" y="164837"/>
                </a:lnTo>
                <a:lnTo>
                  <a:pt x="41156" y="164837"/>
                </a:lnTo>
                <a:lnTo>
                  <a:pt x="41156" y="164837"/>
                </a:lnTo>
                <a:lnTo>
                  <a:pt x="41157" y="164837"/>
                </a:lnTo>
                <a:lnTo>
                  <a:pt x="41158" y="164837"/>
                </a:lnTo>
                <a:lnTo>
                  <a:pt x="41158" y="164837"/>
                </a:lnTo>
                <a:lnTo>
                  <a:pt x="41159" y="164837"/>
                </a:lnTo>
                <a:lnTo>
                  <a:pt x="41160" y="164837"/>
                </a:lnTo>
                <a:lnTo>
                  <a:pt x="41160" y="164837"/>
                </a:lnTo>
                <a:lnTo>
                  <a:pt x="41161" y="164837"/>
                </a:lnTo>
                <a:lnTo>
                  <a:pt x="41162" y="164837"/>
                </a:lnTo>
                <a:lnTo>
                  <a:pt x="41163" y="164837"/>
                </a:lnTo>
                <a:lnTo>
                  <a:pt x="41163" y="164837"/>
                </a:lnTo>
                <a:lnTo>
                  <a:pt x="41164" y="164837"/>
                </a:lnTo>
                <a:lnTo>
                  <a:pt x="41165" y="164837"/>
                </a:lnTo>
                <a:lnTo>
                  <a:pt x="41165" y="164837"/>
                </a:lnTo>
                <a:lnTo>
                  <a:pt x="41166" y="164837"/>
                </a:lnTo>
                <a:lnTo>
                  <a:pt x="41167" y="164837"/>
                </a:lnTo>
                <a:lnTo>
                  <a:pt x="41167" y="164837"/>
                </a:lnTo>
                <a:lnTo>
                  <a:pt x="41168" y="164837"/>
                </a:lnTo>
                <a:lnTo>
                  <a:pt x="41169" y="164837"/>
                </a:lnTo>
                <a:lnTo>
                  <a:pt x="41170" y="164837"/>
                </a:lnTo>
                <a:lnTo>
                  <a:pt x="41170" y="164837"/>
                </a:lnTo>
                <a:lnTo>
                  <a:pt x="41171" y="164837"/>
                </a:lnTo>
                <a:lnTo>
                  <a:pt x="41172" y="164837"/>
                </a:lnTo>
                <a:lnTo>
                  <a:pt x="41172" y="164837"/>
                </a:lnTo>
                <a:lnTo>
                  <a:pt x="41173" y="164837"/>
                </a:lnTo>
                <a:lnTo>
                  <a:pt x="41174" y="164837"/>
                </a:lnTo>
                <a:lnTo>
                  <a:pt x="41174" y="164837"/>
                </a:lnTo>
                <a:lnTo>
                  <a:pt x="41175" y="164837"/>
                </a:lnTo>
                <a:lnTo>
                  <a:pt x="41176" y="164837"/>
                </a:lnTo>
                <a:lnTo>
                  <a:pt x="41177" y="164837"/>
                </a:lnTo>
                <a:lnTo>
                  <a:pt x="41177" y="164837"/>
                </a:lnTo>
                <a:lnTo>
                  <a:pt x="41178" y="164837"/>
                </a:lnTo>
                <a:lnTo>
                  <a:pt x="41179" y="164837"/>
                </a:lnTo>
                <a:lnTo>
                  <a:pt x="41179" y="164837"/>
                </a:lnTo>
                <a:lnTo>
                  <a:pt x="41180" y="164837"/>
                </a:lnTo>
                <a:lnTo>
                  <a:pt x="41181" y="164837"/>
                </a:lnTo>
                <a:lnTo>
                  <a:pt x="41181" y="164837"/>
                </a:lnTo>
                <a:lnTo>
                  <a:pt x="41182" y="164837"/>
                </a:lnTo>
                <a:lnTo>
                  <a:pt x="41183" y="164837"/>
                </a:lnTo>
                <a:lnTo>
                  <a:pt x="41184" y="164837"/>
                </a:lnTo>
                <a:lnTo>
                  <a:pt x="41184" y="164837"/>
                </a:lnTo>
                <a:lnTo>
                  <a:pt x="41185" y="164837"/>
                </a:lnTo>
                <a:lnTo>
                  <a:pt x="41186" y="164837"/>
                </a:lnTo>
                <a:lnTo>
                  <a:pt x="41186" y="164837"/>
                </a:lnTo>
                <a:lnTo>
                  <a:pt x="41187" y="164837"/>
                </a:lnTo>
                <a:lnTo>
                  <a:pt x="41188" y="164837"/>
                </a:lnTo>
                <a:lnTo>
                  <a:pt x="41188" y="164837"/>
                </a:lnTo>
                <a:lnTo>
                  <a:pt x="41189" y="164837"/>
                </a:lnTo>
                <a:lnTo>
                  <a:pt x="41190" y="164837"/>
                </a:lnTo>
                <a:lnTo>
                  <a:pt x="41191" y="164837"/>
                </a:lnTo>
                <a:lnTo>
                  <a:pt x="41191" y="164837"/>
                </a:lnTo>
                <a:lnTo>
                  <a:pt x="41192" y="164837"/>
                </a:lnTo>
                <a:lnTo>
                  <a:pt x="41193" y="164837"/>
                </a:lnTo>
                <a:lnTo>
                  <a:pt x="41193" y="164837"/>
                </a:lnTo>
                <a:lnTo>
                  <a:pt x="41194" y="164837"/>
                </a:lnTo>
                <a:lnTo>
                  <a:pt x="41195" y="164837"/>
                </a:lnTo>
                <a:lnTo>
                  <a:pt x="41195" y="164837"/>
                </a:lnTo>
                <a:lnTo>
                  <a:pt x="41196" y="164837"/>
                </a:lnTo>
                <a:lnTo>
                  <a:pt x="41197" y="164837"/>
                </a:lnTo>
                <a:lnTo>
                  <a:pt x="41198" y="164837"/>
                </a:lnTo>
                <a:lnTo>
                  <a:pt x="41198" y="164837"/>
                </a:lnTo>
                <a:lnTo>
                  <a:pt x="41199" y="164837"/>
                </a:lnTo>
                <a:lnTo>
                  <a:pt x="41200" y="164837"/>
                </a:lnTo>
                <a:lnTo>
                  <a:pt x="41200" y="164837"/>
                </a:lnTo>
                <a:lnTo>
                  <a:pt x="41201" y="164837"/>
                </a:lnTo>
                <a:lnTo>
                  <a:pt x="41202" y="164837"/>
                </a:lnTo>
                <a:lnTo>
                  <a:pt x="41202" y="164837"/>
                </a:lnTo>
                <a:lnTo>
                  <a:pt x="41203" y="164837"/>
                </a:lnTo>
                <a:lnTo>
                  <a:pt x="41204" y="164837"/>
                </a:lnTo>
                <a:lnTo>
                  <a:pt x="41205" y="164837"/>
                </a:lnTo>
                <a:lnTo>
                  <a:pt x="41205" y="164837"/>
                </a:lnTo>
                <a:lnTo>
                  <a:pt x="41206" y="164837"/>
                </a:lnTo>
                <a:lnTo>
                  <a:pt x="41207" y="164837"/>
                </a:lnTo>
                <a:lnTo>
                  <a:pt x="41207" y="164837"/>
                </a:lnTo>
                <a:lnTo>
                  <a:pt x="41208" y="164837"/>
                </a:lnTo>
                <a:lnTo>
                  <a:pt x="41209" y="164837"/>
                </a:lnTo>
                <a:lnTo>
                  <a:pt x="41209" y="164837"/>
                </a:lnTo>
                <a:lnTo>
                  <a:pt x="41210" y="164837"/>
                </a:lnTo>
                <a:lnTo>
                  <a:pt x="41211" y="164837"/>
                </a:lnTo>
                <a:lnTo>
                  <a:pt x="41212" y="164837"/>
                </a:lnTo>
                <a:lnTo>
                  <a:pt x="41212" y="164837"/>
                </a:lnTo>
                <a:lnTo>
                  <a:pt x="41213" y="164837"/>
                </a:lnTo>
                <a:lnTo>
                  <a:pt x="41214" y="164837"/>
                </a:lnTo>
                <a:lnTo>
                  <a:pt x="41214" y="164837"/>
                </a:lnTo>
                <a:lnTo>
                  <a:pt x="41215" y="164837"/>
                </a:lnTo>
                <a:lnTo>
                  <a:pt x="41216" y="164837"/>
                </a:lnTo>
                <a:lnTo>
                  <a:pt x="41216" y="164837"/>
                </a:lnTo>
                <a:lnTo>
                  <a:pt x="41217" y="164837"/>
                </a:lnTo>
                <a:lnTo>
                  <a:pt x="41218" y="164837"/>
                </a:lnTo>
                <a:lnTo>
                  <a:pt x="41219" y="164837"/>
                </a:lnTo>
                <a:lnTo>
                  <a:pt x="41219" y="164837"/>
                </a:lnTo>
                <a:lnTo>
                  <a:pt x="41220" y="164837"/>
                </a:lnTo>
                <a:lnTo>
                  <a:pt x="41221" y="164837"/>
                </a:lnTo>
                <a:lnTo>
                  <a:pt x="41221" y="164837"/>
                </a:lnTo>
                <a:lnTo>
                  <a:pt x="41222" y="164837"/>
                </a:lnTo>
                <a:lnTo>
                  <a:pt x="41223" y="164837"/>
                </a:lnTo>
                <a:lnTo>
                  <a:pt x="41223" y="164837"/>
                </a:lnTo>
                <a:lnTo>
                  <a:pt x="41224" y="164837"/>
                </a:lnTo>
                <a:lnTo>
                  <a:pt x="41225" y="164837"/>
                </a:lnTo>
                <a:lnTo>
                  <a:pt x="41226" y="164837"/>
                </a:lnTo>
                <a:lnTo>
                  <a:pt x="41226" y="164837"/>
                </a:lnTo>
                <a:lnTo>
                  <a:pt x="41227" y="164837"/>
                </a:lnTo>
                <a:lnTo>
                  <a:pt x="41228" y="164837"/>
                </a:lnTo>
                <a:lnTo>
                  <a:pt x="41228" y="164837"/>
                </a:lnTo>
                <a:lnTo>
                  <a:pt x="41229" y="164837"/>
                </a:lnTo>
                <a:lnTo>
                  <a:pt x="41230" y="164837"/>
                </a:lnTo>
                <a:lnTo>
                  <a:pt x="41230" y="164837"/>
                </a:lnTo>
                <a:lnTo>
                  <a:pt x="41231" y="164837"/>
                </a:lnTo>
                <a:lnTo>
                  <a:pt x="41232" y="164837"/>
                </a:lnTo>
                <a:lnTo>
                  <a:pt x="41233" y="164837"/>
                </a:lnTo>
                <a:lnTo>
                  <a:pt x="41233" y="164837"/>
                </a:lnTo>
                <a:lnTo>
                  <a:pt x="41234" y="164837"/>
                </a:lnTo>
                <a:lnTo>
                  <a:pt x="41235" y="164837"/>
                </a:lnTo>
                <a:lnTo>
                  <a:pt x="41235" y="164837"/>
                </a:lnTo>
                <a:lnTo>
                  <a:pt x="41236" y="164837"/>
                </a:lnTo>
                <a:lnTo>
                  <a:pt x="41237" y="164837"/>
                </a:lnTo>
                <a:lnTo>
                  <a:pt x="41237" y="164837"/>
                </a:lnTo>
                <a:lnTo>
                  <a:pt x="41238" y="164837"/>
                </a:lnTo>
                <a:lnTo>
                  <a:pt x="41239" y="164837"/>
                </a:lnTo>
                <a:lnTo>
                  <a:pt x="41240" y="164837"/>
                </a:lnTo>
                <a:lnTo>
                  <a:pt x="41240" y="164837"/>
                </a:lnTo>
                <a:lnTo>
                  <a:pt x="41241" y="164837"/>
                </a:lnTo>
                <a:lnTo>
                  <a:pt x="41242" y="164837"/>
                </a:lnTo>
                <a:lnTo>
                  <a:pt x="41242" y="164837"/>
                </a:lnTo>
                <a:lnTo>
                  <a:pt x="41243" y="164837"/>
                </a:lnTo>
                <a:lnTo>
                  <a:pt x="41244" y="164837"/>
                </a:lnTo>
                <a:lnTo>
                  <a:pt x="41244" y="164837"/>
                </a:lnTo>
                <a:lnTo>
                  <a:pt x="41245" y="164837"/>
                </a:lnTo>
                <a:lnTo>
                  <a:pt x="41246" y="164837"/>
                </a:lnTo>
                <a:lnTo>
                  <a:pt x="41247" y="164837"/>
                </a:lnTo>
                <a:lnTo>
                  <a:pt x="41247" y="164837"/>
                </a:lnTo>
                <a:lnTo>
                  <a:pt x="41248" y="164837"/>
                </a:lnTo>
                <a:lnTo>
                  <a:pt x="41249" y="164837"/>
                </a:lnTo>
                <a:lnTo>
                  <a:pt x="41249" y="164837"/>
                </a:lnTo>
                <a:lnTo>
                  <a:pt x="41250" y="164837"/>
                </a:lnTo>
                <a:lnTo>
                  <a:pt x="41251" y="164837"/>
                </a:lnTo>
                <a:lnTo>
                  <a:pt x="41252" y="164837"/>
                </a:lnTo>
                <a:lnTo>
                  <a:pt x="41252" y="164837"/>
                </a:lnTo>
                <a:lnTo>
                  <a:pt x="41253" y="164837"/>
                </a:lnTo>
                <a:lnTo>
                  <a:pt x="41254" y="164837"/>
                </a:lnTo>
                <a:lnTo>
                  <a:pt x="41254" y="164837"/>
                </a:lnTo>
                <a:lnTo>
                  <a:pt x="41255" y="164837"/>
                </a:lnTo>
                <a:lnTo>
                  <a:pt x="41256" y="164837"/>
                </a:lnTo>
                <a:lnTo>
                  <a:pt x="41256" y="164837"/>
                </a:lnTo>
                <a:lnTo>
                  <a:pt x="41257" y="164837"/>
                </a:lnTo>
                <a:lnTo>
                  <a:pt x="41258" y="164837"/>
                </a:lnTo>
                <a:lnTo>
                  <a:pt x="41259" y="164837"/>
                </a:lnTo>
                <a:lnTo>
                  <a:pt x="41259" y="164837"/>
                </a:lnTo>
                <a:lnTo>
                  <a:pt x="41260" y="164837"/>
                </a:lnTo>
                <a:lnTo>
                  <a:pt x="41261" y="164837"/>
                </a:lnTo>
                <a:lnTo>
                  <a:pt x="41261" y="164837"/>
                </a:lnTo>
                <a:lnTo>
                  <a:pt x="41262" y="164837"/>
                </a:lnTo>
                <a:lnTo>
                  <a:pt x="41263" y="164837"/>
                </a:lnTo>
                <a:lnTo>
                  <a:pt x="41263" y="164837"/>
                </a:lnTo>
                <a:lnTo>
                  <a:pt x="41264" y="164837"/>
                </a:lnTo>
                <a:lnTo>
                  <a:pt x="41265" y="164837"/>
                </a:lnTo>
                <a:lnTo>
                  <a:pt x="41266" y="164837"/>
                </a:lnTo>
                <a:lnTo>
                  <a:pt x="41266" y="164837"/>
                </a:lnTo>
                <a:lnTo>
                  <a:pt x="41267" y="164837"/>
                </a:lnTo>
                <a:lnTo>
                  <a:pt x="41268" y="164837"/>
                </a:lnTo>
                <a:lnTo>
                  <a:pt x="41268" y="164837"/>
                </a:lnTo>
                <a:lnTo>
                  <a:pt x="41269" y="164837"/>
                </a:lnTo>
                <a:lnTo>
                  <a:pt x="41270" y="164837"/>
                </a:lnTo>
                <a:lnTo>
                  <a:pt x="41270" y="164837"/>
                </a:lnTo>
                <a:lnTo>
                  <a:pt x="41271" y="164837"/>
                </a:lnTo>
                <a:lnTo>
                  <a:pt x="41272" y="164837"/>
                </a:lnTo>
                <a:lnTo>
                  <a:pt x="41273" y="164837"/>
                </a:lnTo>
                <a:lnTo>
                  <a:pt x="41273" y="164837"/>
                </a:lnTo>
                <a:lnTo>
                  <a:pt x="41274" y="164837"/>
                </a:lnTo>
                <a:lnTo>
                  <a:pt x="41275" y="164837"/>
                </a:lnTo>
                <a:lnTo>
                  <a:pt x="41275" y="164837"/>
                </a:lnTo>
                <a:lnTo>
                  <a:pt x="41276" y="164837"/>
                </a:lnTo>
                <a:lnTo>
                  <a:pt x="41277" y="164837"/>
                </a:lnTo>
                <a:lnTo>
                  <a:pt x="41278" y="164837"/>
                </a:lnTo>
                <a:lnTo>
                  <a:pt x="41278" y="164837"/>
                </a:lnTo>
                <a:lnTo>
                  <a:pt x="41279" y="164837"/>
                </a:lnTo>
                <a:lnTo>
                  <a:pt x="41280" y="164837"/>
                </a:lnTo>
                <a:lnTo>
                  <a:pt x="41280" y="164837"/>
                </a:lnTo>
                <a:lnTo>
                  <a:pt x="41281" y="164837"/>
                </a:lnTo>
                <a:lnTo>
                  <a:pt x="41282" y="164837"/>
                </a:lnTo>
                <a:lnTo>
                  <a:pt x="41282" y="164837"/>
                </a:lnTo>
                <a:lnTo>
                  <a:pt x="41283" y="164837"/>
                </a:lnTo>
                <a:lnTo>
                  <a:pt x="41284" y="164837"/>
                </a:lnTo>
                <a:lnTo>
                  <a:pt x="41285" y="164837"/>
                </a:lnTo>
                <a:lnTo>
                  <a:pt x="41285" y="164837"/>
                </a:lnTo>
                <a:lnTo>
                  <a:pt x="41286" y="164837"/>
                </a:lnTo>
                <a:lnTo>
                  <a:pt x="41287" y="164837"/>
                </a:lnTo>
                <a:lnTo>
                  <a:pt x="41287" y="164837"/>
                </a:lnTo>
                <a:lnTo>
                  <a:pt x="41288" y="164837"/>
                </a:lnTo>
                <a:lnTo>
                  <a:pt x="41289" y="164837"/>
                </a:lnTo>
                <a:lnTo>
                  <a:pt x="41289" y="164837"/>
                </a:lnTo>
                <a:lnTo>
                  <a:pt x="41290" y="164837"/>
                </a:lnTo>
                <a:lnTo>
                  <a:pt x="41291" y="164837"/>
                </a:lnTo>
                <a:lnTo>
                  <a:pt x="41292" y="164837"/>
                </a:lnTo>
                <a:lnTo>
                  <a:pt x="41292" y="164837"/>
                </a:lnTo>
                <a:lnTo>
                  <a:pt x="41293" y="164837"/>
                </a:lnTo>
                <a:lnTo>
                  <a:pt x="41294" y="164837"/>
                </a:lnTo>
                <a:lnTo>
                  <a:pt x="41294" y="164837"/>
                </a:lnTo>
                <a:lnTo>
                  <a:pt x="41295" y="164837"/>
                </a:lnTo>
                <a:lnTo>
                  <a:pt x="41296" y="164837"/>
                </a:lnTo>
                <a:lnTo>
                  <a:pt x="41297" y="164837"/>
                </a:lnTo>
                <a:lnTo>
                  <a:pt x="41297" y="164837"/>
                </a:lnTo>
                <a:lnTo>
                  <a:pt x="41298" y="164837"/>
                </a:lnTo>
                <a:lnTo>
                  <a:pt x="41299" y="164837"/>
                </a:lnTo>
                <a:lnTo>
                  <a:pt x="41299" y="164837"/>
                </a:lnTo>
                <a:lnTo>
                  <a:pt x="41300" y="164837"/>
                </a:lnTo>
                <a:lnTo>
                  <a:pt x="41301" y="164837"/>
                </a:lnTo>
                <a:lnTo>
                  <a:pt x="41301" y="164837"/>
                </a:lnTo>
                <a:lnTo>
                  <a:pt x="41302" y="164837"/>
                </a:lnTo>
                <a:lnTo>
                  <a:pt x="41303" y="164837"/>
                </a:lnTo>
                <a:lnTo>
                  <a:pt x="41304" y="164837"/>
                </a:lnTo>
                <a:lnTo>
                  <a:pt x="41304" y="164837"/>
                </a:lnTo>
                <a:lnTo>
                  <a:pt x="41305" y="164837"/>
                </a:lnTo>
                <a:lnTo>
                  <a:pt x="41306" y="164837"/>
                </a:lnTo>
                <a:lnTo>
                  <a:pt x="41306" y="164837"/>
                </a:lnTo>
                <a:lnTo>
                  <a:pt x="41307" y="164837"/>
                </a:lnTo>
                <a:lnTo>
                  <a:pt x="41308" y="164837"/>
                </a:lnTo>
                <a:lnTo>
                  <a:pt x="41308" y="164837"/>
                </a:lnTo>
                <a:lnTo>
                  <a:pt x="41309" y="164837"/>
                </a:lnTo>
                <a:lnTo>
                  <a:pt x="41310" y="164837"/>
                </a:lnTo>
                <a:lnTo>
                  <a:pt x="41311" y="164837"/>
                </a:lnTo>
                <a:lnTo>
                  <a:pt x="41311" y="164837"/>
                </a:lnTo>
                <a:lnTo>
                  <a:pt x="41312" y="164837"/>
                </a:lnTo>
                <a:lnTo>
                  <a:pt x="41313" y="164837"/>
                </a:lnTo>
                <a:lnTo>
                  <a:pt x="41313" y="164837"/>
                </a:lnTo>
                <a:lnTo>
                  <a:pt x="41314" y="164837"/>
                </a:lnTo>
                <a:lnTo>
                  <a:pt x="41315" y="164837"/>
                </a:lnTo>
                <a:lnTo>
                  <a:pt x="41316" y="164837"/>
                </a:lnTo>
                <a:lnTo>
                  <a:pt x="41316" y="164837"/>
                </a:lnTo>
                <a:lnTo>
                  <a:pt x="41317" y="164837"/>
                </a:lnTo>
                <a:lnTo>
                  <a:pt x="41318" y="164837"/>
                </a:lnTo>
                <a:lnTo>
                  <a:pt x="41318" y="164837"/>
                </a:lnTo>
                <a:lnTo>
                  <a:pt x="41319" y="164837"/>
                </a:lnTo>
                <a:lnTo>
                  <a:pt x="41320" y="164837"/>
                </a:lnTo>
                <a:lnTo>
                  <a:pt x="41320" y="164837"/>
                </a:lnTo>
                <a:lnTo>
                  <a:pt x="41321" y="164837"/>
                </a:lnTo>
                <a:lnTo>
                  <a:pt x="41322" y="164837"/>
                </a:lnTo>
                <a:lnTo>
                  <a:pt x="41323" y="164837"/>
                </a:lnTo>
                <a:lnTo>
                  <a:pt x="41323" y="164837"/>
                </a:lnTo>
                <a:lnTo>
                  <a:pt x="41324" y="164837"/>
                </a:lnTo>
                <a:lnTo>
                  <a:pt x="41325" y="164837"/>
                </a:lnTo>
                <a:lnTo>
                  <a:pt x="41325" y="164837"/>
                </a:lnTo>
                <a:lnTo>
                  <a:pt x="41326" y="164837"/>
                </a:lnTo>
                <a:lnTo>
                  <a:pt x="41327" y="164837"/>
                </a:lnTo>
                <a:lnTo>
                  <a:pt x="41328" y="164837"/>
                </a:lnTo>
                <a:lnTo>
                  <a:pt x="41328" y="164837"/>
                </a:lnTo>
                <a:lnTo>
                  <a:pt x="41329" y="164837"/>
                </a:lnTo>
                <a:lnTo>
                  <a:pt x="41330" y="164837"/>
                </a:lnTo>
                <a:lnTo>
                  <a:pt x="41330" y="164837"/>
                </a:lnTo>
                <a:lnTo>
                  <a:pt x="41331" y="164837"/>
                </a:lnTo>
                <a:lnTo>
                  <a:pt x="41332" y="164837"/>
                </a:lnTo>
                <a:lnTo>
                  <a:pt x="41332" y="164837"/>
                </a:lnTo>
                <a:lnTo>
                  <a:pt x="41333" y="164837"/>
                </a:lnTo>
                <a:lnTo>
                  <a:pt x="41334" y="164837"/>
                </a:lnTo>
                <a:lnTo>
                  <a:pt x="41335" y="164837"/>
                </a:lnTo>
                <a:lnTo>
                  <a:pt x="41335" y="164837"/>
                </a:lnTo>
                <a:lnTo>
                  <a:pt x="41336" y="164837"/>
                </a:lnTo>
                <a:lnTo>
                  <a:pt x="41337" y="164837"/>
                </a:lnTo>
                <a:lnTo>
                  <a:pt x="41337" y="164837"/>
                </a:lnTo>
                <a:lnTo>
                  <a:pt x="41338" y="164837"/>
                </a:lnTo>
                <a:lnTo>
                  <a:pt x="41339" y="164837"/>
                </a:lnTo>
                <a:lnTo>
                  <a:pt x="41340" y="164837"/>
                </a:lnTo>
                <a:lnTo>
                  <a:pt x="41340" y="164837"/>
                </a:lnTo>
                <a:lnTo>
                  <a:pt x="41341" y="164837"/>
                </a:lnTo>
                <a:lnTo>
                  <a:pt x="41342" y="164837"/>
                </a:lnTo>
                <a:lnTo>
                  <a:pt x="41342" y="164837"/>
                </a:lnTo>
                <a:lnTo>
                  <a:pt x="41343" y="164837"/>
                </a:lnTo>
                <a:lnTo>
                  <a:pt x="41344" y="164837"/>
                </a:lnTo>
                <a:lnTo>
                  <a:pt x="41344" y="164837"/>
                </a:lnTo>
                <a:lnTo>
                  <a:pt x="41345" y="164837"/>
                </a:lnTo>
                <a:lnTo>
                  <a:pt x="41346" y="164837"/>
                </a:lnTo>
                <a:lnTo>
                  <a:pt x="41347" y="164837"/>
                </a:lnTo>
                <a:lnTo>
                  <a:pt x="41347" y="164837"/>
                </a:lnTo>
                <a:lnTo>
                  <a:pt x="41348" y="164837"/>
                </a:lnTo>
                <a:lnTo>
                  <a:pt x="41349" y="164837"/>
                </a:lnTo>
                <a:lnTo>
                  <a:pt x="41349" y="164837"/>
                </a:lnTo>
                <a:lnTo>
                  <a:pt x="41350" y="164837"/>
                </a:lnTo>
                <a:lnTo>
                  <a:pt x="41351" y="164837"/>
                </a:lnTo>
                <a:lnTo>
                  <a:pt x="41352" y="164837"/>
                </a:lnTo>
                <a:lnTo>
                  <a:pt x="41352" y="164837"/>
                </a:lnTo>
                <a:lnTo>
                  <a:pt x="41353" y="164837"/>
                </a:lnTo>
                <a:lnTo>
                  <a:pt x="41354" y="164837"/>
                </a:lnTo>
                <a:lnTo>
                  <a:pt x="41354" y="164837"/>
                </a:lnTo>
                <a:lnTo>
                  <a:pt x="41355" y="164837"/>
                </a:lnTo>
                <a:lnTo>
                  <a:pt x="41356" y="164837"/>
                </a:lnTo>
                <a:lnTo>
                  <a:pt x="41356" y="164837"/>
                </a:lnTo>
                <a:lnTo>
                  <a:pt x="41357" y="164837"/>
                </a:lnTo>
                <a:lnTo>
                  <a:pt x="41358" y="164837"/>
                </a:lnTo>
                <a:lnTo>
                  <a:pt x="41359" y="164837"/>
                </a:lnTo>
                <a:lnTo>
                  <a:pt x="41359" y="164837"/>
                </a:lnTo>
                <a:lnTo>
                  <a:pt x="41360" y="164837"/>
                </a:lnTo>
                <a:lnTo>
                  <a:pt x="41361" y="164837"/>
                </a:lnTo>
                <a:lnTo>
                  <a:pt x="41361" y="164837"/>
                </a:lnTo>
                <a:lnTo>
                  <a:pt x="41362" y="164837"/>
                </a:lnTo>
                <a:lnTo>
                  <a:pt x="41363" y="164837"/>
                </a:lnTo>
                <a:lnTo>
                  <a:pt x="41364" y="164837"/>
                </a:lnTo>
                <a:lnTo>
                  <a:pt x="41364" y="164837"/>
                </a:lnTo>
                <a:lnTo>
                  <a:pt x="41365" y="164837"/>
                </a:lnTo>
                <a:lnTo>
                  <a:pt x="41366" y="164837"/>
                </a:lnTo>
                <a:lnTo>
                  <a:pt x="41366" y="164837"/>
                </a:lnTo>
                <a:lnTo>
                  <a:pt x="41367" y="164837"/>
                </a:lnTo>
                <a:lnTo>
                  <a:pt x="41368" y="164837"/>
                </a:lnTo>
                <a:lnTo>
                  <a:pt x="41368" y="164837"/>
                </a:lnTo>
                <a:lnTo>
                  <a:pt x="41369" y="164837"/>
                </a:lnTo>
                <a:lnTo>
                  <a:pt x="41370" y="164837"/>
                </a:lnTo>
                <a:lnTo>
                  <a:pt x="41371" y="164837"/>
                </a:lnTo>
                <a:lnTo>
                  <a:pt x="41371" y="164837"/>
                </a:lnTo>
                <a:lnTo>
                  <a:pt x="41372" y="164837"/>
                </a:lnTo>
                <a:lnTo>
                  <a:pt x="41373" y="164837"/>
                </a:lnTo>
                <a:lnTo>
                  <a:pt x="41373" y="164837"/>
                </a:lnTo>
                <a:lnTo>
                  <a:pt x="41374" y="164837"/>
                </a:lnTo>
                <a:lnTo>
                  <a:pt x="41375" y="164837"/>
                </a:lnTo>
                <a:lnTo>
                  <a:pt x="41376" y="164837"/>
                </a:lnTo>
                <a:lnTo>
                  <a:pt x="41376" y="164837"/>
                </a:lnTo>
                <a:lnTo>
                  <a:pt x="41377" y="164837"/>
                </a:lnTo>
                <a:lnTo>
                  <a:pt x="41378" y="164837"/>
                </a:lnTo>
                <a:lnTo>
                  <a:pt x="41378" y="164837"/>
                </a:lnTo>
                <a:lnTo>
                  <a:pt x="41379" y="164837"/>
                </a:lnTo>
                <a:lnTo>
                  <a:pt x="41380" y="164837"/>
                </a:lnTo>
                <a:lnTo>
                  <a:pt x="41380" y="164837"/>
                </a:lnTo>
                <a:lnTo>
                  <a:pt x="41381" y="164837"/>
                </a:lnTo>
                <a:lnTo>
                  <a:pt x="41382" y="164837"/>
                </a:lnTo>
                <a:lnTo>
                  <a:pt x="41383" y="164837"/>
                </a:lnTo>
                <a:lnTo>
                  <a:pt x="41383" y="164837"/>
                </a:lnTo>
                <a:lnTo>
                  <a:pt x="41384" y="164837"/>
                </a:lnTo>
                <a:lnTo>
                  <a:pt x="41385" y="164837"/>
                </a:lnTo>
                <a:lnTo>
                  <a:pt x="41385" y="164837"/>
                </a:lnTo>
                <a:lnTo>
                  <a:pt x="41386" y="164837"/>
                </a:lnTo>
                <a:lnTo>
                  <a:pt x="41387" y="164837"/>
                </a:lnTo>
                <a:lnTo>
                  <a:pt x="41388" y="164837"/>
                </a:lnTo>
                <a:lnTo>
                  <a:pt x="41388" y="164837"/>
                </a:lnTo>
                <a:lnTo>
                  <a:pt x="41389" y="164837"/>
                </a:lnTo>
                <a:lnTo>
                  <a:pt x="41390" y="164837"/>
                </a:lnTo>
                <a:lnTo>
                  <a:pt x="41390" y="164837"/>
                </a:lnTo>
                <a:lnTo>
                  <a:pt x="41391" y="164837"/>
                </a:lnTo>
                <a:lnTo>
                  <a:pt x="41392" y="164837"/>
                </a:lnTo>
                <a:lnTo>
                  <a:pt x="41393" y="164837"/>
                </a:lnTo>
                <a:lnTo>
                  <a:pt x="41393" y="164837"/>
                </a:lnTo>
                <a:lnTo>
                  <a:pt x="41394" y="164837"/>
                </a:lnTo>
                <a:lnTo>
                  <a:pt x="41395" y="164837"/>
                </a:lnTo>
                <a:lnTo>
                  <a:pt x="41395" y="164837"/>
                </a:lnTo>
                <a:lnTo>
                  <a:pt x="41396" y="164837"/>
                </a:lnTo>
                <a:lnTo>
                  <a:pt x="41397" y="164837"/>
                </a:lnTo>
                <a:lnTo>
                  <a:pt x="41397" y="164837"/>
                </a:lnTo>
                <a:lnTo>
                  <a:pt x="41398" y="164837"/>
                </a:lnTo>
                <a:lnTo>
                  <a:pt x="41399" y="164837"/>
                </a:lnTo>
                <a:lnTo>
                  <a:pt x="41400" y="164837"/>
                </a:lnTo>
                <a:lnTo>
                  <a:pt x="41400" y="164837"/>
                </a:lnTo>
                <a:lnTo>
                  <a:pt x="41401" y="164837"/>
                </a:lnTo>
                <a:lnTo>
                  <a:pt x="41402" y="164837"/>
                </a:lnTo>
                <a:lnTo>
                  <a:pt x="41402" y="164837"/>
                </a:lnTo>
                <a:lnTo>
                  <a:pt x="41403" y="164837"/>
                </a:lnTo>
                <a:lnTo>
                  <a:pt x="41404" y="164837"/>
                </a:lnTo>
                <a:lnTo>
                  <a:pt x="41405" y="164837"/>
                </a:lnTo>
                <a:lnTo>
                  <a:pt x="41405" y="164837"/>
                </a:lnTo>
                <a:lnTo>
                  <a:pt x="41406" y="164837"/>
                </a:lnTo>
                <a:lnTo>
                  <a:pt x="41407" y="164837"/>
                </a:lnTo>
                <a:lnTo>
                  <a:pt x="41407" y="164837"/>
                </a:lnTo>
                <a:lnTo>
                  <a:pt x="41408" y="164837"/>
                </a:lnTo>
                <a:lnTo>
                  <a:pt x="41409" y="164837"/>
                </a:lnTo>
                <a:lnTo>
                  <a:pt x="41410" y="164837"/>
                </a:lnTo>
                <a:lnTo>
                  <a:pt x="41410" y="164837"/>
                </a:lnTo>
                <a:lnTo>
                  <a:pt x="41411" y="164837"/>
                </a:lnTo>
                <a:lnTo>
                  <a:pt x="41412" y="164837"/>
                </a:lnTo>
                <a:lnTo>
                  <a:pt x="41412" y="164837"/>
                </a:lnTo>
                <a:lnTo>
                  <a:pt x="41413" y="164837"/>
                </a:lnTo>
                <a:lnTo>
                  <a:pt x="41414" y="164837"/>
                </a:lnTo>
                <a:lnTo>
                  <a:pt x="41414" y="164837"/>
                </a:lnTo>
                <a:lnTo>
                  <a:pt x="41415" y="164837"/>
                </a:lnTo>
                <a:lnTo>
                  <a:pt x="41416" y="164837"/>
                </a:lnTo>
                <a:lnTo>
                  <a:pt x="41417" y="164837"/>
                </a:lnTo>
                <a:lnTo>
                  <a:pt x="41417" y="164837"/>
                </a:lnTo>
                <a:lnTo>
                  <a:pt x="41418" y="164837"/>
                </a:lnTo>
                <a:lnTo>
                  <a:pt x="41419" y="164837"/>
                </a:lnTo>
                <a:lnTo>
                  <a:pt x="41419" y="164837"/>
                </a:lnTo>
                <a:lnTo>
                  <a:pt x="41420" y="164837"/>
                </a:lnTo>
                <a:lnTo>
                  <a:pt x="41421" y="164837"/>
                </a:lnTo>
                <a:lnTo>
                  <a:pt x="41422" y="164837"/>
                </a:lnTo>
                <a:lnTo>
                  <a:pt x="41422" y="164837"/>
                </a:lnTo>
                <a:lnTo>
                  <a:pt x="41423" y="164837"/>
                </a:lnTo>
                <a:lnTo>
                  <a:pt x="41424" y="164837"/>
                </a:lnTo>
                <a:lnTo>
                  <a:pt x="41424" y="164837"/>
                </a:lnTo>
                <a:lnTo>
                  <a:pt x="41425" y="164837"/>
                </a:lnTo>
                <a:lnTo>
                  <a:pt x="41426" y="164837"/>
                </a:lnTo>
                <a:lnTo>
                  <a:pt x="41427" y="164837"/>
                </a:lnTo>
                <a:lnTo>
                  <a:pt x="41427" y="164837"/>
                </a:lnTo>
                <a:lnTo>
                  <a:pt x="41428" y="164837"/>
                </a:lnTo>
                <a:lnTo>
                  <a:pt x="41429" y="164837"/>
                </a:lnTo>
                <a:lnTo>
                  <a:pt x="41429" y="164837"/>
                </a:lnTo>
                <a:lnTo>
                  <a:pt x="41430" y="164837"/>
                </a:lnTo>
                <a:lnTo>
                  <a:pt x="41431" y="164837"/>
                </a:lnTo>
                <a:lnTo>
                  <a:pt x="41432" y="164837"/>
                </a:lnTo>
                <a:lnTo>
                  <a:pt x="41432" y="164837"/>
                </a:lnTo>
                <a:lnTo>
                  <a:pt x="41433" y="164837"/>
                </a:lnTo>
                <a:lnTo>
                  <a:pt x="41434" y="164837"/>
                </a:lnTo>
                <a:lnTo>
                  <a:pt x="41434" y="164837"/>
                </a:lnTo>
                <a:lnTo>
                  <a:pt x="41435" y="164837"/>
                </a:lnTo>
                <a:lnTo>
                  <a:pt x="41436" y="164837"/>
                </a:lnTo>
                <a:lnTo>
                  <a:pt x="41436" y="164837"/>
                </a:lnTo>
                <a:lnTo>
                  <a:pt x="41437" y="164837"/>
                </a:lnTo>
                <a:lnTo>
                  <a:pt x="41438" y="164837"/>
                </a:lnTo>
                <a:lnTo>
                  <a:pt x="41439" y="164837"/>
                </a:lnTo>
                <a:lnTo>
                  <a:pt x="41439" y="164837"/>
                </a:lnTo>
                <a:lnTo>
                  <a:pt x="41440" y="164837"/>
                </a:lnTo>
                <a:lnTo>
                  <a:pt x="41441" y="164837"/>
                </a:lnTo>
                <a:lnTo>
                  <a:pt x="41441" y="164837"/>
                </a:lnTo>
                <a:lnTo>
                  <a:pt x="41442" y="164837"/>
                </a:lnTo>
                <a:lnTo>
                  <a:pt x="41443" y="164837"/>
                </a:lnTo>
                <a:lnTo>
                  <a:pt x="41444" y="164837"/>
                </a:lnTo>
                <a:lnTo>
                  <a:pt x="41444" y="164837"/>
                </a:lnTo>
                <a:lnTo>
                  <a:pt x="41445" y="164837"/>
                </a:lnTo>
                <a:lnTo>
                  <a:pt x="41446" y="164837"/>
                </a:lnTo>
                <a:lnTo>
                  <a:pt x="41446" y="164837"/>
                </a:lnTo>
                <a:lnTo>
                  <a:pt x="41447" y="164837"/>
                </a:lnTo>
                <a:lnTo>
                  <a:pt x="41448" y="164837"/>
                </a:lnTo>
                <a:lnTo>
                  <a:pt x="41449" y="164837"/>
                </a:lnTo>
                <a:lnTo>
                  <a:pt x="41449" y="164837"/>
                </a:lnTo>
                <a:lnTo>
                  <a:pt x="41450" y="164837"/>
                </a:lnTo>
                <a:lnTo>
                  <a:pt x="41451" y="164837"/>
                </a:lnTo>
                <a:lnTo>
                  <a:pt x="41451" y="164837"/>
                </a:lnTo>
                <a:lnTo>
                  <a:pt x="41452" y="164837"/>
                </a:lnTo>
                <a:lnTo>
                  <a:pt x="41453" y="164837"/>
                </a:lnTo>
                <a:lnTo>
                  <a:pt x="41454" y="164837"/>
                </a:lnTo>
                <a:lnTo>
                  <a:pt x="41454" y="164837"/>
                </a:lnTo>
                <a:lnTo>
                  <a:pt x="41455" y="164837"/>
                </a:lnTo>
                <a:lnTo>
                  <a:pt x="41456" y="164837"/>
                </a:lnTo>
                <a:lnTo>
                  <a:pt x="41456" y="164837"/>
                </a:lnTo>
                <a:lnTo>
                  <a:pt x="41457" y="164837"/>
                </a:lnTo>
                <a:lnTo>
                  <a:pt x="41458" y="164837"/>
                </a:lnTo>
                <a:lnTo>
                  <a:pt x="41458" y="164837"/>
                </a:lnTo>
                <a:lnTo>
                  <a:pt x="41459" y="164837"/>
                </a:lnTo>
                <a:lnTo>
                  <a:pt x="41460" y="164837"/>
                </a:lnTo>
                <a:lnTo>
                  <a:pt x="41461" y="164837"/>
                </a:lnTo>
                <a:lnTo>
                  <a:pt x="41461" y="164837"/>
                </a:lnTo>
                <a:lnTo>
                  <a:pt x="41462" y="164837"/>
                </a:lnTo>
                <a:lnTo>
                  <a:pt x="41463" y="164837"/>
                </a:lnTo>
                <a:lnTo>
                  <a:pt x="41463" y="164837"/>
                </a:lnTo>
                <a:lnTo>
                  <a:pt x="41464" y="164837"/>
                </a:lnTo>
                <a:lnTo>
                  <a:pt x="41465" y="164837"/>
                </a:lnTo>
                <a:lnTo>
                  <a:pt x="41466" y="164837"/>
                </a:lnTo>
                <a:lnTo>
                  <a:pt x="41466" y="164837"/>
                </a:lnTo>
                <a:lnTo>
                  <a:pt x="41467" y="164837"/>
                </a:lnTo>
                <a:lnTo>
                  <a:pt x="41468" y="164837"/>
                </a:lnTo>
                <a:lnTo>
                  <a:pt x="41468" y="164837"/>
                </a:lnTo>
                <a:lnTo>
                  <a:pt x="41469" y="164837"/>
                </a:lnTo>
                <a:lnTo>
                  <a:pt x="41470" y="164837"/>
                </a:lnTo>
                <a:lnTo>
                  <a:pt x="41471" y="164837"/>
                </a:lnTo>
                <a:lnTo>
                  <a:pt x="41471" y="164837"/>
                </a:lnTo>
                <a:lnTo>
                  <a:pt x="41472" y="164837"/>
                </a:lnTo>
                <a:lnTo>
                  <a:pt x="41473" y="164837"/>
                </a:lnTo>
                <a:lnTo>
                  <a:pt x="41473" y="164837"/>
                </a:lnTo>
                <a:lnTo>
                  <a:pt x="41474" y="164837"/>
                </a:lnTo>
                <a:lnTo>
                  <a:pt x="41475" y="164837"/>
                </a:lnTo>
                <a:lnTo>
                  <a:pt x="41476" y="164837"/>
                </a:lnTo>
                <a:lnTo>
                  <a:pt x="41476" y="164837"/>
                </a:lnTo>
                <a:lnTo>
                  <a:pt x="41477" y="164837"/>
                </a:lnTo>
                <a:lnTo>
                  <a:pt x="41478" y="164837"/>
                </a:lnTo>
                <a:lnTo>
                  <a:pt x="41478" y="164837"/>
                </a:lnTo>
                <a:lnTo>
                  <a:pt x="41479" y="164837"/>
                </a:lnTo>
                <a:lnTo>
                  <a:pt x="41480" y="164837"/>
                </a:lnTo>
                <a:lnTo>
                  <a:pt x="41481" y="164837"/>
                </a:lnTo>
                <a:lnTo>
                  <a:pt x="41481" y="164837"/>
                </a:lnTo>
                <a:lnTo>
                  <a:pt x="41482" y="164837"/>
                </a:lnTo>
                <a:lnTo>
                  <a:pt x="41483" y="164837"/>
                </a:lnTo>
                <a:lnTo>
                  <a:pt x="41483" y="164837"/>
                </a:lnTo>
                <a:lnTo>
                  <a:pt x="41484" y="164837"/>
                </a:lnTo>
                <a:lnTo>
                  <a:pt x="41485" y="164837"/>
                </a:lnTo>
                <a:lnTo>
                  <a:pt x="41486" y="164837"/>
                </a:lnTo>
                <a:lnTo>
                  <a:pt x="41486" y="164837"/>
                </a:lnTo>
                <a:lnTo>
                  <a:pt x="41487" y="164837"/>
                </a:lnTo>
                <a:lnTo>
                  <a:pt x="41488" y="164837"/>
                </a:lnTo>
                <a:lnTo>
                  <a:pt x="41488" y="164837"/>
                </a:lnTo>
                <a:lnTo>
                  <a:pt x="41489" y="164837"/>
                </a:lnTo>
                <a:lnTo>
                  <a:pt x="41490" y="164837"/>
                </a:lnTo>
                <a:lnTo>
                  <a:pt x="41491" y="164837"/>
                </a:lnTo>
                <a:lnTo>
                  <a:pt x="41491" y="164837"/>
                </a:lnTo>
                <a:lnTo>
                  <a:pt x="41492" y="164837"/>
                </a:lnTo>
                <a:lnTo>
                  <a:pt x="41493" y="164837"/>
                </a:lnTo>
                <a:lnTo>
                  <a:pt x="41493" y="164837"/>
                </a:lnTo>
                <a:lnTo>
                  <a:pt x="41494" y="164837"/>
                </a:lnTo>
                <a:lnTo>
                  <a:pt x="41495" y="164837"/>
                </a:lnTo>
                <a:lnTo>
                  <a:pt x="41496" y="164837"/>
                </a:lnTo>
                <a:lnTo>
                  <a:pt x="41496" y="164837"/>
                </a:lnTo>
                <a:lnTo>
                  <a:pt x="41497" y="164837"/>
                </a:lnTo>
                <a:lnTo>
                  <a:pt x="41498" y="164837"/>
                </a:lnTo>
                <a:lnTo>
                  <a:pt x="41498" y="164837"/>
                </a:lnTo>
                <a:lnTo>
                  <a:pt x="41499" y="164837"/>
                </a:lnTo>
                <a:lnTo>
                  <a:pt x="41500" y="164837"/>
                </a:lnTo>
                <a:lnTo>
                  <a:pt x="41500" y="164837"/>
                </a:lnTo>
                <a:lnTo>
                  <a:pt x="41501" y="164837"/>
                </a:lnTo>
                <a:lnTo>
                  <a:pt x="41502" y="164837"/>
                </a:lnTo>
                <a:lnTo>
                  <a:pt x="41503" y="164837"/>
                </a:lnTo>
                <a:lnTo>
                  <a:pt x="41503" y="164837"/>
                </a:lnTo>
                <a:lnTo>
                  <a:pt x="41504" y="164837"/>
                </a:lnTo>
                <a:lnTo>
                  <a:pt x="41505" y="164837"/>
                </a:lnTo>
                <a:lnTo>
                  <a:pt x="41505" y="164837"/>
                </a:lnTo>
                <a:lnTo>
                  <a:pt x="41506" y="164837"/>
                </a:lnTo>
                <a:lnTo>
                  <a:pt x="41507" y="164837"/>
                </a:lnTo>
                <a:lnTo>
                  <a:pt x="41508" y="164837"/>
                </a:lnTo>
                <a:lnTo>
                  <a:pt x="41508" y="164837"/>
                </a:lnTo>
                <a:lnTo>
                  <a:pt x="41509" y="164837"/>
                </a:lnTo>
                <a:lnTo>
                  <a:pt x="41510" y="164837"/>
                </a:lnTo>
                <a:lnTo>
                  <a:pt x="41510" y="164837"/>
                </a:lnTo>
                <a:lnTo>
                  <a:pt x="41511" y="164837"/>
                </a:lnTo>
                <a:lnTo>
                  <a:pt x="41512" y="164837"/>
                </a:lnTo>
                <a:lnTo>
                  <a:pt x="41513" y="164837"/>
                </a:lnTo>
                <a:lnTo>
                  <a:pt x="41513" y="164837"/>
                </a:lnTo>
                <a:lnTo>
                  <a:pt x="41514" y="164837"/>
                </a:lnTo>
                <a:lnTo>
                  <a:pt x="41515" y="164837"/>
                </a:lnTo>
                <a:lnTo>
                  <a:pt x="41515" y="164837"/>
                </a:lnTo>
                <a:lnTo>
                  <a:pt x="41516" y="164837"/>
                </a:lnTo>
                <a:lnTo>
                  <a:pt x="41517" y="164837"/>
                </a:lnTo>
                <a:lnTo>
                  <a:pt x="41518" y="164837"/>
                </a:lnTo>
                <a:lnTo>
                  <a:pt x="41518" y="164837"/>
                </a:lnTo>
                <a:lnTo>
                  <a:pt x="41519" y="164837"/>
                </a:lnTo>
                <a:lnTo>
                  <a:pt x="41520" y="164837"/>
                </a:lnTo>
                <a:lnTo>
                  <a:pt x="41520" y="164837"/>
                </a:lnTo>
                <a:lnTo>
                  <a:pt x="41521" y="164837"/>
                </a:lnTo>
                <a:lnTo>
                  <a:pt x="41522" y="164837"/>
                </a:lnTo>
                <a:lnTo>
                  <a:pt x="41523" y="164837"/>
                </a:lnTo>
                <a:lnTo>
                  <a:pt x="41523" y="164837"/>
                </a:lnTo>
                <a:lnTo>
                  <a:pt x="41524" y="164837"/>
                </a:lnTo>
                <a:lnTo>
                  <a:pt x="41525" y="164837"/>
                </a:lnTo>
                <a:lnTo>
                  <a:pt x="41525" y="164837"/>
                </a:lnTo>
                <a:lnTo>
                  <a:pt x="41526" y="164837"/>
                </a:lnTo>
                <a:lnTo>
                  <a:pt x="41527" y="164837"/>
                </a:lnTo>
                <a:lnTo>
                  <a:pt x="41528" y="164837"/>
                </a:lnTo>
                <a:lnTo>
                  <a:pt x="41528" y="164837"/>
                </a:lnTo>
                <a:lnTo>
                  <a:pt x="41529" y="164837"/>
                </a:lnTo>
                <a:lnTo>
                  <a:pt x="41530" y="164837"/>
                </a:lnTo>
                <a:lnTo>
                  <a:pt x="41530" y="164837"/>
                </a:lnTo>
                <a:lnTo>
                  <a:pt x="41531" y="164837"/>
                </a:lnTo>
                <a:lnTo>
                  <a:pt x="41532" y="164837"/>
                </a:lnTo>
                <a:lnTo>
                  <a:pt x="41533" y="164837"/>
                </a:lnTo>
                <a:lnTo>
                  <a:pt x="41533" y="164837"/>
                </a:lnTo>
                <a:lnTo>
                  <a:pt x="41534" y="164837"/>
                </a:lnTo>
                <a:lnTo>
                  <a:pt x="41535" y="164837"/>
                </a:lnTo>
                <a:lnTo>
                  <a:pt x="41535" y="164837"/>
                </a:lnTo>
                <a:lnTo>
                  <a:pt x="41536" y="164837"/>
                </a:lnTo>
                <a:lnTo>
                  <a:pt x="41537" y="164837"/>
                </a:lnTo>
                <a:lnTo>
                  <a:pt x="41538" y="164837"/>
                </a:lnTo>
                <a:lnTo>
                  <a:pt x="41538" y="164837"/>
                </a:lnTo>
                <a:lnTo>
                  <a:pt x="41539" y="164837"/>
                </a:lnTo>
                <a:lnTo>
                  <a:pt x="41540" y="164837"/>
                </a:lnTo>
                <a:lnTo>
                  <a:pt x="41540" y="164837"/>
                </a:lnTo>
                <a:lnTo>
                  <a:pt x="41541" y="164837"/>
                </a:lnTo>
                <a:lnTo>
                  <a:pt x="41542" y="164837"/>
                </a:lnTo>
                <a:lnTo>
                  <a:pt x="41543" y="164837"/>
                </a:lnTo>
                <a:lnTo>
                  <a:pt x="41543" y="164837"/>
                </a:lnTo>
                <a:lnTo>
                  <a:pt x="41544" y="164837"/>
                </a:lnTo>
                <a:lnTo>
                  <a:pt x="41545" y="164837"/>
                </a:lnTo>
                <a:lnTo>
                  <a:pt x="41545" y="164837"/>
                </a:lnTo>
                <a:lnTo>
                  <a:pt x="41546" y="164837"/>
                </a:lnTo>
                <a:lnTo>
                  <a:pt x="41547" y="164837"/>
                </a:lnTo>
                <a:lnTo>
                  <a:pt x="41548" y="164837"/>
                </a:lnTo>
                <a:lnTo>
                  <a:pt x="41548" y="164837"/>
                </a:lnTo>
                <a:lnTo>
                  <a:pt x="41549" y="164837"/>
                </a:lnTo>
                <a:lnTo>
                  <a:pt x="41550" y="164837"/>
                </a:lnTo>
                <a:lnTo>
                  <a:pt x="41550" y="164837"/>
                </a:lnTo>
                <a:lnTo>
                  <a:pt x="41551" y="164837"/>
                </a:lnTo>
                <a:lnTo>
                  <a:pt x="41552" y="164837"/>
                </a:lnTo>
                <a:lnTo>
                  <a:pt x="41553" y="164837"/>
                </a:lnTo>
                <a:lnTo>
                  <a:pt x="41553" y="164837"/>
                </a:lnTo>
                <a:lnTo>
                  <a:pt x="41554" y="164837"/>
                </a:lnTo>
                <a:lnTo>
                  <a:pt x="41555" y="164837"/>
                </a:lnTo>
                <a:lnTo>
                  <a:pt x="41555" y="164837"/>
                </a:lnTo>
                <a:lnTo>
                  <a:pt x="41556" y="164837"/>
                </a:lnTo>
                <a:lnTo>
                  <a:pt x="41557" y="164837"/>
                </a:lnTo>
                <a:lnTo>
                  <a:pt x="41558" y="164837"/>
                </a:lnTo>
                <a:lnTo>
                  <a:pt x="41558" y="164837"/>
                </a:lnTo>
                <a:lnTo>
                  <a:pt x="41559" y="164837"/>
                </a:lnTo>
                <a:lnTo>
                  <a:pt x="41560" y="164837"/>
                </a:lnTo>
                <a:lnTo>
                  <a:pt x="41560" y="164837"/>
                </a:lnTo>
                <a:lnTo>
                  <a:pt x="41561" y="164837"/>
                </a:lnTo>
                <a:lnTo>
                  <a:pt x="41562" y="164837"/>
                </a:lnTo>
                <a:lnTo>
                  <a:pt x="41563" y="164837"/>
                </a:lnTo>
                <a:lnTo>
                  <a:pt x="41563" y="164837"/>
                </a:lnTo>
                <a:lnTo>
                  <a:pt x="41564" y="164837"/>
                </a:lnTo>
                <a:lnTo>
                  <a:pt x="41565" y="164837"/>
                </a:lnTo>
                <a:lnTo>
                  <a:pt x="41565" y="164837"/>
                </a:lnTo>
                <a:lnTo>
                  <a:pt x="41566" y="164837"/>
                </a:lnTo>
                <a:lnTo>
                  <a:pt x="41567" y="164837"/>
                </a:lnTo>
                <a:lnTo>
                  <a:pt x="41568" y="164837"/>
                </a:lnTo>
                <a:lnTo>
                  <a:pt x="41568" y="164837"/>
                </a:lnTo>
                <a:lnTo>
                  <a:pt x="41569" y="164837"/>
                </a:lnTo>
                <a:lnTo>
                  <a:pt x="41570" y="164837"/>
                </a:lnTo>
                <a:lnTo>
                  <a:pt x="41570" y="164837"/>
                </a:lnTo>
                <a:lnTo>
                  <a:pt x="41571" y="164837"/>
                </a:lnTo>
                <a:lnTo>
                  <a:pt x="41572" y="164837"/>
                </a:lnTo>
                <a:lnTo>
                  <a:pt x="41573" y="164837"/>
                </a:lnTo>
                <a:lnTo>
                  <a:pt x="41573" y="164837"/>
                </a:lnTo>
                <a:lnTo>
                  <a:pt x="41574" y="164837"/>
                </a:lnTo>
                <a:lnTo>
                  <a:pt x="41575" y="164837"/>
                </a:lnTo>
                <a:lnTo>
                  <a:pt x="41575" y="164837"/>
                </a:lnTo>
                <a:lnTo>
                  <a:pt x="41576" y="164837"/>
                </a:lnTo>
                <a:lnTo>
                  <a:pt x="41577" y="164837"/>
                </a:lnTo>
                <a:lnTo>
                  <a:pt x="41578" y="164837"/>
                </a:lnTo>
                <a:lnTo>
                  <a:pt x="41578" y="164837"/>
                </a:lnTo>
                <a:lnTo>
                  <a:pt x="41579" y="164837"/>
                </a:lnTo>
                <a:lnTo>
                  <a:pt x="41580" y="164837"/>
                </a:lnTo>
                <a:lnTo>
                  <a:pt x="41580" y="164837"/>
                </a:lnTo>
                <a:lnTo>
                  <a:pt x="41581" y="164837"/>
                </a:lnTo>
                <a:lnTo>
                  <a:pt x="41582" y="164837"/>
                </a:lnTo>
                <a:lnTo>
                  <a:pt x="41583" y="164837"/>
                </a:lnTo>
                <a:lnTo>
                  <a:pt x="41583" y="164837"/>
                </a:lnTo>
                <a:lnTo>
                  <a:pt x="41584" y="164837"/>
                </a:lnTo>
                <a:lnTo>
                  <a:pt x="41585" y="164837"/>
                </a:lnTo>
                <a:lnTo>
                  <a:pt x="41585" y="164837"/>
                </a:lnTo>
                <a:lnTo>
                  <a:pt x="41586" y="164837"/>
                </a:lnTo>
                <a:lnTo>
                  <a:pt x="41587" y="164837"/>
                </a:lnTo>
                <a:lnTo>
                  <a:pt x="41588" y="164837"/>
                </a:lnTo>
                <a:lnTo>
                  <a:pt x="41588" y="164837"/>
                </a:lnTo>
                <a:lnTo>
                  <a:pt x="41589" y="164837"/>
                </a:lnTo>
                <a:lnTo>
                  <a:pt x="41590" y="164837"/>
                </a:lnTo>
                <a:lnTo>
                  <a:pt x="41591" y="164837"/>
                </a:lnTo>
                <a:lnTo>
                  <a:pt x="41591" y="164837"/>
                </a:lnTo>
                <a:lnTo>
                  <a:pt x="41592" y="164837"/>
                </a:lnTo>
                <a:lnTo>
                  <a:pt x="41593" y="164837"/>
                </a:lnTo>
                <a:lnTo>
                  <a:pt x="41593" y="164837"/>
                </a:lnTo>
                <a:lnTo>
                  <a:pt x="41594" y="164837"/>
                </a:lnTo>
                <a:lnTo>
                  <a:pt x="41595" y="164837"/>
                </a:lnTo>
                <a:lnTo>
                  <a:pt x="41596" y="164837"/>
                </a:lnTo>
                <a:lnTo>
                  <a:pt x="41596" y="164837"/>
                </a:lnTo>
                <a:lnTo>
                  <a:pt x="41597" y="164837"/>
                </a:lnTo>
                <a:lnTo>
                  <a:pt x="41598" y="164837"/>
                </a:lnTo>
                <a:lnTo>
                  <a:pt x="41598" y="164837"/>
                </a:lnTo>
                <a:lnTo>
                  <a:pt x="41599" y="164837"/>
                </a:lnTo>
                <a:lnTo>
                  <a:pt x="41600" y="164837"/>
                </a:lnTo>
                <a:lnTo>
                  <a:pt x="41601" y="164837"/>
                </a:lnTo>
                <a:lnTo>
                  <a:pt x="41601" y="164837"/>
                </a:lnTo>
                <a:lnTo>
                  <a:pt x="41602" y="164837"/>
                </a:lnTo>
                <a:lnTo>
                  <a:pt x="41603" y="164837"/>
                </a:lnTo>
                <a:lnTo>
                  <a:pt x="41603" y="164837"/>
                </a:lnTo>
                <a:lnTo>
                  <a:pt x="41604" y="164837"/>
                </a:lnTo>
                <a:lnTo>
                  <a:pt x="41605" y="164837"/>
                </a:lnTo>
                <a:lnTo>
                  <a:pt x="41606" y="164837"/>
                </a:lnTo>
                <a:lnTo>
                  <a:pt x="41606" y="164837"/>
                </a:lnTo>
                <a:lnTo>
                  <a:pt x="41607" y="164837"/>
                </a:lnTo>
                <a:lnTo>
                  <a:pt x="41608" y="164837"/>
                </a:lnTo>
                <a:lnTo>
                  <a:pt x="41608" y="164837"/>
                </a:lnTo>
                <a:lnTo>
                  <a:pt x="41609" y="164837"/>
                </a:lnTo>
                <a:lnTo>
                  <a:pt x="41610" y="164837"/>
                </a:lnTo>
                <a:lnTo>
                  <a:pt x="41611" y="164837"/>
                </a:lnTo>
                <a:lnTo>
                  <a:pt x="41611" y="164837"/>
                </a:lnTo>
                <a:lnTo>
                  <a:pt x="41612" y="164837"/>
                </a:lnTo>
                <a:lnTo>
                  <a:pt x="41613" y="164837"/>
                </a:lnTo>
                <a:lnTo>
                  <a:pt x="41613" y="164837"/>
                </a:lnTo>
                <a:lnTo>
                  <a:pt x="41614" y="164837"/>
                </a:lnTo>
                <a:lnTo>
                  <a:pt x="41615" y="164837"/>
                </a:lnTo>
                <a:lnTo>
                  <a:pt x="41616" y="164837"/>
                </a:lnTo>
                <a:lnTo>
                  <a:pt x="41616" y="164837"/>
                </a:lnTo>
                <a:lnTo>
                  <a:pt x="41617" y="164837"/>
                </a:lnTo>
                <a:lnTo>
                  <a:pt x="41618" y="164837"/>
                </a:lnTo>
                <a:lnTo>
                  <a:pt x="41618" y="164837"/>
                </a:lnTo>
                <a:lnTo>
                  <a:pt x="41619" y="164837"/>
                </a:lnTo>
                <a:lnTo>
                  <a:pt x="41620" y="164837"/>
                </a:lnTo>
                <a:lnTo>
                  <a:pt x="41621" y="164837"/>
                </a:lnTo>
                <a:lnTo>
                  <a:pt x="41621" y="164837"/>
                </a:lnTo>
                <a:lnTo>
                  <a:pt x="41622" y="164837"/>
                </a:lnTo>
                <a:lnTo>
                  <a:pt x="41623" y="164837"/>
                </a:lnTo>
                <a:lnTo>
                  <a:pt x="41623" y="164837"/>
                </a:lnTo>
                <a:lnTo>
                  <a:pt x="41624" y="164837"/>
                </a:lnTo>
                <a:lnTo>
                  <a:pt x="41625" y="164837"/>
                </a:lnTo>
                <a:lnTo>
                  <a:pt x="41626" y="164837"/>
                </a:lnTo>
                <a:lnTo>
                  <a:pt x="41626" y="164837"/>
                </a:lnTo>
                <a:lnTo>
                  <a:pt x="41627" y="164837"/>
                </a:lnTo>
                <a:lnTo>
                  <a:pt x="41628" y="164837"/>
                </a:lnTo>
                <a:lnTo>
                  <a:pt x="41629" y="164837"/>
                </a:lnTo>
                <a:lnTo>
                  <a:pt x="41629" y="164837"/>
                </a:lnTo>
                <a:lnTo>
                  <a:pt x="41630" y="164837"/>
                </a:lnTo>
                <a:lnTo>
                  <a:pt x="41631" y="164837"/>
                </a:lnTo>
                <a:lnTo>
                  <a:pt x="41631" y="164837"/>
                </a:lnTo>
                <a:lnTo>
                  <a:pt x="41632" y="164837"/>
                </a:lnTo>
                <a:lnTo>
                  <a:pt x="41633" y="164837"/>
                </a:lnTo>
                <a:lnTo>
                  <a:pt x="41634" y="164837"/>
                </a:lnTo>
                <a:lnTo>
                  <a:pt x="41634" y="164837"/>
                </a:lnTo>
                <a:lnTo>
                  <a:pt x="41635" y="164837"/>
                </a:lnTo>
                <a:lnTo>
                  <a:pt x="41636" y="164837"/>
                </a:lnTo>
                <a:lnTo>
                  <a:pt x="41636" y="164837"/>
                </a:lnTo>
                <a:lnTo>
                  <a:pt x="41637" y="164837"/>
                </a:lnTo>
                <a:lnTo>
                  <a:pt x="41638" y="164837"/>
                </a:lnTo>
                <a:lnTo>
                  <a:pt x="41639" y="164837"/>
                </a:lnTo>
                <a:lnTo>
                  <a:pt x="41639" y="164837"/>
                </a:lnTo>
                <a:lnTo>
                  <a:pt x="41640" y="164837"/>
                </a:lnTo>
                <a:lnTo>
                  <a:pt x="41641" y="164837"/>
                </a:lnTo>
                <a:lnTo>
                  <a:pt x="41641" y="164837"/>
                </a:lnTo>
                <a:lnTo>
                  <a:pt x="41642" y="164837"/>
                </a:lnTo>
                <a:lnTo>
                  <a:pt x="41643" y="164837"/>
                </a:lnTo>
                <a:lnTo>
                  <a:pt x="41644" y="164837"/>
                </a:lnTo>
                <a:lnTo>
                  <a:pt x="41644" y="164837"/>
                </a:lnTo>
                <a:lnTo>
                  <a:pt x="41645" y="164837"/>
                </a:lnTo>
                <a:lnTo>
                  <a:pt x="41646" y="164837"/>
                </a:lnTo>
                <a:lnTo>
                  <a:pt x="41646" y="164837"/>
                </a:lnTo>
                <a:lnTo>
                  <a:pt x="41647" y="164837"/>
                </a:lnTo>
                <a:lnTo>
                  <a:pt x="41648" y="164837"/>
                </a:lnTo>
                <a:lnTo>
                  <a:pt x="41649" y="164837"/>
                </a:lnTo>
                <a:lnTo>
                  <a:pt x="41649" y="164837"/>
                </a:lnTo>
                <a:lnTo>
                  <a:pt x="41650" y="164837"/>
                </a:lnTo>
                <a:lnTo>
                  <a:pt x="41651" y="164837"/>
                </a:lnTo>
                <a:lnTo>
                  <a:pt x="41651" y="164837"/>
                </a:lnTo>
                <a:lnTo>
                  <a:pt x="41652" y="164837"/>
                </a:lnTo>
                <a:lnTo>
                  <a:pt x="41653" y="164837"/>
                </a:lnTo>
                <a:lnTo>
                  <a:pt x="41654" y="164837"/>
                </a:lnTo>
                <a:lnTo>
                  <a:pt x="41654" y="164837"/>
                </a:lnTo>
                <a:lnTo>
                  <a:pt x="41655" y="164837"/>
                </a:lnTo>
                <a:lnTo>
                  <a:pt x="41656" y="164837"/>
                </a:lnTo>
                <a:lnTo>
                  <a:pt x="41657" y="164837"/>
                </a:lnTo>
                <a:lnTo>
                  <a:pt x="41657" y="164837"/>
                </a:lnTo>
                <a:lnTo>
                  <a:pt x="41658" y="164837"/>
                </a:lnTo>
                <a:lnTo>
                  <a:pt x="41659" y="164837"/>
                </a:lnTo>
                <a:lnTo>
                  <a:pt x="41659" y="164837"/>
                </a:lnTo>
                <a:lnTo>
                  <a:pt x="41660" y="164837"/>
                </a:lnTo>
                <a:lnTo>
                  <a:pt x="41661" y="164837"/>
                </a:lnTo>
                <a:lnTo>
                  <a:pt x="41662" y="164837"/>
                </a:lnTo>
                <a:lnTo>
                  <a:pt x="41662" y="164837"/>
                </a:lnTo>
                <a:lnTo>
                  <a:pt x="41663" y="164837"/>
                </a:lnTo>
                <a:lnTo>
                  <a:pt x="41664" y="164837"/>
                </a:lnTo>
                <a:lnTo>
                  <a:pt x="41664" y="164837"/>
                </a:lnTo>
                <a:lnTo>
                  <a:pt x="41665" y="164837"/>
                </a:lnTo>
                <a:lnTo>
                  <a:pt x="41666" y="164837"/>
                </a:lnTo>
                <a:lnTo>
                  <a:pt x="41667" y="164837"/>
                </a:lnTo>
                <a:lnTo>
                  <a:pt x="41667" y="164837"/>
                </a:lnTo>
                <a:lnTo>
                  <a:pt x="41668" y="164837"/>
                </a:lnTo>
                <a:lnTo>
                  <a:pt x="41669" y="164837"/>
                </a:lnTo>
                <a:lnTo>
                  <a:pt x="41669" y="164837"/>
                </a:lnTo>
                <a:lnTo>
                  <a:pt x="41670" y="164837"/>
                </a:lnTo>
                <a:lnTo>
                  <a:pt x="41671" y="164837"/>
                </a:lnTo>
                <a:lnTo>
                  <a:pt x="41672" y="164837"/>
                </a:lnTo>
                <a:lnTo>
                  <a:pt x="41672" y="164837"/>
                </a:lnTo>
                <a:lnTo>
                  <a:pt x="41673" y="164837"/>
                </a:lnTo>
                <a:lnTo>
                  <a:pt x="41674" y="164837"/>
                </a:lnTo>
                <a:lnTo>
                  <a:pt x="41675" y="164837"/>
                </a:lnTo>
                <a:lnTo>
                  <a:pt x="41675" y="164837"/>
                </a:lnTo>
                <a:lnTo>
                  <a:pt x="41676" y="164837"/>
                </a:lnTo>
                <a:lnTo>
                  <a:pt x="41677" y="164837"/>
                </a:lnTo>
                <a:lnTo>
                  <a:pt x="41677" y="164837"/>
                </a:lnTo>
                <a:lnTo>
                  <a:pt x="41678" y="164837"/>
                </a:lnTo>
                <a:lnTo>
                  <a:pt x="41679" y="164837"/>
                </a:lnTo>
                <a:lnTo>
                  <a:pt x="41680" y="164837"/>
                </a:lnTo>
                <a:lnTo>
                  <a:pt x="41680" y="164837"/>
                </a:lnTo>
                <a:lnTo>
                  <a:pt x="41681" y="164837"/>
                </a:lnTo>
                <a:lnTo>
                  <a:pt x="41682" y="164837"/>
                </a:lnTo>
                <a:lnTo>
                  <a:pt x="41682" y="164837"/>
                </a:lnTo>
                <a:lnTo>
                  <a:pt x="41683" y="164837"/>
                </a:lnTo>
                <a:lnTo>
                  <a:pt x="41684" y="164837"/>
                </a:lnTo>
                <a:lnTo>
                  <a:pt x="41685" y="164837"/>
                </a:lnTo>
                <a:lnTo>
                  <a:pt x="41685" y="164837"/>
                </a:lnTo>
                <a:lnTo>
                  <a:pt x="41686" y="164837"/>
                </a:lnTo>
                <a:lnTo>
                  <a:pt x="41687" y="164837"/>
                </a:lnTo>
                <a:lnTo>
                  <a:pt x="41687" y="164837"/>
                </a:lnTo>
                <a:lnTo>
                  <a:pt x="41688" y="164837"/>
                </a:lnTo>
                <a:lnTo>
                  <a:pt x="41689" y="164837"/>
                </a:lnTo>
                <a:lnTo>
                  <a:pt x="41690" y="164837"/>
                </a:lnTo>
                <a:lnTo>
                  <a:pt x="41690" y="164837"/>
                </a:lnTo>
                <a:lnTo>
                  <a:pt x="41691" y="164837"/>
                </a:lnTo>
                <a:lnTo>
                  <a:pt x="41692" y="164837"/>
                </a:lnTo>
                <a:lnTo>
                  <a:pt x="41693" y="164837"/>
                </a:lnTo>
                <a:lnTo>
                  <a:pt x="41693" y="164837"/>
                </a:lnTo>
                <a:lnTo>
                  <a:pt x="41694" y="164837"/>
                </a:lnTo>
                <a:lnTo>
                  <a:pt x="41695" y="164837"/>
                </a:lnTo>
                <a:lnTo>
                  <a:pt x="41695" y="164837"/>
                </a:lnTo>
                <a:lnTo>
                  <a:pt x="41696" y="164837"/>
                </a:lnTo>
                <a:lnTo>
                  <a:pt x="41697" y="164837"/>
                </a:lnTo>
                <a:lnTo>
                  <a:pt x="41698" y="164837"/>
                </a:lnTo>
                <a:lnTo>
                  <a:pt x="41698" y="164837"/>
                </a:lnTo>
                <a:lnTo>
                  <a:pt x="41699" y="164837"/>
                </a:lnTo>
                <a:lnTo>
                  <a:pt x="41700" y="164837"/>
                </a:lnTo>
                <a:lnTo>
                  <a:pt x="41700" y="164837"/>
                </a:lnTo>
                <a:lnTo>
                  <a:pt x="41701" y="164837"/>
                </a:lnTo>
                <a:lnTo>
                  <a:pt x="41702" y="164837"/>
                </a:lnTo>
                <a:lnTo>
                  <a:pt x="41703" y="164837"/>
                </a:lnTo>
                <a:lnTo>
                  <a:pt x="41703" y="164837"/>
                </a:lnTo>
                <a:lnTo>
                  <a:pt x="41704" y="164837"/>
                </a:lnTo>
                <a:lnTo>
                  <a:pt x="41705" y="164837"/>
                </a:lnTo>
                <a:lnTo>
                  <a:pt x="41706" y="164837"/>
                </a:lnTo>
                <a:lnTo>
                  <a:pt x="41706" y="164837"/>
                </a:lnTo>
                <a:lnTo>
                  <a:pt x="41707" y="164837"/>
                </a:lnTo>
                <a:lnTo>
                  <a:pt x="41708" y="164837"/>
                </a:lnTo>
                <a:lnTo>
                  <a:pt x="41708" y="164837"/>
                </a:lnTo>
                <a:lnTo>
                  <a:pt x="41709" y="164837"/>
                </a:lnTo>
                <a:lnTo>
                  <a:pt x="41710" y="164837"/>
                </a:lnTo>
                <a:lnTo>
                  <a:pt x="41711" y="164837"/>
                </a:lnTo>
                <a:lnTo>
                  <a:pt x="41711" y="164837"/>
                </a:lnTo>
                <a:lnTo>
                  <a:pt x="41712" y="164837"/>
                </a:lnTo>
                <a:lnTo>
                  <a:pt x="41713" y="164837"/>
                </a:lnTo>
                <a:lnTo>
                  <a:pt x="41713" y="164837"/>
                </a:lnTo>
                <a:lnTo>
                  <a:pt x="41714" y="164837"/>
                </a:lnTo>
                <a:lnTo>
                  <a:pt x="41715" y="164837"/>
                </a:lnTo>
                <a:lnTo>
                  <a:pt x="41716" y="164837"/>
                </a:lnTo>
                <a:lnTo>
                  <a:pt x="41716" y="164837"/>
                </a:lnTo>
                <a:lnTo>
                  <a:pt x="41717" y="164837"/>
                </a:lnTo>
                <a:lnTo>
                  <a:pt x="41718" y="164837"/>
                </a:lnTo>
                <a:lnTo>
                  <a:pt x="41718" y="164837"/>
                </a:lnTo>
                <a:lnTo>
                  <a:pt x="41719" y="164837"/>
                </a:lnTo>
                <a:lnTo>
                  <a:pt x="41720" y="164837"/>
                </a:lnTo>
                <a:lnTo>
                  <a:pt x="41721" y="164837"/>
                </a:lnTo>
                <a:lnTo>
                  <a:pt x="41721" y="164837"/>
                </a:lnTo>
                <a:lnTo>
                  <a:pt x="41722" y="164837"/>
                </a:lnTo>
                <a:lnTo>
                  <a:pt x="41723" y="164837"/>
                </a:lnTo>
                <a:lnTo>
                  <a:pt x="41724" y="164837"/>
                </a:lnTo>
                <a:lnTo>
                  <a:pt x="41724" y="164837"/>
                </a:lnTo>
                <a:lnTo>
                  <a:pt x="41725" y="164837"/>
                </a:lnTo>
                <a:lnTo>
                  <a:pt x="41726" y="164837"/>
                </a:lnTo>
                <a:lnTo>
                  <a:pt x="41726" y="164837"/>
                </a:lnTo>
                <a:lnTo>
                  <a:pt x="41727" y="164837"/>
                </a:lnTo>
                <a:lnTo>
                  <a:pt x="41728" y="164837"/>
                </a:lnTo>
                <a:lnTo>
                  <a:pt x="41729" y="164837"/>
                </a:lnTo>
                <a:lnTo>
                  <a:pt x="41729" y="164837"/>
                </a:lnTo>
                <a:lnTo>
                  <a:pt x="41730" y="164837"/>
                </a:lnTo>
                <a:lnTo>
                  <a:pt x="41731" y="164837"/>
                </a:lnTo>
                <a:lnTo>
                  <a:pt x="41731" y="164837"/>
                </a:lnTo>
                <a:lnTo>
                  <a:pt x="41732" y="164837"/>
                </a:lnTo>
                <a:lnTo>
                  <a:pt x="41733" y="164837"/>
                </a:lnTo>
                <a:lnTo>
                  <a:pt x="41734" y="164837"/>
                </a:lnTo>
                <a:lnTo>
                  <a:pt x="41734" y="164837"/>
                </a:lnTo>
                <a:lnTo>
                  <a:pt x="41735" y="164837"/>
                </a:lnTo>
                <a:lnTo>
                  <a:pt x="41736" y="164837"/>
                </a:lnTo>
                <a:lnTo>
                  <a:pt x="41737" y="164837"/>
                </a:lnTo>
                <a:lnTo>
                  <a:pt x="41737" y="164837"/>
                </a:lnTo>
                <a:lnTo>
                  <a:pt x="41738" y="164837"/>
                </a:lnTo>
                <a:lnTo>
                  <a:pt x="41739" y="164837"/>
                </a:lnTo>
                <a:lnTo>
                  <a:pt x="41739" y="164837"/>
                </a:lnTo>
                <a:lnTo>
                  <a:pt x="41740" y="164837"/>
                </a:lnTo>
                <a:lnTo>
                  <a:pt x="41741" y="164837"/>
                </a:lnTo>
                <a:lnTo>
                  <a:pt x="41742" y="164837"/>
                </a:lnTo>
                <a:lnTo>
                  <a:pt x="41742" y="164837"/>
                </a:lnTo>
                <a:lnTo>
                  <a:pt x="41743" y="164837"/>
                </a:lnTo>
                <a:lnTo>
                  <a:pt x="41744" y="164837"/>
                </a:lnTo>
                <a:lnTo>
                  <a:pt x="41744" y="164837"/>
                </a:lnTo>
                <a:lnTo>
                  <a:pt x="41745" y="164837"/>
                </a:lnTo>
                <a:lnTo>
                  <a:pt x="41746" y="164837"/>
                </a:lnTo>
                <a:lnTo>
                  <a:pt x="41747" y="164837"/>
                </a:lnTo>
                <a:lnTo>
                  <a:pt x="41747" y="164837"/>
                </a:lnTo>
                <a:lnTo>
                  <a:pt x="41748" y="164837"/>
                </a:lnTo>
                <a:lnTo>
                  <a:pt x="41749" y="164837"/>
                </a:lnTo>
                <a:lnTo>
                  <a:pt x="41750" y="164837"/>
                </a:lnTo>
                <a:lnTo>
                  <a:pt x="41750" y="164837"/>
                </a:lnTo>
                <a:lnTo>
                  <a:pt x="41751" y="164837"/>
                </a:lnTo>
                <a:lnTo>
                  <a:pt x="41752" y="164837"/>
                </a:lnTo>
                <a:lnTo>
                  <a:pt x="41752" y="164837"/>
                </a:lnTo>
                <a:lnTo>
                  <a:pt x="41753" y="164837"/>
                </a:lnTo>
                <a:lnTo>
                  <a:pt x="41754" y="164837"/>
                </a:lnTo>
                <a:lnTo>
                  <a:pt x="41755" y="164837"/>
                </a:lnTo>
                <a:lnTo>
                  <a:pt x="41755" y="164837"/>
                </a:lnTo>
                <a:lnTo>
                  <a:pt x="41756" y="164837"/>
                </a:lnTo>
                <a:lnTo>
                  <a:pt x="41757" y="164837"/>
                </a:lnTo>
                <a:lnTo>
                  <a:pt x="41757" y="164837"/>
                </a:lnTo>
                <a:lnTo>
                  <a:pt x="41758" y="164837"/>
                </a:lnTo>
                <a:lnTo>
                  <a:pt x="41759" y="164837"/>
                </a:lnTo>
                <a:lnTo>
                  <a:pt x="41760" y="164837"/>
                </a:lnTo>
                <a:lnTo>
                  <a:pt x="41760" y="164837"/>
                </a:lnTo>
                <a:lnTo>
                  <a:pt x="41761" y="164837"/>
                </a:lnTo>
                <a:lnTo>
                  <a:pt x="41762" y="164837"/>
                </a:lnTo>
                <a:lnTo>
                  <a:pt x="41763" y="164837"/>
                </a:lnTo>
                <a:lnTo>
                  <a:pt x="41763" y="164837"/>
                </a:lnTo>
                <a:lnTo>
                  <a:pt x="41764" y="164837"/>
                </a:lnTo>
                <a:lnTo>
                  <a:pt x="41765" y="164837"/>
                </a:lnTo>
                <a:lnTo>
                  <a:pt x="41765" y="164837"/>
                </a:lnTo>
                <a:lnTo>
                  <a:pt x="41766" y="164837"/>
                </a:lnTo>
                <a:lnTo>
                  <a:pt x="41767" y="164837"/>
                </a:lnTo>
                <a:lnTo>
                  <a:pt x="41768" y="164837"/>
                </a:lnTo>
                <a:lnTo>
                  <a:pt x="41768" y="164837"/>
                </a:lnTo>
                <a:lnTo>
                  <a:pt x="41769" y="164837"/>
                </a:lnTo>
                <a:lnTo>
                  <a:pt x="41770" y="164837"/>
                </a:lnTo>
                <a:lnTo>
                  <a:pt x="41771" y="164837"/>
                </a:lnTo>
                <a:lnTo>
                  <a:pt x="41771" y="164837"/>
                </a:lnTo>
                <a:lnTo>
                  <a:pt x="41772" y="164837"/>
                </a:lnTo>
                <a:lnTo>
                  <a:pt x="41773" y="164837"/>
                </a:lnTo>
                <a:lnTo>
                  <a:pt x="41773" y="164837"/>
                </a:lnTo>
                <a:lnTo>
                  <a:pt x="41774" y="164837"/>
                </a:lnTo>
                <a:lnTo>
                  <a:pt x="41775" y="164837"/>
                </a:lnTo>
                <a:lnTo>
                  <a:pt x="41776" y="164837"/>
                </a:lnTo>
                <a:lnTo>
                  <a:pt x="41776" y="164837"/>
                </a:lnTo>
                <a:lnTo>
                  <a:pt x="41777" y="164837"/>
                </a:lnTo>
                <a:lnTo>
                  <a:pt x="41778" y="164837"/>
                </a:lnTo>
                <a:lnTo>
                  <a:pt x="41778" y="164837"/>
                </a:lnTo>
                <a:lnTo>
                  <a:pt x="41779" y="164837"/>
                </a:lnTo>
                <a:lnTo>
                  <a:pt x="41780" y="164837"/>
                </a:lnTo>
                <a:lnTo>
                  <a:pt x="41781" y="164837"/>
                </a:lnTo>
                <a:lnTo>
                  <a:pt x="41781" y="164837"/>
                </a:lnTo>
                <a:lnTo>
                  <a:pt x="41782" y="164837"/>
                </a:lnTo>
                <a:lnTo>
                  <a:pt x="41783" y="164837"/>
                </a:lnTo>
                <a:lnTo>
                  <a:pt x="41784" y="164837"/>
                </a:lnTo>
                <a:lnTo>
                  <a:pt x="41784" y="164837"/>
                </a:lnTo>
                <a:lnTo>
                  <a:pt x="41785" y="164837"/>
                </a:lnTo>
                <a:lnTo>
                  <a:pt x="41786" y="164837"/>
                </a:lnTo>
                <a:lnTo>
                  <a:pt x="41786" y="164837"/>
                </a:lnTo>
                <a:lnTo>
                  <a:pt x="41787" y="164837"/>
                </a:lnTo>
                <a:lnTo>
                  <a:pt x="41788" y="164837"/>
                </a:lnTo>
                <a:lnTo>
                  <a:pt x="41789" y="164837"/>
                </a:lnTo>
                <a:lnTo>
                  <a:pt x="41789" y="164837"/>
                </a:lnTo>
                <a:lnTo>
                  <a:pt x="41790" y="164837"/>
                </a:lnTo>
                <a:lnTo>
                  <a:pt x="41791" y="164837"/>
                </a:lnTo>
                <a:lnTo>
                  <a:pt x="41792" y="164837"/>
                </a:lnTo>
                <a:lnTo>
                  <a:pt x="41792" y="164837"/>
                </a:lnTo>
                <a:lnTo>
                  <a:pt x="41793" y="164837"/>
                </a:lnTo>
                <a:lnTo>
                  <a:pt x="41794" y="164837"/>
                </a:lnTo>
                <a:lnTo>
                  <a:pt x="41794" y="164837"/>
                </a:lnTo>
                <a:lnTo>
                  <a:pt x="41795" y="164837"/>
                </a:lnTo>
                <a:lnTo>
                  <a:pt x="41796" y="164837"/>
                </a:lnTo>
                <a:lnTo>
                  <a:pt x="41797" y="164837"/>
                </a:lnTo>
                <a:lnTo>
                  <a:pt x="41797" y="164837"/>
                </a:lnTo>
                <a:lnTo>
                  <a:pt x="41798" y="164837"/>
                </a:lnTo>
                <a:lnTo>
                  <a:pt x="41799" y="164837"/>
                </a:lnTo>
                <a:lnTo>
                  <a:pt x="41799" y="164837"/>
                </a:lnTo>
                <a:lnTo>
                  <a:pt x="41800" y="164837"/>
                </a:lnTo>
                <a:lnTo>
                  <a:pt x="41801" y="164837"/>
                </a:lnTo>
                <a:lnTo>
                  <a:pt x="41802" y="164837"/>
                </a:lnTo>
                <a:lnTo>
                  <a:pt x="41802" y="164837"/>
                </a:lnTo>
                <a:lnTo>
                  <a:pt x="41803" y="164837"/>
                </a:lnTo>
                <a:lnTo>
                  <a:pt x="41804" y="164837"/>
                </a:lnTo>
                <a:lnTo>
                  <a:pt x="41805" y="164837"/>
                </a:lnTo>
                <a:lnTo>
                  <a:pt x="41805" y="164837"/>
                </a:lnTo>
                <a:lnTo>
                  <a:pt x="41806" y="164837"/>
                </a:lnTo>
                <a:lnTo>
                  <a:pt x="41807" y="164837"/>
                </a:lnTo>
                <a:lnTo>
                  <a:pt x="41807" y="164837"/>
                </a:lnTo>
                <a:lnTo>
                  <a:pt x="41808" y="164837"/>
                </a:lnTo>
                <a:lnTo>
                  <a:pt x="41809" y="164837"/>
                </a:lnTo>
                <a:lnTo>
                  <a:pt x="41810" y="164837"/>
                </a:lnTo>
                <a:lnTo>
                  <a:pt x="41810" y="164837"/>
                </a:lnTo>
                <a:lnTo>
                  <a:pt x="41811" y="164837"/>
                </a:lnTo>
                <a:lnTo>
                  <a:pt x="41812" y="164837"/>
                </a:lnTo>
                <a:lnTo>
                  <a:pt x="41813" y="164837"/>
                </a:lnTo>
                <a:lnTo>
                  <a:pt x="41813" y="164837"/>
                </a:lnTo>
                <a:lnTo>
                  <a:pt x="41814" y="164837"/>
                </a:lnTo>
                <a:lnTo>
                  <a:pt x="41815" y="164837"/>
                </a:lnTo>
                <a:lnTo>
                  <a:pt x="41815" y="164837"/>
                </a:lnTo>
                <a:lnTo>
                  <a:pt x="41816" y="164837"/>
                </a:lnTo>
                <a:lnTo>
                  <a:pt x="41817" y="164837"/>
                </a:lnTo>
                <a:lnTo>
                  <a:pt x="41818" y="164837"/>
                </a:lnTo>
                <a:lnTo>
                  <a:pt x="41818" y="164837"/>
                </a:lnTo>
                <a:lnTo>
                  <a:pt x="41819" y="164837"/>
                </a:lnTo>
                <a:lnTo>
                  <a:pt x="41820" y="164837"/>
                </a:lnTo>
                <a:lnTo>
                  <a:pt x="41821" y="164837"/>
                </a:lnTo>
                <a:lnTo>
                  <a:pt x="41821" y="164837"/>
                </a:lnTo>
                <a:lnTo>
                  <a:pt x="41822" y="164837"/>
                </a:lnTo>
                <a:lnTo>
                  <a:pt x="41823" y="164837"/>
                </a:lnTo>
                <a:lnTo>
                  <a:pt x="41823" y="164837"/>
                </a:lnTo>
                <a:lnTo>
                  <a:pt x="41824" y="164837"/>
                </a:lnTo>
                <a:lnTo>
                  <a:pt x="41825" y="164837"/>
                </a:lnTo>
                <a:lnTo>
                  <a:pt x="41826" y="164837"/>
                </a:lnTo>
                <a:lnTo>
                  <a:pt x="41826" y="164837"/>
                </a:lnTo>
                <a:lnTo>
                  <a:pt x="41827" y="164837"/>
                </a:lnTo>
                <a:lnTo>
                  <a:pt x="41828" y="164837"/>
                </a:lnTo>
                <a:lnTo>
                  <a:pt x="41829" y="164837"/>
                </a:lnTo>
                <a:lnTo>
                  <a:pt x="41829" y="164837"/>
                </a:lnTo>
                <a:lnTo>
                  <a:pt x="41830" y="164837"/>
                </a:lnTo>
                <a:lnTo>
                  <a:pt x="41831" y="164837"/>
                </a:lnTo>
                <a:lnTo>
                  <a:pt x="41831" y="164837"/>
                </a:lnTo>
                <a:lnTo>
                  <a:pt x="41832" y="164837"/>
                </a:lnTo>
                <a:lnTo>
                  <a:pt x="41833" y="164837"/>
                </a:lnTo>
                <a:lnTo>
                  <a:pt x="41834" y="164837"/>
                </a:lnTo>
                <a:lnTo>
                  <a:pt x="41834" y="164837"/>
                </a:lnTo>
                <a:lnTo>
                  <a:pt x="41835" y="164837"/>
                </a:lnTo>
                <a:lnTo>
                  <a:pt x="41836" y="164837"/>
                </a:lnTo>
                <a:lnTo>
                  <a:pt x="41836" y="164837"/>
                </a:lnTo>
                <a:lnTo>
                  <a:pt x="41837" y="164837"/>
                </a:lnTo>
                <a:lnTo>
                  <a:pt x="41838" y="164837"/>
                </a:lnTo>
                <a:lnTo>
                  <a:pt x="41839" y="164837"/>
                </a:lnTo>
                <a:lnTo>
                  <a:pt x="41839" y="164837"/>
                </a:lnTo>
                <a:lnTo>
                  <a:pt x="41840" y="164837"/>
                </a:lnTo>
                <a:lnTo>
                  <a:pt x="41841" y="164837"/>
                </a:lnTo>
                <a:lnTo>
                  <a:pt x="41842" y="164837"/>
                </a:lnTo>
                <a:lnTo>
                  <a:pt x="41842" y="164837"/>
                </a:lnTo>
                <a:lnTo>
                  <a:pt x="41843" y="164837"/>
                </a:lnTo>
                <a:lnTo>
                  <a:pt x="41844" y="164837"/>
                </a:lnTo>
                <a:lnTo>
                  <a:pt x="41844" y="164837"/>
                </a:lnTo>
                <a:lnTo>
                  <a:pt x="41845" y="164837"/>
                </a:lnTo>
                <a:lnTo>
                  <a:pt x="41846" y="164837"/>
                </a:lnTo>
                <a:lnTo>
                  <a:pt x="41847" y="164837"/>
                </a:lnTo>
                <a:lnTo>
                  <a:pt x="41847" y="164837"/>
                </a:lnTo>
                <a:lnTo>
                  <a:pt x="41848" y="164837"/>
                </a:lnTo>
                <a:lnTo>
                  <a:pt x="41849" y="164837"/>
                </a:lnTo>
                <a:lnTo>
                  <a:pt x="41850" y="164837"/>
                </a:lnTo>
                <a:lnTo>
                  <a:pt x="41850" y="164837"/>
                </a:lnTo>
                <a:lnTo>
                  <a:pt x="41851" y="164837"/>
                </a:lnTo>
                <a:lnTo>
                  <a:pt x="41852" y="164837"/>
                </a:lnTo>
                <a:lnTo>
                  <a:pt x="41852" y="164837"/>
                </a:lnTo>
                <a:lnTo>
                  <a:pt x="41853" y="164837"/>
                </a:lnTo>
                <a:lnTo>
                  <a:pt x="41854" y="164837"/>
                </a:lnTo>
                <a:lnTo>
                  <a:pt x="41855" y="164837"/>
                </a:lnTo>
                <a:lnTo>
                  <a:pt x="41855" y="164837"/>
                </a:lnTo>
                <a:lnTo>
                  <a:pt x="41856" y="164837"/>
                </a:lnTo>
                <a:lnTo>
                  <a:pt x="41857" y="164837"/>
                </a:lnTo>
                <a:lnTo>
                  <a:pt x="41858" y="164837"/>
                </a:lnTo>
                <a:lnTo>
                  <a:pt x="41858" y="164837"/>
                </a:lnTo>
                <a:lnTo>
                  <a:pt x="41859" y="164837"/>
                </a:lnTo>
                <a:lnTo>
                  <a:pt x="41860" y="164837"/>
                </a:lnTo>
                <a:lnTo>
                  <a:pt x="41860" y="164837"/>
                </a:lnTo>
                <a:lnTo>
                  <a:pt x="41861" y="164837"/>
                </a:lnTo>
                <a:lnTo>
                  <a:pt x="41862" y="164837"/>
                </a:lnTo>
                <a:lnTo>
                  <a:pt x="41863" y="164837"/>
                </a:lnTo>
                <a:lnTo>
                  <a:pt x="41863" y="164837"/>
                </a:lnTo>
                <a:lnTo>
                  <a:pt x="41864" y="164837"/>
                </a:lnTo>
                <a:lnTo>
                  <a:pt x="41865" y="164837"/>
                </a:lnTo>
                <a:lnTo>
                  <a:pt x="41866" y="164837"/>
                </a:lnTo>
                <a:lnTo>
                  <a:pt x="41866" y="164837"/>
                </a:lnTo>
                <a:lnTo>
                  <a:pt x="41867" y="164837"/>
                </a:lnTo>
                <a:lnTo>
                  <a:pt x="41868" y="164837"/>
                </a:lnTo>
                <a:lnTo>
                  <a:pt x="41868" y="164837"/>
                </a:lnTo>
                <a:lnTo>
                  <a:pt x="41869" y="164837"/>
                </a:lnTo>
                <a:lnTo>
                  <a:pt x="41870" y="164837"/>
                </a:lnTo>
                <a:lnTo>
                  <a:pt x="41871" y="164837"/>
                </a:lnTo>
                <a:lnTo>
                  <a:pt x="41871" y="164837"/>
                </a:lnTo>
                <a:lnTo>
                  <a:pt x="41872" y="164837"/>
                </a:lnTo>
                <a:lnTo>
                  <a:pt x="41873" y="164837"/>
                </a:lnTo>
                <a:lnTo>
                  <a:pt x="41874" y="164837"/>
                </a:lnTo>
                <a:lnTo>
                  <a:pt x="41874" y="164837"/>
                </a:lnTo>
                <a:lnTo>
                  <a:pt x="41875" y="164837"/>
                </a:lnTo>
                <a:lnTo>
                  <a:pt x="41876" y="164837"/>
                </a:lnTo>
                <a:lnTo>
                  <a:pt x="41877" y="164837"/>
                </a:lnTo>
                <a:lnTo>
                  <a:pt x="41877" y="164837"/>
                </a:lnTo>
                <a:lnTo>
                  <a:pt x="41878" y="164837"/>
                </a:lnTo>
                <a:lnTo>
                  <a:pt x="41879" y="164837"/>
                </a:lnTo>
                <a:lnTo>
                  <a:pt x="41879" y="164837"/>
                </a:lnTo>
                <a:lnTo>
                  <a:pt x="41880" y="164837"/>
                </a:lnTo>
                <a:lnTo>
                  <a:pt x="41881" y="164837"/>
                </a:lnTo>
                <a:lnTo>
                  <a:pt x="41882" y="164837"/>
                </a:lnTo>
                <a:lnTo>
                  <a:pt x="41882" y="164837"/>
                </a:lnTo>
                <a:lnTo>
                  <a:pt x="41883" y="164837"/>
                </a:lnTo>
                <a:lnTo>
                  <a:pt x="41884" y="164837"/>
                </a:lnTo>
                <a:lnTo>
                  <a:pt x="41885" y="164837"/>
                </a:lnTo>
                <a:lnTo>
                  <a:pt x="41885" y="164837"/>
                </a:lnTo>
                <a:lnTo>
                  <a:pt x="41886" y="164837"/>
                </a:lnTo>
                <a:lnTo>
                  <a:pt x="41887" y="164837"/>
                </a:lnTo>
                <a:lnTo>
                  <a:pt x="41887" y="164837"/>
                </a:lnTo>
                <a:lnTo>
                  <a:pt x="41888" y="164837"/>
                </a:lnTo>
                <a:lnTo>
                  <a:pt x="41889" y="164837"/>
                </a:lnTo>
                <a:lnTo>
                  <a:pt x="41890" y="164837"/>
                </a:lnTo>
                <a:lnTo>
                  <a:pt x="41890" y="164837"/>
                </a:lnTo>
                <a:lnTo>
                  <a:pt x="41891" y="164837"/>
                </a:lnTo>
                <a:lnTo>
                  <a:pt x="41892" y="164837"/>
                </a:lnTo>
                <a:lnTo>
                  <a:pt x="41893" y="164837"/>
                </a:lnTo>
                <a:lnTo>
                  <a:pt x="41893" y="164837"/>
                </a:lnTo>
                <a:lnTo>
                  <a:pt x="41894" y="164837"/>
                </a:lnTo>
                <a:lnTo>
                  <a:pt x="41895" y="164837"/>
                </a:lnTo>
                <a:lnTo>
                  <a:pt x="41895" y="164837"/>
                </a:lnTo>
                <a:lnTo>
                  <a:pt x="41896" y="164837"/>
                </a:lnTo>
                <a:lnTo>
                  <a:pt x="41897" y="164837"/>
                </a:lnTo>
                <a:lnTo>
                  <a:pt x="41898" y="164837"/>
                </a:lnTo>
                <a:lnTo>
                  <a:pt x="41898" y="164837"/>
                </a:lnTo>
                <a:lnTo>
                  <a:pt x="41899" y="164837"/>
                </a:lnTo>
                <a:lnTo>
                  <a:pt x="41900" y="164837"/>
                </a:lnTo>
                <a:lnTo>
                  <a:pt x="41901" y="164837"/>
                </a:lnTo>
                <a:lnTo>
                  <a:pt x="41901" y="164837"/>
                </a:lnTo>
                <a:lnTo>
                  <a:pt x="41902" y="164837"/>
                </a:lnTo>
                <a:lnTo>
                  <a:pt x="41903" y="164837"/>
                </a:lnTo>
                <a:lnTo>
                  <a:pt x="41903" y="164837"/>
                </a:lnTo>
                <a:lnTo>
                  <a:pt x="41904" y="164837"/>
                </a:lnTo>
                <a:lnTo>
                  <a:pt x="41905" y="164837"/>
                </a:lnTo>
                <a:lnTo>
                  <a:pt x="41906" y="164837"/>
                </a:lnTo>
                <a:lnTo>
                  <a:pt x="41906" y="164837"/>
                </a:lnTo>
                <a:lnTo>
                  <a:pt x="41907" y="164837"/>
                </a:lnTo>
                <a:lnTo>
                  <a:pt x="41908" y="164837"/>
                </a:lnTo>
                <a:lnTo>
                  <a:pt x="41909" y="164837"/>
                </a:lnTo>
                <a:lnTo>
                  <a:pt x="41909" y="164837"/>
                </a:lnTo>
                <a:lnTo>
                  <a:pt x="41910" y="164837"/>
                </a:lnTo>
                <a:lnTo>
                  <a:pt x="41911" y="164837"/>
                </a:lnTo>
                <a:lnTo>
                  <a:pt x="41911" y="164837"/>
                </a:lnTo>
                <a:lnTo>
                  <a:pt x="41912" y="164837"/>
                </a:lnTo>
                <a:lnTo>
                  <a:pt x="41913" y="164837"/>
                </a:lnTo>
                <a:lnTo>
                  <a:pt x="41914" y="164837"/>
                </a:lnTo>
                <a:lnTo>
                  <a:pt x="41914" y="164837"/>
                </a:lnTo>
                <a:lnTo>
                  <a:pt x="41915" y="164837"/>
                </a:lnTo>
                <a:lnTo>
                  <a:pt x="41916" y="164837"/>
                </a:lnTo>
                <a:lnTo>
                  <a:pt x="41917" y="164837"/>
                </a:lnTo>
                <a:lnTo>
                  <a:pt x="41917" y="164837"/>
                </a:lnTo>
                <a:lnTo>
                  <a:pt x="41918" y="164837"/>
                </a:lnTo>
                <a:lnTo>
                  <a:pt x="41919" y="164837"/>
                </a:lnTo>
                <a:lnTo>
                  <a:pt x="41920" y="164837"/>
                </a:lnTo>
                <a:lnTo>
                  <a:pt x="41920" y="164837"/>
                </a:lnTo>
                <a:lnTo>
                  <a:pt x="41921" y="164837"/>
                </a:lnTo>
                <a:lnTo>
                  <a:pt x="41922" y="164837"/>
                </a:lnTo>
                <a:lnTo>
                  <a:pt x="41922" y="164837"/>
                </a:lnTo>
                <a:lnTo>
                  <a:pt x="41923" y="164837"/>
                </a:lnTo>
                <a:lnTo>
                  <a:pt x="41924" y="164837"/>
                </a:lnTo>
                <a:lnTo>
                  <a:pt x="41925" y="164837"/>
                </a:lnTo>
                <a:lnTo>
                  <a:pt x="41925" y="164837"/>
                </a:lnTo>
                <a:lnTo>
                  <a:pt x="41926" y="164837"/>
                </a:lnTo>
                <a:lnTo>
                  <a:pt x="41927" y="164837"/>
                </a:lnTo>
                <a:lnTo>
                  <a:pt x="41928" y="164837"/>
                </a:lnTo>
                <a:lnTo>
                  <a:pt x="41928" y="164837"/>
                </a:lnTo>
                <a:lnTo>
                  <a:pt x="41929" y="164837"/>
                </a:lnTo>
                <a:lnTo>
                  <a:pt x="41930" y="164837"/>
                </a:lnTo>
                <a:lnTo>
                  <a:pt x="41930" y="164837"/>
                </a:lnTo>
                <a:lnTo>
                  <a:pt x="41931" y="164837"/>
                </a:lnTo>
                <a:lnTo>
                  <a:pt x="41932" y="164837"/>
                </a:lnTo>
                <a:lnTo>
                  <a:pt x="41933" y="164837"/>
                </a:lnTo>
                <a:lnTo>
                  <a:pt x="41933" y="164837"/>
                </a:lnTo>
                <a:lnTo>
                  <a:pt x="41934" y="164837"/>
                </a:lnTo>
                <a:lnTo>
                  <a:pt x="41935" y="164837"/>
                </a:lnTo>
                <a:lnTo>
                  <a:pt x="41936" y="164837"/>
                </a:lnTo>
                <a:lnTo>
                  <a:pt x="41936" y="164837"/>
                </a:lnTo>
                <a:lnTo>
                  <a:pt x="41937" y="164837"/>
                </a:lnTo>
                <a:lnTo>
                  <a:pt x="41938" y="164837"/>
                </a:lnTo>
                <a:lnTo>
                  <a:pt x="41938" y="164837"/>
                </a:lnTo>
                <a:lnTo>
                  <a:pt x="41939" y="164837"/>
                </a:lnTo>
                <a:lnTo>
                  <a:pt x="41940" y="164837"/>
                </a:lnTo>
                <a:lnTo>
                  <a:pt x="41941" y="164837"/>
                </a:lnTo>
                <a:lnTo>
                  <a:pt x="41941" y="164837"/>
                </a:lnTo>
                <a:lnTo>
                  <a:pt x="41942" y="164837"/>
                </a:lnTo>
                <a:lnTo>
                  <a:pt x="41943" y="164837"/>
                </a:lnTo>
                <a:lnTo>
                  <a:pt x="41944" y="164837"/>
                </a:lnTo>
                <a:lnTo>
                  <a:pt x="41944" y="164837"/>
                </a:lnTo>
                <a:lnTo>
                  <a:pt x="41945" y="164837"/>
                </a:lnTo>
                <a:lnTo>
                  <a:pt x="41946" y="164837"/>
                </a:lnTo>
                <a:lnTo>
                  <a:pt x="41947" y="164837"/>
                </a:lnTo>
                <a:lnTo>
                  <a:pt x="41947" y="164837"/>
                </a:lnTo>
                <a:lnTo>
                  <a:pt x="41948" y="164837"/>
                </a:lnTo>
                <a:lnTo>
                  <a:pt x="41949" y="164837"/>
                </a:lnTo>
                <a:lnTo>
                  <a:pt x="41949" y="164837"/>
                </a:lnTo>
                <a:lnTo>
                  <a:pt x="41950" y="164837"/>
                </a:lnTo>
                <a:lnTo>
                  <a:pt x="41951" y="164837"/>
                </a:lnTo>
                <a:lnTo>
                  <a:pt x="41952" y="164837"/>
                </a:lnTo>
                <a:lnTo>
                  <a:pt x="41952" y="164837"/>
                </a:lnTo>
                <a:lnTo>
                  <a:pt x="41953" y="164837"/>
                </a:lnTo>
                <a:lnTo>
                  <a:pt x="41954" y="164837"/>
                </a:lnTo>
                <a:lnTo>
                  <a:pt x="41955" y="164837"/>
                </a:lnTo>
                <a:lnTo>
                  <a:pt x="41955" y="164837"/>
                </a:lnTo>
                <a:lnTo>
                  <a:pt x="41956" y="164837"/>
                </a:lnTo>
                <a:lnTo>
                  <a:pt x="41957" y="164837"/>
                </a:lnTo>
                <a:lnTo>
                  <a:pt x="41958" y="164837"/>
                </a:lnTo>
                <a:lnTo>
                  <a:pt x="41958" y="164837"/>
                </a:lnTo>
                <a:lnTo>
                  <a:pt x="41959" y="164837"/>
                </a:lnTo>
                <a:lnTo>
                  <a:pt x="41960" y="164837"/>
                </a:lnTo>
                <a:lnTo>
                  <a:pt x="41960" y="164837"/>
                </a:lnTo>
                <a:lnTo>
                  <a:pt x="41961" y="164837"/>
                </a:lnTo>
                <a:lnTo>
                  <a:pt x="41962" y="164837"/>
                </a:lnTo>
                <a:lnTo>
                  <a:pt x="41963" y="164837"/>
                </a:lnTo>
                <a:lnTo>
                  <a:pt x="41963" y="164837"/>
                </a:lnTo>
                <a:lnTo>
                  <a:pt x="41964" y="164837"/>
                </a:lnTo>
                <a:lnTo>
                  <a:pt x="41965" y="164837"/>
                </a:lnTo>
                <a:lnTo>
                  <a:pt x="41966" y="164837"/>
                </a:lnTo>
                <a:lnTo>
                  <a:pt x="41966" y="164837"/>
                </a:lnTo>
                <a:lnTo>
                  <a:pt x="41967" y="164837"/>
                </a:lnTo>
                <a:lnTo>
                  <a:pt x="41968" y="164837"/>
                </a:lnTo>
                <a:lnTo>
                  <a:pt x="41968" y="164837"/>
                </a:lnTo>
                <a:lnTo>
                  <a:pt x="41969" y="164837"/>
                </a:lnTo>
                <a:lnTo>
                  <a:pt x="41970" y="164837"/>
                </a:lnTo>
                <a:lnTo>
                  <a:pt x="41971" y="164837"/>
                </a:lnTo>
                <a:lnTo>
                  <a:pt x="41971" y="164837"/>
                </a:lnTo>
                <a:lnTo>
                  <a:pt x="41972" y="164837"/>
                </a:lnTo>
                <a:lnTo>
                  <a:pt x="41973" y="164837"/>
                </a:lnTo>
                <a:lnTo>
                  <a:pt x="41974" y="164837"/>
                </a:lnTo>
                <a:lnTo>
                  <a:pt x="41974" y="164837"/>
                </a:lnTo>
                <a:lnTo>
                  <a:pt x="41975" y="164837"/>
                </a:lnTo>
                <a:lnTo>
                  <a:pt x="41976" y="164837"/>
                </a:lnTo>
                <a:lnTo>
                  <a:pt x="41977" y="164837"/>
                </a:lnTo>
                <a:lnTo>
                  <a:pt x="41977" y="164837"/>
                </a:lnTo>
                <a:lnTo>
                  <a:pt x="41978" y="164837"/>
                </a:lnTo>
                <a:lnTo>
                  <a:pt x="41979" y="164837"/>
                </a:lnTo>
                <a:lnTo>
                  <a:pt x="41979" y="164837"/>
                </a:lnTo>
                <a:lnTo>
                  <a:pt x="41980" y="164837"/>
                </a:lnTo>
                <a:lnTo>
                  <a:pt x="41981" y="164837"/>
                </a:lnTo>
                <a:lnTo>
                  <a:pt x="41982" y="164837"/>
                </a:lnTo>
                <a:lnTo>
                  <a:pt x="41982" y="164837"/>
                </a:lnTo>
                <a:lnTo>
                  <a:pt x="41983" y="164837"/>
                </a:lnTo>
                <a:lnTo>
                  <a:pt x="41984" y="164837"/>
                </a:lnTo>
                <a:lnTo>
                  <a:pt x="41985" y="164837"/>
                </a:lnTo>
                <a:lnTo>
                  <a:pt x="41985" y="164837"/>
                </a:lnTo>
                <a:lnTo>
                  <a:pt x="41986" y="164837"/>
                </a:lnTo>
                <a:lnTo>
                  <a:pt x="41987" y="164837"/>
                </a:lnTo>
                <a:lnTo>
                  <a:pt x="41988" y="164837"/>
                </a:lnTo>
                <a:lnTo>
                  <a:pt x="41988" y="164837"/>
                </a:lnTo>
                <a:lnTo>
                  <a:pt x="41989" y="164837"/>
                </a:lnTo>
                <a:lnTo>
                  <a:pt x="41990" y="164837"/>
                </a:lnTo>
                <a:lnTo>
                  <a:pt x="41990" y="164837"/>
                </a:lnTo>
                <a:lnTo>
                  <a:pt x="41991" y="164837"/>
                </a:lnTo>
                <a:lnTo>
                  <a:pt x="41992" y="164837"/>
                </a:lnTo>
                <a:lnTo>
                  <a:pt x="41993" y="164837"/>
                </a:lnTo>
                <a:lnTo>
                  <a:pt x="41993" y="164837"/>
                </a:lnTo>
                <a:lnTo>
                  <a:pt x="41994" y="164837"/>
                </a:lnTo>
                <a:lnTo>
                  <a:pt x="41995" y="164837"/>
                </a:lnTo>
                <a:lnTo>
                  <a:pt x="41996" y="164837"/>
                </a:lnTo>
                <a:lnTo>
                  <a:pt x="41996" y="164837"/>
                </a:lnTo>
                <a:lnTo>
                  <a:pt x="41997" y="164837"/>
                </a:lnTo>
                <a:lnTo>
                  <a:pt x="41998" y="164837"/>
                </a:lnTo>
                <a:lnTo>
                  <a:pt x="41999" y="164837"/>
                </a:lnTo>
                <a:lnTo>
                  <a:pt x="41999" y="164837"/>
                </a:lnTo>
                <a:lnTo>
                  <a:pt x="42000" y="164837"/>
                </a:lnTo>
                <a:lnTo>
                  <a:pt x="42001" y="164837"/>
                </a:lnTo>
                <a:lnTo>
                  <a:pt x="42001" y="164837"/>
                </a:lnTo>
                <a:lnTo>
                  <a:pt x="42002" y="164837"/>
                </a:lnTo>
                <a:lnTo>
                  <a:pt x="42003" y="164837"/>
                </a:lnTo>
                <a:lnTo>
                  <a:pt x="42004" y="164837"/>
                </a:lnTo>
                <a:lnTo>
                  <a:pt x="42004" y="164837"/>
                </a:lnTo>
                <a:lnTo>
                  <a:pt x="42005" y="164837"/>
                </a:lnTo>
                <a:lnTo>
                  <a:pt x="42006" y="164837"/>
                </a:lnTo>
                <a:lnTo>
                  <a:pt x="42007" y="164837"/>
                </a:lnTo>
                <a:lnTo>
                  <a:pt x="42007" y="164837"/>
                </a:lnTo>
                <a:lnTo>
                  <a:pt x="42008" y="164837"/>
                </a:lnTo>
                <a:lnTo>
                  <a:pt x="42009" y="164837"/>
                </a:lnTo>
                <a:lnTo>
                  <a:pt x="42010" y="164837"/>
                </a:lnTo>
                <a:lnTo>
                  <a:pt x="42010" y="164837"/>
                </a:lnTo>
                <a:lnTo>
                  <a:pt x="42011" y="164837"/>
                </a:lnTo>
                <a:lnTo>
                  <a:pt x="42012" y="164837"/>
                </a:lnTo>
                <a:lnTo>
                  <a:pt x="42012" y="164837"/>
                </a:lnTo>
                <a:lnTo>
                  <a:pt x="42013" y="164837"/>
                </a:lnTo>
                <a:lnTo>
                  <a:pt x="42014" y="164837"/>
                </a:lnTo>
                <a:lnTo>
                  <a:pt x="42015" y="164837"/>
                </a:lnTo>
                <a:lnTo>
                  <a:pt x="42015" y="164837"/>
                </a:lnTo>
                <a:lnTo>
                  <a:pt x="42016" y="164837"/>
                </a:lnTo>
                <a:lnTo>
                  <a:pt x="42017" y="164837"/>
                </a:lnTo>
                <a:lnTo>
                  <a:pt x="42018" y="164837"/>
                </a:lnTo>
                <a:lnTo>
                  <a:pt x="42018" y="164837"/>
                </a:lnTo>
                <a:lnTo>
                  <a:pt x="42019" y="164837"/>
                </a:lnTo>
                <a:lnTo>
                  <a:pt x="42020" y="164837"/>
                </a:lnTo>
                <a:lnTo>
                  <a:pt x="42021" y="164837"/>
                </a:lnTo>
                <a:lnTo>
                  <a:pt x="42021" y="164837"/>
                </a:lnTo>
                <a:lnTo>
                  <a:pt x="42022" y="164837"/>
                </a:lnTo>
                <a:lnTo>
                  <a:pt x="42023" y="164837"/>
                </a:lnTo>
                <a:lnTo>
                  <a:pt x="42023" y="164837"/>
                </a:lnTo>
                <a:lnTo>
                  <a:pt x="42024" y="164837"/>
                </a:lnTo>
                <a:lnTo>
                  <a:pt x="42025" y="164837"/>
                </a:lnTo>
                <a:lnTo>
                  <a:pt x="42026" y="164837"/>
                </a:lnTo>
                <a:lnTo>
                  <a:pt x="42026" y="164837"/>
                </a:lnTo>
                <a:lnTo>
                  <a:pt x="42027" y="164837"/>
                </a:lnTo>
                <a:lnTo>
                  <a:pt x="42028" y="164837"/>
                </a:lnTo>
                <a:lnTo>
                  <a:pt x="42029" y="164837"/>
                </a:lnTo>
                <a:lnTo>
                  <a:pt x="42029" y="164837"/>
                </a:lnTo>
                <a:lnTo>
                  <a:pt x="42030" y="164837"/>
                </a:lnTo>
                <a:lnTo>
                  <a:pt x="42031" y="164837"/>
                </a:lnTo>
                <a:lnTo>
                  <a:pt x="42032" y="164837"/>
                </a:lnTo>
                <a:lnTo>
                  <a:pt x="42032" y="164837"/>
                </a:lnTo>
                <a:lnTo>
                  <a:pt x="42033" y="164837"/>
                </a:lnTo>
                <a:lnTo>
                  <a:pt x="42034" y="164837"/>
                </a:lnTo>
                <a:lnTo>
                  <a:pt x="42034" y="164837"/>
                </a:lnTo>
                <a:lnTo>
                  <a:pt x="42035" y="164837"/>
                </a:lnTo>
                <a:lnTo>
                  <a:pt x="42036" y="164837"/>
                </a:lnTo>
                <a:lnTo>
                  <a:pt x="42037" y="164837"/>
                </a:lnTo>
                <a:lnTo>
                  <a:pt x="42037" y="164837"/>
                </a:lnTo>
                <a:lnTo>
                  <a:pt x="42038" y="164837"/>
                </a:lnTo>
                <a:lnTo>
                  <a:pt x="42039" y="164837"/>
                </a:lnTo>
                <a:lnTo>
                  <a:pt x="42040" y="164837"/>
                </a:lnTo>
                <a:lnTo>
                  <a:pt x="42040" y="164837"/>
                </a:lnTo>
                <a:lnTo>
                  <a:pt x="42041" y="164837"/>
                </a:lnTo>
                <a:lnTo>
                  <a:pt x="42042" y="164837"/>
                </a:lnTo>
                <a:lnTo>
                  <a:pt x="42043" y="164837"/>
                </a:lnTo>
                <a:lnTo>
                  <a:pt x="42043" y="164837"/>
                </a:lnTo>
                <a:lnTo>
                  <a:pt x="42044" y="164837"/>
                </a:lnTo>
                <a:lnTo>
                  <a:pt x="42045" y="164837"/>
                </a:lnTo>
                <a:lnTo>
                  <a:pt x="42045" y="164837"/>
                </a:lnTo>
                <a:lnTo>
                  <a:pt x="42046" y="164837"/>
                </a:lnTo>
                <a:lnTo>
                  <a:pt x="42047" y="164837"/>
                </a:lnTo>
                <a:lnTo>
                  <a:pt x="42048" y="164837"/>
                </a:lnTo>
                <a:lnTo>
                  <a:pt x="42048" y="164837"/>
                </a:lnTo>
                <a:lnTo>
                  <a:pt x="42049" y="164837"/>
                </a:lnTo>
                <a:lnTo>
                  <a:pt x="42050" y="164837"/>
                </a:lnTo>
                <a:lnTo>
                  <a:pt x="42051" y="164837"/>
                </a:lnTo>
                <a:lnTo>
                  <a:pt x="42051" y="164837"/>
                </a:lnTo>
                <a:lnTo>
                  <a:pt x="42052" y="164837"/>
                </a:lnTo>
                <a:lnTo>
                  <a:pt x="42053" y="164837"/>
                </a:lnTo>
                <a:lnTo>
                  <a:pt x="42054" y="164837"/>
                </a:lnTo>
                <a:lnTo>
                  <a:pt x="42054" y="164837"/>
                </a:lnTo>
                <a:lnTo>
                  <a:pt x="42055" y="164837"/>
                </a:lnTo>
                <a:lnTo>
                  <a:pt x="42056" y="164837"/>
                </a:lnTo>
                <a:lnTo>
                  <a:pt x="42057" y="164837"/>
                </a:lnTo>
                <a:lnTo>
                  <a:pt x="42057" y="164837"/>
                </a:lnTo>
                <a:lnTo>
                  <a:pt x="42058" y="164837"/>
                </a:lnTo>
                <a:lnTo>
                  <a:pt x="42059" y="164837"/>
                </a:lnTo>
                <a:lnTo>
                  <a:pt x="42059" y="164837"/>
                </a:lnTo>
                <a:lnTo>
                  <a:pt x="42060" y="164837"/>
                </a:lnTo>
                <a:lnTo>
                  <a:pt x="42061" y="164837"/>
                </a:lnTo>
                <a:lnTo>
                  <a:pt x="42062" y="164837"/>
                </a:lnTo>
                <a:lnTo>
                  <a:pt x="42062" y="164837"/>
                </a:lnTo>
                <a:lnTo>
                  <a:pt x="42063" y="164837"/>
                </a:lnTo>
                <a:lnTo>
                  <a:pt x="42064" y="164837"/>
                </a:lnTo>
                <a:lnTo>
                  <a:pt x="42065" y="164837"/>
                </a:lnTo>
                <a:lnTo>
                  <a:pt x="42065" y="164837"/>
                </a:lnTo>
                <a:lnTo>
                  <a:pt x="42066" y="164837"/>
                </a:lnTo>
                <a:lnTo>
                  <a:pt x="42067" y="164837"/>
                </a:lnTo>
                <a:lnTo>
                  <a:pt x="42068" y="164837"/>
                </a:lnTo>
                <a:lnTo>
                  <a:pt x="42068" y="164837"/>
                </a:lnTo>
                <a:lnTo>
                  <a:pt x="42069" y="164837"/>
                </a:lnTo>
                <a:lnTo>
                  <a:pt x="42070" y="164837"/>
                </a:lnTo>
                <a:lnTo>
                  <a:pt x="42070" y="164837"/>
                </a:lnTo>
                <a:lnTo>
                  <a:pt x="42071" y="164837"/>
                </a:lnTo>
                <a:lnTo>
                  <a:pt x="42072" y="164837"/>
                </a:lnTo>
                <a:lnTo>
                  <a:pt x="42073" y="164837"/>
                </a:lnTo>
                <a:lnTo>
                  <a:pt x="42073" y="164837"/>
                </a:lnTo>
                <a:lnTo>
                  <a:pt x="42074" y="164837"/>
                </a:lnTo>
                <a:lnTo>
                  <a:pt x="42075" y="164837"/>
                </a:lnTo>
                <a:lnTo>
                  <a:pt x="42076" y="164837"/>
                </a:lnTo>
                <a:lnTo>
                  <a:pt x="42076" y="164837"/>
                </a:lnTo>
                <a:lnTo>
                  <a:pt x="42077" y="164837"/>
                </a:lnTo>
                <a:lnTo>
                  <a:pt x="42078" y="164837"/>
                </a:lnTo>
                <a:lnTo>
                  <a:pt x="42079" y="164837"/>
                </a:lnTo>
                <a:lnTo>
                  <a:pt x="42079" y="164837"/>
                </a:lnTo>
                <a:lnTo>
                  <a:pt x="42080" y="164837"/>
                </a:lnTo>
                <a:lnTo>
                  <a:pt x="42081" y="164837"/>
                </a:lnTo>
                <a:lnTo>
                  <a:pt x="42082" y="164837"/>
                </a:lnTo>
                <a:lnTo>
                  <a:pt x="42082" y="164837"/>
                </a:lnTo>
                <a:lnTo>
                  <a:pt x="42083" y="164837"/>
                </a:lnTo>
                <a:lnTo>
                  <a:pt x="42084" y="164837"/>
                </a:lnTo>
                <a:lnTo>
                  <a:pt x="42084" y="164837"/>
                </a:lnTo>
                <a:lnTo>
                  <a:pt x="42085" y="164837"/>
                </a:lnTo>
                <a:lnTo>
                  <a:pt x="42086" y="164837"/>
                </a:lnTo>
                <a:lnTo>
                  <a:pt x="42087" y="164837"/>
                </a:lnTo>
                <a:lnTo>
                  <a:pt x="42087" y="164837"/>
                </a:lnTo>
                <a:lnTo>
                  <a:pt x="42088" y="164837"/>
                </a:lnTo>
                <a:lnTo>
                  <a:pt x="42089" y="164837"/>
                </a:lnTo>
                <a:lnTo>
                  <a:pt x="42090" y="164837"/>
                </a:lnTo>
                <a:lnTo>
                  <a:pt x="42090" y="164837"/>
                </a:lnTo>
                <a:lnTo>
                  <a:pt x="42091" y="164837"/>
                </a:lnTo>
                <a:lnTo>
                  <a:pt x="42092" y="164837"/>
                </a:lnTo>
                <a:lnTo>
                  <a:pt x="42093" y="164837"/>
                </a:lnTo>
                <a:lnTo>
                  <a:pt x="42093" y="164837"/>
                </a:lnTo>
                <a:lnTo>
                  <a:pt x="42094" y="164837"/>
                </a:lnTo>
                <a:lnTo>
                  <a:pt x="42095" y="164837"/>
                </a:lnTo>
                <a:lnTo>
                  <a:pt x="42096" y="164837"/>
                </a:lnTo>
                <a:lnTo>
                  <a:pt x="42096" y="164837"/>
                </a:lnTo>
                <a:lnTo>
                  <a:pt x="42097" y="164837"/>
                </a:lnTo>
                <a:lnTo>
                  <a:pt x="42098" y="164837"/>
                </a:lnTo>
                <a:lnTo>
                  <a:pt x="42098" y="164837"/>
                </a:lnTo>
                <a:lnTo>
                  <a:pt x="42099" y="164837"/>
                </a:lnTo>
                <a:lnTo>
                  <a:pt x="42100" y="164837"/>
                </a:lnTo>
                <a:lnTo>
                  <a:pt x="42101" y="164837"/>
                </a:lnTo>
                <a:lnTo>
                  <a:pt x="42101" y="164837"/>
                </a:lnTo>
                <a:lnTo>
                  <a:pt x="42102" y="164837"/>
                </a:lnTo>
                <a:lnTo>
                  <a:pt x="42103" y="164837"/>
                </a:lnTo>
                <a:lnTo>
                  <a:pt x="42104" y="164837"/>
                </a:lnTo>
                <a:lnTo>
                  <a:pt x="42104" y="164837"/>
                </a:lnTo>
                <a:lnTo>
                  <a:pt x="42105" y="164837"/>
                </a:lnTo>
                <a:lnTo>
                  <a:pt x="42106" y="164837"/>
                </a:lnTo>
                <a:lnTo>
                  <a:pt x="42107" y="164837"/>
                </a:lnTo>
                <a:lnTo>
                  <a:pt x="42107" y="164837"/>
                </a:lnTo>
                <a:lnTo>
                  <a:pt x="42108" y="164837"/>
                </a:lnTo>
                <a:lnTo>
                  <a:pt x="42109" y="164837"/>
                </a:lnTo>
                <a:lnTo>
                  <a:pt x="42110" y="164837"/>
                </a:lnTo>
                <a:lnTo>
                  <a:pt x="42110" y="164837"/>
                </a:lnTo>
                <a:lnTo>
                  <a:pt x="42111" y="164837"/>
                </a:lnTo>
                <a:lnTo>
                  <a:pt x="42112" y="164837"/>
                </a:lnTo>
                <a:lnTo>
                  <a:pt x="42112" y="164837"/>
                </a:lnTo>
                <a:lnTo>
                  <a:pt x="42113" y="164837"/>
                </a:lnTo>
                <a:lnTo>
                  <a:pt x="42114" y="164837"/>
                </a:lnTo>
                <a:lnTo>
                  <a:pt x="42115" y="164837"/>
                </a:lnTo>
                <a:lnTo>
                  <a:pt x="42115" y="164837"/>
                </a:lnTo>
                <a:lnTo>
                  <a:pt x="42116" y="164837"/>
                </a:lnTo>
                <a:lnTo>
                  <a:pt x="42117" y="164837"/>
                </a:lnTo>
                <a:lnTo>
                  <a:pt x="42118" y="164837"/>
                </a:lnTo>
                <a:lnTo>
                  <a:pt x="42118" y="164837"/>
                </a:lnTo>
                <a:lnTo>
                  <a:pt x="42119" y="164837"/>
                </a:lnTo>
                <a:lnTo>
                  <a:pt x="42120" y="164837"/>
                </a:lnTo>
                <a:lnTo>
                  <a:pt x="42121" y="164837"/>
                </a:lnTo>
                <a:lnTo>
                  <a:pt x="42121" y="164837"/>
                </a:lnTo>
                <a:lnTo>
                  <a:pt x="42122" y="164837"/>
                </a:lnTo>
                <a:lnTo>
                  <a:pt x="42123" y="164837"/>
                </a:lnTo>
                <a:lnTo>
                  <a:pt x="42124" y="164837"/>
                </a:lnTo>
                <a:lnTo>
                  <a:pt x="42124" y="164837"/>
                </a:lnTo>
                <a:lnTo>
                  <a:pt x="42125" y="164837"/>
                </a:lnTo>
                <a:lnTo>
                  <a:pt x="42126" y="164837"/>
                </a:lnTo>
                <a:lnTo>
                  <a:pt x="42127" y="164837"/>
                </a:lnTo>
                <a:lnTo>
                  <a:pt x="42127" y="164837"/>
                </a:lnTo>
                <a:lnTo>
                  <a:pt x="42128" y="164837"/>
                </a:lnTo>
                <a:lnTo>
                  <a:pt x="42129" y="164837"/>
                </a:lnTo>
                <a:lnTo>
                  <a:pt x="42129" y="164837"/>
                </a:lnTo>
                <a:lnTo>
                  <a:pt x="42130" y="164837"/>
                </a:lnTo>
                <a:lnTo>
                  <a:pt x="42131" y="164837"/>
                </a:lnTo>
                <a:lnTo>
                  <a:pt x="42132" y="164837"/>
                </a:lnTo>
                <a:lnTo>
                  <a:pt x="42132" y="164837"/>
                </a:lnTo>
                <a:lnTo>
                  <a:pt x="42133" y="164837"/>
                </a:lnTo>
                <a:lnTo>
                  <a:pt x="42134" y="164837"/>
                </a:lnTo>
                <a:lnTo>
                  <a:pt x="42135" y="164837"/>
                </a:lnTo>
                <a:lnTo>
                  <a:pt x="42135" y="164837"/>
                </a:lnTo>
                <a:lnTo>
                  <a:pt x="42136" y="164837"/>
                </a:lnTo>
                <a:lnTo>
                  <a:pt x="42137" y="164837"/>
                </a:lnTo>
                <a:lnTo>
                  <a:pt x="42138" y="164837"/>
                </a:lnTo>
                <a:lnTo>
                  <a:pt x="42138" y="164837"/>
                </a:lnTo>
                <a:lnTo>
                  <a:pt x="42139" y="164837"/>
                </a:lnTo>
                <a:lnTo>
                  <a:pt x="42140" y="164837"/>
                </a:lnTo>
                <a:lnTo>
                  <a:pt x="42141" y="164837"/>
                </a:lnTo>
                <a:lnTo>
                  <a:pt x="42141" y="164837"/>
                </a:lnTo>
                <a:lnTo>
                  <a:pt x="42142" y="164837"/>
                </a:lnTo>
                <a:lnTo>
                  <a:pt x="42143" y="164837"/>
                </a:lnTo>
                <a:lnTo>
                  <a:pt x="42144" y="164837"/>
                </a:lnTo>
                <a:lnTo>
                  <a:pt x="42144" y="164837"/>
                </a:lnTo>
                <a:lnTo>
                  <a:pt x="42145" y="164837"/>
                </a:lnTo>
                <a:lnTo>
                  <a:pt x="42146" y="164837"/>
                </a:lnTo>
                <a:lnTo>
                  <a:pt x="42146" y="164837"/>
                </a:lnTo>
                <a:lnTo>
                  <a:pt x="42147" y="164837"/>
                </a:lnTo>
                <a:lnTo>
                  <a:pt x="42148" y="164837"/>
                </a:lnTo>
                <a:lnTo>
                  <a:pt x="42149" y="164837"/>
                </a:lnTo>
                <a:lnTo>
                  <a:pt x="42149" y="164837"/>
                </a:lnTo>
                <a:lnTo>
                  <a:pt x="42150" y="164837"/>
                </a:lnTo>
                <a:lnTo>
                  <a:pt x="42151" y="164837"/>
                </a:lnTo>
                <a:lnTo>
                  <a:pt x="42152" y="164837"/>
                </a:lnTo>
                <a:lnTo>
                  <a:pt x="42152" y="164837"/>
                </a:lnTo>
                <a:lnTo>
                  <a:pt x="42153" y="164837"/>
                </a:lnTo>
                <a:lnTo>
                  <a:pt x="42154" y="164837"/>
                </a:lnTo>
                <a:lnTo>
                  <a:pt x="42155" y="164837"/>
                </a:lnTo>
                <a:lnTo>
                  <a:pt x="42155" y="164837"/>
                </a:lnTo>
                <a:lnTo>
                  <a:pt x="42156" y="164837"/>
                </a:lnTo>
                <a:lnTo>
                  <a:pt x="42157" y="164837"/>
                </a:lnTo>
                <a:lnTo>
                  <a:pt x="42158" y="164837"/>
                </a:lnTo>
                <a:lnTo>
                  <a:pt x="42158" y="164837"/>
                </a:lnTo>
                <a:lnTo>
                  <a:pt x="42159" y="164837"/>
                </a:lnTo>
                <a:lnTo>
                  <a:pt x="42160" y="164837"/>
                </a:lnTo>
                <a:lnTo>
                  <a:pt x="42161" y="164837"/>
                </a:lnTo>
                <a:lnTo>
                  <a:pt x="42161" y="164837"/>
                </a:lnTo>
                <a:lnTo>
                  <a:pt x="42162" y="164837"/>
                </a:lnTo>
                <a:lnTo>
                  <a:pt x="42163" y="164837"/>
                </a:lnTo>
                <a:lnTo>
                  <a:pt x="42163" y="164837"/>
                </a:lnTo>
                <a:lnTo>
                  <a:pt x="42164" y="164837"/>
                </a:lnTo>
                <a:lnTo>
                  <a:pt x="42165" y="164837"/>
                </a:lnTo>
                <a:lnTo>
                  <a:pt x="42166" y="164837"/>
                </a:lnTo>
                <a:lnTo>
                  <a:pt x="42166" y="164837"/>
                </a:lnTo>
                <a:lnTo>
                  <a:pt x="42167" y="164837"/>
                </a:lnTo>
                <a:lnTo>
                  <a:pt x="42168" y="164837"/>
                </a:lnTo>
                <a:lnTo>
                  <a:pt x="42169" y="164837"/>
                </a:lnTo>
                <a:lnTo>
                  <a:pt x="42169" y="164837"/>
                </a:lnTo>
                <a:lnTo>
                  <a:pt x="42170" y="164837"/>
                </a:lnTo>
                <a:lnTo>
                  <a:pt x="42171" y="164837"/>
                </a:lnTo>
                <a:lnTo>
                  <a:pt x="42172" y="164837"/>
                </a:lnTo>
                <a:lnTo>
                  <a:pt x="42172" y="164837"/>
                </a:lnTo>
                <a:lnTo>
                  <a:pt x="42173" y="164837"/>
                </a:lnTo>
                <a:lnTo>
                  <a:pt x="42174" y="164837"/>
                </a:lnTo>
                <a:lnTo>
                  <a:pt x="42175" y="164837"/>
                </a:lnTo>
                <a:lnTo>
                  <a:pt x="42175" y="164837"/>
                </a:lnTo>
                <a:lnTo>
                  <a:pt x="42176" y="164837"/>
                </a:lnTo>
                <a:lnTo>
                  <a:pt x="42177" y="164837"/>
                </a:lnTo>
                <a:lnTo>
                  <a:pt x="42178" y="164837"/>
                </a:lnTo>
                <a:lnTo>
                  <a:pt x="42178" y="164837"/>
                </a:lnTo>
                <a:lnTo>
                  <a:pt x="42179" y="164837"/>
                </a:lnTo>
                <a:lnTo>
                  <a:pt x="42180" y="164837"/>
                </a:lnTo>
                <a:lnTo>
                  <a:pt x="42180" y="164837"/>
                </a:lnTo>
                <a:lnTo>
                  <a:pt x="42181" y="164837"/>
                </a:lnTo>
                <a:lnTo>
                  <a:pt x="42182" y="164837"/>
                </a:lnTo>
                <a:lnTo>
                  <a:pt x="42183" y="164837"/>
                </a:lnTo>
                <a:lnTo>
                  <a:pt x="42183" y="164837"/>
                </a:lnTo>
                <a:lnTo>
                  <a:pt x="42184" y="164837"/>
                </a:lnTo>
                <a:lnTo>
                  <a:pt x="42185" y="164837"/>
                </a:lnTo>
                <a:lnTo>
                  <a:pt x="42186" y="164837"/>
                </a:lnTo>
                <a:lnTo>
                  <a:pt x="42186" y="164837"/>
                </a:lnTo>
                <a:lnTo>
                  <a:pt x="42187" y="164837"/>
                </a:lnTo>
                <a:lnTo>
                  <a:pt x="42188" y="164837"/>
                </a:lnTo>
                <a:lnTo>
                  <a:pt x="42189" y="164837"/>
                </a:lnTo>
                <a:lnTo>
                  <a:pt x="42189" y="164837"/>
                </a:lnTo>
                <a:lnTo>
                  <a:pt x="42190" y="164837"/>
                </a:lnTo>
                <a:lnTo>
                  <a:pt x="42191" y="164837"/>
                </a:lnTo>
                <a:lnTo>
                  <a:pt x="42192" y="164837"/>
                </a:lnTo>
                <a:lnTo>
                  <a:pt x="42192" y="164837"/>
                </a:lnTo>
                <a:lnTo>
                  <a:pt x="42193" y="164837"/>
                </a:lnTo>
                <a:lnTo>
                  <a:pt x="42194" y="164837"/>
                </a:lnTo>
                <a:lnTo>
                  <a:pt x="42195" y="164837"/>
                </a:lnTo>
                <a:lnTo>
                  <a:pt x="42195" y="164837"/>
                </a:lnTo>
                <a:lnTo>
                  <a:pt x="42196" y="164837"/>
                </a:lnTo>
                <a:lnTo>
                  <a:pt x="42197" y="164837"/>
                </a:lnTo>
                <a:lnTo>
                  <a:pt x="42198" y="164837"/>
                </a:lnTo>
                <a:lnTo>
                  <a:pt x="42198" y="164837"/>
                </a:lnTo>
                <a:lnTo>
                  <a:pt x="42199" y="164837"/>
                </a:lnTo>
                <a:lnTo>
                  <a:pt x="42200" y="164837"/>
                </a:lnTo>
                <a:lnTo>
                  <a:pt x="42200" y="164837"/>
                </a:lnTo>
                <a:lnTo>
                  <a:pt x="42201" y="164837"/>
                </a:lnTo>
                <a:lnTo>
                  <a:pt x="42202" y="164837"/>
                </a:lnTo>
                <a:lnTo>
                  <a:pt x="42203" y="164837"/>
                </a:lnTo>
                <a:lnTo>
                  <a:pt x="42203" y="164837"/>
                </a:lnTo>
                <a:lnTo>
                  <a:pt x="42204" y="164837"/>
                </a:lnTo>
                <a:lnTo>
                  <a:pt x="42205" y="164837"/>
                </a:lnTo>
                <a:lnTo>
                  <a:pt x="42206" y="164837"/>
                </a:lnTo>
                <a:lnTo>
                  <a:pt x="42206" y="164837"/>
                </a:lnTo>
                <a:lnTo>
                  <a:pt x="42207" y="164837"/>
                </a:lnTo>
                <a:lnTo>
                  <a:pt x="42208" y="164837"/>
                </a:lnTo>
                <a:lnTo>
                  <a:pt x="42209" y="164837"/>
                </a:lnTo>
                <a:lnTo>
                  <a:pt x="42209" y="164837"/>
                </a:lnTo>
                <a:lnTo>
                  <a:pt x="42210" y="164837"/>
                </a:lnTo>
                <a:lnTo>
                  <a:pt x="42211" y="164837"/>
                </a:lnTo>
                <a:lnTo>
                  <a:pt x="42212" y="164837"/>
                </a:lnTo>
                <a:lnTo>
                  <a:pt x="42212" y="164837"/>
                </a:lnTo>
                <a:lnTo>
                  <a:pt x="42213" y="164837"/>
                </a:lnTo>
                <a:lnTo>
                  <a:pt x="42214" y="164837"/>
                </a:lnTo>
                <a:lnTo>
                  <a:pt x="42215" y="164837"/>
                </a:lnTo>
                <a:lnTo>
                  <a:pt x="42215" y="164837"/>
                </a:lnTo>
                <a:lnTo>
                  <a:pt x="42216" y="164837"/>
                </a:lnTo>
                <a:lnTo>
                  <a:pt x="42217" y="164837"/>
                </a:lnTo>
                <a:lnTo>
                  <a:pt x="42218" y="164837"/>
                </a:lnTo>
                <a:lnTo>
                  <a:pt x="42218" y="164837"/>
                </a:lnTo>
                <a:lnTo>
                  <a:pt x="42219" y="164837"/>
                </a:lnTo>
                <a:lnTo>
                  <a:pt x="42220" y="164837"/>
                </a:lnTo>
                <a:lnTo>
                  <a:pt x="42221" y="164837"/>
                </a:lnTo>
                <a:lnTo>
                  <a:pt x="42221" y="164837"/>
                </a:lnTo>
                <a:lnTo>
                  <a:pt x="42222" y="164837"/>
                </a:lnTo>
                <a:lnTo>
                  <a:pt x="42223" y="164837"/>
                </a:lnTo>
                <a:lnTo>
                  <a:pt x="42223" y="164837"/>
                </a:lnTo>
                <a:lnTo>
                  <a:pt x="42224" y="164837"/>
                </a:lnTo>
                <a:lnTo>
                  <a:pt x="42225" y="164837"/>
                </a:lnTo>
                <a:lnTo>
                  <a:pt x="42226" y="164837"/>
                </a:lnTo>
                <a:lnTo>
                  <a:pt x="42226" y="164837"/>
                </a:lnTo>
                <a:lnTo>
                  <a:pt x="42227" y="164837"/>
                </a:lnTo>
                <a:lnTo>
                  <a:pt x="42228" y="164837"/>
                </a:lnTo>
                <a:lnTo>
                  <a:pt x="42229" y="164837"/>
                </a:lnTo>
                <a:lnTo>
                  <a:pt x="42229" y="164837"/>
                </a:lnTo>
                <a:lnTo>
                  <a:pt x="42230" y="164837"/>
                </a:lnTo>
                <a:lnTo>
                  <a:pt x="42231" y="164837"/>
                </a:lnTo>
                <a:lnTo>
                  <a:pt x="42232" y="164837"/>
                </a:lnTo>
                <a:lnTo>
                  <a:pt x="42232" y="164837"/>
                </a:lnTo>
                <a:lnTo>
                  <a:pt x="42233" y="164837"/>
                </a:lnTo>
                <a:lnTo>
                  <a:pt x="42234" y="164837"/>
                </a:lnTo>
                <a:lnTo>
                  <a:pt x="42235" y="164837"/>
                </a:lnTo>
                <a:lnTo>
                  <a:pt x="42235" y="164837"/>
                </a:lnTo>
                <a:lnTo>
                  <a:pt x="42236" y="164837"/>
                </a:lnTo>
                <a:lnTo>
                  <a:pt x="42237" y="164837"/>
                </a:lnTo>
                <a:lnTo>
                  <a:pt x="42238" y="164837"/>
                </a:lnTo>
                <a:lnTo>
                  <a:pt x="42238" y="164837"/>
                </a:lnTo>
                <a:lnTo>
                  <a:pt x="42239" y="164837"/>
                </a:lnTo>
                <a:lnTo>
                  <a:pt x="42240" y="164837"/>
                </a:lnTo>
                <a:lnTo>
                  <a:pt x="42241" y="164837"/>
                </a:lnTo>
                <a:lnTo>
                  <a:pt x="42241" y="164837"/>
                </a:lnTo>
                <a:lnTo>
                  <a:pt x="42242" y="164837"/>
                </a:lnTo>
                <a:lnTo>
                  <a:pt x="42243" y="164837"/>
                </a:lnTo>
                <a:lnTo>
                  <a:pt x="42244" y="164837"/>
                </a:lnTo>
                <a:lnTo>
                  <a:pt x="42244" y="164837"/>
                </a:lnTo>
                <a:lnTo>
                  <a:pt x="42245" y="164837"/>
                </a:lnTo>
                <a:lnTo>
                  <a:pt x="42246" y="164837"/>
                </a:lnTo>
                <a:lnTo>
                  <a:pt x="42247" y="164837"/>
                </a:lnTo>
                <a:lnTo>
                  <a:pt x="42247" y="164837"/>
                </a:lnTo>
                <a:lnTo>
                  <a:pt x="42248" y="164837"/>
                </a:lnTo>
                <a:lnTo>
                  <a:pt x="42249" y="164837"/>
                </a:lnTo>
                <a:lnTo>
                  <a:pt x="42249" y="164837"/>
                </a:lnTo>
                <a:lnTo>
                  <a:pt x="42250" y="164837"/>
                </a:lnTo>
                <a:lnTo>
                  <a:pt x="42251" y="164837"/>
                </a:lnTo>
                <a:lnTo>
                  <a:pt x="42252" y="164837"/>
                </a:lnTo>
                <a:lnTo>
                  <a:pt x="42252" y="164837"/>
                </a:lnTo>
                <a:lnTo>
                  <a:pt x="42253" y="164837"/>
                </a:lnTo>
                <a:lnTo>
                  <a:pt x="42254" y="164837"/>
                </a:lnTo>
                <a:lnTo>
                  <a:pt x="42255" y="164837"/>
                </a:lnTo>
                <a:lnTo>
                  <a:pt x="42255" y="164837"/>
                </a:lnTo>
                <a:lnTo>
                  <a:pt x="42256" y="164837"/>
                </a:lnTo>
                <a:lnTo>
                  <a:pt x="42257" y="164837"/>
                </a:lnTo>
                <a:lnTo>
                  <a:pt x="42258" y="164837"/>
                </a:lnTo>
                <a:lnTo>
                  <a:pt x="42258" y="164837"/>
                </a:lnTo>
                <a:lnTo>
                  <a:pt x="42259" y="164837"/>
                </a:lnTo>
                <a:lnTo>
                  <a:pt x="42260" y="164837"/>
                </a:lnTo>
                <a:lnTo>
                  <a:pt x="42261" y="164837"/>
                </a:lnTo>
                <a:lnTo>
                  <a:pt x="42261" y="164837"/>
                </a:lnTo>
                <a:lnTo>
                  <a:pt x="42262" y="164837"/>
                </a:lnTo>
                <a:lnTo>
                  <a:pt x="42263" y="164837"/>
                </a:lnTo>
                <a:lnTo>
                  <a:pt x="42264" y="164837"/>
                </a:lnTo>
                <a:lnTo>
                  <a:pt x="42264" y="164837"/>
                </a:lnTo>
                <a:lnTo>
                  <a:pt x="42265" y="164837"/>
                </a:lnTo>
                <a:lnTo>
                  <a:pt x="42266" y="164837"/>
                </a:lnTo>
                <a:lnTo>
                  <a:pt x="42267" y="164837"/>
                </a:lnTo>
                <a:lnTo>
                  <a:pt x="42267" y="164837"/>
                </a:lnTo>
                <a:lnTo>
                  <a:pt x="42268" y="164837"/>
                </a:lnTo>
                <a:lnTo>
                  <a:pt x="42269" y="164837"/>
                </a:lnTo>
                <a:lnTo>
                  <a:pt x="42270" y="164837"/>
                </a:lnTo>
                <a:lnTo>
                  <a:pt x="42270" y="164837"/>
                </a:lnTo>
                <a:lnTo>
                  <a:pt x="42271" y="164837"/>
                </a:lnTo>
                <a:lnTo>
                  <a:pt x="42272" y="164837"/>
                </a:lnTo>
                <a:lnTo>
                  <a:pt x="42273" y="164837"/>
                </a:lnTo>
                <a:lnTo>
                  <a:pt x="42273" y="164837"/>
                </a:lnTo>
                <a:lnTo>
                  <a:pt x="42274" y="164837"/>
                </a:lnTo>
                <a:lnTo>
                  <a:pt x="42275" y="164837"/>
                </a:lnTo>
                <a:lnTo>
                  <a:pt x="42276" y="164837"/>
                </a:lnTo>
                <a:lnTo>
                  <a:pt x="42276" y="164837"/>
                </a:lnTo>
                <a:lnTo>
                  <a:pt x="42277" y="164837"/>
                </a:lnTo>
                <a:lnTo>
                  <a:pt x="42278" y="164837"/>
                </a:lnTo>
                <a:lnTo>
                  <a:pt x="42278" y="164837"/>
                </a:lnTo>
                <a:lnTo>
                  <a:pt x="42279" y="164837"/>
                </a:lnTo>
                <a:lnTo>
                  <a:pt x="42280" y="164837"/>
                </a:lnTo>
                <a:lnTo>
                  <a:pt x="42281" y="164837"/>
                </a:lnTo>
                <a:lnTo>
                  <a:pt x="42281" y="164837"/>
                </a:lnTo>
                <a:lnTo>
                  <a:pt x="42282" y="164837"/>
                </a:lnTo>
                <a:lnTo>
                  <a:pt x="42283" y="164837"/>
                </a:lnTo>
                <a:lnTo>
                  <a:pt x="42284" y="164837"/>
                </a:lnTo>
                <a:lnTo>
                  <a:pt x="42284" y="164837"/>
                </a:lnTo>
                <a:lnTo>
                  <a:pt x="42285" y="164837"/>
                </a:lnTo>
                <a:lnTo>
                  <a:pt x="42286" y="164837"/>
                </a:lnTo>
                <a:lnTo>
                  <a:pt x="42287" y="164837"/>
                </a:lnTo>
                <a:lnTo>
                  <a:pt x="42287" y="164837"/>
                </a:lnTo>
                <a:lnTo>
                  <a:pt x="42288" y="164837"/>
                </a:lnTo>
                <a:lnTo>
                  <a:pt x="42289" y="164837"/>
                </a:lnTo>
                <a:lnTo>
                  <a:pt x="42290" y="164837"/>
                </a:lnTo>
                <a:lnTo>
                  <a:pt x="42290" y="164837"/>
                </a:lnTo>
                <a:lnTo>
                  <a:pt x="42291" y="164837"/>
                </a:lnTo>
                <a:lnTo>
                  <a:pt x="42292" y="164837"/>
                </a:lnTo>
                <a:lnTo>
                  <a:pt x="42293" y="164837"/>
                </a:lnTo>
                <a:lnTo>
                  <a:pt x="42293" y="164837"/>
                </a:lnTo>
                <a:lnTo>
                  <a:pt x="42294" y="164837"/>
                </a:lnTo>
                <a:lnTo>
                  <a:pt x="42295" y="164837"/>
                </a:lnTo>
                <a:lnTo>
                  <a:pt x="42296" y="164837"/>
                </a:lnTo>
                <a:lnTo>
                  <a:pt x="42296" y="164837"/>
                </a:lnTo>
                <a:lnTo>
                  <a:pt x="42297" y="164837"/>
                </a:lnTo>
                <a:lnTo>
                  <a:pt x="42298" y="164837"/>
                </a:lnTo>
                <a:lnTo>
                  <a:pt x="42299" y="164837"/>
                </a:lnTo>
                <a:lnTo>
                  <a:pt x="42299" y="164837"/>
                </a:lnTo>
                <a:lnTo>
                  <a:pt x="42300" y="164837"/>
                </a:lnTo>
                <a:lnTo>
                  <a:pt x="42301" y="164837"/>
                </a:lnTo>
                <a:lnTo>
                  <a:pt x="42302" y="164837"/>
                </a:lnTo>
                <a:lnTo>
                  <a:pt x="42302" y="164837"/>
                </a:lnTo>
                <a:lnTo>
                  <a:pt x="42303" y="164837"/>
                </a:lnTo>
                <a:lnTo>
                  <a:pt x="42304" y="164837"/>
                </a:lnTo>
                <a:lnTo>
                  <a:pt x="42305" y="164837"/>
                </a:lnTo>
                <a:lnTo>
                  <a:pt x="42305" y="164837"/>
                </a:lnTo>
                <a:lnTo>
                  <a:pt x="42306" y="164837"/>
                </a:lnTo>
                <a:lnTo>
                  <a:pt x="42307" y="164837"/>
                </a:lnTo>
                <a:lnTo>
                  <a:pt x="42308" y="164837"/>
                </a:lnTo>
                <a:lnTo>
                  <a:pt x="42308" y="164837"/>
                </a:lnTo>
                <a:lnTo>
                  <a:pt x="42309" y="164837"/>
                </a:lnTo>
                <a:lnTo>
                  <a:pt x="42310" y="164837"/>
                </a:lnTo>
                <a:lnTo>
                  <a:pt x="42311" y="164837"/>
                </a:lnTo>
                <a:lnTo>
                  <a:pt x="42311" y="164837"/>
                </a:lnTo>
                <a:lnTo>
                  <a:pt x="42312" y="164837"/>
                </a:lnTo>
                <a:lnTo>
                  <a:pt x="42313" y="164837"/>
                </a:lnTo>
                <a:lnTo>
                  <a:pt x="42314" y="164837"/>
                </a:lnTo>
                <a:lnTo>
                  <a:pt x="42314" y="164837"/>
                </a:lnTo>
                <a:lnTo>
                  <a:pt x="42315" y="164837"/>
                </a:lnTo>
                <a:lnTo>
                  <a:pt x="42316" y="164837"/>
                </a:lnTo>
                <a:lnTo>
                  <a:pt x="42316" y="164837"/>
                </a:lnTo>
                <a:lnTo>
                  <a:pt x="42317" y="164837"/>
                </a:lnTo>
                <a:lnTo>
                  <a:pt x="42318" y="164837"/>
                </a:lnTo>
                <a:lnTo>
                  <a:pt x="42319" y="164837"/>
                </a:lnTo>
                <a:lnTo>
                  <a:pt x="42319" y="164837"/>
                </a:lnTo>
                <a:lnTo>
                  <a:pt x="42320" y="164837"/>
                </a:lnTo>
                <a:lnTo>
                  <a:pt x="42321" y="164837"/>
                </a:lnTo>
                <a:lnTo>
                  <a:pt x="42322" y="164837"/>
                </a:lnTo>
                <a:lnTo>
                  <a:pt x="42322" y="164837"/>
                </a:lnTo>
                <a:lnTo>
                  <a:pt x="42323" y="164837"/>
                </a:lnTo>
                <a:lnTo>
                  <a:pt x="42324" y="164837"/>
                </a:lnTo>
                <a:lnTo>
                  <a:pt x="42325" y="164837"/>
                </a:lnTo>
                <a:lnTo>
                  <a:pt x="42325" y="164837"/>
                </a:lnTo>
                <a:lnTo>
                  <a:pt x="42326" y="164837"/>
                </a:lnTo>
                <a:lnTo>
                  <a:pt x="42327" y="164837"/>
                </a:lnTo>
                <a:lnTo>
                  <a:pt x="42328" y="164837"/>
                </a:lnTo>
                <a:lnTo>
                  <a:pt x="42328" y="164837"/>
                </a:lnTo>
                <a:lnTo>
                  <a:pt x="42329" y="164837"/>
                </a:lnTo>
                <a:lnTo>
                  <a:pt x="42330" y="164837"/>
                </a:lnTo>
                <a:lnTo>
                  <a:pt x="42331" y="164837"/>
                </a:lnTo>
                <a:lnTo>
                  <a:pt x="42331" y="164837"/>
                </a:lnTo>
                <a:lnTo>
                  <a:pt x="42332" y="164837"/>
                </a:lnTo>
                <a:lnTo>
                  <a:pt x="42333" y="164837"/>
                </a:lnTo>
                <a:lnTo>
                  <a:pt x="42334" y="164837"/>
                </a:lnTo>
                <a:lnTo>
                  <a:pt x="42334" y="164837"/>
                </a:lnTo>
                <a:lnTo>
                  <a:pt x="42335" y="164837"/>
                </a:lnTo>
                <a:lnTo>
                  <a:pt x="42336" y="164837"/>
                </a:lnTo>
                <a:lnTo>
                  <a:pt x="42337" y="164837"/>
                </a:lnTo>
                <a:lnTo>
                  <a:pt x="42337" y="164837"/>
                </a:lnTo>
                <a:lnTo>
                  <a:pt x="42338" y="164837"/>
                </a:lnTo>
                <a:lnTo>
                  <a:pt x="42339" y="164837"/>
                </a:lnTo>
                <a:lnTo>
                  <a:pt x="42340" y="164837"/>
                </a:lnTo>
                <a:lnTo>
                  <a:pt x="42340" y="164837"/>
                </a:lnTo>
                <a:lnTo>
                  <a:pt x="42341" y="164837"/>
                </a:lnTo>
                <a:lnTo>
                  <a:pt x="42342" y="164837"/>
                </a:lnTo>
                <a:lnTo>
                  <a:pt x="42343" y="164837"/>
                </a:lnTo>
                <a:lnTo>
                  <a:pt x="42343" y="164837"/>
                </a:lnTo>
                <a:lnTo>
                  <a:pt x="42344" y="164837"/>
                </a:lnTo>
                <a:lnTo>
                  <a:pt x="42345" y="164837"/>
                </a:lnTo>
                <a:lnTo>
                  <a:pt x="42346" y="164837"/>
                </a:lnTo>
                <a:lnTo>
                  <a:pt x="42346" y="164837"/>
                </a:lnTo>
                <a:lnTo>
                  <a:pt x="42347" y="164837"/>
                </a:lnTo>
                <a:lnTo>
                  <a:pt x="42348" y="164837"/>
                </a:lnTo>
                <a:lnTo>
                  <a:pt x="42349" y="164837"/>
                </a:lnTo>
                <a:lnTo>
                  <a:pt x="42349" y="164837"/>
                </a:lnTo>
                <a:lnTo>
                  <a:pt x="42350" y="164837"/>
                </a:lnTo>
                <a:lnTo>
                  <a:pt x="42351" y="164837"/>
                </a:lnTo>
                <a:lnTo>
                  <a:pt x="42352" y="164837"/>
                </a:lnTo>
                <a:lnTo>
                  <a:pt x="42352" y="164837"/>
                </a:lnTo>
                <a:lnTo>
                  <a:pt x="42353" y="164837"/>
                </a:lnTo>
                <a:lnTo>
                  <a:pt x="42354" y="164837"/>
                </a:lnTo>
                <a:lnTo>
                  <a:pt x="42355" y="164837"/>
                </a:lnTo>
                <a:lnTo>
                  <a:pt x="42355" y="164837"/>
                </a:lnTo>
                <a:lnTo>
                  <a:pt x="42356" y="164837"/>
                </a:lnTo>
                <a:lnTo>
                  <a:pt x="42357" y="164837"/>
                </a:lnTo>
                <a:lnTo>
                  <a:pt x="42358" y="164837"/>
                </a:lnTo>
                <a:lnTo>
                  <a:pt x="42358" y="164837"/>
                </a:lnTo>
                <a:lnTo>
                  <a:pt x="42359" y="164837"/>
                </a:lnTo>
                <a:lnTo>
                  <a:pt x="42360" y="164837"/>
                </a:lnTo>
                <a:lnTo>
                  <a:pt x="42361" y="164837"/>
                </a:lnTo>
                <a:lnTo>
                  <a:pt x="42361" y="164837"/>
                </a:lnTo>
                <a:lnTo>
                  <a:pt x="42362" y="164837"/>
                </a:lnTo>
                <a:lnTo>
                  <a:pt x="42363" y="164837"/>
                </a:lnTo>
                <a:lnTo>
                  <a:pt x="42364" y="164837"/>
                </a:lnTo>
                <a:lnTo>
                  <a:pt x="42364" y="164837"/>
                </a:lnTo>
                <a:lnTo>
                  <a:pt x="42365" y="164837"/>
                </a:lnTo>
                <a:lnTo>
                  <a:pt x="42366" y="164837"/>
                </a:lnTo>
                <a:lnTo>
                  <a:pt x="42367" y="164837"/>
                </a:lnTo>
                <a:lnTo>
                  <a:pt x="42367" y="164837"/>
                </a:lnTo>
                <a:lnTo>
                  <a:pt x="42368" y="164837"/>
                </a:lnTo>
                <a:lnTo>
                  <a:pt x="42369" y="164837"/>
                </a:lnTo>
                <a:lnTo>
                  <a:pt x="42370" y="164837"/>
                </a:lnTo>
                <a:lnTo>
                  <a:pt x="42370" y="164837"/>
                </a:lnTo>
                <a:lnTo>
                  <a:pt x="42371" y="164837"/>
                </a:lnTo>
                <a:lnTo>
                  <a:pt x="42372" y="164837"/>
                </a:lnTo>
                <a:lnTo>
                  <a:pt x="42373" y="164837"/>
                </a:lnTo>
                <a:lnTo>
                  <a:pt x="42373" y="164837"/>
                </a:lnTo>
                <a:lnTo>
                  <a:pt x="42374" y="164837"/>
                </a:lnTo>
                <a:lnTo>
                  <a:pt x="42375" y="164837"/>
                </a:lnTo>
                <a:lnTo>
                  <a:pt x="42376" y="164837"/>
                </a:lnTo>
                <a:lnTo>
                  <a:pt x="42376" y="164837"/>
                </a:lnTo>
                <a:lnTo>
                  <a:pt x="42377" y="164837"/>
                </a:lnTo>
                <a:lnTo>
                  <a:pt x="42378" y="164837"/>
                </a:lnTo>
                <a:lnTo>
                  <a:pt x="42379" y="164837"/>
                </a:lnTo>
                <a:lnTo>
                  <a:pt x="42379" y="164837"/>
                </a:lnTo>
                <a:lnTo>
                  <a:pt x="42380" y="164837"/>
                </a:lnTo>
                <a:lnTo>
                  <a:pt x="42381" y="164837"/>
                </a:lnTo>
                <a:lnTo>
                  <a:pt x="42382" y="164837"/>
                </a:lnTo>
                <a:lnTo>
                  <a:pt x="42382" y="164837"/>
                </a:lnTo>
                <a:lnTo>
                  <a:pt x="42383" y="164837"/>
                </a:lnTo>
                <a:lnTo>
                  <a:pt x="42384" y="164837"/>
                </a:lnTo>
                <a:lnTo>
                  <a:pt x="42384" y="164837"/>
                </a:lnTo>
                <a:lnTo>
                  <a:pt x="42385" y="164837"/>
                </a:lnTo>
                <a:lnTo>
                  <a:pt x="42386" y="164837"/>
                </a:lnTo>
                <a:lnTo>
                  <a:pt x="42387" y="164837"/>
                </a:lnTo>
                <a:lnTo>
                  <a:pt x="42387" y="164837"/>
                </a:lnTo>
                <a:lnTo>
                  <a:pt x="42388" y="164837"/>
                </a:lnTo>
                <a:lnTo>
                  <a:pt x="42389" y="164837"/>
                </a:lnTo>
                <a:lnTo>
                  <a:pt x="42390" y="164837"/>
                </a:lnTo>
                <a:lnTo>
                  <a:pt x="42390" y="164837"/>
                </a:lnTo>
                <a:lnTo>
                  <a:pt x="42391" y="164837"/>
                </a:lnTo>
                <a:lnTo>
                  <a:pt x="42392" y="164837"/>
                </a:lnTo>
                <a:lnTo>
                  <a:pt x="42393" y="164837"/>
                </a:lnTo>
                <a:lnTo>
                  <a:pt x="42393" y="164837"/>
                </a:lnTo>
                <a:lnTo>
                  <a:pt x="42394" y="164837"/>
                </a:lnTo>
                <a:lnTo>
                  <a:pt x="42395" y="164837"/>
                </a:lnTo>
                <a:lnTo>
                  <a:pt x="42396" y="164837"/>
                </a:lnTo>
                <a:lnTo>
                  <a:pt x="42396" y="164837"/>
                </a:lnTo>
                <a:lnTo>
                  <a:pt x="42397" y="164837"/>
                </a:lnTo>
                <a:lnTo>
                  <a:pt x="42398" y="164837"/>
                </a:lnTo>
                <a:lnTo>
                  <a:pt x="42399" y="164837"/>
                </a:lnTo>
                <a:lnTo>
                  <a:pt x="42399" y="164837"/>
                </a:lnTo>
                <a:lnTo>
                  <a:pt x="42400" y="164837"/>
                </a:lnTo>
                <a:lnTo>
                  <a:pt x="42401" y="164837"/>
                </a:lnTo>
                <a:lnTo>
                  <a:pt x="42402" y="164837"/>
                </a:lnTo>
                <a:lnTo>
                  <a:pt x="42402" y="164837"/>
                </a:lnTo>
                <a:lnTo>
                  <a:pt x="42403" y="164837"/>
                </a:lnTo>
                <a:lnTo>
                  <a:pt x="42404" y="164837"/>
                </a:lnTo>
                <a:lnTo>
                  <a:pt x="42405" y="164837"/>
                </a:lnTo>
                <a:lnTo>
                  <a:pt x="42405" y="164837"/>
                </a:lnTo>
                <a:lnTo>
                  <a:pt x="42406" y="164837"/>
                </a:lnTo>
                <a:lnTo>
                  <a:pt x="42407" y="164837"/>
                </a:lnTo>
                <a:lnTo>
                  <a:pt x="42408" y="164837"/>
                </a:lnTo>
                <a:lnTo>
                  <a:pt x="42408" y="164837"/>
                </a:lnTo>
                <a:lnTo>
                  <a:pt x="42409" y="164837"/>
                </a:lnTo>
                <a:lnTo>
                  <a:pt x="42410" y="164837"/>
                </a:lnTo>
                <a:lnTo>
                  <a:pt x="42411" y="164837"/>
                </a:lnTo>
                <a:lnTo>
                  <a:pt x="42411" y="164837"/>
                </a:lnTo>
                <a:lnTo>
                  <a:pt x="42412" y="164837"/>
                </a:lnTo>
                <a:lnTo>
                  <a:pt x="42413" y="164837"/>
                </a:lnTo>
                <a:lnTo>
                  <a:pt x="42414" y="164837"/>
                </a:lnTo>
                <a:lnTo>
                  <a:pt x="42414" y="164837"/>
                </a:lnTo>
                <a:lnTo>
                  <a:pt x="42415" y="164837"/>
                </a:lnTo>
                <a:lnTo>
                  <a:pt x="42416" y="164837"/>
                </a:lnTo>
                <a:lnTo>
                  <a:pt x="42417" y="164837"/>
                </a:lnTo>
                <a:lnTo>
                  <a:pt x="42417" y="164837"/>
                </a:lnTo>
                <a:lnTo>
                  <a:pt x="42418" y="164837"/>
                </a:lnTo>
                <a:lnTo>
                  <a:pt x="42419" y="164837"/>
                </a:lnTo>
                <a:lnTo>
                  <a:pt x="42420" y="164837"/>
                </a:lnTo>
                <a:lnTo>
                  <a:pt x="42420" y="164837"/>
                </a:lnTo>
                <a:lnTo>
                  <a:pt x="42421" y="164837"/>
                </a:lnTo>
                <a:lnTo>
                  <a:pt x="42422" y="164837"/>
                </a:lnTo>
                <a:lnTo>
                  <a:pt x="42423" y="164837"/>
                </a:lnTo>
                <a:lnTo>
                  <a:pt x="42423" y="164837"/>
                </a:lnTo>
                <a:lnTo>
                  <a:pt x="42424" y="164837"/>
                </a:lnTo>
                <a:lnTo>
                  <a:pt x="42425" y="164837"/>
                </a:lnTo>
                <a:lnTo>
                  <a:pt x="42426" y="164837"/>
                </a:lnTo>
                <a:lnTo>
                  <a:pt x="42426" y="164837"/>
                </a:lnTo>
                <a:lnTo>
                  <a:pt x="42427" y="164837"/>
                </a:lnTo>
                <a:lnTo>
                  <a:pt x="42428" y="164837"/>
                </a:lnTo>
                <a:lnTo>
                  <a:pt x="42429" y="164837"/>
                </a:lnTo>
                <a:lnTo>
                  <a:pt x="42429" y="164837"/>
                </a:lnTo>
                <a:lnTo>
                  <a:pt x="42430" y="164837"/>
                </a:lnTo>
                <a:lnTo>
                  <a:pt x="42431" y="164837"/>
                </a:lnTo>
                <a:lnTo>
                  <a:pt x="42432" y="164837"/>
                </a:lnTo>
                <a:lnTo>
                  <a:pt x="42432" y="164837"/>
                </a:lnTo>
                <a:lnTo>
                  <a:pt x="42433" y="164837"/>
                </a:lnTo>
                <a:lnTo>
                  <a:pt x="42434" y="164837"/>
                </a:lnTo>
                <a:lnTo>
                  <a:pt x="42435" y="164837"/>
                </a:lnTo>
                <a:lnTo>
                  <a:pt x="42435" y="164837"/>
                </a:lnTo>
                <a:lnTo>
                  <a:pt x="42436" y="164837"/>
                </a:lnTo>
                <a:lnTo>
                  <a:pt x="42437" y="164837"/>
                </a:lnTo>
                <a:lnTo>
                  <a:pt x="42438" y="164837"/>
                </a:lnTo>
                <a:lnTo>
                  <a:pt x="42438" y="164837"/>
                </a:lnTo>
                <a:lnTo>
                  <a:pt x="42439" y="164837"/>
                </a:lnTo>
                <a:lnTo>
                  <a:pt x="42440" y="164837"/>
                </a:lnTo>
                <a:lnTo>
                  <a:pt x="42441" y="164837"/>
                </a:lnTo>
                <a:lnTo>
                  <a:pt x="42441" y="164837"/>
                </a:lnTo>
                <a:lnTo>
                  <a:pt x="42442" y="164837"/>
                </a:lnTo>
                <a:lnTo>
                  <a:pt x="42443" y="164837"/>
                </a:lnTo>
                <a:lnTo>
                  <a:pt x="42444" y="164837"/>
                </a:lnTo>
                <a:lnTo>
                  <a:pt x="42444" y="164837"/>
                </a:lnTo>
                <a:lnTo>
                  <a:pt x="42445" y="164837"/>
                </a:lnTo>
                <a:lnTo>
                  <a:pt x="42446" y="164837"/>
                </a:lnTo>
                <a:lnTo>
                  <a:pt x="42447" y="164837"/>
                </a:lnTo>
                <a:lnTo>
                  <a:pt x="42447" y="164837"/>
                </a:lnTo>
                <a:lnTo>
                  <a:pt x="42448" y="164837"/>
                </a:lnTo>
                <a:lnTo>
                  <a:pt x="42449" y="164837"/>
                </a:lnTo>
                <a:lnTo>
                  <a:pt x="42450" y="164837"/>
                </a:lnTo>
                <a:lnTo>
                  <a:pt x="42450" y="164837"/>
                </a:lnTo>
                <a:lnTo>
                  <a:pt x="42451" y="164837"/>
                </a:lnTo>
                <a:lnTo>
                  <a:pt x="42452" y="164837"/>
                </a:lnTo>
                <a:lnTo>
                  <a:pt x="42453" y="164837"/>
                </a:lnTo>
                <a:lnTo>
                  <a:pt x="42453" y="164837"/>
                </a:lnTo>
                <a:lnTo>
                  <a:pt x="42454" y="164837"/>
                </a:lnTo>
                <a:lnTo>
                  <a:pt x="42455" y="164837"/>
                </a:lnTo>
                <a:lnTo>
                  <a:pt x="42456" y="164837"/>
                </a:lnTo>
                <a:lnTo>
                  <a:pt x="42456" y="164837"/>
                </a:lnTo>
                <a:lnTo>
                  <a:pt x="42457" y="164837"/>
                </a:lnTo>
                <a:lnTo>
                  <a:pt x="42458" y="164837"/>
                </a:lnTo>
                <a:lnTo>
                  <a:pt x="42459" y="164837"/>
                </a:lnTo>
                <a:lnTo>
                  <a:pt x="42460" y="164837"/>
                </a:lnTo>
                <a:lnTo>
                  <a:pt x="42460" y="164837"/>
                </a:lnTo>
                <a:lnTo>
                  <a:pt x="42461" y="164837"/>
                </a:lnTo>
                <a:lnTo>
                  <a:pt x="42462" y="164837"/>
                </a:lnTo>
                <a:lnTo>
                  <a:pt x="42463" y="164837"/>
                </a:lnTo>
                <a:lnTo>
                  <a:pt x="42463" y="164837"/>
                </a:lnTo>
                <a:lnTo>
                  <a:pt x="42464" y="164837"/>
                </a:lnTo>
                <a:lnTo>
                  <a:pt x="42465" y="164837"/>
                </a:lnTo>
                <a:lnTo>
                  <a:pt x="42466" y="164837"/>
                </a:lnTo>
                <a:lnTo>
                  <a:pt x="42466" y="164837"/>
                </a:lnTo>
                <a:lnTo>
                  <a:pt x="42467" y="164837"/>
                </a:lnTo>
                <a:lnTo>
                  <a:pt x="42468" y="164837"/>
                </a:lnTo>
                <a:lnTo>
                  <a:pt x="42469" y="164837"/>
                </a:lnTo>
                <a:lnTo>
                  <a:pt x="42469" y="164837"/>
                </a:lnTo>
                <a:lnTo>
                  <a:pt x="42470" y="164837"/>
                </a:lnTo>
                <a:lnTo>
                  <a:pt x="42471" y="164837"/>
                </a:lnTo>
                <a:lnTo>
                  <a:pt x="42472" y="164837"/>
                </a:lnTo>
                <a:lnTo>
                  <a:pt x="42472" y="164837"/>
                </a:lnTo>
                <a:lnTo>
                  <a:pt x="42473" y="164837"/>
                </a:lnTo>
                <a:lnTo>
                  <a:pt x="42474" y="164837"/>
                </a:lnTo>
                <a:lnTo>
                  <a:pt x="42475" y="164837"/>
                </a:lnTo>
                <a:lnTo>
                  <a:pt x="42475" y="164837"/>
                </a:lnTo>
                <a:lnTo>
                  <a:pt x="42476" y="164837"/>
                </a:lnTo>
                <a:lnTo>
                  <a:pt x="42477" y="164837"/>
                </a:lnTo>
                <a:lnTo>
                  <a:pt x="42478" y="164837"/>
                </a:lnTo>
                <a:lnTo>
                  <a:pt x="42478" y="164837"/>
                </a:lnTo>
                <a:lnTo>
                  <a:pt x="42479" y="164837"/>
                </a:lnTo>
                <a:lnTo>
                  <a:pt x="42480" y="164837"/>
                </a:lnTo>
                <a:lnTo>
                  <a:pt x="42481" y="164837"/>
                </a:lnTo>
                <a:lnTo>
                  <a:pt x="42481" y="164837"/>
                </a:lnTo>
                <a:lnTo>
                  <a:pt x="42482" y="164837"/>
                </a:lnTo>
                <a:lnTo>
                  <a:pt x="42483" y="164837"/>
                </a:lnTo>
                <a:lnTo>
                  <a:pt x="42484" y="164837"/>
                </a:lnTo>
                <a:lnTo>
                  <a:pt x="42484" y="164837"/>
                </a:lnTo>
                <a:lnTo>
                  <a:pt x="42485" y="164837"/>
                </a:lnTo>
                <a:lnTo>
                  <a:pt x="42486" y="164837"/>
                </a:lnTo>
                <a:lnTo>
                  <a:pt x="42487" y="164837"/>
                </a:lnTo>
                <a:lnTo>
                  <a:pt x="42487" y="164837"/>
                </a:lnTo>
                <a:lnTo>
                  <a:pt x="42488" y="164837"/>
                </a:lnTo>
                <a:lnTo>
                  <a:pt x="42489" y="164837"/>
                </a:lnTo>
                <a:lnTo>
                  <a:pt x="42490" y="164837"/>
                </a:lnTo>
                <a:lnTo>
                  <a:pt x="42490" y="164837"/>
                </a:lnTo>
                <a:lnTo>
                  <a:pt x="42491" y="164837"/>
                </a:lnTo>
                <a:lnTo>
                  <a:pt x="42492" y="164837"/>
                </a:lnTo>
                <a:lnTo>
                  <a:pt x="42493" y="164837"/>
                </a:lnTo>
                <a:lnTo>
                  <a:pt x="42493" y="164837"/>
                </a:lnTo>
                <a:lnTo>
                  <a:pt x="42494" y="164837"/>
                </a:lnTo>
                <a:lnTo>
                  <a:pt x="42495" y="164837"/>
                </a:lnTo>
                <a:lnTo>
                  <a:pt x="42496" y="164837"/>
                </a:lnTo>
                <a:lnTo>
                  <a:pt x="42496" y="164837"/>
                </a:lnTo>
                <a:lnTo>
                  <a:pt x="42497" y="164837"/>
                </a:lnTo>
                <a:lnTo>
                  <a:pt x="42498" y="164837"/>
                </a:lnTo>
                <a:lnTo>
                  <a:pt x="42499" y="164837"/>
                </a:lnTo>
                <a:lnTo>
                  <a:pt x="42499" y="164837"/>
                </a:lnTo>
                <a:lnTo>
                  <a:pt x="42500" y="164837"/>
                </a:lnTo>
                <a:lnTo>
                  <a:pt x="42501" y="164837"/>
                </a:lnTo>
                <a:lnTo>
                  <a:pt x="42502" y="164837"/>
                </a:lnTo>
                <a:lnTo>
                  <a:pt x="42502" y="164837"/>
                </a:lnTo>
                <a:lnTo>
                  <a:pt x="42503" y="164837"/>
                </a:lnTo>
                <a:lnTo>
                  <a:pt x="42504" y="164837"/>
                </a:lnTo>
                <a:lnTo>
                  <a:pt x="42505" y="164837"/>
                </a:lnTo>
                <a:lnTo>
                  <a:pt x="42505" y="164837"/>
                </a:lnTo>
                <a:lnTo>
                  <a:pt x="42506" y="164837"/>
                </a:lnTo>
                <a:lnTo>
                  <a:pt x="42507" y="164837"/>
                </a:lnTo>
                <a:lnTo>
                  <a:pt x="42508" y="164837"/>
                </a:lnTo>
                <a:lnTo>
                  <a:pt x="42508" y="164837"/>
                </a:lnTo>
                <a:lnTo>
                  <a:pt x="42509" y="164837"/>
                </a:lnTo>
                <a:lnTo>
                  <a:pt x="42510" y="164837"/>
                </a:lnTo>
                <a:lnTo>
                  <a:pt x="42511" y="164837"/>
                </a:lnTo>
                <a:lnTo>
                  <a:pt x="42511" y="164837"/>
                </a:lnTo>
                <a:lnTo>
                  <a:pt x="42512" y="164837"/>
                </a:lnTo>
                <a:lnTo>
                  <a:pt x="42513" y="164837"/>
                </a:lnTo>
                <a:lnTo>
                  <a:pt x="42514" y="164837"/>
                </a:lnTo>
                <a:lnTo>
                  <a:pt x="42514" y="164837"/>
                </a:lnTo>
                <a:lnTo>
                  <a:pt x="42515" y="164837"/>
                </a:lnTo>
                <a:lnTo>
                  <a:pt x="42516" y="164837"/>
                </a:lnTo>
                <a:lnTo>
                  <a:pt x="42517" y="164837"/>
                </a:lnTo>
                <a:lnTo>
                  <a:pt x="42517" y="164837"/>
                </a:lnTo>
                <a:lnTo>
                  <a:pt x="42518" y="164837"/>
                </a:lnTo>
                <a:lnTo>
                  <a:pt x="42519" y="164837"/>
                </a:lnTo>
                <a:lnTo>
                  <a:pt x="42520" y="164837"/>
                </a:lnTo>
                <a:lnTo>
                  <a:pt x="42520" y="164837"/>
                </a:lnTo>
                <a:lnTo>
                  <a:pt x="42521" y="164837"/>
                </a:lnTo>
                <a:lnTo>
                  <a:pt x="42522" y="164837"/>
                </a:lnTo>
                <a:lnTo>
                  <a:pt x="42523" y="164837"/>
                </a:lnTo>
                <a:lnTo>
                  <a:pt x="42523" y="164837"/>
                </a:lnTo>
                <a:lnTo>
                  <a:pt x="42524" y="164837"/>
                </a:lnTo>
                <a:lnTo>
                  <a:pt x="42525" y="164837"/>
                </a:lnTo>
                <a:lnTo>
                  <a:pt x="42526" y="164837"/>
                </a:lnTo>
                <a:lnTo>
                  <a:pt x="42527" y="164837"/>
                </a:lnTo>
                <a:lnTo>
                  <a:pt x="42527" y="164837"/>
                </a:lnTo>
                <a:lnTo>
                  <a:pt x="42528" y="164837"/>
                </a:lnTo>
                <a:lnTo>
                  <a:pt x="42529" y="164837"/>
                </a:lnTo>
                <a:lnTo>
                  <a:pt x="42530" y="164837"/>
                </a:lnTo>
                <a:lnTo>
                  <a:pt x="42530" y="164837"/>
                </a:lnTo>
                <a:lnTo>
                  <a:pt x="42531" y="164837"/>
                </a:lnTo>
                <a:lnTo>
                  <a:pt x="42532" y="164837"/>
                </a:lnTo>
                <a:lnTo>
                  <a:pt x="42533" y="164837"/>
                </a:lnTo>
                <a:lnTo>
                  <a:pt x="42533" y="164837"/>
                </a:lnTo>
                <a:lnTo>
                  <a:pt x="42534" y="164837"/>
                </a:lnTo>
                <a:lnTo>
                  <a:pt x="42535" y="164837"/>
                </a:lnTo>
                <a:lnTo>
                  <a:pt x="42536" y="164837"/>
                </a:lnTo>
                <a:lnTo>
                  <a:pt x="42536" y="164837"/>
                </a:lnTo>
                <a:lnTo>
                  <a:pt x="42537" y="164837"/>
                </a:lnTo>
                <a:lnTo>
                  <a:pt x="42538" y="164837"/>
                </a:lnTo>
                <a:lnTo>
                  <a:pt x="42539" y="164837"/>
                </a:lnTo>
                <a:lnTo>
                  <a:pt x="42539" y="164837"/>
                </a:lnTo>
                <a:lnTo>
                  <a:pt x="42540" y="164837"/>
                </a:lnTo>
                <a:lnTo>
                  <a:pt x="42541" y="164837"/>
                </a:lnTo>
                <a:lnTo>
                  <a:pt x="42542" y="164837"/>
                </a:lnTo>
                <a:lnTo>
                  <a:pt x="42542" y="164837"/>
                </a:lnTo>
                <a:lnTo>
                  <a:pt x="42543" y="164837"/>
                </a:lnTo>
                <a:lnTo>
                  <a:pt x="42544" y="164837"/>
                </a:lnTo>
                <a:lnTo>
                  <a:pt x="42545" y="164837"/>
                </a:lnTo>
                <a:lnTo>
                  <a:pt x="42545" y="164837"/>
                </a:lnTo>
                <a:lnTo>
                  <a:pt x="42546" y="164837"/>
                </a:lnTo>
                <a:lnTo>
                  <a:pt x="42547" y="164837"/>
                </a:lnTo>
                <a:lnTo>
                  <a:pt x="42548" y="164837"/>
                </a:lnTo>
                <a:lnTo>
                  <a:pt x="42548" y="164837"/>
                </a:lnTo>
                <a:lnTo>
                  <a:pt x="42549" y="164837"/>
                </a:lnTo>
                <a:lnTo>
                  <a:pt x="42550" y="164837"/>
                </a:lnTo>
                <a:lnTo>
                  <a:pt x="42551" y="164837"/>
                </a:lnTo>
                <a:lnTo>
                  <a:pt x="42551" y="164837"/>
                </a:lnTo>
                <a:lnTo>
                  <a:pt x="42552" y="164837"/>
                </a:lnTo>
                <a:lnTo>
                  <a:pt x="42553" y="164837"/>
                </a:lnTo>
                <a:lnTo>
                  <a:pt x="42554" y="164837"/>
                </a:lnTo>
                <a:lnTo>
                  <a:pt x="42554" y="164837"/>
                </a:lnTo>
                <a:lnTo>
                  <a:pt x="42555" y="164837"/>
                </a:lnTo>
                <a:lnTo>
                  <a:pt x="42556" y="164837"/>
                </a:lnTo>
                <a:lnTo>
                  <a:pt x="42557" y="164837"/>
                </a:lnTo>
                <a:lnTo>
                  <a:pt x="42557" y="164837"/>
                </a:lnTo>
                <a:lnTo>
                  <a:pt x="42558" y="164837"/>
                </a:lnTo>
                <a:lnTo>
                  <a:pt x="42559" y="164837"/>
                </a:lnTo>
                <a:lnTo>
                  <a:pt x="42560" y="164837"/>
                </a:lnTo>
                <a:lnTo>
                  <a:pt x="42560" y="164837"/>
                </a:lnTo>
                <a:lnTo>
                  <a:pt x="42561" y="164837"/>
                </a:lnTo>
                <a:lnTo>
                  <a:pt x="42562" y="164837"/>
                </a:lnTo>
                <a:lnTo>
                  <a:pt x="42563" y="164837"/>
                </a:lnTo>
                <a:lnTo>
                  <a:pt x="42564" y="164837"/>
                </a:lnTo>
                <a:lnTo>
                  <a:pt x="42564" y="164837"/>
                </a:lnTo>
                <a:lnTo>
                  <a:pt x="42565" y="164837"/>
                </a:lnTo>
                <a:lnTo>
                  <a:pt x="42566" y="164837"/>
                </a:lnTo>
                <a:lnTo>
                  <a:pt x="42567" y="164837"/>
                </a:lnTo>
                <a:lnTo>
                  <a:pt x="42567" y="164837"/>
                </a:lnTo>
                <a:lnTo>
                  <a:pt x="42568" y="164837"/>
                </a:lnTo>
                <a:lnTo>
                  <a:pt x="42569" y="164837"/>
                </a:lnTo>
                <a:lnTo>
                  <a:pt x="42570" y="164837"/>
                </a:lnTo>
                <a:lnTo>
                  <a:pt x="42570" y="164837"/>
                </a:lnTo>
                <a:lnTo>
                  <a:pt x="42571" y="164837"/>
                </a:lnTo>
                <a:lnTo>
                  <a:pt x="42572" y="164837"/>
                </a:lnTo>
                <a:lnTo>
                  <a:pt x="42573" y="164837"/>
                </a:lnTo>
                <a:lnTo>
                  <a:pt x="42573" y="164837"/>
                </a:lnTo>
                <a:lnTo>
                  <a:pt x="42574" y="164837"/>
                </a:lnTo>
                <a:lnTo>
                  <a:pt x="42575" y="164837"/>
                </a:lnTo>
                <a:lnTo>
                  <a:pt x="42576" y="164837"/>
                </a:lnTo>
                <a:lnTo>
                  <a:pt x="42576" y="164837"/>
                </a:lnTo>
                <a:lnTo>
                  <a:pt x="42577" y="164837"/>
                </a:lnTo>
                <a:lnTo>
                  <a:pt x="42578" y="164837"/>
                </a:lnTo>
                <a:lnTo>
                  <a:pt x="42579" y="164837"/>
                </a:lnTo>
                <a:lnTo>
                  <a:pt x="42579" y="164837"/>
                </a:lnTo>
                <a:lnTo>
                  <a:pt x="42580" y="164837"/>
                </a:lnTo>
                <a:lnTo>
                  <a:pt x="42581" y="164837"/>
                </a:lnTo>
                <a:lnTo>
                  <a:pt x="42582" y="164837"/>
                </a:lnTo>
                <a:lnTo>
                  <a:pt x="42582" y="164837"/>
                </a:lnTo>
                <a:lnTo>
                  <a:pt x="42583" y="164837"/>
                </a:lnTo>
                <a:lnTo>
                  <a:pt x="42584" y="164837"/>
                </a:lnTo>
                <a:lnTo>
                  <a:pt x="42585" y="164837"/>
                </a:lnTo>
                <a:lnTo>
                  <a:pt x="42585" y="164837"/>
                </a:lnTo>
                <a:lnTo>
                  <a:pt x="42586" y="164837"/>
                </a:lnTo>
                <a:lnTo>
                  <a:pt x="42587" y="164837"/>
                </a:lnTo>
                <a:lnTo>
                  <a:pt x="42588" y="164837"/>
                </a:lnTo>
                <a:lnTo>
                  <a:pt x="42588" y="164837"/>
                </a:lnTo>
                <a:lnTo>
                  <a:pt x="42589" y="164837"/>
                </a:lnTo>
                <a:lnTo>
                  <a:pt x="42590" y="164837"/>
                </a:lnTo>
                <a:lnTo>
                  <a:pt x="42591" y="164837"/>
                </a:lnTo>
                <a:lnTo>
                  <a:pt x="42591" y="164837"/>
                </a:lnTo>
                <a:lnTo>
                  <a:pt x="42592" y="164837"/>
                </a:lnTo>
                <a:lnTo>
                  <a:pt x="42593" y="164837"/>
                </a:lnTo>
                <a:lnTo>
                  <a:pt x="42594" y="164837"/>
                </a:lnTo>
                <a:lnTo>
                  <a:pt x="42595" y="164837"/>
                </a:lnTo>
                <a:lnTo>
                  <a:pt x="42595" y="164837"/>
                </a:lnTo>
                <a:lnTo>
                  <a:pt x="42596" y="164837"/>
                </a:lnTo>
                <a:lnTo>
                  <a:pt x="42597" y="164837"/>
                </a:lnTo>
                <a:lnTo>
                  <a:pt x="42598" y="164837"/>
                </a:lnTo>
                <a:lnTo>
                  <a:pt x="42598" y="164837"/>
                </a:lnTo>
                <a:lnTo>
                  <a:pt x="42599" y="164837"/>
                </a:lnTo>
                <a:lnTo>
                  <a:pt x="42600" y="164837"/>
                </a:lnTo>
                <a:lnTo>
                  <a:pt x="42601" y="164837"/>
                </a:lnTo>
                <a:lnTo>
                  <a:pt x="42601" y="164837"/>
                </a:lnTo>
                <a:lnTo>
                  <a:pt x="42602" y="164837"/>
                </a:lnTo>
                <a:lnTo>
                  <a:pt x="42603" y="164837"/>
                </a:lnTo>
                <a:lnTo>
                  <a:pt x="42604" y="164837"/>
                </a:lnTo>
                <a:lnTo>
                  <a:pt x="42604" y="164837"/>
                </a:lnTo>
                <a:lnTo>
                  <a:pt x="42605" y="164837"/>
                </a:lnTo>
                <a:lnTo>
                  <a:pt x="42606" y="164837"/>
                </a:lnTo>
                <a:lnTo>
                  <a:pt x="42607" y="164837"/>
                </a:lnTo>
                <a:lnTo>
                  <a:pt x="42607" y="164837"/>
                </a:lnTo>
                <a:lnTo>
                  <a:pt x="42608" y="164837"/>
                </a:lnTo>
                <a:lnTo>
                  <a:pt x="42609" y="164837"/>
                </a:lnTo>
                <a:lnTo>
                  <a:pt x="42610" y="164837"/>
                </a:lnTo>
                <a:lnTo>
                  <a:pt x="42610" y="164837"/>
                </a:lnTo>
                <a:lnTo>
                  <a:pt x="42611" y="164837"/>
                </a:lnTo>
                <a:lnTo>
                  <a:pt x="42612" y="164837"/>
                </a:lnTo>
                <a:lnTo>
                  <a:pt x="42613" y="164837"/>
                </a:lnTo>
                <a:lnTo>
                  <a:pt x="42613" y="164837"/>
                </a:lnTo>
                <a:lnTo>
                  <a:pt x="42614" y="164837"/>
                </a:lnTo>
                <a:lnTo>
                  <a:pt x="42615" y="164837"/>
                </a:lnTo>
                <a:lnTo>
                  <a:pt x="42616" y="164837"/>
                </a:lnTo>
                <a:lnTo>
                  <a:pt x="42616" y="164837"/>
                </a:lnTo>
                <a:lnTo>
                  <a:pt x="42617" y="164837"/>
                </a:lnTo>
                <a:lnTo>
                  <a:pt x="42618" y="164837"/>
                </a:lnTo>
                <a:lnTo>
                  <a:pt x="42619" y="164837"/>
                </a:lnTo>
                <a:lnTo>
                  <a:pt x="42620" y="164837"/>
                </a:lnTo>
                <a:lnTo>
                  <a:pt x="42620" y="164837"/>
                </a:lnTo>
                <a:lnTo>
                  <a:pt x="42621" y="164837"/>
                </a:lnTo>
                <a:lnTo>
                  <a:pt x="42622" y="164837"/>
                </a:lnTo>
                <a:lnTo>
                  <a:pt x="42623" y="164837"/>
                </a:lnTo>
                <a:lnTo>
                  <a:pt x="42623" y="164837"/>
                </a:lnTo>
                <a:lnTo>
                  <a:pt x="42624" y="164837"/>
                </a:lnTo>
                <a:lnTo>
                  <a:pt x="42625" y="164837"/>
                </a:lnTo>
                <a:lnTo>
                  <a:pt x="42626" y="164837"/>
                </a:lnTo>
                <a:lnTo>
                  <a:pt x="42626" y="164837"/>
                </a:lnTo>
                <a:lnTo>
                  <a:pt x="42627" y="164837"/>
                </a:lnTo>
                <a:lnTo>
                  <a:pt x="42628" y="164837"/>
                </a:lnTo>
                <a:lnTo>
                  <a:pt x="42629" y="164837"/>
                </a:lnTo>
                <a:lnTo>
                  <a:pt x="42629" y="164837"/>
                </a:lnTo>
                <a:lnTo>
                  <a:pt x="42630" y="164837"/>
                </a:lnTo>
                <a:lnTo>
                  <a:pt x="42631" y="164837"/>
                </a:lnTo>
                <a:lnTo>
                  <a:pt x="42632" y="164837"/>
                </a:lnTo>
                <a:lnTo>
                  <a:pt x="42632" y="164837"/>
                </a:lnTo>
                <a:lnTo>
                  <a:pt x="42633" y="164837"/>
                </a:lnTo>
                <a:lnTo>
                  <a:pt x="42634" y="164837"/>
                </a:lnTo>
                <a:lnTo>
                  <a:pt x="42635" y="164837"/>
                </a:lnTo>
                <a:lnTo>
                  <a:pt x="42635" y="164837"/>
                </a:lnTo>
                <a:lnTo>
                  <a:pt x="42636" y="164837"/>
                </a:lnTo>
                <a:lnTo>
                  <a:pt x="42637" y="164837"/>
                </a:lnTo>
                <a:lnTo>
                  <a:pt x="42638" y="164837"/>
                </a:lnTo>
                <a:lnTo>
                  <a:pt x="42638" y="164837"/>
                </a:lnTo>
                <a:lnTo>
                  <a:pt x="42639" y="164837"/>
                </a:lnTo>
                <a:lnTo>
                  <a:pt x="42640" y="164837"/>
                </a:lnTo>
                <a:lnTo>
                  <a:pt x="42641" y="164837"/>
                </a:lnTo>
                <a:lnTo>
                  <a:pt x="42642" y="164837"/>
                </a:lnTo>
                <a:lnTo>
                  <a:pt x="42642" y="164837"/>
                </a:lnTo>
                <a:lnTo>
                  <a:pt x="42643" y="164837"/>
                </a:lnTo>
                <a:lnTo>
                  <a:pt x="42644" y="164837"/>
                </a:lnTo>
                <a:lnTo>
                  <a:pt x="42645" y="164837"/>
                </a:lnTo>
                <a:lnTo>
                  <a:pt x="42645" y="164837"/>
                </a:lnTo>
                <a:lnTo>
                  <a:pt x="42646" y="164837"/>
                </a:lnTo>
                <a:lnTo>
                  <a:pt x="42647" y="164837"/>
                </a:lnTo>
                <a:lnTo>
                  <a:pt x="42648" y="164837"/>
                </a:lnTo>
                <a:lnTo>
                  <a:pt x="42648" y="164837"/>
                </a:lnTo>
                <a:lnTo>
                  <a:pt x="42649" y="164837"/>
                </a:lnTo>
                <a:lnTo>
                  <a:pt x="42650" y="164837"/>
                </a:lnTo>
                <a:lnTo>
                  <a:pt x="42651" y="164837"/>
                </a:lnTo>
                <a:lnTo>
                  <a:pt x="42651" y="164837"/>
                </a:lnTo>
                <a:lnTo>
                  <a:pt x="42652" y="164837"/>
                </a:lnTo>
                <a:lnTo>
                  <a:pt x="42653" y="164837"/>
                </a:lnTo>
                <a:lnTo>
                  <a:pt x="42654" y="164837"/>
                </a:lnTo>
                <a:lnTo>
                  <a:pt x="42654" y="164837"/>
                </a:lnTo>
                <a:lnTo>
                  <a:pt x="42655" y="164837"/>
                </a:lnTo>
                <a:lnTo>
                  <a:pt x="42656" y="164837"/>
                </a:lnTo>
                <a:lnTo>
                  <a:pt x="42657" y="164837"/>
                </a:lnTo>
                <a:lnTo>
                  <a:pt x="42657" y="164837"/>
                </a:lnTo>
                <a:lnTo>
                  <a:pt x="42658" y="164837"/>
                </a:lnTo>
                <a:lnTo>
                  <a:pt x="42659" y="164837"/>
                </a:lnTo>
                <a:lnTo>
                  <a:pt x="42660" y="164837"/>
                </a:lnTo>
                <a:lnTo>
                  <a:pt x="42660" y="164837"/>
                </a:lnTo>
                <a:lnTo>
                  <a:pt x="42661" y="164837"/>
                </a:lnTo>
                <a:lnTo>
                  <a:pt x="42662" y="164837"/>
                </a:lnTo>
                <a:lnTo>
                  <a:pt x="42663" y="164837"/>
                </a:lnTo>
                <a:lnTo>
                  <a:pt x="42664" y="164837"/>
                </a:lnTo>
                <a:lnTo>
                  <a:pt x="42664" y="164837"/>
                </a:lnTo>
                <a:lnTo>
                  <a:pt x="42665" y="164837"/>
                </a:lnTo>
                <a:lnTo>
                  <a:pt x="42666" y="164837"/>
                </a:lnTo>
                <a:lnTo>
                  <a:pt x="42667" y="164837"/>
                </a:lnTo>
                <a:lnTo>
                  <a:pt x="42667" y="164837"/>
                </a:lnTo>
                <a:lnTo>
                  <a:pt x="42668" y="164837"/>
                </a:lnTo>
                <a:lnTo>
                  <a:pt x="42669" y="164837"/>
                </a:lnTo>
                <a:lnTo>
                  <a:pt x="42670" y="164837"/>
                </a:lnTo>
                <a:lnTo>
                  <a:pt x="42670" y="164837"/>
                </a:lnTo>
                <a:lnTo>
                  <a:pt x="42671" y="164837"/>
                </a:lnTo>
                <a:lnTo>
                  <a:pt x="42672" y="164837"/>
                </a:lnTo>
                <a:lnTo>
                  <a:pt x="42673" y="164837"/>
                </a:lnTo>
                <a:lnTo>
                  <a:pt x="42673" y="164837"/>
                </a:lnTo>
                <a:lnTo>
                  <a:pt x="42674" y="164837"/>
                </a:lnTo>
                <a:lnTo>
                  <a:pt x="42675" y="164837"/>
                </a:lnTo>
                <a:lnTo>
                  <a:pt x="42676" y="164837"/>
                </a:lnTo>
                <a:lnTo>
                  <a:pt x="42676" y="164837"/>
                </a:lnTo>
                <a:lnTo>
                  <a:pt x="42677" y="164837"/>
                </a:lnTo>
                <a:lnTo>
                  <a:pt x="42678" y="164837"/>
                </a:lnTo>
                <a:lnTo>
                  <a:pt x="42679" y="164837"/>
                </a:lnTo>
                <a:lnTo>
                  <a:pt x="42679" y="164837"/>
                </a:lnTo>
                <a:lnTo>
                  <a:pt x="42680" y="164837"/>
                </a:lnTo>
                <a:lnTo>
                  <a:pt x="42681" y="164837"/>
                </a:lnTo>
                <a:lnTo>
                  <a:pt x="42682" y="164837"/>
                </a:lnTo>
                <a:lnTo>
                  <a:pt x="42683" y="164837"/>
                </a:lnTo>
                <a:lnTo>
                  <a:pt x="42683" y="164837"/>
                </a:lnTo>
                <a:lnTo>
                  <a:pt x="42684" y="164837"/>
                </a:lnTo>
                <a:lnTo>
                  <a:pt x="42685" y="164837"/>
                </a:lnTo>
                <a:lnTo>
                  <a:pt x="42686" y="164837"/>
                </a:lnTo>
                <a:lnTo>
                  <a:pt x="42686" y="164837"/>
                </a:lnTo>
                <a:lnTo>
                  <a:pt x="42687" y="164837"/>
                </a:lnTo>
                <a:lnTo>
                  <a:pt x="42688" y="164837"/>
                </a:lnTo>
                <a:lnTo>
                  <a:pt x="42689" y="164837"/>
                </a:lnTo>
                <a:lnTo>
                  <a:pt x="42689" y="164837"/>
                </a:lnTo>
                <a:lnTo>
                  <a:pt x="42690" y="164837"/>
                </a:lnTo>
                <a:lnTo>
                  <a:pt x="42691" y="164837"/>
                </a:lnTo>
                <a:lnTo>
                  <a:pt x="42692" y="164837"/>
                </a:lnTo>
                <a:lnTo>
                  <a:pt x="42692" y="164837"/>
                </a:lnTo>
                <a:lnTo>
                  <a:pt x="42693" y="164837"/>
                </a:lnTo>
                <a:lnTo>
                  <a:pt x="42694" y="164837"/>
                </a:lnTo>
                <a:lnTo>
                  <a:pt x="42695" y="164837"/>
                </a:lnTo>
                <a:lnTo>
                  <a:pt x="42695" y="164837"/>
                </a:lnTo>
                <a:lnTo>
                  <a:pt x="42696" y="164837"/>
                </a:lnTo>
                <a:lnTo>
                  <a:pt x="42697" y="164837"/>
                </a:lnTo>
                <a:lnTo>
                  <a:pt x="42698" y="164837"/>
                </a:lnTo>
                <a:lnTo>
                  <a:pt x="42698" y="164837"/>
                </a:lnTo>
                <a:lnTo>
                  <a:pt x="42699" y="164837"/>
                </a:lnTo>
                <a:lnTo>
                  <a:pt x="42700" y="164837"/>
                </a:lnTo>
                <a:lnTo>
                  <a:pt x="42701" y="164837"/>
                </a:lnTo>
                <a:lnTo>
                  <a:pt x="42702" y="164837"/>
                </a:lnTo>
                <a:lnTo>
                  <a:pt x="42702" y="164837"/>
                </a:lnTo>
                <a:lnTo>
                  <a:pt x="42703" y="164837"/>
                </a:lnTo>
                <a:lnTo>
                  <a:pt x="42704" y="164837"/>
                </a:lnTo>
                <a:lnTo>
                  <a:pt x="42705" y="164837"/>
                </a:lnTo>
                <a:lnTo>
                  <a:pt x="42705" y="164837"/>
                </a:lnTo>
                <a:lnTo>
                  <a:pt x="42706" y="164837"/>
                </a:lnTo>
                <a:lnTo>
                  <a:pt x="42707" y="164837"/>
                </a:lnTo>
                <a:lnTo>
                  <a:pt x="42708" y="164837"/>
                </a:lnTo>
                <a:lnTo>
                  <a:pt x="42708" y="164837"/>
                </a:lnTo>
                <a:lnTo>
                  <a:pt x="42709" y="164837"/>
                </a:lnTo>
                <a:lnTo>
                  <a:pt x="42710" y="164837"/>
                </a:lnTo>
                <a:lnTo>
                  <a:pt x="42711" y="164837"/>
                </a:lnTo>
                <a:lnTo>
                  <a:pt x="42711" y="164837"/>
                </a:lnTo>
                <a:lnTo>
                  <a:pt x="42712" y="164837"/>
                </a:lnTo>
                <a:lnTo>
                  <a:pt x="42713" y="164837"/>
                </a:lnTo>
                <a:lnTo>
                  <a:pt x="42714" y="164837"/>
                </a:lnTo>
                <a:lnTo>
                  <a:pt x="42714" y="164837"/>
                </a:lnTo>
                <a:lnTo>
                  <a:pt x="42715" y="164837"/>
                </a:lnTo>
                <a:lnTo>
                  <a:pt x="42716" y="164837"/>
                </a:lnTo>
                <a:lnTo>
                  <a:pt x="42717" y="164837"/>
                </a:lnTo>
                <a:lnTo>
                  <a:pt x="42718" y="164837"/>
                </a:lnTo>
                <a:lnTo>
                  <a:pt x="42718" y="164837"/>
                </a:lnTo>
                <a:lnTo>
                  <a:pt x="42719" y="164837"/>
                </a:lnTo>
                <a:lnTo>
                  <a:pt x="42720" y="164837"/>
                </a:lnTo>
                <a:lnTo>
                  <a:pt x="42721" y="164837"/>
                </a:lnTo>
                <a:lnTo>
                  <a:pt x="42721" y="164837"/>
                </a:lnTo>
                <a:lnTo>
                  <a:pt x="42722" y="164837"/>
                </a:lnTo>
                <a:lnTo>
                  <a:pt x="42723" y="164837"/>
                </a:lnTo>
                <a:lnTo>
                  <a:pt x="42724" y="164837"/>
                </a:lnTo>
                <a:lnTo>
                  <a:pt x="42724" y="164837"/>
                </a:lnTo>
                <a:lnTo>
                  <a:pt x="42725" y="164837"/>
                </a:lnTo>
                <a:lnTo>
                  <a:pt x="42726" y="164837"/>
                </a:lnTo>
                <a:lnTo>
                  <a:pt x="42727" y="164837"/>
                </a:lnTo>
                <a:lnTo>
                  <a:pt x="42727" y="164837"/>
                </a:lnTo>
                <a:lnTo>
                  <a:pt x="42728" y="164837"/>
                </a:lnTo>
                <a:lnTo>
                  <a:pt x="42729" y="164837"/>
                </a:lnTo>
                <a:lnTo>
                  <a:pt x="42730" y="164837"/>
                </a:lnTo>
                <a:lnTo>
                  <a:pt x="42730" y="164837"/>
                </a:lnTo>
                <a:lnTo>
                  <a:pt x="42731" y="164837"/>
                </a:lnTo>
                <a:lnTo>
                  <a:pt x="42732" y="164837"/>
                </a:lnTo>
                <a:lnTo>
                  <a:pt x="42733" y="164837"/>
                </a:lnTo>
                <a:lnTo>
                  <a:pt x="42734" y="164837"/>
                </a:lnTo>
                <a:lnTo>
                  <a:pt x="42734" y="164837"/>
                </a:lnTo>
                <a:lnTo>
                  <a:pt x="42735" y="164837"/>
                </a:lnTo>
                <a:lnTo>
                  <a:pt x="42736" y="164837"/>
                </a:lnTo>
                <a:lnTo>
                  <a:pt x="42737" y="164837"/>
                </a:lnTo>
                <a:lnTo>
                  <a:pt x="42737" y="164837"/>
                </a:lnTo>
                <a:lnTo>
                  <a:pt x="42738" y="164837"/>
                </a:lnTo>
                <a:lnTo>
                  <a:pt x="42739" y="164837"/>
                </a:lnTo>
                <a:lnTo>
                  <a:pt x="42740" y="164837"/>
                </a:lnTo>
                <a:lnTo>
                  <a:pt x="42740" y="164837"/>
                </a:lnTo>
                <a:lnTo>
                  <a:pt x="42741" y="164837"/>
                </a:lnTo>
                <a:lnTo>
                  <a:pt x="42742" y="164837"/>
                </a:lnTo>
                <a:lnTo>
                  <a:pt x="42743" y="164837"/>
                </a:lnTo>
                <a:lnTo>
                  <a:pt x="42743" y="164837"/>
                </a:lnTo>
                <a:lnTo>
                  <a:pt x="42744" y="164837"/>
                </a:lnTo>
                <a:lnTo>
                  <a:pt x="42745" y="164837"/>
                </a:lnTo>
                <a:lnTo>
                  <a:pt x="42746" y="164837"/>
                </a:lnTo>
                <a:lnTo>
                  <a:pt x="42746" y="164837"/>
                </a:lnTo>
                <a:lnTo>
                  <a:pt x="42747" y="164837"/>
                </a:lnTo>
                <a:lnTo>
                  <a:pt x="42748" y="164837"/>
                </a:lnTo>
                <a:lnTo>
                  <a:pt x="42749" y="164837"/>
                </a:lnTo>
                <a:lnTo>
                  <a:pt x="42750" y="164837"/>
                </a:lnTo>
                <a:lnTo>
                  <a:pt x="42750" y="164837"/>
                </a:lnTo>
                <a:lnTo>
                  <a:pt x="42751" y="164837"/>
                </a:lnTo>
                <a:lnTo>
                  <a:pt x="42752" y="164837"/>
                </a:lnTo>
                <a:lnTo>
                  <a:pt x="42753" y="164837"/>
                </a:lnTo>
                <a:lnTo>
                  <a:pt x="42753" y="164837"/>
                </a:lnTo>
                <a:lnTo>
                  <a:pt x="42754" y="164837"/>
                </a:lnTo>
                <a:lnTo>
                  <a:pt x="42755" y="164837"/>
                </a:lnTo>
                <a:lnTo>
                  <a:pt x="42756" y="164837"/>
                </a:lnTo>
                <a:lnTo>
                  <a:pt x="42756" y="164837"/>
                </a:lnTo>
                <a:lnTo>
                  <a:pt x="42757" y="164837"/>
                </a:lnTo>
                <a:lnTo>
                  <a:pt x="42758" y="164837"/>
                </a:lnTo>
                <a:lnTo>
                  <a:pt x="42759" y="164837"/>
                </a:lnTo>
                <a:lnTo>
                  <a:pt x="42759" y="164837"/>
                </a:lnTo>
                <a:lnTo>
                  <a:pt x="42760" y="164837"/>
                </a:lnTo>
                <a:lnTo>
                  <a:pt x="42761" y="164837"/>
                </a:lnTo>
                <a:lnTo>
                  <a:pt x="42762" y="164837"/>
                </a:lnTo>
                <a:lnTo>
                  <a:pt x="42763" y="164837"/>
                </a:lnTo>
                <a:lnTo>
                  <a:pt x="42763" y="164837"/>
                </a:lnTo>
                <a:lnTo>
                  <a:pt x="42764" y="164837"/>
                </a:lnTo>
                <a:lnTo>
                  <a:pt x="42765" y="164837"/>
                </a:lnTo>
                <a:lnTo>
                  <a:pt x="42766" y="164837"/>
                </a:lnTo>
                <a:lnTo>
                  <a:pt x="42766" y="164837"/>
                </a:lnTo>
                <a:lnTo>
                  <a:pt x="42767" y="164837"/>
                </a:lnTo>
                <a:lnTo>
                  <a:pt x="42768" y="164837"/>
                </a:lnTo>
                <a:lnTo>
                  <a:pt x="42769" y="164837"/>
                </a:lnTo>
                <a:lnTo>
                  <a:pt x="42769" y="164837"/>
                </a:lnTo>
                <a:lnTo>
                  <a:pt x="42770" y="164837"/>
                </a:lnTo>
                <a:lnTo>
                  <a:pt x="42771" y="164837"/>
                </a:lnTo>
                <a:lnTo>
                  <a:pt x="42772" y="164837"/>
                </a:lnTo>
                <a:lnTo>
                  <a:pt x="42772" y="164837"/>
                </a:lnTo>
                <a:lnTo>
                  <a:pt x="42773" y="164837"/>
                </a:lnTo>
                <a:lnTo>
                  <a:pt x="42774" y="164837"/>
                </a:lnTo>
                <a:lnTo>
                  <a:pt x="42775" y="164837"/>
                </a:lnTo>
                <a:lnTo>
                  <a:pt x="42776" y="164837"/>
                </a:lnTo>
                <a:lnTo>
                  <a:pt x="42776" y="164837"/>
                </a:lnTo>
                <a:lnTo>
                  <a:pt x="42777" y="164837"/>
                </a:lnTo>
                <a:lnTo>
                  <a:pt x="42778" y="164837"/>
                </a:lnTo>
                <a:lnTo>
                  <a:pt x="42779" y="164837"/>
                </a:lnTo>
                <a:lnTo>
                  <a:pt x="42779" y="164837"/>
                </a:lnTo>
                <a:lnTo>
                  <a:pt x="42780" y="164837"/>
                </a:lnTo>
                <a:lnTo>
                  <a:pt x="42781" y="164837"/>
                </a:lnTo>
                <a:lnTo>
                  <a:pt x="42782" y="164837"/>
                </a:lnTo>
                <a:lnTo>
                  <a:pt x="42782" y="164837"/>
                </a:lnTo>
                <a:lnTo>
                  <a:pt x="42783" y="164837"/>
                </a:lnTo>
                <a:lnTo>
                  <a:pt x="42784" y="164837"/>
                </a:lnTo>
                <a:lnTo>
                  <a:pt x="42785" y="164837"/>
                </a:lnTo>
                <a:lnTo>
                  <a:pt x="42785" y="164837"/>
                </a:lnTo>
                <a:lnTo>
                  <a:pt x="42786" y="164837"/>
                </a:lnTo>
                <a:lnTo>
                  <a:pt x="42787" y="164837"/>
                </a:lnTo>
                <a:lnTo>
                  <a:pt x="42788" y="164837"/>
                </a:lnTo>
                <a:lnTo>
                  <a:pt x="42788" y="164837"/>
                </a:lnTo>
                <a:lnTo>
                  <a:pt x="42789" y="164837"/>
                </a:lnTo>
                <a:lnTo>
                  <a:pt x="42790" y="164837"/>
                </a:lnTo>
                <a:lnTo>
                  <a:pt x="42791" y="164837"/>
                </a:lnTo>
                <a:lnTo>
                  <a:pt x="42792" y="164837"/>
                </a:lnTo>
                <a:lnTo>
                  <a:pt x="42792" y="164837"/>
                </a:lnTo>
                <a:lnTo>
                  <a:pt x="42793" y="164837"/>
                </a:lnTo>
                <a:lnTo>
                  <a:pt x="42794" y="164837"/>
                </a:lnTo>
                <a:lnTo>
                  <a:pt x="42795" y="164837"/>
                </a:lnTo>
                <a:lnTo>
                  <a:pt x="42795" y="164837"/>
                </a:lnTo>
                <a:lnTo>
                  <a:pt x="42796" y="164837"/>
                </a:lnTo>
                <a:lnTo>
                  <a:pt x="42797" y="164837"/>
                </a:lnTo>
                <a:lnTo>
                  <a:pt x="42798" y="164837"/>
                </a:lnTo>
                <a:lnTo>
                  <a:pt x="42798" y="164837"/>
                </a:lnTo>
                <a:lnTo>
                  <a:pt x="42799" y="164837"/>
                </a:lnTo>
                <a:lnTo>
                  <a:pt x="42800" y="164837"/>
                </a:lnTo>
                <a:lnTo>
                  <a:pt x="42801" y="164837"/>
                </a:lnTo>
                <a:lnTo>
                  <a:pt x="42802" y="164837"/>
                </a:lnTo>
                <a:lnTo>
                  <a:pt x="42802" y="164837"/>
                </a:lnTo>
                <a:lnTo>
                  <a:pt x="42803" y="164837"/>
                </a:lnTo>
                <a:lnTo>
                  <a:pt x="42804" y="164837"/>
                </a:lnTo>
                <a:lnTo>
                  <a:pt x="42805" y="164837"/>
                </a:lnTo>
                <a:lnTo>
                  <a:pt x="42805" y="164837"/>
                </a:lnTo>
                <a:lnTo>
                  <a:pt x="42806" y="164837"/>
                </a:lnTo>
                <a:lnTo>
                  <a:pt x="42807" y="164837"/>
                </a:lnTo>
                <a:lnTo>
                  <a:pt x="42808" y="164837"/>
                </a:lnTo>
                <a:lnTo>
                  <a:pt x="42808" y="164837"/>
                </a:lnTo>
                <a:lnTo>
                  <a:pt x="42809" y="164837"/>
                </a:lnTo>
                <a:lnTo>
                  <a:pt x="42810" y="164837"/>
                </a:lnTo>
                <a:lnTo>
                  <a:pt x="42811" y="164837"/>
                </a:lnTo>
                <a:lnTo>
                  <a:pt x="42811" y="164837"/>
                </a:lnTo>
                <a:lnTo>
                  <a:pt x="42812" y="164837"/>
                </a:lnTo>
                <a:lnTo>
                  <a:pt x="42813" y="164837"/>
                </a:lnTo>
                <a:lnTo>
                  <a:pt x="42814" y="164837"/>
                </a:lnTo>
                <a:lnTo>
                  <a:pt x="42815" y="164837"/>
                </a:lnTo>
                <a:lnTo>
                  <a:pt x="42815" y="164837"/>
                </a:lnTo>
                <a:lnTo>
                  <a:pt x="42816" y="164837"/>
                </a:lnTo>
                <a:lnTo>
                  <a:pt x="42817" y="164837"/>
                </a:lnTo>
                <a:lnTo>
                  <a:pt x="42818" y="164837"/>
                </a:lnTo>
                <a:lnTo>
                  <a:pt x="42818" y="164837"/>
                </a:lnTo>
                <a:lnTo>
                  <a:pt x="42819" y="164837"/>
                </a:lnTo>
                <a:lnTo>
                  <a:pt x="42820" y="164837"/>
                </a:lnTo>
                <a:lnTo>
                  <a:pt x="42821" y="164837"/>
                </a:lnTo>
                <a:lnTo>
                  <a:pt x="42821" y="164837"/>
                </a:lnTo>
                <a:lnTo>
                  <a:pt x="42822" y="164837"/>
                </a:lnTo>
                <a:lnTo>
                  <a:pt x="42823" y="164837"/>
                </a:lnTo>
                <a:lnTo>
                  <a:pt x="42824" y="164837"/>
                </a:lnTo>
                <a:lnTo>
                  <a:pt x="42824" y="164837"/>
                </a:lnTo>
                <a:lnTo>
                  <a:pt x="42825" y="164837"/>
                </a:lnTo>
                <a:lnTo>
                  <a:pt x="42826" y="164837"/>
                </a:lnTo>
                <a:lnTo>
                  <a:pt x="42827" y="164837"/>
                </a:lnTo>
                <a:lnTo>
                  <a:pt x="42828" y="164837"/>
                </a:lnTo>
                <a:lnTo>
                  <a:pt x="42828" y="164837"/>
                </a:lnTo>
                <a:lnTo>
                  <a:pt x="42829" y="164837"/>
                </a:lnTo>
                <a:lnTo>
                  <a:pt x="42830" y="164837"/>
                </a:lnTo>
                <a:lnTo>
                  <a:pt x="42831" y="164837"/>
                </a:lnTo>
                <a:lnTo>
                  <a:pt x="42831" y="164837"/>
                </a:lnTo>
                <a:lnTo>
                  <a:pt x="42832" y="164837"/>
                </a:lnTo>
                <a:lnTo>
                  <a:pt x="42833" y="164837"/>
                </a:lnTo>
                <a:lnTo>
                  <a:pt x="42834" y="164837"/>
                </a:lnTo>
                <a:lnTo>
                  <a:pt x="42834" y="164837"/>
                </a:lnTo>
                <a:lnTo>
                  <a:pt x="42835" y="164837"/>
                </a:lnTo>
                <a:lnTo>
                  <a:pt x="42836" y="164837"/>
                </a:lnTo>
                <a:lnTo>
                  <a:pt x="42837" y="164837"/>
                </a:lnTo>
                <a:lnTo>
                  <a:pt x="42837" y="164837"/>
                </a:lnTo>
                <a:lnTo>
                  <a:pt x="42838" y="164837"/>
                </a:lnTo>
                <a:lnTo>
                  <a:pt x="42839" y="164837"/>
                </a:lnTo>
                <a:lnTo>
                  <a:pt x="42840" y="164837"/>
                </a:lnTo>
                <a:lnTo>
                  <a:pt x="42841" y="164837"/>
                </a:lnTo>
                <a:lnTo>
                  <a:pt x="42841" y="164837"/>
                </a:lnTo>
                <a:lnTo>
                  <a:pt x="42842" y="164837"/>
                </a:lnTo>
                <a:lnTo>
                  <a:pt x="42843" y="164837"/>
                </a:lnTo>
                <a:lnTo>
                  <a:pt x="42844" y="164837"/>
                </a:lnTo>
                <a:lnTo>
                  <a:pt x="42844" y="164837"/>
                </a:lnTo>
                <a:lnTo>
                  <a:pt x="42845" y="164837"/>
                </a:lnTo>
                <a:lnTo>
                  <a:pt x="42846" y="164837"/>
                </a:lnTo>
                <a:lnTo>
                  <a:pt x="42847" y="164837"/>
                </a:lnTo>
                <a:lnTo>
                  <a:pt x="42847" y="164837"/>
                </a:lnTo>
                <a:lnTo>
                  <a:pt x="42848" y="164837"/>
                </a:lnTo>
                <a:lnTo>
                  <a:pt x="42849" y="164837"/>
                </a:lnTo>
                <a:lnTo>
                  <a:pt x="42850" y="164837"/>
                </a:lnTo>
                <a:lnTo>
                  <a:pt x="42851" y="164837"/>
                </a:lnTo>
                <a:lnTo>
                  <a:pt x="42851" y="164837"/>
                </a:lnTo>
                <a:lnTo>
                  <a:pt x="42852" y="164837"/>
                </a:lnTo>
                <a:lnTo>
                  <a:pt x="42853" y="164837"/>
                </a:lnTo>
                <a:lnTo>
                  <a:pt x="42854" y="164837"/>
                </a:lnTo>
                <a:lnTo>
                  <a:pt x="42854" y="164837"/>
                </a:lnTo>
                <a:lnTo>
                  <a:pt x="42855" y="164837"/>
                </a:lnTo>
                <a:lnTo>
                  <a:pt x="42856" y="164837"/>
                </a:lnTo>
                <a:lnTo>
                  <a:pt x="42857" y="164837"/>
                </a:lnTo>
                <a:lnTo>
                  <a:pt x="42857" y="164837"/>
                </a:lnTo>
                <a:lnTo>
                  <a:pt x="42858" y="164837"/>
                </a:lnTo>
                <a:lnTo>
                  <a:pt x="42859" y="164837"/>
                </a:lnTo>
                <a:lnTo>
                  <a:pt x="42860" y="164837"/>
                </a:lnTo>
                <a:lnTo>
                  <a:pt x="42860" y="164837"/>
                </a:lnTo>
                <a:lnTo>
                  <a:pt x="42861" y="164837"/>
                </a:lnTo>
                <a:lnTo>
                  <a:pt x="42862" y="164837"/>
                </a:lnTo>
                <a:lnTo>
                  <a:pt x="42863" y="164837"/>
                </a:lnTo>
                <a:lnTo>
                  <a:pt x="42864" y="164837"/>
                </a:lnTo>
                <a:lnTo>
                  <a:pt x="42864" y="164837"/>
                </a:lnTo>
                <a:lnTo>
                  <a:pt x="42865" y="164837"/>
                </a:lnTo>
                <a:lnTo>
                  <a:pt x="42866" y="164837"/>
                </a:lnTo>
                <a:lnTo>
                  <a:pt x="42867" y="164837"/>
                </a:lnTo>
                <a:lnTo>
                  <a:pt x="42867" y="164837"/>
                </a:lnTo>
                <a:lnTo>
                  <a:pt x="42868" y="164837"/>
                </a:lnTo>
                <a:lnTo>
                  <a:pt x="42869" y="164837"/>
                </a:lnTo>
                <a:lnTo>
                  <a:pt x="42870" y="164837"/>
                </a:lnTo>
                <a:lnTo>
                  <a:pt x="42870" y="164837"/>
                </a:lnTo>
                <a:lnTo>
                  <a:pt x="42871" y="164837"/>
                </a:lnTo>
                <a:lnTo>
                  <a:pt x="42872" y="164837"/>
                </a:lnTo>
                <a:lnTo>
                  <a:pt x="42873" y="164837"/>
                </a:lnTo>
                <a:lnTo>
                  <a:pt x="42874" y="164837"/>
                </a:lnTo>
                <a:lnTo>
                  <a:pt x="42874" y="164837"/>
                </a:lnTo>
                <a:lnTo>
                  <a:pt x="42875" y="164837"/>
                </a:lnTo>
                <a:lnTo>
                  <a:pt x="42876" y="164837"/>
                </a:lnTo>
                <a:lnTo>
                  <a:pt x="42877" y="164837"/>
                </a:lnTo>
                <a:lnTo>
                  <a:pt x="42877" y="164837"/>
                </a:lnTo>
                <a:lnTo>
                  <a:pt x="42878" y="164837"/>
                </a:lnTo>
                <a:lnTo>
                  <a:pt x="42879" y="164837"/>
                </a:lnTo>
                <a:lnTo>
                  <a:pt x="42880" y="164837"/>
                </a:lnTo>
                <a:lnTo>
                  <a:pt x="42880" y="164837"/>
                </a:lnTo>
                <a:lnTo>
                  <a:pt x="42881" y="164837"/>
                </a:lnTo>
                <a:lnTo>
                  <a:pt x="42882" y="164837"/>
                </a:lnTo>
                <a:lnTo>
                  <a:pt x="42883" y="164837"/>
                </a:lnTo>
                <a:lnTo>
                  <a:pt x="42884" y="164837"/>
                </a:lnTo>
                <a:lnTo>
                  <a:pt x="42884" y="164837"/>
                </a:lnTo>
                <a:lnTo>
                  <a:pt x="42885" y="164837"/>
                </a:lnTo>
                <a:lnTo>
                  <a:pt x="42886" y="164837"/>
                </a:lnTo>
                <a:lnTo>
                  <a:pt x="42887" y="164837"/>
                </a:lnTo>
                <a:lnTo>
                  <a:pt x="42887" y="164837"/>
                </a:lnTo>
                <a:lnTo>
                  <a:pt x="42888" y="164837"/>
                </a:lnTo>
                <a:lnTo>
                  <a:pt x="42889" y="164837"/>
                </a:lnTo>
                <a:lnTo>
                  <a:pt x="42890" y="164837"/>
                </a:lnTo>
                <a:lnTo>
                  <a:pt x="42890" y="164837"/>
                </a:lnTo>
                <a:lnTo>
                  <a:pt x="42891" y="164837"/>
                </a:lnTo>
                <a:lnTo>
                  <a:pt x="42892" y="164837"/>
                </a:lnTo>
                <a:lnTo>
                  <a:pt x="42893" y="164837"/>
                </a:lnTo>
                <a:lnTo>
                  <a:pt x="42894" y="164837"/>
                </a:lnTo>
                <a:lnTo>
                  <a:pt x="42894" y="164837"/>
                </a:lnTo>
                <a:lnTo>
                  <a:pt x="42895" y="164837"/>
                </a:lnTo>
                <a:lnTo>
                  <a:pt x="42896" y="164837"/>
                </a:lnTo>
                <a:lnTo>
                  <a:pt x="42897" y="164837"/>
                </a:lnTo>
                <a:lnTo>
                  <a:pt x="42897" y="164837"/>
                </a:lnTo>
                <a:lnTo>
                  <a:pt x="42898" y="164837"/>
                </a:lnTo>
                <a:lnTo>
                  <a:pt x="42899" y="164837"/>
                </a:lnTo>
                <a:lnTo>
                  <a:pt x="42900" y="164837"/>
                </a:lnTo>
                <a:lnTo>
                  <a:pt x="42900" y="164837"/>
                </a:lnTo>
                <a:lnTo>
                  <a:pt x="42901" y="164837"/>
                </a:lnTo>
                <a:lnTo>
                  <a:pt x="42902" y="164837"/>
                </a:lnTo>
                <a:lnTo>
                  <a:pt x="42903" y="164837"/>
                </a:lnTo>
                <a:lnTo>
                  <a:pt x="42904" y="164837"/>
                </a:lnTo>
                <a:lnTo>
                  <a:pt x="42904" y="164837"/>
                </a:lnTo>
                <a:lnTo>
                  <a:pt x="42905" y="164837"/>
                </a:lnTo>
                <a:lnTo>
                  <a:pt x="42906" y="164837"/>
                </a:lnTo>
                <a:lnTo>
                  <a:pt x="42907" y="164837"/>
                </a:lnTo>
                <a:lnTo>
                  <a:pt x="42907" y="164837"/>
                </a:lnTo>
                <a:lnTo>
                  <a:pt x="42908" y="164837"/>
                </a:lnTo>
                <a:lnTo>
                  <a:pt x="42909" y="164837"/>
                </a:lnTo>
                <a:lnTo>
                  <a:pt x="42910" y="164837"/>
                </a:lnTo>
                <a:lnTo>
                  <a:pt x="42910" y="164837"/>
                </a:lnTo>
                <a:lnTo>
                  <a:pt x="42911" y="164837"/>
                </a:lnTo>
                <a:lnTo>
                  <a:pt x="42912" y="164837"/>
                </a:lnTo>
                <a:lnTo>
                  <a:pt x="42913" y="164837"/>
                </a:lnTo>
                <a:lnTo>
                  <a:pt x="42914" y="164837"/>
                </a:lnTo>
                <a:lnTo>
                  <a:pt x="42914" y="164837"/>
                </a:lnTo>
                <a:lnTo>
                  <a:pt x="42915" y="164837"/>
                </a:lnTo>
                <a:lnTo>
                  <a:pt x="42916" y="164837"/>
                </a:lnTo>
                <a:lnTo>
                  <a:pt x="42917" y="164837"/>
                </a:lnTo>
                <a:lnTo>
                  <a:pt x="42917" y="164837"/>
                </a:lnTo>
                <a:lnTo>
                  <a:pt x="42918" y="164837"/>
                </a:lnTo>
                <a:lnTo>
                  <a:pt x="42919" y="164837"/>
                </a:lnTo>
                <a:lnTo>
                  <a:pt x="42920" y="164837"/>
                </a:lnTo>
                <a:lnTo>
                  <a:pt x="42920" y="164837"/>
                </a:lnTo>
                <a:lnTo>
                  <a:pt x="42921" y="164837"/>
                </a:lnTo>
                <a:lnTo>
                  <a:pt x="42922" y="164837"/>
                </a:lnTo>
                <a:lnTo>
                  <a:pt x="42923" y="164837"/>
                </a:lnTo>
                <a:lnTo>
                  <a:pt x="42924" y="164837"/>
                </a:lnTo>
                <a:lnTo>
                  <a:pt x="42924" y="164837"/>
                </a:lnTo>
                <a:lnTo>
                  <a:pt x="42925" y="164837"/>
                </a:lnTo>
                <a:lnTo>
                  <a:pt x="42926" y="164837"/>
                </a:lnTo>
                <a:lnTo>
                  <a:pt x="42927" y="164837"/>
                </a:lnTo>
                <a:lnTo>
                  <a:pt x="42927" y="164837"/>
                </a:lnTo>
                <a:lnTo>
                  <a:pt x="42928" y="164837"/>
                </a:lnTo>
                <a:lnTo>
                  <a:pt x="42929" y="164837"/>
                </a:lnTo>
                <a:lnTo>
                  <a:pt x="42930" y="164837"/>
                </a:lnTo>
                <a:lnTo>
                  <a:pt x="42930" y="164837"/>
                </a:lnTo>
                <a:lnTo>
                  <a:pt x="42931" y="164837"/>
                </a:lnTo>
                <a:lnTo>
                  <a:pt x="42932" y="164837"/>
                </a:lnTo>
                <a:lnTo>
                  <a:pt x="42933" y="164837"/>
                </a:lnTo>
                <a:lnTo>
                  <a:pt x="42934" y="164837"/>
                </a:lnTo>
                <a:lnTo>
                  <a:pt x="42934" y="164837"/>
                </a:lnTo>
                <a:lnTo>
                  <a:pt x="42935" y="164837"/>
                </a:lnTo>
                <a:lnTo>
                  <a:pt x="42936" y="164837"/>
                </a:lnTo>
                <a:lnTo>
                  <a:pt x="42937" y="164837"/>
                </a:lnTo>
                <a:lnTo>
                  <a:pt x="42937" y="164837"/>
                </a:lnTo>
                <a:lnTo>
                  <a:pt x="42938" y="164837"/>
                </a:lnTo>
                <a:lnTo>
                  <a:pt x="42939" y="164837"/>
                </a:lnTo>
                <a:lnTo>
                  <a:pt x="42940" y="164837"/>
                </a:lnTo>
                <a:lnTo>
                  <a:pt x="42940" y="164837"/>
                </a:lnTo>
                <a:lnTo>
                  <a:pt x="42941" y="164837"/>
                </a:lnTo>
                <a:lnTo>
                  <a:pt x="42942" y="164837"/>
                </a:lnTo>
                <a:lnTo>
                  <a:pt x="42943" y="164837"/>
                </a:lnTo>
                <a:lnTo>
                  <a:pt x="42944" y="164837"/>
                </a:lnTo>
                <a:lnTo>
                  <a:pt x="42944" y="164837"/>
                </a:lnTo>
                <a:lnTo>
                  <a:pt x="42945" y="164837"/>
                </a:lnTo>
                <a:lnTo>
                  <a:pt x="42946" y="164837"/>
                </a:lnTo>
                <a:lnTo>
                  <a:pt x="42947" y="164837"/>
                </a:lnTo>
                <a:lnTo>
                  <a:pt x="42947" y="164837"/>
                </a:lnTo>
                <a:lnTo>
                  <a:pt x="42948" y="164837"/>
                </a:lnTo>
                <a:lnTo>
                  <a:pt x="42949" y="164837"/>
                </a:lnTo>
                <a:lnTo>
                  <a:pt x="42950" y="164837"/>
                </a:lnTo>
                <a:lnTo>
                  <a:pt x="42950" y="164837"/>
                </a:lnTo>
                <a:lnTo>
                  <a:pt x="42951" y="164837"/>
                </a:lnTo>
                <a:lnTo>
                  <a:pt x="42952" y="164837"/>
                </a:lnTo>
                <a:lnTo>
                  <a:pt x="42953" y="164837"/>
                </a:lnTo>
                <a:lnTo>
                  <a:pt x="42954" y="164837"/>
                </a:lnTo>
                <a:lnTo>
                  <a:pt x="42954" y="164837"/>
                </a:lnTo>
                <a:lnTo>
                  <a:pt x="42955" y="164837"/>
                </a:lnTo>
                <a:lnTo>
                  <a:pt x="42956" y="164837"/>
                </a:lnTo>
                <a:lnTo>
                  <a:pt x="42957" y="164837"/>
                </a:lnTo>
                <a:lnTo>
                  <a:pt x="42957" y="164837"/>
                </a:lnTo>
                <a:lnTo>
                  <a:pt x="42958" y="164837"/>
                </a:lnTo>
                <a:lnTo>
                  <a:pt x="42959" y="164837"/>
                </a:lnTo>
                <a:lnTo>
                  <a:pt x="42960" y="164837"/>
                </a:lnTo>
                <a:lnTo>
                  <a:pt x="42960" y="164837"/>
                </a:lnTo>
                <a:lnTo>
                  <a:pt x="42961" y="164837"/>
                </a:lnTo>
                <a:lnTo>
                  <a:pt x="42962" y="164837"/>
                </a:lnTo>
                <a:lnTo>
                  <a:pt x="42963" y="164837"/>
                </a:lnTo>
                <a:lnTo>
                  <a:pt x="42964" y="164837"/>
                </a:lnTo>
                <a:lnTo>
                  <a:pt x="42964" y="164837"/>
                </a:lnTo>
                <a:lnTo>
                  <a:pt x="42965" y="164837"/>
                </a:lnTo>
                <a:lnTo>
                  <a:pt x="42966" y="164837"/>
                </a:lnTo>
                <a:lnTo>
                  <a:pt x="42967" y="164837"/>
                </a:lnTo>
                <a:lnTo>
                  <a:pt x="42967" y="164837"/>
                </a:lnTo>
                <a:lnTo>
                  <a:pt x="42968" y="164837"/>
                </a:lnTo>
                <a:lnTo>
                  <a:pt x="42969" y="164837"/>
                </a:lnTo>
                <a:lnTo>
                  <a:pt x="42970" y="164837"/>
                </a:lnTo>
                <a:lnTo>
                  <a:pt x="42971" y="164837"/>
                </a:lnTo>
                <a:lnTo>
                  <a:pt x="42971" y="164837"/>
                </a:lnTo>
                <a:lnTo>
                  <a:pt x="42972" y="164837"/>
                </a:lnTo>
                <a:lnTo>
                  <a:pt x="42973" y="164837"/>
                </a:lnTo>
                <a:lnTo>
                  <a:pt x="42974" y="164837"/>
                </a:lnTo>
                <a:lnTo>
                  <a:pt x="42974" y="164837"/>
                </a:lnTo>
                <a:lnTo>
                  <a:pt x="42975" y="164837"/>
                </a:lnTo>
                <a:lnTo>
                  <a:pt x="42976" y="164837"/>
                </a:lnTo>
                <a:lnTo>
                  <a:pt x="42977" y="164837"/>
                </a:lnTo>
                <a:lnTo>
                  <a:pt x="42977" y="164837"/>
                </a:lnTo>
                <a:lnTo>
                  <a:pt x="42978" y="164837"/>
                </a:lnTo>
                <a:lnTo>
                  <a:pt x="42979" y="164837"/>
                </a:lnTo>
                <a:lnTo>
                  <a:pt x="42980" y="164837"/>
                </a:lnTo>
                <a:lnTo>
                  <a:pt x="42981" y="164837"/>
                </a:lnTo>
                <a:lnTo>
                  <a:pt x="42981" y="164837"/>
                </a:lnTo>
                <a:lnTo>
                  <a:pt x="42982" y="164837"/>
                </a:lnTo>
                <a:lnTo>
                  <a:pt x="42983" y="164837"/>
                </a:lnTo>
                <a:lnTo>
                  <a:pt x="42984" y="164837"/>
                </a:lnTo>
                <a:lnTo>
                  <a:pt x="42984" y="164837"/>
                </a:lnTo>
                <a:lnTo>
                  <a:pt x="42985" y="164837"/>
                </a:lnTo>
                <a:lnTo>
                  <a:pt x="42986" y="164837"/>
                </a:lnTo>
                <a:lnTo>
                  <a:pt x="42987" y="164837"/>
                </a:lnTo>
                <a:lnTo>
                  <a:pt x="42988" y="164837"/>
                </a:lnTo>
                <a:lnTo>
                  <a:pt x="42988" y="164837"/>
                </a:lnTo>
                <a:lnTo>
                  <a:pt x="42989" y="164837"/>
                </a:lnTo>
                <a:lnTo>
                  <a:pt x="42990" y="164837"/>
                </a:lnTo>
                <a:lnTo>
                  <a:pt x="42991" y="164837"/>
                </a:lnTo>
                <a:lnTo>
                  <a:pt x="42991" y="164837"/>
                </a:lnTo>
                <a:lnTo>
                  <a:pt x="42992" y="164837"/>
                </a:lnTo>
                <a:lnTo>
                  <a:pt x="42993" y="164837"/>
                </a:lnTo>
                <a:lnTo>
                  <a:pt x="42994" y="164837"/>
                </a:lnTo>
                <a:lnTo>
                  <a:pt x="42994" y="164837"/>
                </a:lnTo>
                <a:lnTo>
                  <a:pt x="42995" y="164837"/>
                </a:lnTo>
                <a:lnTo>
                  <a:pt x="42996" y="164837"/>
                </a:lnTo>
                <a:lnTo>
                  <a:pt x="42997" y="164837"/>
                </a:lnTo>
                <a:lnTo>
                  <a:pt x="42998" y="164837"/>
                </a:lnTo>
                <a:lnTo>
                  <a:pt x="42998" y="164837"/>
                </a:lnTo>
                <a:lnTo>
                  <a:pt x="42999" y="164837"/>
                </a:lnTo>
                <a:lnTo>
                  <a:pt x="43000" y="164837"/>
                </a:lnTo>
                <a:lnTo>
                  <a:pt x="43001" y="164837"/>
                </a:lnTo>
                <a:lnTo>
                  <a:pt x="43001" y="164837"/>
                </a:lnTo>
                <a:lnTo>
                  <a:pt x="43002" y="164837"/>
                </a:lnTo>
                <a:lnTo>
                  <a:pt x="43003" y="164837"/>
                </a:lnTo>
                <a:lnTo>
                  <a:pt x="43004" y="164837"/>
                </a:lnTo>
                <a:lnTo>
                  <a:pt x="43005" y="164837"/>
                </a:lnTo>
                <a:lnTo>
                  <a:pt x="43005" y="164837"/>
                </a:lnTo>
                <a:lnTo>
                  <a:pt x="43006" y="164837"/>
                </a:lnTo>
                <a:lnTo>
                  <a:pt x="43007" y="164837"/>
                </a:lnTo>
                <a:lnTo>
                  <a:pt x="43008" y="164837"/>
                </a:lnTo>
                <a:lnTo>
                  <a:pt x="43008" y="164837"/>
                </a:lnTo>
                <a:lnTo>
                  <a:pt x="43009" y="164837"/>
                </a:lnTo>
                <a:lnTo>
                  <a:pt x="43010" y="164837"/>
                </a:lnTo>
                <a:lnTo>
                  <a:pt x="43011" y="164837"/>
                </a:lnTo>
                <a:lnTo>
                  <a:pt x="43011" y="164837"/>
                </a:lnTo>
                <a:lnTo>
                  <a:pt x="43012" y="164837"/>
                </a:lnTo>
                <a:lnTo>
                  <a:pt x="43013" y="164837"/>
                </a:lnTo>
                <a:lnTo>
                  <a:pt x="43014" y="164837"/>
                </a:lnTo>
                <a:lnTo>
                  <a:pt x="43015" y="164837"/>
                </a:lnTo>
                <a:lnTo>
                  <a:pt x="43015" y="164837"/>
                </a:lnTo>
                <a:lnTo>
                  <a:pt x="43016" y="164837"/>
                </a:lnTo>
                <a:lnTo>
                  <a:pt x="43017" y="164837"/>
                </a:lnTo>
                <a:lnTo>
                  <a:pt x="43018" y="164837"/>
                </a:lnTo>
                <a:lnTo>
                  <a:pt x="43018" y="164837"/>
                </a:lnTo>
                <a:lnTo>
                  <a:pt x="43019" y="164837"/>
                </a:lnTo>
                <a:lnTo>
                  <a:pt x="43020" y="164837"/>
                </a:lnTo>
                <a:lnTo>
                  <a:pt x="43021" y="164837"/>
                </a:lnTo>
                <a:lnTo>
                  <a:pt x="43022" y="164837"/>
                </a:lnTo>
                <a:lnTo>
                  <a:pt x="43022" y="164837"/>
                </a:lnTo>
                <a:lnTo>
                  <a:pt x="43023" y="164837"/>
                </a:lnTo>
                <a:lnTo>
                  <a:pt x="43024" y="164837"/>
                </a:lnTo>
                <a:lnTo>
                  <a:pt x="43025" y="164837"/>
                </a:lnTo>
                <a:lnTo>
                  <a:pt x="43025" y="164837"/>
                </a:lnTo>
                <a:lnTo>
                  <a:pt x="43026" y="164837"/>
                </a:lnTo>
                <a:lnTo>
                  <a:pt x="43027" y="164837"/>
                </a:lnTo>
                <a:lnTo>
                  <a:pt x="43028" y="164837"/>
                </a:lnTo>
                <a:lnTo>
                  <a:pt x="43028" y="164837"/>
                </a:lnTo>
                <a:lnTo>
                  <a:pt x="43029" y="164837"/>
                </a:lnTo>
                <a:lnTo>
                  <a:pt x="43030" y="164837"/>
                </a:lnTo>
                <a:lnTo>
                  <a:pt x="43031" y="164837"/>
                </a:lnTo>
                <a:lnTo>
                  <a:pt x="43032" y="164837"/>
                </a:lnTo>
                <a:lnTo>
                  <a:pt x="43032" y="164837"/>
                </a:lnTo>
                <a:lnTo>
                  <a:pt x="43033" y="164837"/>
                </a:lnTo>
                <a:lnTo>
                  <a:pt x="43034" y="164837"/>
                </a:lnTo>
                <a:lnTo>
                  <a:pt x="43035" y="164837"/>
                </a:lnTo>
                <a:lnTo>
                  <a:pt x="43035" y="164837"/>
                </a:lnTo>
                <a:lnTo>
                  <a:pt x="43036" y="164837"/>
                </a:lnTo>
                <a:lnTo>
                  <a:pt x="43037" y="164837"/>
                </a:lnTo>
                <a:lnTo>
                  <a:pt x="43038" y="164837"/>
                </a:lnTo>
                <a:lnTo>
                  <a:pt x="43039" y="164837"/>
                </a:lnTo>
                <a:lnTo>
                  <a:pt x="43039" y="164837"/>
                </a:lnTo>
                <a:lnTo>
                  <a:pt x="43040" y="164837"/>
                </a:lnTo>
                <a:lnTo>
                  <a:pt x="43041" y="164837"/>
                </a:lnTo>
                <a:lnTo>
                  <a:pt x="43042" y="164837"/>
                </a:lnTo>
                <a:lnTo>
                  <a:pt x="43042" y="164837"/>
                </a:lnTo>
                <a:lnTo>
                  <a:pt x="43043" y="164837"/>
                </a:lnTo>
                <a:lnTo>
                  <a:pt x="43044" y="164837"/>
                </a:lnTo>
                <a:lnTo>
                  <a:pt x="43045" y="164837"/>
                </a:lnTo>
                <a:lnTo>
                  <a:pt x="43046" y="164837"/>
                </a:lnTo>
                <a:lnTo>
                  <a:pt x="43046" y="164837"/>
                </a:lnTo>
                <a:lnTo>
                  <a:pt x="43047" y="164837"/>
                </a:lnTo>
                <a:lnTo>
                  <a:pt x="43048" y="164837"/>
                </a:lnTo>
                <a:lnTo>
                  <a:pt x="43049" y="164837"/>
                </a:lnTo>
                <a:lnTo>
                  <a:pt x="43049" y="164837"/>
                </a:lnTo>
                <a:lnTo>
                  <a:pt x="43050" y="164837"/>
                </a:lnTo>
                <a:lnTo>
                  <a:pt x="43051" y="164837"/>
                </a:lnTo>
                <a:lnTo>
                  <a:pt x="43052" y="164837"/>
                </a:lnTo>
                <a:lnTo>
                  <a:pt x="43052" y="164837"/>
                </a:lnTo>
                <a:lnTo>
                  <a:pt x="43053" y="164837"/>
                </a:lnTo>
                <a:lnTo>
                  <a:pt x="43054" y="164837"/>
                </a:lnTo>
                <a:lnTo>
                  <a:pt x="43055" y="164837"/>
                </a:lnTo>
                <a:lnTo>
                  <a:pt x="43056" y="164837"/>
                </a:lnTo>
                <a:lnTo>
                  <a:pt x="43056" y="164837"/>
                </a:lnTo>
                <a:lnTo>
                  <a:pt x="43057" y="164837"/>
                </a:lnTo>
                <a:lnTo>
                  <a:pt x="43058" y="164837"/>
                </a:lnTo>
                <a:lnTo>
                  <a:pt x="43059" y="164837"/>
                </a:lnTo>
                <a:lnTo>
                  <a:pt x="43059" y="164837"/>
                </a:lnTo>
                <a:lnTo>
                  <a:pt x="43060" y="164837"/>
                </a:lnTo>
                <a:lnTo>
                  <a:pt x="43061" y="164837"/>
                </a:lnTo>
                <a:lnTo>
                  <a:pt x="43062" y="164837"/>
                </a:lnTo>
                <a:lnTo>
                  <a:pt x="43063" y="164837"/>
                </a:lnTo>
                <a:lnTo>
                  <a:pt x="43063" y="164837"/>
                </a:lnTo>
                <a:lnTo>
                  <a:pt x="43064" y="164837"/>
                </a:lnTo>
                <a:lnTo>
                  <a:pt x="43065" y="164837"/>
                </a:lnTo>
                <a:lnTo>
                  <a:pt x="43066" y="164837"/>
                </a:lnTo>
                <a:lnTo>
                  <a:pt x="43066" y="164837"/>
                </a:lnTo>
                <a:lnTo>
                  <a:pt x="43067" y="164837"/>
                </a:lnTo>
                <a:lnTo>
                  <a:pt x="43068" y="164837"/>
                </a:lnTo>
                <a:lnTo>
                  <a:pt x="43069" y="164837"/>
                </a:lnTo>
                <a:lnTo>
                  <a:pt x="43070" y="164837"/>
                </a:lnTo>
                <a:lnTo>
                  <a:pt x="43070" y="164837"/>
                </a:lnTo>
                <a:lnTo>
                  <a:pt x="43071" y="164837"/>
                </a:lnTo>
                <a:lnTo>
                  <a:pt x="43072" y="164837"/>
                </a:lnTo>
                <a:lnTo>
                  <a:pt x="43073" y="164837"/>
                </a:lnTo>
                <a:lnTo>
                  <a:pt x="43073" y="164837"/>
                </a:lnTo>
                <a:lnTo>
                  <a:pt x="43074" y="164837"/>
                </a:lnTo>
                <a:lnTo>
                  <a:pt x="43075" y="164837"/>
                </a:lnTo>
                <a:lnTo>
                  <a:pt x="43076" y="164837"/>
                </a:lnTo>
                <a:lnTo>
                  <a:pt x="43077" y="164837"/>
                </a:lnTo>
                <a:lnTo>
                  <a:pt x="43077" y="164837"/>
                </a:lnTo>
                <a:lnTo>
                  <a:pt x="43078" y="164837"/>
                </a:lnTo>
                <a:lnTo>
                  <a:pt x="43079" y="164837"/>
                </a:lnTo>
                <a:lnTo>
                  <a:pt x="43080" y="164837"/>
                </a:lnTo>
                <a:lnTo>
                  <a:pt x="43080" y="164837"/>
                </a:lnTo>
                <a:lnTo>
                  <a:pt x="43081" y="164837"/>
                </a:lnTo>
                <a:lnTo>
                  <a:pt x="43082" y="164837"/>
                </a:lnTo>
                <a:lnTo>
                  <a:pt x="43083" y="164837"/>
                </a:lnTo>
                <a:lnTo>
                  <a:pt x="43083" y="164837"/>
                </a:lnTo>
                <a:lnTo>
                  <a:pt x="43084" y="164837"/>
                </a:lnTo>
                <a:lnTo>
                  <a:pt x="43085" y="164837"/>
                </a:lnTo>
                <a:lnTo>
                  <a:pt x="43086" y="164837"/>
                </a:lnTo>
                <a:lnTo>
                  <a:pt x="43087" y="164837"/>
                </a:lnTo>
                <a:lnTo>
                  <a:pt x="43087" y="164837"/>
                </a:lnTo>
                <a:lnTo>
                  <a:pt x="43088" y="164837"/>
                </a:lnTo>
                <a:lnTo>
                  <a:pt x="43089" y="164837"/>
                </a:lnTo>
                <a:lnTo>
                  <a:pt x="43090" y="164837"/>
                </a:lnTo>
                <a:lnTo>
                  <a:pt x="43090" y="164837"/>
                </a:lnTo>
                <a:lnTo>
                  <a:pt x="43091" y="164837"/>
                </a:lnTo>
                <a:lnTo>
                  <a:pt x="43092" y="164837"/>
                </a:lnTo>
                <a:lnTo>
                  <a:pt x="43093" y="164837"/>
                </a:lnTo>
                <a:lnTo>
                  <a:pt x="43094" y="164837"/>
                </a:lnTo>
                <a:lnTo>
                  <a:pt x="43094" y="164837"/>
                </a:lnTo>
                <a:lnTo>
                  <a:pt x="43095" y="164837"/>
                </a:lnTo>
                <a:lnTo>
                  <a:pt x="43096" y="164837"/>
                </a:lnTo>
                <a:lnTo>
                  <a:pt x="43097" y="164837"/>
                </a:lnTo>
                <a:lnTo>
                  <a:pt x="43097" y="164837"/>
                </a:lnTo>
                <a:lnTo>
                  <a:pt x="43098" y="164837"/>
                </a:lnTo>
                <a:lnTo>
                  <a:pt x="43099" y="164837"/>
                </a:lnTo>
                <a:lnTo>
                  <a:pt x="43100" y="164837"/>
                </a:lnTo>
                <a:lnTo>
                  <a:pt x="43101" y="164837"/>
                </a:lnTo>
                <a:lnTo>
                  <a:pt x="43101" y="164837"/>
                </a:lnTo>
                <a:lnTo>
                  <a:pt x="43102" y="164837"/>
                </a:lnTo>
                <a:lnTo>
                  <a:pt x="43103" y="164837"/>
                </a:lnTo>
                <a:lnTo>
                  <a:pt x="43104" y="164837"/>
                </a:lnTo>
                <a:lnTo>
                  <a:pt x="43104" y="164837"/>
                </a:lnTo>
                <a:lnTo>
                  <a:pt x="43105" y="164837"/>
                </a:lnTo>
                <a:lnTo>
                  <a:pt x="43106" y="164837"/>
                </a:lnTo>
                <a:lnTo>
                  <a:pt x="43107" y="164837"/>
                </a:lnTo>
                <a:lnTo>
                  <a:pt x="43108" y="164837"/>
                </a:lnTo>
                <a:lnTo>
                  <a:pt x="43108" y="164837"/>
                </a:lnTo>
                <a:lnTo>
                  <a:pt x="43109" y="164837"/>
                </a:lnTo>
                <a:lnTo>
                  <a:pt x="43110" y="164837"/>
                </a:lnTo>
                <a:lnTo>
                  <a:pt x="43111" y="164837"/>
                </a:lnTo>
                <a:lnTo>
                  <a:pt x="43111" y="164837"/>
                </a:lnTo>
                <a:lnTo>
                  <a:pt x="43112" y="164837"/>
                </a:lnTo>
                <a:lnTo>
                  <a:pt x="43113" y="164837"/>
                </a:lnTo>
                <a:lnTo>
                  <a:pt x="43114" y="164837"/>
                </a:lnTo>
                <a:lnTo>
                  <a:pt x="43115" y="164837"/>
                </a:lnTo>
                <a:lnTo>
                  <a:pt x="43115" y="164837"/>
                </a:lnTo>
                <a:lnTo>
                  <a:pt x="43116" y="164837"/>
                </a:lnTo>
                <a:lnTo>
                  <a:pt x="43117" y="164837"/>
                </a:lnTo>
                <a:lnTo>
                  <a:pt x="43118" y="164837"/>
                </a:lnTo>
                <a:lnTo>
                  <a:pt x="43118" y="164837"/>
                </a:lnTo>
                <a:lnTo>
                  <a:pt x="43119" y="164837"/>
                </a:lnTo>
                <a:lnTo>
                  <a:pt x="43120" y="164837"/>
                </a:lnTo>
                <a:lnTo>
                  <a:pt x="43121" y="164837"/>
                </a:lnTo>
                <a:lnTo>
                  <a:pt x="43122" y="164837"/>
                </a:lnTo>
                <a:lnTo>
                  <a:pt x="43122" y="164837"/>
                </a:lnTo>
                <a:lnTo>
                  <a:pt x="43123" y="164837"/>
                </a:lnTo>
                <a:lnTo>
                  <a:pt x="43124" y="164837"/>
                </a:lnTo>
                <a:lnTo>
                  <a:pt x="43125" y="164837"/>
                </a:lnTo>
                <a:lnTo>
                  <a:pt x="43125" y="164837"/>
                </a:lnTo>
                <a:lnTo>
                  <a:pt x="43126" y="164837"/>
                </a:lnTo>
                <a:lnTo>
                  <a:pt x="43127" y="164837"/>
                </a:lnTo>
                <a:lnTo>
                  <a:pt x="43128" y="164837"/>
                </a:lnTo>
                <a:lnTo>
                  <a:pt x="43129" y="164837"/>
                </a:lnTo>
                <a:lnTo>
                  <a:pt x="43129" y="164837"/>
                </a:lnTo>
                <a:lnTo>
                  <a:pt x="43130" y="164837"/>
                </a:lnTo>
                <a:lnTo>
                  <a:pt x="43131" y="164837"/>
                </a:lnTo>
                <a:lnTo>
                  <a:pt x="43132" y="164837"/>
                </a:lnTo>
                <a:lnTo>
                  <a:pt x="43132" y="164837"/>
                </a:lnTo>
                <a:lnTo>
                  <a:pt x="43133" y="164837"/>
                </a:lnTo>
                <a:lnTo>
                  <a:pt x="43134" y="164837"/>
                </a:lnTo>
                <a:lnTo>
                  <a:pt x="43135" y="164837"/>
                </a:lnTo>
                <a:lnTo>
                  <a:pt x="43136" y="164837"/>
                </a:lnTo>
                <a:lnTo>
                  <a:pt x="43136" y="164837"/>
                </a:lnTo>
                <a:lnTo>
                  <a:pt x="43137" y="164837"/>
                </a:lnTo>
                <a:lnTo>
                  <a:pt x="43138" y="164837"/>
                </a:lnTo>
                <a:lnTo>
                  <a:pt x="43139" y="164837"/>
                </a:lnTo>
                <a:lnTo>
                  <a:pt x="43139" y="164837"/>
                </a:lnTo>
                <a:lnTo>
                  <a:pt x="43140" y="164837"/>
                </a:lnTo>
                <a:lnTo>
                  <a:pt x="43141" y="164837"/>
                </a:lnTo>
                <a:lnTo>
                  <a:pt x="43142" y="164837"/>
                </a:lnTo>
                <a:lnTo>
                  <a:pt x="43143" y="164837"/>
                </a:lnTo>
                <a:lnTo>
                  <a:pt x="43143" y="164837"/>
                </a:lnTo>
                <a:lnTo>
                  <a:pt x="43144" y="164837"/>
                </a:lnTo>
                <a:lnTo>
                  <a:pt x="43145" y="164837"/>
                </a:lnTo>
                <a:lnTo>
                  <a:pt x="43146" y="164837"/>
                </a:lnTo>
                <a:lnTo>
                  <a:pt x="43146" y="164837"/>
                </a:lnTo>
                <a:lnTo>
                  <a:pt x="43147" y="164837"/>
                </a:lnTo>
                <a:lnTo>
                  <a:pt x="43148" y="164837"/>
                </a:lnTo>
                <a:lnTo>
                  <a:pt x="43149" y="164837"/>
                </a:lnTo>
                <a:lnTo>
                  <a:pt x="43150" y="164837"/>
                </a:lnTo>
                <a:lnTo>
                  <a:pt x="43150" y="164837"/>
                </a:lnTo>
                <a:lnTo>
                  <a:pt x="43151" y="164837"/>
                </a:lnTo>
                <a:lnTo>
                  <a:pt x="43152" y="164837"/>
                </a:lnTo>
                <a:lnTo>
                  <a:pt x="43153" y="164837"/>
                </a:lnTo>
                <a:lnTo>
                  <a:pt x="43153" y="164837"/>
                </a:lnTo>
                <a:lnTo>
                  <a:pt x="43154" y="164837"/>
                </a:lnTo>
                <a:lnTo>
                  <a:pt x="43155" y="164837"/>
                </a:lnTo>
                <a:lnTo>
                  <a:pt x="43156" y="164837"/>
                </a:lnTo>
                <a:lnTo>
                  <a:pt x="43157" y="164837"/>
                </a:lnTo>
                <a:lnTo>
                  <a:pt x="43157" y="164837"/>
                </a:lnTo>
                <a:lnTo>
                  <a:pt x="43158" y="164837"/>
                </a:lnTo>
                <a:lnTo>
                  <a:pt x="43159" y="164837"/>
                </a:lnTo>
                <a:lnTo>
                  <a:pt x="43160" y="164837"/>
                </a:lnTo>
                <a:lnTo>
                  <a:pt x="43160" y="164837"/>
                </a:lnTo>
                <a:lnTo>
                  <a:pt x="43161" y="164837"/>
                </a:lnTo>
                <a:lnTo>
                  <a:pt x="43162" y="164837"/>
                </a:lnTo>
                <a:lnTo>
                  <a:pt x="43163" y="164837"/>
                </a:lnTo>
                <a:lnTo>
                  <a:pt x="43164" y="164837"/>
                </a:lnTo>
                <a:lnTo>
                  <a:pt x="43164" y="164837"/>
                </a:lnTo>
                <a:lnTo>
                  <a:pt x="43165" y="164837"/>
                </a:lnTo>
                <a:lnTo>
                  <a:pt x="43166" y="164837"/>
                </a:lnTo>
                <a:lnTo>
                  <a:pt x="43167" y="164837"/>
                </a:lnTo>
                <a:lnTo>
                  <a:pt x="43167" y="164837"/>
                </a:lnTo>
                <a:lnTo>
                  <a:pt x="43168" y="164837"/>
                </a:lnTo>
                <a:lnTo>
                  <a:pt x="43169" y="164837"/>
                </a:lnTo>
                <a:lnTo>
                  <a:pt x="43170" y="164837"/>
                </a:lnTo>
                <a:lnTo>
                  <a:pt x="43171" y="164837"/>
                </a:lnTo>
                <a:lnTo>
                  <a:pt x="43171" y="164837"/>
                </a:lnTo>
                <a:lnTo>
                  <a:pt x="43172" y="164837"/>
                </a:lnTo>
                <a:lnTo>
                  <a:pt x="43173" y="164837"/>
                </a:lnTo>
                <a:lnTo>
                  <a:pt x="43174" y="164837"/>
                </a:lnTo>
                <a:lnTo>
                  <a:pt x="43174" y="164837"/>
                </a:lnTo>
                <a:lnTo>
                  <a:pt x="43175" y="164837"/>
                </a:lnTo>
                <a:lnTo>
                  <a:pt x="43176" y="164837"/>
                </a:lnTo>
                <a:lnTo>
                  <a:pt x="43177" y="164837"/>
                </a:lnTo>
                <a:lnTo>
                  <a:pt x="43178" y="164837"/>
                </a:lnTo>
                <a:lnTo>
                  <a:pt x="43178" y="164837"/>
                </a:lnTo>
                <a:lnTo>
                  <a:pt x="43179" y="164837"/>
                </a:lnTo>
                <a:lnTo>
                  <a:pt x="43180" y="164837"/>
                </a:lnTo>
                <a:lnTo>
                  <a:pt x="43181" y="164837"/>
                </a:lnTo>
                <a:lnTo>
                  <a:pt x="43181" y="164837"/>
                </a:lnTo>
                <a:lnTo>
                  <a:pt x="43182" y="164837"/>
                </a:lnTo>
                <a:lnTo>
                  <a:pt x="43183" y="164837"/>
                </a:lnTo>
                <a:lnTo>
                  <a:pt x="43184" y="164837"/>
                </a:lnTo>
                <a:lnTo>
                  <a:pt x="43185" y="164837"/>
                </a:lnTo>
                <a:lnTo>
                  <a:pt x="43185" y="164837"/>
                </a:lnTo>
                <a:lnTo>
                  <a:pt x="43186" y="164837"/>
                </a:lnTo>
                <a:lnTo>
                  <a:pt x="43187" y="164837"/>
                </a:lnTo>
                <a:lnTo>
                  <a:pt x="43188" y="164837"/>
                </a:lnTo>
                <a:lnTo>
                  <a:pt x="43189" y="164837"/>
                </a:lnTo>
                <a:lnTo>
                  <a:pt x="43189" y="164837"/>
                </a:lnTo>
                <a:lnTo>
                  <a:pt x="43190" y="164837"/>
                </a:lnTo>
                <a:lnTo>
                  <a:pt x="43191" y="164837"/>
                </a:lnTo>
                <a:lnTo>
                  <a:pt x="43192" y="164837"/>
                </a:lnTo>
                <a:lnTo>
                  <a:pt x="43192" y="164837"/>
                </a:lnTo>
                <a:lnTo>
                  <a:pt x="43193" y="164837"/>
                </a:lnTo>
                <a:lnTo>
                  <a:pt x="43194" y="164837"/>
                </a:lnTo>
                <a:lnTo>
                  <a:pt x="43195" y="164837"/>
                </a:lnTo>
                <a:lnTo>
                  <a:pt x="43196" y="164837"/>
                </a:lnTo>
                <a:lnTo>
                  <a:pt x="43196" y="164837"/>
                </a:lnTo>
                <a:lnTo>
                  <a:pt x="43197" y="164837"/>
                </a:lnTo>
                <a:lnTo>
                  <a:pt x="43198" y="164837"/>
                </a:lnTo>
                <a:lnTo>
                  <a:pt x="43199" y="164837"/>
                </a:lnTo>
                <a:lnTo>
                  <a:pt x="43199" y="164837"/>
                </a:lnTo>
                <a:lnTo>
                  <a:pt x="43200" y="164837"/>
                </a:lnTo>
                <a:lnTo>
                  <a:pt x="43201" y="164837"/>
                </a:lnTo>
                <a:lnTo>
                  <a:pt x="43202" y="164837"/>
                </a:lnTo>
                <a:lnTo>
                  <a:pt x="43203" y="164837"/>
                </a:lnTo>
                <a:lnTo>
                  <a:pt x="43203" y="164837"/>
                </a:lnTo>
                <a:lnTo>
                  <a:pt x="43204" y="164837"/>
                </a:lnTo>
                <a:lnTo>
                  <a:pt x="43205" y="164837"/>
                </a:lnTo>
                <a:lnTo>
                  <a:pt x="43206" y="164837"/>
                </a:lnTo>
                <a:lnTo>
                  <a:pt x="43206" y="164837"/>
                </a:lnTo>
                <a:lnTo>
                  <a:pt x="43207" y="164837"/>
                </a:lnTo>
                <a:lnTo>
                  <a:pt x="43208" y="164837"/>
                </a:lnTo>
                <a:lnTo>
                  <a:pt x="43209" y="164837"/>
                </a:lnTo>
                <a:lnTo>
                  <a:pt x="43210" y="164837"/>
                </a:lnTo>
                <a:lnTo>
                  <a:pt x="43210" y="164837"/>
                </a:lnTo>
                <a:lnTo>
                  <a:pt x="43211" y="164837"/>
                </a:lnTo>
                <a:lnTo>
                  <a:pt x="43212" y="164837"/>
                </a:lnTo>
                <a:lnTo>
                  <a:pt x="43213" y="164837"/>
                </a:lnTo>
                <a:lnTo>
                  <a:pt x="43213" y="164837"/>
                </a:lnTo>
                <a:lnTo>
                  <a:pt x="43214" y="164837"/>
                </a:lnTo>
                <a:lnTo>
                  <a:pt x="43215" y="164837"/>
                </a:lnTo>
                <a:lnTo>
                  <a:pt x="43216" y="164837"/>
                </a:lnTo>
                <a:lnTo>
                  <a:pt x="43217" y="164837"/>
                </a:lnTo>
                <a:lnTo>
                  <a:pt x="43217" y="164837"/>
                </a:lnTo>
                <a:lnTo>
                  <a:pt x="43218" y="164837"/>
                </a:lnTo>
                <a:lnTo>
                  <a:pt x="43219" y="164837"/>
                </a:lnTo>
                <a:lnTo>
                  <a:pt x="43220" y="164837"/>
                </a:lnTo>
                <a:lnTo>
                  <a:pt x="43221" y="164837"/>
                </a:lnTo>
                <a:lnTo>
                  <a:pt x="43221" y="164837"/>
                </a:lnTo>
                <a:lnTo>
                  <a:pt x="43222" y="164837"/>
                </a:lnTo>
                <a:lnTo>
                  <a:pt x="43223" y="164837"/>
                </a:lnTo>
                <a:lnTo>
                  <a:pt x="43224" y="164837"/>
                </a:lnTo>
                <a:lnTo>
                  <a:pt x="43224" y="164837"/>
                </a:lnTo>
                <a:lnTo>
                  <a:pt x="43225" y="164837"/>
                </a:lnTo>
                <a:lnTo>
                  <a:pt x="43226" y="164837"/>
                </a:lnTo>
                <a:lnTo>
                  <a:pt x="43227" y="164837"/>
                </a:lnTo>
                <a:lnTo>
                  <a:pt x="43228" y="164837"/>
                </a:lnTo>
                <a:lnTo>
                  <a:pt x="43228" y="164837"/>
                </a:lnTo>
                <a:lnTo>
                  <a:pt x="43229" y="164837"/>
                </a:lnTo>
                <a:lnTo>
                  <a:pt x="43230" y="164837"/>
                </a:lnTo>
                <a:lnTo>
                  <a:pt x="43231" y="164837"/>
                </a:lnTo>
                <a:lnTo>
                  <a:pt x="43231" y="164837"/>
                </a:lnTo>
                <a:lnTo>
                  <a:pt x="43232" y="164837"/>
                </a:lnTo>
                <a:lnTo>
                  <a:pt x="43233" y="164837"/>
                </a:lnTo>
                <a:lnTo>
                  <a:pt x="43234" y="164837"/>
                </a:lnTo>
                <a:lnTo>
                  <a:pt x="43235" y="164837"/>
                </a:lnTo>
                <a:lnTo>
                  <a:pt x="43235" y="164837"/>
                </a:lnTo>
                <a:lnTo>
                  <a:pt x="43236" y="164837"/>
                </a:lnTo>
                <a:lnTo>
                  <a:pt x="43237" y="164837"/>
                </a:lnTo>
                <a:lnTo>
                  <a:pt x="43238" y="164837"/>
                </a:lnTo>
                <a:lnTo>
                  <a:pt x="43238" y="164837"/>
                </a:lnTo>
                <a:lnTo>
                  <a:pt x="43239" y="164837"/>
                </a:lnTo>
                <a:lnTo>
                  <a:pt x="43240" y="164837"/>
                </a:lnTo>
                <a:lnTo>
                  <a:pt x="43241" y="164837"/>
                </a:lnTo>
                <a:lnTo>
                  <a:pt x="43242" y="164837"/>
                </a:lnTo>
                <a:lnTo>
                  <a:pt x="43242" y="164837"/>
                </a:lnTo>
                <a:lnTo>
                  <a:pt x="43243" y="164837"/>
                </a:lnTo>
                <a:lnTo>
                  <a:pt x="43244" y="164837"/>
                </a:lnTo>
                <a:lnTo>
                  <a:pt x="43245" y="164837"/>
                </a:lnTo>
                <a:lnTo>
                  <a:pt x="43246" y="164837"/>
                </a:lnTo>
                <a:lnTo>
                  <a:pt x="43246" y="164837"/>
                </a:lnTo>
                <a:lnTo>
                  <a:pt x="43247" y="164837"/>
                </a:lnTo>
                <a:lnTo>
                  <a:pt x="43248" y="164837"/>
                </a:lnTo>
                <a:lnTo>
                  <a:pt x="43249" y="164837"/>
                </a:lnTo>
                <a:lnTo>
                  <a:pt x="43249" y="164837"/>
                </a:lnTo>
                <a:lnTo>
                  <a:pt x="43250" y="164837"/>
                </a:lnTo>
                <a:lnTo>
                  <a:pt x="43251" y="164837"/>
                </a:lnTo>
                <a:lnTo>
                  <a:pt x="43252" y="164837"/>
                </a:lnTo>
                <a:lnTo>
                  <a:pt x="43253" y="164837"/>
                </a:lnTo>
                <a:lnTo>
                  <a:pt x="43253" y="164837"/>
                </a:lnTo>
                <a:lnTo>
                  <a:pt x="43254" y="164837"/>
                </a:lnTo>
                <a:lnTo>
                  <a:pt x="43255" y="164837"/>
                </a:lnTo>
                <a:lnTo>
                  <a:pt x="43256" y="164837"/>
                </a:lnTo>
                <a:lnTo>
                  <a:pt x="43256" y="164837"/>
                </a:lnTo>
                <a:lnTo>
                  <a:pt x="43257" y="164837"/>
                </a:lnTo>
                <a:lnTo>
                  <a:pt x="43258" y="164837"/>
                </a:lnTo>
                <a:lnTo>
                  <a:pt x="43259" y="164837"/>
                </a:lnTo>
                <a:lnTo>
                  <a:pt x="43260" y="164837"/>
                </a:lnTo>
                <a:lnTo>
                  <a:pt x="43260" y="164837"/>
                </a:lnTo>
                <a:lnTo>
                  <a:pt x="43261" y="164837"/>
                </a:lnTo>
                <a:lnTo>
                  <a:pt x="43262" y="164837"/>
                </a:lnTo>
                <a:lnTo>
                  <a:pt x="43263" y="164837"/>
                </a:lnTo>
                <a:lnTo>
                  <a:pt x="43264" y="164837"/>
                </a:lnTo>
                <a:lnTo>
                  <a:pt x="43264" y="164837"/>
                </a:lnTo>
                <a:lnTo>
                  <a:pt x="43265" y="164837"/>
                </a:lnTo>
                <a:lnTo>
                  <a:pt x="43266" y="164837"/>
                </a:lnTo>
                <a:lnTo>
                  <a:pt x="43267" y="164837"/>
                </a:lnTo>
                <a:lnTo>
                  <a:pt x="43267" y="164837"/>
                </a:lnTo>
                <a:lnTo>
                  <a:pt x="43268" y="164837"/>
                </a:lnTo>
                <a:lnTo>
                  <a:pt x="43269" y="164837"/>
                </a:lnTo>
                <a:lnTo>
                  <a:pt x="43270" y="164837"/>
                </a:lnTo>
                <a:lnTo>
                  <a:pt x="43271" y="164837"/>
                </a:lnTo>
                <a:lnTo>
                  <a:pt x="43271" y="164837"/>
                </a:lnTo>
                <a:lnTo>
                  <a:pt x="43272" y="164837"/>
                </a:lnTo>
                <a:lnTo>
                  <a:pt x="43273" y="164837"/>
                </a:lnTo>
                <a:lnTo>
                  <a:pt x="43274" y="164837"/>
                </a:lnTo>
                <a:lnTo>
                  <a:pt x="43274" y="164837"/>
                </a:lnTo>
                <a:lnTo>
                  <a:pt x="43275" y="164837"/>
                </a:lnTo>
                <a:lnTo>
                  <a:pt x="43276" y="164837"/>
                </a:lnTo>
                <a:lnTo>
                  <a:pt x="43277" y="164837"/>
                </a:lnTo>
                <a:lnTo>
                  <a:pt x="43278" y="164837"/>
                </a:lnTo>
                <a:lnTo>
                  <a:pt x="43278" y="164837"/>
                </a:lnTo>
                <a:lnTo>
                  <a:pt x="43279" y="164837"/>
                </a:lnTo>
                <a:lnTo>
                  <a:pt x="43280" y="164837"/>
                </a:lnTo>
                <a:lnTo>
                  <a:pt x="43281" y="164837"/>
                </a:lnTo>
                <a:lnTo>
                  <a:pt x="43282" y="164837"/>
                </a:lnTo>
                <a:lnTo>
                  <a:pt x="43282" y="164837"/>
                </a:lnTo>
                <a:lnTo>
                  <a:pt x="43283" y="164837"/>
                </a:lnTo>
                <a:lnTo>
                  <a:pt x="43284" y="164837"/>
                </a:lnTo>
                <a:lnTo>
                  <a:pt x="43285" y="164837"/>
                </a:lnTo>
                <a:lnTo>
                  <a:pt x="43285" y="164837"/>
                </a:lnTo>
                <a:lnTo>
                  <a:pt x="43286" y="164837"/>
                </a:lnTo>
                <a:lnTo>
                  <a:pt x="43287" y="164837"/>
                </a:lnTo>
                <a:lnTo>
                  <a:pt x="43288" y="164837"/>
                </a:lnTo>
                <a:lnTo>
                  <a:pt x="43289" y="164837"/>
                </a:lnTo>
                <a:lnTo>
                  <a:pt x="43289" y="164837"/>
                </a:lnTo>
                <a:lnTo>
                  <a:pt x="43290" y="164837"/>
                </a:lnTo>
                <a:lnTo>
                  <a:pt x="43291" y="164837"/>
                </a:lnTo>
                <a:lnTo>
                  <a:pt x="43292" y="164837"/>
                </a:lnTo>
                <a:lnTo>
                  <a:pt x="43293" y="164837"/>
                </a:lnTo>
                <a:lnTo>
                  <a:pt x="43293" y="164837"/>
                </a:lnTo>
                <a:lnTo>
                  <a:pt x="43294" y="164837"/>
                </a:lnTo>
                <a:lnTo>
                  <a:pt x="43295" y="164837"/>
                </a:lnTo>
                <a:lnTo>
                  <a:pt x="43296" y="164837"/>
                </a:lnTo>
                <a:lnTo>
                  <a:pt x="43296" y="164837"/>
                </a:lnTo>
                <a:lnTo>
                  <a:pt x="43297" y="164837"/>
                </a:lnTo>
                <a:lnTo>
                  <a:pt x="43298" y="164837"/>
                </a:lnTo>
                <a:lnTo>
                  <a:pt x="43299" y="164837"/>
                </a:lnTo>
                <a:lnTo>
                  <a:pt x="43300" y="164837"/>
                </a:lnTo>
                <a:lnTo>
                  <a:pt x="43300" y="164837"/>
                </a:lnTo>
                <a:lnTo>
                  <a:pt x="43301" y="164837"/>
                </a:lnTo>
                <a:lnTo>
                  <a:pt x="43302" y="164837"/>
                </a:lnTo>
                <a:lnTo>
                  <a:pt x="43303" y="164837"/>
                </a:lnTo>
                <a:lnTo>
                  <a:pt x="43303" y="164837"/>
                </a:lnTo>
                <a:lnTo>
                  <a:pt x="43304" y="164837"/>
                </a:lnTo>
                <a:lnTo>
                  <a:pt x="43305" y="164837"/>
                </a:lnTo>
                <a:lnTo>
                  <a:pt x="43306" y="164837"/>
                </a:lnTo>
                <a:lnTo>
                  <a:pt x="43307" y="164837"/>
                </a:lnTo>
                <a:lnTo>
                  <a:pt x="43307" y="164837"/>
                </a:lnTo>
                <a:lnTo>
                  <a:pt x="43308" y="164837"/>
                </a:lnTo>
                <a:lnTo>
                  <a:pt x="43309" y="164837"/>
                </a:lnTo>
                <a:lnTo>
                  <a:pt x="43310" y="164837"/>
                </a:lnTo>
                <a:lnTo>
                  <a:pt x="43311" y="164837"/>
                </a:lnTo>
                <a:lnTo>
                  <a:pt x="43311" y="164837"/>
                </a:lnTo>
                <a:lnTo>
                  <a:pt x="43312" y="164837"/>
                </a:lnTo>
                <a:lnTo>
                  <a:pt x="43313" y="164837"/>
                </a:lnTo>
                <a:lnTo>
                  <a:pt x="43314" y="164837"/>
                </a:lnTo>
                <a:lnTo>
                  <a:pt x="43314" y="164837"/>
                </a:lnTo>
                <a:lnTo>
                  <a:pt x="43315" y="164837"/>
                </a:lnTo>
                <a:lnTo>
                  <a:pt x="43316" y="164837"/>
                </a:lnTo>
                <a:lnTo>
                  <a:pt x="43317" y="164837"/>
                </a:lnTo>
                <a:lnTo>
                  <a:pt x="43318" y="164837"/>
                </a:lnTo>
                <a:lnTo>
                  <a:pt x="43318" y="164837"/>
                </a:lnTo>
                <a:lnTo>
                  <a:pt x="43319" y="164837"/>
                </a:lnTo>
                <a:lnTo>
                  <a:pt x="43320" y="164837"/>
                </a:lnTo>
                <a:lnTo>
                  <a:pt x="43321" y="164837"/>
                </a:lnTo>
                <a:lnTo>
                  <a:pt x="43322" y="164837"/>
                </a:lnTo>
                <a:lnTo>
                  <a:pt x="43322" y="164837"/>
                </a:lnTo>
                <a:lnTo>
                  <a:pt x="43323" y="164837"/>
                </a:lnTo>
                <a:lnTo>
                  <a:pt x="43324" y="164837"/>
                </a:lnTo>
                <a:lnTo>
                  <a:pt x="43325" y="164837"/>
                </a:lnTo>
                <a:lnTo>
                  <a:pt x="43325" y="164837"/>
                </a:lnTo>
                <a:lnTo>
                  <a:pt x="43326" y="164837"/>
                </a:lnTo>
                <a:lnTo>
                  <a:pt x="43327" y="164837"/>
                </a:lnTo>
                <a:lnTo>
                  <a:pt x="43328" y="164837"/>
                </a:lnTo>
                <a:lnTo>
                  <a:pt x="43329" y="164837"/>
                </a:lnTo>
                <a:lnTo>
                  <a:pt x="43329" y="164837"/>
                </a:lnTo>
                <a:lnTo>
                  <a:pt x="43330" y="164837"/>
                </a:lnTo>
                <a:lnTo>
                  <a:pt x="43331" y="164837"/>
                </a:lnTo>
                <a:lnTo>
                  <a:pt x="43332" y="164837"/>
                </a:lnTo>
                <a:lnTo>
                  <a:pt x="43333" y="164837"/>
                </a:lnTo>
                <a:lnTo>
                  <a:pt x="43333" y="164837"/>
                </a:lnTo>
                <a:lnTo>
                  <a:pt x="43334" y="164837"/>
                </a:lnTo>
                <a:lnTo>
                  <a:pt x="43335" y="164837"/>
                </a:lnTo>
                <a:lnTo>
                  <a:pt x="43336" y="164837"/>
                </a:lnTo>
                <a:lnTo>
                  <a:pt x="43336" y="164837"/>
                </a:lnTo>
                <a:lnTo>
                  <a:pt x="43337" y="164837"/>
                </a:lnTo>
                <a:lnTo>
                  <a:pt x="43338" y="164837"/>
                </a:lnTo>
                <a:lnTo>
                  <a:pt x="43339" y="164837"/>
                </a:lnTo>
                <a:lnTo>
                  <a:pt x="43340" y="164837"/>
                </a:lnTo>
                <a:lnTo>
                  <a:pt x="43340" y="164837"/>
                </a:lnTo>
                <a:lnTo>
                  <a:pt x="43341" y="164837"/>
                </a:lnTo>
                <a:lnTo>
                  <a:pt x="43342" y="164837"/>
                </a:lnTo>
                <a:lnTo>
                  <a:pt x="43343" y="164837"/>
                </a:lnTo>
                <a:lnTo>
                  <a:pt x="43344" y="164837"/>
                </a:lnTo>
                <a:lnTo>
                  <a:pt x="43344" y="164837"/>
                </a:lnTo>
                <a:lnTo>
                  <a:pt x="43345" y="164837"/>
                </a:lnTo>
                <a:lnTo>
                  <a:pt x="43346" y="164837"/>
                </a:lnTo>
                <a:lnTo>
                  <a:pt x="43347" y="164837"/>
                </a:lnTo>
                <a:lnTo>
                  <a:pt x="43347" y="164837"/>
                </a:lnTo>
                <a:lnTo>
                  <a:pt x="43348" y="164837"/>
                </a:lnTo>
                <a:lnTo>
                  <a:pt x="43349" y="164837"/>
                </a:lnTo>
                <a:lnTo>
                  <a:pt x="43350" y="164837"/>
                </a:lnTo>
                <a:lnTo>
                  <a:pt x="43351" y="164837"/>
                </a:lnTo>
                <a:lnTo>
                  <a:pt x="43351" y="164837"/>
                </a:lnTo>
                <a:lnTo>
                  <a:pt x="43352" y="164837"/>
                </a:lnTo>
                <a:lnTo>
                  <a:pt x="43353" y="164837"/>
                </a:lnTo>
                <a:lnTo>
                  <a:pt x="43354" y="164837"/>
                </a:lnTo>
                <a:lnTo>
                  <a:pt x="43355" y="164837"/>
                </a:lnTo>
                <a:lnTo>
                  <a:pt x="43355" y="164837"/>
                </a:lnTo>
                <a:lnTo>
                  <a:pt x="43356" y="164837"/>
                </a:lnTo>
                <a:lnTo>
                  <a:pt x="43357" y="164837"/>
                </a:lnTo>
                <a:lnTo>
                  <a:pt x="43358" y="164837"/>
                </a:lnTo>
                <a:lnTo>
                  <a:pt x="43358" y="164837"/>
                </a:lnTo>
                <a:lnTo>
                  <a:pt x="43359" y="164837"/>
                </a:lnTo>
                <a:lnTo>
                  <a:pt x="43360" y="164837"/>
                </a:lnTo>
                <a:lnTo>
                  <a:pt x="43361" y="164837"/>
                </a:lnTo>
                <a:lnTo>
                  <a:pt x="43362" y="164837"/>
                </a:lnTo>
                <a:lnTo>
                  <a:pt x="43362" y="164837"/>
                </a:lnTo>
                <a:lnTo>
                  <a:pt x="43363" y="164837"/>
                </a:lnTo>
                <a:lnTo>
                  <a:pt x="43364" y="164837"/>
                </a:lnTo>
                <a:lnTo>
                  <a:pt x="43365" y="164837"/>
                </a:lnTo>
                <a:lnTo>
                  <a:pt x="43366" y="164837"/>
                </a:lnTo>
                <a:lnTo>
                  <a:pt x="43366" y="164837"/>
                </a:lnTo>
                <a:lnTo>
                  <a:pt x="43367" y="164837"/>
                </a:lnTo>
                <a:lnTo>
                  <a:pt x="43368" y="164837"/>
                </a:lnTo>
                <a:lnTo>
                  <a:pt x="43369" y="164837"/>
                </a:lnTo>
                <a:lnTo>
                  <a:pt x="43369" y="164837"/>
                </a:lnTo>
                <a:lnTo>
                  <a:pt x="43370" y="164837"/>
                </a:lnTo>
                <a:lnTo>
                  <a:pt x="43371" y="164837"/>
                </a:lnTo>
                <a:lnTo>
                  <a:pt x="43372" y="164837"/>
                </a:lnTo>
                <a:lnTo>
                  <a:pt x="43373" y="164837"/>
                </a:lnTo>
                <a:lnTo>
                  <a:pt x="43373" y="164837"/>
                </a:lnTo>
                <a:lnTo>
                  <a:pt x="43374" y="164837"/>
                </a:lnTo>
                <a:lnTo>
                  <a:pt x="43375" y="164837"/>
                </a:lnTo>
                <a:lnTo>
                  <a:pt x="43376" y="164837"/>
                </a:lnTo>
                <a:lnTo>
                  <a:pt x="43377" y="164837"/>
                </a:lnTo>
                <a:lnTo>
                  <a:pt x="43377" y="164837"/>
                </a:lnTo>
                <a:lnTo>
                  <a:pt x="43378" y="164837"/>
                </a:lnTo>
                <a:lnTo>
                  <a:pt x="43379" y="164837"/>
                </a:lnTo>
                <a:lnTo>
                  <a:pt x="43380" y="164837"/>
                </a:lnTo>
                <a:lnTo>
                  <a:pt x="43381" y="164837"/>
                </a:lnTo>
                <a:lnTo>
                  <a:pt x="43381" y="164837"/>
                </a:lnTo>
                <a:lnTo>
                  <a:pt x="43382" y="164837"/>
                </a:lnTo>
                <a:lnTo>
                  <a:pt x="43383" y="164837"/>
                </a:lnTo>
                <a:lnTo>
                  <a:pt x="43384" y="164837"/>
                </a:lnTo>
                <a:lnTo>
                  <a:pt x="43384" y="164837"/>
                </a:lnTo>
                <a:lnTo>
                  <a:pt x="43385" y="164837"/>
                </a:lnTo>
                <a:lnTo>
                  <a:pt x="43386" y="164837"/>
                </a:lnTo>
                <a:lnTo>
                  <a:pt x="43387" y="164837"/>
                </a:lnTo>
                <a:lnTo>
                  <a:pt x="43388" y="164837"/>
                </a:lnTo>
                <a:lnTo>
                  <a:pt x="43388" y="164837"/>
                </a:lnTo>
                <a:lnTo>
                  <a:pt x="43389" y="164837"/>
                </a:lnTo>
                <a:lnTo>
                  <a:pt x="43390" y="164837"/>
                </a:lnTo>
                <a:lnTo>
                  <a:pt x="43391" y="164837"/>
                </a:lnTo>
                <a:lnTo>
                  <a:pt x="43392" y="164837"/>
                </a:lnTo>
                <a:lnTo>
                  <a:pt x="43392" y="164837"/>
                </a:lnTo>
                <a:lnTo>
                  <a:pt x="43393" y="164837"/>
                </a:lnTo>
                <a:lnTo>
                  <a:pt x="43394" y="164837"/>
                </a:lnTo>
                <a:lnTo>
                  <a:pt x="43395" y="164837"/>
                </a:lnTo>
                <a:lnTo>
                  <a:pt x="43395" y="164837"/>
                </a:lnTo>
                <a:lnTo>
                  <a:pt x="43396" y="164837"/>
                </a:lnTo>
                <a:lnTo>
                  <a:pt x="43397" y="164837"/>
                </a:lnTo>
                <a:lnTo>
                  <a:pt x="43398" y="164837"/>
                </a:lnTo>
                <a:lnTo>
                  <a:pt x="43399" y="164837"/>
                </a:lnTo>
                <a:lnTo>
                  <a:pt x="43399" y="164837"/>
                </a:lnTo>
                <a:lnTo>
                  <a:pt x="43400" y="164837"/>
                </a:lnTo>
                <a:lnTo>
                  <a:pt x="43401" y="164837"/>
                </a:lnTo>
                <a:lnTo>
                  <a:pt x="43402" y="164837"/>
                </a:lnTo>
                <a:lnTo>
                  <a:pt x="43403" y="164837"/>
                </a:lnTo>
                <a:lnTo>
                  <a:pt x="43403" y="164837"/>
                </a:lnTo>
                <a:lnTo>
                  <a:pt x="43404" y="164837"/>
                </a:lnTo>
                <a:lnTo>
                  <a:pt x="43405" y="164837"/>
                </a:lnTo>
                <a:lnTo>
                  <a:pt x="43406" y="164837"/>
                </a:lnTo>
                <a:lnTo>
                  <a:pt x="43406" y="164837"/>
                </a:lnTo>
                <a:lnTo>
                  <a:pt x="43407" y="164837"/>
                </a:lnTo>
                <a:lnTo>
                  <a:pt x="43408" y="164837"/>
                </a:lnTo>
                <a:lnTo>
                  <a:pt x="43409" y="164837"/>
                </a:lnTo>
                <a:lnTo>
                  <a:pt x="43410" y="164837"/>
                </a:lnTo>
                <a:lnTo>
                  <a:pt x="43410" y="164837"/>
                </a:lnTo>
                <a:lnTo>
                  <a:pt x="43411" y="164837"/>
                </a:lnTo>
                <a:lnTo>
                  <a:pt x="43412" y="164837"/>
                </a:lnTo>
                <a:lnTo>
                  <a:pt x="43413" y="164837"/>
                </a:lnTo>
                <a:lnTo>
                  <a:pt x="43414" y="164837"/>
                </a:lnTo>
                <a:lnTo>
                  <a:pt x="43414" y="164837"/>
                </a:lnTo>
                <a:lnTo>
                  <a:pt x="43415" y="164837"/>
                </a:lnTo>
                <a:lnTo>
                  <a:pt x="43416" y="164837"/>
                </a:lnTo>
                <a:lnTo>
                  <a:pt x="43417" y="164837"/>
                </a:lnTo>
                <a:lnTo>
                  <a:pt x="43418" y="164837"/>
                </a:lnTo>
                <a:lnTo>
                  <a:pt x="43418" y="164837"/>
                </a:lnTo>
                <a:lnTo>
                  <a:pt x="43419" y="164837"/>
                </a:lnTo>
                <a:lnTo>
                  <a:pt x="43420" y="164837"/>
                </a:lnTo>
                <a:lnTo>
                  <a:pt x="43421" y="164837"/>
                </a:lnTo>
                <a:lnTo>
                  <a:pt x="43421" y="164837"/>
                </a:lnTo>
                <a:lnTo>
                  <a:pt x="43422" y="164837"/>
                </a:lnTo>
                <a:lnTo>
                  <a:pt x="43423" y="164837"/>
                </a:lnTo>
                <a:lnTo>
                  <a:pt x="43424" y="164837"/>
                </a:lnTo>
                <a:lnTo>
                  <a:pt x="43425" y="164837"/>
                </a:lnTo>
                <a:lnTo>
                  <a:pt x="43425" y="164837"/>
                </a:lnTo>
                <a:lnTo>
                  <a:pt x="43426" y="164837"/>
                </a:lnTo>
                <a:lnTo>
                  <a:pt x="43427" y="164837"/>
                </a:lnTo>
                <a:lnTo>
                  <a:pt x="43428" y="164837"/>
                </a:lnTo>
                <a:lnTo>
                  <a:pt x="43429" y="164837"/>
                </a:lnTo>
                <a:lnTo>
                  <a:pt x="43429" y="164837"/>
                </a:lnTo>
                <a:lnTo>
                  <a:pt x="43430" y="164837"/>
                </a:lnTo>
                <a:lnTo>
                  <a:pt x="43431" y="164837"/>
                </a:lnTo>
                <a:lnTo>
                  <a:pt x="43432" y="164837"/>
                </a:lnTo>
                <a:lnTo>
                  <a:pt x="43433" y="164837"/>
                </a:lnTo>
                <a:lnTo>
                  <a:pt x="43433" y="164837"/>
                </a:lnTo>
                <a:lnTo>
                  <a:pt x="43434" y="164837"/>
                </a:lnTo>
                <a:lnTo>
                  <a:pt x="43435" y="164837"/>
                </a:lnTo>
                <a:lnTo>
                  <a:pt x="43436" y="164837"/>
                </a:lnTo>
                <a:lnTo>
                  <a:pt x="43436" y="164837"/>
                </a:lnTo>
                <a:lnTo>
                  <a:pt x="43437" y="164837"/>
                </a:lnTo>
                <a:lnTo>
                  <a:pt x="43438" y="164837"/>
                </a:lnTo>
                <a:lnTo>
                  <a:pt x="43439" y="164837"/>
                </a:lnTo>
                <a:lnTo>
                  <a:pt x="43440" y="164837"/>
                </a:lnTo>
                <a:lnTo>
                  <a:pt x="43440" y="164837"/>
                </a:lnTo>
                <a:lnTo>
                  <a:pt x="43441" y="164837"/>
                </a:lnTo>
                <a:lnTo>
                  <a:pt x="43442" y="164837"/>
                </a:lnTo>
                <a:lnTo>
                  <a:pt x="43443" y="164837"/>
                </a:lnTo>
                <a:lnTo>
                  <a:pt x="43444" y="164837"/>
                </a:lnTo>
                <a:lnTo>
                  <a:pt x="43444" y="164837"/>
                </a:lnTo>
                <a:lnTo>
                  <a:pt x="43445" y="164837"/>
                </a:lnTo>
                <a:lnTo>
                  <a:pt x="43446" y="164837"/>
                </a:lnTo>
                <a:lnTo>
                  <a:pt x="43447" y="164837"/>
                </a:lnTo>
                <a:lnTo>
                  <a:pt x="43448" y="164837"/>
                </a:lnTo>
                <a:lnTo>
                  <a:pt x="43448" y="164837"/>
                </a:lnTo>
                <a:lnTo>
                  <a:pt x="43449" y="164837"/>
                </a:lnTo>
                <a:lnTo>
                  <a:pt x="43450" y="164837"/>
                </a:lnTo>
                <a:lnTo>
                  <a:pt x="43451" y="164837"/>
                </a:lnTo>
                <a:lnTo>
                  <a:pt x="43451" y="164837"/>
                </a:lnTo>
                <a:lnTo>
                  <a:pt x="43452" y="164837"/>
                </a:lnTo>
                <a:lnTo>
                  <a:pt x="43453" y="164837"/>
                </a:lnTo>
                <a:lnTo>
                  <a:pt x="43454" y="164837"/>
                </a:lnTo>
                <a:lnTo>
                  <a:pt x="43455" y="164837"/>
                </a:lnTo>
                <a:lnTo>
                  <a:pt x="43455" y="164837"/>
                </a:lnTo>
                <a:lnTo>
                  <a:pt x="43456" y="164837"/>
                </a:lnTo>
                <a:lnTo>
                  <a:pt x="43457" y="164837"/>
                </a:lnTo>
                <a:lnTo>
                  <a:pt x="43458" y="164837"/>
                </a:lnTo>
                <a:lnTo>
                  <a:pt x="43459" y="164837"/>
                </a:lnTo>
                <a:lnTo>
                  <a:pt x="43459" y="164837"/>
                </a:lnTo>
                <a:lnTo>
                  <a:pt x="43460" y="164837"/>
                </a:lnTo>
                <a:lnTo>
                  <a:pt x="43461" y="164837"/>
                </a:lnTo>
                <a:lnTo>
                  <a:pt x="43462" y="164837"/>
                </a:lnTo>
                <a:lnTo>
                  <a:pt x="43463" y="164837"/>
                </a:lnTo>
                <a:lnTo>
                  <a:pt x="43463" y="164837"/>
                </a:lnTo>
                <a:lnTo>
                  <a:pt x="43464" y="164837"/>
                </a:lnTo>
                <a:lnTo>
                  <a:pt x="43465" y="164837"/>
                </a:lnTo>
                <a:lnTo>
                  <a:pt x="43466" y="164837"/>
                </a:lnTo>
                <a:lnTo>
                  <a:pt x="43466" y="164837"/>
                </a:lnTo>
                <a:lnTo>
                  <a:pt x="43467" y="164837"/>
                </a:lnTo>
                <a:lnTo>
                  <a:pt x="43468" y="164837"/>
                </a:lnTo>
                <a:lnTo>
                  <a:pt x="43469" y="164837"/>
                </a:lnTo>
                <a:lnTo>
                  <a:pt x="43470" y="164837"/>
                </a:lnTo>
                <a:lnTo>
                  <a:pt x="43470" y="164837"/>
                </a:lnTo>
                <a:lnTo>
                  <a:pt x="43471" y="164837"/>
                </a:lnTo>
                <a:lnTo>
                  <a:pt x="43472" y="164837"/>
                </a:lnTo>
                <a:lnTo>
                  <a:pt x="43473" y="164837"/>
                </a:lnTo>
                <a:lnTo>
                  <a:pt x="43474" y="164837"/>
                </a:lnTo>
                <a:lnTo>
                  <a:pt x="43474" y="164837"/>
                </a:lnTo>
                <a:lnTo>
                  <a:pt x="43475" y="164837"/>
                </a:lnTo>
                <a:lnTo>
                  <a:pt x="43476" y="164837"/>
                </a:lnTo>
                <a:lnTo>
                  <a:pt x="43477" y="164837"/>
                </a:lnTo>
                <a:lnTo>
                  <a:pt x="43478" y="164837"/>
                </a:lnTo>
                <a:lnTo>
                  <a:pt x="43478" y="164837"/>
                </a:lnTo>
                <a:lnTo>
                  <a:pt x="43479" y="164837"/>
                </a:lnTo>
                <a:lnTo>
                  <a:pt x="43480" y="164837"/>
                </a:lnTo>
                <a:lnTo>
                  <a:pt x="43481" y="164837"/>
                </a:lnTo>
                <a:lnTo>
                  <a:pt x="43482" y="164837"/>
                </a:lnTo>
                <a:lnTo>
                  <a:pt x="43482" y="164837"/>
                </a:lnTo>
                <a:lnTo>
                  <a:pt x="43483" y="164837"/>
                </a:lnTo>
                <a:lnTo>
                  <a:pt x="43484" y="164837"/>
                </a:lnTo>
                <a:lnTo>
                  <a:pt x="43485" y="164837"/>
                </a:lnTo>
                <a:lnTo>
                  <a:pt x="43485" y="164837"/>
                </a:lnTo>
                <a:lnTo>
                  <a:pt x="43486" y="164837"/>
                </a:lnTo>
                <a:lnTo>
                  <a:pt x="43487" y="164837"/>
                </a:lnTo>
                <a:lnTo>
                  <a:pt x="43488" y="164837"/>
                </a:lnTo>
                <a:lnTo>
                  <a:pt x="43489" y="164837"/>
                </a:lnTo>
                <a:lnTo>
                  <a:pt x="43489" y="164837"/>
                </a:lnTo>
                <a:lnTo>
                  <a:pt x="43490" y="164837"/>
                </a:lnTo>
                <a:lnTo>
                  <a:pt x="43491" y="164837"/>
                </a:lnTo>
                <a:lnTo>
                  <a:pt x="43492" y="164837"/>
                </a:lnTo>
                <a:lnTo>
                  <a:pt x="43493" y="164837"/>
                </a:lnTo>
                <a:lnTo>
                  <a:pt x="43493" y="164837"/>
                </a:lnTo>
                <a:lnTo>
                  <a:pt x="43494" y="164837"/>
                </a:lnTo>
                <a:lnTo>
                  <a:pt x="43495" y="164837"/>
                </a:lnTo>
                <a:lnTo>
                  <a:pt x="43496" y="164837"/>
                </a:lnTo>
                <a:lnTo>
                  <a:pt x="43497" y="164837"/>
                </a:lnTo>
                <a:lnTo>
                  <a:pt x="43497" y="164837"/>
                </a:lnTo>
                <a:lnTo>
                  <a:pt x="43498" y="164837"/>
                </a:lnTo>
                <a:lnTo>
                  <a:pt x="43499" y="164837"/>
                </a:lnTo>
                <a:lnTo>
                  <a:pt x="43500" y="164837"/>
                </a:lnTo>
                <a:lnTo>
                  <a:pt x="43501" y="164837"/>
                </a:lnTo>
                <a:lnTo>
                  <a:pt x="43501" y="164837"/>
                </a:lnTo>
                <a:lnTo>
                  <a:pt x="43502" y="164837"/>
                </a:lnTo>
                <a:lnTo>
                  <a:pt x="43503" y="164837"/>
                </a:lnTo>
                <a:lnTo>
                  <a:pt x="43504" y="164837"/>
                </a:lnTo>
                <a:lnTo>
                  <a:pt x="43504" y="164837"/>
                </a:lnTo>
                <a:lnTo>
                  <a:pt x="43505" y="164837"/>
                </a:lnTo>
                <a:lnTo>
                  <a:pt x="43506" y="164837"/>
                </a:lnTo>
                <a:lnTo>
                  <a:pt x="43507" y="164837"/>
                </a:lnTo>
                <a:lnTo>
                  <a:pt x="43508" y="164837"/>
                </a:lnTo>
                <a:lnTo>
                  <a:pt x="43508" y="164837"/>
                </a:lnTo>
                <a:lnTo>
                  <a:pt x="43509" y="164837"/>
                </a:lnTo>
                <a:lnTo>
                  <a:pt x="43510" y="164837"/>
                </a:lnTo>
                <a:lnTo>
                  <a:pt x="43511" y="164837"/>
                </a:lnTo>
                <a:lnTo>
                  <a:pt x="43512" y="164837"/>
                </a:lnTo>
                <a:lnTo>
                  <a:pt x="43512" y="164837"/>
                </a:lnTo>
                <a:lnTo>
                  <a:pt x="43513" y="164837"/>
                </a:lnTo>
                <a:lnTo>
                  <a:pt x="43514" y="164837"/>
                </a:lnTo>
                <a:lnTo>
                  <a:pt x="43515" y="164837"/>
                </a:lnTo>
                <a:lnTo>
                  <a:pt x="43516" y="164837"/>
                </a:lnTo>
                <a:lnTo>
                  <a:pt x="43516" y="164837"/>
                </a:lnTo>
                <a:lnTo>
                  <a:pt x="43517" y="164837"/>
                </a:lnTo>
                <a:lnTo>
                  <a:pt x="43518" y="164837"/>
                </a:lnTo>
                <a:lnTo>
                  <a:pt x="43519" y="164837"/>
                </a:lnTo>
                <a:lnTo>
                  <a:pt x="43520" y="164837"/>
                </a:lnTo>
                <a:lnTo>
                  <a:pt x="43520" y="164837"/>
                </a:lnTo>
                <a:lnTo>
                  <a:pt x="43521" y="164837"/>
                </a:lnTo>
                <a:lnTo>
                  <a:pt x="43522" y="164837"/>
                </a:lnTo>
                <a:lnTo>
                  <a:pt x="43523" y="164837"/>
                </a:lnTo>
                <a:lnTo>
                  <a:pt x="43523" y="164837"/>
                </a:lnTo>
                <a:lnTo>
                  <a:pt x="43524" y="164837"/>
                </a:lnTo>
                <a:lnTo>
                  <a:pt x="43525" y="164837"/>
                </a:lnTo>
                <a:lnTo>
                  <a:pt x="43526" y="164837"/>
                </a:lnTo>
                <a:lnTo>
                  <a:pt x="43527" y="164837"/>
                </a:lnTo>
                <a:lnTo>
                  <a:pt x="43527" y="164837"/>
                </a:lnTo>
                <a:lnTo>
                  <a:pt x="43528" y="164837"/>
                </a:lnTo>
                <a:lnTo>
                  <a:pt x="43529" y="164837"/>
                </a:lnTo>
                <a:lnTo>
                  <a:pt x="43530" y="164837"/>
                </a:lnTo>
                <a:lnTo>
                  <a:pt x="43531" y="164837"/>
                </a:lnTo>
                <a:lnTo>
                  <a:pt x="43531" y="164837"/>
                </a:lnTo>
                <a:lnTo>
                  <a:pt x="43532" y="164837"/>
                </a:lnTo>
                <a:lnTo>
                  <a:pt x="43533" y="164837"/>
                </a:lnTo>
                <a:lnTo>
                  <a:pt x="43534" y="164837"/>
                </a:lnTo>
                <a:lnTo>
                  <a:pt x="43535" y="164837"/>
                </a:lnTo>
                <a:lnTo>
                  <a:pt x="43535" y="164837"/>
                </a:lnTo>
                <a:lnTo>
                  <a:pt x="43536" y="164837"/>
                </a:lnTo>
                <a:lnTo>
                  <a:pt x="43537" y="164837"/>
                </a:lnTo>
                <a:lnTo>
                  <a:pt x="43538" y="164837"/>
                </a:lnTo>
                <a:lnTo>
                  <a:pt x="43539" y="164837"/>
                </a:lnTo>
                <a:lnTo>
                  <a:pt x="43539" y="164837"/>
                </a:lnTo>
                <a:lnTo>
                  <a:pt x="43540" y="164837"/>
                </a:lnTo>
                <a:lnTo>
                  <a:pt x="43541" y="164837"/>
                </a:lnTo>
                <a:lnTo>
                  <a:pt x="43542" y="164837"/>
                </a:lnTo>
                <a:lnTo>
                  <a:pt x="43543" y="164837"/>
                </a:lnTo>
                <a:lnTo>
                  <a:pt x="43543" y="164837"/>
                </a:lnTo>
                <a:lnTo>
                  <a:pt x="43544" y="164837"/>
                </a:lnTo>
                <a:lnTo>
                  <a:pt x="43545" y="164837"/>
                </a:lnTo>
                <a:lnTo>
                  <a:pt x="43546" y="164837"/>
                </a:lnTo>
                <a:lnTo>
                  <a:pt x="43546" y="164837"/>
                </a:lnTo>
                <a:lnTo>
                  <a:pt x="43547" y="164837"/>
                </a:lnTo>
                <a:lnTo>
                  <a:pt x="43548" y="164837"/>
                </a:lnTo>
                <a:lnTo>
                  <a:pt x="43549" y="164837"/>
                </a:lnTo>
                <a:lnTo>
                  <a:pt x="43550" y="164837"/>
                </a:lnTo>
                <a:lnTo>
                  <a:pt x="43550" y="164837"/>
                </a:lnTo>
                <a:lnTo>
                  <a:pt x="43551" y="164837"/>
                </a:lnTo>
                <a:lnTo>
                  <a:pt x="43552" y="164837"/>
                </a:lnTo>
                <a:lnTo>
                  <a:pt x="43553" y="164837"/>
                </a:lnTo>
                <a:lnTo>
                  <a:pt x="43554" y="164837"/>
                </a:lnTo>
                <a:lnTo>
                  <a:pt x="43554" y="164837"/>
                </a:lnTo>
                <a:lnTo>
                  <a:pt x="43555" y="164837"/>
                </a:lnTo>
                <a:lnTo>
                  <a:pt x="43556" y="164837"/>
                </a:lnTo>
                <a:lnTo>
                  <a:pt x="43557" y="164837"/>
                </a:lnTo>
                <a:lnTo>
                  <a:pt x="43558" y="164837"/>
                </a:lnTo>
                <a:lnTo>
                  <a:pt x="43558" y="164837"/>
                </a:lnTo>
                <a:lnTo>
                  <a:pt x="43559" y="164837"/>
                </a:lnTo>
                <a:lnTo>
                  <a:pt x="43560" y="164837"/>
                </a:lnTo>
                <a:lnTo>
                  <a:pt x="43561" y="164837"/>
                </a:lnTo>
                <a:lnTo>
                  <a:pt x="43562" y="164837"/>
                </a:lnTo>
                <a:lnTo>
                  <a:pt x="43562" y="164837"/>
                </a:lnTo>
                <a:lnTo>
                  <a:pt x="43563" y="164837"/>
                </a:lnTo>
                <a:lnTo>
                  <a:pt x="43564" y="164837"/>
                </a:lnTo>
                <a:lnTo>
                  <a:pt x="43565" y="164837"/>
                </a:lnTo>
                <a:lnTo>
                  <a:pt x="43566" y="164837"/>
                </a:lnTo>
                <a:lnTo>
                  <a:pt x="43566" y="164837"/>
                </a:lnTo>
                <a:lnTo>
                  <a:pt x="43567" y="164837"/>
                </a:lnTo>
                <a:lnTo>
                  <a:pt x="43568" y="164837"/>
                </a:lnTo>
                <a:lnTo>
                  <a:pt x="43569" y="164837"/>
                </a:lnTo>
                <a:lnTo>
                  <a:pt x="43570" y="164837"/>
                </a:lnTo>
                <a:lnTo>
                  <a:pt x="43570" y="164837"/>
                </a:lnTo>
                <a:lnTo>
                  <a:pt x="43571" y="164837"/>
                </a:lnTo>
                <a:lnTo>
                  <a:pt x="43572" y="164837"/>
                </a:lnTo>
                <a:lnTo>
                  <a:pt x="43573" y="164837"/>
                </a:lnTo>
                <a:lnTo>
                  <a:pt x="43573" y="164837"/>
                </a:lnTo>
                <a:lnTo>
                  <a:pt x="43574" y="164837"/>
                </a:lnTo>
                <a:lnTo>
                  <a:pt x="43575" y="164837"/>
                </a:lnTo>
                <a:lnTo>
                  <a:pt x="43576" y="164837"/>
                </a:lnTo>
                <a:lnTo>
                  <a:pt x="43577" y="164837"/>
                </a:lnTo>
                <a:lnTo>
                  <a:pt x="43577" y="164837"/>
                </a:lnTo>
                <a:lnTo>
                  <a:pt x="43578" y="164837"/>
                </a:lnTo>
                <a:lnTo>
                  <a:pt x="43579" y="164837"/>
                </a:lnTo>
                <a:lnTo>
                  <a:pt x="43580" y="164837"/>
                </a:lnTo>
                <a:lnTo>
                  <a:pt x="43581" y="164837"/>
                </a:lnTo>
                <a:lnTo>
                  <a:pt x="43581" y="164837"/>
                </a:lnTo>
                <a:lnTo>
                  <a:pt x="43582" y="164837"/>
                </a:lnTo>
                <a:lnTo>
                  <a:pt x="43583" y="164837"/>
                </a:lnTo>
                <a:lnTo>
                  <a:pt x="43584" y="164837"/>
                </a:lnTo>
                <a:lnTo>
                  <a:pt x="43585" y="164837"/>
                </a:lnTo>
                <a:lnTo>
                  <a:pt x="43585" y="164837"/>
                </a:lnTo>
                <a:lnTo>
                  <a:pt x="43586" y="164837"/>
                </a:lnTo>
                <a:lnTo>
                  <a:pt x="43587" y="164837"/>
                </a:lnTo>
                <a:lnTo>
                  <a:pt x="43588" y="164837"/>
                </a:lnTo>
                <a:lnTo>
                  <a:pt x="43589" y="164837"/>
                </a:lnTo>
                <a:lnTo>
                  <a:pt x="43589" y="164837"/>
                </a:lnTo>
                <a:lnTo>
                  <a:pt x="43590" y="164837"/>
                </a:lnTo>
                <a:lnTo>
                  <a:pt x="43591" y="164837"/>
                </a:lnTo>
                <a:lnTo>
                  <a:pt x="43592" y="164837"/>
                </a:lnTo>
                <a:lnTo>
                  <a:pt x="43593" y="164837"/>
                </a:lnTo>
                <a:lnTo>
                  <a:pt x="43593" y="164837"/>
                </a:lnTo>
                <a:lnTo>
                  <a:pt x="43594" y="164837"/>
                </a:lnTo>
                <a:lnTo>
                  <a:pt x="43595" y="164837"/>
                </a:lnTo>
                <a:lnTo>
                  <a:pt x="43596" y="164837"/>
                </a:lnTo>
                <a:lnTo>
                  <a:pt x="43597" y="164837"/>
                </a:lnTo>
                <a:lnTo>
                  <a:pt x="43597" y="164837"/>
                </a:lnTo>
                <a:lnTo>
                  <a:pt x="43598" y="164837"/>
                </a:lnTo>
                <a:lnTo>
                  <a:pt x="43599" y="164837"/>
                </a:lnTo>
                <a:lnTo>
                  <a:pt x="43600" y="164837"/>
                </a:lnTo>
                <a:lnTo>
                  <a:pt x="43601" y="164837"/>
                </a:lnTo>
                <a:lnTo>
                  <a:pt x="43601" y="164837"/>
                </a:lnTo>
                <a:lnTo>
                  <a:pt x="43602" y="164837"/>
                </a:lnTo>
                <a:lnTo>
                  <a:pt x="43603" y="164837"/>
                </a:lnTo>
                <a:lnTo>
                  <a:pt x="43604" y="164837"/>
                </a:lnTo>
                <a:lnTo>
                  <a:pt x="43604" y="164837"/>
                </a:lnTo>
                <a:lnTo>
                  <a:pt x="43605" y="164837"/>
                </a:lnTo>
                <a:lnTo>
                  <a:pt x="43606" y="164837"/>
                </a:lnTo>
                <a:lnTo>
                  <a:pt x="43607" y="164837"/>
                </a:lnTo>
                <a:lnTo>
                  <a:pt x="43608" y="164837"/>
                </a:lnTo>
                <a:lnTo>
                  <a:pt x="43608" y="164837"/>
                </a:lnTo>
                <a:lnTo>
                  <a:pt x="43609" y="164837"/>
                </a:lnTo>
                <a:lnTo>
                  <a:pt x="43610" y="164837"/>
                </a:lnTo>
                <a:lnTo>
                  <a:pt x="43611" y="164837"/>
                </a:lnTo>
                <a:lnTo>
                  <a:pt x="43612" y="164837"/>
                </a:lnTo>
                <a:lnTo>
                  <a:pt x="43612" y="164837"/>
                </a:lnTo>
                <a:lnTo>
                  <a:pt x="43613" y="164837"/>
                </a:lnTo>
                <a:lnTo>
                  <a:pt x="43614" y="164837"/>
                </a:lnTo>
                <a:lnTo>
                  <a:pt x="43615" y="164837"/>
                </a:lnTo>
                <a:lnTo>
                  <a:pt x="43616" y="164837"/>
                </a:lnTo>
                <a:lnTo>
                  <a:pt x="43616" y="164837"/>
                </a:lnTo>
                <a:lnTo>
                  <a:pt x="43617" y="164837"/>
                </a:lnTo>
                <a:lnTo>
                  <a:pt x="43618" y="164837"/>
                </a:lnTo>
                <a:lnTo>
                  <a:pt x="43619" y="164837"/>
                </a:lnTo>
                <a:lnTo>
                  <a:pt x="43620" y="164837"/>
                </a:lnTo>
                <a:lnTo>
                  <a:pt x="43620" y="164837"/>
                </a:lnTo>
                <a:lnTo>
                  <a:pt x="43621" y="164837"/>
                </a:lnTo>
                <a:lnTo>
                  <a:pt x="43622" y="164837"/>
                </a:lnTo>
                <a:lnTo>
                  <a:pt x="43623" y="164837"/>
                </a:lnTo>
                <a:lnTo>
                  <a:pt x="43624" y="164837"/>
                </a:lnTo>
                <a:lnTo>
                  <a:pt x="43624" y="164837"/>
                </a:lnTo>
                <a:lnTo>
                  <a:pt x="43625" y="164837"/>
                </a:lnTo>
                <a:lnTo>
                  <a:pt x="43626" y="164837"/>
                </a:lnTo>
                <a:lnTo>
                  <a:pt x="43627" y="164837"/>
                </a:lnTo>
                <a:lnTo>
                  <a:pt x="43628" y="164837"/>
                </a:lnTo>
                <a:lnTo>
                  <a:pt x="43628" y="164837"/>
                </a:lnTo>
                <a:lnTo>
                  <a:pt x="43629" y="164837"/>
                </a:lnTo>
                <a:lnTo>
                  <a:pt x="43630" y="164837"/>
                </a:lnTo>
                <a:lnTo>
                  <a:pt x="43631" y="164837"/>
                </a:lnTo>
                <a:lnTo>
                  <a:pt x="43632" y="164837"/>
                </a:lnTo>
                <a:lnTo>
                  <a:pt x="43632" y="164837"/>
                </a:lnTo>
                <a:lnTo>
                  <a:pt x="43633" y="164837"/>
                </a:lnTo>
                <a:lnTo>
                  <a:pt x="43634" y="164837"/>
                </a:lnTo>
                <a:lnTo>
                  <a:pt x="43635" y="164837"/>
                </a:lnTo>
                <a:lnTo>
                  <a:pt x="43636" y="164837"/>
                </a:lnTo>
                <a:lnTo>
                  <a:pt x="43636" y="164837"/>
                </a:lnTo>
                <a:lnTo>
                  <a:pt x="43637" y="164837"/>
                </a:lnTo>
                <a:lnTo>
                  <a:pt x="43638" y="164837"/>
                </a:lnTo>
                <a:lnTo>
                  <a:pt x="43639" y="164837"/>
                </a:lnTo>
                <a:lnTo>
                  <a:pt x="43640" y="164837"/>
                </a:lnTo>
                <a:lnTo>
                  <a:pt x="43640" y="164837"/>
                </a:lnTo>
                <a:lnTo>
                  <a:pt x="43641" y="164837"/>
                </a:lnTo>
                <a:lnTo>
                  <a:pt x="43642" y="164837"/>
                </a:lnTo>
                <a:lnTo>
                  <a:pt x="43643" y="164837"/>
                </a:lnTo>
                <a:lnTo>
                  <a:pt x="43644" y="164837"/>
                </a:lnTo>
                <a:lnTo>
                  <a:pt x="43644" y="164837"/>
                </a:lnTo>
                <a:lnTo>
                  <a:pt x="43645" y="164837"/>
                </a:lnTo>
                <a:lnTo>
                  <a:pt x="43646" y="164837"/>
                </a:lnTo>
                <a:lnTo>
                  <a:pt x="43647" y="164837"/>
                </a:lnTo>
                <a:lnTo>
                  <a:pt x="43647" y="164837"/>
                </a:lnTo>
                <a:lnTo>
                  <a:pt x="43648" y="164837"/>
                </a:lnTo>
                <a:lnTo>
                  <a:pt x="43649" y="164837"/>
                </a:lnTo>
                <a:lnTo>
                  <a:pt x="43650" y="164837"/>
                </a:lnTo>
                <a:lnTo>
                  <a:pt x="43651" y="164837"/>
                </a:lnTo>
                <a:lnTo>
                  <a:pt x="43651" y="164837"/>
                </a:lnTo>
                <a:lnTo>
                  <a:pt x="43652" y="164837"/>
                </a:lnTo>
                <a:lnTo>
                  <a:pt x="43653" y="164837"/>
                </a:lnTo>
                <a:lnTo>
                  <a:pt x="43654" y="164837"/>
                </a:lnTo>
                <a:lnTo>
                  <a:pt x="43655" y="164837"/>
                </a:lnTo>
                <a:lnTo>
                  <a:pt x="43655" y="164837"/>
                </a:lnTo>
                <a:lnTo>
                  <a:pt x="43656" y="164837"/>
                </a:lnTo>
                <a:lnTo>
                  <a:pt x="43657" y="164837"/>
                </a:lnTo>
                <a:lnTo>
                  <a:pt x="43658" y="164837"/>
                </a:lnTo>
                <a:lnTo>
                  <a:pt x="43659" y="164837"/>
                </a:lnTo>
                <a:lnTo>
                  <a:pt x="43659" y="164837"/>
                </a:lnTo>
                <a:lnTo>
                  <a:pt x="43660" y="164837"/>
                </a:lnTo>
                <a:lnTo>
                  <a:pt x="43661" y="164837"/>
                </a:lnTo>
                <a:lnTo>
                  <a:pt x="43662" y="164837"/>
                </a:lnTo>
                <a:lnTo>
                  <a:pt x="43663" y="164837"/>
                </a:lnTo>
                <a:lnTo>
                  <a:pt x="43663" y="164837"/>
                </a:lnTo>
                <a:lnTo>
                  <a:pt x="43664" y="164837"/>
                </a:lnTo>
                <a:lnTo>
                  <a:pt x="43665" y="164837"/>
                </a:lnTo>
                <a:lnTo>
                  <a:pt x="43666" y="164837"/>
                </a:lnTo>
                <a:lnTo>
                  <a:pt x="43667" y="164837"/>
                </a:lnTo>
                <a:lnTo>
                  <a:pt x="43667" y="164837"/>
                </a:lnTo>
                <a:lnTo>
                  <a:pt x="43668" y="164837"/>
                </a:lnTo>
                <a:lnTo>
                  <a:pt x="43669" y="164837"/>
                </a:lnTo>
                <a:lnTo>
                  <a:pt x="43670" y="164837"/>
                </a:lnTo>
                <a:lnTo>
                  <a:pt x="43671" y="164837"/>
                </a:lnTo>
                <a:lnTo>
                  <a:pt x="43671" y="164837"/>
                </a:lnTo>
                <a:lnTo>
                  <a:pt x="43672" y="164837"/>
                </a:lnTo>
                <a:lnTo>
                  <a:pt x="43673" y="164837"/>
                </a:lnTo>
                <a:lnTo>
                  <a:pt x="43674" y="164837"/>
                </a:lnTo>
                <a:lnTo>
                  <a:pt x="43675" y="164837"/>
                </a:lnTo>
                <a:lnTo>
                  <a:pt x="43675" y="164837"/>
                </a:lnTo>
                <a:lnTo>
                  <a:pt x="43676" y="164837"/>
                </a:lnTo>
                <a:lnTo>
                  <a:pt x="43677" y="164837"/>
                </a:lnTo>
                <a:lnTo>
                  <a:pt x="43678" y="164837"/>
                </a:lnTo>
                <a:lnTo>
                  <a:pt x="43679" y="164837"/>
                </a:lnTo>
                <a:lnTo>
                  <a:pt x="43679" y="164837"/>
                </a:lnTo>
                <a:lnTo>
                  <a:pt x="43680" y="164837"/>
                </a:lnTo>
                <a:lnTo>
                  <a:pt x="43681" y="164837"/>
                </a:lnTo>
                <a:lnTo>
                  <a:pt x="43682" y="164837"/>
                </a:lnTo>
                <a:lnTo>
                  <a:pt x="43683" y="164837"/>
                </a:lnTo>
                <a:lnTo>
                  <a:pt x="43683" y="164837"/>
                </a:lnTo>
                <a:lnTo>
                  <a:pt x="43684" y="164837"/>
                </a:lnTo>
                <a:lnTo>
                  <a:pt x="43685" y="164837"/>
                </a:lnTo>
                <a:lnTo>
                  <a:pt x="43686" y="164837"/>
                </a:lnTo>
                <a:lnTo>
                  <a:pt x="43687" y="164837"/>
                </a:lnTo>
                <a:lnTo>
                  <a:pt x="43687" y="164837"/>
                </a:lnTo>
                <a:lnTo>
                  <a:pt x="43688" y="164837"/>
                </a:lnTo>
                <a:lnTo>
                  <a:pt x="43689" y="164837"/>
                </a:lnTo>
                <a:lnTo>
                  <a:pt x="43690" y="164837"/>
                </a:lnTo>
                <a:lnTo>
                  <a:pt x="43691" y="164837"/>
                </a:lnTo>
                <a:lnTo>
                  <a:pt x="43691" y="164837"/>
                </a:lnTo>
                <a:lnTo>
                  <a:pt x="43692" y="164837"/>
                </a:lnTo>
                <a:lnTo>
                  <a:pt x="43693" y="164837"/>
                </a:lnTo>
                <a:lnTo>
                  <a:pt x="43694" y="164837"/>
                </a:lnTo>
                <a:lnTo>
                  <a:pt x="43695" y="164837"/>
                </a:lnTo>
                <a:lnTo>
                  <a:pt x="43695" y="164837"/>
                </a:lnTo>
                <a:lnTo>
                  <a:pt x="43696" y="164837"/>
                </a:lnTo>
                <a:lnTo>
                  <a:pt x="43697" y="164837"/>
                </a:lnTo>
                <a:lnTo>
                  <a:pt x="43698" y="164837"/>
                </a:lnTo>
                <a:lnTo>
                  <a:pt x="43699" y="164837"/>
                </a:lnTo>
                <a:lnTo>
                  <a:pt x="43699" y="164837"/>
                </a:lnTo>
                <a:lnTo>
                  <a:pt x="43700" y="164837"/>
                </a:lnTo>
                <a:lnTo>
                  <a:pt x="43701" y="164837"/>
                </a:lnTo>
                <a:lnTo>
                  <a:pt x="43702" y="164837"/>
                </a:lnTo>
                <a:lnTo>
                  <a:pt x="43703" y="164837"/>
                </a:lnTo>
                <a:lnTo>
                  <a:pt x="43703" y="164837"/>
                </a:lnTo>
                <a:lnTo>
                  <a:pt x="43704" y="164837"/>
                </a:lnTo>
                <a:lnTo>
                  <a:pt x="43705" y="164837"/>
                </a:lnTo>
                <a:lnTo>
                  <a:pt x="43706" y="164837"/>
                </a:lnTo>
                <a:lnTo>
                  <a:pt x="43707" y="164837"/>
                </a:lnTo>
                <a:lnTo>
                  <a:pt x="43707" y="164837"/>
                </a:lnTo>
                <a:lnTo>
                  <a:pt x="43708" y="164837"/>
                </a:lnTo>
                <a:lnTo>
                  <a:pt x="43709" y="164837"/>
                </a:lnTo>
                <a:lnTo>
                  <a:pt x="43710" y="164837"/>
                </a:lnTo>
                <a:lnTo>
                  <a:pt x="43711" y="164837"/>
                </a:lnTo>
                <a:lnTo>
                  <a:pt x="43711" y="164837"/>
                </a:lnTo>
                <a:lnTo>
                  <a:pt x="43712" y="164837"/>
                </a:lnTo>
                <a:lnTo>
                  <a:pt x="43713" y="164837"/>
                </a:lnTo>
                <a:lnTo>
                  <a:pt x="43714" y="164837"/>
                </a:lnTo>
                <a:lnTo>
                  <a:pt x="43715" y="164837"/>
                </a:lnTo>
                <a:lnTo>
                  <a:pt x="43715" y="164837"/>
                </a:lnTo>
                <a:lnTo>
                  <a:pt x="43716" y="164837"/>
                </a:lnTo>
                <a:lnTo>
                  <a:pt x="43717" y="164837"/>
                </a:lnTo>
                <a:lnTo>
                  <a:pt x="43718" y="164837"/>
                </a:lnTo>
                <a:lnTo>
                  <a:pt x="43719" y="164837"/>
                </a:lnTo>
                <a:lnTo>
                  <a:pt x="43719" y="164837"/>
                </a:lnTo>
                <a:lnTo>
                  <a:pt x="43720" y="164837"/>
                </a:lnTo>
                <a:lnTo>
                  <a:pt x="43721" y="164837"/>
                </a:lnTo>
                <a:lnTo>
                  <a:pt x="43722" y="164837"/>
                </a:lnTo>
                <a:lnTo>
                  <a:pt x="43723" y="164837"/>
                </a:lnTo>
                <a:lnTo>
                  <a:pt x="43723" y="164837"/>
                </a:lnTo>
                <a:lnTo>
                  <a:pt x="43724" y="164837"/>
                </a:lnTo>
                <a:lnTo>
                  <a:pt x="43725" y="164837"/>
                </a:lnTo>
                <a:lnTo>
                  <a:pt x="43726" y="164837"/>
                </a:lnTo>
                <a:lnTo>
                  <a:pt x="43727" y="164837"/>
                </a:lnTo>
                <a:lnTo>
                  <a:pt x="43727" y="164837"/>
                </a:lnTo>
                <a:lnTo>
                  <a:pt x="43728" y="164837"/>
                </a:lnTo>
                <a:lnTo>
                  <a:pt x="43729" y="164837"/>
                </a:lnTo>
                <a:lnTo>
                  <a:pt x="43730" y="164837"/>
                </a:lnTo>
                <a:lnTo>
                  <a:pt x="43731" y="164837"/>
                </a:lnTo>
                <a:lnTo>
                  <a:pt x="43731" y="164837"/>
                </a:lnTo>
                <a:lnTo>
                  <a:pt x="43732" y="164837"/>
                </a:lnTo>
                <a:lnTo>
                  <a:pt x="43733" y="164837"/>
                </a:lnTo>
                <a:lnTo>
                  <a:pt x="43734" y="164837"/>
                </a:lnTo>
                <a:lnTo>
                  <a:pt x="43735" y="164837"/>
                </a:lnTo>
                <a:lnTo>
                  <a:pt x="43735" y="164837"/>
                </a:lnTo>
                <a:lnTo>
                  <a:pt x="43736" y="164837"/>
                </a:lnTo>
                <a:lnTo>
                  <a:pt x="43737" y="164837"/>
                </a:lnTo>
                <a:lnTo>
                  <a:pt x="43738" y="164837"/>
                </a:lnTo>
                <a:lnTo>
                  <a:pt x="43739" y="164837"/>
                </a:lnTo>
                <a:lnTo>
                  <a:pt x="43739" y="164837"/>
                </a:lnTo>
                <a:lnTo>
                  <a:pt x="43740" y="164837"/>
                </a:lnTo>
                <a:lnTo>
                  <a:pt x="43741" y="164837"/>
                </a:lnTo>
                <a:lnTo>
                  <a:pt x="43742" y="164837"/>
                </a:lnTo>
                <a:lnTo>
                  <a:pt x="43743" y="164837"/>
                </a:lnTo>
                <a:lnTo>
                  <a:pt x="43743" y="164837"/>
                </a:lnTo>
                <a:lnTo>
                  <a:pt x="43744" y="164837"/>
                </a:lnTo>
                <a:lnTo>
                  <a:pt x="43745" y="164837"/>
                </a:lnTo>
                <a:lnTo>
                  <a:pt x="43746" y="164837"/>
                </a:lnTo>
                <a:lnTo>
                  <a:pt x="43747" y="164837"/>
                </a:lnTo>
                <a:lnTo>
                  <a:pt x="43747" y="164837"/>
                </a:lnTo>
                <a:lnTo>
                  <a:pt x="43748" y="164837"/>
                </a:lnTo>
                <a:lnTo>
                  <a:pt x="43749" y="164837"/>
                </a:lnTo>
                <a:lnTo>
                  <a:pt x="43750" y="164837"/>
                </a:lnTo>
                <a:lnTo>
                  <a:pt x="43751" y="164837"/>
                </a:lnTo>
                <a:lnTo>
                  <a:pt x="43751" y="164837"/>
                </a:lnTo>
                <a:lnTo>
                  <a:pt x="43752" y="164837"/>
                </a:lnTo>
                <a:lnTo>
                  <a:pt x="43753" y="164837"/>
                </a:lnTo>
                <a:lnTo>
                  <a:pt x="43754" y="164837"/>
                </a:lnTo>
                <a:lnTo>
                  <a:pt x="43755" y="164837"/>
                </a:lnTo>
                <a:lnTo>
                  <a:pt x="43755" y="164837"/>
                </a:lnTo>
                <a:lnTo>
                  <a:pt x="43756" y="164837"/>
                </a:lnTo>
                <a:lnTo>
                  <a:pt x="43757" y="164837"/>
                </a:lnTo>
                <a:lnTo>
                  <a:pt x="43758" y="164837"/>
                </a:lnTo>
                <a:lnTo>
                  <a:pt x="43759" y="164837"/>
                </a:lnTo>
                <a:lnTo>
                  <a:pt x="43759" y="164837"/>
                </a:lnTo>
                <a:lnTo>
                  <a:pt x="43760" y="164837"/>
                </a:lnTo>
                <a:lnTo>
                  <a:pt x="43761" y="164837"/>
                </a:lnTo>
                <a:lnTo>
                  <a:pt x="43762" y="164837"/>
                </a:lnTo>
                <a:lnTo>
                  <a:pt x="43763" y="164837"/>
                </a:lnTo>
                <a:lnTo>
                  <a:pt x="43763" y="164837"/>
                </a:lnTo>
                <a:lnTo>
                  <a:pt x="43764" y="164837"/>
                </a:lnTo>
                <a:lnTo>
                  <a:pt x="43765" y="164837"/>
                </a:lnTo>
                <a:lnTo>
                  <a:pt x="43766" y="164837"/>
                </a:lnTo>
                <a:lnTo>
                  <a:pt x="43767" y="164837"/>
                </a:lnTo>
                <a:lnTo>
                  <a:pt x="43767" y="164837"/>
                </a:lnTo>
                <a:lnTo>
                  <a:pt x="43768" y="164837"/>
                </a:lnTo>
                <a:lnTo>
                  <a:pt x="43769" y="164837"/>
                </a:lnTo>
                <a:lnTo>
                  <a:pt x="43770" y="164837"/>
                </a:lnTo>
                <a:lnTo>
                  <a:pt x="43771" y="164837"/>
                </a:lnTo>
                <a:lnTo>
                  <a:pt x="43771" y="164837"/>
                </a:lnTo>
                <a:lnTo>
                  <a:pt x="43772" y="164837"/>
                </a:lnTo>
                <a:lnTo>
                  <a:pt x="43773" y="164837"/>
                </a:lnTo>
                <a:lnTo>
                  <a:pt x="43774" y="164837"/>
                </a:lnTo>
                <a:lnTo>
                  <a:pt x="43775" y="164837"/>
                </a:lnTo>
                <a:lnTo>
                  <a:pt x="43775" y="164837"/>
                </a:lnTo>
                <a:lnTo>
                  <a:pt x="43776" y="164837"/>
                </a:lnTo>
                <a:lnTo>
                  <a:pt x="43777" y="164837"/>
                </a:lnTo>
                <a:lnTo>
                  <a:pt x="43778" y="164837"/>
                </a:lnTo>
                <a:lnTo>
                  <a:pt x="43779" y="164837"/>
                </a:lnTo>
                <a:lnTo>
                  <a:pt x="43779" y="164837"/>
                </a:lnTo>
                <a:lnTo>
                  <a:pt x="43780" y="164837"/>
                </a:lnTo>
                <a:lnTo>
                  <a:pt x="43781" y="164837"/>
                </a:lnTo>
                <a:lnTo>
                  <a:pt x="43782" y="164837"/>
                </a:lnTo>
                <a:lnTo>
                  <a:pt x="43783" y="164837"/>
                </a:lnTo>
                <a:lnTo>
                  <a:pt x="43783" y="164837"/>
                </a:lnTo>
                <a:lnTo>
                  <a:pt x="43784" y="164837"/>
                </a:lnTo>
                <a:lnTo>
                  <a:pt x="43785" y="164837"/>
                </a:lnTo>
                <a:lnTo>
                  <a:pt x="43786" y="164837"/>
                </a:lnTo>
                <a:lnTo>
                  <a:pt x="43787" y="164837"/>
                </a:lnTo>
                <a:lnTo>
                  <a:pt x="43787" y="164837"/>
                </a:lnTo>
                <a:lnTo>
                  <a:pt x="43788" y="164837"/>
                </a:lnTo>
                <a:lnTo>
                  <a:pt x="43789" y="164837"/>
                </a:lnTo>
                <a:lnTo>
                  <a:pt x="43790" y="164837"/>
                </a:lnTo>
                <a:lnTo>
                  <a:pt x="43791" y="164837"/>
                </a:lnTo>
                <a:lnTo>
                  <a:pt x="43791" y="164837"/>
                </a:lnTo>
                <a:lnTo>
                  <a:pt x="43792" y="164837"/>
                </a:lnTo>
                <a:lnTo>
                  <a:pt x="43793" y="164837"/>
                </a:lnTo>
                <a:lnTo>
                  <a:pt x="43794" y="164837"/>
                </a:lnTo>
                <a:lnTo>
                  <a:pt x="43795" y="164837"/>
                </a:lnTo>
                <a:lnTo>
                  <a:pt x="43796" y="164837"/>
                </a:lnTo>
                <a:lnTo>
                  <a:pt x="43796" y="164837"/>
                </a:lnTo>
                <a:lnTo>
                  <a:pt x="43797" y="164837"/>
                </a:lnTo>
                <a:lnTo>
                  <a:pt x="43798" y="164837"/>
                </a:lnTo>
                <a:lnTo>
                  <a:pt x="43799" y="164837"/>
                </a:lnTo>
                <a:lnTo>
                  <a:pt x="43800" y="164837"/>
                </a:lnTo>
                <a:lnTo>
                  <a:pt x="43800" y="164837"/>
                </a:lnTo>
                <a:lnTo>
                  <a:pt x="43801" y="164837"/>
                </a:lnTo>
                <a:lnTo>
                  <a:pt x="43802" y="164837"/>
                </a:lnTo>
                <a:lnTo>
                  <a:pt x="43803" y="164837"/>
                </a:lnTo>
                <a:lnTo>
                  <a:pt x="43804" y="164837"/>
                </a:lnTo>
                <a:lnTo>
                  <a:pt x="43804" y="164837"/>
                </a:lnTo>
                <a:lnTo>
                  <a:pt x="43805" y="164837"/>
                </a:lnTo>
                <a:lnTo>
                  <a:pt x="43806" y="164837"/>
                </a:lnTo>
                <a:lnTo>
                  <a:pt x="43807" y="164837"/>
                </a:lnTo>
                <a:lnTo>
                  <a:pt x="43808" y="164837"/>
                </a:lnTo>
                <a:lnTo>
                  <a:pt x="43808" y="164837"/>
                </a:lnTo>
                <a:lnTo>
                  <a:pt x="43809" y="164837"/>
                </a:lnTo>
                <a:lnTo>
                  <a:pt x="43810" y="164837"/>
                </a:lnTo>
                <a:lnTo>
                  <a:pt x="43811" y="164837"/>
                </a:lnTo>
                <a:lnTo>
                  <a:pt x="43812" y="164837"/>
                </a:lnTo>
                <a:lnTo>
                  <a:pt x="43812" y="164837"/>
                </a:lnTo>
                <a:lnTo>
                  <a:pt x="43813" y="164837"/>
                </a:lnTo>
                <a:lnTo>
                  <a:pt x="43814" y="164837"/>
                </a:lnTo>
                <a:lnTo>
                  <a:pt x="43815" y="164837"/>
                </a:lnTo>
                <a:lnTo>
                  <a:pt x="43816" y="164837"/>
                </a:lnTo>
                <a:lnTo>
                  <a:pt x="43816" y="164837"/>
                </a:lnTo>
                <a:lnTo>
                  <a:pt x="43817" y="164837"/>
                </a:lnTo>
                <a:lnTo>
                  <a:pt x="43818" y="164837"/>
                </a:lnTo>
                <a:lnTo>
                  <a:pt x="43819" y="164837"/>
                </a:lnTo>
                <a:lnTo>
                  <a:pt x="43820" y="164837"/>
                </a:lnTo>
                <a:lnTo>
                  <a:pt x="43820" y="164837"/>
                </a:lnTo>
                <a:lnTo>
                  <a:pt x="43821" y="164837"/>
                </a:lnTo>
                <a:lnTo>
                  <a:pt x="43822" y="164837"/>
                </a:lnTo>
                <a:lnTo>
                  <a:pt x="43823" y="164837"/>
                </a:lnTo>
                <a:lnTo>
                  <a:pt x="43824" y="164837"/>
                </a:lnTo>
                <a:lnTo>
                  <a:pt x="43824" y="164837"/>
                </a:lnTo>
                <a:lnTo>
                  <a:pt x="43825" y="164837"/>
                </a:lnTo>
                <a:lnTo>
                  <a:pt x="43826" y="164837"/>
                </a:lnTo>
                <a:lnTo>
                  <a:pt x="43827" y="164837"/>
                </a:lnTo>
                <a:lnTo>
                  <a:pt x="43828" y="164837"/>
                </a:lnTo>
                <a:lnTo>
                  <a:pt x="43828" y="164837"/>
                </a:lnTo>
                <a:lnTo>
                  <a:pt x="43829" y="164837"/>
                </a:lnTo>
                <a:lnTo>
                  <a:pt x="43830" y="164837"/>
                </a:lnTo>
                <a:lnTo>
                  <a:pt x="43831" y="164837"/>
                </a:lnTo>
                <a:lnTo>
                  <a:pt x="43832" y="164837"/>
                </a:lnTo>
                <a:lnTo>
                  <a:pt x="43832" y="164837"/>
                </a:lnTo>
                <a:lnTo>
                  <a:pt x="43833" y="164837"/>
                </a:lnTo>
                <a:lnTo>
                  <a:pt x="43834" y="164837"/>
                </a:lnTo>
                <a:lnTo>
                  <a:pt x="43835" y="164837"/>
                </a:lnTo>
                <a:lnTo>
                  <a:pt x="43836" y="164837"/>
                </a:lnTo>
                <a:lnTo>
                  <a:pt x="43836" y="164837"/>
                </a:lnTo>
                <a:lnTo>
                  <a:pt x="43837" y="164837"/>
                </a:lnTo>
                <a:lnTo>
                  <a:pt x="43838" y="164837"/>
                </a:lnTo>
                <a:lnTo>
                  <a:pt x="43839" y="164837"/>
                </a:lnTo>
                <a:lnTo>
                  <a:pt x="43840" y="164837"/>
                </a:lnTo>
                <a:lnTo>
                  <a:pt x="43841" y="164837"/>
                </a:lnTo>
                <a:lnTo>
                  <a:pt x="43841" y="164837"/>
                </a:lnTo>
                <a:lnTo>
                  <a:pt x="43842" y="164837"/>
                </a:lnTo>
                <a:lnTo>
                  <a:pt x="43843" y="164837"/>
                </a:lnTo>
                <a:lnTo>
                  <a:pt x="43844" y="164837"/>
                </a:lnTo>
                <a:lnTo>
                  <a:pt x="43845" y="164837"/>
                </a:lnTo>
                <a:lnTo>
                  <a:pt x="43845" y="164837"/>
                </a:lnTo>
                <a:lnTo>
                  <a:pt x="43846" y="164837"/>
                </a:lnTo>
                <a:lnTo>
                  <a:pt x="43847" y="164837"/>
                </a:lnTo>
                <a:lnTo>
                  <a:pt x="43848" y="164837"/>
                </a:lnTo>
                <a:lnTo>
                  <a:pt x="43849" y="164837"/>
                </a:lnTo>
                <a:lnTo>
                  <a:pt x="43849" y="164837"/>
                </a:lnTo>
                <a:lnTo>
                  <a:pt x="43850" y="164837"/>
                </a:lnTo>
                <a:lnTo>
                  <a:pt x="43851" y="164837"/>
                </a:lnTo>
                <a:lnTo>
                  <a:pt x="43852" y="164837"/>
                </a:lnTo>
                <a:lnTo>
                  <a:pt x="43853" y="164837"/>
                </a:lnTo>
                <a:lnTo>
                  <a:pt x="43853" y="164837"/>
                </a:lnTo>
                <a:lnTo>
                  <a:pt x="43854" y="164837"/>
                </a:lnTo>
                <a:lnTo>
                  <a:pt x="43855" y="164837"/>
                </a:lnTo>
                <a:lnTo>
                  <a:pt x="43856" y="164837"/>
                </a:lnTo>
                <a:lnTo>
                  <a:pt x="43857" y="164837"/>
                </a:lnTo>
                <a:lnTo>
                  <a:pt x="43857" y="164837"/>
                </a:lnTo>
                <a:lnTo>
                  <a:pt x="43858" y="164837"/>
                </a:lnTo>
                <a:lnTo>
                  <a:pt x="43859" y="164837"/>
                </a:lnTo>
                <a:lnTo>
                  <a:pt x="43860" y="164837"/>
                </a:lnTo>
                <a:lnTo>
                  <a:pt x="43861" y="164837"/>
                </a:lnTo>
                <a:lnTo>
                  <a:pt x="43861" y="164837"/>
                </a:lnTo>
                <a:lnTo>
                  <a:pt x="43862" y="164837"/>
                </a:lnTo>
                <a:lnTo>
                  <a:pt x="43863" y="164837"/>
                </a:lnTo>
                <a:lnTo>
                  <a:pt x="43864" y="164837"/>
                </a:lnTo>
                <a:lnTo>
                  <a:pt x="43865" y="164837"/>
                </a:lnTo>
                <a:lnTo>
                  <a:pt x="43865" y="164837"/>
                </a:lnTo>
                <a:lnTo>
                  <a:pt x="43866" y="164837"/>
                </a:lnTo>
                <a:lnTo>
                  <a:pt x="43867" y="164837"/>
                </a:lnTo>
                <a:lnTo>
                  <a:pt x="43868" y="164837"/>
                </a:lnTo>
                <a:lnTo>
                  <a:pt x="43869" y="164837"/>
                </a:lnTo>
                <a:lnTo>
                  <a:pt x="43869" y="164837"/>
                </a:lnTo>
                <a:lnTo>
                  <a:pt x="43870" y="164837"/>
                </a:lnTo>
                <a:lnTo>
                  <a:pt x="43871" y="164837"/>
                </a:lnTo>
                <a:lnTo>
                  <a:pt x="43872" y="164837"/>
                </a:lnTo>
                <a:lnTo>
                  <a:pt x="43873" y="164837"/>
                </a:lnTo>
                <a:lnTo>
                  <a:pt x="43874" y="164837"/>
                </a:lnTo>
                <a:lnTo>
                  <a:pt x="43874" y="164837"/>
                </a:lnTo>
                <a:lnTo>
                  <a:pt x="43875" y="164837"/>
                </a:lnTo>
                <a:lnTo>
                  <a:pt x="43876" y="164837"/>
                </a:lnTo>
                <a:lnTo>
                  <a:pt x="43877" y="164837"/>
                </a:lnTo>
                <a:lnTo>
                  <a:pt x="43878" y="164837"/>
                </a:lnTo>
                <a:lnTo>
                  <a:pt x="43878" y="164837"/>
                </a:lnTo>
                <a:lnTo>
                  <a:pt x="43879" y="164837"/>
                </a:lnTo>
                <a:lnTo>
                  <a:pt x="43880" y="164837"/>
                </a:lnTo>
                <a:lnTo>
                  <a:pt x="43881" y="164837"/>
                </a:lnTo>
                <a:lnTo>
                  <a:pt x="43882" y="164837"/>
                </a:lnTo>
                <a:lnTo>
                  <a:pt x="43882" y="164837"/>
                </a:lnTo>
                <a:lnTo>
                  <a:pt x="43883" y="164837"/>
                </a:lnTo>
                <a:lnTo>
                  <a:pt x="43884" y="164837"/>
                </a:lnTo>
                <a:lnTo>
                  <a:pt x="43885" y="164837"/>
                </a:lnTo>
                <a:lnTo>
                  <a:pt x="43886" y="164837"/>
                </a:lnTo>
                <a:lnTo>
                  <a:pt x="43886" y="164837"/>
                </a:lnTo>
                <a:lnTo>
                  <a:pt x="43887" y="164837"/>
                </a:lnTo>
                <a:lnTo>
                  <a:pt x="43888" y="164837"/>
                </a:lnTo>
                <a:lnTo>
                  <a:pt x="43889" y="164837"/>
                </a:lnTo>
                <a:lnTo>
                  <a:pt x="43890" y="164837"/>
                </a:lnTo>
                <a:lnTo>
                  <a:pt x="43890" y="164837"/>
                </a:lnTo>
                <a:lnTo>
                  <a:pt x="43891" y="164837"/>
                </a:lnTo>
                <a:lnTo>
                  <a:pt x="43892" y="164837"/>
                </a:lnTo>
                <a:lnTo>
                  <a:pt x="43893" y="164837"/>
                </a:lnTo>
                <a:lnTo>
                  <a:pt x="43894" y="164837"/>
                </a:lnTo>
                <a:lnTo>
                  <a:pt x="43894" y="164837"/>
                </a:lnTo>
                <a:lnTo>
                  <a:pt x="43895" y="164837"/>
                </a:lnTo>
                <a:lnTo>
                  <a:pt x="43896" y="164837"/>
                </a:lnTo>
                <a:lnTo>
                  <a:pt x="43897" y="164837"/>
                </a:lnTo>
                <a:lnTo>
                  <a:pt x="43898" y="164837"/>
                </a:lnTo>
                <a:lnTo>
                  <a:pt x="43899" y="164837"/>
                </a:lnTo>
                <a:lnTo>
                  <a:pt x="43899" y="164837"/>
                </a:lnTo>
                <a:lnTo>
                  <a:pt x="43900" y="164837"/>
                </a:lnTo>
                <a:lnTo>
                  <a:pt x="43901" y="164837"/>
                </a:lnTo>
                <a:lnTo>
                  <a:pt x="43902" y="164837"/>
                </a:lnTo>
                <a:lnTo>
                  <a:pt x="43903" y="164837"/>
                </a:lnTo>
                <a:lnTo>
                  <a:pt x="43903" y="164837"/>
                </a:lnTo>
                <a:lnTo>
                  <a:pt x="43904" y="164837"/>
                </a:lnTo>
                <a:lnTo>
                  <a:pt x="43905" y="164837"/>
                </a:lnTo>
                <a:lnTo>
                  <a:pt x="43906" y="164837"/>
                </a:lnTo>
                <a:lnTo>
                  <a:pt x="43907" y="164837"/>
                </a:lnTo>
                <a:lnTo>
                  <a:pt x="43907" y="164837"/>
                </a:lnTo>
                <a:lnTo>
                  <a:pt x="43908" y="164837"/>
                </a:lnTo>
                <a:lnTo>
                  <a:pt x="43909" y="164837"/>
                </a:lnTo>
                <a:lnTo>
                  <a:pt x="43910" y="164837"/>
                </a:lnTo>
                <a:lnTo>
                  <a:pt x="43911" y="164837"/>
                </a:lnTo>
                <a:lnTo>
                  <a:pt x="43911" y="164837"/>
                </a:lnTo>
                <a:lnTo>
                  <a:pt x="43912" y="164837"/>
                </a:lnTo>
                <a:lnTo>
                  <a:pt x="43913" y="164837"/>
                </a:lnTo>
                <a:lnTo>
                  <a:pt x="43914" y="164837"/>
                </a:lnTo>
                <a:lnTo>
                  <a:pt x="43915" y="164837"/>
                </a:lnTo>
                <a:lnTo>
                  <a:pt x="43915" y="164837"/>
                </a:lnTo>
                <a:lnTo>
                  <a:pt x="43916" y="164837"/>
                </a:lnTo>
                <a:lnTo>
                  <a:pt x="43917" y="164837"/>
                </a:lnTo>
                <a:lnTo>
                  <a:pt x="43918" y="164837"/>
                </a:lnTo>
                <a:lnTo>
                  <a:pt x="43919" y="164837"/>
                </a:lnTo>
                <a:lnTo>
                  <a:pt x="43919" y="164837"/>
                </a:lnTo>
                <a:lnTo>
                  <a:pt x="43920" y="164837"/>
                </a:lnTo>
                <a:lnTo>
                  <a:pt x="43921" y="164837"/>
                </a:lnTo>
                <a:lnTo>
                  <a:pt x="43922" y="164837"/>
                </a:lnTo>
                <a:lnTo>
                  <a:pt x="43923" y="164837"/>
                </a:lnTo>
                <a:lnTo>
                  <a:pt x="43924" y="164837"/>
                </a:lnTo>
                <a:lnTo>
                  <a:pt x="43924" y="164837"/>
                </a:lnTo>
                <a:lnTo>
                  <a:pt x="43925" y="164837"/>
                </a:lnTo>
                <a:lnTo>
                  <a:pt x="43926" y="164837"/>
                </a:lnTo>
                <a:lnTo>
                  <a:pt x="43927" y="164837"/>
                </a:lnTo>
                <a:lnTo>
                  <a:pt x="43928" y="164837"/>
                </a:lnTo>
                <a:lnTo>
                  <a:pt x="43928" y="164837"/>
                </a:lnTo>
                <a:lnTo>
                  <a:pt x="43929" y="164837"/>
                </a:lnTo>
                <a:lnTo>
                  <a:pt x="43930" y="164837"/>
                </a:lnTo>
                <a:lnTo>
                  <a:pt x="43931" y="164837"/>
                </a:lnTo>
                <a:lnTo>
                  <a:pt x="43932" y="164837"/>
                </a:lnTo>
                <a:lnTo>
                  <a:pt x="43932" y="164837"/>
                </a:lnTo>
                <a:lnTo>
                  <a:pt x="43933" y="164837"/>
                </a:lnTo>
                <a:lnTo>
                  <a:pt x="43934" y="164837"/>
                </a:lnTo>
                <a:lnTo>
                  <a:pt x="43935" y="164837"/>
                </a:lnTo>
                <a:lnTo>
                  <a:pt x="43936" y="164837"/>
                </a:lnTo>
                <a:lnTo>
                  <a:pt x="43936" y="164837"/>
                </a:lnTo>
                <a:lnTo>
                  <a:pt x="43937" y="164837"/>
                </a:lnTo>
                <a:lnTo>
                  <a:pt x="43938" y="164837"/>
                </a:lnTo>
                <a:lnTo>
                  <a:pt x="43939" y="164837"/>
                </a:lnTo>
                <a:lnTo>
                  <a:pt x="43940" y="164837"/>
                </a:lnTo>
                <a:lnTo>
                  <a:pt x="43941" y="164837"/>
                </a:lnTo>
                <a:lnTo>
                  <a:pt x="43941" y="164837"/>
                </a:lnTo>
                <a:lnTo>
                  <a:pt x="43942" y="164837"/>
                </a:lnTo>
                <a:lnTo>
                  <a:pt x="43943" y="164837"/>
                </a:lnTo>
                <a:lnTo>
                  <a:pt x="43944" y="164837"/>
                </a:lnTo>
                <a:lnTo>
                  <a:pt x="43945" y="164837"/>
                </a:lnTo>
                <a:lnTo>
                  <a:pt x="43945" y="164837"/>
                </a:lnTo>
                <a:lnTo>
                  <a:pt x="43946" y="164837"/>
                </a:lnTo>
                <a:lnTo>
                  <a:pt x="43947" y="164837"/>
                </a:lnTo>
                <a:lnTo>
                  <a:pt x="43948" y="164837"/>
                </a:lnTo>
                <a:lnTo>
                  <a:pt x="43949" y="164837"/>
                </a:lnTo>
                <a:lnTo>
                  <a:pt x="43949" y="164837"/>
                </a:lnTo>
                <a:lnTo>
                  <a:pt x="43950" y="164837"/>
                </a:lnTo>
                <a:lnTo>
                  <a:pt x="43951" y="164837"/>
                </a:lnTo>
                <a:lnTo>
                  <a:pt x="43952" y="164837"/>
                </a:lnTo>
                <a:lnTo>
                  <a:pt x="43953" y="164837"/>
                </a:lnTo>
                <a:lnTo>
                  <a:pt x="43953" y="164837"/>
                </a:lnTo>
                <a:lnTo>
                  <a:pt x="43954" y="164837"/>
                </a:lnTo>
                <a:lnTo>
                  <a:pt x="43955" y="164837"/>
                </a:lnTo>
                <a:lnTo>
                  <a:pt x="43956" y="164837"/>
                </a:lnTo>
                <a:lnTo>
                  <a:pt x="43957" y="164837"/>
                </a:lnTo>
                <a:lnTo>
                  <a:pt x="43957" y="164837"/>
                </a:lnTo>
                <a:lnTo>
                  <a:pt x="43958" y="164837"/>
                </a:lnTo>
                <a:lnTo>
                  <a:pt x="43959" y="164837"/>
                </a:lnTo>
                <a:lnTo>
                  <a:pt x="43960" y="164837"/>
                </a:lnTo>
                <a:lnTo>
                  <a:pt x="43961" y="164837"/>
                </a:lnTo>
                <a:lnTo>
                  <a:pt x="43962" y="164837"/>
                </a:lnTo>
                <a:lnTo>
                  <a:pt x="43962" y="164837"/>
                </a:lnTo>
                <a:lnTo>
                  <a:pt x="43963" y="164837"/>
                </a:lnTo>
                <a:lnTo>
                  <a:pt x="43964" y="164837"/>
                </a:lnTo>
                <a:lnTo>
                  <a:pt x="43965" y="164837"/>
                </a:lnTo>
                <a:lnTo>
                  <a:pt x="43966" y="164837"/>
                </a:lnTo>
                <a:lnTo>
                  <a:pt x="43966" y="164837"/>
                </a:lnTo>
                <a:lnTo>
                  <a:pt x="43967" y="164837"/>
                </a:lnTo>
                <a:lnTo>
                  <a:pt x="43968" y="164837"/>
                </a:lnTo>
                <a:lnTo>
                  <a:pt x="43969" y="164837"/>
                </a:lnTo>
                <a:lnTo>
                  <a:pt x="43970" y="164837"/>
                </a:lnTo>
                <a:lnTo>
                  <a:pt x="43970" y="164837"/>
                </a:lnTo>
                <a:lnTo>
                  <a:pt x="43971" y="164837"/>
                </a:lnTo>
                <a:lnTo>
                  <a:pt x="43972" y="164837"/>
                </a:lnTo>
                <a:lnTo>
                  <a:pt x="43973" y="164837"/>
                </a:lnTo>
                <a:lnTo>
                  <a:pt x="43974" y="164837"/>
                </a:lnTo>
                <a:lnTo>
                  <a:pt x="43974" y="164837"/>
                </a:lnTo>
                <a:lnTo>
                  <a:pt x="43975" y="164837"/>
                </a:lnTo>
                <a:lnTo>
                  <a:pt x="43976" y="164837"/>
                </a:lnTo>
                <a:lnTo>
                  <a:pt x="43977" y="164837"/>
                </a:lnTo>
                <a:lnTo>
                  <a:pt x="43978" y="164837"/>
                </a:lnTo>
                <a:lnTo>
                  <a:pt x="43979" y="164837"/>
                </a:lnTo>
                <a:lnTo>
                  <a:pt x="43979" y="164837"/>
                </a:lnTo>
                <a:lnTo>
                  <a:pt x="43980" y="164837"/>
                </a:lnTo>
                <a:lnTo>
                  <a:pt x="43981" y="164837"/>
                </a:lnTo>
                <a:lnTo>
                  <a:pt x="43982" y="164837"/>
                </a:lnTo>
                <a:lnTo>
                  <a:pt x="43983" y="164837"/>
                </a:lnTo>
                <a:lnTo>
                  <a:pt x="43983" y="164837"/>
                </a:lnTo>
                <a:lnTo>
                  <a:pt x="43984" y="164837"/>
                </a:lnTo>
                <a:lnTo>
                  <a:pt x="43985" y="164837"/>
                </a:lnTo>
                <a:lnTo>
                  <a:pt x="43986" y="164837"/>
                </a:lnTo>
                <a:lnTo>
                  <a:pt x="43987" y="164837"/>
                </a:lnTo>
                <a:lnTo>
                  <a:pt x="43987" y="164837"/>
                </a:lnTo>
                <a:lnTo>
                  <a:pt x="43988" y="164837"/>
                </a:lnTo>
                <a:lnTo>
                  <a:pt x="43989" y="164837"/>
                </a:lnTo>
                <a:lnTo>
                  <a:pt x="43990" y="164837"/>
                </a:lnTo>
                <a:lnTo>
                  <a:pt x="43991" y="164837"/>
                </a:lnTo>
                <a:lnTo>
                  <a:pt x="43991" y="164837"/>
                </a:lnTo>
                <a:lnTo>
                  <a:pt x="43992" y="164837"/>
                </a:lnTo>
                <a:lnTo>
                  <a:pt x="43993" y="164837"/>
                </a:lnTo>
                <a:lnTo>
                  <a:pt x="43994" y="164837"/>
                </a:lnTo>
                <a:lnTo>
                  <a:pt x="43995" y="164837"/>
                </a:lnTo>
                <a:lnTo>
                  <a:pt x="43996" y="164837"/>
                </a:lnTo>
                <a:lnTo>
                  <a:pt x="43996" y="164837"/>
                </a:lnTo>
                <a:lnTo>
                  <a:pt x="43997" y="164837"/>
                </a:lnTo>
                <a:lnTo>
                  <a:pt x="43998" y="164837"/>
                </a:lnTo>
                <a:lnTo>
                  <a:pt x="43999" y="164837"/>
                </a:lnTo>
                <a:lnTo>
                  <a:pt x="44000" y="164837"/>
                </a:lnTo>
                <a:lnTo>
                  <a:pt x="44000" y="164837"/>
                </a:lnTo>
                <a:lnTo>
                  <a:pt x="44001" y="164837"/>
                </a:lnTo>
                <a:lnTo>
                  <a:pt x="44002" y="164837"/>
                </a:lnTo>
                <a:lnTo>
                  <a:pt x="44003" y="164837"/>
                </a:lnTo>
                <a:lnTo>
                  <a:pt x="44004" y="164837"/>
                </a:lnTo>
                <a:lnTo>
                  <a:pt x="44004" y="164837"/>
                </a:lnTo>
                <a:lnTo>
                  <a:pt x="44005" y="164837"/>
                </a:lnTo>
                <a:lnTo>
                  <a:pt x="44006" y="164837"/>
                </a:lnTo>
                <a:lnTo>
                  <a:pt x="44007" y="164837"/>
                </a:lnTo>
                <a:lnTo>
                  <a:pt x="44008" y="164837"/>
                </a:lnTo>
                <a:lnTo>
                  <a:pt x="44008" y="164837"/>
                </a:lnTo>
                <a:lnTo>
                  <a:pt x="44009" y="164837"/>
                </a:lnTo>
                <a:lnTo>
                  <a:pt x="44010" y="164837"/>
                </a:lnTo>
                <a:lnTo>
                  <a:pt x="44011" y="164837"/>
                </a:lnTo>
                <a:lnTo>
                  <a:pt x="44012" y="164837"/>
                </a:lnTo>
                <a:lnTo>
                  <a:pt x="44013" y="164837"/>
                </a:lnTo>
                <a:lnTo>
                  <a:pt x="44013" y="164837"/>
                </a:lnTo>
                <a:lnTo>
                  <a:pt x="44014" y="164837"/>
                </a:lnTo>
                <a:lnTo>
                  <a:pt x="44015" y="164837"/>
                </a:lnTo>
                <a:lnTo>
                  <a:pt x="44016" y="164837"/>
                </a:lnTo>
                <a:lnTo>
                  <a:pt x="44017" y="164837"/>
                </a:lnTo>
                <a:lnTo>
                  <a:pt x="44017" y="164837"/>
                </a:lnTo>
                <a:lnTo>
                  <a:pt x="44018" y="164837"/>
                </a:lnTo>
                <a:lnTo>
                  <a:pt x="44019" y="164837"/>
                </a:lnTo>
                <a:lnTo>
                  <a:pt x="44020" y="164837"/>
                </a:lnTo>
                <a:lnTo>
                  <a:pt x="44021" y="164837"/>
                </a:lnTo>
                <a:lnTo>
                  <a:pt x="44021" y="164837"/>
                </a:lnTo>
                <a:lnTo>
                  <a:pt x="44022" y="164837"/>
                </a:lnTo>
                <a:lnTo>
                  <a:pt x="44023" y="164837"/>
                </a:lnTo>
                <a:lnTo>
                  <a:pt x="44024" y="164837"/>
                </a:lnTo>
                <a:lnTo>
                  <a:pt x="44025" y="164837"/>
                </a:lnTo>
                <a:lnTo>
                  <a:pt x="44026" y="164837"/>
                </a:lnTo>
                <a:lnTo>
                  <a:pt x="44026" y="164837"/>
                </a:lnTo>
                <a:lnTo>
                  <a:pt x="44027" y="164837"/>
                </a:lnTo>
                <a:lnTo>
                  <a:pt x="44028" y="164837"/>
                </a:lnTo>
                <a:lnTo>
                  <a:pt x="44029" y="164837"/>
                </a:lnTo>
                <a:lnTo>
                  <a:pt x="44030" y="164837"/>
                </a:lnTo>
                <a:lnTo>
                  <a:pt x="44030" y="164837"/>
                </a:lnTo>
                <a:lnTo>
                  <a:pt x="44031" y="164837"/>
                </a:lnTo>
                <a:lnTo>
                  <a:pt x="44032" y="164837"/>
                </a:lnTo>
                <a:lnTo>
                  <a:pt x="44033" y="164837"/>
                </a:lnTo>
                <a:lnTo>
                  <a:pt x="44034" y="164837"/>
                </a:lnTo>
                <a:lnTo>
                  <a:pt x="44034" y="164837"/>
                </a:lnTo>
                <a:lnTo>
                  <a:pt x="44035" y="164837"/>
                </a:lnTo>
                <a:lnTo>
                  <a:pt x="44036" y="164837"/>
                </a:lnTo>
                <a:lnTo>
                  <a:pt x="44037" y="164837"/>
                </a:lnTo>
                <a:lnTo>
                  <a:pt x="44038" y="164837"/>
                </a:lnTo>
                <a:lnTo>
                  <a:pt x="44039" y="164837"/>
                </a:lnTo>
                <a:lnTo>
                  <a:pt x="44039" y="164837"/>
                </a:lnTo>
                <a:lnTo>
                  <a:pt x="44040" y="164837"/>
                </a:lnTo>
                <a:lnTo>
                  <a:pt x="44041" y="164837"/>
                </a:lnTo>
                <a:lnTo>
                  <a:pt x="44042" y="164837"/>
                </a:lnTo>
                <a:lnTo>
                  <a:pt x="44043" y="164837"/>
                </a:lnTo>
                <a:lnTo>
                  <a:pt x="44043" y="164837"/>
                </a:lnTo>
                <a:lnTo>
                  <a:pt x="44044" y="164837"/>
                </a:lnTo>
                <a:lnTo>
                  <a:pt x="44045" y="164837"/>
                </a:lnTo>
                <a:lnTo>
                  <a:pt x="44046" y="164837"/>
                </a:lnTo>
                <a:lnTo>
                  <a:pt x="44047" y="164837"/>
                </a:lnTo>
                <a:lnTo>
                  <a:pt x="44047" y="164837"/>
                </a:lnTo>
                <a:lnTo>
                  <a:pt x="44048" y="164837"/>
                </a:lnTo>
                <a:lnTo>
                  <a:pt x="44049" y="164837"/>
                </a:lnTo>
                <a:lnTo>
                  <a:pt x="44050" y="164837"/>
                </a:lnTo>
                <a:lnTo>
                  <a:pt x="44051" y="164837"/>
                </a:lnTo>
                <a:lnTo>
                  <a:pt x="44052" y="164837"/>
                </a:lnTo>
                <a:lnTo>
                  <a:pt x="44052" y="164837"/>
                </a:lnTo>
                <a:lnTo>
                  <a:pt x="44053" y="164837"/>
                </a:lnTo>
                <a:lnTo>
                  <a:pt x="44054" y="164837"/>
                </a:lnTo>
                <a:lnTo>
                  <a:pt x="44055" y="164837"/>
                </a:lnTo>
                <a:lnTo>
                  <a:pt x="44056" y="164837"/>
                </a:lnTo>
                <a:lnTo>
                  <a:pt x="44056" y="164837"/>
                </a:lnTo>
                <a:lnTo>
                  <a:pt x="44057" y="164837"/>
                </a:lnTo>
                <a:lnTo>
                  <a:pt x="44058" y="164837"/>
                </a:lnTo>
                <a:lnTo>
                  <a:pt x="44059" y="164837"/>
                </a:lnTo>
                <a:lnTo>
                  <a:pt x="44060" y="164837"/>
                </a:lnTo>
                <a:lnTo>
                  <a:pt x="44060" y="164837"/>
                </a:lnTo>
                <a:lnTo>
                  <a:pt x="44061" y="164837"/>
                </a:lnTo>
                <a:lnTo>
                  <a:pt x="44062" y="164837"/>
                </a:lnTo>
                <a:lnTo>
                  <a:pt x="44063" y="164837"/>
                </a:lnTo>
                <a:lnTo>
                  <a:pt x="44064" y="164837"/>
                </a:lnTo>
                <a:lnTo>
                  <a:pt x="44064" y="164837"/>
                </a:lnTo>
                <a:lnTo>
                  <a:pt x="44065" y="164837"/>
                </a:lnTo>
                <a:lnTo>
                  <a:pt x="44066" y="164837"/>
                </a:lnTo>
                <a:lnTo>
                  <a:pt x="44067" y="164837"/>
                </a:lnTo>
                <a:lnTo>
                  <a:pt x="44068" y="164837"/>
                </a:lnTo>
                <a:lnTo>
                  <a:pt x="44069" y="164837"/>
                </a:lnTo>
                <a:lnTo>
                  <a:pt x="44069" y="164837"/>
                </a:lnTo>
                <a:lnTo>
                  <a:pt x="44070" y="164837"/>
                </a:lnTo>
                <a:lnTo>
                  <a:pt x="44071" y="164837"/>
                </a:lnTo>
                <a:lnTo>
                  <a:pt x="44072" y="164837"/>
                </a:lnTo>
                <a:lnTo>
                  <a:pt x="44073" y="164837"/>
                </a:lnTo>
                <a:lnTo>
                  <a:pt x="44073" y="164837"/>
                </a:lnTo>
                <a:lnTo>
                  <a:pt x="44074" y="164837"/>
                </a:lnTo>
                <a:lnTo>
                  <a:pt x="44075" y="164837"/>
                </a:lnTo>
                <a:lnTo>
                  <a:pt x="44076" y="164837"/>
                </a:lnTo>
                <a:lnTo>
                  <a:pt x="44077" y="164837"/>
                </a:lnTo>
                <a:lnTo>
                  <a:pt x="44078" y="164837"/>
                </a:lnTo>
                <a:lnTo>
                  <a:pt x="44078" y="164837"/>
                </a:lnTo>
                <a:lnTo>
                  <a:pt x="44079" y="164837"/>
                </a:lnTo>
                <a:lnTo>
                  <a:pt x="44080" y="164837"/>
                </a:lnTo>
                <a:lnTo>
                  <a:pt x="44081" y="164837"/>
                </a:lnTo>
                <a:lnTo>
                  <a:pt x="44082" y="164837"/>
                </a:lnTo>
                <a:lnTo>
                  <a:pt x="44082" y="164837"/>
                </a:lnTo>
                <a:lnTo>
                  <a:pt x="44083" y="164837"/>
                </a:lnTo>
                <a:lnTo>
                  <a:pt x="44084" y="164837"/>
                </a:lnTo>
                <a:lnTo>
                  <a:pt x="44085" y="164837"/>
                </a:lnTo>
                <a:lnTo>
                  <a:pt x="44086" y="164837"/>
                </a:lnTo>
                <a:lnTo>
                  <a:pt x="44086" y="164837"/>
                </a:lnTo>
                <a:lnTo>
                  <a:pt x="44087" y="164837"/>
                </a:lnTo>
                <a:lnTo>
                  <a:pt x="44088" y="164837"/>
                </a:lnTo>
                <a:lnTo>
                  <a:pt x="44089" y="164837"/>
                </a:lnTo>
                <a:lnTo>
                  <a:pt x="44090" y="164837"/>
                </a:lnTo>
                <a:lnTo>
                  <a:pt x="44091" y="164837"/>
                </a:lnTo>
                <a:lnTo>
                  <a:pt x="44091" y="164837"/>
                </a:lnTo>
                <a:lnTo>
                  <a:pt x="44092" y="164837"/>
                </a:lnTo>
                <a:lnTo>
                  <a:pt x="44093" y="164837"/>
                </a:lnTo>
                <a:lnTo>
                  <a:pt x="44094" y="164837"/>
                </a:lnTo>
                <a:lnTo>
                  <a:pt x="44095" y="164837"/>
                </a:lnTo>
                <a:lnTo>
                  <a:pt x="44095" y="164837"/>
                </a:lnTo>
                <a:lnTo>
                  <a:pt x="44096" y="164837"/>
                </a:lnTo>
                <a:lnTo>
                  <a:pt x="44097" y="164837"/>
                </a:lnTo>
                <a:lnTo>
                  <a:pt x="44098" y="164837"/>
                </a:lnTo>
                <a:lnTo>
                  <a:pt x="44099" y="164837"/>
                </a:lnTo>
                <a:lnTo>
                  <a:pt x="44099" y="164837"/>
                </a:lnTo>
                <a:lnTo>
                  <a:pt x="44100" y="164837"/>
                </a:lnTo>
                <a:lnTo>
                  <a:pt x="44101" y="164837"/>
                </a:lnTo>
                <a:lnTo>
                  <a:pt x="44102" y="164837"/>
                </a:lnTo>
                <a:lnTo>
                  <a:pt x="44103" y="164837"/>
                </a:lnTo>
                <a:lnTo>
                  <a:pt x="44104" y="164837"/>
                </a:lnTo>
                <a:lnTo>
                  <a:pt x="44104" y="164837"/>
                </a:lnTo>
                <a:lnTo>
                  <a:pt x="44105" y="164837"/>
                </a:lnTo>
                <a:lnTo>
                  <a:pt x="44106" y="164837"/>
                </a:lnTo>
                <a:lnTo>
                  <a:pt x="44107" y="164837"/>
                </a:lnTo>
                <a:lnTo>
                  <a:pt x="44108" y="164837"/>
                </a:lnTo>
                <a:lnTo>
                  <a:pt x="44108" y="164837"/>
                </a:lnTo>
                <a:lnTo>
                  <a:pt x="44109" y="164837"/>
                </a:lnTo>
                <a:lnTo>
                  <a:pt x="44110" y="164837"/>
                </a:lnTo>
                <a:lnTo>
                  <a:pt x="44111" y="164837"/>
                </a:lnTo>
                <a:lnTo>
                  <a:pt x="44112" y="164837"/>
                </a:lnTo>
                <a:lnTo>
                  <a:pt x="44113" y="164837"/>
                </a:lnTo>
                <a:lnTo>
                  <a:pt x="44113" y="164837"/>
                </a:lnTo>
                <a:lnTo>
                  <a:pt x="44114" y="164837"/>
                </a:lnTo>
                <a:lnTo>
                  <a:pt x="44115" y="164837"/>
                </a:lnTo>
                <a:lnTo>
                  <a:pt x="44116" y="164837"/>
                </a:lnTo>
                <a:lnTo>
                  <a:pt x="44117" y="164837"/>
                </a:lnTo>
                <a:lnTo>
                  <a:pt x="44117" y="164837"/>
                </a:lnTo>
                <a:lnTo>
                  <a:pt x="44118" y="164837"/>
                </a:lnTo>
                <a:lnTo>
                  <a:pt x="44119" y="164837"/>
                </a:lnTo>
                <a:lnTo>
                  <a:pt x="44120" y="164837"/>
                </a:lnTo>
                <a:lnTo>
                  <a:pt x="44121" y="164837"/>
                </a:lnTo>
                <a:lnTo>
                  <a:pt x="44121" y="164837"/>
                </a:lnTo>
                <a:lnTo>
                  <a:pt x="44122" y="164837"/>
                </a:lnTo>
                <a:lnTo>
                  <a:pt x="44123" y="164837"/>
                </a:lnTo>
                <a:lnTo>
                  <a:pt x="44124" y="164837"/>
                </a:lnTo>
                <a:lnTo>
                  <a:pt x="44125" y="164837"/>
                </a:lnTo>
                <a:lnTo>
                  <a:pt x="44126" y="164837"/>
                </a:lnTo>
                <a:lnTo>
                  <a:pt x="44126" y="164837"/>
                </a:lnTo>
                <a:lnTo>
                  <a:pt x="44127" y="164837"/>
                </a:lnTo>
                <a:lnTo>
                  <a:pt x="44128" y="164837"/>
                </a:lnTo>
                <a:lnTo>
                  <a:pt x="44129" y="164837"/>
                </a:lnTo>
                <a:lnTo>
                  <a:pt x="44130" y="164837"/>
                </a:lnTo>
                <a:lnTo>
                  <a:pt x="44130" y="164837"/>
                </a:lnTo>
                <a:lnTo>
                  <a:pt x="44131" y="164837"/>
                </a:lnTo>
                <a:lnTo>
                  <a:pt x="44132" y="164837"/>
                </a:lnTo>
                <a:lnTo>
                  <a:pt x="44133" y="164837"/>
                </a:lnTo>
                <a:lnTo>
                  <a:pt x="44134" y="164837"/>
                </a:lnTo>
                <a:lnTo>
                  <a:pt x="44135" y="164837"/>
                </a:lnTo>
                <a:lnTo>
                  <a:pt x="44135" y="164837"/>
                </a:lnTo>
                <a:lnTo>
                  <a:pt x="44136" y="164837"/>
                </a:lnTo>
                <a:lnTo>
                  <a:pt x="44137" y="164837"/>
                </a:lnTo>
                <a:lnTo>
                  <a:pt x="44138" y="164837"/>
                </a:lnTo>
                <a:lnTo>
                  <a:pt x="44139" y="164837"/>
                </a:lnTo>
                <a:lnTo>
                  <a:pt x="44139" y="164837"/>
                </a:lnTo>
                <a:lnTo>
                  <a:pt x="44140" y="164837"/>
                </a:lnTo>
                <a:lnTo>
                  <a:pt x="44141" y="164837"/>
                </a:lnTo>
                <a:lnTo>
                  <a:pt x="44142" y="164837"/>
                </a:lnTo>
                <a:lnTo>
                  <a:pt x="44143" y="164837"/>
                </a:lnTo>
                <a:lnTo>
                  <a:pt x="44143" y="164837"/>
                </a:lnTo>
                <a:lnTo>
                  <a:pt x="44144" y="164837"/>
                </a:lnTo>
                <a:lnTo>
                  <a:pt x="44145" y="164837"/>
                </a:lnTo>
                <a:lnTo>
                  <a:pt x="44146" y="164837"/>
                </a:lnTo>
                <a:lnTo>
                  <a:pt x="44147" y="164837"/>
                </a:lnTo>
                <a:lnTo>
                  <a:pt x="44148" y="164837"/>
                </a:lnTo>
                <a:lnTo>
                  <a:pt x="44148" y="164837"/>
                </a:lnTo>
                <a:lnTo>
                  <a:pt x="44149" y="164837"/>
                </a:lnTo>
                <a:lnTo>
                  <a:pt x="44150" y="164837"/>
                </a:lnTo>
                <a:lnTo>
                  <a:pt x="44151" y="164837"/>
                </a:lnTo>
                <a:lnTo>
                  <a:pt x="44152" y="164837"/>
                </a:lnTo>
                <a:lnTo>
                  <a:pt x="44152" y="164837"/>
                </a:lnTo>
                <a:lnTo>
                  <a:pt x="44153" y="164837"/>
                </a:lnTo>
                <a:lnTo>
                  <a:pt x="44154" y="164837"/>
                </a:lnTo>
                <a:lnTo>
                  <a:pt x="44155" y="164837"/>
                </a:lnTo>
                <a:lnTo>
                  <a:pt x="44156" y="164837"/>
                </a:lnTo>
                <a:lnTo>
                  <a:pt x="44157" y="164837"/>
                </a:lnTo>
                <a:lnTo>
                  <a:pt x="44157" y="164837"/>
                </a:lnTo>
                <a:lnTo>
                  <a:pt x="44158" y="164837"/>
                </a:lnTo>
                <a:lnTo>
                  <a:pt x="44159" y="164837"/>
                </a:lnTo>
                <a:lnTo>
                  <a:pt x="44160" y="164837"/>
                </a:lnTo>
                <a:lnTo>
                  <a:pt x="44161" y="164837"/>
                </a:lnTo>
                <a:lnTo>
                  <a:pt x="44161" y="164837"/>
                </a:lnTo>
                <a:lnTo>
                  <a:pt x="44162" y="164837"/>
                </a:lnTo>
                <a:lnTo>
                  <a:pt x="44163" y="164837"/>
                </a:lnTo>
                <a:lnTo>
                  <a:pt x="44164" y="164837"/>
                </a:lnTo>
                <a:lnTo>
                  <a:pt x="44165" y="164837"/>
                </a:lnTo>
                <a:lnTo>
                  <a:pt x="44166" y="164837"/>
                </a:lnTo>
                <a:lnTo>
                  <a:pt x="44166" y="164837"/>
                </a:lnTo>
                <a:lnTo>
                  <a:pt x="44167" y="164837"/>
                </a:lnTo>
                <a:lnTo>
                  <a:pt x="44168" y="164837"/>
                </a:lnTo>
                <a:lnTo>
                  <a:pt x="44169" y="164837"/>
                </a:lnTo>
                <a:lnTo>
                  <a:pt x="44170" y="164837"/>
                </a:lnTo>
                <a:lnTo>
                  <a:pt x="44170" y="164837"/>
                </a:lnTo>
                <a:lnTo>
                  <a:pt x="44171" y="164837"/>
                </a:lnTo>
                <a:lnTo>
                  <a:pt x="44172" y="164837"/>
                </a:lnTo>
                <a:lnTo>
                  <a:pt x="44173" y="164837"/>
                </a:lnTo>
                <a:lnTo>
                  <a:pt x="44174" y="164837"/>
                </a:lnTo>
                <a:lnTo>
                  <a:pt x="44174" y="164837"/>
                </a:lnTo>
                <a:lnTo>
                  <a:pt x="44175" y="164837"/>
                </a:lnTo>
                <a:lnTo>
                  <a:pt x="44176" y="164837"/>
                </a:lnTo>
                <a:lnTo>
                  <a:pt x="44177" y="164837"/>
                </a:lnTo>
                <a:lnTo>
                  <a:pt x="44178" y="164837"/>
                </a:lnTo>
                <a:lnTo>
                  <a:pt x="44179" y="164837"/>
                </a:lnTo>
                <a:lnTo>
                  <a:pt x="44179" y="164837"/>
                </a:lnTo>
                <a:lnTo>
                  <a:pt x="44180" y="164837"/>
                </a:lnTo>
                <a:lnTo>
                  <a:pt x="44181" y="164837"/>
                </a:lnTo>
                <a:lnTo>
                  <a:pt x="44182" y="164837"/>
                </a:lnTo>
                <a:lnTo>
                  <a:pt x="44183" y="164837"/>
                </a:lnTo>
                <a:lnTo>
                  <a:pt x="44183" y="164837"/>
                </a:lnTo>
                <a:lnTo>
                  <a:pt x="44184" y="164837"/>
                </a:lnTo>
                <a:lnTo>
                  <a:pt x="44185" y="164837"/>
                </a:lnTo>
                <a:lnTo>
                  <a:pt x="44186" y="164837"/>
                </a:lnTo>
                <a:lnTo>
                  <a:pt x="44187" y="164837"/>
                </a:lnTo>
                <a:lnTo>
                  <a:pt x="44188" y="164837"/>
                </a:lnTo>
                <a:lnTo>
                  <a:pt x="44188" y="164837"/>
                </a:lnTo>
                <a:lnTo>
                  <a:pt x="44189" y="164837"/>
                </a:lnTo>
                <a:lnTo>
                  <a:pt x="44190" y="164837"/>
                </a:lnTo>
                <a:lnTo>
                  <a:pt x="44191" y="164837"/>
                </a:lnTo>
                <a:lnTo>
                  <a:pt x="44192" y="164837"/>
                </a:lnTo>
                <a:lnTo>
                  <a:pt x="44192" y="164837"/>
                </a:lnTo>
                <a:lnTo>
                  <a:pt x="44193" y="164837"/>
                </a:lnTo>
                <a:lnTo>
                  <a:pt x="44194" y="164837"/>
                </a:lnTo>
                <a:lnTo>
                  <a:pt x="44195" y="164837"/>
                </a:lnTo>
                <a:lnTo>
                  <a:pt x="44196" y="164837"/>
                </a:lnTo>
                <a:lnTo>
                  <a:pt x="44197" y="164837"/>
                </a:lnTo>
                <a:lnTo>
                  <a:pt x="44197" y="164837"/>
                </a:lnTo>
                <a:lnTo>
                  <a:pt x="44198" y="164837"/>
                </a:lnTo>
                <a:lnTo>
                  <a:pt x="44199" y="164837"/>
                </a:lnTo>
                <a:lnTo>
                  <a:pt x="44200" y="164837"/>
                </a:lnTo>
                <a:lnTo>
                  <a:pt x="44201" y="164837"/>
                </a:lnTo>
                <a:lnTo>
                  <a:pt x="44201" y="164837"/>
                </a:lnTo>
                <a:lnTo>
                  <a:pt x="44202" y="164837"/>
                </a:lnTo>
                <a:lnTo>
                  <a:pt x="44203" y="164837"/>
                </a:lnTo>
                <a:lnTo>
                  <a:pt x="44204" y="164837"/>
                </a:lnTo>
                <a:lnTo>
                  <a:pt x="44205" y="164837"/>
                </a:lnTo>
                <a:lnTo>
                  <a:pt x="44206" y="164837"/>
                </a:lnTo>
                <a:lnTo>
                  <a:pt x="44206" y="164837"/>
                </a:lnTo>
                <a:lnTo>
                  <a:pt x="44207" y="164837"/>
                </a:lnTo>
                <a:lnTo>
                  <a:pt x="44208" y="164837"/>
                </a:lnTo>
                <a:lnTo>
                  <a:pt x="44209" y="164837"/>
                </a:lnTo>
                <a:lnTo>
                  <a:pt x="44210" y="164837"/>
                </a:lnTo>
                <a:lnTo>
                  <a:pt x="44210" y="164837"/>
                </a:lnTo>
                <a:lnTo>
                  <a:pt x="44211" y="164837"/>
                </a:lnTo>
                <a:lnTo>
                  <a:pt x="44212" y="164837"/>
                </a:lnTo>
                <a:lnTo>
                  <a:pt x="44213" y="164837"/>
                </a:lnTo>
                <a:lnTo>
                  <a:pt x="44214" y="164837"/>
                </a:lnTo>
                <a:lnTo>
                  <a:pt x="44215" y="164837"/>
                </a:lnTo>
                <a:lnTo>
                  <a:pt x="44215" y="164837"/>
                </a:lnTo>
                <a:lnTo>
                  <a:pt x="44216" y="164837"/>
                </a:lnTo>
                <a:lnTo>
                  <a:pt x="44217" y="164837"/>
                </a:lnTo>
                <a:lnTo>
                  <a:pt x="44218" y="164837"/>
                </a:lnTo>
                <a:lnTo>
                  <a:pt x="44219" y="164837"/>
                </a:lnTo>
                <a:lnTo>
                  <a:pt x="44219" y="164837"/>
                </a:lnTo>
                <a:lnTo>
                  <a:pt x="44220" y="164837"/>
                </a:lnTo>
                <a:lnTo>
                  <a:pt x="44221" y="164837"/>
                </a:lnTo>
                <a:lnTo>
                  <a:pt x="44222" y="164837"/>
                </a:lnTo>
                <a:lnTo>
                  <a:pt x="44223" y="164837"/>
                </a:lnTo>
                <a:lnTo>
                  <a:pt x="44224" y="164837"/>
                </a:lnTo>
                <a:lnTo>
                  <a:pt x="44224" y="164837"/>
                </a:lnTo>
                <a:lnTo>
                  <a:pt x="44225" y="164837"/>
                </a:lnTo>
                <a:lnTo>
                  <a:pt x="44226" y="164837"/>
                </a:lnTo>
                <a:lnTo>
                  <a:pt x="44227" y="164837"/>
                </a:lnTo>
                <a:lnTo>
                  <a:pt x="44228" y="164837"/>
                </a:lnTo>
                <a:lnTo>
                  <a:pt x="44228" y="164837"/>
                </a:lnTo>
                <a:lnTo>
                  <a:pt x="44229" y="164837"/>
                </a:lnTo>
                <a:lnTo>
                  <a:pt x="44230" y="164837"/>
                </a:lnTo>
                <a:lnTo>
                  <a:pt x="44231" y="164837"/>
                </a:lnTo>
                <a:lnTo>
                  <a:pt x="44232" y="164837"/>
                </a:lnTo>
                <a:lnTo>
                  <a:pt x="44233" y="164837"/>
                </a:lnTo>
                <a:lnTo>
                  <a:pt x="44233" y="164837"/>
                </a:lnTo>
                <a:lnTo>
                  <a:pt x="44234" y="164837"/>
                </a:lnTo>
                <a:lnTo>
                  <a:pt x="44235" y="164837"/>
                </a:lnTo>
                <a:lnTo>
                  <a:pt x="44236" y="164837"/>
                </a:lnTo>
                <a:lnTo>
                  <a:pt x="44237" y="164837"/>
                </a:lnTo>
                <a:lnTo>
                  <a:pt x="44237" y="164837"/>
                </a:lnTo>
                <a:lnTo>
                  <a:pt x="44238" y="164837"/>
                </a:lnTo>
                <a:lnTo>
                  <a:pt x="44239" y="164837"/>
                </a:lnTo>
                <a:lnTo>
                  <a:pt x="44240" y="164837"/>
                </a:lnTo>
                <a:lnTo>
                  <a:pt x="44241" y="164837"/>
                </a:lnTo>
                <a:lnTo>
                  <a:pt x="44242" y="164837"/>
                </a:lnTo>
                <a:lnTo>
                  <a:pt x="44242" y="164837"/>
                </a:lnTo>
                <a:lnTo>
                  <a:pt x="44243" y="164837"/>
                </a:lnTo>
                <a:lnTo>
                  <a:pt x="44244" y="164837"/>
                </a:lnTo>
                <a:lnTo>
                  <a:pt x="44245" y="164837"/>
                </a:lnTo>
                <a:lnTo>
                  <a:pt x="44246" y="164837"/>
                </a:lnTo>
                <a:lnTo>
                  <a:pt x="44246" y="164837"/>
                </a:lnTo>
                <a:lnTo>
                  <a:pt x="44247" y="164837"/>
                </a:lnTo>
                <a:lnTo>
                  <a:pt x="44248" y="164837"/>
                </a:lnTo>
                <a:lnTo>
                  <a:pt x="44249" y="164837"/>
                </a:lnTo>
                <a:lnTo>
                  <a:pt x="44250" y="164837"/>
                </a:lnTo>
                <a:lnTo>
                  <a:pt x="44251" y="164837"/>
                </a:lnTo>
                <a:lnTo>
                  <a:pt x="44251" y="164837"/>
                </a:lnTo>
                <a:lnTo>
                  <a:pt x="44252" y="164837"/>
                </a:lnTo>
                <a:lnTo>
                  <a:pt x="44253" y="164837"/>
                </a:lnTo>
                <a:lnTo>
                  <a:pt x="44254" y="164837"/>
                </a:lnTo>
                <a:lnTo>
                  <a:pt x="44255" y="164837"/>
                </a:lnTo>
                <a:lnTo>
                  <a:pt x="44255" y="164837"/>
                </a:lnTo>
                <a:lnTo>
                  <a:pt x="44256" y="164837"/>
                </a:lnTo>
                <a:lnTo>
                  <a:pt x="44257" y="164837"/>
                </a:lnTo>
                <a:lnTo>
                  <a:pt x="44258" y="164837"/>
                </a:lnTo>
                <a:lnTo>
                  <a:pt x="44259" y="164837"/>
                </a:lnTo>
                <a:lnTo>
                  <a:pt x="44260" y="164837"/>
                </a:lnTo>
                <a:lnTo>
                  <a:pt x="44260" y="164837"/>
                </a:lnTo>
                <a:lnTo>
                  <a:pt x="44261" y="164837"/>
                </a:lnTo>
                <a:lnTo>
                  <a:pt x="44262" y="164837"/>
                </a:lnTo>
                <a:lnTo>
                  <a:pt x="44263" y="164837"/>
                </a:lnTo>
                <a:lnTo>
                  <a:pt x="44264" y="164837"/>
                </a:lnTo>
                <a:lnTo>
                  <a:pt x="44265" y="164837"/>
                </a:lnTo>
                <a:lnTo>
                  <a:pt x="44265" y="164837"/>
                </a:lnTo>
                <a:lnTo>
                  <a:pt x="44266" y="164837"/>
                </a:lnTo>
                <a:lnTo>
                  <a:pt x="44267" y="164837"/>
                </a:lnTo>
                <a:lnTo>
                  <a:pt x="44268" y="164837"/>
                </a:lnTo>
                <a:lnTo>
                  <a:pt x="44269" y="164837"/>
                </a:lnTo>
                <a:lnTo>
                  <a:pt x="44269" y="164837"/>
                </a:lnTo>
                <a:lnTo>
                  <a:pt x="44270" y="164837"/>
                </a:lnTo>
                <a:lnTo>
                  <a:pt x="44271" y="164837"/>
                </a:lnTo>
                <a:lnTo>
                  <a:pt x="44272" y="164837"/>
                </a:lnTo>
                <a:lnTo>
                  <a:pt x="44273" y="164837"/>
                </a:lnTo>
                <a:lnTo>
                  <a:pt x="44274" y="164837"/>
                </a:lnTo>
                <a:lnTo>
                  <a:pt x="44274" y="164837"/>
                </a:lnTo>
                <a:lnTo>
                  <a:pt x="44275" y="164837"/>
                </a:lnTo>
                <a:lnTo>
                  <a:pt x="44276" y="164837"/>
                </a:lnTo>
                <a:lnTo>
                  <a:pt x="44277" y="164837"/>
                </a:lnTo>
                <a:lnTo>
                  <a:pt x="44278" y="164837"/>
                </a:lnTo>
                <a:lnTo>
                  <a:pt x="44278" y="164837"/>
                </a:lnTo>
                <a:lnTo>
                  <a:pt x="44279" y="164837"/>
                </a:lnTo>
                <a:lnTo>
                  <a:pt x="44280" y="164837"/>
                </a:lnTo>
                <a:lnTo>
                  <a:pt x="44281" y="164837"/>
                </a:lnTo>
                <a:lnTo>
                  <a:pt x="44282" y="164837"/>
                </a:lnTo>
                <a:lnTo>
                  <a:pt x="44283" y="164837"/>
                </a:lnTo>
                <a:lnTo>
                  <a:pt x="44283" y="164837"/>
                </a:lnTo>
                <a:lnTo>
                  <a:pt x="44284" y="164837"/>
                </a:lnTo>
                <a:lnTo>
                  <a:pt x="44285" y="164837"/>
                </a:lnTo>
                <a:lnTo>
                  <a:pt x="44286" y="164837"/>
                </a:lnTo>
                <a:lnTo>
                  <a:pt x="44287" y="164837"/>
                </a:lnTo>
                <a:lnTo>
                  <a:pt x="44287" y="164837"/>
                </a:lnTo>
                <a:lnTo>
                  <a:pt x="44288" y="164837"/>
                </a:lnTo>
                <a:lnTo>
                  <a:pt x="44289" y="164837"/>
                </a:lnTo>
                <a:lnTo>
                  <a:pt x="44290" y="164837"/>
                </a:lnTo>
                <a:lnTo>
                  <a:pt x="44291" y="164837"/>
                </a:lnTo>
                <a:lnTo>
                  <a:pt x="44292" y="164837"/>
                </a:lnTo>
                <a:lnTo>
                  <a:pt x="44292" y="164837"/>
                </a:lnTo>
                <a:lnTo>
                  <a:pt x="44293" y="164837"/>
                </a:lnTo>
                <a:lnTo>
                  <a:pt x="44294" y="164837"/>
                </a:lnTo>
                <a:lnTo>
                  <a:pt x="44295" y="164837"/>
                </a:lnTo>
                <a:lnTo>
                  <a:pt x="44296" y="164837"/>
                </a:lnTo>
                <a:lnTo>
                  <a:pt x="44297" y="164837"/>
                </a:lnTo>
                <a:lnTo>
                  <a:pt x="44297" y="164837"/>
                </a:lnTo>
                <a:lnTo>
                  <a:pt x="44298" y="164837"/>
                </a:lnTo>
                <a:lnTo>
                  <a:pt x="44299" y="164837"/>
                </a:lnTo>
                <a:lnTo>
                  <a:pt x="44300" y="164837"/>
                </a:lnTo>
                <a:lnTo>
                  <a:pt x="44301" y="164837"/>
                </a:lnTo>
                <a:lnTo>
                  <a:pt x="44301" y="164837"/>
                </a:lnTo>
                <a:lnTo>
                  <a:pt x="44302" y="164837"/>
                </a:lnTo>
                <a:lnTo>
                  <a:pt x="44303" y="164837"/>
                </a:lnTo>
                <a:lnTo>
                  <a:pt x="44304" y="164837"/>
                </a:lnTo>
                <a:lnTo>
                  <a:pt x="44305" y="164837"/>
                </a:lnTo>
                <a:lnTo>
                  <a:pt x="44306" y="164837"/>
                </a:lnTo>
                <a:lnTo>
                  <a:pt x="44306" y="164837"/>
                </a:lnTo>
                <a:lnTo>
                  <a:pt x="44307" y="164837"/>
                </a:lnTo>
                <a:lnTo>
                  <a:pt x="44308" y="164837"/>
                </a:lnTo>
                <a:lnTo>
                  <a:pt x="44309" y="164837"/>
                </a:lnTo>
                <a:lnTo>
                  <a:pt x="44310" y="164837"/>
                </a:lnTo>
                <a:lnTo>
                  <a:pt x="44310" y="164837"/>
                </a:lnTo>
                <a:lnTo>
                  <a:pt x="44311" y="164837"/>
                </a:lnTo>
                <a:lnTo>
                  <a:pt x="44312" y="164837"/>
                </a:lnTo>
                <a:lnTo>
                  <a:pt x="44313" y="164837"/>
                </a:lnTo>
                <a:lnTo>
                  <a:pt x="44314" y="164837"/>
                </a:lnTo>
                <a:lnTo>
                  <a:pt x="44315" y="164837"/>
                </a:lnTo>
                <a:lnTo>
                  <a:pt x="44315" y="164837"/>
                </a:lnTo>
                <a:lnTo>
                  <a:pt x="44316" y="164837"/>
                </a:lnTo>
                <a:lnTo>
                  <a:pt x="44317" y="164837"/>
                </a:lnTo>
                <a:lnTo>
                  <a:pt x="44318" y="164837"/>
                </a:lnTo>
                <a:lnTo>
                  <a:pt x="44319" y="164837"/>
                </a:lnTo>
                <a:lnTo>
                  <a:pt x="44320" y="164837"/>
                </a:lnTo>
                <a:lnTo>
                  <a:pt x="44320" y="164837"/>
                </a:lnTo>
                <a:lnTo>
                  <a:pt x="44321" y="164837"/>
                </a:lnTo>
                <a:lnTo>
                  <a:pt x="44322" y="164837"/>
                </a:lnTo>
                <a:lnTo>
                  <a:pt x="44323" y="164837"/>
                </a:lnTo>
                <a:lnTo>
                  <a:pt x="44324" y="164837"/>
                </a:lnTo>
                <a:lnTo>
                  <a:pt x="44324" y="164837"/>
                </a:lnTo>
                <a:lnTo>
                  <a:pt x="44325" y="164837"/>
                </a:lnTo>
                <a:lnTo>
                  <a:pt x="44326" y="164837"/>
                </a:lnTo>
                <a:lnTo>
                  <a:pt x="44327" y="164837"/>
                </a:lnTo>
                <a:lnTo>
                  <a:pt x="44328" y="164837"/>
                </a:lnTo>
                <a:lnTo>
                  <a:pt x="44329" y="164837"/>
                </a:lnTo>
                <a:lnTo>
                  <a:pt x="44329" y="164837"/>
                </a:lnTo>
                <a:lnTo>
                  <a:pt x="44330" y="164837"/>
                </a:lnTo>
                <a:lnTo>
                  <a:pt x="44331" y="164837"/>
                </a:lnTo>
                <a:lnTo>
                  <a:pt x="44332" y="164837"/>
                </a:lnTo>
                <a:lnTo>
                  <a:pt x="44333" y="164837"/>
                </a:lnTo>
                <a:lnTo>
                  <a:pt x="44334" y="164837"/>
                </a:lnTo>
                <a:lnTo>
                  <a:pt x="44334" y="164837"/>
                </a:lnTo>
                <a:lnTo>
                  <a:pt x="44335" y="164837"/>
                </a:lnTo>
                <a:lnTo>
                  <a:pt x="44336" y="164837"/>
                </a:lnTo>
                <a:lnTo>
                  <a:pt x="44337" y="164837"/>
                </a:lnTo>
                <a:lnTo>
                  <a:pt x="44338" y="164837"/>
                </a:lnTo>
                <a:lnTo>
                  <a:pt x="44338" y="164837"/>
                </a:lnTo>
                <a:lnTo>
                  <a:pt x="44339" y="164837"/>
                </a:lnTo>
                <a:lnTo>
                  <a:pt x="44340" y="164837"/>
                </a:lnTo>
                <a:lnTo>
                  <a:pt x="44341" y="164837"/>
                </a:lnTo>
                <a:lnTo>
                  <a:pt x="44342" y="164837"/>
                </a:lnTo>
                <a:lnTo>
                  <a:pt x="44343" y="164837"/>
                </a:lnTo>
                <a:lnTo>
                  <a:pt x="44343" y="164837"/>
                </a:lnTo>
                <a:lnTo>
                  <a:pt x="44344" y="164837"/>
                </a:lnTo>
                <a:lnTo>
                  <a:pt x="44345" y="164837"/>
                </a:lnTo>
                <a:lnTo>
                  <a:pt x="44346" y="164837"/>
                </a:lnTo>
                <a:lnTo>
                  <a:pt x="44347" y="164837"/>
                </a:lnTo>
                <a:lnTo>
                  <a:pt x="44347" y="164837"/>
                </a:lnTo>
                <a:lnTo>
                  <a:pt x="44348" y="164837"/>
                </a:lnTo>
                <a:lnTo>
                  <a:pt x="44349" y="164837"/>
                </a:lnTo>
                <a:lnTo>
                  <a:pt x="44350" y="164837"/>
                </a:lnTo>
                <a:lnTo>
                  <a:pt x="44351" y="164837"/>
                </a:lnTo>
                <a:lnTo>
                  <a:pt x="44352" y="164837"/>
                </a:lnTo>
                <a:lnTo>
                  <a:pt x="44352" y="164837"/>
                </a:lnTo>
                <a:lnTo>
                  <a:pt x="44353" y="164837"/>
                </a:lnTo>
                <a:lnTo>
                  <a:pt x="44354" y="164837"/>
                </a:lnTo>
                <a:lnTo>
                  <a:pt x="44355" y="164837"/>
                </a:lnTo>
                <a:lnTo>
                  <a:pt x="44356" y="164837"/>
                </a:lnTo>
                <a:lnTo>
                  <a:pt x="44357" y="164837"/>
                </a:lnTo>
                <a:lnTo>
                  <a:pt x="44357" y="164837"/>
                </a:lnTo>
                <a:lnTo>
                  <a:pt x="44358" y="164837"/>
                </a:lnTo>
                <a:lnTo>
                  <a:pt x="44359" y="164837"/>
                </a:lnTo>
                <a:lnTo>
                  <a:pt x="44360" y="164837"/>
                </a:lnTo>
                <a:lnTo>
                  <a:pt x="44361" y="164837"/>
                </a:lnTo>
                <a:lnTo>
                  <a:pt x="44361" y="164837"/>
                </a:lnTo>
                <a:lnTo>
                  <a:pt x="44362" y="164837"/>
                </a:lnTo>
                <a:lnTo>
                  <a:pt x="44363" y="164837"/>
                </a:lnTo>
                <a:lnTo>
                  <a:pt x="44364" y="164837"/>
                </a:lnTo>
                <a:lnTo>
                  <a:pt x="44365" y="164837"/>
                </a:lnTo>
                <a:lnTo>
                  <a:pt x="44366" y="164837"/>
                </a:lnTo>
                <a:lnTo>
                  <a:pt x="44366" y="164837"/>
                </a:lnTo>
                <a:lnTo>
                  <a:pt x="44367" y="164837"/>
                </a:lnTo>
                <a:lnTo>
                  <a:pt x="44368" y="164837"/>
                </a:lnTo>
                <a:lnTo>
                  <a:pt x="44369" y="164837"/>
                </a:lnTo>
                <a:lnTo>
                  <a:pt x="44370" y="164837"/>
                </a:lnTo>
                <a:lnTo>
                  <a:pt x="44371" y="164837"/>
                </a:lnTo>
                <a:lnTo>
                  <a:pt x="44371" y="164837"/>
                </a:lnTo>
                <a:lnTo>
                  <a:pt x="44372" y="164837"/>
                </a:lnTo>
                <a:lnTo>
                  <a:pt x="44373" y="164837"/>
                </a:lnTo>
                <a:lnTo>
                  <a:pt x="44374" y="164837"/>
                </a:lnTo>
                <a:lnTo>
                  <a:pt x="44375" y="164837"/>
                </a:lnTo>
                <a:lnTo>
                  <a:pt x="44375" y="164837"/>
                </a:lnTo>
                <a:lnTo>
                  <a:pt x="44376" y="164837"/>
                </a:lnTo>
                <a:lnTo>
                  <a:pt x="44377" y="164837"/>
                </a:lnTo>
                <a:lnTo>
                  <a:pt x="44378" y="164837"/>
                </a:lnTo>
                <a:lnTo>
                  <a:pt x="44379" y="164837"/>
                </a:lnTo>
                <a:lnTo>
                  <a:pt x="44380" y="164837"/>
                </a:lnTo>
                <a:lnTo>
                  <a:pt x="44380" y="164837"/>
                </a:lnTo>
                <a:lnTo>
                  <a:pt x="44381" y="164837"/>
                </a:lnTo>
                <a:lnTo>
                  <a:pt x="44382" y="164837"/>
                </a:lnTo>
                <a:lnTo>
                  <a:pt x="44383" y="164837"/>
                </a:lnTo>
                <a:lnTo>
                  <a:pt x="44384" y="164837"/>
                </a:lnTo>
                <a:lnTo>
                  <a:pt x="44385" y="164837"/>
                </a:lnTo>
                <a:lnTo>
                  <a:pt x="44385" y="164837"/>
                </a:lnTo>
                <a:lnTo>
                  <a:pt x="44386" y="164837"/>
                </a:lnTo>
                <a:lnTo>
                  <a:pt x="44387" y="164837"/>
                </a:lnTo>
                <a:lnTo>
                  <a:pt x="44388" y="164837"/>
                </a:lnTo>
                <a:lnTo>
                  <a:pt x="44389" y="164837"/>
                </a:lnTo>
                <a:lnTo>
                  <a:pt x="44390" y="164837"/>
                </a:lnTo>
                <a:lnTo>
                  <a:pt x="44390" y="164837"/>
                </a:lnTo>
                <a:lnTo>
                  <a:pt x="44391" y="164837"/>
                </a:lnTo>
                <a:lnTo>
                  <a:pt x="44392" y="164837"/>
                </a:lnTo>
                <a:lnTo>
                  <a:pt x="44393" y="164837"/>
                </a:lnTo>
                <a:lnTo>
                  <a:pt x="44394" y="164837"/>
                </a:lnTo>
                <a:lnTo>
                  <a:pt x="44394" y="164837"/>
                </a:lnTo>
                <a:lnTo>
                  <a:pt x="44395" y="164837"/>
                </a:lnTo>
                <a:lnTo>
                  <a:pt x="44396" y="164837"/>
                </a:lnTo>
                <a:lnTo>
                  <a:pt x="44397" y="164837"/>
                </a:lnTo>
                <a:lnTo>
                  <a:pt x="44398" y="164837"/>
                </a:lnTo>
                <a:lnTo>
                  <a:pt x="44399" y="164837"/>
                </a:lnTo>
                <a:lnTo>
                  <a:pt x="44399" y="164837"/>
                </a:lnTo>
                <a:lnTo>
                  <a:pt x="44400" y="164837"/>
                </a:lnTo>
                <a:lnTo>
                  <a:pt x="44401" y="164837"/>
                </a:lnTo>
                <a:lnTo>
                  <a:pt x="44402" y="164837"/>
                </a:lnTo>
                <a:lnTo>
                  <a:pt x="44403" y="164837"/>
                </a:lnTo>
                <a:lnTo>
                  <a:pt x="44404" y="164837"/>
                </a:lnTo>
                <a:lnTo>
                  <a:pt x="44404" y="164837"/>
                </a:lnTo>
                <a:lnTo>
                  <a:pt x="44405" y="164837"/>
                </a:lnTo>
                <a:lnTo>
                  <a:pt x="44406" y="164837"/>
                </a:lnTo>
                <a:lnTo>
                  <a:pt x="44407" y="164837"/>
                </a:lnTo>
                <a:lnTo>
                  <a:pt x="44408" y="164837"/>
                </a:lnTo>
                <a:lnTo>
                  <a:pt x="44408" y="164837"/>
                </a:lnTo>
                <a:lnTo>
                  <a:pt x="44409" y="164837"/>
                </a:lnTo>
                <a:lnTo>
                  <a:pt x="44410" y="164837"/>
                </a:lnTo>
                <a:lnTo>
                  <a:pt x="44411" y="164837"/>
                </a:lnTo>
                <a:lnTo>
                  <a:pt x="44412" y="164837"/>
                </a:lnTo>
                <a:lnTo>
                  <a:pt x="44413" y="164837"/>
                </a:lnTo>
                <a:lnTo>
                  <a:pt x="44413" y="164837"/>
                </a:lnTo>
                <a:lnTo>
                  <a:pt x="44414" y="164837"/>
                </a:lnTo>
                <a:lnTo>
                  <a:pt x="44415" y="164837"/>
                </a:lnTo>
                <a:lnTo>
                  <a:pt x="44416" y="164837"/>
                </a:lnTo>
                <a:lnTo>
                  <a:pt x="44417" y="164837"/>
                </a:lnTo>
                <a:lnTo>
                  <a:pt x="44418" y="164837"/>
                </a:lnTo>
                <a:lnTo>
                  <a:pt x="44418" y="164837"/>
                </a:lnTo>
                <a:lnTo>
                  <a:pt x="44419" y="164837"/>
                </a:lnTo>
                <a:lnTo>
                  <a:pt x="44420" y="164837"/>
                </a:lnTo>
                <a:lnTo>
                  <a:pt x="44421" y="164837"/>
                </a:lnTo>
                <a:lnTo>
                  <a:pt x="44422" y="164837"/>
                </a:lnTo>
                <a:lnTo>
                  <a:pt x="44423" y="164837"/>
                </a:lnTo>
                <a:lnTo>
                  <a:pt x="44423" y="164837"/>
                </a:lnTo>
                <a:lnTo>
                  <a:pt x="44424" y="164837"/>
                </a:lnTo>
                <a:lnTo>
                  <a:pt x="44425" y="164837"/>
                </a:lnTo>
                <a:lnTo>
                  <a:pt x="44426" y="164837"/>
                </a:lnTo>
                <a:lnTo>
                  <a:pt x="44427" y="164837"/>
                </a:lnTo>
                <a:lnTo>
                  <a:pt x="44427" y="164837"/>
                </a:lnTo>
                <a:lnTo>
                  <a:pt x="44428" y="164837"/>
                </a:lnTo>
                <a:lnTo>
                  <a:pt x="44429" y="164837"/>
                </a:lnTo>
                <a:lnTo>
                  <a:pt x="44430" y="164837"/>
                </a:lnTo>
                <a:lnTo>
                  <a:pt x="44431" y="164837"/>
                </a:lnTo>
                <a:lnTo>
                  <a:pt x="44432" y="164837"/>
                </a:lnTo>
                <a:lnTo>
                  <a:pt x="44432" y="164837"/>
                </a:lnTo>
                <a:lnTo>
                  <a:pt x="44433" y="164837"/>
                </a:lnTo>
                <a:lnTo>
                  <a:pt x="44434" y="164837"/>
                </a:lnTo>
                <a:lnTo>
                  <a:pt x="44435" y="164837"/>
                </a:lnTo>
                <a:lnTo>
                  <a:pt x="44436" y="164837"/>
                </a:lnTo>
                <a:lnTo>
                  <a:pt x="44437" y="164837"/>
                </a:lnTo>
                <a:lnTo>
                  <a:pt x="44437" y="164837"/>
                </a:lnTo>
                <a:lnTo>
                  <a:pt x="44438" y="164837"/>
                </a:lnTo>
                <a:lnTo>
                  <a:pt x="44439" y="164837"/>
                </a:lnTo>
                <a:lnTo>
                  <a:pt x="44440" y="164837"/>
                </a:lnTo>
                <a:lnTo>
                  <a:pt x="44441" y="164837"/>
                </a:lnTo>
                <a:lnTo>
                  <a:pt x="44442" y="164837"/>
                </a:lnTo>
                <a:lnTo>
                  <a:pt x="44442" y="164837"/>
                </a:lnTo>
                <a:lnTo>
                  <a:pt x="44443" y="164837"/>
                </a:lnTo>
                <a:lnTo>
                  <a:pt x="44444" y="164837"/>
                </a:lnTo>
                <a:lnTo>
                  <a:pt x="44445" y="164837"/>
                </a:lnTo>
                <a:lnTo>
                  <a:pt x="44446" y="164837"/>
                </a:lnTo>
                <a:lnTo>
                  <a:pt x="44446" y="164837"/>
                </a:lnTo>
                <a:lnTo>
                  <a:pt x="44447" y="164837"/>
                </a:lnTo>
                <a:lnTo>
                  <a:pt x="44448" y="164837"/>
                </a:lnTo>
                <a:lnTo>
                  <a:pt x="44449" y="164837"/>
                </a:lnTo>
                <a:lnTo>
                  <a:pt x="44450" y="164837"/>
                </a:lnTo>
                <a:lnTo>
                  <a:pt x="44451" y="164837"/>
                </a:lnTo>
                <a:lnTo>
                  <a:pt x="44451" y="164837"/>
                </a:lnTo>
                <a:lnTo>
                  <a:pt x="44452" y="164837"/>
                </a:lnTo>
                <a:lnTo>
                  <a:pt x="44453" y="164837"/>
                </a:lnTo>
                <a:lnTo>
                  <a:pt x="44454" y="164837"/>
                </a:lnTo>
                <a:lnTo>
                  <a:pt x="44455" y="164837"/>
                </a:lnTo>
                <a:lnTo>
                  <a:pt x="44456" y="164837"/>
                </a:lnTo>
                <a:lnTo>
                  <a:pt x="44456" y="164837"/>
                </a:lnTo>
                <a:lnTo>
                  <a:pt x="44457" y="164837"/>
                </a:lnTo>
                <a:lnTo>
                  <a:pt x="44458" y="164837"/>
                </a:lnTo>
                <a:lnTo>
                  <a:pt x="44459" y="164837"/>
                </a:lnTo>
                <a:lnTo>
                  <a:pt x="44460" y="164837"/>
                </a:lnTo>
                <a:lnTo>
                  <a:pt x="44461" y="164837"/>
                </a:lnTo>
                <a:lnTo>
                  <a:pt x="44461" y="164837"/>
                </a:lnTo>
                <a:lnTo>
                  <a:pt x="44462" y="164837"/>
                </a:lnTo>
                <a:lnTo>
                  <a:pt x="44463" y="164837"/>
                </a:lnTo>
                <a:lnTo>
                  <a:pt x="44464" y="164837"/>
                </a:lnTo>
                <a:lnTo>
                  <a:pt x="44465" y="164837"/>
                </a:lnTo>
                <a:lnTo>
                  <a:pt x="44465" y="164837"/>
                </a:lnTo>
                <a:lnTo>
                  <a:pt x="44466" y="164837"/>
                </a:lnTo>
                <a:lnTo>
                  <a:pt x="44467" y="164837"/>
                </a:lnTo>
                <a:lnTo>
                  <a:pt x="44468" y="164837"/>
                </a:lnTo>
                <a:lnTo>
                  <a:pt x="44469" y="164837"/>
                </a:lnTo>
                <a:lnTo>
                  <a:pt x="44470" y="164837"/>
                </a:lnTo>
                <a:lnTo>
                  <a:pt x="44470" y="164837"/>
                </a:lnTo>
                <a:lnTo>
                  <a:pt x="44471" y="164837"/>
                </a:lnTo>
                <a:lnTo>
                  <a:pt x="44472" y="164837"/>
                </a:lnTo>
                <a:lnTo>
                  <a:pt x="44473" y="164837"/>
                </a:lnTo>
                <a:lnTo>
                  <a:pt x="44474" y="164837"/>
                </a:lnTo>
                <a:lnTo>
                  <a:pt x="44475" y="164837"/>
                </a:lnTo>
                <a:lnTo>
                  <a:pt x="44475" y="164837"/>
                </a:lnTo>
                <a:lnTo>
                  <a:pt x="44476" y="164837"/>
                </a:lnTo>
                <a:lnTo>
                  <a:pt x="44477" y="164837"/>
                </a:lnTo>
                <a:lnTo>
                  <a:pt x="44478" y="164837"/>
                </a:lnTo>
                <a:lnTo>
                  <a:pt x="44479" y="164837"/>
                </a:lnTo>
                <a:lnTo>
                  <a:pt x="44480" y="164837"/>
                </a:lnTo>
                <a:lnTo>
                  <a:pt x="44480" y="164837"/>
                </a:lnTo>
                <a:lnTo>
                  <a:pt x="44481" y="164837"/>
                </a:lnTo>
                <a:lnTo>
                  <a:pt x="44482" y="164837"/>
                </a:lnTo>
                <a:lnTo>
                  <a:pt x="44483" y="164837"/>
                </a:lnTo>
                <a:lnTo>
                  <a:pt x="44484" y="164837"/>
                </a:lnTo>
                <a:lnTo>
                  <a:pt x="44485" y="164837"/>
                </a:lnTo>
                <a:lnTo>
                  <a:pt x="44485" y="164837"/>
                </a:lnTo>
                <a:lnTo>
                  <a:pt x="44486" y="164837"/>
                </a:lnTo>
                <a:lnTo>
                  <a:pt x="44487" y="164837"/>
                </a:lnTo>
                <a:lnTo>
                  <a:pt x="44488" y="164837"/>
                </a:lnTo>
                <a:lnTo>
                  <a:pt x="44489" y="164837"/>
                </a:lnTo>
                <a:lnTo>
                  <a:pt x="44489" y="164837"/>
                </a:lnTo>
                <a:lnTo>
                  <a:pt x="44490" y="164837"/>
                </a:lnTo>
                <a:lnTo>
                  <a:pt x="44491" y="164837"/>
                </a:lnTo>
                <a:lnTo>
                  <a:pt x="44492" y="164837"/>
                </a:lnTo>
                <a:lnTo>
                  <a:pt x="44493" y="164837"/>
                </a:lnTo>
                <a:lnTo>
                  <a:pt x="44494" y="164837"/>
                </a:lnTo>
                <a:lnTo>
                  <a:pt x="44494" y="164837"/>
                </a:lnTo>
                <a:lnTo>
                  <a:pt x="44495" y="164837"/>
                </a:lnTo>
                <a:lnTo>
                  <a:pt x="44496" y="164837"/>
                </a:lnTo>
                <a:lnTo>
                  <a:pt x="44497" y="164837"/>
                </a:lnTo>
                <a:lnTo>
                  <a:pt x="44498" y="164837"/>
                </a:lnTo>
                <a:lnTo>
                  <a:pt x="44499" y="164837"/>
                </a:lnTo>
                <a:lnTo>
                  <a:pt x="44499" y="164837"/>
                </a:lnTo>
                <a:lnTo>
                  <a:pt x="44500" y="164837"/>
                </a:lnTo>
                <a:lnTo>
                  <a:pt x="44501" y="164837"/>
                </a:lnTo>
                <a:lnTo>
                  <a:pt x="44502" y="164837"/>
                </a:lnTo>
                <a:lnTo>
                  <a:pt x="44503" y="164837"/>
                </a:lnTo>
                <a:lnTo>
                  <a:pt x="44504" y="164837"/>
                </a:lnTo>
                <a:lnTo>
                  <a:pt x="44504" y="164837"/>
                </a:lnTo>
                <a:lnTo>
                  <a:pt x="44505" y="164837"/>
                </a:lnTo>
                <a:lnTo>
                  <a:pt x="44506" y="164837"/>
                </a:lnTo>
                <a:lnTo>
                  <a:pt x="44507" y="164837"/>
                </a:lnTo>
                <a:lnTo>
                  <a:pt x="44508" y="164837"/>
                </a:lnTo>
                <a:lnTo>
                  <a:pt x="44509" y="164837"/>
                </a:lnTo>
                <a:lnTo>
                  <a:pt x="44509" y="164837"/>
                </a:lnTo>
                <a:lnTo>
                  <a:pt x="44510" y="164837"/>
                </a:lnTo>
                <a:lnTo>
                  <a:pt x="44511" y="164837"/>
                </a:lnTo>
                <a:lnTo>
                  <a:pt x="44512" y="164837"/>
                </a:lnTo>
                <a:lnTo>
                  <a:pt x="44513" y="164837"/>
                </a:lnTo>
                <a:lnTo>
                  <a:pt x="44514" y="164837"/>
                </a:lnTo>
                <a:lnTo>
                  <a:pt x="44514" y="164837"/>
                </a:lnTo>
                <a:lnTo>
                  <a:pt x="44515" y="164837"/>
                </a:lnTo>
                <a:lnTo>
                  <a:pt x="44516" y="164837"/>
                </a:lnTo>
                <a:lnTo>
                  <a:pt x="44517" y="164837"/>
                </a:lnTo>
                <a:lnTo>
                  <a:pt x="44518" y="164837"/>
                </a:lnTo>
                <a:lnTo>
                  <a:pt x="44518" y="164837"/>
                </a:lnTo>
                <a:lnTo>
                  <a:pt x="44519" y="164837"/>
                </a:lnTo>
                <a:lnTo>
                  <a:pt x="44520" y="164837"/>
                </a:lnTo>
                <a:lnTo>
                  <a:pt x="44521" y="164837"/>
                </a:lnTo>
                <a:lnTo>
                  <a:pt x="44522" y="164837"/>
                </a:lnTo>
                <a:lnTo>
                  <a:pt x="44523" y="164837"/>
                </a:lnTo>
                <a:lnTo>
                  <a:pt x="44523" y="164837"/>
                </a:lnTo>
                <a:lnTo>
                  <a:pt x="44524" y="164837"/>
                </a:lnTo>
                <a:lnTo>
                  <a:pt x="44525" y="164837"/>
                </a:lnTo>
                <a:lnTo>
                  <a:pt x="44526" y="164837"/>
                </a:lnTo>
                <a:lnTo>
                  <a:pt x="44527" y="164837"/>
                </a:lnTo>
                <a:lnTo>
                  <a:pt x="44528" y="164837"/>
                </a:lnTo>
                <a:lnTo>
                  <a:pt x="44528" y="164837"/>
                </a:lnTo>
                <a:lnTo>
                  <a:pt x="44529" y="164837"/>
                </a:lnTo>
                <a:lnTo>
                  <a:pt x="44530" y="164837"/>
                </a:lnTo>
                <a:lnTo>
                  <a:pt x="44531" y="164837"/>
                </a:lnTo>
                <a:lnTo>
                  <a:pt x="44532" y="164837"/>
                </a:lnTo>
                <a:lnTo>
                  <a:pt x="44533" y="164837"/>
                </a:lnTo>
                <a:lnTo>
                  <a:pt x="44533" y="164837"/>
                </a:lnTo>
                <a:lnTo>
                  <a:pt x="44534" y="164837"/>
                </a:lnTo>
                <a:lnTo>
                  <a:pt x="44535" y="164837"/>
                </a:lnTo>
                <a:lnTo>
                  <a:pt x="44536" y="164837"/>
                </a:lnTo>
                <a:lnTo>
                  <a:pt x="44537" y="164837"/>
                </a:lnTo>
                <a:lnTo>
                  <a:pt x="44538" y="164837"/>
                </a:lnTo>
                <a:lnTo>
                  <a:pt x="44538" y="164837"/>
                </a:lnTo>
                <a:lnTo>
                  <a:pt x="44539" y="164837"/>
                </a:lnTo>
                <a:lnTo>
                  <a:pt x="44540" y="164837"/>
                </a:lnTo>
                <a:lnTo>
                  <a:pt x="44541" y="164837"/>
                </a:lnTo>
                <a:lnTo>
                  <a:pt x="44542" y="164837"/>
                </a:lnTo>
                <a:lnTo>
                  <a:pt x="44543" y="164837"/>
                </a:lnTo>
                <a:lnTo>
                  <a:pt x="44543" y="164837"/>
                </a:lnTo>
                <a:lnTo>
                  <a:pt x="44544" y="164837"/>
                </a:lnTo>
                <a:lnTo>
                  <a:pt x="44545" y="164837"/>
                </a:lnTo>
                <a:lnTo>
                  <a:pt x="44546" y="164837"/>
                </a:lnTo>
                <a:lnTo>
                  <a:pt x="44547" y="164837"/>
                </a:lnTo>
                <a:lnTo>
                  <a:pt x="44548" y="164837"/>
                </a:lnTo>
                <a:lnTo>
                  <a:pt x="44548" y="164837"/>
                </a:lnTo>
                <a:lnTo>
                  <a:pt x="44549" y="164837"/>
                </a:lnTo>
                <a:lnTo>
                  <a:pt x="44550" y="164837"/>
                </a:lnTo>
                <a:lnTo>
                  <a:pt x="44551" y="164837"/>
                </a:lnTo>
                <a:lnTo>
                  <a:pt x="44552" y="164837"/>
                </a:lnTo>
                <a:lnTo>
                  <a:pt x="44553" y="164837"/>
                </a:lnTo>
                <a:lnTo>
                  <a:pt x="44553" y="164837"/>
                </a:lnTo>
                <a:lnTo>
                  <a:pt x="44554" y="164837"/>
                </a:lnTo>
                <a:lnTo>
                  <a:pt x="44555" y="164837"/>
                </a:lnTo>
                <a:lnTo>
                  <a:pt x="44556" y="164837"/>
                </a:lnTo>
                <a:lnTo>
                  <a:pt x="44557" y="164837"/>
                </a:lnTo>
                <a:lnTo>
                  <a:pt x="44558" y="164837"/>
                </a:lnTo>
                <a:lnTo>
                  <a:pt x="44558" y="164837"/>
                </a:lnTo>
                <a:lnTo>
                  <a:pt x="44559" y="164837"/>
                </a:lnTo>
                <a:lnTo>
                  <a:pt x="44560" y="164837"/>
                </a:lnTo>
                <a:lnTo>
                  <a:pt x="44561" y="164837"/>
                </a:lnTo>
                <a:lnTo>
                  <a:pt x="44562" y="164837"/>
                </a:lnTo>
                <a:lnTo>
                  <a:pt x="44562" y="164837"/>
                </a:lnTo>
                <a:lnTo>
                  <a:pt x="44563" y="164837"/>
                </a:lnTo>
                <a:lnTo>
                  <a:pt x="44564" y="164837"/>
                </a:lnTo>
                <a:lnTo>
                  <a:pt x="44565" y="164837"/>
                </a:lnTo>
                <a:lnTo>
                  <a:pt x="44566" y="164837"/>
                </a:lnTo>
                <a:lnTo>
                  <a:pt x="44567" y="164837"/>
                </a:lnTo>
                <a:lnTo>
                  <a:pt x="44567" y="164837"/>
                </a:lnTo>
                <a:lnTo>
                  <a:pt x="44568" y="164837"/>
                </a:lnTo>
                <a:lnTo>
                  <a:pt x="44569" y="164837"/>
                </a:lnTo>
                <a:lnTo>
                  <a:pt x="44570" y="164837"/>
                </a:lnTo>
                <a:lnTo>
                  <a:pt x="44571" y="164837"/>
                </a:lnTo>
                <a:lnTo>
                  <a:pt x="44572" y="164837"/>
                </a:lnTo>
                <a:lnTo>
                  <a:pt x="44572" y="164837"/>
                </a:lnTo>
                <a:lnTo>
                  <a:pt x="44573" y="164837"/>
                </a:lnTo>
                <a:lnTo>
                  <a:pt x="44574" y="164837"/>
                </a:lnTo>
                <a:lnTo>
                  <a:pt x="44575" y="164837"/>
                </a:lnTo>
                <a:lnTo>
                  <a:pt x="44576" y="164837"/>
                </a:lnTo>
                <a:lnTo>
                  <a:pt x="44577" y="164837"/>
                </a:lnTo>
                <a:lnTo>
                  <a:pt x="44577" y="164837"/>
                </a:lnTo>
                <a:lnTo>
                  <a:pt x="44578" y="164837"/>
                </a:lnTo>
                <a:lnTo>
                  <a:pt x="44579" y="164837"/>
                </a:lnTo>
                <a:lnTo>
                  <a:pt x="44580" y="164837"/>
                </a:lnTo>
                <a:lnTo>
                  <a:pt x="44581" y="164837"/>
                </a:lnTo>
                <a:lnTo>
                  <a:pt x="44582" y="164837"/>
                </a:lnTo>
                <a:lnTo>
                  <a:pt x="44582" y="164837"/>
                </a:lnTo>
                <a:lnTo>
                  <a:pt x="44583" y="164837"/>
                </a:lnTo>
                <a:lnTo>
                  <a:pt x="44584" y="164837"/>
                </a:lnTo>
                <a:lnTo>
                  <a:pt x="44585" y="164837"/>
                </a:lnTo>
                <a:lnTo>
                  <a:pt x="44586" y="164837"/>
                </a:lnTo>
                <a:lnTo>
                  <a:pt x="44587" y="164837"/>
                </a:lnTo>
                <a:lnTo>
                  <a:pt x="44587" y="164837"/>
                </a:lnTo>
                <a:lnTo>
                  <a:pt x="44588" y="164837"/>
                </a:lnTo>
                <a:lnTo>
                  <a:pt x="44589" y="164837"/>
                </a:lnTo>
                <a:lnTo>
                  <a:pt x="44590" y="164837"/>
                </a:lnTo>
                <a:lnTo>
                  <a:pt x="44591" y="164837"/>
                </a:lnTo>
                <a:lnTo>
                  <a:pt x="44592" y="164837"/>
                </a:lnTo>
                <a:lnTo>
                  <a:pt x="44592" y="164837"/>
                </a:lnTo>
                <a:lnTo>
                  <a:pt x="44593" y="164837"/>
                </a:lnTo>
                <a:lnTo>
                  <a:pt x="44594" y="164837"/>
                </a:lnTo>
                <a:lnTo>
                  <a:pt x="44595" y="164837"/>
                </a:lnTo>
                <a:lnTo>
                  <a:pt x="44596" y="164837"/>
                </a:lnTo>
                <a:lnTo>
                  <a:pt x="44597" y="164837"/>
                </a:lnTo>
                <a:lnTo>
                  <a:pt x="44597" y="164837"/>
                </a:lnTo>
                <a:lnTo>
                  <a:pt x="44598" y="164837"/>
                </a:lnTo>
                <a:lnTo>
                  <a:pt x="44599" y="164837"/>
                </a:lnTo>
                <a:lnTo>
                  <a:pt x="44600" y="164837"/>
                </a:lnTo>
                <a:lnTo>
                  <a:pt x="44601" y="164837"/>
                </a:lnTo>
                <a:lnTo>
                  <a:pt x="44602" y="164837"/>
                </a:lnTo>
                <a:lnTo>
                  <a:pt x="44602" y="164837"/>
                </a:lnTo>
                <a:lnTo>
                  <a:pt x="44603" y="164837"/>
                </a:lnTo>
                <a:lnTo>
                  <a:pt x="44604" y="164837"/>
                </a:lnTo>
                <a:lnTo>
                  <a:pt x="44605" y="164837"/>
                </a:lnTo>
                <a:lnTo>
                  <a:pt x="44606" y="164837"/>
                </a:lnTo>
                <a:lnTo>
                  <a:pt x="44607" y="164837"/>
                </a:lnTo>
                <a:lnTo>
                  <a:pt x="44607" y="164837"/>
                </a:lnTo>
                <a:lnTo>
                  <a:pt x="44608" y="164837"/>
                </a:lnTo>
                <a:lnTo>
                  <a:pt x="44609" y="164837"/>
                </a:lnTo>
                <a:lnTo>
                  <a:pt x="44610" y="164837"/>
                </a:lnTo>
                <a:lnTo>
                  <a:pt x="44611" y="164837"/>
                </a:lnTo>
                <a:lnTo>
                  <a:pt x="44612" y="164837"/>
                </a:lnTo>
                <a:lnTo>
                  <a:pt x="44612" y="164837"/>
                </a:lnTo>
                <a:lnTo>
                  <a:pt x="44613" y="164837"/>
                </a:lnTo>
                <a:lnTo>
                  <a:pt x="44614" y="164837"/>
                </a:lnTo>
                <a:lnTo>
                  <a:pt x="44615" y="164837"/>
                </a:lnTo>
                <a:lnTo>
                  <a:pt x="44616" y="164837"/>
                </a:lnTo>
                <a:lnTo>
                  <a:pt x="44617" y="164837"/>
                </a:lnTo>
                <a:lnTo>
                  <a:pt x="44617" y="164837"/>
                </a:lnTo>
                <a:lnTo>
                  <a:pt x="44618" y="164837"/>
                </a:lnTo>
                <a:lnTo>
                  <a:pt x="44619" y="164837"/>
                </a:lnTo>
                <a:lnTo>
                  <a:pt x="44620" y="164837"/>
                </a:lnTo>
                <a:lnTo>
                  <a:pt x="44621" y="164837"/>
                </a:lnTo>
                <a:lnTo>
                  <a:pt x="44622" y="164837"/>
                </a:lnTo>
                <a:lnTo>
                  <a:pt x="44622" y="164837"/>
                </a:lnTo>
                <a:lnTo>
                  <a:pt x="44623" y="164837"/>
                </a:lnTo>
                <a:lnTo>
                  <a:pt x="44624" y="164837"/>
                </a:lnTo>
                <a:lnTo>
                  <a:pt x="44625" y="164837"/>
                </a:lnTo>
                <a:lnTo>
                  <a:pt x="44626" y="164837"/>
                </a:lnTo>
                <a:lnTo>
                  <a:pt x="44627" y="164837"/>
                </a:lnTo>
                <a:lnTo>
                  <a:pt x="44627" y="164837"/>
                </a:lnTo>
                <a:lnTo>
                  <a:pt x="44628" y="164837"/>
                </a:lnTo>
                <a:lnTo>
                  <a:pt x="44629" y="164837"/>
                </a:lnTo>
                <a:lnTo>
                  <a:pt x="44630" y="164837"/>
                </a:lnTo>
                <a:lnTo>
                  <a:pt x="44631" y="164837"/>
                </a:lnTo>
                <a:lnTo>
                  <a:pt x="44632" y="164837"/>
                </a:lnTo>
                <a:lnTo>
                  <a:pt x="44632" y="164837"/>
                </a:lnTo>
                <a:lnTo>
                  <a:pt x="44633" y="164837"/>
                </a:lnTo>
                <a:lnTo>
                  <a:pt x="44634" y="164837"/>
                </a:lnTo>
                <a:lnTo>
                  <a:pt x="44635" y="164837"/>
                </a:lnTo>
                <a:lnTo>
                  <a:pt x="44636" y="164837"/>
                </a:lnTo>
                <a:lnTo>
                  <a:pt x="44637" y="164837"/>
                </a:lnTo>
                <a:lnTo>
                  <a:pt x="44637" y="164837"/>
                </a:lnTo>
                <a:lnTo>
                  <a:pt x="44638" y="164837"/>
                </a:lnTo>
                <a:lnTo>
                  <a:pt x="44639" y="164837"/>
                </a:lnTo>
                <a:lnTo>
                  <a:pt x="44640" y="164837"/>
                </a:lnTo>
                <a:lnTo>
                  <a:pt x="44641" y="164837"/>
                </a:lnTo>
                <a:lnTo>
                  <a:pt x="44642" y="164837"/>
                </a:lnTo>
                <a:lnTo>
                  <a:pt x="44642" y="164837"/>
                </a:lnTo>
                <a:lnTo>
                  <a:pt x="44643" y="164837"/>
                </a:lnTo>
                <a:lnTo>
                  <a:pt x="44644" y="164837"/>
                </a:lnTo>
                <a:lnTo>
                  <a:pt x="44645" y="164837"/>
                </a:lnTo>
                <a:lnTo>
                  <a:pt x="44646" y="164837"/>
                </a:lnTo>
                <a:lnTo>
                  <a:pt x="44647" y="164837"/>
                </a:lnTo>
                <a:lnTo>
                  <a:pt x="44647" y="164837"/>
                </a:lnTo>
                <a:lnTo>
                  <a:pt x="44648" y="164837"/>
                </a:lnTo>
                <a:lnTo>
                  <a:pt x="44649" y="164837"/>
                </a:lnTo>
                <a:lnTo>
                  <a:pt x="44650" y="164837"/>
                </a:lnTo>
                <a:lnTo>
                  <a:pt x="44651" y="164837"/>
                </a:lnTo>
                <a:lnTo>
                  <a:pt x="44652" y="164837"/>
                </a:lnTo>
                <a:lnTo>
                  <a:pt x="44652" y="164837"/>
                </a:lnTo>
                <a:lnTo>
                  <a:pt x="44653" y="164837"/>
                </a:lnTo>
                <a:lnTo>
                  <a:pt x="44654" y="164837"/>
                </a:lnTo>
                <a:lnTo>
                  <a:pt x="44655" y="164837"/>
                </a:lnTo>
                <a:lnTo>
                  <a:pt x="44656" y="164837"/>
                </a:lnTo>
                <a:lnTo>
                  <a:pt x="44657" y="164837"/>
                </a:lnTo>
                <a:lnTo>
                  <a:pt x="44657" y="164837"/>
                </a:lnTo>
                <a:lnTo>
                  <a:pt x="44658" y="164837"/>
                </a:lnTo>
                <a:lnTo>
                  <a:pt x="44659" y="164837"/>
                </a:lnTo>
                <a:lnTo>
                  <a:pt x="44660" y="164837"/>
                </a:lnTo>
                <a:lnTo>
                  <a:pt x="44661" y="164837"/>
                </a:lnTo>
                <a:lnTo>
                  <a:pt x="44662" y="164837"/>
                </a:lnTo>
                <a:lnTo>
                  <a:pt x="44662" y="164837"/>
                </a:lnTo>
                <a:lnTo>
                  <a:pt x="44663" y="164837"/>
                </a:lnTo>
                <a:lnTo>
                  <a:pt x="44664" y="164837"/>
                </a:lnTo>
                <a:lnTo>
                  <a:pt x="44665" y="164837"/>
                </a:lnTo>
                <a:lnTo>
                  <a:pt x="44666" y="164837"/>
                </a:lnTo>
                <a:lnTo>
                  <a:pt x="44667" y="164837"/>
                </a:lnTo>
                <a:lnTo>
                  <a:pt x="44667" y="164837"/>
                </a:lnTo>
                <a:lnTo>
                  <a:pt x="44668" y="164837"/>
                </a:lnTo>
                <a:lnTo>
                  <a:pt x="44669" y="164837"/>
                </a:lnTo>
                <a:lnTo>
                  <a:pt x="44670" y="164837"/>
                </a:lnTo>
                <a:lnTo>
                  <a:pt x="44671" y="164837"/>
                </a:lnTo>
                <a:lnTo>
                  <a:pt x="44672" y="164837"/>
                </a:lnTo>
                <a:lnTo>
                  <a:pt x="44672" y="164837"/>
                </a:lnTo>
                <a:lnTo>
                  <a:pt x="44673" y="164837"/>
                </a:lnTo>
                <a:lnTo>
                  <a:pt x="44674" y="164837"/>
                </a:lnTo>
                <a:lnTo>
                  <a:pt x="44675" y="164837"/>
                </a:lnTo>
                <a:lnTo>
                  <a:pt x="44676" y="164837"/>
                </a:lnTo>
                <a:lnTo>
                  <a:pt x="44677" y="164837"/>
                </a:lnTo>
                <a:lnTo>
                  <a:pt x="44677" y="164837"/>
                </a:lnTo>
                <a:lnTo>
                  <a:pt x="44678" y="164837"/>
                </a:lnTo>
                <a:lnTo>
                  <a:pt x="44679" y="164837"/>
                </a:lnTo>
                <a:lnTo>
                  <a:pt x="44680" y="164837"/>
                </a:lnTo>
                <a:lnTo>
                  <a:pt x="44681" y="164837"/>
                </a:lnTo>
                <a:lnTo>
                  <a:pt x="44682" y="164837"/>
                </a:lnTo>
                <a:lnTo>
                  <a:pt x="44682" y="164837"/>
                </a:lnTo>
                <a:lnTo>
                  <a:pt x="44683" y="164837"/>
                </a:lnTo>
                <a:lnTo>
                  <a:pt x="44684" y="164837"/>
                </a:lnTo>
                <a:lnTo>
                  <a:pt x="44685" y="164837"/>
                </a:lnTo>
                <a:lnTo>
                  <a:pt x="44686" y="164837"/>
                </a:lnTo>
                <a:lnTo>
                  <a:pt x="44687" y="164837"/>
                </a:lnTo>
                <a:lnTo>
                  <a:pt x="44687" y="164837"/>
                </a:lnTo>
                <a:lnTo>
                  <a:pt x="44688" y="164837"/>
                </a:lnTo>
                <a:lnTo>
                  <a:pt x="44689" y="164837"/>
                </a:lnTo>
                <a:lnTo>
                  <a:pt x="44690" y="164837"/>
                </a:lnTo>
                <a:lnTo>
                  <a:pt x="44691" y="164837"/>
                </a:lnTo>
                <a:lnTo>
                  <a:pt x="44692" y="164837"/>
                </a:lnTo>
                <a:lnTo>
                  <a:pt x="44692" y="164837"/>
                </a:lnTo>
                <a:lnTo>
                  <a:pt x="44693" y="164837"/>
                </a:lnTo>
                <a:lnTo>
                  <a:pt x="44694" y="164837"/>
                </a:lnTo>
                <a:lnTo>
                  <a:pt x="44695" y="164837"/>
                </a:lnTo>
                <a:lnTo>
                  <a:pt x="44696" y="164837"/>
                </a:lnTo>
                <a:lnTo>
                  <a:pt x="44697" y="164837"/>
                </a:lnTo>
                <a:lnTo>
                  <a:pt x="44697" y="164837"/>
                </a:lnTo>
                <a:lnTo>
                  <a:pt x="44698" y="164837"/>
                </a:lnTo>
                <a:lnTo>
                  <a:pt x="44699" y="164837"/>
                </a:lnTo>
                <a:lnTo>
                  <a:pt x="44700" y="164837"/>
                </a:lnTo>
                <a:lnTo>
                  <a:pt x="44701" y="164837"/>
                </a:lnTo>
                <a:lnTo>
                  <a:pt x="44702" y="164837"/>
                </a:lnTo>
                <a:lnTo>
                  <a:pt x="44702" y="164837"/>
                </a:lnTo>
                <a:lnTo>
                  <a:pt x="44703" y="164837"/>
                </a:lnTo>
                <a:lnTo>
                  <a:pt x="44704" y="164837"/>
                </a:lnTo>
                <a:lnTo>
                  <a:pt x="44705" y="164837"/>
                </a:lnTo>
                <a:lnTo>
                  <a:pt x="44706" y="164837"/>
                </a:lnTo>
                <a:lnTo>
                  <a:pt x="44707" y="164837"/>
                </a:lnTo>
                <a:lnTo>
                  <a:pt x="44707" y="164837"/>
                </a:lnTo>
                <a:lnTo>
                  <a:pt x="44708" y="164837"/>
                </a:lnTo>
                <a:lnTo>
                  <a:pt x="44709" y="164837"/>
                </a:lnTo>
                <a:lnTo>
                  <a:pt x="44710" y="164837"/>
                </a:lnTo>
                <a:lnTo>
                  <a:pt x="44711" y="164837"/>
                </a:lnTo>
                <a:lnTo>
                  <a:pt x="44712" y="164837"/>
                </a:lnTo>
                <a:lnTo>
                  <a:pt x="44713" y="164837"/>
                </a:lnTo>
                <a:lnTo>
                  <a:pt x="44713" y="164837"/>
                </a:lnTo>
                <a:lnTo>
                  <a:pt x="44714" y="164837"/>
                </a:lnTo>
                <a:lnTo>
                  <a:pt x="44715" y="164837"/>
                </a:lnTo>
                <a:lnTo>
                  <a:pt x="44716" y="164837"/>
                </a:lnTo>
                <a:lnTo>
                  <a:pt x="44717" y="164837"/>
                </a:lnTo>
                <a:lnTo>
                  <a:pt x="44718" y="164837"/>
                </a:lnTo>
                <a:lnTo>
                  <a:pt x="44718" y="164837"/>
                </a:lnTo>
                <a:lnTo>
                  <a:pt x="44719" y="164837"/>
                </a:lnTo>
                <a:lnTo>
                  <a:pt x="44720" y="164837"/>
                </a:lnTo>
                <a:lnTo>
                  <a:pt x="44721" y="164837"/>
                </a:lnTo>
                <a:lnTo>
                  <a:pt x="44722" y="164837"/>
                </a:lnTo>
                <a:lnTo>
                  <a:pt x="44723" y="164837"/>
                </a:lnTo>
                <a:lnTo>
                  <a:pt x="44723" y="164837"/>
                </a:lnTo>
                <a:lnTo>
                  <a:pt x="44724" y="164837"/>
                </a:lnTo>
                <a:lnTo>
                  <a:pt x="44725" y="164837"/>
                </a:lnTo>
                <a:lnTo>
                  <a:pt x="44726" y="164837"/>
                </a:lnTo>
                <a:lnTo>
                  <a:pt x="44727" y="164837"/>
                </a:lnTo>
                <a:lnTo>
                  <a:pt x="44728" y="164837"/>
                </a:lnTo>
                <a:lnTo>
                  <a:pt x="44728" y="164837"/>
                </a:lnTo>
                <a:lnTo>
                  <a:pt x="44729" y="164837"/>
                </a:lnTo>
                <a:lnTo>
                  <a:pt x="44730" y="164837"/>
                </a:lnTo>
                <a:lnTo>
                  <a:pt x="44731" y="164837"/>
                </a:lnTo>
                <a:lnTo>
                  <a:pt x="44732" y="164837"/>
                </a:lnTo>
                <a:lnTo>
                  <a:pt x="44733" y="164837"/>
                </a:lnTo>
                <a:lnTo>
                  <a:pt x="44733" y="164837"/>
                </a:lnTo>
                <a:lnTo>
                  <a:pt x="44734" y="164837"/>
                </a:lnTo>
                <a:lnTo>
                  <a:pt x="44735" y="164837"/>
                </a:lnTo>
                <a:lnTo>
                  <a:pt x="44736" y="164837"/>
                </a:lnTo>
                <a:lnTo>
                  <a:pt x="44737" y="164837"/>
                </a:lnTo>
                <a:lnTo>
                  <a:pt x="44738" y="164837"/>
                </a:lnTo>
                <a:lnTo>
                  <a:pt x="44738" y="164837"/>
                </a:lnTo>
                <a:lnTo>
                  <a:pt x="44739" y="164837"/>
                </a:lnTo>
                <a:lnTo>
                  <a:pt x="44740" y="164837"/>
                </a:lnTo>
                <a:lnTo>
                  <a:pt x="44741" y="164837"/>
                </a:lnTo>
                <a:lnTo>
                  <a:pt x="44742" y="164837"/>
                </a:lnTo>
                <a:lnTo>
                  <a:pt x="44743" y="164837"/>
                </a:lnTo>
                <a:lnTo>
                  <a:pt x="44743" y="164837"/>
                </a:lnTo>
                <a:lnTo>
                  <a:pt x="44744" y="164837"/>
                </a:lnTo>
                <a:lnTo>
                  <a:pt x="44745" y="164837"/>
                </a:lnTo>
                <a:lnTo>
                  <a:pt x="44746" y="164837"/>
                </a:lnTo>
                <a:lnTo>
                  <a:pt x="44747" y="164837"/>
                </a:lnTo>
                <a:lnTo>
                  <a:pt x="44748" y="164837"/>
                </a:lnTo>
                <a:lnTo>
                  <a:pt x="44748" y="164837"/>
                </a:lnTo>
                <a:lnTo>
                  <a:pt x="44749" y="164837"/>
                </a:lnTo>
                <a:lnTo>
                  <a:pt x="44750" y="164837"/>
                </a:lnTo>
                <a:lnTo>
                  <a:pt x="44751" y="164837"/>
                </a:lnTo>
                <a:lnTo>
                  <a:pt x="44752" y="164837"/>
                </a:lnTo>
                <a:lnTo>
                  <a:pt x="44753" y="164837"/>
                </a:lnTo>
                <a:lnTo>
                  <a:pt x="44754" y="164837"/>
                </a:lnTo>
                <a:lnTo>
                  <a:pt x="44754" y="164837"/>
                </a:lnTo>
                <a:lnTo>
                  <a:pt x="44755" y="164837"/>
                </a:lnTo>
                <a:lnTo>
                  <a:pt x="44756" y="164837"/>
                </a:lnTo>
                <a:lnTo>
                  <a:pt x="44757" y="164837"/>
                </a:lnTo>
                <a:lnTo>
                  <a:pt x="44758" y="164837"/>
                </a:lnTo>
                <a:lnTo>
                  <a:pt x="44759" y="164837"/>
                </a:lnTo>
                <a:lnTo>
                  <a:pt x="44759" y="164837"/>
                </a:lnTo>
                <a:lnTo>
                  <a:pt x="44760" y="164837"/>
                </a:lnTo>
                <a:lnTo>
                  <a:pt x="44761" y="164837"/>
                </a:lnTo>
                <a:lnTo>
                  <a:pt x="44762" y="164837"/>
                </a:lnTo>
                <a:lnTo>
                  <a:pt x="44763" y="164837"/>
                </a:lnTo>
                <a:lnTo>
                  <a:pt x="44764" y="164837"/>
                </a:lnTo>
                <a:lnTo>
                  <a:pt x="44764" y="164837"/>
                </a:lnTo>
                <a:lnTo>
                  <a:pt x="44765" y="164837"/>
                </a:lnTo>
                <a:lnTo>
                  <a:pt x="44766" y="164837"/>
                </a:lnTo>
                <a:lnTo>
                  <a:pt x="44767" y="164837"/>
                </a:lnTo>
                <a:lnTo>
                  <a:pt x="44768" y="164837"/>
                </a:lnTo>
                <a:lnTo>
                  <a:pt x="44769" y="164837"/>
                </a:lnTo>
                <a:lnTo>
                  <a:pt x="44769" y="164837"/>
                </a:lnTo>
                <a:lnTo>
                  <a:pt x="44770" y="164837"/>
                </a:lnTo>
                <a:lnTo>
                  <a:pt x="44771" y="164837"/>
                </a:lnTo>
                <a:lnTo>
                  <a:pt x="44772" y="164837"/>
                </a:lnTo>
                <a:lnTo>
                  <a:pt x="44773" y="164837"/>
                </a:lnTo>
                <a:lnTo>
                  <a:pt x="44774" y="164837"/>
                </a:lnTo>
                <a:lnTo>
                  <a:pt x="44774" y="164837"/>
                </a:lnTo>
                <a:lnTo>
                  <a:pt x="44775" y="164837"/>
                </a:lnTo>
                <a:lnTo>
                  <a:pt x="44776" y="164837"/>
                </a:lnTo>
                <a:lnTo>
                  <a:pt x="44777" y="164837"/>
                </a:lnTo>
                <a:lnTo>
                  <a:pt x="44778" y="164837"/>
                </a:lnTo>
                <a:lnTo>
                  <a:pt x="44779" y="164837"/>
                </a:lnTo>
                <a:lnTo>
                  <a:pt x="44780" y="164837"/>
                </a:lnTo>
                <a:lnTo>
                  <a:pt x="44780" y="164837"/>
                </a:lnTo>
                <a:lnTo>
                  <a:pt x="44781" y="164837"/>
                </a:lnTo>
                <a:lnTo>
                  <a:pt x="44782" y="164837"/>
                </a:lnTo>
                <a:lnTo>
                  <a:pt x="44783" y="164837"/>
                </a:lnTo>
                <a:lnTo>
                  <a:pt x="44784" y="164837"/>
                </a:lnTo>
                <a:lnTo>
                  <a:pt x="44785" y="164837"/>
                </a:lnTo>
                <a:lnTo>
                  <a:pt x="44785" y="164837"/>
                </a:lnTo>
                <a:lnTo>
                  <a:pt x="44786" y="164837"/>
                </a:lnTo>
                <a:lnTo>
                  <a:pt x="44787" y="164837"/>
                </a:lnTo>
                <a:lnTo>
                  <a:pt x="44788" y="164837"/>
                </a:lnTo>
                <a:lnTo>
                  <a:pt x="44789" y="164837"/>
                </a:lnTo>
                <a:lnTo>
                  <a:pt x="44790" y="164837"/>
                </a:lnTo>
                <a:lnTo>
                  <a:pt x="44790" y="164837"/>
                </a:lnTo>
                <a:lnTo>
                  <a:pt x="44791" y="164837"/>
                </a:lnTo>
                <a:lnTo>
                  <a:pt x="44792" y="164837"/>
                </a:lnTo>
                <a:lnTo>
                  <a:pt x="44793" y="164837"/>
                </a:lnTo>
                <a:lnTo>
                  <a:pt x="44794" y="164837"/>
                </a:lnTo>
                <a:lnTo>
                  <a:pt x="44795" y="164837"/>
                </a:lnTo>
                <a:lnTo>
                  <a:pt x="44795" y="164837"/>
                </a:lnTo>
                <a:lnTo>
                  <a:pt x="44796" y="164837"/>
                </a:lnTo>
                <a:lnTo>
                  <a:pt x="44797" y="164837"/>
                </a:lnTo>
                <a:lnTo>
                  <a:pt x="44798" y="164837"/>
                </a:lnTo>
                <a:lnTo>
                  <a:pt x="44799" y="164837"/>
                </a:lnTo>
                <a:lnTo>
                  <a:pt x="44800" y="164837"/>
                </a:lnTo>
                <a:lnTo>
                  <a:pt x="44800" y="164837"/>
                </a:lnTo>
                <a:lnTo>
                  <a:pt x="44801" y="164837"/>
                </a:lnTo>
                <a:lnTo>
                  <a:pt x="44802" y="164837"/>
                </a:lnTo>
                <a:lnTo>
                  <a:pt x="44803" y="164837"/>
                </a:lnTo>
                <a:lnTo>
                  <a:pt x="44804" y="164837"/>
                </a:lnTo>
                <a:lnTo>
                  <a:pt x="44805" y="164837"/>
                </a:lnTo>
                <a:lnTo>
                  <a:pt x="44806" y="164837"/>
                </a:lnTo>
                <a:lnTo>
                  <a:pt x="44806" y="164837"/>
                </a:lnTo>
                <a:lnTo>
                  <a:pt x="44807" y="164837"/>
                </a:lnTo>
                <a:lnTo>
                  <a:pt x="44808" y="164837"/>
                </a:lnTo>
                <a:lnTo>
                  <a:pt x="44809" y="164837"/>
                </a:lnTo>
                <a:lnTo>
                  <a:pt x="44810" y="164837"/>
                </a:lnTo>
                <a:lnTo>
                  <a:pt x="44811" y="164837"/>
                </a:lnTo>
                <a:lnTo>
                  <a:pt x="44811" y="164837"/>
                </a:lnTo>
                <a:lnTo>
                  <a:pt x="44812" y="164837"/>
                </a:lnTo>
                <a:lnTo>
                  <a:pt x="44813" y="164837"/>
                </a:lnTo>
                <a:lnTo>
                  <a:pt x="44814" y="164837"/>
                </a:lnTo>
                <a:lnTo>
                  <a:pt x="44815" y="164837"/>
                </a:lnTo>
                <a:lnTo>
                  <a:pt x="44816" y="164837"/>
                </a:lnTo>
                <a:lnTo>
                  <a:pt x="44816" y="164837"/>
                </a:lnTo>
                <a:lnTo>
                  <a:pt x="44817" y="164837"/>
                </a:lnTo>
                <a:lnTo>
                  <a:pt x="44818" y="164837"/>
                </a:lnTo>
                <a:lnTo>
                  <a:pt x="44819" y="164837"/>
                </a:lnTo>
                <a:lnTo>
                  <a:pt x="44820" y="164837"/>
                </a:lnTo>
                <a:lnTo>
                  <a:pt x="44821" y="164837"/>
                </a:lnTo>
                <a:lnTo>
                  <a:pt x="44821" y="164837"/>
                </a:lnTo>
                <a:lnTo>
                  <a:pt x="44822" y="164837"/>
                </a:lnTo>
                <a:lnTo>
                  <a:pt x="44823" y="164837"/>
                </a:lnTo>
                <a:lnTo>
                  <a:pt x="44824" y="164837"/>
                </a:lnTo>
                <a:lnTo>
                  <a:pt x="44825" y="164837"/>
                </a:lnTo>
                <a:lnTo>
                  <a:pt x="44826" y="164837"/>
                </a:lnTo>
                <a:lnTo>
                  <a:pt x="44827" y="164837"/>
                </a:lnTo>
                <a:lnTo>
                  <a:pt x="44827" y="164837"/>
                </a:lnTo>
                <a:lnTo>
                  <a:pt x="44828" y="164837"/>
                </a:lnTo>
                <a:lnTo>
                  <a:pt x="44829" y="164837"/>
                </a:lnTo>
                <a:lnTo>
                  <a:pt x="44830" y="164837"/>
                </a:lnTo>
                <a:lnTo>
                  <a:pt x="44831" y="164837"/>
                </a:lnTo>
                <a:lnTo>
                  <a:pt x="44832" y="164837"/>
                </a:lnTo>
                <a:lnTo>
                  <a:pt x="44832" y="164837"/>
                </a:lnTo>
                <a:lnTo>
                  <a:pt x="44833" y="164837"/>
                </a:lnTo>
                <a:lnTo>
                  <a:pt x="44834" y="164837"/>
                </a:lnTo>
                <a:lnTo>
                  <a:pt x="44835" y="164837"/>
                </a:lnTo>
                <a:lnTo>
                  <a:pt x="44836" y="164837"/>
                </a:lnTo>
                <a:lnTo>
                  <a:pt x="44837" y="164837"/>
                </a:lnTo>
                <a:lnTo>
                  <a:pt x="44837" y="164837"/>
                </a:lnTo>
                <a:lnTo>
                  <a:pt x="44838" y="164837"/>
                </a:lnTo>
                <a:lnTo>
                  <a:pt x="44839" y="164837"/>
                </a:lnTo>
                <a:lnTo>
                  <a:pt x="44840" y="164837"/>
                </a:lnTo>
                <a:lnTo>
                  <a:pt x="44841" y="164837"/>
                </a:lnTo>
                <a:lnTo>
                  <a:pt x="44842" y="164837"/>
                </a:lnTo>
                <a:lnTo>
                  <a:pt x="44842" y="164837"/>
                </a:lnTo>
                <a:lnTo>
                  <a:pt x="44843" y="164837"/>
                </a:lnTo>
                <a:lnTo>
                  <a:pt x="44844" y="164837"/>
                </a:lnTo>
                <a:lnTo>
                  <a:pt x="44845" y="164837"/>
                </a:lnTo>
                <a:lnTo>
                  <a:pt x="44846" y="164837"/>
                </a:lnTo>
                <a:lnTo>
                  <a:pt x="44847" y="164837"/>
                </a:lnTo>
                <a:lnTo>
                  <a:pt x="44848" y="164837"/>
                </a:lnTo>
                <a:lnTo>
                  <a:pt x="44848" y="164837"/>
                </a:lnTo>
                <a:lnTo>
                  <a:pt x="44849" y="164837"/>
                </a:lnTo>
                <a:lnTo>
                  <a:pt x="44850" y="164837"/>
                </a:lnTo>
                <a:lnTo>
                  <a:pt x="44851" y="164837"/>
                </a:lnTo>
                <a:lnTo>
                  <a:pt x="44852" y="164837"/>
                </a:lnTo>
                <a:lnTo>
                  <a:pt x="44853" y="164837"/>
                </a:lnTo>
                <a:lnTo>
                  <a:pt x="44853" y="164837"/>
                </a:lnTo>
                <a:lnTo>
                  <a:pt x="44854" y="164837"/>
                </a:lnTo>
                <a:lnTo>
                  <a:pt x="44855" y="164837"/>
                </a:lnTo>
                <a:lnTo>
                  <a:pt x="44856" y="164837"/>
                </a:lnTo>
                <a:lnTo>
                  <a:pt x="44857" y="164837"/>
                </a:lnTo>
                <a:lnTo>
                  <a:pt x="44858" y="164837"/>
                </a:lnTo>
                <a:lnTo>
                  <a:pt x="44858" y="164837"/>
                </a:lnTo>
                <a:lnTo>
                  <a:pt x="44859" y="164837"/>
                </a:lnTo>
                <a:lnTo>
                  <a:pt x="44860" y="164837"/>
                </a:lnTo>
                <a:lnTo>
                  <a:pt x="44861" y="164837"/>
                </a:lnTo>
                <a:lnTo>
                  <a:pt x="44862" y="164837"/>
                </a:lnTo>
                <a:lnTo>
                  <a:pt x="44863" y="164837"/>
                </a:lnTo>
                <a:lnTo>
                  <a:pt x="44864" y="164837"/>
                </a:lnTo>
                <a:lnTo>
                  <a:pt x="44864" y="164837"/>
                </a:lnTo>
                <a:lnTo>
                  <a:pt x="44865" y="164837"/>
                </a:lnTo>
                <a:lnTo>
                  <a:pt x="44866" y="164837"/>
                </a:lnTo>
                <a:lnTo>
                  <a:pt x="44867" y="164837"/>
                </a:lnTo>
                <a:lnTo>
                  <a:pt x="44868" y="164837"/>
                </a:lnTo>
                <a:lnTo>
                  <a:pt x="44869" y="164837"/>
                </a:lnTo>
                <a:lnTo>
                  <a:pt x="44869" y="164837"/>
                </a:lnTo>
                <a:lnTo>
                  <a:pt x="44870" y="164837"/>
                </a:lnTo>
                <a:lnTo>
                  <a:pt x="44871" y="164837"/>
                </a:lnTo>
                <a:lnTo>
                  <a:pt x="44872" y="164837"/>
                </a:lnTo>
                <a:lnTo>
                  <a:pt x="44873" y="164837"/>
                </a:lnTo>
                <a:lnTo>
                  <a:pt x="44874" y="164837"/>
                </a:lnTo>
                <a:lnTo>
                  <a:pt x="44874" y="164837"/>
                </a:lnTo>
                <a:lnTo>
                  <a:pt x="44875" y="164837"/>
                </a:lnTo>
                <a:lnTo>
                  <a:pt x="44876" y="164837"/>
                </a:lnTo>
                <a:lnTo>
                  <a:pt x="44877" y="164837"/>
                </a:lnTo>
                <a:lnTo>
                  <a:pt x="44878" y="164837"/>
                </a:lnTo>
                <a:lnTo>
                  <a:pt x="44879" y="164837"/>
                </a:lnTo>
                <a:lnTo>
                  <a:pt x="44879" y="164837"/>
                </a:lnTo>
                <a:lnTo>
                  <a:pt x="44880" y="164837"/>
                </a:lnTo>
                <a:lnTo>
                  <a:pt x="44881" y="164837"/>
                </a:lnTo>
                <a:lnTo>
                  <a:pt x="44882" y="164837"/>
                </a:lnTo>
                <a:lnTo>
                  <a:pt x="44883" y="164837"/>
                </a:lnTo>
                <a:lnTo>
                  <a:pt x="44884" y="164837"/>
                </a:lnTo>
                <a:lnTo>
                  <a:pt x="44885" y="164837"/>
                </a:lnTo>
                <a:lnTo>
                  <a:pt x="44885" y="164837"/>
                </a:lnTo>
                <a:lnTo>
                  <a:pt x="44886" y="164837"/>
                </a:lnTo>
                <a:lnTo>
                  <a:pt x="44887" y="164837"/>
                </a:lnTo>
                <a:lnTo>
                  <a:pt x="44888" y="164837"/>
                </a:lnTo>
                <a:lnTo>
                  <a:pt x="44889" y="164837"/>
                </a:lnTo>
                <a:lnTo>
                  <a:pt x="44890" y="164837"/>
                </a:lnTo>
                <a:lnTo>
                  <a:pt x="44890" y="164837"/>
                </a:lnTo>
                <a:lnTo>
                  <a:pt x="44891" y="164837"/>
                </a:lnTo>
                <a:lnTo>
                  <a:pt x="44892" y="164837"/>
                </a:lnTo>
                <a:lnTo>
                  <a:pt x="44893" y="164837"/>
                </a:lnTo>
                <a:lnTo>
                  <a:pt x="44894" y="164837"/>
                </a:lnTo>
                <a:lnTo>
                  <a:pt x="44895" y="164837"/>
                </a:lnTo>
                <a:lnTo>
                  <a:pt x="44896" y="164837"/>
                </a:lnTo>
                <a:lnTo>
                  <a:pt x="44896" y="164837"/>
                </a:lnTo>
                <a:lnTo>
                  <a:pt x="44897" y="164837"/>
                </a:lnTo>
                <a:lnTo>
                  <a:pt x="44898" y="164837"/>
                </a:lnTo>
                <a:lnTo>
                  <a:pt x="44899" y="164837"/>
                </a:lnTo>
                <a:lnTo>
                  <a:pt x="44900" y="164837"/>
                </a:lnTo>
                <a:lnTo>
                  <a:pt x="44901" y="164837"/>
                </a:lnTo>
                <a:lnTo>
                  <a:pt x="44901" y="164837"/>
                </a:lnTo>
                <a:lnTo>
                  <a:pt x="44902" y="164837"/>
                </a:lnTo>
                <a:lnTo>
                  <a:pt x="44903" y="164837"/>
                </a:lnTo>
                <a:lnTo>
                  <a:pt x="44904" y="164837"/>
                </a:lnTo>
                <a:lnTo>
                  <a:pt x="44905" y="164837"/>
                </a:lnTo>
                <a:lnTo>
                  <a:pt x="44906" y="164837"/>
                </a:lnTo>
                <a:lnTo>
                  <a:pt x="44906" y="164837"/>
                </a:lnTo>
                <a:lnTo>
                  <a:pt x="44907" y="164837"/>
                </a:lnTo>
                <a:lnTo>
                  <a:pt x="44908" y="164837"/>
                </a:lnTo>
                <a:lnTo>
                  <a:pt x="44909" y="164837"/>
                </a:lnTo>
                <a:lnTo>
                  <a:pt x="44910" y="164837"/>
                </a:lnTo>
                <a:lnTo>
                  <a:pt x="44911" y="164837"/>
                </a:lnTo>
                <a:lnTo>
                  <a:pt x="44912" y="164837"/>
                </a:lnTo>
                <a:lnTo>
                  <a:pt x="44912" y="164837"/>
                </a:lnTo>
                <a:lnTo>
                  <a:pt x="44913" y="164837"/>
                </a:lnTo>
                <a:lnTo>
                  <a:pt x="44914" y="164837"/>
                </a:lnTo>
                <a:lnTo>
                  <a:pt x="44915" y="164837"/>
                </a:lnTo>
                <a:lnTo>
                  <a:pt x="44916" y="164837"/>
                </a:lnTo>
                <a:lnTo>
                  <a:pt x="44917" y="164837"/>
                </a:lnTo>
                <a:lnTo>
                  <a:pt x="44917" y="164837"/>
                </a:lnTo>
                <a:lnTo>
                  <a:pt x="44918" y="164837"/>
                </a:lnTo>
                <a:lnTo>
                  <a:pt x="44919" y="164837"/>
                </a:lnTo>
                <a:lnTo>
                  <a:pt x="44920" y="164837"/>
                </a:lnTo>
                <a:lnTo>
                  <a:pt x="44921" y="164837"/>
                </a:lnTo>
                <a:lnTo>
                  <a:pt x="44922" y="164837"/>
                </a:lnTo>
                <a:lnTo>
                  <a:pt x="44922" y="164837"/>
                </a:lnTo>
                <a:lnTo>
                  <a:pt x="44923" y="164837"/>
                </a:lnTo>
                <a:lnTo>
                  <a:pt x="44924" y="164837"/>
                </a:lnTo>
                <a:lnTo>
                  <a:pt x="44925" y="164837"/>
                </a:lnTo>
                <a:lnTo>
                  <a:pt x="44926" y="164837"/>
                </a:lnTo>
                <a:lnTo>
                  <a:pt x="44927" y="164837"/>
                </a:lnTo>
                <a:lnTo>
                  <a:pt x="44928" y="164837"/>
                </a:lnTo>
                <a:lnTo>
                  <a:pt x="44928" y="164837"/>
                </a:lnTo>
                <a:lnTo>
                  <a:pt x="44929" y="164837"/>
                </a:lnTo>
                <a:lnTo>
                  <a:pt x="44930" y="164837"/>
                </a:lnTo>
                <a:lnTo>
                  <a:pt x="44931" y="164837"/>
                </a:lnTo>
                <a:lnTo>
                  <a:pt x="44932" y="164837"/>
                </a:lnTo>
                <a:lnTo>
                  <a:pt x="44933" y="164837"/>
                </a:lnTo>
                <a:lnTo>
                  <a:pt x="44933" y="164837"/>
                </a:lnTo>
                <a:lnTo>
                  <a:pt x="44934" y="164837"/>
                </a:lnTo>
                <a:lnTo>
                  <a:pt x="44935" y="164837"/>
                </a:lnTo>
                <a:lnTo>
                  <a:pt x="44936" y="164837"/>
                </a:lnTo>
                <a:lnTo>
                  <a:pt x="44937" y="164837"/>
                </a:lnTo>
                <a:lnTo>
                  <a:pt x="44938" y="164837"/>
                </a:lnTo>
                <a:lnTo>
                  <a:pt x="44939" y="164837"/>
                </a:lnTo>
                <a:lnTo>
                  <a:pt x="44939" y="164837"/>
                </a:lnTo>
                <a:lnTo>
                  <a:pt x="44940" y="164837"/>
                </a:lnTo>
                <a:lnTo>
                  <a:pt x="44941" y="164837"/>
                </a:lnTo>
                <a:lnTo>
                  <a:pt x="44942" y="164837"/>
                </a:lnTo>
                <a:lnTo>
                  <a:pt x="44943" y="164837"/>
                </a:lnTo>
                <a:lnTo>
                  <a:pt x="44944" y="164837"/>
                </a:lnTo>
                <a:lnTo>
                  <a:pt x="44944" y="164837"/>
                </a:lnTo>
                <a:lnTo>
                  <a:pt x="44945" y="164837"/>
                </a:lnTo>
                <a:lnTo>
                  <a:pt x="44946" y="164837"/>
                </a:lnTo>
                <a:lnTo>
                  <a:pt x="44947" y="164837"/>
                </a:lnTo>
                <a:lnTo>
                  <a:pt x="44948" y="164837"/>
                </a:lnTo>
                <a:lnTo>
                  <a:pt x="44949" y="164837"/>
                </a:lnTo>
                <a:lnTo>
                  <a:pt x="44949" y="164837"/>
                </a:lnTo>
                <a:lnTo>
                  <a:pt x="44950" y="164837"/>
                </a:lnTo>
                <a:lnTo>
                  <a:pt x="44951" y="164837"/>
                </a:lnTo>
                <a:lnTo>
                  <a:pt x="44952" y="164837"/>
                </a:lnTo>
                <a:lnTo>
                  <a:pt x="44953" y="164837"/>
                </a:lnTo>
                <a:lnTo>
                  <a:pt x="44954" y="164837"/>
                </a:lnTo>
                <a:lnTo>
                  <a:pt x="44955" y="164837"/>
                </a:lnTo>
                <a:lnTo>
                  <a:pt x="44955" y="164837"/>
                </a:lnTo>
                <a:lnTo>
                  <a:pt x="44956" y="164837"/>
                </a:lnTo>
                <a:lnTo>
                  <a:pt x="44957" y="164837"/>
                </a:lnTo>
                <a:lnTo>
                  <a:pt x="44958" y="164837"/>
                </a:lnTo>
                <a:lnTo>
                  <a:pt x="44959" y="164837"/>
                </a:lnTo>
                <a:lnTo>
                  <a:pt x="44960" y="164837"/>
                </a:lnTo>
                <a:lnTo>
                  <a:pt x="44960" y="164837"/>
                </a:lnTo>
                <a:lnTo>
                  <a:pt x="44961" y="164837"/>
                </a:lnTo>
                <a:lnTo>
                  <a:pt x="44962" y="164837"/>
                </a:lnTo>
                <a:lnTo>
                  <a:pt x="44963" y="164837"/>
                </a:lnTo>
                <a:lnTo>
                  <a:pt x="44964" y="164837"/>
                </a:lnTo>
                <a:lnTo>
                  <a:pt x="44965" y="164837"/>
                </a:lnTo>
                <a:lnTo>
                  <a:pt x="44966" y="164837"/>
                </a:lnTo>
                <a:lnTo>
                  <a:pt x="44966" y="164837"/>
                </a:lnTo>
                <a:lnTo>
                  <a:pt x="44967" y="164837"/>
                </a:lnTo>
                <a:lnTo>
                  <a:pt x="44968" y="164837"/>
                </a:lnTo>
                <a:lnTo>
                  <a:pt x="44969" y="164837"/>
                </a:lnTo>
                <a:lnTo>
                  <a:pt x="44970" y="164837"/>
                </a:lnTo>
                <a:lnTo>
                  <a:pt x="44971" y="164837"/>
                </a:lnTo>
                <a:lnTo>
                  <a:pt x="44971" y="164837"/>
                </a:lnTo>
                <a:lnTo>
                  <a:pt x="44972" y="164837"/>
                </a:lnTo>
                <a:lnTo>
                  <a:pt x="44973" y="164837"/>
                </a:lnTo>
                <a:lnTo>
                  <a:pt x="44974" y="164837"/>
                </a:lnTo>
                <a:lnTo>
                  <a:pt x="44975" y="164837"/>
                </a:lnTo>
                <a:lnTo>
                  <a:pt x="44976" y="164837"/>
                </a:lnTo>
                <a:lnTo>
                  <a:pt x="44977" y="164837"/>
                </a:lnTo>
                <a:lnTo>
                  <a:pt x="44977" y="164837"/>
                </a:lnTo>
                <a:lnTo>
                  <a:pt x="44978" y="164837"/>
                </a:lnTo>
                <a:lnTo>
                  <a:pt x="44979" y="164837"/>
                </a:lnTo>
                <a:lnTo>
                  <a:pt x="44980" y="164837"/>
                </a:lnTo>
                <a:lnTo>
                  <a:pt x="44981" y="164837"/>
                </a:lnTo>
                <a:lnTo>
                  <a:pt x="44982" y="164837"/>
                </a:lnTo>
                <a:lnTo>
                  <a:pt x="44982" y="164837"/>
                </a:lnTo>
                <a:lnTo>
                  <a:pt x="44983" y="164837"/>
                </a:lnTo>
                <a:lnTo>
                  <a:pt x="44984" y="164837"/>
                </a:lnTo>
                <a:lnTo>
                  <a:pt x="44985" y="164837"/>
                </a:lnTo>
                <a:lnTo>
                  <a:pt x="44986" y="164837"/>
                </a:lnTo>
                <a:lnTo>
                  <a:pt x="44987" y="164837"/>
                </a:lnTo>
                <a:lnTo>
                  <a:pt x="44988" y="164837"/>
                </a:lnTo>
                <a:lnTo>
                  <a:pt x="44988" y="164837"/>
                </a:lnTo>
                <a:lnTo>
                  <a:pt x="44989" y="164837"/>
                </a:lnTo>
                <a:lnTo>
                  <a:pt x="44990" y="164837"/>
                </a:lnTo>
                <a:lnTo>
                  <a:pt x="44991" y="164837"/>
                </a:lnTo>
                <a:lnTo>
                  <a:pt x="44992" y="164837"/>
                </a:lnTo>
                <a:lnTo>
                  <a:pt x="44993" y="164837"/>
                </a:lnTo>
                <a:lnTo>
                  <a:pt x="44993" y="164837"/>
                </a:lnTo>
                <a:lnTo>
                  <a:pt x="44994" y="164837"/>
                </a:lnTo>
                <a:lnTo>
                  <a:pt x="44995" y="164837"/>
                </a:lnTo>
                <a:lnTo>
                  <a:pt x="44996" y="164837"/>
                </a:lnTo>
                <a:lnTo>
                  <a:pt x="44997" y="164837"/>
                </a:lnTo>
                <a:lnTo>
                  <a:pt x="44998" y="164837"/>
                </a:lnTo>
                <a:lnTo>
                  <a:pt x="44999" y="164837"/>
                </a:lnTo>
                <a:lnTo>
                  <a:pt x="44999" y="164837"/>
                </a:lnTo>
                <a:lnTo>
                  <a:pt x="45000" y="164837"/>
                </a:lnTo>
                <a:lnTo>
                  <a:pt x="45001" y="164837"/>
                </a:lnTo>
                <a:lnTo>
                  <a:pt x="45002" y="164837"/>
                </a:lnTo>
                <a:lnTo>
                  <a:pt x="45003" y="164837"/>
                </a:lnTo>
                <a:lnTo>
                  <a:pt x="45004" y="164837"/>
                </a:lnTo>
                <a:lnTo>
                  <a:pt x="45004" y="164837"/>
                </a:lnTo>
                <a:lnTo>
                  <a:pt x="45005" y="164837"/>
                </a:lnTo>
                <a:lnTo>
                  <a:pt x="45006" y="164837"/>
                </a:lnTo>
                <a:lnTo>
                  <a:pt x="45007" y="164837"/>
                </a:lnTo>
                <a:lnTo>
                  <a:pt x="45008" y="164837"/>
                </a:lnTo>
                <a:lnTo>
                  <a:pt x="45009" y="164837"/>
                </a:lnTo>
                <a:lnTo>
                  <a:pt x="45010" y="164837"/>
                </a:lnTo>
                <a:lnTo>
                  <a:pt x="45010" y="164837"/>
                </a:lnTo>
                <a:lnTo>
                  <a:pt x="45011" y="164837"/>
                </a:lnTo>
                <a:lnTo>
                  <a:pt x="45012" y="164837"/>
                </a:lnTo>
                <a:lnTo>
                  <a:pt x="45013" y="164837"/>
                </a:lnTo>
                <a:lnTo>
                  <a:pt x="45014" y="164837"/>
                </a:lnTo>
                <a:lnTo>
                  <a:pt x="45015" y="164837"/>
                </a:lnTo>
                <a:lnTo>
                  <a:pt x="45015" y="164837"/>
                </a:lnTo>
                <a:lnTo>
                  <a:pt x="45016" y="164837"/>
                </a:lnTo>
                <a:lnTo>
                  <a:pt x="45017" y="164837"/>
                </a:lnTo>
                <a:lnTo>
                  <a:pt x="45018" y="164837"/>
                </a:lnTo>
                <a:lnTo>
                  <a:pt x="45019" y="164837"/>
                </a:lnTo>
                <a:lnTo>
                  <a:pt x="45020" y="164837"/>
                </a:lnTo>
                <a:lnTo>
                  <a:pt x="45021" y="164837"/>
                </a:lnTo>
                <a:lnTo>
                  <a:pt x="45021" y="164837"/>
                </a:lnTo>
                <a:lnTo>
                  <a:pt x="45022" y="164837"/>
                </a:lnTo>
                <a:lnTo>
                  <a:pt x="45023" y="164837"/>
                </a:lnTo>
                <a:lnTo>
                  <a:pt x="45024" y="164837"/>
                </a:lnTo>
                <a:lnTo>
                  <a:pt x="45025" y="164837"/>
                </a:lnTo>
                <a:lnTo>
                  <a:pt x="45026" y="164837"/>
                </a:lnTo>
                <a:lnTo>
                  <a:pt x="45026" y="164837"/>
                </a:lnTo>
                <a:lnTo>
                  <a:pt x="45027" y="164837"/>
                </a:lnTo>
                <a:lnTo>
                  <a:pt x="45028" y="164837"/>
                </a:lnTo>
                <a:lnTo>
                  <a:pt x="45029" y="164837"/>
                </a:lnTo>
                <a:lnTo>
                  <a:pt x="45030" y="164837"/>
                </a:lnTo>
                <a:lnTo>
                  <a:pt x="45031" y="164837"/>
                </a:lnTo>
                <a:lnTo>
                  <a:pt x="45032" y="164837"/>
                </a:lnTo>
                <a:lnTo>
                  <a:pt x="45032" y="164837"/>
                </a:lnTo>
                <a:lnTo>
                  <a:pt x="45033" y="164837"/>
                </a:lnTo>
                <a:lnTo>
                  <a:pt x="45034" y="164837"/>
                </a:lnTo>
                <a:lnTo>
                  <a:pt x="45035" y="164837"/>
                </a:lnTo>
                <a:lnTo>
                  <a:pt x="45036" y="164837"/>
                </a:lnTo>
                <a:lnTo>
                  <a:pt x="45037" y="164837"/>
                </a:lnTo>
                <a:lnTo>
                  <a:pt x="45037" y="164837"/>
                </a:lnTo>
                <a:lnTo>
                  <a:pt x="45038" y="164837"/>
                </a:lnTo>
                <a:lnTo>
                  <a:pt x="45039" y="164837"/>
                </a:lnTo>
                <a:lnTo>
                  <a:pt x="45040" y="164837"/>
                </a:lnTo>
                <a:lnTo>
                  <a:pt x="45041" y="164837"/>
                </a:lnTo>
                <a:lnTo>
                  <a:pt x="45042" y="164837"/>
                </a:lnTo>
                <a:lnTo>
                  <a:pt x="45043" y="164837"/>
                </a:lnTo>
                <a:lnTo>
                  <a:pt x="45043" y="164837"/>
                </a:lnTo>
                <a:lnTo>
                  <a:pt x="45044" y="164837"/>
                </a:lnTo>
                <a:lnTo>
                  <a:pt x="45045" y="164837"/>
                </a:lnTo>
                <a:lnTo>
                  <a:pt x="45046" y="164837"/>
                </a:lnTo>
                <a:lnTo>
                  <a:pt x="45047" y="164837"/>
                </a:lnTo>
                <a:lnTo>
                  <a:pt x="45048" y="164837"/>
                </a:lnTo>
                <a:lnTo>
                  <a:pt x="45049" y="164837"/>
                </a:lnTo>
                <a:lnTo>
                  <a:pt x="45049" y="164837"/>
                </a:lnTo>
                <a:lnTo>
                  <a:pt x="45050" y="164837"/>
                </a:lnTo>
                <a:lnTo>
                  <a:pt x="45051" y="164837"/>
                </a:lnTo>
                <a:lnTo>
                  <a:pt x="45052" y="164837"/>
                </a:lnTo>
                <a:lnTo>
                  <a:pt x="45053" y="164837"/>
                </a:lnTo>
                <a:lnTo>
                  <a:pt x="45054" y="164837"/>
                </a:lnTo>
                <a:lnTo>
                  <a:pt x="45054" y="164837"/>
                </a:lnTo>
                <a:lnTo>
                  <a:pt x="45055" y="164837"/>
                </a:lnTo>
                <a:lnTo>
                  <a:pt x="45056" y="164837"/>
                </a:lnTo>
                <a:lnTo>
                  <a:pt x="45057" y="164837"/>
                </a:lnTo>
                <a:lnTo>
                  <a:pt x="45058" y="164837"/>
                </a:lnTo>
                <a:lnTo>
                  <a:pt x="45059" y="164837"/>
                </a:lnTo>
                <a:lnTo>
                  <a:pt x="45060" y="164837"/>
                </a:lnTo>
                <a:lnTo>
                  <a:pt x="45060" y="164837"/>
                </a:lnTo>
                <a:lnTo>
                  <a:pt x="45061" y="164837"/>
                </a:lnTo>
                <a:lnTo>
                  <a:pt x="45062" y="164837"/>
                </a:lnTo>
                <a:lnTo>
                  <a:pt x="45063" y="164837"/>
                </a:lnTo>
                <a:lnTo>
                  <a:pt x="45064" y="164837"/>
                </a:lnTo>
                <a:lnTo>
                  <a:pt x="45065" y="164837"/>
                </a:lnTo>
                <a:lnTo>
                  <a:pt x="45065" y="164837"/>
                </a:lnTo>
                <a:lnTo>
                  <a:pt x="45066" y="164837"/>
                </a:lnTo>
                <a:lnTo>
                  <a:pt x="45067" y="164837"/>
                </a:lnTo>
                <a:lnTo>
                  <a:pt x="45068" y="164837"/>
                </a:lnTo>
                <a:lnTo>
                  <a:pt x="45069" y="164837"/>
                </a:lnTo>
                <a:lnTo>
                  <a:pt x="45070" y="164837"/>
                </a:lnTo>
                <a:lnTo>
                  <a:pt x="45071" y="164837"/>
                </a:lnTo>
                <a:lnTo>
                  <a:pt x="45071" y="164837"/>
                </a:lnTo>
                <a:lnTo>
                  <a:pt x="45072" y="164837"/>
                </a:lnTo>
                <a:lnTo>
                  <a:pt x="45073" y="164837"/>
                </a:lnTo>
                <a:lnTo>
                  <a:pt x="45074" y="164837"/>
                </a:lnTo>
                <a:lnTo>
                  <a:pt x="45075" y="164837"/>
                </a:lnTo>
                <a:lnTo>
                  <a:pt x="45076" y="164837"/>
                </a:lnTo>
                <a:lnTo>
                  <a:pt x="45077" y="164837"/>
                </a:lnTo>
                <a:lnTo>
                  <a:pt x="45077" y="164837"/>
                </a:lnTo>
                <a:lnTo>
                  <a:pt x="45078" y="164837"/>
                </a:lnTo>
                <a:lnTo>
                  <a:pt x="45079" y="164837"/>
                </a:lnTo>
                <a:lnTo>
                  <a:pt x="45080" y="164837"/>
                </a:lnTo>
                <a:lnTo>
                  <a:pt x="45081" y="164837"/>
                </a:lnTo>
                <a:lnTo>
                  <a:pt x="45082" y="164837"/>
                </a:lnTo>
                <a:lnTo>
                  <a:pt x="45082" y="164837"/>
                </a:lnTo>
                <a:lnTo>
                  <a:pt x="45083" y="164837"/>
                </a:lnTo>
                <a:lnTo>
                  <a:pt x="45084" y="164837"/>
                </a:lnTo>
                <a:lnTo>
                  <a:pt x="45085" y="164837"/>
                </a:lnTo>
                <a:lnTo>
                  <a:pt x="45086" y="164837"/>
                </a:lnTo>
                <a:lnTo>
                  <a:pt x="45087" y="164837"/>
                </a:lnTo>
                <a:lnTo>
                  <a:pt x="45088" y="164837"/>
                </a:lnTo>
                <a:lnTo>
                  <a:pt x="45088" y="164837"/>
                </a:lnTo>
                <a:lnTo>
                  <a:pt x="45089" y="164837"/>
                </a:lnTo>
                <a:lnTo>
                  <a:pt x="45090" y="164837"/>
                </a:lnTo>
                <a:lnTo>
                  <a:pt x="45091" y="164837"/>
                </a:lnTo>
                <a:lnTo>
                  <a:pt x="45092" y="164837"/>
                </a:lnTo>
                <a:lnTo>
                  <a:pt x="45093" y="164837"/>
                </a:lnTo>
                <a:lnTo>
                  <a:pt x="45094" y="164837"/>
                </a:lnTo>
                <a:lnTo>
                  <a:pt x="45094" y="164837"/>
                </a:lnTo>
                <a:lnTo>
                  <a:pt x="45095" y="164837"/>
                </a:lnTo>
                <a:lnTo>
                  <a:pt x="45096" y="164837"/>
                </a:lnTo>
                <a:lnTo>
                  <a:pt x="45097" y="164837"/>
                </a:lnTo>
                <a:lnTo>
                  <a:pt x="45098" y="164837"/>
                </a:lnTo>
                <a:lnTo>
                  <a:pt x="45099" y="164837"/>
                </a:lnTo>
                <a:lnTo>
                  <a:pt x="45099" y="164837"/>
                </a:lnTo>
                <a:lnTo>
                  <a:pt x="45100" y="164837"/>
                </a:lnTo>
                <a:lnTo>
                  <a:pt x="45101" y="164837"/>
                </a:lnTo>
                <a:lnTo>
                  <a:pt x="45102" y="164837"/>
                </a:lnTo>
                <a:lnTo>
                  <a:pt x="45103" y="164837"/>
                </a:lnTo>
                <a:lnTo>
                  <a:pt x="45104" y="164837"/>
                </a:lnTo>
                <a:lnTo>
                  <a:pt x="45105" y="164837"/>
                </a:lnTo>
                <a:lnTo>
                  <a:pt x="45105" y="164837"/>
                </a:lnTo>
                <a:lnTo>
                  <a:pt x="45106" y="164837"/>
                </a:lnTo>
                <a:lnTo>
                  <a:pt x="45107" y="164837"/>
                </a:lnTo>
                <a:lnTo>
                  <a:pt x="45108" y="164837"/>
                </a:lnTo>
                <a:lnTo>
                  <a:pt x="45109" y="164837"/>
                </a:lnTo>
                <a:lnTo>
                  <a:pt x="45110" y="164837"/>
                </a:lnTo>
                <a:lnTo>
                  <a:pt x="45110" y="164837"/>
                </a:lnTo>
                <a:lnTo>
                  <a:pt x="45111" y="164837"/>
                </a:lnTo>
                <a:lnTo>
                  <a:pt x="45112" y="164837"/>
                </a:lnTo>
                <a:lnTo>
                  <a:pt x="45113" y="164837"/>
                </a:lnTo>
                <a:lnTo>
                  <a:pt x="45114" y="164837"/>
                </a:lnTo>
                <a:lnTo>
                  <a:pt x="45115" y="164837"/>
                </a:lnTo>
                <a:lnTo>
                  <a:pt x="45116" y="164837"/>
                </a:lnTo>
                <a:lnTo>
                  <a:pt x="45116" y="164837"/>
                </a:lnTo>
                <a:lnTo>
                  <a:pt x="45117" y="164837"/>
                </a:lnTo>
                <a:lnTo>
                  <a:pt x="45118" y="164837"/>
                </a:lnTo>
                <a:lnTo>
                  <a:pt x="45119" y="164837"/>
                </a:lnTo>
                <a:lnTo>
                  <a:pt x="45120" y="164837"/>
                </a:lnTo>
                <a:lnTo>
                  <a:pt x="45121" y="164837"/>
                </a:lnTo>
                <a:lnTo>
                  <a:pt x="45122" y="164837"/>
                </a:lnTo>
                <a:lnTo>
                  <a:pt x="45122" y="164837"/>
                </a:lnTo>
                <a:lnTo>
                  <a:pt x="45123" y="164837"/>
                </a:lnTo>
                <a:lnTo>
                  <a:pt x="45124" y="164837"/>
                </a:lnTo>
                <a:lnTo>
                  <a:pt x="45125" y="164837"/>
                </a:lnTo>
                <a:lnTo>
                  <a:pt x="45126" y="164837"/>
                </a:lnTo>
                <a:lnTo>
                  <a:pt x="45127" y="164837"/>
                </a:lnTo>
                <a:lnTo>
                  <a:pt x="45128" y="164837"/>
                </a:lnTo>
                <a:lnTo>
                  <a:pt x="45128" y="164837"/>
                </a:lnTo>
                <a:lnTo>
                  <a:pt x="45129" y="164837"/>
                </a:lnTo>
                <a:lnTo>
                  <a:pt x="45130" y="164837"/>
                </a:lnTo>
                <a:lnTo>
                  <a:pt x="45131" y="164837"/>
                </a:lnTo>
                <a:lnTo>
                  <a:pt x="45132" y="164837"/>
                </a:lnTo>
                <a:lnTo>
                  <a:pt x="45133" y="164837"/>
                </a:lnTo>
                <a:lnTo>
                  <a:pt x="45133" y="164837"/>
                </a:lnTo>
                <a:lnTo>
                  <a:pt x="45134" y="164837"/>
                </a:lnTo>
                <a:lnTo>
                  <a:pt x="45135" y="164837"/>
                </a:lnTo>
                <a:lnTo>
                  <a:pt x="45136" y="164837"/>
                </a:lnTo>
                <a:lnTo>
                  <a:pt x="45137" y="164837"/>
                </a:lnTo>
                <a:lnTo>
                  <a:pt x="45138" y="164837"/>
                </a:lnTo>
                <a:lnTo>
                  <a:pt x="45139" y="164837"/>
                </a:lnTo>
                <a:lnTo>
                  <a:pt x="45139" y="164837"/>
                </a:lnTo>
                <a:lnTo>
                  <a:pt x="45140" y="164837"/>
                </a:lnTo>
                <a:lnTo>
                  <a:pt x="45141" y="164837"/>
                </a:lnTo>
                <a:lnTo>
                  <a:pt x="45142" y="164837"/>
                </a:lnTo>
                <a:lnTo>
                  <a:pt x="45143" y="164837"/>
                </a:lnTo>
                <a:lnTo>
                  <a:pt x="45144" y="164837"/>
                </a:lnTo>
                <a:lnTo>
                  <a:pt x="45145" y="164837"/>
                </a:lnTo>
                <a:lnTo>
                  <a:pt x="45145" y="164837"/>
                </a:lnTo>
                <a:lnTo>
                  <a:pt x="45146" y="164837"/>
                </a:lnTo>
                <a:lnTo>
                  <a:pt x="45147" y="164837"/>
                </a:lnTo>
                <a:lnTo>
                  <a:pt x="45148" y="164837"/>
                </a:lnTo>
                <a:lnTo>
                  <a:pt x="45149" y="164837"/>
                </a:lnTo>
                <a:lnTo>
                  <a:pt x="45150" y="164837"/>
                </a:lnTo>
                <a:lnTo>
                  <a:pt x="45150" y="164837"/>
                </a:lnTo>
                <a:lnTo>
                  <a:pt x="45151" y="164837"/>
                </a:lnTo>
                <a:lnTo>
                  <a:pt x="45152" y="164837"/>
                </a:lnTo>
                <a:lnTo>
                  <a:pt x="45153" y="164837"/>
                </a:lnTo>
                <a:lnTo>
                  <a:pt x="45154" y="164837"/>
                </a:lnTo>
                <a:lnTo>
                  <a:pt x="45155" y="164837"/>
                </a:lnTo>
                <a:lnTo>
                  <a:pt x="45156" y="164837"/>
                </a:lnTo>
                <a:lnTo>
                  <a:pt x="45156" y="164837"/>
                </a:lnTo>
                <a:lnTo>
                  <a:pt x="45157" y="164837"/>
                </a:lnTo>
                <a:lnTo>
                  <a:pt x="45158" y="164837"/>
                </a:lnTo>
                <a:lnTo>
                  <a:pt x="45159" y="164837"/>
                </a:lnTo>
                <a:lnTo>
                  <a:pt x="45160" y="164837"/>
                </a:lnTo>
                <a:lnTo>
                  <a:pt x="45161" y="164837"/>
                </a:lnTo>
                <a:lnTo>
                  <a:pt x="45162" y="164837"/>
                </a:lnTo>
                <a:lnTo>
                  <a:pt x="45162" y="164837"/>
                </a:lnTo>
                <a:lnTo>
                  <a:pt x="45163" y="164837"/>
                </a:lnTo>
                <a:lnTo>
                  <a:pt x="45164" y="164837"/>
                </a:lnTo>
                <a:lnTo>
                  <a:pt x="45165" y="164837"/>
                </a:lnTo>
                <a:lnTo>
                  <a:pt x="45166" y="164837"/>
                </a:lnTo>
                <a:lnTo>
                  <a:pt x="45167" y="164837"/>
                </a:lnTo>
                <a:lnTo>
                  <a:pt x="45168" y="164837"/>
                </a:lnTo>
                <a:lnTo>
                  <a:pt x="45168" y="164837"/>
                </a:lnTo>
                <a:lnTo>
                  <a:pt x="45169" y="164837"/>
                </a:lnTo>
                <a:lnTo>
                  <a:pt x="45170" y="164837"/>
                </a:lnTo>
                <a:lnTo>
                  <a:pt x="45171" y="164837"/>
                </a:lnTo>
                <a:lnTo>
                  <a:pt x="45172" y="164837"/>
                </a:lnTo>
                <a:lnTo>
                  <a:pt x="45173" y="164837"/>
                </a:lnTo>
                <a:lnTo>
                  <a:pt x="45173" y="164837"/>
                </a:lnTo>
                <a:lnTo>
                  <a:pt x="45174" y="164837"/>
                </a:lnTo>
                <a:lnTo>
                  <a:pt x="45175" y="164837"/>
                </a:lnTo>
                <a:lnTo>
                  <a:pt x="45176" y="164837"/>
                </a:lnTo>
                <a:lnTo>
                  <a:pt x="45177" y="164837"/>
                </a:lnTo>
                <a:lnTo>
                  <a:pt x="45178" y="164837"/>
                </a:lnTo>
                <a:lnTo>
                  <a:pt x="45179" y="164837"/>
                </a:lnTo>
                <a:lnTo>
                  <a:pt x="45179" y="164837"/>
                </a:lnTo>
                <a:lnTo>
                  <a:pt x="45180" y="164837"/>
                </a:lnTo>
                <a:lnTo>
                  <a:pt x="45181" y="164837"/>
                </a:lnTo>
                <a:lnTo>
                  <a:pt x="45182" y="164837"/>
                </a:lnTo>
                <a:lnTo>
                  <a:pt x="45183" y="164837"/>
                </a:lnTo>
                <a:lnTo>
                  <a:pt x="45184" y="164837"/>
                </a:lnTo>
                <a:lnTo>
                  <a:pt x="45185" y="164837"/>
                </a:lnTo>
                <a:lnTo>
                  <a:pt x="45185" y="164837"/>
                </a:lnTo>
                <a:lnTo>
                  <a:pt x="45186" y="164837"/>
                </a:lnTo>
                <a:lnTo>
                  <a:pt x="45187" y="164837"/>
                </a:lnTo>
                <a:lnTo>
                  <a:pt x="45188" y="164837"/>
                </a:lnTo>
                <a:lnTo>
                  <a:pt x="45189" y="164837"/>
                </a:lnTo>
                <a:lnTo>
                  <a:pt x="45190" y="164837"/>
                </a:lnTo>
                <a:lnTo>
                  <a:pt x="45191" y="164837"/>
                </a:lnTo>
                <a:lnTo>
                  <a:pt x="45191" y="164837"/>
                </a:lnTo>
                <a:lnTo>
                  <a:pt x="45192" y="164837"/>
                </a:lnTo>
                <a:lnTo>
                  <a:pt x="45193" y="164837"/>
                </a:lnTo>
                <a:lnTo>
                  <a:pt x="45194" y="164837"/>
                </a:lnTo>
                <a:lnTo>
                  <a:pt x="45195" y="164837"/>
                </a:lnTo>
                <a:lnTo>
                  <a:pt x="45196" y="164837"/>
                </a:lnTo>
                <a:lnTo>
                  <a:pt x="45197" y="164837"/>
                </a:lnTo>
                <a:lnTo>
                  <a:pt x="45197" y="164837"/>
                </a:lnTo>
                <a:lnTo>
                  <a:pt x="45198" y="164837"/>
                </a:lnTo>
                <a:lnTo>
                  <a:pt x="45199" y="164837"/>
                </a:lnTo>
                <a:lnTo>
                  <a:pt x="45200" y="164837"/>
                </a:lnTo>
                <a:lnTo>
                  <a:pt x="45201" y="164837"/>
                </a:lnTo>
                <a:lnTo>
                  <a:pt x="45202" y="164837"/>
                </a:lnTo>
                <a:lnTo>
                  <a:pt x="45202" y="164837"/>
                </a:lnTo>
                <a:lnTo>
                  <a:pt x="45203" y="164837"/>
                </a:lnTo>
                <a:lnTo>
                  <a:pt x="45204" y="164837"/>
                </a:lnTo>
                <a:lnTo>
                  <a:pt x="45205" y="164837"/>
                </a:lnTo>
                <a:lnTo>
                  <a:pt x="45206" y="164837"/>
                </a:lnTo>
                <a:lnTo>
                  <a:pt x="45207" y="164837"/>
                </a:lnTo>
                <a:lnTo>
                  <a:pt x="45208" y="164837"/>
                </a:lnTo>
                <a:lnTo>
                  <a:pt x="45208" y="164837"/>
                </a:lnTo>
                <a:lnTo>
                  <a:pt x="45209" y="164837"/>
                </a:lnTo>
                <a:lnTo>
                  <a:pt x="45210" y="164837"/>
                </a:lnTo>
                <a:lnTo>
                  <a:pt x="45211" y="164837"/>
                </a:lnTo>
                <a:lnTo>
                  <a:pt x="45212" y="164837"/>
                </a:lnTo>
                <a:lnTo>
                  <a:pt x="45213" y="164837"/>
                </a:lnTo>
                <a:lnTo>
                  <a:pt x="45214" y="164837"/>
                </a:lnTo>
                <a:lnTo>
                  <a:pt x="45214" y="164837"/>
                </a:lnTo>
                <a:lnTo>
                  <a:pt x="45215" y="164837"/>
                </a:lnTo>
                <a:lnTo>
                  <a:pt x="45216" y="164837"/>
                </a:lnTo>
                <a:lnTo>
                  <a:pt x="45217" y="164837"/>
                </a:lnTo>
                <a:lnTo>
                  <a:pt x="45218" y="164837"/>
                </a:lnTo>
                <a:lnTo>
                  <a:pt x="45219" y="164837"/>
                </a:lnTo>
                <a:lnTo>
                  <a:pt x="45220" y="164837"/>
                </a:lnTo>
                <a:lnTo>
                  <a:pt x="45220" y="164837"/>
                </a:lnTo>
                <a:lnTo>
                  <a:pt x="45221" y="164837"/>
                </a:lnTo>
                <a:lnTo>
                  <a:pt x="45222" y="164837"/>
                </a:lnTo>
                <a:lnTo>
                  <a:pt x="45223" y="164837"/>
                </a:lnTo>
                <a:lnTo>
                  <a:pt x="45224" y="164837"/>
                </a:lnTo>
                <a:lnTo>
                  <a:pt x="45225" y="164837"/>
                </a:lnTo>
                <a:lnTo>
                  <a:pt x="45226" y="164837"/>
                </a:lnTo>
                <a:lnTo>
                  <a:pt x="45226" y="164837"/>
                </a:lnTo>
                <a:lnTo>
                  <a:pt x="45227" y="164837"/>
                </a:lnTo>
                <a:lnTo>
                  <a:pt x="45228" y="164837"/>
                </a:lnTo>
                <a:lnTo>
                  <a:pt x="45229" y="164837"/>
                </a:lnTo>
                <a:lnTo>
                  <a:pt x="45230" y="164837"/>
                </a:lnTo>
                <a:lnTo>
                  <a:pt x="45231" y="164837"/>
                </a:lnTo>
                <a:lnTo>
                  <a:pt x="45232" y="164837"/>
                </a:lnTo>
                <a:lnTo>
                  <a:pt x="45232" y="164837"/>
                </a:lnTo>
                <a:lnTo>
                  <a:pt x="45233" y="164837"/>
                </a:lnTo>
                <a:lnTo>
                  <a:pt x="45234" y="164837"/>
                </a:lnTo>
                <a:lnTo>
                  <a:pt x="45235" y="164837"/>
                </a:lnTo>
                <a:lnTo>
                  <a:pt x="45236" y="164837"/>
                </a:lnTo>
                <a:lnTo>
                  <a:pt x="45237" y="164837"/>
                </a:lnTo>
                <a:lnTo>
                  <a:pt x="45238" y="164837"/>
                </a:lnTo>
                <a:lnTo>
                  <a:pt x="45238" y="164837"/>
                </a:lnTo>
                <a:lnTo>
                  <a:pt x="45239" y="164837"/>
                </a:lnTo>
                <a:lnTo>
                  <a:pt x="45240" y="164837"/>
                </a:lnTo>
                <a:lnTo>
                  <a:pt x="45241" y="164837"/>
                </a:lnTo>
                <a:lnTo>
                  <a:pt x="45242" y="164837"/>
                </a:lnTo>
                <a:lnTo>
                  <a:pt x="45243" y="164837"/>
                </a:lnTo>
                <a:lnTo>
                  <a:pt x="45243" y="164837"/>
                </a:lnTo>
                <a:lnTo>
                  <a:pt x="45244" y="164837"/>
                </a:lnTo>
                <a:lnTo>
                  <a:pt x="45245" y="164837"/>
                </a:lnTo>
                <a:lnTo>
                  <a:pt x="45246" y="164837"/>
                </a:lnTo>
                <a:lnTo>
                  <a:pt x="45247" y="164837"/>
                </a:lnTo>
                <a:lnTo>
                  <a:pt x="45248" y="164837"/>
                </a:lnTo>
                <a:lnTo>
                  <a:pt x="45249" y="164837"/>
                </a:lnTo>
                <a:lnTo>
                  <a:pt x="45249" y="164837"/>
                </a:lnTo>
                <a:lnTo>
                  <a:pt x="45250" y="164837"/>
                </a:lnTo>
                <a:lnTo>
                  <a:pt x="45251" y="164837"/>
                </a:lnTo>
                <a:lnTo>
                  <a:pt x="45252" y="164837"/>
                </a:lnTo>
                <a:lnTo>
                  <a:pt x="45253" y="164837"/>
                </a:lnTo>
                <a:lnTo>
                  <a:pt x="45254" y="164837"/>
                </a:lnTo>
                <a:lnTo>
                  <a:pt x="45255" y="164837"/>
                </a:lnTo>
                <a:lnTo>
                  <a:pt x="45255" y="164837"/>
                </a:lnTo>
                <a:lnTo>
                  <a:pt x="45256" y="164837"/>
                </a:lnTo>
                <a:lnTo>
                  <a:pt x="45257" y="164837"/>
                </a:lnTo>
                <a:lnTo>
                  <a:pt x="45258" y="164837"/>
                </a:lnTo>
                <a:lnTo>
                  <a:pt x="45259" y="164837"/>
                </a:lnTo>
                <a:lnTo>
                  <a:pt x="45260" y="164837"/>
                </a:lnTo>
                <a:lnTo>
                  <a:pt x="45261" y="164837"/>
                </a:lnTo>
                <a:lnTo>
                  <a:pt x="45261" y="164837"/>
                </a:lnTo>
                <a:lnTo>
                  <a:pt x="45262" y="164837"/>
                </a:lnTo>
                <a:lnTo>
                  <a:pt x="45263" y="164837"/>
                </a:lnTo>
                <a:lnTo>
                  <a:pt x="45264" y="164837"/>
                </a:lnTo>
                <a:lnTo>
                  <a:pt x="45265" y="164837"/>
                </a:lnTo>
                <a:lnTo>
                  <a:pt x="45266" y="164837"/>
                </a:lnTo>
                <a:lnTo>
                  <a:pt x="45267" y="164837"/>
                </a:lnTo>
                <a:lnTo>
                  <a:pt x="45267" y="164837"/>
                </a:lnTo>
                <a:lnTo>
                  <a:pt x="45268" y="164837"/>
                </a:lnTo>
                <a:lnTo>
                  <a:pt x="45269" y="164837"/>
                </a:lnTo>
                <a:lnTo>
                  <a:pt x="45270" y="164837"/>
                </a:lnTo>
                <a:lnTo>
                  <a:pt x="45271" y="164837"/>
                </a:lnTo>
                <a:lnTo>
                  <a:pt x="45272" y="164837"/>
                </a:lnTo>
                <a:lnTo>
                  <a:pt x="45273" y="164837"/>
                </a:lnTo>
                <a:lnTo>
                  <a:pt x="45273" y="164837"/>
                </a:lnTo>
                <a:lnTo>
                  <a:pt x="45274" y="164837"/>
                </a:lnTo>
                <a:lnTo>
                  <a:pt x="45275" y="164837"/>
                </a:lnTo>
                <a:lnTo>
                  <a:pt x="45276" y="164837"/>
                </a:lnTo>
                <a:lnTo>
                  <a:pt x="45277" y="164837"/>
                </a:lnTo>
                <a:lnTo>
                  <a:pt x="45278" y="164837"/>
                </a:lnTo>
                <a:lnTo>
                  <a:pt x="45279" y="164837"/>
                </a:lnTo>
                <a:lnTo>
                  <a:pt x="45279" y="164837"/>
                </a:lnTo>
                <a:lnTo>
                  <a:pt x="45280" y="164837"/>
                </a:lnTo>
                <a:lnTo>
                  <a:pt x="45281" y="164837"/>
                </a:lnTo>
                <a:lnTo>
                  <a:pt x="45282" y="164837"/>
                </a:lnTo>
                <a:lnTo>
                  <a:pt x="45283" y="164837"/>
                </a:lnTo>
                <a:lnTo>
                  <a:pt x="45284" y="164837"/>
                </a:lnTo>
                <a:lnTo>
                  <a:pt x="45285" y="164837"/>
                </a:lnTo>
                <a:lnTo>
                  <a:pt x="45285" y="164837"/>
                </a:lnTo>
                <a:lnTo>
                  <a:pt x="45286" y="164837"/>
                </a:lnTo>
                <a:lnTo>
                  <a:pt x="45287" y="164837"/>
                </a:lnTo>
                <a:lnTo>
                  <a:pt x="45288" y="164837"/>
                </a:lnTo>
                <a:lnTo>
                  <a:pt x="45289" y="164837"/>
                </a:lnTo>
                <a:lnTo>
                  <a:pt x="45290" y="164837"/>
                </a:lnTo>
                <a:lnTo>
                  <a:pt x="45291" y="164837"/>
                </a:lnTo>
                <a:lnTo>
                  <a:pt x="45291" y="164837"/>
                </a:lnTo>
                <a:lnTo>
                  <a:pt x="45292" y="164837"/>
                </a:lnTo>
                <a:lnTo>
                  <a:pt x="45293" y="164837"/>
                </a:lnTo>
                <a:lnTo>
                  <a:pt x="45294" y="164837"/>
                </a:lnTo>
                <a:lnTo>
                  <a:pt x="45295" y="164837"/>
                </a:lnTo>
                <a:lnTo>
                  <a:pt x="45296" y="164837"/>
                </a:lnTo>
                <a:lnTo>
                  <a:pt x="45297" y="164837"/>
                </a:lnTo>
                <a:lnTo>
                  <a:pt x="45297" y="164837"/>
                </a:lnTo>
                <a:lnTo>
                  <a:pt x="45298" y="164837"/>
                </a:lnTo>
                <a:lnTo>
                  <a:pt x="45299" y="164837"/>
                </a:lnTo>
                <a:lnTo>
                  <a:pt x="45300" y="164837"/>
                </a:lnTo>
                <a:lnTo>
                  <a:pt x="45301" y="164837"/>
                </a:lnTo>
                <a:lnTo>
                  <a:pt x="45302" y="164837"/>
                </a:lnTo>
                <a:lnTo>
                  <a:pt x="45303" y="164837"/>
                </a:lnTo>
                <a:lnTo>
                  <a:pt x="45303" y="164837"/>
                </a:lnTo>
                <a:lnTo>
                  <a:pt x="45304" y="164837"/>
                </a:lnTo>
                <a:lnTo>
                  <a:pt x="45305" y="164837"/>
                </a:lnTo>
                <a:lnTo>
                  <a:pt x="45306" y="164837"/>
                </a:lnTo>
                <a:lnTo>
                  <a:pt x="45307" y="164837"/>
                </a:lnTo>
                <a:lnTo>
                  <a:pt x="45308" y="164837"/>
                </a:lnTo>
                <a:lnTo>
                  <a:pt x="45309" y="164837"/>
                </a:lnTo>
                <a:lnTo>
                  <a:pt x="45309" y="164837"/>
                </a:lnTo>
                <a:lnTo>
                  <a:pt x="45310" y="164837"/>
                </a:lnTo>
                <a:lnTo>
                  <a:pt x="45311" y="164837"/>
                </a:lnTo>
                <a:lnTo>
                  <a:pt x="45312" y="164837"/>
                </a:lnTo>
                <a:lnTo>
                  <a:pt x="45313" y="164837"/>
                </a:lnTo>
                <a:lnTo>
                  <a:pt x="45314" y="164837"/>
                </a:lnTo>
                <a:lnTo>
                  <a:pt x="45315" y="164837"/>
                </a:lnTo>
                <a:lnTo>
                  <a:pt x="45315" y="164837"/>
                </a:lnTo>
                <a:lnTo>
                  <a:pt x="45316" y="164837"/>
                </a:lnTo>
                <a:lnTo>
                  <a:pt x="45317" y="164837"/>
                </a:lnTo>
                <a:lnTo>
                  <a:pt x="45318" y="164837"/>
                </a:lnTo>
                <a:lnTo>
                  <a:pt x="45319" y="164837"/>
                </a:lnTo>
                <a:lnTo>
                  <a:pt x="45320" y="164837"/>
                </a:lnTo>
                <a:lnTo>
                  <a:pt x="45321" y="164837"/>
                </a:lnTo>
                <a:lnTo>
                  <a:pt x="45321" y="164837"/>
                </a:lnTo>
                <a:lnTo>
                  <a:pt x="45322" y="164837"/>
                </a:lnTo>
                <a:lnTo>
                  <a:pt x="45323" y="164837"/>
                </a:lnTo>
                <a:lnTo>
                  <a:pt x="45324" y="164837"/>
                </a:lnTo>
                <a:lnTo>
                  <a:pt x="45325" y="164837"/>
                </a:lnTo>
                <a:lnTo>
                  <a:pt x="45326" y="164837"/>
                </a:lnTo>
                <a:lnTo>
                  <a:pt x="45327" y="164837"/>
                </a:lnTo>
                <a:lnTo>
                  <a:pt x="45327" y="164837"/>
                </a:lnTo>
                <a:lnTo>
                  <a:pt x="45328" y="164837"/>
                </a:lnTo>
                <a:lnTo>
                  <a:pt x="45329" y="164837"/>
                </a:lnTo>
                <a:lnTo>
                  <a:pt x="45330" y="164837"/>
                </a:lnTo>
                <a:lnTo>
                  <a:pt x="45331" y="164837"/>
                </a:lnTo>
                <a:lnTo>
                  <a:pt x="45332" y="164837"/>
                </a:lnTo>
                <a:lnTo>
                  <a:pt x="45333" y="164837"/>
                </a:lnTo>
                <a:lnTo>
                  <a:pt x="45333" y="164837"/>
                </a:lnTo>
                <a:lnTo>
                  <a:pt x="45334" y="164837"/>
                </a:lnTo>
                <a:lnTo>
                  <a:pt x="45335" y="164837"/>
                </a:lnTo>
                <a:lnTo>
                  <a:pt x="45336" y="164837"/>
                </a:lnTo>
                <a:lnTo>
                  <a:pt x="45337" y="164837"/>
                </a:lnTo>
                <a:lnTo>
                  <a:pt x="45338" y="164837"/>
                </a:lnTo>
                <a:lnTo>
                  <a:pt x="45339" y="164837"/>
                </a:lnTo>
                <a:lnTo>
                  <a:pt x="45339" y="164837"/>
                </a:lnTo>
                <a:lnTo>
                  <a:pt x="45340" y="164837"/>
                </a:lnTo>
                <a:lnTo>
                  <a:pt x="45341" y="164837"/>
                </a:lnTo>
                <a:lnTo>
                  <a:pt x="45342" y="164837"/>
                </a:lnTo>
                <a:lnTo>
                  <a:pt x="45343" y="164837"/>
                </a:lnTo>
                <a:lnTo>
                  <a:pt x="45344" y="164837"/>
                </a:lnTo>
                <a:lnTo>
                  <a:pt x="45345" y="164837"/>
                </a:lnTo>
                <a:lnTo>
                  <a:pt x="45345" y="164837"/>
                </a:lnTo>
                <a:lnTo>
                  <a:pt x="45346" y="164837"/>
                </a:lnTo>
                <a:lnTo>
                  <a:pt x="45347" y="164837"/>
                </a:lnTo>
                <a:lnTo>
                  <a:pt x="45348" y="164837"/>
                </a:lnTo>
                <a:lnTo>
                  <a:pt x="45349" y="164837"/>
                </a:lnTo>
                <a:lnTo>
                  <a:pt x="45350" y="164837"/>
                </a:lnTo>
                <a:lnTo>
                  <a:pt x="45351" y="164837"/>
                </a:lnTo>
                <a:lnTo>
                  <a:pt x="45351" y="164837"/>
                </a:lnTo>
                <a:lnTo>
                  <a:pt x="45352" y="164837"/>
                </a:lnTo>
                <a:lnTo>
                  <a:pt x="45353" y="164837"/>
                </a:lnTo>
                <a:lnTo>
                  <a:pt x="45354" y="164837"/>
                </a:lnTo>
                <a:lnTo>
                  <a:pt x="45355" y="164837"/>
                </a:lnTo>
                <a:lnTo>
                  <a:pt x="45356" y="164837"/>
                </a:lnTo>
                <a:lnTo>
                  <a:pt x="45357" y="164837"/>
                </a:lnTo>
                <a:lnTo>
                  <a:pt x="45357" y="164837"/>
                </a:lnTo>
                <a:lnTo>
                  <a:pt x="45358" y="164837"/>
                </a:lnTo>
                <a:lnTo>
                  <a:pt x="45359" y="164837"/>
                </a:lnTo>
                <a:lnTo>
                  <a:pt x="45360" y="164837"/>
                </a:lnTo>
                <a:lnTo>
                  <a:pt x="45361" y="164837"/>
                </a:lnTo>
                <a:lnTo>
                  <a:pt x="45362" y="164837"/>
                </a:lnTo>
                <a:lnTo>
                  <a:pt x="45363" y="164837"/>
                </a:lnTo>
                <a:lnTo>
                  <a:pt x="45363" y="164837"/>
                </a:lnTo>
                <a:lnTo>
                  <a:pt x="45364" y="164837"/>
                </a:lnTo>
                <a:lnTo>
                  <a:pt x="45365" y="164837"/>
                </a:lnTo>
                <a:lnTo>
                  <a:pt x="45366" y="164837"/>
                </a:lnTo>
                <a:lnTo>
                  <a:pt x="45367" y="164837"/>
                </a:lnTo>
                <a:lnTo>
                  <a:pt x="45368" y="164837"/>
                </a:lnTo>
                <a:lnTo>
                  <a:pt x="45369" y="164837"/>
                </a:lnTo>
                <a:lnTo>
                  <a:pt x="45369" y="164837"/>
                </a:lnTo>
                <a:lnTo>
                  <a:pt x="45370" y="164837"/>
                </a:lnTo>
                <a:lnTo>
                  <a:pt x="45371" y="164837"/>
                </a:lnTo>
                <a:lnTo>
                  <a:pt x="45372" y="164837"/>
                </a:lnTo>
                <a:lnTo>
                  <a:pt x="45373" y="164837"/>
                </a:lnTo>
                <a:lnTo>
                  <a:pt x="45374" y="164837"/>
                </a:lnTo>
                <a:lnTo>
                  <a:pt x="45375" y="164837"/>
                </a:lnTo>
                <a:lnTo>
                  <a:pt x="45376" y="164837"/>
                </a:lnTo>
                <a:lnTo>
                  <a:pt x="45376" y="164837"/>
                </a:lnTo>
                <a:lnTo>
                  <a:pt x="45377" y="164837"/>
                </a:lnTo>
                <a:lnTo>
                  <a:pt x="45378" y="164837"/>
                </a:lnTo>
                <a:lnTo>
                  <a:pt x="45379" y="164837"/>
                </a:lnTo>
                <a:lnTo>
                  <a:pt x="45380" y="164837"/>
                </a:lnTo>
                <a:lnTo>
                  <a:pt x="45381" y="164837"/>
                </a:lnTo>
                <a:lnTo>
                  <a:pt x="45382" y="164837"/>
                </a:lnTo>
                <a:lnTo>
                  <a:pt x="45382" y="164837"/>
                </a:lnTo>
                <a:lnTo>
                  <a:pt x="45383" y="164837"/>
                </a:lnTo>
                <a:lnTo>
                  <a:pt x="45384" y="164837"/>
                </a:lnTo>
                <a:lnTo>
                  <a:pt x="45385" y="164837"/>
                </a:lnTo>
                <a:lnTo>
                  <a:pt x="45386" y="164837"/>
                </a:lnTo>
                <a:lnTo>
                  <a:pt x="45387" y="164837"/>
                </a:lnTo>
                <a:lnTo>
                  <a:pt x="45388" y="164837"/>
                </a:lnTo>
                <a:lnTo>
                  <a:pt x="45388" y="164837"/>
                </a:lnTo>
                <a:lnTo>
                  <a:pt x="45389" y="164837"/>
                </a:lnTo>
                <a:lnTo>
                  <a:pt x="45390" y="164837"/>
                </a:lnTo>
                <a:lnTo>
                  <a:pt x="45391" y="164837"/>
                </a:lnTo>
                <a:lnTo>
                  <a:pt x="45392" y="164837"/>
                </a:lnTo>
                <a:lnTo>
                  <a:pt x="45393" y="164837"/>
                </a:lnTo>
                <a:lnTo>
                  <a:pt x="45394" y="164837"/>
                </a:lnTo>
                <a:lnTo>
                  <a:pt x="45394" y="164837"/>
                </a:lnTo>
                <a:lnTo>
                  <a:pt x="45395" y="164837"/>
                </a:lnTo>
                <a:lnTo>
                  <a:pt x="45396" y="164837"/>
                </a:lnTo>
                <a:lnTo>
                  <a:pt x="45397" y="164837"/>
                </a:lnTo>
                <a:lnTo>
                  <a:pt x="45398" y="164837"/>
                </a:lnTo>
                <a:lnTo>
                  <a:pt x="45399" y="164837"/>
                </a:lnTo>
                <a:lnTo>
                  <a:pt x="45400" y="164837"/>
                </a:lnTo>
                <a:lnTo>
                  <a:pt x="45400" y="164837"/>
                </a:lnTo>
                <a:lnTo>
                  <a:pt x="45401" y="164837"/>
                </a:lnTo>
                <a:lnTo>
                  <a:pt x="45402" y="164837"/>
                </a:lnTo>
                <a:lnTo>
                  <a:pt x="45403" y="164837"/>
                </a:lnTo>
                <a:lnTo>
                  <a:pt x="45404" y="164837"/>
                </a:lnTo>
                <a:lnTo>
                  <a:pt x="45405" y="164837"/>
                </a:lnTo>
                <a:lnTo>
                  <a:pt x="45406" y="164837"/>
                </a:lnTo>
                <a:lnTo>
                  <a:pt x="45406" y="164837"/>
                </a:lnTo>
                <a:lnTo>
                  <a:pt x="45407" y="164837"/>
                </a:lnTo>
                <a:lnTo>
                  <a:pt x="45408" y="164837"/>
                </a:lnTo>
                <a:lnTo>
                  <a:pt x="45409" y="164837"/>
                </a:lnTo>
                <a:lnTo>
                  <a:pt x="45410" y="164837"/>
                </a:lnTo>
                <a:lnTo>
                  <a:pt x="45411" y="164837"/>
                </a:lnTo>
                <a:lnTo>
                  <a:pt x="45412" y="164837"/>
                </a:lnTo>
                <a:lnTo>
                  <a:pt x="45412" y="164837"/>
                </a:lnTo>
                <a:lnTo>
                  <a:pt x="45413" y="164837"/>
                </a:lnTo>
                <a:lnTo>
                  <a:pt x="45414" y="164837"/>
                </a:lnTo>
                <a:lnTo>
                  <a:pt x="45415" y="164837"/>
                </a:lnTo>
                <a:lnTo>
                  <a:pt x="45416" y="164837"/>
                </a:lnTo>
                <a:lnTo>
                  <a:pt x="45417" y="164837"/>
                </a:lnTo>
                <a:lnTo>
                  <a:pt x="45418" y="164837"/>
                </a:lnTo>
                <a:lnTo>
                  <a:pt x="45419" y="164837"/>
                </a:lnTo>
                <a:lnTo>
                  <a:pt x="45419" y="164837"/>
                </a:lnTo>
                <a:lnTo>
                  <a:pt x="45420" y="164837"/>
                </a:lnTo>
                <a:lnTo>
                  <a:pt x="45421" y="164837"/>
                </a:lnTo>
                <a:lnTo>
                  <a:pt x="45422" y="164837"/>
                </a:lnTo>
                <a:lnTo>
                  <a:pt x="45423" y="164837"/>
                </a:lnTo>
                <a:lnTo>
                  <a:pt x="45424" y="164837"/>
                </a:lnTo>
                <a:lnTo>
                  <a:pt x="45425" y="164837"/>
                </a:lnTo>
                <a:lnTo>
                  <a:pt x="45425" y="164837"/>
                </a:lnTo>
                <a:lnTo>
                  <a:pt x="45426" y="164837"/>
                </a:lnTo>
                <a:lnTo>
                  <a:pt x="45427" y="164837"/>
                </a:lnTo>
                <a:lnTo>
                  <a:pt x="45428" y="164837"/>
                </a:lnTo>
                <a:lnTo>
                  <a:pt x="45429" y="164837"/>
                </a:lnTo>
                <a:lnTo>
                  <a:pt x="45430" y="164837"/>
                </a:lnTo>
                <a:lnTo>
                  <a:pt x="45431" y="164837"/>
                </a:lnTo>
                <a:lnTo>
                  <a:pt x="45431" y="164837"/>
                </a:lnTo>
                <a:lnTo>
                  <a:pt x="45432" y="164837"/>
                </a:lnTo>
                <a:lnTo>
                  <a:pt x="45433" y="164837"/>
                </a:lnTo>
                <a:lnTo>
                  <a:pt x="45434" y="164837"/>
                </a:lnTo>
                <a:lnTo>
                  <a:pt x="45435" y="164837"/>
                </a:lnTo>
                <a:lnTo>
                  <a:pt x="45436" y="164837"/>
                </a:lnTo>
                <a:lnTo>
                  <a:pt x="45437" y="164837"/>
                </a:lnTo>
                <a:lnTo>
                  <a:pt x="45437" y="164837"/>
                </a:lnTo>
                <a:lnTo>
                  <a:pt x="45438" y="164837"/>
                </a:lnTo>
                <a:lnTo>
                  <a:pt x="45439" y="164837"/>
                </a:lnTo>
                <a:lnTo>
                  <a:pt x="45440" y="164837"/>
                </a:lnTo>
                <a:lnTo>
                  <a:pt x="45441" y="164837"/>
                </a:lnTo>
                <a:lnTo>
                  <a:pt x="45442" y="164837"/>
                </a:lnTo>
                <a:lnTo>
                  <a:pt x="45443" y="164837"/>
                </a:lnTo>
                <a:lnTo>
                  <a:pt x="45443" y="164837"/>
                </a:lnTo>
                <a:lnTo>
                  <a:pt x="45444" y="164837"/>
                </a:lnTo>
                <a:lnTo>
                  <a:pt x="45445" y="164837"/>
                </a:lnTo>
                <a:lnTo>
                  <a:pt x="45446" y="164837"/>
                </a:lnTo>
                <a:lnTo>
                  <a:pt x="45447" y="164837"/>
                </a:lnTo>
                <a:lnTo>
                  <a:pt x="45448" y="164837"/>
                </a:lnTo>
                <a:lnTo>
                  <a:pt x="45449" y="164837"/>
                </a:lnTo>
                <a:lnTo>
                  <a:pt x="45450" y="164837"/>
                </a:lnTo>
                <a:lnTo>
                  <a:pt x="45450" y="164837"/>
                </a:lnTo>
                <a:lnTo>
                  <a:pt x="45451" y="164837"/>
                </a:lnTo>
                <a:lnTo>
                  <a:pt x="45452" y="164837"/>
                </a:lnTo>
                <a:lnTo>
                  <a:pt x="45453" y="164837"/>
                </a:lnTo>
                <a:lnTo>
                  <a:pt x="45454" y="164837"/>
                </a:lnTo>
                <a:lnTo>
                  <a:pt x="45455" y="164837"/>
                </a:lnTo>
                <a:lnTo>
                  <a:pt x="45456" y="164837"/>
                </a:lnTo>
                <a:lnTo>
                  <a:pt x="45456" y="164837"/>
                </a:lnTo>
                <a:lnTo>
                  <a:pt x="45457" y="164837"/>
                </a:lnTo>
                <a:lnTo>
                  <a:pt x="45458" y="164837"/>
                </a:lnTo>
                <a:lnTo>
                  <a:pt x="45459" y="164837"/>
                </a:lnTo>
                <a:lnTo>
                  <a:pt x="45460" y="164837"/>
                </a:lnTo>
                <a:lnTo>
                  <a:pt x="45461" y="164837"/>
                </a:lnTo>
                <a:lnTo>
                  <a:pt x="45462" y="164837"/>
                </a:lnTo>
                <a:lnTo>
                  <a:pt x="45462" y="164837"/>
                </a:lnTo>
                <a:lnTo>
                  <a:pt x="45463" y="164837"/>
                </a:lnTo>
                <a:lnTo>
                  <a:pt x="45464" y="164837"/>
                </a:lnTo>
                <a:lnTo>
                  <a:pt x="45465" y="164837"/>
                </a:lnTo>
                <a:lnTo>
                  <a:pt x="45466" y="164837"/>
                </a:lnTo>
                <a:lnTo>
                  <a:pt x="45467" y="164837"/>
                </a:lnTo>
                <a:lnTo>
                  <a:pt x="45468" y="164837"/>
                </a:lnTo>
                <a:lnTo>
                  <a:pt x="45468" y="164837"/>
                </a:lnTo>
                <a:lnTo>
                  <a:pt x="45469" y="164837"/>
                </a:lnTo>
                <a:lnTo>
                  <a:pt x="45470" y="164837"/>
                </a:lnTo>
                <a:lnTo>
                  <a:pt x="45471" y="164837"/>
                </a:lnTo>
                <a:lnTo>
                  <a:pt x="45472" y="164837"/>
                </a:lnTo>
                <a:lnTo>
                  <a:pt x="45473" y="164837"/>
                </a:lnTo>
                <a:lnTo>
                  <a:pt x="45474" y="164837"/>
                </a:lnTo>
                <a:lnTo>
                  <a:pt x="45475" y="164837"/>
                </a:lnTo>
                <a:lnTo>
                  <a:pt x="45475" y="164837"/>
                </a:lnTo>
                <a:lnTo>
                  <a:pt x="45476" y="164837"/>
                </a:lnTo>
                <a:lnTo>
                  <a:pt x="45477" y="164837"/>
                </a:lnTo>
                <a:lnTo>
                  <a:pt x="45478" y="164837"/>
                </a:lnTo>
                <a:lnTo>
                  <a:pt x="45479" y="164837"/>
                </a:lnTo>
                <a:lnTo>
                  <a:pt x="45480" y="164837"/>
                </a:lnTo>
                <a:lnTo>
                  <a:pt x="45481" y="164837"/>
                </a:lnTo>
                <a:lnTo>
                  <a:pt x="45481" y="164837"/>
                </a:lnTo>
                <a:lnTo>
                  <a:pt x="45482" y="164837"/>
                </a:lnTo>
                <a:lnTo>
                  <a:pt x="45483" y="164837"/>
                </a:lnTo>
                <a:lnTo>
                  <a:pt x="45484" y="164837"/>
                </a:lnTo>
                <a:lnTo>
                  <a:pt x="45485" y="164837"/>
                </a:lnTo>
                <a:lnTo>
                  <a:pt x="45486" y="164837"/>
                </a:lnTo>
                <a:lnTo>
                  <a:pt x="45487" y="164837"/>
                </a:lnTo>
                <a:lnTo>
                  <a:pt x="45487" y="164837"/>
                </a:lnTo>
                <a:lnTo>
                  <a:pt x="45488" y="164837"/>
                </a:lnTo>
                <a:lnTo>
                  <a:pt x="45489" y="164837"/>
                </a:lnTo>
                <a:lnTo>
                  <a:pt x="45490" y="164837"/>
                </a:lnTo>
                <a:lnTo>
                  <a:pt x="45491" y="164837"/>
                </a:lnTo>
                <a:lnTo>
                  <a:pt x="45492" y="164837"/>
                </a:lnTo>
                <a:lnTo>
                  <a:pt x="45493" y="164837"/>
                </a:lnTo>
                <a:lnTo>
                  <a:pt x="45494" y="164837"/>
                </a:lnTo>
                <a:lnTo>
                  <a:pt x="45494" y="164837"/>
                </a:lnTo>
                <a:lnTo>
                  <a:pt x="45495" y="164837"/>
                </a:lnTo>
                <a:lnTo>
                  <a:pt x="45496" y="164837"/>
                </a:lnTo>
                <a:lnTo>
                  <a:pt x="45497" y="164837"/>
                </a:lnTo>
                <a:lnTo>
                  <a:pt x="45498" y="164837"/>
                </a:lnTo>
                <a:lnTo>
                  <a:pt x="45499" y="164837"/>
                </a:lnTo>
                <a:lnTo>
                  <a:pt x="45500" y="164837"/>
                </a:lnTo>
                <a:lnTo>
                  <a:pt x="45500" y="164837"/>
                </a:lnTo>
                <a:lnTo>
                  <a:pt x="45501" y="164837"/>
                </a:lnTo>
                <a:lnTo>
                  <a:pt x="45502" y="164837"/>
                </a:lnTo>
                <a:lnTo>
                  <a:pt x="45503" y="164837"/>
                </a:lnTo>
                <a:lnTo>
                  <a:pt x="45504" y="164837"/>
                </a:lnTo>
                <a:lnTo>
                  <a:pt x="45505" y="164837"/>
                </a:lnTo>
                <a:lnTo>
                  <a:pt x="45506" y="164837"/>
                </a:lnTo>
                <a:lnTo>
                  <a:pt x="45506" y="164837"/>
                </a:lnTo>
                <a:lnTo>
                  <a:pt x="45507" y="164837"/>
                </a:lnTo>
                <a:lnTo>
                  <a:pt x="45508" y="164837"/>
                </a:lnTo>
                <a:lnTo>
                  <a:pt x="45509" y="164837"/>
                </a:lnTo>
                <a:lnTo>
                  <a:pt x="45510" y="164837"/>
                </a:lnTo>
                <a:lnTo>
                  <a:pt x="45511" y="164837"/>
                </a:lnTo>
                <a:lnTo>
                  <a:pt x="45512" y="164837"/>
                </a:lnTo>
                <a:lnTo>
                  <a:pt x="45513" y="164837"/>
                </a:lnTo>
                <a:lnTo>
                  <a:pt x="45513" y="164837"/>
                </a:lnTo>
                <a:lnTo>
                  <a:pt x="45514" y="164837"/>
                </a:lnTo>
                <a:lnTo>
                  <a:pt x="45515" y="164837"/>
                </a:lnTo>
                <a:lnTo>
                  <a:pt x="45516" y="164837"/>
                </a:lnTo>
                <a:lnTo>
                  <a:pt x="45517" y="164837"/>
                </a:lnTo>
                <a:lnTo>
                  <a:pt x="45518" y="164837"/>
                </a:lnTo>
                <a:lnTo>
                  <a:pt x="45519" y="164837"/>
                </a:lnTo>
                <a:lnTo>
                  <a:pt x="45519" y="164837"/>
                </a:lnTo>
                <a:lnTo>
                  <a:pt x="45520" y="164837"/>
                </a:lnTo>
                <a:lnTo>
                  <a:pt x="45521" y="164837"/>
                </a:lnTo>
                <a:lnTo>
                  <a:pt x="45522" y="164837"/>
                </a:lnTo>
                <a:lnTo>
                  <a:pt x="45523" y="164837"/>
                </a:lnTo>
                <a:lnTo>
                  <a:pt x="45524" y="164837"/>
                </a:lnTo>
                <a:lnTo>
                  <a:pt x="45525" y="164837"/>
                </a:lnTo>
                <a:lnTo>
                  <a:pt x="45525" y="164837"/>
                </a:lnTo>
                <a:lnTo>
                  <a:pt x="45526" y="164837"/>
                </a:lnTo>
                <a:lnTo>
                  <a:pt x="45527" y="164837"/>
                </a:lnTo>
                <a:lnTo>
                  <a:pt x="45528" y="164837"/>
                </a:lnTo>
                <a:lnTo>
                  <a:pt x="45529" y="164837"/>
                </a:lnTo>
                <a:lnTo>
                  <a:pt x="45530" y="164837"/>
                </a:lnTo>
                <a:lnTo>
                  <a:pt x="45531" y="164837"/>
                </a:lnTo>
                <a:lnTo>
                  <a:pt x="45532" y="164837"/>
                </a:lnTo>
                <a:lnTo>
                  <a:pt x="45532" y="164837"/>
                </a:lnTo>
                <a:lnTo>
                  <a:pt x="45533" y="164837"/>
                </a:lnTo>
                <a:lnTo>
                  <a:pt x="45534" y="164837"/>
                </a:lnTo>
                <a:lnTo>
                  <a:pt x="45535" y="164837"/>
                </a:lnTo>
                <a:lnTo>
                  <a:pt x="45536" y="164837"/>
                </a:lnTo>
                <a:lnTo>
                  <a:pt x="45537" y="164837"/>
                </a:lnTo>
                <a:lnTo>
                  <a:pt x="45538" y="164837"/>
                </a:lnTo>
                <a:lnTo>
                  <a:pt x="45538" y="164837"/>
                </a:lnTo>
                <a:lnTo>
                  <a:pt x="45539" y="164837"/>
                </a:lnTo>
                <a:lnTo>
                  <a:pt x="45540" y="164837"/>
                </a:lnTo>
                <a:lnTo>
                  <a:pt x="45541" y="164837"/>
                </a:lnTo>
                <a:lnTo>
                  <a:pt x="45542" y="164837"/>
                </a:lnTo>
                <a:lnTo>
                  <a:pt x="45543" y="164837"/>
                </a:lnTo>
                <a:lnTo>
                  <a:pt x="45544" y="164837"/>
                </a:lnTo>
                <a:lnTo>
                  <a:pt x="45545" y="164837"/>
                </a:lnTo>
                <a:lnTo>
                  <a:pt x="45545" y="164837"/>
                </a:lnTo>
                <a:lnTo>
                  <a:pt x="45546" y="164837"/>
                </a:lnTo>
                <a:lnTo>
                  <a:pt x="45547" y="164837"/>
                </a:lnTo>
                <a:lnTo>
                  <a:pt x="45548" y="164837"/>
                </a:lnTo>
                <a:lnTo>
                  <a:pt x="45549" y="164837"/>
                </a:lnTo>
                <a:lnTo>
                  <a:pt x="45550" y="164837"/>
                </a:lnTo>
                <a:lnTo>
                  <a:pt x="45551" y="164837"/>
                </a:lnTo>
                <a:lnTo>
                  <a:pt x="45551" y="164837"/>
                </a:lnTo>
                <a:lnTo>
                  <a:pt x="45552" y="164837"/>
                </a:lnTo>
                <a:lnTo>
                  <a:pt x="45553" y="164837"/>
                </a:lnTo>
                <a:lnTo>
                  <a:pt x="45554" y="164837"/>
                </a:lnTo>
                <a:lnTo>
                  <a:pt x="45555" y="164837"/>
                </a:lnTo>
                <a:lnTo>
                  <a:pt x="45556" y="164837"/>
                </a:lnTo>
                <a:lnTo>
                  <a:pt x="45557" y="164837"/>
                </a:lnTo>
                <a:lnTo>
                  <a:pt x="45558" y="164837"/>
                </a:lnTo>
                <a:lnTo>
                  <a:pt x="45558" y="164837"/>
                </a:lnTo>
                <a:lnTo>
                  <a:pt x="45559" y="164837"/>
                </a:lnTo>
                <a:lnTo>
                  <a:pt x="45560" y="164837"/>
                </a:lnTo>
                <a:lnTo>
                  <a:pt x="45561" y="164837"/>
                </a:lnTo>
                <a:lnTo>
                  <a:pt x="45562" y="164837"/>
                </a:lnTo>
                <a:lnTo>
                  <a:pt x="45563" y="164837"/>
                </a:lnTo>
                <a:lnTo>
                  <a:pt x="45564" y="164837"/>
                </a:lnTo>
                <a:lnTo>
                  <a:pt x="45564" y="164837"/>
                </a:lnTo>
                <a:lnTo>
                  <a:pt x="45565" y="164837"/>
                </a:lnTo>
                <a:lnTo>
                  <a:pt x="45566" y="164837"/>
                </a:lnTo>
                <a:lnTo>
                  <a:pt x="45567" y="164837"/>
                </a:lnTo>
                <a:lnTo>
                  <a:pt x="45568" y="164837"/>
                </a:lnTo>
                <a:lnTo>
                  <a:pt x="45569" y="164837"/>
                </a:lnTo>
                <a:lnTo>
                  <a:pt x="45570" y="164837"/>
                </a:lnTo>
                <a:lnTo>
                  <a:pt x="45570" y="164837"/>
                </a:lnTo>
                <a:lnTo>
                  <a:pt x="45571" y="164837"/>
                </a:lnTo>
                <a:lnTo>
                  <a:pt x="45572" y="164837"/>
                </a:lnTo>
                <a:lnTo>
                  <a:pt x="45573" y="164837"/>
                </a:lnTo>
                <a:lnTo>
                  <a:pt x="45574" y="164837"/>
                </a:lnTo>
                <a:lnTo>
                  <a:pt x="45575" y="164837"/>
                </a:lnTo>
                <a:lnTo>
                  <a:pt x="45576" y="164837"/>
                </a:lnTo>
                <a:lnTo>
                  <a:pt x="45577" y="164837"/>
                </a:lnTo>
                <a:lnTo>
                  <a:pt x="45577" y="164837"/>
                </a:lnTo>
                <a:lnTo>
                  <a:pt x="45578" y="164837"/>
                </a:lnTo>
                <a:lnTo>
                  <a:pt x="45579" y="164837"/>
                </a:lnTo>
                <a:lnTo>
                  <a:pt x="45580" y="164837"/>
                </a:lnTo>
                <a:lnTo>
                  <a:pt x="45581" y="164837"/>
                </a:lnTo>
                <a:lnTo>
                  <a:pt x="45582" y="164837"/>
                </a:lnTo>
                <a:lnTo>
                  <a:pt x="45583" y="164837"/>
                </a:lnTo>
                <a:lnTo>
                  <a:pt x="45583" y="164837"/>
                </a:lnTo>
                <a:lnTo>
                  <a:pt x="45584" y="164837"/>
                </a:lnTo>
                <a:lnTo>
                  <a:pt x="45585" y="164837"/>
                </a:lnTo>
                <a:lnTo>
                  <a:pt x="45586" y="164837"/>
                </a:lnTo>
                <a:lnTo>
                  <a:pt x="45587" y="164837"/>
                </a:lnTo>
                <a:lnTo>
                  <a:pt x="45588" y="164837"/>
                </a:lnTo>
                <a:lnTo>
                  <a:pt x="45589" y="164837"/>
                </a:lnTo>
                <a:lnTo>
                  <a:pt x="45590" y="164837"/>
                </a:lnTo>
                <a:lnTo>
                  <a:pt x="45590" y="164837"/>
                </a:lnTo>
                <a:lnTo>
                  <a:pt x="45591" y="164837"/>
                </a:lnTo>
                <a:lnTo>
                  <a:pt x="45592" y="164837"/>
                </a:lnTo>
                <a:lnTo>
                  <a:pt x="45593" y="164837"/>
                </a:lnTo>
                <a:lnTo>
                  <a:pt x="45594" y="164837"/>
                </a:lnTo>
                <a:lnTo>
                  <a:pt x="45595" y="164837"/>
                </a:lnTo>
                <a:lnTo>
                  <a:pt x="45596" y="164837"/>
                </a:lnTo>
                <a:lnTo>
                  <a:pt x="45596" y="164837"/>
                </a:lnTo>
                <a:lnTo>
                  <a:pt x="45597" y="164837"/>
                </a:lnTo>
                <a:lnTo>
                  <a:pt x="45598" y="164837"/>
                </a:lnTo>
                <a:lnTo>
                  <a:pt x="45599" y="164837"/>
                </a:lnTo>
                <a:lnTo>
                  <a:pt x="45600" y="164837"/>
                </a:lnTo>
                <a:lnTo>
                  <a:pt x="45601" y="164837"/>
                </a:lnTo>
                <a:lnTo>
                  <a:pt x="45602" y="164837"/>
                </a:lnTo>
                <a:lnTo>
                  <a:pt x="45603" y="164837"/>
                </a:lnTo>
                <a:lnTo>
                  <a:pt x="45603" y="164837"/>
                </a:lnTo>
                <a:lnTo>
                  <a:pt x="45604" y="164837"/>
                </a:lnTo>
                <a:lnTo>
                  <a:pt x="45605" y="164837"/>
                </a:lnTo>
                <a:lnTo>
                  <a:pt x="45606" y="164837"/>
                </a:lnTo>
                <a:lnTo>
                  <a:pt x="45607" y="164837"/>
                </a:lnTo>
                <a:lnTo>
                  <a:pt x="45608" y="164837"/>
                </a:lnTo>
                <a:lnTo>
                  <a:pt x="45609" y="164837"/>
                </a:lnTo>
                <a:lnTo>
                  <a:pt x="45610" y="164837"/>
                </a:lnTo>
                <a:lnTo>
                  <a:pt x="45610" y="164837"/>
                </a:lnTo>
                <a:lnTo>
                  <a:pt x="45611" y="164837"/>
                </a:lnTo>
                <a:lnTo>
                  <a:pt x="45612" y="164837"/>
                </a:lnTo>
                <a:lnTo>
                  <a:pt x="45613" y="164837"/>
                </a:lnTo>
                <a:lnTo>
                  <a:pt x="45614" y="164837"/>
                </a:lnTo>
                <a:lnTo>
                  <a:pt x="45615" y="164837"/>
                </a:lnTo>
                <a:lnTo>
                  <a:pt x="45616" y="164837"/>
                </a:lnTo>
                <a:lnTo>
                  <a:pt x="45616" y="164837"/>
                </a:lnTo>
                <a:lnTo>
                  <a:pt x="45617" y="164837"/>
                </a:lnTo>
                <a:lnTo>
                  <a:pt x="45618" y="164837"/>
                </a:lnTo>
                <a:lnTo>
                  <a:pt x="45619" y="164837"/>
                </a:lnTo>
                <a:lnTo>
                  <a:pt x="45620" y="164837"/>
                </a:lnTo>
                <a:lnTo>
                  <a:pt x="45621" y="164837"/>
                </a:lnTo>
                <a:lnTo>
                  <a:pt x="45622" y="164837"/>
                </a:lnTo>
                <a:lnTo>
                  <a:pt x="45623" y="164837"/>
                </a:lnTo>
                <a:lnTo>
                  <a:pt x="45623" y="164837"/>
                </a:lnTo>
                <a:lnTo>
                  <a:pt x="45624" y="164837"/>
                </a:lnTo>
                <a:lnTo>
                  <a:pt x="45625" y="164837"/>
                </a:lnTo>
                <a:lnTo>
                  <a:pt x="45626" y="164837"/>
                </a:lnTo>
                <a:lnTo>
                  <a:pt x="45627" y="164837"/>
                </a:lnTo>
                <a:lnTo>
                  <a:pt x="45628" y="164837"/>
                </a:lnTo>
                <a:lnTo>
                  <a:pt x="45629" y="164837"/>
                </a:lnTo>
                <a:lnTo>
                  <a:pt x="45629" y="164837"/>
                </a:lnTo>
                <a:lnTo>
                  <a:pt x="45630" y="164837"/>
                </a:lnTo>
                <a:lnTo>
                  <a:pt x="45631" y="164837"/>
                </a:lnTo>
                <a:lnTo>
                  <a:pt x="45632" y="164837"/>
                </a:lnTo>
                <a:lnTo>
                  <a:pt x="45633" y="164837"/>
                </a:lnTo>
                <a:lnTo>
                  <a:pt x="45634" y="164837"/>
                </a:lnTo>
                <a:lnTo>
                  <a:pt x="45635" y="164837"/>
                </a:lnTo>
                <a:lnTo>
                  <a:pt x="45636" y="164837"/>
                </a:lnTo>
                <a:lnTo>
                  <a:pt x="45636" y="164837"/>
                </a:lnTo>
                <a:lnTo>
                  <a:pt x="45637" y="164837"/>
                </a:lnTo>
                <a:lnTo>
                  <a:pt x="45638" y="164837"/>
                </a:lnTo>
                <a:lnTo>
                  <a:pt x="45639" y="164837"/>
                </a:lnTo>
                <a:lnTo>
                  <a:pt x="45640" y="164837"/>
                </a:lnTo>
                <a:lnTo>
                  <a:pt x="45641" y="164837"/>
                </a:lnTo>
                <a:lnTo>
                  <a:pt x="45642" y="164837"/>
                </a:lnTo>
                <a:lnTo>
                  <a:pt x="45642" y="164837"/>
                </a:lnTo>
                <a:lnTo>
                  <a:pt x="45643" y="164837"/>
                </a:lnTo>
                <a:lnTo>
                  <a:pt x="45644" y="164837"/>
                </a:lnTo>
                <a:lnTo>
                  <a:pt x="45645" y="164837"/>
                </a:lnTo>
                <a:lnTo>
                  <a:pt x="45646" y="164837"/>
                </a:lnTo>
                <a:lnTo>
                  <a:pt x="45647" y="164837"/>
                </a:lnTo>
                <a:lnTo>
                  <a:pt x="45648" y="164837"/>
                </a:lnTo>
                <a:lnTo>
                  <a:pt x="45649" y="164837"/>
                </a:lnTo>
                <a:lnTo>
                  <a:pt x="45649" y="164837"/>
                </a:lnTo>
                <a:lnTo>
                  <a:pt x="45650" y="164837"/>
                </a:lnTo>
                <a:lnTo>
                  <a:pt x="45651" y="164837"/>
                </a:lnTo>
                <a:lnTo>
                  <a:pt x="45652" y="164837"/>
                </a:lnTo>
                <a:lnTo>
                  <a:pt x="45653" y="164837"/>
                </a:lnTo>
                <a:lnTo>
                  <a:pt x="45654" y="164837"/>
                </a:lnTo>
                <a:lnTo>
                  <a:pt x="45655" y="164837"/>
                </a:lnTo>
                <a:lnTo>
                  <a:pt x="45656" y="164837"/>
                </a:lnTo>
                <a:lnTo>
                  <a:pt x="45656" y="164837"/>
                </a:lnTo>
                <a:lnTo>
                  <a:pt x="45657" y="164837"/>
                </a:lnTo>
                <a:lnTo>
                  <a:pt x="45658" y="164837"/>
                </a:lnTo>
                <a:lnTo>
                  <a:pt x="45659" y="164837"/>
                </a:lnTo>
                <a:lnTo>
                  <a:pt x="45660" y="164837"/>
                </a:lnTo>
                <a:lnTo>
                  <a:pt x="45661" y="164837"/>
                </a:lnTo>
                <a:lnTo>
                  <a:pt x="45662" y="164837"/>
                </a:lnTo>
                <a:lnTo>
                  <a:pt x="45662" y="164837"/>
                </a:lnTo>
                <a:lnTo>
                  <a:pt x="45663" y="164837"/>
                </a:lnTo>
                <a:lnTo>
                  <a:pt x="45664" y="164837"/>
                </a:lnTo>
                <a:lnTo>
                  <a:pt x="45665" y="164837"/>
                </a:lnTo>
                <a:lnTo>
                  <a:pt x="45666" y="164837"/>
                </a:lnTo>
                <a:lnTo>
                  <a:pt x="45667" y="164837"/>
                </a:lnTo>
                <a:lnTo>
                  <a:pt x="45668" y="164837"/>
                </a:lnTo>
                <a:lnTo>
                  <a:pt x="45669" y="164837"/>
                </a:lnTo>
                <a:lnTo>
                  <a:pt x="45669" y="164837"/>
                </a:lnTo>
                <a:lnTo>
                  <a:pt x="45670" y="164837"/>
                </a:lnTo>
                <a:lnTo>
                  <a:pt x="45671" y="164837"/>
                </a:lnTo>
                <a:lnTo>
                  <a:pt x="45672" y="164837"/>
                </a:lnTo>
                <a:lnTo>
                  <a:pt x="45673" y="164837"/>
                </a:lnTo>
                <a:lnTo>
                  <a:pt x="45674" y="164837"/>
                </a:lnTo>
                <a:lnTo>
                  <a:pt x="45675" y="164837"/>
                </a:lnTo>
                <a:lnTo>
                  <a:pt x="45676" y="164837"/>
                </a:lnTo>
                <a:lnTo>
                  <a:pt x="45676" y="164837"/>
                </a:lnTo>
                <a:lnTo>
                  <a:pt x="45677" y="164837"/>
                </a:lnTo>
                <a:lnTo>
                  <a:pt x="45678" y="164837"/>
                </a:lnTo>
                <a:lnTo>
                  <a:pt x="45679" y="164837"/>
                </a:lnTo>
                <a:lnTo>
                  <a:pt x="45680" y="164837"/>
                </a:lnTo>
                <a:lnTo>
                  <a:pt x="45681" y="164837"/>
                </a:lnTo>
                <a:lnTo>
                  <a:pt x="45682" y="164837"/>
                </a:lnTo>
                <a:lnTo>
                  <a:pt x="45682" y="164837"/>
                </a:lnTo>
                <a:lnTo>
                  <a:pt x="45683" y="164837"/>
                </a:lnTo>
                <a:lnTo>
                  <a:pt x="45684" y="164837"/>
                </a:lnTo>
                <a:lnTo>
                  <a:pt x="45685" y="164837"/>
                </a:lnTo>
                <a:lnTo>
                  <a:pt x="45686" y="164837"/>
                </a:lnTo>
                <a:lnTo>
                  <a:pt x="45687" y="164837"/>
                </a:lnTo>
                <a:lnTo>
                  <a:pt x="45688" y="164837"/>
                </a:lnTo>
                <a:lnTo>
                  <a:pt x="45689" y="164837"/>
                </a:lnTo>
                <a:lnTo>
                  <a:pt x="45689" y="164837"/>
                </a:lnTo>
                <a:lnTo>
                  <a:pt x="45690" y="164837"/>
                </a:lnTo>
                <a:lnTo>
                  <a:pt x="45691" y="164837"/>
                </a:lnTo>
                <a:lnTo>
                  <a:pt x="45692" y="164837"/>
                </a:lnTo>
                <a:lnTo>
                  <a:pt x="45693" y="164837"/>
                </a:lnTo>
                <a:lnTo>
                  <a:pt x="45694" y="164837"/>
                </a:lnTo>
                <a:lnTo>
                  <a:pt x="45695" y="164837"/>
                </a:lnTo>
                <a:lnTo>
                  <a:pt x="45696" y="164837"/>
                </a:lnTo>
                <a:lnTo>
                  <a:pt x="45696" y="164837"/>
                </a:lnTo>
                <a:lnTo>
                  <a:pt x="45697" y="164837"/>
                </a:lnTo>
                <a:lnTo>
                  <a:pt x="45698" y="164837"/>
                </a:lnTo>
                <a:lnTo>
                  <a:pt x="45699" y="164837"/>
                </a:lnTo>
                <a:lnTo>
                  <a:pt x="45700" y="164837"/>
                </a:lnTo>
                <a:lnTo>
                  <a:pt x="45701" y="164837"/>
                </a:lnTo>
                <a:lnTo>
                  <a:pt x="45702" y="164837"/>
                </a:lnTo>
                <a:lnTo>
                  <a:pt x="45703" y="164837"/>
                </a:lnTo>
                <a:lnTo>
                  <a:pt x="45703" y="164837"/>
                </a:lnTo>
                <a:lnTo>
                  <a:pt x="45704" y="164837"/>
                </a:lnTo>
                <a:lnTo>
                  <a:pt x="45705" y="164837"/>
                </a:lnTo>
                <a:lnTo>
                  <a:pt x="45706" y="164837"/>
                </a:lnTo>
                <a:lnTo>
                  <a:pt x="45707" y="164837"/>
                </a:lnTo>
                <a:lnTo>
                  <a:pt x="45708" y="164837"/>
                </a:lnTo>
                <a:lnTo>
                  <a:pt x="45709" y="164837"/>
                </a:lnTo>
                <a:lnTo>
                  <a:pt x="45709" y="164837"/>
                </a:lnTo>
                <a:lnTo>
                  <a:pt x="45710" y="164837"/>
                </a:lnTo>
                <a:lnTo>
                  <a:pt x="45711" y="164837"/>
                </a:lnTo>
                <a:lnTo>
                  <a:pt x="45712" y="164837"/>
                </a:lnTo>
                <a:lnTo>
                  <a:pt x="45713" y="164837"/>
                </a:lnTo>
                <a:lnTo>
                  <a:pt x="45714" y="164837"/>
                </a:lnTo>
                <a:lnTo>
                  <a:pt x="45715" y="164837"/>
                </a:lnTo>
                <a:lnTo>
                  <a:pt x="45716" y="164837"/>
                </a:lnTo>
                <a:lnTo>
                  <a:pt x="45716" y="164837"/>
                </a:lnTo>
                <a:lnTo>
                  <a:pt x="45717" y="164837"/>
                </a:lnTo>
                <a:lnTo>
                  <a:pt x="45718" y="164837"/>
                </a:lnTo>
                <a:lnTo>
                  <a:pt x="45719" y="164837"/>
                </a:lnTo>
                <a:lnTo>
                  <a:pt x="45720" y="164837"/>
                </a:lnTo>
                <a:lnTo>
                  <a:pt x="45721" y="164837"/>
                </a:lnTo>
                <a:lnTo>
                  <a:pt x="45722" y="164837"/>
                </a:lnTo>
                <a:lnTo>
                  <a:pt x="45723" y="164837"/>
                </a:lnTo>
                <a:lnTo>
                  <a:pt x="45723" y="164837"/>
                </a:lnTo>
                <a:lnTo>
                  <a:pt x="45724" y="164837"/>
                </a:lnTo>
                <a:lnTo>
                  <a:pt x="45725" y="164837"/>
                </a:lnTo>
                <a:lnTo>
                  <a:pt x="45726" y="164837"/>
                </a:lnTo>
                <a:lnTo>
                  <a:pt x="45727" y="164837"/>
                </a:lnTo>
                <a:lnTo>
                  <a:pt x="45728" y="164837"/>
                </a:lnTo>
                <a:lnTo>
                  <a:pt x="45729" y="164837"/>
                </a:lnTo>
                <a:lnTo>
                  <a:pt x="45730" y="164837"/>
                </a:lnTo>
                <a:lnTo>
                  <a:pt x="45730" y="164837"/>
                </a:lnTo>
                <a:lnTo>
                  <a:pt x="45731" y="164837"/>
                </a:lnTo>
                <a:lnTo>
                  <a:pt x="45732" y="164837"/>
                </a:lnTo>
                <a:lnTo>
                  <a:pt x="45733" y="164837"/>
                </a:lnTo>
                <a:lnTo>
                  <a:pt x="45734" y="164837"/>
                </a:lnTo>
                <a:lnTo>
                  <a:pt x="45735" y="164837"/>
                </a:lnTo>
                <a:lnTo>
                  <a:pt x="45736" y="164837"/>
                </a:lnTo>
                <a:lnTo>
                  <a:pt x="45736" y="164837"/>
                </a:lnTo>
                <a:lnTo>
                  <a:pt x="45737" y="164837"/>
                </a:lnTo>
                <a:lnTo>
                  <a:pt x="45738" y="164837"/>
                </a:lnTo>
                <a:lnTo>
                  <a:pt x="45739" y="164837"/>
                </a:lnTo>
                <a:lnTo>
                  <a:pt x="45740" y="164837"/>
                </a:lnTo>
                <a:lnTo>
                  <a:pt x="45741" y="164837"/>
                </a:lnTo>
                <a:lnTo>
                  <a:pt x="45742" y="164837"/>
                </a:lnTo>
                <a:lnTo>
                  <a:pt x="45743" y="164837"/>
                </a:lnTo>
                <a:lnTo>
                  <a:pt x="45743" y="164837"/>
                </a:lnTo>
                <a:lnTo>
                  <a:pt x="45744" y="164837"/>
                </a:lnTo>
                <a:lnTo>
                  <a:pt x="45745" y="164837"/>
                </a:lnTo>
                <a:lnTo>
                  <a:pt x="45746" y="164837"/>
                </a:lnTo>
                <a:lnTo>
                  <a:pt x="45747" y="164837"/>
                </a:lnTo>
                <a:lnTo>
                  <a:pt x="45748" y="164837"/>
                </a:lnTo>
                <a:lnTo>
                  <a:pt x="45749" y="164837"/>
                </a:lnTo>
                <a:lnTo>
                  <a:pt x="45750" y="164837"/>
                </a:lnTo>
                <a:lnTo>
                  <a:pt x="45750" y="164837"/>
                </a:lnTo>
                <a:lnTo>
                  <a:pt x="45751" y="164837"/>
                </a:lnTo>
                <a:lnTo>
                  <a:pt x="45752" y="164837"/>
                </a:lnTo>
                <a:lnTo>
                  <a:pt x="45753" y="164837"/>
                </a:lnTo>
                <a:lnTo>
                  <a:pt x="45754" y="164837"/>
                </a:lnTo>
                <a:lnTo>
                  <a:pt x="45755" y="164837"/>
                </a:lnTo>
                <a:lnTo>
                  <a:pt x="45756" y="164837"/>
                </a:lnTo>
                <a:lnTo>
                  <a:pt x="45757" y="164837"/>
                </a:lnTo>
                <a:lnTo>
                  <a:pt x="45757" y="164837"/>
                </a:lnTo>
                <a:lnTo>
                  <a:pt x="45758" y="164837"/>
                </a:lnTo>
                <a:lnTo>
                  <a:pt x="45759" y="164837"/>
                </a:lnTo>
                <a:lnTo>
                  <a:pt x="45760" y="164837"/>
                </a:lnTo>
                <a:lnTo>
                  <a:pt x="45761" y="164837"/>
                </a:lnTo>
                <a:lnTo>
                  <a:pt x="45762" y="164837"/>
                </a:lnTo>
                <a:lnTo>
                  <a:pt x="45763" y="164837"/>
                </a:lnTo>
                <a:lnTo>
                  <a:pt x="45764" y="164837"/>
                </a:lnTo>
                <a:lnTo>
                  <a:pt x="45764" y="164837"/>
                </a:lnTo>
                <a:lnTo>
                  <a:pt x="45765" y="164837"/>
                </a:lnTo>
                <a:lnTo>
                  <a:pt x="45766" y="164837"/>
                </a:lnTo>
                <a:lnTo>
                  <a:pt x="45767" y="164837"/>
                </a:lnTo>
                <a:lnTo>
                  <a:pt x="45768" y="164837"/>
                </a:lnTo>
                <a:lnTo>
                  <a:pt x="45769" y="164837"/>
                </a:lnTo>
                <a:lnTo>
                  <a:pt x="45770" y="164837"/>
                </a:lnTo>
                <a:lnTo>
                  <a:pt x="45771" y="164837"/>
                </a:lnTo>
                <a:lnTo>
                  <a:pt x="45771" y="164837"/>
                </a:lnTo>
                <a:lnTo>
                  <a:pt x="45772" y="164837"/>
                </a:lnTo>
                <a:lnTo>
                  <a:pt x="45773" y="164837"/>
                </a:lnTo>
                <a:lnTo>
                  <a:pt x="45774" y="164837"/>
                </a:lnTo>
                <a:lnTo>
                  <a:pt x="45775" y="164837"/>
                </a:lnTo>
                <a:lnTo>
                  <a:pt x="45776" y="164837"/>
                </a:lnTo>
                <a:lnTo>
                  <a:pt x="45777" y="164837"/>
                </a:lnTo>
                <a:lnTo>
                  <a:pt x="45777" y="164837"/>
                </a:lnTo>
                <a:lnTo>
                  <a:pt x="45778" y="164837"/>
                </a:lnTo>
                <a:lnTo>
                  <a:pt x="45779" y="164837"/>
                </a:lnTo>
                <a:lnTo>
                  <a:pt x="45780" y="164837"/>
                </a:lnTo>
                <a:lnTo>
                  <a:pt x="45781" y="164837"/>
                </a:lnTo>
                <a:lnTo>
                  <a:pt x="45782" y="164837"/>
                </a:lnTo>
                <a:lnTo>
                  <a:pt x="45783" y="164837"/>
                </a:lnTo>
                <a:lnTo>
                  <a:pt x="45784" y="164837"/>
                </a:lnTo>
                <a:lnTo>
                  <a:pt x="45784" y="164837"/>
                </a:lnTo>
                <a:lnTo>
                  <a:pt x="45785" y="164837"/>
                </a:lnTo>
                <a:lnTo>
                  <a:pt x="45786" y="164837"/>
                </a:lnTo>
                <a:lnTo>
                  <a:pt x="45787" y="164837"/>
                </a:lnTo>
                <a:lnTo>
                  <a:pt x="45788" y="164837"/>
                </a:lnTo>
                <a:lnTo>
                  <a:pt x="45789" y="164837"/>
                </a:lnTo>
                <a:lnTo>
                  <a:pt x="45790" y="164837"/>
                </a:lnTo>
                <a:lnTo>
                  <a:pt x="45791" y="164837"/>
                </a:lnTo>
                <a:lnTo>
                  <a:pt x="45791" y="164837"/>
                </a:lnTo>
                <a:lnTo>
                  <a:pt x="45792" y="164837"/>
                </a:lnTo>
                <a:lnTo>
                  <a:pt x="45793" y="164837"/>
                </a:lnTo>
                <a:lnTo>
                  <a:pt x="45794" y="164837"/>
                </a:lnTo>
                <a:lnTo>
                  <a:pt x="45795" y="164837"/>
                </a:lnTo>
                <a:lnTo>
                  <a:pt x="45796" y="164837"/>
                </a:lnTo>
                <a:lnTo>
                  <a:pt x="45797" y="164837"/>
                </a:lnTo>
                <a:lnTo>
                  <a:pt x="45798" y="164837"/>
                </a:lnTo>
                <a:lnTo>
                  <a:pt x="45798" y="164837"/>
                </a:lnTo>
                <a:lnTo>
                  <a:pt x="45799" y="164837"/>
                </a:lnTo>
                <a:lnTo>
                  <a:pt x="45800" y="164837"/>
                </a:lnTo>
                <a:lnTo>
                  <a:pt x="45801" y="164837"/>
                </a:lnTo>
                <a:lnTo>
                  <a:pt x="45802" y="164837"/>
                </a:lnTo>
                <a:lnTo>
                  <a:pt x="45803" y="164837"/>
                </a:lnTo>
                <a:lnTo>
                  <a:pt x="45804" y="164837"/>
                </a:lnTo>
                <a:lnTo>
                  <a:pt x="45805" y="164837"/>
                </a:lnTo>
                <a:lnTo>
                  <a:pt x="45805" y="164837"/>
                </a:lnTo>
                <a:lnTo>
                  <a:pt x="45806" y="164837"/>
                </a:lnTo>
                <a:lnTo>
                  <a:pt x="45807" y="164837"/>
                </a:lnTo>
                <a:lnTo>
                  <a:pt x="45808" y="164837"/>
                </a:lnTo>
                <a:lnTo>
                  <a:pt x="45809" y="164837"/>
                </a:lnTo>
                <a:lnTo>
                  <a:pt x="45810" y="164837"/>
                </a:lnTo>
                <a:lnTo>
                  <a:pt x="45811" y="164837"/>
                </a:lnTo>
                <a:lnTo>
                  <a:pt x="45812" y="164837"/>
                </a:lnTo>
                <a:lnTo>
                  <a:pt x="45812" y="164837"/>
                </a:lnTo>
                <a:lnTo>
                  <a:pt x="45813" y="164837"/>
                </a:lnTo>
                <a:lnTo>
                  <a:pt x="45814" y="164837"/>
                </a:lnTo>
                <a:lnTo>
                  <a:pt x="45815" y="164837"/>
                </a:lnTo>
                <a:lnTo>
                  <a:pt x="45816" y="164837"/>
                </a:lnTo>
                <a:lnTo>
                  <a:pt x="45817" y="164837"/>
                </a:lnTo>
                <a:lnTo>
                  <a:pt x="45818" y="164837"/>
                </a:lnTo>
                <a:lnTo>
                  <a:pt x="45819" y="164837"/>
                </a:lnTo>
                <a:lnTo>
                  <a:pt x="45819" y="164837"/>
                </a:lnTo>
                <a:lnTo>
                  <a:pt x="45820" y="164837"/>
                </a:lnTo>
                <a:lnTo>
                  <a:pt x="45821" y="164837"/>
                </a:lnTo>
                <a:lnTo>
                  <a:pt x="45822" y="164837"/>
                </a:lnTo>
                <a:lnTo>
                  <a:pt x="45823" y="164837"/>
                </a:lnTo>
                <a:lnTo>
                  <a:pt x="45824" y="164837"/>
                </a:lnTo>
                <a:lnTo>
                  <a:pt x="45825" y="164837"/>
                </a:lnTo>
                <a:lnTo>
                  <a:pt x="45826" y="164837"/>
                </a:lnTo>
                <a:lnTo>
                  <a:pt x="45826" y="164837"/>
                </a:lnTo>
                <a:lnTo>
                  <a:pt x="45827" y="164837"/>
                </a:lnTo>
                <a:lnTo>
                  <a:pt x="45828" y="164837"/>
                </a:lnTo>
                <a:lnTo>
                  <a:pt x="45829" y="164837"/>
                </a:lnTo>
                <a:lnTo>
                  <a:pt x="45830" y="164837"/>
                </a:lnTo>
                <a:lnTo>
                  <a:pt x="45831" y="164837"/>
                </a:lnTo>
                <a:lnTo>
                  <a:pt x="45832" y="164837"/>
                </a:lnTo>
                <a:lnTo>
                  <a:pt x="45833" y="164837"/>
                </a:lnTo>
                <a:lnTo>
                  <a:pt x="45833" y="164837"/>
                </a:lnTo>
                <a:lnTo>
                  <a:pt x="45834" y="164837"/>
                </a:lnTo>
                <a:lnTo>
                  <a:pt x="45835" y="164837"/>
                </a:lnTo>
                <a:lnTo>
                  <a:pt x="45836" y="164837"/>
                </a:lnTo>
                <a:lnTo>
                  <a:pt x="45837" y="164837"/>
                </a:lnTo>
                <a:lnTo>
                  <a:pt x="45838" y="164837"/>
                </a:lnTo>
                <a:lnTo>
                  <a:pt x="45839" y="164837"/>
                </a:lnTo>
                <a:lnTo>
                  <a:pt x="45840" y="164837"/>
                </a:lnTo>
                <a:lnTo>
                  <a:pt x="45840" y="164837"/>
                </a:lnTo>
                <a:lnTo>
                  <a:pt x="45841" y="164837"/>
                </a:lnTo>
                <a:lnTo>
                  <a:pt x="45842" y="164837"/>
                </a:lnTo>
                <a:lnTo>
                  <a:pt x="45843" y="164837"/>
                </a:lnTo>
                <a:lnTo>
                  <a:pt x="45844" y="164837"/>
                </a:lnTo>
                <a:lnTo>
                  <a:pt x="45845" y="164837"/>
                </a:lnTo>
                <a:lnTo>
                  <a:pt x="45846" y="164837"/>
                </a:lnTo>
                <a:lnTo>
                  <a:pt x="45847" y="164837"/>
                </a:lnTo>
                <a:lnTo>
                  <a:pt x="45847" y="164837"/>
                </a:lnTo>
                <a:lnTo>
                  <a:pt x="45848" y="164837"/>
                </a:lnTo>
                <a:lnTo>
                  <a:pt x="45849" y="164837"/>
                </a:lnTo>
                <a:lnTo>
                  <a:pt x="45850" y="164837"/>
                </a:lnTo>
                <a:lnTo>
                  <a:pt x="45851" y="164837"/>
                </a:lnTo>
                <a:lnTo>
                  <a:pt x="45852" y="164837"/>
                </a:lnTo>
                <a:lnTo>
                  <a:pt x="45853" y="164837"/>
                </a:lnTo>
                <a:lnTo>
                  <a:pt x="45854" y="164837"/>
                </a:lnTo>
                <a:lnTo>
                  <a:pt x="45854" y="164837"/>
                </a:lnTo>
                <a:lnTo>
                  <a:pt x="45855" y="164837"/>
                </a:lnTo>
                <a:lnTo>
                  <a:pt x="45856" y="164837"/>
                </a:lnTo>
                <a:lnTo>
                  <a:pt x="45857" y="164837"/>
                </a:lnTo>
                <a:lnTo>
                  <a:pt x="45858" y="164837"/>
                </a:lnTo>
                <a:lnTo>
                  <a:pt x="45859" y="164837"/>
                </a:lnTo>
                <a:lnTo>
                  <a:pt x="45860" y="164837"/>
                </a:lnTo>
                <a:lnTo>
                  <a:pt x="45861" y="164837"/>
                </a:lnTo>
                <a:lnTo>
                  <a:pt x="45861" y="164837"/>
                </a:lnTo>
                <a:lnTo>
                  <a:pt x="45862" y="164837"/>
                </a:lnTo>
                <a:lnTo>
                  <a:pt x="45863" y="164837"/>
                </a:lnTo>
                <a:lnTo>
                  <a:pt x="45864" y="164837"/>
                </a:lnTo>
                <a:lnTo>
                  <a:pt x="45865" y="164837"/>
                </a:lnTo>
                <a:lnTo>
                  <a:pt x="45866" y="164837"/>
                </a:lnTo>
                <a:lnTo>
                  <a:pt x="45867" y="164837"/>
                </a:lnTo>
                <a:lnTo>
                  <a:pt x="45868" y="164837"/>
                </a:lnTo>
                <a:lnTo>
                  <a:pt x="45868" y="164837"/>
                </a:lnTo>
                <a:lnTo>
                  <a:pt x="45869" y="164837"/>
                </a:lnTo>
                <a:lnTo>
                  <a:pt x="45870" y="164837"/>
                </a:lnTo>
                <a:lnTo>
                  <a:pt x="45871" y="164837"/>
                </a:lnTo>
                <a:lnTo>
                  <a:pt x="45872" y="164837"/>
                </a:lnTo>
                <a:lnTo>
                  <a:pt x="45873" y="164837"/>
                </a:lnTo>
                <a:lnTo>
                  <a:pt x="45874" y="164837"/>
                </a:lnTo>
                <a:lnTo>
                  <a:pt x="45875" y="164837"/>
                </a:lnTo>
                <a:lnTo>
                  <a:pt x="45875" y="164837"/>
                </a:lnTo>
                <a:lnTo>
                  <a:pt x="45876" y="164837"/>
                </a:lnTo>
                <a:lnTo>
                  <a:pt x="45877" y="164837"/>
                </a:lnTo>
                <a:lnTo>
                  <a:pt x="45878" y="164837"/>
                </a:lnTo>
                <a:lnTo>
                  <a:pt x="45879" y="164837"/>
                </a:lnTo>
                <a:lnTo>
                  <a:pt x="45880" y="164837"/>
                </a:lnTo>
                <a:lnTo>
                  <a:pt x="45881" y="164837"/>
                </a:lnTo>
                <a:lnTo>
                  <a:pt x="45882" y="164837"/>
                </a:lnTo>
                <a:lnTo>
                  <a:pt x="45883" y="164837"/>
                </a:lnTo>
                <a:lnTo>
                  <a:pt x="45883" y="164837"/>
                </a:lnTo>
                <a:lnTo>
                  <a:pt x="45884" y="164837"/>
                </a:lnTo>
                <a:lnTo>
                  <a:pt x="45885" y="164837"/>
                </a:lnTo>
                <a:lnTo>
                  <a:pt x="45886" y="164837"/>
                </a:lnTo>
                <a:lnTo>
                  <a:pt x="45887" y="164837"/>
                </a:lnTo>
                <a:lnTo>
                  <a:pt x="45888" y="164837"/>
                </a:lnTo>
                <a:lnTo>
                  <a:pt x="45889" y="164837"/>
                </a:lnTo>
                <a:lnTo>
                  <a:pt x="45890" y="164837"/>
                </a:lnTo>
                <a:lnTo>
                  <a:pt x="45890" y="164837"/>
                </a:lnTo>
                <a:lnTo>
                  <a:pt x="45891" y="164837"/>
                </a:lnTo>
                <a:lnTo>
                  <a:pt x="45892" y="164837"/>
                </a:lnTo>
                <a:lnTo>
                  <a:pt x="45893" y="164837"/>
                </a:lnTo>
                <a:lnTo>
                  <a:pt x="45894" y="164837"/>
                </a:lnTo>
                <a:lnTo>
                  <a:pt x="45895" y="164837"/>
                </a:lnTo>
                <a:lnTo>
                  <a:pt x="45896" y="164837"/>
                </a:lnTo>
                <a:lnTo>
                  <a:pt x="45897" y="164837"/>
                </a:lnTo>
                <a:lnTo>
                  <a:pt x="45897" y="164837"/>
                </a:lnTo>
                <a:lnTo>
                  <a:pt x="45898" y="164837"/>
                </a:lnTo>
                <a:lnTo>
                  <a:pt x="45899" y="164837"/>
                </a:lnTo>
                <a:lnTo>
                  <a:pt x="45900" y="164837"/>
                </a:lnTo>
                <a:lnTo>
                  <a:pt x="45901" y="164837"/>
                </a:lnTo>
                <a:lnTo>
                  <a:pt x="45902" y="164837"/>
                </a:lnTo>
                <a:lnTo>
                  <a:pt x="45903" y="164837"/>
                </a:lnTo>
                <a:lnTo>
                  <a:pt x="45904" y="164837"/>
                </a:lnTo>
                <a:lnTo>
                  <a:pt x="45904" y="164837"/>
                </a:lnTo>
                <a:lnTo>
                  <a:pt x="45905" y="164837"/>
                </a:lnTo>
                <a:lnTo>
                  <a:pt x="45906" y="164837"/>
                </a:lnTo>
                <a:lnTo>
                  <a:pt x="45907" y="164837"/>
                </a:lnTo>
                <a:lnTo>
                  <a:pt x="45908" y="164837"/>
                </a:lnTo>
                <a:lnTo>
                  <a:pt x="45909" y="164837"/>
                </a:lnTo>
                <a:lnTo>
                  <a:pt x="45910" y="164837"/>
                </a:lnTo>
                <a:lnTo>
                  <a:pt x="45911" y="164837"/>
                </a:lnTo>
                <a:lnTo>
                  <a:pt x="45911" y="164837"/>
                </a:lnTo>
                <a:lnTo>
                  <a:pt x="45912" y="164837"/>
                </a:lnTo>
                <a:lnTo>
                  <a:pt x="45913" y="164837"/>
                </a:lnTo>
                <a:lnTo>
                  <a:pt x="45914" y="164837"/>
                </a:lnTo>
                <a:lnTo>
                  <a:pt x="45915" y="164837"/>
                </a:lnTo>
                <a:lnTo>
                  <a:pt x="45916" y="164837"/>
                </a:lnTo>
                <a:lnTo>
                  <a:pt x="45917" y="164837"/>
                </a:lnTo>
                <a:lnTo>
                  <a:pt x="45918" y="164837"/>
                </a:lnTo>
                <a:lnTo>
                  <a:pt x="45918" y="164837"/>
                </a:lnTo>
                <a:lnTo>
                  <a:pt x="45919" y="164837"/>
                </a:lnTo>
                <a:lnTo>
                  <a:pt x="45920" y="164837"/>
                </a:lnTo>
                <a:lnTo>
                  <a:pt x="45921" y="164837"/>
                </a:lnTo>
                <a:lnTo>
                  <a:pt x="45922" y="164837"/>
                </a:lnTo>
                <a:lnTo>
                  <a:pt x="45923" y="164837"/>
                </a:lnTo>
                <a:lnTo>
                  <a:pt x="45924" y="164837"/>
                </a:lnTo>
                <a:lnTo>
                  <a:pt x="45925" y="164837"/>
                </a:lnTo>
                <a:lnTo>
                  <a:pt x="45926" y="164837"/>
                </a:lnTo>
                <a:lnTo>
                  <a:pt x="45926" y="164837"/>
                </a:lnTo>
                <a:lnTo>
                  <a:pt x="45927" y="164837"/>
                </a:lnTo>
                <a:lnTo>
                  <a:pt x="45928" y="164837"/>
                </a:lnTo>
                <a:lnTo>
                  <a:pt x="45929" y="164837"/>
                </a:lnTo>
                <a:lnTo>
                  <a:pt x="45930" y="164837"/>
                </a:lnTo>
                <a:lnTo>
                  <a:pt x="45931" y="164837"/>
                </a:lnTo>
                <a:lnTo>
                  <a:pt x="45932" y="164837"/>
                </a:lnTo>
                <a:lnTo>
                  <a:pt x="45933" y="164837"/>
                </a:lnTo>
                <a:lnTo>
                  <a:pt x="45933" y="164837"/>
                </a:lnTo>
                <a:lnTo>
                  <a:pt x="45934" y="164837"/>
                </a:lnTo>
                <a:lnTo>
                  <a:pt x="45935" y="164837"/>
                </a:lnTo>
                <a:lnTo>
                  <a:pt x="45936" y="164837"/>
                </a:lnTo>
                <a:lnTo>
                  <a:pt x="45937" y="164837"/>
                </a:lnTo>
                <a:lnTo>
                  <a:pt x="45938" y="164837"/>
                </a:lnTo>
                <a:lnTo>
                  <a:pt x="45939" y="164837"/>
                </a:lnTo>
                <a:lnTo>
                  <a:pt x="45940" y="164837"/>
                </a:lnTo>
                <a:lnTo>
                  <a:pt x="45940" y="164837"/>
                </a:lnTo>
                <a:lnTo>
                  <a:pt x="45941" y="164837"/>
                </a:lnTo>
                <a:lnTo>
                  <a:pt x="45942" y="164837"/>
                </a:lnTo>
                <a:lnTo>
                  <a:pt x="45943" y="164837"/>
                </a:lnTo>
                <a:lnTo>
                  <a:pt x="45944" y="164837"/>
                </a:lnTo>
                <a:lnTo>
                  <a:pt x="45945" y="164837"/>
                </a:lnTo>
                <a:lnTo>
                  <a:pt x="45946" y="164837"/>
                </a:lnTo>
                <a:lnTo>
                  <a:pt x="45947" y="164837"/>
                </a:lnTo>
                <a:lnTo>
                  <a:pt x="45947" y="164837"/>
                </a:lnTo>
                <a:lnTo>
                  <a:pt x="45948" y="164837"/>
                </a:lnTo>
                <a:lnTo>
                  <a:pt x="45949" y="164837"/>
                </a:lnTo>
                <a:lnTo>
                  <a:pt x="45950" y="164837"/>
                </a:lnTo>
                <a:lnTo>
                  <a:pt x="45951" y="164837"/>
                </a:lnTo>
                <a:lnTo>
                  <a:pt x="45952" y="164837"/>
                </a:lnTo>
                <a:lnTo>
                  <a:pt x="45953" y="164837"/>
                </a:lnTo>
                <a:lnTo>
                  <a:pt x="45954" y="164837"/>
                </a:lnTo>
                <a:lnTo>
                  <a:pt x="45955" y="164837"/>
                </a:lnTo>
                <a:lnTo>
                  <a:pt x="45955" y="164837"/>
                </a:lnTo>
                <a:lnTo>
                  <a:pt x="45956" y="164837"/>
                </a:lnTo>
                <a:lnTo>
                  <a:pt x="45957" y="164837"/>
                </a:lnTo>
                <a:lnTo>
                  <a:pt x="45958" y="164837"/>
                </a:lnTo>
                <a:lnTo>
                  <a:pt x="45959" y="164837"/>
                </a:lnTo>
                <a:lnTo>
                  <a:pt x="45960" y="164837"/>
                </a:lnTo>
                <a:lnTo>
                  <a:pt x="45961" y="164837"/>
                </a:lnTo>
                <a:lnTo>
                  <a:pt x="45962" y="164837"/>
                </a:lnTo>
                <a:lnTo>
                  <a:pt x="45962" y="164837"/>
                </a:lnTo>
                <a:lnTo>
                  <a:pt x="45963" y="164837"/>
                </a:lnTo>
                <a:lnTo>
                  <a:pt x="45964" y="164837"/>
                </a:lnTo>
                <a:lnTo>
                  <a:pt x="45965" y="164837"/>
                </a:lnTo>
                <a:lnTo>
                  <a:pt x="45966" y="164837"/>
                </a:lnTo>
                <a:lnTo>
                  <a:pt x="45967" y="164837"/>
                </a:lnTo>
                <a:lnTo>
                  <a:pt x="45968" y="164837"/>
                </a:lnTo>
                <a:lnTo>
                  <a:pt x="45969" y="164837"/>
                </a:lnTo>
                <a:lnTo>
                  <a:pt x="45969" y="164837"/>
                </a:lnTo>
                <a:lnTo>
                  <a:pt x="45970" y="164837"/>
                </a:lnTo>
                <a:lnTo>
                  <a:pt x="45971" y="164837"/>
                </a:lnTo>
                <a:lnTo>
                  <a:pt x="45972" y="164837"/>
                </a:lnTo>
                <a:lnTo>
                  <a:pt x="45973" y="164837"/>
                </a:lnTo>
                <a:lnTo>
                  <a:pt x="45974" y="164837"/>
                </a:lnTo>
                <a:lnTo>
                  <a:pt x="45975" y="164837"/>
                </a:lnTo>
                <a:lnTo>
                  <a:pt x="45976" y="164837"/>
                </a:lnTo>
                <a:lnTo>
                  <a:pt x="45977" y="164837"/>
                </a:lnTo>
                <a:lnTo>
                  <a:pt x="45977" y="164837"/>
                </a:lnTo>
                <a:lnTo>
                  <a:pt x="45978" y="164837"/>
                </a:lnTo>
                <a:lnTo>
                  <a:pt x="45979" y="164837"/>
                </a:lnTo>
                <a:lnTo>
                  <a:pt x="45980" y="164837"/>
                </a:lnTo>
                <a:lnTo>
                  <a:pt x="45981" y="164837"/>
                </a:lnTo>
                <a:lnTo>
                  <a:pt x="45982" y="164837"/>
                </a:lnTo>
                <a:lnTo>
                  <a:pt x="45983" y="164837"/>
                </a:lnTo>
                <a:lnTo>
                  <a:pt x="45984" y="164837"/>
                </a:lnTo>
                <a:lnTo>
                  <a:pt x="45984" y="164837"/>
                </a:lnTo>
                <a:lnTo>
                  <a:pt x="45985" y="164837"/>
                </a:lnTo>
                <a:lnTo>
                  <a:pt x="45986" y="164837"/>
                </a:lnTo>
                <a:lnTo>
                  <a:pt x="45987" y="164837"/>
                </a:lnTo>
                <a:lnTo>
                  <a:pt x="45988" y="164837"/>
                </a:lnTo>
                <a:lnTo>
                  <a:pt x="45989" y="164837"/>
                </a:lnTo>
                <a:lnTo>
                  <a:pt x="45990" y="164837"/>
                </a:lnTo>
                <a:lnTo>
                  <a:pt x="45991" y="164837"/>
                </a:lnTo>
                <a:lnTo>
                  <a:pt x="45991" y="164837"/>
                </a:lnTo>
                <a:lnTo>
                  <a:pt x="45992" y="164837"/>
                </a:lnTo>
                <a:lnTo>
                  <a:pt x="45993" y="164837"/>
                </a:lnTo>
                <a:lnTo>
                  <a:pt x="45994" y="164837"/>
                </a:lnTo>
                <a:lnTo>
                  <a:pt x="45995" y="164837"/>
                </a:lnTo>
                <a:lnTo>
                  <a:pt x="45996" y="164837"/>
                </a:lnTo>
                <a:lnTo>
                  <a:pt x="45997" y="164837"/>
                </a:lnTo>
                <a:lnTo>
                  <a:pt x="45998" y="164837"/>
                </a:lnTo>
                <a:lnTo>
                  <a:pt x="45999" y="164837"/>
                </a:lnTo>
                <a:lnTo>
                  <a:pt x="45999" y="164837"/>
                </a:lnTo>
                <a:lnTo>
                  <a:pt x="46000" y="164837"/>
                </a:lnTo>
                <a:lnTo>
                  <a:pt x="46001" y="164837"/>
                </a:lnTo>
                <a:lnTo>
                  <a:pt x="46002" y="164837"/>
                </a:lnTo>
                <a:lnTo>
                  <a:pt x="46003" y="164837"/>
                </a:lnTo>
                <a:lnTo>
                  <a:pt x="46004" y="164837"/>
                </a:lnTo>
                <a:lnTo>
                  <a:pt x="46005" y="164837"/>
                </a:lnTo>
                <a:lnTo>
                  <a:pt x="46006" y="164837"/>
                </a:lnTo>
                <a:lnTo>
                  <a:pt x="46006" y="164837"/>
                </a:lnTo>
                <a:lnTo>
                  <a:pt x="46007" y="164837"/>
                </a:lnTo>
                <a:lnTo>
                  <a:pt x="46008" y="164837"/>
                </a:lnTo>
                <a:lnTo>
                  <a:pt x="46009" y="164837"/>
                </a:lnTo>
                <a:lnTo>
                  <a:pt x="46010" y="164837"/>
                </a:lnTo>
                <a:lnTo>
                  <a:pt x="46011" y="164837"/>
                </a:lnTo>
                <a:lnTo>
                  <a:pt x="46012" y="164837"/>
                </a:lnTo>
                <a:lnTo>
                  <a:pt x="46013" y="164837"/>
                </a:lnTo>
                <a:lnTo>
                  <a:pt x="46013" y="164837"/>
                </a:lnTo>
                <a:lnTo>
                  <a:pt x="46014" y="164837"/>
                </a:lnTo>
                <a:lnTo>
                  <a:pt x="46015" y="164837"/>
                </a:lnTo>
                <a:lnTo>
                  <a:pt x="46016" y="164837"/>
                </a:lnTo>
                <a:lnTo>
                  <a:pt x="46017" y="164837"/>
                </a:lnTo>
                <a:lnTo>
                  <a:pt x="46018" y="164837"/>
                </a:lnTo>
                <a:lnTo>
                  <a:pt x="46019" y="164837"/>
                </a:lnTo>
                <a:lnTo>
                  <a:pt x="46020" y="164837"/>
                </a:lnTo>
                <a:lnTo>
                  <a:pt x="46021" y="164837"/>
                </a:lnTo>
                <a:lnTo>
                  <a:pt x="46021" y="164837"/>
                </a:lnTo>
                <a:lnTo>
                  <a:pt x="46022" y="164837"/>
                </a:lnTo>
                <a:lnTo>
                  <a:pt x="46023" y="164837"/>
                </a:lnTo>
                <a:lnTo>
                  <a:pt x="46024" y="164837"/>
                </a:lnTo>
                <a:lnTo>
                  <a:pt x="46025" y="164837"/>
                </a:lnTo>
                <a:lnTo>
                  <a:pt x="46026" y="164837"/>
                </a:lnTo>
                <a:lnTo>
                  <a:pt x="46027" y="164837"/>
                </a:lnTo>
                <a:lnTo>
                  <a:pt x="46028" y="164837"/>
                </a:lnTo>
                <a:lnTo>
                  <a:pt x="46028" y="164837"/>
                </a:lnTo>
                <a:lnTo>
                  <a:pt x="46029" y="164837"/>
                </a:lnTo>
                <a:lnTo>
                  <a:pt x="46030" y="164837"/>
                </a:lnTo>
                <a:lnTo>
                  <a:pt x="46031" y="164837"/>
                </a:lnTo>
                <a:lnTo>
                  <a:pt x="46032" y="164837"/>
                </a:lnTo>
                <a:lnTo>
                  <a:pt x="46033" y="164837"/>
                </a:lnTo>
                <a:lnTo>
                  <a:pt x="46034" y="164837"/>
                </a:lnTo>
                <a:lnTo>
                  <a:pt x="46035" y="164837"/>
                </a:lnTo>
                <a:lnTo>
                  <a:pt x="46036" y="164837"/>
                </a:lnTo>
                <a:lnTo>
                  <a:pt x="46036" y="164837"/>
                </a:lnTo>
                <a:lnTo>
                  <a:pt x="46037" y="164837"/>
                </a:lnTo>
                <a:lnTo>
                  <a:pt x="46038" y="164837"/>
                </a:lnTo>
                <a:lnTo>
                  <a:pt x="46039" y="164837"/>
                </a:lnTo>
                <a:lnTo>
                  <a:pt x="46040" y="164837"/>
                </a:lnTo>
                <a:lnTo>
                  <a:pt x="46041" y="164837"/>
                </a:lnTo>
                <a:lnTo>
                  <a:pt x="46042" y="164837"/>
                </a:lnTo>
                <a:lnTo>
                  <a:pt x="46043" y="164837"/>
                </a:lnTo>
                <a:lnTo>
                  <a:pt x="46043" y="164837"/>
                </a:lnTo>
                <a:lnTo>
                  <a:pt x="46044" y="164837"/>
                </a:lnTo>
                <a:lnTo>
                  <a:pt x="46045" y="164837"/>
                </a:lnTo>
                <a:lnTo>
                  <a:pt x="46046" y="164837"/>
                </a:lnTo>
                <a:lnTo>
                  <a:pt x="46047" y="164837"/>
                </a:lnTo>
                <a:lnTo>
                  <a:pt x="46048" y="164837"/>
                </a:lnTo>
                <a:lnTo>
                  <a:pt x="46049" y="164837"/>
                </a:lnTo>
                <a:lnTo>
                  <a:pt x="46050" y="164837"/>
                </a:lnTo>
                <a:lnTo>
                  <a:pt x="46051" y="164837"/>
                </a:lnTo>
                <a:lnTo>
                  <a:pt x="46051" y="164837"/>
                </a:lnTo>
                <a:lnTo>
                  <a:pt x="46052" y="164837"/>
                </a:lnTo>
                <a:lnTo>
                  <a:pt x="46053" y="164837"/>
                </a:lnTo>
                <a:lnTo>
                  <a:pt x="46054" y="164837"/>
                </a:lnTo>
                <a:lnTo>
                  <a:pt x="46055" y="164837"/>
                </a:lnTo>
                <a:lnTo>
                  <a:pt x="46056" y="164837"/>
                </a:lnTo>
                <a:lnTo>
                  <a:pt x="46057" y="164837"/>
                </a:lnTo>
                <a:lnTo>
                  <a:pt x="46058" y="164837"/>
                </a:lnTo>
                <a:lnTo>
                  <a:pt x="46058" y="164837"/>
                </a:lnTo>
                <a:lnTo>
                  <a:pt x="46059" y="164837"/>
                </a:lnTo>
                <a:lnTo>
                  <a:pt x="46060" y="164837"/>
                </a:lnTo>
                <a:lnTo>
                  <a:pt x="46061" y="164837"/>
                </a:lnTo>
                <a:lnTo>
                  <a:pt x="46062" y="164837"/>
                </a:lnTo>
                <a:lnTo>
                  <a:pt x="46063" y="164837"/>
                </a:lnTo>
                <a:lnTo>
                  <a:pt x="46064" y="164837"/>
                </a:lnTo>
                <a:lnTo>
                  <a:pt x="46065" y="164837"/>
                </a:lnTo>
                <a:lnTo>
                  <a:pt x="46066" y="164837"/>
                </a:lnTo>
                <a:lnTo>
                  <a:pt x="46066" y="164837"/>
                </a:lnTo>
                <a:lnTo>
                  <a:pt x="46067" y="164837"/>
                </a:lnTo>
                <a:lnTo>
                  <a:pt x="46068" y="164837"/>
                </a:lnTo>
                <a:lnTo>
                  <a:pt x="46069" y="164837"/>
                </a:lnTo>
                <a:lnTo>
                  <a:pt x="46070" y="164837"/>
                </a:lnTo>
                <a:lnTo>
                  <a:pt x="46071" y="164837"/>
                </a:lnTo>
                <a:lnTo>
                  <a:pt x="46072" y="164837"/>
                </a:lnTo>
                <a:lnTo>
                  <a:pt x="46073" y="164837"/>
                </a:lnTo>
                <a:lnTo>
                  <a:pt x="46073" y="164837"/>
                </a:lnTo>
                <a:lnTo>
                  <a:pt x="46074" y="164837"/>
                </a:lnTo>
                <a:lnTo>
                  <a:pt x="46075" y="164837"/>
                </a:lnTo>
                <a:lnTo>
                  <a:pt x="46076" y="164837"/>
                </a:lnTo>
                <a:lnTo>
                  <a:pt x="46077" y="164837"/>
                </a:lnTo>
                <a:lnTo>
                  <a:pt x="46078" y="164837"/>
                </a:lnTo>
                <a:lnTo>
                  <a:pt x="46079" y="164837"/>
                </a:lnTo>
                <a:lnTo>
                  <a:pt x="46080" y="164837"/>
                </a:lnTo>
                <a:lnTo>
                  <a:pt x="46081" y="164837"/>
                </a:lnTo>
                <a:lnTo>
                  <a:pt x="46081" y="164837"/>
                </a:lnTo>
                <a:lnTo>
                  <a:pt x="46082" y="164837"/>
                </a:lnTo>
                <a:lnTo>
                  <a:pt x="46083" y="164837"/>
                </a:lnTo>
                <a:lnTo>
                  <a:pt x="46084" y="164837"/>
                </a:lnTo>
                <a:lnTo>
                  <a:pt x="46085" y="164837"/>
                </a:lnTo>
                <a:lnTo>
                  <a:pt x="46086" y="164837"/>
                </a:lnTo>
                <a:lnTo>
                  <a:pt x="46087" y="164837"/>
                </a:lnTo>
                <a:lnTo>
                  <a:pt x="46088" y="164837"/>
                </a:lnTo>
                <a:lnTo>
                  <a:pt x="46089" y="164837"/>
                </a:lnTo>
                <a:lnTo>
                  <a:pt x="46089" y="164837"/>
                </a:lnTo>
                <a:lnTo>
                  <a:pt x="46090" y="164837"/>
                </a:lnTo>
                <a:lnTo>
                  <a:pt x="46091" y="164837"/>
                </a:lnTo>
                <a:lnTo>
                  <a:pt x="46092" y="164837"/>
                </a:lnTo>
                <a:lnTo>
                  <a:pt x="46093" y="164837"/>
                </a:lnTo>
                <a:lnTo>
                  <a:pt x="46094" y="164837"/>
                </a:lnTo>
                <a:lnTo>
                  <a:pt x="46095" y="164837"/>
                </a:lnTo>
                <a:lnTo>
                  <a:pt x="46096" y="164837"/>
                </a:lnTo>
                <a:lnTo>
                  <a:pt x="46096" y="164837"/>
                </a:lnTo>
                <a:lnTo>
                  <a:pt x="46097" y="164837"/>
                </a:lnTo>
                <a:lnTo>
                  <a:pt x="46098" y="164837"/>
                </a:lnTo>
                <a:lnTo>
                  <a:pt x="46099" y="164837"/>
                </a:lnTo>
                <a:lnTo>
                  <a:pt x="46100" y="164837"/>
                </a:lnTo>
                <a:lnTo>
                  <a:pt x="46101" y="164837"/>
                </a:lnTo>
                <a:lnTo>
                  <a:pt x="46102" y="164837"/>
                </a:lnTo>
                <a:lnTo>
                  <a:pt x="46103" y="164837"/>
                </a:lnTo>
                <a:lnTo>
                  <a:pt x="46104" y="164837"/>
                </a:lnTo>
                <a:lnTo>
                  <a:pt x="46104" y="164837"/>
                </a:lnTo>
                <a:lnTo>
                  <a:pt x="46105" y="164837"/>
                </a:lnTo>
                <a:lnTo>
                  <a:pt x="46106" y="164837"/>
                </a:lnTo>
                <a:lnTo>
                  <a:pt x="46107" y="164837"/>
                </a:lnTo>
                <a:lnTo>
                  <a:pt x="46108" y="164837"/>
                </a:lnTo>
                <a:lnTo>
                  <a:pt x="46109" y="164837"/>
                </a:lnTo>
                <a:lnTo>
                  <a:pt x="46110" y="164837"/>
                </a:lnTo>
                <a:lnTo>
                  <a:pt x="46111" y="164837"/>
                </a:lnTo>
                <a:lnTo>
                  <a:pt x="46111" y="164837"/>
                </a:lnTo>
                <a:lnTo>
                  <a:pt x="46112" y="164837"/>
                </a:lnTo>
                <a:lnTo>
                  <a:pt x="46113" y="164837"/>
                </a:lnTo>
                <a:lnTo>
                  <a:pt x="46114" y="164837"/>
                </a:lnTo>
                <a:lnTo>
                  <a:pt x="46115" y="164837"/>
                </a:lnTo>
                <a:lnTo>
                  <a:pt x="46116" y="164837"/>
                </a:lnTo>
                <a:lnTo>
                  <a:pt x="46117" y="164837"/>
                </a:lnTo>
                <a:lnTo>
                  <a:pt x="46118" y="164837"/>
                </a:lnTo>
                <a:lnTo>
                  <a:pt x="46119" y="164837"/>
                </a:lnTo>
                <a:lnTo>
                  <a:pt x="46119" y="164837"/>
                </a:lnTo>
                <a:lnTo>
                  <a:pt x="46120" y="164837"/>
                </a:lnTo>
                <a:lnTo>
                  <a:pt x="46121" y="164837"/>
                </a:lnTo>
                <a:lnTo>
                  <a:pt x="46122" y="164837"/>
                </a:lnTo>
                <a:lnTo>
                  <a:pt x="46123" y="164837"/>
                </a:lnTo>
                <a:lnTo>
                  <a:pt x="46124" y="164837"/>
                </a:lnTo>
                <a:lnTo>
                  <a:pt x="46125" y="164837"/>
                </a:lnTo>
                <a:lnTo>
                  <a:pt x="46126" y="164837"/>
                </a:lnTo>
                <a:lnTo>
                  <a:pt x="46127" y="164837"/>
                </a:lnTo>
                <a:lnTo>
                  <a:pt x="46127" y="164837"/>
                </a:lnTo>
                <a:lnTo>
                  <a:pt x="46128" y="164837"/>
                </a:lnTo>
                <a:lnTo>
                  <a:pt x="46129" y="164837"/>
                </a:lnTo>
                <a:lnTo>
                  <a:pt x="46130" y="164837"/>
                </a:lnTo>
                <a:lnTo>
                  <a:pt x="46131" y="164837"/>
                </a:lnTo>
                <a:lnTo>
                  <a:pt x="46132" y="164837"/>
                </a:lnTo>
                <a:lnTo>
                  <a:pt x="46133" y="164837"/>
                </a:lnTo>
                <a:lnTo>
                  <a:pt x="46134" y="164837"/>
                </a:lnTo>
                <a:lnTo>
                  <a:pt x="46135" y="164837"/>
                </a:lnTo>
                <a:lnTo>
                  <a:pt x="46135" y="164837"/>
                </a:lnTo>
                <a:lnTo>
                  <a:pt x="46136" y="164837"/>
                </a:lnTo>
                <a:lnTo>
                  <a:pt x="46137" y="164837"/>
                </a:lnTo>
                <a:lnTo>
                  <a:pt x="46138" y="164837"/>
                </a:lnTo>
                <a:lnTo>
                  <a:pt x="46139" y="164837"/>
                </a:lnTo>
                <a:lnTo>
                  <a:pt x="46140" y="164837"/>
                </a:lnTo>
                <a:lnTo>
                  <a:pt x="46141" y="164837"/>
                </a:lnTo>
                <a:lnTo>
                  <a:pt x="46142" y="164837"/>
                </a:lnTo>
                <a:lnTo>
                  <a:pt x="46142" y="164837"/>
                </a:lnTo>
                <a:lnTo>
                  <a:pt x="46143" y="164837"/>
                </a:lnTo>
                <a:lnTo>
                  <a:pt x="46144" y="164837"/>
                </a:lnTo>
                <a:lnTo>
                  <a:pt x="46145" y="164837"/>
                </a:lnTo>
                <a:lnTo>
                  <a:pt x="46146" y="164837"/>
                </a:lnTo>
                <a:lnTo>
                  <a:pt x="46147" y="164837"/>
                </a:lnTo>
                <a:lnTo>
                  <a:pt x="46148" y="164837"/>
                </a:lnTo>
                <a:lnTo>
                  <a:pt x="46149" y="164837"/>
                </a:lnTo>
                <a:lnTo>
                  <a:pt x="46150" y="164837"/>
                </a:lnTo>
                <a:lnTo>
                  <a:pt x="46150" y="164837"/>
                </a:lnTo>
                <a:lnTo>
                  <a:pt x="46151" y="164837"/>
                </a:lnTo>
                <a:lnTo>
                  <a:pt x="46152" y="164837"/>
                </a:lnTo>
                <a:lnTo>
                  <a:pt x="46153" y="164837"/>
                </a:lnTo>
                <a:lnTo>
                  <a:pt x="46154" y="164837"/>
                </a:lnTo>
                <a:lnTo>
                  <a:pt x="46155" y="164837"/>
                </a:lnTo>
                <a:lnTo>
                  <a:pt x="46156" y="164837"/>
                </a:lnTo>
                <a:lnTo>
                  <a:pt x="46157" y="164837"/>
                </a:lnTo>
                <a:lnTo>
                  <a:pt x="46158" y="164837"/>
                </a:lnTo>
                <a:lnTo>
                  <a:pt x="46158" y="164837"/>
                </a:lnTo>
                <a:lnTo>
                  <a:pt x="46159" y="164837"/>
                </a:lnTo>
                <a:lnTo>
                  <a:pt x="46160" y="164837"/>
                </a:lnTo>
                <a:lnTo>
                  <a:pt x="46161" y="164837"/>
                </a:lnTo>
                <a:lnTo>
                  <a:pt x="46162" y="164837"/>
                </a:lnTo>
                <a:lnTo>
                  <a:pt x="46163" y="164837"/>
                </a:lnTo>
                <a:lnTo>
                  <a:pt x="46164" y="164837"/>
                </a:lnTo>
                <a:lnTo>
                  <a:pt x="46165" y="164837"/>
                </a:lnTo>
                <a:lnTo>
                  <a:pt x="46166" y="164837"/>
                </a:lnTo>
                <a:lnTo>
                  <a:pt x="46166" y="164837"/>
                </a:lnTo>
                <a:lnTo>
                  <a:pt x="46167" y="164837"/>
                </a:lnTo>
                <a:lnTo>
                  <a:pt x="46168" y="164837"/>
                </a:lnTo>
                <a:lnTo>
                  <a:pt x="46169" y="164837"/>
                </a:lnTo>
                <a:lnTo>
                  <a:pt x="46170" y="164837"/>
                </a:lnTo>
                <a:lnTo>
                  <a:pt x="46171" y="164837"/>
                </a:lnTo>
                <a:lnTo>
                  <a:pt x="46172" y="164837"/>
                </a:lnTo>
                <a:lnTo>
                  <a:pt x="46173" y="164837"/>
                </a:lnTo>
                <a:lnTo>
                  <a:pt x="46173" y="164837"/>
                </a:lnTo>
                <a:lnTo>
                  <a:pt x="46174" y="164837"/>
                </a:lnTo>
                <a:lnTo>
                  <a:pt x="46175" y="164837"/>
                </a:lnTo>
                <a:lnTo>
                  <a:pt x="46176" y="164837"/>
                </a:lnTo>
                <a:lnTo>
                  <a:pt x="46177" y="164837"/>
                </a:lnTo>
                <a:lnTo>
                  <a:pt x="46178" y="164837"/>
                </a:lnTo>
                <a:lnTo>
                  <a:pt x="46179" y="164837"/>
                </a:lnTo>
                <a:lnTo>
                  <a:pt x="46180" y="164837"/>
                </a:lnTo>
                <a:lnTo>
                  <a:pt x="46181" y="164837"/>
                </a:lnTo>
                <a:lnTo>
                  <a:pt x="46181" y="164837"/>
                </a:lnTo>
                <a:lnTo>
                  <a:pt x="46182" y="164837"/>
                </a:lnTo>
                <a:lnTo>
                  <a:pt x="46183" y="164837"/>
                </a:lnTo>
                <a:lnTo>
                  <a:pt x="46184" y="164837"/>
                </a:lnTo>
                <a:lnTo>
                  <a:pt x="46185" y="164837"/>
                </a:lnTo>
                <a:lnTo>
                  <a:pt x="46186" y="164837"/>
                </a:lnTo>
                <a:lnTo>
                  <a:pt x="46187" y="164837"/>
                </a:lnTo>
                <a:lnTo>
                  <a:pt x="46188" y="164837"/>
                </a:lnTo>
                <a:lnTo>
                  <a:pt x="46189" y="164837"/>
                </a:lnTo>
                <a:lnTo>
                  <a:pt x="46189" y="164837"/>
                </a:lnTo>
                <a:lnTo>
                  <a:pt x="46190" y="164837"/>
                </a:lnTo>
                <a:lnTo>
                  <a:pt x="46191" y="164837"/>
                </a:lnTo>
                <a:lnTo>
                  <a:pt x="46192" y="164837"/>
                </a:lnTo>
                <a:lnTo>
                  <a:pt x="46193" y="164837"/>
                </a:lnTo>
                <a:lnTo>
                  <a:pt x="46194" y="164837"/>
                </a:lnTo>
                <a:lnTo>
                  <a:pt x="46195" y="164837"/>
                </a:lnTo>
                <a:lnTo>
                  <a:pt x="46196" y="164837"/>
                </a:lnTo>
                <a:lnTo>
                  <a:pt x="46197" y="164837"/>
                </a:lnTo>
                <a:lnTo>
                  <a:pt x="46197" y="164837"/>
                </a:lnTo>
                <a:lnTo>
                  <a:pt x="46198" y="164837"/>
                </a:lnTo>
                <a:lnTo>
                  <a:pt x="46199" y="164837"/>
                </a:lnTo>
                <a:lnTo>
                  <a:pt x="46200" y="164837"/>
                </a:lnTo>
                <a:lnTo>
                  <a:pt x="46201" y="164837"/>
                </a:lnTo>
                <a:lnTo>
                  <a:pt x="46202" y="164837"/>
                </a:lnTo>
                <a:lnTo>
                  <a:pt x="46203" y="164837"/>
                </a:lnTo>
                <a:lnTo>
                  <a:pt x="46204" y="164837"/>
                </a:lnTo>
                <a:lnTo>
                  <a:pt x="46205" y="164837"/>
                </a:lnTo>
                <a:lnTo>
                  <a:pt x="46205" y="164837"/>
                </a:lnTo>
                <a:lnTo>
                  <a:pt x="46206" y="164837"/>
                </a:lnTo>
                <a:lnTo>
                  <a:pt x="46207" y="164837"/>
                </a:lnTo>
                <a:lnTo>
                  <a:pt x="46208" y="164837"/>
                </a:lnTo>
                <a:lnTo>
                  <a:pt x="46209" y="164837"/>
                </a:lnTo>
                <a:lnTo>
                  <a:pt x="46210" y="164837"/>
                </a:lnTo>
                <a:lnTo>
                  <a:pt x="46211" y="164837"/>
                </a:lnTo>
                <a:lnTo>
                  <a:pt x="46212" y="164837"/>
                </a:lnTo>
                <a:lnTo>
                  <a:pt x="46213" y="164837"/>
                </a:lnTo>
                <a:lnTo>
                  <a:pt x="46213" y="164837"/>
                </a:lnTo>
                <a:lnTo>
                  <a:pt x="46214" y="164837"/>
                </a:lnTo>
                <a:lnTo>
                  <a:pt x="46215" y="164837"/>
                </a:lnTo>
                <a:lnTo>
                  <a:pt x="46216" y="164837"/>
                </a:lnTo>
                <a:lnTo>
                  <a:pt x="46217" y="164837"/>
                </a:lnTo>
                <a:lnTo>
                  <a:pt x="46218" y="164837"/>
                </a:lnTo>
                <a:lnTo>
                  <a:pt x="46219" y="164837"/>
                </a:lnTo>
                <a:lnTo>
                  <a:pt x="46220" y="164837"/>
                </a:lnTo>
                <a:lnTo>
                  <a:pt x="46221" y="164837"/>
                </a:lnTo>
                <a:lnTo>
                  <a:pt x="46221" y="164837"/>
                </a:lnTo>
                <a:lnTo>
                  <a:pt x="46222" y="164837"/>
                </a:lnTo>
                <a:lnTo>
                  <a:pt x="46223" y="164837"/>
                </a:lnTo>
                <a:lnTo>
                  <a:pt x="46224" y="164837"/>
                </a:lnTo>
                <a:lnTo>
                  <a:pt x="46225" y="164837"/>
                </a:lnTo>
                <a:lnTo>
                  <a:pt x="46226" y="164837"/>
                </a:lnTo>
                <a:lnTo>
                  <a:pt x="46227" y="164837"/>
                </a:lnTo>
                <a:lnTo>
                  <a:pt x="46228" y="164837"/>
                </a:lnTo>
                <a:lnTo>
                  <a:pt x="46229" y="164837"/>
                </a:lnTo>
                <a:lnTo>
                  <a:pt x="46229" y="164837"/>
                </a:lnTo>
                <a:lnTo>
                  <a:pt x="46230" y="164837"/>
                </a:lnTo>
                <a:lnTo>
                  <a:pt x="46231" y="164837"/>
                </a:lnTo>
                <a:lnTo>
                  <a:pt x="46232" y="164837"/>
                </a:lnTo>
                <a:lnTo>
                  <a:pt x="46233" y="164837"/>
                </a:lnTo>
                <a:lnTo>
                  <a:pt x="46234" y="164837"/>
                </a:lnTo>
                <a:lnTo>
                  <a:pt x="46235" y="164837"/>
                </a:lnTo>
                <a:lnTo>
                  <a:pt x="46236" y="164837"/>
                </a:lnTo>
                <a:lnTo>
                  <a:pt x="46237" y="164837"/>
                </a:lnTo>
                <a:lnTo>
                  <a:pt x="46237" y="164837"/>
                </a:lnTo>
                <a:lnTo>
                  <a:pt x="46238" y="164837"/>
                </a:lnTo>
                <a:lnTo>
                  <a:pt x="46239" y="164837"/>
                </a:lnTo>
                <a:lnTo>
                  <a:pt x="46240" y="164837"/>
                </a:lnTo>
                <a:lnTo>
                  <a:pt x="46241" y="164837"/>
                </a:lnTo>
                <a:lnTo>
                  <a:pt x="46242" y="164837"/>
                </a:lnTo>
                <a:lnTo>
                  <a:pt x="46243" y="164837"/>
                </a:lnTo>
                <a:lnTo>
                  <a:pt x="46244" y="164837"/>
                </a:lnTo>
                <a:lnTo>
                  <a:pt x="46245" y="164837"/>
                </a:lnTo>
                <a:lnTo>
                  <a:pt x="46245" y="164837"/>
                </a:lnTo>
                <a:lnTo>
                  <a:pt x="46246" y="164837"/>
                </a:lnTo>
                <a:lnTo>
                  <a:pt x="46247" y="164837"/>
                </a:lnTo>
                <a:lnTo>
                  <a:pt x="46248" y="164837"/>
                </a:lnTo>
                <a:lnTo>
                  <a:pt x="46249" y="164837"/>
                </a:lnTo>
                <a:lnTo>
                  <a:pt x="46250" y="164837"/>
                </a:lnTo>
                <a:lnTo>
                  <a:pt x="46251" y="164837"/>
                </a:lnTo>
                <a:lnTo>
                  <a:pt x="46252" y="164837"/>
                </a:lnTo>
                <a:lnTo>
                  <a:pt x="46253" y="164837"/>
                </a:lnTo>
                <a:lnTo>
                  <a:pt x="46253" y="164837"/>
                </a:lnTo>
                <a:lnTo>
                  <a:pt x="46254" y="164837"/>
                </a:lnTo>
                <a:lnTo>
                  <a:pt x="46255" y="164837"/>
                </a:lnTo>
                <a:lnTo>
                  <a:pt x="46256" y="164837"/>
                </a:lnTo>
                <a:lnTo>
                  <a:pt x="46257" y="164837"/>
                </a:lnTo>
                <a:lnTo>
                  <a:pt x="46258" y="164837"/>
                </a:lnTo>
                <a:lnTo>
                  <a:pt x="46259" y="164837"/>
                </a:lnTo>
                <a:lnTo>
                  <a:pt x="46260" y="164837"/>
                </a:lnTo>
                <a:lnTo>
                  <a:pt x="46261" y="164837"/>
                </a:lnTo>
                <a:lnTo>
                  <a:pt x="46261" y="164837"/>
                </a:lnTo>
                <a:lnTo>
                  <a:pt x="46262" y="164837"/>
                </a:lnTo>
                <a:lnTo>
                  <a:pt x="46263" y="164837"/>
                </a:lnTo>
                <a:lnTo>
                  <a:pt x="46264" y="164837"/>
                </a:lnTo>
                <a:lnTo>
                  <a:pt x="46265" y="164837"/>
                </a:lnTo>
                <a:lnTo>
                  <a:pt x="46266" y="164837"/>
                </a:lnTo>
                <a:lnTo>
                  <a:pt x="46267" y="164837"/>
                </a:lnTo>
                <a:lnTo>
                  <a:pt x="46268" y="164837"/>
                </a:lnTo>
                <a:lnTo>
                  <a:pt x="46269" y="164837"/>
                </a:lnTo>
                <a:lnTo>
                  <a:pt x="46269" y="164837"/>
                </a:lnTo>
                <a:lnTo>
                  <a:pt x="46270" y="164837"/>
                </a:lnTo>
                <a:lnTo>
                  <a:pt x="46271" y="164837"/>
                </a:lnTo>
                <a:lnTo>
                  <a:pt x="46272" y="164837"/>
                </a:lnTo>
                <a:lnTo>
                  <a:pt x="46273" y="164837"/>
                </a:lnTo>
                <a:lnTo>
                  <a:pt x="46274" y="164837"/>
                </a:lnTo>
                <a:lnTo>
                  <a:pt x="46275" y="164837"/>
                </a:lnTo>
                <a:lnTo>
                  <a:pt x="46276" y="164837"/>
                </a:lnTo>
                <a:lnTo>
                  <a:pt x="46277" y="164837"/>
                </a:lnTo>
                <a:lnTo>
                  <a:pt x="46277" y="164837"/>
                </a:lnTo>
                <a:lnTo>
                  <a:pt x="46278" y="164837"/>
                </a:lnTo>
                <a:lnTo>
                  <a:pt x="46279" y="164837"/>
                </a:lnTo>
                <a:lnTo>
                  <a:pt x="46280" y="164837"/>
                </a:lnTo>
                <a:lnTo>
                  <a:pt x="46281" y="164837"/>
                </a:lnTo>
                <a:lnTo>
                  <a:pt x="46282" y="164837"/>
                </a:lnTo>
                <a:lnTo>
                  <a:pt x="46283" y="164837"/>
                </a:lnTo>
                <a:lnTo>
                  <a:pt x="46284" y="164837"/>
                </a:lnTo>
                <a:lnTo>
                  <a:pt x="46285" y="164837"/>
                </a:lnTo>
                <a:lnTo>
                  <a:pt x="46285" y="164837"/>
                </a:lnTo>
                <a:lnTo>
                  <a:pt x="46286" y="164837"/>
                </a:lnTo>
                <a:lnTo>
                  <a:pt x="46287" y="164837"/>
                </a:lnTo>
                <a:lnTo>
                  <a:pt x="46288" y="164837"/>
                </a:lnTo>
                <a:lnTo>
                  <a:pt x="46289" y="164837"/>
                </a:lnTo>
                <a:lnTo>
                  <a:pt x="46290" y="164837"/>
                </a:lnTo>
                <a:lnTo>
                  <a:pt x="46291" y="164837"/>
                </a:lnTo>
                <a:lnTo>
                  <a:pt x="46292" y="164837"/>
                </a:lnTo>
                <a:lnTo>
                  <a:pt x="46293" y="164837"/>
                </a:lnTo>
                <a:lnTo>
                  <a:pt x="46293" y="164837"/>
                </a:lnTo>
                <a:lnTo>
                  <a:pt x="46294" y="164837"/>
                </a:lnTo>
                <a:lnTo>
                  <a:pt x="46295" y="164837"/>
                </a:lnTo>
                <a:lnTo>
                  <a:pt x="46296" y="164837"/>
                </a:lnTo>
                <a:lnTo>
                  <a:pt x="46297" y="164837"/>
                </a:lnTo>
                <a:lnTo>
                  <a:pt x="46298" y="164837"/>
                </a:lnTo>
                <a:lnTo>
                  <a:pt x="46299" y="164837"/>
                </a:lnTo>
                <a:lnTo>
                  <a:pt x="46300" y="164837"/>
                </a:lnTo>
                <a:lnTo>
                  <a:pt x="46301" y="164837"/>
                </a:lnTo>
                <a:lnTo>
                  <a:pt x="46301" y="164837"/>
                </a:lnTo>
                <a:lnTo>
                  <a:pt x="46302" y="164837"/>
                </a:lnTo>
                <a:lnTo>
                  <a:pt x="46303" y="164837"/>
                </a:lnTo>
                <a:lnTo>
                  <a:pt x="46304" y="164837"/>
                </a:lnTo>
                <a:lnTo>
                  <a:pt x="46305" y="164837"/>
                </a:lnTo>
                <a:lnTo>
                  <a:pt x="46306" y="164837"/>
                </a:lnTo>
                <a:lnTo>
                  <a:pt x="46307" y="164837"/>
                </a:lnTo>
                <a:lnTo>
                  <a:pt x="46308" y="164837"/>
                </a:lnTo>
                <a:lnTo>
                  <a:pt x="46309" y="164837"/>
                </a:lnTo>
                <a:lnTo>
                  <a:pt x="46310" y="164837"/>
                </a:lnTo>
                <a:lnTo>
                  <a:pt x="46310" y="164837"/>
                </a:lnTo>
                <a:lnTo>
                  <a:pt x="46311" y="164837"/>
                </a:lnTo>
                <a:lnTo>
                  <a:pt x="46312" y="164837"/>
                </a:lnTo>
                <a:lnTo>
                  <a:pt x="46313" y="164837"/>
                </a:lnTo>
                <a:lnTo>
                  <a:pt x="46314" y="164837"/>
                </a:lnTo>
                <a:lnTo>
                  <a:pt x="46315" y="164837"/>
                </a:lnTo>
                <a:lnTo>
                  <a:pt x="46316" y="164837"/>
                </a:lnTo>
                <a:lnTo>
                  <a:pt x="46317" y="164837"/>
                </a:lnTo>
                <a:lnTo>
                  <a:pt x="46318" y="164837"/>
                </a:lnTo>
                <a:lnTo>
                  <a:pt x="46318" y="164837"/>
                </a:lnTo>
                <a:lnTo>
                  <a:pt x="46319" y="164837"/>
                </a:lnTo>
                <a:lnTo>
                  <a:pt x="46320" y="164837"/>
                </a:lnTo>
                <a:lnTo>
                  <a:pt x="46321" y="164837"/>
                </a:lnTo>
                <a:lnTo>
                  <a:pt x="46322" y="164837"/>
                </a:lnTo>
                <a:lnTo>
                  <a:pt x="46323" y="164837"/>
                </a:lnTo>
                <a:lnTo>
                  <a:pt x="46324" y="164837"/>
                </a:lnTo>
                <a:lnTo>
                  <a:pt x="46325" y="164837"/>
                </a:lnTo>
                <a:lnTo>
                  <a:pt x="46326" y="164837"/>
                </a:lnTo>
                <a:lnTo>
                  <a:pt x="46326" y="164837"/>
                </a:lnTo>
                <a:lnTo>
                  <a:pt x="46327" y="164837"/>
                </a:lnTo>
                <a:lnTo>
                  <a:pt x="46328" y="164837"/>
                </a:lnTo>
                <a:lnTo>
                  <a:pt x="46329" y="164837"/>
                </a:lnTo>
                <a:lnTo>
                  <a:pt x="46330" y="164837"/>
                </a:lnTo>
                <a:lnTo>
                  <a:pt x="46331" y="164837"/>
                </a:lnTo>
                <a:lnTo>
                  <a:pt x="46332" y="164837"/>
                </a:lnTo>
                <a:lnTo>
                  <a:pt x="46333" y="164837"/>
                </a:lnTo>
                <a:lnTo>
                  <a:pt x="46334" y="164837"/>
                </a:lnTo>
                <a:lnTo>
                  <a:pt x="46334" y="164837"/>
                </a:lnTo>
                <a:lnTo>
                  <a:pt x="46335" y="164837"/>
                </a:lnTo>
                <a:lnTo>
                  <a:pt x="46336" y="164837"/>
                </a:lnTo>
                <a:lnTo>
                  <a:pt x="46337" y="164837"/>
                </a:lnTo>
                <a:lnTo>
                  <a:pt x="46338" y="164837"/>
                </a:lnTo>
                <a:lnTo>
                  <a:pt x="46339" y="164837"/>
                </a:lnTo>
                <a:lnTo>
                  <a:pt x="46340" y="164837"/>
                </a:lnTo>
                <a:lnTo>
                  <a:pt x="46341" y="164837"/>
                </a:lnTo>
                <a:lnTo>
                  <a:pt x="46342" y="164837"/>
                </a:lnTo>
                <a:lnTo>
                  <a:pt x="46343" y="164837"/>
                </a:lnTo>
                <a:lnTo>
                  <a:pt x="46343" y="164837"/>
                </a:lnTo>
                <a:lnTo>
                  <a:pt x="46344" y="164837"/>
                </a:lnTo>
                <a:lnTo>
                  <a:pt x="46345" y="164837"/>
                </a:lnTo>
                <a:lnTo>
                  <a:pt x="46346" y="164837"/>
                </a:lnTo>
                <a:lnTo>
                  <a:pt x="46347" y="164837"/>
                </a:lnTo>
                <a:lnTo>
                  <a:pt x="46348" y="164837"/>
                </a:lnTo>
                <a:lnTo>
                  <a:pt x="46349" y="164837"/>
                </a:lnTo>
                <a:lnTo>
                  <a:pt x="46350" y="164837"/>
                </a:lnTo>
                <a:lnTo>
                  <a:pt x="46351" y="164837"/>
                </a:lnTo>
                <a:lnTo>
                  <a:pt x="46351" y="164837"/>
                </a:lnTo>
                <a:lnTo>
                  <a:pt x="46352" y="164837"/>
                </a:lnTo>
                <a:lnTo>
                  <a:pt x="46353" y="164837"/>
                </a:lnTo>
                <a:lnTo>
                  <a:pt x="46354" y="164837"/>
                </a:lnTo>
                <a:lnTo>
                  <a:pt x="46355" y="164837"/>
                </a:lnTo>
                <a:lnTo>
                  <a:pt x="46356" y="164837"/>
                </a:lnTo>
                <a:lnTo>
                  <a:pt x="46357" y="164837"/>
                </a:lnTo>
                <a:lnTo>
                  <a:pt x="46358" y="164837"/>
                </a:lnTo>
                <a:lnTo>
                  <a:pt x="46359" y="164837"/>
                </a:lnTo>
                <a:lnTo>
                  <a:pt x="46359" y="164837"/>
                </a:lnTo>
                <a:lnTo>
                  <a:pt x="46360" y="164837"/>
                </a:lnTo>
                <a:lnTo>
                  <a:pt x="46361" y="164837"/>
                </a:lnTo>
                <a:lnTo>
                  <a:pt x="46362" y="164837"/>
                </a:lnTo>
                <a:lnTo>
                  <a:pt x="46363" y="164837"/>
                </a:lnTo>
                <a:lnTo>
                  <a:pt x="46364" y="164837"/>
                </a:lnTo>
                <a:lnTo>
                  <a:pt x="46365" y="164837"/>
                </a:lnTo>
                <a:lnTo>
                  <a:pt x="46366" y="164837"/>
                </a:lnTo>
                <a:lnTo>
                  <a:pt x="46367" y="164837"/>
                </a:lnTo>
                <a:lnTo>
                  <a:pt x="46367" y="164837"/>
                </a:lnTo>
                <a:lnTo>
                  <a:pt x="46368" y="164837"/>
                </a:lnTo>
                <a:lnTo>
                  <a:pt x="46369" y="164837"/>
                </a:lnTo>
                <a:lnTo>
                  <a:pt x="46370" y="164837"/>
                </a:lnTo>
                <a:lnTo>
                  <a:pt x="46371" y="164837"/>
                </a:lnTo>
                <a:lnTo>
                  <a:pt x="46372" y="164837"/>
                </a:lnTo>
                <a:lnTo>
                  <a:pt x="46373" y="164837"/>
                </a:lnTo>
                <a:lnTo>
                  <a:pt x="46374" y="164837"/>
                </a:lnTo>
                <a:lnTo>
                  <a:pt x="46375" y="164837"/>
                </a:lnTo>
                <a:lnTo>
                  <a:pt x="46376" y="164837"/>
                </a:lnTo>
                <a:lnTo>
                  <a:pt x="46376" y="164837"/>
                </a:lnTo>
                <a:lnTo>
                  <a:pt x="46377" y="164837"/>
                </a:lnTo>
                <a:lnTo>
                  <a:pt x="46378" y="164837"/>
                </a:lnTo>
                <a:lnTo>
                  <a:pt x="46379" y="164837"/>
                </a:lnTo>
                <a:lnTo>
                  <a:pt x="46380" y="164837"/>
                </a:lnTo>
                <a:lnTo>
                  <a:pt x="46381" y="164837"/>
                </a:lnTo>
                <a:lnTo>
                  <a:pt x="46382" y="164837"/>
                </a:lnTo>
                <a:lnTo>
                  <a:pt x="46383" y="164837"/>
                </a:lnTo>
                <a:lnTo>
                  <a:pt x="46384" y="164837"/>
                </a:lnTo>
                <a:lnTo>
                  <a:pt x="46384" y="164837"/>
                </a:lnTo>
                <a:lnTo>
                  <a:pt x="46385" y="164837"/>
                </a:lnTo>
                <a:lnTo>
                  <a:pt x="46386" y="164837"/>
                </a:lnTo>
                <a:lnTo>
                  <a:pt x="46387" y="164837"/>
                </a:lnTo>
                <a:lnTo>
                  <a:pt x="46388" y="164837"/>
                </a:lnTo>
                <a:lnTo>
                  <a:pt x="46389" y="164837"/>
                </a:lnTo>
                <a:lnTo>
                  <a:pt x="46390" y="164837"/>
                </a:lnTo>
                <a:lnTo>
                  <a:pt x="46391" y="164837"/>
                </a:lnTo>
                <a:lnTo>
                  <a:pt x="46392" y="164837"/>
                </a:lnTo>
                <a:lnTo>
                  <a:pt x="46393" y="164837"/>
                </a:lnTo>
                <a:lnTo>
                  <a:pt x="46393" y="164837"/>
                </a:lnTo>
                <a:lnTo>
                  <a:pt x="46394" y="164837"/>
                </a:lnTo>
                <a:lnTo>
                  <a:pt x="46395" y="164837"/>
                </a:lnTo>
                <a:lnTo>
                  <a:pt x="46396" y="164837"/>
                </a:lnTo>
                <a:lnTo>
                  <a:pt x="46397" y="164837"/>
                </a:lnTo>
                <a:lnTo>
                  <a:pt x="46398" y="164837"/>
                </a:lnTo>
                <a:lnTo>
                  <a:pt x="46399" y="164837"/>
                </a:lnTo>
                <a:lnTo>
                  <a:pt x="46400" y="164837"/>
                </a:lnTo>
                <a:lnTo>
                  <a:pt x="46401" y="164837"/>
                </a:lnTo>
                <a:lnTo>
                  <a:pt x="46401" y="164837"/>
                </a:lnTo>
                <a:lnTo>
                  <a:pt x="46402" y="164837"/>
                </a:lnTo>
                <a:lnTo>
                  <a:pt x="46403" y="164837"/>
                </a:lnTo>
                <a:lnTo>
                  <a:pt x="46404" y="164837"/>
                </a:lnTo>
                <a:lnTo>
                  <a:pt x="46405" y="164837"/>
                </a:lnTo>
                <a:lnTo>
                  <a:pt x="46406" y="164837"/>
                </a:lnTo>
                <a:lnTo>
                  <a:pt x="46407" y="164837"/>
                </a:lnTo>
                <a:lnTo>
                  <a:pt x="46408" y="164837"/>
                </a:lnTo>
                <a:lnTo>
                  <a:pt x="46409" y="164837"/>
                </a:lnTo>
                <a:lnTo>
                  <a:pt x="46410" y="164837"/>
                </a:lnTo>
                <a:lnTo>
                  <a:pt x="46410" y="164837"/>
                </a:lnTo>
                <a:lnTo>
                  <a:pt x="46411" y="164837"/>
                </a:lnTo>
                <a:lnTo>
                  <a:pt x="46412" y="164837"/>
                </a:lnTo>
                <a:lnTo>
                  <a:pt x="46413" y="164837"/>
                </a:lnTo>
                <a:lnTo>
                  <a:pt x="46414" y="164837"/>
                </a:lnTo>
                <a:lnTo>
                  <a:pt x="46415" y="164837"/>
                </a:lnTo>
                <a:lnTo>
                  <a:pt x="46416" y="164837"/>
                </a:lnTo>
                <a:lnTo>
                  <a:pt x="46417" y="164837"/>
                </a:lnTo>
                <a:lnTo>
                  <a:pt x="46418" y="164837"/>
                </a:lnTo>
                <a:lnTo>
                  <a:pt x="46418" y="164837"/>
                </a:lnTo>
                <a:lnTo>
                  <a:pt x="46419" y="164837"/>
                </a:lnTo>
                <a:lnTo>
                  <a:pt x="46420" y="164837"/>
                </a:lnTo>
                <a:lnTo>
                  <a:pt x="46421" y="164837"/>
                </a:lnTo>
                <a:lnTo>
                  <a:pt x="46422" y="164837"/>
                </a:lnTo>
                <a:lnTo>
                  <a:pt x="46423" y="164837"/>
                </a:lnTo>
                <a:lnTo>
                  <a:pt x="46424" y="164837"/>
                </a:lnTo>
                <a:lnTo>
                  <a:pt x="46425" y="164837"/>
                </a:lnTo>
                <a:lnTo>
                  <a:pt x="46426" y="164837"/>
                </a:lnTo>
                <a:lnTo>
                  <a:pt x="46427" y="164837"/>
                </a:lnTo>
                <a:lnTo>
                  <a:pt x="46427" y="164837"/>
                </a:lnTo>
                <a:lnTo>
                  <a:pt x="46428" y="164837"/>
                </a:lnTo>
                <a:lnTo>
                  <a:pt x="46429" y="164837"/>
                </a:lnTo>
                <a:lnTo>
                  <a:pt x="46430" y="164837"/>
                </a:lnTo>
                <a:lnTo>
                  <a:pt x="46431" y="164837"/>
                </a:lnTo>
                <a:lnTo>
                  <a:pt x="46432" y="164837"/>
                </a:lnTo>
                <a:lnTo>
                  <a:pt x="46433" y="164837"/>
                </a:lnTo>
                <a:lnTo>
                  <a:pt x="46434" y="164837"/>
                </a:lnTo>
                <a:lnTo>
                  <a:pt x="46435" y="164837"/>
                </a:lnTo>
                <a:lnTo>
                  <a:pt x="46435" y="164837"/>
                </a:lnTo>
                <a:lnTo>
                  <a:pt x="46436" y="164837"/>
                </a:lnTo>
                <a:lnTo>
                  <a:pt x="46437" y="164837"/>
                </a:lnTo>
                <a:lnTo>
                  <a:pt x="46438" y="164837"/>
                </a:lnTo>
                <a:lnTo>
                  <a:pt x="46439" y="164837"/>
                </a:lnTo>
                <a:lnTo>
                  <a:pt x="46440" y="164837"/>
                </a:lnTo>
                <a:lnTo>
                  <a:pt x="46441" y="164837"/>
                </a:lnTo>
                <a:lnTo>
                  <a:pt x="46442" y="164837"/>
                </a:lnTo>
                <a:lnTo>
                  <a:pt x="46443" y="164837"/>
                </a:lnTo>
                <a:lnTo>
                  <a:pt x="46444" y="164837"/>
                </a:lnTo>
                <a:lnTo>
                  <a:pt x="46444" y="164837"/>
                </a:lnTo>
                <a:lnTo>
                  <a:pt x="46445" y="164837"/>
                </a:lnTo>
                <a:lnTo>
                  <a:pt x="46446" y="164837"/>
                </a:lnTo>
                <a:lnTo>
                  <a:pt x="46447" y="164837"/>
                </a:lnTo>
                <a:lnTo>
                  <a:pt x="46448" y="164837"/>
                </a:lnTo>
                <a:lnTo>
                  <a:pt x="46449" y="164837"/>
                </a:lnTo>
                <a:lnTo>
                  <a:pt x="46450" y="164837"/>
                </a:lnTo>
                <a:lnTo>
                  <a:pt x="46451" y="164837"/>
                </a:lnTo>
                <a:lnTo>
                  <a:pt x="46452" y="164837"/>
                </a:lnTo>
                <a:lnTo>
                  <a:pt x="46452" y="164837"/>
                </a:lnTo>
                <a:lnTo>
                  <a:pt x="46453" y="164837"/>
                </a:lnTo>
                <a:lnTo>
                  <a:pt x="46454" y="164837"/>
                </a:lnTo>
                <a:lnTo>
                  <a:pt x="46455" y="164837"/>
                </a:lnTo>
                <a:lnTo>
                  <a:pt x="46456" y="164837"/>
                </a:lnTo>
                <a:lnTo>
                  <a:pt x="46457" y="164837"/>
                </a:lnTo>
                <a:lnTo>
                  <a:pt x="46458" y="164837"/>
                </a:lnTo>
                <a:lnTo>
                  <a:pt x="46459" y="164837"/>
                </a:lnTo>
                <a:lnTo>
                  <a:pt x="46460" y="164837"/>
                </a:lnTo>
                <a:lnTo>
                  <a:pt x="46461" y="164837"/>
                </a:lnTo>
                <a:lnTo>
                  <a:pt x="46461" y="164837"/>
                </a:lnTo>
                <a:lnTo>
                  <a:pt x="46462" y="164837"/>
                </a:lnTo>
                <a:lnTo>
                  <a:pt x="46463" y="164837"/>
                </a:lnTo>
                <a:lnTo>
                  <a:pt x="46464" y="164837"/>
                </a:lnTo>
                <a:lnTo>
                  <a:pt x="46465" y="164837"/>
                </a:lnTo>
                <a:lnTo>
                  <a:pt x="46466" y="164837"/>
                </a:lnTo>
                <a:lnTo>
                  <a:pt x="46467" y="164837"/>
                </a:lnTo>
                <a:lnTo>
                  <a:pt x="46468" y="164837"/>
                </a:lnTo>
                <a:lnTo>
                  <a:pt x="46469" y="164837"/>
                </a:lnTo>
                <a:lnTo>
                  <a:pt x="46470" y="164837"/>
                </a:lnTo>
                <a:lnTo>
                  <a:pt x="46470" y="164837"/>
                </a:lnTo>
                <a:lnTo>
                  <a:pt x="46471" y="164837"/>
                </a:lnTo>
                <a:lnTo>
                  <a:pt x="46472" y="164837"/>
                </a:lnTo>
                <a:lnTo>
                  <a:pt x="46473" y="164837"/>
                </a:lnTo>
                <a:lnTo>
                  <a:pt x="46474" y="164837"/>
                </a:lnTo>
                <a:lnTo>
                  <a:pt x="46475" y="164837"/>
                </a:lnTo>
                <a:lnTo>
                  <a:pt x="46476" y="164837"/>
                </a:lnTo>
                <a:lnTo>
                  <a:pt x="46477" y="164837"/>
                </a:lnTo>
                <a:lnTo>
                  <a:pt x="46478" y="164837"/>
                </a:lnTo>
                <a:lnTo>
                  <a:pt x="46478" y="164837"/>
                </a:lnTo>
                <a:lnTo>
                  <a:pt x="46479" y="164837"/>
                </a:lnTo>
                <a:lnTo>
                  <a:pt x="46480" y="164837"/>
                </a:lnTo>
                <a:lnTo>
                  <a:pt x="46481" y="164837"/>
                </a:lnTo>
                <a:lnTo>
                  <a:pt x="46482" y="164837"/>
                </a:lnTo>
                <a:lnTo>
                  <a:pt x="46483" y="164837"/>
                </a:lnTo>
                <a:lnTo>
                  <a:pt x="46484" y="164837"/>
                </a:lnTo>
                <a:lnTo>
                  <a:pt x="46485" y="164837"/>
                </a:lnTo>
                <a:lnTo>
                  <a:pt x="46486" y="164837"/>
                </a:lnTo>
                <a:lnTo>
                  <a:pt x="46487" y="164837"/>
                </a:lnTo>
                <a:lnTo>
                  <a:pt x="46487" y="164837"/>
                </a:lnTo>
                <a:lnTo>
                  <a:pt x="46488" y="164837"/>
                </a:lnTo>
                <a:lnTo>
                  <a:pt x="46489" y="164837"/>
                </a:lnTo>
                <a:lnTo>
                  <a:pt x="46490" y="164837"/>
                </a:lnTo>
                <a:lnTo>
                  <a:pt x="46491" y="164837"/>
                </a:lnTo>
                <a:lnTo>
                  <a:pt x="46492" y="164837"/>
                </a:lnTo>
                <a:lnTo>
                  <a:pt x="46493" y="164837"/>
                </a:lnTo>
                <a:lnTo>
                  <a:pt x="46494" y="164837"/>
                </a:lnTo>
                <a:lnTo>
                  <a:pt x="46495" y="164837"/>
                </a:lnTo>
                <a:lnTo>
                  <a:pt x="46496" y="164837"/>
                </a:lnTo>
                <a:lnTo>
                  <a:pt x="46496" y="164837"/>
                </a:lnTo>
                <a:lnTo>
                  <a:pt x="46497" y="164837"/>
                </a:lnTo>
                <a:lnTo>
                  <a:pt x="46498" y="164837"/>
                </a:lnTo>
                <a:lnTo>
                  <a:pt x="46499" y="164837"/>
                </a:lnTo>
                <a:lnTo>
                  <a:pt x="46500" y="164837"/>
                </a:lnTo>
                <a:lnTo>
                  <a:pt x="46501" y="164837"/>
                </a:lnTo>
                <a:lnTo>
                  <a:pt x="46502" y="164837"/>
                </a:lnTo>
                <a:lnTo>
                  <a:pt x="46503" y="164837"/>
                </a:lnTo>
                <a:lnTo>
                  <a:pt x="46504" y="164837"/>
                </a:lnTo>
                <a:lnTo>
                  <a:pt x="46505" y="164837"/>
                </a:lnTo>
                <a:lnTo>
                  <a:pt x="46505" y="164837"/>
                </a:lnTo>
                <a:lnTo>
                  <a:pt x="46506" y="164837"/>
                </a:lnTo>
                <a:lnTo>
                  <a:pt x="46507" y="164837"/>
                </a:lnTo>
                <a:lnTo>
                  <a:pt x="46508" y="164837"/>
                </a:lnTo>
                <a:lnTo>
                  <a:pt x="46509" y="164837"/>
                </a:lnTo>
                <a:lnTo>
                  <a:pt x="46510" y="164837"/>
                </a:lnTo>
                <a:lnTo>
                  <a:pt x="46511" y="164837"/>
                </a:lnTo>
                <a:lnTo>
                  <a:pt x="46512" y="164837"/>
                </a:lnTo>
                <a:lnTo>
                  <a:pt x="46513" y="164837"/>
                </a:lnTo>
                <a:lnTo>
                  <a:pt x="46513" y="164837"/>
                </a:lnTo>
                <a:lnTo>
                  <a:pt x="46514" y="164837"/>
                </a:lnTo>
                <a:lnTo>
                  <a:pt x="46515" y="164837"/>
                </a:lnTo>
                <a:lnTo>
                  <a:pt x="46516" y="164837"/>
                </a:lnTo>
                <a:lnTo>
                  <a:pt x="46517" y="164837"/>
                </a:lnTo>
                <a:lnTo>
                  <a:pt x="46518" y="164837"/>
                </a:lnTo>
                <a:lnTo>
                  <a:pt x="46519" y="164837"/>
                </a:lnTo>
                <a:lnTo>
                  <a:pt x="46520" y="164837"/>
                </a:lnTo>
                <a:lnTo>
                  <a:pt x="46521" y="164837"/>
                </a:lnTo>
                <a:lnTo>
                  <a:pt x="46522" y="164837"/>
                </a:lnTo>
                <a:lnTo>
                  <a:pt x="46522" y="164837"/>
                </a:lnTo>
                <a:lnTo>
                  <a:pt x="46523" y="164837"/>
                </a:lnTo>
                <a:lnTo>
                  <a:pt x="46524" y="164837"/>
                </a:lnTo>
                <a:lnTo>
                  <a:pt x="46525" y="164837"/>
                </a:lnTo>
                <a:lnTo>
                  <a:pt x="46526" y="164837"/>
                </a:lnTo>
                <a:lnTo>
                  <a:pt x="46527" y="164837"/>
                </a:lnTo>
                <a:lnTo>
                  <a:pt x="46528" y="164837"/>
                </a:lnTo>
                <a:lnTo>
                  <a:pt x="46529" y="164837"/>
                </a:lnTo>
                <a:lnTo>
                  <a:pt x="46530" y="164837"/>
                </a:lnTo>
                <a:lnTo>
                  <a:pt x="46531" y="164837"/>
                </a:lnTo>
                <a:lnTo>
                  <a:pt x="46531" y="164837"/>
                </a:lnTo>
                <a:lnTo>
                  <a:pt x="46532" y="164837"/>
                </a:lnTo>
                <a:lnTo>
                  <a:pt x="46533" y="164837"/>
                </a:lnTo>
                <a:lnTo>
                  <a:pt x="46534" y="164837"/>
                </a:lnTo>
                <a:lnTo>
                  <a:pt x="46535" y="164837"/>
                </a:lnTo>
                <a:lnTo>
                  <a:pt x="46536" y="164837"/>
                </a:lnTo>
                <a:lnTo>
                  <a:pt x="46537" y="164837"/>
                </a:lnTo>
                <a:lnTo>
                  <a:pt x="46538" y="164837"/>
                </a:lnTo>
                <a:lnTo>
                  <a:pt x="46539" y="164837"/>
                </a:lnTo>
                <a:lnTo>
                  <a:pt x="46540" y="164837"/>
                </a:lnTo>
                <a:lnTo>
                  <a:pt x="46540" y="164837"/>
                </a:lnTo>
                <a:lnTo>
                  <a:pt x="46541" y="164837"/>
                </a:lnTo>
                <a:lnTo>
                  <a:pt x="46542" y="164837"/>
                </a:lnTo>
                <a:lnTo>
                  <a:pt x="46543" y="164837"/>
                </a:lnTo>
                <a:lnTo>
                  <a:pt x="46544" y="164837"/>
                </a:lnTo>
                <a:lnTo>
                  <a:pt x="46545" y="164837"/>
                </a:lnTo>
                <a:lnTo>
                  <a:pt x="46546" y="164837"/>
                </a:lnTo>
                <a:lnTo>
                  <a:pt x="46547" y="164837"/>
                </a:lnTo>
                <a:lnTo>
                  <a:pt x="46548" y="164837"/>
                </a:lnTo>
                <a:lnTo>
                  <a:pt x="46549" y="164837"/>
                </a:lnTo>
                <a:lnTo>
                  <a:pt x="46549" y="164837"/>
                </a:lnTo>
                <a:lnTo>
                  <a:pt x="46550" y="164837"/>
                </a:lnTo>
                <a:lnTo>
                  <a:pt x="46551" y="164837"/>
                </a:lnTo>
                <a:lnTo>
                  <a:pt x="46552" y="164837"/>
                </a:lnTo>
                <a:lnTo>
                  <a:pt x="46553" y="164837"/>
                </a:lnTo>
                <a:lnTo>
                  <a:pt x="46554" y="164837"/>
                </a:lnTo>
                <a:lnTo>
                  <a:pt x="46555" y="164837"/>
                </a:lnTo>
                <a:lnTo>
                  <a:pt x="46556" y="164837"/>
                </a:lnTo>
                <a:lnTo>
                  <a:pt x="46557" y="164837"/>
                </a:lnTo>
                <a:lnTo>
                  <a:pt x="46558" y="164837"/>
                </a:lnTo>
                <a:lnTo>
                  <a:pt x="46558" y="164837"/>
                </a:lnTo>
                <a:lnTo>
                  <a:pt x="46559" y="164837"/>
                </a:lnTo>
                <a:lnTo>
                  <a:pt x="46560" y="164837"/>
                </a:lnTo>
                <a:lnTo>
                  <a:pt x="46561" y="164837"/>
                </a:lnTo>
                <a:lnTo>
                  <a:pt x="46562" y="164837"/>
                </a:lnTo>
                <a:lnTo>
                  <a:pt x="46563" y="164837"/>
                </a:lnTo>
                <a:lnTo>
                  <a:pt x="46564" y="164837"/>
                </a:lnTo>
                <a:lnTo>
                  <a:pt x="46565" y="164837"/>
                </a:lnTo>
                <a:lnTo>
                  <a:pt x="46566" y="164837"/>
                </a:lnTo>
                <a:lnTo>
                  <a:pt x="46567" y="164837"/>
                </a:lnTo>
                <a:lnTo>
                  <a:pt x="46567" y="164837"/>
                </a:lnTo>
                <a:lnTo>
                  <a:pt x="46568" y="164837"/>
                </a:lnTo>
                <a:lnTo>
                  <a:pt x="46569" y="164837"/>
                </a:lnTo>
                <a:lnTo>
                  <a:pt x="46570" y="164837"/>
                </a:lnTo>
                <a:lnTo>
                  <a:pt x="46571" y="164837"/>
                </a:lnTo>
                <a:lnTo>
                  <a:pt x="46572" y="164837"/>
                </a:lnTo>
                <a:lnTo>
                  <a:pt x="46573" y="164837"/>
                </a:lnTo>
                <a:lnTo>
                  <a:pt x="46574" y="164837"/>
                </a:lnTo>
                <a:lnTo>
                  <a:pt x="46575" y="164837"/>
                </a:lnTo>
                <a:lnTo>
                  <a:pt x="46576" y="164837"/>
                </a:lnTo>
                <a:lnTo>
                  <a:pt x="46576" y="164837"/>
                </a:lnTo>
                <a:lnTo>
                  <a:pt x="46577" y="164837"/>
                </a:lnTo>
                <a:lnTo>
                  <a:pt x="46578" y="164837"/>
                </a:lnTo>
                <a:lnTo>
                  <a:pt x="46579" y="164837"/>
                </a:lnTo>
                <a:lnTo>
                  <a:pt x="46580" y="164837"/>
                </a:lnTo>
                <a:lnTo>
                  <a:pt x="46581" y="164837"/>
                </a:lnTo>
                <a:lnTo>
                  <a:pt x="46582" y="164837"/>
                </a:lnTo>
                <a:lnTo>
                  <a:pt x="46583" y="164837"/>
                </a:lnTo>
                <a:lnTo>
                  <a:pt x="46584" y="164837"/>
                </a:lnTo>
                <a:lnTo>
                  <a:pt x="46585" y="164837"/>
                </a:lnTo>
                <a:lnTo>
                  <a:pt x="46585" y="164837"/>
                </a:lnTo>
                <a:lnTo>
                  <a:pt x="46586" y="164837"/>
                </a:lnTo>
                <a:lnTo>
                  <a:pt x="46587" y="164837"/>
                </a:lnTo>
                <a:lnTo>
                  <a:pt x="46588" y="164837"/>
                </a:lnTo>
                <a:lnTo>
                  <a:pt x="46589" y="164837"/>
                </a:lnTo>
                <a:lnTo>
                  <a:pt x="46590" y="164837"/>
                </a:lnTo>
                <a:lnTo>
                  <a:pt x="46591" y="164837"/>
                </a:lnTo>
                <a:lnTo>
                  <a:pt x="46592" y="164837"/>
                </a:lnTo>
                <a:lnTo>
                  <a:pt x="46593" y="164837"/>
                </a:lnTo>
                <a:lnTo>
                  <a:pt x="46594" y="164837"/>
                </a:lnTo>
                <a:lnTo>
                  <a:pt x="46594" y="164837"/>
                </a:lnTo>
                <a:lnTo>
                  <a:pt x="46595" y="164837"/>
                </a:lnTo>
                <a:lnTo>
                  <a:pt x="46596" y="164837"/>
                </a:lnTo>
                <a:lnTo>
                  <a:pt x="46597" y="164837"/>
                </a:lnTo>
                <a:lnTo>
                  <a:pt x="46598" y="164837"/>
                </a:lnTo>
                <a:lnTo>
                  <a:pt x="46599" y="164837"/>
                </a:lnTo>
                <a:lnTo>
                  <a:pt x="46600" y="164837"/>
                </a:lnTo>
                <a:lnTo>
                  <a:pt x="46601" y="164837"/>
                </a:lnTo>
                <a:lnTo>
                  <a:pt x="46602" y="164837"/>
                </a:lnTo>
                <a:lnTo>
                  <a:pt x="46603" y="164837"/>
                </a:lnTo>
                <a:lnTo>
                  <a:pt x="46603" y="164837"/>
                </a:lnTo>
                <a:lnTo>
                  <a:pt x="46604" y="164837"/>
                </a:lnTo>
                <a:lnTo>
                  <a:pt x="46605" y="164837"/>
                </a:lnTo>
                <a:lnTo>
                  <a:pt x="46606" y="164837"/>
                </a:lnTo>
                <a:lnTo>
                  <a:pt x="46607" y="164837"/>
                </a:lnTo>
                <a:lnTo>
                  <a:pt x="46608" y="164837"/>
                </a:lnTo>
                <a:lnTo>
                  <a:pt x="46609" y="164837"/>
                </a:lnTo>
                <a:lnTo>
                  <a:pt x="46610" y="164837"/>
                </a:lnTo>
                <a:lnTo>
                  <a:pt x="46611" y="164837"/>
                </a:lnTo>
                <a:lnTo>
                  <a:pt x="46612" y="164837"/>
                </a:lnTo>
                <a:lnTo>
                  <a:pt x="46612" y="164837"/>
                </a:lnTo>
                <a:lnTo>
                  <a:pt x="46613" y="164837"/>
                </a:lnTo>
                <a:lnTo>
                  <a:pt x="46614" y="164837"/>
                </a:lnTo>
                <a:lnTo>
                  <a:pt x="46615" y="164837"/>
                </a:lnTo>
                <a:lnTo>
                  <a:pt x="46616" y="164837"/>
                </a:lnTo>
                <a:lnTo>
                  <a:pt x="46617" y="164837"/>
                </a:lnTo>
                <a:lnTo>
                  <a:pt x="46618" y="164837"/>
                </a:lnTo>
                <a:lnTo>
                  <a:pt x="46619" y="164837"/>
                </a:lnTo>
                <a:lnTo>
                  <a:pt x="46620" y="164837"/>
                </a:lnTo>
                <a:lnTo>
                  <a:pt x="46621" y="164837"/>
                </a:lnTo>
                <a:lnTo>
                  <a:pt x="46621" y="164837"/>
                </a:lnTo>
                <a:lnTo>
                  <a:pt x="46622" y="164837"/>
                </a:lnTo>
                <a:lnTo>
                  <a:pt x="46623" y="164837"/>
                </a:lnTo>
                <a:lnTo>
                  <a:pt x="46624" y="164837"/>
                </a:lnTo>
                <a:lnTo>
                  <a:pt x="46625" y="164837"/>
                </a:lnTo>
                <a:lnTo>
                  <a:pt x="46626" y="164837"/>
                </a:lnTo>
                <a:lnTo>
                  <a:pt x="46627" y="164837"/>
                </a:lnTo>
                <a:lnTo>
                  <a:pt x="46628" y="164837"/>
                </a:lnTo>
                <a:lnTo>
                  <a:pt x="46629" y="164837"/>
                </a:lnTo>
                <a:lnTo>
                  <a:pt x="46630" y="164837"/>
                </a:lnTo>
                <a:lnTo>
                  <a:pt x="46630" y="164837"/>
                </a:lnTo>
                <a:lnTo>
                  <a:pt x="46631" y="164837"/>
                </a:lnTo>
                <a:lnTo>
                  <a:pt x="46632" y="164837"/>
                </a:lnTo>
                <a:lnTo>
                  <a:pt x="46633" y="164837"/>
                </a:lnTo>
                <a:lnTo>
                  <a:pt x="46634" y="164837"/>
                </a:lnTo>
                <a:lnTo>
                  <a:pt x="46635" y="164837"/>
                </a:lnTo>
                <a:lnTo>
                  <a:pt x="46636" y="164837"/>
                </a:lnTo>
                <a:lnTo>
                  <a:pt x="46637" y="164837"/>
                </a:lnTo>
                <a:lnTo>
                  <a:pt x="46638" y="164837"/>
                </a:lnTo>
                <a:lnTo>
                  <a:pt x="46639" y="164837"/>
                </a:lnTo>
                <a:lnTo>
                  <a:pt x="46640" y="164837"/>
                </a:lnTo>
                <a:lnTo>
                  <a:pt x="46640" y="164837"/>
                </a:lnTo>
                <a:lnTo>
                  <a:pt x="46641" y="164837"/>
                </a:lnTo>
                <a:lnTo>
                  <a:pt x="46642" y="164837"/>
                </a:lnTo>
                <a:lnTo>
                  <a:pt x="46643" y="164837"/>
                </a:lnTo>
                <a:lnTo>
                  <a:pt x="46644" y="164837"/>
                </a:lnTo>
                <a:lnTo>
                  <a:pt x="46645" y="164837"/>
                </a:lnTo>
                <a:lnTo>
                  <a:pt x="46646" y="164837"/>
                </a:lnTo>
                <a:lnTo>
                  <a:pt x="46647" y="164837"/>
                </a:lnTo>
                <a:lnTo>
                  <a:pt x="46648" y="164837"/>
                </a:lnTo>
                <a:lnTo>
                  <a:pt x="46649" y="164837"/>
                </a:lnTo>
                <a:lnTo>
                  <a:pt x="46649" y="164837"/>
                </a:lnTo>
                <a:lnTo>
                  <a:pt x="46650" y="164837"/>
                </a:lnTo>
                <a:lnTo>
                  <a:pt x="46651" y="164837"/>
                </a:lnTo>
                <a:lnTo>
                  <a:pt x="46652" y="164837"/>
                </a:lnTo>
                <a:lnTo>
                  <a:pt x="46653" y="164837"/>
                </a:lnTo>
                <a:lnTo>
                  <a:pt x="46654" y="164837"/>
                </a:lnTo>
                <a:lnTo>
                  <a:pt x="46655" y="164837"/>
                </a:lnTo>
                <a:lnTo>
                  <a:pt x="46656" y="164837"/>
                </a:lnTo>
                <a:lnTo>
                  <a:pt x="46657" y="164837"/>
                </a:lnTo>
                <a:lnTo>
                  <a:pt x="46658" y="164837"/>
                </a:lnTo>
                <a:lnTo>
                  <a:pt x="46658" y="164837"/>
                </a:lnTo>
                <a:lnTo>
                  <a:pt x="46659" y="164837"/>
                </a:lnTo>
                <a:lnTo>
                  <a:pt x="46660" y="164837"/>
                </a:lnTo>
                <a:lnTo>
                  <a:pt x="46661" y="164837"/>
                </a:lnTo>
                <a:lnTo>
                  <a:pt x="46662" y="164837"/>
                </a:lnTo>
                <a:lnTo>
                  <a:pt x="46663" y="164837"/>
                </a:lnTo>
                <a:lnTo>
                  <a:pt x="46664" y="164837"/>
                </a:lnTo>
                <a:lnTo>
                  <a:pt x="46665" y="164837"/>
                </a:lnTo>
                <a:lnTo>
                  <a:pt x="46666" y="164837"/>
                </a:lnTo>
                <a:lnTo>
                  <a:pt x="46667" y="164837"/>
                </a:lnTo>
                <a:lnTo>
                  <a:pt x="46667" y="164837"/>
                </a:lnTo>
                <a:lnTo>
                  <a:pt x="46668" y="164837"/>
                </a:lnTo>
                <a:lnTo>
                  <a:pt x="46669" y="164837"/>
                </a:lnTo>
                <a:lnTo>
                  <a:pt x="46670" y="164837"/>
                </a:lnTo>
                <a:lnTo>
                  <a:pt x="46671" y="164837"/>
                </a:lnTo>
                <a:lnTo>
                  <a:pt x="46672" y="164837"/>
                </a:lnTo>
                <a:lnTo>
                  <a:pt x="46673" y="164837"/>
                </a:lnTo>
                <a:lnTo>
                  <a:pt x="46674" y="164837"/>
                </a:lnTo>
                <a:lnTo>
                  <a:pt x="46675" y="164837"/>
                </a:lnTo>
                <a:lnTo>
                  <a:pt x="46676" y="164837"/>
                </a:lnTo>
                <a:lnTo>
                  <a:pt x="46677" y="164837"/>
                </a:lnTo>
                <a:lnTo>
                  <a:pt x="46677" y="164837"/>
                </a:lnTo>
                <a:lnTo>
                  <a:pt x="46678" y="164837"/>
                </a:lnTo>
                <a:lnTo>
                  <a:pt x="46679" y="164837"/>
                </a:lnTo>
                <a:lnTo>
                  <a:pt x="46680" y="164837"/>
                </a:lnTo>
                <a:lnTo>
                  <a:pt x="46681" y="164837"/>
                </a:lnTo>
                <a:lnTo>
                  <a:pt x="46682" y="164837"/>
                </a:lnTo>
                <a:lnTo>
                  <a:pt x="46683" y="164837"/>
                </a:lnTo>
                <a:lnTo>
                  <a:pt x="46684" y="164837"/>
                </a:lnTo>
                <a:lnTo>
                  <a:pt x="46685" y="164837"/>
                </a:lnTo>
                <a:lnTo>
                  <a:pt x="46686" y="164837"/>
                </a:lnTo>
                <a:lnTo>
                  <a:pt x="46686" y="164837"/>
                </a:lnTo>
                <a:lnTo>
                  <a:pt x="46687" y="164837"/>
                </a:lnTo>
                <a:lnTo>
                  <a:pt x="46688" y="164837"/>
                </a:lnTo>
                <a:lnTo>
                  <a:pt x="46689" y="164837"/>
                </a:lnTo>
                <a:lnTo>
                  <a:pt x="46690" y="164837"/>
                </a:lnTo>
                <a:lnTo>
                  <a:pt x="46691" y="164837"/>
                </a:lnTo>
                <a:lnTo>
                  <a:pt x="46692" y="164837"/>
                </a:lnTo>
                <a:lnTo>
                  <a:pt x="46693" y="164837"/>
                </a:lnTo>
                <a:lnTo>
                  <a:pt x="46694" y="164837"/>
                </a:lnTo>
                <a:lnTo>
                  <a:pt x="46695" y="164837"/>
                </a:lnTo>
                <a:lnTo>
                  <a:pt x="46695" y="164837"/>
                </a:lnTo>
                <a:lnTo>
                  <a:pt x="46696" y="164837"/>
                </a:lnTo>
                <a:lnTo>
                  <a:pt x="46697" y="164837"/>
                </a:lnTo>
                <a:lnTo>
                  <a:pt x="46698" y="164837"/>
                </a:lnTo>
                <a:lnTo>
                  <a:pt x="46699" y="164837"/>
                </a:lnTo>
                <a:lnTo>
                  <a:pt x="46700" y="164837"/>
                </a:lnTo>
                <a:lnTo>
                  <a:pt x="46701" y="164837"/>
                </a:lnTo>
                <a:lnTo>
                  <a:pt x="46702" y="164837"/>
                </a:lnTo>
                <a:lnTo>
                  <a:pt x="46703" y="164837"/>
                </a:lnTo>
                <a:lnTo>
                  <a:pt x="46704" y="164837"/>
                </a:lnTo>
                <a:lnTo>
                  <a:pt x="46705" y="164837"/>
                </a:lnTo>
                <a:lnTo>
                  <a:pt x="46705" y="164837"/>
                </a:lnTo>
                <a:lnTo>
                  <a:pt x="46706" y="164837"/>
                </a:lnTo>
                <a:lnTo>
                  <a:pt x="46707" y="164837"/>
                </a:lnTo>
                <a:lnTo>
                  <a:pt x="46708" y="164837"/>
                </a:lnTo>
                <a:lnTo>
                  <a:pt x="46709" y="164837"/>
                </a:lnTo>
                <a:lnTo>
                  <a:pt x="46710" y="164837"/>
                </a:lnTo>
                <a:lnTo>
                  <a:pt x="46711" y="164837"/>
                </a:lnTo>
                <a:lnTo>
                  <a:pt x="46712" y="164837"/>
                </a:lnTo>
                <a:lnTo>
                  <a:pt x="46713" y="164837"/>
                </a:lnTo>
                <a:lnTo>
                  <a:pt x="46714" y="164837"/>
                </a:lnTo>
                <a:lnTo>
                  <a:pt x="46714" y="164837"/>
                </a:lnTo>
                <a:lnTo>
                  <a:pt x="46715" y="164837"/>
                </a:lnTo>
                <a:lnTo>
                  <a:pt x="46716" y="164837"/>
                </a:lnTo>
                <a:lnTo>
                  <a:pt x="46717" y="164837"/>
                </a:lnTo>
                <a:lnTo>
                  <a:pt x="46718" y="164837"/>
                </a:lnTo>
                <a:lnTo>
                  <a:pt x="46719" y="164837"/>
                </a:lnTo>
                <a:lnTo>
                  <a:pt x="46720" y="164837"/>
                </a:lnTo>
                <a:lnTo>
                  <a:pt x="46721" y="164837"/>
                </a:lnTo>
                <a:lnTo>
                  <a:pt x="46722" y="164837"/>
                </a:lnTo>
                <a:lnTo>
                  <a:pt x="46723" y="164837"/>
                </a:lnTo>
                <a:lnTo>
                  <a:pt x="46724" y="164837"/>
                </a:lnTo>
                <a:lnTo>
                  <a:pt x="46724" y="164837"/>
                </a:lnTo>
                <a:lnTo>
                  <a:pt x="46725" y="164837"/>
                </a:lnTo>
                <a:lnTo>
                  <a:pt x="46726" y="164837"/>
                </a:lnTo>
                <a:lnTo>
                  <a:pt x="46727" y="164837"/>
                </a:lnTo>
                <a:lnTo>
                  <a:pt x="46728" y="164837"/>
                </a:lnTo>
                <a:lnTo>
                  <a:pt x="46729" y="164837"/>
                </a:lnTo>
                <a:lnTo>
                  <a:pt x="46730" y="164837"/>
                </a:lnTo>
                <a:lnTo>
                  <a:pt x="46731" y="164837"/>
                </a:lnTo>
                <a:lnTo>
                  <a:pt x="46732" y="164837"/>
                </a:lnTo>
                <a:lnTo>
                  <a:pt x="46733" y="164837"/>
                </a:lnTo>
                <a:lnTo>
                  <a:pt x="46733" y="164837"/>
                </a:lnTo>
                <a:lnTo>
                  <a:pt x="46734" y="164837"/>
                </a:lnTo>
                <a:lnTo>
                  <a:pt x="46735" y="164837"/>
                </a:lnTo>
                <a:lnTo>
                  <a:pt x="46736" y="164837"/>
                </a:lnTo>
                <a:lnTo>
                  <a:pt x="46737" y="164837"/>
                </a:lnTo>
                <a:lnTo>
                  <a:pt x="46738" y="164837"/>
                </a:lnTo>
                <a:lnTo>
                  <a:pt x="46739" y="164837"/>
                </a:lnTo>
                <a:lnTo>
                  <a:pt x="46740" y="164837"/>
                </a:lnTo>
                <a:lnTo>
                  <a:pt x="46741" y="164837"/>
                </a:lnTo>
                <a:lnTo>
                  <a:pt x="46742" y="164837"/>
                </a:lnTo>
                <a:lnTo>
                  <a:pt x="46743" y="164837"/>
                </a:lnTo>
                <a:lnTo>
                  <a:pt x="46743" y="164837"/>
                </a:lnTo>
                <a:lnTo>
                  <a:pt x="46744" y="164837"/>
                </a:lnTo>
                <a:lnTo>
                  <a:pt x="46745" y="164837"/>
                </a:lnTo>
                <a:lnTo>
                  <a:pt x="46746" y="164837"/>
                </a:lnTo>
                <a:lnTo>
                  <a:pt x="46747" y="164837"/>
                </a:lnTo>
                <a:lnTo>
                  <a:pt x="46748" y="164837"/>
                </a:lnTo>
                <a:lnTo>
                  <a:pt x="46749" y="164837"/>
                </a:lnTo>
                <a:lnTo>
                  <a:pt x="46750" y="164837"/>
                </a:lnTo>
                <a:lnTo>
                  <a:pt x="46751" y="164837"/>
                </a:lnTo>
                <a:lnTo>
                  <a:pt x="46752" y="164837"/>
                </a:lnTo>
                <a:lnTo>
                  <a:pt x="46753" y="164837"/>
                </a:lnTo>
                <a:lnTo>
                  <a:pt x="46753" y="164837"/>
                </a:lnTo>
                <a:lnTo>
                  <a:pt x="46754" y="164837"/>
                </a:lnTo>
                <a:lnTo>
                  <a:pt x="46755" y="164837"/>
                </a:lnTo>
                <a:lnTo>
                  <a:pt x="46756" y="164837"/>
                </a:lnTo>
                <a:lnTo>
                  <a:pt x="46757" y="164837"/>
                </a:lnTo>
                <a:lnTo>
                  <a:pt x="46758" y="164837"/>
                </a:lnTo>
                <a:lnTo>
                  <a:pt x="46759" y="164837"/>
                </a:lnTo>
                <a:lnTo>
                  <a:pt x="46760" y="164837"/>
                </a:lnTo>
                <a:lnTo>
                  <a:pt x="46761" y="164837"/>
                </a:lnTo>
                <a:lnTo>
                  <a:pt x="46762" y="164837"/>
                </a:lnTo>
                <a:lnTo>
                  <a:pt x="46762" y="164837"/>
                </a:lnTo>
                <a:lnTo>
                  <a:pt x="46763" y="164837"/>
                </a:lnTo>
                <a:lnTo>
                  <a:pt x="46764" y="164837"/>
                </a:lnTo>
                <a:lnTo>
                  <a:pt x="46765" y="164837"/>
                </a:lnTo>
                <a:lnTo>
                  <a:pt x="46766" y="164837"/>
                </a:lnTo>
                <a:lnTo>
                  <a:pt x="46767" y="164837"/>
                </a:lnTo>
                <a:lnTo>
                  <a:pt x="46768" y="164837"/>
                </a:lnTo>
                <a:lnTo>
                  <a:pt x="46769" y="164837"/>
                </a:lnTo>
                <a:lnTo>
                  <a:pt x="46770" y="164837"/>
                </a:lnTo>
                <a:lnTo>
                  <a:pt x="46771" y="164837"/>
                </a:lnTo>
                <a:lnTo>
                  <a:pt x="46772" y="164837"/>
                </a:lnTo>
                <a:lnTo>
                  <a:pt x="46772" y="164837"/>
                </a:lnTo>
                <a:lnTo>
                  <a:pt x="46773" y="164837"/>
                </a:lnTo>
                <a:lnTo>
                  <a:pt x="46774" y="164837"/>
                </a:lnTo>
                <a:lnTo>
                  <a:pt x="46775" y="164837"/>
                </a:lnTo>
                <a:lnTo>
                  <a:pt x="46776" y="164837"/>
                </a:lnTo>
                <a:lnTo>
                  <a:pt x="46777" y="164837"/>
                </a:lnTo>
                <a:lnTo>
                  <a:pt x="46778" y="164837"/>
                </a:lnTo>
                <a:lnTo>
                  <a:pt x="46779" y="164837"/>
                </a:lnTo>
                <a:lnTo>
                  <a:pt x="46780" y="164837"/>
                </a:lnTo>
                <a:lnTo>
                  <a:pt x="46781" y="164837"/>
                </a:lnTo>
                <a:lnTo>
                  <a:pt x="46782" y="164837"/>
                </a:lnTo>
                <a:lnTo>
                  <a:pt x="46782" y="164837"/>
                </a:lnTo>
                <a:lnTo>
                  <a:pt x="46783" y="164837"/>
                </a:lnTo>
                <a:lnTo>
                  <a:pt x="46784" y="164837"/>
                </a:lnTo>
                <a:lnTo>
                  <a:pt x="46785" y="164837"/>
                </a:lnTo>
                <a:lnTo>
                  <a:pt x="46786" y="164837"/>
                </a:lnTo>
                <a:lnTo>
                  <a:pt x="46787" y="164837"/>
                </a:lnTo>
                <a:lnTo>
                  <a:pt x="46788" y="164837"/>
                </a:lnTo>
                <a:lnTo>
                  <a:pt x="46789" y="164837"/>
                </a:lnTo>
                <a:lnTo>
                  <a:pt x="46790" y="164837"/>
                </a:lnTo>
                <a:lnTo>
                  <a:pt x="46791" y="164837"/>
                </a:lnTo>
                <a:lnTo>
                  <a:pt x="46791" y="164837"/>
                </a:lnTo>
                <a:lnTo>
                  <a:pt x="46792" y="164837"/>
                </a:lnTo>
                <a:lnTo>
                  <a:pt x="46793" y="164837"/>
                </a:lnTo>
                <a:lnTo>
                  <a:pt x="46794" y="164837"/>
                </a:lnTo>
                <a:lnTo>
                  <a:pt x="46795" y="164837"/>
                </a:lnTo>
                <a:lnTo>
                  <a:pt x="46796" y="164837"/>
                </a:lnTo>
                <a:lnTo>
                  <a:pt x="46797" y="164837"/>
                </a:lnTo>
                <a:lnTo>
                  <a:pt x="46798" y="164837"/>
                </a:lnTo>
                <a:lnTo>
                  <a:pt x="46799" y="164837"/>
                </a:lnTo>
                <a:lnTo>
                  <a:pt x="46800" y="164837"/>
                </a:lnTo>
                <a:lnTo>
                  <a:pt x="46801" y="164837"/>
                </a:lnTo>
                <a:lnTo>
                  <a:pt x="46801" y="164837"/>
                </a:lnTo>
                <a:lnTo>
                  <a:pt x="46802" y="164837"/>
                </a:lnTo>
                <a:lnTo>
                  <a:pt x="46803" y="164837"/>
                </a:lnTo>
                <a:lnTo>
                  <a:pt x="46804" y="164837"/>
                </a:lnTo>
                <a:lnTo>
                  <a:pt x="46805" y="164837"/>
                </a:lnTo>
                <a:lnTo>
                  <a:pt x="46806" y="164837"/>
                </a:lnTo>
                <a:lnTo>
                  <a:pt x="46807" y="164837"/>
                </a:lnTo>
                <a:lnTo>
                  <a:pt x="46808" y="164837"/>
                </a:lnTo>
                <a:lnTo>
                  <a:pt x="46809" y="164837"/>
                </a:lnTo>
                <a:lnTo>
                  <a:pt x="46810" y="164837"/>
                </a:lnTo>
                <a:lnTo>
                  <a:pt x="46811" y="164837"/>
                </a:lnTo>
                <a:lnTo>
                  <a:pt x="46811" y="164837"/>
                </a:lnTo>
                <a:lnTo>
                  <a:pt x="46812" y="164837"/>
                </a:lnTo>
                <a:lnTo>
                  <a:pt x="46813" y="164837"/>
                </a:lnTo>
                <a:lnTo>
                  <a:pt x="46814" y="164837"/>
                </a:lnTo>
                <a:lnTo>
                  <a:pt x="46815" y="164837"/>
                </a:lnTo>
                <a:lnTo>
                  <a:pt x="46816" y="164837"/>
                </a:lnTo>
                <a:lnTo>
                  <a:pt x="46817" y="164837"/>
                </a:lnTo>
                <a:lnTo>
                  <a:pt x="46818" y="164837"/>
                </a:lnTo>
                <a:lnTo>
                  <a:pt x="46819" y="164837"/>
                </a:lnTo>
                <a:lnTo>
                  <a:pt x="46820" y="164837"/>
                </a:lnTo>
                <a:lnTo>
                  <a:pt x="46821" y="164837"/>
                </a:lnTo>
                <a:lnTo>
                  <a:pt x="46821" y="164837"/>
                </a:lnTo>
                <a:lnTo>
                  <a:pt x="46822" y="164837"/>
                </a:lnTo>
                <a:lnTo>
                  <a:pt x="46823" y="164837"/>
                </a:lnTo>
                <a:lnTo>
                  <a:pt x="46824" y="164837"/>
                </a:lnTo>
                <a:lnTo>
                  <a:pt x="46825" y="164837"/>
                </a:lnTo>
                <a:lnTo>
                  <a:pt x="46826" y="164837"/>
                </a:lnTo>
                <a:lnTo>
                  <a:pt x="46827" y="164837"/>
                </a:lnTo>
                <a:lnTo>
                  <a:pt x="46828" y="164837"/>
                </a:lnTo>
                <a:lnTo>
                  <a:pt x="46829" y="164837"/>
                </a:lnTo>
                <a:lnTo>
                  <a:pt x="46830" y="164837"/>
                </a:lnTo>
                <a:lnTo>
                  <a:pt x="46831" y="164837"/>
                </a:lnTo>
                <a:lnTo>
                  <a:pt x="46831" y="164837"/>
                </a:lnTo>
                <a:lnTo>
                  <a:pt x="46832" y="164837"/>
                </a:lnTo>
                <a:lnTo>
                  <a:pt x="46833" y="164837"/>
                </a:lnTo>
                <a:lnTo>
                  <a:pt x="46834" y="164837"/>
                </a:lnTo>
                <a:lnTo>
                  <a:pt x="46835" y="164837"/>
                </a:lnTo>
                <a:lnTo>
                  <a:pt x="46836" y="164837"/>
                </a:lnTo>
                <a:lnTo>
                  <a:pt x="46837" y="164837"/>
                </a:lnTo>
                <a:lnTo>
                  <a:pt x="46838" y="164837"/>
                </a:lnTo>
                <a:lnTo>
                  <a:pt x="46839" y="164837"/>
                </a:lnTo>
                <a:lnTo>
                  <a:pt x="46840" y="164837"/>
                </a:lnTo>
                <a:lnTo>
                  <a:pt x="46841" y="164837"/>
                </a:lnTo>
                <a:lnTo>
                  <a:pt x="46841" y="164837"/>
                </a:lnTo>
                <a:lnTo>
                  <a:pt x="46842" y="164837"/>
                </a:lnTo>
                <a:lnTo>
                  <a:pt x="46843" y="164837"/>
                </a:lnTo>
                <a:lnTo>
                  <a:pt x="46844" y="164837"/>
                </a:lnTo>
                <a:lnTo>
                  <a:pt x="46845" y="164837"/>
                </a:lnTo>
                <a:lnTo>
                  <a:pt x="46846" y="164837"/>
                </a:lnTo>
                <a:lnTo>
                  <a:pt x="46847" y="164837"/>
                </a:lnTo>
                <a:lnTo>
                  <a:pt x="46848" y="164837"/>
                </a:lnTo>
                <a:lnTo>
                  <a:pt x="46849" y="164837"/>
                </a:lnTo>
                <a:lnTo>
                  <a:pt x="46850" y="164837"/>
                </a:lnTo>
                <a:lnTo>
                  <a:pt x="46851" y="164837"/>
                </a:lnTo>
                <a:lnTo>
                  <a:pt x="46851" y="164837"/>
                </a:lnTo>
                <a:lnTo>
                  <a:pt x="46852" y="164837"/>
                </a:lnTo>
                <a:lnTo>
                  <a:pt x="46853" y="164837"/>
                </a:lnTo>
                <a:lnTo>
                  <a:pt x="46854" y="164837"/>
                </a:lnTo>
                <a:lnTo>
                  <a:pt x="46855" y="164837"/>
                </a:lnTo>
                <a:lnTo>
                  <a:pt x="46856" y="164837"/>
                </a:lnTo>
                <a:lnTo>
                  <a:pt x="46857" y="164837"/>
                </a:lnTo>
                <a:lnTo>
                  <a:pt x="46858" y="164837"/>
                </a:lnTo>
                <a:lnTo>
                  <a:pt x="46859" y="164837"/>
                </a:lnTo>
                <a:lnTo>
                  <a:pt x="46860" y="164837"/>
                </a:lnTo>
                <a:lnTo>
                  <a:pt x="46861" y="164837"/>
                </a:lnTo>
                <a:lnTo>
                  <a:pt x="46861" y="164837"/>
                </a:lnTo>
                <a:lnTo>
                  <a:pt x="46862" y="164837"/>
                </a:lnTo>
                <a:lnTo>
                  <a:pt x="46863" y="164837"/>
                </a:lnTo>
                <a:lnTo>
                  <a:pt x="46864" y="164837"/>
                </a:lnTo>
                <a:lnTo>
                  <a:pt x="46865" y="164837"/>
                </a:lnTo>
                <a:lnTo>
                  <a:pt x="46866" y="164837"/>
                </a:lnTo>
                <a:lnTo>
                  <a:pt x="46867" y="164837"/>
                </a:lnTo>
                <a:lnTo>
                  <a:pt x="46868" y="164837"/>
                </a:lnTo>
                <a:lnTo>
                  <a:pt x="46869" y="164837"/>
                </a:lnTo>
                <a:lnTo>
                  <a:pt x="46870" y="164837"/>
                </a:lnTo>
                <a:lnTo>
                  <a:pt x="46871" y="164837"/>
                </a:lnTo>
                <a:lnTo>
                  <a:pt x="46871" y="164837"/>
                </a:lnTo>
                <a:lnTo>
                  <a:pt x="46872" y="164837"/>
                </a:lnTo>
                <a:lnTo>
                  <a:pt x="46873" y="164837"/>
                </a:lnTo>
                <a:lnTo>
                  <a:pt x="46874" y="164837"/>
                </a:lnTo>
                <a:lnTo>
                  <a:pt x="46875" y="164837"/>
                </a:lnTo>
                <a:lnTo>
                  <a:pt x="46876" y="164837"/>
                </a:lnTo>
                <a:lnTo>
                  <a:pt x="46877" y="164837"/>
                </a:lnTo>
                <a:lnTo>
                  <a:pt x="46878" y="164837"/>
                </a:lnTo>
                <a:lnTo>
                  <a:pt x="46879" y="164837"/>
                </a:lnTo>
                <a:lnTo>
                  <a:pt x="46880" y="164837"/>
                </a:lnTo>
                <a:lnTo>
                  <a:pt x="46881" y="164837"/>
                </a:lnTo>
                <a:lnTo>
                  <a:pt x="46881" y="164837"/>
                </a:lnTo>
                <a:lnTo>
                  <a:pt x="46882" y="164837"/>
                </a:lnTo>
                <a:lnTo>
                  <a:pt x="46883" y="164837"/>
                </a:lnTo>
                <a:lnTo>
                  <a:pt x="46884" y="164837"/>
                </a:lnTo>
                <a:lnTo>
                  <a:pt x="46885" y="164837"/>
                </a:lnTo>
                <a:lnTo>
                  <a:pt x="46886" y="164837"/>
                </a:lnTo>
                <a:lnTo>
                  <a:pt x="46887" y="164837"/>
                </a:lnTo>
                <a:lnTo>
                  <a:pt x="46888" y="164837"/>
                </a:lnTo>
                <a:lnTo>
                  <a:pt x="46889" y="164837"/>
                </a:lnTo>
                <a:lnTo>
                  <a:pt x="46890" y="164837"/>
                </a:lnTo>
                <a:lnTo>
                  <a:pt x="46891" y="164837"/>
                </a:lnTo>
                <a:lnTo>
                  <a:pt x="46891" y="164837"/>
                </a:lnTo>
                <a:lnTo>
                  <a:pt x="46892" y="164837"/>
                </a:lnTo>
                <a:lnTo>
                  <a:pt x="46893" y="164837"/>
                </a:lnTo>
                <a:lnTo>
                  <a:pt x="46894" y="164837"/>
                </a:lnTo>
                <a:lnTo>
                  <a:pt x="46895" y="164837"/>
                </a:lnTo>
                <a:lnTo>
                  <a:pt x="46896" y="164837"/>
                </a:lnTo>
                <a:lnTo>
                  <a:pt x="46897" y="164837"/>
                </a:lnTo>
                <a:lnTo>
                  <a:pt x="46898" y="164837"/>
                </a:lnTo>
                <a:lnTo>
                  <a:pt x="46899" y="164837"/>
                </a:lnTo>
                <a:lnTo>
                  <a:pt x="46900" y="164837"/>
                </a:lnTo>
                <a:lnTo>
                  <a:pt x="46901" y="164837"/>
                </a:lnTo>
                <a:lnTo>
                  <a:pt x="46901" y="164837"/>
                </a:lnTo>
                <a:lnTo>
                  <a:pt x="46902" y="164837"/>
                </a:lnTo>
                <a:lnTo>
                  <a:pt x="46903" y="164837"/>
                </a:lnTo>
                <a:lnTo>
                  <a:pt x="46904" y="164837"/>
                </a:lnTo>
                <a:lnTo>
                  <a:pt x="46905" y="164837"/>
                </a:lnTo>
                <a:lnTo>
                  <a:pt x="46906" y="164837"/>
                </a:lnTo>
                <a:lnTo>
                  <a:pt x="46907" y="164837"/>
                </a:lnTo>
                <a:lnTo>
                  <a:pt x="46908" y="164837"/>
                </a:lnTo>
                <a:lnTo>
                  <a:pt x="46909" y="164837"/>
                </a:lnTo>
                <a:lnTo>
                  <a:pt x="46910" y="164837"/>
                </a:lnTo>
                <a:lnTo>
                  <a:pt x="46911" y="164837"/>
                </a:lnTo>
                <a:lnTo>
                  <a:pt x="46912" y="164837"/>
                </a:lnTo>
                <a:lnTo>
                  <a:pt x="46912" y="164837"/>
                </a:lnTo>
                <a:lnTo>
                  <a:pt x="46913" y="164837"/>
                </a:lnTo>
                <a:lnTo>
                  <a:pt x="46914" y="164837"/>
                </a:lnTo>
                <a:lnTo>
                  <a:pt x="46915" y="164837"/>
                </a:lnTo>
                <a:lnTo>
                  <a:pt x="46916" y="164837"/>
                </a:lnTo>
                <a:lnTo>
                  <a:pt x="46917" y="164837"/>
                </a:lnTo>
                <a:lnTo>
                  <a:pt x="46918" y="164837"/>
                </a:lnTo>
                <a:lnTo>
                  <a:pt x="46919" y="164837"/>
                </a:lnTo>
                <a:lnTo>
                  <a:pt x="46920" y="164837"/>
                </a:lnTo>
                <a:lnTo>
                  <a:pt x="46921" y="164837"/>
                </a:lnTo>
                <a:lnTo>
                  <a:pt x="46922" y="164837"/>
                </a:lnTo>
                <a:lnTo>
                  <a:pt x="46922" y="164837"/>
                </a:lnTo>
                <a:lnTo>
                  <a:pt x="46923" y="164837"/>
                </a:lnTo>
                <a:lnTo>
                  <a:pt x="46924" y="164837"/>
                </a:lnTo>
                <a:lnTo>
                  <a:pt x="46925" y="164837"/>
                </a:lnTo>
                <a:lnTo>
                  <a:pt x="46926" y="164837"/>
                </a:lnTo>
                <a:lnTo>
                  <a:pt x="46927" y="164837"/>
                </a:lnTo>
                <a:lnTo>
                  <a:pt x="46928" y="164837"/>
                </a:lnTo>
                <a:lnTo>
                  <a:pt x="46929" y="164837"/>
                </a:lnTo>
                <a:lnTo>
                  <a:pt x="46930" y="164837"/>
                </a:lnTo>
                <a:lnTo>
                  <a:pt x="46931" y="164837"/>
                </a:lnTo>
                <a:lnTo>
                  <a:pt x="46932" y="164837"/>
                </a:lnTo>
                <a:lnTo>
                  <a:pt x="46932" y="164837"/>
                </a:lnTo>
                <a:lnTo>
                  <a:pt x="46933" y="164837"/>
                </a:lnTo>
                <a:lnTo>
                  <a:pt x="46934" y="164837"/>
                </a:lnTo>
                <a:lnTo>
                  <a:pt x="46935" y="164837"/>
                </a:lnTo>
                <a:lnTo>
                  <a:pt x="46936" y="164837"/>
                </a:lnTo>
                <a:lnTo>
                  <a:pt x="46937" y="164837"/>
                </a:lnTo>
                <a:lnTo>
                  <a:pt x="46938" y="164837"/>
                </a:lnTo>
                <a:lnTo>
                  <a:pt x="46939" y="164837"/>
                </a:lnTo>
                <a:lnTo>
                  <a:pt x="46940" y="164837"/>
                </a:lnTo>
                <a:lnTo>
                  <a:pt x="46941" y="164837"/>
                </a:lnTo>
                <a:lnTo>
                  <a:pt x="46942" y="164837"/>
                </a:lnTo>
                <a:lnTo>
                  <a:pt x="46943" y="164837"/>
                </a:lnTo>
                <a:lnTo>
                  <a:pt x="46943" y="164837"/>
                </a:lnTo>
                <a:lnTo>
                  <a:pt x="46944" y="164837"/>
                </a:lnTo>
                <a:lnTo>
                  <a:pt x="46945" y="164837"/>
                </a:lnTo>
                <a:lnTo>
                  <a:pt x="46946" y="164837"/>
                </a:lnTo>
                <a:lnTo>
                  <a:pt x="46947" y="164837"/>
                </a:lnTo>
                <a:lnTo>
                  <a:pt x="46948" y="164837"/>
                </a:lnTo>
                <a:lnTo>
                  <a:pt x="46949" y="164837"/>
                </a:lnTo>
                <a:lnTo>
                  <a:pt x="46950" y="164837"/>
                </a:lnTo>
                <a:lnTo>
                  <a:pt x="46951" y="164837"/>
                </a:lnTo>
                <a:lnTo>
                  <a:pt x="46952" y="164837"/>
                </a:lnTo>
                <a:lnTo>
                  <a:pt x="46953" y="164837"/>
                </a:lnTo>
                <a:lnTo>
                  <a:pt x="46953" y="164837"/>
                </a:lnTo>
                <a:lnTo>
                  <a:pt x="46954" y="164837"/>
                </a:lnTo>
                <a:lnTo>
                  <a:pt x="46955" y="164837"/>
                </a:lnTo>
                <a:lnTo>
                  <a:pt x="46956" y="164837"/>
                </a:lnTo>
                <a:lnTo>
                  <a:pt x="46957" y="164837"/>
                </a:lnTo>
                <a:lnTo>
                  <a:pt x="46958" y="164837"/>
                </a:lnTo>
                <a:lnTo>
                  <a:pt x="46959" y="164837"/>
                </a:lnTo>
                <a:lnTo>
                  <a:pt x="46960" y="164837"/>
                </a:lnTo>
                <a:lnTo>
                  <a:pt x="46961" y="164837"/>
                </a:lnTo>
                <a:lnTo>
                  <a:pt x="46962" y="164837"/>
                </a:lnTo>
                <a:lnTo>
                  <a:pt x="46963" y="164837"/>
                </a:lnTo>
                <a:lnTo>
                  <a:pt x="46963" y="164837"/>
                </a:lnTo>
                <a:lnTo>
                  <a:pt x="46964" y="164837"/>
                </a:lnTo>
                <a:lnTo>
                  <a:pt x="46965" y="164837"/>
                </a:lnTo>
                <a:lnTo>
                  <a:pt x="46966" y="164837"/>
                </a:lnTo>
                <a:lnTo>
                  <a:pt x="46967" y="164837"/>
                </a:lnTo>
                <a:lnTo>
                  <a:pt x="46968" y="164837"/>
                </a:lnTo>
                <a:lnTo>
                  <a:pt x="46969" y="164837"/>
                </a:lnTo>
                <a:lnTo>
                  <a:pt x="46970" y="164837"/>
                </a:lnTo>
                <a:lnTo>
                  <a:pt x="46971" y="164837"/>
                </a:lnTo>
                <a:lnTo>
                  <a:pt x="46972" y="164837"/>
                </a:lnTo>
                <a:lnTo>
                  <a:pt x="46973" y="164837"/>
                </a:lnTo>
                <a:lnTo>
                  <a:pt x="46974" y="164837"/>
                </a:lnTo>
                <a:lnTo>
                  <a:pt x="46974" y="164837"/>
                </a:lnTo>
                <a:lnTo>
                  <a:pt x="46975" y="164837"/>
                </a:lnTo>
                <a:lnTo>
                  <a:pt x="46976" y="164837"/>
                </a:lnTo>
                <a:lnTo>
                  <a:pt x="46977" y="164837"/>
                </a:lnTo>
                <a:lnTo>
                  <a:pt x="46978" y="164837"/>
                </a:lnTo>
                <a:lnTo>
                  <a:pt x="46979" y="164837"/>
                </a:lnTo>
                <a:lnTo>
                  <a:pt x="46980" y="164837"/>
                </a:lnTo>
                <a:lnTo>
                  <a:pt x="46981" y="164837"/>
                </a:lnTo>
                <a:lnTo>
                  <a:pt x="46982" y="164837"/>
                </a:lnTo>
                <a:lnTo>
                  <a:pt x="46983" y="164837"/>
                </a:lnTo>
                <a:lnTo>
                  <a:pt x="46984" y="164837"/>
                </a:lnTo>
                <a:lnTo>
                  <a:pt x="46984" y="164837"/>
                </a:lnTo>
                <a:lnTo>
                  <a:pt x="46985" y="164837"/>
                </a:lnTo>
                <a:lnTo>
                  <a:pt x="46986" y="164837"/>
                </a:lnTo>
                <a:lnTo>
                  <a:pt x="46987" y="164837"/>
                </a:lnTo>
                <a:lnTo>
                  <a:pt x="46988" y="164837"/>
                </a:lnTo>
                <a:lnTo>
                  <a:pt x="46989" y="164837"/>
                </a:lnTo>
                <a:lnTo>
                  <a:pt x="46990" y="164837"/>
                </a:lnTo>
                <a:lnTo>
                  <a:pt x="46991" y="164837"/>
                </a:lnTo>
                <a:lnTo>
                  <a:pt x="46992" y="164837"/>
                </a:lnTo>
                <a:lnTo>
                  <a:pt x="46993" y="164837"/>
                </a:lnTo>
                <a:lnTo>
                  <a:pt x="46994" y="164837"/>
                </a:lnTo>
                <a:lnTo>
                  <a:pt x="46995" y="164837"/>
                </a:lnTo>
                <a:lnTo>
                  <a:pt x="46995" y="164837"/>
                </a:lnTo>
                <a:lnTo>
                  <a:pt x="46996" y="164837"/>
                </a:lnTo>
                <a:lnTo>
                  <a:pt x="46997" y="164837"/>
                </a:lnTo>
                <a:lnTo>
                  <a:pt x="46998" y="164837"/>
                </a:lnTo>
                <a:lnTo>
                  <a:pt x="46999" y="164837"/>
                </a:lnTo>
                <a:lnTo>
                  <a:pt x="47000" y="164837"/>
                </a:lnTo>
                <a:lnTo>
                  <a:pt x="47001" y="164837"/>
                </a:lnTo>
                <a:lnTo>
                  <a:pt x="47002" y="164837"/>
                </a:lnTo>
                <a:lnTo>
                  <a:pt x="47003" y="164837"/>
                </a:lnTo>
                <a:lnTo>
                  <a:pt x="47004" y="164837"/>
                </a:lnTo>
                <a:lnTo>
                  <a:pt x="47005" y="164837"/>
                </a:lnTo>
                <a:lnTo>
                  <a:pt x="47006" y="164837"/>
                </a:lnTo>
                <a:lnTo>
                  <a:pt x="47006" y="164837"/>
                </a:lnTo>
                <a:lnTo>
                  <a:pt x="47007" y="164837"/>
                </a:lnTo>
                <a:lnTo>
                  <a:pt x="47008" y="164837"/>
                </a:lnTo>
                <a:lnTo>
                  <a:pt x="47009" y="164837"/>
                </a:lnTo>
                <a:lnTo>
                  <a:pt x="47010" y="164837"/>
                </a:lnTo>
                <a:lnTo>
                  <a:pt x="47011" y="164837"/>
                </a:lnTo>
                <a:lnTo>
                  <a:pt x="47012" y="164837"/>
                </a:lnTo>
                <a:lnTo>
                  <a:pt x="47013" y="164837"/>
                </a:lnTo>
                <a:lnTo>
                  <a:pt x="47014" y="164837"/>
                </a:lnTo>
                <a:lnTo>
                  <a:pt x="47015" y="164837"/>
                </a:lnTo>
                <a:lnTo>
                  <a:pt x="47016" y="164837"/>
                </a:lnTo>
                <a:lnTo>
                  <a:pt x="47016" y="164837"/>
                </a:lnTo>
                <a:lnTo>
                  <a:pt x="47017" y="164837"/>
                </a:lnTo>
                <a:lnTo>
                  <a:pt x="47018" y="164837"/>
                </a:lnTo>
                <a:lnTo>
                  <a:pt x="47019" y="164837"/>
                </a:lnTo>
                <a:lnTo>
                  <a:pt x="47020" y="164837"/>
                </a:lnTo>
                <a:lnTo>
                  <a:pt x="47021" y="164837"/>
                </a:lnTo>
                <a:lnTo>
                  <a:pt x="47022" y="164837"/>
                </a:lnTo>
                <a:lnTo>
                  <a:pt x="47023" y="164837"/>
                </a:lnTo>
                <a:lnTo>
                  <a:pt x="47024" y="164837"/>
                </a:lnTo>
                <a:lnTo>
                  <a:pt x="47025" y="164837"/>
                </a:lnTo>
                <a:lnTo>
                  <a:pt x="47026" y="164837"/>
                </a:lnTo>
                <a:lnTo>
                  <a:pt x="47027" y="164837"/>
                </a:lnTo>
                <a:lnTo>
                  <a:pt x="47027" y="164837"/>
                </a:lnTo>
                <a:lnTo>
                  <a:pt x="47028" y="164837"/>
                </a:lnTo>
                <a:lnTo>
                  <a:pt x="47029" y="164837"/>
                </a:lnTo>
                <a:lnTo>
                  <a:pt x="47030" y="164837"/>
                </a:lnTo>
                <a:lnTo>
                  <a:pt x="47031" y="164837"/>
                </a:lnTo>
                <a:lnTo>
                  <a:pt x="47032" y="164837"/>
                </a:lnTo>
                <a:lnTo>
                  <a:pt x="47033" y="164837"/>
                </a:lnTo>
                <a:lnTo>
                  <a:pt x="47034" y="164837"/>
                </a:lnTo>
                <a:lnTo>
                  <a:pt x="47035" y="164837"/>
                </a:lnTo>
                <a:lnTo>
                  <a:pt x="47036" y="164837"/>
                </a:lnTo>
                <a:lnTo>
                  <a:pt x="47037" y="164837"/>
                </a:lnTo>
                <a:lnTo>
                  <a:pt x="47038" y="164837"/>
                </a:lnTo>
                <a:lnTo>
                  <a:pt x="47038" y="164837"/>
                </a:lnTo>
                <a:lnTo>
                  <a:pt x="47039" y="164837"/>
                </a:lnTo>
                <a:lnTo>
                  <a:pt x="47040" y="164837"/>
                </a:lnTo>
                <a:lnTo>
                  <a:pt x="47041" y="164837"/>
                </a:lnTo>
                <a:lnTo>
                  <a:pt x="47042" y="164837"/>
                </a:lnTo>
                <a:lnTo>
                  <a:pt x="47043" y="164837"/>
                </a:lnTo>
                <a:lnTo>
                  <a:pt x="47044" y="164837"/>
                </a:lnTo>
                <a:lnTo>
                  <a:pt x="47045" y="164837"/>
                </a:lnTo>
                <a:lnTo>
                  <a:pt x="47046" y="164837"/>
                </a:lnTo>
                <a:lnTo>
                  <a:pt x="47047" y="164837"/>
                </a:lnTo>
                <a:lnTo>
                  <a:pt x="47048" y="164837"/>
                </a:lnTo>
                <a:lnTo>
                  <a:pt x="47049" y="164837"/>
                </a:lnTo>
                <a:lnTo>
                  <a:pt x="47049" y="164837"/>
                </a:lnTo>
                <a:lnTo>
                  <a:pt x="47050" y="164837"/>
                </a:lnTo>
                <a:lnTo>
                  <a:pt x="47051" y="164837"/>
                </a:lnTo>
                <a:lnTo>
                  <a:pt x="47052" y="164837"/>
                </a:lnTo>
                <a:lnTo>
                  <a:pt x="47053" y="164837"/>
                </a:lnTo>
                <a:lnTo>
                  <a:pt x="47054" y="164837"/>
                </a:lnTo>
                <a:lnTo>
                  <a:pt x="47055" y="164837"/>
                </a:lnTo>
                <a:lnTo>
                  <a:pt x="47056" y="164837"/>
                </a:lnTo>
                <a:lnTo>
                  <a:pt x="47057" y="164837"/>
                </a:lnTo>
                <a:lnTo>
                  <a:pt x="47058" y="164837"/>
                </a:lnTo>
                <a:lnTo>
                  <a:pt x="47059" y="164837"/>
                </a:lnTo>
                <a:lnTo>
                  <a:pt x="47060" y="164837"/>
                </a:lnTo>
                <a:lnTo>
                  <a:pt x="47060" y="164837"/>
                </a:lnTo>
                <a:lnTo>
                  <a:pt x="47061" y="164837"/>
                </a:lnTo>
                <a:lnTo>
                  <a:pt x="47062" y="164837"/>
                </a:lnTo>
                <a:lnTo>
                  <a:pt x="47063" y="164837"/>
                </a:lnTo>
                <a:lnTo>
                  <a:pt x="47064" y="164837"/>
                </a:lnTo>
                <a:lnTo>
                  <a:pt x="47065" y="164837"/>
                </a:lnTo>
                <a:lnTo>
                  <a:pt x="47066" y="164837"/>
                </a:lnTo>
                <a:lnTo>
                  <a:pt x="47067" y="164837"/>
                </a:lnTo>
                <a:lnTo>
                  <a:pt x="47068" y="164837"/>
                </a:lnTo>
                <a:lnTo>
                  <a:pt x="47069" y="164837"/>
                </a:lnTo>
                <a:lnTo>
                  <a:pt x="47070" y="164837"/>
                </a:lnTo>
                <a:lnTo>
                  <a:pt x="47071" y="164837"/>
                </a:lnTo>
                <a:lnTo>
                  <a:pt x="47071" y="164837"/>
                </a:lnTo>
                <a:lnTo>
                  <a:pt x="47072" y="164837"/>
                </a:lnTo>
                <a:lnTo>
                  <a:pt x="47073" y="164837"/>
                </a:lnTo>
                <a:lnTo>
                  <a:pt x="47074" y="164837"/>
                </a:lnTo>
                <a:lnTo>
                  <a:pt x="47075" y="164837"/>
                </a:lnTo>
                <a:lnTo>
                  <a:pt x="47076" y="164837"/>
                </a:lnTo>
                <a:lnTo>
                  <a:pt x="47077" y="164837"/>
                </a:lnTo>
                <a:lnTo>
                  <a:pt x="47078" y="164837"/>
                </a:lnTo>
                <a:lnTo>
                  <a:pt x="47079" y="164837"/>
                </a:lnTo>
                <a:lnTo>
                  <a:pt x="47080" y="164837"/>
                </a:lnTo>
                <a:lnTo>
                  <a:pt x="47081" y="164837"/>
                </a:lnTo>
                <a:lnTo>
                  <a:pt x="47082" y="164837"/>
                </a:lnTo>
                <a:lnTo>
                  <a:pt x="47082" y="164837"/>
                </a:lnTo>
                <a:lnTo>
                  <a:pt x="47083" y="164837"/>
                </a:lnTo>
                <a:lnTo>
                  <a:pt x="47084" y="164837"/>
                </a:lnTo>
                <a:lnTo>
                  <a:pt x="47085" y="164837"/>
                </a:lnTo>
                <a:lnTo>
                  <a:pt x="47086" y="164837"/>
                </a:lnTo>
                <a:lnTo>
                  <a:pt x="47087" y="164837"/>
                </a:lnTo>
                <a:lnTo>
                  <a:pt x="47088" y="164837"/>
                </a:lnTo>
                <a:lnTo>
                  <a:pt x="47089" y="164837"/>
                </a:lnTo>
                <a:lnTo>
                  <a:pt x="47090" y="164837"/>
                </a:lnTo>
                <a:lnTo>
                  <a:pt x="47091" y="164837"/>
                </a:lnTo>
                <a:lnTo>
                  <a:pt x="47092" y="164837"/>
                </a:lnTo>
                <a:lnTo>
                  <a:pt x="47093" y="164837"/>
                </a:lnTo>
                <a:lnTo>
                  <a:pt x="47093" y="164837"/>
                </a:lnTo>
                <a:lnTo>
                  <a:pt x="47094" y="164837"/>
                </a:lnTo>
                <a:lnTo>
                  <a:pt x="47095" y="164837"/>
                </a:lnTo>
                <a:lnTo>
                  <a:pt x="47096" y="164837"/>
                </a:lnTo>
                <a:lnTo>
                  <a:pt x="47097" y="164837"/>
                </a:lnTo>
                <a:lnTo>
                  <a:pt x="47098" y="164837"/>
                </a:lnTo>
                <a:lnTo>
                  <a:pt x="47099" y="164837"/>
                </a:lnTo>
                <a:lnTo>
                  <a:pt x="47100" y="164837"/>
                </a:lnTo>
                <a:lnTo>
                  <a:pt x="47101" y="164837"/>
                </a:lnTo>
                <a:lnTo>
                  <a:pt x="47102" y="164837"/>
                </a:lnTo>
                <a:lnTo>
                  <a:pt x="47103" y="164837"/>
                </a:lnTo>
                <a:lnTo>
                  <a:pt x="47104" y="164837"/>
                </a:lnTo>
                <a:lnTo>
                  <a:pt x="47104" y="164837"/>
                </a:lnTo>
                <a:lnTo>
                  <a:pt x="47105" y="164837"/>
                </a:lnTo>
                <a:lnTo>
                  <a:pt x="47106" y="164837"/>
                </a:lnTo>
                <a:lnTo>
                  <a:pt x="47107" y="164837"/>
                </a:lnTo>
                <a:lnTo>
                  <a:pt x="47108" y="164837"/>
                </a:lnTo>
                <a:lnTo>
                  <a:pt x="47109" y="164837"/>
                </a:lnTo>
                <a:lnTo>
                  <a:pt x="47110" y="164837"/>
                </a:lnTo>
                <a:lnTo>
                  <a:pt x="47111" y="164837"/>
                </a:lnTo>
                <a:lnTo>
                  <a:pt x="47112" y="164837"/>
                </a:lnTo>
                <a:lnTo>
                  <a:pt x="47113" y="164837"/>
                </a:lnTo>
                <a:lnTo>
                  <a:pt x="47114" y="164837"/>
                </a:lnTo>
                <a:lnTo>
                  <a:pt x="47115" y="164837"/>
                </a:lnTo>
                <a:lnTo>
                  <a:pt x="47115" y="164837"/>
                </a:lnTo>
                <a:lnTo>
                  <a:pt x="47116" y="164837"/>
                </a:lnTo>
                <a:lnTo>
                  <a:pt x="47117" y="164837"/>
                </a:lnTo>
                <a:lnTo>
                  <a:pt x="47118" y="164837"/>
                </a:lnTo>
                <a:lnTo>
                  <a:pt x="47119" y="164837"/>
                </a:lnTo>
                <a:lnTo>
                  <a:pt x="47120" y="164837"/>
                </a:lnTo>
                <a:lnTo>
                  <a:pt x="47121" y="164837"/>
                </a:lnTo>
                <a:lnTo>
                  <a:pt x="47122" y="164837"/>
                </a:lnTo>
                <a:lnTo>
                  <a:pt x="47123" y="164837"/>
                </a:lnTo>
                <a:lnTo>
                  <a:pt x="47124" y="164837"/>
                </a:lnTo>
                <a:lnTo>
                  <a:pt x="47125" y="164837"/>
                </a:lnTo>
                <a:lnTo>
                  <a:pt x="47126" y="164837"/>
                </a:lnTo>
                <a:lnTo>
                  <a:pt x="47126" y="164837"/>
                </a:lnTo>
                <a:lnTo>
                  <a:pt x="47127" y="164837"/>
                </a:lnTo>
                <a:lnTo>
                  <a:pt x="47128" y="164837"/>
                </a:lnTo>
                <a:lnTo>
                  <a:pt x="47129" y="164837"/>
                </a:lnTo>
                <a:lnTo>
                  <a:pt x="47130" y="164837"/>
                </a:lnTo>
                <a:lnTo>
                  <a:pt x="47131" y="164837"/>
                </a:lnTo>
                <a:lnTo>
                  <a:pt x="47132" y="164837"/>
                </a:lnTo>
                <a:lnTo>
                  <a:pt x="47133" y="164837"/>
                </a:lnTo>
                <a:lnTo>
                  <a:pt x="47134" y="164837"/>
                </a:lnTo>
                <a:lnTo>
                  <a:pt x="47135" y="164837"/>
                </a:lnTo>
                <a:lnTo>
                  <a:pt x="47136" y="164837"/>
                </a:lnTo>
                <a:lnTo>
                  <a:pt x="47137" y="164837"/>
                </a:lnTo>
                <a:lnTo>
                  <a:pt x="47137" y="164837"/>
                </a:lnTo>
                <a:lnTo>
                  <a:pt x="47138" y="164837"/>
                </a:lnTo>
                <a:lnTo>
                  <a:pt x="47139" y="164837"/>
                </a:lnTo>
                <a:lnTo>
                  <a:pt x="47140" y="164837"/>
                </a:lnTo>
                <a:lnTo>
                  <a:pt x="47141" y="164837"/>
                </a:lnTo>
                <a:lnTo>
                  <a:pt x="47142" y="164837"/>
                </a:lnTo>
                <a:lnTo>
                  <a:pt x="47143" y="164837"/>
                </a:lnTo>
                <a:lnTo>
                  <a:pt x="47144" y="164837"/>
                </a:lnTo>
                <a:lnTo>
                  <a:pt x="47145" y="164837"/>
                </a:lnTo>
                <a:lnTo>
                  <a:pt x="47146" y="164837"/>
                </a:lnTo>
                <a:lnTo>
                  <a:pt x="47147" y="164837"/>
                </a:lnTo>
                <a:lnTo>
                  <a:pt x="47148" y="164837"/>
                </a:lnTo>
                <a:lnTo>
                  <a:pt x="47148" y="164837"/>
                </a:lnTo>
                <a:lnTo>
                  <a:pt x="47149" y="164837"/>
                </a:lnTo>
                <a:lnTo>
                  <a:pt x="47150" y="164837"/>
                </a:lnTo>
                <a:lnTo>
                  <a:pt x="47151" y="164837"/>
                </a:lnTo>
                <a:lnTo>
                  <a:pt x="47152" y="164837"/>
                </a:lnTo>
                <a:lnTo>
                  <a:pt x="47153" y="164837"/>
                </a:lnTo>
                <a:lnTo>
                  <a:pt x="47154" y="164837"/>
                </a:lnTo>
                <a:lnTo>
                  <a:pt x="47155" y="164837"/>
                </a:lnTo>
                <a:lnTo>
                  <a:pt x="47156" y="164837"/>
                </a:lnTo>
                <a:lnTo>
                  <a:pt x="47157" y="164837"/>
                </a:lnTo>
                <a:lnTo>
                  <a:pt x="47158" y="164837"/>
                </a:lnTo>
                <a:lnTo>
                  <a:pt x="47159" y="164837"/>
                </a:lnTo>
                <a:lnTo>
                  <a:pt x="47160" y="164837"/>
                </a:lnTo>
                <a:lnTo>
                  <a:pt x="47160" y="164837"/>
                </a:lnTo>
                <a:lnTo>
                  <a:pt x="47161" y="164837"/>
                </a:lnTo>
                <a:lnTo>
                  <a:pt x="47162" y="164837"/>
                </a:lnTo>
                <a:lnTo>
                  <a:pt x="47163" y="164837"/>
                </a:lnTo>
                <a:lnTo>
                  <a:pt x="47164" y="164837"/>
                </a:lnTo>
                <a:lnTo>
                  <a:pt x="47165" y="164837"/>
                </a:lnTo>
                <a:lnTo>
                  <a:pt x="47166" y="164837"/>
                </a:lnTo>
                <a:lnTo>
                  <a:pt x="47167" y="164837"/>
                </a:lnTo>
                <a:lnTo>
                  <a:pt x="47168" y="164837"/>
                </a:lnTo>
                <a:lnTo>
                  <a:pt x="47169" y="164837"/>
                </a:lnTo>
                <a:lnTo>
                  <a:pt x="47170" y="164837"/>
                </a:lnTo>
                <a:lnTo>
                  <a:pt x="47171" y="164837"/>
                </a:lnTo>
                <a:lnTo>
                  <a:pt x="47171" y="164837"/>
                </a:lnTo>
                <a:lnTo>
                  <a:pt x="47172" y="164837"/>
                </a:lnTo>
                <a:lnTo>
                  <a:pt x="47173" y="164837"/>
                </a:lnTo>
                <a:lnTo>
                  <a:pt x="47174" y="164837"/>
                </a:lnTo>
                <a:lnTo>
                  <a:pt x="47175" y="164837"/>
                </a:lnTo>
                <a:lnTo>
                  <a:pt x="47176" y="164837"/>
                </a:lnTo>
                <a:lnTo>
                  <a:pt x="47177" y="164837"/>
                </a:lnTo>
                <a:lnTo>
                  <a:pt x="47178" y="164837"/>
                </a:lnTo>
                <a:lnTo>
                  <a:pt x="47179" y="164837"/>
                </a:lnTo>
                <a:lnTo>
                  <a:pt x="47180" y="164837"/>
                </a:lnTo>
                <a:lnTo>
                  <a:pt x="47181" y="164837"/>
                </a:lnTo>
                <a:lnTo>
                  <a:pt x="47182" y="164837"/>
                </a:lnTo>
                <a:lnTo>
                  <a:pt x="47183" y="164837"/>
                </a:lnTo>
                <a:lnTo>
                  <a:pt x="47183" y="164837"/>
                </a:lnTo>
                <a:lnTo>
                  <a:pt x="47184" y="164837"/>
                </a:lnTo>
                <a:lnTo>
                  <a:pt x="47185" y="164837"/>
                </a:lnTo>
                <a:lnTo>
                  <a:pt x="47186" y="164837"/>
                </a:lnTo>
                <a:lnTo>
                  <a:pt x="47187" y="164837"/>
                </a:lnTo>
                <a:lnTo>
                  <a:pt x="47188" y="164837"/>
                </a:lnTo>
                <a:lnTo>
                  <a:pt x="47189" y="164837"/>
                </a:lnTo>
                <a:lnTo>
                  <a:pt x="47190" y="164837"/>
                </a:lnTo>
                <a:lnTo>
                  <a:pt x="47191" y="164837"/>
                </a:lnTo>
                <a:lnTo>
                  <a:pt x="47192" y="164837"/>
                </a:lnTo>
                <a:lnTo>
                  <a:pt x="47193" y="164837"/>
                </a:lnTo>
                <a:lnTo>
                  <a:pt x="47194" y="164837"/>
                </a:lnTo>
                <a:lnTo>
                  <a:pt x="47194" y="164837"/>
                </a:lnTo>
                <a:lnTo>
                  <a:pt x="47195" y="164837"/>
                </a:lnTo>
                <a:lnTo>
                  <a:pt x="47196" y="164837"/>
                </a:lnTo>
                <a:lnTo>
                  <a:pt x="47197" y="164837"/>
                </a:lnTo>
                <a:lnTo>
                  <a:pt x="47198" y="164837"/>
                </a:lnTo>
                <a:lnTo>
                  <a:pt x="47199" y="164837"/>
                </a:lnTo>
                <a:lnTo>
                  <a:pt x="47200" y="164837"/>
                </a:lnTo>
                <a:lnTo>
                  <a:pt x="47201" y="164837"/>
                </a:lnTo>
                <a:lnTo>
                  <a:pt x="47202" y="164837"/>
                </a:lnTo>
                <a:lnTo>
                  <a:pt x="47203" y="164837"/>
                </a:lnTo>
                <a:lnTo>
                  <a:pt x="47204" y="164837"/>
                </a:lnTo>
                <a:lnTo>
                  <a:pt x="47205" y="164837"/>
                </a:lnTo>
                <a:lnTo>
                  <a:pt x="47206" y="164837"/>
                </a:lnTo>
                <a:lnTo>
                  <a:pt x="47206" y="164837"/>
                </a:lnTo>
                <a:lnTo>
                  <a:pt x="47207" y="164837"/>
                </a:lnTo>
                <a:lnTo>
                  <a:pt x="47208" y="164837"/>
                </a:lnTo>
                <a:lnTo>
                  <a:pt x="47209" y="164837"/>
                </a:lnTo>
                <a:lnTo>
                  <a:pt x="47210" y="164837"/>
                </a:lnTo>
                <a:lnTo>
                  <a:pt x="47211" y="164837"/>
                </a:lnTo>
                <a:lnTo>
                  <a:pt x="47212" y="164837"/>
                </a:lnTo>
                <a:lnTo>
                  <a:pt x="47213" y="164837"/>
                </a:lnTo>
                <a:lnTo>
                  <a:pt x="47214" y="164837"/>
                </a:lnTo>
                <a:lnTo>
                  <a:pt x="47215" y="164837"/>
                </a:lnTo>
                <a:lnTo>
                  <a:pt x="47216" y="164837"/>
                </a:lnTo>
                <a:lnTo>
                  <a:pt x="47217" y="164837"/>
                </a:lnTo>
                <a:lnTo>
                  <a:pt x="47217" y="164837"/>
                </a:lnTo>
                <a:lnTo>
                  <a:pt x="47218" y="164837"/>
                </a:lnTo>
                <a:lnTo>
                  <a:pt x="47219" y="164837"/>
                </a:lnTo>
                <a:lnTo>
                  <a:pt x="47220" y="164837"/>
                </a:lnTo>
                <a:lnTo>
                  <a:pt x="47221" y="164837"/>
                </a:lnTo>
                <a:lnTo>
                  <a:pt x="47222" y="164837"/>
                </a:lnTo>
                <a:lnTo>
                  <a:pt x="47223" y="164837"/>
                </a:lnTo>
                <a:lnTo>
                  <a:pt x="47224" y="164837"/>
                </a:lnTo>
                <a:lnTo>
                  <a:pt x="47225" y="164837"/>
                </a:lnTo>
                <a:lnTo>
                  <a:pt x="47226" y="164837"/>
                </a:lnTo>
                <a:lnTo>
                  <a:pt x="47227" y="164837"/>
                </a:lnTo>
                <a:lnTo>
                  <a:pt x="47228" y="164837"/>
                </a:lnTo>
                <a:lnTo>
                  <a:pt x="47229" y="164837"/>
                </a:lnTo>
                <a:lnTo>
                  <a:pt x="47229" y="164837"/>
                </a:lnTo>
                <a:lnTo>
                  <a:pt x="47230" y="164837"/>
                </a:lnTo>
                <a:lnTo>
                  <a:pt x="47231" y="164837"/>
                </a:lnTo>
                <a:lnTo>
                  <a:pt x="47232" y="164837"/>
                </a:lnTo>
                <a:lnTo>
                  <a:pt x="47233" y="164837"/>
                </a:lnTo>
                <a:lnTo>
                  <a:pt x="47234" y="164837"/>
                </a:lnTo>
                <a:lnTo>
                  <a:pt x="47235" y="164837"/>
                </a:lnTo>
                <a:lnTo>
                  <a:pt x="47236" y="164837"/>
                </a:lnTo>
                <a:lnTo>
                  <a:pt x="47237" y="164837"/>
                </a:lnTo>
                <a:lnTo>
                  <a:pt x="47238" y="164837"/>
                </a:lnTo>
                <a:lnTo>
                  <a:pt x="47239" y="164837"/>
                </a:lnTo>
                <a:lnTo>
                  <a:pt x="47240" y="164837"/>
                </a:lnTo>
                <a:lnTo>
                  <a:pt x="47241" y="164837"/>
                </a:lnTo>
                <a:lnTo>
                  <a:pt x="47241" y="164837"/>
                </a:lnTo>
                <a:lnTo>
                  <a:pt x="47242" y="164837"/>
                </a:lnTo>
                <a:lnTo>
                  <a:pt x="47243" y="164837"/>
                </a:lnTo>
                <a:lnTo>
                  <a:pt x="47244" y="164837"/>
                </a:lnTo>
                <a:lnTo>
                  <a:pt x="47245" y="164837"/>
                </a:lnTo>
                <a:lnTo>
                  <a:pt x="47246" y="164837"/>
                </a:lnTo>
                <a:lnTo>
                  <a:pt x="47247" y="164837"/>
                </a:lnTo>
                <a:lnTo>
                  <a:pt x="47248" y="164837"/>
                </a:lnTo>
                <a:lnTo>
                  <a:pt x="47249" y="164837"/>
                </a:lnTo>
                <a:lnTo>
                  <a:pt x="47250" y="164837"/>
                </a:lnTo>
                <a:lnTo>
                  <a:pt x="47251" y="164837"/>
                </a:lnTo>
                <a:lnTo>
                  <a:pt x="47252" y="164837"/>
                </a:lnTo>
                <a:lnTo>
                  <a:pt x="47253" y="164837"/>
                </a:lnTo>
                <a:lnTo>
                  <a:pt x="47253" y="164837"/>
                </a:lnTo>
                <a:lnTo>
                  <a:pt x="47254" y="164837"/>
                </a:lnTo>
                <a:lnTo>
                  <a:pt x="47255" y="164837"/>
                </a:lnTo>
                <a:lnTo>
                  <a:pt x="47256" y="164837"/>
                </a:lnTo>
                <a:lnTo>
                  <a:pt x="47257" y="164837"/>
                </a:lnTo>
                <a:lnTo>
                  <a:pt x="47258" y="164837"/>
                </a:lnTo>
                <a:lnTo>
                  <a:pt x="47259" y="164837"/>
                </a:lnTo>
                <a:lnTo>
                  <a:pt x="47260" y="164837"/>
                </a:lnTo>
                <a:lnTo>
                  <a:pt x="47261" y="164837"/>
                </a:lnTo>
                <a:lnTo>
                  <a:pt x="47262" y="164837"/>
                </a:lnTo>
                <a:lnTo>
                  <a:pt x="47263" y="164837"/>
                </a:lnTo>
                <a:lnTo>
                  <a:pt x="47264" y="164837"/>
                </a:lnTo>
                <a:lnTo>
                  <a:pt x="47265" y="164837"/>
                </a:lnTo>
                <a:lnTo>
                  <a:pt x="47265" y="164837"/>
                </a:lnTo>
                <a:lnTo>
                  <a:pt x="47266" y="164837"/>
                </a:lnTo>
                <a:lnTo>
                  <a:pt x="47267" y="164837"/>
                </a:lnTo>
                <a:lnTo>
                  <a:pt x="47268" y="164837"/>
                </a:lnTo>
                <a:lnTo>
                  <a:pt x="47269" y="164837"/>
                </a:lnTo>
                <a:lnTo>
                  <a:pt x="47270" y="164837"/>
                </a:lnTo>
                <a:lnTo>
                  <a:pt x="47271" y="164837"/>
                </a:lnTo>
                <a:lnTo>
                  <a:pt x="47272" y="164837"/>
                </a:lnTo>
                <a:lnTo>
                  <a:pt x="47273" y="164837"/>
                </a:lnTo>
                <a:lnTo>
                  <a:pt x="47274" y="164837"/>
                </a:lnTo>
                <a:lnTo>
                  <a:pt x="47275" y="164837"/>
                </a:lnTo>
                <a:lnTo>
                  <a:pt x="47276" y="164837"/>
                </a:lnTo>
                <a:lnTo>
                  <a:pt x="47277" y="164837"/>
                </a:lnTo>
                <a:lnTo>
                  <a:pt x="47277" y="164837"/>
                </a:lnTo>
                <a:lnTo>
                  <a:pt x="47278" y="164837"/>
                </a:lnTo>
                <a:lnTo>
                  <a:pt x="47279" y="164837"/>
                </a:lnTo>
                <a:lnTo>
                  <a:pt x="47280" y="164837"/>
                </a:lnTo>
                <a:lnTo>
                  <a:pt x="47281" y="164837"/>
                </a:lnTo>
                <a:lnTo>
                  <a:pt x="47282" y="164837"/>
                </a:lnTo>
                <a:lnTo>
                  <a:pt x="47283" y="164837"/>
                </a:lnTo>
                <a:lnTo>
                  <a:pt x="47284" y="164837"/>
                </a:lnTo>
                <a:lnTo>
                  <a:pt x="47285" y="164837"/>
                </a:lnTo>
                <a:lnTo>
                  <a:pt x="47286" y="164837"/>
                </a:lnTo>
                <a:lnTo>
                  <a:pt x="47287" y="164837"/>
                </a:lnTo>
                <a:lnTo>
                  <a:pt x="47288" y="164837"/>
                </a:lnTo>
                <a:lnTo>
                  <a:pt x="47289" y="164837"/>
                </a:lnTo>
                <a:lnTo>
                  <a:pt x="47289" y="164837"/>
                </a:lnTo>
                <a:lnTo>
                  <a:pt x="47290" y="164837"/>
                </a:lnTo>
                <a:lnTo>
                  <a:pt x="47291" y="164837"/>
                </a:lnTo>
                <a:lnTo>
                  <a:pt x="47292" y="164837"/>
                </a:lnTo>
                <a:lnTo>
                  <a:pt x="47293" y="164837"/>
                </a:lnTo>
                <a:lnTo>
                  <a:pt x="47294" y="164837"/>
                </a:lnTo>
                <a:lnTo>
                  <a:pt x="47295" y="164837"/>
                </a:lnTo>
                <a:lnTo>
                  <a:pt x="47296" y="164837"/>
                </a:lnTo>
                <a:lnTo>
                  <a:pt x="47297" y="164837"/>
                </a:lnTo>
                <a:lnTo>
                  <a:pt x="47298" y="164837"/>
                </a:lnTo>
                <a:lnTo>
                  <a:pt x="47299" y="164837"/>
                </a:lnTo>
                <a:lnTo>
                  <a:pt x="47300" y="164837"/>
                </a:lnTo>
                <a:lnTo>
                  <a:pt x="47301" y="164837"/>
                </a:lnTo>
                <a:lnTo>
                  <a:pt x="47301" y="164837"/>
                </a:lnTo>
                <a:lnTo>
                  <a:pt x="47302" y="164837"/>
                </a:lnTo>
                <a:lnTo>
                  <a:pt x="47303" y="164837"/>
                </a:lnTo>
                <a:lnTo>
                  <a:pt x="47304" y="164837"/>
                </a:lnTo>
                <a:lnTo>
                  <a:pt x="47305" y="164837"/>
                </a:lnTo>
                <a:lnTo>
                  <a:pt x="47306" y="164837"/>
                </a:lnTo>
                <a:lnTo>
                  <a:pt x="47307" y="164837"/>
                </a:lnTo>
                <a:lnTo>
                  <a:pt x="47308" y="164837"/>
                </a:lnTo>
                <a:lnTo>
                  <a:pt x="47309" y="164837"/>
                </a:lnTo>
                <a:lnTo>
                  <a:pt x="47310" y="164837"/>
                </a:lnTo>
                <a:lnTo>
                  <a:pt x="47311" y="164837"/>
                </a:lnTo>
                <a:lnTo>
                  <a:pt x="47312" y="164837"/>
                </a:lnTo>
                <a:lnTo>
                  <a:pt x="47313" y="164837"/>
                </a:lnTo>
                <a:lnTo>
                  <a:pt x="47313" y="164837"/>
                </a:lnTo>
                <a:lnTo>
                  <a:pt x="47314" y="164837"/>
                </a:lnTo>
                <a:lnTo>
                  <a:pt x="47315" y="164837"/>
                </a:lnTo>
                <a:lnTo>
                  <a:pt x="47316" y="164837"/>
                </a:lnTo>
                <a:lnTo>
                  <a:pt x="47317" y="164837"/>
                </a:lnTo>
                <a:lnTo>
                  <a:pt x="47318" y="164837"/>
                </a:lnTo>
                <a:lnTo>
                  <a:pt x="47319" y="164837"/>
                </a:lnTo>
                <a:lnTo>
                  <a:pt x="47320" y="164837"/>
                </a:lnTo>
                <a:lnTo>
                  <a:pt x="47321" y="164837"/>
                </a:lnTo>
                <a:lnTo>
                  <a:pt x="47322" y="164837"/>
                </a:lnTo>
                <a:lnTo>
                  <a:pt x="47323" y="164837"/>
                </a:lnTo>
                <a:lnTo>
                  <a:pt x="47324" y="164837"/>
                </a:lnTo>
                <a:lnTo>
                  <a:pt x="47325" y="164837"/>
                </a:lnTo>
                <a:lnTo>
                  <a:pt x="47325" y="164837"/>
                </a:lnTo>
                <a:lnTo>
                  <a:pt x="47326" y="164837"/>
                </a:lnTo>
                <a:lnTo>
                  <a:pt x="47327" y="164837"/>
                </a:lnTo>
                <a:lnTo>
                  <a:pt x="47328" y="164837"/>
                </a:lnTo>
                <a:lnTo>
                  <a:pt x="47329" y="164837"/>
                </a:lnTo>
                <a:lnTo>
                  <a:pt x="47330" y="164837"/>
                </a:lnTo>
                <a:lnTo>
                  <a:pt x="47331" y="164837"/>
                </a:lnTo>
                <a:lnTo>
                  <a:pt x="47332" y="164837"/>
                </a:lnTo>
                <a:lnTo>
                  <a:pt x="47333" y="164837"/>
                </a:lnTo>
                <a:lnTo>
                  <a:pt x="47334" y="164837"/>
                </a:lnTo>
                <a:lnTo>
                  <a:pt x="47335" y="164837"/>
                </a:lnTo>
                <a:lnTo>
                  <a:pt x="47336" y="164837"/>
                </a:lnTo>
                <a:lnTo>
                  <a:pt x="47337" y="164837"/>
                </a:lnTo>
                <a:lnTo>
                  <a:pt x="47337" y="164837"/>
                </a:lnTo>
                <a:lnTo>
                  <a:pt x="47338" y="164837"/>
                </a:lnTo>
                <a:lnTo>
                  <a:pt x="47339" y="164837"/>
                </a:lnTo>
                <a:lnTo>
                  <a:pt x="47340" y="164837"/>
                </a:lnTo>
                <a:lnTo>
                  <a:pt x="47341" y="164837"/>
                </a:lnTo>
                <a:lnTo>
                  <a:pt x="47342" y="164837"/>
                </a:lnTo>
                <a:lnTo>
                  <a:pt x="47343" y="164837"/>
                </a:lnTo>
                <a:lnTo>
                  <a:pt x="47344" y="164837"/>
                </a:lnTo>
                <a:lnTo>
                  <a:pt x="47345" y="164837"/>
                </a:lnTo>
                <a:lnTo>
                  <a:pt x="47346" y="164837"/>
                </a:lnTo>
                <a:lnTo>
                  <a:pt x="47347" y="164837"/>
                </a:lnTo>
                <a:lnTo>
                  <a:pt x="47348" y="164837"/>
                </a:lnTo>
                <a:lnTo>
                  <a:pt x="47349" y="164837"/>
                </a:lnTo>
                <a:lnTo>
                  <a:pt x="47350" y="164837"/>
                </a:lnTo>
                <a:lnTo>
                  <a:pt x="47350" y="164837"/>
                </a:lnTo>
                <a:lnTo>
                  <a:pt x="47351" y="164837"/>
                </a:lnTo>
                <a:lnTo>
                  <a:pt x="47352" y="164837"/>
                </a:lnTo>
                <a:lnTo>
                  <a:pt x="47353" y="164837"/>
                </a:lnTo>
                <a:lnTo>
                  <a:pt x="47354" y="164837"/>
                </a:lnTo>
                <a:lnTo>
                  <a:pt x="47355" y="164837"/>
                </a:lnTo>
                <a:lnTo>
                  <a:pt x="47356" y="164837"/>
                </a:lnTo>
                <a:lnTo>
                  <a:pt x="47357" y="164837"/>
                </a:lnTo>
                <a:lnTo>
                  <a:pt x="47358" y="164837"/>
                </a:lnTo>
                <a:lnTo>
                  <a:pt x="47359" y="164837"/>
                </a:lnTo>
                <a:lnTo>
                  <a:pt x="47360" y="164837"/>
                </a:lnTo>
                <a:lnTo>
                  <a:pt x="47361" y="164837"/>
                </a:lnTo>
                <a:lnTo>
                  <a:pt x="47362" y="164837"/>
                </a:lnTo>
                <a:lnTo>
                  <a:pt x="47362" y="164837"/>
                </a:lnTo>
                <a:lnTo>
                  <a:pt x="47363" y="164837"/>
                </a:lnTo>
                <a:lnTo>
                  <a:pt x="47364" y="164837"/>
                </a:lnTo>
                <a:lnTo>
                  <a:pt x="47365" y="164837"/>
                </a:lnTo>
                <a:lnTo>
                  <a:pt x="47366" y="164837"/>
                </a:lnTo>
                <a:lnTo>
                  <a:pt x="47367" y="164837"/>
                </a:lnTo>
                <a:lnTo>
                  <a:pt x="47368" y="164837"/>
                </a:lnTo>
                <a:lnTo>
                  <a:pt x="47369" y="164837"/>
                </a:lnTo>
                <a:lnTo>
                  <a:pt x="47370" y="164837"/>
                </a:lnTo>
                <a:lnTo>
                  <a:pt x="47371" y="164837"/>
                </a:lnTo>
                <a:lnTo>
                  <a:pt x="47372" y="164837"/>
                </a:lnTo>
                <a:lnTo>
                  <a:pt x="47373" y="164837"/>
                </a:lnTo>
                <a:lnTo>
                  <a:pt x="47374" y="164837"/>
                </a:lnTo>
                <a:lnTo>
                  <a:pt x="47375" y="164837"/>
                </a:lnTo>
                <a:lnTo>
                  <a:pt x="47375" y="164837"/>
                </a:lnTo>
                <a:lnTo>
                  <a:pt x="47376" y="164837"/>
                </a:lnTo>
                <a:lnTo>
                  <a:pt x="47377" y="164837"/>
                </a:lnTo>
                <a:lnTo>
                  <a:pt x="47378" y="164837"/>
                </a:lnTo>
                <a:lnTo>
                  <a:pt x="47379" y="164837"/>
                </a:lnTo>
                <a:lnTo>
                  <a:pt x="47380" y="164837"/>
                </a:lnTo>
                <a:lnTo>
                  <a:pt x="47381" y="164837"/>
                </a:lnTo>
                <a:lnTo>
                  <a:pt x="47382" y="164837"/>
                </a:lnTo>
                <a:lnTo>
                  <a:pt x="47383" y="164837"/>
                </a:lnTo>
                <a:lnTo>
                  <a:pt x="47384" y="164837"/>
                </a:lnTo>
                <a:lnTo>
                  <a:pt x="47385" y="164837"/>
                </a:lnTo>
                <a:lnTo>
                  <a:pt x="47386" y="164837"/>
                </a:lnTo>
                <a:lnTo>
                  <a:pt x="47387" y="164837"/>
                </a:lnTo>
                <a:lnTo>
                  <a:pt x="47387" y="164837"/>
                </a:lnTo>
                <a:lnTo>
                  <a:pt x="47388" y="164837"/>
                </a:lnTo>
                <a:lnTo>
                  <a:pt x="47389" y="164837"/>
                </a:lnTo>
                <a:lnTo>
                  <a:pt x="47390" y="164837"/>
                </a:lnTo>
                <a:lnTo>
                  <a:pt x="47391" y="164837"/>
                </a:lnTo>
                <a:lnTo>
                  <a:pt x="47392" y="164837"/>
                </a:lnTo>
                <a:lnTo>
                  <a:pt x="47393" y="164837"/>
                </a:lnTo>
                <a:lnTo>
                  <a:pt x="47394" y="164837"/>
                </a:lnTo>
                <a:lnTo>
                  <a:pt x="47395" y="164837"/>
                </a:lnTo>
                <a:lnTo>
                  <a:pt x="47396" y="164837"/>
                </a:lnTo>
                <a:lnTo>
                  <a:pt x="47397" y="164837"/>
                </a:lnTo>
                <a:lnTo>
                  <a:pt x="47398" y="164837"/>
                </a:lnTo>
                <a:lnTo>
                  <a:pt x="47399" y="164837"/>
                </a:lnTo>
                <a:lnTo>
                  <a:pt x="47400" y="164837"/>
                </a:lnTo>
                <a:lnTo>
                  <a:pt x="47400" y="164837"/>
                </a:lnTo>
                <a:lnTo>
                  <a:pt x="47401" y="164837"/>
                </a:lnTo>
                <a:lnTo>
                  <a:pt x="47402" y="164837"/>
                </a:lnTo>
                <a:lnTo>
                  <a:pt x="47403" y="164837"/>
                </a:lnTo>
                <a:lnTo>
                  <a:pt x="47404" y="164837"/>
                </a:lnTo>
                <a:lnTo>
                  <a:pt x="47405" y="164837"/>
                </a:lnTo>
                <a:lnTo>
                  <a:pt x="47406" y="164837"/>
                </a:lnTo>
                <a:lnTo>
                  <a:pt x="47407" y="164837"/>
                </a:lnTo>
                <a:lnTo>
                  <a:pt x="47408" y="164837"/>
                </a:lnTo>
                <a:lnTo>
                  <a:pt x="47409" y="164837"/>
                </a:lnTo>
                <a:lnTo>
                  <a:pt x="47410" y="164837"/>
                </a:lnTo>
                <a:lnTo>
                  <a:pt x="47411" y="164837"/>
                </a:lnTo>
                <a:lnTo>
                  <a:pt x="47412" y="164837"/>
                </a:lnTo>
                <a:lnTo>
                  <a:pt x="47413" y="164837"/>
                </a:lnTo>
                <a:lnTo>
                  <a:pt x="47413" y="164837"/>
                </a:lnTo>
                <a:lnTo>
                  <a:pt x="47414" y="164837"/>
                </a:lnTo>
                <a:lnTo>
                  <a:pt x="47415" y="164837"/>
                </a:lnTo>
                <a:lnTo>
                  <a:pt x="47416" y="164837"/>
                </a:lnTo>
                <a:lnTo>
                  <a:pt x="47417" y="164837"/>
                </a:lnTo>
                <a:lnTo>
                  <a:pt x="47418" y="164837"/>
                </a:lnTo>
                <a:lnTo>
                  <a:pt x="47419" y="164837"/>
                </a:lnTo>
                <a:lnTo>
                  <a:pt x="47420" y="164837"/>
                </a:lnTo>
                <a:lnTo>
                  <a:pt x="47421" y="164837"/>
                </a:lnTo>
                <a:lnTo>
                  <a:pt x="47422" y="164837"/>
                </a:lnTo>
                <a:lnTo>
                  <a:pt x="47423" y="164837"/>
                </a:lnTo>
                <a:lnTo>
                  <a:pt x="47424" y="164837"/>
                </a:lnTo>
                <a:lnTo>
                  <a:pt x="47425" y="164837"/>
                </a:lnTo>
                <a:lnTo>
                  <a:pt x="47426" y="164837"/>
                </a:lnTo>
                <a:lnTo>
                  <a:pt x="47426" y="164837"/>
                </a:lnTo>
                <a:lnTo>
                  <a:pt x="47427" y="164837"/>
                </a:lnTo>
                <a:lnTo>
                  <a:pt x="47428" y="164837"/>
                </a:lnTo>
                <a:lnTo>
                  <a:pt x="47429" y="164837"/>
                </a:lnTo>
                <a:lnTo>
                  <a:pt x="47430" y="164837"/>
                </a:lnTo>
                <a:lnTo>
                  <a:pt x="47431" y="164837"/>
                </a:lnTo>
                <a:lnTo>
                  <a:pt x="47432" y="164837"/>
                </a:lnTo>
                <a:lnTo>
                  <a:pt x="47433" y="164837"/>
                </a:lnTo>
                <a:lnTo>
                  <a:pt x="47434" y="164837"/>
                </a:lnTo>
                <a:lnTo>
                  <a:pt x="47435" y="164837"/>
                </a:lnTo>
                <a:lnTo>
                  <a:pt x="47436" y="164837"/>
                </a:lnTo>
                <a:lnTo>
                  <a:pt x="47437" y="164837"/>
                </a:lnTo>
                <a:lnTo>
                  <a:pt x="47438" y="164837"/>
                </a:lnTo>
                <a:lnTo>
                  <a:pt x="47438" y="164837"/>
                </a:lnTo>
                <a:lnTo>
                  <a:pt x="47439" y="164837"/>
                </a:lnTo>
                <a:lnTo>
                  <a:pt x="47440" y="164837"/>
                </a:lnTo>
                <a:lnTo>
                  <a:pt x="47441" y="164837"/>
                </a:lnTo>
                <a:lnTo>
                  <a:pt x="47442" y="164837"/>
                </a:lnTo>
                <a:lnTo>
                  <a:pt x="47443" y="164837"/>
                </a:lnTo>
                <a:lnTo>
                  <a:pt x="47444" y="164837"/>
                </a:lnTo>
                <a:lnTo>
                  <a:pt x="47445" y="164837"/>
                </a:lnTo>
                <a:lnTo>
                  <a:pt x="47446" y="164837"/>
                </a:lnTo>
                <a:lnTo>
                  <a:pt x="47447" y="164837"/>
                </a:lnTo>
                <a:lnTo>
                  <a:pt x="47448" y="164837"/>
                </a:lnTo>
                <a:lnTo>
                  <a:pt x="47449" y="164837"/>
                </a:lnTo>
                <a:lnTo>
                  <a:pt x="47450" y="164837"/>
                </a:lnTo>
                <a:lnTo>
                  <a:pt x="47451" y="164837"/>
                </a:lnTo>
                <a:lnTo>
                  <a:pt x="47451" y="164837"/>
                </a:lnTo>
                <a:lnTo>
                  <a:pt x="47452" y="164837"/>
                </a:lnTo>
                <a:lnTo>
                  <a:pt x="47453" y="164837"/>
                </a:lnTo>
                <a:lnTo>
                  <a:pt x="47454" y="164837"/>
                </a:lnTo>
                <a:lnTo>
                  <a:pt x="47455" y="164837"/>
                </a:lnTo>
                <a:lnTo>
                  <a:pt x="47456" y="164837"/>
                </a:lnTo>
                <a:lnTo>
                  <a:pt x="47457" y="164837"/>
                </a:lnTo>
                <a:lnTo>
                  <a:pt x="47458" y="164837"/>
                </a:lnTo>
                <a:lnTo>
                  <a:pt x="47459" y="164837"/>
                </a:lnTo>
                <a:lnTo>
                  <a:pt x="47460" y="164837"/>
                </a:lnTo>
                <a:lnTo>
                  <a:pt x="47461" y="164837"/>
                </a:lnTo>
                <a:lnTo>
                  <a:pt x="47462" y="164837"/>
                </a:lnTo>
                <a:lnTo>
                  <a:pt x="47463" y="164837"/>
                </a:lnTo>
                <a:lnTo>
                  <a:pt x="47464" y="164837"/>
                </a:lnTo>
                <a:lnTo>
                  <a:pt x="47464" y="164837"/>
                </a:lnTo>
                <a:lnTo>
                  <a:pt x="47465" y="164837"/>
                </a:lnTo>
                <a:lnTo>
                  <a:pt x="47466" y="164837"/>
                </a:lnTo>
                <a:lnTo>
                  <a:pt x="47467" y="164837"/>
                </a:lnTo>
                <a:lnTo>
                  <a:pt x="47468" y="164837"/>
                </a:lnTo>
                <a:lnTo>
                  <a:pt x="47469" y="164837"/>
                </a:lnTo>
                <a:lnTo>
                  <a:pt x="47470" y="164837"/>
                </a:lnTo>
                <a:lnTo>
                  <a:pt x="47471" y="164837"/>
                </a:lnTo>
                <a:lnTo>
                  <a:pt x="47472" y="164837"/>
                </a:lnTo>
                <a:lnTo>
                  <a:pt x="47473" y="164837"/>
                </a:lnTo>
                <a:lnTo>
                  <a:pt x="47474" y="164837"/>
                </a:lnTo>
                <a:lnTo>
                  <a:pt x="47475" y="164837"/>
                </a:lnTo>
                <a:lnTo>
                  <a:pt x="47476" y="164837"/>
                </a:lnTo>
                <a:lnTo>
                  <a:pt x="47477" y="164837"/>
                </a:lnTo>
                <a:lnTo>
                  <a:pt x="47478" y="164837"/>
                </a:lnTo>
                <a:lnTo>
                  <a:pt x="47478" y="164837"/>
                </a:lnTo>
                <a:lnTo>
                  <a:pt x="47479" y="164837"/>
                </a:lnTo>
                <a:lnTo>
                  <a:pt x="47480" y="164837"/>
                </a:lnTo>
                <a:lnTo>
                  <a:pt x="47481" y="164837"/>
                </a:lnTo>
                <a:lnTo>
                  <a:pt x="47482" y="164837"/>
                </a:lnTo>
                <a:lnTo>
                  <a:pt x="47483" y="164837"/>
                </a:lnTo>
                <a:lnTo>
                  <a:pt x="47484" y="164837"/>
                </a:lnTo>
                <a:lnTo>
                  <a:pt x="47485" y="164837"/>
                </a:lnTo>
                <a:lnTo>
                  <a:pt x="47486" y="164837"/>
                </a:lnTo>
                <a:lnTo>
                  <a:pt x="47487" y="164837"/>
                </a:lnTo>
                <a:lnTo>
                  <a:pt x="47488" y="164837"/>
                </a:lnTo>
                <a:lnTo>
                  <a:pt x="47489" y="164837"/>
                </a:lnTo>
                <a:lnTo>
                  <a:pt x="47490" y="164837"/>
                </a:lnTo>
                <a:lnTo>
                  <a:pt x="47491" y="164837"/>
                </a:lnTo>
                <a:lnTo>
                  <a:pt x="47491" y="164837"/>
                </a:lnTo>
                <a:lnTo>
                  <a:pt x="47492" y="164837"/>
                </a:lnTo>
                <a:lnTo>
                  <a:pt x="47493" y="164837"/>
                </a:lnTo>
                <a:lnTo>
                  <a:pt x="47494" y="164837"/>
                </a:lnTo>
                <a:lnTo>
                  <a:pt x="47495" y="164837"/>
                </a:lnTo>
                <a:lnTo>
                  <a:pt x="47496" y="164837"/>
                </a:lnTo>
                <a:lnTo>
                  <a:pt x="47497" y="164837"/>
                </a:lnTo>
                <a:lnTo>
                  <a:pt x="47498" y="164837"/>
                </a:lnTo>
                <a:lnTo>
                  <a:pt x="47499" y="164837"/>
                </a:lnTo>
                <a:lnTo>
                  <a:pt x="47500" y="164837"/>
                </a:lnTo>
                <a:lnTo>
                  <a:pt x="47501" y="164837"/>
                </a:lnTo>
                <a:lnTo>
                  <a:pt x="47502" y="164837"/>
                </a:lnTo>
                <a:lnTo>
                  <a:pt x="47503" y="164837"/>
                </a:lnTo>
                <a:lnTo>
                  <a:pt x="47504" y="164837"/>
                </a:lnTo>
                <a:lnTo>
                  <a:pt x="47504" y="164837"/>
                </a:lnTo>
                <a:lnTo>
                  <a:pt x="47505" y="164837"/>
                </a:lnTo>
                <a:lnTo>
                  <a:pt x="47506" y="164837"/>
                </a:lnTo>
                <a:lnTo>
                  <a:pt x="47507" y="164837"/>
                </a:lnTo>
                <a:lnTo>
                  <a:pt x="47508" y="164837"/>
                </a:lnTo>
                <a:lnTo>
                  <a:pt x="47509" y="164837"/>
                </a:lnTo>
                <a:lnTo>
                  <a:pt x="47510" y="164837"/>
                </a:lnTo>
                <a:lnTo>
                  <a:pt x="47511" y="164837"/>
                </a:lnTo>
                <a:lnTo>
                  <a:pt x="47512" y="164837"/>
                </a:lnTo>
                <a:lnTo>
                  <a:pt x="47513" y="164837"/>
                </a:lnTo>
                <a:lnTo>
                  <a:pt x="47514" y="164837"/>
                </a:lnTo>
                <a:lnTo>
                  <a:pt x="47515" y="164837"/>
                </a:lnTo>
                <a:lnTo>
                  <a:pt x="47516" y="164837"/>
                </a:lnTo>
                <a:lnTo>
                  <a:pt x="47517" y="164837"/>
                </a:lnTo>
                <a:lnTo>
                  <a:pt x="47517" y="164837"/>
                </a:lnTo>
                <a:lnTo>
                  <a:pt x="47518" y="164837"/>
                </a:lnTo>
                <a:lnTo>
                  <a:pt x="47519" y="164837"/>
                </a:lnTo>
                <a:lnTo>
                  <a:pt x="47520" y="164837"/>
                </a:lnTo>
                <a:lnTo>
                  <a:pt x="47521" y="164837"/>
                </a:lnTo>
                <a:lnTo>
                  <a:pt x="47522" y="164837"/>
                </a:lnTo>
                <a:lnTo>
                  <a:pt x="47523" y="164837"/>
                </a:lnTo>
                <a:lnTo>
                  <a:pt x="47524" y="164837"/>
                </a:lnTo>
                <a:lnTo>
                  <a:pt x="47525" y="164837"/>
                </a:lnTo>
                <a:lnTo>
                  <a:pt x="47526" y="164837"/>
                </a:lnTo>
                <a:lnTo>
                  <a:pt x="47527" y="164837"/>
                </a:lnTo>
                <a:lnTo>
                  <a:pt x="47528" y="164837"/>
                </a:lnTo>
                <a:lnTo>
                  <a:pt x="47529" y="164837"/>
                </a:lnTo>
                <a:lnTo>
                  <a:pt x="47530" y="164837"/>
                </a:lnTo>
                <a:lnTo>
                  <a:pt x="47531" y="164837"/>
                </a:lnTo>
                <a:lnTo>
                  <a:pt x="47531" y="164837"/>
                </a:lnTo>
                <a:lnTo>
                  <a:pt x="47532" y="164837"/>
                </a:lnTo>
                <a:lnTo>
                  <a:pt x="47533" y="164837"/>
                </a:lnTo>
                <a:lnTo>
                  <a:pt x="47534" y="164837"/>
                </a:lnTo>
                <a:lnTo>
                  <a:pt x="47535" y="164837"/>
                </a:lnTo>
                <a:lnTo>
                  <a:pt x="47536" y="164837"/>
                </a:lnTo>
                <a:lnTo>
                  <a:pt x="47537" y="164837"/>
                </a:lnTo>
                <a:lnTo>
                  <a:pt x="47538" y="164837"/>
                </a:lnTo>
                <a:lnTo>
                  <a:pt x="47539" y="164837"/>
                </a:lnTo>
                <a:lnTo>
                  <a:pt x="47540" y="164837"/>
                </a:lnTo>
                <a:lnTo>
                  <a:pt x="47541" y="164837"/>
                </a:lnTo>
                <a:lnTo>
                  <a:pt x="47542" y="164837"/>
                </a:lnTo>
                <a:lnTo>
                  <a:pt x="47543" y="164837"/>
                </a:lnTo>
                <a:lnTo>
                  <a:pt x="47544" y="164837"/>
                </a:lnTo>
                <a:lnTo>
                  <a:pt x="47545" y="164837"/>
                </a:lnTo>
                <a:lnTo>
                  <a:pt x="47545" y="164837"/>
                </a:lnTo>
                <a:lnTo>
                  <a:pt x="47546" y="164837"/>
                </a:lnTo>
                <a:lnTo>
                  <a:pt x="47547" y="164837"/>
                </a:lnTo>
                <a:lnTo>
                  <a:pt x="47548" y="164837"/>
                </a:lnTo>
                <a:lnTo>
                  <a:pt x="47549" y="164837"/>
                </a:lnTo>
                <a:lnTo>
                  <a:pt x="47550" y="164837"/>
                </a:lnTo>
                <a:lnTo>
                  <a:pt x="47551" y="164837"/>
                </a:lnTo>
                <a:lnTo>
                  <a:pt x="47552" y="164837"/>
                </a:lnTo>
                <a:lnTo>
                  <a:pt x="47553" y="164837"/>
                </a:lnTo>
                <a:lnTo>
                  <a:pt x="47554" y="164837"/>
                </a:lnTo>
                <a:lnTo>
                  <a:pt x="47555" y="164837"/>
                </a:lnTo>
                <a:lnTo>
                  <a:pt x="47556" y="164837"/>
                </a:lnTo>
                <a:lnTo>
                  <a:pt x="47557" y="164837"/>
                </a:lnTo>
                <a:lnTo>
                  <a:pt x="47558" y="164837"/>
                </a:lnTo>
                <a:lnTo>
                  <a:pt x="47558" y="164837"/>
                </a:lnTo>
                <a:lnTo>
                  <a:pt x="47559" y="164837"/>
                </a:lnTo>
                <a:lnTo>
                  <a:pt x="47560" y="164837"/>
                </a:lnTo>
                <a:lnTo>
                  <a:pt x="47561" y="164837"/>
                </a:lnTo>
                <a:lnTo>
                  <a:pt x="47562" y="164837"/>
                </a:lnTo>
                <a:lnTo>
                  <a:pt x="47563" y="164837"/>
                </a:lnTo>
                <a:lnTo>
                  <a:pt x="47564" y="164837"/>
                </a:lnTo>
                <a:lnTo>
                  <a:pt x="47565" y="164837"/>
                </a:lnTo>
                <a:lnTo>
                  <a:pt x="47566" y="164837"/>
                </a:lnTo>
                <a:lnTo>
                  <a:pt x="47567" y="164837"/>
                </a:lnTo>
                <a:lnTo>
                  <a:pt x="47568" y="164837"/>
                </a:lnTo>
                <a:lnTo>
                  <a:pt x="47569" y="164837"/>
                </a:lnTo>
                <a:lnTo>
                  <a:pt x="47570" y="164837"/>
                </a:lnTo>
                <a:lnTo>
                  <a:pt x="47571" y="164837"/>
                </a:lnTo>
                <a:lnTo>
                  <a:pt x="47572" y="164837"/>
                </a:lnTo>
                <a:lnTo>
                  <a:pt x="47572" y="164837"/>
                </a:lnTo>
                <a:lnTo>
                  <a:pt x="47573" y="164837"/>
                </a:lnTo>
                <a:lnTo>
                  <a:pt x="47574" y="164837"/>
                </a:lnTo>
                <a:lnTo>
                  <a:pt x="47575" y="164837"/>
                </a:lnTo>
                <a:lnTo>
                  <a:pt x="47576" y="164837"/>
                </a:lnTo>
                <a:lnTo>
                  <a:pt x="47577" y="164837"/>
                </a:lnTo>
                <a:lnTo>
                  <a:pt x="47578" y="164837"/>
                </a:lnTo>
                <a:lnTo>
                  <a:pt x="47579" y="164837"/>
                </a:lnTo>
                <a:lnTo>
                  <a:pt x="47580" y="164837"/>
                </a:lnTo>
                <a:lnTo>
                  <a:pt x="47581" y="164837"/>
                </a:lnTo>
                <a:lnTo>
                  <a:pt x="47582" y="164837"/>
                </a:lnTo>
                <a:lnTo>
                  <a:pt x="47583" y="164837"/>
                </a:lnTo>
                <a:lnTo>
                  <a:pt x="47584" y="164837"/>
                </a:lnTo>
                <a:lnTo>
                  <a:pt x="47585" y="164837"/>
                </a:lnTo>
                <a:lnTo>
                  <a:pt x="47586" y="164837"/>
                </a:lnTo>
                <a:lnTo>
                  <a:pt x="47586" y="164837"/>
                </a:lnTo>
                <a:lnTo>
                  <a:pt x="47587" y="164837"/>
                </a:lnTo>
                <a:lnTo>
                  <a:pt x="47588" y="164837"/>
                </a:lnTo>
                <a:lnTo>
                  <a:pt x="47589" y="164837"/>
                </a:lnTo>
                <a:lnTo>
                  <a:pt x="47590" y="164837"/>
                </a:lnTo>
                <a:lnTo>
                  <a:pt x="47591" y="164837"/>
                </a:lnTo>
                <a:lnTo>
                  <a:pt x="47592" y="164837"/>
                </a:lnTo>
                <a:lnTo>
                  <a:pt x="47593" y="164837"/>
                </a:lnTo>
                <a:lnTo>
                  <a:pt x="47594" y="164837"/>
                </a:lnTo>
                <a:lnTo>
                  <a:pt x="47595" y="164837"/>
                </a:lnTo>
                <a:lnTo>
                  <a:pt x="47596" y="164837"/>
                </a:lnTo>
                <a:lnTo>
                  <a:pt x="47597" y="164837"/>
                </a:lnTo>
                <a:lnTo>
                  <a:pt x="47598" y="164837"/>
                </a:lnTo>
                <a:lnTo>
                  <a:pt x="47599" y="164837"/>
                </a:lnTo>
                <a:lnTo>
                  <a:pt x="47600" y="164837"/>
                </a:lnTo>
                <a:lnTo>
                  <a:pt x="47600" y="164837"/>
                </a:lnTo>
                <a:lnTo>
                  <a:pt x="47601" y="164837"/>
                </a:lnTo>
                <a:lnTo>
                  <a:pt x="47602" y="164837"/>
                </a:lnTo>
                <a:lnTo>
                  <a:pt x="47603" y="164837"/>
                </a:lnTo>
                <a:lnTo>
                  <a:pt x="47604" y="164837"/>
                </a:lnTo>
                <a:lnTo>
                  <a:pt x="47605" y="164837"/>
                </a:lnTo>
                <a:lnTo>
                  <a:pt x="47606" y="164837"/>
                </a:lnTo>
                <a:lnTo>
                  <a:pt x="47607" y="164837"/>
                </a:lnTo>
                <a:lnTo>
                  <a:pt x="47608" y="164837"/>
                </a:lnTo>
                <a:lnTo>
                  <a:pt x="47609" y="164837"/>
                </a:lnTo>
                <a:lnTo>
                  <a:pt x="47610" y="164837"/>
                </a:lnTo>
                <a:lnTo>
                  <a:pt x="47611" y="164837"/>
                </a:lnTo>
                <a:lnTo>
                  <a:pt x="47612" y="164837"/>
                </a:lnTo>
                <a:lnTo>
                  <a:pt x="47613" y="164837"/>
                </a:lnTo>
                <a:lnTo>
                  <a:pt x="47614" y="164837"/>
                </a:lnTo>
                <a:lnTo>
                  <a:pt x="47614" y="164837"/>
                </a:lnTo>
                <a:lnTo>
                  <a:pt x="47615" y="164837"/>
                </a:lnTo>
                <a:lnTo>
                  <a:pt x="47616" y="164837"/>
                </a:lnTo>
                <a:lnTo>
                  <a:pt x="47617" y="164837"/>
                </a:lnTo>
                <a:lnTo>
                  <a:pt x="47618" y="164837"/>
                </a:lnTo>
                <a:lnTo>
                  <a:pt x="47619" y="164837"/>
                </a:lnTo>
                <a:lnTo>
                  <a:pt x="47620" y="164837"/>
                </a:lnTo>
                <a:lnTo>
                  <a:pt x="47621" y="164837"/>
                </a:lnTo>
                <a:lnTo>
                  <a:pt x="47622" y="164837"/>
                </a:lnTo>
                <a:lnTo>
                  <a:pt x="47623" y="164837"/>
                </a:lnTo>
                <a:lnTo>
                  <a:pt x="47624" y="164837"/>
                </a:lnTo>
                <a:lnTo>
                  <a:pt x="47625" y="164837"/>
                </a:lnTo>
                <a:lnTo>
                  <a:pt x="47626" y="164837"/>
                </a:lnTo>
                <a:lnTo>
                  <a:pt x="47627" y="164837"/>
                </a:lnTo>
                <a:lnTo>
                  <a:pt x="47628" y="164837"/>
                </a:lnTo>
                <a:lnTo>
                  <a:pt x="47628" y="164837"/>
                </a:lnTo>
                <a:lnTo>
                  <a:pt x="47629" y="164837"/>
                </a:lnTo>
                <a:lnTo>
                  <a:pt x="47630" y="164837"/>
                </a:lnTo>
                <a:lnTo>
                  <a:pt x="47631" y="164837"/>
                </a:lnTo>
                <a:lnTo>
                  <a:pt x="47632" y="164837"/>
                </a:lnTo>
                <a:lnTo>
                  <a:pt x="47633" y="164837"/>
                </a:lnTo>
                <a:lnTo>
                  <a:pt x="47634" y="164837"/>
                </a:lnTo>
                <a:lnTo>
                  <a:pt x="47635" y="164837"/>
                </a:lnTo>
                <a:lnTo>
                  <a:pt x="47636" y="164837"/>
                </a:lnTo>
                <a:lnTo>
                  <a:pt x="47637" y="164837"/>
                </a:lnTo>
                <a:lnTo>
                  <a:pt x="47638" y="164837"/>
                </a:lnTo>
                <a:lnTo>
                  <a:pt x="47639" y="164837"/>
                </a:lnTo>
                <a:lnTo>
                  <a:pt x="47640" y="164837"/>
                </a:lnTo>
                <a:lnTo>
                  <a:pt x="47641" y="164837"/>
                </a:lnTo>
                <a:lnTo>
                  <a:pt x="47642" y="164837"/>
                </a:lnTo>
                <a:lnTo>
                  <a:pt x="47642" y="164837"/>
                </a:lnTo>
                <a:lnTo>
                  <a:pt x="47643" y="164837"/>
                </a:lnTo>
                <a:lnTo>
                  <a:pt x="47644" y="164837"/>
                </a:lnTo>
                <a:lnTo>
                  <a:pt x="47645" y="164837"/>
                </a:lnTo>
                <a:lnTo>
                  <a:pt x="47646" y="164837"/>
                </a:lnTo>
                <a:lnTo>
                  <a:pt x="47647" y="164837"/>
                </a:lnTo>
                <a:lnTo>
                  <a:pt x="47648" y="164837"/>
                </a:lnTo>
                <a:lnTo>
                  <a:pt x="47649" y="164837"/>
                </a:lnTo>
                <a:lnTo>
                  <a:pt x="47650" y="164837"/>
                </a:lnTo>
                <a:lnTo>
                  <a:pt x="47651" y="164837"/>
                </a:lnTo>
                <a:lnTo>
                  <a:pt x="47652" y="164837"/>
                </a:lnTo>
                <a:lnTo>
                  <a:pt x="47653" y="164837"/>
                </a:lnTo>
                <a:lnTo>
                  <a:pt x="47654" y="164837"/>
                </a:lnTo>
                <a:lnTo>
                  <a:pt x="47655" y="164837"/>
                </a:lnTo>
                <a:lnTo>
                  <a:pt x="47656" y="164837"/>
                </a:lnTo>
                <a:lnTo>
                  <a:pt x="47657" y="164837"/>
                </a:lnTo>
                <a:lnTo>
                  <a:pt x="47657" y="164837"/>
                </a:lnTo>
                <a:lnTo>
                  <a:pt x="47658" y="164837"/>
                </a:lnTo>
                <a:lnTo>
                  <a:pt x="47659" y="164837"/>
                </a:lnTo>
                <a:lnTo>
                  <a:pt x="47660" y="164837"/>
                </a:lnTo>
                <a:lnTo>
                  <a:pt x="47661" y="164837"/>
                </a:lnTo>
                <a:lnTo>
                  <a:pt x="47662" y="164837"/>
                </a:lnTo>
                <a:lnTo>
                  <a:pt x="47663" y="164837"/>
                </a:lnTo>
                <a:lnTo>
                  <a:pt x="47664" y="164837"/>
                </a:lnTo>
                <a:lnTo>
                  <a:pt x="47665" y="164837"/>
                </a:lnTo>
                <a:lnTo>
                  <a:pt x="47666" y="164837"/>
                </a:lnTo>
                <a:lnTo>
                  <a:pt x="47667" y="164837"/>
                </a:lnTo>
                <a:lnTo>
                  <a:pt x="47668" y="164837"/>
                </a:lnTo>
                <a:lnTo>
                  <a:pt x="47669" y="164837"/>
                </a:lnTo>
                <a:lnTo>
                  <a:pt x="47670" y="164837"/>
                </a:lnTo>
                <a:lnTo>
                  <a:pt x="47671" y="164837"/>
                </a:lnTo>
                <a:lnTo>
                  <a:pt x="47671" y="164837"/>
                </a:lnTo>
                <a:lnTo>
                  <a:pt x="47672" y="164837"/>
                </a:lnTo>
                <a:lnTo>
                  <a:pt x="47673" y="164837"/>
                </a:lnTo>
                <a:lnTo>
                  <a:pt x="47674" y="164837"/>
                </a:lnTo>
                <a:lnTo>
                  <a:pt x="47675" y="164837"/>
                </a:lnTo>
                <a:lnTo>
                  <a:pt x="47676" y="164837"/>
                </a:lnTo>
                <a:lnTo>
                  <a:pt x="47677" y="164837"/>
                </a:lnTo>
                <a:lnTo>
                  <a:pt x="47678" y="164837"/>
                </a:lnTo>
                <a:lnTo>
                  <a:pt x="47679" y="164837"/>
                </a:lnTo>
                <a:lnTo>
                  <a:pt x="47680" y="164837"/>
                </a:lnTo>
                <a:lnTo>
                  <a:pt x="47681" y="164837"/>
                </a:lnTo>
                <a:lnTo>
                  <a:pt x="47682" y="164837"/>
                </a:lnTo>
                <a:lnTo>
                  <a:pt x="47683" y="164837"/>
                </a:lnTo>
                <a:lnTo>
                  <a:pt x="47684" y="164837"/>
                </a:lnTo>
                <a:lnTo>
                  <a:pt x="47685" y="164837"/>
                </a:lnTo>
                <a:lnTo>
                  <a:pt x="47686" y="164837"/>
                </a:lnTo>
                <a:lnTo>
                  <a:pt x="47686" y="164837"/>
                </a:lnTo>
                <a:lnTo>
                  <a:pt x="47687" y="164837"/>
                </a:lnTo>
                <a:lnTo>
                  <a:pt x="47688" y="164837"/>
                </a:lnTo>
                <a:lnTo>
                  <a:pt x="47689" y="164837"/>
                </a:lnTo>
                <a:lnTo>
                  <a:pt x="47690" y="164837"/>
                </a:lnTo>
                <a:lnTo>
                  <a:pt x="47691" y="164837"/>
                </a:lnTo>
                <a:lnTo>
                  <a:pt x="47692" y="164837"/>
                </a:lnTo>
                <a:lnTo>
                  <a:pt x="47693" y="164837"/>
                </a:lnTo>
                <a:lnTo>
                  <a:pt x="47694" y="164837"/>
                </a:lnTo>
                <a:lnTo>
                  <a:pt x="47695" y="164837"/>
                </a:lnTo>
                <a:lnTo>
                  <a:pt x="47696" y="164837"/>
                </a:lnTo>
                <a:lnTo>
                  <a:pt x="47697" y="164837"/>
                </a:lnTo>
                <a:lnTo>
                  <a:pt x="47698" y="164837"/>
                </a:lnTo>
                <a:lnTo>
                  <a:pt x="47699" y="164837"/>
                </a:lnTo>
                <a:lnTo>
                  <a:pt x="47700" y="164837"/>
                </a:lnTo>
                <a:lnTo>
                  <a:pt x="47700" y="164837"/>
                </a:lnTo>
                <a:lnTo>
                  <a:pt x="47701" y="164837"/>
                </a:lnTo>
                <a:lnTo>
                  <a:pt x="47702" y="164837"/>
                </a:lnTo>
                <a:lnTo>
                  <a:pt x="47703" y="164837"/>
                </a:lnTo>
                <a:lnTo>
                  <a:pt x="47704" y="164837"/>
                </a:lnTo>
                <a:lnTo>
                  <a:pt x="47705" y="164837"/>
                </a:lnTo>
                <a:lnTo>
                  <a:pt x="47706" y="164837"/>
                </a:lnTo>
                <a:lnTo>
                  <a:pt x="47707" y="164837"/>
                </a:lnTo>
                <a:lnTo>
                  <a:pt x="47708" y="164837"/>
                </a:lnTo>
                <a:lnTo>
                  <a:pt x="47709" y="164837"/>
                </a:lnTo>
                <a:lnTo>
                  <a:pt x="47710" y="164837"/>
                </a:lnTo>
                <a:lnTo>
                  <a:pt x="47711" y="164837"/>
                </a:lnTo>
                <a:lnTo>
                  <a:pt x="47712" y="164837"/>
                </a:lnTo>
                <a:lnTo>
                  <a:pt x="47713" y="164837"/>
                </a:lnTo>
                <a:lnTo>
                  <a:pt x="47714" y="164837"/>
                </a:lnTo>
                <a:lnTo>
                  <a:pt x="47715" y="164837"/>
                </a:lnTo>
                <a:lnTo>
                  <a:pt x="47715" y="164837"/>
                </a:lnTo>
                <a:lnTo>
                  <a:pt x="47716" y="164837"/>
                </a:lnTo>
                <a:lnTo>
                  <a:pt x="47717" y="164837"/>
                </a:lnTo>
                <a:lnTo>
                  <a:pt x="47718" y="164837"/>
                </a:lnTo>
                <a:lnTo>
                  <a:pt x="47719" y="164837"/>
                </a:lnTo>
                <a:lnTo>
                  <a:pt x="47720" y="164837"/>
                </a:lnTo>
                <a:lnTo>
                  <a:pt x="47721" y="164837"/>
                </a:lnTo>
                <a:lnTo>
                  <a:pt x="47722" y="164837"/>
                </a:lnTo>
                <a:lnTo>
                  <a:pt x="47723" y="164837"/>
                </a:lnTo>
                <a:lnTo>
                  <a:pt x="47724" y="164837"/>
                </a:lnTo>
                <a:lnTo>
                  <a:pt x="47725" y="164837"/>
                </a:lnTo>
                <a:lnTo>
                  <a:pt x="47726" y="164837"/>
                </a:lnTo>
                <a:lnTo>
                  <a:pt x="47727" y="164837"/>
                </a:lnTo>
                <a:lnTo>
                  <a:pt x="47728" y="164837"/>
                </a:lnTo>
                <a:lnTo>
                  <a:pt x="47729" y="164837"/>
                </a:lnTo>
                <a:lnTo>
                  <a:pt x="47730" y="164837"/>
                </a:lnTo>
                <a:lnTo>
                  <a:pt x="47730" y="164837"/>
                </a:lnTo>
                <a:lnTo>
                  <a:pt x="47731" y="164837"/>
                </a:lnTo>
                <a:lnTo>
                  <a:pt x="47732" y="164837"/>
                </a:lnTo>
                <a:lnTo>
                  <a:pt x="47733" y="164837"/>
                </a:lnTo>
                <a:lnTo>
                  <a:pt x="47734" y="164837"/>
                </a:lnTo>
                <a:lnTo>
                  <a:pt x="47735" y="164837"/>
                </a:lnTo>
                <a:lnTo>
                  <a:pt x="47736" y="164837"/>
                </a:lnTo>
                <a:lnTo>
                  <a:pt x="47737" y="164837"/>
                </a:lnTo>
                <a:lnTo>
                  <a:pt x="47738" y="164837"/>
                </a:lnTo>
                <a:lnTo>
                  <a:pt x="47739" y="164837"/>
                </a:lnTo>
                <a:lnTo>
                  <a:pt x="47740" y="164837"/>
                </a:lnTo>
                <a:lnTo>
                  <a:pt x="47741" y="164837"/>
                </a:lnTo>
                <a:lnTo>
                  <a:pt x="47742" y="164837"/>
                </a:lnTo>
                <a:lnTo>
                  <a:pt x="47743" y="164837"/>
                </a:lnTo>
                <a:lnTo>
                  <a:pt x="47744" y="164837"/>
                </a:lnTo>
                <a:lnTo>
                  <a:pt x="47745" y="164837"/>
                </a:lnTo>
                <a:lnTo>
                  <a:pt x="47745" y="164837"/>
                </a:lnTo>
                <a:lnTo>
                  <a:pt x="47746" y="164837"/>
                </a:lnTo>
                <a:lnTo>
                  <a:pt x="47747" y="164837"/>
                </a:lnTo>
                <a:lnTo>
                  <a:pt x="47748" y="164837"/>
                </a:lnTo>
                <a:lnTo>
                  <a:pt x="47749" y="164837"/>
                </a:lnTo>
                <a:lnTo>
                  <a:pt x="47750" y="164837"/>
                </a:lnTo>
                <a:lnTo>
                  <a:pt x="47751" y="164837"/>
                </a:lnTo>
                <a:lnTo>
                  <a:pt x="47752" y="164837"/>
                </a:lnTo>
                <a:lnTo>
                  <a:pt x="47753" y="164837"/>
                </a:lnTo>
                <a:lnTo>
                  <a:pt x="47754" y="164837"/>
                </a:lnTo>
                <a:lnTo>
                  <a:pt x="47755" y="164837"/>
                </a:lnTo>
                <a:lnTo>
                  <a:pt x="47756" y="164837"/>
                </a:lnTo>
                <a:lnTo>
                  <a:pt x="47757" y="164837"/>
                </a:lnTo>
                <a:lnTo>
                  <a:pt x="47758" y="164837"/>
                </a:lnTo>
                <a:lnTo>
                  <a:pt x="47759" y="164837"/>
                </a:lnTo>
                <a:lnTo>
                  <a:pt x="47760" y="164837"/>
                </a:lnTo>
                <a:lnTo>
                  <a:pt x="47760" y="164837"/>
                </a:lnTo>
                <a:lnTo>
                  <a:pt x="47761" y="164837"/>
                </a:lnTo>
                <a:lnTo>
                  <a:pt x="47762" y="164837"/>
                </a:lnTo>
                <a:lnTo>
                  <a:pt x="47763" y="164837"/>
                </a:lnTo>
                <a:lnTo>
                  <a:pt x="47764" y="164837"/>
                </a:lnTo>
                <a:lnTo>
                  <a:pt x="47765" y="164837"/>
                </a:lnTo>
                <a:lnTo>
                  <a:pt x="47766" y="164837"/>
                </a:lnTo>
                <a:lnTo>
                  <a:pt x="47767" y="164837"/>
                </a:lnTo>
                <a:lnTo>
                  <a:pt x="47768" y="164837"/>
                </a:lnTo>
                <a:lnTo>
                  <a:pt x="47769" y="164837"/>
                </a:lnTo>
                <a:lnTo>
                  <a:pt x="47770" y="164837"/>
                </a:lnTo>
                <a:lnTo>
                  <a:pt x="47771" y="164837"/>
                </a:lnTo>
                <a:lnTo>
                  <a:pt x="47772" y="164837"/>
                </a:lnTo>
                <a:lnTo>
                  <a:pt x="47773" y="164837"/>
                </a:lnTo>
                <a:lnTo>
                  <a:pt x="47774" y="164837"/>
                </a:lnTo>
                <a:lnTo>
                  <a:pt x="47775" y="164837"/>
                </a:lnTo>
                <a:lnTo>
                  <a:pt x="47775" y="164837"/>
                </a:lnTo>
                <a:lnTo>
                  <a:pt x="47776" y="164837"/>
                </a:lnTo>
                <a:lnTo>
                  <a:pt x="47777" y="164837"/>
                </a:lnTo>
                <a:lnTo>
                  <a:pt x="47778" y="164837"/>
                </a:lnTo>
                <a:lnTo>
                  <a:pt x="47779" y="164837"/>
                </a:lnTo>
                <a:lnTo>
                  <a:pt x="47780" y="164837"/>
                </a:lnTo>
                <a:lnTo>
                  <a:pt x="47781" y="164837"/>
                </a:lnTo>
                <a:lnTo>
                  <a:pt x="47782" y="164837"/>
                </a:lnTo>
                <a:lnTo>
                  <a:pt x="47783" y="164837"/>
                </a:lnTo>
                <a:lnTo>
                  <a:pt x="47784" y="164837"/>
                </a:lnTo>
                <a:lnTo>
                  <a:pt x="47785" y="164837"/>
                </a:lnTo>
                <a:lnTo>
                  <a:pt x="47786" y="164837"/>
                </a:lnTo>
                <a:lnTo>
                  <a:pt x="47787" y="164837"/>
                </a:lnTo>
                <a:lnTo>
                  <a:pt x="47788" y="164837"/>
                </a:lnTo>
                <a:lnTo>
                  <a:pt x="47789" y="164837"/>
                </a:lnTo>
                <a:lnTo>
                  <a:pt x="47790" y="164837"/>
                </a:lnTo>
                <a:lnTo>
                  <a:pt x="47790" y="164837"/>
                </a:lnTo>
                <a:lnTo>
                  <a:pt x="47791" y="164837"/>
                </a:lnTo>
                <a:lnTo>
                  <a:pt x="47792" y="164837"/>
                </a:lnTo>
                <a:lnTo>
                  <a:pt x="47793" y="164837"/>
                </a:lnTo>
                <a:lnTo>
                  <a:pt x="47794" y="164837"/>
                </a:lnTo>
                <a:lnTo>
                  <a:pt x="47795" y="164837"/>
                </a:lnTo>
                <a:lnTo>
                  <a:pt x="47796" y="164837"/>
                </a:lnTo>
                <a:lnTo>
                  <a:pt x="47797" y="164837"/>
                </a:lnTo>
                <a:lnTo>
                  <a:pt x="47798" y="164837"/>
                </a:lnTo>
                <a:lnTo>
                  <a:pt x="47799" y="164837"/>
                </a:lnTo>
                <a:lnTo>
                  <a:pt x="47800" y="164837"/>
                </a:lnTo>
                <a:lnTo>
                  <a:pt x="47801" y="164837"/>
                </a:lnTo>
                <a:lnTo>
                  <a:pt x="47802" y="164837"/>
                </a:lnTo>
                <a:lnTo>
                  <a:pt x="47803" y="164837"/>
                </a:lnTo>
                <a:lnTo>
                  <a:pt x="47804" y="164837"/>
                </a:lnTo>
                <a:lnTo>
                  <a:pt x="47805" y="164837"/>
                </a:lnTo>
                <a:lnTo>
                  <a:pt x="47805" y="164837"/>
                </a:lnTo>
                <a:lnTo>
                  <a:pt x="47806" y="164837"/>
                </a:lnTo>
                <a:lnTo>
                  <a:pt x="47807" y="164837"/>
                </a:lnTo>
                <a:lnTo>
                  <a:pt x="47808" y="164837"/>
                </a:lnTo>
                <a:lnTo>
                  <a:pt x="47809" y="164837"/>
                </a:lnTo>
                <a:lnTo>
                  <a:pt x="47810" y="164837"/>
                </a:lnTo>
                <a:lnTo>
                  <a:pt x="47811" y="164837"/>
                </a:lnTo>
                <a:lnTo>
                  <a:pt x="47812" y="164837"/>
                </a:lnTo>
                <a:lnTo>
                  <a:pt x="47813" y="164837"/>
                </a:lnTo>
                <a:lnTo>
                  <a:pt x="47814" y="164837"/>
                </a:lnTo>
                <a:lnTo>
                  <a:pt x="47815" y="164837"/>
                </a:lnTo>
                <a:lnTo>
                  <a:pt x="47816" y="164837"/>
                </a:lnTo>
                <a:lnTo>
                  <a:pt x="47817" y="164837"/>
                </a:lnTo>
                <a:lnTo>
                  <a:pt x="47818" y="164837"/>
                </a:lnTo>
                <a:lnTo>
                  <a:pt x="47819" y="164837"/>
                </a:lnTo>
                <a:lnTo>
                  <a:pt x="47820" y="164837"/>
                </a:lnTo>
                <a:lnTo>
                  <a:pt x="47820" y="164837"/>
                </a:lnTo>
                <a:lnTo>
                  <a:pt x="47821" y="164837"/>
                </a:lnTo>
                <a:lnTo>
                  <a:pt x="47822" y="164837"/>
                </a:lnTo>
                <a:lnTo>
                  <a:pt x="47823" y="164837"/>
                </a:lnTo>
                <a:lnTo>
                  <a:pt x="47824" y="164837"/>
                </a:lnTo>
                <a:lnTo>
                  <a:pt x="47825" y="164837"/>
                </a:lnTo>
                <a:lnTo>
                  <a:pt x="47826" y="164837"/>
                </a:lnTo>
                <a:lnTo>
                  <a:pt x="47827" y="164837"/>
                </a:lnTo>
                <a:lnTo>
                  <a:pt x="47828" y="164837"/>
                </a:lnTo>
                <a:lnTo>
                  <a:pt x="47829" y="164837"/>
                </a:lnTo>
                <a:lnTo>
                  <a:pt x="47830" y="164837"/>
                </a:lnTo>
                <a:lnTo>
                  <a:pt x="47831" y="164837"/>
                </a:lnTo>
                <a:lnTo>
                  <a:pt x="47832" y="164837"/>
                </a:lnTo>
                <a:lnTo>
                  <a:pt x="47833" y="164837"/>
                </a:lnTo>
                <a:lnTo>
                  <a:pt x="47834" y="164837"/>
                </a:lnTo>
                <a:lnTo>
                  <a:pt x="47835" y="164837"/>
                </a:lnTo>
                <a:lnTo>
                  <a:pt x="47835" y="164837"/>
                </a:lnTo>
                <a:lnTo>
                  <a:pt x="47836" y="164837"/>
                </a:lnTo>
                <a:lnTo>
                  <a:pt x="47837" y="164837"/>
                </a:lnTo>
                <a:lnTo>
                  <a:pt x="47838" y="164837"/>
                </a:lnTo>
                <a:lnTo>
                  <a:pt x="47839" y="164837"/>
                </a:lnTo>
                <a:lnTo>
                  <a:pt x="47840" y="164837"/>
                </a:lnTo>
                <a:lnTo>
                  <a:pt x="47841" y="164837"/>
                </a:lnTo>
                <a:lnTo>
                  <a:pt x="47842" y="164837"/>
                </a:lnTo>
                <a:lnTo>
                  <a:pt x="47843" y="164837"/>
                </a:lnTo>
                <a:lnTo>
                  <a:pt x="47844" y="164837"/>
                </a:lnTo>
                <a:lnTo>
                  <a:pt x="47845" y="164837"/>
                </a:lnTo>
                <a:lnTo>
                  <a:pt x="47846" y="164837"/>
                </a:lnTo>
                <a:lnTo>
                  <a:pt x="47847" y="164837"/>
                </a:lnTo>
                <a:lnTo>
                  <a:pt x="47848" y="164837"/>
                </a:lnTo>
                <a:lnTo>
                  <a:pt x="47849" y="164837"/>
                </a:lnTo>
                <a:lnTo>
                  <a:pt x="47850" y="164837"/>
                </a:lnTo>
                <a:lnTo>
                  <a:pt x="47851" y="164837"/>
                </a:lnTo>
                <a:lnTo>
                  <a:pt x="47851" y="164837"/>
                </a:lnTo>
                <a:lnTo>
                  <a:pt x="47852" y="164837"/>
                </a:lnTo>
                <a:lnTo>
                  <a:pt x="47853" y="164837"/>
                </a:lnTo>
                <a:lnTo>
                  <a:pt x="47854" y="164837"/>
                </a:lnTo>
                <a:lnTo>
                  <a:pt x="47855" y="164837"/>
                </a:lnTo>
                <a:lnTo>
                  <a:pt x="47856" y="164837"/>
                </a:lnTo>
                <a:lnTo>
                  <a:pt x="47857" y="164837"/>
                </a:lnTo>
                <a:lnTo>
                  <a:pt x="47858" y="164837"/>
                </a:lnTo>
                <a:lnTo>
                  <a:pt x="47859" y="164837"/>
                </a:lnTo>
                <a:lnTo>
                  <a:pt x="47860" y="164837"/>
                </a:lnTo>
                <a:lnTo>
                  <a:pt x="47861" y="164837"/>
                </a:lnTo>
                <a:lnTo>
                  <a:pt x="47862" y="164837"/>
                </a:lnTo>
                <a:lnTo>
                  <a:pt x="47863" y="164837"/>
                </a:lnTo>
                <a:lnTo>
                  <a:pt x="47864" y="164837"/>
                </a:lnTo>
                <a:lnTo>
                  <a:pt x="47865" y="164837"/>
                </a:lnTo>
                <a:lnTo>
                  <a:pt x="47866" y="164837"/>
                </a:lnTo>
                <a:lnTo>
                  <a:pt x="47866" y="164837"/>
                </a:lnTo>
                <a:lnTo>
                  <a:pt x="47867" y="164837"/>
                </a:lnTo>
                <a:lnTo>
                  <a:pt x="47868" y="164837"/>
                </a:lnTo>
                <a:lnTo>
                  <a:pt x="47869" y="164837"/>
                </a:lnTo>
                <a:lnTo>
                  <a:pt x="47870" y="164837"/>
                </a:lnTo>
                <a:lnTo>
                  <a:pt x="47871" y="164837"/>
                </a:lnTo>
                <a:lnTo>
                  <a:pt x="47872" y="164837"/>
                </a:lnTo>
                <a:lnTo>
                  <a:pt x="47873" y="164837"/>
                </a:lnTo>
                <a:lnTo>
                  <a:pt x="47874" y="164837"/>
                </a:lnTo>
                <a:lnTo>
                  <a:pt x="47875" y="164837"/>
                </a:lnTo>
                <a:lnTo>
                  <a:pt x="47876" y="164837"/>
                </a:lnTo>
                <a:lnTo>
                  <a:pt x="47877" y="164837"/>
                </a:lnTo>
                <a:lnTo>
                  <a:pt x="47878" y="164837"/>
                </a:lnTo>
                <a:lnTo>
                  <a:pt x="47879" y="164837"/>
                </a:lnTo>
                <a:lnTo>
                  <a:pt x="47880" y="164837"/>
                </a:lnTo>
                <a:lnTo>
                  <a:pt x="47881" y="164837"/>
                </a:lnTo>
                <a:lnTo>
                  <a:pt x="47881" y="164837"/>
                </a:lnTo>
                <a:lnTo>
                  <a:pt x="47882" y="164837"/>
                </a:lnTo>
                <a:lnTo>
                  <a:pt x="47883" y="164837"/>
                </a:lnTo>
                <a:lnTo>
                  <a:pt x="47884" y="164837"/>
                </a:lnTo>
                <a:lnTo>
                  <a:pt x="47885" y="164837"/>
                </a:lnTo>
                <a:lnTo>
                  <a:pt x="47886" y="164837"/>
                </a:lnTo>
                <a:lnTo>
                  <a:pt x="47887" y="164837"/>
                </a:lnTo>
                <a:lnTo>
                  <a:pt x="47888" y="164837"/>
                </a:lnTo>
                <a:lnTo>
                  <a:pt x="47889" y="164837"/>
                </a:lnTo>
                <a:lnTo>
                  <a:pt x="47890" y="164837"/>
                </a:lnTo>
                <a:lnTo>
                  <a:pt x="47891" y="164837"/>
                </a:lnTo>
                <a:lnTo>
                  <a:pt x="47892" y="164837"/>
                </a:lnTo>
                <a:lnTo>
                  <a:pt x="47893" y="164837"/>
                </a:lnTo>
                <a:lnTo>
                  <a:pt x="47894" y="164837"/>
                </a:lnTo>
                <a:lnTo>
                  <a:pt x="47895" y="164837"/>
                </a:lnTo>
                <a:lnTo>
                  <a:pt x="47896" y="164837"/>
                </a:lnTo>
                <a:lnTo>
                  <a:pt x="47897" y="164837"/>
                </a:lnTo>
                <a:lnTo>
                  <a:pt x="47897" y="164837"/>
                </a:lnTo>
                <a:lnTo>
                  <a:pt x="47898" y="164837"/>
                </a:lnTo>
                <a:lnTo>
                  <a:pt x="47899" y="164837"/>
                </a:lnTo>
                <a:lnTo>
                  <a:pt x="47900" y="164837"/>
                </a:lnTo>
                <a:lnTo>
                  <a:pt x="47901" y="164837"/>
                </a:lnTo>
                <a:lnTo>
                  <a:pt x="47902" y="164837"/>
                </a:lnTo>
                <a:lnTo>
                  <a:pt x="47903" y="164837"/>
                </a:lnTo>
                <a:lnTo>
                  <a:pt x="47904" y="164837"/>
                </a:lnTo>
                <a:lnTo>
                  <a:pt x="47905" y="164837"/>
                </a:lnTo>
                <a:lnTo>
                  <a:pt x="47906" y="164837"/>
                </a:lnTo>
                <a:lnTo>
                  <a:pt x="47907" y="164837"/>
                </a:lnTo>
                <a:lnTo>
                  <a:pt x="47908" y="164837"/>
                </a:lnTo>
                <a:lnTo>
                  <a:pt x="47909" y="164837"/>
                </a:lnTo>
                <a:lnTo>
                  <a:pt x="47910" y="164837"/>
                </a:lnTo>
                <a:lnTo>
                  <a:pt x="47911" y="164837"/>
                </a:lnTo>
                <a:lnTo>
                  <a:pt x="47912" y="164837"/>
                </a:lnTo>
                <a:lnTo>
                  <a:pt x="47913" y="164837"/>
                </a:lnTo>
                <a:lnTo>
                  <a:pt x="47913" y="164837"/>
                </a:lnTo>
                <a:lnTo>
                  <a:pt x="47914" y="164837"/>
                </a:lnTo>
                <a:lnTo>
                  <a:pt x="47915" y="164837"/>
                </a:lnTo>
                <a:lnTo>
                  <a:pt x="47916" y="164837"/>
                </a:lnTo>
                <a:lnTo>
                  <a:pt x="47917" y="164837"/>
                </a:lnTo>
                <a:lnTo>
                  <a:pt x="47918" y="164837"/>
                </a:lnTo>
                <a:lnTo>
                  <a:pt x="47919" y="164837"/>
                </a:lnTo>
                <a:lnTo>
                  <a:pt x="47920" y="164837"/>
                </a:lnTo>
                <a:lnTo>
                  <a:pt x="47921" y="164837"/>
                </a:lnTo>
                <a:lnTo>
                  <a:pt x="47922" y="164837"/>
                </a:lnTo>
                <a:lnTo>
                  <a:pt x="47923" y="164837"/>
                </a:lnTo>
                <a:lnTo>
                  <a:pt x="47924" y="164837"/>
                </a:lnTo>
                <a:lnTo>
                  <a:pt x="47925" y="164837"/>
                </a:lnTo>
                <a:lnTo>
                  <a:pt x="47926" y="164837"/>
                </a:lnTo>
                <a:lnTo>
                  <a:pt x="47927" y="164837"/>
                </a:lnTo>
                <a:lnTo>
                  <a:pt x="47928" y="164837"/>
                </a:lnTo>
                <a:lnTo>
                  <a:pt x="47928" y="164837"/>
                </a:lnTo>
                <a:lnTo>
                  <a:pt x="47929" y="164837"/>
                </a:lnTo>
                <a:lnTo>
                  <a:pt x="47930" y="164837"/>
                </a:lnTo>
                <a:lnTo>
                  <a:pt x="47931" y="164837"/>
                </a:lnTo>
                <a:lnTo>
                  <a:pt x="47932" y="164837"/>
                </a:lnTo>
                <a:lnTo>
                  <a:pt x="47933" y="164837"/>
                </a:lnTo>
                <a:lnTo>
                  <a:pt x="47934" y="164837"/>
                </a:lnTo>
                <a:lnTo>
                  <a:pt x="47935" y="164837"/>
                </a:lnTo>
                <a:lnTo>
                  <a:pt x="47936" y="164837"/>
                </a:lnTo>
                <a:lnTo>
                  <a:pt x="47937" y="164837"/>
                </a:lnTo>
                <a:lnTo>
                  <a:pt x="47938" y="164837"/>
                </a:lnTo>
                <a:lnTo>
                  <a:pt x="47939" y="164837"/>
                </a:lnTo>
                <a:lnTo>
                  <a:pt x="47940" y="164837"/>
                </a:lnTo>
                <a:lnTo>
                  <a:pt x="47941" y="164837"/>
                </a:lnTo>
                <a:lnTo>
                  <a:pt x="47942" y="164837"/>
                </a:lnTo>
                <a:lnTo>
                  <a:pt x="47943" y="164837"/>
                </a:lnTo>
                <a:lnTo>
                  <a:pt x="47944" y="164837"/>
                </a:lnTo>
                <a:lnTo>
                  <a:pt x="47944" y="164837"/>
                </a:lnTo>
                <a:lnTo>
                  <a:pt x="47945" y="164837"/>
                </a:lnTo>
                <a:lnTo>
                  <a:pt x="47946" y="164837"/>
                </a:lnTo>
                <a:lnTo>
                  <a:pt x="47947" y="164837"/>
                </a:lnTo>
                <a:lnTo>
                  <a:pt x="47948" y="164837"/>
                </a:lnTo>
                <a:lnTo>
                  <a:pt x="47949" y="164837"/>
                </a:lnTo>
                <a:lnTo>
                  <a:pt x="47950" y="164837"/>
                </a:lnTo>
                <a:lnTo>
                  <a:pt x="47951" y="164837"/>
                </a:lnTo>
                <a:lnTo>
                  <a:pt x="47952" y="164837"/>
                </a:lnTo>
                <a:lnTo>
                  <a:pt x="47953" y="164837"/>
                </a:lnTo>
                <a:lnTo>
                  <a:pt x="47954" y="164837"/>
                </a:lnTo>
                <a:lnTo>
                  <a:pt x="47955" y="164837"/>
                </a:lnTo>
                <a:lnTo>
                  <a:pt x="47956" y="164837"/>
                </a:lnTo>
                <a:lnTo>
                  <a:pt x="47957" y="164837"/>
                </a:lnTo>
                <a:lnTo>
                  <a:pt x="47958" y="164837"/>
                </a:lnTo>
                <a:lnTo>
                  <a:pt x="47959" y="164837"/>
                </a:lnTo>
                <a:lnTo>
                  <a:pt x="47960" y="164837"/>
                </a:lnTo>
                <a:lnTo>
                  <a:pt x="47960" y="164837"/>
                </a:lnTo>
                <a:lnTo>
                  <a:pt x="47961" y="164837"/>
                </a:lnTo>
                <a:lnTo>
                  <a:pt x="47962" y="164837"/>
                </a:lnTo>
                <a:lnTo>
                  <a:pt x="47963" y="164837"/>
                </a:lnTo>
                <a:lnTo>
                  <a:pt x="47964" y="164837"/>
                </a:lnTo>
                <a:lnTo>
                  <a:pt x="47965" y="164837"/>
                </a:lnTo>
                <a:lnTo>
                  <a:pt x="47966" y="164837"/>
                </a:lnTo>
                <a:lnTo>
                  <a:pt x="47967" y="164837"/>
                </a:lnTo>
                <a:lnTo>
                  <a:pt x="47968" y="164837"/>
                </a:lnTo>
                <a:lnTo>
                  <a:pt x="47969" y="164837"/>
                </a:lnTo>
                <a:lnTo>
                  <a:pt x="47970" y="164837"/>
                </a:lnTo>
                <a:lnTo>
                  <a:pt x="47971" y="164837"/>
                </a:lnTo>
                <a:lnTo>
                  <a:pt x="47972" y="164837"/>
                </a:lnTo>
                <a:lnTo>
                  <a:pt x="47973" y="164837"/>
                </a:lnTo>
                <a:lnTo>
                  <a:pt x="47974" y="164837"/>
                </a:lnTo>
                <a:lnTo>
                  <a:pt x="47975" y="164837"/>
                </a:lnTo>
                <a:lnTo>
                  <a:pt x="47976" y="164837"/>
                </a:lnTo>
                <a:lnTo>
                  <a:pt x="47976" y="164837"/>
                </a:lnTo>
                <a:lnTo>
                  <a:pt x="47977" y="164837"/>
                </a:lnTo>
                <a:lnTo>
                  <a:pt x="47978" y="164837"/>
                </a:lnTo>
                <a:lnTo>
                  <a:pt x="47979" y="164837"/>
                </a:lnTo>
                <a:lnTo>
                  <a:pt x="47980" y="164837"/>
                </a:lnTo>
                <a:lnTo>
                  <a:pt x="47981" y="164837"/>
                </a:lnTo>
                <a:lnTo>
                  <a:pt x="47982" y="164837"/>
                </a:lnTo>
                <a:lnTo>
                  <a:pt x="47983" y="164837"/>
                </a:lnTo>
                <a:lnTo>
                  <a:pt x="47984" y="164837"/>
                </a:lnTo>
                <a:lnTo>
                  <a:pt x="47985" y="164837"/>
                </a:lnTo>
                <a:lnTo>
                  <a:pt x="47986" y="164837"/>
                </a:lnTo>
                <a:lnTo>
                  <a:pt x="47987" y="164837"/>
                </a:lnTo>
                <a:lnTo>
                  <a:pt x="47988" y="164837"/>
                </a:lnTo>
                <a:lnTo>
                  <a:pt x="47989" y="164837"/>
                </a:lnTo>
                <a:lnTo>
                  <a:pt x="47990" y="164837"/>
                </a:lnTo>
                <a:lnTo>
                  <a:pt x="47991" y="164837"/>
                </a:lnTo>
                <a:lnTo>
                  <a:pt x="47992" y="164837"/>
                </a:lnTo>
                <a:lnTo>
                  <a:pt x="47992" y="164837"/>
                </a:lnTo>
                <a:lnTo>
                  <a:pt x="47993" y="164837"/>
                </a:lnTo>
                <a:lnTo>
                  <a:pt x="47994" y="164837"/>
                </a:lnTo>
                <a:lnTo>
                  <a:pt x="47995" y="164837"/>
                </a:lnTo>
                <a:lnTo>
                  <a:pt x="47996" y="164837"/>
                </a:lnTo>
                <a:lnTo>
                  <a:pt x="47997" y="164837"/>
                </a:lnTo>
                <a:lnTo>
                  <a:pt x="47998" y="164837"/>
                </a:lnTo>
                <a:lnTo>
                  <a:pt x="47999" y="164837"/>
                </a:lnTo>
                <a:lnTo>
                  <a:pt x="48000" y="164837"/>
                </a:lnTo>
                <a:lnTo>
                  <a:pt x="48001" y="164837"/>
                </a:lnTo>
                <a:lnTo>
                  <a:pt x="48002" y="164837"/>
                </a:lnTo>
                <a:lnTo>
                  <a:pt x="48003" y="164837"/>
                </a:lnTo>
                <a:lnTo>
                  <a:pt x="48004" y="164837"/>
                </a:lnTo>
                <a:lnTo>
                  <a:pt x="48005" y="164837"/>
                </a:lnTo>
                <a:lnTo>
                  <a:pt x="48006" y="164837"/>
                </a:lnTo>
                <a:lnTo>
                  <a:pt x="48007" y="164837"/>
                </a:lnTo>
                <a:lnTo>
                  <a:pt x="48008" y="164837"/>
                </a:lnTo>
                <a:lnTo>
                  <a:pt x="48008" y="164837"/>
                </a:lnTo>
                <a:lnTo>
                  <a:pt x="48009" y="164837"/>
                </a:lnTo>
                <a:lnTo>
                  <a:pt x="48010" y="164837"/>
                </a:lnTo>
                <a:lnTo>
                  <a:pt x="48011" y="164837"/>
                </a:lnTo>
                <a:lnTo>
                  <a:pt x="48012" y="164837"/>
                </a:lnTo>
                <a:lnTo>
                  <a:pt x="48013" y="164837"/>
                </a:lnTo>
                <a:lnTo>
                  <a:pt x="48014" y="164837"/>
                </a:lnTo>
                <a:lnTo>
                  <a:pt x="48015" y="164837"/>
                </a:lnTo>
                <a:lnTo>
                  <a:pt x="48016" y="164837"/>
                </a:lnTo>
                <a:lnTo>
                  <a:pt x="48017" y="164837"/>
                </a:lnTo>
                <a:lnTo>
                  <a:pt x="48018" y="164837"/>
                </a:lnTo>
                <a:lnTo>
                  <a:pt x="48019" y="164837"/>
                </a:lnTo>
                <a:lnTo>
                  <a:pt x="48020" y="164837"/>
                </a:lnTo>
                <a:lnTo>
                  <a:pt x="48021" y="164837"/>
                </a:lnTo>
                <a:lnTo>
                  <a:pt x="48022" y="164837"/>
                </a:lnTo>
                <a:lnTo>
                  <a:pt x="48023" y="164837"/>
                </a:lnTo>
                <a:lnTo>
                  <a:pt x="48024" y="164837"/>
                </a:lnTo>
                <a:lnTo>
                  <a:pt x="48024" y="164837"/>
                </a:lnTo>
                <a:lnTo>
                  <a:pt x="48025" y="164837"/>
                </a:lnTo>
                <a:lnTo>
                  <a:pt x="48026" y="164837"/>
                </a:lnTo>
                <a:lnTo>
                  <a:pt x="48027" y="164837"/>
                </a:lnTo>
                <a:lnTo>
                  <a:pt x="48028" y="164837"/>
                </a:lnTo>
                <a:lnTo>
                  <a:pt x="48029" y="164837"/>
                </a:lnTo>
                <a:lnTo>
                  <a:pt x="48030" y="164837"/>
                </a:lnTo>
                <a:lnTo>
                  <a:pt x="48031" y="164837"/>
                </a:lnTo>
                <a:lnTo>
                  <a:pt x="48032" y="164837"/>
                </a:lnTo>
                <a:lnTo>
                  <a:pt x="48033" y="164837"/>
                </a:lnTo>
                <a:lnTo>
                  <a:pt x="48034" y="164837"/>
                </a:lnTo>
                <a:lnTo>
                  <a:pt x="48035" y="164837"/>
                </a:lnTo>
                <a:lnTo>
                  <a:pt x="48036" y="164837"/>
                </a:lnTo>
                <a:lnTo>
                  <a:pt x="48037" y="164837"/>
                </a:lnTo>
                <a:lnTo>
                  <a:pt x="48038" y="164837"/>
                </a:lnTo>
                <a:lnTo>
                  <a:pt x="48039" y="164837"/>
                </a:lnTo>
                <a:lnTo>
                  <a:pt x="48040" y="164837"/>
                </a:lnTo>
                <a:lnTo>
                  <a:pt x="48040" y="164837"/>
                </a:lnTo>
                <a:lnTo>
                  <a:pt x="48041" y="164837"/>
                </a:lnTo>
                <a:lnTo>
                  <a:pt x="48042" y="164837"/>
                </a:lnTo>
                <a:lnTo>
                  <a:pt x="48043" y="164837"/>
                </a:lnTo>
                <a:lnTo>
                  <a:pt x="48044" y="164837"/>
                </a:lnTo>
                <a:lnTo>
                  <a:pt x="48045" y="164837"/>
                </a:lnTo>
                <a:lnTo>
                  <a:pt x="48046" y="164837"/>
                </a:lnTo>
                <a:lnTo>
                  <a:pt x="48047" y="164837"/>
                </a:lnTo>
                <a:lnTo>
                  <a:pt x="48048" y="164837"/>
                </a:lnTo>
                <a:lnTo>
                  <a:pt x="48049" y="164837"/>
                </a:lnTo>
                <a:lnTo>
                  <a:pt x="48050" y="164837"/>
                </a:lnTo>
                <a:lnTo>
                  <a:pt x="48051" y="164837"/>
                </a:lnTo>
                <a:lnTo>
                  <a:pt x="48052" y="164837"/>
                </a:lnTo>
                <a:lnTo>
                  <a:pt x="48053" y="164837"/>
                </a:lnTo>
                <a:lnTo>
                  <a:pt x="48054" y="164837"/>
                </a:lnTo>
                <a:lnTo>
                  <a:pt x="48055" y="164837"/>
                </a:lnTo>
                <a:lnTo>
                  <a:pt x="48056" y="164837"/>
                </a:lnTo>
                <a:lnTo>
                  <a:pt x="48057" y="164837"/>
                </a:lnTo>
                <a:lnTo>
                  <a:pt x="48057" y="164837"/>
                </a:lnTo>
                <a:lnTo>
                  <a:pt x="48058" y="164837"/>
                </a:lnTo>
                <a:lnTo>
                  <a:pt x="48059" y="164837"/>
                </a:lnTo>
                <a:lnTo>
                  <a:pt x="48060" y="164837"/>
                </a:lnTo>
                <a:lnTo>
                  <a:pt x="48061" y="164837"/>
                </a:lnTo>
                <a:lnTo>
                  <a:pt x="48062" y="164837"/>
                </a:lnTo>
                <a:lnTo>
                  <a:pt x="48063" y="164837"/>
                </a:lnTo>
                <a:lnTo>
                  <a:pt x="48064" y="164837"/>
                </a:lnTo>
                <a:lnTo>
                  <a:pt x="48065" y="164837"/>
                </a:lnTo>
                <a:lnTo>
                  <a:pt x="48066" y="164837"/>
                </a:lnTo>
                <a:lnTo>
                  <a:pt x="48067" y="164837"/>
                </a:lnTo>
                <a:lnTo>
                  <a:pt x="48068" y="164837"/>
                </a:lnTo>
                <a:lnTo>
                  <a:pt x="48069" y="164837"/>
                </a:lnTo>
                <a:lnTo>
                  <a:pt x="48070" y="164837"/>
                </a:lnTo>
                <a:lnTo>
                  <a:pt x="48071" y="164837"/>
                </a:lnTo>
                <a:lnTo>
                  <a:pt x="48072" y="164837"/>
                </a:lnTo>
                <a:lnTo>
                  <a:pt x="48073" y="164837"/>
                </a:lnTo>
                <a:lnTo>
                  <a:pt x="48073" y="164837"/>
                </a:lnTo>
                <a:lnTo>
                  <a:pt x="48074" y="164837"/>
                </a:lnTo>
                <a:lnTo>
                  <a:pt x="48075" y="164837"/>
                </a:lnTo>
                <a:lnTo>
                  <a:pt x="48076" y="164837"/>
                </a:lnTo>
                <a:lnTo>
                  <a:pt x="48077" y="164837"/>
                </a:lnTo>
                <a:lnTo>
                  <a:pt x="48078" y="164837"/>
                </a:lnTo>
                <a:lnTo>
                  <a:pt x="48079" y="164837"/>
                </a:lnTo>
                <a:lnTo>
                  <a:pt x="48080" y="164837"/>
                </a:lnTo>
                <a:lnTo>
                  <a:pt x="48081" y="164837"/>
                </a:lnTo>
                <a:lnTo>
                  <a:pt x="48082" y="164837"/>
                </a:lnTo>
                <a:lnTo>
                  <a:pt x="48083" y="164837"/>
                </a:lnTo>
                <a:lnTo>
                  <a:pt x="48084" y="164837"/>
                </a:lnTo>
                <a:lnTo>
                  <a:pt x="48085" y="164837"/>
                </a:lnTo>
                <a:lnTo>
                  <a:pt x="48086" y="164837"/>
                </a:lnTo>
                <a:lnTo>
                  <a:pt x="48087" y="164837"/>
                </a:lnTo>
                <a:lnTo>
                  <a:pt x="48088" y="164837"/>
                </a:lnTo>
                <a:lnTo>
                  <a:pt x="48089" y="164837"/>
                </a:lnTo>
                <a:lnTo>
                  <a:pt x="48090" y="164837"/>
                </a:lnTo>
                <a:lnTo>
                  <a:pt x="48090" y="164837"/>
                </a:lnTo>
                <a:lnTo>
                  <a:pt x="48091" y="164837"/>
                </a:lnTo>
                <a:lnTo>
                  <a:pt x="48092" y="164837"/>
                </a:lnTo>
                <a:lnTo>
                  <a:pt x="48093" y="164837"/>
                </a:lnTo>
                <a:lnTo>
                  <a:pt x="48094" y="164837"/>
                </a:lnTo>
                <a:lnTo>
                  <a:pt x="48095" y="164837"/>
                </a:lnTo>
                <a:lnTo>
                  <a:pt x="48096" y="164837"/>
                </a:lnTo>
                <a:lnTo>
                  <a:pt x="48097" y="164837"/>
                </a:lnTo>
                <a:lnTo>
                  <a:pt x="48098" y="164837"/>
                </a:lnTo>
                <a:lnTo>
                  <a:pt x="48099" y="164837"/>
                </a:lnTo>
                <a:lnTo>
                  <a:pt x="48100" y="164837"/>
                </a:lnTo>
                <a:lnTo>
                  <a:pt x="48101" y="164837"/>
                </a:lnTo>
                <a:lnTo>
                  <a:pt x="48102" y="164837"/>
                </a:lnTo>
                <a:lnTo>
                  <a:pt x="48103" y="164837"/>
                </a:lnTo>
                <a:lnTo>
                  <a:pt x="48104" y="164837"/>
                </a:lnTo>
                <a:lnTo>
                  <a:pt x="48105" y="164837"/>
                </a:lnTo>
                <a:lnTo>
                  <a:pt x="48106" y="164837"/>
                </a:lnTo>
                <a:lnTo>
                  <a:pt x="48106" y="164837"/>
                </a:lnTo>
                <a:lnTo>
                  <a:pt x="48107" y="164837"/>
                </a:lnTo>
                <a:lnTo>
                  <a:pt x="48108" y="164837"/>
                </a:lnTo>
                <a:lnTo>
                  <a:pt x="48109" y="164837"/>
                </a:lnTo>
                <a:lnTo>
                  <a:pt x="48110" y="164837"/>
                </a:lnTo>
                <a:lnTo>
                  <a:pt x="48111" y="164837"/>
                </a:lnTo>
                <a:lnTo>
                  <a:pt x="48112" y="164837"/>
                </a:lnTo>
                <a:lnTo>
                  <a:pt x="48113" y="164837"/>
                </a:lnTo>
                <a:lnTo>
                  <a:pt x="48114" y="164837"/>
                </a:lnTo>
                <a:lnTo>
                  <a:pt x="48115" y="164837"/>
                </a:lnTo>
                <a:lnTo>
                  <a:pt x="48116" y="164837"/>
                </a:lnTo>
                <a:lnTo>
                  <a:pt x="48117" y="164837"/>
                </a:lnTo>
                <a:lnTo>
                  <a:pt x="48118" y="164837"/>
                </a:lnTo>
                <a:lnTo>
                  <a:pt x="48119" y="164837"/>
                </a:lnTo>
                <a:lnTo>
                  <a:pt x="48120" y="164837"/>
                </a:lnTo>
                <a:lnTo>
                  <a:pt x="48121" y="164837"/>
                </a:lnTo>
                <a:lnTo>
                  <a:pt x="48122" y="164837"/>
                </a:lnTo>
                <a:lnTo>
                  <a:pt x="48123" y="164837"/>
                </a:lnTo>
                <a:lnTo>
                  <a:pt x="48123" y="164837"/>
                </a:lnTo>
                <a:lnTo>
                  <a:pt x="48124" y="164837"/>
                </a:lnTo>
                <a:lnTo>
                  <a:pt x="48125" y="164837"/>
                </a:lnTo>
                <a:lnTo>
                  <a:pt x="48126" y="164837"/>
                </a:lnTo>
                <a:lnTo>
                  <a:pt x="48127" y="164837"/>
                </a:lnTo>
                <a:lnTo>
                  <a:pt x="48128" y="164837"/>
                </a:lnTo>
                <a:lnTo>
                  <a:pt x="48129" y="164837"/>
                </a:lnTo>
                <a:lnTo>
                  <a:pt x="48130" y="164837"/>
                </a:lnTo>
                <a:lnTo>
                  <a:pt x="48131" y="164837"/>
                </a:lnTo>
                <a:lnTo>
                  <a:pt x="48132" y="164837"/>
                </a:lnTo>
                <a:lnTo>
                  <a:pt x="48133" y="164837"/>
                </a:lnTo>
                <a:lnTo>
                  <a:pt x="48134" y="164837"/>
                </a:lnTo>
                <a:lnTo>
                  <a:pt x="48135" y="164837"/>
                </a:lnTo>
                <a:lnTo>
                  <a:pt x="48136" y="164837"/>
                </a:lnTo>
                <a:lnTo>
                  <a:pt x="48137" y="164837"/>
                </a:lnTo>
                <a:lnTo>
                  <a:pt x="48138" y="164837"/>
                </a:lnTo>
                <a:lnTo>
                  <a:pt x="48139" y="164837"/>
                </a:lnTo>
                <a:lnTo>
                  <a:pt x="48140" y="164837"/>
                </a:lnTo>
                <a:lnTo>
                  <a:pt x="48140" y="164837"/>
                </a:lnTo>
                <a:lnTo>
                  <a:pt x="48141" y="164837"/>
                </a:lnTo>
                <a:lnTo>
                  <a:pt x="48142" y="164837"/>
                </a:lnTo>
                <a:lnTo>
                  <a:pt x="48143" y="164837"/>
                </a:lnTo>
                <a:lnTo>
                  <a:pt x="48144" y="164837"/>
                </a:lnTo>
                <a:lnTo>
                  <a:pt x="48145" y="164837"/>
                </a:lnTo>
                <a:lnTo>
                  <a:pt x="48146" y="164837"/>
                </a:lnTo>
                <a:lnTo>
                  <a:pt x="48147" y="164837"/>
                </a:lnTo>
                <a:lnTo>
                  <a:pt x="48148" y="164837"/>
                </a:lnTo>
                <a:lnTo>
                  <a:pt x="48149" y="164837"/>
                </a:lnTo>
                <a:lnTo>
                  <a:pt x="48150" y="164837"/>
                </a:lnTo>
                <a:lnTo>
                  <a:pt x="48151" y="164837"/>
                </a:lnTo>
                <a:lnTo>
                  <a:pt x="48152" y="164837"/>
                </a:lnTo>
                <a:lnTo>
                  <a:pt x="48153" y="164837"/>
                </a:lnTo>
                <a:lnTo>
                  <a:pt x="48154" y="164837"/>
                </a:lnTo>
                <a:lnTo>
                  <a:pt x="48155" y="164837"/>
                </a:lnTo>
                <a:lnTo>
                  <a:pt x="48156" y="164837"/>
                </a:lnTo>
                <a:lnTo>
                  <a:pt x="48157" y="164837"/>
                </a:lnTo>
                <a:lnTo>
                  <a:pt x="48157" y="164837"/>
                </a:lnTo>
                <a:lnTo>
                  <a:pt x="48158" y="164837"/>
                </a:lnTo>
                <a:lnTo>
                  <a:pt x="48159" y="164837"/>
                </a:lnTo>
                <a:lnTo>
                  <a:pt x="48160" y="164837"/>
                </a:lnTo>
                <a:lnTo>
                  <a:pt x="48161" y="164837"/>
                </a:lnTo>
                <a:lnTo>
                  <a:pt x="48162" y="164837"/>
                </a:lnTo>
                <a:lnTo>
                  <a:pt x="48163" y="164837"/>
                </a:lnTo>
                <a:lnTo>
                  <a:pt x="48164" y="164837"/>
                </a:lnTo>
                <a:lnTo>
                  <a:pt x="48165" y="164837"/>
                </a:lnTo>
                <a:lnTo>
                  <a:pt x="48166" y="164837"/>
                </a:lnTo>
                <a:lnTo>
                  <a:pt x="48167" y="164837"/>
                </a:lnTo>
                <a:lnTo>
                  <a:pt x="48168" y="164837"/>
                </a:lnTo>
                <a:lnTo>
                  <a:pt x="48169" y="164837"/>
                </a:lnTo>
                <a:lnTo>
                  <a:pt x="48170" y="164837"/>
                </a:lnTo>
                <a:lnTo>
                  <a:pt x="48171" y="164837"/>
                </a:lnTo>
                <a:lnTo>
                  <a:pt x="48172" y="164837"/>
                </a:lnTo>
                <a:lnTo>
                  <a:pt x="48173" y="164837"/>
                </a:lnTo>
                <a:lnTo>
                  <a:pt x="48174" y="164837"/>
                </a:lnTo>
                <a:lnTo>
                  <a:pt x="48174" y="164837"/>
                </a:lnTo>
                <a:lnTo>
                  <a:pt x="48175" y="164837"/>
                </a:lnTo>
                <a:lnTo>
                  <a:pt x="48176" y="164837"/>
                </a:lnTo>
                <a:lnTo>
                  <a:pt x="48177" y="164837"/>
                </a:lnTo>
                <a:lnTo>
                  <a:pt x="48178" y="164837"/>
                </a:lnTo>
                <a:lnTo>
                  <a:pt x="48179" y="164837"/>
                </a:lnTo>
                <a:lnTo>
                  <a:pt x="48180" y="164837"/>
                </a:lnTo>
                <a:lnTo>
                  <a:pt x="48181" y="164837"/>
                </a:lnTo>
                <a:lnTo>
                  <a:pt x="48182" y="164837"/>
                </a:lnTo>
                <a:lnTo>
                  <a:pt x="48183" y="164837"/>
                </a:lnTo>
                <a:lnTo>
                  <a:pt x="48184" y="164837"/>
                </a:lnTo>
                <a:lnTo>
                  <a:pt x="48185" y="164837"/>
                </a:lnTo>
                <a:lnTo>
                  <a:pt x="48186" y="164837"/>
                </a:lnTo>
                <a:lnTo>
                  <a:pt x="48187" y="164837"/>
                </a:lnTo>
                <a:lnTo>
                  <a:pt x="48188" y="164837"/>
                </a:lnTo>
                <a:lnTo>
                  <a:pt x="48189" y="164837"/>
                </a:lnTo>
                <a:lnTo>
                  <a:pt x="48190" y="164837"/>
                </a:lnTo>
                <a:lnTo>
                  <a:pt x="48191" y="164837"/>
                </a:lnTo>
                <a:lnTo>
                  <a:pt x="48191" y="164837"/>
                </a:lnTo>
                <a:lnTo>
                  <a:pt x="48192" y="164837"/>
                </a:lnTo>
                <a:lnTo>
                  <a:pt x="48193" y="164837"/>
                </a:lnTo>
                <a:lnTo>
                  <a:pt x="48194" y="164837"/>
                </a:lnTo>
                <a:lnTo>
                  <a:pt x="48195" y="164837"/>
                </a:lnTo>
                <a:lnTo>
                  <a:pt x="48196" y="164837"/>
                </a:lnTo>
                <a:lnTo>
                  <a:pt x="48197" y="164837"/>
                </a:lnTo>
                <a:lnTo>
                  <a:pt x="48198" y="164837"/>
                </a:lnTo>
                <a:lnTo>
                  <a:pt x="48199" y="164837"/>
                </a:lnTo>
                <a:lnTo>
                  <a:pt x="48200" y="164837"/>
                </a:lnTo>
                <a:lnTo>
                  <a:pt x="48201" y="164837"/>
                </a:lnTo>
                <a:lnTo>
                  <a:pt x="48202" y="164837"/>
                </a:lnTo>
                <a:lnTo>
                  <a:pt x="48203" y="164837"/>
                </a:lnTo>
                <a:lnTo>
                  <a:pt x="48204" y="164837"/>
                </a:lnTo>
                <a:lnTo>
                  <a:pt x="48205" y="164837"/>
                </a:lnTo>
                <a:lnTo>
                  <a:pt x="48206" y="164837"/>
                </a:lnTo>
                <a:lnTo>
                  <a:pt x="48207" y="164837"/>
                </a:lnTo>
                <a:lnTo>
                  <a:pt x="48208" y="164837"/>
                </a:lnTo>
                <a:lnTo>
                  <a:pt x="48208" y="164837"/>
                </a:lnTo>
                <a:lnTo>
                  <a:pt x="48209" y="164837"/>
                </a:lnTo>
                <a:lnTo>
                  <a:pt x="48210" y="164837"/>
                </a:lnTo>
                <a:lnTo>
                  <a:pt x="48211" y="164837"/>
                </a:lnTo>
                <a:lnTo>
                  <a:pt x="48212" y="164837"/>
                </a:lnTo>
                <a:lnTo>
                  <a:pt x="48213" y="164837"/>
                </a:lnTo>
                <a:lnTo>
                  <a:pt x="48214" y="164837"/>
                </a:lnTo>
                <a:lnTo>
                  <a:pt x="48215" y="164837"/>
                </a:lnTo>
                <a:lnTo>
                  <a:pt x="48216" y="164837"/>
                </a:lnTo>
                <a:lnTo>
                  <a:pt x="48217" y="164837"/>
                </a:lnTo>
                <a:lnTo>
                  <a:pt x="48218" y="164837"/>
                </a:lnTo>
                <a:lnTo>
                  <a:pt x="48219" y="164837"/>
                </a:lnTo>
                <a:lnTo>
                  <a:pt x="48220" y="164837"/>
                </a:lnTo>
                <a:lnTo>
                  <a:pt x="48221" y="164837"/>
                </a:lnTo>
                <a:lnTo>
                  <a:pt x="48222" y="164837"/>
                </a:lnTo>
                <a:lnTo>
                  <a:pt x="48223" y="164837"/>
                </a:lnTo>
                <a:lnTo>
                  <a:pt x="48224" y="164837"/>
                </a:lnTo>
                <a:lnTo>
                  <a:pt x="48225" y="164837"/>
                </a:lnTo>
                <a:lnTo>
                  <a:pt x="48225" y="164837"/>
                </a:lnTo>
                <a:lnTo>
                  <a:pt x="48226" y="164837"/>
                </a:lnTo>
                <a:lnTo>
                  <a:pt x="48227" y="164837"/>
                </a:lnTo>
                <a:lnTo>
                  <a:pt x="48228" y="164837"/>
                </a:lnTo>
                <a:lnTo>
                  <a:pt x="48229" y="164837"/>
                </a:lnTo>
                <a:lnTo>
                  <a:pt x="48230" y="164837"/>
                </a:lnTo>
                <a:lnTo>
                  <a:pt x="48231" y="164837"/>
                </a:lnTo>
                <a:lnTo>
                  <a:pt x="48232" y="164837"/>
                </a:lnTo>
                <a:lnTo>
                  <a:pt x="48233" y="164837"/>
                </a:lnTo>
                <a:lnTo>
                  <a:pt x="48234" y="164837"/>
                </a:lnTo>
                <a:lnTo>
                  <a:pt x="48235" y="164837"/>
                </a:lnTo>
                <a:lnTo>
                  <a:pt x="48236" y="164837"/>
                </a:lnTo>
                <a:lnTo>
                  <a:pt x="48237" y="164837"/>
                </a:lnTo>
                <a:lnTo>
                  <a:pt x="48238" y="164837"/>
                </a:lnTo>
                <a:lnTo>
                  <a:pt x="48239" y="164837"/>
                </a:lnTo>
                <a:lnTo>
                  <a:pt x="48240" y="164837"/>
                </a:lnTo>
                <a:lnTo>
                  <a:pt x="48241" y="164837"/>
                </a:lnTo>
                <a:lnTo>
                  <a:pt x="48242" y="164837"/>
                </a:lnTo>
                <a:lnTo>
                  <a:pt x="48243" y="164837"/>
                </a:lnTo>
                <a:lnTo>
                  <a:pt x="48243" y="164837"/>
                </a:lnTo>
                <a:lnTo>
                  <a:pt x="48244" y="164837"/>
                </a:lnTo>
                <a:lnTo>
                  <a:pt x="48245" y="164837"/>
                </a:lnTo>
                <a:lnTo>
                  <a:pt x="48246" y="164837"/>
                </a:lnTo>
                <a:lnTo>
                  <a:pt x="48247" y="164837"/>
                </a:lnTo>
                <a:lnTo>
                  <a:pt x="48248" y="164837"/>
                </a:lnTo>
                <a:lnTo>
                  <a:pt x="48249" y="164837"/>
                </a:lnTo>
                <a:lnTo>
                  <a:pt x="48250" y="164837"/>
                </a:lnTo>
                <a:lnTo>
                  <a:pt x="48251" y="164837"/>
                </a:lnTo>
                <a:lnTo>
                  <a:pt x="48252" y="164837"/>
                </a:lnTo>
                <a:lnTo>
                  <a:pt x="48253" y="164837"/>
                </a:lnTo>
                <a:lnTo>
                  <a:pt x="48254" y="164837"/>
                </a:lnTo>
                <a:lnTo>
                  <a:pt x="48255" y="164837"/>
                </a:lnTo>
                <a:lnTo>
                  <a:pt x="48256" y="164837"/>
                </a:lnTo>
                <a:lnTo>
                  <a:pt x="48257" y="164837"/>
                </a:lnTo>
                <a:lnTo>
                  <a:pt x="48258" y="164837"/>
                </a:lnTo>
                <a:lnTo>
                  <a:pt x="48259" y="164837"/>
                </a:lnTo>
                <a:lnTo>
                  <a:pt x="48260" y="164837"/>
                </a:lnTo>
                <a:lnTo>
                  <a:pt x="48260" y="164837"/>
                </a:lnTo>
                <a:lnTo>
                  <a:pt x="48261" y="164837"/>
                </a:lnTo>
                <a:lnTo>
                  <a:pt x="48262" y="164837"/>
                </a:lnTo>
                <a:lnTo>
                  <a:pt x="48263" y="164837"/>
                </a:lnTo>
                <a:lnTo>
                  <a:pt x="48264" y="164837"/>
                </a:lnTo>
                <a:lnTo>
                  <a:pt x="48265" y="164837"/>
                </a:lnTo>
                <a:lnTo>
                  <a:pt x="48266" y="164837"/>
                </a:lnTo>
                <a:lnTo>
                  <a:pt x="48267" y="164837"/>
                </a:lnTo>
                <a:lnTo>
                  <a:pt x="48268" y="164837"/>
                </a:lnTo>
                <a:lnTo>
                  <a:pt x="48269" y="164837"/>
                </a:lnTo>
                <a:lnTo>
                  <a:pt x="48270" y="164837"/>
                </a:lnTo>
                <a:lnTo>
                  <a:pt x="48271" y="164837"/>
                </a:lnTo>
                <a:lnTo>
                  <a:pt x="48272" y="164837"/>
                </a:lnTo>
                <a:lnTo>
                  <a:pt x="48273" y="164837"/>
                </a:lnTo>
                <a:lnTo>
                  <a:pt x="48274" y="164837"/>
                </a:lnTo>
                <a:lnTo>
                  <a:pt x="48275" y="164837"/>
                </a:lnTo>
                <a:lnTo>
                  <a:pt x="48276" y="164837"/>
                </a:lnTo>
                <a:lnTo>
                  <a:pt x="48277" y="164837"/>
                </a:lnTo>
                <a:lnTo>
                  <a:pt x="48278" y="164837"/>
                </a:lnTo>
                <a:lnTo>
                  <a:pt x="48278" y="164837"/>
                </a:lnTo>
                <a:lnTo>
                  <a:pt x="48279" y="164837"/>
                </a:lnTo>
                <a:lnTo>
                  <a:pt x="48280" y="164837"/>
                </a:lnTo>
                <a:lnTo>
                  <a:pt x="48281" y="164837"/>
                </a:lnTo>
                <a:lnTo>
                  <a:pt x="48282" y="164837"/>
                </a:lnTo>
                <a:lnTo>
                  <a:pt x="48283" y="164837"/>
                </a:lnTo>
                <a:lnTo>
                  <a:pt x="48284" y="164837"/>
                </a:lnTo>
                <a:lnTo>
                  <a:pt x="48285" y="164837"/>
                </a:lnTo>
                <a:lnTo>
                  <a:pt x="48286" y="164837"/>
                </a:lnTo>
                <a:lnTo>
                  <a:pt x="48287" y="164837"/>
                </a:lnTo>
                <a:lnTo>
                  <a:pt x="48288" y="164837"/>
                </a:lnTo>
                <a:lnTo>
                  <a:pt x="48289" y="164837"/>
                </a:lnTo>
                <a:lnTo>
                  <a:pt x="48290" y="164837"/>
                </a:lnTo>
                <a:lnTo>
                  <a:pt x="48291" y="164837"/>
                </a:lnTo>
                <a:lnTo>
                  <a:pt x="48292" y="164837"/>
                </a:lnTo>
                <a:lnTo>
                  <a:pt x="48293" y="164837"/>
                </a:lnTo>
                <a:lnTo>
                  <a:pt x="48294" y="164837"/>
                </a:lnTo>
                <a:lnTo>
                  <a:pt x="48295" y="164837"/>
                </a:lnTo>
                <a:lnTo>
                  <a:pt x="48295" y="164837"/>
                </a:lnTo>
                <a:lnTo>
                  <a:pt x="48296" y="164837"/>
                </a:lnTo>
                <a:lnTo>
                  <a:pt x="48297" y="164837"/>
                </a:lnTo>
                <a:lnTo>
                  <a:pt x="48298" y="164837"/>
                </a:lnTo>
                <a:lnTo>
                  <a:pt x="48299" y="164837"/>
                </a:lnTo>
                <a:lnTo>
                  <a:pt x="48300" y="164837"/>
                </a:lnTo>
                <a:lnTo>
                  <a:pt x="48301" y="164837"/>
                </a:lnTo>
                <a:lnTo>
                  <a:pt x="48302" y="164837"/>
                </a:lnTo>
                <a:lnTo>
                  <a:pt x="48303" y="164837"/>
                </a:lnTo>
                <a:lnTo>
                  <a:pt x="48304" y="164837"/>
                </a:lnTo>
                <a:lnTo>
                  <a:pt x="48305" y="164837"/>
                </a:lnTo>
                <a:lnTo>
                  <a:pt x="48306" y="164837"/>
                </a:lnTo>
                <a:lnTo>
                  <a:pt x="48307" y="164837"/>
                </a:lnTo>
                <a:lnTo>
                  <a:pt x="48308" y="164837"/>
                </a:lnTo>
                <a:lnTo>
                  <a:pt x="48309" y="164837"/>
                </a:lnTo>
                <a:lnTo>
                  <a:pt x="48310" y="164837"/>
                </a:lnTo>
                <a:lnTo>
                  <a:pt x="48311" y="164837"/>
                </a:lnTo>
                <a:lnTo>
                  <a:pt x="48312" y="164837"/>
                </a:lnTo>
                <a:lnTo>
                  <a:pt x="48313" y="164837"/>
                </a:lnTo>
                <a:lnTo>
                  <a:pt x="48313" y="164837"/>
                </a:lnTo>
                <a:lnTo>
                  <a:pt x="48314" y="164837"/>
                </a:lnTo>
                <a:lnTo>
                  <a:pt x="48315" y="164837"/>
                </a:lnTo>
                <a:lnTo>
                  <a:pt x="48316" y="164837"/>
                </a:lnTo>
                <a:lnTo>
                  <a:pt x="48317" y="164837"/>
                </a:lnTo>
                <a:lnTo>
                  <a:pt x="48318" y="164837"/>
                </a:lnTo>
                <a:lnTo>
                  <a:pt x="48319" y="164837"/>
                </a:lnTo>
                <a:lnTo>
                  <a:pt x="48320" y="164837"/>
                </a:lnTo>
                <a:lnTo>
                  <a:pt x="48321" y="164837"/>
                </a:lnTo>
                <a:lnTo>
                  <a:pt x="48322" y="164837"/>
                </a:lnTo>
                <a:lnTo>
                  <a:pt x="48323" y="164837"/>
                </a:lnTo>
                <a:lnTo>
                  <a:pt x="48324" y="164837"/>
                </a:lnTo>
                <a:lnTo>
                  <a:pt x="48325" y="164837"/>
                </a:lnTo>
                <a:lnTo>
                  <a:pt x="48326" y="164837"/>
                </a:lnTo>
                <a:lnTo>
                  <a:pt x="48327" y="164837"/>
                </a:lnTo>
                <a:lnTo>
                  <a:pt x="48328" y="164837"/>
                </a:lnTo>
                <a:lnTo>
                  <a:pt x="48329" y="164837"/>
                </a:lnTo>
                <a:lnTo>
                  <a:pt x="48330" y="164837"/>
                </a:lnTo>
                <a:lnTo>
                  <a:pt x="48331" y="164837"/>
                </a:lnTo>
                <a:lnTo>
                  <a:pt x="48331" y="164837"/>
                </a:lnTo>
                <a:lnTo>
                  <a:pt x="48332" y="164837"/>
                </a:lnTo>
                <a:lnTo>
                  <a:pt x="48333" y="164837"/>
                </a:lnTo>
                <a:lnTo>
                  <a:pt x="48334" y="164837"/>
                </a:lnTo>
                <a:lnTo>
                  <a:pt x="48335" y="164837"/>
                </a:lnTo>
                <a:lnTo>
                  <a:pt x="48336" y="164837"/>
                </a:lnTo>
                <a:lnTo>
                  <a:pt x="48337" y="164837"/>
                </a:lnTo>
                <a:lnTo>
                  <a:pt x="48338" y="164837"/>
                </a:lnTo>
                <a:lnTo>
                  <a:pt x="48339" y="164837"/>
                </a:lnTo>
                <a:lnTo>
                  <a:pt x="48340" y="164837"/>
                </a:lnTo>
                <a:lnTo>
                  <a:pt x="48341" y="164837"/>
                </a:lnTo>
                <a:lnTo>
                  <a:pt x="48342" y="164837"/>
                </a:lnTo>
                <a:lnTo>
                  <a:pt x="48343" y="164837"/>
                </a:lnTo>
                <a:lnTo>
                  <a:pt x="48344" y="164837"/>
                </a:lnTo>
                <a:lnTo>
                  <a:pt x="48345" y="164837"/>
                </a:lnTo>
                <a:lnTo>
                  <a:pt x="48346" y="164837"/>
                </a:lnTo>
                <a:lnTo>
                  <a:pt x="48347" y="164837"/>
                </a:lnTo>
                <a:lnTo>
                  <a:pt x="48348" y="164837"/>
                </a:lnTo>
                <a:lnTo>
                  <a:pt x="48349" y="164837"/>
                </a:lnTo>
                <a:lnTo>
                  <a:pt x="48349" y="164837"/>
                </a:lnTo>
                <a:lnTo>
                  <a:pt x="48350" y="164837"/>
                </a:lnTo>
                <a:lnTo>
                  <a:pt x="48351" y="164837"/>
                </a:lnTo>
                <a:lnTo>
                  <a:pt x="48352" y="164837"/>
                </a:lnTo>
                <a:lnTo>
                  <a:pt x="48353" y="164837"/>
                </a:lnTo>
                <a:lnTo>
                  <a:pt x="48354" y="164837"/>
                </a:lnTo>
                <a:lnTo>
                  <a:pt x="48355" y="164837"/>
                </a:lnTo>
                <a:lnTo>
                  <a:pt x="48356" y="164837"/>
                </a:lnTo>
                <a:lnTo>
                  <a:pt x="48357" y="164837"/>
                </a:lnTo>
                <a:lnTo>
                  <a:pt x="48358" y="164837"/>
                </a:lnTo>
                <a:lnTo>
                  <a:pt x="48359" y="164837"/>
                </a:lnTo>
                <a:lnTo>
                  <a:pt x="48360" y="164837"/>
                </a:lnTo>
                <a:lnTo>
                  <a:pt x="48361" y="164837"/>
                </a:lnTo>
                <a:lnTo>
                  <a:pt x="48362" y="164837"/>
                </a:lnTo>
                <a:lnTo>
                  <a:pt x="48363" y="164837"/>
                </a:lnTo>
                <a:lnTo>
                  <a:pt x="48364" y="164837"/>
                </a:lnTo>
                <a:lnTo>
                  <a:pt x="48365" y="164837"/>
                </a:lnTo>
                <a:lnTo>
                  <a:pt x="48366" y="164837"/>
                </a:lnTo>
                <a:lnTo>
                  <a:pt x="48367" y="164837"/>
                </a:lnTo>
                <a:lnTo>
                  <a:pt x="48367" y="164837"/>
                </a:lnTo>
                <a:lnTo>
                  <a:pt x="48368" y="164837"/>
                </a:lnTo>
                <a:lnTo>
                  <a:pt x="48369" y="164837"/>
                </a:lnTo>
                <a:lnTo>
                  <a:pt x="48370" y="164837"/>
                </a:lnTo>
                <a:lnTo>
                  <a:pt x="48371" y="164837"/>
                </a:lnTo>
                <a:lnTo>
                  <a:pt x="48372" y="164837"/>
                </a:lnTo>
                <a:lnTo>
                  <a:pt x="48373" y="164837"/>
                </a:lnTo>
                <a:lnTo>
                  <a:pt x="48374" y="164837"/>
                </a:lnTo>
                <a:lnTo>
                  <a:pt x="48375" y="164837"/>
                </a:lnTo>
                <a:lnTo>
                  <a:pt x="48376" y="164837"/>
                </a:lnTo>
                <a:lnTo>
                  <a:pt x="48377" y="164837"/>
                </a:lnTo>
                <a:lnTo>
                  <a:pt x="48378" y="164837"/>
                </a:lnTo>
                <a:lnTo>
                  <a:pt x="48379" y="164837"/>
                </a:lnTo>
                <a:lnTo>
                  <a:pt x="48380" y="164837"/>
                </a:lnTo>
                <a:lnTo>
                  <a:pt x="48381" y="164837"/>
                </a:lnTo>
                <a:lnTo>
                  <a:pt x="48382" y="164837"/>
                </a:lnTo>
                <a:lnTo>
                  <a:pt x="48383" y="164837"/>
                </a:lnTo>
                <a:lnTo>
                  <a:pt x="48384" y="164837"/>
                </a:lnTo>
                <a:lnTo>
                  <a:pt x="48385" y="164837"/>
                </a:lnTo>
                <a:lnTo>
                  <a:pt x="48386" y="164837"/>
                </a:lnTo>
                <a:lnTo>
                  <a:pt x="48386" y="164837"/>
                </a:lnTo>
                <a:lnTo>
                  <a:pt x="48387" y="164837"/>
                </a:lnTo>
                <a:lnTo>
                  <a:pt x="48388" y="164837"/>
                </a:lnTo>
                <a:lnTo>
                  <a:pt x="48389" y="164837"/>
                </a:lnTo>
                <a:lnTo>
                  <a:pt x="48390" y="164837"/>
                </a:lnTo>
                <a:lnTo>
                  <a:pt x="48391" y="164837"/>
                </a:lnTo>
                <a:lnTo>
                  <a:pt x="48392" y="164837"/>
                </a:lnTo>
                <a:lnTo>
                  <a:pt x="48393" y="164837"/>
                </a:lnTo>
                <a:lnTo>
                  <a:pt x="48394" y="164837"/>
                </a:lnTo>
                <a:lnTo>
                  <a:pt x="48395" y="164837"/>
                </a:lnTo>
                <a:lnTo>
                  <a:pt x="48396" y="164837"/>
                </a:lnTo>
                <a:lnTo>
                  <a:pt x="48397" y="164837"/>
                </a:lnTo>
                <a:lnTo>
                  <a:pt x="48398" y="164837"/>
                </a:lnTo>
                <a:lnTo>
                  <a:pt x="48399" y="164837"/>
                </a:lnTo>
                <a:lnTo>
                  <a:pt x="48400" y="164837"/>
                </a:lnTo>
                <a:lnTo>
                  <a:pt x="48401" y="164837"/>
                </a:lnTo>
                <a:lnTo>
                  <a:pt x="48402" y="164837"/>
                </a:lnTo>
                <a:lnTo>
                  <a:pt x="48403" y="164837"/>
                </a:lnTo>
                <a:lnTo>
                  <a:pt x="48404" y="164837"/>
                </a:lnTo>
                <a:lnTo>
                  <a:pt x="48404" y="164837"/>
                </a:lnTo>
                <a:lnTo>
                  <a:pt x="48405" y="164837"/>
                </a:lnTo>
                <a:lnTo>
                  <a:pt x="48406" y="164837"/>
                </a:lnTo>
                <a:lnTo>
                  <a:pt x="48407" y="164837"/>
                </a:lnTo>
                <a:lnTo>
                  <a:pt x="48408" y="164837"/>
                </a:lnTo>
                <a:lnTo>
                  <a:pt x="48409" y="164837"/>
                </a:lnTo>
                <a:lnTo>
                  <a:pt x="48410" y="164837"/>
                </a:lnTo>
                <a:lnTo>
                  <a:pt x="48411" y="164837"/>
                </a:lnTo>
                <a:lnTo>
                  <a:pt x="48412" y="164837"/>
                </a:lnTo>
                <a:lnTo>
                  <a:pt x="48413" y="164837"/>
                </a:lnTo>
                <a:lnTo>
                  <a:pt x="48414" y="164837"/>
                </a:lnTo>
                <a:lnTo>
                  <a:pt x="48415" y="164837"/>
                </a:lnTo>
                <a:lnTo>
                  <a:pt x="48416" y="164837"/>
                </a:lnTo>
                <a:lnTo>
                  <a:pt x="48417" y="164837"/>
                </a:lnTo>
                <a:lnTo>
                  <a:pt x="48418" y="164837"/>
                </a:lnTo>
                <a:lnTo>
                  <a:pt x="48419" y="164837"/>
                </a:lnTo>
                <a:lnTo>
                  <a:pt x="48420" y="164837"/>
                </a:lnTo>
                <a:lnTo>
                  <a:pt x="48421" y="164837"/>
                </a:lnTo>
                <a:lnTo>
                  <a:pt x="48422" y="164837"/>
                </a:lnTo>
                <a:lnTo>
                  <a:pt x="48423" y="164837"/>
                </a:lnTo>
                <a:lnTo>
                  <a:pt x="48423" y="164837"/>
                </a:lnTo>
                <a:lnTo>
                  <a:pt x="48424" y="164837"/>
                </a:lnTo>
                <a:lnTo>
                  <a:pt x="48425" y="164837"/>
                </a:lnTo>
                <a:lnTo>
                  <a:pt x="48426" y="164837"/>
                </a:lnTo>
                <a:lnTo>
                  <a:pt x="48427" y="164837"/>
                </a:lnTo>
                <a:lnTo>
                  <a:pt x="48428" y="164837"/>
                </a:lnTo>
                <a:lnTo>
                  <a:pt x="48429" y="164837"/>
                </a:lnTo>
                <a:lnTo>
                  <a:pt x="48430" y="164837"/>
                </a:lnTo>
                <a:lnTo>
                  <a:pt x="48431" y="164837"/>
                </a:lnTo>
                <a:lnTo>
                  <a:pt x="48432" y="164837"/>
                </a:lnTo>
                <a:lnTo>
                  <a:pt x="48433" y="164837"/>
                </a:lnTo>
                <a:lnTo>
                  <a:pt x="48434" y="164837"/>
                </a:lnTo>
                <a:lnTo>
                  <a:pt x="48435" y="164837"/>
                </a:lnTo>
                <a:lnTo>
                  <a:pt x="48436" y="164837"/>
                </a:lnTo>
                <a:lnTo>
                  <a:pt x="48437" y="164837"/>
                </a:lnTo>
                <a:lnTo>
                  <a:pt x="48438" y="164837"/>
                </a:lnTo>
                <a:lnTo>
                  <a:pt x="48439" y="164837"/>
                </a:lnTo>
                <a:lnTo>
                  <a:pt x="48440" y="164837"/>
                </a:lnTo>
                <a:lnTo>
                  <a:pt x="48441" y="164837"/>
                </a:lnTo>
                <a:lnTo>
                  <a:pt x="48441" y="164837"/>
                </a:lnTo>
                <a:lnTo>
                  <a:pt x="48442" y="164837"/>
                </a:lnTo>
                <a:lnTo>
                  <a:pt x="48443" y="164837"/>
                </a:lnTo>
                <a:lnTo>
                  <a:pt x="48444" y="164837"/>
                </a:lnTo>
                <a:lnTo>
                  <a:pt x="48445" y="164837"/>
                </a:lnTo>
                <a:lnTo>
                  <a:pt x="48446" y="164837"/>
                </a:lnTo>
                <a:lnTo>
                  <a:pt x="48447" y="164837"/>
                </a:lnTo>
                <a:lnTo>
                  <a:pt x="48448" y="164837"/>
                </a:lnTo>
                <a:lnTo>
                  <a:pt x="48449" y="164837"/>
                </a:lnTo>
                <a:lnTo>
                  <a:pt x="48450" y="164837"/>
                </a:lnTo>
                <a:lnTo>
                  <a:pt x="48451" y="164837"/>
                </a:lnTo>
                <a:lnTo>
                  <a:pt x="48452" y="164837"/>
                </a:lnTo>
                <a:lnTo>
                  <a:pt x="48453" y="164837"/>
                </a:lnTo>
                <a:lnTo>
                  <a:pt x="48454" y="164837"/>
                </a:lnTo>
                <a:lnTo>
                  <a:pt x="48455" y="164837"/>
                </a:lnTo>
                <a:lnTo>
                  <a:pt x="48456" y="164837"/>
                </a:lnTo>
                <a:lnTo>
                  <a:pt x="48457" y="164837"/>
                </a:lnTo>
                <a:lnTo>
                  <a:pt x="48458" y="164837"/>
                </a:lnTo>
                <a:lnTo>
                  <a:pt x="48459" y="164837"/>
                </a:lnTo>
                <a:lnTo>
                  <a:pt x="48460" y="164837"/>
                </a:lnTo>
                <a:lnTo>
                  <a:pt x="48460" y="164837"/>
                </a:lnTo>
                <a:lnTo>
                  <a:pt x="48461" y="164837"/>
                </a:lnTo>
                <a:lnTo>
                  <a:pt x="48462" y="164837"/>
                </a:lnTo>
                <a:lnTo>
                  <a:pt x="48463" y="164837"/>
                </a:lnTo>
                <a:lnTo>
                  <a:pt x="48464" y="164837"/>
                </a:lnTo>
                <a:lnTo>
                  <a:pt x="48465" y="164837"/>
                </a:lnTo>
                <a:lnTo>
                  <a:pt x="48466" y="164837"/>
                </a:lnTo>
                <a:lnTo>
                  <a:pt x="48467" y="164837"/>
                </a:lnTo>
                <a:lnTo>
                  <a:pt x="48468" y="164837"/>
                </a:lnTo>
                <a:lnTo>
                  <a:pt x="48469" y="164837"/>
                </a:lnTo>
                <a:lnTo>
                  <a:pt x="48470" y="164837"/>
                </a:lnTo>
                <a:lnTo>
                  <a:pt x="48471" y="164837"/>
                </a:lnTo>
                <a:lnTo>
                  <a:pt x="48472" y="164837"/>
                </a:lnTo>
                <a:lnTo>
                  <a:pt x="48473" y="164837"/>
                </a:lnTo>
                <a:lnTo>
                  <a:pt x="48474" y="164837"/>
                </a:lnTo>
                <a:lnTo>
                  <a:pt x="48475" y="164837"/>
                </a:lnTo>
                <a:lnTo>
                  <a:pt x="48476" y="164837"/>
                </a:lnTo>
                <a:lnTo>
                  <a:pt x="48477" y="164837"/>
                </a:lnTo>
                <a:lnTo>
                  <a:pt x="48478" y="164837"/>
                </a:lnTo>
                <a:lnTo>
                  <a:pt x="48479" y="164837"/>
                </a:lnTo>
                <a:lnTo>
                  <a:pt x="48479" y="164837"/>
                </a:lnTo>
                <a:lnTo>
                  <a:pt x="48480" y="164837"/>
                </a:lnTo>
                <a:lnTo>
                  <a:pt x="48481" y="164837"/>
                </a:lnTo>
                <a:lnTo>
                  <a:pt x="48482" y="164837"/>
                </a:lnTo>
                <a:lnTo>
                  <a:pt x="48483" y="164837"/>
                </a:lnTo>
                <a:lnTo>
                  <a:pt x="48484" y="164837"/>
                </a:lnTo>
                <a:lnTo>
                  <a:pt x="48485" y="164837"/>
                </a:lnTo>
                <a:lnTo>
                  <a:pt x="48486" y="164837"/>
                </a:lnTo>
                <a:lnTo>
                  <a:pt x="48487" y="164837"/>
                </a:lnTo>
                <a:lnTo>
                  <a:pt x="48488" y="164837"/>
                </a:lnTo>
                <a:lnTo>
                  <a:pt x="48489" y="164837"/>
                </a:lnTo>
                <a:lnTo>
                  <a:pt x="48490" y="164837"/>
                </a:lnTo>
                <a:lnTo>
                  <a:pt x="48491" y="164837"/>
                </a:lnTo>
                <a:lnTo>
                  <a:pt x="48492" y="164837"/>
                </a:lnTo>
                <a:lnTo>
                  <a:pt x="48493" y="164837"/>
                </a:lnTo>
                <a:lnTo>
                  <a:pt x="48494" y="164837"/>
                </a:lnTo>
                <a:lnTo>
                  <a:pt x="48495" y="164837"/>
                </a:lnTo>
                <a:lnTo>
                  <a:pt x="48496" y="164837"/>
                </a:lnTo>
                <a:lnTo>
                  <a:pt x="48497" y="164837"/>
                </a:lnTo>
                <a:lnTo>
                  <a:pt x="48498" y="164837"/>
                </a:lnTo>
                <a:lnTo>
                  <a:pt x="48498" y="164837"/>
                </a:lnTo>
                <a:lnTo>
                  <a:pt x="48499" y="164837"/>
                </a:lnTo>
                <a:lnTo>
                  <a:pt x="48500" y="164837"/>
                </a:lnTo>
                <a:lnTo>
                  <a:pt x="48501" y="164837"/>
                </a:lnTo>
                <a:lnTo>
                  <a:pt x="48502" y="164837"/>
                </a:lnTo>
                <a:lnTo>
                  <a:pt x="48503" y="164837"/>
                </a:lnTo>
                <a:lnTo>
                  <a:pt x="48504" y="164837"/>
                </a:lnTo>
                <a:lnTo>
                  <a:pt x="48505" y="164837"/>
                </a:lnTo>
                <a:lnTo>
                  <a:pt x="48506" y="164837"/>
                </a:lnTo>
                <a:lnTo>
                  <a:pt x="48507" y="164837"/>
                </a:lnTo>
                <a:lnTo>
                  <a:pt x="48508" y="164837"/>
                </a:lnTo>
                <a:lnTo>
                  <a:pt x="48509" y="164837"/>
                </a:lnTo>
                <a:lnTo>
                  <a:pt x="48510" y="164837"/>
                </a:lnTo>
                <a:lnTo>
                  <a:pt x="48511" y="164837"/>
                </a:lnTo>
                <a:lnTo>
                  <a:pt x="48512" y="164837"/>
                </a:lnTo>
                <a:lnTo>
                  <a:pt x="48513" y="164837"/>
                </a:lnTo>
                <a:lnTo>
                  <a:pt x="48514" y="164837"/>
                </a:lnTo>
                <a:lnTo>
                  <a:pt x="48515" y="164837"/>
                </a:lnTo>
                <a:lnTo>
                  <a:pt x="48516" y="164837"/>
                </a:lnTo>
                <a:lnTo>
                  <a:pt x="48517" y="164837"/>
                </a:lnTo>
                <a:lnTo>
                  <a:pt x="48517" y="164837"/>
                </a:lnTo>
                <a:lnTo>
                  <a:pt x="48518" y="164837"/>
                </a:lnTo>
                <a:lnTo>
                  <a:pt x="48519" y="164837"/>
                </a:lnTo>
                <a:lnTo>
                  <a:pt x="48520" y="164837"/>
                </a:lnTo>
                <a:lnTo>
                  <a:pt x="48521" y="164837"/>
                </a:lnTo>
                <a:lnTo>
                  <a:pt x="48522" y="164837"/>
                </a:lnTo>
                <a:lnTo>
                  <a:pt x="48523" y="164837"/>
                </a:lnTo>
                <a:lnTo>
                  <a:pt x="48524" y="164837"/>
                </a:lnTo>
                <a:lnTo>
                  <a:pt x="48525" y="164837"/>
                </a:lnTo>
                <a:lnTo>
                  <a:pt x="48526" y="164837"/>
                </a:lnTo>
                <a:lnTo>
                  <a:pt x="48527" y="164837"/>
                </a:lnTo>
                <a:lnTo>
                  <a:pt x="48528" y="164837"/>
                </a:lnTo>
                <a:lnTo>
                  <a:pt x="48529" y="164837"/>
                </a:lnTo>
                <a:lnTo>
                  <a:pt x="48530" y="164837"/>
                </a:lnTo>
                <a:lnTo>
                  <a:pt x="48531" y="164837"/>
                </a:lnTo>
                <a:lnTo>
                  <a:pt x="48532" y="164837"/>
                </a:lnTo>
                <a:lnTo>
                  <a:pt x="48533" y="164837"/>
                </a:lnTo>
                <a:lnTo>
                  <a:pt x="48534" y="164837"/>
                </a:lnTo>
                <a:lnTo>
                  <a:pt x="48535" y="164837"/>
                </a:lnTo>
                <a:lnTo>
                  <a:pt x="48536" y="164837"/>
                </a:lnTo>
                <a:lnTo>
                  <a:pt x="48536" y="164837"/>
                </a:lnTo>
                <a:lnTo>
                  <a:pt x="48537" y="164837"/>
                </a:lnTo>
                <a:lnTo>
                  <a:pt x="48538" y="164837"/>
                </a:lnTo>
                <a:lnTo>
                  <a:pt x="48539" y="164837"/>
                </a:lnTo>
                <a:lnTo>
                  <a:pt x="48540" y="164837"/>
                </a:lnTo>
                <a:lnTo>
                  <a:pt x="48541" y="164837"/>
                </a:lnTo>
                <a:lnTo>
                  <a:pt x="48542" y="164837"/>
                </a:lnTo>
                <a:lnTo>
                  <a:pt x="48543" y="164837"/>
                </a:lnTo>
                <a:lnTo>
                  <a:pt x="48544" y="164837"/>
                </a:lnTo>
                <a:lnTo>
                  <a:pt x="48545" y="164837"/>
                </a:lnTo>
                <a:lnTo>
                  <a:pt x="48546" y="164837"/>
                </a:lnTo>
                <a:lnTo>
                  <a:pt x="48547" y="164837"/>
                </a:lnTo>
                <a:lnTo>
                  <a:pt x="48548" y="164837"/>
                </a:lnTo>
                <a:lnTo>
                  <a:pt x="48549" y="164837"/>
                </a:lnTo>
                <a:lnTo>
                  <a:pt x="48550" y="164837"/>
                </a:lnTo>
                <a:lnTo>
                  <a:pt x="48551" y="164837"/>
                </a:lnTo>
                <a:lnTo>
                  <a:pt x="48552" y="164837"/>
                </a:lnTo>
                <a:lnTo>
                  <a:pt x="48553" y="164837"/>
                </a:lnTo>
                <a:lnTo>
                  <a:pt x="48554" y="164837"/>
                </a:lnTo>
                <a:lnTo>
                  <a:pt x="48555" y="164837"/>
                </a:lnTo>
                <a:lnTo>
                  <a:pt x="48556" y="164837"/>
                </a:lnTo>
                <a:lnTo>
                  <a:pt x="48556" y="164837"/>
                </a:lnTo>
                <a:lnTo>
                  <a:pt x="48557" y="164837"/>
                </a:lnTo>
                <a:lnTo>
                  <a:pt x="48558" y="164837"/>
                </a:lnTo>
                <a:lnTo>
                  <a:pt x="48559" y="164837"/>
                </a:lnTo>
                <a:lnTo>
                  <a:pt x="48560" y="164837"/>
                </a:lnTo>
                <a:lnTo>
                  <a:pt x="48561" y="164837"/>
                </a:lnTo>
                <a:lnTo>
                  <a:pt x="48562" y="164837"/>
                </a:lnTo>
                <a:lnTo>
                  <a:pt x="48563" y="164837"/>
                </a:lnTo>
                <a:lnTo>
                  <a:pt x="48564" y="164837"/>
                </a:lnTo>
                <a:lnTo>
                  <a:pt x="48565" y="164837"/>
                </a:lnTo>
                <a:lnTo>
                  <a:pt x="48566" y="164837"/>
                </a:lnTo>
                <a:lnTo>
                  <a:pt x="48567" y="164837"/>
                </a:lnTo>
                <a:lnTo>
                  <a:pt x="48568" y="164837"/>
                </a:lnTo>
                <a:lnTo>
                  <a:pt x="48569" y="164837"/>
                </a:lnTo>
                <a:lnTo>
                  <a:pt x="48570" y="164837"/>
                </a:lnTo>
                <a:lnTo>
                  <a:pt x="48571" y="164837"/>
                </a:lnTo>
                <a:lnTo>
                  <a:pt x="48572" y="164837"/>
                </a:lnTo>
                <a:lnTo>
                  <a:pt x="48573" y="164837"/>
                </a:lnTo>
                <a:lnTo>
                  <a:pt x="48574" y="164837"/>
                </a:lnTo>
                <a:lnTo>
                  <a:pt x="48575" y="164837"/>
                </a:lnTo>
                <a:lnTo>
                  <a:pt x="48575" y="164837"/>
                </a:lnTo>
                <a:lnTo>
                  <a:pt x="48576" y="164837"/>
                </a:lnTo>
                <a:lnTo>
                  <a:pt x="48577" y="164837"/>
                </a:lnTo>
                <a:lnTo>
                  <a:pt x="48578" y="164837"/>
                </a:lnTo>
                <a:lnTo>
                  <a:pt x="48579" y="164837"/>
                </a:lnTo>
                <a:lnTo>
                  <a:pt x="48580" y="164837"/>
                </a:lnTo>
                <a:lnTo>
                  <a:pt x="48581" y="164837"/>
                </a:lnTo>
                <a:lnTo>
                  <a:pt x="48582" y="164837"/>
                </a:lnTo>
                <a:lnTo>
                  <a:pt x="48583" y="164837"/>
                </a:lnTo>
                <a:lnTo>
                  <a:pt x="48584" y="164837"/>
                </a:lnTo>
                <a:lnTo>
                  <a:pt x="48585" y="164837"/>
                </a:lnTo>
                <a:lnTo>
                  <a:pt x="48586" y="164837"/>
                </a:lnTo>
                <a:lnTo>
                  <a:pt x="48587" y="164837"/>
                </a:lnTo>
                <a:lnTo>
                  <a:pt x="48588" y="164837"/>
                </a:lnTo>
                <a:lnTo>
                  <a:pt x="48589" y="164837"/>
                </a:lnTo>
                <a:lnTo>
                  <a:pt x="48590" y="164837"/>
                </a:lnTo>
                <a:lnTo>
                  <a:pt x="48591" y="164837"/>
                </a:lnTo>
                <a:lnTo>
                  <a:pt x="48592" y="164837"/>
                </a:lnTo>
                <a:lnTo>
                  <a:pt x="48593" y="164837"/>
                </a:lnTo>
                <a:lnTo>
                  <a:pt x="48594" y="164837"/>
                </a:lnTo>
                <a:lnTo>
                  <a:pt x="48595" y="164837"/>
                </a:lnTo>
                <a:lnTo>
                  <a:pt x="48595" y="164837"/>
                </a:lnTo>
                <a:lnTo>
                  <a:pt x="48596" y="164837"/>
                </a:lnTo>
                <a:lnTo>
                  <a:pt x="48597" y="164837"/>
                </a:lnTo>
                <a:lnTo>
                  <a:pt x="48598" y="164837"/>
                </a:lnTo>
                <a:lnTo>
                  <a:pt x="48599" y="164837"/>
                </a:lnTo>
                <a:lnTo>
                  <a:pt x="48600" y="164837"/>
                </a:lnTo>
                <a:lnTo>
                  <a:pt x="48601" y="164837"/>
                </a:lnTo>
                <a:lnTo>
                  <a:pt x="48602" y="164837"/>
                </a:lnTo>
                <a:lnTo>
                  <a:pt x="48603" y="164837"/>
                </a:lnTo>
                <a:lnTo>
                  <a:pt x="48604" y="164837"/>
                </a:lnTo>
                <a:lnTo>
                  <a:pt x="48605" y="164837"/>
                </a:lnTo>
                <a:lnTo>
                  <a:pt x="48606" y="164837"/>
                </a:lnTo>
                <a:lnTo>
                  <a:pt x="48607" y="164837"/>
                </a:lnTo>
                <a:lnTo>
                  <a:pt x="48608" y="164837"/>
                </a:lnTo>
                <a:lnTo>
                  <a:pt x="48609" y="164837"/>
                </a:lnTo>
                <a:lnTo>
                  <a:pt x="48610" y="164837"/>
                </a:lnTo>
                <a:lnTo>
                  <a:pt x="48611" y="164837"/>
                </a:lnTo>
                <a:lnTo>
                  <a:pt x="48612" y="164837"/>
                </a:lnTo>
                <a:lnTo>
                  <a:pt x="48613" y="164837"/>
                </a:lnTo>
                <a:lnTo>
                  <a:pt x="48614" y="164837"/>
                </a:lnTo>
                <a:lnTo>
                  <a:pt x="48615" y="164837"/>
                </a:lnTo>
                <a:lnTo>
                  <a:pt x="48615" y="164837"/>
                </a:lnTo>
                <a:lnTo>
                  <a:pt x="48616" y="164837"/>
                </a:lnTo>
                <a:lnTo>
                  <a:pt x="48617" y="164837"/>
                </a:lnTo>
                <a:lnTo>
                  <a:pt x="48618" y="164837"/>
                </a:lnTo>
                <a:lnTo>
                  <a:pt x="48619" y="164837"/>
                </a:lnTo>
                <a:lnTo>
                  <a:pt x="48620" y="164837"/>
                </a:lnTo>
                <a:lnTo>
                  <a:pt x="48621" y="164837"/>
                </a:lnTo>
                <a:lnTo>
                  <a:pt x="48622" y="164837"/>
                </a:lnTo>
                <a:lnTo>
                  <a:pt x="48623" y="164837"/>
                </a:lnTo>
                <a:lnTo>
                  <a:pt x="48624" y="164837"/>
                </a:lnTo>
                <a:lnTo>
                  <a:pt x="48625" y="164837"/>
                </a:lnTo>
                <a:lnTo>
                  <a:pt x="48626" y="164837"/>
                </a:lnTo>
                <a:lnTo>
                  <a:pt x="48627" y="164837"/>
                </a:lnTo>
                <a:lnTo>
                  <a:pt x="48628" y="164837"/>
                </a:lnTo>
                <a:lnTo>
                  <a:pt x="48629" y="164837"/>
                </a:lnTo>
                <a:lnTo>
                  <a:pt x="48630" y="164837"/>
                </a:lnTo>
                <a:lnTo>
                  <a:pt x="48631" y="164837"/>
                </a:lnTo>
                <a:lnTo>
                  <a:pt x="48632" y="164837"/>
                </a:lnTo>
                <a:lnTo>
                  <a:pt x="48633" y="164837"/>
                </a:lnTo>
                <a:lnTo>
                  <a:pt x="48634" y="164837"/>
                </a:lnTo>
                <a:lnTo>
                  <a:pt x="48635" y="164837"/>
                </a:lnTo>
                <a:lnTo>
                  <a:pt x="48635" y="164837"/>
                </a:lnTo>
                <a:lnTo>
                  <a:pt x="48636" y="164837"/>
                </a:lnTo>
                <a:lnTo>
                  <a:pt x="48637" y="164837"/>
                </a:lnTo>
                <a:lnTo>
                  <a:pt x="48638" y="164837"/>
                </a:lnTo>
                <a:lnTo>
                  <a:pt x="48639" y="164837"/>
                </a:lnTo>
                <a:lnTo>
                  <a:pt x="48640" y="164837"/>
                </a:lnTo>
                <a:lnTo>
                  <a:pt x="48641" y="164837"/>
                </a:lnTo>
                <a:lnTo>
                  <a:pt x="48642" y="164837"/>
                </a:lnTo>
                <a:lnTo>
                  <a:pt x="48643" y="164837"/>
                </a:lnTo>
                <a:lnTo>
                  <a:pt x="48644" y="164837"/>
                </a:lnTo>
                <a:lnTo>
                  <a:pt x="48645" y="164837"/>
                </a:lnTo>
                <a:lnTo>
                  <a:pt x="48646" y="164837"/>
                </a:lnTo>
                <a:lnTo>
                  <a:pt x="48647" y="164837"/>
                </a:lnTo>
                <a:lnTo>
                  <a:pt x="48648" y="164837"/>
                </a:lnTo>
                <a:lnTo>
                  <a:pt x="48649" y="164837"/>
                </a:lnTo>
                <a:lnTo>
                  <a:pt x="48650" y="164837"/>
                </a:lnTo>
                <a:lnTo>
                  <a:pt x="48651" y="164837"/>
                </a:lnTo>
                <a:lnTo>
                  <a:pt x="48652" y="164837"/>
                </a:lnTo>
                <a:lnTo>
                  <a:pt x="48653" y="164837"/>
                </a:lnTo>
                <a:lnTo>
                  <a:pt x="48654" y="164837"/>
                </a:lnTo>
                <a:lnTo>
                  <a:pt x="48655" y="164837"/>
                </a:lnTo>
                <a:lnTo>
                  <a:pt x="48655" y="164837"/>
                </a:lnTo>
                <a:lnTo>
                  <a:pt x="48656" y="164837"/>
                </a:lnTo>
                <a:lnTo>
                  <a:pt x="48657" y="164837"/>
                </a:lnTo>
                <a:lnTo>
                  <a:pt x="48658" y="164837"/>
                </a:lnTo>
                <a:lnTo>
                  <a:pt x="48659" y="164837"/>
                </a:lnTo>
                <a:lnTo>
                  <a:pt x="48660" y="164837"/>
                </a:lnTo>
                <a:lnTo>
                  <a:pt x="48661" y="164837"/>
                </a:lnTo>
                <a:lnTo>
                  <a:pt x="48662" y="164837"/>
                </a:lnTo>
                <a:lnTo>
                  <a:pt x="48663" y="164837"/>
                </a:lnTo>
                <a:lnTo>
                  <a:pt x="48664" y="164837"/>
                </a:lnTo>
                <a:lnTo>
                  <a:pt x="48665" y="164837"/>
                </a:lnTo>
                <a:lnTo>
                  <a:pt x="48666" y="164837"/>
                </a:lnTo>
                <a:lnTo>
                  <a:pt x="48667" y="164837"/>
                </a:lnTo>
                <a:lnTo>
                  <a:pt x="48668" y="164837"/>
                </a:lnTo>
                <a:lnTo>
                  <a:pt x="48669" y="164837"/>
                </a:lnTo>
                <a:lnTo>
                  <a:pt x="48670" y="164837"/>
                </a:lnTo>
                <a:lnTo>
                  <a:pt x="48671" y="164837"/>
                </a:lnTo>
                <a:lnTo>
                  <a:pt x="48672" y="164837"/>
                </a:lnTo>
                <a:lnTo>
                  <a:pt x="48673" y="164837"/>
                </a:lnTo>
                <a:lnTo>
                  <a:pt x="48674" y="164837"/>
                </a:lnTo>
                <a:lnTo>
                  <a:pt x="48675" y="164837"/>
                </a:lnTo>
                <a:lnTo>
                  <a:pt x="48675" y="164837"/>
                </a:lnTo>
                <a:lnTo>
                  <a:pt x="48676" y="164837"/>
                </a:lnTo>
                <a:lnTo>
                  <a:pt x="48677" y="164837"/>
                </a:lnTo>
                <a:lnTo>
                  <a:pt x="48678" y="164837"/>
                </a:lnTo>
                <a:lnTo>
                  <a:pt x="48679" y="164837"/>
                </a:lnTo>
                <a:lnTo>
                  <a:pt x="48680" y="164837"/>
                </a:lnTo>
                <a:lnTo>
                  <a:pt x="48681" y="164837"/>
                </a:lnTo>
                <a:lnTo>
                  <a:pt x="48682" y="164837"/>
                </a:lnTo>
                <a:lnTo>
                  <a:pt x="48683" y="164837"/>
                </a:lnTo>
                <a:lnTo>
                  <a:pt x="48684" y="164837"/>
                </a:lnTo>
                <a:lnTo>
                  <a:pt x="48685" y="164837"/>
                </a:lnTo>
                <a:lnTo>
                  <a:pt x="48686" y="164837"/>
                </a:lnTo>
                <a:lnTo>
                  <a:pt x="48687" y="164837"/>
                </a:lnTo>
                <a:lnTo>
                  <a:pt x="48688" y="164837"/>
                </a:lnTo>
                <a:lnTo>
                  <a:pt x="48689" y="164837"/>
                </a:lnTo>
                <a:lnTo>
                  <a:pt x="48690" y="164837"/>
                </a:lnTo>
                <a:lnTo>
                  <a:pt x="48691" y="164837"/>
                </a:lnTo>
                <a:lnTo>
                  <a:pt x="48692" y="164837"/>
                </a:lnTo>
                <a:lnTo>
                  <a:pt x="48693" y="164837"/>
                </a:lnTo>
                <a:lnTo>
                  <a:pt x="48694" y="164837"/>
                </a:lnTo>
                <a:lnTo>
                  <a:pt x="48695" y="164837"/>
                </a:lnTo>
                <a:lnTo>
                  <a:pt x="48696" y="164837"/>
                </a:lnTo>
                <a:lnTo>
                  <a:pt x="48696" y="164837"/>
                </a:lnTo>
                <a:lnTo>
                  <a:pt x="48697" y="164837"/>
                </a:lnTo>
                <a:lnTo>
                  <a:pt x="48698" y="164837"/>
                </a:lnTo>
                <a:lnTo>
                  <a:pt x="48699" y="164837"/>
                </a:lnTo>
                <a:lnTo>
                  <a:pt x="48700" y="164837"/>
                </a:lnTo>
                <a:lnTo>
                  <a:pt x="48701" y="164837"/>
                </a:lnTo>
                <a:lnTo>
                  <a:pt x="48702" y="164837"/>
                </a:lnTo>
                <a:lnTo>
                  <a:pt x="48703" y="164837"/>
                </a:lnTo>
                <a:lnTo>
                  <a:pt x="48704" y="164837"/>
                </a:lnTo>
                <a:lnTo>
                  <a:pt x="48705" y="164837"/>
                </a:lnTo>
                <a:lnTo>
                  <a:pt x="48706" y="164837"/>
                </a:lnTo>
                <a:lnTo>
                  <a:pt x="48707" y="164837"/>
                </a:lnTo>
                <a:lnTo>
                  <a:pt x="48708" y="164837"/>
                </a:lnTo>
                <a:lnTo>
                  <a:pt x="48709" y="164837"/>
                </a:lnTo>
                <a:lnTo>
                  <a:pt x="48710" y="164837"/>
                </a:lnTo>
                <a:lnTo>
                  <a:pt x="48711" y="164837"/>
                </a:lnTo>
                <a:lnTo>
                  <a:pt x="48712" y="164837"/>
                </a:lnTo>
                <a:lnTo>
                  <a:pt x="48713" y="164837"/>
                </a:lnTo>
                <a:lnTo>
                  <a:pt x="48714" y="164837"/>
                </a:lnTo>
                <a:lnTo>
                  <a:pt x="48715" y="164837"/>
                </a:lnTo>
                <a:lnTo>
                  <a:pt x="48716" y="164837"/>
                </a:lnTo>
                <a:lnTo>
                  <a:pt x="48717" y="164837"/>
                </a:lnTo>
                <a:lnTo>
                  <a:pt x="48717" y="164837"/>
                </a:lnTo>
                <a:lnTo>
                  <a:pt x="48718" y="164837"/>
                </a:lnTo>
                <a:lnTo>
                  <a:pt x="48719" y="164837"/>
                </a:lnTo>
                <a:lnTo>
                  <a:pt x="48720" y="164837"/>
                </a:lnTo>
                <a:lnTo>
                  <a:pt x="48721" y="164837"/>
                </a:lnTo>
                <a:lnTo>
                  <a:pt x="48722" y="164837"/>
                </a:lnTo>
                <a:lnTo>
                  <a:pt x="48723" y="164837"/>
                </a:lnTo>
                <a:lnTo>
                  <a:pt x="48724" y="164837"/>
                </a:lnTo>
                <a:lnTo>
                  <a:pt x="48725" y="164837"/>
                </a:lnTo>
                <a:lnTo>
                  <a:pt x="48726" y="164837"/>
                </a:lnTo>
                <a:lnTo>
                  <a:pt x="48727" y="164837"/>
                </a:lnTo>
                <a:lnTo>
                  <a:pt x="48728" y="164837"/>
                </a:lnTo>
                <a:lnTo>
                  <a:pt x="48729" y="164837"/>
                </a:lnTo>
                <a:lnTo>
                  <a:pt x="48730" y="164837"/>
                </a:lnTo>
                <a:lnTo>
                  <a:pt x="48731" y="164837"/>
                </a:lnTo>
                <a:lnTo>
                  <a:pt x="48732" y="164837"/>
                </a:lnTo>
                <a:lnTo>
                  <a:pt x="48733" y="164837"/>
                </a:lnTo>
                <a:lnTo>
                  <a:pt x="48734" y="164837"/>
                </a:lnTo>
                <a:lnTo>
                  <a:pt x="48735" y="164837"/>
                </a:lnTo>
                <a:lnTo>
                  <a:pt x="48736" y="164837"/>
                </a:lnTo>
                <a:lnTo>
                  <a:pt x="48737" y="164837"/>
                </a:lnTo>
                <a:lnTo>
                  <a:pt x="48737" y="164837"/>
                </a:lnTo>
                <a:lnTo>
                  <a:pt x="48738" y="164837"/>
                </a:lnTo>
                <a:lnTo>
                  <a:pt x="48739" y="164837"/>
                </a:lnTo>
                <a:lnTo>
                  <a:pt x="48740" y="164837"/>
                </a:lnTo>
                <a:lnTo>
                  <a:pt x="48741" y="164837"/>
                </a:lnTo>
                <a:lnTo>
                  <a:pt x="48742" y="164837"/>
                </a:lnTo>
                <a:lnTo>
                  <a:pt x="48743" y="164837"/>
                </a:lnTo>
                <a:lnTo>
                  <a:pt x="48744" y="164837"/>
                </a:lnTo>
                <a:lnTo>
                  <a:pt x="48745" y="164837"/>
                </a:lnTo>
                <a:lnTo>
                  <a:pt x="48746" y="164837"/>
                </a:lnTo>
                <a:lnTo>
                  <a:pt x="48747" y="164837"/>
                </a:lnTo>
                <a:lnTo>
                  <a:pt x="48748" y="164837"/>
                </a:lnTo>
                <a:lnTo>
                  <a:pt x="48749" y="164837"/>
                </a:lnTo>
                <a:lnTo>
                  <a:pt x="48750" y="164837"/>
                </a:lnTo>
                <a:lnTo>
                  <a:pt x="48751" y="164837"/>
                </a:lnTo>
                <a:lnTo>
                  <a:pt x="48752" y="164837"/>
                </a:lnTo>
                <a:lnTo>
                  <a:pt x="48753" y="164837"/>
                </a:lnTo>
                <a:lnTo>
                  <a:pt x="48754" y="164837"/>
                </a:lnTo>
                <a:lnTo>
                  <a:pt x="48755" y="164837"/>
                </a:lnTo>
                <a:lnTo>
                  <a:pt x="48756" y="164837"/>
                </a:lnTo>
                <a:lnTo>
                  <a:pt x="48757" y="164837"/>
                </a:lnTo>
                <a:lnTo>
                  <a:pt x="48758" y="164837"/>
                </a:lnTo>
                <a:lnTo>
                  <a:pt x="48758" y="164837"/>
                </a:lnTo>
                <a:lnTo>
                  <a:pt x="48759" y="164837"/>
                </a:lnTo>
                <a:lnTo>
                  <a:pt x="48760" y="164837"/>
                </a:lnTo>
                <a:lnTo>
                  <a:pt x="48761" y="164837"/>
                </a:lnTo>
                <a:lnTo>
                  <a:pt x="48762" y="164837"/>
                </a:lnTo>
                <a:lnTo>
                  <a:pt x="48763" y="164837"/>
                </a:lnTo>
                <a:lnTo>
                  <a:pt x="48764" y="164837"/>
                </a:lnTo>
                <a:lnTo>
                  <a:pt x="48765" y="164837"/>
                </a:lnTo>
                <a:lnTo>
                  <a:pt x="48766" y="164837"/>
                </a:lnTo>
                <a:lnTo>
                  <a:pt x="48767" y="164837"/>
                </a:lnTo>
                <a:lnTo>
                  <a:pt x="48768" y="164837"/>
                </a:lnTo>
                <a:lnTo>
                  <a:pt x="48769" y="164837"/>
                </a:lnTo>
                <a:lnTo>
                  <a:pt x="48770" y="164837"/>
                </a:lnTo>
                <a:lnTo>
                  <a:pt x="48771" y="164837"/>
                </a:lnTo>
                <a:lnTo>
                  <a:pt x="48772" y="164837"/>
                </a:lnTo>
                <a:lnTo>
                  <a:pt x="48773" y="164837"/>
                </a:lnTo>
                <a:lnTo>
                  <a:pt x="48774" y="164837"/>
                </a:lnTo>
                <a:lnTo>
                  <a:pt x="48775" y="164837"/>
                </a:lnTo>
                <a:lnTo>
                  <a:pt x="48776" y="164837"/>
                </a:lnTo>
                <a:lnTo>
                  <a:pt x="48777" y="164837"/>
                </a:lnTo>
                <a:lnTo>
                  <a:pt x="48778" y="164837"/>
                </a:lnTo>
                <a:lnTo>
                  <a:pt x="48779" y="164837"/>
                </a:lnTo>
                <a:lnTo>
                  <a:pt x="48780" y="164837"/>
                </a:lnTo>
                <a:lnTo>
                  <a:pt x="48780" y="164837"/>
                </a:lnTo>
                <a:lnTo>
                  <a:pt x="48781" y="164837"/>
                </a:lnTo>
                <a:lnTo>
                  <a:pt x="48782" y="164837"/>
                </a:lnTo>
                <a:lnTo>
                  <a:pt x="48783" y="164837"/>
                </a:lnTo>
                <a:lnTo>
                  <a:pt x="48784" y="164837"/>
                </a:lnTo>
                <a:lnTo>
                  <a:pt x="48785" y="164837"/>
                </a:lnTo>
                <a:lnTo>
                  <a:pt x="48786" y="164837"/>
                </a:lnTo>
                <a:lnTo>
                  <a:pt x="48787" y="164837"/>
                </a:lnTo>
                <a:lnTo>
                  <a:pt x="48788" y="164837"/>
                </a:lnTo>
                <a:lnTo>
                  <a:pt x="48789" y="164837"/>
                </a:lnTo>
                <a:lnTo>
                  <a:pt x="48790" y="164837"/>
                </a:lnTo>
                <a:lnTo>
                  <a:pt x="48791" y="164837"/>
                </a:lnTo>
                <a:lnTo>
                  <a:pt x="48792" y="164837"/>
                </a:lnTo>
                <a:lnTo>
                  <a:pt x="48793" y="164837"/>
                </a:lnTo>
                <a:lnTo>
                  <a:pt x="48794" y="164837"/>
                </a:lnTo>
                <a:lnTo>
                  <a:pt x="48795" y="164837"/>
                </a:lnTo>
                <a:lnTo>
                  <a:pt x="48796" y="164837"/>
                </a:lnTo>
                <a:lnTo>
                  <a:pt x="48797" y="164837"/>
                </a:lnTo>
                <a:lnTo>
                  <a:pt x="48798" y="164837"/>
                </a:lnTo>
                <a:lnTo>
                  <a:pt x="48799" y="164837"/>
                </a:lnTo>
                <a:lnTo>
                  <a:pt x="48800" y="164837"/>
                </a:lnTo>
                <a:lnTo>
                  <a:pt x="48801" y="164837"/>
                </a:lnTo>
                <a:lnTo>
                  <a:pt x="48801" y="164837"/>
                </a:lnTo>
                <a:lnTo>
                  <a:pt x="48802" y="164837"/>
                </a:lnTo>
                <a:lnTo>
                  <a:pt x="48803" y="164837"/>
                </a:lnTo>
                <a:lnTo>
                  <a:pt x="48804" y="164837"/>
                </a:lnTo>
                <a:lnTo>
                  <a:pt x="48805" y="164837"/>
                </a:lnTo>
                <a:lnTo>
                  <a:pt x="48806" y="164837"/>
                </a:lnTo>
                <a:lnTo>
                  <a:pt x="48807" y="164837"/>
                </a:lnTo>
                <a:lnTo>
                  <a:pt x="48808" y="164837"/>
                </a:lnTo>
                <a:lnTo>
                  <a:pt x="48809" y="164837"/>
                </a:lnTo>
                <a:lnTo>
                  <a:pt x="48810" y="164837"/>
                </a:lnTo>
                <a:lnTo>
                  <a:pt x="48811" y="164837"/>
                </a:lnTo>
                <a:lnTo>
                  <a:pt x="48812" y="164837"/>
                </a:lnTo>
                <a:lnTo>
                  <a:pt x="48813" y="164837"/>
                </a:lnTo>
                <a:lnTo>
                  <a:pt x="48814" y="164837"/>
                </a:lnTo>
                <a:lnTo>
                  <a:pt x="48815" y="164837"/>
                </a:lnTo>
                <a:lnTo>
                  <a:pt x="48816" y="164837"/>
                </a:lnTo>
                <a:lnTo>
                  <a:pt x="48817" y="164837"/>
                </a:lnTo>
                <a:lnTo>
                  <a:pt x="48818" y="164837"/>
                </a:lnTo>
                <a:lnTo>
                  <a:pt x="48819" y="164837"/>
                </a:lnTo>
                <a:lnTo>
                  <a:pt x="48820" y="164837"/>
                </a:lnTo>
                <a:lnTo>
                  <a:pt x="48821" y="164837"/>
                </a:lnTo>
                <a:lnTo>
                  <a:pt x="48822" y="164837"/>
                </a:lnTo>
                <a:lnTo>
                  <a:pt x="48823" y="164837"/>
                </a:lnTo>
                <a:lnTo>
                  <a:pt x="48823" y="164837"/>
                </a:lnTo>
                <a:lnTo>
                  <a:pt x="48824" y="164837"/>
                </a:lnTo>
                <a:lnTo>
                  <a:pt x="48825" y="164837"/>
                </a:lnTo>
                <a:lnTo>
                  <a:pt x="48826" y="164837"/>
                </a:lnTo>
                <a:lnTo>
                  <a:pt x="48827" y="164837"/>
                </a:lnTo>
                <a:lnTo>
                  <a:pt x="48828" y="164837"/>
                </a:lnTo>
                <a:lnTo>
                  <a:pt x="48829" y="164837"/>
                </a:lnTo>
                <a:lnTo>
                  <a:pt x="48830" y="164837"/>
                </a:lnTo>
                <a:lnTo>
                  <a:pt x="48831" y="164837"/>
                </a:lnTo>
                <a:lnTo>
                  <a:pt x="48832" y="164837"/>
                </a:lnTo>
                <a:lnTo>
                  <a:pt x="48833" y="164837"/>
                </a:lnTo>
                <a:lnTo>
                  <a:pt x="48834" y="164837"/>
                </a:lnTo>
                <a:lnTo>
                  <a:pt x="48835" y="164837"/>
                </a:lnTo>
                <a:lnTo>
                  <a:pt x="48836" y="164837"/>
                </a:lnTo>
                <a:lnTo>
                  <a:pt x="48837" y="164837"/>
                </a:lnTo>
                <a:lnTo>
                  <a:pt x="48838" y="164837"/>
                </a:lnTo>
                <a:lnTo>
                  <a:pt x="48839" y="164837"/>
                </a:lnTo>
                <a:lnTo>
                  <a:pt x="48840" y="164837"/>
                </a:lnTo>
                <a:lnTo>
                  <a:pt x="48841" y="164837"/>
                </a:lnTo>
                <a:lnTo>
                  <a:pt x="48842" y="164837"/>
                </a:lnTo>
                <a:lnTo>
                  <a:pt x="48843" y="164837"/>
                </a:lnTo>
                <a:lnTo>
                  <a:pt x="48844" y="164837"/>
                </a:lnTo>
                <a:lnTo>
                  <a:pt x="48844" y="164837"/>
                </a:lnTo>
                <a:lnTo>
                  <a:pt x="48845" y="164837"/>
                </a:lnTo>
                <a:lnTo>
                  <a:pt x="48846" y="164837"/>
                </a:lnTo>
                <a:lnTo>
                  <a:pt x="48847" y="164837"/>
                </a:lnTo>
                <a:lnTo>
                  <a:pt x="48848" y="164837"/>
                </a:lnTo>
                <a:lnTo>
                  <a:pt x="48849" y="164837"/>
                </a:lnTo>
                <a:lnTo>
                  <a:pt x="48850" y="164837"/>
                </a:lnTo>
                <a:lnTo>
                  <a:pt x="48851" y="164837"/>
                </a:lnTo>
                <a:lnTo>
                  <a:pt x="48852" y="164837"/>
                </a:lnTo>
                <a:lnTo>
                  <a:pt x="48853" y="164837"/>
                </a:lnTo>
                <a:lnTo>
                  <a:pt x="48854" y="164837"/>
                </a:lnTo>
                <a:lnTo>
                  <a:pt x="48855" y="164837"/>
                </a:lnTo>
                <a:lnTo>
                  <a:pt x="48856" y="164837"/>
                </a:lnTo>
                <a:lnTo>
                  <a:pt x="48857" y="164837"/>
                </a:lnTo>
                <a:lnTo>
                  <a:pt x="48858" y="164837"/>
                </a:lnTo>
                <a:lnTo>
                  <a:pt x="48859" y="164837"/>
                </a:lnTo>
                <a:lnTo>
                  <a:pt x="48860" y="164837"/>
                </a:lnTo>
                <a:lnTo>
                  <a:pt x="48861" y="164837"/>
                </a:lnTo>
                <a:lnTo>
                  <a:pt x="48862" y="164837"/>
                </a:lnTo>
                <a:lnTo>
                  <a:pt x="48863" y="164837"/>
                </a:lnTo>
                <a:lnTo>
                  <a:pt x="48864" y="164837"/>
                </a:lnTo>
                <a:lnTo>
                  <a:pt x="48865" y="164837"/>
                </a:lnTo>
                <a:lnTo>
                  <a:pt x="48866" y="164837"/>
                </a:lnTo>
                <a:lnTo>
                  <a:pt x="48866" y="164837"/>
                </a:lnTo>
                <a:lnTo>
                  <a:pt x="48867" y="164837"/>
                </a:lnTo>
                <a:lnTo>
                  <a:pt x="48868" y="164837"/>
                </a:lnTo>
                <a:lnTo>
                  <a:pt x="48869" y="164837"/>
                </a:lnTo>
                <a:lnTo>
                  <a:pt x="48870" y="164837"/>
                </a:lnTo>
                <a:lnTo>
                  <a:pt x="48871" y="164837"/>
                </a:lnTo>
                <a:lnTo>
                  <a:pt x="48872" y="164837"/>
                </a:lnTo>
                <a:lnTo>
                  <a:pt x="48873" y="164837"/>
                </a:lnTo>
                <a:lnTo>
                  <a:pt x="48874" y="164837"/>
                </a:lnTo>
                <a:lnTo>
                  <a:pt x="48875" y="164837"/>
                </a:lnTo>
                <a:lnTo>
                  <a:pt x="48876" y="164837"/>
                </a:lnTo>
                <a:lnTo>
                  <a:pt x="48877" y="164837"/>
                </a:lnTo>
                <a:lnTo>
                  <a:pt x="48878" y="164837"/>
                </a:lnTo>
                <a:lnTo>
                  <a:pt x="48879" y="164837"/>
                </a:lnTo>
                <a:lnTo>
                  <a:pt x="48880" y="164837"/>
                </a:lnTo>
                <a:lnTo>
                  <a:pt x="48881" y="164837"/>
                </a:lnTo>
                <a:lnTo>
                  <a:pt x="48882" y="164837"/>
                </a:lnTo>
                <a:lnTo>
                  <a:pt x="48883" y="164837"/>
                </a:lnTo>
                <a:lnTo>
                  <a:pt x="48884" y="164837"/>
                </a:lnTo>
                <a:lnTo>
                  <a:pt x="48885" y="164837"/>
                </a:lnTo>
                <a:lnTo>
                  <a:pt x="48886" y="164837"/>
                </a:lnTo>
                <a:lnTo>
                  <a:pt x="48887" y="164837"/>
                </a:lnTo>
                <a:lnTo>
                  <a:pt x="48888" y="164837"/>
                </a:lnTo>
                <a:lnTo>
                  <a:pt x="48888" y="164837"/>
                </a:lnTo>
                <a:lnTo>
                  <a:pt x="48889" y="164837"/>
                </a:lnTo>
                <a:lnTo>
                  <a:pt x="48890" y="164837"/>
                </a:lnTo>
                <a:lnTo>
                  <a:pt x="48891" y="164837"/>
                </a:lnTo>
                <a:lnTo>
                  <a:pt x="48892" y="164837"/>
                </a:lnTo>
                <a:lnTo>
                  <a:pt x="48893" y="164837"/>
                </a:lnTo>
                <a:lnTo>
                  <a:pt x="48894" y="164837"/>
                </a:lnTo>
                <a:lnTo>
                  <a:pt x="48895" y="164837"/>
                </a:lnTo>
                <a:lnTo>
                  <a:pt x="48896" y="164837"/>
                </a:lnTo>
                <a:lnTo>
                  <a:pt x="48897" y="164837"/>
                </a:lnTo>
                <a:lnTo>
                  <a:pt x="48898" y="164837"/>
                </a:lnTo>
                <a:lnTo>
                  <a:pt x="48899" y="164837"/>
                </a:lnTo>
                <a:lnTo>
                  <a:pt x="48900" y="164837"/>
                </a:lnTo>
                <a:lnTo>
                  <a:pt x="48901" y="164837"/>
                </a:lnTo>
                <a:lnTo>
                  <a:pt x="48902" y="164837"/>
                </a:lnTo>
                <a:lnTo>
                  <a:pt x="48903" y="164837"/>
                </a:lnTo>
                <a:lnTo>
                  <a:pt x="48904" y="164837"/>
                </a:lnTo>
                <a:lnTo>
                  <a:pt x="48905" y="164837"/>
                </a:lnTo>
                <a:lnTo>
                  <a:pt x="48906" y="164837"/>
                </a:lnTo>
                <a:lnTo>
                  <a:pt x="48907" y="164837"/>
                </a:lnTo>
                <a:lnTo>
                  <a:pt x="48908" y="164837"/>
                </a:lnTo>
                <a:lnTo>
                  <a:pt x="48909" y="164837"/>
                </a:lnTo>
                <a:lnTo>
                  <a:pt x="48910" y="164837"/>
                </a:lnTo>
                <a:lnTo>
                  <a:pt x="48911" y="164837"/>
                </a:lnTo>
                <a:lnTo>
                  <a:pt x="48911" y="164837"/>
                </a:lnTo>
                <a:lnTo>
                  <a:pt x="48912" y="164837"/>
                </a:lnTo>
                <a:lnTo>
                  <a:pt x="48913" y="164837"/>
                </a:lnTo>
                <a:lnTo>
                  <a:pt x="48914" y="164837"/>
                </a:lnTo>
                <a:lnTo>
                  <a:pt x="48915" y="164837"/>
                </a:lnTo>
                <a:lnTo>
                  <a:pt x="48916" y="164837"/>
                </a:lnTo>
                <a:lnTo>
                  <a:pt x="48917" y="164837"/>
                </a:lnTo>
                <a:lnTo>
                  <a:pt x="48918" y="164837"/>
                </a:lnTo>
                <a:lnTo>
                  <a:pt x="48919" y="164837"/>
                </a:lnTo>
                <a:lnTo>
                  <a:pt x="48920" y="164837"/>
                </a:lnTo>
                <a:lnTo>
                  <a:pt x="48921" y="164837"/>
                </a:lnTo>
                <a:lnTo>
                  <a:pt x="48922" y="164837"/>
                </a:lnTo>
                <a:lnTo>
                  <a:pt x="48923" y="164837"/>
                </a:lnTo>
                <a:lnTo>
                  <a:pt x="48924" y="164837"/>
                </a:lnTo>
                <a:lnTo>
                  <a:pt x="48925" y="164837"/>
                </a:lnTo>
                <a:lnTo>
                  <a:pt x="48926" y="164837"/>
                </a:lnTo>
                <a:lnTo>
                  <a:pt x="48927" y="164837"/>
                </a:lnTo>
                <a:lnTo>
                  <a:pt x="48928" y="164837"/>
                </a:lnTo>
                <a:lnTo>
                  <a:pt x="48929" y="164837"/>
                </a:lnTo>
                <a:lnTo>
                  <a:pt x="48930" y="164837"/>
                </a:lnTo>
                <a:lnTo>
                  <a:pt x="48931" y="164837"/>
                </a:lnTo>
                <a:lnTo>
                  <a:pt x="48932" y="164837"/>
                </a:lnTo>
                <a:lnTo>
                  <a:pt x="48933" y="164837"/>
                </a:lnTo>
                <a:lnTo>
                  <a:pt x="48933" y="164837"/>
                </a:lnTo>
                <a:lnTo>
                  <a:pt x="48934" y="164837"/>
                </a:lnTo>
                <a:lnTo>
                  <a:pt x="48935" y="164837"/>
                </a:lnTo>
                <a:lnTo>
                  <a:pt x="48936" y="164837"/>
                </a:lnTo>
                <a:lnTo>
                  <a:pt x="48937" y="164837"/>
                </a:lnTo>
                <a:lnTo>
                  <a:pt x="48938" y="164837"/>
                </a:lnTo>
                <a:lnTo>
                  <a:pt x="48939" y="164837"/>
                </a:lnTo>
                <a:lnTo>
                  <a:pt x="48940" y="164837"/>
                </a:lnTo>
                <a:lnTo>
                  <a:pt x="48941" y="164837"/>
                </a:lnTo>
                <a:lnTo>
                  <a:pt x="48942" y="164837"/>
                </a:lnTo>
                <a:lnTo>
                  <a:pt x="48943" y="164837"/>
                </a:lnTo>
                <a:lnTo>
                  <a:pt x="48944" y="164837"/>
                </a:lnTo>
                <a:lnTo>
                  <a:pt x="48945" y="164837"/>
                </a:lnTo>
                <a:lnTo>
                  <a:pt x="48946" y="164837"/>
                </a:lnTo>
                <a:lnTo>
                  <a:pt x="48947" y="164837"/>
                </a:lnTo>
                <a:lnTo>
                  <a:pt x="48948" y="164837"/>
                </a:lnTo>
                <a:lnTo>
                  <a:pt x="48949" y="164837"/>
                </a:lnTo>
                <a:lnTo>
                  <a:pt x="48950" y="164837"/>
                </a:lnTo>
                <a:lnTo>
                  <a:pt x="48951" y="164837"/>
                </a:lnTo>
                <a:lnTo>
                  <a:pt x="48952" y="164837"/>
                </a:lnTo>
                <a:lnTo>
                  <a:pt x="48953" y="164837"/>
                </a:lnTo>
                <a:lnTo>
                  <a:pt x="48954" y="164837"/>
                </a:lnTo>
                <a:lnTo>
                  <a:pt x="48955" y="164837"/>
                </a:lnTo>
                <a:lnTo>
                  <a:pt x="48956" y="164837"/>
                </a:lnTo>
                <a:lnTo>
                  <a:pt x="48956" y="164837"/>
                </a:lnTo>
                <a:lnTo>
                  <a:pt x="48957" y="164837"/>
                </a:lnTo>
                <a:lnTo>
                  <a:pt x="48958" y="164837"/>
                </a:lnTo>
                <a:lnTo>
                  <a:pt x="48959" y="164837"/>
                </a:lnTo>
                <a:lnTo>
                  <a:pt x="48960" y="164837"/>
                </a:lnTo>
                <a:lnTo>
                  <a:pt x="48961" y="164837"/>
                </a:lnTo>
                <a:lnTo>
                  <a:pt x="48962" y="164837"/>
                </a:lnTo>
                <a:lnTo>
                  <a:pt x="48963" y="164837"/>
                </a:lnTo>
                <a:lnTo>
                  <a:pt x="48964" y="164837"/>
                </a:lnTo>
                <a:lnTo>
                  <a:pt x="48965" y="164837"/>
                </a:lnTo>
                <a:lnTo>
                  <a:pt x="48966" y="164837"/>
                </a:lnTo>
                <a:lnTo>
                  <a:pt x="48967" y="164837"/>
                </a:lnTo>
                <a:lnTo>
                  <a:pt x="48968" y="164837"/>
                </a:lnTo>
                <a:lnTo>
                  <a:pt x="48969" y="164837"/>
                </a:lnTo>
                <a:lnTo>
                  <a:pt x="48970" y="164837"/>
                </a:lnTo>
                <a:lnTo>
                  <a:pt x="48971" y="164837"/>
                </a:lnTo>
                <a:lnTo>
                  <a:pt x="48972" y="164837"/>
                </a:lnTo>
                <a:lnTo>
                  <a:pt x="48973" y="164837"/>
                </a:lnTo>
                <a:lnTo>
                  <a:pt x="48974" y="164837"/>
                </a:lnTo>
                <a:lnTo>
                  <a:pt x="48975" y="164837"/>
                </a:lnTo>
                <a:lnTo>
                  <a:pt x="48976" y="164837"/>
                </a:lnTo>
                <a:lnTo>
                  <a:pt x="48977" y="164837"/>
                </a:lnTo>
                <a:lnTo>
                  <a:pt x="48978" y="164837"/>
                </a:lnTo>
                <a:lnTo>
                  <a:pt x="48979" y="164837"/>
                </a:lnTo>
                <a:lnTo>
                  <a:pt x="48979" y="164837"/>
                </a:lnTo>
                <a:lnTo>
                  <a:pt x="48980" y="164837"/>
                </a:lnTo>
                <a:lnTo>
                  <a:pt x="48981" y="164837"/>
                </a:lnTo>
                <a:lnTo>
                  <a:pt x="48982" y="164837"/>
                </a:lnTo>
                <a:lnTo>
                  <a:pt x="48983" y="164837"/>
                </a:lnTo>
                <a:lnTo>
                  <a:pt x="48984" y="164837"/>
                </a:lnTo>
                <a:lnTo>
                  <a:pt x="48985" y="164837"/>
                </a:lnTo>
                <a:lnTo>
                  <a:pt x="48986" y="164837"/>
                </a:lnTo>
                <a:lnTo>
                  <a:pt x="48987" y="164837"/>
                </a:lnTo>
                <a:lnTo>
                  <a:pt x="48988" y="164837"/>
                </a:lnTo>
                <a:lnTo>
                  <a:pt x="48989" y="164837"/>
                </a:lnTo>
                <a:lnTo>
                  <a:pt x="48990" y="164837"/>
                </a:lnTo>
                <a:lnTo>
                  <a:pt x="48991" y="164837"/>
                </a:lnTo>
                <a:lnTo>
                  <a:pt x="48992" y="164837"/>
                </a:lnTo>
                <a:lnTo>
                  <a:pt x="48993" y="164837"/>
                </a:lnTo>
                <a:lnTo>
                  <a:pt x="48994" y="164837"/>
                </a:lnTo>
                <a:lnTo>
                  <a:pt x="48995" y="164837"/>
                </a:lnTo>
                <a:lnTo>
                  <a:pt x="48996" y="164837"/>
                </a:lnTo>
                <a:lnTo>
                  <a:pt x="48997" y="164837"/>
                </a:lnTo>
                <a:lnTo>
                  <a:pt x="48998" y="164837"/>
                </a:lnTo>
                <a:lnTo>
                  <a:pt x="48999" y="164837"/>
                </a:lnTo>
                <a:lnTo>
                  <a:pt x="49000" y="164837"/>
                </a:lnTo>
                <a:lnTo>
                  <a:pt x="49001" y="164837"/>
                </a:lnTo>
                <a:lnTo>
                  <a:pt x="49002" y="164837"/>
                </a:lnTo>
                <a:lnTo>
                  <a:pt x="49002" y="164837"/>
                </a:lnTo>
                <a:lnTo>
                  <a:pt x="49003" y="164837"/>
                </a:lnTo>
                <a:lnTo>
                  <a:pt x="49004" y="164837"/>
                </a:lnTo>
                <a:lnTo>
                  <a:pt x="49005" y="164837"/>
                </a:lnTo>
                <a:lnTo>
                  <a:pt x="49006" y="164837"/>
                </a:lnTo>
                <a:lnTo>
                  <a:pt x="49007" y="164837"/>
                </a:lnTo>
                <a:lnTo>
                  <a:pt x="49008" y="164837"/>
                </a:lnTo>
                <a:lnTo>
                  <a:pt x="49009" y="164837"/>
                </a:lnTo>
                <a:lnTo>
                  <a:pt x="49010" y="164837"/>
                </a:lnTo>
                <a:lnTo>
                  <a:pt x="49011" y="164837"/>
                </a:lnTo>
                <a:lnTo>
                  <a:pt x="49012" y="164837"/>
                </a:lnTo>
                <a:lnTo>
                  <a:pt x="49013" y="164837"/>
                </a:lnTo>
                <a:lnTo>
                  <a:pt x="49014" y="164837"/>
                </a:lnTo>
                <a:lnTo>
                  <a:pt x="49015" y="164837"/>
                </a:lnTo>
                <a:lnTo>
                  <a:pt x="49016" y="164837"/>
                </a:lnTo>
                <a:lnTo>
                  <a:pt x="49017" y="164837"/>
                </a:lnTo>
                <a:lnTo>
                  <a:pt x="49018" y="164837"/>
                </a:lnTo>
                <a:lnTo>
                  <a:pt x="49019" y="164837"/>
                </a:lnTo>
                <a:lnTo>
                  <a:pt x="49020" y="164837"/>
                </a:lnTo>
                <a:lnTo>
                  <a:pt x="49021" y="164837"/>
                </a:lnTo>
                <a:lnTo>
                  <a:pt x="49022" y="164837"/>
                </a:lnTo>
                <a:lnTo>
                  <a:pt x="49023" y="164837"/>
                </a:lnTo>
                <a:lnTo>
                  <a:pt x="49024" y="164837"/>
                </a:lnTo>
                <a:lnTo>
                  <a:pt x="49025" y="164837"/>
                </a:lnTo>
                <a:lnTo>
                  <a:pt x="49026" y="164837"/>
                </a:lnTo>
                <a:lnTo>
                  <a:pt x="49026" y="164837"/>
                </a:lnTo>
                <a:lnTo>
                  <a:pt x="49027" y="164837"/>
                </a:lnTo>
                <a:lnTo>
                  <a:pt x="49028" y="164837"/>
                </a:lnTo>
                <a:lnTo>
                  <a:pt x="49029" y="164837"/>
                </a:lnTo>
                <a:lnTo>
                  <a:pt x="49030" y="164837"/>
                </a:lnTo>
                <a:lnTo>
                  <a:pt x="49031" y="164837"/>
                </a:lnTo>
                <a:lnTo>
                  <a:pt x="49032" y="164837"/>
                </a:lnTo>
                <a:lnTo>
                  <a:pt x="49033" y="164837"/>
                </a:lnTo>
                <a:lnTo>
                  <a:pt x="49034" y="164837"/>
                </a:lnTo>
                <a:lnTo>
                  <a:pt x="49035" y="164837"/>
                </a:lnTo>
                <a:lnTo>
                  <a:pt x="49036" y="164837"/>
                </a:lnTo>
                <a:lnTo>
                  <a:pt x="49037" y="164837"/>
                </a:lnTo>
                <a:lnTo>
                  <a:pt x="49038" y="164837"/>
                </a:lnTo>
                <a:lnTo>
                  <a:pt x="49039" y="164837"/>
                </a:lnTo>
                <a:lnTo>
                  <a:pt x="49040" y="164837"/>
                </a:lnTo>
                <a:lnTo>
                  <a:pt x="49041" y="164837"/>
                </a:lnTo>
                <a:lnTo>
                  <a:pt x="49042" y="164837"/>
                </a:lnTo>
                <a:lnTo>
                  <a:pt x="49043" y="164837"/>
                </a:lnTo>
                <a:lnTo>
                  <a:pt x="49044" y="164837"/>
                </a:lnTo>
                <a:lnTo>
                  <a:pt x="49045" y="164837"/>
                </a:lnTo>
                <a:lnTo>
                  <a:pt x="49046" y="164837"/>
                </a:lnTo>
                <a:lnTo>
                  <a:pt x="49047" y="164837"/>
                </a:lnTo>
                <a:lnTo>
                  <a:pt x="49048" y="164837"/>
                </a:lnTo>
                <a:lnTo>
                  <a:pt x="49049" y="164837"/>
                </a:lnTo>
                <a:lnTo>
                  <a:pt x="49050" y="164837"/>
                </a:lnTo>
                <a:lnTo>
                  <a:pt x="49050" y="164837"/>
                </a:lnTo>
                <a:lnTo>
                  <a:pt x="49051" y="164837"/>
                </a:lnTo>
                <a:lnTo>
                  <a:pt x="49052" y="164837"/>
                </a:lnTo>
                <a:lnTo>
                  <a:pt x="49053" y="164837"/>
                </a:lnTo>
                <a:lnTo>
                  <a:pt x="49054" y="164837"/>
                </a:lnTo>
                <a:lnTo>
                  <a:pt x="49055" y="164837"/>
                </a:lnTo>
                <a:lnTo>
                  <a:pt x="49056" y="164837"/>
                </a:lnTo>
                <a:lnTo>
                  <a:pt x="49057" y="164837"/>
                </a:lnTo>
                <a:lnTo>
                  <a:pt x="49058" y="164837"/>
                </a:lnTo>
                <a:lnTo>
                  <a:pt x="49059" y="164837"/>
                </a:lnTo>
                <a:lnTo>
                  <a:pt x="49060" y="164837"/>
                </a:lnTo>
                <a:lnTo>
                  <a:pt x="49061" y="164837"/>
                </a:lnTo>
                <a:lnTo>
                  <a:pt x="49062" y="164837"/>
                </a:lnTo>
                <a:lnTo>
                  <a:pt x="49063" y="164837"/>
                </a:lnTo>
                <a:lnTo>
                  <a:pt x="49064" y="164837"/>
                </a:lnTo>
                <a:lnTo>
                  <a:pt x="49065" y="164837"/>
                </a:lnTo>
                <a:lnTo>
                  <a:pt x="49066" y="164837"/>
                </a:lnTo>
                <a:lnTo>
                  <a:pt x="49067" y="164837"/>
                </a:lnTo>
                <a:lnTo>
                  <a:pt x="49068" y="164837"/>
                </a:lnTo>
                <a:lnTo>
                  <a:pt x="49069" y="164837"/>
                </a:lnTo>
                <a:lnTo>
                  <a:pt x="49070" y="164837"/>
                </a:lnTo>
                <a:lnTo>
                  <a:pt x="49071" y="164837"/>
                </a:lnTo>
                <a:lnTo>
                  <a:pt x="49072" y="164837"/>
                </a:lnTo>
                <a:lnTo>
                  <a:pt x="49073" y="164837"/>
                </a:lnTo>
                <a:lnTo>
                  <a:pt x="49074" y="164837"/>
                </a:lnTo>
                <a:lnTo>
                  <a:pt x="49074" y="164837"/>
                </a:lnTo>
                <a:lnTo>
                  <a:pt x="49075" y="164837"/>
                </a:lnTo>
                <a:lnTo>
                  <a:pt x="49076" y="164837"/>
                </a:lnTo>
                <a:lnTo>
                  <a:pt x="49077" y="164837"/>
                </a:lnTo>
                <a:lnTo>
                  <a:pt x="49078" y="164837"/>
                </a:lnTo>
                <a:lnTo>
                  <a:pt x="49079" y="164837"/>
                </a:lnTo>
                <a:lnTo>
                  <a:pt x="49080" y="164837"/>
                </a:lnTo>
                <a:lnTo>
                  <a:pt x="49081" y="164837"/>
                </a:lnTo>
                <a:lnTo>
                  <a:pt x="49082" y="164837"/>
                </a:lnTo>
                <a:lnTo>
                  <a:pt x="49083" y="164837"/>
                </a:lnTo>
                <a:lnTo>
                  <a:pt x="49084" y="164837"/>
                </a:lnTo>
                <a:lnTo>
                  <a:pt x="49085" y="164837"/>
                </a:lnTo>
                <a:lnTo>
                  <a:pt x="49086" y="164837"/>
                </a:lnTo>
                <a:lnTo>
                  <a:pt x="49087" y="164837"/>
                </a:lnTo>
                <a:lnTo>
                  <a:pt x="49088" y="164837"/>
                </a:lnTo>
                <a:lnTo>
                  <a:pt x="49089" y="164837"/>
                </a:lnTo>
                <a:lnTo>
                  <a:pt x="49090" y="164837"/>
                </a:lnTo>
                <a:lnTo>
                  <a:pt x="49091" y="164837"/>
                </a:lnTo>
                <a:lnTo>
                  <a:pt x="49092" y="164837"/>
                </a:lnTo>
                <a:lnTo>
                  <a:pt x="49093" y="164837"/>
                </a:lnTo>
                <a:lnTo>
                  <a:pt x="49094" y="164837"/>
                </a:lnTo>
                <a:lnTo>
                  <a:pt x="49095" y="164837"/>
                </a:lnTo>
                <a:lnTo>
                  <a:pt x="49096" y="164837"/>
                </a:lnTo>
                <a:lnTo>
                  <a:pt x="49097" y="164837"/>
                </a:lnTo>
                <a:lnTo>
                  <a:pt x="49098" y="164837"/>
                </a:lnTo>
                <a:lnTo>
                  <a:pt x="49098" y="164837"/>
                </a:lnTo>
                <a:lnTo>
                  <a:pt x="49099" y="164837"/>
                </a:lnTo>
                <a:lnTo>
                  <a:pt x="49100" y="164837"/>
                </a:lnTo>
                <a:lnTo>
                  <a:pt x="49101" y="164837"/>
                </a:lnTo>
                <a:lnTo>
                  <a:pt x="49102" y="164837"/>
                </a:lnTo>
                <a:lnTo>
                  <a:pt x="49103" y="164837"/>
                </a:lnTo>
                <a:lnTo>
                  <a:pt x="49104" y="164837"/>
                </a:lnTo>
                <a:lnTo>
                  <a:pt x="49105" y="164837"/>
                </a:lnTo>
                <a:lnTo>
                  <a:pt x="49106" y="164837"/>
                </a:lnTo>
                <a:lnTo>
                  <a:pt x="49107" y="164837"/>
                </a:lnTo>
                <a:lnTo>
                  <a:pt x="49108" y="164837"/>
                </a:lnTo>
                <a:lnTo>
                  <a:pt x="49109" y="164837"/>
                </a:lnTo>
                <a:lnTo>
                  <a:pt x="49110" y="164837"/>
                </a:lnTo>
                <a:lnTo>
                  <a:pt x="49111" y="164837"/>
                </a:lnTo>
                <a:lnTo>
                  <a:pt x="49112" y="164837"/>
                </a:lnTo>
                <a:lnTo>
                  <a:pt x="49113" y="164837"/>
                </a:lnTo>
                <a:lnTo>
                  <a:pt x="49114" y="164837"/>
                </a:lnTo>
                <a:lnTo>
                  <a:pt x="49115" y="164837"/>
                </a:lnTo>
                <a:lnTo>
                  <a:pt x="49116" y="164837"/>
                </a:lnTo>
                <a:lnTo>
                  <a:pt x="49117" y="164837"/>
                </a:lnTo>
                <a:lnTo>
                  <a:pt x="49118" y="164837"/>
                </a:lnTo>
                <a:lnTo>
                  <a:pt x="49119" y="164837"/>
                </a:lnTo>
                <a:lnTo>
                  <a:pt x="49120" y="164837"/>
                </a:lnTo>
                <a:lnTo>
                  <a:pt x="49121" y="164837"/>
                </a:lnTo>
                <a:lnTo>
                  <a:pt x="49122" y="164837"/>
                </a:lnTo>
                <a:lnTo>
                  <a:pt x="49122" y="164837"/>
                </a:lnTo>
                <a:lnTo>
                  <a:pt x="49123" y="164837"/>
                </a:lnTo>
                <a:lnTo>
                  <a:pt x="49124" y="164837"/>
                </a:lnTo>
                <a:lnTo>
                  <a:pt x="49125" y="164837"/>
                </a:lnTo>
                <a:lnTo>
                  <a:pt x="49126" y="164837"/>
                </a:lnTo>
                <a:lnTo>
                  <a:pt x="49127" y="164837"/>
                </a:lnTo>
                <a:lnTo>
                  <a:pt x="49128" y="164837"/>
                </a:lnTo>
                <a:lnTo>
                  <a:pt x="49129" y="164837"/>
                </a:lnTo>
                <a:lnTo>
                  <a:pt x="49130" y="164837"/>
                </a:lnTo>
                <a:lnTo>
                  <a:pt x="49131" y="164837"/>
                </a:lnTo>
                <a:lnTo>
                  <a:pt x="49132" y="164837"/>
                </a:lnTo>
                <a:lnTo>
                  <a:pt x="49133" y="164837"/>
                </a:lnTo>
                <a:lnTo>
                  <a:pt x="49134" y="164837"/>
                </a:lnTo>
                <a:lnTo>
                  <a:pt x="49135" y="164837"/>
                </a:lnTo>
                <a:lnTo>
                  <a:pt x="49136" y="164837"/>
                </a:lnTo>
                <a:lnTo>
                  <a:pt x="49137" y="164837"/>
                </a:lnTo>
                <a:lnTo>
                  <a:pt x="49138" y="164837"/>
                </a:lnTo>
                <a:lnTo>
                  <a:pt x="49139" y="164837"/>
                </a:lnTo>
                <a:lnTo>
                  <a:pt x="49140" y="164837"/>
                </a:lnTo>
                <a:lnTo>
                  <a:pt x="49141" y="164837"/>
                </a:lnTo>
                <a:lnTo>
                  <a:pt x="49142" y="164837"/>
                </a:lnTo>
                <a:lnTo>
                  <a:pt x="49143" y="164837"/>
                </a:lnTo>
                <a:lnTo>
                  <a:pt x="49144" y="164837"/>
                </a:lnTo>
                <a:lnTo>
                  <a:pt x="49145" y="164837"/>
                </a:lnTo>
                <a:lnTo>
                  <a:pt x="49146" y="164837"/>
                </a:lnTo>
                <a:lnTo>
                  <a:pt x="49147" y="164837"/>
                </a:lnTo>
                <a:lnTo>
                  <a:pt x="49147" y="164837"/>
                </a:lnTo>
                <a:lnTo>
                  <a:pt x="49148" y="164837"/>
                </a:lnTo>
                <a:lnTo>
                  <a:pt x="49149" y="164837"/>
                </a:lnTo>
                <a:lnTo>
                  <a:pt x="49150" y="164837"/>
                </a:lnTo>
                <a:lnTo>
                  <a:pt x="49151" y="164837"/>
                </a:lnTo>
                <a:lnTo>
                  <a:pt x="49152" y="164837"/>
                </a:lnTo>
                <a:lnTo>
                  <a:pt x="49153" y="164837"/>
                </a:lnTo>
                <a:lnTo>
                  <a:pt x="49154" y="164837"/>
                </a:lnTo>
                <a:lnTo>
                  <a:pt x="49155" y="164837"/>
                </a:lnTo>
                <a:lnTo>
                  <a:pt x="49156" y="164837"/>
                </a:lnTo>
                <a:lnTo>
                  <a:pt x="49157" y="164837"/>
                </a:lnTo>
                <a:lnTo>
                  <a:pt x="49158" y="164837"/>
                </a:lnTo>
                <a:lnTo>
                  <a:pt x="49159" y="164837"/>
                </a:lnTo>
                <a:lnTo>
                  <a:pt x="49160" y="164837"/>
                </a:lnTo>
                <a:lnTo>
                  <a:pt x="49161" y="164837"/>
                </a:lnTo>
                <a:lnTo>
                  <a:pt x="49162" y="164837"/>
                </a:lnTo>
                <a:lnTo>
                  <a:pt x="49163" y="164837"/>
                </a:lnTo>
                <a:lnTo>
                  <a:pt x="49164" y="164837"/>
                </a:lnTo>
                <a:lnTo>
                  <a:pt x="49165" y="164837"/>
                </a:lnTo>
                <a:lnTo>
                  <a:pt x="49166" y="164837"/>
                </a:lnTo>
                <a:lnTo>
                  <a:pt x="49167" y="164837"/>
                </a:lnTo>
                <a:lnTo>
                  <a:pt x="49168" y="164837"/>
                </a:lnTo>
                <a:lnTo>
                  <a:pt x="49169" y="164837"/>
                </a:lnTo>
                <a:lnTo>
                  <a:pt x="49170" y="164837"/>
                </a:lnTo>
                <a:lnTo>
                  <a:pt x="49171" y="164837"/>
                </a:lnTo>
                <a:lnTo>
                  <a:pt x="49172" y="164837"/>
                </a:lnTo>
                <a:lnTo>
                  <a:pt x="49172" y="164837"/>
                </a:lnTo>
                <a:lnTo>
                  <a:pt x="49173" y="164837"/>
                </a:lnTo>
                <a:lnTo>
                  <a:pt x="49174" y="164837"/>
                </a:lnTo>
                <a:lnTo>
                  <a:pt x="49175" y="164837"/>
                </a:lnTo>
                <a:lnTo>
                  <a:pt x="49176" y="164837"/>
                </a:lnTo>
                <a:lnTo>
                  <a:pt x="49177" y="164837"/>
                </a:lnTo>
                <a:lnTo>
                  <a:pt x="49178" y="164837"/>
                </a:lnTo>
                <a:lnTo>
                  <a:pt x="49179" y="164837"/>
                </a:lnTo>
                <a:lnTo>
                  <a:pt x="49180" y="164837"/>
                </a:lnTo>
                <a:lnTo>
                  <a:pt x="49181" y="164837"/>
                </a:lnTo>
                <a:lnTo>
                  <a:pt x="49182" y="164837"/>
                </a:lnTo>
                <a:lnTo>
                  <a:pt x="49183" y="164837"/>
                </a:lnTo>
                <a:lnTo>
                  <a:pt x="49184" y="164837"/>
                </a:lnTo>
                <a:lnTo>
                  <a:pt x="49185" y="164837"/>
                </a:lnTo>
                <a:lnTo>
                  <a:pt x="49186" y="164837"/>
                </a:lnTo>
                <a:lnTo>
                  <a:pt x="49187" y="164837"/>
                </a:lnTo>
                <a:lnTo>
                  <a:pt x="49188" y="164837"/>
                </a:lnTo>
                <a:lnTo>
                  <a:pt x="49189" y="164837"/>
                </a:lnTo>
                <a:lnTo>
                  <a:pt x="49190" y="164837"/>
                </a:lnTo>
                <a:lnTo>
                  <a:pt x="49191" y="164837"/>
                </a:lnTo>
                <a:lnTo>
                  <a:pt x="49192" y="164837"/>
                </a:lnTo>
                <a:lnTo>
                  <a:pt x="49193" y="164837"/>
                </a:lnTo>
                <a:lnTo>
                  <a:pt x="49194" y="164837"/>
                </a:lnTo>
                <a:lnTo>
                  <a:pt x="49195" y="164837"/>
                </a:lnTo>
                <a:lnTo>
                  <a:pt x="49196" y="164837"/>
                </a:lnTo>
                <a:lnTo>
                  <a:pt x="49197" y="164837"/>
                </a:lnTo>
                <a:lnTo>
                  <a:pt x="49198" y="164837"/>
                </a:lnTo>
                <a:lnTo>
                  <a:pt x="49198" y="164837"/>
                </a:lnTo>
                <a:lnTo>
                  <a:pt x="49199" y="164837"/>
                </a:lnTo>
                <a:lnTo>
                  <a:pt x="49200" y="164837"/>
                </a:lnTo>
                <a:lnTo>
                  <a:pt x="49201" y="164837"/>
                </a:lnTo>
                <a:lnTo>
                  <a:pt x="49202" y="164837"/>
                </a:lnTo>
                <a:lnTo>
                  <a:pt x="49203" y="164837"/>
                </a:lnTo>
                <a:lnTo>
                  <a:pt x="49204" y="164837"/>
                </a:lnTo>
                <a:lnTo>
                  <a:pt x="49205" y="164837"/>
                </a:lnTo>
                <a:lnTo>
                  <a:pt x="49206" y="164837"/>
                </a:lnTo>
                <a:lnTo>
                  <a:pt x="49207" y="164837"/>
                </a:lnTo>
                <a:lnTo>
                  <a:pt x="49208" y="164837"/>
                </a:lnTo>
                <a:lnTo>
                  <a:pt x="49209" y="164837"/>
                </a:lnTo>
                <a:lnTo>
                  <a:pt x="49210" y="164837"/>
                </a:lnTo>
                <a:lnTo>
                  <a:pt x="49211" y="164837"/>
                </a:lnTo>
                <a:lnTo>
                  <a:pt x="49212" y="164837"/>
                </a:lnTo>
                <a:lnTo>
                  <a:pt x="49213" y="164837"/>
                </a:lnTo>
                <a:lnTo>
                  <a:pt x="49214" y="164837"/>
                </a:lnTo>
                <a:lnTo>
                  <a:pt x="49215" y="164837"/>
                </a:lnTo>
                <a:lnTo>
                  <a:pt x="49216" y="164837"/>
                </a:lnTo>
                <a:lnTo>
                  <a:pt x="49217" y="164837"/>
                </a:lnTo>
                <a:lnTo>
                  <a:pt x="49218" y="164837"/>
                </a:lnTo>
                <a:lnTo>
                  <a:pt x="49219" y="164837"/>
                </a:lnTo>
                <a:lnTo>
                  <a:pt x="49220" y="164837"/>
                </a:lnTo>
                <a:lnTo>
                  <a:pt x="49221" y="164837"/>
                </a:lnTo>
                <a:lnTo>
                  <a:pt x="49222" y="164837"/>
                </a:lnTo>
                <a:lnTo>
                  <a:pt x="49223" y="164837"/>
                </a:lnTo>
                <a:lnTo>
                  <a:pt x="49223" y="164837"/>
                </a:lnTo>
                <a:lnTo>
                  <a:pt x="49224" y="164837"/>
                </a:lnTo>
                <a:lnTo>
                  <a:pt x="49225" y="164837"/>
                </a:lnTo>
                <a:lnTo>
                  <a:pt x="49226" y="164837"/>
                </a:lnTo>
                <a:lnTo>
                  <a:pt x="49227" y="164837"/>
                </a:lnTo>
                <a:lnTo>
                  <a:pt x="49228" y="164837"/>
                </a:lnTo>
                <a:lnTo>
                  <a:pt x="49229" y="164837"/>
                </a:lnTo>
                <a:lnTo>
                  <a:pt x="49230" y="164837"/>
                </a:lnTo>
                <a:lnTo>
                  <a:pt x="49231" y="164837"/>
                </a:lnTo>
                <a:lnTo>
                  <a:pt x="49232" y="164837"/>
                </a:lnTo>
                <a:lnTo>
                  <a:pt x="49233" y="164837"/>
                </a:lnTo>
                <a:lnTo>
                  <a:pt x="49234" y="164837"/>
                </a:lnTo>
                <a:lnTo>
                  <a:pt x="49235" y="164837"/>
                </a:lnTo>
                <a:lnTo>
                  <a:pt x="49236" y="164837"/>
                </a:lnTo>
                <a:lnTo>
                  <a:pt x="49237" y="164837"/>
                </a:lnTo>
                <a:lnTo>
                  <a:pt x="49238" y="164837"/>
                </a:lnTo>
                <a:lnTo>
                  <a:pt x="49239" y="164837"/>
                </a:lnTo>
                <a:lnTo>
                  <a:pt x="49240" y="164837"/>
                </a:lnTo>
                <a:lnTo>
                  <a:pt x="49241" y="164837"/>
                </a:lnTo>
                <a:lnTo>
                  <a:pt x="49242" y="164837"/>
                </a:lnTo>
                <a:lnTo>
                  <a:pt x="49243" y="164837"/>
                </a:lnTo>
                <a:lnTo>
                  <a:pt x="49244" y="164837"/>
                </a:lnTo>
                <a:lnTo>
                  <a:pt x="49245" y="164837"/>
                </a:lnTo>
                <a:lnTo>
                  <a:pt x="49246" y="164837"/>
                </a:lnTo>
                <a:lnTo>
                  <a:pt x="49247" y="164837"/>
                </a:lnTo>
                <a:lnTo>
                  <a:pt x="49248" y="164837"/>
                </a:lnTo>
                <a:lnTo>
                  <a:pt x="49249" y="164837"/>
                </a:lnTo>
                <a:lnTo>
                  <a:pt x="49249" y="164837"/>
                </a:lnTo>
                <a:lnTo>
                  <a:pt x="49250" y="164837"/>
                </a:lnTo>
                <a:lnTo>
                  <a:pt x="49251" y="164837"/>
                </a:lnTo>
                <a:lnTo>
                  <a:pt x="49252" y="164837"/>
                </a:lnTo>
                <a:lnTo>
                  <a:pt x="49253" y="164837"/>
                </a:lnTo>
                <a:lnTo>
                  <a:pt x="49254" y="164837"/>
                </a:lnTo>
                <a:lnTo>
                  <a:pt x="49255" y="164837"/>
                </a:lnTo>
                <a:lnTo>
                  <a:pt x="49256" y="164837"/>
                </a:lnTo>
                <a:lnTo>
                  <a:pt x="49257" y="164837"/>
                </a:lnTo>
                <a:lnTo>
                  <a:pt x="49258" y="164837"/>
                </a:lnTo>
                <a:lnTo>
                  <a:pt x="49259" y="164837"/>
                </a:lnTo>
                <a:lnTo>
                  <a:pt x="49260" y="164837"/>
                </a:lnTo>
                <a:lnTo>
                  <a:pt x="49261" y="164837"/>
                </a:lnTo>
                <a:lnTo>
                  <a:pt x="49262" y="164837"/>
                </a:lnTo>
                <a:lnTo>
                  <a:pt x="49263" y="164837"/>
                </a:lnTo>
                <a:lnTo>
                  <a:pt x="49264" y="164837"/>
                </a:lnTo>
                <a:lnTo>
                  <a:pt x="49265" y="164837"/>
                </a:lnTo>
                <a:lnTo>
                  <a:pt x="49266" y="164837"/>
                </a:lnTo>
                <a:lnTo>
                  <a:pt x="49267" y="164837"/>
                </a:lnTo>
                <a:lnTo>
                  <a:pt x="49268" y="164837"/>
                </a:lnTo>
                <a:lnTo>
                  <a:pt x="49269" y="164837"/>
                </a:lnTo>
                <a:lnTo>
                  <a:pt x="49270" y="164837"/>
                </a:lnTo>
                <a:lnTo>
                  <a:pt x="49271" y="164837"/>
                </a:lnTo>
                <a:lnTo>
                  <a:pt x="49272" y="164837"/>
                </a:lnTo>
                <a:lnTo>
                  <a:pt x="49273" y="164837"/>
                </a:lnTo>
                <a:lnTo>
                  <a:pt x="49274" y="164837"/>
                </a:lnTo>
                <a:lnTo>
                  <a:pt x="49275" y="164837"/>
                </a:lnTo>
                <a:lnTo>
                  <a:pt x="49276" y="164837"/>
                </a:lnTo>
                <a:lnTo>
                  <a:pt x="49276" y="164837"/>
                </a:lnTo>
                <a:lnTo>
                  <a:pt x="49277" y="164837"/>
                </a:lnTo>
                <a:lnTo>
                  <a:pt x="49278" y="164837"/>
                </a:lnTo>
                <a:lnTo>
                  <a:pt x="49279" y="164837"/>
                </a:lnTo>
                <a:lnTo>
                  <a:pt x="49280" y="164837"/>
                </a:lnTo>
                <a:lnTo>
                  <a:pt x="49281" y="164837"/>
                </a:lnTo>
                <a:lnTo>
                  <a:pt x="49282" y="164837"/>
                </a:lnTo>
                <a:lnTo>
                  <a:pt x="49283" y="164837"/>
                </a:lnTo>
                <a:lnTo>
                  <a:pt x="49284" y="164837"/>
                </a:lnTo>
                <a:lnTo>
                  <a:pt x="49285" y="164837"/>
                </a:lnTo>
                <a:lnTo>
                  <a:pt x="49286" y="164837"/>
                </a:lnTo>
                <a:lnTo>
                  <a:pt x="49287" y="164837"/>
                </a:lnTo>
                <a:lnTo>
                  <a:pt x="49288" y="164837"/>
                </a:lnTo>
                <a:lnTo>
                  <a:pt x="49289" y="164837"/>
                </a:lnTo>
                <a:lnTo>
                  <a:pt x="49290" y="164837"/>
                </a:lnTo>
                <a:lnTo>
                  <a:pt x="49291" y="164837"/>
                </a:lnTo>
                <a:lnTo>
                  <a:pt x="49292" y="164837"/>
                </a:lnTo>
                <a:lnTo>
                  <a:pt x="49293" y="164837"/>
                </a:lnTo>
                <a:lnTo>
                  <a:pt x="49294" y="164837"/>
                </a:lnTo>
                <a:lnTo>
                  <a:pt x="49295" y="164837"/>
                </a:lnTo>
                <a:lnTo>
                  <a:pt x="49296" y="164837"/>
                </a:lnTo>
                <a:lnTo>
                  <a:pt x="49297" y="164837"/>
                </a:lnTo>
                <a:lnTo>
                  <a:pt x="49298" y="164837"/>
                </a:lnTo>
                <a:lnTo>
                  <a:pt x="49299" y="164837"/>
                </a:lnTo>
                <a:lnTo>
                  <a:pt x="49300" y="164837"/>
                </a:lnTo>
                <a:lnTo>
                  <a:pt x="49301" y="164837"/>
                </a:lnTo>
                <a:lnTo>
                  <a:pt x="49302" y="164837"/>
                </a:lnTo>
                <a:lnTo>
                  <a:pt x="49302" y="164837"/>
                </a:lnTo>
                <a:lnTo>
                  <a:pt x="49303" y="164837"/>
                </a:lnTo>
                <a:lnTo>
                  <a:pt x="49304" y="164837"/>
                </a:lnTo>
                <a:lnTo>
                  <a:pt x="49305" y="164837"/>
                </a:lnTo>
                <a:lnTo>
                  <a:pt x="49306" y="164837"/>
                </a:lnTo>
                <a:lnTo>
                  <a:pt x="49307" y="164837"/>
                </a:lnTo>
                <a:lnTo>
                  <a:pt x="49308" y="164837"/>
                </a:lnTo>
                <a:lnTo>
                  <a:pt x="49309" y="164837"/>
                </a:lnTo>
                <a:lnTo>
                  <a:pt x="49310" y="164837"/>
                </a:lnTo>
                <a:lnTo>
                  <a:pt x="49311" y="164837"/>
                </a:lnTo>
                <a:lnTo>
                  <a:pt x="49312" y="164837"/>
                </a:lnTo>
                <a:lnTo>
                  <a:pt x="49313" y="164837"/>
                </a:lnTo>
                <a:lnTo>
                  <a:pt x="49314" y="164837"/>
                </a:lnTo>
                <a:lnTo>
                  <a:pt x="49315" y="164837"/>
                </a:lnTo>
                <a:lnTo>
                  <a:pt x="49316" y="164837"/>
                </a:lnTo>
                <a:lnTo>
                  <a:pt x="49317" y="164837"/>
                </a:lnTo>
                <a:lnTo>
                  <a:pt x="49318" y="164837"/>
                </a:lnTo>
                <a:lnTo>
                  <a:pt x="49319" y="164837"/>
                </a:lnTo>
                <a:lnTo>
                  <a:pt x="49320" y="164837"/>
                </a:lnTo>
                <a:lnTo>
                  <a:pt x="49321" y="164837"/>
                </a:lnTo>
                <a:lnTo>
                  <a:pt x="49322" y="164837"/>
                </a:lnTo>
                <a:lnTo>
                  <a:pt x="49323" y="164837"/>
                </a:lnTo>
                <a:lnTo>
                  <a:pt x="49324" y="164837"/>
                </a:lnTo>
                <a:lnTo>
                  <a:pt x="49325" y="164837"/>
                </a:lnTo>
                <a:lnTo>
                  <a:pt x="49326" y="164837"/>
                </a:lnTo>
                <a:lnTo>
                  <a:pt x="49327" y="164837"/>
                </a:lnTo>
                <a:lnTo>
                  <a:pt x="49328" y="164837"/>
                </a:lnTo>
                <a:lnTo>
                  <a:pt x="49329" y="164837"/>
                </a:lnTo>
                <a:lnTo>
                  <a:pt x="49330" y="164837"/>
                </a:lnTo>
                <a:lnTo>
                  <a:pt x="49330" y="164837"/>
                </a:lnTo>
                <a:lnTo>
                  <a:pt x="49331" y="164837"/>
                </a:lnTo>
                <a:lnTo>
                  <a:pt x="49332" y="164837"/>
                </a:lnTo>
                <a:lnTo>
                  <a:pt x="49333" y="164837"/>
                </a:lnTo>
                <a:lnTo>
                  <a:pt x="49334" y="164837"/>
                </a:lnTo>
                <a:lnTo>
                  <a:pt x="49335" y="164837"/>
                </a:lnTo>
                <a:lnTo>
                  <a:pt x="49336" y="164837"/>
                </a:lnTo>
                <a:lnTo>
                  <a:pt x="49337" y="164837"/>
                </a:lnTo>
                <a:lnTo>
                  <a:pt x="49338" y="164837"/>
                </a:lnTo>
                <a:lnTo>
                  <a:pt x="49339" y="164837"/>
                </a:lnTo>
                <a:lnTo>
                  <a:pt x="49340" y="164837"/>
                </a:lnTo>
                <a:lnTo>
                  <a:pt x="49341" y="164837"/>
                </a:lnTo>
                <a:lnTo>
                  <a:pt x="49342" y="164837"/>
                </a:lnTo>
                <a:lnTo>
                  <a:pt x="49343" y="164837"/>
                </a:lnTo>
                <a:lnTo>
                  <a:pt x="49344" y="164837"/>
                </a:lnTo>
                <a:lnTo>
                  <a:pt x="49345" y="164837"/>
                </a:lnTo>
                <a:lnTo>
                  <a:pt x="49346" y="164837"/>
                </a:lnTo>
                <a:lnTo>
                  <a:pt x="49347" y="164837"/>
                </a:lnTo>
                <a:lnTo>
                  <a:pt x="49348" y="164837"/>
                </a:lnTo>
                <a:lnTo>
                  <a:pt x="49349" y="164837"/>
                </a:lnTo>
                <a:lnTo>
                  <a:pt x="49350" y="164837"/>
                </a:lnTo>
                <a:lnTo>
                  <a:pt x="49351" y="164837"/>
                </a:lnTo>
                <a:lnTo>
                  <a:pt x="49352" y="164837"/>
                </a:lnTo>
                <a:lnTo>
                  <a:pt x="49353" y="164837"/>
                </a:lnTo>
                <a:lnTo>
                  <a:pt x="49354" y="164837"/>
                </a:lnTo>
                <a:lnTo>
                  <a:pt x="49355" y="164837"/>
                </a:lnTo>
                <a:lnTo>
                  <a:pt x="49356" y="164837"/>
                </a:lnTo>
                <a:lnTo>
                  <a:pt x="49357" y="164837"/>
                </a:lnTo>
                <a:lnTo>
                  <a:pt x="49357" y="164837"/>
                </a:lnTo>
                <a:lnTo>
                  <a:pt x="49358" y="164837"/>
                </a:lnTo>
                <a:lnTo>
                  <a:pt x="49359" y="164837"/>
                </a:lnTo>
                <a:lnTo>
                  <a:pt x="49360" y="164837"/>
                </a:lnTo>
                <a:lnTo>
                  <a:pt x="49361" y="164837"/>
                </a:lnTo>
                <a:lnTo>
                  <a:pt x="49362" y="164837"/>
                </a:lnTo>
                <a:lnTo>
                  <a:pt x="49363" y="164837"/>
                </a:lnTo>
                <a:lnTo>
                  <a:pt x="49364" y="164837"/>
                </a:lnTo>
                <a:lnTo>
                  <a:pt x="49365" y="164837"/>
                </a:lnTo>
                <a:lnTo>
                  <a:pt x="49366" y="164837"/>
                </a:lnTo>
                <a:lnTo>
                  <a:pt x="49367" y="164837"/>
                </a:lnTo>
                <a:lnTo>
                  <a:pt x="49368" y="164837"/>
                </a:lnTo>
                <a:lnTo>
                  <a:pt x="49369" y="164837"/>
                </a:lnTo>
                <a:lnTo>
                  <a:pt x="49370" y="164837"/>
                </a:lnTo>
                <a:lnTo>
                  <a:pt x="49371" y="164837"/>
                </a:lnTo>
                <a:lnTo>
                  <a:pt x="49372" y="164837"/>
                </a:lnTo>
                <a:lnTo>
                  <a:pt x="49373" y="164837"/>
                </a:lnTo>
                <a:lnTo>
                  <a:pt x="49374" y="164837"/>
                </a:lnTo>
                <a:lnTo>
                  <a:pt x="49375" y="164837"/>
                </a:lnTo>
                <a:lnTo>
                  <a:pt x="49376" y="164837"/>
                </a:lnTo>
                <a:lnTo>
                  <a:pt x="49377" y="164837"/>
                </a:lnTo>
                <a:lnTo>
                  <a:pt x="49378" y="164837"/>
                </a:lnTo>
                <a:lnTo>
                  <a:pt x="49379" y="164837"/>
                </a:lnTo>
                <a:lnTo>
                  <a:pt x="49380" y="164837"/>
                </a:lnTo>
                <a:lnTo>
                  <a:pt x="49381" y="164837"/>
                </a:lnTo>
                <a:lnTo>
                  <a:pt x="49382" y="164837"/>
                </a:lnTo>
                <a:lnTo>
                  <a:pt x="49383" y="164837"/>
                </a:lnTo>
                <a:lnTo>
                  <a:pt x="49384" y="164837"/>
                </a:lnTo>
                <a:lnTo>
                  <a:pt x="49385" y="164837"/>
                </a:lnTo>
                <a:lnTo>
                  <a:pt x="49385" y="164837"/>
                </a:lnTo>
                <a:lnTo>
                  <a:pt x="49386" y="164837"/>
                </a:lnTo>
                <a:lnTo>
                  <a:pt x="49387" y="164837"/>
                </a:lnTo>
                <a:lnTo>
                  <a:pt x="49388" y="164837"/>
                </a:lnTo>
                <a:lnTo>
                  <a:pt x="49389" y="164837"/>
                </a:lnTo>
                <a:lnTo>
                  <a:pt x="49390" y="164837"/>
                </a:lnTo>
                <a:lnTo>
                  <a:pt x="49391" y="164837"/>
                </a:lnTo>
                <a:lnTo>
                  <a:pt x="49392" y="164837"/>
                </a:lnTo>
                <a:lnTo>
                  <a:pt x="49393" y="164837"/>
                </a:lnTo>
                <a:lnTo>
                  <a:pt x="49394" y="164837"/>
                </a:lnTo>
                <a:lnTo>
                  <a:pt x="49395" y="164837"/>
                </a:lnTo>
                <a:lnTo>
                  <a:pt x="49396" y="164837"/>
                </a:lnTo>
                <a:lnTo>
                  <a:pt x="49397" y="164837"/>
                </a:lnTo>
                <a:lnTo>
                  <a:pt x="49398" y="164837"/>
                </a:lnTo>
                <a:lnTo>
                  <a:pt x="49399" y="164837"/>
                </a:lnTo>
                <a:lnTo>
                  <a:pt x="49400" y="164837"/>
                </a:lnTo>
                <a:lnTo>
                  <a:pt x="49401" y="164837"/>
                </a:lnTo>
                <a:lnTo>
                  <a:pt x="49402" y="164837"/>
                </a:lnTo>
                <a:lnTo>
                  <a:pt x="49403" y="164837"/>
                </a:lnTo>
                <a:lnTo>
                  <a:pt x="49404" y="164837"/>
                </a:lnTo>
                <a:lnTo>
                  <a:pt x="49405" y="164837"/>
                </a:lnTo>
                <a:lnTo>
                  <a:pt x="49406" y="164837"/>
                </a:lnTo>
                <a:lnTo>
                  <a:pt x="49407" y="164837"/>
                </a:lnTo>
                <a:lnTo>
                  <a:pt x="49408" y="164837"/>
                </a:lnTo>
                <a:lnTo>
                  <a:pt x="49409" y="164837"/>
                </a:lnTo>
                <a:lnTo>
                  <a:pt x="49410" y="164837"/>
                </a:lnTo>
                <a:lnTo>
                  <a:pt x="49411" y="164837"/>
                </a:lnTo>
                <a:lnTo>
                  <a:pt x="49412" y="164837"/>
                </a:lnTo>
                <a:lnTo>
                  <a:pt x="49413" y="164837"/>
                </a:lnTo>
                <a:lnTo>
                  <a:pt x="49413" y="164837"/>
                </a:lnTo>
                <a:lnTo>
                  <a:pt x="49414" y="164837"/>
                </a:lnTo>
                <a:lnTo>
                  <a:pt x="49415" y="164837"/>
                </a:lnTo>
                <a:lnTo>
                  <a:pt x="49416" y="164837"/>
                </a:lnTo>
                <a:lnTo>
                  <a:pt x="49417" y="164837"/>
                </a:lnTo>
                <a:lnTo>
                  <a:pt x="49418" y="164837"/>
                </a:lnTo>
                <a:lnTo>
                  <a:pt x="49419" y="164837"/>
                </a:lnTo>
                <a:lnTo>
                  <a:pt x="49420" y="164837"/>
                </a:lnTo>
                <a:lnTo>
                  <a:pt x="49421" y="164837"/>
                </a:lnTo>
                <a:lnTo>
                  <a:pt x="49422" y="164837"/>
                </a:lnTo>
                <a:lnTo>
                  <a:pt x="49423" y="164837"/>
                </a:lnTo>
                <a:lnTo>
                  <a:pt x="49424" y="164837"/>
                </a:lnTo>
                <a:lnTo>
                  <a:pt x="49425" y="164837"/>
                </a:lnTo>
                <a:lnTo>
                  <a:pt x="49426" y="164837"/>
                </a:lnTo>
                <a:lnTo>
                  <a:pt x="49427" y="164837"/>
                </a:lnTo>
                <a:lnTo>
                  <a:pt x="49428" y="164837"/>
                </a:lnTo>
                <a:lnTo>
                  <a:pt x="49429" y="164837"/>
                </a:lnTo>
                <a:lnTo>
                  <a:pt x="49430" y="164837"/>
                </a:lnTo>
                <a:lnTo>
                  <a:pt x="49431" y="164837"/>
                </a:lnTo>
                <a:lnTo>
                  <a:pt x="49432" y="164837"/>
                </a:lnTo>
                <a:lnTo>
                  <a:pt x="49433" y="164837"/>
                </a:lnTo>
                <a:lnTo>
                  <a:pt x="49434" y="164837"/>
                </a:lnTo>
                <a:lnTo>
                  <a:pt x="49435" y="164837"/>
                </a:lnTo>
                <a:lnTo>
                  <a:pt x="49436" y="164837"/>
                </a:lnTo>
                <a:lnTo>
                  <a:pt x="49437" y="164837"/>
                </a:lnTo>
                <a:lnTo>
                  <a:pt x="49438" y="164837"/>
                </a:lnTo>
                <a:lnTo>
                  <a:pt x="49439" y="164837"/>
                </a:lnTo>
                <a:lnTo>
                  <a:pt x="49440" y="164837"/>
                </a:lnTo>
                <a:lnTo>
                  <a:pt x="49441" y="164837"/>
                </a:lnTo>
                <a:lnTo>
                  <a:pt x="49442" y="164837"/>
                </a:lnTo>
                <a:lnTo>
                  <a:pt x="49442" y="164837"/>
                </a:lnTo>
                <a:lnTo>
                  <a:pt x="49443" y="164837"/>
                </a:lnTo>
                <a:lnTo>
                  <a:pt x="49444" y="164837"/>
                </a:lnTo>
                <a:lnTo>
                  <a:pt x="49445" y="164837"/>
                </a:lnTo>
                <a:lnTo>
                  <a:pt x="49446" y="164837"/>
                </a:lnTo>
                <a:lnTo>
                  <a:pt x="49447" y="164837"/>
                </a:lnTo>
                <a:lnTo>
                  <a:pt x="49448" y="164837"/>
                </a:lnTo>
                <a:lnTo>
                  <a:pt x="49449" y="164837"/>
                </a:lnTo>
                <a:lnTo>
                  <a:pt x="49450" y="164837"/>
                </a:lnTo>
                <a:lnTo>
                  <a:pt x="49451" y="164837"/>
                </a:lnTo>
                <a:lnTo>
                  <a:pt x="49452" y="164837"/>
                </a:lnTo>
                <a:lnTo>
                  <a:pt x="49453" y="164837"/>
                </a:lnTo>
                <a:lnTo>
                  <a:pt x="49454" y="164837"/>
                </a:lnTo>
                <a:lnTo>
                  <a:pt x="49455" y="164837"/>
                </a:lnTo>
                <a:lnTo>
                  <a:pt x="49456" y="164837"/>
                </a:lnTo>
                <a:lnTo>
                  <a:pt x="49457" y="164837"/>
                </a:lnTo>
                <a:lnTo>
                  <a:pt x="49458" y="164837"/>
                </a:lnTo>
                <a:lnTo>
                  <a:pt x="49459" y="164837"/>
                </a:lnTo>
                <a:lnTo>
                  <a:pt x="49460" y="164837"/>
                </a:lnTo>
                <a:lnTo>
                  <a:pt x="49461" y="164837"/>
                </a:lnTo>
                <a:lnTo>
                  <a:pt x="49462" y="164837"/>
                </a:lnTo>
                <a:lnTo>
                  <a:pt x="49463" y="164837"/>
                </a:lnTo>
                <a:lnTo>
                  <a:pt x="49464" y="164837"/>
                </a:lnTo>
                <a:lnTo>
                  <a:pt x="49465" y="164837"/>
                </a:lnTo>
                <a:lnTo>
                  <a:pt x="49466" y="164837"/>
                </a:lnTo>
                <a:lnTo>
                  <a:pt x="49467" y="164837"/>
                </a:lnTo>
                <a:lnTo>
                  <a:pt x="49468" y="164837"/>
                </a:lnTo>
                <a:lnTo>
                  <a:pt x="49469" y="164837"/>
                </a:lnTo>
                <a:lnTo>
                  <a:pt x="49470" y="164837"/>
                </a:lnTo>
                <a:lnTo>
                  <a:pt x="49471" y="164837"/>
                </a:lnTo>
                <a:lnTo>
                  <a:pt x="49471" y="164837"/>
                </a:lnTo>
                <a:lnTo>
                  <a:pt x="49472" y="164837"/>
                </a:lnTo>
                <a:lnTo>
                  <a:pt x="49473" y="164837"/>
                </a:lnTo>
                <a:lnTo>
                  <a:pt x="49474" y="164837"/>
                </a:lnTo>
                <a:lnTo>
                  <a:pt x="49475" y="164837"/>
                </a:lnTo>
                <a:lnTo>
                  <a:pt x="49476" y="164837"/>
                </a:lnTo>
                <a:lnTo>
                  <a:pt x="49477" y="164837"/>
                </a:lnTo>
                <a:lnTo>
                  <a:pt x="49478" y="164837"/>
                </a:lnTo>
                <a:lnTo>
                  <a:pt x="49479" y="164837"/>
                </a:lnTo>
                <a:lnTo>
                  <a:pt x="49480" y="164837"/>
                </a:lnTo>
                <a:lnTo>
                  <a:pt x="49481" y="164837"/>
                </a:lnTo>
                <a:lnTo>
                  <a:pt x="49482" y="164837"/>
                </a:lnTo>
                <a:lnTo>
                  <a:pt x="49483" y="164837"/>
                </a:lnTo>
                <a:lnTo>
                  <a:pt x="49484" y="164837"/>
                </a:lnTo>
                <a:lnTo>
                  <a:pt x="49485" y="164837"/>
                </a:lnTo>
                <a:lnTo>
                  <a:pt x="49486" y="164837"/>
                </a:lnTo>
                <a:lnTo>
                  <a:pt x="49487" y="164837"/>
                </a:lnTo>
                <a:lnTo>
                  <a:pt x="49488" y="164837"/>
                </a:lnTo>
                <a:lnTo>
                  <a:pt x="49489" y="164837"/>
                </a:lnTo>
                <a:lnTo>
                  <a:pt x="49490" y="164837"/>
                </a:lnTo>
                <a:lnTo>
                  <a:pt x="49491" y="164837"/>
                </a:lnTo>
                <a:lnTo>
                  <a:pt x="49492" y="164837"/>
                </a:lnTo>
                <a:lnTo>
                  <a:pt x="49493" y="164837"/>
                </a:lnTo>
                <a:lnTo>
                  <a:pt x="49494" y="164837"/>
                </a:lnTo>
                <a:lnTo>
                  <a:pt x="49495" y="164837"/>
                </a:lnTo>
                <a:lnTo>
                  <a:pt x="49496" y="164837"/>
                </a:lnTo>
                <a:lnTo>
                  <a:pt x="49497" y="164837"/>
                </a:lnTo>
                <a:lnTo>
                  <a:pt x="49498" y="164837"/>
                </a:lnTo>
                <a:lnTo>
                  <a:pt x="49499" y="164837"/>
                </a:lnTo>
                <a:lnTo>
                  <a:pt x="49500" y="164837"/>
                </a:lnTo>
                <a:lnTo>
                  <a:pt x="49500" y="164837"/>
                </a:lnTo>
                <a:lnTo>
                  <a:pt x="49501" y="164837"/>
                </a:lnTo>
                <a:lnTo>
                  <a:pt x="49502" y="164837"/>
                </a:lnTo>
                <a:lnTo>
                  <a:pt x="49503" y="164837"/>
                </a:lnTo>
                <a:lnTo>
                  <a:pt x="49504" y="164837"/>
                </a:lnTo>
                <a:lnTo>
                  <a:pt x="49505" y="164837"/>
                </a:lnTo>
                <a:lnTo>
                  <a:pt x="49506" y="164837"/>
                </a:lnTo>
                <a:lnTo>
                  <a:pt x="49507" y="164837"/>
                </a:lnTo>
                <a:lnTo>
                  <a:pt x="49508" y="164837"/>
                </a:lnTo>
                <a:lnTo>
                  <a:pt x="49509" y="164837"/>
                </a:lnTo>
                <a:lnTo>
                  <a:pt x="49510" y="164837"/>
                </a:lnTo>
                <a:lnTo>
                  <a:pt x="49511" y="164837"/>
                </a:lnTo>
                <a:lnTo>
                  <a:pt x="49512" y="164837"/>
                </a:lnTo>
                <a:lnTo>
                  <a:pt x="49513" y="164837"/>
                </a:lnTo>
                <a:lnTo>
                  <a:pt x="49514" y="164837"/>
                </a:lnTo>
                <a:lnTo>
                  <a:pt x="49515" y="164837"/>
                </a:lnTo>
                <a:lnTo>
                  <a:pt x="49516" y="164837"/>
                </a:lnTo>
                <a:lnTo>
                  <a:pt x="49517" y="164837"/>
                </a:lnTo>
                <a:lnTo>
                  <a:pt x="49518" y="164837"/>
                </a:lnTo>
                <a:lnTo>
                  <a:pt x="49519" y="164837"/>
                </a:lnTo>
                <a:lnTo>
                  <a:pt x="49520" y="164837"/>
                </a:lnTo>
                <a:lnTo>
                  <a:pt x="49521" y="164837"/>
                </a:lnTo>
                <a:lnTo>
                  <a:pt x="49522" y="164837"/>
                </a:lnTo>
                <a:lnTo>
                  <a:pt x="49523" y="164837"/>
                </a:lnTo>
                <a:lnTo>
                  <a:pt x="49524" y="164837"/>
                </a:lnTo>
                <a:lnTo>
                  <a:pt x="49525" y="164837"/>
                </a:lnTo>
                <a:lnTo>
                  <a:pt x="49526" y="164837"/>
                </a:lnTo>
                <a:lnTo>
                  <a:pt x="49527" y="164837"/>
                </a:lnTo>
                <a:lnTo>
                  <a:pt x="49528" y="164837"/>
                </a:lnTo>
                <a:lnTo>
                  <a:pt x="49529" y="164837"/>
                </a:lnTo>
                <a:lnTo>
                  <a:pt x="49530" y="164837"/>
                </a:lnTo>
                <a:lnTo>
                  <a:pt x="49530" y="164837"/>
                </a:lnTo>
                <a:lnTo>
                  <a:pt x="49531" y="164837"/>
                </a:lnTo>
                <a:lnTo>
                  <a:pt x="49532" y="164837"/>
                </a:lnTo>
                <a:lnTo>
                  <a:pt x="49533" y="164837"/>
                </a:lnTo>
                <a:lnTo>
                  <a:pt x="49534" y="164837"/>
                </a:lnTo>
                <a:lnTo>
                  <a:pt x="49535" y="164837"/>
                </a:lnTo>
                <a:lnTo>
                  <a:pt x="49536" y="164837"/>
                </a:lnTo>
                <a:lnTo>
                  <a:pt x="49537" y="164837"/>
                </a:lnTo>
                <a:lnTo>
                  <a:pt x="49538" y="164837"/>
                </a:lnTo>
                <a:lnTo>
                  <a:pt x="49539" y="164837"/>
                </a:lnTo>
                <a:lnTo>
                  <a:pt x="49540" y="164837"/>
                </a:lnTo>
                <a:lnTo>
                  <a:pt x="49541" y="164837"/>
                </a:lnTo>
                <a:lnTo>
                  <a:pt x="49542" y="164837"/>
                </a:lnTo>
                <a:lnTo>
                  <a:pt x="49543" y="164837"/>
                </a:lnTo>
                <a:lnTo>
                  <a:pt x="49544" y="164837"/>
                </a:lnTo>
                <a:lnTo>
                  <a:pt x="49545" y="164837"/>
                </a:lnTo>
                <a:lnTo>
                  <a:pt x="49546" y="164837"/>
                </a:lnTo>
                <a:lnTo>
                  <a:pt x="49547" y="164837"/>
                </a:lnTo>
                <a:lnTo>
                  <a:pt x="49548" y="164837"/>
                </a:lnTo>
                <a:lnTo>
                  <a:pt x="49549" y="164837"/>
                </a:lnTo>
                <a:lnTo>
                  <a:pt x="49550" y="164837"/>
                </a:lnTo>
                <a:lnTo>
                  <a:pt x="49551" y="164837"/>
                </a:lnTo>
                <a:lnTo>
                  <a:pt x="49552" y="164837"/>
                </a:lnTo>
                <a:lnTo>
                  <a:pt x="49553" y="164837"/>
                </a:lnTo>
                <a:lnTo>
                  <a:pt x="49554" y="164837"/>
                </a:lnTo>
                <a:lnTo>
                  <a:pt x="49555" y="164837"/>
                </a:lnTo>
                <a:lnTo>
                  <a:pt x="49556" y="164837"/>
                </a:lnTo>
                <a:lnTo>
                  <a:pt x="49557" y="164837"/>
                </a:lnTo>
                <a:lnTo>
                  <a:pt x="49558" y="164837"/>
                </a:lnTo>
                <a:lnTo>
                  <a:pt x="49559" y="164837"/>
                </a:lnTo>
                <a:lnTo>
                  <a:pt x="49560" y="164837"/>
                </a:lnTo>
                <a:lnTo>
                  <a:pt x="49561" y="164837"/>
                </a:lnTo>
                <a:lnTo>
                  <a:pt x="49561" y="164837"/>
                </a:lnTo>
                <a:lnTo>
                  <a:pt x="49562" y="164837"/>
                </a:lnTo>
                <a:lnTo>
                  <a:pt x="49563" y="164837"/>
                </a:lnTo>
                <a:lnTo>
                  <a:pt x="49564" y="164837"/>
                </a:lnTo>
                <a:lnTo>
                  <a:pt x="49565" y="164837"/>
                </a:lnTo>
                <a:lnTo>
                  <a:pt x="49566" y="164837"/>
                </a:lnTo>
                <a:lnTo>
                  <a:pt x="49567" y="164837"/>
                </a:lnTo>
                <a:lnTo>
                  <a:pt x="49568" y="164837"/>
                </a:lnTo>
                <a:lnTo>
                  <a:pt x="49569" y="164837"/>
                </a:lnTo>
                <a:lnTo>
                  <a:pt x="49570" y="164837"/>
                </a:lnTo>
                <a:lnTo>
                  <a:pt x="49571" y="164837"/>
                </a:lnTo>
                <a:lnTo>
                  <a:pt x="49572" y="164837"/>
                </a:lnTo>
                <a:lnTo>
                  <a:pt x="49573" y="164837"/>
                </a:lnTo>
                <a:lnTo>
                  <a:pt x="49574" y="164837"/>
                </a:lnTo>
                <a:lnTo>
                  <a:pt x="49575" y="164837"/>
                </a:lnTo>
                <a:lnTo>
                  <a:pt x="49576" y="164837"/>
                </a:lnTo>
                <a:lnTo>
                  <a:pt x="49577" y="164837"/>
                </a:lnTo>
                <a:lnTo>
                  <a:pt x="49578" y="164837"/>
                </a:lnTo>
                <a:lnTo>
                  <a:pt x="49579" y="164837"/>
                </a:lnTo>
                <a:lnTo>
                  <a:pt x="49580" y="164837"/>
                </a:lnTo>
                <a:lnTo>
                  <a:pt x="49581" y="164837"/>
                </a:lnTo>
                <a:lnTo>
                  <a:pt x="49582" y="164837"/>
                </a:lnTo>
                <a:lnTo>
                  <a:pt x="49583" y="164837"/>
                </a:lnTo>
                <a:lnTo>
                  <a:pt x="49584" y="164837"/>
                </a:lnTo>
                <a:lnTo>
                  <a:pt x="49585" y="164837"/>
                </a:lnTo>
                <a:lnTo>
                  <a:pt x="49586" y="164837"/>
                </a:lnTo>
                <a:lnTo>
                  <a:pt x="49587" y="164837"/>
                </a:lnTo>
                <a:lnTo>
                  <a:pt x="49588" y="164837"/>
                </a:lnTo>
                <a:lnTo>
                  <a:pt x="49589" y="164837"/>
                </a:lnTo>
                <a:lnTo>
                  <a:pt x="49590" y="164837"/>
                </a:lnTo>
                <a:lnTo>
                  <a:pt x="49591" y="164837"/>
                </a:lnTo>
                <a:lnTo>
                  <a:pt x="49592" y="164837"/>
                </a:lnTo>
                <a:lnTo>
                  <a:pt x="49592" y="164837"/>
                </a:lnTo>
                <a:lnTo>
                  <a:pt x="49593" y="164837"/>
                </a:lnTo>
                <a:lnTo>
                  <a:pt x="49594" y="164837"/>
                </a:lnTo>
                <a:lnTo>
                  <a:pt x="49595" y="164837"/>
                </a:lnTo>
                <a:lnTo>
                  <a:pt x="49596" y="164837"/>
                </a:lnTo>
                <a:lnTo>
                  <a:pt x="49597" y="164837"/>
                </a:lnTo>
                <a:lnTo>
                  <a:pt x="49598" y="164837"/>
                </a:lnTo>
                <a:lnTo>
                  <a:pt x="49599" y="164837"/>
                </a:lnTo>
                <a:lnTo>
                  <a:pt x="49600" y="164837"/>
                </a:lnTo>
                <a:lnTo>
                  <a:pt x="49601" y="164837"/>
                </a:lnTo>
                <a:lnTo>
                  <a:pt x="49602" y="164837"/>
                </a:lnTo>
                <a:lnTo>
                  <a:pt x="49603" y="164837"/>
                </a:lnTo>
                <a:lnTo>
                  <a:pt x="49604" y="164837"/>
                </a:lnTo>
                <a:lnTo>
                  <a:pt x="49605" y="164837"/>
                </a:lnTo>
                <a:lnTo>
                  <a:pt x="49606" y="164837"/>
                </a:lnTo>
                <a:lnTo>
                  <a:pt x="49607" y="164837"/>
                </a:lnTo>
                <a:lnTo>
                  <a:pt x="49608" y="164837"/>
                </a:lnTo>
                <a:lnTo>
                  <a:pt x="49609" y="164837"/>
                </a:lnTo>
                <a:lnTo>
                  <a:pt x="49610" y="164837"/>
                </a:lnTo>
                <a:lnTo>
                  <a:pt x="49611" y="164837"/>
                </a:lnTo>
                <a:lnTo>
                  <a:pt x="49612" y="164837"/>
                </a:lnTo>
                <a:lnTo>
                  <a:pt x="49613" y="164837"/>
                </a:lnTo>
                <a:lnTo>
                  <a:pt x="49614" y="164837"/>
                </a:lnTo>
                <a:lnTo>
                  <a:pt x="49615" y="164837"/>
                </a:lnTo>
                <a:lnTo>
                  <a:pt x="49616" y="164837"/>
                </a:lnTo>
                <a:lnTo>
                  <a:pt x="49617" y="164837"/>
                </a:lnTo>
                <a:lnTo>
                  <a:pt x="49618" y="164837"/>
                </a:lnTo>
                <a:lnTo>
                  <a:pt x="49619" y="164837"/>
                </a:lnTo>
                <a:lnTo>
                  <a:pt x="49620" y="164837"/>
                </a:lnTo>
                <a:lnTo>
                  <a:pt x="49621" y="164837"/>
                </a:lnTo>
                <a:lnTo>
                  <a:pt x="49622" y="164837"/>
                </a:lnTo>
                <a:lnTo>
                  <a:pt x="49623" y="164837"/>
                </a:lnTo>
                <a:lnTo>
                  <a:pt x="49624" y="164837"/>
                </a:lnTo>
                <a:lnTo>
                  <a:pt x="49624" y="164837"/>
                </a:lnTo>
                <a:lnTo>
                  <a:pt x="49625" y="164837"/>
                </a:lnTo>
                <a:lnTo>
                  <a:pt x="49626" y="164837"/>
                </a:lnTo>
                <a:lnTo>
                  <a:pt x="49627" y="164837"/>
                </a:lnTo>
                <a:lnTo>
                  <a:pt x="49628" y="164837"/>
                </a:lnTo>
                <a:lnTo>
                  <a:pt x="49629" y="164837"/>
                </a:lnTo>
                <a:lnTo>
                  <a:pt x="49630" y="164837"/>
                </a:lnTo>
                <a:lnTo>
                  <a:pt x="49631" y="164837"/>
                </a:lnTo>
                <a:lnTo>
                  <a:pt x="49632" y="164837"/>
                </a:lnTo>
                <a:lnTo>
                  <a:pt x="49633" y="164837"/>
                </a:lnTo>
                <a:lnTo>
                  <a:pt x="49634" y="164837"/>
                </a:lnTo>
                <a:lnTo>
                  <a:pt x="49635" y="164837"/>
                </a:lnTo>
                <a:lnTo>
                  <a:pt x="49636" y="164837"/>
                </a:lnTo>
                <a:lnTo>
                  <a:pt x="49637" y="164837"/>
                </a:lnTo>
                <a:lnTo>
                  <a:pt x="49638" y="164837"/>
                </a:lnTo>
                <a:lnTo>
                  <a:pt x="49639" y="164837"/>
                </a:lnTo>
                <a:lnTo>
                  <a:pt x="49640" y="164837"/>
                </a:lnTo>
                <a:lnTo>
                  <a:pt x="49641" y="164837"/>
                </a:lnTo>
                <a:lnTo>
                  <a:pt x="49642" y="164837"/>
                </a:lnTo>
                <a:lnTo>
                  <a:pt x="49643" y="164837"/>
                </a:lnTo>
                <a:lnTo>
                  <a:pt x="49644" y="164837"/>
                </a:lnTo>
                <a:lnTo>
                  <a:pt x="49645" y="164837"/>
                </a:lnTo>
                <a:lnTo>
                  <a:pt x="49646" y="164837"/>
                </a:lnTo>
                <a:lnTo>
                  <a:pt x="49647" y="164837"/>
                </a:lnTo>
                <a:lnTo>
                  <a:pt x="49648" y="164837"/>
                </a:lnTo>
                <a:lnTo>
                  <a:pt x="49649" y="164837"/>
                </a:lnTo>
                <a:lnTo>
                  <a:pt x="49650" y="164837"/>
                </a:lnTo>
                <a:lnTo>
                  <a:pt x="49651" y="164837"/>
                </a:lnTo>
                <a:lnTo>
                  <a:pt x="49652" y="164837"/>
                </a:lnTo>
                <a:lnTo>
                  <a:pt x="49653" y="164837"/>
                </a:lnTo>
                <a:lnTo>
                  <a:pt x="49654" y="164837"/>
                </a:lnTo>
                <a:lnTo>
                  <a:pt x="49655" y="164837"/>
                </a:lnTo>
                <a:lnTo>
                  <a:pt x="49656" y="164837"/>
                </a:lnTo>
                <a:lnTo>
                  <a:pt x="49656" y="164837"/>
                </a:lnTo>
                <a:lnTo>
                  <a:pt x="49657" y="164837"/>
                </a:lnTo>
                <a:lnTo>
                  <a:pt x="49658" y="164837"/>
                </a:lnTo>
                <a:lnTo>
                  <a:pt x="49659" y="164837"/>
                </a:lnTo>
                <a:lnTo>
                  <a:pt x="49660" y="164837"/>
                </a:lnTo>
                <a:lnTo>
                  <a:pt x="49661" y="164837"/>
                </a:lnTo>
                <a:lnTo>
                  <a:pt x="49662" y="164837"/>
                </a:lnTo>
                <a:lnTo>
                  <a:pt x="49663" y="164837"/>
                </a:lnTo>
                <a:lnTo>
                  <a:pt x="49664" y="164837"/>
                </a:lnTo>
                <a:lnTo>
                  <a:pt x="49665" y="164837"/>
                </a:lnTo>
                <a:lnTo>
                  <a:pt x="49666" y="164837"/>
                </a:lnTo>
                <a:lnTo>
                  <a:pt x="49667" y="164837"/>
                </a:lnTo>
                <a:lnTo>
                  <a:pt x="49668" y="164837"/>
                </a:lnTo>
                <a:lnTo>
                  <a:pt x="49669" y="164837"/>
                </a:lnTo>
                <a:lnTo>
                  <a:pt x="49670" y="164837"/>
                </a:lnTo>
                <a:lnTo>
                  <a:pt x="49671" y="164837"/>
                </a:lnTo>
                <a:lnTo>
                  <a:pt x="49672" y="164837"/>
                </a:lnTo>
                <a:lnTo>
                  <a:pt x="49673" y="164837"/>
                </a:lnTo>
                <a:lnTo>
                  <a:pt x="49674" y="164837"/>
                </a:lnTo>
                <a:lnTo>
                  <a:pt x="49675" y="164837"/>
                </a:lnTo>
                <a:lnTo>
                  <a:pt x="49676" y="164837"/>
                </a:lnTo>
                <a:lnTo>
                  <a:pt x="49677" y="164837"/>
                </a:lnTo>
                <a:lnTo>
                  <a:pt x="49678" y="164837"/>
                </a:lnTo>
                <a:lnTo>
                  <a:pt x="49679" y="164837"/>
                </a:lnTo>
                <a:lnTo>
                  <a:pt x="49680" y="164837"/>
                </a:lnTo>
                <a:lnTo>
                  <a:pt x="49681" y="164837"/>
                </a:lnTo>
                <a:lnTo>
                  <a:pt x="49682" y="164837"/>
                </a:lnTo>
                <a:lnTo>
                  <a:pt x="49683" y="164837"/>
                </a:lnTo>
                <a:lnTo>
                  <a:pt x="49684" y="164837"/>
                </a:lnTo>
                <a:lnTo>
                  <a:pt x="49685" y="164837"/>
                </a:lnTo>
                <a:lnTo>
                  <a:pt x="49686" y="164837"/>
                </a:lnTo>
                <a:lnTo>
                  <a:pt x="49687" y="164837"/>
                </a:lnTo>
                <a:lnTo>
                  <a:pt x="49688" y="164837"/>
                </a:lnTo>
                <a:lnTo>
                  <a:pt x="49689" y="164837"/>
                </a:lnTo>
                <a:lnTo>
                  <a:pt x="49689" y="164837"/>
                </a:lnTo>
                <a:lnTo>
                  <a:pt x="49690" y="164837"/>
                </a:lnTo>
                <a:lnTo>
                  <a:pt x="49691" y="164837"/>
                </a:lnTo>
                <a:lnTo>
                  <a:pt x="49692" y="164837"/>
                </a:lnTo>
                <a:lnTo>
                  <a:pt x="49693" y="164837"/>
                </a:lnTo>
                <a:lnTo>
                  <a:pt x="49694" y="164837"/>
                </a:lnTo>
                <a:lnTo>
                  <a:pt x="49695" y="164837"/>
                </a:lnTo>
                <a:lnTo>
                  <a:pt x="49696" y="164837"/>
                </a:lnTo>
                <a:lnTo>
                  <a:pt x="49697" y="164837"/>
                </a:lnTo>
                <a:lnTo>
                  <a:pt x="49698" y="164837"/>
                </a:lnTo>
                <a:lnTo>
                  <a:pt x="49699" y="164837"/>
                </a:lnTo>
                <a:lnTo>
                  <a:pt x="49700" y="164837"/>
                </a:lnTo>
                <a:lnTo>
                  <a:pt x="49701" y="164837"/>
                </a:lnTo>
                <a:lnTo>
                  <a:pt x="49702" y="164837"/>
                </a:lnTo>
                <a:lnTo>
                  <a:pt x="49703" y="164837"/>
                </a:lnTo>
                <a:lnTo>
                  <a:pt x="49704" y="164837"/>
                </a:lnTo>
                <a:lnTo>
                  <a:pt x="49705" y="164837"/>
                </a:lnTo>
                <a:lnTo>
                  <a:pt x="49706" y="164837"/>
                </a:lnTo>
                <a:lnTo>
                  <a:pt x="49707" y="164837"/>
                </a:lnTo>
                <a:lnTo>
                  <a:pt x="49708" y="164837"/>
                </a:lnTo>
                <a:lnTo>
                  <a:pt x="49709" y="164837"/>
                </a:lnTo>
                <a:lnTo>
                  <a:pt x="49710" y="164837"/>
                </a:lnTo>
                <a:lnTo>
                  <a:pt x="49711" y="164837"/>
                </a:lnTo>
                <a:lnTo>
                  <a:pt x="49712" y="164837"/>
                </a:lnTo>
                <a:lnTo>
                  <a:pt x="49713" y="164837"/>
                </a:lnTo>
                <a:lnTo>
                  <a:pt x="49714" y="164837"/>
                </a:lnTo>
                <a:lnTo>
                  <a:pt x="49715" y="164837"/>
                </a:lnTo>
                <a:lnTo>
                  <a:pt x="49716" y="164837"/>
                </a:lnTo>
                <a:lnTo>
                  <a:pt x="49717" y="164837"/>
                </a:lnTo>
                <a:lnTo>
                  <a:pt x="49718" y="164837"/>
                </a:lnTo>
                <a:lnTo>
                  <a:pt x="49719" y="164837"/>
                </a:lnTo>
                <a:lnTo>
                  <a:pt x="49720" y="164837"/>
                </a:lnTo>
                <a:lnTo>
                  <a:pt x="49721" y="164837"/>
                </a:lnTo>
                <a:lnTo>
                  <a:pt x="49722" y="164837"/>
                </a:lnTo>
                <a:lnTo>
                  <a:pt x="49722" y="164837"/>
                </a:lnTo>
                <a:lnTo>
                  <a:pt x="49723" y="164837"/>
                </a:lnTo>
                <a:lnTo>
                  <a:pt x="49724" y="164837"/>
                </a:lnTo>
                <a:lnTo>
                  <a:pt x="49725" y="164837"/>
                </a:lnTo>
                <a:lnTo>
                  <a:pt x="49726" y="164837"/>
                </a:lnTo>
                <a:lnTo>
                  <a:pt x="49727" y="164837"/>
                </a:lnTo>
                <a:lnTo>
                  <a:pt x="49728" y="164837"/>
                </a:lnTo>
                <a:lnTo>
                  <a:pt x="49729" y="164837"/>
                </a:lnTo>
                <a:lnTo>
                  <a:pt x="49730" y="164837"/>
                </a:lnTo>
                <a:lnTo>
                  <a:pt x="49731" y="164837"/>
                </a:lnTo>
                <a:lnTo>
                  <a:pt x="49732" y="164837"/>
                </a:lnTo>
                <a:lnTo>
                  <a:pt x="49733" y="164837"/>
                </a:lnTo>
                <a:lnTo>
                  <a:pt x="49734" y="164837"/>
                </a:lnTo>
                <a:lnTo>
                  <a:pt x="49735" y="164837"/>
                </a:lnTo>
                <a:lnTo>
                  <a:pt x="49736" y="164837"/>
                </a:lnTo>
                <a:lnTo>
                  <a:pt x="49737" y="164837"/>
                </a:lnTo>
                <a:lnTo>
                  <a:pt x="49738" y="164837"/>
                </a:lnTo>
                <a:lnTo>
                  <a:pt x="49739" y="164837"/>
                </a:lnTo>
                <a:lnTo>
                  <a:pt x="49740" y="164837"/>
                </a:lnTo>
                <a:lnTo>
                  <a:pt x="49741" y="164837"/>
                </a:lnTo>
                <a:lnTo>
                  <a:pt x="49742" y="164837"/>
                </a:lnTo>
                <a:lnTo>
                  <a:pt x="49743" y="164837"/>
                </a:lnTo>
                <a:lnTo>
                  <a:pt x="49744" y="164837"/>
                </a:lnTo>
                <a:lnTo>
                  <a:pt x="49745" y="164837"/>
                </a:lnTo>
                <a:lnTo>
                  <a:pt x="49746" y="164837"/>
                </a:lnTo>
                <a:lnTo>
                  <a:pt x="49747" y="164837"/>
                </a:lnTo>
                <a:lnTo>
                  <a:pt x="49748" y="164837"/>
                </a:lnTo>
                <a:lnTo>
                  <a:pt x="49749" y="164837"/>
                </a:lnTo>
                <a:lnTo>
                  <a:pt x="49750" y="164837"/>
                </a:lnTo>
                <a:lnTo>
                  <a:pt x="49751" y="164837"/>
                </a:lnTo>
                <a:lnTo>
                  <a:pt x="49752" y="164837"/>
                </a:lnTo>
                <a:lnTo>
                  <a:pt x="49753" y="164837"/>
                </a:lnTo>
                <a:lnTo>
                  <a:pt x="49754" y="164837"/>
                </a:lnTo>
                <a:lnTo>
                  <a:pt x="49755" y="164837"/>
                </a:lnTo>
                <a:lnTo>
                  <a:pt x="49756" y="164837"/>
                </a:lnTo>
                <a:lnTo>
                  <a:pt x="49756" y="164837"/>
                </a:lnTo>
                <a:lnTo>
                  <a:pt x="49757" y="164837"/>
                </a:lnTo>
                <a:lnTo>
                  <a:pt x="49758" y="164837"/>
                </a:lnTo>
                <a:lnTo>
                  <a:pt x="49759" y="164837"/>
                </a:lnTo>
                <a:lnTo>
                  <a:pt x="49760" y="164837"/>
                </a:lnTo>
                <a:lnTo>
                  <a:pt x="49761" y="164837"/>
                </a:lnTo>
                <a:lnTo>
                  <a:pt x="49762" y="164837"/>
                </a:lnTo>
                <a:lnTo>
                  <a:pt x="49763" y="164837"/>
                </a:lnTo>
                <a:lnTo>
                  <a:pt x="49764" y="164837"/>
                </a:lnTo>
                <a:lnTo>
                  <a:pt x="49765" y="164837"/>
                </a:lnTo>
                <a:lnTo>
                  <a:pt x="49766" y="164837"/>
                </a:lnTo>
                <a:lnTo>
                  <a:pt x="49767" y="164837"/>
                </a:lnTo>
                <a:lnTo>
                  <a:pt x="49768" y="164837"/>
                </a:lnTo>
                <a:lnTo>
                  <a:pt x="49769" y="164837"/>
                </a:lnTo>
                <a:lnTo>
                  <a:pt x="49770" y="164837"/>
                </a:lnTo>
                <a:lnTo>
                  <a:pt x="49771" y="164837"/>
                </a:lnTo>
                <a:lnTo>
                  <a:pt x="49772" y="164837"/>
                </a:lnTo>
                <a:lnTo>
                  <a:pt x="49773" y="164837"/>
                </a:lnTo>
                <a:lnTo>
                  <a:pt x="49774" y="164837"/>
                </a:lnTo>
                <a:lnTo>
                  <a:pt x="49775" y="164837"/>
                </a:lnTo>
                <a:lnTo>
                  <a:pt x="49776" y="164837"/>
                </a:lnTo>
                <a:lnTo>
                  <a:pt x="49777" y="164837"/>
                </a:lnTo>
                <a:lnTo>
                  <a:pt x="49778" y="164837"/>
                </a:lnTo>
                <a:lnTo>
                  <a:pt x="49779" y="164837"/>
                </a:lnTo>
                <a:lnTo>
                  <a:pt x="49780" y="164837"/>
                </a:lnTo>
                <a:lnTo>
                  <a:pt x="49781" y="164837"/>
                </a:lnTo>
                <a:lnTo>
                  <a:pt x="49782" y="164837"/>
                </a:lnTo>
                <a:lnTo>
                  <a:pt x="49783" y="164837"/>
                </a:lnTo>
                <a:lnTo>
                  <a:pt x="49784" y="164837"/>
                </a:lnTo>
                <a:lnTo>
                  <a:pt x="49785" y="164837"/>
                </a:lnTo>
                <a:lnTo>
                  <a:pt x="49786" y="164837"/>
                </a:lnTo>
                <a:lnTo>
                  <a:pt x="49787" y="164837"/>
                </a:lnTo>
                <a:lnTo>
                  <a:pt x="49788" y="164837"/>
                </a:lnTo>
                <a:lnTo>
                  <a:pt x="49789" y="164837"/>
                </a:lnTo>
                <a:lnTo>
                  <a:pt x="49790" y="164837"/>
                </a:lnTo>
                <a:lnTo>
                  <a:pt x="49791" y="164837"/>
                </a:lnTo>
                <a:lnTo>
                  <a:pt x="49791" y="164837"/>
                </a:lnTo>
                <a:lnTo>
                  <a:pt x="49792" y="164837"/>
                </a:lnTo>
                <a:lnTo>
                  <a:pt x="49793" y="164837"/>
                </a:lnTo>
                <a:lnTo>
                  <a:pt x="49794" y="164837"/>
                </a:lnTo>
                <a:lnTo>
                  <a:pt x="49795" y="164837"/>
                </a:lnTo>
                <a:lnTo>
                  <a:pt x="49796" y="164837"/>
                </a:lnTo>
                <a:lnTo>
                  <a:pt x="49797" y="164837"/>
                </a:lnTo>
                <a:lnTo>
                  <a:pt x="49798" y="164837"/>
                </a:lnTo>
                <a:lnTo>
                  <a:pt x="49799" y="164837"/>
                </a:lnTo>
                <a:lnTo>
                  <a:pt x="49800" y="164837"/>
                </a:lnTo>
                <a:lnTo>
                  <a:pt x="49801" y="164837"/>
                </a:lnTo>
                <a:lnTo>
                  <a:pt x="49802" y="164837"/>
                </a:lnTo>
                <a:lnTo>
                  <a:pt x="49803" y="164837"/>
                </a:lnTo>
                <a:lnTo>
                  <a:pt x="49804" y="164837"/>
                </a:lnTo>
                <a:lnTo>
                  <a:pt x="49805" y="164837"/>
                </a:lnTo>
                <a:lnTo>
                  <a:pt x="49806" y="164837"/>
                </a:lnTo>
                <a:lnTo>
                  <a:pt x="49807" y="164837"/>
                </a:lnTo>
                <a:lnTo>
                  <a:pt x="49808" y="164837"/>
                </a:lnTo>
                <a:lnTo>
                  <a:pt x="49809" y="164837"/>
                </a:lnTo>
                <a:lnTo>
                  <a:pt x="49810" y="164837"/>
                </a:lnTo>
                <a:lnTo>
                  <a:pt x="49811" y="164837"/>
                </a:lnTo>
                <a:lnTo>
                  <a:pt x="49812" y="164837"/>
                </a:lnTo>
                <a:lnTo>
                  <a:pt x="49813" y="164837"/>
                </a:lnTo>
                <a:lnTo>
                  <a:pt x="49814" y="164837"/>
                </a:lnTo>
                <a:lnTo>
                  <a:pt x="49815" y="164837"/>
                </a:lnTo>
                <a:lnTo>
                  <a:pt x="49816" y="164837"/>
                </a:lnTo>
                <a:lnTo>
                  <a:pt x="49817" y="164837"/>
                </a:lnTo>
                <a:lnTo>
                  <a:pt x="49818" y="164837"/>
                </a:lnTo>
                <a:lnTo>
                  <a:pt x="49819" y="164837"/>
                </a:lnTo>
                <a:lnTo>
                  <a:pt x="49820" y="164837"/>
                </a:lnTo>
                <a:lnTo>
                  <a:pt x="49821" y="164837"/>
                </a:lnTo>
                <a:lnTo>
                  <a:pt x="49822" y="164837"/>
                </a:lnTo>
                <a:lnTo>
                  <a:pt x="49823" y="164837"/>
                </a:lnTo>
                <a:lnTo>
                  <a:pt x="49824" y="164837"/>
                </a:lnTo>
                <a:lnTo>
                  <a:pt x="49825" y="164837"/>
                </a:lnTo>
                <a:lnTo>
                  <a:pt x="49826" y="164837"/>
                </a:lnTo>
                <a:lnTo>
                  <a:pt x="49827" y="164837"/>
                </a:lnTo>
                <a:lnTo>
                  <a:pt x="49827" y="164837"/>
                </a:lnTo>
                <a:lnTo>
                  <a:pt x="49828" y="164837"/>
                </a:lnTo>
                <a:lnTo>
                  <a:pt x="49829" y="164837"/>
                </a:lnTo>
                <a:lnTo>
                  <a:pt x="49830" y="164837"/>
                </a:lnTo>
                <a:lnTo>
                  <a:pt x="49831" y="164837"/>
                </a:lnTo>
                <a:lnTo>
                  <a:pt x="49832" y="164837"/>
                </a:lnTo>
                <a:lnTo>
                  <a:pt x="49833" y="164837"/>
                </a:lnTo>
                <a:lnTo>
                  <a:pt x="49834" y="164837"/>
                </a:lnTo>
                <a:lnTo>
                  <a:pt x="49835" y="164837"/>
                </a:lnTo>
                <a:lnTo>
                  <a:pt x="49836" y="164837"/>
                </a:lnTo>
                <a:lnTo>
                  <a:pt x="49837" y="164837"/>
                </a:lnTo>
                <a:lnTo>
                  <a:pt x="49838" y="164837"/>
                </a:lnTo>
                <a:lnTo>
                  <a:pt x="49839" y="164837"/>
                </a:lnTo>
                <a:lnTo>
                  <a:pt x="49840" y="164837"/>
                </a:lnTo>
                <a:lnTo>
                  <a:pt x="49841" y="164837"/>
                </a:lnTo>
                <a:lnTo>
                  <a:pt x="49842" y="164837"/>
                </a:lnTo>
                <a:lnTo>
                  <a:pt x="49843" y="164837"/>
                </a:lnTo>
                <a:lnTo>
                  <a:pt x="49844" y="164837"/>
                </a:lnTo>
                <a:lnTo>
                  <a:pt x="49845" y="164837"/>
                </a:lnTo>
                <a:lnTo>
                  <a:pt x="49846" y="164837"/>
                </a:lnTo>
                <a:lnTo>
                  <a:pt x="49847" y="164837"/>
                </a:lnTo>
                <a:lnTo>
                  <a:pt x="49848" y="164837"/>
                </a:lnTo>
                <a:lnTo>
                  <a:pt x="49849" y="164837"/>
                </a:lnTo>
                <a:lnTo>
                  <a:pt x="49850" y="164837"/>
                </a:lnTo>
                <a:lnTo>
                  <a:pt x="49851" y="164837"/>
                </a:lnTo>
                <a:lnTo>
                  <a:pt x="49852" y="164837"/>
                </a:lnTo>
                <a:lnTo>
                  <a:pt x="49853" y="164837"/>
                </a:lnTo>
                <a:lnTo>
                  <a:pt x="49854" y="164837"/>
                </a:lnTo>
                <a:lnTo>
                  <a:pt x="49855" y="164837"/>
                </a:lnTo>
                <a:lnTo>
                  <a:pt x="49856" y="164837"/>
                </a:lnTo>
                <a:lnTo>
                  <a:pt x="49857" y="164837"/>
                </a:lnTo>
                <a:lnTo>
                  <a:pt x="49858" y="164837"/>
                </a:lnTo>
                <a:lnTo>
                  <a:pt x="49859" y="164837"/>
                </a:lnTo>
                <a:lnTo>
                  <a:pt x="49860" y="164837"/>
                </a:lnTo>
                <a:lnTo>
                  <a:pt x="49861" y="164837"/>
                </a:lnTo>
                <a:lnTo>
                  <a:pt x="49862" y="164837"/>
                </a:lnTo>
                <a:lnTo>
                  <a:pt x="49863" y="164837"/>
                </a:lnTo>
                <a:lnTo>
                  <a:pt x="49864" y="164837"/>
                </a:lnTo>
                <a:lnTo>
                  <a:pt x="49864" y="164837"/>
                </a:lnTo>
                <a:lnTo>
                  <a:pt x="49865" y="164837"/>
                </a:lnTo>
                <a:lnTo>
                  <a:pt x="49866" y="164837"/>
                </a:lnTo>
                <a:lnTo>
                  <a:pt x="49867" y="164837"/>
                </a:lnTo>
                <a:lnTo>
                  <a:pt x="49868" y="164837"/>
                </a:lnTo>
                <a:lnTo>
                  <a:pt x="49869" y="164837"/>
                </a:lnTo>
                <a:lnTo>
                  <a:pt x="49870" y="164837"/>
                </a:lnTo>
                <a:lnTo>
                  <a:pt x="49871" y="164837"/>
                </a:lnTo>
                <a:lnTo>
                  <a:pt x="49872" y="164837"/>
                </a:lnTo>
                <a:lnTo>
                  <a:pt x="49873" y="164837"/>
                </a:lnTo>
                <a:lnTo>
                  <a:pt x="49874" y="164837"/>
                </a:lnTo>
                <a:lnTo>
                  <a:pt x="49875" y="164837"/>
                </a:lnTo>
                <a:lnTo>
                  <a:pt x="49876" y="164837"/>
                </a:lnTo>
                <a:lnTo>
                  <a:pt x="49877" y="164837"/>
                </a:lnTo>
                <a:lnTo>
                  <a:pt x="49878" y="164837"/>
                </a:lnTo>
                <a:lnTo>
                  <a:pt x="49879" y="164837"/>
                </a:lnTo>
                <a:lnTo>
                  <a:pt x="49880" y="164837"/>
                </a:lnTo>
                <a:lnTo>
                  <a:pt x="49881" y="164837"/>
                </a:lnTo>
                <a:lnTo>
                  <a:pt x="49882" y="164837"/>
                </a:lnTo>
                <a:lnTo>
                  <a:pt x="49883" y="164837"/>
                </a:lnTo>
                <a:lnTo>
                  <a:pt x="49884" y="164837"/>
                </a:lnTo>
                <a:lnTo>
                  <a:pt x="49885" y="164837"/>
                </a:lnTo>
                <a:lnTo>
                  <a:pt x="49886" y="164837"/>
                </a:lnTo>
                <a:lnTo>
                  <a:pt x="49887" y="164837"/>
                </a:lnTo>
                <a:lnTo>
                  <a:pt x="49888" y="164837"/>
                </a:lnTo>
                <a:lnTo>
                  <a:pt x="49889" y="164837"/>
                </a:lnTo>
                <a:lnTo>
                  <a:pt x="49890" y="164837"/>
                </a:lnTo>
                <a:lnTo>
                  <a:pt x="49891" y="164837"/>
                </a:lnTo>
                <a:lnTo>
                  <a:pt x="49892" y="164837"/>
                </a:lnTo>
                <a:lnTo>
                  <a:pt x="49893" y="164837"/>
                </a:lnTo>
                <a:lnTo>
                  <a:pt x="49894" y="164837"/>
                </a:lnTo>
                <a:lnTo>
                  <a:pt x="49895" y="164837"/>
                </a:lnTo>
                <a:lnTo>
                  <a:pt x="49896" y="164837"/>
                </a:lnTo>
                <a:lnTo>
                  <a:pt x="49897" y="164837"/>
                </a:lnTo>
                <a:lnTo>
                  <a:pt x="49898" y="164837"/>
                </a:lnTo>
                <a:lnTo>
                  <a:pt x="49899" y="164837"/>
                </a:lnTo>
                <a:lnTo>
                  <a:pt x="49900" y="164837"/>
                </a:lnTo>
                <a:lnTo>
                  <a:pt x="49901" y="164837"/>
                </a:lnTo>
                <a:lnTo>
                  <a:pt x="49901" y="164837"/>
                </a:lnTo>
                <a:lnTo>
                  <a:pt x="49902" y="164837"/>
                </a:lnTo>
                <a:lnTo>
                  <a:pt x="49903" y="164837"/>
                </a:lnTo>
                <a:lnTo>
                  <a:pt x="49904" y="164837"/>
                </a:lnTo>
                <a:lnTo>
                  <a:pt x="49905" y="164837"/>
                </a:lnTo>
                <a:lnTo>
                  <a:pt x="49906" y="164837"/>
                </a:lnTo>
                <a:lnTo>
                  <a:pt x="49907" y="164837"/>
                </a:lnTo>
                <a:lnTo>
                  <a:pt x="49908" y="164837"/>
                </a:lnTo>
                <a:lnTo>
                  <a:pt x="49909" y="164837"/>
                </a:lnTo>
                <a:lnTo>
                  <a:pt x="49910" y="164837"/>
                </a:lnTo>
                <a:lnTo>
                  <a:pt x="49911" y="164837"/>
                </a:lnTo>
                <a:lnTo>
                  <a:pt x="49912" y="164837"/>
                </a:lnTo>
                <a:lnTo>
                  <a:pt x="49913" y="164837"/>
                </a:lnTo>
                <a:lnTo>
                  <a:pt x="49914" y="164837"/>
                </a:lnTo>
                <a:lnTo>
                  <a:pt x="49915" y="164837"/>
                </a:lnTo>
                <a:lnTo>
                  <a:pt x="49916" y="164837"/>
                </a:lnTo>
                <a:lnTo>
                  <a:pt x="49917" y="164837"/>
                </a:lnTo>
                <a:lnTo>
                  <a:pt x="49918" y="164837"/>
                </a:lnTo>
                <a:lnTo>
                  <a:pt x="49919" y="164837"/>
                </a:lnTo>
                <a:lnTo>
                  <a:pt x="49920" y="164837"/>
                </a:lnTo>
                <a:lnTo>
                  <a:pt x="49921" y="164837"/>
                </a:lnTo>
                <a:lnTo>
                  <a:pt x="49922" y="164837"/>
                </a:lnTo>
                <a:lnTo>
                  <a:pt x="49923" y="164837"/>
                </a:lnTo>
                <a:lnTo>
                  <a:pt x="49924" y="164837"/>
                </a:lnTo>
                <a:lnTo>
                  <a:pt x="49925" y="164837"/>
                </a:lnTo>
                <a:lnTo>
                  <a:pt x="49926" y="164837"/>
                </a:lnTo>
                <a:lnTo>
                  <a:pt x="49927" y="164837"/>
                </a:lnTo>
                <a:lnTo>
                  <a:pt x="49928" y="164837"/>
                </a:lnTo>
                <a:lnTo>
                  <a:pt x="49929" y="164837"/>
                </a:lnTo>
                <a:lnTo>
                  <a:pt x="49930" y="164837"/>
                </a:lnTo>
                <a:lnTo>
                  <a:pt x="49931" y="164837"/>
                </a:lnTo>
                <a:lnTo>
                  <a:pt x="49932" y="164837"/>
                </a:lnTo>
                <a:lnTo>
                  <a:pt x="49933" y="164837"/>
                </a:lnTo>
                <a:lnTo>
                  <a:pt x="49934" y="164837"/>
                </a:lnTo>
                <a:lnTo>
                  <a:pt x="49935" y="164837"/>
                </a:lnTo>
                <a:lnTo>
                  <a:pt x="49936" y="164837"/>
                </a:lnTo>
                <a:lnTo>
                  <a:pt x="49937" y="164837"/>
                </a:lnTo>
                <a:lnTo>
                  <a:pt x="49938" y="164837"/>
                </a:lnTo>
                <a:lnTo>
                  <a:pt x="49939" y="164837"/>
                </a:lnTo>
                <a:lnTo>
                  <a:pt x="49940" y="164837"/>
                </a:lnTo>
                <a:lnTo>
                  <a:pt x="49940" y="164837"/>
                </a:lnTo>
                <a:lnTo>
                  <a:pt x="49941" y="164837"/>
                </a:lnTo>
                <a:lnTo>
                  <a:pt x="49942" y="164837"/>
                </a:lnTo>
                <a:lnTo>
                  <a:pt x="49943" y="164837"/>
                </a:lnTo>
                <a:lnTo>
                  <a:pt x="49944" y="164837"/>
                </a:lnTo>
                <a:lnTo>
                  <a:pt x="49945" y="164837"/>
                </a:lnTo>
                <a:lnTo>
                  <a:pt x="49946" y="164837"/>
                </a:lnTo>
                <a:lnTo>
                  <a:pt x="49947" y="164837"/>
                </a:lnTo>
                <a:lnTo>
                  <a:pt x="49948" y="164837"/>
                </a:lnTo>
                <a:lnTo>
                  <a:pt x="49949" y="164837"/>
                </a:lnTo>
                <a:lnTo>
                  <a:pt x="49950" y="164837"/>
                </a:lnTo>
                <a:lnTo>
                  <a:pt x="49951" y="164837"/>
                </a:lnTo>
                <a:lnTo>
                  <a:pt x="49952" y="164837"/>
                </a:lnTo>
                <a:lnTo>
                  <a:pt x="49953" y="164837"/>
                </a:lnTo>
                <a:lnTo>
                  <a:pt x="49954" y="164837"/>
                </a:lnTo>
                <a:lnTo>
                  <a:pt x="49955" y="164837"/>
                </a:lnTo>
                <a:lnTo>
                  <a:pt x="49956" y="164837"/>
                </a:lnTo>
                <a:lnTo>
                  <a:pt x="49957" y="164837"/>
                </a:lnTo>
                <a:lnTo>
                  <a:pt x="49958" y="164837"/>
                </a:lnTo>
                <a:lnTo>
                  <a:pt x="49959" y="164837"/>
                </a:lnTo>
                <a:lnTo>
                  <a:pt x="49960" y="164837"/>
                </a:lnTo>
                <a:lnTo>
                  <a:pt x="49961" y="164837"/>
                </a:lnTo>
                <a:lnTo>
                  <a:pt x="49962" y="164837"/>
                </a:lnTo>
                <a:lnTo>
                  <a:pt x="49963" y="164837"/>
                </a:lnTo>
                <a:lnTo>
                  <a:pt x="49964" y="164837"/>
                </a:lnTo>
                <a:lnTo>
                  <a:pt x="49965" y="164837"/>
                </a:lnTo>
                <a:lnTo>
                  <a:pt x="49966" y="164837"/>
                </a:lnTo>
                <a:lnTo>
                  <a:pt x="49967" y="164837"/>
                </a:lnTo>
                <a:lnTo>
                  <a:pt x="49968" y="164837"/>
                </a:lnTo>
                <a:lnTo>
                  <a:pt x="49969" y="164837"/>
                </a:lnTo>
                <a:lnTo>
                  <a:pt x="49970" y="164837"/>
                </a:lnTo>
                <a:lnTo>
                  <a:pt x="49971" y="164837"/>
                </a:lnTo>
                <a:lnTo>
                  <a:pt x="49972" y="164837"/>
                </a:lnTo>
                <a:lnTo>
                  <a:pt x="49973" y="164837"/>
                </a:lnTo>
                <a:lnTo>
                  <a:pt x="49974" y="164837"/>
                </a:lnTo>
                <a:lnTo>
                  <a:pt x="49975" y="164837"/>
                </a:lnTo>
                <a:lnTo>
                  <a:pt x="49976" y="164837"/>
                </a:lnTo>
                <a:lnTo>
                  <a:pt x="49977" y="164837"/>
                </a:lnTo>
                <a:lnTo>
                  <a:pt x="49978" y="164837"/>
                </a:lnTo>
                <a:lnTo>
                  <a:pt x="49979" y="164837"/>
                </a:lnTo>
                <a:lnTo>
                  <a:pt x="49979" y="164837"/>
                </a:lnTo>
                <a:lnTo>
                  <a:pt x="49980" y="164837"/>
                </a:lnTo>
                <a:lnTo>
                  <a:pt x="49981" y="164837"/>
                </a:lnTo>
                <a:lnTo>
                  <a:pt x="49982" y="164837"/>
                </a:lnTo>
                <a:lnTo>
                  <a:pt x="49983" y="164837"/>
                </a:lnTo>
                <a:lnTo>
                  <a:pt x="49984" y="164837"/>
                </a:lnTo>
                <a:lnTo>
                  <a:pt x="49985" y="164837"/>
                </a:lnTo>
                <a:lnTo>
                  <a:pt x="49986" y="164837"/>
                </a:lnTo>
                <a:lnTo>
                  <a:pt x="49987" y="164837"/>
                </a:lnTo>
                <a:lnTo>
                  <a:pt x="49988" y="164837"/>
                </a:lnTo>
                <a:lnTo>
                  <a:pt x="49989" y="164837"/>
                </a:lnTo>
                <a:lnTo>
                  <a:pt x="49990" y="164837"/>
                </a:lnTo>
                <a:lnTo>
                  <a:pt x="49991" y="164837"/>
                </a:lnTo>
                <a:lnTo>
                  <a:pt x="49992" y="164837"/>
                </a:lnTo>
                <a:lnTo>
                  <a:pt x="49993" y="164837"/>
                </a:lnTo>
                <a:lnTo>
                  <a:pt x="49994" y="164837"/>
                </a:lnTo>
                <a:lnTo>
                  <a:pt x="49995" y="164837"/>
                </a:lnTo>
                <a:lnTo>
                  <a:pt x="49996" y="164837"/>
                </a:lnTo>
                <a:lnTo>
                  <a:pt x="49997" y="164837"/>
                </a:lnTo>
                <a:lnTo>
                  <a:pt x="49998" y="164837"/>
                </a:lnTo>
                <a:lnTo>
                  <a:pt x="49999" y="164837"/>
                </a:lnTo>
                <a:lnTo>
                  <a:pt x="50000" y="164837"/>
                </a:lnTo>
                <a:lnTo>
                  <a:pt x="50001" y="164837"/>
                </a:lnTo>
                <a:lnTo>
                  <a:pt x="50002" y="164837"/>
                </a:lnTo>
                <a:lnTo>
                  <a:pt x="50003" y="164837"/>
                </a:lnTo>
                <a:lnTo>
                  <a:pt x="50004" y="164837"/>
                </a:lnTo>
                <a:lnTo>
                  <a:pt x="50005" y="164837"/>
                </a:lnTo>
                <a:lnTo>
                  <a:pt x="50006" y="164837"/>
                </a:lnTo>
                <a:lnTo>
                  <a:pt x="50007" y="164837"/>
                </a:lnTo>
                <a:lnTo>
                  <a:pt x="50008" y="164837"/>
                </a:lnTo>
                <a:lnTo>
                  <a:pt x="50009" y="164837"/>
                </a:lnTo>
                <a:lnTo>
                  <a:pt x="50010" y="164837"/>
                </a:lnTo>
                <a:lnTo>
                  <a:pt x="50011" y="164837"/>
                </a:lnTo>
                <a:lnTo>
                  <a:pt x="50012" y="164837"/>
                </a:lnTo>
                <a:lnTo>
                  <a:pt x="50013" y="164837"/>
                </a:lnTo>
                <a:lnTo>
                  <a:pt x="50014" y="164837"/>
                </a:lnTo>
                <a:lnTo>
                  <a:pt x="50015" y="164837"/>
                </a:lnTo>
                <a:lnTo>
                  <a:pt x="50016" y="164837"/>
                </a:lnTo>
                <a:lnTo>
                  <a:pt x="50017" y="164837"/>
                </a:lnTo>
                <a:lnTo>
                  <a:pt x="50018" y="164837"/>
                </a:lnTo>
                <a:lnTo>
                  <a:pt x="50019" y="164837"/>
                </a:lnTo>
                <a:lnTo>
                  <a:pt x="50020" y="164837"/>
                </a:lnTo>
                <a:lnTo>
                  <a:pt x="50020" y="164837"/>
                </a:lnTo>
                <a:lnTo>
                  <a:pt x="50021" y="164837"/>
                </a:lnTo>
                <a:lnTo>
                  <a:pt x="50022" y="164837"/>
                </a:lnTo>
                <a:lnTo>
                  <a:pt x="50023" y="164837"/>
                </a:lnTo>
                <a:lnTo>
                  <a:pt x="50024" y="164837"/>
                </a:lnTo>
                <a:lnTo>
                  <a:pt x="50025" y="164837"/>
                </a:lnTo>
                <a:lnTo>
                  <a:pt x="50026" y="164837"/>
                </a:lnTo>
                <a:lnTo>
                  <a:pt x="50027" y="164837"/>
                </a:lnTo>
                <a:lnTo>
                  <a:pt x="50028" y="164837"/>
                </a:lnTo>
                <a:lnTo>
                  <a:pt x="50029" y="164837"/>
                </a:lnTo>
                <a:lnTo>
                  <a:pt x="50030" y="164837"/>
                </a:lnTo>
                <a:lnTo>
                  <a:pt x="50031" y="164837"/>
                </a:lnTo>
                <a:lnTo>
                  <a:pt x="50032" y="164837"/>
                </a:lnTo>
                <a:lnTo>
                  <a:pt x="50033" y="164837"/>
                </a:lnTo>
                <a:lnTo>
                  <a:pt x="50034" y="164837"/>
                </a:lnTo>
                <a:lnTo>
                  <a:pt x="50035" y="164837"/>
                </a:lnTo>
                <a:lnTo>
                  <a:pt x="50036" y="164837"/>
                </a:lnTo>
                <a:lnTo>
                  <a:pt x="50037" y="164837"/>
                </a:lnTo>
                <a:lnTo>
                  <a:pt x="50038" y="164837"/>
                </a:lnTo>
                <a:lnTo>
                  <a:pt x="50039" y="164837"/>
                </a:lnTo>
                <a:lnTo>
                  <a:pt x="50040" y="164837"/>
                </a:lnTo>
                <a:lnTo>
                  <a:pt x="50041" y="164837"/>
                </a:lnTo>
                <a:lnTo>
                  <a:pt x="50042" y="164837"/>
                </a:lnTo>
                <a:lnTo>
                  <a:pt x="50043" y="164837"/>
                </a:lnTo>
                <a:lnTo>
                  <a:pt x="50044" y="164837"/>
                </a:lnTo>
                <a:lnTo>
                  <a:pt x="50045" y="164837"/>
                </a:lnTo>
                <a:lnTo>
                  <a:pt x="50046" y="164837"/>
                </a:lnTo>
                <a:lnTo>
                  <a:pt x="50047" y="164837"/>
                </a:lnTo>
                <a:lnTo>
                  <a:pt x="50048" y="164837"/>
                </a:lnTo>
                <a:lnTo>
                  <a:pt x="50049" y="164837"/>
                </a:lnTo>
                <a:lnTo>
                  <a:pt x="50050" y="164837"/>
                </a:lnTo>
                <a:lnTo>
                  <a:pt x="50051" y="164837"/>
                </a:lnTo>
                <a:lnTo>
                  <a:pt x="50052" y="164837"/>
                </a:lnTo>
                <a:lnTo>
                  <a:pt x="50053" y="164837"/>
                </a:lnTo>
                <a:lnTo>
                  <a:pt x="50054" y="164837"/>
                </a:lnTo>
                <a:lnTo>
                  <a:pt x="50055" y="164837"/>
                </a:lnTo>
                <a:lnTo>
                  <a:pt x="50056" y="164837"/>
                </a:lnTo>
                <a:lnTo>
                  <a:pt x="50057" y="164837"/>
                </a:lnTo>
                <a:lnTo>
                  <a:pt x="50058" y="164837"/>
                </a:lnTo>
                <a:lnTo>
                  <a:pt x="50059" y="164837"/>
                </a:lnTo>
                <a:lnTo>
                  <a:pt x="50060" y="164837"/>
                </a:lnTo>
                <a:lnTo>
                  <a:pt x="50061" y="164837"/>
                </a:lnTo>
                <a:lnTo>
                  <a:pt x="50062" y="164837"/>
                </a:lnTo>
                <a:lnTo>
                  <a:pt x="50062" y="164837"/>
                </a:lnTo>
                <a:lnTo>
                  <a:pt x="50063" y="164837"/>
                </a:lnTo>
                <a:lnTo>
                  <a:pt x="50064" y="164837"/>
                </a:lnTo>
                <a:lnTo>
                  <a:pt x="50065" y="164837"/>
                </a:lnTo>
                <a:lnTo>
                  <a:pt x="50066" y="164837"/>
                </a:lnTo>
                <a:lnTo>
                  <a:pt x="50067" y="164837"/>
                </a:lnTo>
                <a:lnTo>
                  <a:pt x="50068" y="164837"/>
                </a:lnTo>
                <a:lnTo>
                  <a:pt x="50069" y="164837"/>
                </a:lnTo>
                <a:lnTo>
                  <a:pt x="50070" y="164837"/>
                </a:lnTo>
                <a:lnTo>
                  <a:pt x="50071" y="164837"/>
                </a:lnTo>
                <a:lnTo>
                  <a:pt x="50072" y="164837"/>
                </a:lnTo>
                <a:lnTo>
                  <a:pt x="50073" y="164837"/>
                </a:lnTo>
                <a:lnTo>
                  <a:pt x="50074" y="164837"/>
                </a:lnTo>
                <a:lnTo>
                  <a:pt x="50075" y="164837"/>
                </a:lnTo>
                <a:lnTo>
                  <a:pt x="50076" y="164837"/>
                </a:lnTo>
                <a:lnTo>
                  <a:pt x="50077" y="164837"/>
                </a:lnTo>
                <a:lnTo>
                  <a:pt x="50078" y="164837"/>
                </a:lnTo>
                <a:lnTo>
                  <a:pt x="50079" y="164837"/>
                </a:lnTo>
                <a:lnTo>
                  <a:pt x="50080" y="164837"/>
                </a:lnTo>
                <a:lnTo>
                  <a:pt x="50081" y="164837"/>
                </a:lnTo>
                <a:lnTo>
                  <a:pt x="50082" y="164837"/>
                </a:lnTo>
                <a:lnTo>
                  <a:pt x="50083" y="164837"/>
                </a:lnTo>
                <a:lnTo>
                  <a:pt x="50084" y="164837"/>
                </a:lnTo>
                <a:lnTo>
                  <a:pt x="50085" y="164837"/>
                </a:lnTo>
                <a:lnTo>
                  <a:pt x="50086" y="164837"/>
                </a:lnTo>
                <a:lnTo>
                  <a:pt x="50087" y="164837"/>
                </a:lnTo>
                <a:lnTo>
                  <a:pt x="50088" y="164837"/>
                </a:lnTo>
                <a:lnTo>
                  <a:pt x="50089" y="164837"/>
                </a:lnTo>
                <a:lnTo>
                  <a:pt x="50090" y="164837"/>
                </a:lnTo>
                <a:lnTo>
                  <a:pt x="50091" y="164837"/>
                </a:lnTo>
                <a:lnTo>
                  <a:pt x="50092" y="164837"/>
                </a:lnTo>
                <a:lnTo>
                  <a:pt x="50093" y="164837"/>
                </a:lnTo>
                <a:lnTo>
                  <a:pt x="50094" y="164837"/>
                </a:lnTo>
                <a:lnTo>
                  <a:pt x="50095" y="164837"/>
                </a:lnTo>
                <a:lnTo>
                  <a:pt x="50096" y="164837"/>
                </a:lnTo>
                <a:lnTo>
                  <a:pt x="50097" y="164837"/>
                </a:lnTo>
                <a:lnTo>
                  <a:pt x="50098" y="164837"/>
                </a:lnTo>
                <a:lnTo>
                  <a:pt x="50099" y="164837"/>
                </a:lnTo>
                <a:lnTo>
                  <a:pt x="50100" y="164837"/>
                </a:lnTo>
                <a:lnTo>
                  <a:pt x="50101" y="164837"/>
                </a:lnTo>
                <a:lnTo>
                  <a:pt x="50102" y="164837"/>
                </a:lnTo>
                <a:lnTo>
                  <a:pt x="50103" y="164837"/>
                </a:lnTo>
                <a:lnTo>
                  <a:pt x="50104" y="164837"/>
                </a:lnTo>
                <a:lnTo>
                  <a:pt x="50105" y="164837"/>
                </a:lnTo>
                <a:lnTo>
                  <a:pt x="50105" y="164837"/>
                </a:lnTo>
                <a:lnTo>
                  <a:pt x="50106" y="164837"/>
                </a:lnTo>
                <a:lnTo>
                  <a:pt x="50107" y="164837"/>
                </a:lnTo>
                <a:lnTo>
                  <a:pt x="50108" y="164837"/>
                </a:lnTo>
                <a:lnTo>
                  <a:pt x="50109" y="164837"/>
                </a:lnTo>
                <a:lnTo>
                  <a:pt x="50110" y="164837"/>
                </a:lnTo>
                <a:lnTo>
                  <a:pt x="50111" y="164837"/>
                </a:lnTo>
                <a:lnTo>
                  <a:pt x="50112" y="164837"/>
                </a:lnTo>
                <a:lnTo>
                  <a:pt x="50113" y="164837"/>
                </a:lnTo>
                <a:lnTo>
                  <a:pt x="50114" y="164837"/>
                </a:lnTo>
                <a:lnTo>
                  <a:pt x="50115" y="164837"/>
                </a:lnTo>
                <a:lnTo>
                  <a:pt x="50116" y="164837"/>
                </a:lnTo>
                <a:lnTo>
                  <a:pt x="50117" y="164837"/>
                </a:lnTo>
                <a:lnTo>
                  <a:pt x="50118" y="164837"/>
                </a:lnTo>
                <a:lnTo>
                  <a:pt x="50119" y="164837"/>
                </a:lnTo>
                <a:lnTo>
                  <a:pt x="50120" y="164837"/>
                </a:lnTo>
                <a:lnTo>
                  <a:pt x="50121" y="164837"/>
                </a:lnTo>
                <a:lnTo>
                  <a:pt x="50122" y="164837"/>
                </a:lnTo>
                <a:lnTo>
                  <a:pt x="50123" y="164837"/>
                </a:lnTo>
                <a:lnTo>
                  <a:pt x="50124" y="164837"/>
                </a:lnTo>
                <a:lnTo>
                  <a:pt x="50125" y="164837"/>
                </a:lnTo>
                <a:lnTo>
                  <a:pt x="50126" y="164837"/>
                </a:lnTo>
                <a:lnTo>
                  <a:pt x="50127" y="164837"/>
                </a:lnTo>
                <a:lnTo>
                  <a:pt x="50128" y="164837"/>
                </a:lnTo>
                <a:lnTo>
                  <a:pt x="50129" y="164837"/>
                </a:lnTo>
                <a:lnTo>
                  <a:pt x="50130" y="164837"/>
                </a:lnTo>
                <a:lnTo>
                  <a:pt x="50131" y="164837"/>
                </a:lnTo>
                <a:lnTo>
                  <a:pt x="50132" y="164837"/>
                </a:lnTo>
                <a:lnTo>
                  <a:pt x="50133" y="164837"/>
                </a:lnTo>
                <a:lnTo>
                  <a:pt x="50134" y="164837"/>
                </a:lnTo>
                <a:lnTo>
                  <a:pt x="50135" y="164837"/>
                </a:lnTo>
                <a:lnTo>
                  <a:pt x="50136" y="164837"/>
                </a:lnTo>
                <a:lnTo>
                  <a:pt x="50137" y="164837"/>
                </a:lnTo>
                <a:lnTo>
                  <a:pt x="50138" y="164837"/>
                </a:lnTo>
                <a:lnTo>
                  <a:pt x="50139" y="164837"/>
                </a:lnTo>
                <a:lnTo>
                  <a:pt x="50140" y="164837"/>
                </a:lnTo>
                <a:lnTo>
                  <a:pt x="50141" y="164837"/>
                </a:lnTo>
                <a:lnTo>
                  <a:pt x="50142" y="164837"/>
                </a:lnTo>
                <a:lnTo>
                  <a:pt x="50143" y="164837"/>
                </a:lnTo>
                <a:lnTo>
                  <a:pt x="50144" y="164837"/>
                </a:lnTo>
                <a:lnTo>
                  <a:pt x="50145" y="164837"/>
                </a:lnTo>
                <a:lnTo>
                  <a:pt x="50146" y="164837"/>
                </a:lnTo>
                <a:lnTo>
                  <a:pt x="50147" y="164837"/>
                </a:lnTo>
                <a:lnTo>
                  <a:pt x="50148" y="164837"/>
                </a:lnTo>
                <a:lnTo>
                  <a:pt x="50149" y="164837"/>
                </a:lnTo>
                <a:lnTo>
                  <a:pt x="50150" y="164837"/>
                </a:lnTo>
                <a:lnTo>
                  <a:pt x="50150" y="164837"/>
                </a:lnTo>
                <a:lnTo>
                  <a:pt x="50151" y="164837"/>
                </a:lnTo>
                <a:lnTo>
                  <a:pt x="50152" y="164837"/>
                </a:lnTo>
                <a:lnTo>
                  <a:pt x="50153" y="164837"/>
                </a:lnTo>
                <a:lnTo>
                  <a:pt x="50154" y="164837"/>
                </a:lnTo>
                <a:lnTo>
                  <a:pt x="50155" y="164837"/>
                </a:lnTo>
                <a:lnTo>
                  <a:pt x="50156" y="164837"/>
                </a:lnTo>
                <a:lnTo>
                  <a:pt x="50157" y="164837"/>
                </a:lnTo>
                <a:lnTo>
                  <a:pt x="50158" y="164837"/>
                </a:lnTo>
                <a:lnTo>
                  <a:pt x="50159" y="164837"/>
                </a:lnTo>
                <a:lnTo>
                  <a:pt x="50160" y="164837"/>
                </a:lnTo>
                <a:lnTo>
                  <a:pt x="50161" y="164837"/>
                </a:lnTo>
                <a:lnTo>
                  <a:pt x="50162" y="164837"/>
                </a:lnTo>
                <a:lnTo>
                  <a:pt x="50163" y="164837"/>
                </a:lnTo>
                <a:lnTo>
                  <a:pt x="50164" y="164837"/>
                </a:lnTo>
                <a:lnTo>
                  <a:pt x="50165" y="164837"/>
                </a:lnTo>
                <a:lnTo>
                  <a:pt x="50166" y="164837"/>
                </a:lnTo>
                <a:lnTo>
                  <a:pt x="50167" y="164837"/>
                </a:lnTo>
                <a:lnTo>
                  <a:pt x="50168" y="164837"/>
                </a:lnTo>
                <a:lnTo>
                  <a:pt x="50169" y="164837"/>
                </a:lnTo>
                <a:lnTo>
                  <a:pt x="50170" y="164837"/>
                </a:lnTo>
                <a:lnTo>
                  <a:pt x="50171" y="164837"/>
                </a:lnTo>
                <a:lnTo>
                  <a:pt x="50172" y="164837"/>
                </a:lnTo>
                <a:lnTo>
                  <a:pt x="50173" y="164837"/>
                </a:lnTo>
                <a:lnTo>
                  <a:pt x="50174" y="164837"/>
                </a:lnTo>
                <a:lnTo>
                  <a:pt x="50175" y="164837"/>
                </a:lnTo>
                <a:lnTo>
                  <a:pt x="50176" y="164837"/>
                </a:lnTo>
                <a:lnTo>
                  <a:pt x="50177" y="164837"/>
                </a:lnTo>
                <a:lnTo>
                  <a:pt x="50178" y="164837"/>
                </a:lnTo>
                <a:lnTo>
                  <a:pt x="50179" y="164837"/>
                </a:lnTo>
                <a:lnTo>
                  <a:pt x="50180" y="164837"/>
                </a:lnTo>
                <a:lnTo>
                  <a:pt x="50181" y="164837"/>
                </a:lnTo>
                <a:lnTo>
                  <a:pt x="50182" y="164837"/>
                </a:lnTo>
                <a:lnTo>
                  <a:pt x="50183" y="164837"/>
                </a:lnTo>
                <a:lnTo>
                  <a:pt x="50184" y="164837"/>
                </a:lnTo>
                <a:lnTo>
                  <a:pt x="50185" y="164837"/>
                </a:lnTo>
                <a:lnTo>
                  <a:pt x="50186" y="164837"/>
                </a:lnTo>
                <a:lnTo>
                  <a:pt x="50187" y="164837"/>
                </a:lnTo>
                <a:lnTo>
                  <a:pt x="50188" y="164837"/>
                </a:lnTo>
                <a:lnTo>
                  <a:pt x="50189" y="164837"/>
                </a:lnTo>
                <a:lnTo>
                  <a:pt x="50190" y="164837"/>
                </a:lnTo>
                <a:lnTo>
                  <a:pt x="50191" y="164837"/>
                </a:lnTo>
                <a:lnTo>
                  <a:pt x="50192" y="164837"/>
                </a:lnTo>
                <a:lnTo>
                  <a:pt x="50193" y="164837"/>
                </a:lnTo>
                <a:lnTo>
                  <a:pt x="50194" y="164837"/>
                </a:lnTo>
                <a:lnTo>
                  <a:pt x="50195" y="164837"/>
                </a:lnTo>
                <a:lnTo>
                  <a:pt x="50196" y="164837"/>
                </a:lnTo>
                <a:lnTo>
                  <a:pt x="50197" y="164837"/>
                </a:lnTo>
                <a:lnTo>
                  <a:pt x="50197" y="164837"/>
                </a:lnTo>
                <a:lnTo>
                  <a:pt x="50198" y="164837"/>
                </a:lnTo>
                <a:lnTo>
                  <a:pt x="50199" y="164837"/>
                </a:lnTo>
                <a:lnTo>
                  <a:pt x="50200" y="164837"/>
                </a:lnTo>
                <a:lnTo>
                  <a:pt x="50201" y="164837"/>
                </a:lnTo>
                <a:lnTo>
                  <a:pt x="50202" y="164837"/>
                </a:lnTo>
                <a:lnTo>
                  <a:pt x="50203" y="164837"/>
                </a:lnTo>
                <a:lnTo>
                  <a:pt x="50204" y="164837"/>
                </a:lnTo>
                <a:lnTo>
                  <a:pt x="50205" y="164837"/>
                </a:lnTo>
                <a:lnTo>
                  <a:pt x="50206" y="164837"/>
                </a:lnTo>
                <a:lnTo>
                  <a:pt x="50207" y="164837"/>
                </a:lnTo>
                <a:lnTo>
                  <a:pt x="50208" y="164837"/>
                </a:lnTo>
                <a:lnTo>
                  <a:pt x="50209" y="164837"/>
                </a:lnTo>
                <a:lnTo>
                  <a:pt x="50210" y="164837"/>
                </a:lnTo>
                <a:lnTo>
                  <a:pt x="50211" y="164837"/>
                </a:lnTo>
                <a:lnTo>
                  <a:pt x="50212" y="164837"/>
                </a:lnTo>
                <a:lnTo>
                  <a:pt x="50213" y="164837"/>
                </a:lnTo>
                <a:lnTo>
                  <a:pt x="50214" y="164837"/>
                </a:lnTo>
                <a:lnTo>
                  <a:pt x="50215" y="164837"/>
                </a:lnTo>
                <a:lnTo>
                  <a:pt x="50216" y="164837"/>
                </a:lnTo>
                <a:lnTo>
                  <a:pt x="50217" y="164837"/>
                </a:lnTo>
                <a:lnTo>
                  <a:pt x="50218" y="164837"/>
                </a:lnTo>
                <a:lnTo>
                  <a:pt x="50219" y="164837"/>
                </a:lnTo>
                <a:lnTo>
                  <a:pt x="50220" y="164837"/>
                </a:lnTo>
                <a:lnTo>
                  <a:pt x="50221" y="164837"/>
                </a:lnTo>
                <a:lnTo>
                  <a:pt x="50222" y="164837"/>
                </a:lnTo>
                <a:lnTo>
                  <a:pt x="50223" y="164837"/>
                </a:lnTo>
                <a:lnTo>
                  <a:pt x="50224" y="164837"/>
                </a:lnTo>
                <a:lnTo>
                  <a:pt x="50225" y="164837"/>
                </a:lnTo>
                <a:lnTo>
                  <a:pt x="50226" y="164837"/>
                </a:lnTo>
                <a:lnTo>
                  <a:pt x="50227" y="164837"/>
                </a:lnTo>
                <a:lnTo>
                  <a:pt x="50228" y="164837"/>
                </a:lnTo>
                <a:lnTo>
                  <a:pt x="50229" y="164837"/>
                </a:lnTo>
                <a:lnTo>
                  <a:pt x="50230" y="164837"/>
                </a:lnTo>
                <a:lnTo>
                  <a:pt x="50231" y="164837"/>
                </a:lnTo>
                <a:lnTo>
                  <a:pt x="50232" y="164837"/>
                </a:lnTo>
                <a:lnTo>
                  <a:pt x="50233" y="164837"/>
                </a:lnTo>
                <a:lnTo>
                  <a:pt x="50234" y="164837"/>
                </a:lnTo>
                <a:lnTo>
                  <a:pt x="50235" y="164837"/>
                </a:lnTo>
                <a:lnTo>
                  <a:pt x="50236" y="164837"/>
                </a:lnTo>
                <a:lnTo>
                  <a:pt x="50237" y="164837"/>
                </a:lnTo>
                <a:lnTo>
                  <a:pt x="50238" y="164837"/>
                </a:lnTo>
                <a:lnTo>
                  <a:pt x="50239" y="164837"/>
                </a:lnTo>
                <a:lnTo>
                  <a:pt x="50240" y="164837"/>
                </a:lnTo>
                <a:lnTo>
                  <a:pt x="50241" y="164837"/>
                </a:lnTo>
                <a:lnTo>
                  <a:pt x="50242" y="164837"/>
                </a:lnTo>
                <a:lnTo>
                  <a:pt x="50243" y="164837"/>
                </a:lnTo>
                <a:lnTo>
                  <a:pt x="50244" y="164837"/>
                </a:lnTo>
                <a:lnTo>
                  <a:pt x="50245" y="164837"/>
                </a:lnTo>
                <a:lnTo>
                  <a:pt x="50245" y="164837"/>
                </a:lnTo>
                <a:lnTo>
                  <a:pt x="50246" y="164837"/>
                </a:lnTo>
                <a:lnTo>
                  <a:pt x="50247" y="164837"/>
                </a:lnTo>
                <a:lnTo>
                  <a:pt x="50248" y="164837"/>
                </a:lnTo>
                <a:lnTo>
                  <a:pt x="50249" y="164837"/>
                </a:lnTo>
                <a:lnTo>
                  <a:pt x="50250" y="164837"/>
                </a:lnTo>
                <a:lnTo>
                  <a:pt x="50251" y="164837"/>
                </a:lnTo>
                <a:lnTo>
                  <a:pt x="50252" y="164837"/>
                </a:lnTo>
                <a:lnTo>
                  <a:pt x="50253" y="164837"/>
                </a:lnTo>
                <a:lnTo>
                  <a:pt x="50254" y="164837"/>
                </a:lnTo>
                <a:lnTo>
                  <a:pt x="50255" y="164837"/>
                </a:lnTo>
                <a:lnTo>
                  <a:pt x="50256" y="164837"/>
                </a:lnTo>
                <a:lnTo>
                  <a:pt x="50257" y="164837"/>
                </a:lnTo>
                <a:lnTo>
                  <a:pt x="50258" y="164837"/>
                </a:lnTo>
                <a:lnTo>
                  <a:pt x="50259" y="164837"/>
                </a:lnTo>
                <a:lnTo>
                  <a:pt x="50260" y="164837"/>
                </a:lnTo>
                <a:lnTo>
                  <a:pt x="50261" y="164837"/>
                </a:lnTo>
                <a:lnTo>
                  <a:pt x="50262" y="164837"/>
                </a:lnTo>
                <a:lnTo>
                  <a:pt x="50263" y="164837"/>
                </a:lnTo>
                <a:lnTo>
                  <a:pt x="50264" y="164837"/>
                </a:lnTo>
                <a:lnTo>
                  <a:pt x="50265" y="164837"/>
                </a:lnTo>
                <a:lnTo>
                  <a:pt x="50266" y="164837"/>
                </a:lnTo>
                <a:lnTo>
                  <a:pt x="50267" y="164837"/>
                </a:lnTo>
                <a:lnTo>
                  <a:pt x="50268" y="164837"/>
                </a:lnTo>
                <a:lnTo>
                  <a:pt x="50269" y="164837"/>
                </a:lnTo>
                <a:lnTo>
                  <a:pt x="50270" y="164837"/>
                </a:lnTo>
                <a:lnTo>
                  <a:pt x="50271" y="164837"/>
                </a:lnTo>
                <a:lnTo>
                  <a:pt x="50272" y="164837"/>
                </a:lnTo>
                <a:lnTo>
                  <a:pt x="50273" y="164837"/>
                </a:lnTo>
                <a:lnTo>
                  <a:pt x="50274" y="164837"/>
                </a:lnTo>
                <a:lnTo>
                  <a:pt x="50275" y="164837"/>
                </a:lnTo>
                <a:lnTo>
                  <a:pt x="50276" y="164837"/>
                </a:lnTo>
                <a:lnTo>
                  <a:pt x="50277" y="164837"/>
                </a:lnTo>
                <a:lnTo>
                  <a:pt x="50278" y="164837"/>
                </a:lnTo>
                <a:lnTo>
                  <a:pt x="50279" y="164837"/>
                </a:lnTo>
                <a:lnTo>
                  <a:pt x="50280" y="164837"/>
                </a:lnTo>
                <a:lnTo>
                  <a:pt x="50281" y="164837"/>
                </a:lnTo>
                <a:lnTo>
                  <a:pt x="50282" y="164837"/>
                </a:lnTo>
                <a:lnTo>
                  <a:pt x="50283" y="164837"/>
                </a:lnTo>
                <a:lnTo>
                  <a:pt x="50284" y="164837"/>
                </a:lnTo>
                <a:lnTo>
                  <a:pt x="50285" y="164837"/>
                </a:lnTo>
                <a:lnTo>
                  <a:pt x="50286" y="164837"/>
                </a:lnTo>
                <a:lnTo>
                  <a:pt x="50287" y="164837"/>
                </a:lnTo>
                <a:lnTo>
                  <a:pt x="50288" y="164837"/>
                </a:lnTo>
                <a:lnTo>
                  <a:pt x="50289" y="164837"/>
                </a:lnTo>
                <a:lnTo>
                  <a:pt x="50290" y="164837"/>
                </a:lnTo>
                <a:lnTo>
                  <a:pt x="50291" y="164837"/>
                </a:lnTo>
                <a:lnTo>
                  <a:pt x="50292" y="164837"/>
                </a:lnTo>
                <a:lnTo>
                  <a:pt x="50293" y="164837"/>
                </a:lnTo>
                <a:lnTo>
                  <a:pt x="50294" y="164837"/>
                </a:lnTo>
                <a:lnTo>
                  <a:pt x="50295" y="164837"/>
                </a:lnTo>
                <a:lnTo>
                  <a:pt x="50296" y="164837"/>
                </a:lnTo>
                <a:lnTo>
                  <a:pt x="50296" y="164837"/>
                </a:lnTo>
                <a:lnTo>
                  <a:pt x="50297" y="164837"/>
                </a:lnTo>
                <a:lnTo>
                  <a:pt x="50298" y="164837"/>
                </a:lnTo>
                <a:lnTo>
                  <a:pt x="50299" y="164837"/>
                </a:lnTo>
                <a:lnTo>
                  <a:pt x="50300" y="164837"/>
                </a:lnTo>
                <a:lnTo>
                  <a:pt x="50301" y="164837"/>
                </a:lnTo>
                <a:lnTo>
                  <a:pt x="50302" y="164837"/>
                </a:lnTo>
                <a:lnTo>
                  <a:pt x="50303" y="164837"/>
                </a:lnTo>
                <a:lnTo>
                  <a:pt x="50304" y="164837"/>
                </a:lnTo>
                <a:lnTo>
                  <a:pt x="50305" y="164837"/>
                </a:lnTo>
                <a:lnTo>
                  <a:pt x="50306" y="164837"/>
                </a:lnTo>
                <a:lnTo>
                  <a:pt x="50307" y="164837"/>
                </a:lnTo>
                <a:lnTo>
                  <a:pt x="50308" y="164837"/>
                </a:lnTo>
                <a:lnTo>
                  <a:pt x="50309" y="164837"/>
                </a:lnTo>
                <a:lnTo>
                  <a:pt x="50310" y="164837"/>
                </a:lnTo>
                <a:lnTo>
                  <a:pt x="50311" y="164837"/>
                </a:lnTo>
                <a:lnTo>
                  <a:pt x="50312" y="164837"/>
                </a:lnTo>
                <a:lnTo>
                  <a:pt x="50313" y="164837"/>
                </a:lnTo>
                <a:lnTo>
                  <a:pt x="50314" y="164837"/>
                </a:lnTo>
                <a:lnTo>
                  <a:pt x="50315" y="164837"/>
                </a:lnTo>
                <a:lnTo>
                  <a:pt x="50316" y="164837"/>
                </a:lnTo>
                <a:lnTo>
                  <a:pt x="50317" y="164837"/>
                </a:lnTo>
                <a:lnTo>
                  <a:pt x="50318" y="164837"/>
                </a:lnTo>
                <a:lnTo>
                  <a:pt x="50319" y="164837"/>
                </a:lnTo>
                <a:lnTo>
                  <a:pt x="50320" y="164837"/>
                </a:lnTo>
                <a:lnTo>
                  <a:pt x="50321" y="164837"/>
                </a:lnTo>
                <a:lnTo>
                  <a:pt x="50322" y="164837"/>
                </a:lnTo>
                <a:lnTo>
                  <a:pt x="50323" y="164837"/>
                </a:lnTo>
                <a:lnTo>
                  <a:pt x="50324" y="164837"/>
                </a:lnTo>
                <a:lnTo>
                  <a:pt x="50325" y="164837"/>
                </a:lnTo>
                <a:lnTo>
                  <a:pt x="50326" y="164837"/>
                </a:lnTo>
                <a:lnTo>
                  <a:pt x="50327" y="164837"/>
                </a:lnTo>
                <a:lnTo>
                  <a:pt x="50328" y="164837"/>
                </a:lnTo>
                <a:lnTo>
                  <a:pt x="50329" y="164837"/>
                </a:lnTo>
                <a:lnTo>
                  <a:pt x="50330" y="164837"/>
                </a:lnTo>
                <a:lnTo>
                  <a:pt x="50331" y="164837"/>
                </a:lnTo>
                <a:lnTo>
                  <a:pt x="50332" y="164837"/>
                </a:lnTo>
                <a:lnTo>
                  <a:pt x="50333" y="164837"/>
                </a:lnTo>
                <a:lnTo>
                  <a:pt x="50334" y="164837"/>
                </a:lnTo>
                <a:lnTo>
                  <a:pt x="50335" y="164837"/>
                </a:lnTo>
                <a:lnTo>
                  <a:pt x="50336" y="164837"/>
                </a:lnTo>
                <a:lnTo>
                  <a:pt x="50337" y="164837"/>
                </a:lnTo>
                <a:lnTo>
                  <a:pt x="50338" y="164837"/>
                </a:lnTo>
                <a:lnTo>
                  <a:pt x="50339" y="164837"/>
                </a:lnTo>
                <a:lnTo>
                  <a:pt x="50340" y="164837"/>
                </a:lnTo>
                <a:lnTo>
                  <a:pt x="50341" y="164837"/>
                </a:lnTo>
                <a:lnTo>
                  <a:pt x="50342" y="164837"/>
                </a:lnTo>
                <a:lnTo>
                  <a:pt x="50343" y="164837"/>
                </a:lnTo>
                <a:lnTo>
                  <a:pt x="50344" y="164837"/>
                </a:lnTo>
                <a:lnTo>
                  <a:pt x="50345" y="164837"/>
                </a:lnTo>
                <a:lnTo>
                  <a:pt x="50346" y="164837"/>
                </a:lnTo>
                <a:lnTo>
                  <a:pt x="50347" y="164837"/>
                </a:lnTo>
                <a:lnTo>
                  <a:pt x="50348" y="164837"/>
                </a:lnTo>
                <a:lnTo>
                  <a:pt x="50349" y="164837"/>
                </a:lnTo>
                <a:lnTo>
                  <a:pt x="50349" y="164837"/>
                </a:lnTo>
                <a:lnTo>
                  <a:pt x="50350" y="164837"/>
                </a:lnTo>
                <a:lnTo>
                  <a:pt x="50351" y="164837"/>
                </a:lnTo>
                <a:lnTo>
                  <a:pt x="50352" y="164837"/>
                </a:lnTo>
                <a:lnTo>
                  <a:pt x="50353" y="164837"/>
                </a:lnTo>
                <a:lnTo>
                  <a:pt x="50354" y="164837"/>
                </a:lnTo>
                <a:lnTo>
                  <a:pt x="50355" y="164837"/>
                </a:lnTo>
                <a:lnTo>
                  <a:pt x="50356" y="164837"/>
                </a:lnTo>
                <a:lnTo>
                  <a:pt x="50357" y="164837"/>
                </a:lnTo>
                <a:lnTo>
                  <a:pt x="50358" y="164837"/>
                </a:lnTo>
                <a:lnTo>
                  <a:pt x="50359" y="164837"/>
                </a:lnTo>
                <a:lnTo>
                  <a:pt x="50360" y="164837"/>
                </a:lnTo>
                <a:lnTo>
                  <a:pt x="50361" y="164837"/>
                </a:lnTo>
                <a:lnTo>
                  <a:pt x="50362" y="164837"/>
                </a:lnTo>
                <a:lnTo>
                  <a:pt x="50363" y="164837"/>
                </a:lnTo>
                <a:lnTo>
                  <a:pt x="50364" y="164837"/>
                </a:lnTo>
                <a:lnTo>
                  <a:pt x="50365" y="164837"/>
                </a:lnTo>
                <a:lnTo>
                  <a:pt x="50366" y="164837"/>
                </a:lnTo>
                <a:lnTo>
                  <a:pt x="50367" y="164837"/>
                </a:lnTo>
                <a:lnTo>
                  <a:pt x="50368" y="164837"/>
                </a:lnTo>
                <a:lnTo>
                  <a:pt x="50369" y="164837"/>
                </a:lnTo>
                <a:lnTo>
                  <a:pt x="50370" y="164837"/>
                </a:lnTo>
                <a:lnTo>
                  <a:pt x="50371" y="164837"/>
                </a:lnTo>
                <a:lnTo>
                  <a:pt x="50372" y="164837"/>
                </a:lnTo>
                <a:lnTo>
                  <a:pt x="50373" y="164837"/>
                </a:lnTo>
                <a:lnTo>
                  <a:pt x="50374" y="164837"/>
                </a:lnTo>
                <a:lnTo>
                  <a:pt x="50375" y="164837"/>
                </a:lnTo>
                <a:lnTo>
                  <a:pt x="50376" y="164837"/>
                </a:lnTo>
                <a:lnTo>
                  <a:pt x="50377" y="164837"/>
                </a:lnTo>
                <a:lnTo>
                  <a:pt x="50378" y="164837"/>
                </a:lnTo>
                <a:lnTo>
                  <a:pt x="50379" y="164837"/>
                </a:lnTo>
                <a:lnTo>
                  <a:pt x="50380" y="164837"/>
                </a:lnTo>
                <a:lnTo>
                  <a:pt x="50381" y="164837"/>
                </a:lnTo>
                <a:lnTo>
                  <a:pt x="50382" y="164837"/>
                </a:lnTo>
                <a:lnTo>
                  <a:pt x="50383" y="164837"/>
                </a:lnTo>
                <a:lnTo>
                  <a:pt x="50384" y="164837"/>
                </a:lnTo>
                <a:lnTo>
                  <a:pt x="50385" y="164837"/>
                </a:lnTo>
                <a:lnTo>
                  <a:pt x="50386" y="164837"/>
                </a:lnTo>
                <a:lnTo>
                  <a:pt x="50387" y="164837"/>
                </a:lnTo>
                <a:lnTo>
                  <a:pt x="50388" y="164837"/>
                </a:lnTo>
                <a:lnTo>
                  <a:pt x="50389" y="164837"/>
                </a:lnTo>
                <a:lnTo>
                  <a:pt x="50390" y="164837"/>
                </a:lnTo>
                <a:lnTo>
                  <a:pt x="50391" y="164837"/>
                </a:lnTo>
                <a:lnTo>
                  <a:pt x="50392" y="164837"/>
                </a:lnTo>
                <a:lnTo>
                  <a:pt x="50393" y="164837"/>
                </a:lnTo>
                <a:lnTo>
                  <a:pt x="50394" y="164837"/>
                </a:lnTo>
                <a:lnTo>
                  <a:pt x="50395" y="164837"/>
                </a:lnTo>
                <a:lnTo>
                  <a:pt x="50396" y="164837"/>
                </a:lnTo>
                <a:lnTo>
                  <a:pt x="50397" y="164837"/>
                </a:lnTo>
                <a:lnTo>
                  <a:pt x="50398" y="164837"/>
                </a:lnTo>
                <a:lnTo>
                  <a:pt x="50399" y="164837"/>
                </a:lnTo>
                <a:lnTo>
                  <a:pt x="50400" y="164837"/>
                </a:lnTo>
                <a:lnTo>
                  <a:pt x="50401" y="164837"/>
                </a:lnTo>
                <a:lnTo>
                  <a:pt x="50402" y="164837"/>
                </a:lnTo>
                <a:lnTo>
                  <a:pt x="50403" y="164837"/>
                </a:lnTo>
                <a:lnTo>
                  <a:pt x="50404" y="164837"/>
                </a:lnTo>
                <a:lnTo>
                  <a:pt x="50405" y="164837"/>
                </a:lnTo>
                <a:lnTo>
                  <a:pt x="50405" y="164837"/>
                </a:lnTo>
                <a:lnTo>
                  <a:pt x="50406" y="164837"/>
                </a:lnTo>
                <a:lnTo>
                  <a:pt x="50407" y="164837"/>
                </a:lnTo>
                <a:lnTo>
                  <a:pt x="50408" y="164837"/>
                </a:lnTo>
                <a:lnTo>
                  <a:pt x="50409" y="164837"/>
                </a:lnTo>
                <a:lnTo>
                  <a:pt x="50410" y="164837"/>
                </a:lnTo>
                <a:lnTo>
                  <a:pt x="50411" y="164837"/>
                </a:lnTo>
                <a:lnTo>
                  <a:pt x="50412" y="164837"/>
                </a:lnTo>
                <a:lnTo>
                  <a:pt x="50413" y="164837"/>
                </a:lnTo>
                <a:lnTo>
                  <a:pt x="50414" y="164837"/>
                </a:lnTo>
                <a:lnTo>
                  <a:pt x="50415" y="164837"/>
                </a:lnTo>
                <a:lnTo>
                  <a:pt x="50416" y="164837"/>
                </a:lnTo>
                <a:lnTo>
                  <a:pt x="50417" y="164837"/>
                </a:lnTo>
                <a:lnTo>
                  <a:pt x="50418" y="164837"/>
                </a:lnTo>
                <a:lnTo>
                  <a:pt x="50419" y="164837"/>
                </a:lnTo>
                <a:lnTo>
                  <a:pt x="50420" y="164837"/>
                </a:lnTo>
                <a:lnTo>
                  <a:pt x="50421" y="164837"/>
                </a:lnTo>
                <a:lnTo>
                  <a:pt x="50422" y="164837"/>
                </a:lnTo>
                <a:lnTo>
                  <a:pt x="50423" y="164837"/>
                </a:lnTo>
                <a:lnTo>
                  <a:pt x="50424" y="164837"/>
                </a:lnTo>
                <a:lnTo>
                  <a:pt x="50425" y="164837"/>
                </a:lnTo>
                <a:lnTo>
                  <a:pt x="50426" y="164837"/>
                </a:lnTo>
                <a:lnTo>
                  <a:pt x="50427" y="164837"/>
                </a:lnTo>
                <a:lnTo>
                  <a:pt x="50428" y="164837"/>
                </a:lnTo>
                <a:lnTo>
                  <a:pt x="50429" y="164837"/>
                </a:lnTo>
                <a:lnTo>
                  <a:pt x="50430" y="164837"/>
                </a:lnTo>
                <a:lnTo>
                  <a:pt x="50431" y="164837"/>
                </a:lnTo>
                <a:lnTo>
                  <a:pt x="50432" y="164837"/>
                </a:lnTo>
                <a:lnTo>
                  <a:pt x="50433" y="164837"/>
                </a:lnTo>
                <a:lnTo>
                  <a:pt x="50434" y="164837"/>
                </a:lnTo>
                <a:lnTo>
                  <a:pt x="50435" y="164837"/>
                </a:lnTo>
                <a:lnTo>
                  <a:pt x="50436" y="164837"/>
                </a:lnTo>
                <a:lnTo>
                  <a:pt x="50437" y="164837"/>
                </a:lnTo>
                <a:lnTo>
                  <a:pt x="50438" y="164837"/>
                </a:lnTo>
                <a:lnTo>
                  <a:pt x="50439" y="164837"/>
                </a:lnTo>
                <a:lnTo>
                  <a:pt x="50440" y="164837"/>
                </a:lnTo>
                <a:lnTo>
                  <a:pt x="50441" y="164837"/>
                </a:lnTo>
                <a:lnTo>
                  <a:pt x="50442" y="164837"/>
                </a:lnTo>
                <a:lnTo>
                  <a:pt x="50443" y="164837"/>
                </a:lnTo>
                <a:lnTo>
                  <a:pt x="50444" y="164837"/>
                </a:lnTo>
                <a:lnTo>
                  <a:pt x="50445" y="164837"/>
                </a:lnTo>
                <a:lnTo>
                  <a:pt x="50446" y="164837"/>
                </a:lnTo>
                <a:lnTo>
                  <a:pt x="50447" y="164837"/>
                </a:lnTo>
                <a:lnTo>
                  <a:pt x="50448" y="164837"/>
                </a:lnTo>
                <a:lnTo>
                  <a:pt x="50449" y="164837"/>
                </a:lnTo>
                <a:lnTo>
                  <a:pt x="50450" y="164837"/>
                </a:lnTo>
                <a:lnTo>
                  <a:pt x="50451" y="164837"/>
                </a:lnTo>
                <a:lnTo>
                  <a:pt x="50452" y="164837"/>
                </a:lnTo>
                <a:lnTo>
                  <a:pt x="50453" y="164837"/>
                </a:lnTo>
                <a:lnTo>
                  <a:pt x="50454" y="164837"/>
                </a:lnTo>
                <a:lnTo>
                  <a:pt x="50455" y="164837"/>
                </a:lnTo>
                <a:lnTo>
                  <a:pt x="50456" y="164837"/>
                </a:lnTo>
                <a:lnTo>
                  <a:pt x="50457" y="164837"/>
                </a:lnTo>
                <a:lnTo>
                  <a:pt x="50458" y="164837"/>
                </a:lnTo>
                <a:lnTo>
                  <a:pt x="50459" y="164837"/>
                </a:lnTo>
                <a:lnTo>
                  <a:pt x="50460" y="164837"/>
                </a:lnTo>
                <a:lnTo>
                  <a:pt x="50461" y="164837"/>
                </a:lnTo>
                <a:lnTo>
                  <a:pt x="50462" y="164837"/>
                </a:lnTo>
                <a:lnTo>
                  <a:pt x="50463" y="164837"/>
                </a:lnTo>
                <a:lnTo>
                  <a:pt x="50464" y="164837"/>
                </a:lnTo>
                <a:lnTo>
                  <a:pt x="50464" y="164837"/>
                </a:lnTo>
                <a:lnTo>
                  <a:pt x="50465" y="164837"/>
                </a:lnTo>
                <a:lnTo>
                  <a:pt x="50466" y="164837"/>
                </a:lnTo>
                <a:lnTo>
                  <a:pt x="50467" y="164837"/>
                </a:lnTo>
                <a:lnTo>
                  <a:pt x="50468" y="164837"/>
                </a:lnTo>
                <a:lnTo>
                  <a:pt x="50469" y="164837"/>
                </a:lnTo>
                <a:lnTo>
                  <a:pt x="50470" y="164837"/>
                </a:lnTo>
                <a:lnTo>
                  <a:pt x="50471" y="164837"/>
                </a:lnTo>
                <a:lnTo>
                  <a:pt x="50472" y="164837"/>
                </a:lnTo>
                <a:lnTo>
                  <a:pt x="50473" y="164837"/>
                </a:lnTo>
                <a:lnTo>
                  <a:pt x="50474" y="164837"/>
                </a:lnTo>
                <a:lnTo>
                  <a:pt x="50475" y="164837"/>
                </a:lnTo>
                <a:lnTo>
                  <a:pt x="50476" y="164837"/>
                </a:lnTo>
                <a:lnTo>
                  <a:pt x="50477" y="164837"/>
                </a:lnTo>
                <a:lnTo>
                  <a:pt x="50478" y="164837"/>
                </a:lnTo>
                <a:lnTo>
                  <a:pt x="50479" y="164837"/>
                </a:lnTo>
                <a:lnTo>
                  <a:pt x="50480" y="164837"/>
                </a:lnTo>
                <a:lnTo>
                  <a:pt x="50481" y="164837"/>
                </a:lnTo>
                <a:lnTo>
                  <a:pt x="50482" y="164837"/>
                </a:lnTo>
                <a:lnTo>
                  <a:pt x="50483" y="164837"/>
                </a:lnTo>
                <a:lnTo>
                  <a:pt x="50484" y="164837"/>
                </a:lnTo>
                <a:lnTo>
                  <a:pt x="50485" y="164837"/>
                </a:lnTo>
                <a:lnTo>
                  <a:pt x="50486" y="164837"/>
                </a:lnTo>
                <a:lnTo>
                  <a:pt x="50487" y="164837"/>
                </a:lnTo>
                <a:lnTo>
                  <a:pt x="50488" y="164837"/>
                </a:lnTo>
                <a:lnTo>
                  <a:pt x="50489" y="164837"/>
                </a:lnTo>
                <a:lnTo>
                  <a:pt x="50490" y="164837"/>
                </a:lnTo>
                <a:lnTo>
                  <a:pt x="50491" y="164837"/>
                </a:lnTo>
                <a:lnTo>
                  <a:pt x="50492" y="164837"/>
                </a:lnTo>
                <a:lnTo>
                  <a:pt x="50493" y="164837"/>
                </a:lnTo>
                <a:lnTo>
                  <a:pt x="50494" y="164837"/>
                </a:lnTo>
                <a:lnTo>
                  <a:pt x="50495" y="164837"/>
                </a:lnTo>
                <a:lnTo>
                  <a:pt x="50496" y="164837"/>
                </a:lnTo>
                <a:lnTo>
                  <a:pt x="50497" y="164837"/>
                </a:lnTo>
                <a:lnTo>
                  <a:pt x="50498" y="164837"/>
                </a:lnTo>
                <a:lnTo>
                  <a:pt x="50499" y="164837"/>
                </a:lnTo>
                <a:lnTo>
                  <a:pt x="50500" y="164837"/>
                </a:lnTo>
                <a:lnTo>
                  <a:pt x="50501" y="164837"/>
                </a:lnTo>
                <a:lnTo>
                  <a:pt x="50502" y="164837"/>
                </a:lnTo>
                <a:lnTo>
                  <a:pt x="50503" y="164837"/>
                </a:lnTo>
                <a:lnTo>
                  <a:pt x="50504" y="164837"/>
                </a:lnTo>
                <a:lnTo>
                  <a:pt x="50505" y="164837"/>
                </a:lnTo>
                <a:lnTo>
                  <a:pt x="50506" y="164837"/>
                </a:lnTo>
                <a:lnTo>
                  <a:pt x="50507" y="164837"/>
                </a:lnTo>
                <a:lnTo>
                  <a:pt x="50508" y="164837"/>
                </a:lnTo>
                <a:lnTo>
                  <a:pt x="50509" y="164837"/>
                </a:lnTo>
                <a:lnTo>
                  <a:pt x="50510" y="164837"/>
                </a:lnTo>
                <a:lnTo>
                  <a:pt x="50511" y="164837"/>
                </a:lnTo>
                <a:lnTo>
                  <a:pt x="50512" y="164837"/>
                </a:lnTo>
                <a:lnTo>
                  <a:pt x="50513" y="164837"/>
                </a:lnTo>
                <a:lnTo>
                  <a:pt x="50514" y="164837"/>
                </a:lnTo>
                <a:lnTo>
                  <a:pt x="50515" y="164837"/>
                </a:lnTo>
                <a:lnTo>
                  <a:pt x="50516" y="164837"/>
                </a:lnTo>
                <a:lnTo>
                  <a:pt x="50517" y="164837"/>
                </a:lnTo>
                <a:lnTo>
                  <a:pt x="50518" y="164837"/>
                </a:lnTo>
                <a:lnTo>
                  <a:pt x="50519" y="164837"/>
                </a:lnTo>
                <a:lnTo>
                  <a:pt x="50520" y="164837"/>
                </a:lnTo>
                <a:lnTo>
                  <a:pt x="50521" y="164837"/>
                </a:lnTo>
                <a:lnTo>
                  <a:pt x="50522" y="164837"/>
                </a:lnTo>
                <a:lnTo>
                  <a:pt x="50523" y="164837"/>
                </a:lnTo>
                <a:lnTo>
                  <a:pt x="50524" y="164837"/>
                </a:lnTo>
                <a:lnTo>
                  <a:pt x="50525" y="164837"/>
                </a:lnTo>
                <a:lnTo>
                  <a:pt x="50526" y="164837"/>
                </a:lnTo>
                <a:lnTo>
                  <a:pt x="50527" y="164837"/>
                </a:lnTo>
                <a:lnTo>
                  <a:pt x="50527" y="164837"/>
                </a:lnTo>
                <a:lnTo>
                  <a:pt x="50528" y="164837"/>
                </a:lnTo>
                <a:lnTo>
                  <a:pt x="50529" y="164837"/>
                </a:lnTo>
                <a:lnTo>
                  <a:pt x="50530" y="164837"/>
                </a:lnTo>
                <a:lnTo>
                  <a:pt x="50531" y="164837"/>
                </a:lnTo>
                <a:lnTo>
                  <a:pt x="50532" y="164837"/>
                </a:lnTo>
                <a:lnTo>
                  <a:pt x="50533" y="164837"/>
                </a:lnTo>
                <a:lnTo>
                  <a:pt x="50534" y="164837"/>
                </a:lnTo>
                <a:lnTo>
                  <a:pt x="50535" y="164837"/>
                </a:lnTo>
                <a:lnTo>
                  <a:pt x="50536" y="164837"/>
                </a:lnTo>
                <a:lnTo>
                  <a:pt x="50537" y="164837"/>
                </a:lnTo>
                <a:lnTo>
                  <a:pt x="50538" y="164837"/>
                </a:lnTo>
                <a:lnTo>
                  <a:pt x="50539" y="164837"/>
                </a:lnTo>
                <a:lnTo>
                  <a:pt x="50540" y="164837"/>
                </a:lnTo>
                <a:lnTo>
                  <a:pt x="50541" y="164837"/>
                </a:lnTo>
                <a:lnTo>
                  <a:pt x="50542" y="164837"/>
                </a:lnTo>
                <a:lnTo>
                  <a:pt x="50543" y="164837"/>
                </a:lnTo>
                <a:lnTo>
                  <a:pt x="50544" y="164837"/>
                </a:lnTo>
                <a:lnTo>
                  <a:pt x="50545" y="164837"/>
                </a:lnTo>
                <a:lnTo>
                  <a:pt x="50546" y="164837"/>
                </a:lnTo>
                <a:lnTo>
                  <a:pt x="50547" y="164837"/>
                </a:lnTo>
                <a:lnTo>
                  <a:pt x="50548" y="164837"/>
                </a:lnTo>
                <a:lnTo>
                  <a:pt x="50549" y="164837"/>
                </a:lnTo>
                <a:lnTo>
                  <a:pt x="50550" y="164837"/>
                </a:lnTo>
                <a:lnTo>
                  <a:pt x="50551" y="164837"/>
                </a:lnTo>
                <a:lnTo>
                  <a:pt x="50552" y="164837"/>
                </a:lnTo>
                <a:lnTo>
                  <a:pt x="50553" y="164837"/>
                </a:lnTo>
                <a:lnTo>
                  <a:pt x="50554" y="164837"/>
                </a:lnTo>
                <a:lnTo>
                  <a:pt x="50555" y="164837"/>
                </a:lnTo>
                <a:lnTo>
                  <a:pt x="50556" y="164837"/>
                </a:lnTo>
                <a:lnTo>
                  <a:pt x="50557" y="164837"/>
                </a:lnTo>
                <a:lnTo>
                  <a:pt x="50558" y="164837"/>
                </a:lnTo>
                <a:lnTo>
                  <a:pt x="50559" y="164837"/>
                </a:lnTo>
                <a:lnTo>
                  <a:pt x="50560" y="164837"/>
                </a:lnTo>
                <a:lnTo>
                  <a:pt x="50561" y="164837"/>
                </a:lnTo>
                <a:lnTo>
                  <a:pt x="50562" y="164837"/>
                </a:lnTo>
                <a:lnTo>
                  <a:pt x="50563" y="164837"/>
                </a:lnTo>
                <a:lnTo>
                  <a:pt x="50564" y="164837"/>
                </a:lnTo>
                <a:lnTo>
                  <a:pt x="50565" y="164837"/>
                </a:lnTo>
                <a:lnTo>
                  <a:pt x="50566" y="164837"/>
                </a:lnTo>
                <a:lnTo>
                  <a:pt x="50567" y="164837"/>
                </a:lnTo>
                <a:lnTo>
                  <a:pt x="50568" y="164837"/>
                </a:lnTo>
                <a:lnTo>
                  <a:pt x="50569" y="164837"/>
                </a:lnTo>
                <a:lnTo>
                  <a:pt x="50570" y="164837"/>
                </a:lnTo>
                <a:lnTo>
                  <a:pt x="50571" y="164837"/>
                </a:lnTo>
                <a:lnTo>
                  <a:pt x="50572" y="164837"/>
                </a:lnTo>
                <a:lnTo>
                  <a:pt x="50573" y="164837"/>
                </a:lnTo>
                <a:lnTo>
                  <a:pt x="50574" y="164837"/>
                </a:lnTo>
                <a:lnTo>
                  <a:pt x="50575" y="164837"/>
                </a:lnTo>
                <a:lnTo>
                  <a:pt x="50576" y="164837"/>
                </a:lnTo>
                <a:lnTo>
                  <a:pt x="50577" y="164837"/>
                </a:lnTo>
                <a:lnTo>
                  <a:pt x="50578" y="164837"/>
                </a:lnTo>
                <a:lnTo>
                  <a:pt x="50579" y="164837"/>
                </a:lnTo>
                <a:lnTo>
                  <a:pt x="50580" y="164837"/>
                </a:lnTo>
                <a:lnTo>
                  <a:pt x="50581" y="164837"/>
                </a:lnTo>
                <a:lnTo>
                  <a:pt x="50582" y="164837"/>
                </a:lnTo>
                <a:lnTo>
                  <a:pt x="50583" y="164837"/>
                </a:lnTo>
                <a:lnTo>
                  <a:pt x="50584" y="164837"/>
                </a:lnTo>
                <a:lnTo>
                  <a:pt x="50585" y="164837"/>
                </a:lnTo>
                <a:lnTo>
                  <a:pt x="50586" y="164837"/>
                </a:lnTo>
                <a:lnTo>
                  <a:pt x="50587" y="164837"/>
                </a:lnTo>
                <a:lnTo>
                  <a:pt x="50588" y="164837"/>
                </a:lnTo>
                <a:lnTo>
                  <a:pt x="50589" y="164837"/>
                </a:lnTo>
                <a:lnTo>
                  <a:pt x="50590" y="164837"/>
                </a:lnTo>
                <a:lnTo>
                  <a:pt x="50591" y="164837"/>
                </a:lnTo>
                <a:lnTo>
                  <a:pt x="50592" y="164837"/>
                </a:lnTo>
                <a:lnTo>
                  <a:pt x="50593" y="164837"/>
                </a:lnTo>
                <a:lnTo>
                  <a:pt x="50594" y="164837"/>
                </a:lnTo>
                <a:lnTo>
                  <a:pt x="50595" y="164837"/>
                </a:lnTo>
                <a:lnTo>
                  <a:pt x="50595" y="164837"/>
                </a:lnTo>
                <a:lnTo>
                  <a:pt x="50596" y="164837"/>
                </a:lnTo>
                <a:lnTo>
                  <a:pt x="50597" y="164837"/>
                </a:lnTo>
                <a:lnTo>
                  <a:pt x="50598" y="164837"/>
                </a:lnTo>
                <a:lnTo>
                  <a:pt x="50599" y="164837"/>
                </a:lnTo>
                <a:lnTo>
                  <a:pt x="50600" y="164837"/>
                </a:lnTo>
                <a:lnTo>
                  <a:pt x="50601" y="164837"/>
                </a:lnTo>
                <a:lnTo>
                  <a:pt x="50602" y="164837"/>
                </a:lnTo>
                <a:lnTo>
                  <a:pt x="50603" y="164837"/>
                </a:lnTo>
                <a:lnTo>
                  <a:pt x="50604" y="164837"/>
                </a:lnTo>
                <a:lnTo>
                  <a:pt x="50605" y="164837"/>
                </a:lnTo>
                <a:lnTo>
                  <a:pt x="50606" y="164837"/>
                </a:lnTo>
                <a:lnTo>
                  <a:pt x="50607" y="164837"/>
                </a:lnTo>
                <a:lnTo>
                  <a:pt x="50608" y="164837"/>
                </a:lnTo>
                <a:lnTo>
                  <a:pt x="50609" y="164837"/>
                </a:lnTo>
                <a:lnTo>
                  <a:pt x="50610" y="164837"/>
                </a:lnTo>
                <a:lnTo>
                  <a:pt x="50611" y="164837"/>
                </a:lnTo>
                <a:lnTo>
                  <a:pt x="50612" y="164837"/>
                </a:lnTo>
                <a:lnTo>
                  <a:pt x="50613" y="164837"/>
                </a:lnTo>
                <a:lnTo>
                  <a:pt x="50614" y="164837"/>
                </a:lnTo>
                <a:lnTo>
                  <a:pt x="50615" y="164837"/>
                </a:lnTo>
                <a:lnTo>
                  <a:pt x="50616" y="164837"/>
                </a:lnTo>
                <a:lnTo>
                  <a:pt x="50617" y="164837"/>
                </a:lnTo>
                <a:lnTo>
                  <a:pt x="50618" y="164837"/>
                </a:lnTo>
                <a:lnTo>
                  <a:pt x="50619" y="164837"/>
                </a:lnTo>
                <a:lnTo>
                  <a:pt x="50620" y="164837"/>
                </a:lnTo>
                <a:lnTo>
                  <a:pt x="50621" y="164837"/>
                </a:lnTo>
                <a:lnTo>
                  <a:pt x="50622" y="164837"/>
                </a:lnTo>
                <a:lnTo>
                  <a:pt x="50623" y="164837"/>
                </a:lnTo>
                <a:lnTo>
                  <a:pt x="50624" y="164837"/>
                </a:lnTo>
                <a:lnTo>
                  <a:pt x="50625" y="164837"/>
                </a:lnTo>
                <a:lnTo>
                  <a:pt x="50626" y="164837"/>
                </a:lnTo>
                <a:lnTo>
                  <a:pt x="50627" y="164837"/>
                </a:lnTo>
                <a:lnTo>
                  <a:pt x="50628" y="164837"/>
                </a:lnTo>
                <a:lnTo>
                  <a:pt x="50629" y="164837"/>
                </a:lnTo>
                <a:lnTo>
                  <a:pt x="50630" y="164837"/>
                </a:lnTo>
                <a:lnTo>
                  <a:pt x="50631" y="164837"/>
                </a:lnTo>
                <a:lnTo>
                  <a:pt x="50632" y="164837"/>
                </a:lnTo>
                <a:lnTo>
                  <a:pt x="50633" y="164837"/>
                </a:lnTo>
                <a:lnTo>
                  <a:pt x="50634" y="164837"/>
                </a:lnTo>
                <a:lnTo>
                  <a:pt x="50635" y="164837"/>
                </a:lnTo>
                <a:lnTo>
                  <a:pt x="50636" y="164837"/>
                </a:lnTo>
                <a:lnTo>
                  <a:pt x="50637" y="164837"/>
                </a:lnTo>
                <a:lnTo>
                  <a:pt x="50638" y="164837"/>
                </a:lnTo>
                <a:lnTo>
                  <a:pt x="50639" y="164837"/>
                </a:lnTo>
                <a:lnTo>
                  <a:pt x="50640" y="164837"/>
                </a:lnTo>
                <a:lnTo>
                  <a:pt x="50641" y="164837"/>
                </a:lnTo>
                <a:lnTo>
                  <a:pt x="50642" y="164837"/>
                </a:lnTo>
                <a:lnTo>
                  <a:pt x="50643" y="164837"/>
                </a:lnTo>
                <a:lnTo>
                  <a:pt x="50644" y="164837"/>
                </a:lnTo>
                <a:lnTo>
                  <a:pt x="50645" y="164837"/>
                </a:lnTo>
                <a:lnTo>
                  <a:pt x="50646" y="164837"/>
                </a:lnTo>
                <a:lnTo>
                  <a:pt x="50647" y="164837"/>
                </a:lnTo>
                <a:lnTo>
                  <a:pt x="50648" y="164837"/>
                </a:lnTo>
                <a:lnTo>
                  <a:pt x="50649" y="164837"/>
                </a:lnTo>
                <a:lnTo>
                  <a:pt x="50650" y="164837"/>
                </a:lnTo>
                <a:lnTo>
                  <a:pt x="50651" y="164837"/>
                </a:lnTo>
                <a:lnTo>
                  <a:pt x="50652" y="164837"/>
                </a:lnTo>
                <a:lnTo>
                  <a:pt x="50653" y="164837"/>
                </a:lnTo>
                <a:lnTo>
                  <a:pt x="50654" y="164837"/>
                </a:lnTo>
                <a:lnTo>
                  <a:pt x="50655" y="164837"/>
                </a:lnTo>
                <a:lnTo>
                  <a:pt x="50656" y="164837"/>
                </a:lnTo>
                <a:lnTo>
                  <a:pt x="50657" y="164837"/>
                </a:lnTo>
                <a:lnTo>
                  <a:pt x="50658" y="164837"/>
                </a:lnTo>
                <a:lnTo>
                  <a:pt x="50659" y="164837"/>
                </a:lnTo>
                <a:lnTo>
                  <a:pt x="50660" y="164837"/>
                </a:lnTo>
                <a:lnTo>
                  <a:pt x="50661" y="164837"/>
                </a:lnTo>
                <a:lnTo>
                  <a:pt x="50662" y="164837"/>
                </a:lnTo>
                <a:lnTo>
                  <a:pt x="50663" y="164837"/>
                </a:lnTo>
                <a:lnTo>
                  <a:pt x="50664" y="164837"/>
                </a:lnTo>
                <a:lnTo>
                  <a:pt x="50665" y="164837"/>
                </a:lnTo>
                <a:lnTo>
                  <a:pt x="50666" y="164837"/>
                </a:lnTo>
                <a:lnTo>
                  <a:pt x="50667" y="164837"/>
                </a:lnTo>
                <a:lnTo>
                  <a:pt x="50668" y="164837"/>
                </a:lnTo>
                <a:lnTo>
                  <a:pt x="50669" y="164837"/>
                </a:lnTo>
                <a:lnTo>
                  <a:pt x="50669" y="164837"/>
                </a:lnTo>
                <a:lnTo>
                  <a:pt x="50670" y="164837"/>
                </a:lnTo>
                <a:lnTo>
                  <a:pt x="50671" y="164837"/>
                </a:lnTo>
                <a:lnTo>
                  <a:pt x="50672" y="164837"/>
                </a:lnTo>
                <a:lnTo>
                  <a:pt x="50673" y="164837"/>
                </a:lnTo>
                <a:lnTo>
                  <a:pt x="50674" y="164837"/>
                </a:lnTo>
                <a:lnTo>
                  <a:pt x="50675" y="164837"/>
                </a:lnTo>
                <a:lnTo>
                  <a:pt x="50676" y="164837"/>
                </a:lnTo>
                <a:lnTo>
                  <a:pt x="50677" y="164837"/>
                </a:lnTo>
                <a:lnTo>
                  <a:pt x="50678" y="164837"/>
                </a:lnTo>
                <a:lnTo>
                  <a:pt x="50679" y="164837"/>
                </a:lnTo>
                <a:lnTo>
                  <a:pt x="50680" y="164837"/>
                </a:lnTo>
                <a:lnTo>
                  <a:pt x="50681" y="164837"/>
                </a:lnTo>
                <a:lnTo>
                  <a:pt x="50682" y="164837"/>
                </a:lnTo>
                <a:lnTo>
                  <a:pt x="50683" y="164837"/>
                </a:lnTo>
                <a:lnTo>
                  <a:pt x="50684" y="164837"/>
                </a:lnTo>
                <a:lnTo>
                  <a:pt x="50685" y="164837"/>
                </a:lnTo>
                <a:lnTo>
                  <a:pt x="50686" y="164837"/>
                </a:lnTo>
                <a:lnTo>
                  <a:pt x="50687" y="164837"/>
                </a:lnTo>
                <a:lnTo>
                  <a:pt x="50688" y="164837"/>
                </a:lnTo>
                <a:lnTo>
                  <a:pt x="50689" y="164837"/>
                </a:lnTo>
                <a:lnTo>
                  <a:pt x="50690" y="164837"/>
                </a:lnTo>
                <a:lnTo>
                  <a:pt x="50691" y="164837"/>
                </a:lnTo>
                <a:lnTo>
                  <a:pt x="50692" y="164837"/>
                </a:lnTo>
                <a:lnTo>
                  <a:pt x="50693" y="164837"/>
                </a:lnTo>
                <a:lnTo>
                  <a:pt x="50694" y="164837"/>
                </a:lnTo>
                <a:lnTo>
                  <a:pt x="50695" y="164837"/>
                </a:lnTo>
                <a:lnTo>
                  <a:pt x="50696" y="164837"/>
                </a:lnTo>
                <a:lnTo>
                  <a:pt x="50697" y="164837"/>
                </a:lnTo>
                <a:lnTo>
                  <a:pt x="50698" y="164837"/>
                </a:lnTo>
                <a:lnTo>
                  <a:pt x="50699" y="164837"/>
                </a:lnTo>
                <a:lnTo>
                  <a:pt x="50700" y="164837"/>
                </a:lnTo>
                <a:lnTo>
                  <a:pt x="50701" y="164837"/>
                </a:lnTo>
                <a:lnTo>
                  <a:pt x="50702" y="164837"/>
                </a:lnTo>
                <a:lnTo>
                  <a:pt x="50703" y="164837"/>
                </a:lnTo>
                <a:lnTo>
                  <a:pt x="50704" y="164837"/>
                </a:lnTo>
                <a:lnTo>
                  <a:pt x="50705" y="164837"/>
                </a:lnTo>
                <a:lnTo>
                  <a:pt x="50706" y="164837"/>
                </a:lnTo>
                <a:lnTo>
                  <a:pt x="50707" y="164837"/>
                </a:lnTo>
                <a:lnTo>
                  <a:pt x="50708" y="164837"/>
                </a:lnTo>
                <a:lnTo>
                  <a:pt x="50709" y="164837"/>
                </a:lnTo>
                <a:lnTo>
                  <a:pt x="50710" y="164837"/>
                </a:lnTo>
                <a:lnTo>
                  <a:pt x="50711" y="164837"/>
                </a:lnTo>
                <a:lnTo>
                  <a:pt x="50712" y="164837"/>
                </a:lnTo>
                <a:lnTo>
                  <a:pt x="50713" y="164837"/>
                </a:lnTo>
                <a:lnTo>
                  <a:pt x="50714" y="164837"/>
                </a:lnTo>
                <a:lnTo>
                  <a:pt x="50715" y="164837"/>
                </a:lnTo>
                <a:lnTo>
                  <a:pt x="50716" y="164837"/>
                </a:lnTo>
                <a:lnTo>
                  <a:pt x="50717" y="164837"/>
                </a:lnTo>
                <a:lnTo>
                  <a:pt x="50718" y="164837"/>
                </a:lnTo>
                <a:lnTo>
                  <a:pt x="50719" y="164837"/>
                </a:lnTo>
                <a:lnTo>
                  <a:pt x="50720" y="164837"/>
                </a:lnTo>
                <a:lnTo>
                  <a:pt x="50721" y="164837"/>
                </a:lnTo>
                <a:lnTo>
                  <a:pt x="50722" y="164837"/>
                </a:lnTo>
                <a:lnTo>
                  <a:pt x="50723" y="164837"/>
                </a:lnTo>
                <a:lnTo>
                  <a:pt x="50724" y="164837"/>
                </a:lnTo>
                <a:lnTo>
                  <a:pt x="50725" y="164837"/>
                </a:lnTo>
                <a:lnTo>
                  <a:pt x="50726" y="164837"/>
                </a:lnTo>
                <a:lnTo>
                  <a:pt x="50727" y="164837"/>
                </a:lnTo>
                <a:lnTo>
                  <a:pt x="50728" y="164837"/>
                </a:lnTo>
                <a:lnTo>
                  <a:pt x="50729" y="164837"/>
                </a:lnTo>
                <a:lnTo>
                  <a:pt x="50730" y="164837"/>
                </a:lnTo>
                <a:lnTo>
                  <a:pt x="50731" y="164837"/>
                </a:lnTo>
                <a:lnTo>
                  <a:pt x="50732" y="164837"/>
                </a:lnTo>
                <a:lnTo>
                  <a:pt x="50733" y="164837"/>
                </a:lnTo>
                <a:lnTo>
                  <a:pt x="50734" y="164837"/>
                </a:lnTo>
                <a:lnTo>
                  <a:pt x="50735" y="164837"/>
                </a:lnTo>
                <a:lnTo>
                  <a:pt x="50736" y="164837"/>
                </a:lnTo>
                <a:lnTo>
                  <a:pt x="50737" y="164837"/>
                </a:lnTo>
                <a:lnTo>
                  <a:pt x="50738" y="164837"/>
                </a:lnTo>
                <a:lnTo>
                  <a:pt x="50739" y="164837"/>
                </a:lnTo>
                <a:lnTo>
                  <a:pt x="50740" y="164837"/>
                </a:lnTo>
                <a:lnTo>
                  <a:pt x="50741" y="164837"/>
                </a:lnTo>
                <a:lnTo>
                  <a:pt x="50742" y="164837"/>
                </a:lnTo>
                <a:lnTo>
                  <a:pt x="50743" y="164837"/>
                </a:lnTo>
                <a:lnTo>
                  <a:pt x="50744" y="164837"/>
                </a:lnTo>
                <a:lnTo>
                  <a:pt x="50745" y="164837"/>
                </a:lnTo>
                <a:lnTo>
                  <a:pt x="50746" y="164837"/>
                </a:lnTo>
                <a:lnTo>
                  <a:pt x="50747" y="164837"/>
                </a:lnTo>
                <a:lnTo>
                  <a:pt x="50748" y="164837"/>
                </a:lnTo>
                <a:lnTo>
                  <a:pt x="50749" y="164837"/>
                </a:lnTo>
                <a:lnTo>
                  <a:pt x="50750" y="164837"/>
                </a:lnTo>
                <a:lnTo>
                  <a:pt x="50751" y="164837"/>
                </a:lnTo>
                <a:lnTo>
                  <a:pt x="50751" y="164837"/>
                </a:lnTo>
                <a:lnTo>
                  <a:pt x="50752" y="164837"/>
                </a:lnTo>
                <a:lnTo>
                  <a:pt x="50753" y="164837"/>
                </a:lnTo>
                <a:lnTo>
                  <a:pt x="50754" y="164837"/>
                </a:lnTo>
                <a:lnTo>
                  <a:pt x="50755" y="164837"/>
                </a:lnTo>
                <a:lnTo>
                  <a:pt x="50756" y="164837"/>
                </a:lnTo>
                <a:lnTo>
                  <a:pt x="50757" y="164837"/>
                </a:lnTo>
                <a:lnTo>
                  <a:pt x="50758" y="164837"/>
                </a:lnTo>
                <a:lnTo>
                  <a:pt x="50759" y="164837"/>
                </a:lnTo>
                <a:lnTo>
                  <a:pt x="50760" y="164837"/>
                </a:lnTo>
                <a:lnTo>
                  <a:pt x="50761" y="164837"/>
                </a:lnTo>
                <a:lnTo>
                  <a:pt x="50762" y="164837"/>
                </a:lnTo>
                <a:lnTo>
                  <a:pt x="50763" y="164837"/>
                </a:lnTo>
                <a:lnTo>
                  <a:pt x="50764" y="164837"/>
                </a:lnTo>
                <a:lnTo>
                  <a:pt x="50765" y="164837"/>
                </a:lnTo>
                <a:lnTo>
                  <a:pt x="50766" y="164837"/>
                </a:lnTo>
                <a:lnTo>
                  <a:pt x="50767" y="164837"/>
                </a:lnTo>
                <a:lnTo>
                  <a:pt x="50768" y="164837"/>
                </a:lnTo>
                <a:lnTo>
                  <a:pt x="50769" y="164837"/>
                </a:lnTo>
                <a:lnTo>
                  <a:pt x="50770" y="164837"/>
                </a:lnTo>
                <a:lnTo>
                  <a:pt x="50771" y="164837"/>
                </a:lnTo>
                <a:lnTo>
                  <a:pt x="50772" y="164837"/>
                </a:lnTo>
                <a:lnTo>
                  <a:pt x="50773" y="164837"/>
                </a:lnTo>
                <a:lnTo>
                  <a:pt x="50774" y="164837"/>
                </a:lnTo>
                <a:lnTo>
                  <a:pt x="50775" y="164837"/>
                </a:lnTo>
                <a:lnTo>
                  <a:pt x="50776" y="164837"/>
                </a:lnTo>
                <a:lnTo>
                  <a:pt x="50777" y="164837"/>
                </a:lnTo>
                <a:lnTo>
                  <a:pt x="50778" y="164837"/>
                </a:lnTo>
                <a:lnTo>
                  <a:pt x="50779" y="164837"/>
                </a:lnTo>
                <a:lnTo>
                  <a:pt x="50780" y="164837"/>
                </a:lnTo>
                <a:lnTo>
                  <a:pt x="50781" y="164837"/>
                </a:lnTo>
                <a:lnTo>
                  <a:pt x="50782" y="164837"/>
                </a:lnTo>
                <a:lnTo>
                  <a:pt x="50783" y="164837"/>
                </a:lnTo>
                <a:lnTo>
                  <a:pt x="50784" y="164837"/>
                </a:lnTo>
                <a:lnTo>
                  <a:pt x="50785" y="164837"/>
                </a:lnTo>
                <a:lnTo>
                  <a:pt x="50786" y="164837"/>
                </a:lnTo>
                <a:lnTo>
                  <a:pt x="50787" y="164837"/>
                </a:lnTo>
                <a:lnTo>
                  <a:pt x="50788" y="164837"/>
                </a:lnTo>
                <a:lnTo>
                  <a:pt x="50789" y="164837"/>
                </a:lnTo>
                <a:lnTo>
                  <a:pt x="50790" y="164837"/>
                </a:lnTo>
                <a:lnTo>
                  <a:pt x="50791" y="164837"/>
                </a:lnTo>
                <a:lnTo>
                  <a:pt x="50792" y="164837"/>
                </a:lnTo>
                <a:lnTo>
                  <a:pt x="50793" y="164837"/>
                </a:lnTo>
                <a:lnTo>
                  <a:pt x="50794" y="164837"/>
                </a:lnTo>
                <a:lnTo>
                  <a:pt x="50795" y="164837"/>
                </a:lnTo>
                <a:lnTo>
                  <a:pt x="50796" y="164837"/>
                </a:lnTo>
                <a:lnTo>
                  <a:pt x="50797" y="164837"/>
                </a:lnTo>
                <a:lnTo>
                  <a:pt x="50798" y="164837"/>
                </a:lnTo>
                <a:lnTo>
                  <a:pt x="50799" y="164837"/>
                </a:lnTo>
                <a:lnTo>
                  <a:pt x="50800" y="164837"/>
                </a:lnTo>
                <a:lnTo>
                  <a:pt x="50801" y="164837"/>
                </a:lnTo>
                <a:lnTo>
                  <a:pt x="50802" y="164837"/>
                </a:lnTo>
                <a:lnTo>
                  <a:pt x="50803" y="164837"/>
                </a:lnTo>
                <a:lnTo>
                  <a:pt x="50804" y="164837"/>
                </a:lnTo>
                <a:lnTo>
                  <a:pt x="50805" y="164837"/>
                </a:lnTo>
                <a:lnTo>
                  <a:pt x="50806" y="164837"/>
                </a:lnTo>
                <a:lnTo>
                  <a:pt x="50807" y="164837"/>
                </a:lnTo>
                <a:lnTo>
                  <a:pt x="50808" y="164837"/>
                </a:lnTo>
                <a:lnTo>
                  <a:pt x="50809" y="164837"/>
                </a:lnTo>
                <a:lnTo>
                  <a:pt x="50810" y="164837"/>
                </a:lnTo>
                <a:lnTo>
                  <a:pt x="50811" y="164837"/>
                </a:lnTo>
                <a:lnTo>
                  <a:pt x="50812" y="164837"/>
                </a:lnTo>
                <a:lnTo>
                  <a:pt x="50813" y="164837"/>
                </a:lnTo>
                <a:lnTo>
                  <a:pt x="50814" y="164837"/>
                </a:lnTo>
                <a:lnTo>
                  <a:pt x="50815" y="164837"/>
                </a:lnTo>
                <a:lnTo>
                  <a:pt x="50816" y="164837"/>
                </a:lnTo>
                <a:lnTo>
                  <a:pt x="50817" y="164837"/>
                </a:lnTo>
                <a:lnTo>
                  <a:pt x="50818" y="164837"/>
                </a:lnTo>
                <a:lnTo>
                  <a:pt x="50819" y="164837"/>
                </a:lnTo>
                <a:lnTo>
                  <a:pt x="50820" y="164837"/>
                </a:lnTo>
                <a:lnTo>
                  <a:pt x="50821" y="164837"/>
                </a:lnTo>
                <a:lnTo>
                  <a:pt x="50822" y="164837"/>
                </a:lnTo>
                <a:lnTo>
                  <a:pt x="50823" y="164837"/>
                </a:lnTo>
                <a:lnTo>
                  <a:pt x="50824" y="164837"/>
                </a:lnTo>
                <a:lnTo>
                  <a:pt x="50825" y="164837"/>
                </a:lnTo>
                <a:lnTo>
                  <a:pt x="50826" y="164837"/>
                </a:lnTo>
                <a:lnTo>
                  <a:pt x="50827" y="164837"/>
                </a:lnTo>
                <a:lnTo>
                  <a:pt x="50828" y="164837"/>
                </a:lnTo>
                <a:lnTo>
                  <a:pt x="50829" y="164837"/>
                </a:lnTo>
                <a:lnTo>
                  <a:pt x="50830" y="164837"/>
                </a:lnTo>
                <a:lnTo>
                  <a:pt x="50831" y="164837"/>
                </a:lnTo>
                <a:lnTo>
                  <a:pt x="50832" y="164837"/>
                </a:lnTo>
                <a:lnTo>
                  <a:pt x="50833" y="164837"/>
                </a:lnTo>
                <a:lnTo>
                  <a:pt x="50834" y="164837"/>
                </a:lnTo>
                <a:lnTo>
                  <a:pt x="50835" y="164837"/>
                </a:lnTo>
                <a:lnTo>
                  <a:pt x="50836" y="164837"/>
                </a:lnTo>
                <a:lnTo>
                  <a:pt x="50837" y="164837"/>
                </a:lnTo>
                <a:lnTo>
                  <a:pt x="50838" y="164837"/>
                </a:lnTo>
                <a:lnTo>
                  <a:pt x="50839" y="164837"/>
                </a:lnTo>
                <a:lnTo>
                  <a:pt x="50840" y="164837"/>
                </a:lnTo>
                <a:lnTo>
                  <a:pt x="50841" y="164837"/>
                </a:lnTo>
                <a:lnTo>
                  <a:pt x="50842" y="164837"/>
                </a:lnTo>
                <a:lnTo>
                  <a:pt x="50843" y="164837"/>
                </a:lnTo>
                <a:lnTo>
                  <a:pt x="50844" y="164837"/>
                </a:lnTo>
                <a:lnTo>
                  <a:pt x="50845" y="164837"/>
                </a:lnTo>
                <a:lnTo>
                  <a:pt x="50846" y="164837"/>
                </a:lnTo>
                <a:lnTo>
                  <a:pt x="50846" y="164837"/>
                </a:lnTo>
                <a:lnTo>
                  <a:pt x="50847" y="164837"/>
                </a:lnTo>
                <a:lnTo>
                  <a:pt x="50848" y="164837"/>
                </a:lnTo>
                <a:lnTo>
                  <a:pt x="50849" y="164837"/>
                </a:lnTo>
                <a:lnTo>
                  <a:pt x="50850" y="164837"/>
                </a:lnTo>
                <a:lnTo>
                  <a:pt x="50851" y="164837"/>
                </a:lnTo>
                <a:lnTo>
                  <a:pt x="50852" y="164837"/>
                </a:lnTo>
                <a:lnTo>
                  <a:pt x="50853" y="164837"/>
                </a:lnTo>
                <a:lnTo>
                  <a:pt x="50854" y="164837"/>
                </a:lnTo>
                <a:lnTo>
                  <a:pt x="50855" y="164837"/>
                </a:lnTo>
                <a:lnTo>
                  <a:pt x="50856" y="164837"/>
                </a:lnTo>
                <a:lnTo>
                  <a:pt x="50857" y="164837"/>
                </a:lnTo>
                <a:lnTo>
                  <a:pt x="50858" y="164837"/>
                </a:lnTo>
                <a:lnTo>
                  <a:pt x="50859" y="164837"/>
                </a:lnTo>
                <a:lnTo>
                  <a:pt x="50860" y="164837"/>
                </a:lnTo>
                <a:lnTo>
                  <a:pt x="50861" y="164837"/>
                </a:lnTo>
                <a:lnTo>
                  <a:pt x="50862" y="164837"/>
                </a:lnTo>
                <a:lnTo>
                  <a:pt x="50863" y="164837"/>
                </a:lnTo>
                <a:lnTo>
                  <a:pt x="50864" y="164837"/>
                </a:lnTo>
                <a:lnTo>
                  <a:pt x="50865" y="164837"/>
                </a:lnTo>
                <a:lnTo>
                  <a:pt x="50866" y="164837"/>
                </a:lnTo>
                <a:lnTo>
                  <a:pt x="50867" y="164837"/>
                </a:lnTo>
                <a:lnTo>
                  <a:pt x="50868" y="164837"/>
                </a:lnTo>
                <a:lnTo>
                  <a:pt x="50869" y="164837"/>
                </a:lnTo>
                <a:lnTo>
                  <a:pt x="50870" y="164837"/>
                </a:lnTo>
                <a:lnTo>
                  <a:pt x="50871" y="164837"/>
                </a:lnTo>
                <a:lnTo>
                  <a:pt x="50872" y="164837"/>
                </a:lnTo>
                <a:lnTo>
                  <a:pt x="50873" y="164837"/>
                </a:lnTo>
                <a:lnTo>
                  <a:pt x="50874" y="164837"/>
                </a:lnTo>
                <a:lnTo>
                  <a:pt x="50875" y="164837"/>
                </a:lnTo>
                <a:lnTo>
                  <a:pt x="50876" y="164837"/>
                </a:lnTo>
                <a:lnTo>
                  <a:pt x="50877" y="164837"/>
                </a:lnTo>
                <a:lnTo>
                  <a:pt x="50878" y="164837"/>
                </a:lnTo>
                <a:lnTo>
                  <a:pt x="50879" y="164837"/>
                </a:lnTo>
                <a:lnTo>
                  <a:pt x="50880" y="164837"/>
                </a:lnTo>
                <a:lnTo>
                  <a:pt x="50881" y="164837"/>
                </a:lnTo>
                <a:lnTo>
                  <a:pt x="50882" y="164837"/>
                </a:lnTo>
                <a:lnTo>
                  <a:pt x="50883" y="164837"/>
                </a:lnTo>
                <a:lnTo>
                  <a:pt x="50884" y="164837"/>
                </a:lnTo>
                <a:lnTo>
                  <a:pt x="50885" y="164837"/>
                </a:lnTo>
                <a:lnTo>
                  <a:pt x="50886" y="164837"/>
                </a:lnTo>
                <a:lnTo>
                  <a:pt x="50887" y="164837"/>
                </a:lnTo>
                <a:lnTo>
                  <a:pt x="50888" y="164837"/>
                </a:lnTo>
                <a:lnTo>
                  <a:pt x="50889" y="164837"/>
                </a:lnTo>
                <a:lnTo>
                  <a:pt x="50890" y="164837"/>
                </a:lnTo>
                <a:lnTo>
                  <a:pt x="50891" y="164837"/>
                </a:lnTo>
                <a:lnTo>
                  <a:pt x="50892" y="164837"/>
                </a:lnTo>
                <a:lnTo>
                  <a:pt x="50893" y="164837"/>
                </a:lnTo>
                <a:lnTo>
                  <a:pt x="50894" y="164837"/>
                </a:lnTo>
                <a:lnTo>
                  <a:pt x="50895" y="164837"/>
                </a:lnTo>
                <a:lnTo>
                  <a:pt x="50896" y="164837"/>
                </a:lnTo>
                <a:lnTo>
                  <a:pt x="50897" y="164837"/>
                </a:lnTo>
                <a:lnTo>
                  <a:pt x="50898" y="164837"/>
                </a:lnTo>
                <a:lnTo>
                  <a:pt x="50899" y="164837"/>
                </a:lnTo>
                <a:lnTo>
                  <a:pt x="50900" y="164837"/>
                </a:lnTo>
                <a:lnTo>
                  <a:pt x="50901" y="164837"/>
                </a:lnTo>
                <a:lnTo>
                  <a:pt x="50902" y="164837"/>
                </a:lnTo>
                <a:lnTo>
                  <a:pt x="50903" y="164837"/>
                </a:lnTo>
                <a:lnTo>
                  <a:pt x="50904" y="164837"/>
                </a:lnTo>
                <a:lnTo>
                  <a:pt x="50905" y="164837"/>
                </a:lnTo>
                <a:lnTo>
                  <a:pt x="50906" y="164837"/>
                </a:lnTo>
                <a:lnTo>
                  <a:pt x="50907" y="164837"/>
                </a:lnTo>
                <a:lnTo>
                  <a:pt x="50908" y="164837"/>
                </a:lnTo>
                <a:lnTo>
                  <a:pt x="50909" y="164837"/>
                </a:lnTo>
                <a:lnTo>
                  <a:pt x="50910" y="164837"/>
                </a:lnTo>
                <a:lnTo>
                  <a:pt x="50911" y="164837"/>
                </a:lnTo>
                <a:lnTo>
                  <a:pt x="50912" y="164837"/>
                </a:lnTo>
                <a:lnTo>
                  <a:pt x="50913" y="164837"/>
                </a:lnTo>
                <a:lnTo>
                  <a:pt x="50914" y="164837"/>
                </a:lnTo>
                <a:lnTo>
                  <a:pt x="50915" y="164837"/>
                </a:lnTo>
                <a:lnTo>
                  <a:pt x="50916" y="164837"/>
                </a:lnTo>
                <a:lnTo>
                  <a:pt x="50917" y="164837"/>
                </a:lnTo>
                <a:lnTo>
                  <a:pt x="50918" y="164837"/>
                </a:lnTo>
                <a:lnTo>
                  <a:pt x="50919" y="164837"/>
                </a:lnTo>
                <a:lnTo>
                  <a:pt x="50920" y="164837"/>
                </a:lnTo>
                <a:lnTo>
                  <a:pt x="50921" y="164837"/>
                </a:lnTo>
                <a:lnTo>
                  <a:pt x="50922" y="164837"/>
                </a:lnTo>
                <a:lnTo>
                  <a:pt x="50923" y="164837"/>
                </a:lnTo>
                <a:lnTo>
                  <a:pt x="50924" y="164837"/>
                </a:lnTo>
                <a:lnTo>
                  <a:pt x="50925" y="164837"/>
                </a:lnTo>
                <a:lnTo>
                  <a:pt x="50926" y="164837"/>
                </a:lnTo>
                <a:lnTo>
                  <a:pt x="50927" y="164837"/>
                </a:lnTo>
                <a:lnTo>
                  <a:pt x="50928" y="164837"/>
                </a:lnTo>
                <a:lnTo>
                  <a:pt x="50929" y="164837"/>
                </a:lnTo>
                <a:lnTo>
                  <a:pt x="50930" y="164837"/>
                </a:lnTo>
                <a:lnTo>
                  <a:pt x="50931" y="164837"/>
                </a:lnTo>
                <a:lnTo>
                  <a:pt x="50932" y="164837"/>
                </a:lnTo>
                <a:lnTo>
                  <a:pt x="50933" y="164837"/>
                </a:lnTo>
                <a:lnTo>
                  <a:pt x="50934" y="164837"/>
                </a:lnTo>
                <a:lnTo>
                  <a:pt x="50935" y="164837"/>
                </a:lnTo>
                <a:lnTo>
                  <a:pt x="50936" y="164837"/>
                </a:lnTo>
                <a:lnTo>
                  <a:pt x="50937" y="164837"/>
                </a:lnTo>
                <a:lnTo>
                  <a:pt x="50938" y="164837"/>
                </a:lnTo>
                <a:lnTo>
                  <a:pt x="50939" y="164837"/>
                </a:lnTo>
                <a:lnTo>
                  <a:pt x="50940" y="164837"/>
                </a:lnTo>
                <a:lnTo>
                  <a:pt x="50941" y="164837"/>
                </a:lnTo>
                <a:lnTo>
                  <a:pt x="50942" y="164837"/>
                </a:lnTo>
                <a:lnTo>
                  <a:pt x="50943" y="164837"/>
                </a:lnTo>
                <a:lnTo>
                  <a:pt x="50944" y="164837"/>
                </a:lnTo>
                <a:lnTo>
                  <a:pt x="50945" y="164837"/>
                </a:lnTo>
                <a:lnTo>
                  <a:pt x="50946" y="164837"/>
                </a:lnTo>
                <a:lnTo>
                  <a:pt x="50947" y="164837"/>
                </a:lnTo>
                <a:lnTo>
                  <a:pt x="50948" y="164837"/>
                </a:lnTo>
                <a:lnTo>
                  <a:pt x="50949" y="164837"/>
                </a:lnTo>
                <a:lnTo>
                  <a:pt x="50950" y="164837"/>
                </a:lnTo>
                <a:lnTo>
                  <a:pt x="50951" y="164837"/>
                </a:lnTo>
                <a:lnTo>
                  <a:pt x="50952" y="164837"/>
                </a:lnTo>
                <a:lnTo>
                  <a:pt x="50953" y="164837"/>
                </a:lnTo>
                <a:lnTo>
                  <a:pt x="50954" y="164837"/>
                </a:lnTo>
                <a:lnTo>
                  <a:pt x="50955" y="164837"/>
                </a:lnTo>
                <a:lnTo>
                  <a:pt x="50956" y="164837"/>
                </a:lnTo>
                <a:lnTo>
                  <a:pt x="50957" y="164837"/>
                </a:lnTo>
                <a:lnTo>
                  <a:pt x="50958" y="164837"/>
                </a:lnTo>
                <a:lnTo>
                  <a:pt x="50959" y="164837"/>
                </a:lnTo>
                <a:lnTo>
                  <a:pt x="50959" y="164837"/>
                </a:lnTo>
                <a:lnTo>
                  <a:pt x="50960" y="164837"/>
                </a:lnTo>
                <a:lnTo>
                  <a:pt x="50961" y="164837"/>
                </a:lnTo>
                <a:lnTo>
                  <a:pt x="50962" y="164837"/>
                </a:lnTo>
                <a:lnTo>
                  <a:pt x="50963" y="164837"/>
                </a:lnTo>
                <a:lnTo>
                  <a:pt x="50964" y="164837"/>
                </a:lnTo>
                <a:lnTo>
                  <a:pt x="50965" y="164837"/>
                </a:lnTo>
                <a:lnTo>
                  <a:pt x="50966" y="164837"/>
                </a:lnTo>
                <a:lnTo>
                  <a:pt x="50967" y="164837"/>
                </a:lnTo>
                <a:lnTo>
                  <a:pt x="50968" y="164837"/>
                </a:lnTo>
                <a:lnTo>
                  <a:pt x="50969" y="164837"/>
                </a:lnTo>
                <a:lnTo>
                  <a:pt x="50970" y="164837"/>
                </a:lnTo>
                <a:lnTo>
                  <a:pt x="50971" y="164837"/>
                </a:lnTo>
                <a:lnTo>
                  <a:pt x="50972" y="164837"/>
                </a:lnTo>
                <a:lnTo>
                  <a:pt x="50973" y="164837"/>
                </a:lnTo>
                <a:lnTo>
                  <a:pt x="50974" y="164837"/>
                </a:lnTo>
                <a:lnTo>
                  <a:pt x="50975" y="164837"/>
                </a:lnTo>
                <a:lnTo>
                  <a:pt x="50976" y="164837"/>
                </a:lnTo>
                <a:lnTo>
                  <a:pt x="50977" y="164837"/>
                </a:lnTo>
                <a:lnTo>
                  <a:pt x="50978" y="164837"/>
                </a:lnTo>
                <a:lnTo>
                  <a:pt x="50979" y="164837"/>
                </a:lnTo>
                <a:lnTo>
                  <a:pt x="50980" y="164837"/>
                </a:lnTo>
                <a:lnTo>
                  <a:pt x="50981" y="164837"/>
                </a:lnTo>
                <a:lnTo>
                  <a:pt x="50982" y="164837"/>
                </a:lnTo>
                <a:lnTo>
                  <a:pt x="50983" y="164837"/>
                </a:lnTo>
                <a:lnTo>
                  <a:pt x="50984" y="164837"/>
                </a:lnTo>
                <a:lnTo>
                  <a:pt x="50985" y="164837"/>
                </a:lnTo>
                <a:lnTo>
                  <a:pt x="50986" y="164837"/>
                </a:lnTo>
                <a:lnTo>
                  <a:pt x="50987" y="164837"/>
                </a:lnTo>
                <a:lnTo>
                  <a:pt x="50988" y="164837"/>
                </a:lnTo>
                <a:lnTo>
                  <a:pt x="50989" y="164837"/>
                </a:lnTo>
                <a:lnTo>
                  <a:pt x="50990" y="164837"/>
                </a:lnTo>
                <a:lnTo>
                  <a:pt x="50991" y="164837"/>
                </a:lnTo>
                <a:lnTo>
                  <a:pt x="50992" y="164837"/>
                </a:lnTo>
                <a:lnTo>
                  <a:pt x="50993" y="164837"/>
                </a:lnTo>
                <a:lnTo>
                  <a:pt x="50994" y="164837"/>
                </a:lnTo>
                <a:lnTo>
                  <a:pt x="50995" y="164837"/>
                </a:lnTo>
                <a:lnTo>
                  <a:pt x="50996" y="164837"/>
                </a:lnTo>
                <a:lnTo>
                  <a:pt x="50997" y="164837"/>
                </a:lnTo>
                <a:lnTo>
                  <a:pt x="50998" y="164837"/>
                </a:lnTo>
                <a:lnTo>
                  <a:pt x="50999" y="164837"/>
                </a:lnTo>
                <a:lnTo>
                  <a:pt x="51000" y="164837"/>
                </a:lnTo>
                <a:lnTo>
                  <a:pt x="51001" y="164837"/>
                </a:lnTo>
                <a:lnTo>
                  <a:pt x="51002" y="164837"/>
                </a:lnTo>
                <a:lnTo>
                  <a:pt x="51003" y="164837"/>
                </a:lnTo>
                <a:lnTo>
                  <a:pt x="51004" y="164837"/>
                </a:lnTo>
                <a:lnTo>
                  <a:pt x="51005" y="164837"/>
                </a:lnTo>
                <a:lnTo>
                  <a:pt x="51006" y="164837"/>
                </a:lnTo>
                <a:lnTo>
                  <a:pt x="51007" y="164837"/>
                </a:lnTo>
                <a:lnTo>
                  <a:pt x="51008" y="164837"/>
                </a:lnTo>
                <a:lnTo>
                  <a:pt x="51009" y="164837"/>
                </a:lnTo>
                <a:lnTo>
                  <a:pt x="51010" y="164837"/>
                </a:lnTo>
                <a:lnTo>
                  <a:pt x="51011" y="164837"/>
                </a:lnTo>
                <a:lnTo>
                  <a:pt x="51012" y="164837"/>
                </a:lnTo>
                <a:lnTo>
                  <a:pt x="51013" y="164837"/>
                </a:lnTo>
                <a:lnTo>
                  <a:pt x="51014" y="164837"/>
                </a:lnTo>
                <a:lnTo>
                  <a:pt x="51015" y="164837"/>
                </a:lnTo>
                <a:lnTo>
                  <a:pt x="51016" y="164837"/>
                </a:lnTo>
                <a:lnTo>
                  <a:pt x="51017" y="164837"/>
                </a:lnTo>
                <a:lnTo>
                  <a:pt x="51018" y="164837"/>
                </a:lnTo>
                <a:lnTo>
                  <a:pt x="51019" y="164837"/>
                </a:lnTo>
                <a:lnTo>
                  <a:pt x="51020" y="164837"/>
                </a:lnTo>
                <a:lnTo>
                  <a:pt x="51021" y="164837"/>
                </a:lnTo>
                <a:lnTo>
                  <a:pt x="51022" y="164837"/>
                </a:lnTo>
                <a:lnTo>
                  <a:pt x="51023" y="164837"/>
                </a:lnTo>
                <a:lnTo>
                  <a:pt x="51024" y="164837"/>
                </a:lnTo>
                <a:lnTo>
                  <a:pt x="51025" y="164837"/>
                </a:lnTo>
                <a:lnTo>
                  <a:pt x="51026" y="164837"/>
                </a:lnTo>
                <a:lnTo>
                  <a:pt x="51027" y="164837"/>
                </a:lnTo>
                <a:lnTo>
                  <a:pt x="51028" y="164837"/>
                </a:lnTo>
                <a:lnTo>
                  <a:pt x="51029" y="164837"/>
                </a:lnTo>
                <a:lnTo>
                  <a:pt x="51030" y="164837"/>
                </a:lnTo>
                <a:lnTo>
                  <a:pt x="51031" y="164837"/>
                </a:lnTo>
                <a:lnTo>
                  <a:pt x="51032" y="164837"/>
                </a:lnTo>
                <a:lnTo>
                  <a:pt x="51033" y="164837"/>
                </a:lnTo>
                <a:lnTo>
                  <a:pt x="51034" y="164837"/>
                </a:lnTo>
                <a:lnTo>
                  <a:pt x="51035" y="164837"/>
                </a:lnTo>
                <a:lnTo>
                  <a:pt x="51036" y="164837"/>
                </a:lnTo>
                <a:lnTo>
                  <a:pt x="51037" y="164837"/>
                </a:lnTo>
                <a:lnTo>
                  <a:pt x="51038" y="164837"/>
                </a:lnTo>
                <a:lnTo>
                  <a:pt x="51039" y="164837"/>
                </a:lnTo>
                <a:lnTo>
                  <a:pt x="51040" y="164837"/>
                </a:lnTo>
                <a:lnTo>
                  <a:pt x="51041" y="164837"/>
                </a:lnTo>
                <a:lnTo>
                  <a:pt x="51042" y="164837"/>
                </a:lnTo>
                <a:lnTo>
                  <a:pt x="51043" y="164837"/>
                </a:lnTo>
                <a:lnTo>
                  <a:pt x="51044" y="164837"/>
                </a:lnTo>
                <a:lnTo>
                  <a:pt x="51045" y="164837"/>
                </a:lnTo>
                <a:lnTo>
                  <a:pt x="51046" y="164837"/>
                </a:lnTo>
                <a:lnTo>
                  <a:pt x="51047" y="164837"/>
                </a:lnTo>
                <a:lnTo>
                  <a:pt x="51048" y="164837"/>
                </a:lnTo>
                <a:lnTo>
                  <a:pt x="51049" y="164837"/>
                </a:lnTo>
                <a:lnTo>
                  <a:pt x="51050" y="164837"/>
                </a:lnTo>
                <a:lnTo>
                  <a:pt x="51051" y="164837"/>
                </a:lnTo>
                <a:lnTo>
                  <a:pt x="51052" y="164837"/>
                </a:lnTo>
                <a:lnTo>
                  <a:pt x="51053" y="164837"/>
                </a:lnTo>
                <a:lnTo>
                  <a:pt x="51054" y="164837"/>
                </a:lnTo>
                <a:lnTo>
                  <a:pt x="51055" y="164837"/>
                </a:lnTo>
                <a:lnTo>
                  <a:pt x="51056" y="164837"/>
                </a:lnTo>
                <a:lnTo>
                  <a:pt x="51057" y="164837"/>
                </a:lnTo>
                <a:lnTo>
                  <a:pt x="51058" y="164837"/>
                </a:lnTo>
                <a:lnTo>
                  <a:pt x="51059" y="164837"/>
                </a:lnTo>
                <a:lnTo>
                  <a:pt x="51060" y="164837"/>
                </a:lnTo>
                <a:lnTo>
                  <a:pt x="51061" y="164837"/>
                </a:lnTo>
                <a:lnTo>
                  <a:pt x="51062" y="164837"/>
                </a:lnTo>
                <a:lnTo>
                  <a:pt x="51063" y="164837"/>
                </a:lnTo>
                <a:lnTo>
                  <a:pt x="51064" y="164837"/>
                </a:lnTo>
                <a:lnTo>
                  <a:pt x="51065" y="164837"/>
                </a:lnTo>
                <a:lnTo>
                  <a:pt x="51066" y="164837"/>
                </a:lnTo>
                <a:lnTo>
                  <a:pt x="51067" y="164837"/>
                </a:lnTo>
                <a:lnTo>
                  <a:pt x="51068" y="164837"/>
                </a:lnTo>
                <a:lnTo>
                  <a:pt x="51069" y="164837"/>
                </a:lnTo>
                <a:lnTo>
                  <a:pt x="51070" y="164837"/>
                </a:lnTo>
                <a:lnTo>
                  <a:pt x="51071" y="164837"/>
                </a:lnTo>
                <a:lnTo>
                  <a:pt x="51072" y="164837"/>
                </a:lnTo>
                <a:lnTo>
                  <a:pt x="51073" y="164837"/>
                </a:lnTo>
                <a:lnTo>
                  <a:pt x="51074" y="164837"/>
                </a:lnTo>
                <a:lnTo>
                  <a:pt x="51075" y="164837"/>
                </a:lnTo>
                <a:lnTo>
                  <a:pt x="51076" y="164837"/>
                </a:lnTo>
                <a:lnTo>
                  <a:pt x="51077" y="164837"/>
                </a:lnTo>
                <a:lnTo>
                  <a:pt x="51078" y="164837"/>
                </a:lnTo>
                <a:lnTo>
                  <a:pt x="51079" y="164837"/>
                </a:lnTo>
                <a:lnTo>
                  <a:pt x="51080" y="164837"/>
                </a:lnTo>
                <a:lnTo>
                  <a:pt x="51081" y="164837"/>
                </a:lnTo>
                <a:lnTo>
                  <a:pt x="51082" y="164837"/>
                </a:lnTo>
                <a:lnTo>
                  <a:pt x="51083" y="164837"/>
                </a:lnTo>
                <a:lnTo>
                  <a:pt x="51084" y="164837"/>
                </a:lnTo>
                <a:lnTo>
                  <a:pt x="51085" y="164837"/>
                </a:lnTo>
                <a:lnTo>
                  <a:pt x="51086" y="164837"/>
                </a:lnTo>
                <a:lnTo>
                  <a:pt x="51087" y="164837"/>
                </a:lnTo>
                <a:lnTo>
                  <a:pt x="51088" y="164837"/>
                </a:lnTo>
                <a:lnTo>
                  <a:pt x="51089" y="164837"/>
                </a:lnTo>
                <a:lnTo>
                  <a:pt x="51090" y="164837"/>
                </a:lnTo>
                <a:lnTo>
                  <a:pt x="51091" y="164837"/>
                </a:lnTo>
                <a:lnTo>
                  <a:pt x="51092" y="164837"/>
                </a:lnTo>
                <a:lnTo>
                  <a:pt x="51093" y="164837"/>
                </a:lnTo>
                <a:lnTo>
                  <a:pt x="51094" y="164837"/>
                </a:lnTo>
                <a:lnTo>
                  <a:pt x="51095" y="164837"/>
                </a:lnTo>
                <a:lnTo>
                  <a:pt x="51096" y="164837"/>
                </a:lnTo>
                <a:lnTo>
                  <a:pt x="51097" y="164837"/>
                </a:lnTo>
                <a:lnTo>
                  <a:pt x="51098" y="164837"/>
                </a:lnTo>
                <a:lnTo>
                  <a:pt x="51099" y="164837"/>
                </a:lnTo>
                <a:lnTo>
                  <a:pt x="51100" y="164837"/>
                </a:lnTo>
                <a:lnTo>
                  <a:pt x="51101" y="164837"/>
                </a:lnTo>
                <a:lnTo>
                  <a:pt x="51102" y="164837"/>
                </a:lnTo>
                <a:lnTo>
                  <a:pt x="51103" y="164837"/>
                </a:lnTo>
                <a:lnTo>
                  <a:pt x="51104" y="164837"/>
                </a:lnTo>
                <a:lnTo>
                  <a:pt x="51105" y="164837"/>
                </a:lnTo>
                <a:lnTo>
                  <a:pt x="51106" y="164837"/>
                </a:lnTo>
                <a:lnTo>
                  <a:pt x="51107" y="164837"/>
                </a:lnTo>
                <a:lnTo>
                  <a:pt x="51108" y="164837"/>
                </a:lnTo>
                <a:lnTo>
                  <a:pt x="51109" y="164837"/>
                </a:lnTo>
                <a:lnTo>
                  <a:pt x="51109" y="164837"/>
                </a:lnTo>
                <a:lnTo>
                  <a:pt x="51110" y="164837"/>
                </a:lnTo>
                <a:lnTo>
                  <a:pt x="51111" y="164837"/>
                </a:lnTo>
                <a:lnTo>
                  <a:pt x="51112" y="164837"/>
                </a:lnTo>
                <a:lnTo>
                  <a:pt x="51113" y="164837"/>
                </a:lnTo>
                <a:lnTo>
                  <a:pt x="51114" y="164837"/>
                </a:lnTo>
                <a:lnTo>
                  <a:pt x="51115" y="164837"/>
                </a:lnTo>
                <a:lnTo>
                  <a:pt x="51116" y="164837"/>
                </a:lnTo>
                <a:lnTo>
                  <a:pt x="51117" y="164837"/>
                </a:lnTo>
                <a:lnTo>
                  <a:pt x="51118" y="164837"/>
                </a:lnTo>
                <a:lnTo>
                  <a:pt x="51119" y="164837"/>
                </a:lnTo>
                <a:lnTo>
                  <a:pt x="51120" y="164837"/>
                </a:lnTo>
                <a:lnTo>
                  <a:pt x="51121" y="164837"/>
                </a:lnTo>
                <a:lnTo>
                  <a:pt x="51122" y="164837"/>
                </a:lnTo>
                <a:lnTo>
                  <a:pt x="51123" y="164837"/>
                </a:lnTo>
                <a:lnTo>
                  <a:pt x="51124" y="164837"/>
                </a:lnTo>
                <a:lnTo>
                  <a:pt x="51125" y="164837"/>
                </a:lnTo>
                <a:lnTo>
                  <a:pt x="51126" y="164837"/>
                </a:lnTo>
                <a:lnTo>
                  <a:pt x="51127" y="164837"/>
                </a:lnTo>
                <a:lnTo>
                  <a:pt x="51128" y="164837"/>
                </a:lnTo>
                <a:lnTo>
                  <a:pt x="51129" y="164837"/>
                </a:lnTo>
                <a:lnTo>
                  <a:pt x="51130" y="164837"/>
                </a:lnTo>
                <a:lnTo>
                  <a:pt x="51131" y="164837"/>
                </a:lnTo>
                <a:lnTo>
                  <a:pt x="51132" y="164837"/>
                </a:lnTo>
                <a:lnTo>
                  <a:pt x="51133" y="164837"/>
                </a:lnTo>
                <a:lnTo>
                  <a:pt x="51134" y="164837"/>
                </a:lnTo>
                <a:lnTo>
                  <a:pt x="51135" y="164837"/>
                </a:lnTo>
                <a:lnTo>
                  <a:pt x="51136" y="164837"/>
                </a:lnTo>
                <a:lnTo>
                  <a:pt x="51137" y="164837"/>
                </a:lnTo>
                <a:lnTo>
                  <a:pt x="51138" y="164837"/>
                </a:lnTo>
                <a:lnTo>
                  <a:pt x="51139" y="164837"/>
                </a:lnTo>
                <a:lnTo>
                  <a:pt x="51140" y="164837"/>
                </a:lnTo>
                <a:lnTo>
                  <a:pt x="51141" y="164837"/>
                </a:lnTo>
                <a:lnTo>
                  <a:pt x="51142" y="164837"/>
                </a:lnTo>
                <a:lnTo>
                  <a:pt x="51143" y="164837"/>
                </a:lnTo>
                <a:lnTo>
                  <a:pt x="51144" y="164837"/>
                </a:lnTo>
                <a:lnTo>
                  <a:pt x="51145" y="164837"/>
                </a:lnTo>
                <a:lnTo>
                  <a:pt x="51146" y="164837"/>
                </a:lnTo>
                <a:lnTo>
                  <a:pt x="51147" y="164837"/>
                </a:lnTo>
                <a:lnTo>
                  <a:pt x="51148" y="164837"/>
                </a:lnTo>
                <a:lnTo>
                  <a:pt x="51149" y="164837"/>
                </a:lnTo>
                <a:lnTo>
                  <a:pt x="51150" y="164837"/>
                </a:lnTo>
                <a:lnTo>
                  <a:pt x="51151" y="164837"/>
                </a:lnTo>
                <a:lnTo>
                  <a:pt x="51152" y="164837"/>
                </a:lnTo>
                <a:lnTo>
                  <a:pt x="51153" y="164837"/>
                </a:lnTo>
                <a:lnTo>
                  <a:pt x="51154" y="164837"/>
                </a:lnTo>
                <a:lnTo>
                  <a:pt x="51155" y="164837"/>
                </a:lnTo>
                <a:lnTo>
                  <a:pt x="51156" y="164837"/>
                </a:lnTo>
                <a:lnTo>
                  <a:pt x="51157" y="164837"/>
                </a:lnTo>
                <a:lnTo>
                  <a:pt x="51158" y="164837"/>
                </a:lnTo>
                <a:lnTo>
                  <a:pt x="51159" y="164837"/>
                </a:lnTo>
                <a:lnTo>
                  <a:pt x="51160" y="164837"/>
                </a:lnTo>
                <a:lnTo>
                  <a:pt x="51161" y="164837"/>
                </a:lnTo>
                <a:lnTo>
                  <a:pt x="51162" y="164837"/>
                </a:lnTo>
                <a:lnTo>
                  <a:pt x="51163" y="164837"/>
                </a:lnTo>
                <a:lnTo>
                  <a:pt x="51164" y="164837"/>
                </a:lnTo>
                <a:lnTo>
                  <a:pt x="51165" y="164837"/>
                </a:lnTo>
                <a:lnTo>
                  <a:pt x="51166" y="164837"/>
                </a:lnTo>
                <a:lnTo>
                  <a:pt x="51167" y="164837"/>
                </a:lnTo>
                <a:lnTo>
                  <a:pt x="51168" y="164837"/>
                </a:lnTo>
                <a:lnTo>
                  <a:pt x="51169" y="164837"/>
                </a:lnTo>
                <a:lnTo>
                  <a:pt x="51170" y="164837"/>
                </a:lnTo>
                <a:lnTo>
                  <a:pt x="51171" y="164837"/>
                </a:lnTo>
                <a:lnTo>
                  <a:pt x="51172" y="164837"/>
                </a:lnTo>
                <a:lnTo>
                  <a:pt x="51173" y="164837"/>
                </a:lnTo>
                <a:lnTo>
                  <a:pt x="51174" y="164837"/>
                </a:lnTo>
                <a:lnTo>
                  <a:pt x="51175" y="164837"/>
                </a:lnTo>
                <a:lnTo>
                  <a:pt x="51176" y="164837"/>
                </a:lnTo>
                <a:lnTo>
                  <a:pt x="51177" y="164837"/>
                </a:lnTo>
                <a:lnTo>
                  <a:pt x="51178" y="164837"/>
                </a:lnTo>
                <a:lnTo>
                  <a:pt x="51179" y="164837"/>
                </a:lnTo>
                <a:lnTo>
                  <a:pt x="51180" y="164837"/>
                </a:lnTo>
                <a:lnTo>
                  <a:pt x="51181" y="164837"/>
                </a:lnTo>
                <a:lnTo>
                  <a:pt x="51182" y="164837"/>
                </a:lnTo>
                <a:lnTo>
                  <a:pt x="51183" y="164837"/>
                </a:lnTo>
                <a:lnTo>
                  <a:pt x="51184" y="164837"/>
                </a:lnTo>
                <a:lnTo>
                  <a:pt x="51185" y="164837"/>
                </a:lnTo>
                <a:lnTo>
                  <a:pt x="51186" y="164837"/>
                </a:lnTo>
                <a:lnTo>
                  <a:pt x="51187" y="164837"/>
                </a:lnTo>
                <a:lnTo>
                  <a:pt x="51188" y="164837"/>
                </a:lnTo>
                <a:lnTo>
                  <a:pt x="51189" y="164837"/>
                </a:lnTo>
                <a:lnTo>
                  <a:pt x="51190" y="164837"/>
                </a:lnTo>
                <a:lnTo>
                  <a:pt x="51191" y="164837"/>
                </a:lnTo>
                <a:lnTo>
                  <a:pt x="51192" y="164837"/>
                </a:lnTo>
                <a:lnTo>
                  <a:pt x="51193" y="164837"/>
                </a:lnTo>
                <a:lnTo>
                  <a:pt x="51194" y="164837"/>
                </a:lnTo>
                <a:lnTo>
                  <a:pt x="51195" y="164837"/>
                </a:lnTo>
                <a:lnTo>
                  <a:pt x="51196" y="164837"/>
                </a:lnTo>
                <a:lnTo>
                  <a:pt x="51197" y="164837"/>
                </a:lnTo>
                <a:lnTo>
                  <a:pt x="51198" y="164837"/>
                </a:lnTo>
                <a:lnTo>
                  <a:pt x="51199" y="164837"/>
                </a:lnTo>
                <a:lnTo>
                  <a:pt x="51200" y="164837"/>
                </a:lnTo>
                <a:lnTo>
                  <a:pt x="51201" y="164837"/>
                </a:lnTo>
                <a:lnTo>
                  <a:pt x="51202" y="164837"/>
                </a:lnTo>
                <a:lnTo>
                  <a:pt x="51203" y="164837"/>
                </a:lnTo>
                <a:lnTo>
                  <a:pt x="51204" y="164837"/>
                </a:lnTo>
                <a:lnTo>
                  <a:pt x="51205" y="164837"/>
                </a:lnTo>
                <a:lnTo>
                  <a:pt x="51206" y="164837"/>
                </a:lnTo>
                <a:lnTo>
                  <a:pt x="51207" y="164837"/>
                </a:lnTo>
                <a:lnTo>
                  <a:pt x="51208" y="164837"/>
                </a:lnTo>
                <a:lnTo>
                  <a:pt x="51209" y="164837"/>
                </a:lnTo>
                <a:lnTo>
                  <a:pt x="51210" y="164837"/>
                </a:lnTo>
                <a:lnTo>
                  <a:pt x="51211" y="164837"/>
                </a:lnTo>
                <a:lnTo>
                  <a:pt x="51212" y="164837"/>
                </a:lnTo>
                <a:lnTo>
                  <a:pt x="51213" y="164837"/>
                </a:lnTo>
                <a:lnTo>
                  <a:pt x="51214" y="164837"/>
                </a:lnTo>
                <a:lnTo>
                  <a:pt x="51215" y="164837"/>
                </a:lnTo>
                <a:lnTo>
                  <a:pt x="51216" y="164837"/>
                </a:lnTo>
                <a:lnTo>
                  <a:pt x="51217" y="164837"/>
                </a:lnTo>
                <a:lnTo>
                  <a:pt x="51218" y="164837"/>
                </a:lnTo>
                <a:lnTo>
                  <a:pt x="51219" y="164837"/>
                </a:lnTo>
                <a:lnTo>
                  <a:pt x="51220" y="164837"/>
                </a:lnTo>
                <a:lnTo>
                  <a:pt x="51221" y="164837"/>
                </a:lnTo>
                <a:lnTo>
                  <a:pt x="51222" y="164837"/>
                </a:lnTo>
                <a:lnTo>
                  <a:pt x="51223" y="164837"/>
                </a:lnTo>
                <a:lnTo>
                  <a:pt x="51224" y="164837"/>
                </a:lnTo>
                <a:lnTo>
                  <a:pt x="51225" y="164837"/>
                </a:lnTo>
                <a:lnTo>
                  <a:pt x="51226" y="164837"/>
                </a:lnTo>
                <a:lnTo>
                  <a:pt x="51227" y="164837"/>
                </a:lnTo>
                <a:lnTo>
                  <a:pt x="51228" y="164837"/>
                </a:lnTo>
                <a:lnTo>
                  <a:pt x="51229" y="164837"/>
                </a:lnTo>
                <a:lnTo>
                  <a:pt x="51230" y="164837"/>
                </a:lnTo>
                <a:lnTo>
                  <a:pt x="51231" y="164837"/>
                </a:lnTo>
                <a:lnTo>
                  <a:pt x="51232" y="164837"/>
                </a:lnTo>
                <a:lnTo>
                  <a:pt x="51233" y="164837"/>
                </a:lnTo>
                <a:lnTo>
                  <a:pt x="51234" y="164837"/>
                </a:lnTo>
                <a:lnTo>
                  <a:pt x="51235" y="164837"/>
                </a:lnTo>
                <a:lnTo>
                  <a:pt x="51236" y="164837"/>
                </a:lnTo>
                <a:lnTo>
                  <a:pt x="51237" y="164837"/>
                </a:lnTo>
                <a:lnTo>
                  <a:pt x="51238" y="164837"/>
                </a:lnTo>
                <a:lnTo>
                  <a:pt x="51239" y="164837"/>
                </a:lnTo>
                <a:lnTo>
                  <a:pt x="51240" y="164837"/>
                </a:lnTo>
                <a:lnTo>
                  <a:pt x="51241" y="164837"/>
                </a:lnTo>
                <a:lnTo>
                  <a:pt x="51242" y="164837"/>
                </a:lnTo>
                <a:lnTo>
                  <a:pt x="51243" y="164837"/>
                </a:lnTo>
                <a:lnTo>
                  <a:pt x="51244" y="164837"/>
                </a:lnTo>
                <a:lnTo>
                  <a:pt x="51245" y="164837"/>
                </a:lnTo>
                <a:lnTo>
                  <a:pt x="51246" y="164837"/>
                </a:lnTo>
                <a:lnTo>
                  <a:pt x="51247" y="164837"/>
                </a:lnTo>
                <a:lnTo>
                  <a:pt x="51248" y="164837"/>
                </a:lnTo>
                <a:lnTo>
                  <a:pt x="51249" y="164837"/>
                </a:lnTo>
                <a:lnTo>
                  <a:pt x="51250" y="164837"/>
                </a:lnTo>
                <a:lnTo>
                  <a:pt x="51251" y="164837"/>
                </a:lnTo>
                <a:lnTo>
                  <a:pt x="51252" y="164837"/>
                </a:lnTo>
                <a:lnTo>
                  <a:pt x="51253" y="164837"/>
                </a:lnTo>
                <a:lnTo>
                  <a:pt x="51254" y="164837"/>
                </a:lnTo>
                <a:lnTo>
                  <a:pt x="51255" y="164837"/>
                </a:lnTo>
                <a:lnTo>
                  <a:pt x="51256" y="164837"/>
                </a:lnTo>
                <a:lnTo>
                  <a:pt x="51257" y="164837"/>
                </a:lnTo>
                <a:lnTo>
                  <a:pt x="51258" y="164837"/>
                </a:lnTo>
                <a:lnTo>
                  <a:pt x="51259" y="164837"/>
                </a:lnTo>
                <a:lnTo>
                  <a:pt x="51260" y="164837"/>
                </a:lnTo>
                <a:lnTo>
                  <a:pt x="51261" y="164837"/>
                </a:lnTo>
                <a:lnTo>
                  <a:pt x="51262" y="164837"/>
                </a:lnTo>
                <a:lnTo>
                  <a:pt x="51263" y="164837"/>
                </a:lnTo>
                <a:lnTo>
                  <a:pt x="51264" y="164837"/>
                </a:lnTo>
                <a:lnTo>
                  <a:pt x="51265" y="164837"/>
                </a:lnTo>
                <a:lnTo>
                  <a:pt x="51266" y="164837"/>
                </a:lnTo>
                <a:lnTo>
                  <a:pt x="51267" y="164837"/>
                </a:lnTo>
                <a:lnTo>
                  <a:pt x="51268" y="164837"/>
                </a:lnTo>
                <a:lnTo>
                  <a:pt x="51269" y="164837"/>
                </a:lnTo>
                <a:lnTo>
                  <a:pt x="51270" y="164837"/>
                </a:lnTo>
                <a:lnTo>
                  <a:pt x="51271" y="164837"/>
                </a:lnTo>
                <a:lnTo>
                  <a:pt x="51272" y="164837"/>
                </a:lnTo>
                <a:lnTo>
                  <a:pt x="51273" y="164837"/>
                </a:lnTo>
                <a:lnTo>
                  <a:pt x="51274" y="164837"/>
                </a:lnTo>
                <a:lnTo>
                  <a:pt x="51275" y="164837"/>
                </a:lnTo>
                <a:lnTo>
                  <a:pt x="51276" y="164837"/>
                </a:lnTo>
                <a:lnTo>
                  <a:pt x="51277" y="164837"/>
                </a:lnTo>
                <a:lnTo>
                  <a:pt x="51278" y="164837"/>
                </a:lnTo>
                <a:lnTo>
                  <a:pt x="51279" y="164837"/>
                </a:lnTo>
                <a:lnTo>
                  <a:pt x="51280" y="164837"/>
                </a:lnTo>
                <a:lnTo>
                  <a:pt x="51281" y="164837"/>
                </a:lnTo>
                <a:lnTo>
                  <a:pt x="51282" y="164837"/>
                </a:lnTo>
                <a:lnTo>
                  <a:pt x="51283" y="164837"/>
                </a:lnTo>
                <a:lnTo>
                  <a:pt x="51284" y="164837"/>
                </a:lnTo>
                <a:lnTo>
                  <a:pt x="51285" y="164837"/>
                </a:lnTo>
                <a:lnTo>
                  <a:pt x="51286" y="164837"/>
                </a:lnTo>
                <a:lnTo>
                  <a:pt x="51287" y="164837"/>
                </a:lnTo>
                <a:lnTo>
                  <a:pt x="51288" y="164837"/>
                </a:lnTo>
                <a:lnTo>
                  <a:pt x="51289" y="164837"/>
                </a:lnTo>
                <a:lnTo>
                  <a:pt x="51290" y="164837"/>
                </a:lnTo>
                <a:lnTo>
                  <a:pt x="51291" y="164837"/>
                </a:lnTo>
                <a:lnTo>
                  <a:pt x="51292" y="164837"/>
                </a:lnTo>
                <a:lnTo>
                  <a:pt x="51293" y="164837"/>
                </a:lnTo>
                <a:lnTo>
                  <a:pt x="51294" y="164837"/>
                </a:lnTo>
                <a:lnTo>
                  <a:pt x="51295" y="164837"/>
                </a:lnTo>
                <a:lnTo>
                  <a:pt x="51296" y="164837"/>
                </a:lnTo>
                <a:lnTo>
                  <a:pt x="51297" y="164837"/>
                </a:lnTo>
                <a:lnTo>
                  <a:pt x="51298" y="164837"/>
                </a:lnTo>
                <a:lnTo>
                  <a:pt x="51299" y="164837"/>
                </a:lnTo>
                <a:lnTo>
                  <a:pt x="51300" y="164837"/>
                </a:lnTo>
                <a:lnTo>
                  <a:pt x="51301" y="164837"/>
                </a:lnTo>
                <a:lnTo>
                  <a:pt x="51302" y="164837"/>
                </a:lnTo>
                <a:lnTo>
                  <a:pt x="51303" y="164837"/>
                </a:lnTo>
                <a:lnTo>
                  <a:pt x="51304" y="164837"/>
                </a:lnTo>
                <a:lnTo>
                  <a:pt x="51305" y="164837"/>
                </a:lnTo>
                <a:lnTo>
                  <a:pt x="51306" y="164837"/>
                </a:lnTo>
                <a:lnTo>
                  <a:pt x="51307" y="164837"/>
                </a:lnTo>
                <a:lnTo>
                  <a:pt x="51308" y="164837"/>
                </a:lnTo>
                <a:lnTo>
                  <a:pt x="51309" y="164837"/>
                </a:lnTo>
                <a:lnTo>
                  <a:pt x="51310" y="164837"/>
                </a:lnTo>
                <a:lnTo>
                  <a:pt x="51311" y="164837"/>
                </a:lnTo>
                <a:lnTo>
                  <a:pt x="51312" y="164837"/>
                </a:lnTo>
                <a:lnTo>
                  <a:pt x="51313" y="164837"/>
                </a:lnTo>
                <a:lnTo>
                  <a:pt x="51314" y="164837"/>
                </a:lnTo>
                <a:lnTo>
                  <a:pt x="51315" y="164837"/>
                </a:lnTo>
                <a:lnTo>
                  <a:pt x="51316" y="164837"/>
                </a:lnTo>
                <a:lnTo>
                  <a:pt x="51317" y="164837"/>
                </a:lnTo>
                <a:lnTo>
                  <a:pt x="51318" y="164837"/>
                </a:lnTo>
                <a:lnTo>
                  <a:pt x="51319" y="164837"/>
                </a:lnTo>
                <a:lnTo>
                  <a:pt x="51320" y="164837"/>
                </a:lnTo>
                <a:lnTo>
                  <a:pt x="51321" y="164837"/>
                </a:lnTo>
                <a:lnTo>
                  <a:pt x="51322" y="164837"/>
                </a:lnTo>
                <a:lnTo>
                  <a:pt x="51323" y="164837"/>
                </a:lnTo>
                <a:lnTo>
                  <a:pt x="51324" y="164837"/>
                </a:lnTo>
                <a:lnTo>
                  <a:pt x="51325" y="164837"/>
                </a:lnTo>
                <a:lnTo>
                  <a:pt x="51326" y="164837"/>
                </a:lnTo>
                <a:lnTo>
                  <a:pt x="51327" y="164837"/>
                </a:lnTo>
                <a:lnTo>
                  <a:pt x="51328" y="164837"/>
                </a:lnTo>
                <a:lnTo>
                  <a:pt x="51329" y="164837"/>
                </a:lnTo>
                <a:lnTo>
                  <a:pt x="51330" y="164837"/>
                </a:lnTo>
                <a:lnTo>
                  <a:pt x="51331" y="164837"/>
                </a:lnTo>
                <a:lnTo>
                  <a:pt x="51332" y="164837"/>
                </a:lnTo>
                <a:lnTo>
                  <a:pt x="51333" y="164837"/>
                </a:lnTo>
                <a:lnTo>
                  <a:pt x="51334" y="164837"/>
                </a:lnTo>
                <a:lnTo>
                  <a:pt x="51335" y="164837"/>
                </a:lnTo>
                <a:lnTo>
                  <a:pt x="51336" y="164837"/>
                </a:lnTo>
                <a:lnTo>
                  <a:pt x="51337" y="164837"/>
                </a:lnTo>
                <a:lnTo>
                  <a:pt x="51338" y="164837"/>
                </a:lnTo>
                <a:lnTo>
                  <a:pt x="51339" y="164837"/>
                </a:lnTo>
                <a:lnTo>
                  <a:pt x="51340" y="164837"/>
                </a:lnTo>
                <a:lnTo>
                  <a:pt x="51341" y="164837"/>
                </a:lnTo>
                <a:lnTo>
                  <a:pt x="51342" y="164837"/>
                </a:lnTo>
                <a:lnTo>
                  <a:pt x="51343" y="164837"/>
                </a:lnTo>
                <a:lnTo>
                  <a:pt x="51344" y="164837"/>
                </a:lnTo>
                <a:lnTo>
                  <a:pt x="51345" y="164837"/>
                </a:lnTo>
                <a:lnTo>
                  <a:pt x="51346" y="164837"/>
                </a:lnTo>
                <a:lnTo>
                  <a:pt x="51347" y="164837"/>
                </a:lnTo>
                <a:lnTo>
                  <a:pt x="51348" y="164837"/>
                </a:lnTo>
                <a:lnTo>
                  <a:pt x="51349" y="164837"/>
                </a:lnTo>
                <a:lnTo>
                  <a:pt x="51350" y="164837"/>
                </a:lnTo>
                <a:lnTo>
                  <a:pt x="51351" y="164837"/>
                </a:lnTo>
                <a:lnTo>
                  <a:pt x="51352" y="164837"/>
                </a:lnTo>
                <a:lnTo>
                  <a:pt x="51353" y="164837"/>
                </a:lnTo>
                <a:lnTo>
                  <a:pt x="51354" y="164837"/>
                </a:lnTo>
                <a:lnTo>
                  <a:pt x="51355" y="164837"/>
                </a:lnTo>
                <a:lnTo>
                  <a:pt x="51356" y="164837"/>
                </a:lnTo>
                <a:lnTo>
                  <a:pt x="51357" y="164837"/>
                </a:lnTo>
                <a:lnTo>
                  <a:pt x="51358" y="164837"/>
                </a:lnTo>
                <a:lnTo>
                  <a:pt x="51359" y="164837"/>
                </a:lnTo>
                <a:lnTo>
                  <a:pt x="51360" y="164837"/>
                </a:lnTo>
                <a:lnTo>
                  <a:pt x="51361" y="164837"/>
                </a:lnTo>
                <a:lnTo>
                  <a:pt x="51362" y="164837"/>
                </a:lnTo>
                <a:lnTo>
                  <a:pt x="51363" y="164837"/>
                </a:lnTo>
                <a:lnTo>
                  <a:pt x="51364" y="164837"/>
                </a:lnTo>
                <a:lnTo>
                  <a:pt x="51365" y="164837"/>
                </a:lnTo>
                <a:lnTo>
                  <a:pt x="51366" y="164837"/>
                </a:lnTo>
                <a:lnTo>
                  <a:pt x="51367" y="164837"/>
                </a:lnTo>
                <a:lnTo>
                  <a:pt x="51368" y="164837"/>
                </a:lnTo>
                <a:lnTo>
                  <a:pt x="51369" y="164837"/>
                </a:lnTo>
                <a:lnTo>
                  <a:pt x="51370" y="164837"/>
                </a:lnTo>
                <a:lnTo>
                  <a:pt x="51371" y="164837"/>
                </a:lnTo>
                <a:lnTo>
                  <a:pt x="51372" y="164837"/>
                </a:lnTo>
                <a:lnTo>
                  <a:pt x="51373" y="164837"/>
                </a:lnTo>
                <a:lnTo>
                  <a:pt x="51374" y="164837"/>
                </a:lnTo>
                <a:lnTo>
                  <a:pt x="51375" y="164837"/>
                </a:lnTo>
                <a:lnTo>
                  <a:pt x="51376" y="164837"/>
                </a:lnTo>
                <a:lnTo>
                  <a:pt x="51377" y="164837"/>
                </a:lnTo>
                <a:lnTo>
                  <a:pt x="51378" y="164837"/>
                </a:lnTo>
                <a:lnTo>
                  <a:pt x="51379" y="164837"/>
                </a:lnTo>
                <a:lnTo>
                  <a:pt x="51380" y="164837"/>
                </a:lnTo>
                <a:lnTo>
                  <a:pt x="51381" y="164837"/>
                </a:lnTo>
                <a:lnTo>
                  <a:pt x="51382" y="164837"/>
                </a:lnTo>
                <a:lnTo>
                  <a:pt x="51383" y="164837"/>
                </a:lnTo>
                <a:lnTo>
                  <a:pt x="51384" y="164837"/>
                </a:lnTo>
                <a:lnTo>
                  <a:pt x="51385" y="164837"/>
                </a:lnTo>
                <a:lnTo>
                  <a:pt x="51386" y="164837"/>
                </a:lnTo>
                <a:lnTo>
                  <a:pt x="51387" y="164837"/>
                </a:lnTo>
                <a:lnTo>
                  <a:pt x="51388" y="164837"/>
                </a:lnTo>
                <a:lnTo>
                  <a:pt x="51389" y="164837"/>
                </a:lnTo>
                <a:lnTo>
                  <a:pt x="51390" y="164837"/>
                </a:lnTo>
                <a:lnTo>
                  <a:pt x="51391" y="164837"/>
                </a:lnTo>
                <a:lnTo>
                  <a:pt x="51392" y="164837"/>
                </a:lnTo>
                <a:lnTo>
                  <a:pt x="51393" y="164837"/>
                </a:lnTo>
                <a:lnTo>
                  <a:pt x="51394" y="164837"/>
                </a:lnTo>
                <a:lnTo>
                  <a:pt x="51395" y="164837"/>
                </a:lnTo>
                <a:lnTo>
                  <a:pt x="51396" y="164837"/>
                </a:lnTo>
                <a:lnTo>
                  <a:pt x="51397" y="164837"/>
                </a:lnTo>
                <a:lnTo>
                  <a:pt x="51398" y="164837"/>
                </a:lnTo>
                <a:lnTo>
                  <a:pt x="51399" y="164837"/>
                </a:lnTo>
                <a:lnTo>
                  <a:pt x="51400" y="164837"/>
                </a:lnTo>
                <a:lnTo>
                  <a:pt x="51401" y="164837"/>
                </a:lnTo>
                <a:lnTo>
                  <a:pt x="51402" y="164837"/>
                </a:lnTo>
                <a:lnTo>
                  <a:pt x="51403" y="164837"/>
                </a:lnTo>
                <a:lnTo>
                  <a:pt x="51404" y="164837"/>
                </a:lnTo>
                <a:lnTo>
                  <a:pt x="51405" y="164837"/>
                </a:lnTo>
                <a:lnTo>
                  <a:pt x="51406" y="164837"/>
                </a:lnTo>
                <a:lnTo>
                  <a:pt x="51407" y="164837"/>
                </a:lnTo>
                <a:lnTo>
                  <a:pt x="51408" y="164837"/>
                </a:lnTo>
                <a:lnTo>
                  <a:pt x="51409" y="164837"/>
                </a:lnTo>
                <a:lnTo>
                  <a:pt x="51410" y="164837"/>
                </a:lnTo>
                <a:lnTo>
                  <a:pt x="51411" y="164837"/>
                </a:lnTo>
                <a:lnTo>
                  <a:pt x="51412" y="164837"/>
                </a:lnTo>
                <a:lnTo>
                  <a:pt x="51413" y="164837"/>
                </a:lnTo>
                <a:lnTo>
                  <a:pt x="51414" y="164837"/>
                </a:lnTo>
                <a:lnTo>
                  <a:pt x="51415" y="164837"/>
                </a:lnTo>
                <a:lnTo>
                  <a:pt x="51416" y="164837"/>
                </a:lnTo>
                <a:lnTo>
                  <a:pt x="51417" y="164837"/>
                </a:lnTo>
                <a:lnTo>
                  <a:pt x="51418" y="164837"/>
                </a:lnTo>
                <a:lnTo>
                  <a:pt x="51419" y="164837"/>
                </a:lnTo>
                <a:lnTo>
                  <a:pt x="51420" y="164837"/>
                </a:lnTo>
                <a:lnTo>
                  <a:pt x="51421" y="164837"/>
                </a:lnTo>
                <a:lnTo>
                  <a:pt x="51422" y="164837"/>
                </a:lnTo>
                <a:lnTo>
                  <a:pt x="51423" y="164837"/>
                </a:lnTo>
                <a:lnTo>
                  <a:pt x="51424" y="164837"/>
                </a:lnTo>
                <a:lnTo>
                  <a:pt x="51425" y="164837"/>
                </a:lnTo>
                <a:lnTo>
                  <a:pt x="51426" y="164837"/>
                </a:lnTo>
                <a:lnTo>
                  <a:pt x="51427" y="164837"/>
                </a:lnTo>
                <a:lnTo>
                  <a:pt x="51428" y="164837"/>
                </a:lnTo>
                <a:lnTo>
                  <a:pt x="51429" y="164837"/>
                </a:lnTo>
                <a:lnTo>
                  <a:pt x="51430" y="164837"/>
                </a:lnTo>
                <a:lnTo>
                  <a:pt x="51431" y="164837"/>
                </a:lnTo>
                <a:lnTo>
                  <a:pt x="51432" y="164837"/>
                </a:lnTo>
                <a:lnTo>
                  <a:pt x="51433" y="164837"/>
                </a:lnTo>
                <a:lnTo>
                  <a:pt x="51434" y="164837"/>
                </a:lnTo>
                <a:lnTo>
                  <a:pt x="51435" y="164837"/>
                </a:lnTo>
                <a:lnTo>
                  <a:pt x="51436" y="164837"/>
                </a:lnTo>
                <a:lnTo>
                  <a:pt x="51437" y="164837"/>
                </a:lnTo>
                <a:lnTo>
                  <a:pt x="51438" y="164837"/>
                </a:lnTo>
                <a:lnTo>
                  <a:pt x="51439" y="164837"/>
                </a:lnTo>
                <a:lnTo>
                  <a:pt x="51440" y="164837"/>
                </a:lnTo>
                <a:lnTo>
                  <a:pt x="51441" y="164837"/>
                </a:lnTo>
                <a:lnTo>
                  <a:pt x="51442" y="164837"/>
                </a:lnTo>
                <a:lnTo>
                  <a:pt x="51443" y="164837"/>
                </a:lnTo>
                <a:lnTo>
                  <a:pt x="51444" y="164837"/>
                </a:lnTo>
                <a:lnTo>
                  <a:pt x="51445" y="164837"/>
                </a:lnTo>
                <a:lnTo>
                  <a:pt x="51446" y="164837"/>
                </a:lnTo>
                <a:lnTo>
                  <a:pt x="51447" y="164837"/>
                </a:lnTo>
                <a:lnTo>
                  <a:pt x="51448" y="164837"/>
                </a:lnTo>
                <a:lnTo>
                  <a:pt x="51449" y="164837"/>
                </a:lnTo>
                <a:lnTo>
                  <a:pt x="51450" y="164837"/>
                </a:lnTo>
                <a:lnTo>
                  <a:pt x="51451" y="164837"/>
                </a:lnTo>
                <a:lnTo>
                  <a:pt x="51452" y="164837"/>
                </a:lnTo>
                <a:lnTo>
                  <a:pt x="51453" y="164837"/>
                </a:lnTo>
                <a:lnTo>
                  <a:pt x="51454" y="164837"/>
                </a:lnTo>
                <a:lnTo>
                  <a:pt x="51455" y="164837"/>
                </a:lnTo>
                <a:lnTo>
                  <a:pt x="51456" y="164837"/>
                </a:lnTo>
                <a:lnTo>
                  <a:pt x="51457" y="164837"/>
                </a:lnTo>
                <a:lnTo>
                  <a:pt x="51458" y="164837"/>
                </a:lnTo>
                <a:lnTo>
                  <a:pt x="51459" y="164837"/>
                </a:lnTo>
                <a:lnTo>
                  <a:pt x="51460" y="164837"/>
                </a:lnTo>
                <a:lnTo>
                  <a:pt x="51461" y="164837"/>
                </a:lnTo>
                <a:lnTo>
                  <a:pt x="51462" y="164837"/>
                </a:lnTo>
                <a:lnTo>
                  <a:pt x="51463" y="164837"/>
                </a:lnTo>
                <a:lnTo>
                  <a:pt x="51464" y="164837"/>
                </a:lnTo>
                <a:lnTo>
                  <a:pt x="51465" y="164837"/>
                </a:lnTo>
                <a:lnTo>
                  <a:pt x="51466" y="164837"/>
                </a:lnTo>
                <a:lnTo>
                  <a:pt x="51467" y="164837"/>
                </a:lnTo>
                <a:lnTo>
                  <a:pt x="51468" y="164837"/>
                </a:lnTo>
                <a:lnTo>
                  <a:pt x="51469" y="164837"/>
                </a:lnTo>
                <a:lnTo>
                  <a:pt x="51470" y="164837"/>
                </a:lnTo>
                <a:lnTo>
                  <a:pt x="51471" y="164837"/>
                </a:lnTo>
                <a:lnTo>
                  <a:pt x="51472" y="164837"/>
                </a:lnTo>
                <a:lnTo>
                  <a:pt x="51473" y="164837"/>
                </a:lnTo>
                <a:lnTo>
                  <a:pt x="51474" y="164837"/>
                </a:lnTo>
                <a:lnTo>
                  <a:pt x="51475" y="164837"/>
                </a:lnTo>
                <a:lnTo>
                  <a:pt x="51476" y="164837"/>
                </a:lnTo>
                <a:lnTo>
                  <a:pt x="51477" y="164837"/>
                </a:lnTo>
                <a:lnTo>
                  <a:pt x="51478" y="164837"/>
                </a:lnTo>
                <a:lnTo>
                  <a:pt x="51479" y="164837"/>
                </a:lnTo>
                <a:lnTo>
                  <a:pt x="51480" y="164837"/>
                </a:lnTo>
                <a:lnTo>
                  <a:pt x="51481" y="164837"/>
                </a:lnTo>
                <a:lnTo>
                  <a:pt x="51482" y="164837"/>
                </a:lnTo>
                <a:lnTo>
                  <a:pt x="51483" y="164837"/>
                </a:lnTo>
                <a:lnTo>
                  <a:pt x="51484" y="164837"/>
                </a:lnTo>
                <a:lnTo>
                  <a:pt x="51485" y="164837"/>
                </a:lnTo>
                <a:lnTo>
                  <a:pt x="51486" y="164837"/>
                </a:lnTo>
                <a:lnTo>
                  <a:pt x="51487" y="164837"/>
                </a:lnTo>
                <a:lnTo>
                  <a:pt x="51488" y="164837"/>
                </a:lnTo>
                <a:lnTo>
                  <a:pt x="51489" y="164837"/>
                </a:lnTo>
                <a:lnTo>
                  <a:pt x="51490" y="164837"/>
                </a:lnTo>
                <a:lnTo>
                  <a:pt x="51491" y="164837"/>
                </a:lnTo>
                <a:lnTo>
                  <a:pt x="51492" y="164837"/>
                </a:lnTo>
                <a:lnTo>
                  <a:pt x="51493" y="164837"/>
                </a:lnTo>
                <a:lnTo>
                  <a:pt x="51494" y="164837"/>
                </a:lnTo>
                <a:lnTo>
                  <a:pt x="51495" y="164837"/>
                </a:lnTo>
                <a:lnTo>
                  <a:pt x="51496" y="164837"/>
                </a:lnTo>
                <a:lnTo>
                  <a:pt x="51497" y="164837"/>
                </a:lnTo>
                <a:lnTo>
                  <a:pt x="51498" y="164837"/>
                </a:lnTo>
                <a:lnTo>
                  <a:pt x="51499" y="164837"/>
                </a:lnTo>
                <a:lnTo>
                  <a:pt x="51500" y="164837"/>
                </a:lnTo>
                <a:lnTo>
                  <a:pt x="51501" y="164837"/>
                </a:lnTo>
                <a:lnTo>
                  <a:pt x="51502" y="164837"/>
                </a:lnTo>
                <a:lnTo>
                  <a:pt x="51503" y="164837"/>
                </a:lnTo>
                <a:lnTo>
                  <a:pt x="51504" y="164837"/>
                </a:lnTo>
                <a:lnTo>
                  <a:pt x="51505" y="164837"/>
                </a:lnTo>
                <a:lnTo>
                  <a:pt x="51506" y="164837"/>
                </a:lnTo>
                <a:lnTo>
                  <a:pt x="51507" y="164837"/>
                </a:lnTo>
                <a:lnTo>
                  <a:pt x="51508" y="164837"/>
                </a:lnTo>
                <a:lnTo>
                  <a:pt x="51509" y="164837"/>
                </a:lnTo>
                <a:lnTo>
                  <a:pt x="51510" y="164837"/>
                </a:lnTo>
                <a:lnTo>
                  <a:pt x="51511" y="164837"/>
                </a:lnTo>
                <a:lnTo>
                  <a:pt x="51512" y="164837"/>
                </a:lnTo>
                <a:lnTo>
                  <a:pt x="51513" y="164837"/>
                </a:lnTo>
                <a:lnTo>
                  <a:pt x="51514" y="164837"/>
                </a:lnTo>
                <a:lnTo>
                  <a:pt x="51515" y="164837"/>
                </a:lnTo>
                <a:lnTo>
                  <a:pt x="51516" y="164837"/>
                </a:lnTo>
                <a:lnTo>
                  <a:pt x="51517" y="164837"/>
                </a:lnTo>
                <a:lnTo>
                  <a:pt x="51518" y="164837"/>
                </a:lnTo>
                <a:lnTo>
                  <a:pt x="51519" y="164837"/>
                </a:lnTo>
                <a:lnTo>
                  <a:pt x="51520" y="164837"/>
                </a:lnTo>
                <a:lnTo>
                  <a:pt x="51521" y="164837"/>
                </a:lnTo>
                <a:lnTo>
                  <a:pt x="51522" y="164837"/>
                </a:lnTo>
                <a:lnTo>
                  <a:pt x="51523" y="164837"/>
                </a:lnTo>
                <a:lnTo>
                  <a:pt x="51524" y="164837"/>
                </a:lnTo>
                <a:lnTo>
                  <a:pt x="51525" y="164837"/>
                </a:lnTo>
                <a:lnTo>
                  <a:pt x="51526" y="164837"/>
                </a:lnTo>
                <a:lnTo>
                  <a:pt x="51527" y="164837"/>
                </a:lnTo>
                <a:lnTo>
                  <a:pt x="51528" y="164837"/>
                </a:lnTo>
                <a:lnTo>
                  <a:pt x="51529" y="164837"/>
                </a:lnTo>
                <a:lnTo>
                  <a:pt x="51530" y="164837"/>
                </a:lnTo>
                <a:lnTo>
                  <a:pt x="51531" y="164837"/>
                </a:lnTo>
                <a:lnTo>
                  <a:pt x="51532" y="164837"/>
                </a:lnTo>
                <a:lnTo>
                  <a:pt x="51533" y="164837"/>
                </a:lnTo>
                <a:lnTo>
                  <a:pt x="51534" y="164837"/>
                </a:lnTo>
                <a:lnTo>
                  <a:pt x="51535" y="164837"/>
                </a:lnTo>
                <a:lnTo>
                  <a:pt x="51536" y="164837"/>
                </a:lnTo>
                <a:lnTo>
                  <a:pt x="51537" y="164837"/>
                </a:lnTo>
                <a:lnTo>
                  <a:pt x="51538" y="164837"/>
                </a:lnTo>
                <a:lnTo>
                  <a:pt x="51539" y="164837"/>
                </a:lnTo>
                <a:lnTo>
                  <a:pt x="51540" y="164837"/>
                </a:lnTo>
                <a:lnTo>
                  <a:pt x="51541" y="164837"/>
                </a:lnTo>
                <a:lnTo>
                  <a:pt x="51542" y="164837"/>
                </a:lnTo>
                <a:lnTo>
                  <a:pt x="51543" y="164837"/>
                </a:lnTo>
                <a:lnTo>
                  <a:pt x="51544" y="164837"/>
                </a:lnTo>
                <a:lnTo>
                  <a:pt x="51545" y="164837"/>
                </a:lnTo>
                <a:lnTo>
                  <a:pt x="51546" y="164837"/>
                </a:lnTo>
                <a:lnTo>
                  <a:pt x="51547" y="164837"/>
                </a:lnTo>
                <a:lnTo>
                  <a:pt x="51548" y="164837"/>
                </a:lnTo>
                <a:lnTo>
                  <a:pt x="51549" y="164837"/>
                </a:lnTo>
                <a:lnTo>
                  <a:pt x="51550" y="164837"/>
                </a:lnTo>
                <a:lnTo>
                  <a:pt x="51551" y="164837"/>
                </a:lnTo>
                <a:lnTo>
                  <a:pt x="51552" y="164837"/>
                </a:lnTo>
                <a:lnTo>
                  <a:pt x="51553" y="164837"/>
                </a:lnTo>
                <a:lnTo>
                  <a:pt x="51554" y="164837"/>
                </a:lnTo>
                <a:lnTo>
                  <a:pt x="51555" y="164837"/>
                </a:lnTo>
                <a:lnTo>
                  <a:pt x="51556" y="164837"/>
                </a:lnTo>
                <a:lnTo>
                  <a:pt x="51557" y="164837"/>
                </a:lnTo>
                <a:lnTo>
                  <a:pt x="51558" y="164837"/>
                </a:lnTo>
                <a:lnTo>
                  <a:pt x="51559" y="164837"/>
                </a:lnTo>
                <a:lnTo>
                  <a:pt x="51560" y="164837"/>
                </a:lnTo>
                <a:lnTo>
                  <a:pt x="51561" y="164837"/>
                </a:lnTo>
                <a:lnTo>
                  <a:pt x="51562" y="164837"/>
                </a:lnTo>
                <a:lnTo>
                  <a:pt x="51563" y="164837"/>
                </a:lnTo>
                <a:lnTo>
                  <a:pt x="51564" y="164837"/>
                </a:lnTo>
                <a:lnTo>
                  <a:pt x="51565" y="164837"/>
                </a:lnTo>
                <a:lnTo>
                  <a:pt x="51566" y="164837"/>
                </a:lnTo>
                <a:lnTo>
                  <a:pt x="51567" y="164837"/>
                </a:lnTo>
                <a:lnTo>
                  <a:pt x="51568" y="164837"/>
                </a:lnTo>
                <a:lnTo>
                  <a:pt x="51569" y="164837"/>
                </a:lnTo>
                <a:lnTo>
                  <a:pt x="51570" y="164837"/>
                </a:lnTo>
                <a:lnTo>
                  <a:pt x="51571" y="164837"/>
                </a:lnTo>
                <a:lnTo>
                  <a:pt x="51572" y="164837"/>
                </a:lnTo>
                <a:lnTo>
                  <a:pt x="51573" y="164837"/>
                </a:lnTo>
                <a:lnTo>
                  <a:pt x="51574" y="164837"/>
                </a:lnTo>
                <a:lnTo>
                  <a:pt x="51575" y="164837"/>
                </a:lnTo>
                <a:lnTo>
                  <a:pt x="51576" y="164837"/>
                </a:lnTo>
                <a:lnTo>
                  <a:pt x="51577" y="164837"/>
                </a:lnTo>
                <a:lnTo>
                  <a:pt x="51578" y="164837"/>
                </a:lnTo>
                <a:lnTo>
                  <a:pt x="51579" y="164837"/>
                </a:lnTo>
                <a:lnTo>
                  <a:pt x="51580" y="164837"/>
                </a:lnTo>
                <a:lnTo>
                  <a:pt x="51581" y="164837"/>
                </a:lnTo>
                <a:lnTo>
                  <a:pt x="51582" y="164837"/>
                </a:lnTo>
                <a:lnTo>
                  <a:pt x="51583" y="164837"/>
                </a:lnTo>
                <a:lnTo>
                  <a:pt x="51584" y="164837"/>
                </a:lnTo>
                <a:lnTo>
                  <a:pt x="51585" y="164837"/>
                </a:lnTo>
                <a:lnTo>
                  <a:pt x="51586" y="164837"/>
                </a:lnTo>
                <a:lnTo>
                  <a:pt x="51587" y="164837"/>
                </a:lnTo>
                <a:lnTo>
                  <a:pt x="51588" y="164837"/>
                </a:lnTo>
                <a:lnTo>
                  <a:pt x="51589" y="164837"/>
                </a:lnTo>
                <a:lnTo>
                  <a:pt x="51590" y="164837"/>
                </a:lnTo>
                <a:lnTo>
                  <a:pt x="51591" y="164837"/>
                </a:lnTo>
                <a:lnTo>
                  <a:pt x="51592" y="164837"/>
                </a:lnTo>
                <a:lnTo>
                  <a:pt x="51593" y="164837"/>
                </a:lnTo>
                <a:lnTo>
                  <a:pt x="51594" y="164837"/>
                </a:lnTo>
                <a:lnTo>
                  <a:pt x="51595" y="164837"/>
                </a:lnTo>
                <a:lnTo>
                  <a:pt x="51596" y="164837"/>
                </a:lnTo>
                <a:lnTo>
                  <a:pt x="51597" y="164837"/>
                </a:lnTo>
                <a:lnTo>
                  <a:pt x="51598" y="164837"/>
                </a:lnTo>
                <a:lnTo>
                  <a:pt x="51599" y="164837"/>
                </a:lnTo>
                <a:lnTo>
                  <a:pt x="51600" y="164837"/>
                </a:lnTo>
                <a:lnTo>
                  <a:pt x="51601" y="164837"/>
                </a:lnTo>
                <a:lnTo>
                  <a:pt x="51602" y="164837"/>
                </a:lnTo>
                <a:lnTo>
                  <a:pt x="51603" y="164837"/>
                </a:lnTo>
                <a:lnTo>
                  <a:pt x="51604" y="164837"/>
                </a:lnTo>
                <a:lnTo>
                  <a:pt x="51605" y="164837"/>
                </a:lnTo>
                <a:lnTo>
                  <a:pt x="51606" y="164837"/>
                </a:lnTo>
                <a:lnTo>
                  <a:pt x="51607" y="164837"/>
                </a:lnTo>
                <a:lnTo>
                  <a:pt x="51608" y="164837"/>
                </a:lnTo>
                <a:lnTo>
                  <a:pt x="51609" y="164837"/>
                </a:lnTo>
                <a:lnTo>
                  <a:pt x="51610" y="164837"/>
                </a:lnTo>
                <a:lnTo>
                  <a:pt x="51611" y="164837"/>
                </a:lnTo>
                <a:lnTo>
                  <a:pt x="51612" y="164837"/>
                </a:lnTo>
                <a:lnTo>
                  <a:pt x="51613" y="164837"/>
                </a:lnTo>
                <a:lnTo>
                  <a:pt x="51614" y="164837"/>
                </a:lnTo>
                <a:lnTo>
                  <a:pt x="51615" y="164837"/>
                </a:lnTo>
                <a:lnTo>
                  <a:pt x="51616" y="164837"/>
                </a:lnTo>
                <a:lnTo>
                  <a:pt x="51617" y="164837"/>
                </a:lnTo>
                <a:lnTo>
                  <a:pt x="51618" y="164837"/>
                </a:lnTo>
                <a:lnTo>
                  <a:pt x="51619" y="164837"/>
                </a:lnTo>
                <a:lnTo>
                  <a:pt x="51620" y="164837"/>
                </a:lnTo>
                <a:lnTo>
                  <a:pt x="51621" y="164837"/>
                </a:lnTo>
                <a:lnTo>
                  <a:pt x="51622" y="164837"/>
                </a:lnTo>
                <a:lnTo>
                  <a:pt x="51623" y="164837"/>
                </a:lnTo>
                <a:lnTo>
                  <a:pt x="51624" y="164837"/>
                </a:lnTo>
                <a:lnTo>
                  <a:pt x="51625" y="164837"/>
                </a:lnTo>
                <a:lnTo>
                  <a:pt x="51626" y="164837"/>
                </a:lnTo>
                <a:lnTo>
                  <a:pt x="51627" y="164837"/>
                </a:lnTo>
                <a:lnTo>
                  <a:pt x="51628" y="164837"/>
                </a:lnTo>
                <a:lnTo>
                  <a:pt x="51629" y="164837"/>
                </a:lnTo>
                <a:lnTo>
                  <a:pt x="51630" y="164837"/>
                </a:lnTo>
                <a:lnTo>
                  <a:pt x="51631" y="164837"/>
                </a:lnTo>
                <a:lnTo>
                  <a:pt x="51632" y="164837"/>
                </a:lnTo>
                <a:lnTo>
                  <a:pt x="51633" y="164837"/>
                </a:lnTo>
                <a:lnTo>
                  <a:pt x="51634" y="164837"/>
                </a:lnTo>
                <a:lnTo>
                  <a:pt x="51635" y="164837"/>
                </a:lnTo>
                <a:lnTo>
                  <a:pt x="51636" y="164837"/>
                </a:lnTo>
                <a:lnTo>
                  <a:pt x="51637" y="164837"/>
                </a:lnTo>
                <a:lnTo>
                  <a:pt x="51638" y="164837"/>
                </a:lnTo>
                <a:lnTo>
                  <a:pt x="51639" y="164837"/>
                </a:lnTo>
                <a:lnTo>
                  <a:pt x="51640" y="164837"/>
                </a:lnTo>
                <a:lnTo>
                  <a:pt x="51641" y="164837"/>
                </a:lnTo>
                <a:lnTo>
                  <a:pt x="51642" y="164837"/>
                </a:lnTo>
                <a:lnTo>
                  <a:pt x="51643" y="164837"/>
                </a:lnTo>
                <a:lnTo>
                  <a:pt x="51644" y="164837"/>
                </a:lnTo>
                <a:lnTo>
                  <a:pt x="51645" y="164837"/>
                </a:lnTo>
                <a:lnTo>
                  <a:pt x="51646" y="164837"/>
                </a:lnTo>
                <a:lnTo>
                  <a:pt x="51647" y="164837"/>
                </a:lnTo>
                <a:lnTo>
                  <a:pt x="51648" y="164837"/>
                </a:lnTo>
                <a:lnTo>
                  <a:pt x="51649" y="164837"/>
                </a:lnTo>
                <a:lnTo>
                  <a:pt x="51650" y="164837"/>
                </a:lnTo>
                <a:lnTo>
                  <a:pt x="51651" y="164837"/>
                </a:lnTo>
                <a:lnTo>
                  <a:pt x="51652" y="164837"/>
                </a:lnTo>
                <a:lnTo>
                  <a:pt x="51653" y="164837"/>
                </a:lnTo>
                <a:lnTo>
                  <a:pt x="51654" y="164837"/>
                </a:lnTo>
                <a:lnTo>
                  <a:pt x="51655" y="164837"/>
                </a:lnTo>
                <a:lnTo>
                  <a:pt x="51656" y="164837"/>
                </a:lnTo>
                <a:lnTo>
                  <a:pt x="51657" y="164837"/>
                </a:lnTo>
                <a:lnTo>
                  <a:pt x="51658" y="164837"/>
                </a:lnTo>
                <a:lnTo>
                  <a:pt x="51659" y="164837"/>
                </a:lnTo>
                <a:lnTo>
                  <a:pt x="51660" y="164837"/>
                </a:lnTo>
                <a:lnTo>
                  <a:pt x="51661" y="164837"/>
                </a:lnTo>
                <a:lnTo>
                  <a:pt x="51662" y="164837"/>
                </a:lnTo>
                <a:lnTo>
                  <a:pt x="51663" y="164837"/>
                </a:lnTo>
                <a:lnTo>
                  <a:pt x="51664" y="164837"/>
                </a:lnTo>
                <a:lnTo>
                  <a:pt x="51665" y="164837"/>
                </a:lnTo>
                <a:lnTo>
                  <a:pt x="51666" y="164837"/>
                </a:lnTo>
                <a:lnTo>
                  <a:pt x="51667" y="164837"/>
                </a:lnTo>
                <a:lnTo>
                  <a:pt x="51668" y="164837"/>
                </a:lnTo>
                <a:lnTo>
                  <a:pt x="51669" y="164837"/>
                </a:lnTo>
                <a:lnTo>
                  <a:pt x="51670" y="164837"/>
                </a:lnTo>
                <a:lnTo>
                  <a:pt x="51671" y="164837"/>
                </a:lnTo>
                <a:lnTo>
                  <a:pt x="51672" y="164837"/>
                </a:lnTo>
                <a:lnTo>
                  <a:pt x="51673" y="164837"/>
                </a:lnTo>
                <a:lnTo>
                  <a:pt x="51674" y="164837"/>
                </a:lnTo>
                <a:lnTo>
                  <a:pt x="51675" y="164837"/>
                </a:lnTo>
                <a:lnTo>
                  <a:pt x="51676" y="164837"/>
                </a:lnTo>
                <a:lnTo>
                  <a:pt x="51677" y="164837"/>
                </a:lnTo>
                <a:lnTo>
                  <a:pt x="51678" y="164837"/>
                </a:lnTo>
                <a:lnTo>
                  <a:pt x="51679" y="164837"/>
                </a:lnTo>
                <a:lnTo>
                  <a:pt x="51680" y="164837"/>
                </a:lnTo>
                <a:lnTo>
                  <a:pt x="51681" y="164837"/>
                </a:lnTo>
                <a:lnTo>
                  <a:pt x="51682" y="164837"/>
                </a:lnTo>
                <a:lnTo>
                  <a:pt x="51683" y="164837"/>
                </a:lnTo>
                <a:lnTo>
                  <a:pt x="51684" y="164837"/>
                </a:lnTo>
                <a:lnTo>
                  <a:pt x="51685" y="164837"/>
                </a:lnTo>
                <a:lnTo>
                  <a:pt x="51686" y="164837"/>
                </a:lnTo>
                <a:lnTo>
                  <a:pt x="51687" y="164837"/>
                </a:lnTo>
                <a:lnTo>
                  <a:pt x="51688" y="164837"/>
                </a:lnTo>
                <a:lnTo>
                  <a:pt x="51689" y="164837"/>
                </a:lnTo>
                <a:lnTo>
                  <a:pt x="51690" y="164837"/>
                </a:lnTo>
                <a:lnTo>
                  <a:pt x="51691" y="164837"/>
                </a:lnTo>
                <a:lnTo>
                  <a:pt x="51692" y="164837"/>
                </a:lnTo>
                <a:lnTo>
                  <a:pt x="51693" y="164837"/>
                </a:lnTo>
                <a:lnTo>
                  <a:pt x="51694" y="164837"/>
                </a:lnTo>
                <a:lnTo>
                  <a:pt x="51695" y="164837"/>
                </a:lnTo>
                <a:lnTo>
                  <a:pt x="51696" y="164837"/>
                </a:lnTo>
                <a:lnTo>
                  <a:pt x="51697" y="164837"/>
                </a:lnTo>
                <a:lnTo>
                  <a:pt x="51698" y="164837"/>
                </a:lnTo>
                <a:lnTo>
                  <a:pt x="51699" y="164837"/>
                </a:lnTo>
                <a:lnTo>
                  <a:pt x="51700" y="164837"/>
                </a:lnTo>
                <a:lnTo>
                  <a:pt x="51701" y="164837"/>
                </a:lnTo>
                <a:lnTo>
                  <a:pt x="51702" y="164837"/>
                </a:lnTo>
                <a:lnTo>
                  <a:pt x="51703" y="164837"/>
                </a:lnTo>
                <a:lnTo>
                  <a:pt x="51704" y="164837"/>
                </a:lnTo>
                <a:lnTo>
                  <a:pt x="51705" y="164837"/>
                </a:lnTo>
                <a:lnTo>
                  <a:pt x="51706" y="164837"/>
                </a:lnTo>
                <a:lnTo>
                  <a:pt x="51707" y="164837"/>
                </a:lnTo>
                <a:lnTo>
                  <a:pt x="51708" y="164837"/>
                </a:lnTo>
                <a:lnTo>
                  <a:pt x="51709" y="164837"/>
                </a:lnTo>
                <a:lnTo>
                  <a:pt x="51710" y="164837"/>
                </a:lnTo>
                <a:lnTo>
                  <a:pt x="51711" y="164837"/>
                </a:lnTo>
                <a:lnTo>
                  <a:pt x="51712" y="164837"/>
                </a:lnTo>
                <a:lnTo>
                  <a:pt x="51713" y="164837"/>
                </a:lnTo>
                <a:lnTo>
                  <a:pt x="51714" y="164837"/>
                </a:lnTo>
                <a:lnTo>
                  <a:pt x="51715" y="164837"/>
                </a:lnTo>
                <a:lnTo>
                  <a:pt x="51716" y="164837"/>
                </a:lnTo>
                <a:lnTo>
                  <a:pt x="51717" y="164837"/>
                </a:lnTo>
                <a:lnTo>
                  <a:pt x="51718" y="164837"/>
                </a:lnTo>
                <a:lnTo>
                  <a:pt x="51719" y="164837"/>
                </a:lnTo>
                <a:lnTo>
                  <a:pt x="51720" y="164837"/>
                </a:lnTo>
                <a:lnTo>
                  <a:pt x="51721" y="164837"/>
                </a:lnTo>
                <a:lnTo>
                  <a:pt x="51722" y="164837"/>
                </a:lnTo>
                <a:lnTo>
                  <a:pt x="51723" y="164837"/>
                </a:lnTo>
                <a:lnTo>
                  <a:pt x="51724" y="164837"/>
                </a:lnTo>
                <a:lnTo>
                  <a:pt x="51725" y="164837"/>
                </a:lnTo>
                <a:lnTo>
                  <a:pt x="51726" y="164837"/>
                </a:lnTo>
                <a:lnTo>
                  <a:pt x="51727" y="164837"/>
                </a:lnTo>
                <a:lnTo>
                  <a:pt x="51728" y="164837"/>
                </a:lnTo>
                <a:lnTo>
                  <a:pt x="51729" y="164837"/>
                </a:lnTo>
                <a:lnTo>
                  <a:pt x="51730" y="164837"/>
                </a:lnTo>
                <a:lnTo>
                  <a:pt x="51731" y="164837"/>
                </a:lnTo>
                <a:lnTo>
                  <a:pt x="51732" y="164837"/>
                </a:lnTo>
                <a:lnTo>
                  <a:pt x="51733" y="164837"/>
                </a:lnTo>
                <a:lnTo>
                  <a:pt x="51734" y="164837"/>
                </a:lnTo>
                <a:lnTo>
                  <a:pt x="51735" y="164837"/>
                </a:lnTo>
                <a:lnTo>
                  <a:pt x="51736" y="164837"/>
                </a:lnTo>
                <a:lnTo>
                  <a:pt x="51737" y="164837"/>
                </a:lnTo>
                <a:lnTo>
                  <a:pt x="51738" y="164837"/>
                </a:lnTo>
                <a:lnTo>
                  <a:pt x="51739" y="164837"/>
                </a:lnTo>
                <a:lnTo>
                  <a:pt x="51740" y="164837"/>
                </a:lnTo>
                <a:lnTo>
                  <a:pt x="51741" y="164837"/>
                </a:lnTo>
                <a:lnTo>
                  <a:pt x="51742" y="164837"/>
                </a:lnTo>
                <a:lnTo>
                  <a:pt x="51743" y="164837"/>
                </a:lnTo>
                <a:lnTo>
                  <a:pt x="51744" y="164837"/>
                </a:lnTo>
                <a:lnTo>
                  <a:pt x="51745" y="164837"/>
                </a:lnTo>
                <a:lnTo>
                  <a:pt x="51746" y="164837"/>
                </a:lnTo>
                <a:lnTo>
                  <a:pt x="51747" y="164837"/>
                </a:lnTo>
                <a:lnTo>
                  <a:pt x="51748" y="164837"/>
                </a:lnTo>
                <a:lnTo>
                  <a:pt x="51749" y="164837"/>
                </a:lnTo>
                <a:lnTo>
                  <a:pt x="51750" y="164837"/>
                </a:lnTo>
                <a:lnTo>
                  <a:pt x="51751" y="164837"/>
                </a:lnTo>
                <a:lnTo>
                  <a:pt x="51752" y="164837"/>
                </a:lnTo>
                <a:lnTo>
                  <a:pt x="51754" y="164837"/>
                </a:lnTo>
                <a:lnTo>
                  <a:pt x="51755" y="164837"/>
                </a:lnTo>
                <a:lnTo>
                  <a:pt x="51756" y="164837"/>
                </a:lnTo>
                <a:lnTo>
                  <a:pt x="51757" y="164837"/>
                </a:lnTo>
                <a:lnTo>
                  <a:pt x="51758" y="164837"/>
                </a:lnTo>
                <a:lnTo>
                  <a:pt x="51759" y="164837"/>
                </a:lnTo>
                <a:lnTo>
                  <a:pt x="51760" y="164837"/>
                </a:lnTo>
                <a:lnTo>
                  <a:pt x="51761" y="164837"/>
                </a:lnTo>
                <a:lnTo>
                  <a:pt x="51762" y="164837"/>
                </a:lnTo>
                <a:lnTo>
                  <a:pt x="51763" y="164837"/>
                </a:lnTo>
                <a:lnTo>
                  <a:pt x="51764" y="164837"/>
                </a:lnTo>
                <a:lnTo>
                  <a:pt x="51765" y="164837"/>
                </a:lnTo>
                <a:lnTo>
                  <a:pt x="51766" y="164837"/>
                </a:lnTo>
                <a:lnTo>
                  <a:pt x="51767" y="164837"/>
                </a:lnTo>
                <a:lnTo>
                  <a:pt x="51768" y="164837"/>
                </a:lnTo>
                <a:lnTo>
                  <a:pt x="51769" y="164837"/>
                </a:lnTo>
                <a:lnTo>
                  <a:pt x="51770" y="164837"/>
                </a:lnTo>
                <a:lnTo>
                  <a:pt x="51771" y="164837"/>
                </a:lnTo>
                <a:lnTo>
                  <a:pt x="51772" y="164837"/>
                </a:lnTo>
                <a:lnTo>
                  <a:pt x="51773" y="164837"/>
                </a:lnTo>
                <a:lnTo>
                  <a:pt x="51774" y="164837"/>
                </a:lnTo>
                <a:lnTo>
                  <a:pt x="51775" y="164837"/>
                </a:lnTo>
                <a:lnTo>
                  <a:pt x="51776" y="164837"/>
                </a:lnTo>
                <a:lnTo>
                  <a:pt x="51777" y="164837"/>
                </a:lnTo>
                <a:lnTo>
                  <a:pt x="51778" y="164837"/>
                </a:lnTo>
                <a:lnTo>
                  <a:pt x="51779" y="164837"/>
                </a:lnTo>
                <a:lnTo>
                  <a:pt x="51780" y="164837"/>
                </a:lnTo>
                <a:lnTo>
                  <a:pt x="51781" y="164837"/>
                </a:lnTo>
                <a:lnTo>
                  <a:pt x="51782" y="164837"/>
                </a:lnTo>
                <a:lnTo>
                  <a:pt x="51783" y="164837"/>
                </a:lnTo>
                <a:lnTo>
                  <a:pt x="51784" y="164837"/>
                </a:lnTo>
                <a:lnTo>
                  <a:pt x="51785" y="164837"/>
                </a:lnTo>
                <a:lnTo>
                  <a:pt x="51786" y="164837"/>
                </a:lnTo>
                <a:lnTo>
                  <a:pt x="51787" y="164837"/>
                </a:lnTo>
                <a:lnTo>
                  <a:pt x="51788" y="164837"/>
                </a:lnTo>
                <a:lnTo>
                  <a:pt x="51789" y="164837"/>
                </a:lnTo>
                <a:lnTo>
                  <a:pt x="51790" y="164837"/>
                </a:lnTo>
                <a:lnTo>
                  <a:pt x="51791" y="164837"/>
                </a:lnTo>
                <a:lnTo>
                  <a:pt x="51792" y="164837"/>
                </a:lnTo>
                <a:lnTo>
                  <a:pt x="51793" y="164837"/>
                </a:lnTo>
                <a:lnTo>
                  <a:pt x="51794" y="164837"/>
                </a:lnTo>
                <a:lnTo>
                  <a:pt x="51795" y="164837"/>
                </a:lnTo>
                <a:lnTo>
                  <a:pt x="51796" y="164837"/>
                </a:lnTo>
                <a:lnTo>
                  <a:pt x="51797" y="164837"/>
                </a:lnTo>
                <a:lnTo>
                  <a:pt x="51798" y="164837"/>
                </a:lnTo>
                <a:lnTo>
                  <a:pt x="51799" y="164837"/>
                </a:lnTo>
                <a:lnTo>
                  <a:pt x="51800" y="164837"/>
                </a:lnTo>
                <a:lnTo>
                  <a:pt x="51801" y="164837"/>
                </a:lnTo>
                <a:lnTo>
                  <a:pt x="51802" y="164837"/>
                </a:lnTo>
                <a:lnTo>
                  <a:pt x="51803" y="164837"/>
                </a:lnTo>
                <a:lnTo>
                  <a:pt x="51804" y="164837"/>
                </a:lnTo>
                <a:lnTo>
                  <a:pt x="51805" y="164837"/>
                </a:lnTo>
                <a:lnTo>
                  <a:pt x="51806" y="164837"/>
                </a:lnTo>
                <a:lnTo>
                  <a:pt x="51807" y="164837"/>
                </a:lnTo>
                <a:lnTo>
                  <a:pt x="51808" y="164837"/>
                </a:lnTo>
                <a:lnTo>
                  <a:pt x="51809" y="164837"/>
                </a:lnTo>
                <a:lnTo>
                  <a:pt x="51810" y="164837"/>
                </a:lnTo>
                <a:lnTo>
                  <a:pt x="51811" y="164837"/>
                </a:lnTo>
                <a:lnTo>
                  <a:pt x="51812" y="164837"/>
                </a:lnTo>
                <a:lnTo>
                  <a:pt x="51813" y="164837"/>
                </a:lnTo>
                <a:lnTo>
                  <a:pt x="51814" y="164837"/>
                </a:lnTo>
                <a:lnTo>
                  <a:pt x="51815" y="164837"/>
                </a:lnTo>
                <a:lnTo>
                  <a:pt x="51816" y="164837"/>
                </a:lnTo>
                <a:lnTo>
                  <a:pt x="51817" y="164837"/>
                </a:lnTo>
                <a:lnTo>
                  <a:pt x="51818" y="164837"/>
                </a:lnTo>
                <a:lnTo>
                  <a:pt x="51819" y="164837"/>
                </a:lnTo>
                <a:lnTo>
                  <a:pt x="51820" y="164837"/>
                </a:lnTo>
                <a:lnTo>
                  <a:pt x="51821" y="164837"/>
                </a:lnTo>
                <a:lnTo>
                  <a:pt x="51822" y="164837"/>
                </a:lnTo>
                <a:lnTo>
                  <a:pt x="51823" y="164837"/>
                </a:lnTo>
                <a:lnTo>
                  <a:pt x="51824" y="164837"/>
                </a:lnTo>
                <a:lnTo>
                  <a:pt x="51825" y="164837"/>
                </a:lnTo>
                <a:lnTo>
                  <a:pt x="51826" y="164837"/>
                </a:lnTo>
                <a:lnTo>
                  <a:pt x="51827" y="164837"/>
                </a:lnTo>
                <a:lnTo>
                  <a:pt x="51828" y="164837"/>
                </a:lnTo>
                <a:lnTo>
                  <a:pt x="51829" y="164837"/>
                </a:lnTo>
                <a:lnTo>
                  <a:pt x="51830" y="164837"/>
                </a:lnTo>
                <a:lnTo>
                  <a:pt x="51831" y="164837"/>
                </a:lnTo>
                <a:lnTo>
                  <a:pt x="51832" y="164837"/>
                </a:lnTo>
                <a:lnTo>
                  <a:pt x="51833" y="164837"/>
                </a:lnTo>
                <a:lnTo>
                  <a:pt x="51834" y="164837"/>
                </a:lnTo>
                <a:lnTo>
                  <a:pt x="51835" y="164837"/>
                </a:lnTo>
                <a:lnTo>
                  <a:pt x="51836" y="164837"/>
                </a:lnTo>
                <a:lnTo>
                  <a:pt x="51837" y="164837"/>
                </a:lnTo>
                <a:lnTo>
                  <a:pt x="51838" y="164837"/>
                </a:lnTo>
                <a:lnTo>
                  <a:pt x="51839" y="164837"/>
                </a:lnTo>
                <a:lnTo>
                  <a:pt x="51840" y="164837"/>
                </a:lnTo>
                <a:lnTo>
                  <a:pt x="51841" y="164837"/>
                </a:lnTo>
                <a:lnTo>
                  <a:pt x="51842" y="164837"/>
                </a:lnTo>
                <a:lnTo>
                  <a:pt x="51843" y="164837"/>
                </a:lnTo>
                <a:lnTo>
                  <a:pt x="51844" y="164837"/>
                </a:lnTo>
                <a:lnTo>
                  <a:pt x="51845" y="164837"/>
                </a:lnTo>
                <a:lnTo>
                  <a:pt x="51846" y="164837"/>
                </a:lnTo>
                <a:lnTo>
                  <a:pt x="51847" y="164837"/>
                </a:lnTo>
                <a:lnTo>
                  <a:pt x="51848" y="164837"/>
                </a:lnTo>
                <a:lnTo>
                  <a:pt x="51849" y="164837"/>
                </a:lnTo>
                <a:lnTo>
                  <a:pt x="51850" y="164837"/>
                </a:lnTo>
                <a:lnTo>
                  <a:pt x="51851" y="164837"/>
                </a:lnTo>
                <a:lnTo>
                  <a:pt x="51852" y="164837"/>
                </a:lnTo>
                <a:lnTo>
                  <a:pt x="51853" y="164837"/>
                </a:lnTo>
                <a:lnTo>
                  <a:pt x="51854" y="164837"/>
                </a:lnTo>
                <a:lnTo>
                  <a:pt x="51855" y="164837"/>
                </a:lnTo>
                <a:lnTo>
                  <a:pt x="51856" y="164837"/>
                </a:lnTo>
                <a:lnTo>
                  <a:pt x="51857" y="164837"/>
                </a:lnTo>
                <a:lnTo>
                  <a:pt x="51858" y="164837"/>
                </a:lnTo>
                <a:lnTo>
                  <a:pt x="51859" y="164837"/>
                </a:lnTo>
                <a:lnTo>
                  <a:pt x="51860" y="164837"/>
                </a:lnTo>
                <a:lnTo>
                  <a:pt x="51861" y="164837"/>
                </a:lnTo>
                <a:lnTo>
                  <a:pt x="51862" y="164837"/>
                </a:lnTo>
                <a:lnTo>
                  <a:pt x="51863" y="164837"/>
                </a:lnTo>
                <a:lnTo>
                  <a:pt x="51864" y="164837"/>
                </a:lnTo>
                <a:lnTo>
                  <a:pt x="51865" y="164837"/>
                </a:lnTo>
                <a:lnTo>
                  <a:pt x="51866" y="164837"/>
                </a:lnTo>
                <a:lnTo>
                  <a:pt x="51867" y="164837"/>
                </a:lnTo>
                <a:lnTo>
                  <a:pt x="51868" y="164837"/>
                </a:lnTo>
                <a:lnTo>
                  <a:pt x="51869" y="164837"/>
                </a:lnTo>
                <a:lnTo>
                  <a:pt x="51870" y="164837"/>
                </a:lnTo>
                <a:lnTo>
                  <a:pt x="51871" y="164837"/>
                </a:lnTo>
                <a:lnTo>
                  <a:pt x="51872" y="164837"/>
                </a:lnTo>
                <a:lnTo>
                  <a:pt x="51873" y="164837"/>
                </a:lnTo>
                <a:lnTo>
                  <a:pt x="51874" y="164837"/>
                </a:lnTo>
                <a:lnTo>
                  <a:pt x="51875" y="164837"/>
                </a:lnTo>
                <a:lnTo>
                  <a:pt x="51876" y="164837"/>
                </a:lnTo>
                <a:lnTo>
                  <a:pt x="51877" y="164837"/>
                </a:lnTo>
                <a:lnTo>
                  <a:pt x="51878" y="164837"/>
                </a:lnTo>
                <a:lnTo>
                  <a:pt x="51879" y="164837"/>
                </a:lnTo>
                <a:lnTo>
                  <a:pt x="51880" y="164837"/>
                </a:lnTo>
                <a:lnTo>
                  <a:pt x="51881" y="164837"/>
                </a:lnTo>
                <a:lnTo>
                  <a:pt x="51882" y="164837"/>
                </a:lnTo>
                <a:lnTo>
                  <a:pt x="51883" y="164837"/>
                </a:lnTo>
                <a:lnTo>
                  <a:pt x="51884" y="164837"/>
                </a:lnTo>
                <a:lnTo>
                  <a:pt x="51885" y="164837"/>
                </a:lnTo>
                <a:lnTo>
                  <a:pt x="51886" y="164837"/>
                </a:lnTo>
                <a:lnTo>
                  <a:pt x="51887" y="164837"/>
                </a:lnTo>
                <a:lnTo>
                  <a:pt x="51888" y="164837"/>
                </a:lnTo>
                <a:lnTo>
                  <a:pt x="51889" y="164837"/>
                </a:lnTo>
                <a:lnTo>
                  <a:pt x="51890" y="164837"/>
                </a:lnTo>
                <a:lnTo>
                  <a:pt x="51891" y="164837"/>
                </a:lnTo>
                <a:lnTo>
                  <a:pt x="51892" y="164837"/>
                </a:lnTo>
                <a:lnTo>
                  <a:pt x="51893" y="164837"/>
                </a:lnTo>
                <a:lnTo>
                  <a:pt x="51894" y="164837"/>
                </a:lnTo>
                <a:lnTo>
                  <a:pt x="51895" y="164837"/>
                </a:lnTo>
                <a:lnTo>
                  <a:pt x="51896" y="164837"/>
                </a:lnTo>
                <a:lnTo>
                  <a:pt x="51897" y="164837"/>
                </a:lnTo>
                <a:lnTo>
                  <a:pt x="51898" y="164837"/>
                </a:lnTo>
                <a:lnTo>
                  <a:pt x="51899" y="164837"/>
                </a:lnTo>
                <a:lnTo>
                  <a:pt x="51900" y="164837"/>
                </a:lnTo>
                <a:lnTo>
                  <a:pt x="51901" y="164837"/>
                </a:lnTo>
                <a:lnTo>
                  <a:pt x="51902" y="164837"/>
                </a:lnTo>
                <a:lnTo>
                  <a:pt x="51903" y="164837"/>
                </a:lnTo>
                <a:lnTo>
                  <a:pt x="51904" y="164837"/>
                </a:lnTo>
                <a:lnTo>
                  <a:pt x="51905" y="164837"/>
                </a:lnTo>
                <a:lnTo>
                  <a:pt x="51907" y="164837"/>
                </a:lnTo>
                <a:lnTo>
                  <a:pt x="51908" y="164837"/>
                </a:lnTo>
                <a:lnTo>
                  <a:pt x="51909" y="164837"/>
                </a:lnTo>
                <a:lnTo>
                  <a:pt x="51910" y="164837"/>
                </a:lnTo>
                <a:lnTo>
                  <a:pt x="51911" y="164837"/>
                </a:lnTo>
                <a:lnTo>
                  <a:pt x="51912" y="164837"/>
                </a:lnTo>
                <a:lnTo>
                  <a:pt x="51913" y="164837"/>
                </a:lnTo>
                <a:lnTo>
                  <a:pt x="51914" y="164837"/>
                </a:lnTo>
                <a:lnTo>
                  <a:pt x="51915" y="164837"/>
                </a:lnTo>
                <a:lnTo>
                  <a:pt x="51916" y="164837"/>
                </a:lnTo>
                <a:lnTo>
                  <a:pt x="51917" y="164837"/>
                </a:lnTo>
                <a:lnTo>
                  <a:pt x="51918" y="164837"/>
                </a:lnTo>
                <a:lnTo>
                  <a:pt x="51919" y="164837"/>
                </a:lnTo>
                <a:lnTo>
                  <a:pt x="51920" y="164837"/>
                </a:lnTo>
                <a:lnTo>
                  <a:pt x="51921" y="164837"/>
                </a:lnTo>
                <a:lnTo>
                  <a:pt x="51922" y="164837"/>
                </a:lnTo>
                <a:lnTo>
                  <a:pt x="51923" y="164837"/>
                </a:lnTo>
                <a:lnTo>
                  <a:pt x="51924" y="164837"/>
                </a:lnTo>
                <a:lnTo>
                  <a:pt x="51925" y="164837"/>
                </a:lnTo>
                <a:lnTo>
                  <a:pt x="51926" y="164837"/>
                </a:lnTo>
                <a:lnTo>
                  <a:pt x="51927" y="164837"/>
                </a:lnTo>
                <a:lnTo>
                  <a:pt x="51928" y="164837"/>
                </a:lnTo>
                <a:lnTo>
                  <a:pt x="51929" y="164837"/>
                </a:lnTo>
                <a:lnTo>
                  <a:pt x="51930" y="164837"/>
                </a:lnTo>
                <a:lnTo>
                  <a:pt x="51931" y="164837"/>
                </a:lnTo>
                <a:lnTo>
                  <a:pt x="51932" y="164837"/>
                </a:lnTo>
                <a:lnTo>
                  <a:pt x="51933" y="164837"/>
                </a:lnTo>
                <a:lnTo>
                  <a:pt x="51934" y="164837"/>
                </a:lnTo>
                <a:lnTo>
                  <a:pt x="51935" y="164837"/>
                </a:lnTo>
                <a:lnTo>
                  <a:pt x="51936" y="164837"/>
                </a:lnTo>
                <a:lnTo>
                  <a:pt x="51937" y="164837"/>
                </a:lnTo>
                <a:lnTo>
                  <a:pt x="51938" y="164837"/>
                </a:lnTo>
                <a:lnTo>
                  <a:pt x="51939" y="164837"/>
                </a:lnTo>
                <a:lnTo>
                  <a:pt x="51940" y="164837"/>
                </a:lnTo>
                <a:lnTo>
                  <a:pt x="51941" y="164837"/>
                </a:lnTo>
                <a:lnTo>
                  <a:pt x="51942" y="164837"/>
                </a:lnTo>
                <a:lnTo>
                  <a:pt x="51943" y="164837"/>
                </a:lnTo>
                <a:lnTo>
                  <a:pt x="51944" y="164837"/>
                </a:lnTo>
                <a:lnTo>
                  <a:pt x="51945" y="164837"/>
                </a:lnTo>
                <a:lnTo>
                  <a:pt x="51946" y="164837"/>
                </a:lnTo>
                <a:lnTo>
                  <a:pt x="51947" y="164837"/>
                </a:lnTo>
                <a:lnTo>
                  <a:pt x="51948" y="164837"/>
                </a:lnTo>
                <a:lnTo>
                  <a:pt x="51949" y="164837"/>
                </a:lnTo>
                <a:lnTo>
                  <a:pt x="51950" y="164837"/>
                </a:lnTo>
                <a:lnTo>
                  <a:pt x="51951" y="164837"/>
                </a:lnTo>
                <a:lnTo>
                  <a:pt x="51952" y="164837"/>
                </a:lnTo>
                <a:lnTo>
                  <a:pt x="51953" y="164837"/>
                </a:lnTo>
                <a:lnTo>
                  <a:pt x="51954" y="164837"/>
                </a:lnTo>
                <a:lnTo>
                  <a:pt x="51955" y="164837"/>
                </a:lnTo>
                <a:lnTo>
                  <a:pt x="51956" y="164837"/>
                </a:lnTo>
                <a:lnTo>
                  <a:pt x="51957" y="164837"/>
                </a:lnTo>
                <a:lnTo>
                  <a:pt x="51958" y="164837"/>
                </a:lnTo>
                <a:lnTo>
                  <a:pt x="51959" y="164837"/>
                </a:lnTo>
                <a:lnTo>
                  <a:pt x="51960" y="164837"/>
                </a:lnTo>
                <a:lnTo>
                  <a:pt x="51961" y="164837"/>
                </a:lnTo>
                <a:lnTo>
                  <a:pt x="51962" y="164837"/>
                </a:lnTo>
                <a:lnTo>
                  <a:pt x="51963" y="164837"/>
                </a:lnTo>
                <a:lnTo>
                  <a:pt x="51964" y="164837"/>
                </a:lnTo>
                <a:lnTo>
                  <a:pt x="51965" y="164837"/>
                </a:lnTo>
                <a:lnTo>
                  <a:pt x="51966" y="164837"/>
                </a:lnTo>
                <a:lnTo>
                  <a:pt x="51967" y="164837"/>
                </a:lnTo>
                <a:lnTo>
                  <a:pt x="51968" y="164837"/>
                </a:lnTo>
                <a:lnTo>
                  <a:pt x="51969" y="164837"/>
                </a:lnTo>
                <a:lnTo>
                  <a:pt x="51970" y="164837"/>
                </a:lnTo>
                <a:lnTo>
                  <a:pt x="51971" y="164837"/>
                </a:lnTo>
                <a:lnTo>
                  <a:pt x="51972" y="164837"/>
                </a:lnTo>
                <a:lnTo>
                  <a:pt x="51973" y="164837"/>
                </a:lnTo>
                <a:lnTo>
                  <a:pt x="51974" y="164837"/>
                </a:lnTo>
                <a:lnTo>
                  <a:pt x="51975" y="164837"/>
                </a:lnTo>
                <a:lnTo>
                  <a:pt x="51976" y="164837"/>
                </a:lnTo>
                <a:lnTo>
                  <a:pt x="51977" y="164837"/>
                </a:lnTo>
                <a:lnTo>
                  <a:pt x="51978" y="164837"/>
                </a:lnTo>
                <a:lnTo>
                  <a:pt x="51979" y="164837"/>
                </a:lnTo>
                <a:lnTo>
                  <a:pt x="51980" y="164837"/>
                </a:lnTo>
                <a:lnTo>
                  <a:pt x="51981" y="164837"/>
                </a:lnTo>
                <a:lnTo>
                  <a:pt x="51982" y="164837"/>
                </a:lnTo>
                <a:lnTo>
                  <a:pt x="51983" y="164837"/>
                </a:lnTo>
                <a:lnTo>
                  <a:pt x="51984" y="164837"/>
                </a:lnTo>
                <a:lnTo>
                  <a:pt x="51985" y="164837"/>
                </a:lnTo>
                <a:lnTo>
                  <a:pt x="51986" y="164837"/>
                </a:lnTo>
                <a:lnTo>
                  <a:pt x="51987" y="164837"/>
                </a:lnTo>
                <a:lnTo>
                  <a:pt x="51988" y="164837"/>
                </a:lnTo>
                <a:lnTo>
                  <a:pt x="51989" y="164837"/>
                </a:lnTo>
                <a:lnTo>
                  <a:pt x="51990" y="164837"/>
                </a:lnTo>
                <a:lnTo>
                  <a:pt x="51991" y="164837"/>
                </a:lnTo>
                <a:lnTo>
                  <a:pt x="51992" y="164837"/>
                </a:lnTo>
                <a:lnTo>
                  <a:pt x="51993" y="164837"/>
                </a:lnTo>
                <a:lnTo>
                  <a:pt x="51994" y="164837"/>
                </a:lnTo>
                <a:lnTo>
                  <a:pt x="51995" y="164837"/>
                </a:lnTo>
                <a:lnTo>
                  <a:pt x="51996" y="164837"/>
                </a:lnTo>
                <a:lnTo>
                  <a:pt x="51997" y="164837"/>
                </a:lnTo>
                <a:lnTo>
                  <a:pt x="51998" y="164837"/>
                </a:lnTo>
                <a:lnTo>
                  <a:pt x="51999" y="164837"/>
                </a:lnTo>
                <a:lnTo>
                  <a:pt x="52000" y="164837"/>
                </a:lnTo>
                <a:lnTo>
                  <a:pt x="52001" y="164837"/>
                </a:lnTo>
                <a:lnTo>
                  <a:pt x="52002" y="164837"/>
                </a:lnTo>
                <a:lnTo>
                  <a:pt x="52003" y="164837"/>
                </a:lnTo>
                <a:lnTo>
                  <a:pt x="52004" y="164837"/>
                </a:lnTo>
                <a:lnTo>
                  <a:pt x="52005" y="164837"/>
                </a:lnTo>
                <a:lnTo>
                  <a:pt x="52006" y="164837"/>
                </a:lnTo>
                <a:lnTo>
                  <a:pt x="52007" y="164837"/>
                </a:lnTo>
                <a:lnTo>
                  <a:pt x="52008" y="164837"/>
                </a:lnTo>
                <a:lnTo>
                  <a:pt x="52009" y="164837"/>
                </a:lnTo>
                <a:lnTo>
                  <a:pt x="52010" y="164837"/>
                </a:lnTo>
                <a:lnTo>
                  <a:pt x="52011" y="164837"/>
                </a:lnTo>
                <a:lnTo>
                  <a:pt x="52012" y="164837"/>
                </a:lnTo>
                <a:lnTo>
                  <a:pt x="52013" y="164837"/>
                </a:lnTo>
                <a:lnTo>
                  <a:pt x="52014" y="164837"/>
                </a:lnTo>
                <a:lnTo>
                  <a:pt x="52015" y="164837"/>
                </a:lnTo>
                <a:lnTo>
                  <a:pt x="52016" y="164837"/>
                </a:lnTo>
                <a:lnTo>
                  <a:pt x="52017" y="164837"/>
                </a:lnTo>
                <a:lnTo>
                  <a:pt x="52018" y="164837"/>
                </a:lnTo>
                <a:lnTo>
                  <a:pt x="52019" y="164837"/>
                </a:lnTo>
                <a:lnTo>
                  <a:pt x="52021" y="164837"/>
                </a:lnTo>
                <a:lnTo>
                  <a:pt x="52022" y="164837"/>
                </a:lnTo>
                <a:lnTo>
                  <a:pt x="52023" y="164837"/>
                </a:lnTo>
                <a:lnTo>
                  <a:pt x="52024" y="164837"/>
                </a:lnTo>
                <a:lnTo>
                  <a:pt x="52025" y="164837"/>
                </a:lnTo>
                <a:lnTo>
                  <a:pt x="52026" y="164837"/>
                </a:lnTo>
                <a:lnTo>
                  <a:pt x="52027" y="164837"/>
                </a:lnTo>
                <a:lnTo>
                  <a:pt x="52028" y="164837"/>
                </a:lnTo>
                <a:lnTo>
                  <a:pt x="52029" y="164837"/>
                </a:lnTo>
                <a:lnTo>
                  <a:pt x="52030" y="164837"/>
                </a:lnTo>
                <a:lnTo>
                  <a:pt x="52031" y="164837"/>
                </a:lnTo>
                <a:lnTo>
                  <a:pt x="52032" y="164837"/>
                </a:lnTo>
                <a:lnTo>
                  <a:pt x="52033" y="164837"/>
                </a:lnTo>
                <a:lnTo>
                  <a:pt x="52034" y="164837"/>
                </a:lnTo>
                <a:lnTo>
                  <a:pt x="52035" y="164837"/>
                </a:lnTo>
                <a:lnTo>
                  <a:pt x="52036" y="164837"/>
                </a:lnTo>
                <a:lnTo>
                  <a:pt x="52037" y="164837"/>
                </a:lnTo>
                <a:lnTo>
                  <a:pt x="52038" y="164837"/>
                </a:lnTo>
                <a:lnTo>
                  <a:pt x="52039" y="164837"/>
                </a:lnTo>
                <a:lnTo>
                  <a:pt x="52040" y="164837"/>
                </a:lnTo>
                <a:lnTo>
                  <a:pt x="52041" y="164837"/>
                </a:lnTo>
                <a:lnTo>
                  <a:pt x="52042" y="164837"/>
                </a:lnTo>
                <a:lnTo>
                  <a:pt x="52043" y="164837"/>
                </a:lnTo>
                <a:lnTo>
                  <a:pt x="52044" y="164837"/>
                </a:lnTo>
                <a:lnTo>
                  <a:pt x="52045" y="164837"/>
                </a:lnTo>
                <a:lnTo>
                  <a:pt x="52046" y="164837"/>
                </a:lnTo>
                <a:lnTo>
                  <a:pt x="52047" y="164837"/>
                </a:lnTo>
                <a:lnTo>
                  <a:pt x="52048" y="164837"/>
                </a:lnTo>
                <a:lnTo>
                  <a:pt x="52049" y="164837"/>
                </a:lnTo>
                <a:lnTo>
                  <a:pt x="52050" y="164837"/>
                </a:lnTo>
                <a:lnTo>
                  <a:pt x="52051" y="164837"/>
                </a:lnTo>
                <a:lnTo>
                  <a:pt x="52052" y="164837"/>
                </a:lnTo>
                <a:lnTo>
                  <a:pt x="52053" y="164837"/>
                </a:lnTo>
                <a:lnTo>
                  <a:pt x="52054" y="164837"/>
                </a:lnTo>
                <a:lnTo>
                  <a:pt x="52055" y="164837"/>
                </a:lnTo>
                <a:lnTo>
                  <a:pt x="52056" y="164837"/>
                </a:lnTo>
                <a:lnTo>
                  <a:pt x="52057" y="164837"/>
                </a:lnTo>
                <a:lnTo>
                  <a:pt x="52058" y="164837"/>
                </a:lnTo>
                <a:lnTo>
                  <a:pt x="52059" y="164837"/>
                </a:lnTo>
                <a:lnTo>
                  <a:pt x="52060" y="164837"/>
                </a:lnTo>
                <a:lnTo>
                  <a:pt x="52061" y="164837"/>
                </a:lnTo>
                <a:lnTo>
                  <a:pt x="52062" y="164837"/>
                </a:lnTo>
                <a:lnTo>
                  <a:pt x="52063" y="164837"/>
                </a:lnTo>
                <a:lnTo>
                  <a:pt x="52064" y="164837"/>
                </a:lnTo>
                <a:lnTo>
                  <a:pt x="52065" y="164837"/>
                </a:lnTo>
                <a:lnTo>
                  <a:pt x="52066" y="164837"/>
                </a:lnTo>
                <a:lnTo>
                  <a:pt x="52067" y="164837"/>
                </a:lnTo>
                <a:lnTo>
                  <a:pt x="52068" y="164837"/>
                </a:lnTo>
                <a:lnTo>
                  <a:pt x="52069" y="164837"/>
                </a:lnTo>
                <a:lnTo>
                  <a:pt x="52070" y="164837"/>
                </a:lnTo>
                <a:lnTo>
                  <a:pt x="52071" y="164837"/>
                </a:lnTo>
                <a:lnTo>
                  <a:pt x="52072" y="164837"/>
                </a:lnTo>
                <a:lnTo>
                  <a:pt x="52073" y="164837"/>
                </a:lnTo>
                <a:lnTo>
                  <a:pt x="52074" y="164837"/>
                </a:lnTo>
                <a:lnTo>
                  <a:pt x="52075" y="164837"/>
                </a:lnTo>
                <a:lnTo>
                  <a:pt x="52076" y="164837"/>
                </a:lnTo>
                <a:lnTo>
                  <a:pt x="52077" y="164837"/>
                </a:lnTo>
                <a:lnTo>
                  <a:pt x="52078" y="164837"/>
                </a:lnTo>
                <a:lnTo>
                  <a:pt x="52079" y="164837"/>
                </a:lnTo>
                <a:lnTo>
                  <a:pt x="52080" y="164837"/>
                </a:lnTo>
                <a:lnTo>
                  <a:pt x="52081" y="164837"/>
                </a:lnTo>
                <a:lnTo>
                  <a:pt x="52082" y="164837"/>
                </a:lnTo>
                <a:lnTo>
                  <a:pt x="52083" y="164837"/>
                </a:lnTo>
                <a:lnTo>
                  <a:pt x="52084" y="164837"/>
                </a:lnTo>
                <a:lnTo>
                  <a:pt x="52085" y="164837"/>
                </a:lnTo>
                <a:lnTo>
                  <a:pt x="52086" y="164837"/>
                </a:lnTo>
                <a:lnTo>
                  <a:pt x="52087" y="164837"/>
                </a:lnTo>
                <a:lnTo>
                  <a:pt x="52088" y="164837"/>
                </a:lnTo>
                <a:lnTo>
                  <a:pt x="52089" y="164837"/>
                </a:lnTo>
                <a:lnTo>
                  <a:pt x="52090" y="164837"/>
                </a:lnTo>
                <a:lnTo>
                  <a:pt x="52091" y="164837"/>
                </a:lnTo>
                <a:lnTo>
                  <a:pt x="52092" y="164837"/>
                </a:lnTo>
                <a:lnTo>
                  <a:pt x="52093" y="164837"/>
                </a:lnTo>
                <a:lnTo>
                  <a:pt x="52094" y="164837"/>
                </a:lnTo>
                <a:lnTo>
                  <a:pt x="52095" y="164837"/>
                </a:lnTo>
                <a:lnTo>
                  <a:pt x="52096" y="164837"/>
                </a:lnTo>
                <a:lnTo>
                  <a:pt x="52097" y="164837"/>
                </a:lnTo>
                <a:lnTo>
                  <a:pt x="52098" y="164837"/>
                </a:lnTo>
                <a:lnTo>
                  <a:pt x="52099" y="164837"/>
                </a:lnTo>
                <a:lnTo>
                  <a:pt x="52100" y="164837"/>
                </a:lnTo>
                <a:lnTo>
                  <a:pt x="52101" y="164837"/>
                </a:lnTo>
                <a:lnTo>
                  <a:pt x="52102" y="164837"/>
                </a:lnTo>
                <a:lnTo>
                  <a:pt x="52103" y="164837"/>
                </a:lnTo>
                <a:lnTo>
                  <a:pt x="52104" y="164837"/>
                </a:lnTo>
                <a:lnTo>
                  <a:pt x="52105" y="164837"/>
                </a:lnTo>
                <a:lnTo>
                  <a:pt x="52106" y="164837"/>
                </a:lnTo>
                <a:lnTo>
                  <a:pt x="52107" y="164837"/>
                </a:lnTo>
                <a:lnTo>
                  <a:pt x="52108" y="164837"/>
                </a:lnTo>
                <a:lnTo>
                  <a:pt x="52109" y="164837"/>
                </a:lnTo>
                <a:lnTo>
                  <a:pt x="52110" y="164837"/>
                </a:lnTo>
                <a:lnTo>
                  <a:pt x="52111" y="164837"/>
                </a:lnTo>
                <a:lnTo>
                  <a:pt x="52112" y="164837"/>
                </a:lnTo>
                <a:lnTo>
                  <a:pt x="52113" y="164837"/>
                </a:lnTo>
                <a:lnTo>
                  <a:pt x="52114" y="164837"/>
                </a:lnTo>
                <a:lnTo>
                  <a:pt x="52115" y="164837"/>
                </a:lnTo>
                <a:lnTo>
                  <a:pt x="52116" y="164837"/>
                </a:lnTo>
                <a:lnTo>
                  <a:pt x="52118" y="164837"/>
                </a:lnTo>
                <a:lnTo>
                  <a:pt x="52119" y="164837"/>
                </a:lnTo>
                <a:lnTo>
                  <a:pt x="52120" y="164837"/>
                </a:lnTo>
                <a:lnTo>
                  <a:pt x="52121" y="164837"/>
                </a:lnTo>
                <a:lnTo>
                  <a:pt x="52122" y="164837"/>
                </a:lnTo>
                <a:lnTo>
                  <a:pt x="52123" y="164837"/>
                </a:lnTo>
                <a:lnTo>
                  <a:pt x="52124" y="164837"/>
                </a:lnTo>
                <a:lnTo>
                  <a:pt x="52125" y="164837"/>
                </a:lnTo>
                <a:lnTo>
                  <a:pt x="52126" y="164837"/>
                </a:lnTo>
                <a:lnTo>
                  <a:pt x="52127" y="164837"/>
                </a:lnTo>
                <a:lnTo>
                  <a:pt x="52128" y="164837"/>
                </a:lnTo>
                <a:lnTo>
                  <a:pt x="52129" y="164837"/>
                </a:lnTo>
                <a:lnTo>
                  <a:pt x="52130" y="164837"/>
                </a:lnTo>
                <a:lnTo>
                  <a:pt x="52131" y="164837"/>
                </a:lnTo>
                <a:lnTo>
                  <a:pt x="52132" y="164837"/>
                </a:lnTo>
                <a:lnTo>
                  <a:pt x="52133" y="164837"/>
                </a:lnTo>
                <a:lnTo>
                  <a:pt x="52134" y="164837"/>
                </a:lnTo>
                <a:lnTo>
                  <a:pt x="52135" y="164837"/>
                </a:lnTo>
                <a:lnTo>
                  <a:pt x="52136" y="164837"/>
                </a:lnTo>
                <a:lnTo>
                  <a:pt x="52137" y="164837"/>
                </a:lnTo>
                <a:lnTo>
                  <a:pt x="52138" y="164837"/>
                </a:lnTo>
                <a:lnTo>
                  <a:pt x="52139" y="164837"/>
                </a:lnTo>
                <a:lnTo>
                  <a:pt x="52140" y="164837"/>
                </a:lnTo>
                <a:lnTo>
                  <a:pt x="52141" y="164837"/>
                </a:lnTo>
                <a:lnTo>
                  <a:pt x="52142" y="164837"/>
                </a:lnTo>
                <a:lnTo>
                  <a:pt x="52143" y="164837"/>
                </a:lnTo>
                <a:lnTo>
                  <a:pt x="52144" y="164837"/>
                </a:lnTo>
                <a:lnTo>
                  <a:pt x="52145" y="164837"/>
                </a:lnTo>
                <a:lnTo>
                  <a:pt x="52146" y="164837"/>
                </a:lnTo>
                <a:lnTo>
                  <a:pt x="52147" y="164837"/>
                </a:lnTo>
                <a:lnTo>
                  <a:pt x="52148" y="164837"/>
                </a:lnTo>
                <a:lnTo>
                  <a:pt x="52149" y="164837"/>
                </a:lnTo>
                <a:lnTo>
                  <a:pt x="52150" y="164837"/>
                </a:lnTo>
                <a:lnTo>
                  <a:pt x="52151" y="164837"/>
                </a:lnTo>
                <a:lnTo>
                  <a:pt x="52152" y="164837"/>
                </a:lnTo>
                <a:lnTo>
                  <a:pt x="52153" y="164837"/>
                </a:lnTo>
                <a:lnTo>
                  <a:pt x="52154" y="164837"/>
                </a:lnTo>
                <a:lnTo>
                  <a:pt x="52155" y="164837"/>
                </a:lnTo>
                <a:lnTo>
                  <a:pt x="52156" y="164837"/>
                </a:lnTo>
                <a:lnTo>
                  <a:pt x="52157" y="164837"/>
                </a:lnTo>
                <a:lnTo>
                  <a:pt x="52158" y="164837"/>
                </a:lnTo>
                <a:lnTo>
                  <a:pt x="52159" y="164837"/>
                </a:lnTo>
                <a:lnTo>
                  <a:pt x="52160" y="164837"/>
                </a:lnTo>
                <a:lnTo>
                  <a:pt x="52161" y="164837"/>
                </a:lnTo>
                <a:lnTo>
                  <a:pt x="52162" y="164837"/>
                </a:lnTo>
                <a:lnTo>
                  <a:pt x="52163" y="164837"/>
                </a:lnTo>
                <a:lnTo>
                  <a:pt x="52164" y="164837"/>
                </a:lnTo>
                <a:lnTo>
                  <a:pt x="52165" y="164837"/>
                </a:lnTo>
                <a:lnTo>
                  <a:pt x="52166" y="164837"/>
                </a:lnTo>
                <a:lnTo>
                  <a:pt x="52167" y="164837"/>
                </a:lnTo>
                <a:lnTo>
                  <a:pt x="52168" y="164837"/>
                </a:lnTo>
                <a:lnTo>
                  <a:pt x="52169" y="164837"/>
                </a:lnTo>
                <a:lnTo>
                  <a:pt x="52170" y="164837"/>
                </a:lnTo>
                <a:lnTo>
                  <a:pt x="52171" y="164837"/>
                </a:lnTo>
                <a:lnTo>
                  <a:pt x="52172" y="164837"/>
                </a:lnTo>
                <a:lnTo>
                  <a:pt x="52173" y="164837"/>
                </a:lnTo>
                <a:lnTo>
                  <a:pt x="52174" y="164837"/>
                </a:lnTo>
                <a:lnTo>
                  <a:pt x="52175" y="164837"/>
                </a:lnTo>
                <a:lnTo>
                  <a:pt x="52176" y="164837"/>
                </a:lnTo>
                <a:lnTo>
                  <a:pt x="52177" y="164837"/>
                </a:lnTo>
                <a:lnTo>
                  <a:pt x="52178" y="164837"/>
                </a:lnTo>
                <a:lnTo>
                  <a:pt x="52179" y="164837"/>
                </a:lnTo>
                <a:lnTo>
                  <a:pt x="52180" y="164837"/>
                </a:lnTo>
                <a:lnTo>
                  <a:pt x="52181" y="164837"/>
                </a:lnTo>
                <a:lnTo>
                  <a:pt x="52182" y="164837"/>
                </a:lnTo>
                <a:lnTo>
                  <a:pt x="52183" y="164837"/>
                </a:lnTo>
                <a:lnTo>
                  <a:pt x="52184" y="164837"/>
                </a:lnTo>
                <a:lnTo>
                  <a:pt x="52185" y="164837"/>
                </a:lnTo>
                <a:lnTo>
                  <a:pt x="52186" y="164837"/>
                </a:lnTo>
                <a:lnTo>
                  <a:pt x="52187" y="164837"/>
                </a:lnTo>
                <a:lnTo>
                  <a:pt x="52188" y="164837"/>
                </a:lnTo>
                <a:lnTo>
                  <a:pt x="52189" y="164837"/>
                </a:lnTo>
                <a:lnTo>
                  <a:pt x="52190" y="164837"/>
                </a:lnTo>
                <a:lnTo>
                  <a:pt x="52191" y="164837"/>
                </a:lnTo>
                <a:lnTo>
                  <a:pt x="52192" y="164837"/>
                </a:lnTo>
                <a:lnTo>
                  <a:pt x="52193" y="164837"/>
                </a:lnTo>
                <a:lnTo>
                  <a:pt x="52194" y="164837"/>
                </a:lnTo>
                <a:lnTo>
                  <a:pt x="52195" y="164837"/>
                </a:lnTo>
                <a:lnTo>
                  <a:pt x="52196" y="164837"/>
                </a:lnTo>
                <a:lnTo>
                  <a:pt x="52197" y="164837"/>
                </a:lnTo>
                <a:lnTo>
                  <a:pt x="52198" y="164837"/>
                </a:lnTo>
                <a:lnTo>
                  <a:pt x="52199" y="164837"/>
                </a:lnTo>
                <a:lnTo>
                  <a:pt x="52200" y="164837"/>
                </a:lnTo>
                <a:lnTo>
                  <a:pt x="52202" y="164837"/>
                </a:lnTo>
                <a:lnTo>
                  <a:pt x="52203" y="164837"/>
                </a:lnTo>
                <a:lnTo>
                  <a:pt x="52204" y="164837"/>
                </a:lnTo>
                <a:lnTo>
                  <a:pt x="52205" y="164837"/>
                </a:lnTo>
                <a:lnTo>
                  <a:pt x="52206" y="164837"/>
                </a:lnTo>
                <a:lnTo>
                  <a:pt x="52207" y="164837"/>
                </a:lnTo>
                <a:lnTo>
                  <a:pt x="52208" y="164837"/>
                </a:lnTo>
                <a:lnTo>
                  <a:pt x="52209" y="164837"/>
                </a:lnTo>
                <a:lnTo>
                  <a:pt x="52210" y="164837"/>
                </a:lnTo>
                <a:lnTo>
                  <a:pt x="52211" y="164837"/>
                </a:lnTo>
                <a:lnTo>
                  <a:pt x="52212" y="164837"/>
                </a:lnTo>
                <a:lnTo>
                  <a:pt x="52213" y="164837"/>
                </a:lnTo>
                <a:lnTo>
                  <a:pt x="52214" y="164837"/>
                </a:lnTo>
                <a:lnTo>
                  <a:pt x="52215" y="164837"/>
                </a:lnTo>
                <a:lnTo>
                  <a:pt x="52216" y="164837"/>
                </a:lnTo>
                <a:lnTo>
                  <a:pt x="52217" y="164837"/>
                </a:lnTo>
                <a:lnTo>
                  <a:pt x="52218" y="164837"/>
                </a:lnTo>
                <a:lnTo>
                  <a:pt x="52219" y="164837"/>
                </a:lnTo>
                <a:lnTo>
                  <a:pt x="52220" y="164837"/>
                </a:lnTo>
                <a:lnTo>
                  <a:pt x="52221" y="164837"/>
                </a:lnTo>
                <a:lnTo>
                  <a:pt x="52222" y="164837"/>
                </a:lnTo>
                <a:lnTo>
                  <a:pt x="52223" y="164837"/>
                </a:lnTo>
                <a:lnTo>
                  <a:pt x="52224" y="164837"/>
                </a:lnTo>
                <a:lnTo>
                  <a:pt x="52225" y="164837"/>
                </a:lnTo>
                <a:lnTo>
                  <a:pt x="52226" y="164837"/>
                </a:lnTo>
                <a:lnTo>
                  <a:pt x="52227" y="164837"/>
                </a:lnTo>
                <a:lnTo>
                  <a:pt x="52228" y="164837"/>
                </a:lnTo>
                <a:lnTo>
                  <a:pt x="52229" y="164837"/>
                </a:lnTo>
                <a:lnTo>
                  <a:pt x="52230" y="164837"/>
                </a:lnTo>
                <a:lnTo>
                  <a:pt x="52231" y="164837"/>
                </a:lnTo>
                <a:lnTo>
                  <a:pt x="52232" y="164837"/>
                </a:lnTo>
                <a:lnTo>
                  <a:pt x="52233" y="164837"/>
                </a:lnTo>
                <a:lnTo>
                  <a:pt x="52234" y="164837"/>
                </a:lnTo>
                <a:lnTo>
                  <a:pt x="52235" y="164837"/>
                </a:lnTo>
                <a:lnTo>
                  <a:pt x="52236" y="164837"/>
                </a:lnTo>
                <a:lnTo>
                  <a:pt x="52237" y="164837"/>
                </a:lnTo>
                <a:lnTo>
                  <a:pt x="52238" y="164837"/>
                </a:lnTo>
                <a:lnTo>
                  <a:pt x="52239" y="164837"/>
                </a:lnTo>
                <a:lnTo>
                  <a:pt x="52240" y="164837"/>
                </a:lnTo>
                <a:lnTo>
                  <a:pt x="52241" y="164837"/>
                </a:lnTo>
                <a:lnTo>
                  <a:pt x="52242" y="164837"/>
                </a:lnTo>
                <a:lnTo>
                  <a:pt x="52243" y="164837"/>
                </a:lnTo>
                <a:lnTo>
                  <a:pt x="52244" y="164837"/>
                </a:lnTo>
                <a:lnTo>
                  <a:pt x="52245" y="164837"/>
                </a:lnTo>
                <a:lnTo>
                  <a:pt x="52246" y="164837"/>
                </a:lnTo>
                <a:lnTo>
                  <a:pt x="52247" y="164837"/>
                </a:lnTo>
                <a:lnTo>
                  <a:pt x="52248" y="164837"/>
                </a:lnTo>
                <a:lnTo>
                  <a:pt x="52249" y="164837"/>
                </a:lnTo>
                <a:lnTo>
                  <a:pt x="52250" y="164837"/>
                </a:lnTo>
                <a:lnTo>
                  <a:pt x="52251" y="164837"/>
                </a:lnTo>
                <a:lnTo>
                  <a:pt x="52252" y="164837"/>
                </a:lnTo>
                <a:lnTo>
                  <a:pt x="52253" y="164837"/>
                </a:lnTo>
                <a:lnTo>
                  <a:pt x="52254" y="164837"/>
                </a:lnTo>
                <a:lnTo>
                  <a:pt x="52255" y="164837"/>
                </a:lnTo>
                <a:lnTo>
                  <a:pt x="52256" y="164837"/>
                </a:lnTo>
                <a:lnTo>
                  <a:pt x="52257" y="164837"/>
                </a:lnTo>
                <a:lnTo>
                  <a:pt x="52258" y="164837"/>
                </a:lnTo>
                <a:lnTo>
                  <a:pt x="52259" y="164837"/>
                </a:lnTo>
                <a:lnTo>
                  <a:pt x="52260" y="164837"/>
                </a:lnTo>
                <a:lnTo>
                  <a:pt x="52261" y="164837"/>
                </a:lnTo>
                <a:lnTo>
                  <a:pt x="52262" y="164837"/>
                </a:lnTo>
                <a:lnTo>
                  <a:pt x="52263" y="164837"/>
                </a:lnTo>
                <a:lnTo>
                  <a:pt x="52264" y="164837"/>
                </a:lnTo>
                <a:lnTo>
                  <a:pt x="52265" y="164837"/>
                </a:lnTo>
                <a:lnTo>
                  <a:pt x="52266" y="164837"/>
                </a:lnTo>
                <a:lnTo>
                  <a:pt x="52267" y="164837"/>
                </a:lnTo>
                <a:lnTo>
                  <a:pt x="52268" y="164837"/>
                </a:lnTo>
                <a:lnTo>
                  <a:pt x="52269" y="164837"/>
                </a:lnTo>
                <a:lnTo>
                  <a:pt x="52270" y="164837"/>
                </a:lnTo>
                <a:lnTo>
                  <a:pt x="52271" y="164837"/>
                </a:lnTo>
                <a:lnTo>
                  <a:pt x="52272" y="164837"/>
                </a:lnTo>
                <a:lnTo>
                  <a:pt x="52273" y="164837"/>
                </a:lnTo>
                <a:lnTo>
                  <a:pt x="52274" y="164837"/>
                </a:lnTo>
                <a:lnTo>
                  <a:pt x="52275" y="164837"/>
                </a:lnTo>
                <a:lnTo>
                  <a:pt x="52276" y="164837"/>
                </a:lnTo>
                <a:lnTo>
                  <a:pt x="52278" y="164837"/>
                </a:lnTo>
                <a:lnTo>
                  <a:pt x="52279" y="164837"/>
                </a:lnTo>
                <a:lnTo>
                  <a:pt x="52280" y="164837"/>
                </a:lnTo>
                <a:lnTo>
                  <a:pt x="52281" y="164837"/>
                </a:lnTo>
                <a:lnTo>
                  <a:pt x="52282" y="164837"/>
                </a:lnTo>
                <a:lnTo>
                  <a:pt x="52283" y="164837"/>
                </a:lnTo>
                <a:lnTo>
                  <a:pt x="52284" y="164837"/>
                </a:lnTo>
                <a:lnTo>
                  <a:pt x="52285" y="164837"/>
                </a:lnTo>
                <a:lnTo>
                  <a:pt x="52286" y="164837"/>
                </a:lnTo>
                <a:lnTo>
                  <a:pt x="52287" y="164837"/>
                </a:lnTo>
                <a:lnTo>
                  <a:pt x="52288" y="164837"/>
                </a:lnTo>
                <a:lnTo>
                  <a:pt x="52289" y="164837"/>
                </a:lnTo>
                <a:lnTo>
                  <a:pt x="52290" y="164837"/>
                </a:lnTo>
                <a:lnTo>
                  <a:pt x="52291" y="164837"/>
                </a:lnTo>
                <a:lnTo>
                  <a:pt x="52292" y="164837"/>
                </a:lnTo>
                <a:lnTo>
                  <a:pt x="52293" y="164837"/>
                </a:lnTo>
                <a:lnTo>
                  <a:pt x="52294" y="164837"/>
                </a:lnTo>
                <a:lnTo>
                  <a:pt x="52295" y="164837"/>
                </a:lnTo>
                <a:lnTo>
                  <a:pt x="52296" y="164837"/>
                </a:lnTo>
                <a:lnTo>
                  <a:pt x="52297" y="164837"/>
                </a:lnTo>
                <a:lnTo>
                  <a:pt x="52298" y="164837"/>
                </a:lnTo>
                <a:lnTo>
                  <a:pt x="52299" y="164837"/>
                </a:lnTo>
                <a:lnTo>
                  <a:pt x="52300" y="164837"/>
                </a:lnTo>
                <a:lnTo>
                  <a:pt x="52301" y="164837"/>
                </a:lnTo>
                <a:lnTo>
                  <a:pt x="52302" y="164837"/>
                </a:lnTo>
                <a:lnTo>
                  <a:pt x="52303" y="164837"/>
                </a:lnTo>
                <a:lnTo>
                  <a:pt x="52304" y="164837"/>
                </a:lnTo>
                <a:lnTo>
                  <a:pt x="52305" y="164837"/>
                </a:lnTo>
                <a:lnTo>
                  <a:pt x="52306" y="164837"/>
                </a:lnTo>
                <a:lnTo>
                  <a:pt x="52307" y="164837"/>
                </a:lnTo>
                <a:lnTo>
                  <a:pt x="52308" y="164837"/>
                </a:lnTo>
                <a:lnTo>
                  <a:pt x="52309" y="164837"/>
                </a:lnTo>
                <a:lnTo>
                  <a:pt x="52310" y="164837"/>
                </a:lnTo>
                <a:lnTo>
                  <a:pt x="52311" y="164837"/>
                </a:lnTo>
                <a:lnTo>
                  <a:pt x="52312" y="164837"/>
                </a:lnTo>
                <a:lnTo>
                  <a:pt x="52313" y="164837"/>
                </a:lnTo>
                <a:lnTo>
                  <a:pt x="52314" y="164837"/>
                </a:lnTo>
                <a:lnTo>
                  <a:pt x="52315" y="164837"/>
                </a:lnTo>
                <a:lnTo>
                  <a:pt x="52316" y="164837"/>
                </a:lnTo>
                <a:lnTo>
                  <a:pt x="52317" y="164837"/>
                </a:lnTo>
                <a:lnTo>
                  <a:pt x="52318" y="164837"/>
                </a:lnTo>
                <a:lnTo>
                  <a:pt x="52319" y="164837"/>
                </a:lnTo>
                <a:lnTo>
                  <a:pt x="52320" y="164837"/>
                </a:lnTo>
                <a:lnTo>
                  <a:pt x="52321" y="164837"/>
                </a:lnTo>
                <a:lnTo>
                  <a:pt x="52322" y="164837"/>
                </a:lnTo>
                <a:lnTo>
                  <a:pt x="52323" y="164837"/>
                </a:lnTo>
                <a:lnTo>
                  <a:pt x="52324" y="164837"/>
                </a:lnTo>
                <a:lnTo>
                  <a:pt x="52325" y="164837"/>
                </a:lnTo>
                <a:lnTo>
                  <a:pt x="52326" y="164837"/>
                </a:lnTo>
                <a:lnTo>
                  <a:pt x="52327" y="164837"/>
                </a:lnTo>
                <a:lnTo>
                  <a:pt x="52328" y="164837"/>
                </a:lnTo>
                <a:lnTo>
                  <a:pt x="52329" y="164837"/>
                </a:lnTo>
                <a:lnTo>
                  <a:pt x="52330" y="164837"/>
                </a:lnTo>
                <a:lnTo>
                  <a:pt x="52331" y="164837"/>
                </a:lnTo>
                <a:lnTo>
                  <a:pt x="52332" y="164837"/>
                </a:lnTo>
                <a:lnTo>
                  <a:pt x="52333" y="164837"/>
                </a:lnTo>
                <a:lnTo>
                  <a:pt x="52334" y="164837"/>
                </a:lnTo>
                <a:lnTo>
                  <a:pt x="52335" y="164837"/>
                </a:lnTo>
                <a:lnTo>
                  <a:pt x="52336" y="164837"/>
                </a:lnTo>
                <a:lnTo>
                  <a:pt x="52337" y="164837"/>
                </a:lnTo>
                <a:lnTo>
                  <a:pt x="52338" y="164837"/>
                </a:lnTo>
                <a:lnTo>
                  <a:pt x="52339" y="164837"/>
                </a:lnTo>
                <a:lnTo>
                  <a:pt x="52340" y="164837"/>
                </a:lnTo>
                <a:lnTo>
                  <a:pt x="52341" y="164837"/>
                </a:lnTo>
                <a:lnTo>
                  <a:pt x="52342" y="164837"/>
                </a:lnTo>
                <a:lnTo>
                  <a:pt x="52343" y="164837"/>
                </a:lnTo>
                <a:lnTo>
                  <a:pt x="52344" y="164837"/>
                </a:lnTo>
                <a:lnTo>
                  <a:pt x="52345" y="164837"/>
                </a:lnTo>
                <a:lnTo>
                  <a:pt x="52346" y="164837"/>
                </a:lnTo>
                <a:lnTo>
                  <a:pt x="52348" y="164837"/>
                </a:lnTo>
                <a:lnTo>
                  <a:pt x="52349" y="164837"/>
                </a:lnTo>
                <a:lnTo>
                  <a:pt x="52350" y="164837"/>
                </a:lnTo>
                <a:lnTo>
                  <a:pt x="52351" y="164837"/>
                </a:lnTo>
                <a:lnTo>
                  <a:pt x="52352" y="164837"/>
                </a:lnTo>
                <a:lnTo>
                  <a:pt x="52353" y="164837"/>
                </a:lnTo>
                <a:lnTo>
                  <a:pt x="52354" y="164837"/>
                </a:lnTo>
                <a:lnTo>
                  <a:pt x="52355" y="164837"/>
                </a:lnTo>
                <a:lnTo>
                  <a:pt x="52356" y="164837"/>
                </a:lnTo>
                <a:lnTo>
                  <a:pt x="52357" y="164837"/>
                </a:lnTo>
                <a:lnTo>
                  <a:pt x="52358" y="164837"/>
                </a:lnTo>
                <a:lnTo>
                  <a:pt x="52359" y="164837"/>
                </a:lnTo>
                <a:lnTo>
                  <a:pt x="52360" y="164837"/>
                </a:lnTo>
                <a:lnTo>
                  <a:pt x="52361" y="164837"/>
                </a:lnTo>
                <a:lnTo>
                  <a:pt x="52362" y="164837"/>
                </a:lnTo>
                <a:lnTo>
                  <a:pt x="52363" y="164837"/>
                </a:lnTo>
                <a:lnTo>
                  <a:pt x="52364" y="164837"/>
                </a:lnTo>
                <a:lnTo>
                  <a:pt x="52365" y="164837"/>
                </a:lnTo>
                <a:lnTo>
                  <a:pt x="52366" y="164837"/>
                </a:lnTo>
                <a:lnTo>
                  <a:pt x="52367" y="164837"/>
                </a:lnTo>
                <a:lnTo>
                  <a:pt x="52368" y="164837"/>
                </a:lnTo>
                <a:lnTo>
                  <a:pt x="52369" y="164837"/>
                </a:lnTo>
                <a:lnTo>
                  <a:pt x="52370" y="164837"/>
                </a:lnTo>
                <a:lnTo>
                  <a:pt x="52371" y="164837"/>
                </a:lnTo>
                <a:lnTo>
                  <a:pt x="52372" y="164837"/>
                </a:lnTo>
                <a:lnTo>
                  <a:pt x="52373" y="164837"/>
                </a:lnTo>
                <a:lnTo>
                  <a:pt x="52374" y="164837"/>
                </a:lnTo>
                <a:lnTo>
                  <a:pt x="52375" y="164837"/>
                </a:lnTo>
                <a:lnTo>
                  <a:pt x="52376" y="164837"/>
                </a:lnTo>
                <a:lnTo>
                  <a:pt x="52377" y="164837"/>
                </a:lnTo>
                <a:lnTo>
                  <a:pt x="52378" y="164837"/>
                </a:lnTo>
                <a:lnTo>
                  <a:pt x="52379" y="164837"/>
                </a:lnTo>
                <a:lnTo>
                  <a:pt x="52380" y="164837"/>
                </a:lnTo>
                <a:lnTo>
                  <a:pt x="52381" y="164837"/>
                </a:lnTo>
                <a:lnTo>
                  <a:pt x="52382" y="164837"/>
                </a:lnTo>
                <a:lnTo>
                  <a:pt x="52383" y="164837"/>
                </a:lnTo>
                <a:lnTo>
                  <a:pt x="52384" y="164837"/>
                </a:lnTo>
                <a:lnTo>
                  <a:pt x="52385" y="164837"/>
                </a:lnTo>
                <a:lnTo>
                  <a:pt x="52386" y="164837"/>
                </a:lnTo>
                <a:lnTo>
                  <a:pt x="52387" y="164837"/>
                </a:lnTo>
                <a:lnTo>
                  <a:pt x="52388" y="164837"/>
                </a:lnTo>
                <a:lnTo>
                  <a:pt x="52389" y="164837"/>
                </a:lnTo>
                <a:lnTo>
                  <a:pt x="52390" y="164837"/>
                </a:lnTo>
                <a:lnTo>
                  <a:pt x="52391" y="164837"/>
                </a:lnTo>
                <a:lnTo>
                  <a:pt x="52392" y="164837"/>
                </a:lnTo>
                <a:lnTo>
                  <a:pt x="52393" y="164837"/>
                </a:lnTo>
                <a:lnTo>
                  <a:pt x="52394" y="164837"/>
                </a:lnTo>
                <a:lnTo>
                  <a:pt x="52395" y="164837"/>
                </a:lnTo>
                <a:lnTo>
                  <a:pt x="52396" y="164837"/>
                </a:lnTo>
                <a:lnTo>
                  <a:pt x="52397" y="164837"/>
                </a:lnTo>
                <a:lnTo>
                  <a:pt x="52398" y="164837"/>
                </a:lnTo>
                <a:lnTo>
                  <a:pt x="52399" y="164837"/>
                </a:lnTo>
                <a:lnTo>
                  <a:pt x="52400" y="164837"/>
                </a:lnTo>
                <a:lnTo>
                  <a:pt x="52401" y="164837"/>
                </a:lnTo>
                <a:lnTo>
                  <a:pt x="52402" y="164837"/>
                </a:lnTo>
                <a:lnTo>
                  <a:pt x="52403" y="164837"/>
                </a:lnTo>
                <a:lnTo>
                  <a:pt x="52404" y="164837"/>
                </a:lnTo>
                <a:lnTo>
                  <a:pt x="52405" y="164837"/>
                </a:lnTo>
                <a:lnTo>
                  <a:pt x="52406" y="164837"/>
                </a:lnTo>
                <a:lnTo>
                  <a:pt x="52407" y="164837"/>
                </a:lnTo>
                <a:lnTo>
                  <a:pt x="52408" y="164837"/>
                </a:lnTo>
                <a:lnTo>
                  <a:pt x="52409" y="164837"/>
                </a:lnTo>
                <a:lnTo>
                  <a:pt x="52410" y="164837"/>
                </a:lnTo>
                <a:lnTo>
                  <a:pt x="52411" y="164837"/>
                </a:lnTo>
                <a:lnTo>
                  <a:pt x="52413" y="164837"/>
                </a:lnTo>
                <a:lnTo>
                  <a:pt x="52414" y="164837"/>
                </a:lnTo>
                <a:lnTo>
                  <a:pt x="52415" y="164837"/>
                </a:lnTo>
                <a:lnTo>
                  <a:pt x="52416" y="164837"/>
                </a:lnTo>
                <a:lnTo>
                  <a:pt x="52417" y="164837"/>
                </a:lnTo>
                <a:lnTo>
                  <a:pt x="52418" y="164837"/>
                </a:lnTo>
                <a:lnTo>
                  <a:pt x="52419" y="164837"/>
                </a:lnTo>
                <a:lnTo>
                  <a:pt x="52420" y="164837"/>
                </a:lnTo>
                <a:lnTo>
                  <a:pt x="52421" y="164837"/>
                </a:lnTo>
                <a:lnTo>
                  <a:pt x="52422" y="164837"/>
                </a:lnTo>
                <a:lnTo>
                  <a:pt x="52423" y="164837"/>
                </a:lnTo>
                <a:lnTo>
                  <a:pt x="52424" y="164837"/>
                </a:lnTo>
                <a:lnTo>
                  <a:pt x="52425" y="164837"/>
                </a:lnTo>
                <a:lnTo>
                  <a:pt x="52426" y="164837"/>
                </a:lnTo>
                <a:lnTo>
                  <a:pt x="52427" y="164837"/>
                </a:lnTo>
                <a:lnTo>
                  <a:pt x="52428" y="164837"/>
                </a:lnTo>
                <a:lnTo>
                  <a:pt x="52429" y="164837"/>
                </a:lnTo>
                <a:lnTo>
                  <a:pt x="52430" y="164837"/>
                </a:lnTo>
                <a:lnTo>
                  <a:pt x="52431" y="164837"/>
                </a:lnTo>
                <a:lnTo>
                  <a:pt x="52432" y="164837"/>
                </a:lnTo>
                <a:lnTo>
                  <a:pt x="52433" y="164837"/>
                </a:lnTo>
                <a:lnTo>
                  <a:pt x="52434" y="164837"/>
                </a:lnTo>
                <a:lnTo>
                  <a:pt x="52435" y="164837"/>
                </a:lnTo>
                <a:lnTo>
                  <a:pt x="52436" y="164837"/>
                </a:lnTo>
                <a:lnTo>
                  <a:pt x="52437" y="164837"/>
                </a:lnTo>
                <a:lnTo>
                  <a:pt x="52438" y="164837"/>
                </a:lnTo>
                <a:lnTo>
                  <a:pt x="52439" y="164837"/>
                </a:lnTo>
                <a:lnTo>
                  <a:pt x="52440" y="164837"/>
                </a:lnTo>
                <a:lnTo>
                  <a:pt x="52441" y="164837"/>
                </a:lnTo>
                <a:lnTo>
                  <a:pt x="52442" y="164837"/>
                </a:lnTo>
                <a:lnTo>
                  <a:pt x="52443" y="164837"/>
                </a:lnTo>
                <a:lnTo>
                  <a:pt x="52444" y="164837"/>
                </a:lnTo>
                <a:lnTo>
                  <a:pt x="52445" y="164837"/>
                </a:lnTo>
                <a:lnTo>
                  <a:pt x="52446" y="164837"/>
                </a:lnTo>
                <a:lnTo>
                  <a:pt x="52447" y="164837"/>
                </a:lnTo>
                <a:lnTo>
                  <a:pt x="52448" y="164837"/>
                </a:lnTo>
                <a:lnTo>
                  <a:pt x="52449" y="164837"/>
                </a:lnTo>
                <a:lnTo>
                  <a:pt x="52450" y="164837"/>
                </a:lnTo>
                <a:lnTo>
                  <a:pt x="52451" y="164837"/>
                </a:lnTo>
                <a:lnTo>
                  <a:pt x="52452" y="164837"/>
                </a:lnTo>
                <a:lnTo>
                  <a:pt x="52453" y="164837"/>
                </a:lnTo>
                <a:lnTo>
                  <a:pt x="52454" y="164837"/>
                </a:lnTo>
                <a:lnTo>
                  <a:pt x="52455" y="164837"/>
                </a:lnTo>
                <a:lnTo>
                  <a:pt x="52456" y="164837"/>
                </a:lnTo>
                <a:lnTo>
                  <a:pt x="52457" y="164837"/>
                </a:lnTo>
                <a:lnTo>
                  <a:pt x="52458" y="164837"/>
                </a:lnTo>
                <a:lnTo>
                  <a:pt x="52459" y="164837"/>
                </a:lnTo>
                <a:lnTo>
                  <a:pt x="52460" y="164837"/>
                </a:lnTo>
                <a:lnTo>
                  <a:pt x="52461" y="164837"/>
                </a:lnTo>
                <a:lnTo>
                  <a:pt x="52462" y="164837"/>
                </a:lnTo>
                <a:lnTo>
                  <a:pt x="52463" y="164837"/>
                </a:lnTo>
                <a:lnTo>
                  <a:pt x="52464" y="164837"/>
                </a:lnTo>
                <a:lnTo>
                  <a:pt x="52465" y="164837"/>
                </a:lnTo>
                <a:lnTo>
                  <a:pt x="52466" y="164837"/>
                </a:lnTo>
                <a:lnTo>
                  <a:pt x="52467" y="164837"/>
                </a:lnTo>
                <a:lnTo>
                  <a:pt x="52468" y="164837"/>
                </a:lnTo>
                <a:lnTo>
                  <a:pt x="52469" y="164837"/>
                </a:lnTo>
                <a:lnTo>
                  <a:pt x="52470" y="164837"/>
                </a:lnTo>
                <a:lnTo>
                  <a:pt x="52471" y="164837"/>
                </a:lnTo>
                <a:lnTo>
                  <a:pt x="52472" y="164837"/>
                </a:lnTo>
                <a:lnTo>
                  <a:pt x="52474" y="164837"/>
                </a:lnTo>
                <a:lnTo>
                  <a:pt x="52475" y="164837"/>
                </a:lnTo>
                <a:lnTo>
                  <a:pt x="52476" y="164837"/>
                </a:lnTo>
                <a:lnTo>
                  <a:pt x="52477" y="164837"/>
                </a:lnTo>
                <a:lnTo>
                  <a:pt x="52478" y="164837"/>
                </a:lnTo>
                <a:lnTo>
                  <a:pt x="52479" y="164837"/>
                </a:lnTo>
                <a:lnTo>
                  <a:pt x="52480" y="164837"/>
                </a:lnTo>
                <a:lnTo>
                  <a:pt x="52481" y="164837"/>
                </a:lnTo>
                <a:lnTo>
                  <a:pt x="52482" y="164837"/>
                </a:lnTo>
                <a:lnTo>
                  <a:pt x="52483" y="164837"/>
                </a:lnTo>
                <a:lnTo>
                  <a:pt x="52484" y="164837"/>
                </a:lnTo>
                <a:lnTo>
                  <a:pt x="52485" y="164837"/>
                </a:lnTo>
                <a:lnTo>
                  <a:pt x="52486" y="164837"/>
                </a:lnTo>
                <a:lnTo>
                  <a:pt x="52487" y="164837"/>
                </a:lnTo>
                <a:lnTo>
                  <a:pt x="52488" y="164837"/>
                </a:lnTo>
                <a:lnTo>
                  <a:pt x="52489" y="164837"/>
                </a:lnTo>
                <a:lnTo>
                  <a:pt x="52490" y="164837"/>
                </a:lnTo>
                <a:lnTo>
                  <a:pt x="52491" y="164837"/>
                </a:lnTo>
                <a:lnTo>
                  <a:pt x="52492" y="164837"/>
                </a:lnTo>
                <a:lnTo>
                  <a:pt x="52493" y="164837"/>
                </a:lnTo>
                <a:lnTo>
                  <a:pt x="52494" y="164837"/>
                </a:lnTo>
                <a:lnTo>
                  <a:pt x="52495" y="164837"/>
                </a:lnTo>
                <a:lnTo>
                  <a:pt x="52496" y="164837"/>
                </a:lnTo>
                <a:lnTo>
                  <a:pt x="52497" y="164837"/>
                </a:lnTo>
                <a:lnTo>
                  <a:pt x="52498" y="164837"/>
                </a:lnTo>
                <a:lnTo>
                  <a:pt x="52499" y="164837"/>
                </a:lnTo>
                <a:lnTo>
                  <a:pt x="52500" y="164837"/>
                </a:lnTo>
                <a:lnTo>
                  <a:pt x="52501" y="164837"/>
                </a:lnTo>
                <a:lnTo>
                  <a:pt x="52502" y="164837"/>
                </a:lnTo>
                <a:lnTo>
                  <a:pt x="52503" y="164837"/>
                </a:lnTo>
                <a:lnTo>
                  <a:pt x="52504" y="164837"/>
                </a:lnTo>
                <a:lnTo>
                  <a:pt x="52505" y="164837"/>
                </a:lnTo>
                <a:lnTo>
                  <a:pt x="52506" y="164837"/>
                </a:lnTo>
                <a:lnTo>
                  <a:pt x="52507" y="164837"/>
                </a:lnTo>
                <a:lnTo>
                  <a:pt x="52508" y="164837"/>
                </a:lnTo>
                <a:lnTo>
                  <a:pt x="52509" y="164837"/>
                </a:lnTo>
                <a:lnTo>
                  <a:pt x="52510" y="164837"/>
                </a:lnTo>
                <a:lnTo>
                  <a:pt x="52511" y="164837"/>
                </a:lnTo>
                <a:lnTo>
                  <a:pt x="52512" y="164837"/>
                </a:lnTo>
                <a:lnTo>
                  <a:pt x="52513" y="164837"/>
                </a:lnTo>
                <a:lnTo>
                  <a:pt x="52514" y="164837"/>
                </a:lnTo>
                <a:lnTo>
                  <a:pt x="52515" y="164837"/>
                </a:lnTo>
                <a:lnTo>
                  <a:pt x="52516" y="164837"/>
                </a:lnTo>
                <a:lnTo>
                  <a:pt x="52517" y="164837"/>
                </a:lnTo>
                <a:lnTo>
                  <a:pt x="52518" y="164837"/>
                </a:lnTo>
                <a:lnTo>
                  <a:pt x="52519" y="164837"/>
                </a:lnTo>
                <a:lnTo>
                  <a:pt x="52520" y="164837"/>
                </a:lnTo>
                <a:lnTo>
                  <a:pt x="52521" y="164837"/>
                </a:lnTo>
                <a:lnTo>
                  <a:pt x="52522" y="164837"/>
                </a:lnTo>
                <a:lnTo>
                  <a:pt x="52523" y="164837"/>
                </a:lnTo>
                <a:lnTo>
                  <a:pt x="52524" y="164837"/>
                </a:lnTo>
                <a:lnTo>
                  <a:pt x="52525" y="164837"/>
                </a:lnTo>
                <a:lnTo>
                  <a:pt x="52526" y="164837"/>
                </a:lnTo>
                <a:lnTo>
                  <a:pt x="52527" y="164837"/>
                </a:lnTo>
                <a:lnTo>
                  <a:pt x="52528" y="164837"/>
                </a:lnTo>
                <a:lnTo>
                  <a:pt x="52529" y="164837"/>
                </a:lnTo>
                <a:lnTo>
                  <a:pt x="52530" y="164837"/>
                </a:lnTo>
                <a:lnTo>
                  <a:pt x="52532" y="164837"/>
                </a:lnTo>
                <a:lnTo>
                  <a:pt x="52533" y="164837"/>
                </a:lnTo>
                <a:lnTo>
                  <a:pt x="52534" y="164837"/>
                </a:lnTo>
                <a:lnTo>
                  <a:pt x="52535" y="164837"/>
                </a:lnTo>
                <a:lnTo>
                  <a:pt x="52536" y="164837"/>
                </a:lnTo>
                <a:lnTo>
                  <a:pt x="52537" y="164837"/>
                </a:lnTo>
                <a:lnTo>
                  <a:pt x="52538" y="164837"/>
                </a:lnTo>
                <a:lnTo>
                  <a:pt x="52539" y="164837"/>
                </a:lnTo>
                <a:lnTo>
                  <a:pt x="52540" y="164837"/>
                </a:lnTo>
                <a:lnTo>
                  <a:pt x="52541" y="164837"/>
                </a:lnTo>
                <a:lnTo>
                  <a:pt x="52542" y="164837"/>
                </a:lnTo>
                <a:lnTo>
                  <a:pt x="52543" y="164837"/>
                </a:lnTo>
                <a:lnTo>
                  <a:pt x="52544" y="164837"/>
                </a:lnTo>
                <a:lnTo>
                  <a:pt x="52545" y="164837"/>
                </a:lnTo>
                <a:lnTo>
                  <a:pt x="52546" y="164837"/>
                </a:lnTo>
                <a:lnTo>
                  <a:pt x="52547" y="164837"/>
                </a:lnTo>
                <a:lnTo>
                  <a:pt x="52548" y="164837"/>
                </a:lnTo>
                <a:lnTo>
                  <a:pt x="52549" y="164837"/>
                </a:lnTo>
                <a:lnTo>
                  <a:pt x="52550" y="164837"/>
                </a:lnTo>
                <a:lnTo>
                  <a:pt x="52551" y="164837"/>
                </a:lnTo>
                <a:lnTo>
                  <a:pt x="52552" y="164837"/>
                </a:lnTo>
                <a:lnTo>
                  <a:pt x="52553" y="164837"/>
                </a:lnTo>
                <a:lnTo>
                  <a:pt x="52554" y="164837"/>
                </a:lnTo>
                <a:lnTo>
                  <a:pt x="52555" y="164837"/>
                </a:lnTo>
                <a:lnTo>
                  <a:pt x="52556" y="164837"/>
                </a:lnTo>
                <a:lnTo>
                  <a:pt x="52557" y="164837"/>
                </a:lnTo>
                <a:lnTo>
                  <a:pt x="52558" y="164837"/>
                </a:lnTo>
                <a:lnTo>
                  <a:pt x="52559" y="164837"/>
                </a:lnTo>
                <a:lnTo>
                  <a:pt x="52560" y="164837"/>
                </a:lnTo>
                <a:lnTo>
                  <a:pt x="52561" y="164837"/>
                </a:lnTo>
                <a:lnTo>
                  <a:pt x="52562" y="164837"/>
                </a:lnTo>
                <a:lnTo>
                  <a:pt x="52563" y="164837"/>
                </a:lnTo>
                <a:lnTo>
                  <a:pt x="52564" y="164837"/>
                </a:lnTo>
                <a:lnTo>
                  <a:pt x="52565" y="164837"/>
                </a:lnTo>
                <a:lnTo>
                  <a:pt x="52566" y="164837"/>
                </a:lnTo>
                <a:lnTo>
                  <a:pt x="52567" y="164837"/>
                </a:lnTo>
                <a:lnTo>
                  <a:pt x="52568" y="164837"/>
                </a:lnTo>
                <a:lnTo>
                  <a:pt x="52569" y="164837"/>
                </a:lnTo>
                <a:lnTo>
                  <a:pt x="52570" y="164837"/>
                </a:lnTo>
                <a:lnTo>
                  <a:pt x="52571" y="164837"/>
                </a:lnTo>
                <a:lnTo>
                  <a:pt x="52572" y="164837"/>
                </a:lnTo>
                <a:lnTo>
                  <a:pt x="52573" y="164837"/>
                </a:lnTo>
                <a:lnTo>
                  <a:pt x="52574" y="164837"/>
                </a:lnTo>
                <a:lnTo>
                  <a:pt x="52575" y="164837"/>
                </a:lnTo>
                <a:lnTo>
                  <a:pt x="52576" y="164837"/>
                </a:lnTo>
                <a:lnTo>
                  <a:pt x="52577" y="164837"/>
                </a:lnTo>
                <a:lnTo>
                  <a:pt x="52578" y="164837"/>
                </a:lnTo>
                <a:lnTo>
                  <a:pt x="52579" y="164837"/>
                </a:lnTo>
                <a:lnTo>
                  <a:pt x="52580" y="164837"/>
                </a:lnTo>
                <a:lnTo>
                  <a:pt x="52581" y="164837"/>
                </a:lnTo>
                <a:lnTo>
                  <a:pt x="52582" y="164837"/>
                </a:lnTo>
                <a:lnTo>
                  <a:pt x="52583" y="164837"/>
                </a:lnTo>
                <a:lnTo>
                  <a:pt x="52584" y="164837"/>
                </a:lnTo>
                <a:lnTo>
                  <a:pt x="52585" y="164837"/>
                </a:lnTo>
                <a:lnTo>
                  <a:pt x="52587" y="164837"/>
                </a:lnTo>
                <a:lnTo>
                  <a:pt x="52588" y="164837"/>
                </a:lnTo>
                <a:lnTo>
                  <a:pt x="52589" y="164837"/>
                </a:lnTo>
                <a:lnTo>
                  <a:pt x="52590" y="164837"/>
                </a:lnTo>
                <a:lnTo>
                  <a:pt x="52591" y="164837"/>
                </a:lnTo>
                <a:lnTo>
                  <a:pt x="52592" y="164837"/>
                </a:lnTo>
                <a:lnTo>
                  <a:pt x="52593" y="164837"/>
                </a:lnTo>
                <a:lnTo>
                  <a:pt x="52594" y="164837"/>
                </a:lnTo>
                <a:lnTo>
                  <a:pt x="52595" y="164837"/>
                </a:lnTo>
                <a:lnTo>
                  <a:pt x="52596" y="164837"/>
                </a:lnTo>
                <a:lnTo>
                  <a:pt x="52597" y="164837"/>
                </a:lnTo>
                <a:lnTo>
                  <a:pt x="52598" y="164837"/>
                </a:lnTo>
                <a:lnTo>
                  <a:pt x="52599" y="164837"/>
                </a:lnTo>
                <a:lnTo>
                  <a:pt x="52600" y="164837"/>
                </a:lnTo>
                <a:lnTo>
                  <a:pt x="52601" y="164837"/>
                </a:lnTo>
                <a:lnTo>
                  <a:pt x="52602" y="164837"/>
                </a:lnTo>
                <a:lnTo>
                  <a:pt x="52603" y="164837"/>
                </a:lnTo>
                <a:lnTo>
                  <a:pt x="52604" y="164837"/>
                </a:lnTo>
                <a:lnTo>
                  <a:pt x="52605" y="164837"/>
                </a:lnTo>
                <a:lnTo>
                  <a:pt x="52606" y="164837"/>
                </a:lnTo>
                <a:lnTo>
                  <a:pt x="52607" y="164837"/>
                </a:lnTo>
                <a:lnTo>
                  <a:pt x="52608" y="164837"/>
                </a:lnTo>
                <a:lnTo>
                  <a:pt x="52609" y="164837"/>
                </a:lnTo>
                <a:lnTo>
                  <a:pt x="52610" y="164837"/>
                </a:lnTo>
                <a:lnTo>
                  <a:pt x="52611" y="164837"/>
                </a:lnTo>
                <a:lnTo>
                  <a:pt x="52612" y="164837"/>
                </a:lnTo>
                <a:lnTo>
                  <a:pt x="52613" y="164837"/>
                </a:lnTo>
                <a:lnTo>
                  <a:pt x="52614" y="164837"/>
                </a:lnTo>
                <a:lnTo>
                  <a:pt x="52615" y="164837"/>
                </a:lnTo>
                <a:lnTo>
                  <a:pt x="52616" y="164837"/>
                </a:lnTo>
                <a:lnTo>
                  <a:pt x="52617" y="164837"/>
                </a:lnTo>
                <a:lnTo>
                  <a:pt x="52618" y="164837"/>
                </a:lnTo>
                <a:lnTo>
                  <a:pt x="52619" y="164837"/>
                </a:lnTo>
                <a:lnTo>
                  <a:pt x="52620" y="164837"/>
                </a:lnTo>
                <a:lnTo>
                  <a:pt x="52621" y="164837"/>
                </a:lnTo>
                <a:lnTo>
                  <a:pt x="52622" y="164837"/>
                </a:lnTo>
                <a:lnTo>
                  <a:pt x="52623" y="164837"/>
                </a:lnTo>
                <a:lnTo>
                  <a:pt x="52624" y="164837"/>
                </a:lnTo>
                <a:lnTo>
                  <a:pt x="52625" y="164837"/>
                </a:lnTo>
                <a:lnTo>
                  <a:pt x="52626" y="164837"/>
                </a:lnTo>
                <a:lnTo>
                  <a:pt x="52627" y="164837"/>
                </a:lnTo>
                <a:lnTo>
                  <a:pt x="52628" y="164837"/>
                </a:lnTo>
                <a:lnTo>
                  <a:pt x="52629" y="164837"/>
                </a:lnTo>
                <a:lnTo>
                  <a:pt x="52630" y="164837"/>
                </a:lnTo>
                <a:lnTo>
                  <a:pt x="52631" y="164837"/>
                </a:lnTo>
                <a:lnTo>
                  <a:pt x="52632" y="164837"/>
                </a:lnTo>
                <a:lnTo>
                  <a:pt x="52633" y="164837"/>
                </a:lnTo>
                <a:lnTo>
                  <a:pt x="52634" y="164837"/>
                </a:lnTo>
                <a:lnTo>
                  <a:pt x="52635" y="164837"/>
                </a:lnTo>
                <a:lnTo>
                  <a:pt x="52636" y="164837"/>
                </a:lnTo>
                <a:lnTo>
                  <a:pt x="52637" y="164837"/>
                </a:lnTo>
                <a:lnTo>
                  <a:pt x="52638" y="164837"/>
                </a:lnTo>
                <a:lnTo>
                  <a:pt x="52640" y="164837"/>
                </a:lnTo>
                <a:lnTo>
                  <a:pt x="52641" y="164837"/>
                </a:lnTo>
                <a:lnTo>
                  <a:pt x="52642" y="164837"/>
                </a:lnTo>
                <a:lnTo>
                  <a:pt x="52643" y="164837"/>
                </a:lnTo>
                <a:lnTo>
                  <a:pt x="52644" y="164837"/>
                </a:lnTo>
                <a:lnTo>
                  <a:pt x="52645" y="164837"/>
                </a:lnTo>
                <a:lnTo>
                  <a:pt x="52646" y="164837"/>
                </a:lnTo>
                <a:lnTo>
                  <a:pt x="52647" y="164837"/>
                </a:lnTo>
                <a:lnTo>
                  <a:pt x="52648" y="164837"/>
                </a:lnTo>
                <a:lnTo>
                  <a:pt x="52649" y="164837"/>
                </a:lnTo>
                <a:lnTo>
                  <a:pt x="52650" y="164837"/>
                </a:lnTo>
                <a:lnTo>
                  <a:pt x="52651" y="164837"/>
                </a:lnTo>
                <a:lnTo>
                  <a:pt x="52652" y="164837"/>
                </a:lnTo>
                <a:lnTo>
                  <a:pt x="52653" y="164837"/>
                </a:lnTo>
                <a:lnTo>
                  <a:pt x="52654" y="164837"/>
                </a:lnTo>
                <a:lnTo>
                  <a:pt x="52655" y="164837"/>
                </a:lnTo>
                <a:lnTo>
                  <a:pt x="52656" y="164837"/>
                </a:lnTo>
                <a:lnTo>
                  <a:pt x="52657" y="164837"/>
                </a:lnTo>
                <a:lnTo>
                  <a:pt x="52658" y="164837"/>
                </a:lnTo>
                <a:lnTo>
                  <a:pt x="52659" y="164837"/>
                </a:lnTo>
                <a:lnTo>
                  <a:pt x="52660" y="164837"/>
                </a:lnTo>
                <a:lnTo>
                  <a:pt x="52661" y="164837"/>
                </a:lnTo>
                <a:lnTo>
                  <a:pt x="52662" y="164837"/>
                </a:lnTo>
                <a:lnTo>
                  <a:pt x="52663" y="164837"/>
                </a:lnTo>
                <a:lnTo>
                  <a:pt x="52664" y="164837"/>
                </a:lnTo>
                <a:lnTo>
                  <a:pt x="52665" y="164837"/>
                </a:lnTo>
                <a:lnTo>
                  <a:pt x="52666" y="164837"/>
                </a:lnTo>
                <a:lnTo>
                  <a:pt x="52667" y="164837"/>
                </a:lnTo>
                <a:lnTo>
                  <a:pt x="52668" y="164837"/>
                </a:lnTo>
                <a:lnTo>
                  <a:pt x="52669" y="164837"/>
                </a:lnTo>
                <a:lnTo>
                  <a:pt x="52670" y="164837"/>
                </a:lnTo>
                <a:lnTo>
                  <a:pt x="52671" y="164837"/>
                </a:lnTo>
                <a:lnTo>
                  <a:pt x="52672" y="164837"/>
                </a:lnTo>
                <a:lnTo>
                  <a:pt x="52673" y="164837"/>
                </a:lnTo>
                <a:lnTo>
                  <a:pt x="52674" y="164837"/>
                </a:lnTo>
                <a:lnTo>
                  <a:pt x="52675" y="164837"/>
                </a:lnTo>
                <a:lnTo>
                  <a:pt x="52676" y="164837"/>
                </a:lnTo>
                <a:lnTo>
                  <a:pt x="52677" y="164837"/>
                </a:lnTo>
                <a:lnTo>
                  <a:pt x="52678" y="164837"/>
                </a:lnTo>
                <a:lnTo>
                  <a:pt x="52679" y="164837"/>
                </a:lnTo>
                <a:lnTo>
                  <a:pt x="52680" y="164837"/>
                </a:lnTo>
                <a:lnTo>
                  <a:pt x="52681" y="164837"/>
                </a:lnTo>
                <a:lnTo>
                  <a:pt x="52682" y="164837"/>
                </a:lnTo>
                <a:lnTo>
                  <a:pt x="52683" y="164837"/>
                </a:lnTo>
                <a:lnTo>
                  <a:pt x="52684" y="164837"/>
                </a:lnTo>
                <a:lnTo>
                  <a:pt x="52685" y="164837"/>
                </a:lnTo>
                <a:lnTo>
                  <a:pt x="52686" y="164837"/>
                </a:lnTo>
                <a:lnTo>
                  <a:pt x="52687" y="164837"/>
                </a:lnTo>
                <a:lnTo>
                  <a:pt x="52688" y="164837"/>
                </a:lnTo>
                <a:lnTo>
                  <a:pt x="52690" y="164837"/>
                </a:lnTo>
                <a:lnTo>
                  <a:pt x="52691" y="164837"/>
                </a:lnTo>
                <a:lnTo>
                  <a:pt x="52692" y="164837"/>
                </a:lnTo>
                <a:lnTo>
                  <a:pt x="52693" y="164837"/>
                </a:lnTo>
                <a:lnTo>
                  <a:pt x="52694" y="164837"/>
                </a:lnTo>
                <a:lnTo>
                  <a:pt x="52695" y="164837"/>
                </a:lnTo>
                <a:lnTo>
                  <a:pt x="52696" y="164837"/>
                </a:lnTo>
                <a:lnTo>
                  <a:pt x="52697" y="164837"/>
                </a:lnTo>
                <a:lnTo>
                  <a:pt x="52698" y="164837"/>
                </a:lnTo>
                <a:lnTo>
                  <a:pt x="52699" y="164837"/>
                </a:lnTo>
                <a:lnTo>
                  <a:pt x="52700" y="164837"/>
                </a:lnTo>
                <a:lnTo>
                  <a:pt x="52701" y="164837"/>
                </a:lnTo>
                <a:lnTo>
                  <a:pt x="52702" y="164837"/>
                </a:lnTo>
                <a:lnTo>
                  <a:pt x="52703" y="164837"/>
                </a:lnTo>
                <a:lnTo>
                  <a:pt x="52704" y="164837"/>
                </a:lnTo>
                <a:lnTo>
                  <a:pt x="52705" y="164837"/>
                </a:lnTo>
                <a:lnTo>
                  <a:pt x="52706" y="164837"/>
                </a:lnTo>
                <a:lnTo>
                  <a:pt x="52707" y="164837"/>
                </a:lnTo>
                <a:lnTo>
                  <a:pt x="52708" y="164837"/>
                </a:lnTo>
                <a:lnTo>
                  <a:pt x="52709" y="164837"/>
                </a:lnTo>
                <a:lnTo>
                  <a:pt x="52710" y="164837"/>
                </a:lnTo>
                <a:lnTo>
                  <a:pt x="52711" y="164837"/>
                </a:lnTo>
                <a:lnTo>
                  <a:pt x="52712" y="164837"/>
                </a:lnTo>
                <a:lnTo>
                  <a:pt x="52713" y="164837"/>
                </a:lnTo>
                <a:lnTo>
                  <a:pt x="52714" y="164837"/>
                </a:lnTo>
                <a:lnTo>
                  <a:pt x="52715" y="164837"/>
                </a:lnTo>
                <a:lnTo>
                  <a:pt x="52716" y="164837"/>
                </a:lnTo>
                <a:lnTo>
                  <a:pt x="52717" y="164837"/>
                </a:lnTo>
                <a:lnTo>
                  <a:pt x="52718" y="164837"/>
                </a:lnTo>
                <a:lnTo>
                  <a:pt x="52719" y="164837"/>
                </a:lnTo>
                <a:lnTo>
                  <a:pt x="52720" y="164837"/>
                </a:lnTo>
                <a:lnTo>
                  <a:pt x="52721" y="164837"/>
                </a:lnTo>
                <a:lnTo>
                  <a:pt x="52722" y="164837"/>
                </a:lnTo>
                <a:lnTo>
                  <a:pt x="52723" y="164837"/>
                </a:lnTo>
                <a:lnTo>
                  <a:pt x="52724" y="164837"/>
                </a:lnTo>
                <a:lnTo>
                  <a:pt x="52725" y="164837"/>
                </a:lnTo>
                <a:lnTo>
                  <a:pt x="52726" y="164837"/>
                </a:lnTo>
                <a:lnTo>
                  <a:pt x="52727" y="164837"/>
                </a:lnTo>
                <a:lnTo>
                  <a:pt x="52728" y="164837"/>
                </a:lnTo>
                <a:lnTo>
                  <a:pt x="52729" y="164837"/>
                </a:lnTo>
                <a:lnTo>
                  <a:pt x="52730" y="164837"/>
                </a:lnTo>
                <a:lnTo>
                  <a:pt x="52731" y="164837"/>
                </a:lnTo>
                <a:lnTo>
                  <a:pt x="52732" y="164837"/>
                </a:lnTo>
                <a:lnTo>
                  <a:pt x="52733" y="164837"/>
                </a:lnTo>
                <a:lnTo>
                  <a:pt x="52734" y="164837"/>
                </a:lnTo>
                <a:lnTo>
                  <a:pt x="52735" y="164837"/>
                </a:lnTo>
                <a:lnTo>
                  <a:pt x="52736" y="164837"/>
                </a:lnTo>
                <a:lnTo>
                  <a:pt x="52737" y="164837"/>
                </a:lnTo>
                <a:lnTo>
                  <a:pt x="52739" y="164837"/>
                </a:lnTo>
                <a:lnTo>
                  <a:pt x="52740" y="164837"/>
                </a:lnTo>
                <a:lnTo>
                  <a:pt x="52741" y="164837"/>
                </a:lnTo>
                <a:lnTo>
                  <a:pt x="52742" y="164837"/>
                </a:lnTo>
                <a:lnTo>
                  <a:pt x="52743" y="164837"/>
                </a:lnTo>
                <a:lnTo>
                  <a:pt x="52744" y="164837"/>
                </a:lnTo>
                <a:lnTo>
                  <a:pt x="52745" y="164837"/>
                </a:lnTo>
                <a:lnTo>
                  <a:pt x="52746" y="164837"/>
                </a:lnTo>
                <a:lnTo>
                  <a:pt x="52747" y="164837"/>
                </a:lnTo>
                <a:lnTo>
                  <a:pt x="52748" y="164837"/>
                </a:lnTo>
                <a:lnTo>
                  <a:pt x="52749" y="164837"/>
                </a:lnTo>
                <a:lnTo>
                  <a:pt x="52750" y="164837"/>
                </a:lnTo>
                <a:lnTo>
                  <a:pt x="52751" y="164837"/>
                </a:lnTo>
                <a:lnTo>
                  <a:pt x="52752" y="164837"/>
                </a:lnTo>
                <a:lnTo>
                  <a:pt x="52753" y="164837"/>
                </a:lnTo>
                <a:lnTo>
                  <a:pt x="52754" y="164837"/>
                </a:lnTo>
                <a:lnTo>
                  <a:pt x="52755" y="164837"/>
                </a:lnTo>
                <a:lnTo>
                  <a:pt x="52756" y="164837"/>
                </a:lnTo>
                <a:lnTo>
                  <a:pt x="52757" y="164837"/>
                </a:lnTo>
                <a:lnTo>
                  <a:pt x="52758" y="164837"/>
                </a:lnTo>
                <a:lnTo>
                  <a:pt x="52759" y="164837"/>
                </a:lnTo>
                <a:lnTo>
                  <a:pt x="52760" y="164837"/>
                </a:lnTo>
                <a:lnTo>
                  <a:pt x="52761" y="164837"/>
                </a:lnTo>
                <a:lnTo>
                  <a:pt x="52762" y="164837"/>
                </a:lnTo>
                <a:lnTo>
                  <a:pt x="52763" y="164837"/>
                </a:lnTo>
                <a:lnTo>
                  <a:pt x="52764" y="164837"/>
                </a:lnTo>
                <a:lnTo>
                  <a:pt x="52765" y="164837"/>
                </a:lnTo>
                <a:lnTo>
                  <a:pt x="52766" y="164837"/>
                </a:lnTo>
                <a:lnTo>
                  <a:pt x="52767" y="164837"/>
                </a:lnTo>
                <a:lnTo>
                  <a:pt x="52768" y="164837"/>
                </a:lnTo>
                <a:lnTo>
                  <a:pt x="52769" y="164837"/>
                </a:lnTo>
                <a:lnTo>
                  <a:pt x="52770" y="164837"/>
                </a:lnTo>
                <a:lnTo>
                  <a:pt x="52771" y="164837"/>
                </a:lnTo>
                <a:lnTo>
                  <a:pt x="52772" y="164837"/>
                </a:lnTo>
                <a:lnTo>
                  <a:pt x="52773" y="164837"/>
                </a:lnTo>
                <a:lnTo>
                  <a:pt x="52774" y="164837"/>
                </a:lnTo>
                <a:lnTo>
                  <a:pt x="52775" y="164837"/>
                </a:lnTo>
                <a:lnTo>
                  <a:pt x="52776" y="164837"/>
                </a:lnTo>
                <a:lnTo>
                  <a:pt x="52777" y="164837"/>
                </a:lnTo>
                <a:lnTo>
                  <a:pt x="52778" y="164837"/>
                </a:lnTo>
                <a:lnTo>
                  <a:pt x="52779" y="164837"/>
                </a:lnTo>
                <a:lnTo>
                  <a:pt x="52780" y="164837"/>
                </a:lnTo>
                <a:lnTo>
                  <a:pt x="52781" y="164837"/>
                </a:lnTo>
                <a:lnTo>
                  <a:pt x="52782" y="164837"/>
                </a:lnTo>
                <a:lnTo>
                  <a:pt x="52783" y="164837"/>
                </a:lnTo>
                <a:lnTo>
                  <a:pt x="52784" y="164837"/>
                </a:lnTo>
                <a:lnTo>
                  <a:pt x="52786" y="164837"/>
                </a:lnTo>
                <a:lnTo>
                  <a:pt x="52787" y="164837"/>
                </a:lnTo>
                <a:lnTo>
                  <a:pt x="52788" y="164837"/>
                </a:lnTo>
                <a:lnTo>
                  <a:pt x="52789" y="164837"/>
                </a:lnTo>
                <a:lnTo>
                  <a:pt x="52790" y="164837"/>
                </a:lnTo>
                <a:lnTo>
                  <a:pt x="52791" y="164837"/>
                </a:lnTo>
                <a:lnTo>
                  <a:pt x="52792" y="164837"/>
                </a:lnTo>
                <a:lnTo>
                  <a:pt x="52793" y="164837"/>
                </a:lnTo>
                <a:lnTo>
                  <a:pt x="52794" y="164837"/>
                </a:lnTo>
                <a:lnTo>
                  <a:pt x="52795" y="164837"/>
                </a:lnTo>
                <a:lnTo>
                  <a:pt x="52796" y="164837"/>
                </a:lnTo>
                <a:lnTo>
                  <a:pt x="52797" y="164837"/>
                </a:lnTo>
                <a:lnTo>
                  <a:pt x="52798" y="164837"/>
                </a:lnTo>
                <a:lnTo>
                  <a:pt x="52799" y="164837"/>
                </a:lnTo>
                <a:lnTo>
                  <a:pt x="52800" y="164837"/>
                </a:lnTo>
                <a:lnTo>
                  <a:pt x="52801" y="164837"/>
                </a:lnTo>
                <a:lnTo>
                  <a:pt x="52802" y="164837"/>
                </a:lnTo>
                <a:lnTo>
                  <a:pt x="52803" y="164837"/>
                </a:lnTo>
                <a:lnTo>
                  <a:pt x="52804" y="164837"/>
                </a:lnTo>
                <a:lnTo>
                  <a:pt x="52805" y="164837"/>
                </a:lnTo>
                <a:lnTo>
                  <a:pt x="52806" y="164837"/>
                </a:lnTo>
                <a:lnTo>
                  <a:pt x="52807" y="164837"/>
                </a:lnTo>
                <a:lnTo>
                  <a:pt x="52808" y="164837"/>
                </a:lnTo>
                <a:lnTo>
                  <a:pt x="52809" y="164837"/>
                </a:lnTo>
                <a:lnTo>
                  <a:pt x="52810" y="164837"/>
                </a:lnTo>
                <a:lnTo>
                  <a:pt x="52811" y="164837"/>
                </a:lnTo>
                <a:lnTo>
                  <a:pt x="52812" y="164837"/>
                </a:lnTo>
                <a:lnTo>
                  <a:pt x="52813" y="164837"/>
                </a:lnTo>
                <a:lnTo>
                  <a:pt x="52814" y="164837"/>
                </a:lnTo>
                <a:lnTo>
                  <a:pt x="52815" y="164837"/>
                </a:lnTo>
                <a:lnTo>
                  <a:pt x="52816" y="164837"/>
                </a:lnTo>
                <a:lnTo>
                  <a:pt x="52817" y="164837"/>
                </a:lnTo>
                <a:lnTo>
                  <a:pt x="52818" y="164837"/>
                </a:lnTo>
                <a:lnTo>
                  <a:pt x="52819" y="164837"/>
                </a:lnTo>
                <a:lnTo>
                  <a:pt x="52820" y="164837"/>
                </a:lnTo>
                <a:lnTo>
                  <a:pt x="52821" y="164837"/>
                </a:lnTo>
                <a:lnTo>
                  <a:pt x="52822" y="164837"/>
                </a:lnTo>
                <a:lnTo>
                  <a:pt x="52823" y="164837"/>
                </a:lnTo>
                <a:lnTo>
                  <a:pt x="52824" y="164837"/>
                </a:lnTo>
                <a:lnTo>
                  <a:pt x="52825" y="164837"/>
                </a:lnTo>
                <a:lnTo>
                  <a:pt x="52826" y="164837"/>
                </a:lnTo>
                <a:lnTo>
                  <a:pt x="52827" y="164837"/>
                </a:lnTo>
                <a:lnTo>
                  <a:pt x="52828" y="164837"/>
                </a:lnTo>
                <a:lnTo>
                  <a:pt x="52829" y="164837"/>
                </a:lnTo>
                <a:lnTo>
                  <a:pt x="52831" y="164837"/>
                </a:lnTo>
                <a:lnTo>
                  <a:pt x="52832" y="164837"/>
                </a:lnTo>
                <a:lnTo>
                  <a:pt x="52833" y="164837"/>
                </a:lnTo>
                <a:lnTo>
                  <a:pt x="52834" y="164837"/>
                </a:lnTo>
                <a:lnTo>
                  <a:pt x="52835" y="164837"/>
                </a:lnTo>
                <a:lnTo>
                  <a:pt x="52836" y="164837"/>
                </a:lnTo>
                <a:lnTo>
                  <a:pt x="52837" y="164837"/>
                </a:lnTo>
                <a:lnTo>
                  <a:pt x="52838" y="164837"/>
                </a:lnTo>
                <a:lnTo>
                  <a:pt x="52839" y="164837"/>
                </a:lnTo>
                <a:lnTo>
                  <a:pt x="52840" y="164837"/>
                </a:lnTo>
                <a:lnTo>
                  <a:pt x="52841" y="164837"/>
                </a:lnTo>
                <a:lnTo>
                  <a:pt x="52842" y="164837"/>
                </a:lnTo>
                <a:lnTo>
                  <a:pt x="52843" y="164837"/>
                </a:lnTo>
                <a:lnTo>
                  <a:pt x="52844" y="164837"/>
                </a:lnTo>
                <a:lnTo>
                  <a:pt x="52845" y="164837"/>
                </a:lnTo>
                <a:lnTo>
                  <a:pt x="52846" y="164837"/>
                </a:lnTo>
                <a:lnTo>
                  <a:pt x="52847" y="164837"/>
                </a:lnTo>
                <a:lnTo>
                  <a:pt x="52848" y="164837"/>
                </a:lnTo>
                <a:lnTo>
                  <a:pt x="52849" y="164837"/>
                </a:lnTo>
                <a:lnTo>
                  <a:pt x="52850" y="164837"/>
                </a:lnTo>
                <a:lnTo>
                  <a:pt x="52851" y="164837"/>
                </a:lnTo>
                <a:lnTo>
                  <a:pt x="52852" y="164837"/>
                </a:lnTo>
                <a:lnTo>
                  <a:pt x="52853" y="164837"/>
                </a:lnTo>
                <a:lnTo>
                  <a:pt x="52854" y="164837"/>
                </a:lnTo>
                <a:lnTo>
                  <a:pt x="52855" y="164837"/>
                </a:lnTo>
                <a:lnTo>
                  <a:pt x="52856" y="164837"/>
                </a:lnTo>
                <a:lnTo>
                  <a:pt x="52857" y="164837"/>
                </a:lnTo>
                <a:lnTo>
                  <a:pt x="52858" y="164837"/>
                </a:lnTo>
                <a:lnTo>
                  <a:pt x="52859" y="164837"/>
                </a:lnTo>
                <a:lnTo>
                  <a:pt x="52860" y="164837"/>
                </a:lnTo>
                <a:lnTo>
                  <a:pt x="52861" y="164837"/>
                </a:lnTo>
                <a:lnTo>
                  <a:pt x="52862" y="164837"/>
                </a:lnTo>
                <a:lnTo>
                  <a:pt x="52863" y="164837"/>
                </a:lnTo>
                <a:lnTo>
                  <a:pt x="52864" y="164837"/>
                </a:lnTo>
                <a:lnTo>
                  <a:pt x="52865" y="164837"/>
                </a:lnTo>
                <a:lnTo>
                  <a:pt x="52866" y="164837"/>
                </a:lnTo>
                <a:lnTo>
                  <a:pt x="52867" y="164837"/>
                </a:lnTo>
                <a:lnTo>
                  <a:pt x="52868" y="164837"/>
                </a:lnTo>
                <a:lnTo>
                  <a:pt x="52869" y="164837"/>
                </a:lnTo>
                <a:lnTo>
                  <a:pt x="52870" y="164837"/>
                </a:lnTo>
                <a:lnTo>
                  <a:pt x="52871" y="164837"/>
                </a:lnTo>
                <a:lnTo>
                  <a:pt x="52872" y="164837"/>
                </a:lnTo>
                <a:lnTo>
                  <a:pt x="52873" y="164837"/>
                </a:lnTo>
                <a:lnTo>
                  <a:pt x="52875" y="164837"/>
                </a:lnTo>
                <a:lnTo>
                  <a:pt x="52876" y="164837"/>
                </a:lnTo>
                <a:lnTo>
                  <a:pt x="52877" y="164837"/>
                </a:lnTo>
                <a:lnTo>
                  <a:pt x="52878" y="164837"/>
                </a:lnTo>
                <a:lnTo>
                  <a:pt x="52879" y="164837"/>
                </a:lnTo>
                <a:lnTo>
                  <a:pt x="52880" y="164837"/>
                </a:lnTo>
                <a:lnTo>
                  <a:pt x="52881" y="164837"/>
                </a:lnTo>
                <a:lnTo>
                  <a:pt x="52882" y="164837"/>
                </a:lnTo>
                <a:lnTo>
                  <a:pt x="52883" y="164837"/>
                </a:lnTo>
                <a:lnTo>
                  <a:pt x="52884" y="164837"/>
                </a:lnTo>
                <a:lnTo>
                  <a:pt x="52885" y="164837"/>
                </a:lnTo>
                <a:lnTo>
                  <a:pt x="52886" y="164837"/>
                </a:lnTo>
                <a:lnTo>
                  <a:pt x="52887" y="164837"/>
                </a:lnTo>
                <a:lnTo>
                  <a:pt x="52888" y="164837"/>
                </a:lnTo>
                <a:lnTo>
                  <a:pt x="52889" y="164837"/>
                </a:lnTo>
                <a:lnTo>
                  <a:pt x="52890" y="164837"/>
                </a:lnTo>
                <a:lnTo>
                  <a:pt x="52891" y="164837"/>
                </a:lnTo>
                <a:lnTo>
                  <a:pt x="52892" y="164837"/>
                </a:lnTo>
                <a:lnTo>
                  <a:pt x="52893" y="164837"/>
                </a:lnTo>
                <a:lnTo>
                  <a:pt x="52894" y="164837"/>
                </a:lnTo>
                <a:lnTo>
                  <a:pt x="52895" y="164837"/>
                </a:lnTo>
                <a:lnTo>
                  <a:pt x="52896" y="164837"/>
                </a:lnTo>
                <a:lnTo>
                  <a:pt x="52897" y="164837"/>
                </a:lnTo>
                <a:lnTo>
                  <a:pt x="52898" y="164837"/>
                </a:lnTo>
                <a:lnTo>
                  <a:pt x="52899" y="164837"/>
                </a:lnTo>
                <a:lnTo>
                  <a:pt x="52900" y="164837"/>
                </a:lnTo>
                <a:lnTo>
                  <a:pt x="52901" y="164837"/>
                </a:lnTo>
                <a:lnTo>
                  <a:pt x="52902" y="164837"/>
                </a:lnTo>
                <a:lnTo>
                  <a:pt x="52903" y="164837"/>
                </a:lnTo>
                <a:lnTo>
                  <a:pt x="52904" y="164837"/>
                </a:lnTo>
                <a:lnTo>
                  <a:pt x="52905" y="164837"/>
                </a:lnTo>
                <a:lnTo>
                  <a:pt x="52906" y="164837"/>
                </a:lnTo>
                <a:lnTo>
                  <a:pt x="52907" y="164837"/>
                </a:lnTo>
                <a:lnTo>
                  <a:pt x="52908" y="164837"/>
                </a:lnTo>
                <a:lnTo>
                  <a:pt x="52909" y="164837"/>
                </a:lnTo>
                <a:lnTo>
                  <a:pt x="52910" y="164837"/>
                </a:lnTo>
                <a:lnTo>
                  <a:pt x="52911" y="164837"/>
                </a:lnTo>
                <a:lnTo>
                  <a:pt x="52912" y="164837"/>
                </a:lnTo>
                <a:lnTo>
                  <a:pt x="52913" y="164837"/>
                </a:lnTo>
                <a:lnTo>
                  <a:pt x="52914" y="164837"/>
                </a:lnTo>
                <a:lnTo>
                  <a:pt x="52915" y="164837"/>
                </a:lnTo>
                <a:lnTo>
                  <a:pt x="52916" y="164837"/>
                </a:lnTo>
                <a:lnTo>
                  <a:pt x="52918" y="164837"/>
                </a:lnTo>
                <a:lnTo>
                  <a:pt x="52919" y="164837"/>
                </a:lnTo>
                <a:lnTo>
                  <a:pt x="52920" y="164837"/>
                </a:lnTo>
                <a:lnTo>
                  <a:pt x="52921" y="164837"/>
                </a:lnTo>
                <a:lnTo>
                  <a:pt x="52922" y="164837"/>
                </a:lnTo>
                <a:lnTo>
                  <a:pt x="52923" y="164837"/>
                </a:lnTo>
                <a:lnTo>
                  <a:pt x="52924" y="164837"/>
                </a:lnTo>
                <a:lnTo>
                  <a:pt x="52925" y="164837"/>
                </a:lnTo>
                <a:lnTo>
                  <a:pt x="52926" y="164837"/>
                </a:lnTo>
                <a:lnTo>
                  <a:pt x="52927" y="164837"/>
                </a:lnTo>
                <a:lnTo>
                  <a:pt x="52928" y="164837"/>
                </a:lnTo>
                <a:lnTo>
                  <a:pt x="52929" y="164837"/>
                </a:lnTo>
                <a:lnTo>
                  <a:pt x="52930" y="164837"/>
                </a:lnTo>
                <a:lnTo>
                  <a:pt x="52931" y="164837"/>
                </a:lnTo>
                <a:lnTo>
                  <a:pt x="52932" y="164837"/>
                </a:lnTo>
                <a:lnTo>
                  <a:pt x="52933" y="164837"/>
                </a:lnTo>
                <a:lnTo>
                  <a:pt x="52934" y="164837"/>
                </a:lnTo>
                <a:lnTo>
                  <a:pt x="52935" y="164837"/>
                </a:lnTo>
                <a:lnTo>
                  <a:pt x="52936" y="164837"/>
                </a:lnTo>
                <a:lnTo>
                  <a:pt x="52937" y="164837"/>
                </a:lnTo>
                <a:lnTo>
                  <a:pt x="52938" y="164837"/>
                </a:lnTo>
                <a:lnTo>
                  <a:pt x="52939" y="164837"/>
                </a:lnTo>
                <a:lnTo>
                  <a:pt x="52940" y="164837"/>
                </a:lnTo>
                <a:lnTo>
                  <a:pt x="52941" y="164837"/>
                </a:lnTo>
                <a:lnTo>
                  <a:pt x="52942" y="164837"/>
                </a:lnTo>
                <a:lnTo>
                  <a:pt x="52943" y="164837"/>
                </a:lnTo>
                <a:lnTo>
                  <a:pt x="52944" y="164837"/>
                </a:lnTo>
                <a:lnTo>
                  <a:pt x="52945" y="164837"/>
                </a:lnTo>
                <a:lnTo>
                  <a:pt x="52946" y="164837"/>
                </a:lnTo>
                <a:lnTo>
                  <a:pt x="52947" y="164837"/>
                </a:lnTo>
                <a:lnTo>
                  <a:pt x="52948" y="164837"/>
                </a:lnTo>
                <a:lnTo>
                  <a:pt x="52949" y="164837"/>
                </a:lnTo>
                <a:lnTo>
                  <a:pt x="52950" y="164837"/>
                </a:lnTo>
                <a:lnTo>
                  <a:pt x="52951" y="164837"/>
                </a:lnTo>
                <a:lnTo>
                  <a:pt x="52952" y="164837"/>
                </a:lnTo>
                <a:lnTo>
                  <a:pt x="52953" y="164837"/>
                </a:lnTo>
                <a:lnTo>
                  <a:pt x="52954" y="164837"/>
                </a:lnTo>
                <a:lnTo>
                  <a:pt x="52955" y="164837"/>
                </a:lnTo>
                <a:lnTo>
                  <a:pt x="52956" y="164837"/>
                </a:lnTo>
                <a:lnTo>
                  <a:pt x="52957" y="164837"/>
                </a:lnTo>
                <a:lnTo>
                  <a:pt x="52959" y="164837"/>
                </a:lnTo>
                <a:lnTo>
                  <a:pt x="52960" y="164837"/>
                </a:lnTo>
                <a:lnTo>
                  <a:pt x="52961" y="164837"/>
                </a:lnTo>
                <a:lnTo>
                  <a:pt x="52962" y="164837"/>
                </a:lnTo>
                <a:lnTo>
                  <a:pt x="52963" y="164837"/>
                </a:lnTo>
                <a:lnTo>
                  <a:pt x="52964" y="164837"/>
                </a:lnTo>
                <a:lnTo>
                  <a:pt x="52965" y="164837"/>
                </a:lnTo>
                <a:lnTo>
                  <a:pt x="52966" y="164837"/>
                </a:lnTo>
                <a:lnTo>
                  <a:pt x="52967" y="164837"/>
                </a:lnTo>
                <a:lnTo>
                  <a:pt x="52968" y="164837"/>
                </a:lnTo>
                <a:lnTo>
                  <a:pt x="52969" y="164837"/>
                </a:lnTo>
                <a:lnTo>
                  <a:pt x="52970" y="164837"/>
                </a:lnTo>
                <a:lnTo>
                  <a:pt x="52971" y="164837"/>
                </a:lnTo>
                <a:lnTo>
                  <a:pt x="52972" y="164837"/>
                </a:lnTo>
                <a:lnTo>
                  <a:pt x="52973" y="164837"/>
                </a:lnTo>
                <a:lnTo>
                  <a:pt x="52974" y="164837"/>
                </a:lnTo>
                <a:lnTo>
                  <a:pt x="52975" y="164837"/>
                </a:lnTo>
                <a:lnTo>
                  <a:pt x="52976" y="164837"/>
                </a:lnTo>
                <a:lnTo>
                  <a:pt x="52977" y="164837"/>
                </a:lnTo>
                <a:lnTo>
                  <a:pt x="52978" y="164837"/>
                </a:lnTo>
                <a:lnTo>
                  <a:pt x="52979" y="164837"/>
                </a:lnTo>
                <a:lnTo>
                  <a:pt x="52980" y="164837"/>
                </a:lnTo>
                <a:lnTo>
                  <a:pt x="52981" y="164837"/>
                </a:lnTo>
                <a:lnTo>
                  <a:pt x="52982" y="164837"/>
                </a:lnTo>
                <a:lnTo>
                  <a:pt x="52983" y="164837"/>
                </a:lnTo>
                <a:lnTo>
                  <a:pt x="52984" y="164837"/>
                </a:lnTo>
                <a:lnTo>
                  <a:pt x="52985" y="164837"/>
                </a:lnTo>
                <a:lnTo>
                  <a:pt x="52986" y="164837"/>
                </a:lnTo>
                <a:lnTo>
                  <a:pt x="52987" y="164837"/>
                </a:lnTo>
                <a:lnTo>
                  <a:pt x="52988" y="164837"/>
                </a:lnTo>
                <a:lnTo>
                  <a:pt x="52989" y="164837"/>
                </a:lnTo>
                <a:lnTo>
                  <a:pt x="52990" y="164837"/>
                </a:lnTo>
                <a:lnTo>
                  <a:pt x="52991" y="164837"/>
                </a:lnTo>
                <a:lnTo>
                  <a:pt x="52992" y="164837"/>
                </a:lnTo>
                <a:lnTo>
                  <a:pt x="52993" y="164837"/>
                </a:lnTo>
                <a:lnTo>
                  <a:pt x="52994" y="164837"/>
                </a:lnTo>
                <a:lnTo>
                  <a:pt x="52995" y="164837"/>
                </a:lnTo>
                <a:lnTo>
                  <a:pt x="52996" y="164837"/>
                </a:lnTo>
                <a:lnTo>
                  <a:pt x="52997" y="164837"/>
                </a:lnTo>
                <a:lnTo>
                  <a:pt x="52998" y="164837"/>
                </a:lnTo>
                <a:lnTo>
                  <a:pt x="53000" y="164837"/>
                </a:lnTo>
                <a:lnTo>
                  <a:pt x="53001" y="164837"/>
                </a:lnTo>
                <a:lnTo>
                  <a:pt x="53002" y="164837"/>
                </a:lnTo>
                <a:lnTo>
                  <a:pt x="53003" y="164837"/>
                </a:lnTo>
                <a:lnTo>
                  <a:pt x="53004" y="164837"/>
                </a:lnTo>
                <a:lnTo>
                  <a:pt x="53005" y="164837"/>
                </a:lnTo>
                <a:lnTo>
                  <a:pt x="53006" y="164837"/>
                </a:lnTo>
                <a:lnTo>
                  <a:pt x="53007" y="164837"/>
                </a:lnTo>
                <a:lnTo>
                  <a:pt x="53008" y="164837"/>
                </a:lnTo>
                <a:lnTo>
                  <a:pt x="53009" y="164837"/>
                </a:lnTo>
                <a:lnTo>
                  <a:pt x="53010" y="164837"/>
                </a:lnTo>
                <a:lnTo>
                  <a:pt x="53011" y="164837"/>
                </a:lnTo>
                <a:lnTo>
                  <a:pt x="53012" y="164837"/>
                </a:lnTo>
                <a:lnTo>
                  <a:pt x="53013" y="164837"/>
                </a:lnTo>
                <a:lnTo>
                  <a:pt x="53014" y="164837"/>
                </a:lnTo>
                <a:lnTo>
                  <a:pt x="53015" y="164837"/>
                </a:lnTo>
                <a:lnTo>
                  <a:pt x="53016" y="164837"/>
                </a:lnTo>
                <a:lnTo>
                  <a:pt x="53017" y="164837"/>
                </a:lnTo>
                <a:lnTo>
                  <a:pt x="53018" y="164837"/>
                </a:lnTo>
                <a:lnTo>
                  <a:pt x="53019" y="164837"/>
                </a:lnTo>
                <a:lnTo>
                  <a:pt x="53020" y="164837"/>
                </a:lnTo>
                <a:lnTo>
                  <a:pt x="53021" y="164837"/>
                </a:lnTo>
                <a:lnTo>
                  <a:pt x="53022" y="164837"/>
                </a:lnTo>
                <a:lnTo>
                  <a:pt x="53023" y="164837"/>
                </a:lnTo>
                <a:lnTo>
                  <a:pt x="53024" y="164837"/>
                </a:lnTo>
                <a:lnTo>
                  <a:pt x="53025" y="164837"/>
                </a:lnTo>
                <a:lnTo>
                  <a:pt x="53026" y="164837"/>
                </a:lnTo>
                <a:lnTo>
                  <a:pt x="53027" y="164837"/>
                </a:lnTo>
                <a:lnTo>
                  <a:pt x="53028" y="164837"/>
                </a:lnTo>
                <a:lnTo>
                  <a:pt x="53029" y="164837"/>
                </a:lnTo>
                <a:lnTo>
                  <a:pt x="53030" y="164837"/>
                </a:lnTo>
                <a:lnTo>
                  <a:pt x="53031" y="164837"/>
                </a:lnTo>
                <a:lnTo>
                  <a:pt x="53032" y="164837"/>
                </a:lnTo>
                <a:lnTo>
                  <a:pt x="53033" y="164837"/>
                </a:lnTo>
                <a:lnTo>
                  <a:pt x="53034" y="164837"/>
                </a:lnTo>
                <a:lnTo>
                  <a:pt x="53035" y="164837"/>
                </a:lnTo>
                <a:lnTo>
                  <a:pt x="53036" y="164837"/>
                </a:lnTo>
                <a:lnTo>
                  <a:pt x="53037" y="164837"/>
                </a:lnTo>
                <a:lnTo>
                  <a:pt x="53039" y="164837"/>
                </a:lnTo>
                <a:lnTo>
                  <a:pt x="53040" y="164837"/>
                </a:lnTo>
                <a:lnTo>
                  <a:pt x="53041" y="164837"/>
                </a:lnTo>
                <a:lnTo>
                  <a:pt x="53042" y="164837"/>
                </a:lnTo>
                <a:lnTo>
                  <a:pt x="53043" y="164837"/>
                </a:lnTo>
                <a:lnTo>
                  <a:pt x="53044" y="164837"/>
                </a:lnTo>
                <a:lnTo>
                  <a:pt x="53045" y="164837"/>
                </a:lnTo>
                <a:lnTo>
                  <a:pt x="53046" y="164837"/>
                </a:lnTo>
                <a:lnTo>
                  <a:pt x="53047" y="164837"/>
                </a:lnTo>
                <a:lnTo>
                  <a:pt x="53048" y="164837"/>
                </a:lnTo>
                <a:lnTo>
                  <a:pt x="53049" y="164837"/>
                </a:lnTo>
                <a:lnTo>
                  <a:pt x="53050" y="164837"/>
                </a:lnTo>
                <a:lnTo>
                  <a:pt x="53051" y="164837"/>
                </a:lnTo>
                <a:lnTo>
                  <a:pt x="53052" y="164837"/>
                </a:lnTo>
                <a:lnTo>
                  <a:pt x="53053" y="164837"/>
                </a:lnTo>
                <a:lnTo>
                  <a:pt x="53054" y="164837"/>
                </a:lnTo>
                <a:lnTo>
                  <a:pt x="53055" y="164837"/>
                </a:lnTo>
                <a:lnTo>
                  <a:pt x="53056" y="164837"/>
                </a:lnTo>
                <a:lnTo>
                  <a:pt x="53057" y="164837"/>
                </a:lnTo>
                <a:lnTo>
                  <a:pt x="53058" y="164837"/>
                </a:lnTo>
                <a:lnTo>
                  <a:pt x="53059" y="164837"/>
                </a:lnTo>
                <a:lnTo>
                  <a:pt x="53060" y="164837"/>
                </a:lnTo>
                <a:lnTo>
                  <a:pt x="53061" y="164837"/>
                </a:lnTo>
                <a:lnTo>
                  <a:pt x="53062" y="164837"/>
                </a:lnTo>
                <a:lnTo>
                  <a:pt x="53063" y="164837"/>
                </a:lnTo>
                <a:lnTo>
                  <a:pt x="53064" y="164837"/>
                </a:lnTo>
                <a:lnTo>
                  <a:pt x="53065" y="164837"/>
                </a:lnTo>
                <a:lnTo>
                  <a:pt x="53066" y="164837"/>
                </a:lnTo>
                <a:lnTo>
                  <a:pt x="53067" y="164837"/>
                </a:lnTo>
                <a:lnTo>
                  <a:pt x="53068" y="164837"/>
                </a:lnTo>
                <a:lnTo>
                  <a:pt x="53069" y="164837"/>
                </a:lnTo>
                <a:lnTo>
                  <a:pt x="53070" y="164837"/>
                </a:lnTo>
                <a:lnTo>
                  <a:pt x="53071" y="164837"/>
                </a:lnTo>
                <a:lnTo>
                  <a:pt x="53072" y="164837"/>
                </a:lnTo>
                <a:lnTo>
                  <a:pt x="53073" y="164837"/>
                </a:lnTo>
                <a:lnTo>
                  <a:pt x="53074" y="164837"/>
                </a:lnTo>
                <a:lnTo>
                  <a:pt x="53075" y="164837"/>
                </a:lnTo>
                <a:lnTo>
                  <a:pt x="53076" y="164837"/>
                </a:lnTo>
                <a:lnTo>
                  <a:pt x="53078" y="164837"/>
                </a:lnTo>
                <a:lnTo>
                  <a:pt x="53079" y="164837"/>
                </a:lnTo>
                <a:lnTo>
                  <a:pt x="53080" y="164837"/>
                </a:lnTo>
                <a:lnTo>
                  <a:pt x="53081" y="164837"/>
                </a:lnTo>
                <a:lnTo>
                  <a:pt x="53082" y="164837"/>
                </a:lnTo>
                <a:lnTo>
                  <a:pt x="53083" y="164837"/>
                </a:lnTo>
                <a:lnTo>
                  <a:pt x="53084" y="164837"/>
                </a:lnTo>
                <a:lnTo>
                  <a:pt x="53085" y="164837"/>
                </a:lnTo>
                <a:lnTo>
                  <a:pt x="53086" y="164837"/>
                </a:lnTo>
                <a:lnTo>
                  <a:pt x="53087" y="164837"/>
                </a:lnTo>
                <a:lnTo>
                  <a:pt x="53088" y="164837"/>
                </a:lnTo>
                <a:lnTo>
                  <a:pt x="53089" y="164837"/>
                </a:lnTo>
                <a:lnTo>
                  <a:pt x="53090" y="164837"/>
                </a:lnTo>
                <a:lnTo>
                  <a:pt x="53091" y="164837"/>
                </a:lnTo>
                <a:lnTo>
                  <a:pt x="53092" y="164837"/>
                </a:lnTo>
                <a:lnTo>
                  <a:pt x="53093" y="164837"/>
                </a:lnTo>
                <a:lnTo>
                  <a:pt x="53094" y="164837"/>
                </a:lnTo>
                <a:lnTo>
                  <a:pt x="53095" y="164837"/>
                </a:lnTo>
                <a:lnTo>
                  <a:pt x="53096" y="164837"/>
                </a:lnTo>
                <a:lnTo>
                  <a:pt x="53097" y="164837"/>
                </a:lnTo>
                <a:lnTo>
                  <a:pt x="53098" y="164837"/>
                </a:lnTo>
                <a:lnTo>
                  <a:pt x="53099" y="164837"/>
                </a:lnTo>
                <a:lnTo>
                  <a:pt x="53100" y="164837"/>
                </a:lnTo>
                <a:lnTo>
                  <a:pt x="53101" y="164837"/>
                </a:lnTo>
                <a:lnTo>
                  <a:pt x="53102" y="164837"/>
                </a:lnTo>
                <a:lnTo>
                  <a:pt x="53103" y="164837"/>
                </a:lnTo>
                <a:lnTo>
                  <a:pt x="53104" y="164837"/>
                </a:lnTo>
                <a:lnTo>
                  <a:pt x="53105" y="164837"/>
                </a:lnTo>
                <a:lnTo>
                  <a:pt x="53106" y="164837"/>
                </a:lnTo>
                <a:lnTo>
                  <a:pt x="53107" y="164837"/>
                </a:lnTo>
                <a:lnTo>
                  <a:pt x="53108" y="164837"/>
                </a:lnTo>
                <a:lnTo>
                  <a:pt x="53109" y="164837"/>
                </a:lnTo>
                <a:lnTo>
                  <a:pt x="53110" y="164837"/>
                </a:lnTo>
                <a:lnTo>
                  <a:pt x="53111" y="164837"/>
                </a:lnTo>
                <a:lnTo>
                  <a:pt x="53112" y="164837"/>
                </a:lnTo>
                <a:lnTo>
                  <a:pt x="53113" y="164837"/>
                </a:lnTo>
                <a:lnTo>
                  <a:pt x="53114" y="164837"/>
                </a:lnTo>
                <a:lnTo>
                  <a:pt x="53116" y="164837"/>
                </a:lnTo>
                <a:lnTo>
                  <a:pt x="53117" y="164837"/>
                </a:lnTo>
                <a:lnTo>
                  <a:pt x="53118" y="164837"/>
                </a:lnTo>
                <a:lnTo>
                  <a:pt x="53119" y="164837"/>
                </a:lnTo>
                <a:lnTo>
                  <a:pt x="53120" y="164837"/>
                </a:lnTo>
                <a:lnTo>
                  <a:pt x="53121" y="164837"/>
                </a:lnTo>
                <a:lnTo>
                  <a:pt x="53122" y="164837"/>
                </a:lnTo>
                <a:lnTo>
                  <a:pt x="53123" y="164837"/>
                </a:lnTo>
                <a:lnTo>
                  <a:pt x="53124" y="164837"/>
                </a:lnTo>
                <a:lnTo>
                  <a:pt x="53125" y="164837"/>
                </a:lnTo>
                <a:lnTo>
                  <a:pt x="53126" y="164837"/>
                </a:lnTo>
                <a:lnTo>
                  <a:pt x="53127" y="164837"/>
                </a:lnTo>
                <a:lnTo>
                  <a:pt x="53128" y="164837"/>
                </a:lnTo>
                <a:lnTo>
                  <a:pt x="53129" y="164837"/>
                </a:lnTo>
                <a:lnTo>
                  <a:pt x="53130" y="164837"/>
                </a:lnTo>
                <a:lnTo>
                  <a:pt x="53131" y="164837"/>
                </a:lnTo>
                <a:lnTo>
                  <a:pt x="53132" y="164837"/>
                </a:lnTo>
                <a:lnTo>
                  <a:pt x="53133" y="164837"/>
                </a:lnTo>
                <a:lnTo>
                  <a:pt x="53134" y="164837"/>
                </a:lnTo>
                <a:lnTo>
                  <a:pt x="53135" y="164837"/>
                </a:lnTo>
                <a:lnTo>
                  <a:pt x="53136" y="164837"/>
                </a:lnTo>
                <a:lnTo>
                  <a:pt x="53137" y="164837"/>
                </a:lnTo>
                <a:lnTo>
                  <a:pt x="53138" y="164837"/>
                </a:lnTo>
                <a:lnTo>
                  <a:pt x="53139" y="164837"/>
                </a:lnTo>
                <a:lnTo>
                  <a:pt x="53140" y="164837"/>
                </a:lnTo>
                <a:lnTo>
                  <a:pt x="53141" y="164837"/>
                </a:lnTo>
                <a:lnTo>
                  <a:pt x="53142" y="164837"/>
                </a:lnTo>
                <a:lnTo>
                  <a:pt x="53143" y="164837"/>
                </a:lnTo>
                <a:lnTo>
                  <a:pt x="53144" y="164837"/>
                </a:lnTo>
                <a:lnTo>
                  <a:pt x="53145" y="164837"/>
                </a:lnTo>
                <a:lnTo>
                  <a:pt x="53146" y="164837"/>
                </a:lnTo>
                <a:lnTo>
                  <a:pt x="53147" y="164837"/>
                </a:lnTo>
                <a:lnTo>
                  <a:pt x="53148" y="164837"/>
                </a:lnTo>
                <a:lnTo>
                  <a:pt x="53149" y="164837"/>
                </a:lnTo>
                <a:lnTo>
                  <a:pt x="53150" y="164837"/>
                </a:lnTo>
                <a:lnTo>
                  <a:pt x="53151" y="164837"/>
                </a:lnTo>
                <a:lnTo>
                  <a:pt x="53153" y="164837"/>
                </a:lnTo>
                <a:lnTo>
                  <a:pt x="53154" y="164837"/>
                </a:lnTo>
                <a:lnTo>
                  <a:pt x="53155" y="164837"/>
                </a:lnTo>
                <a:lnTo>
                  <a:pt x="53156" y="164837"/>
                </a:lnTo>
                <a:lnTo>
                  <a:pt x="53157" y="164837"/>
                </a:lnTo>
                <a:lnTo>
                  <a:pt x="53158" y="164837"/>
                </a:lnTo>
                <a:lnTo>
                  <a:pt x="53159" y="164837"/>
                </a:lnTo>
                <a:lnTo>
                  <a:pt x="53160" y="164837"/>
                </a:lnTo>
                <a:lnTo>
                  <a:pt x="53161" y="164837"/>
                </a:lnTo>
                <a:lnTo>
                  <a:pt x="53162" y="164837"/>
                </a:lnTo>
                <a:lnTo>
                  <a:pt x="53163" y="164837"/>
                </a:lnTo>
                <a:lnTo>
                  <a:pt x="53164" y="164837"/>
                </a:lnTo>
                <a:lnTo>
                  <a:pt x="53165" y="164837"/>
                </a:lnTo>
                <a:lnTo>
                  <a:pt x="53166" y="164837"/>
                </a:lnTo>
                <a:lnTo>
                  <a:pt x="53167" y="164837"/>
                </a:lnTo>
                <a:lnTo>
                  <a:pt x="53168" y="164837"/>
                </a:lnTo>
                <a:lnTo>
                  <a:pt x="53169" y="164837"/>
                </a:lnTo>
                <a:lnTo>
                  <a:pt x="53170" y="164837"/>
                </a:lnTo>
                <a:lnTo>
                  <a:pt x="53171" y="164837"/>
                </a:lnTo>
                <a:lnTo>
                  <a:pt x="53172" y="164837"/>
                </a:lnTo>
                <a:lnTo>
                  <a:pt x="53173" y="164837"/>
                </a:lnTo>
                <a:lnTo>
                  <a:pt x="53174" y="164837"/>
                </a:lnTo>
                <a:lnTo>
                  <a:pt x="53175" y="164837"/>
                </a:lnTo>
                <a:lnTo>
                  <a:pt x="53176" y="164837"/>
                </a:lnTo>
                <a:lnTo>
                  <a:pt x="53177" y="164837"/>
                </a:lnTo>
                <a:lnTo>
                  <a:pt x="53178" y="164837"/>
                </a:lnTo>
                <a:lnTo>
                  <a:pt x="53179" y="164837"/>
                </a:lnTo>
                <a:lnTo>
                  <a:pt x="53180" y="164837"/>
                </a:lnTo>
                <a:lnTo>
                  <a:pt x="53181" y="164837"/>
                </a:lnTo>
                <a:lnTo>
                  <a:pt x="53182" y="164837"/>
                </a:lnTo>
                <a:lnTo>
                  <a:pt x="53183" y="164837"/>
                </a:lnTo>
                <a:lnTo>
                  <a:pt x="53184" y="164837"/>
                </a:lnTo>
                <a:lnTo>
                  <a:pt x="53185" y="164837"/>
                </a:lnTo>
                <a:lnTo>
                  <a:pt x="53186" y="164837"/>
                </a:lnTo>
                <a:lnTo>
                  <a:pt x="53187" y="164837"/>
                </a:lnTo>
                <a:lnTo>
                  <a:pt x="53189" y="164837"/>
                </a:lnTo>
                <a:lnTo>
                  <a:pt x="53190" y="164837"/>
                </a:lnTo>
                <a:lnTo>
                  <a:pt x="53191" y="164837"/>
                </a:lnTo>
                <a:lnTo>
                  <a:pt x="53192" y="164837"/>
                </a:lnTo>
                <a:lnTo>
                  <a:pt x="53193" y="164837"/>
                </a:lnTo>
                <a:lnTo>
                  <a:pt x="53194" y="164837"/>
                </a:lnTo>
                <a:lnTo>
                  <a:pt x="53195" y="164837"/>
                </a:lnTo>
                <a:lnTo>
                  <a:pt x="53196" y="164837"/>
                </a:lnTo>
                <a:lnTo>
                  <a:pt x="53197" y="164837"/>
                </a:lnTo>
                <a:lnTo>
                  <a:pt x="53198" y="164837"/>
                </a:lnTo>
                <a:lnTo>
                  <a:pt x="53199" y="164837"/>
                </a:lnTo>
                <a:lnTo>
                  <a:pt x="53200" y="164837"/>
                </a:lnTo>
                <a:lnTo>
                  <a:pt x="53201" y="164837"/>
                </a:lnTo>
                <a:lnTo>
                  <a:pt x="53202" y="164837"/>
                </a:lnTo>
                <a:lnTo>
                  <a:pt x="53203" y="164837"/>
                </a:lnTo>
                <a:lnTo>
                  <a:pt x="53204" y="164837"/>
                </a:lnTo>
                <a:lnTo>
                  <a:pt x="53205" y="164837"/>
                </a:lnTo>
                <a:lnTo>
                  <a:pt x="53206" y="164837"/>
                </a:lnTo>
                <a:lnTo>
                  <a:pt x="53207" y="164837"/>
                </a:lnTo>
                <a:lnTo>
                  <a:pt x="53208" y="164837"/>
                </a:lnTo>
                <a:lnTo>
                  <a:pt x="53209" y="164837"/>
                </a:lnTo>
                <a:lnTo>
                  <a:pt x="53210" y="164837"/>
                </a:lnTo>
                <a:lnTo>
                  <a:pt x="53211" y="164837"/>
                </a:lnTo>
                <a:lnTo>
                  <a:pt x="53212" y="164837"/>
                </a:lnTo>
                <a:lnTo>
                  <a:pt x="53213" y="164837"/>
                </a:lnTo>
                <a:lnTo>
                  <a:pt x="53214" y="164837"/>
                </a:lnTo>
                <a:lnTo>
                  <a:pt x="53215" y="164837"/>
                </a:lnTo>
                <a:lnTo>
                  <a:pt x="53216" y="164837"/>
                </a:lnTo>
                <a:lnTo>
                  <a:pt x="53217" y="164837"/>
                </a:lnTo>
                <a:lnTo>
                  <a:pt x="53218" y="164837"/>
                </a:lnTo>
                <a:lnTo>
                  <a:pt x="53219" y="164837"/>
                </a:lnTo>
                <a:lnTo>
                  <a:pt x="53220" y="164837"/>
                </a:lnTo>
                <a:lnTo>
                  <a:pt x="53221" y="164837"/>
                </a:lnTo>
                <a:lnTo>
                  <a:pt x="53222" y="164837"/>
                </a:lnTo>
                <a:lnTo>
                  <a:pt x="53224" y="164837"/>
                </a:lnTo>
                <a:lnTo>
                  <a:pt x="53225" y="164837"/>
                </a:lnTo>
                <a:lnTo>
                  <a:pt x="53226" y="164837"/>
                </a:lnTo>
                <a:lnTo>
                  <a:pt x="53227" y="164837"/>
                </a:lnTo>
                <a:lnTo>
                  <a:pt x="53228" y="164837"/>
                </a:lnTo>
                <a:lnTo>
                  <a:pt x="53229" y="164837"/>
                </a:lnTo>
                <a:lnTo>
                  <a:pt x="53230" y="164837"/>
                </a:lnTo>
                <a:lnTo>
                  <a:pt x="53231" y="164837"/>
                </a:lnTo>
                <a:lnTo>
                  <a:pt x="53232" y="164837"/>
                </a:lnTo>
                <a:lnTo>
                  <a:pt x="53233" y="164837"/>
                </a:lnTo>
                <a:lnTo>
                  <a:pt x="53234" y="164837"/>
                </a:lnTo>
                <a:lnTo>
                  <a:pt x="53235" y="164837"/>
                </a:lnTo>
                <a:lnTo>
                  <a:pt x="53236" y="164837"/>
                </a:lnTo>
                <a:lnTo>
                  <a:pt x="53237" y="164837"/>
                </a:lnTo>
                <a:lnTo>
                  <a:pt x="53238" y="164837"/>
                </a:lnTo>
                <a:lnTo>
                  <a:pt x="53239" y="164837"/>
                </a:lnTo>
                <a:lnTo>
                  <a:pt x="53240" y="164837"/>
                </a:lnTo>
                <a:lnTo>
                  <a:pt x="53241" y="164837"/>
                </a:lnTo>
                <a:lnTo>
                  <a:pt x="53242" y="164837"/>
                </a:lnTo>
                <a:lnTo>
                  <a:pt x="53243" y="164837"/>
                </a:lnTo>
                <a:lnTo>
                  <a:pt x="53244" y="164837"/>
                </a:lnTo>
                <a:lnTo>
                  <a:pt x="53245" y="164837"/>
                </a:lnTo>
                <a:lnTo>
                  <a:pt x="53246" y="164837"/>
                </a:lnTo>
                <a:lnTo>
                  <a:pt x="53247" y="164837"/>
                </a:lnTo>
                <a:lnTo>
                  <a:pt x="53248" y="164837"/>
                </a:lnTo>
                <a:lnTo>
                  <a:pt x="53249" y="164837"/>
                </a:lnTo>
                <a:lnTo>
                  <a:pt x="53250" y="164837"/>
                </a:lnTo>
                <a:lnTo>
                  <a:pt x="53251" y="164837"/>
                </a:lnTo>
                <a:lnTo>
                  <a:pt x="53252" y="164837"/>
                </a:lnTo>
                <a:lnTo>
                  <a:pt x="53253" y="164837"/>
                </a:lnTo>
                <a:lnTo>
                  <a:pt x="53254" y="164837"/>
                </a:lnTo>
                <a:lnTo>
                  <a:pt x="53255" y="164837"/>
                </a:lnTo>
                <a:lnTo>
                  <a:pt x="53256" y="164837"/>
                </a:lnTo>
                <a:lnTo>
                  <a:pt x="53257" y="164837"/>
                </a:lnTo>
                <a:lnTo>
                  <a:pt x="53259" y="164837"/>
                </a:lnTo>
                <a:lnTo>
                  <a:pt x="53260" y="164837"/>
                </a:lnTo>
                <a:lnTo>
                  <a:pt x="53261" y="164837"/>
                </a:lnTo>
                <a:lnTo>
                  <a:pt x="53262" y="164837"/>
                </a:lnTo>
                <a:lnTo>
                  <a:pt x="53263" y="164837"/>
                </a:lnTo>
                <a:lnTo>
                  <a:pt x="53264" y="164837"/>
                </a:lnTo>
                <a:lnTo>
                  <a:pt x="53265" y="164837"/>
                </a:lnTo>
                <a:lnTo>
                  <a:pt x="53266" y="164837"/>
                </a:lnTo>
                <a:lnTo>
                  <a:pt x="53267" y="164837"/>
                </a:lnTo>
                <a:lnTo>
                  <a:pt x="53268" y="164837"/>
                </a:lnTo>
                <a:lnTo>
                  <a:pt x="53269" y="164837"/>
                </a:lnTo>
                <a:lnTo>
                  <a:pt x="53270" y="164837"/>
                </a:lnTo>
                <a:lnTo>
                  <a:pt x="53271" y="164837"/>
                </a:lnTo>
                <a:lnTo>
                  <a:pt x="53272" y="164837"/>
                </a:lnTo>
                <a:lnTo>
                  <a:pt x="53273" y="164837"/>
                </a:lnTo>
                <a:lnTo>
                  <a:pt x="53274" y="164837"/>
                </a:lnTo>
                <a:lnTo>
                  <a:pt x="53275" y="164837"/>
                </a:lnTo>
                <a:lnTo>
                  <a:pt x="53276" y="164837"/>
                </a:lnTo>
                <a:lnTo>
                  <a:pt x="53277" y="164837"/>
                </a:lnTo>
                <a:lnTo>
                  <a:pt x="53278" y="164837"/>
                </a:lnTo>
                <a:lnTo>
                  <a:pt x="53279" y="164837"/>
                </a:lnTo>
                <a:lnTo>
                  <a:pt x="53280" y="164837"/>
                </a:lnTo>
                <a:lnTo>
                  <a:pt x="53281" y="164837"/>
                </a:lnTo>
                <a:lnTo>
                  <a:pt x="53282" y="164837"/>
                </a:lnTo>
                <a:lnTo>
                  <a:pt x="53283" y="164837"/>
                </a:lnTo>
                <a:lnTo>
                  <a:pt x="53284" y="164837"/>
                </a:lnTo>
                <a:lnTo>
                  <a:pt x="53285" y="164837"/>
                </a:lnTo>
                <a:lnTo>
                  <a:pt x="53286" y="164837"/>
                </a:lnTo>
                <a:lnTo>
                  <a:pt x="53287" y="164837"/>
                </a:lnTo>
                <a:lnTo>
                  <a:pt x="53288" y="164837"/>
                </a:lnTo>
                <a:lnTo>
                  <a:pt x="53289" y="164837"/>
                </a:lnTo>
                <a:lnTo>
                  <a:pt x="53290" y="164837"/>
                </a:lnTo>
                <a:lnTo>
                  <a:pt x="53291" y="164837"/>
                </a:lnTo>
                <a:lnTo>
                  <a:pt x="53293" y="164837"/>
                </a:lnTo>
                <a:lnTo>
                  <a:pt x="53294" y="164837"/>
                </a:lnTo>
                <a:lnTo>
                  <a:pt x="53295" y="164837"/>
                </a:lnTo>
                <a:lnTo>
                  <a:pt x="53296" y="164837"/>
                </a:lnTo>
                <a:lnTo>
                  <a:pt x="53297" y="164837"/>
                </a:lnTo>
                <a:lnTo>
                  <a:pt x="53298" y="164837"/>
                </a:lnTo>
                <a:lnTo>
                  <a:pt x="53299" y="164837"/>
                </a:lnTo>
                <a:lnTo>
                  <a:pt x="53300" y="164837"/>
                </a:lnTo>
                <a:lnTo>
                  <a:pt x="53301" y="164837"/>
                </a:lnTo>
                <a:lnTo>
                  <a:pt x="53302" y="164837"/>
                </a:lnTo>
                <a:lnTo>
                  <a:pt x="53303" y="164837"/>
                </a:lnTo>
                <a:lnTo>
                  <a:pt x="53304" y="164837"/>
                </a:lnTo>
                <a:lnTo>
                  <a:pt x="53305" y="164837"/>
                </a:lnTo>
                <a:lnTo>
                  <a:pt x="53306" y="164837"/>
                </a:lnTo>
                <a:lnTo>
                  <a:pt x="53307" y="164837"/>
                </a:lnTo>
                <a:lnTo>
                  <a:pt x="53308" y="164837"/>
                </a:lnTo>
                <a:lnTo>
                  <a:pt x="53309" y="164837"/>
                </a:lnTo>
                <a:lnTo>
                  <a:pt x="53310" y="164837"/>
                </a:lnTo>
                <a:lnTo>
                  <a:pt x="53311" y="164837"/>
                </a:lnTo>
                <a:lnTo>
                  <a:pt x="53312" y="164837"/>
                </a:lnTo>
                <a:lnTo>
                  <a:pt x="53313" y="164837"/>
                </a:lnTo>
                <a:lnTo>
                  <a:pt x="53314" y="164837"/>
                </a:lnTo>
                <a:lnTo>
                  <a:pt x="53315" y="164837"/>
                </a:lnTo>
                <a:lnTo>
                  <a:pt x="53316" y="164837"/>
                </a:lnTo>
                <a:lnTo>
                  <a:pt x="53317" y="164837"/>
                </a:lnTo>
                <a:lnTo>
                  <a:pt x="53318" y="164837"/>
                </a:lnTo>
                <a:lnTo>
                  <a:pt x="53319" y="164837"/>
                </a:lnTo>
                <a:lnTo>
                  <a:pt x="53320" y="164837"/>
                </a:lnTo>
                <a:lnTo>
                  <a:pt x="53321" y="164837"/>
                </a:lnTo>
                <a:lnTo>
                  <a:pt x="53322" y="164837"/>
                </a:lnTo>
                <a:lnTo>
                  <a:pt x="53323" y="164837"/>
                </a:lnTo>
                <a:lnTo>
                  <a:pt x="53324" y="164837"/>
                </a:lnTo>
                <a:lnTo>
                  <a:pt x="53325" y="164837"/>
                </a:lnTo>
                <a:lnTo>
                  <a:pt x="53327" y="164837"/>
                </a:lnTo>
                <a:lnTo>
                  <a:pt x="53328" y="164837"/>
                </a:lnTo>
                <a:lnTo>
                  <a:pt x="53329" y="164837"/>
                </a:lnTo>
                <a:lnTo>
                  <a:pt x="53330" y="164837"/>
                </a:lnTo>
                <a:lnTo>
                  <a:pt x="53331" y="164837"/>
                </a:lnTo>
                <a:lnTo>
                  <a:pt x="53332" y="164837"/>
                </a:lnTo>
                <a:lnTo>
                  <a:pt x="53333" y="164837"/>
                </a:lnTo>
                <a:lnTo>
                  <a:pt x="53334" y="164837"/>
                </a:lnTo>
                <a:lnTo>
                  <a:pt x="53335" y="164837"/>
                </a:lnTo>
                <a:lnTo>
                  <a:pt x="53336" y="164837"/>
                </a:lnTo>
                <a:lnTo>
                  <a:pt x="53337" y="164837"/>
                </a:lnTo>
                <a:lnTo>
                  <a:pt x="53338" y="164837"/>
                </a:lnTo>
                <a:lnTo>
                  <a:pt x="53339" y="164837"/>
                </a:lnTo>
                <a:lnTo>
                  <a:pt x="53340" y="164837"/>
                </a:lnTo>
                <a:lnTo>
                  <a:pt x="53341" y="164837"/>
                </a:lnTo>
                <a:lnTo>
                  <a:pt x="53342" y="164837"/>
                </a:lnTo>
                <a:lnTo>
                  <a:pt x="53343" y="164837"/>
                </a:lnTo>
                <a:lnTo>
                  <a:pt x="53344" y="164837"/>
                </a:lnTo>
                <a:lnTo>
                  <a:pt x="53345" y="164837"/>
                </a:lnTo>
                <a:lnTo>
                  <a:pt x="53346" y="164837"/>
                </a:lnTo>
                <a:lnTo>
                  <a:pt x="53347" y="164837"/>
                </a:lnTo>
                <a:lnTo>
                  <a:pt x="53348" y="164837"/>
                </a:lnTo>
                <a:lnTo>
                  <a:pt x="53349" y="164837"/>
                </a:lnTo>
                <a:lnTo>
                  <a:pt x="53350" y="164837"/>
                </a:lnTo>
                <a:lnTo>
                  <a:pt x="53351" y="164837"/>
                </a:lnTo>
                <a:lnTo>
                  <a:pt x="53352" y="164837"/>
                </a:lnTo>
                <a:lnTo>
                  <a:pt x="53353" y="164837"/>
                </a:lnTo>
                <a:lnTo>
                  <a:pt x="53354" y="164837"/>
                </a:lnTo>
                <a:lnTo>
                  <a:pt x="53355" y="164837"/>
                </a:lnTo>
                <a:lnTo>
                  <a:pt x="53356" y="164837"/>
                </a:lnTo>
                <a:lnTo>
                  <a:pt x="53357" y="164837"/>
                </a:lnTo>
                <a:lnTo>
                  <a:pt x="53358" y="164837"/>
                </a:lnTo>
                <a:lnTo>
                  <a:pt x="53360" y="164837"/>
                </a:lnTo>
                <a:lnTo>
                  <a:pt x="53361" y="164837"/>
                </a:lnTo>
                <a:lnTo>
                  <a:pt x="53362" y="164837"/>
                </a:lnTo>
                <a:lnTo>
                  <a:pt x="53363" y="164837"/>
                </a:lnTo>
                <a:lnTo>
                  <a:pt x="53364" y="164837"/>
                </a:lnTo>
                <a:lnTo>
                  <a:pt x="53365" y="164837"/>
                </a:lnTo>
                <a:lnTo>
                  <a:pt x="53366" y="164837"/>
                </a:lnTo>
                <a:lnTo>
                  <a:pt x="53367" y="164837"/>
                </a:lnTo>
                <a:lnTo>
                  <a:pt x="53368" y="164837"/>
                </a:lnTo>
                <a:lnTo>
                  <a:pt x="53369" y="164837"/>
                </a:lnTo>
                <a:lnTo>
                  <a:pt x="53370" y="164837"/>
                </a:lnTo>
                <a:lnTo>
                  <a:pt x="53371" y="164837"/>
                </a:lnTo>
                <a:lnTo>
                  <a:pt x="53372" y="164837"/>
                </a:lnTo>
                <a:lnTo>
                  <a:pt x="53373" y="164837"/>
                </a:lnTo>
                <a:lnTo>
                  <a:pt x="53374" y="164837"/>
                </a:lnTo>
                <a:lnTo>
                  <a:pt x="53375" y="164837"/>
                </a:lnTo>
                <a:lnTo>
                  <a:pt x="53376" y="164837"/>
                </a:lnTo>
                <a:lnTo>
                  <a:pt x="53377" y="164837"/>
                </a:lnTo>
                <a:lnTo>
                  <a:pt x="53378" y="164837"/>
                </a:lnTo>
                <a:lnTo>
                  <a:pt x="53379" y="164837"/>
                </a:lnTo>
                <a:lnTo>
                  <a:pt x="53380" y="164837"/>
                </a:lnTo>
                <a:lnTo>
                  <a:pt x="53381" y="164837"/>
                </a:lnTo>
                <a:lnTo>
                  <a:pt x="53382" y="164837"/>
                </a:lnTo>
                <a:lnTo>
                  <a:pt x="53383" y="164837"/>
                </a:lnTo>
                <a:lnTo>
                  <a:pt x="53384" y="164837"/>
                </a:lnTo>
                <a:lnTo>
                  <a:pt x="53385" y="164837"/>
                </a:lnTo>
                <a:lnTo>
                  <a:pt x="53386" y="164837"/>
                </a:lnTo>
                <a:lnTo>
                  <a:pt x="53387" y="164837"/>
                </a:lnTo>
                <a:lnTo>
                  <a:pt x="53388" y="164837"/>
                </a:lnTo>
                <a:lnTo>
                  <a:pt x="53389" y="164837"/>
                </a:lnTo>
                <a:lnTo>
                  <a:pt x="53390" y="164837"/>
                </a:lnTo>
                <a:lnTo>
                  <a:pt x="53391" y="164837"/>
                </a:lnTo>
                <a:lnTo>
                  <a:pt x="53393" y="164837"/>
                </a:lnTo>
                <a:lnTo>
                  <a:pt x="53394" y="164837"/>
                </a:lnTo>
                <a:lnTo>
                  <a:pt x="53395" y="164837"/>
                </a:lnTo>
                <a:lnTo>
                  <a:pt x="53396" y="164837"/>
                </a:lnTo>
                <a:lnTo>
                  <a:pt x="53397" y="164837"/>
                </a:lnTo>
                <a:lnTo>
                  <a:pt x="53398" y="164837"/>
                </a:lnTo>
                <a:lnTo>
                  <a:pt x="53399" y="164837"/>
                </a:lnTo>
                <a:lnTo>
                  <a:pt x="53400" y="164837"/>
                </a:lnTo>
                <a:lnTo>
                  <a:pt x="53401" y="164837"/>
                </a:lnTo>
                <a:lnTo>
                  <a:pt x="53402" y="164837"/>
                </a:lnTo>
                <a:lnTo>
                  <a:pt x="53403" y="164837"/>
                </a:lnTo>
                <a:lnTo>
                  <a:pt x="53404" y="164837"/>
                </a:lnTo>
                <a:lnTo>
                  <a:pt x="53405" y="164837"/>
                </a:lnTo>
                <a:lnTo>
                  <a:pt x="53406" y="164837"/>
                </a:lnTo>
                <a:lnTo>
                  <a:pt x="53407" y="164837"/>
                </a:lnTo>
                <a:lnTo>
                  <a:pt x="53408" y="164837"/>
                </a:lnTo>
                <a:lnTo>
                  <a:pt x="53409" y="164837"/>
                </a:lnTo>
                <a:lnTo>
                  <a:pt x="53410" y="164837"/>
                </a:lnTo>
                <a:lnTo>
                  <a:pt x="53411" y="164837"/>
                </a:lnTo>
                <a:lnTo>
                  <a:pt x="53412" y="164837"/>
                </a:lnTo>
                <a:lnTo>
                  <a:pt x="53413" y="164837"/>
                </a:lnTo>
                <a:lnTo>
                  <a:pt x="53414" y="164837"/>
                </a:lnTo>
                <a:lnTo>
                  <a:pt x="53415" y="164837"/>
                </a:lnTo>
                <a:lnTo>
                  <a:pt x="53416" y="164837"/>
                </a:lnTo>
                <a:lnTo>
                  <a:pt x="53417" y="164837"/>
                </a:lnTo>
                <a:lnTo>
                  <a:pt x="53418" y="164837"/>
                </a:lnTo>
                <a:lnTo>
                  <a:pt x="53419" y="164837"/>
                </a:lnTo>
                <a:lnTo>
                  <a:pt x="53420" y="164837"/>
                </a:lnTo>
                <a:lnTo>
                  <a:pt x="53421" y="164837"/>
                </a:lnTo>
                <a:lnTo>
                  <a:pt x="53422" y="164837"/>
                </a:lnTo>
                <a:lnTo>
                  <a:pt x="53423" y="164837"/>
                </a:lnTo>
                <a:lnTo>
                  <a:pt x="53425" y="164837"/>
                </a:lnTo>
                <a:lnTo>
                  <a:pt x="53426" y="164837"/>
                </a:lnTo>
                <a:lnTo>
                  <a:pt x="53427" y="164837"/>
                </a:lnTo>
                <a:lnTo>
                  <a:pt x="53428" y="164837"/>
                </a:lnTo>
                <a:lnTo>
                  <a:pt x="53429" y="164837"/>
                </a:lnTo>
                <a:lnTo>
                  <a:pt x="53430" y="164837"/>
                </a:lnTo>
                <a:lnTo>
                  <a:pt x="53431" y="164837"/>
                </a:lnTo>
                <a:lnTo>
                  <a:pt x="53432" y="164837"/>
                </a:lnTo>
                <a:lnTo>
                  <a:pt x="53433" y="164837"/>
                </a:lnTo>
                <a:lnTo>
                  <a:pt x="53434" y="164837"/>
                </a:lnTo>
                <a:lnTo>
                  <a:pt x="53435" y="164837"/>
                </a:lnTo>
                <a:lnTo>
                  <a:pt x="53436" y="164837"/>
                </a:lnTo>
                <a:lnTo>
                  <a:pt x="53437" y="164837"/>
                </a:lnTo>
                <a:lnTo>
                  <a:pt x="53438" y="164837"/>
                </a:lnTo>
                <a:lnTo>
                  <a:pt x="53439" y="164837"/>
                </a:lnTo>
                <a:lnTo>
                  <a:pt x="53440" y="164837"/>
                </a:lnTo>
                <a:lnTo>
                  <a:pt x="53441" y="164837"/>
                </a:lnTo>
                <a:lnTo>
                  <a:pt x="53442" y="164837"/>
                </a:lnTo>
                <a:lnTo>
                  <a:pt x="53443" y="164837"/>
                </a:lnTo>
                <a:lnTo>
                  <a:pt x="53444" y="164837"/>
                </a:lnTo>
                <a:lnTo>
                  <a:pt x="53445" y="164837"/>
                </a:lnTo>
                <a:lnTo>
                  <a:pt x="53446" y="164837"/>
                </a:lnTo>
                <a:lnTo>
                  <a:pt x="53447" y="164837"/>
                </a:lnTo>
                <a:lnTo>
                  <a:pt x="53448" y="164837"/>
                </a:lnTo>
                <a:lnTo>
                  <a:pt x="53449" y="164837"/>
                </a:lnTo>
                <a:lnTo>
                  <a:pt x="53450" y="164837"/>
                </a:lnTo>
                <a:lnTo>
                  <a:pt x="53451" y="164837"/>
                </a:lnTo>
                <a:lnTo>
                  <a:pt x="53452" y="164837"/>
                </a:lnTo>
                <a:lnTo>
                  <a:pt x="53453" y="164837"/>
                </a:lnTo>
                <a:lnTo>
                  <a:pt x="53454" y="164837"/>
                </a:lnTo>
                <a:lnTo>
                  <a:pt x="53456" y="164837"/>
                </a:lnTo>
                <a:lnTo>
                  <a:pt x="53457" y="164837"/>
                </a:lnTo>
                <a:lnTo>
                  <a:pt x="53458" y="164837"/>
                </a:lnTo>
                <a:lnTo>
                  <a:pt x="53459" y="164837"/>
                </a:lnTo>
                <a:lnTo>
                  <a:pt x="53460" y="164837"/>
                </a:lnTo>
                <a:lnTo>
                  <a:pt x="53461" y="164837"/>
                </a:lnTo>
                <a:lnTo>
                  <a:pt x="53462" y="164837"/>
                </a:lnTo>
                <a:lnTo>
                  <a:pt x="53463" y="164837"/>
                </a:lnTo>
                <a:lnTo>
                  <a:pt x="53464" y="164837"/>
                </a:lnTo>
                <a:lnTo>
                  <a:pt x="53465" y="164837"/>
                </a:lnTo>
                <a:lnTo>
                  <a:pt x="53466" y="164837"/>
                </a:lnTo>
                <a:lnTo>
                  <a:pt x="53467" y="164837"/>
                </a:lnTo>
                <a:lnTo>
                  <a:pt x="53468" y="164837"/>
                </a:lnTo>
                <a:lnTo>
                  <a:pt x="53469" y="164837"/>
                </a:lnTo>
                <a:lnTo>
                  <a:pt x="53470" y="164837"/>
                </a:lnTo>
                <a:lnTo>
                  <a:pt x="53471" y="164837"/>
                </a:lnTo>
                <a:lnTo>
                  <a:pt x="53472" y="164837"/>
                </a:lnTo>
                <a:lnTo>
                  <a:pt x="53473" y="164837"/>
                </a:lnTo>
                <a:lnTo>
                  <a:pt x="53474" y="164837"/>
                </a:lnTo>
                <a:lnTo>
                  <a:pt x="53475" y="164837"/>
                </a:lnTo>
                <a:lnTo>
                  <a:pt x="53476" y="164837"/>
                </a:lnTo>
                <a:lnTo>
                  <a:pt x="53477" y="164837"/>
                </a:lnTo>
                <a:lnTo>
                  <a:pt x="53478" y="164837"/>
                </a:lnTo>
                <a:lnTo>
                  <a:pt x="53479" y="164837"/>
                </a:lnTo>
                <a:lnTo>
                  <a:pt x="53480" y="164837"/>
                </a:lnTo>
                <a:lnTo>
                  <a:pt x="53481" y="164837"/>
                </a:lnTo>
                <a:lnTo>
                  <a:pt x="53482" y="164837"/>
                </a:lnTo>
                <a:lnTo>
                  <a:pt x="53483" y="164837"/>
                </a:lnTo>
                <a:lnTo>
                  <a:pt x="53484" y="164837"/>
                </a:lnTo>
                <a:lnTo>
                  <a:pt x="53485" y="164837"/>
                </a:lnTo>
                <a:lnTo>
                  <a:pt x="53486" y="164837"/>
                </a:lnTo>
                <a:lnTo>
                  <a:pt x="53488" y="164837"/>
                </a:lnTo>
                <a:lnTo>
                  <a:pt x="53489" y="164837"/>
                </a:lnTo>
                <a:lnTo>
                  <a:pt x="53490" y="164837"/>
                </a:lnTo>
                <a:lnTo>
                  <a:pt x="53491" y="164837"/>
                </a:lnTo>
                <a:lnTo>
                  <a:pt x="53492" y="164837"/>
                </a:lnTo>
                <a:lnTo>
                  <a:pt x="53493" y="164837"/>
                </a:lnTo>
                <a:lnTo>
                  <a:pt x="53494" y="164837"/>
                </a:lnTo>
                <a:lnTo>
                  <a:pt x="53495" y="164837"/>
                </a:lnTo>
                <a:lnTo>
                  <a:pt x="53496" y="164837"/>
                </a:lnTo>
                <a:lnTo>
                  <a:pt x="53497" y="164837"/>
                </a:lnTo>
                <a:lnTo>
                  <a:pt x="53498" y="164837"/>
                </a:lnTo>
                <a:lnTo>
                  <a:pt x="53499" y="164837"/>
                </a:lnTo>
                <a:lnTo>
                  <a:pt x="53500" y="164837"/>
                </a:lnTo>
                <a:lnTo>
                  <a:pt x="53501" y="164837"/>
                </a:lnTo>
                <a:lnTo>
                  <a:pt x="53502" y="164837"/>
                </a:lnTo>
                <a:lnTo>
                  <a:pt x="53503" y="164837"/>
                </a:lnTo>
                <a:lnTo>
                  <a:pt x="53504" y="164837"/>
                </a:lnTo>
                <a:lnTo>
                  <a:pt x="53505" y="164837"/>
                </a:lnTo>
                <a:lnTo>
                  <a:pt x="53506" y="164837"/>
                </a:lnTo>
                <a:lnTo>
                  <a:pt x="53507" y="164837"/>
                </a:lnTo>
                <a:lnTo>
                  <a:pt x="53508" y="164837"/>
                </a:lnTo>
                <a:lnTo>
                  <a:pt x="53509" y="164837"/>
                </a:lnTo>
                <a:lnTo>
                  <a:pt x="53510" y="164837"/>
                </a:lnTo>
                <a:lnTo>
                  <a:pt x="53511" y="164837"/>
                </a:lnTo>
                <a:lnTo>
                  <a:pt x="53512" y="164837"/>
                </a:lnTo>
                <a:lnTo>
                  <a:pt x="53513" y="164837"/>
                </a:lnTo>
                <a:lnTo>
                  <a:pt x="53514" y="164837"/>
                </a:lnTo>
                <a:lnTo>
                  <a:pt x="53515" y="164837"/>
                </a:lnTo>
                <a:lnTo>
                  <a:pt x="53516" y="164837"/>
                </a:lnTo>
                <a:lnTo>
                  <a:pt x="53518" y="164837"/>
                </a:lnTo>
                <a:lnTo>
                  <a:pt x="53519" y="164837"/>
                </a:lnTo>
                <a:lnTo>
                  <a:pt x="53520" y="164837"/>
                </a:lnTo>
                <a:lnTo>
                  <a:pt x="53521" y="164837"/>
                </a:lnTo>
                <a:lnTo>
                  <a:pt x="53522" y="164837"/>
                </a:lnTo>
                <a:lnTo>
                  <a:pt x="53523" y="164837"/>
                </a:lnTo>
                <a:lnTo>
                  <a:pt x="53524" y="164837"/>
                </a:lnTo>
                <a:lnTo>
                  <a:pt x="53525" y="164837"/>
                </a:lnTo>
                <a:lnTo>
                  <a:pt x="53526" y="164837"/>
                </a:lnTo>
                <a:lnTo>
                  <a:pt x="53527" y="164837"/>
                </a:lnTo>
                <a:lnTo>
                  <a:pt x="53528" y="164837"/>
                </a:lnTo>
                <a:lnTo>
                  <a:pt x="53529" y="164837"/>
                </a:lnTo>
                <a:lnTo>
                  <a:pt x="53530" y="164837"/>
                </a:lnTo>
                <a:lnTo>
                  <a:pt x="53531" y="164837"/>
                </a:lnTo>
                <a:lnTo>
                  <a:pt x="53532" y="164837"/>
                </a:lnTo>
                <a:lnTo>
                  <a:pt x="53533" y="164837"/>
                </a:lnTo>
                <a:lnTo>
                  <a:pt x="53534" y="164837"/>
                </a:lnTo>
                <a:lnTo>
                  <a:pt x="53535" y="164837"/>
                </a:lnTo>
                <a:lnTo>
                  <a:pt x="53536" y="164837"/>
                </a:lnTo>
                <a:lnTo>
                  <a:pt x="53537" y="164837"/>
                </a:lnTo>
                <a:lnTo>
                  <a:pt x="53538" y="164837"/>
                </a:lnTo>
                <a:lnTo>
                  <a:pt x="53539" y="164837"/>
                </a:lnTo>
                <a:lnTo>
                  <a:pt x="53540" y="164837"/>
                </a:lnTo>
                <a:lnTo>
                  <a:pt x="53541" y="164837"/>
                </a:lnTo>
                <a:lnTo>
                  <a:pt x="53542" y="164837"/>
                </a:lnTo>
                <a:lnTo>
                  <a:pt x="53543" y="164837"/>
                </a:lnTo>
                <a:lnTo>
                  <a:pt x="53544" y="164837"/>
                </a:lnTo>
                <a:lnTo>
                  <a:pt x="53545" y="164837"/>
                </a:lnTo>
                <a:lnTo>
                  <a:pt x="53546" y="164837"/>
                </a:lnTo>
                <a:lnTo>
                  <a:pt x="53548" y="164837"/>
                </a:lnTo>
                <a:lnTo>
                  <a:pt x="53549" y="164837"/>
                </a:lnTo>
                <a:lnTo>
                  <a:pt x="53550" y="164837"/>
                </a:lnTo>
                <a:lnTo>
                  <a:pt x="53551" y="164837"/>
                </a:lnTo>
                <a:lnTo>
                  <a:pt x="53552" y="164837"/>
                </a:lnTo>
                <a:lnTo>
                  <a:pt x="53553" y="164837"/>
                </a:lnTo>
                <a:lnTo>
                  <a:pt x="53554" y="164837"/>
                </a:lnTo>
                <a:lnTo>
                  <a:pt x="53555" y="164837"/>
                </a:lnTo>
                <a:lnTo>
                  <a:pt x="53556" y="164837"/>
                </a:lnTo>
                <a:lnTo>
                  <a:pt x="53557" y="164837"/>
                </a:lnTo>
                <a:lnTo>
                  <a:pt x="53558" y="164837"/>
                </a:lnTo>
                <a:lnTo>
                  <a:pt x="53559" y="164837"/>
                </a:lnTo>
                <a:lnTo>
                  <a:pt x="53560" y="164837"/>
                </a:lnTo>
                <a:lnTo>
                  <a:pt x="53561" y="164837"/>
                </a:lnTo>
                <a:lnTo>
                  <a:pt x="53562" y="164837"/>
                </a:lnTo>
                <a:lnTo>
                  <a:pt x="53563" y="164837"/>
                </a:lnTo>
                <a:lnTo>
                  <a:pt x="53564" y="164837"/>
                </a:lnTo>
                <a:lnTo>
                  <a:pt x="53565" y="164837"/>
                </a:lnTo>
                <a:lnTo>
                  <a:pt x="53566" y="164837"/>
                </a:lnTo>
                <a:lnTo>
                  <a:pt x="53567" y="164837"/>
                </a:lnTo>
                <a:lnTo>
                  <a:pt x="53568" y="164837"/>
                </a:lnTo>
                <a:lnTo>
                  <a:pt x="53569" y="164837"/>
                </a:lnTo>
                <a:lnTo>
                  <a:pt x="53570" y="164837"/>
                </a:lnTo>
                <a:lnTo>
                  <a:pt x="53571" y="164837"/>
                </a:lnTo>
                <a:lnTo>
                  <a:pt x="53572" y="164837"/>
                </a:lnTo>
                <a:lnTo>
                  <a:pt x="53573" y="164837"/>
                </a:lnTo>
                <a:lnTo>
                  <a:pt x="53574" y="164837"/>
                </a:lnTo>
                <a:lnTo>
                  <a:pt x="53575" y="164837"/>
                </a:lnTo>
                <a:lnTo>
                  <a:pt x="53576" y="164837"/>
                </a:lnTo>
                <a:lnTo>
                  <a:pt x="53578" y="164837"/>
                </a:lnTo>
                <a:lnTo>
                  <a:pt x="53579" y="164837"/>
                </a:lnTo>
                <a:lnTo>
                  <a:pt x="53580" y="164837"/>
                </a:lnTo>
                <a:lnTo>
                  <a:pt x="53581" y="164837"/>
                </a:lnTo>
                <a:lnTo>
                  <a:pt x="53582" y="164837"/>
                </a:lnTo>
                <a:lnTo>
                  <a:pt x="53583" y="164837"/>
                </a:lnTo>
                <a:lnTo>
                  <a:pt x="53584" y="164837"/>
                </a:lnTo>
                <a:lnTo>
                  <a:pt x="53585" y="164837"/>
                </a:lnTo>
                <a:lnTo>
                  <a:pt x="53586" y="164837"/>
                </a:lnTo>
                <a:lnTo>
                  <a:pt x="53587" y="164837"/>
                </a:lnTo>
                <a:lnTo>
                  <a:pt x="53588" y="164837"/>
                </a:lnTo>
                <a:lnTo>
                  <a:pt x="53589" y="164837"/>
                </a:lnTo>
                <a:lnTo>
                  <a:pt x="53590" y="164837"/>
                </a:lnTo>
                <a:lnTo>
                  <a:pt x="53591" y="164837"/>
                </a:lnTo>
                <a:lnTo>
                  <a:pt x="53592" y="164837"/>
                </a:lnTo>
                <a:lnTo>
                  <a:pt x="53593" y="164837"/>
                </a:lnTo>
                <a:lnTo>
                  <a:pt x="53594" y="164837"/>
                </a:lnTo>
                <a:lnTo>
                  <a:pt x="53595" y="164837"/>
                </a:lnTo>
                <a:lnTo>
                  <a:pt x="53596" y="164837"/>
                </a:lnTo>
                <a:lnTo>
                  <a:pt x="53597" y="164837"/>
                </a:lnTo>
                <a:lnTo>
                  <a:pt x="53598" y="164837"/>
                </a:lnTo>
                <a:lnTo>
                  <a:pt x="53599" y="164837"/>
                </a:lnTo>
                <a:lnTo>
                  <a:pt x="53600" y="164837"/>
                </a:lnTo>
                <a:lnTo>
                  <a:pt x="53601" y="164837"/>
                </a:lnTo>
                <a:lnTo>
                  <a:pt x="53602" y="164837"/>
                </a:lnTo>
                <a:lnTo>
                  <a:pt x="53603" y="164837"/>
                </a:lnTo>
                <a:lnTo>
                  <a:pt x="53604" y="164837"/>
                </a:lnTo>
                <a:lnTo>
                  <a:pt x="53605" y="164837"/>
                </a:lnTo>
                <a:lnTo>
                  <a:pt x="53606" y="164837"/>
                </a:lnTo>
                <a:lnTo>
                  <a:pt x="53608" y="164837"/>
                </a:lnTo>
                <a:lnTo>
                  <a:pt x="53609" y="164837"/>
                </a:lnTo>
                <a:lnTo>
                  <a:pt x="53610" y="164837"/>
                </a:lnTo>
                <a:lnTo>
                  <a:pt x="53611" y="164837"/>
                </a:lnTo>
                <a:lnTo>
                  <a:pt x="53612" y="164837"/>
                </a:lnTo>
                <a:lnTo>
                  <a:pt x="53613" y="164837"/>
                </a:lnTo>
                <a:lnTo>
                  <a:pt x="53614" y="164837"/>
                </a:lnTo>
                <a:lnTo>
                  <a:pt x="53615" y="164837"/>
                </a:lnTo>
                <a:lnTo>
                  <a:pt x="53616" y="164837"/>
                </a:lnTo>
                <a:lnTo>
                  <a:pt x="53617" y="164837"/>
                </a:lnTo>
                <a:lnTo>
                  <a:pt x="53618" y="164837"/>
                </a:lnTo>
                <a:lnTo>
                  <a:pt x="53619" y="164837"/>
                </a:lnTo>
                <a:lnTo>
                  <a:pt x="53620" y="164837"/>
                </a:lnTo>
                <a:lnTo>
                  <a:pt x="53621" y="164837"/>
                </a:lnTo>
                <a:lnTo>
                  <a:pt x="53622" y="164837"/>
                </a:lnTo>
                <a:lnTo>
                  <a:pt x="53623" y="164837"/>
                </a:lnTo>
                <a:lnTo>
                  <a:pt x="53624" y="164837"/>
                </a:lnTo>
                <a:lnTo>
                  <a:pt x="53625" y="164837"/>
                </a:lnTo>
                <a:lnTo>
                  <a:pt x="53626" y="164837"/>
                </a:lnTo>
                <a:lnTo>
                  <a:pt x="53627" y="164837"/>
                </a:lnTo>
                <a:lnTo>
                  <a:pt x="53628" y="164837"/>
                </a:lnTo>
                <a:lnTo>
                  <a:pt x="53629" y="164837"/>
                </a:lnTo>
                <a:lnTo>
                  <a:pt x="53630" y="164837"/>
                </a:lnTo>
                <a:lnTo>
                  <a:pt x="53631" y="164837"/>
                </a:lnTo>
                <a:lnTo>
                  <a:pt x="53632" y="164837"/>
                </a:lnTo>
                <a:lnTo>
                  <a:pt x="53633" y="164837"/>
                </a:lnTo>
                <a:lnTo>
                  <a:pt x="53634" y="164837"/>
                </a:lnTo>
                <a:lnTo>
                  <a:pt x="53635" y="164837"/>
                </a:lnTo>
                <a:lnTo>
                  <a:pt x="53637" y="164837"/>
                </a:lnTo>
                <a:lnTo>
                  <a:pt x="53638" y="164837"/>
                </a:lnTo>
                <a:lnTo>
                  <a:pt x="53639" y="164837"/>
                </a:lnTo>
                <a:lnTo>
                  <a:pt x="53640" y="164837"/>
                </a:lnTo>
                <a:lnTo>
                  <a:pt x="53641" y="164837"/>
                </a:lnTo>
                <a:lnTo>
                  <a:pt x="53642" y="164837"/>
                </a:lnTo>
                <a:lnTo>
                  <a:pt x="53643" y="164837"/>
                </a:lnTo>
                <a:lnTo>
                  <a:pt x="53644" y="164837"/>
                </a:lnTo>
                <a:lnTo>
                  <a:pt x="53645" y="164837"/>
                </a:lnTo>
                <a:lnTo>
                  <a:pt x="53646" y="164837"/>
                </a:lnTo>
                <a:lnTo>
                  <a:pt x="53647" y="164837"/>
                </a:lnTo>
                <a:lnTo>
                  <a:pt x="53648" y="164837"/>
                </a:lnTo>
                <a:lnTo>
                  <a:pt x="53649" y="164837"/>
                </a:lnTo>
                <a:lnTo>
                  <a:pt x="53650" y="164837"/>
                </a:lnTo>
                <a:lnTo>
                  <a:pt x="53651" y="164837"/>
                </a:lnTo>
                <a:lnTo>
                  <a:pt x="53652" y="164837"/>
                </a:lnTo>
                <a:lnTo>
                  <a:pt x="53653" y="164837"/>
                </a:lnTo>
                <a:lnTo>
                  <a:pt x="53654" y="164837"/>
                </a:lnTo>
                <a:lnTo>
                  <a:pt x="53655" y="164837"/>
                </a:lnTo>
                <a:lnTo>
                  <a:pt x="53656" y="164837"/>
                </a:lnTo>
                <a:lnTo>
                  <a:pt x="53657" y="164837"/>
                </a:lnTo>
                <a:lnTo>
                  <a:pt x="53658" y="164837"/>
                </a:lnTo>
                <a:lnTo>
                  <a:pt x="53659" y="164837"/>
                </a:lnTo>
                <a:lnTo>
                  <a:pt x="53660" y="164837"/>
                </a:lnTo>
                <a:lnTo>
                  <a:pt x="53661" y="164837"/>
                </a:lnTo>
                <a:lnTo>
                  <a:pt x="53662" y="164837"/>
                </a:lnTo>
                <a:lnTo>
                  <a:pt x="53663" y="164837"/>
                </a:lnTo>
                <a:lnTo>
                  <a:pt x="53665" y="164837"/>
                </a:lnTo>
                <a:lnTo>
                  <a:pt x="53666" y="164837"/>
                </a:lnTo>
                <a:lnTo>
                  <a:pt x="53667" y="164837"/>
                </a:lnTo>
                <a:lnTo>
                  <a:pt x="53668" y="164837"/>
                </a:lnTo>
                <a:lnTo>
                  <a:pt x="53669" y="164837"/>
                </a:lnTo>
                <a:lnTo>
                  <a:pt x="53670" y="164837"/>
                </a:lnTo>
                <a:lnTo>
                  <a:pt x="53671" y="164837"/>
                </a:lnTo>
                <a:lnTo>
                  <a:pt x="53672" y="164837"/>
                </a:lnTo>
                <a:lnTo>
                  <a:pt x="53673" y="164837"/>
                </a:lnTo>
                <a:lnTo>
                  <a:pt x="53674" y="164837"/>
                </a:lnTo>
                <a:lnTo>
                  <a:pt x="53675" y="164837"/>
                </a:lnTo>
                <a:lnTo>
                  <a:pt x="53676" y="164837"/>
                </a:lnTo>
                <a:lnTo>
                  <a:pt x="53677" y="164837"/>
                </a:lnTo>
                <a:lnTo>
                  <a:pt x="53678" y="164837"/>
                </a:lnTo>
                <a:lnTo>
                  <a:pt x="53679" y="164837"/>
                </a:lnTo>
                <a:lnTo>
                  <a:pt x="53680" y="164837"/>
                </a:lnTo>
                <a:lnTo>
                  <a:pt x="53681" y="164837"/>
                </a:lnTo>
                <a:lnTo>
                  <a:pt x="53682" y="164837"/>
                </a:lnTo>
                <a:lnTo>
                  <a:pt x="53683" y="164837"/>
                </a:lnTo>
                <a:lnTo>
                  <a:pt x="53684" y="164837"/>
                </a:lnTo>
                <a:lnTo>
                  <a:pt x="53685" y="164837"/>
                </a:lnTo>
                <a:lnTo>
                  <a:pt x="53686" y="164837"/>
                </a:lnTo>
                <a:lnTo>
                  <a:pt x="53687" y="164837"/>
                </a:lnTo>
                <a:lnTo>
                  <a:pt x="53688" y="164837"/>
                </a:lnTo>
                <a:lnTo>
                  <a:pt x="53689" y="164837"/>
                </a:lnTo>
                <a:lnTo>
                  <a:pt x="53690" y="164837"/>
                </a:lnTo>
                <a:lnTo>
                  <a:pt x="53691" y="164837"/>
                </a:lnTo>
                <a:lnTo>
                  <a:pt x="53692" y="164837"/>
                </a:lnTo>
                <a:lnTo>
                  <a:pt x="53694" y="164837"/>
                </a:lnTo>
                <a:lnTo>
                  <a:pt x="53695" y="164837"/>
                </a:lnTo>
                <a:lnTo>
                  <a:pt x="53696" y="164837"/>
                </a:lnTo>
                <a:lnTo>
                  <a:pt x="53697" y="164837"/>
                </a:lnTo>
                <a:lnTo>
                  <a:pt x="53698" y="164837"/>
                </a:lnTo>
                <a:lnTo>
                  <a:pt x="53699" y="164837"/>
                </a:lnTo>
                <a:lnTo>
                  <a:pt x="53700" y="164837"/>
                </a:lnTo>
                <a:lnTo>
                  <a:pt x="53701" y="164837"/>
                </a:lnTo>
                <a:lnTo>
                  <a:pt x="53702" y="164837"/>
                </a:lnTo>
                <a:lnTo>
                  <a:pt x="53703" y="164837"/>
                </a:lnTo>
                <a:lnTo>
                  <a:pt x="53704" y="164837"/>
                </a:lnTo>
                <a:lnTo>
                  <a:pt x="53705" y="164837"/>
                </a:lnTo>
                <a:lnTo>
                  <a:pt x="53706" y="164837"/>
                </a:lnTo>
                <a:lnTo>
                  <a:pt x="53707" y="164837"/>
                </a:lnTo>
                <a:lnTo>
                  <a:pt x="53708" y="164837"/>
                </a:lnTo>
                <a:lnTo>
                  <a:pt x="53709" y="164837"/>
                </a:lnTo>
                <a:lnTo>
                  <a:pt x="53710" y="164837"/>
                </a:lnTo>
                <a:lnTo>
                  <a:pt x="53711" y="164837"/>
                </a:lnTo>
                <a:lnTo>
                  <a:pt x="53712" y="164837"/>
                </a:lnTo>
                <a:lnTo>
                  <a:pt x="53713" y="164837"/>
                </a:lnTo>
                <a:lnTo>
                  <a:pt x="53714" y="164837"/>
                </a:lnTo>
                <a:lnTo>
                  <a:pt x="53715" y="164837"/>
                </a:lnTo>
                <a:lnTo>
                  <a:pt x="53716" y="164837"/>
                </a:lnTo>
                <a:lnTo>
                  <a:pt x="53717" y="164837"/>
                </a:lnTo>
                <a:lnTo>
                  <a:pt x="53718" y="164837"/>
                </a:lnTo>
                <a:lnTo>
                  <a:pt x="53719" y="164837"/>
                </a:lnTo>
                <a:lnTo>
                  <a:pt x="53720" y="164837"/>
                </a:lnTo>
                <a:lnTo>
                  <a:pt x="53722" y="164837"/>
                </a:lnTo>
                <a:lnTo>
                  <a:pt x="53723" y="164837"/>
                </a:lnTo>
                <a:lnTo>
                  <a:pt x="53724" y="164837"/>
                </a:lnTo>
                <a:lnTo>
                  <a:pt x="53725" y="164837"/>
                </a:lnTo>
                <a:lnTo>
                  <a:pt x="53726" y="164837"/>
                </a:lnTo>
                <a:lnTo>
                  <a:pt x="53727" y="164837"/>
                </a:lnTo>
                <a:lnTo>
                  <a:pt x="53728" y="164837"/>
                </a:lnTo>
                <a:lnTo>
                  <a:pt x="53729" y="164837"/>
                </a:lnTo>
                <a:lnTo>
                  <a:pt x="53730" y="164837"/>
                </a:lnTo>
                <a:lnTo>
                  <a:pt x="53731" y="164837"/>
                </a:lnTo>
                <a:lnTo>
                  <a:pt x="53732" y="164837"/>
                </a:lnTo>
                <a:lnTo>
                  <a:pt x="53733" y="164837"/>
                </a:lnTo>
                <a:lnTo>
                  <a:pt x="53734" y="164837"/>
                </a:lnTo>
                <a:lnTo>
                  <a:pt x="53735" y="164837"/>
                </a:lnTo>
                <a:lnTo>
                  <a:pt x="53736" y="164837"/>
                </a:lnTo>
                <a:lnTo>
                  <a:pt x="53737" y="164837"/>
                </a:lnTo>
                <a:lnTo>
                  <a:pt x="53738" y="164837"/>
                </a:lnTo>
                <a:lnTo>
                  <a:pt x="53739" y="164837"/>
                </a:lnTo>
                <a:lnTo>
                  <a:pt x="53740" y="164837"/>
                </a:lnTo>
                <a:lnTo>
                  <a:pt x="53741" y="164837"/>
                </a:lnTo>
                <a:lnTo>
                  <a:pt x="53742" y="164837"/>
                </a:lnTo>
                <a:lnTo>
                  <a:pt x="53743" y="164837"/>
                </a:lnTo>
                <a:lnTo>
                  <a:pt x="53744" y="164837"/>
                </a:lnTo>
                <a:lnTo>
                  <a:pt x="53745" y="164837"/>
                </a:lnTo>
                <a:lnTo>
                  <a:pt x="53746" y="164837"/>
                </a:lnTo>
                <a:lnTo>
                  <a:pt x="53747" y="164837"/>
                </a:lnTo>
                <a:lnTo>
                  <a:pt x="53749" y="164837"/>
                </a:lnTo>
                <a:lnTo>
                  <a:pt x="53750" y="164837"/>
                </a:lnTo>
                <a:lnTo>
                  <a:pt x="53751" y="164837"/>
                </a:lnTo>
                <a:lnTo>
                  <a:pt x="53752" y="164837"/>
                </a:lnTo>
                <a:lnTo>
                  <a:pt x="53753" y="164837"/>
                </a:lnTo>
                <a:lnTo>
                  <a:pt x="53754" y="164837"/>
                </a:lnTo>
                <a:lnTo>
                  <a:pt x="53755" y="164837"/>
                </a:lnTo>
                <a:lnTo>
                  <a:pt x="53756" y="164837"/>
                </a:lnTo>
                <a:lnTo>
                  <a:pt x="53757" y="164837"/>
                </a:lnTo>
                <a:lnTo>
                  <a:pt x="53758" y="164837"/>
                </a:lnTo>
                <a:lnTo>
                  <a:pt x="53759" y="164837"/>
                </a:lnTo>
                <a:lnTo>
                  <a:pt x="53760" y="164837"/>
                </a:lnTo>
                <a:lnTo>
                  <a:pt x="53761" y="164837"/>
                </a:lnTo>
                <a:lnTo>
                  <a:pt x="53762" y="164837"/>
                </a:lnTo>
                <a:lnTo>
                  <a:pt x="53763" y="164837"/>
                </a:lnTo>
                <a:lnTo>
                  <a:pt x="53764" y="164837"/>
                </a:lnTo>
                <a:lnTo>
                  <a:pt x="53765" y="164837"/>
                </a:lnTo>
                <a:lnTo>
                  <a:pt x="53766" y="164837"/>
                </a:lnTo>
                <a:lnTo>
                  <a:pt x="53767" y="164837"/>
                </a:lnTo>
                <a:lnTo>
                  <a:pt x="53768" y="164837"/>
                </a:lnTo>
                <a:lnTo>
                  <a:pt x="53769" y="164837"/>
                </a:lnTo>
                <a:lnTo>
                  <a:pt x="53770" y="164837"/>
                </a:lnTo>
                <a:lnTo>
                  <a:pt x="53771" y="164837"/>
                </a:lnTo>
                <a:lnTo>
                  <a:pt x="53772" y="164837"/>
                </a:lnTo>
                <a:lnTo>
                  <a:pt x="53773" y="164837"/>
                </a:lnTo>
                <a:lnTo>
                  <a:pt x="53774" y="164837"/>
                </a:lnTo>
                <a:lnTo>
                  <a:pt x="53775" y="164837"/>
                </a:lnTo>
                <a:lnTo>
                  <a:pt x="53777" y="164837"/>
                </a:lnTo>
                <a:lnTo>
                  <a:pt x="53778" y="164837"/>
                </a:lnTo>
                <a:lnTo>
                  <a:pt x="53779" y="164837"/>
                </a:lnTo>
                <a:lnTo>
                  <a:pt x="53780" y="164837"/>
                </a:lnTo>
                <a:lnTo>
                  <a:pt x="53781" y="164837"/>
                </a:lnTo>
                <a:lnTo>
                  <a:pt x="53782" y="164837"/>
                </a:lnTo>
                <a:lnTo>
                  <a:pt x="53783" y="164837"/>
                </a:lnTo>
                <a:lnTo>
                  <a:pt x="53784" y="164837"/>
                </a:lnTo>
                <a:lnTo>
                  <a:pt x="53785" y="164837"/>
                </a:lnTo>
                <a:lnTo>
                  <a:pt x="53786" y="164837"/>
                </a:lnTo>
                <a:lnTo>
                  <a:pt x="53787" y="164837"/>
                </a:lnTo>
                <a:lnTo>
                  <a:pt x="53788" y="164837"/>
                </a:lnTo>
                <a:lnTo>
                  <a:pt x="53789" y="164837"/>
                </a:lnTo>
                <a:lnTo>
                  <a:pt x="53790" y="164837"/>
                </a:lnTo>
                <a:lnTo>
                  <a:pt x="53791" y="164837"/>
                </a:lnTo>
                <a:lnTo>
                  <a:pt x="53792" y="164837"/>
                </a:lnTo>
                <a:lnTo>
                  <a:pt x="53793" y="164837"/>
                </a:lnTo>
                <a:lnTo>
                  <a:pt x="53794" y="164837"/>
                </a:lnTo>
                <a:lnTo>
                  <a:pt x="53795" y="164837"/>
                </a:lnTo>
                <a:lnTo>
                  <a:pt x="53796" y="164837"/>
                </a:lnTo>
                <a:lnTo>
                  <a:pt x="53797" y="164837"/>
                </a:lnTo>
                <a:lnTo>
                  <a:pt x="53798" y="164837"/>
                </a:lnTo>
                <a:lnTo>
                  <a:pt x="53799" y="164837"/>
                </a:lnTo>
                <a:lnTo>
                  <a:pt x="53800" y="164837"/>
                </a:lnTo>
                <a:lnTo>
                  <a:pt x="53801" y="164837"/>
                </a:lnTo>
                <a:lnTo>
                  <a:pt x="53802" y="164837"/>
                </a:lnTo>
                <a:lnTo>
                  <a:pt x="53804" y="164837"/>
                </a:lnTo>
                <a:lnTo>
                  <a:pt x="53805" y="164837"/>
                </a:lnTo>
                <a:lnTo>
                  <a:pt x="53806" y="164837"/>
                </a:lnTo>
                <a:lnTo>
                  <a:pt x="53807" y="164837"/>
                </a:lnTo>
                <a:lnTo>
                  <a:pt x="53808" y="164837"/>
                </a:lnTo>
                <a:lnTo>
                  <a:pt x="53809" y="164837"/>
                </a:lnTo>
                <a:lnTo>
                  <a:pt x="53810" y="164837"/>
                </a:lnTo>
                <a:lnTo>
                  <a:pt x="53811" y="164837"/>
                </a:lnTo>
                <a:lnTo>
                  <a:pt x="53812" y="164837"/>
                </a:lnTo>
                <a:lnTo>
                  <a:pt x="53813" y="164837"/>
                </a:lnTo>
                <a:lnTo>
                  <a:pt x="53814" y="164837"/>
                </a:lnTo>
                <a:lnTo>
                  <a:pt x="53815" y="164837"/>
                </a:lnTo>
                <a:lnTo>
                  <a:pt x="53816" y="164837"/>
                </a:lnTo>
                <a:lnTo>
                  <a:pt x="53817" y="164837"/>
                </a:lnTo>
                <a:lnTo>
                  <a:pt x="53818" y="164837"/>
                </a:lnTo>
                <a:lnTo>
                  <a:pt x="53819" y="164837"/>
                </a:lnTo>
                <a:lnTo>
                  <a:pt x="53820" y="164837"/>
                </a:lnTo>
                <a:lnTo>
                  <a:pt x="53821" y="164837"/>
                </a:lnTo>
                <a:lnTo>
                  <a:pt x="53822" y="164837"/>
                </a:lnTo>
                <a:lnTo>
                  <a:pt x="53823" y="164837"/>
                </a:lnTo>
                <a:lnTo>
                  <a:pt x="53824" y="164837"/>
                </a:lnTo>
                <a:lnTo>
                  <a:pt x="53825" y="164837"/>
                </a:lnTo>
                <a:lnTo>
                  <a:pt x="53826" y="164837"/>
                </a:lnTo>
                <a:lnTo>
                  <a:pt x="53827" y="164837"/>
                </a:lnTo>
                <a:lnTo>
                  <a:pt x="53828" y="164837"/>
                </a:lnTo>
                <a:lnTo>
                  <a:pt x="53829" y="164837"/>
                </a:lnTo>
                <a:lnTo>
                  <a:pt x="53831" y="164837"/>
                </a:lnTo>
                <a:lnTo>
                  <a:pt x="53832" y="164837"/>
                </a:lnTo>
                <a:lnTo>
                  <a:pt x="53833" y="164837"/>
                </a:lnTo>
                <a:lnTo>
                  <a:pt x="53834" y="164837"/>
                </a:lnTo>
                <a:lnTo>
                  <a:pt x="53835" y="164837"/>
                </a:lnTo>
                <a:lnTo>
                  <a:pt x="53836" y="164837"/>
                </a:lnTo>
                <a:lnTo>
                  <a:pt x="53837" y="164837"/>
                </a:lnTo>
                <a:lnTo>
                  <a:pt x="53838" y="164837"/>
                </a:lnTo>
                <a:lnTo>
                  <a:pt x="53839" y="164837"/>
                </a:lnTo>
                <a:lnTo>
                  <a:pt x="53840" y="164837"/>
                </a:lnTo>
                <a:lnTo>
                  <a:pt x="53841" y="164837"/>
                </a:lnTo>
                <a:lnTo>
                  <a:pt x="53842" y="164837"/>
                </a:lnTo>
                <a:lnTo>
                  <a:pt x="53843" y="164837"/>
                </a:lnTo>
                <a:lnTo>
                  <a:pt x="53844" y="164837"/>
                </a:lnTo>
                <a:lnTo>
                  <a:pt x="53845" y="164837"/>
                </a:lnTo>
                <a:lnTo>
                  <a:pt x="53846" y="164837"/>
                </a:lnTo>
                <a:lnTo>
                  <a:pt x="53847" y="164837"/>
                </a:lnTo>
                <a:lnTo>
                  <a:pt x="53848" y="164837"/>
                </a:lnTo>
                <a:lnTo>
                  <a:pt x="53849" y="164837"/>
                </a:lnTo>
                <a:lnTo>
                  <a:pt x="53850" y="164837"/>
                </a:lnTo>
                <a:lnTo>
                  <a:pt x="53851" y="164837"/>
                </a:lnTo>
                <a:lnTo>
                  <a:pt x="53852" y="164837"/>
                </a:lnTo>
                <a:lnTo>
                  <a:pt x="53853" y="164837"/>
                </a:lnTo>
                <a:lnTo>
                  <a:pt x="53854" y="164837"/>
                </a:lnTo>
                <a:lnTo>
                  <a:pt x="53855" y="164837"/>
                </a:lnTo>
                <a:lnTo>
                  <a:pt x="53857" y="164837"/>
                </a:lnTo>
                <a:lnTo>
                  <a:pt x="53858" y="164837"/>
                </a:lnTo>
                <a:lnTo>
                  <a:pt x="53859" y="164837"/>
                </a:lnTo>
                <a:lnTo>
                  <a:pt x="53860" y="164837"/>
                </a:lnTo>
                <a:lnTo>
                  <a:pt x="53861" y="164837"/>
                </a:lnTo>
                <a:lnTo>
                  <a:pt x="53862" y="164837"/>
                </a:lnTo>
                <a:lnTo>
                  <a:pt x="53863" y="164837"/>
                </a:lnTo>
                <a:lnTo>
                  <a:pt x="53864" y="164837"/>
                </a:lnTo>
                <a:lnTo>
                  <a:pt x="53865" y="164837"/>
                </a:lnTo>
                <a:lnTo>
                  <a:pt x="53866" y="164837"/>
                </a:lnTo>
                <a:lnTo>
                  <a:pt x="53867" y="164837"/>
                </a:lnTo>
                <a:lnTo>
                  <a:pt x="53868" y="164837"/>
                </a:lnTo>
                <a:lnTo>
                  <a:pt x="53869" y="164837"/>
                </a:lnTo>
                <a:lnTo>
                  <a:pt x="53870" y="164837"/>
                </a:lnTo>
                <a:lnTo>
                  <a:pt x="53871" y="164837"/>
                </a:lnTo>
                <a:lnTo>
                  <a:pt x="53872" y="164837"/>
                </a:lnTo>
                <a:lnTo>
                  <a:pt x="53873" y="164837"/>
                </a:lnTo>
                <a:lnTo>
                  <a:pt x="53874" y="164837"/>
                </a:lnTo>
                <a:lnTo>
                  <a:pt x="53875" y="164837"/>
                </a:lnTo>
                <a:lnTo>
                  <a:pt x="53876" y="164837"/>
                </a:lnTo>
                <a:lnTo>
                  <a:pt x="53877" y="164837"/>
                </a:lnTo>
                <a:lnTo>
                  <a:pt x="53878" y="164837"/>
                </a:lnTo>
                <a:lnTo>
                  <a:pt x="53879" y="164837"/>
                </a:lnTo>
                <a:lnTo>
                  <a:pt x="53880" y="164837"/>
                </a:lnTo>
                <a:lnTo>
                  <a:pt x="53881" y="164837"/>
                </a:lnTo>
                <a:lnTo>
                  <a:pt x="53882" y="164837"/>
                </a:lnTo>
                <a:lnTo>
                  <a:pt x="53884" y="164837"/>
                </a:lnTo>
                <a:lnTo>
                  <a:pt x="53885" y="164837"/>
                </a:lnTo>
                <a:lnTo>
                  <a:pt x="53886" y="164837"/>
                </a:lnTo>
                <a:lnTo>
                  <a:pt x="53887" y="164837"/>
                </a:lnTo>
                <a:lnTo>
                  <a:pt x="53888" y="164837"/>
                </a:lnTo>
                <a:lnTo>
                  <a:pt x="53889" y="164837"/>
                </a:lnTo>
                <a:lnTo>
                  <a:pt x="53890" y="164837"/>
                </a:lnTo>
                <a:lnTo>
                  <a:pt x="53891" y="164837"/>
                </a:lnTo>
                <a:lnTo>
                  <a:pt x="53892" y="164837"/>
                </a:lnTo>
                <a:lnTo>
                  <a:pt x="53893" y="164837"/>
                </a:lnTo>
                <a:lnTo>
                  <a:pt x="53894" y="164837"/>
                </a:lnTo>
                <a:lnTo>
                  <a:pt x="53895" y="164837"/>
                </a:lnTo>
                <a:lnTo>
                  <a:pt x="53896" y="164837"/>
                </a:lnTo>
                <a:lnTo>
                  <a:pt x="53897" y="164837"/>
                </a:lnTo>
                <a:lnTo>
                  <a:pt x="53898" y="164837"/>
                </a:lnTo>
                <a:lnTo>
                  <a:pt x="53899" y="164837"/>
                </a:lnTo>
                <a:lnTo>
                  <a:pt x="53900" y="164837"/>
                </a:lnTo>
                <a:lnTo>
                  <a:pt x="53901" y="164837"/>
                </a:lnTo>
                <a:lnTo>
                  <a:pt x="53902" y="164837"/>
                </a:lnTo>
                <a:lnTo>
                  <a:pt x="53903" y="164837"/>
                </a:lnTo>
                <a:lnTo>
                  <a:pt x="53904" y="164837"/>
                </a:lnTo>
                <a:lnTo>
                  <a:pt x="53905" y="164837"/>
                </a:lnTo>
                <a:lnTo>
                  <a:pt x="53906" y="164837"/>
                </a:lnTo>
                <a:lnTo>
                  <a:pt x="53907" y="164837"/>
                </a:lnTo>
                <a:lnTo>
                  <a:pt x="53908" y="164837"/>
                </a:lnTo>
                <a:lnTo>
                  <a:pt x="53910" y="164837"/>
                </a:lnTo>
                <a:lnTo>
                  <a:pt x="53911" y="164837"/>
                </a:lnTo>
                <a:lnTo>
                  <a:pt x="53912" y="164837"/>
                </a:lnTo>
                <a:lnTo>
                  <a:pt x="53913" y="164837"/>
                </a:lnTo>
                <a:lnTo>
                  <a:pt x="53914" y="164837"/>
                </a:lnTo>
                <a:lnTo>
                  <a:pt x="53915" y="164837"/>
                </a:lnTo>
                <a:lnTo>
                  <a:pt x="53916" y="164837"/>
                </a:lnTo>
                <a:lnTo>
                  <a:pt x="53917" y="164837"/>
                </a:lnTo>
                <a:lnTo>
                  <a:pt x="53918" y="164837"/>
                </a:lnTo>
                <a:lnTo>
                  <a:pt x="53919" y="164837"/>
                </a:lnTo>
                <a:lnTo>
                  <a:pt x="53920" y="164837"/>
                </a:lnTo>
                <a:lnTo>
                  <a:pt x="53921" y="164837"/>
                </a:lnTo>
                <a:lnTo>
                  <a:pt x="53922" y="164837"/>
                </a:lnTo>
                <a:lnTo>
                  <a:pt x="53923" y="164837"/>
                </a:lnTo>
                <a:lnTo>
                  <a:pt x="53924" y="164837"/>
                </a:lnTo>
                <a:lnTo>
                  <a:pt x="53925" y="164837"/>
                </a:lnTo>
                <a:lnTo>
                  <a:pt x="53926" y="164837"/>
                </a:lnTo>
                <a:lnTo>
                  <a:pt x="53927" y="164837"/>
                </a:lnTo>
                <a:lnTo>
                  <a:pt x="53928" y="164837"/>
                </a:lnTo>
                <a:lnTo>
                  <a:pt x="53929" y="164837"/>
                </a:lnTo>
                <a:lnTo>
                  <a:pt x="53930" y="164837"/>
                </a:lnTo>
                <a:lnTo>
                  <a:pt x="53931" y="164837"/>
                </a:lnTo>
                <a:lnTo>
                  <a:pt x="53932" y="164837"/>
                </a:lnTo>
                <a:lnTo>
                  <a:pt x="53933" y="164837"/>
                </a:lnTo>
                <a:lnTo>
                  <a:pt x="53935" y="164837"/>
                </a:lnTo>
                <a:lnTo>
                  <a:pt x="53936" y="164837"/>
                </a:lnTo>
                <a:lnTo>
                  <a:pt x="53937" y="164837"/>
                </a:lnTo>
                <a:lnTo>
                  <a:pt x="53938" y="164837"/>
                </a:lnTo>
                <a:lnTo>
                  <a:pt x="53939" y="164837"/>
                </a:lnTo>
                <a:lnTo>
                  <a:pt x="53940" y="164837"/>
                </a:lnTo>
                <a:lnTo>
                  <a:pt x="53941" y="164837"/>
                </a:lnTo>
                <a:lnTo>
                  <a:pt x="53942" y="164837"/>
                </a:lnTo>
                <a:lnTo>
                  <a:pt x="53943" y="164837"/>
                </a:lnTo>
                <a:lnTo>
                  <a:pt x="53944" y="164837"/>
                </a:lnTo>
                <a:lnTo>
                  <a:pt x="53945" y="164837"/>
                </a:lnTo>
                <a:lnTo>
                  <a:pt x="53946" y="164837"/>
                </a:lnTo>
                <a:lnTo>
                  <a:pt x="53947" y="164837"/>
                </a:lnTo>
                <a:lnTo>
                  <a:pt x="53948" y="164837"/>
                </a:lnTo>
                <a:lnTo>
                  <a:pt x="53949" y="164837"/>
                </a:lnTo>
                <a:lnTo>
                  <a:pt x="53950" y="164837"/>
                </a:lnTo>
                <a:lnTo>
                  <a:pt x="53951" y="164837"/>
                </a:lnTo>
                <a:lnTo>
                  <a:pt x="53952" y="164837"/>
                </a:lnTo>
                <a:lnTo>
                  <a:pt x="53953" y="164837"/>
                </a:lnTo>
                <a:lnTo>
                  <a:pt x="53954" y="164837"/>
                </a:lnTo>
                <a:lnTo>
                  <a:pt x="53955" y="164837"/>
                </a:lnTo>
                <a:lnTo>
                  <a:pt x="53956" y="164837"/>
                </a:lnTo>
                <a:lnTo>
                  <a:pt x="53957" y="164837"/>
                </a:lnTo>
                <a:lnTo>
                  <a:pt x="53958" y="164837"/>
                </a:lnTo>
                <a:lnTo>
                  <a:pt x="53959" y="164837"/>
                </a:lnTo>
                <a:lnTo>
                  <a:pt x="53961" y="164837"/>
                </a:lnTo>
                <a:lnTo>
                  <a:pt x="53962" y="164837"/>
                </a:lnTo>
                <a:lnTo>
                  <a:pt x="53963" y="164837"/>
                </a:lnTo>
                <a:lnTo>
                  <a:pt x="53964" y="164837"/>
                </a:lnTo>
                <a:lnTo>
                  <a:pt x="53965" y="164837"/>
                </a:lnTo>
                <a:lnTo>
                  <a:pt x="53966" y="164837"/>
                </a:lnTo>
                <a:lnTo>
                  <a:pt x="53967" y="164837"/>
                </a:lnTo>
                <a:lnTo>
                  <a:pt x="53968" y="164837"/>
                </a:lnTo>
                <a:lnTo>
                  <a:pt x="53969" y="164837"/>
                </a:lnTo>
                <a:lnTo>
                  <a:pt x="53970" y="164837"/>
                </a:lnTo>
                <a:lnTo>
                  <a:pt x="53971" y="164837"/>
                </a:lnTo>
                <a:lnTo>
                  <a:pt x="53972" y="164837"/>
                </a:lnTo>
                <a:lnTo>
                  <a:pt x="53973" y="164837"/>
                </a:lnTo>
                <a:lnTo>
                  <a:pt x="53974" y="164837"/>
                </a:lnTo>
                <a:lnTo>
                  <a:pt x="53975" y="164837"/>
                </a:lnTo>
                <a:lnTo>
                  <a:pt x="53976" y="164837"/>
                </a:lnTo>
                <a:lnTo>
                  <a:pt x="53977" y="164837"/>
                </a:lnTo>
                <a:lnTo>
                  <a:pt x="53978" y="164837"/>
                </a:lnTo>
                <a:lnTo>
                  <a:pt x="53979" y="164837"/>
                </a:lnTo>
                <a:lnTo>
                  <a:pt x="53980" y="164837"/>
                </a:lnTo>
                <a:lnTo>
                  <a:pt x="53981" y="164837"/>
                </a:lnTo>
                <a:lnTo>
                  <a:pt x="53982" y="164837"/>
                </a:lnTo>
                <a:lnTo>
                  <a:pt x="53983" y="164837"/>
                </a:lnTo>
                <a:lnTo>
                  <a:pt x="53984" y="164837"/>
                </a:lnTo>
                <a:lnTo>
                  <a:pt x="53986" y="164837"/>
                </a:lnTo>
                <a:lnTo>
                  <a:pt x="53987" y="164837"/>
                </a:lnTo>
                <a:lnTo>
                  <a:pt x="53988" y="164837"/>
                </a:lnTo>
                <a:lnTo>
                  <a:pt x="53989" y="164837"/>
                </a:lnTo>
                <a:lnTo>
                  <a:pt x="53990" y="164837"/>
                </a:lnTo>
                <a:lnTo>
                  <a:pt x="53991" y="164837"/>
                </a:lnTo>
                <a:lnTo>
                  <a:pt x="53992" y="164837"/>
                </a:lnTo>
                <a:lnTo>
                  <a:pt x="53993" y="164837"/>
                </a:lnTo>
                <a:lnTo>
                  <a:pt x="53994" y="164837"/>
                </a:lnTo>
                <a:lnTo>
                  <a:pt x="53995" y="164837"/>
                </a:lnTo>
                <a:lnTo>
                  <a:pt x="53996" y="164837"/>
                </a:lnTo>
                <a:lnTo>
                  <a:pt x="53997" y="164837"/>
                </a:lnTo>
                <a:lnTo>
                  <a:pt x="53998" y="164837"/>
                </a:lnTo>
                <a:lnTo>
                  <a:pt x="53999" y="164837"/>
                </a:lnTo>
                <a:lnTo>
                  <a:pt x="54000" y="164837"/>
                </a:lnTo>
                <a:lnTo>
                  <a:pt x="54001" y="164837"/>
                </a:lnTo>
                <a:lnTo>
                  <a:pt x="54002" y="164837"/>
                </a:lnTo>
                <a:lnTo>
                  <a:pt x="54003" y="164837"/>
                </a:lnTo>
                <a:lnTo>
                  <a:pt x="54004" y="164837"/>
                </a:lnTo>
                <a:lnTo>
                  <a:pt x="54005" y="164837"/>
                </a:lnTo>
                <a:lnTo>
                  <a:pt x="54006" y="164837"/>
                </a:lnTo>
                <a:lnTo>
                  <a:pt x="54007" y="164837"/>
                </a:lnTo>
                <a:lnTo>
                  <a:pt x="54008" y="164837"/>
                </a:lnTo>
                <a:lnTo>
                  <a:pt x="54009" y="164837"/>
                </a:lnTo>
                <a:lnTo>
                  <a:pt x="54011" y="164837"/>
                </a:lnTo>
                <a:lnTo>
                  <a:pt x="54012" y="164837"/>
                </a:lnTo>
                <a:lnTo>
                  <a:pt x="54013" y="164837"/>
                </a:lnTo>
                <a:lnTo>
                  <a:pt x="54014" y="164837"/>
                </a:lnTo>
                <a:lnTo>
                  <a:pt x="54015" y="164837"/>
                </a:lnTo>
                <a:lnTo>
                  <a:pt x="54016" y="164837"/>
                </a:lnTo>
                <a:lnTo>
                  <a:pt x="54017" y="164837"/>
                </a:lnTo>
                <a:lnTo>
                  <a:pt x="54018" y="164837"/>
                </a:lnTo>
                <a:lnTo>
                  <a:pt x="54019" y="164837"/>
                </a:lnTo>
                <a:lnTo>
                  <a:pt x="54020" y="164837"/>
                </a:lnTo>
                <a:lnTo>
                  <a:pt x="54021" y="164837"/>
                </a:lnTo>
                <a:lnTo>
                  <a:pt x="54022" y="164837"/>
                </a:lnTo>
                <a:lnTo>
                  <a:pt x="54023" y="164837"/>
                </a:lnTo>
                <a:lnTo>
                  <a:pt x="54024" y="164837"/>
                </a:lnTo>
                <a:lnTo>
                  <a:pt x="54025" y="164837"/>
                </a:lnTo>
                <a:lnTo>
                  <a:pt x="54026" y="164837"/>
                </a:lnTo>
                <a:lnTo>
                  <a:pt x="54027" y="164837"/>
                </a:lnTo>
                <a:lnTo>
                  <a:pt x="54028" y="164837"/>
                </a:lnTo>
                <a:lnTo>
                  <a:pt x="54029" y="164837"/>
                </a:lnTo>
                <a:lnTo>
                  <a:pt x="54030" y="164837"/>
                </a:lnTo>
                <a:lnTo>
                  <a:pt x="54031" y="164837"/>
                </a:lnTo>
                <a:lnTo>
                  <a:pt x="54032" y="164837"/>
                </a:lnTo>
                <a:lnTo>
                  <a:pt x="54033" y="164837"/>
                </a:lnTo>
                <a:lnTo>
                  <a:pt x="54034" y="164837"/>
                </a:lnTo>
                <a:lnTo>
                  <a:pt x="54036" y="164837"/>
                </a:lnTo>
                <a:lnTo>
                  <a:pt x="54037" y="164837"/>
                </a:lnTo>
                <a:lnTo>
                  <a:pt x="54038" y="164837"/>
                </a:lnTo>
                <a:lnTo>
                  <a:pt x="54039" y="164837"/>
                </a:lnTo>
                <a:lnTo>
                  <a:pt x="54040" y="164837"/>
                </a:lnTo>
                <a:lnTo>
                  <a:pt x="54041" y="164837"/>
                </a:lnTo>
                <a:lnTo>
                  <a:pt x="54042" y="164837"/>
                </a:lnTo>
                <a:lnTo>
                  <a:pt x="54043" y="164837"/>
                </a:lnTo>
                <a:lnTo>
                  <a:pt x="54044" y="164837"/>
                </a:lnTo>
                <a:lnTo>
                  <a:pt x="54045" y="164837"/>
                </a:lnTo>
                <a:lnTo>
                  <a:pt x="54046" y="164837"/>
                </a:lnTo>
                <a:lnTo>
                  <a:pt x="54047" y="164837"/>
                </a:lnTo>
                <a:lnTo>
                  <a:pt x="54048" y="164837"/>
                </a:lnTo>
                <a:lnTo>
                  <a:pt x="54049" y="164837"/>
                </a:lnTo>
                <a:lnTo>
                  <a:pt x="54050" y="164837"/>
                </a:lnTo>
                <a:lnTo>
                  <a:pt x="54051" y="164837"/>
                </a:lnTo>
                <a:lnTo>
                  <a:pt x="54052" y="164837"/>
                </a:lnTo>
                <a:lnTo>
                  <a:pt x="54053" y="164837"/>
                </a:lnTo>
                <a:lnTo>
                  <a:pt x="54054" y="164837"/>
                </a:lnTo>
                <a:lnTo>
                  <a:pt x="54055" y="164837"/>
                </a:lnTo>
                <a:lnTo>
                  <a:pt x="54056" y="164837"/>
                </a:lnTo>
                <a:lnTo>
                  <a:pt x="54057" y="164837"/>
                </a:lnTo>
                <a:lnTo>
                  <a:pt x="54058" y="164837"/>
                </a:lnTo>
                <a:lnTo>
                  <a:pt x="54060" y="164837"/>
                </a:lnTo>
                <a:lnTo>
                  <a:pt x="54061" y="164837"/>
                </a:lnTo>
                <a:lnTo>
                  <a:pt x="54062" y="164837"/>
                </a:lnTo>
                <a:lnTo>
                  <a:pt x="54063" y="164837"/>
                </a:lnTo>
                <a:lnTo>
                  <a:pt x="54064" y="164837"/>
                </a:lnTo>
                <a:lnTo>
                  <a:pt x="54065" y="164837"/>
                </a:lnTo>
                <a:lnTo>
                  <a:pt x="54066" y="164837"/>
                </a:lnTo>
                <a:lnTo>
                  <a:pt x="54067" y="164837"/>
                </a:lnTo>
                <a:lnTo>
                  <a:pt x="54068" y="164837"/>
                </a:lnTo>
                <a:lnTo>
                  <a:pt x="54069" y="164837"/>
                </a:lnTo>
                <a:lnTo>
                  <a:pt x="54070" y="164837"/>
                </a:lnTo>
                <a:lnTo>
                  <a:pt x="54071" y="164837"/>
                </a:lnTo>
                <a:lnTo>
                  <a:pt x="54072" y="164837"/>
                </a:lnTo>
                <a:lnTo>
                  <a:pt x="54073" y="164837"/>
                </a:lnTo>
                <a:lnTo>
                  <a:pt x="54074" y="164837"/>
                </a:lnTo>
                <a:lnTo>
                  <a:pt x="54075" y="164837"/>
                </a:lnTo>
                <a:lnTo>
                  <a:pt x="54076" y="164837"/>
                </a:lnTo>
                <a:lnTo>
                  <a:pt x="54077" y="164837"/>
                </a:lnTo>
                <a:lnTo>
                  <a:pt x="54078" y="164837"/>
                </a:lnTo>
                <a:lnTo>
                  <a:pt x="54079" y="164837"/>
                </a:lnTo>
                <a:lnTo>
                  <a:pt x="54080" y="164837"/>
                </a:lnTo>
                <a:lnTo>
                  <a:pt x="54081" y="164837"/>
                </a:lnTo>
                <a:lnTo>
                  <a:pt x="54082" y="164837"/>
                </a:lnTo>
                <a:lnTo>
                  <a:pt x="54083" y="164837"/>
                </a:lnTo>
                <a:lnTo>
                  <a:pt x="54085" y="164837"/>
                </a:lnTo>
                <a:lnTo>
                  <a:pt x="54086" y="164837"/>
                </a:lnTo>
                <a:lnTo>
                  <a:pt x="54087" y="164837"/>
                </a:lnTo>
                <a:lnTo>
                  <a:pt x="54088" y="164837"/>
                </a:lnTo>
                <a:lnTo>
                  <a:pt x="54089" y="164837"/>
                </a:lnTo>
                <a:lnTo>
                  <a:pt x="54090" y="164837"/>
                </a:lnTo>
                <a:lnTo>
                  <a:pt x="54091" y="164837"/>
                </a:lnTo>
                <a:lnTo>
                  <a:pt x="54092" y="164837"/>
                </a:lnTo>
                <a:lnTo>
                  <a:pt x="54093" y="164837"/>
                </a:lnTo>
                <a:lnTo>
                  <a:pt x="54094" y="164837"/>
                </a:lnTo>
                <a:lnTo>
                  <a:pt x="54095" y="164837"/>
                </a:lnTo>
                <a:lnTo>
                  <a:pt x="54096" y="164837"/>
                </a:lnTo>
                <a:lnTo>
                  <a:pt x="54097" y="164837"/>
                </a:lnTo>
                <a:lnTo>
                  <a:pt x="54098" y="164837"/>
                </a:lnTo>
                <a:lnTo>
                  <a:pt x="54099" y="164837"/>
                </a:lnTo>
                <a:lnTo>
                  <a:pt x="54100" y="164837"/>
                </a:lnTo>
                <a:lnTo>
                  <a:pt x="54101" y="164837"/>
                </a:lnTo>
                <a:lnTo>
                  <a:pt x="54102" y="164837"/>
                </a:lnTo>
                <a:lnTo>
                  <a:pt x="54103" y="164837"/>
                </a:lnTo>
                <a:lnTo>
                  <a:pt x="54104" y="164837"/>
                </a:lnTo>
                <a:lnTo>
                  <a:pt x="54105" y="164837"/>
                </a:lnTo>
                <a:lnTo>
                  <a:pt x="54106" y="164837"/>
                </a:lnTo>
                <a:lnTo>
                  <a:pt x="54107" y="164837"/>
                </a:lnTo>
                <a:lnTo>
                  <a:pt x="54109" y="164837"/>
                </a:lnTo>
                <a:lnTo>
                  <a:pt x="54110" y="164837"/>
                </a:lnTo>
                <a:lnTo>
                  <a:pt x="54111" y="164837"/>
                </a:lnTo>
                <a:lnTo>
                  <a:pt x="54112" y="164837"/>
                </a:lnTo>
                <a:lnTo>
                  <a:pt x="54113" y="164837"/>
                </a:lnTo>
                <a:lnTo>
                  <a:pt x="54114" y="164837"/>
                </a:lnTo>
                <a:lnTo>
                  <a:pt x="54115" y="164837"/>
                </a:lnTo>
                <a:lnTo>
                  <a:pt x="54116" y="164837"/>
                </a:lnTo>
                <a:lnTo>
                  <a:pt x="54117" y="164837"/>
                </a:lnTo>
                <a:lnTo>
                  <a:pt x="54118" y="164837"/>
                </a:lnTo>
                <a:lnTo>
                  <a:pt x="54119" y="164837"/>
                </a:lnTo>
                <a:lnTo>
                  <a:pt x="54120" y="164837"/>
                </a:lnTo>
                <a:lnTo>
                  <a:pt x="54121" y="164837"/>
                </a:lnTo>
                <a:lnTo>
                  <a:pt x="54122" y="164837"/>
                </a:lnTo>
                <a:lnTo>
                  <a:pt x="54123" y="164837"/>
                </a:lnTo>
                <a:lnTo>
                  <a:pt x="54124" y="164837"/>
                </a:lnTo>
                <a:lnTo>
                  <a:pt x="54125" y="164837"/>
                </a:lnTo>
                <a:lnTo>
                  <a:pt x="54126" y="164837"/>
                </a:lnTo>
                <a:lnTo>
                  <a:pt x="54127" y="164837"/>
                </a:lnTo>
                <a:lnTo>
                  <a:pt x="54128" y="164837"/>
                </a:lnTo>
                <a:lnTo>
                  <a:pt x="54129" y="164837"/>
                </a:lnTo>
                <a:lnTo>
                  <a:pt x="54130" y="164837"/>
                </a:lnTo>
                <a:lnTo>
                  <a:pt x="54131" y="164837"/>
                </a:lnTo>
                <a:lnTo>
                  <a:pt x="54133" y="164837"/>
                </a:lnTo>
                <a:lnTo>
                  <a:pt x="54134" y="164837"/>
                </a:lnTo>
                <a:lnTo>
                  <a:pt x="54135" y="164837"/>
                </a:lnTo>
                <a:lnTo>
                  <a:pt x="54136" y="164837"/>
                </a:lnTo>
                <a:lnTo>
                  <a:pt x="54137" y="164837"/>
                </a:lnTo>
                <a:lnTo>
                  <a:pt x="54138" y="164837"/>
                </a:lnTo>
                <a:lnTo>
                  <a:pt x="54139" y="164837"/>
                </a:lnTo>
                <a:lnTo>
                  <a:pt x="54140" y="164837"/>
                </a:lnTo>
                <a:lnTo>
                  <a:pt x="54141" y="164837"/>
                </a:lnTo>
                <a:lnTo>
                  <a:pt x="54142" y="164837"/>
                </a:lnTo>
                <a:lnTo>
                  <a:pt x="54143" y="164837"/>
                </a:lnTo>
                <a:lnTo>
                  <a:pt x="54144" y="164837"/>
                </a:lnTo>
                <a:lnTo>
                  <a:pt x="54145" y="164837"/>
                </a:lnTo>
                <a:lnTo>
                  <a:pt x="54146" y="164837"/>
                </a:lnTo>
                <a:lnTo>
                  <a:pt x="54147" y="164837"/>
                </a:lnTo>
                <a:lnTo>
                  <a:pt x="54148" y="164837"/>
                </a:lnTo>
                <a:lnTo>
                  <a:pt x="54149" y="164837"/>
                </a:lnTo>
                <a:lnTo>
                  <a:pt x="54150" y="164837"/>
                </a:lnTo>
                <a:lnTo>
                  <a:pt x="54151" y="164837"/>
                </a:lnTo>
                <a:lnTo>
                  <a:pt x="54152" y="164837"/>
                </a:lnTo>
                <a:lnTo>
                  <a:pt x="54153" y="164837"/>
                </a:lnTo>
                <a:lnTo>
                  <a:pt x="54154" y="164837"/>
                </a:lnTo>
                <a:lnTo>
                  <a:pt x="54155" y="164837"/>
                </a:lnTo>
                <a:lnTo>
                  <a:pt x="54157" y="164837"/>
                </a:lnTo>
                <a:lnTo>
                  <a:pt x="54158" y="164837"/>
                </a:lnTo>
                <a:lnTo>
                  <a:pt x="54159" y="164837"/>
                </a:lnTo>
                <a:lnTo>
                  <a:pt x="54160" y="164837"/>
                </a:lnTo>
                <a:lnTo>
                  <a:pt x="54161" y="164837"/>
                </a:lnTo>
                <a:lnTo>
                  <a:pt x="54162" y="164837"/>
                </a:lnTo>
                <a:lnTo>
                  <a:pt x="54163" y="164837"/>
                </a:lnTo>
                <a:lnTo>
                  <a:pt x="54164" y="164837"/>
                </a:lnTo>
                <a:lnTo>
                  <a:pt x="54165" y="164837"/>
                </a:lnTo>
                <a:lnTo>
                  <a:pt x="54166" y="164837"/>
                </a:lnTo>
                <a:lnTo>
                  <a:pt x="54167" y="164837"/>
                </a:lnTo>
                <a:lnTo>
                  <a:pt x="54168" y="164837"/>
                </a:lnTo>
                <a:lnTo>
                  <a:pt x="54169" y="164837"/>
                </a:lnTo>
                <a:lnTo>
                  <a:pt x="54170" y="164837"/>
                </a:lnTo>
                <a:lnTo>
                  <a:pt x="54171" y="164837"/>
                </a:lnTo>
                <a:lnTo>
                  <a:pt x="54172" y="164837"/>
                </a:lnTo>
                <a:lnTo>
                  <a:pt x="54173" y="164837"/>
                </a:lnTo>
                <a:lnTo>
                  <a:pt x="54174" y="164837"/>
                </a:lnTo>
                <a:lnTo>
                  <a:pt x="54175" y="164837"/>
                </a:lnTo>
                <a:lnTo>
                  <a:pt x="54176" y="164837"/>
                </a:lnTo>
                <a:lnTo>
                  <a:pt x="54177" y="164837"/>
                </a:lnTo>
                <a:lnTo>
                  <a:pt x="54178" y="164837"/>
                </a:lnTo>
                <a:lnTo>
                  <a:pt x="54180" y="164837"/>
                </a:lnTo>
                <a:lnTo>
                  <a:pt x="54181" y="164837"/>
                </a:lnTo>
                <a:lnTo>
                  <a:pt x="54182" y="164837"/>
                </a:lnTo>
                <a:lnTo>
                  <a:pt x="54183" y="164837"/>
                </a:lnTo>
                <a:lnTo>
                  <a:pt x="54184" y="164837"/>
                </a:lnTo>
                <a:lnTo>
                  <a:pt x="54185" y="164837"/>
                </a:lnTo>
                <a:lnTo>
                  <a:pt x="54186" y="164837"/>
                </a:lnTo>
                <a:lnTo>
                  <a:pt x="54187" y="164837"/>
                </a:lnTo>
                <a:lnTo>
                  <a:pt x="54188" y="164837"/>
                </a:lnTo>
                <a:lnTo>
                  <a:pt x="54189" y="164837"/>
                </a:lnTo>
                <a:lnTo>
                  <a:pt x="54190" y="164837"/>
                </a:lnTo>
                <a:lnTo>
                  <a:pt x="54191" y="164837"/>
                </a:lnTo>
                <a:lnTo>
                  <a:pt x="54192" y="164837"/>
                </a:lnTo>
                <a:lnTo>
                  <a:pt x="54193" y="164837"/>
                </a:lnTo>
                <a:lnTo>
                  <a:pt x="54194" y="164837"/>
                </a:lnTo>
                <a:lnTo>
                  <a:pt x="54195" y="164837"/>
                </a:lnTo>
                <a:lnTo>
                  <a:pt x="54196" y="164837"/>
                </a:lnTo>
                <a:lnTo>
                  <a:pt x="54197" y="164837"/>
                </a:lnTo>
                <a:lnTo>
                  <a:pt x="54198" y="164837"/>
                </a:lnTo>
                <a:lnTo>
                  <a:pt x="54199" y="164837"/>
                </a:lnTo>
                <a:lnTo>
                  <a:pt x="54200" y="164837"/>
                </a:lnTo>
                <a:lnTo>
                  <a:pt x="54201" y="164837"/>
                </a:lnTo>
                <a:lnTo>
                  <a:pt x="54202" y="164837"/>
                </a:lnTo>
                <a:lnTo>
                  <a:pt x="54204" y="164837"/>
                </a:lnTo>
                <a:lnTo>
                  <a:pt x="54205" y="164837"/>
                </a:lnTo>
                <a:lnTo>
                  <a:pt x="54206" y="164837"/>
                </a:lnTo>
                <a:lnTo>
                  <a:pt x="54207" y="164837"/>
                </a:lnTo>
                <a:lnTo>
                  <a:pt x="54208" y="164837"/>
                </a:lnTo>
                <a:lnTo>
                  <a:pt x="54209" y="164837"/>
                </a:lnTo>
                <a:lnTo>
                  <a:pt x="54210" y="164837"/>
                </a:lnTo>
                <a:lnTo>
                  <a:pt x="54211" y="164837"/>
                </a:lnTo>
                <a:lnTo>
                  <a:pt x="54212" y="164837"/>
                </a:lnTo>
                <a:lnTo>
                  <a:pt x="54213" y="164837"/>
                </a:lnTo>
                <a:lnTo>
                  <a:pt x="54214" y="164837"/>
                </a:lnTo>
                <a:lnTo>
                  <a:pt x="54215" y="164837"/>
                </a:lnTo>
                <a:lnTo>
                  <a:pt x="54216" y="164837"/>
                </a:lnTo>
                <a:lnTo>
                  <a:pt x="54217" y="164837"/>
                </a:lnTo>
                <a:lnTo>
                  <a:pt x="54218" y="164837"/>
                </a:lnTo>
                <a:lnTo>
                  <a:pt x="54219" y="164837"/>
                </a:lnTo>
                <a:lnTo>
                  <a:pt x="54220" y="164837"/>
                </a:lnTo>
                <a:lnTo>
                  <a:pt x="54221" y="164837"/>
                </a:lnTo>
                <a:lnTo>
                  <a:pt x="54222" y="164837"/>
                </a:lnTo>
                <a:lnTo>
                  <a:pt x="54223" y="164837"/>
                </a:lnTo>
                <a:lnTo>
                  <a:pt x="54224" y="164837"/>
                </a:lnTo>
                <a:lnTo>
                  <a:pt x="54225" y="164837"/>
                </a:lnTo>
                <a:lnTo>
                  <a:pt x="54227" y="164837"/>
                </a:lnTo>
                <a:lnTo>
                  <a:pt x="54228" y="164837"/>
                </a:lnTo>
                <a:lnTo>
                  <a:pt x="54229" y="164837"/>
                </a:lnTo>
                <a:lnTo>
                  <a:pt x="54230" y="164837"/>
                </a:lnTo>
                <a:lnTo>
                  <a:pt x="54231" y="164837"/>
                </a:lnTo>
                <a:lnTo>
                  <a:pt x="54232" y="164837"/>
                </a:lnTo>
                <a:lnTo>
                  <a:pt x="54233" y="164837"/>
                </a:lnTo>
                <a:lnTo>
                  <a:pt x="54234" y="164837"/>
                </a:lnTo>
                <a:lnTo>
                  <a:pt x="54235" y="164837"/>
                </a:lnTo>
                <a:lnTo>
                  <a:pt x="54236" y="164837"/>
                </a:lnTo>
                <a:lnTo>
                  <a:pt x="54237" y="164837"/>
                </a:lnTo>
                <a:lnTo>
                  <a:pt x="54238" y="164837"/>
                </a:lnTo>
                <a:lnTo>
                  <a:pt x="54239" y="164837"/>
                </a:lnTo>
                <a:lnTo>
                  <a:pt x="54240" y="164837"/>
                </a:lnTo>
                <a:lnTo>
                  <a:pt x="54241" y="164837"/>
                </a:lnTo>
                <a:lnTo>
                  <a:pt x="54242" y="164837"/>
                </a:lnTo>
                <a:lnTo>
                  <a:pt x="54243" y="164837"/>
                </a:lnTo>
                <a:lnTo>
                  <a:pt x="54244" y="164837"/>
                </a:lnTo>
                <a:lnTo>
                  <a:pt x="54245" y="164837"/>
                </a:lnTo>
                <a:lnTo>
                  <a:pt x="54246" y="164837"/>
                </a:lnTo>
                <a:lnTo>
                  <a:pt x="54247" y="164837"/>
                </a:lnTo>
                <a:lnTo>
                  <a:pt x="54248" y="164837"/>
                </a:lnTo>
                <a:lnTo>
                  <a:pt x="54250" y="164837"/>
                </a:lnTo>
                <a:lnTo>
                  <a:pt x="54251" y="164837"/>
                </a:lnTo>
                <a:lnTo>
                  <a:pt x="54252" y="164837"/>
                </a:lnTo>
                <a:lnTo>
                  <a:pt x="54253" y="164837"/>
                </a:lnTo>
                <a:lnTo>
                  <a:pt x="54254" y="164837"/>
                </a:lnTo>
                <a:lnTo>
                  <a:pt x="54255" y="164837"/>
                </a:lnTo>
                <a:lnTo>
                  <a:pt x="54256" y="164837"/>
                </a:lnTo>
                <a:lnTo>
                  <a:pt x="54257" y="164837"/>
                </a:lnTo>
                <a:lnTo>
                  <a:pt x="54258" y="164837"/>
                </a:lnTo>
                <a:lnTo>
                  <a:pt x="54259" y="164837"/>
                </a:lnTo>
                <a:lnTo>
                  <a:pt x="54260" y="164837"/>
                </a:lnTo>
                <a:lnTo>
                  <a:pt x="54261" y="164837"/>
                </a:lnTo>
                <a:lnTo>
                  <a:pt x="54262" y="164837"/>
                </a:lnTo>
                <a:lnTo>
                  <a:pt x="54263" y="164837"/>
                </a:lnTo>
                <a:lnTo>
                  <a:pt x="54264" y="164837"/>
                </a:lnTo>
                <a:lnTo>
                  <a:pt x="54265" y="164837"/>
                </a:lnTo>
                <a:lnTo>
                  <a:pt x="54266" y="164837"/>
                </a:lnTo>
                <a:lnTo>
                  <a:pt x="54267" y="164837"/>
                </a:lnTo>
                <a:lnTo>
                  <a:pt x="54268" y="164837"/>
                </a:lnTo>
                <a:lnTo>
                  <a:pt x="54269" y="164837"/>
                </a:lnTo>
                <a:lnTo>
                  <a:pt x="54270" y="164837"/>
                </a:lnTo>
                <a:lnTo>
                  <a:pt x="54271" y="164837"/>
                </a:lnTo>
                <a:lnTo>
                  <a:pt x="54273" y="164837"/>
                </a:lnTo>
                <a:lnTo>
                  <a:pt x="54274" y="164837"/>
                </a:lnTo>
                <a:lnTo>
                  <a:pt x="54275" y="164837"/>
                </a:lnTo>
                <a:lnTo>
                  <a:pt x="54276" y="164837"/>
                </a:lnTo>
                <a:lnTo>
                  <a:pt x="54277" y="164837"/>
                </a:lnTo>
                <a:lnTo>
                  <a:pt x="54278" y="164837"/>
                </a:lnTo>
                <a:lnTo>
                  <a:pt x="54279" y="164837"/>
                </a:lnTo>
                <a:lnTo>
                  <a:pt x="54280" y="164837"/>
                </a:lnTo>
                <a:lnTo>
                  <a:pt x="54281" y="164837"/>
                </a:lnTo>
                <a:lnTo>
                  <a:pt x="54282" y="164837"/>
                </a:lnTo>
                <a:lnTo>
                  <a:pt x="54283" y="164837"/>
                </a:lnTo>
                <a:lnTo>
                  <a:pt x="54284" y="164837"/>
                </a:lnTo>
                <a:lnTo>
                  <a:pt x="54285" y="164837"/>
                </a:lnTo>
                <a:lnTo>
                  <a:pt x="54286" y="164837"/>
                </a:lnTo>
                <a:lnTo>
                  <a:pt x="54287" y="164837"/>
                </a:lnTo>
                <a:lnTo>
                  <a:pt x="54288" y="164837"/>
                </a:lnTo>
                <a:lnTo>
                  <a:pt x="54289" y="164837"/>
                </a:lnTo>
                <a:lnTo>
                  <a:pt x="54290" y="164837"/>
                </a:lnTo>
                <a:lnTo>
                  <a:pt x="54291" y="164837"/>
                </a:lnTo>
                <a:lnTo>
                  <a:pt x="54292" y="164837"/>
                </a:lnTo>
                <a:lnTo>
                  <a:pt x="54293" y="164837"/>
                </a:lnTo>
                <a:lnTo>
                  <a:pt x="54295" y="164837"/>
                </a:lnTo>
                <a:lnTo>
                  <a:pt x="54296" y="164837"/>
                </a:lnTo>
                <a:lnTo>
                  <a:pt x="54297" y="164837"/>
                </a:lnTo>
                <a:lnTo>
                  <a:pt x="54298" y="164837"/>
                </a:lnTo>
                <a:lnTo>
                  <a:pt x="54299" y="164837"/>
                </a:lnTo>
                <a:lnTo>
                  <a:pt x="54300" y="164837"/>
                </a:lnTo>
                <a:lnTo>
                  <a:pt x="54301" y="164837"/>
                </a:lnTo>
                <a:lnTo>
                  <a:pt x="54302" y="164837"/>
                </a:lnTo>
                <a:lnTo>
                  <a:pt x="54303" y="164837"/>
                </a:lnTo>
                <a:lnTo>
                  <a:pt x="54304" y="164837"/>
                </a:lnTo>
                <a:lnTo>
                  <a:pt x="54305" y="164837"/>
                </a:lnTo>
                <a:lnTo>
                  <a:pt x="54306" y="164837"/>
                </a:lnTo>
                <a:lnTo>
                  <a:pt x="54307" y="164837"/>
                </a:lnTo>
                <a:lnTo>
                  <a:pt x="54308" y="164837"/>
                </a:lnTo>
                <a:lnTo>
                  <a:pt x="54309" y="164837"/>
                </a:lnTo>
                <a:lnTo>
                  <a:pt x="54310" y="164837"/>
                </a:lnTo>
                <a:lnTo>
                  <a:pt x="54311" y="164837"/>
                </a:lnTo>
                <a:lnTo>
                  <a:pt x="54312" y="164837"/>
                </a:lnTo>
                <a:lnTo>
                  <a:pt x="54313" y="164837"/>
                </a:lnTo>
                <a:lnTo>
                  <a:pt x="54314" y="164837"/>
                </a:lnTo>
                <a:lnTo>
                  <a:pt x="54315" y="164837"/>
                </a:lnTo>
                <a:lnTo>
                  <a:pt x="54316" y="164837"/>
                </a:lnTo>
                <a:lnTo>
                  <a:pt x="54318" y="164837"/>
                </a:lnTo>
                <a:lnTo>
                  <a:pt x="54319" y="164837"/>
                </a:lnTo>
                <a:lnTo>
                  <a:pt x="54320" y="164837"/>
                </a:lnTo>
                <a:lnTo>
                  <a:pt x="54321" y="164837"/>
                </a:lnTo>
                <a:lnTo>
                  <a:pt x="54322" y="164837"/>
                </a:lnTo>
                <a:lnTo>
                  <a:pt x="54323" y="164837"/>
                </a:lnTo>
                <a:lnTo>
                  <a:pt x="54324" y="164837"/>
                </a:lnTo>
                <a:lnTo>
                  <a:pt x="54325" y="164837"/>
                </a:lnTo>
                <a:lnTo>
                  <a:pt x="54326" y="164837"/>
                </a:lnTo>
                <a:lnTo>
                  <a:pt x="54327" y="164837"/>
                </a:lnTo>
                <a:lnTo>
                  <a:pt x="54328" y="164837"/>
                </a:lnTo>
                <a:lnTo>
                  <a:pt x="54329" y="164837"/>
                </a:lnTo>
                <a:lnTo>
                  <a:pt x="54330" y="164837"/>
                </a:lnTo>
                <a:lnTo>
                  <a:pt x="54331" y="164837"/>
                </a:lnTo>
                <a:lnTo>
                  <a:pt x="54332" y="164837"/>
                </a:lnTo>
                <a:lnTo>
                  <a:pt x="54333" y="164837"/>
                </a:lnTo>
                <a:lnTo>
                  <a:pt x="54334" y="164837"/>
                </a:lnTo>
                <a:lnTo>
                  <a:pt x="54335" y="164837"/>
                </a:lnTo>
                <a:lnTo>
                  <a:pt x="54336" y="164837"/>
                </a:lnTo>
                <a:lnTo>
                  <a:pt x="54337" y="164837"/>
                </a:lnTo>
                <a:lnTo>
                  <a:pt x="54338" y="164837"/>
                </a:lnTo>
                <a:lnTo>
                  <a:pt x="54340" y="164837"/>
                </a:lnTo>
                <a:lnTo>
                  <a:pt x="54341" y="164837"/>
                </a:lnTo>
                <a:lnTo>
                  <a:pt x="54342" y="164837"/>
                </a:lnTo>
                <a:lnTo>
                  <a:pt x="54343" y="164837"/>
                </a:lnTo>
                <a:lnTo>
                  <a:pt x="54344" y="164837"/>
                </a:lnTo>
                <a:lnTo>
                  <a:pt x="54345" y="164837"/>
                </a:lnTo>
                <a:lnTo>
                  <a:pt x="54346" y="164837"/>
                </a:lnTo>
                <a:lnTo>
                  <a:pt x="54347" y="164837"/>
                </a:lnTo>
                <a:lnTo>
                  <a:pt x="54348" y="164837"/>
                </a:lnTo>
                <a:lnTo>
                  <a:pt x="54349" y="164837"/>
                </a:lnTo>
                <a:lnTo>
                  <a:pt x="54350" y="164837"/>
                </a:lnTo>
                <a:lnTo>
                  <a:pt x="54351" y="164837"/>
                </a:lnTo>
                <a:lnTo>
                  <a:pt x="54352" y="164837"/>
                </a:lnTo>
                <a:lnTo>
                  <a:pt x="54353" y="164837"/>
                </a:lnTo>
                <a:lnTo>
                  <a:pt x="54354" y="164837"/>
                </a:lnTo>
                <a:lnTo>
                  <a:pt x="54355" y="164837"/>
                </a:lnTo>
                <a:lnTo>
                  <a:pt x="54356" y="164837"/>
                </a:lnTo>
                <a:lnTo>
                  <a:pt x="54357" y="164837"/>
                </a:lnTo>
                <a:lnTo>
                  <a:pt x="54358" y="164837"/>
                </a:lnTo>
                <a:lnTo>
                  <a:pt x="54359" y="164837"/>
                </a:lnTo>
                <a:lnTo>
                  <a:pt x="54360" y="164837"/>
                </a:lnTo>
                <a:lnTo>
                  <a:pt x="54362" y="164837"/>
                </a:lnTo>
                <a:lnTo>
                  <a:pt x="54363" y="164837"/>
                </a:lnTo>
                <a:lnTo>
                  <a:pt x="54364" y="164837"/>
                </a:lnTo>
                <a:lnTo>
                  <a:pt x="54365" y="164837"/>
                </a:lnTo>
                <a:lnTo>
                  <a:pt x="54366" y="164837"/>
                </a:lnTo>
                <a:lnTo>
                  <a:pt x="54367" y="164837"/>
                </a:lnTo>
                <a:lnTo>
                  <a:pt x="54368" y="164837"/>
                </a:lnTo>
                <a:lnTo>
                  <a:pt x="54369" y="164837"/>
                </a:lnTo>
                <a:lnTo>
                  <a:pt x="54370" y="164837"/>
                </a:lnTo>
                <a:lnTo>
                  <a:pt x="54371" y="164837"/>
                </a:lnTo>
                <a:lnTo>
                  <a:pt x="54372" y="164837"/>
                </a:lnTo>
                <a:lnTo>
                  <a:pt x="54373" y="164837"/>
                </a:lnTo>
                <a:lnTo>
                  <a:pt x="54374" y="164837"/>
                </a:lnTo>
                <a:lnTo>
                  <a:pt x="54375" y="164837"/>
                </a:lnTo>
                <a:lnTo>
                  <a:pt x="54376" y="164837"/>
                </a:lnTo>
                <a:lnTo>
                  <a:pt x="54377" y="164837"/>
                </a:lnTo>
                <a:lnTo>
                  <a:pt x="54378" y="164837"/>
                </a:lnTo>
                <a:lnTo>
                  <a:pt x="54379" y="164837"/>
                </a:lnTo>
                <a:lnTo>
                  <a:pt x="54380" y="164837"/>
                </a:lnTo>
                <a:lnTo>
                  <a:pt x="54381" y="164837"/>
                </a:lnTo>
                <a:lnTo>
                  <a:pt x="54382" y="164837"/>
                </a:lnTo>
                <a:lnTo>
                  <a:pt x="54384" y="164837"/>
                </a:lnTo>
                <a:lnTo>
                  <a:pt x="54385" y="164837"/>
                </a:lnTo>
                <a:lnTo>
                  <a:pt x="54386" y="164837"/>
                </a:lnTo>
                <a:lnTo>
                  <a:pt x="54387" y="164837"/>
                </a:lnTo>
                <a:lnTo>
                  <a:pt x="54388" y="164837"/>
                </a:lnTo>
                <a:lnTo>
                  <a:pt x="54389" y="164837"/>
                </a:lnTo>
                <a:lnTo>
                  <a:pt x="54390" y="164837"/>
                </a:lnTo>
                <a:lnTo>
                  <a:pt x="54391" y="164837"/>
                </a:lnTo>
                <a:lnTo>
                  <a:pt x="54392" y="164837"/>
                </a:lnTo>
                <a:lnTo>
                  <a:pt x="54393" y="164837"/>
                </a:lnTo>
                <a:lnTo>
                  <a:pt x="54394" y="164837"/>
                </a:lnTo>
                <a:lnTo>
                  <a:pt x="54395" y="164837"/>
                </a:lnTo>
                <a:lnTo>
                  <a:pt x="54396" y="164837"/>
                </a:lnTo>
                <a:lnTo>
                  <a:pt x="54397" y="164837"/>
                </a:lnTo>
                <a:lnTo>
                  <a:pt x="54398" y="164837"/>
                </a:lnTo>
                <a:lnTo>
                  <a:pt x="54399" y="164837"/>
                </a:lnTo>
                <a:lnTo>
                  <a:pt x="54400" y="164837"/>
                </a:lnTo>
                <a:lnTo>
                  <a:pt x="54401" y="164837"/>
                </a:lnTo>
                <a:lnTo>
                  <a:pt x="54402" y="164837"/>
                </a:lnTo>
                <a:lnTo>
                  <a:pt x="54403" y="164837"/>
                </a:lnTo>
                <a:lnTo>
                  <a:pt x="54404" y="164837"/>
                </a:lnTo>
                <a:lnTo>
                  <a:pt x="54406" y="164837"/>
                </a:lnTo>
                <a:lnTo>
                  <a:pt x="54407" y="164837"/>
                </a:lnTo>
                <a:lnTo>
                  <a:pt x="54408" y="164837"/>
                </a:lnTo>
                <a:lnTo>
                  <a:pt x="54409" y="164837"/>
                </a:lnTo>
                <a:lnTo>
                  <a:pt x="54410" y="164837"/>
                </a:lnTo>
                <a:lnTo>
                  <a:pt x="54411" y="164837"/>
                </a:lnTo>
                <a:lnTo>
                  <a:pt x="54412" y="164837"/>
                </a:lnTo>
                <a:lnTo>
                  <a:pt x="54413" y="164837"/>
                </a:lnTo>
                <a:lnTo>
                  <a:pt x="54414" y="164837"/>
                </a:lnTo>
                <a:lnTo>
                  <a:pt x="54415" y="164837"/>
                </a:lnTo>
                <a:lnTo>
                  <a:pt x="54416" y="164837"/>
                </a:lnTo>
                <a:lnTo>
                  <a:pt x="54417" y="164837"/>
                </a:lnTo>
                <a:lnTo>
                  <a:pt x="54418" y="164837"/>
                </a:lnTo>
                <a:lnTo>
                  <a:pt x="54419" y="164837"/>
                </a:lnTo>
                <a:lnTo>
                  <a:pt x="54420" y="164837"/>
                </a:lnTo>
                <a:lnTo>
                  <a:pt x="54421" y="164837"/>
                </a:lnTo>
                <a:lnTo>
                  <a:pt x="54422" y="164837"/>
                </a:lnTo>
                <a:lnTo>
                  <a:pt x="54423" y="164837"/>
                </a:lnTo>
                <a:lnTo>
                  <a:pt x="54424" y="164837"/>
                </a:lnTo>
                <a:lnTo>
                  <a:pt x="54425" y="164837"/>
                </a:lnTo>
                <a:lnTo>
                  <a:pt x="54426" y="164837"/>
                </a:lnTo>
                <a:lnTo>
                  <a:pt x="54428" y="164837"/>
                </a:lnTo>
                <a:lnTo>
                  <a:pt x="54429" y="164837"/>
                </a:lnTo>
                <a:lnTo>
                  <a:pt x="54430" y="164837"/>
                </a:lnTo>
                <a:lnTo>
                  <a:pt x="54431" y="164837"/>
                </a:lnTo>
                <a:lnTo>
                  <a:pt x="54432" y="164837"/>
                </a:lnTo>
                <a:lnTo>
                  <a:pt x="54433" y="164837"/>
                </a:lnTo>
                <a:lnTo>
                  <a:pt x="54434" y="164837"/>
                </a:lnTo>
                <a:lnTo>
                  <a:pt x="54435" y="164837"/>
                </a:lnTo>
                <a:lnTo>
                  <a:pt x="54436" y="164837"/>
                </a:lnTo>
                <a:lnTo>
                  <a:pt x="54437" y="164837"/>
                </a:lnTo>
                <a:lnTo>
                  <a:pt x="54438" y="164837"/>
                </a:lnTo>
                <a:lnTo>
                  <a:pt x="54439" y="164837"/>
                </a:lnTo>
                <a:lnTo>
                  <a:pt x="54440" y="164837"/>
                </a:lnTo>
                <a:lnTo>
                  <a:pt x="54441" y="164837"/>
                </a:lnTo>
                <a:lnTo>
                  <a:pt x="54442" y="164837"/>
                </a:lnTo>
                <a:lnTo>
                  <a:pt x="54443" y="164837"/>
                </a:lnTo>
                <a:lnTo>
                  <a:pt x="54444" y="164837"/>
                </a:lnTo>
                <a:lnTo>
                  <a:pt x="54445" y="164837"/>
                </a:lnTo>
                <a:lnTo>
                  <a:pt x="54446" y="164837"/>
                </a:lnTo>
                <a:lnTo>
                  <a:pt x="54447" y="164837"/>
                </a:lnTo>
                <a:lnTo>
                  <a:pt x="54449" y="164837"/>
                </a:lnTo>
                <a:lnTo>
                  <a:pt x="54450" y="164837"/>
                </a:lnTo>
                <a:lnTo>
                  <a:pt x="54451" y="164837"/>
                </a:lnTo>
                <a:lnTo>
                  <a:pt x="54452" y="164837"/>
                </a:lnTo>
                <a:lnTo>
                  <a:pt x="54453" y="164837"/>
                </a:lnTo>
                <a:lnTo>
                  <a:pt x="54454" y="164837"/>
                </a:lnTo>
                <a:lnTo>
                  <a:pt x="54455" y="164837"/>
                </a:lnTo>
                <a:lnTo>
                  <a:pt x="54456" y="164837"/>
                </a:lnTo>
                <a:lnTo>
                  <a:pt x="54457" y="164837"/>
                </a:lnTo>
                <a:lnTo>
                  <a:pt x="54458" y="164837"/>
                </a:lnTo>
                <a:lnTo>
                  <a:pt x="54459" y="164837"/>
                </a:lnTo>
                <a:lnTo>
                  <a:pt x="54460" y="164837"/>
                </a:lnTo>
                <a:lnTo>
                  <a:pt x="54461" y="164837"/>
                </a:lnTo>
                <a:lnTo>
                  <a:pt x="54462" y="164837"/>
                </a:lnTo>
                <a:lnTo>
                  <a:pt x="54463" y="164837"/>
                </a:lnTo>
                <a:lnTo>
                  <a:pt x="54464" y="164837"/>
                </a:lnTo>
                <a:lnTo>
                  <a:pt x="54465" y="164837"/>
                </a:lnTo>
                <a:lnTo>
                  <a:pt x="54466" y="164837"/>
                </a:lnTo>
                <a:lnTo>
                  <a:pt x="54467" y="164837"/>
                </a:lnTo>
                <a:lnTo>
                  <a:pt x="54468" y="164837"/>
                </a:lnTo>
                <a:lnTo>
                  <a:pt x="54469" y="164837"/>
                </a:lnTo>
                <a:lnTo>
                  <a:pt x="54471" y="164837"/>
                </a:lnTo>
                <a:lnTo>
                  <a:pt x="54472" y="164837"/>
                </a:lnTo>
                <a:lnTo>
                  <a:pt x="54473" y="164837"/>
                </a:lnTo>
                <a:lnTo>
                  <a:pt x="54474" y="164837"/>
                </a:lnTo>
                <a:lnTo>
                  <a:pt x="54475" y="164837"/>
                </a:lnTo>
                <a:lnTo>
                  <a:pt x="54476" y="164837"/>
                </a:lnTo>
                <a:lnTo>
                  <a:pt x="54477" y="164837"/>
                </a:lnTo>
                <a:lnTo>
                  <a:pt x="54478" y="164837"/>
                </a:lnTo>
                <a:lnTo>
                  <a:pt x="54479" y="164837"/>
                </a:lnTo>
                <a:lnTo>
                  <a:pt x="54480" y="164837"/>
                </a:lnTo>
                <a:lnTo>
                  <a:pt x="54481" y="164837"/>
                </a:lnTo>
                <a:lnTo>
                  <a:pt x="54482" y="164837"/>
                </a:lnTo>
                <a:lnTo>
                  <a:pt x="54483" y="164837"/>
                </a:lnTo>
                <a:lnTo>
                  <a:pt x="54484" y="164837"/>
                </a:lnTo>
                <a:lnTo>
                  <a:pt x="54485" y="164837"/>
                </a:lnTo>
                <a:lnTo>
                  <a:pt x="54486" y="164837"/>
                </a:lnTo>
                <a:lnTo>
                  <a:pt x="54487" y="164837"/>
                </a:lnTo>
                <a:lnTo>
                  <a:pt x="54488" y="164837"/>
                </a:lnTo>
                <a:lnTo>
                  <a:pt x="54489" y="164837"/>
                </a:lnTo>
                <a:lnTo>
                  <a:pt x="54490" y="164837"/>
                </a:lnTo>
                <a:lnTo>
                  <a:pt x="54492" y="164837"/>
                </a:lnTo>
                <a:lnTo>
                  <a:pt x="54493" y="164837"/>
                </a:lnTo>
                <a:lnTo>
                  <a:pt x="54494" y="164837"/>
                </a:lnTo>
                <a:lnTo>
                  <a:pt x="54495" y="164837"/>
                </a:lnTo>
                <a:lnTo>
                  <a:pt x="54496" y="164837"/>
                </a:lnTo>
                <a:lnTo>
                  <a:pt x="54497" y="164837"/>
                </a:lnTo>
                <a:lnTo>
                  <a:pt x="54498" y="164837"/>
                </a:lnTo>
                <a:lnTo>
                  <a:pt x="54499" y="164837"/>
                </a:lnTo>
                <a:lnTo>
                  <a:pt x="54500" y="164837"/>
                </a:lnTo>
                <a:lnTo>
                  <a:pt x="54501" y="164837"/>
                </a:lnTo>
                <a:lnTo>
                  <a:pt x="54502" y="164837"/>
                </a:lnTo>
                <a:lnTo>
                  <a:pt x="54503" y="164837"/>
                </a:lnTo>
                <a:lnTo>
                  <a:pt x="54504" y="164837"/>
                </a:lnTo>
                <a:lnTo>
                  <a:pt x="54505" y="164837"/>
                </a:lnTo>
                <a:lnTo>
                  <a:pt x="54506" y="164837"/>
                </a:lnTo>
                <a:lnTo>
                  <a:pt x="54507" y="164837"/>
                </a:lnTo>
                <a:lnTo>
                  <a:pt x="54508" y="164837"/>
                </a:lnTo>
                <a:lnTo>
                  <a:pt x="54509" y="164837"/>
                </a:lnTo>
                <a:lnTo>
                  <a:pt x="54510" y="164837"/>
                </a:lnTo>
                <a:lnTo>
                  <a:pt x="54511" y="164837"/>
                </a:lnTo>
                <a:lnTo>
                  <a:pt x="54513" y="164837"/>
                </a:lnTo>
                <a:lnTo>
                  <a:pt x="54514" y="164837"/>
                </a:lnTo>
                <a:lnTo>
                  <a:pt x="54515" y="164837"/>
                </a:lnTo>
                <a:lnTo>
                  <a:pt x="54516" y="164837"/>
                </a:lnTo>
                <a:lnTo>
                  <a:pt x="54517" y="164837"/>
                </a:lnTo>
                <a:lnTo>
                  <a:pt x="54518" y="164837"/>
                </a:lnTo>
                <a:lnTo>
                  <a:pt x="54519" y="164837"/>
                </a:lnTo>
                <a:lnTo>
                  <a:pt x="54520" y="164837"/>
                </a:lnTo>
                <a:lnTo>
                  <a:pt x="54521" y="164837"/>
                </a:lnTo>
                <a:lnTo>
                  <a:pt x="54522" y="164837"/>
                </a:lnTo>
                <a:lnTo>
                  <a:pt x="54523" y="164837"/>
                </a:lnTo>
                <a:lnTo>
                  <a:pt x="54524" y="164837"/>
                </a:lnTo>
                <a:lnTo>
                  <a:pt x="54525" y="164837"/>
                </a:lnTo>
                <a:lnTo>
                  <a:pt x="54526" y="164837"/>
                </a:lnTo>
                <a:lnTo>
                  <a:pt x="54527" y="164837"/>
                </a:lnTo>
                <a:lnTo>
                  <a:pt x="54528" y="164837"/>
                </a:lnTo>
                <a:lnTo>
                  <a:pt x="54529" y="164837"/>
                </a:lnTo>
                <a:lnTo>
                  <a:pt x="54530" y="164837"/>
                </a:lnTo>
                <a:lnTo>
                  <a:pt x="54531" y="164837"/>
                </a:lnTo>
                <a:lnTo>
                  <a:pt x="54532" y="164837"/>
                </a:lnTo>
                <a:lnTo>
                  <a:pt x="54534" y="164837"/>
                </a:lnTo>
                <a:lnTo>
                  <a:pt x="54535" y="164837"/>
                </a:lnTo>
                <a:lnTo>
                  <a:pt x="54536" y="164837"/>
                </a:lnTo>
                <a:lnTo>
                  <a:pt x="54537" y="164837"/>
                </a:lnTo>
                <a:lnTo>
                  <a:pt x="54538" y="164837"/>
                </a:lnTo>
                <a:lnTo>
                  <a:pt x="54539" y="164837"/>
                </a:lnTo>
                <a:lnTo>
                  <a:pt x="54540" y="164837"/>
                </a:lnTo>
                <a:lnTo>
                  <a:pt x="54541" y="164837"/>
                </a:lnTo>
                <a:lnTo>
                  <a:pt x="54542" y="164837"/>
                </a:lnTo>
                <a:lnTo>
                  <a:pt x="54543" y="164837"/>
                </a:lnTo>
                <a:lnTo>
                  <a:pt x="54544" y="164837"/>
                </a:lnTo>
                <a:lnTo>
                  <a:pt x="54545" y="164837"/>
                </a:lnTo>
                <a:lnTo>
                  <a:pt x="54546" y="164837"/>
                </a:lnTo>
                <a:lnTo>
                  <a:pt x="54547" y="164837"/>
                </a:lnTo>
                <a:lnTo>
                  <a:pt x="54548" y="164837"/>
                </a:lnTo>
                <a:lnTo>
                  <a:pt x="54549" y="164837"/>
                </a:lnTo>
                <a:lnTo>
                  <a:pt x="54550" y="164837"/>
                </a:lnTo>
                <a:lnTo>
                  <a:pt x="54551" y="164837"/>
                </a:lnTo>
                <a:lnTo>
                  <a:pt x="54552" y="164837"/>
                </a:lnTo>
                <a:lnTo>
                  <a:pt x="54553" y="164837"/>
                </a:lnTo>
                <a:lnTo>
                  <a:pt x="54555" y="164837"/>
                </a:lnTo>
                <a:lnTo>
                  <a:pt x="54556" y="164837"/>
                </a:lnTo>
                <a:lnTo>
                  <a:pt x="54557" y="164837"/>
                </a:lnTo>
                <a:lnTo>
                  <a:pt x="54558" y="164837"/>
                </a:lnTo>
                <a:lnTo>
                  <a:pt x="54559" y="164837"/>
                </a:lnTo>
                <a:lnTo>
                  <a:pt x="54560" y="164837"/>
                </a:lnTo>
                <a:lnTo>
                  <a:pt x="54561" y="164837"/>
                </a:lnTo>
                <a:lnTo>
                  <a:pt x="54562" y="164837"/>
                </a:lnTo>
                <a:lnTo>
                  <a:pt x="54563" y="164837"/>
                </a:lnTo>
                <a:lnTo>
                  <a:pt x="54564" y="164837"/>
                </a:lnTo>
                <a:lnTo>
                  <a:pt x="54565" y="164837"/>
                </a:lnTo>
                <a:lnTo>
                  <a:pt x="54566" y="164837"/>
                </a:lnTo>
                <a:lnTo>
                  <a:pt x="54567" y="164837"/>
                </a:lnTo>
                <a:lnTo>
                  <a:pt x="54568" y="164837"/>
                </a:lnTo>
                <a:lnTo>
                  <a:pt x="54569" y="164837"/>
                </a:lnTo>
                <a:lnTo>
                  <a:pt x="54570" y="164837"/>
                </a:lnTo>
                <a:lnTo>
                  <a:pt x="54571" y="164837"/>
                </a:lnTo>
                <a:lnTo>
                  <a:pt x="54572" y="164837"/>
                </a:lnTo>
                <a:lnTo>
                  <a:pt x="54573" y="164837"/>
                </a:lnTo>
                <a:lnTo>
                  <a:pt x="54574" y="164837"/>
                </a:lnTo>
                <a:lnTo>
                  <a:pt x="54576" y="164837"/>
                </a:lnTo>
                <a:lnTo>
                  <a:pt x="54577" y="164837"/>
                </a:lnTo>
                <a:lnTo>
                  <a:pt x="54578" y="164837"/>
                </a:lnTo>
                <a:lnTo>
                  <a:pt x="54579" y="164837"/>
                </a:lnTo>
                <a:lnTo>
                  <a:pt x="54580" y="164837"/>
                </a:lnTo>
                <a:lnTo>
                  <a:pt x="54581" y="164837"/>
                </a:lnTo>
                <a:lnTo>
                  <a:pt x="54582" y="164837"/>
                </a:lnTo>
                <a:lnTo>
                  <a:pt x="54583" y="164837"/>
                </a:lnTo>
                <a:lnTo>
                  <a:pt x="54584" y="164837"/>
                </a:lnTo>
                <a:lnTo>
                  <a:pt x="54585" y="164837"/>
                </a:lnTo>
                <a:lnTo>
                  <a:pt x="54586" y="164837"/>
                </a:lnTo>
                <a:lnTo>
                  <a:pt x="54587" y="164837"/>
                </a:lnTo>
                <a:lnTo>
                  <a:pt x="54588" y="164837"/>
                </a:lnTo>
                <a:lnTo>
                  <a:pt x="54589" y="164837"/>
                </a:lnTo>
                <a:lnTo>
                  <a:pt x="54590" y="164837"/>
                </a:lnTo>
                <a:lnTo>
                  <a:pt x="54591" y="164837"/>
                </a:lnTo>
                <a:lnTo>
                  <a:pt x="54592" y="164837"/>
                </a:lnTo>
                <a:lnTo>
                  <a:pt x="54593" y="164837"/>
                </a:lnTo>
                <a:lnTo>
                  <a:pt x="54594" y="164837"/>
                </a:lnTo>
                <a:lnTo>
                  <a:pt x="54595" y="164837"/>
                </a:lnTo>
                <a:lnTo>
                  <a:pt x="54597" y="164837"/>
                </a:lnTo>
                <a:lnTo>
                  <a:pt x="54598" y="164837"/>
                </a:lnTo>
                <a:lnTo>
                  <a:pt x="54599" y="164837"/>
                </a:lnTo>
                <a:lnTo>
                  <a:pt x="54600" y="164837"/>
                </a:lnTo>
                <a:lnTo>
                  <a:pt x="54601" y="164837"/>
                </a:lnTo>
                <a:lnTo>
                  <a:pt x="54602" y="164837"/>
                </a:lnTo>
                <a:lnTo>
                  <a:pt x="54603" y="164837"/>
                </a:lnTo>
                <a:lnTo>
                  <a:pt x="54604" y="164837"/>
                </a:lnTo>
                <a:lnTo>
                  <a:pt x="54605" y="164837"/>
                </a:lnTo>
                <a:lnTo>
                  <a:pt x="54606" y="164837"/>
                </a:lnTo>
                <a:lnTo>
                  <a:pt x="54607" y="164837"/>
                </a:lnTo>
                <a:lnTo>
                  <a:pt x="54608" y="164837"/>
                </a:lnTo>
                <a:lnTo>
                  <a:pt x="54609" y="164837"/>
                </a:lnTo>
                <a:lnTo>
                  <a:pt x="54610" y="164837"/>
                </a:lnTo>
                <a:lnTo>
                  <a:pt x="54611" y="164837"/>
                </a:lnTo>
                <a:lnTo>
                  <a:pt x="54612" y="164837"/>
                </a:lnTo>
                <a:lnTo>
                  <a:pt x="54613" y="164837"/>
                </a:lnTo>
                <a:lnTo>
                  <a:pt x="54614" y="164837"/>
                </a:lnTo>
                <a:lnTo>
                  <a:pt x="54615" y="164837"/>
                </a:lnTo>
                <a:lnTo>
                  <a:pt x="54617" y="164837"/>
                </a:lnTo>
                <a:lnTo>
                  <a:pt x="54618" y="164837"/>
                </a:lnTo>
                <a:lnTo>
                  <a:pt x="54619" y="164837"/>
                </a:lnTo>
                <a:lnTo>
                  <a:pt x="54620" y="164837"/>
                </a:lnTo>
                <a:lnTo>
                  <a:pt x="54621" y="164837"/>
                </a:lnTo>
                <a:lnTo>
                  <a:pt x="54622" y="164837"/>
                </a:lnTo>
                <a:lnTo>
                  <a:pt x="54623" y="164837"/>
                </a:lnTo>
                <a:lnTo>
                  <a:pt x="54624" y="164837"/>
                </a:lnTo>
                <a:lnTo>
                  <a:pt x="54625" y="164837"/>
                </a:lnTo>
                <a:lnTo>
                  <a:pt x="54626" y="164837"/>
                </a:lnTo>
                <a:lnTo>
                  <a:pt x="54627" y="164837"/>
                </a:lnTo>
                <a:lnTo>
                  <a:pt x="54628" y="164837"/>
                </a:lnTo>
                <a:lnTo>
                  <a:pt x="54629" y="164837"/>
                </a:lnTo>
                <a:lnTo>
                  <a:pt x="54630" y="164837"/>
                </a:lnTo>
                <a:lnTo>
                  <a:pt x="54631" y="164837"/>
                </a:lnTo>
                <a:lnTo>
                  <a:pt x="54632" y="164837"/>
                </a:lnTo>
                <a:lnTo>
                  <a:pt x="54633" y="164837"/>
                </a:lnTo>
                <a:lnTo>
                  <a:pt x="54634" y="164837"/>
                </a:lnTo>
                <a:lnTo>
                  <a:pt x="54635" y="164837"/>
                </a:lnTo>
                <a:lnTo>
                  <a:pt x="54637" y="164837"/>
                </a:lnTo>
                <a:lnTo>
                  <a:pt x="54638" y="164837"/>
                </a:lnTo>
                <a:lnTo>
                  <a:pt x="54639" y="164837"/>
                </a:lnTo>
                <a:lnTo>
                  <a:pt x="54640" y="164837"/>
                </a:lnTo>
                <a:lnTo>
                  <a:pt x="54641" y="164837"/>
                </a:lnTo>
                <a:lnTo>
                  <a:pt x="54642" y="164837"/>
                </a:lnTo>
                <a:lnTo>
                  <a:pt x="54643" y="164837"/>
                </a:lnTo>
                <a:lnTo>
                  <a:pt x="54644" y="164837"/>
                </a:lnTo>
                <a:lnTo>
                  <a:pt x="54645" y="164837"/>
                </a:lnTo>
                <a:lnTo>
                  <a:pt x="54646" y="164837"/>
                </a:lnTo>
                <a:lnTo>
                  <a:pt x="54647" y="164837"/>
                </a:lnTo>
                <a:lnTo>
                  <a:pt x="54648" y="164837"/>
                </a:lnTo>
                <a:lnTo>
                  <a:pt x="54649" y="164837"/>
                </a:lnTo>
                <a:lnTo>
                  <a:pt x="54650" y="164837"/>
                </a:lnTo>
                <a:lnTo>
                  <a:pt x="54651" y="164837"/>
                </a:lnTo>
                <a:lnTo>
                  <a:pt x="54652" y="164837"/>
                </a:lnTo>
                <a:lnTo>
                  <a:pt x="54653" y="164837"/>
                </a:lnTo>
                <a:lnTo>
                  <a:pt x="54654" y="164837"/>
                </a:lnTo>
                <a:lnTo>
                  <a:pt x="54655" y="164837"/>
                </a:lnTo>
                <a:lnTo>
                  <a:pt x="54656" y="164837"/>
                </a:lnTo>
                <a:lnTo>
                  <a:pt x="54658" y="164837"/>
                </a:lnTo>
                <a:lnTo>
                  <a:pt x="54659" y="164837"/>
                </a:lnTo>
                <a:lnTo>
                  <a:pt x="54660" y="164837"/>
                </a:lnTo>
                <a:lnTo>
                  <a:pt x="54661" y="164837"/>
                </a:lnTo>
                <a:lnTo>
                  <a:pt x="54662" y="164837"/>
                </a:lnTo>
                <a:lnTo>
                  <a:pt x="54663" y="164837"/>
                </a:lnTo>
                <a:lnTo>
                  <a:pt x="54664" y="164837"/>
                </a:lnTo>
                <a:lnTo>
                  <a:pt x="54665" y="164837"/>
                </a:lnTo>
                <a:lnTo>
                  <a:pt x="54666" y="164837"/>
                </a:lnTo>
                <a:lnTo>
                  <a:pt x="54667" y="164837"/>
                </a:lnTo>
                <a:lnTo>
                  <a:pt x="54668" y="164837"/>
                </a:lnTo>
                <a:lnTo>
                  <a:pt x="54669" y="164837"/>
                </a:lnTo>
                <a:lnTo>
                  <a:pt x="54670" y="164837"/>
                </a:lnTo>
                <a:lnTo>
                  <a:pt x="54671" y="164837"/>
                </a:lnTo>
                <a:lnTo>
                  <a:pt x="54672" y="164837"/>
                </a:lnTo>
                <a:lnTo>
                  <a:pt x="54673" y="164837"/>
                </a:lnTo>
                <a:lnTo>
                  <a:pt x="54674" y="164837"/>
                </a:lnTo>
                <a:lnTo>
                  <a:pt x="54675" y="164837"/>
                </a:lnTo>
                <a:lnTo>
                  <a:pt x="54676" y="164837"/>
                </a:lnTo>
                <a:lnTo>
                  <a:pt x="54678" y="164837"/>
                </a:lnTo>
                <a:lnTo>
                  <a:pt x="54679" y="164837"/>
                </a:lnTo>
                <a:lnTo>
                  <a:pt x="54680" y="164837"/>
                </a:lnTo>
                <a:lnTo>
                  <a:pt x="54681" y="164837"/>
                </a:lnTo>
                <a:lnTo>
                  <a:pt x="54682" y="164837"/>
                </a:lnTo>
                <a:lnTo>
                  <a:pt x="54683" y="164837"/>
                </a:lnTo>
                <a:lnTo>
                  <a:pt x="54684" y="164837"/>
                </a:lnTo>
                <a:lnTo>
                  <a:pt x="54685" y="164837"/>
                </a:lnTo>
                <a:lnTo>
                  <a:pt x="54686" y="164837"/>
                </a:lnTo>
                <a:lnTo>
                  <a:pt x="54687" y="164837"/>
                </a:lnTo>
                <a:lnTo>
                  <a:pt x="54688" y="164837"/>
                </a:lnTo>
                <a:lnTo>
                  <a:pt x="54689" y="164837"/>
                </a:lnTo>
                <a:lnTo>
                  <a:pt x="54690" y="164837"/>
                </a:lnTo>
                <a:lnTo>
                  <a:pt x="54691" y="164837"/>
                </a:lnTo>
                <a:lnTo>
                  <a:pt x="54692" y="164837"/>
                </a:lnTo>
                <a:lnTo>
                  <a:pt x="54693" y="164837"/>
                </a:lnTo>
                <a:lnTo>
                  <a:pt x="54694" y="164837"/>
                </a:lnTo>
                <a:lnTo>
                  <a:pt x="54695" y="164837"/>
                </a:lnTo>
                <a:lnTo>
                  <a:pt x="54696" y="164837"/>
                </a:lnTo>
                <a:lnTo>
                  <a:pt x="54698" y="164837"/>
                </a:lnTo>
                <a:lnTo>
                  <a:pt x="54699" y="164837"/>
                </a:lnTo>
                <a:lnTo>
                  <a:pt x="54700" y="164837"/>
                </a:lnTo>
                <a:lnTo>
                  <a:pt x="54701" y="164837"/>
                </a:lnTo>
                <a:lnTo>
                  <a:pt x="54702" y="164837"/>
                </a:lnTo>
                <a:lnTo>
                  <a:pt x="54703" y="164837"/>
                </a:lnTo>
                <a:lnTo>
                  <a:pt x="54704" y="164837"/>
                </a:lnTo>
                <a:lnTo>
                  <a:pt x="54705" y="164837"/>
                </a:lnTo>
                <a:lnTo>
                  <a:pt x="54706" y="164837"/>
                </a:lnTo>
                <a:lnTo>
                  <a:pt x="54707" y="164837"/>
                </a:lnTo>
                <a:lnTo>
                  <a:pt x="54708" y="164837"/>
                </a:lnTo>
                <a:lnTo>
                  <a:pt x="54709" y="164837"/>
                </a:lnTo>
                <a:lnTo>
                  <a:pt x="54710" y="164837"/>
                </a:lnTo>
                <a:lnTo>
                  <a:pt x="54711" y="164837"/>
                </a:lnTo>
                <a:lnTo>
                  <a:pt x="54712" y="164837"/>
                </a:lnTo>
                <a:lnTo>
                  <a:pt x="54713" y="164837"/>
                </a:lnTo>
                <a:lnTo>
                  <a:pt x="54714" y="164837"/>
                </a:lnTo>
                <a:lnTo>
                  <a:pt x="54715" y="164837"/>
                </a:lnTo>
                <a:lnTo>
                  <a:pt x="54716" y="164837"/>
                </a:lnTo>
                <a:lnTo>
                  <a:pt x="54718" y="164837"/>
                </a:lnTo>
                <a:lnTo>
                  <a:pt x="54719" y="164837"/>
                </a:lnTo>
                <a:lnTo>
                  <a:pt x="54720" y="164837"/>
                </a:lnTo>
                <a:lnTo>
                  <a:pt x="54721" y="164837"/>
                </a:lnTo>
                <a:lnTo>
                  <a:pt x="54722" y="164837"/>
                </a:lnTo>
                <a:lnTo>
                  <a:pt x="54723" y="164837"/>
                </a:lnTo>
                <a:lnTo>
                  <a:pt x="54724" y="164837"/>
                </a:lnTo>
                <a:lnTo>
                  <a:pt x="54725" y="164837"/>
                </a:lnTo>
                <a:lnTo>
                  <a:pt x="54726" y="164837"/>
                </a:lnTo>
                <a:lnTo>
                  <a:pt x="54727" y="164837"/>
                </a:lnTo>
                <a:lnTo>
                  <a:pt x="54728" y="164837"/>
                </a:lnTo>
                <a:lnTo>
                  <a:pt x="54729" y="164837"/>
                </a:lnTo>
                <a:lnTo>
                  <a:pt x="54730" y="164837"/>
                </a:lnTo>
                <a:lnTo>
                  <a:pt x="54731" y="164837"/>
                </a:lnTo>
                <a:lnTo>
                  <a:pt x="54732" y="164837"/>
                </a:lnTo>
                <a:lnTo>
                  <a:pt x="54733" y="164837"/>
                </a:lnTo>
                <a:lnTo>
                  <a:pt x="54734" y="164837"/>
                </a:lnTo>
                <a:lnTo>
                  <a:pt x="54735" y="164837"/>
                </a:lnTo>
                <a:lnTo>
                  <a:pt x="54736" y="164837"/>
                </a:lnTo>
                <a:lnTo>
                  <a:pt x="54738" y="164837"/>
                </a:lnTo>
                <a:lnTo>
                  <a:pt x="54739" y="164837"/>
                </a:lnTo>
                <a:lnTo>
                  <a:pt x="54740" y="164837"/>
                </a:lnTo>
                <a:lnTo>
                  <a:pt x="54741" y="164837"/>
                </a:lnTo>
                <a:lnTo>
                  <a:pt x="54742" y="164837"/>
                </a:lnTo>
                <a:lnTo>
                  <a:pt x="54743" y="164837"/>
                </a:lnTo>
                <a:lnTo>
                  <a:pt x="54744" y="164837"/>
                </a:lnTo>
                <a:lnTo>
                  <a:pt x="54745" y="164837"/>
                </a:lnTo>
                <a:lnTo>
                  <a:pt x="54746" y="164837"/>
                </a:lnTo>
                <a:lnTo>
                  <a:pt x="54747" y="164837"/>
                </a:lnTo>
                <a:lnTo>
                  <a:pt x="54748" y="164837"/>
                </a:lnTo>
                <a:lnTo>
                  <a:pt x="54749" y="164837"/>
                </a:lnTo>
                <a:lnTo>
                  <a:pt x="54750" y="164837"/>
                </a:lnTo>
                <a:lnTo>
                  <a:pt x="54751" y="164837"/>
                </a:lnTo>
                <a:lnTo>
                  <a:pt x="54752" y="164837"/>
                </a:lnTo>
                <a:lnTo>
                  <a:pt x="54753" y="164837"/>
                </a:lnTo>
                <a:lnTo>
                  <a:pt x="54754" y="164837"/>
                </a:lnTo>
                <a:lnTo>
                  <a:pt x="54755" y="164837"/>
                </a:lnTo>
                <a:lnTo>
                  <a:pt x="54757" y="164837"/>
                </a:lnTo>
                <a:lnTo>
                  <a:pt x="54758" y="164837"/>
                </a:lnTo>
                <a:lnTo>
                  <a:pt x="54759" y="164837"/>
                </a:lnTo>
                <a:lnTo>
                  <a:pt x="54760" y="164837"/>
                </a:lnTo>
                <a:lnTo>
                  <a:pt x="54761" y="164837"/>
                </a:lnTo>
                <a:lnTo>
                  <a:pt x="54762" y="164837"/>
                </a:lnTo>
                <a:lnTo>
                  <a:pt x="54763" y="164837"/>
                </a:lnTo>
                <a:lnTo>
                  <a:pt x="54764" y="164837"/>
                </a:lnTo>
                <a:lnTo>
                  <a:pt x="54765" y="164837"/>
                </a:lnTo>
                <a:lnTo>
                  <a:pt x="54766" y="164837"/>
                </a:lnTo>
                <a:lnTo>
                  <a:pt x="54767" y="164837"/>
                </a:lnTo>
                <a:lnTo>
                  <a:pt x="54768" y="164837"/>
                </a:lnTo>
                <a:lnTo>
                  <a:pt x="54769" y="164837"/>
                </a:lnTo>
                <a:lnTo>
                  <a:pt x="54770" y="164837"/>
                </a:lnTo>
                <a:lnTo>
                  <a:pt x="54771" y="164837"/>
                </a:lnTo>
                <a:lnTo>
                  <a:pt x="54772" y="164837"/>
                </a:lnTo>
                <a:lnTo>
                  <a:pt x="54773" y="164837"/>
                </a:lnTo>
                <a:lnTo>
                  <a:pt x="54774" y="164837"/>
                </a:lnTo>
                <a:lnTo>
                  <a:pt x="54775" y="164837"/>
                </a:lnTo>
                <a:lnTo>
                  <a:pt x="54777" y="164837"/>
                </a:lnTo>
                <a:lnTo>
                  <a:pt x="54778" y="164837"/>
                </a:lnTo>
                <a:lnTo>
                  <a:pt x="54779" y="164837"/>
                </a:lnTo>
                <a:lnTo>
                  <a:pt x="54780" y="164837"/>
                </a:lnTo>
                <a:lnTo>
                  <a:pt x="54781" y="164837"/>
                </a:lnTo>
                <a:lnTo>
                  <a:pt x="54782" y="164837"/>
                </a:lnTo>
                <a:lnTo>
                  <a:pt x="54783" y="164837"/>
                </a:lnTo>
                <a:lnTo>
                  <a:pt x="54784" y="164837"/>
                </a:lnTo>
                <a:lnTo>
                  <a:pt x="54785" y="164837"/>
                </a:lnTo>
                <a:lnTo>
                  <a:pt x="54786" y="164837"/>
                </a:lnTo>
                <a:lnTo>
                  <a:pt x="54787" y="164837"/>
                </a:lnTo>
                <a:lnTo>
                  <a:pt x="54788" y="164837"/>
                </a:lnTo>
                <a:lnTo>
                  <a:pt x="54789" y="164837"/>
                </a:lnTo>
                <a:lnTo>
                  <a:pt x="54790" y="164837"/>
                </a:lnTo>
                <a:lnTo>
                  <a:pt x="54791" y="164837"/>
                </a:lnTo>
                <a:lnTo>
                  <a:pt x="54792" y="164837"/>
                </a:lnTo>
                <a:lnTo>
                  <a:pt x="54793" y="164837"/>
                </a:lnTo>
                <a:lnTo>
                  <a:pt x="54794" y="164837"/>
                </a:lnTo>
                <a:lnTo>
                  <a:pt x="54795" y="164837"/>
                </a:lnTo>
                <a:lnTo>
                  <a:pt x="54797" y="164837"/>
                </a:lnTo>
                <a:lnTo>
                  <a:pt x="54798" y="164837"/>
                </a:lnTo>
                <a:lnTo>
                  <a:pt x="54799" y="164837"/>
                </a:lnTo>
                <a:lnTo>
                  <a:pt x="54800" y="164837"/>
                </a:lnTo>
                <a:lnTo>
                  <a:pt x="54801" y="164837"/>
                </a:lnTo>
                <a:lnTo>
                  <a:pt x="54802" y="164837"/>
                </a:lnTo>
                <a:lnTo>
                  <a:pt x="54803" y="164837"/>
                </a:lnTo>
                <a:lnTo>
                  <a:pt x="54804" y="164837"/>
                </a:lnTo>
                <a:lnTo>
                  <a:pt x="54805" y="164837"/>
                </a:lnTo>
                <a:lnTo>
                  <a:pt x="54806" y="164837"/>
                </a:lnTo>
                <a:lnTo>
                  <a:pt x="54807" y="164837"/>
                </a:lnTo>
                <a:lnTo>
                  <a:pt x="54808" y="164837"/>
                </a:lnTo>
                <a:lnTo>
                  <a:pt x="54809" y="164837"/>
                </a:lnTo>
                <a:lnTo>
                  <a:pt x="54810" y="164837"/>
                </a:lnTo>
                <a:lnTo>
                  <a:pt x="54811" y="164837"/>
                </a:lnTo>
                <a:lnTo>
                  <a:pt x="54812" y="164837"/>
                </a:lnTo>
                <a:lnTo>
                  <a:pt x="54813" y="164837"/>
                </a:lnTo>
                <a:lnTo>
                  <a:pt x="54814" y="164837"/>
                </a:lnTo>
                <a:lnTo>
                  <a:pt x="54816" y="164837"/>
                </a:lnTo>
                <a:lnTo>
                  <a:pt x="54817" y="164837"/>
                </a:lnTo>
                <a:lnTo>
                  <a:pt x="54818" y="164837"/>
                </a:lnTo>
                <a:lnTo>
                  <a:pt x="54819" y="164837"/>
                </a:lnTo>
                <a:lnTo>
                  <a:pt x="54820" y="164837"/>
                </a:lnTo>
                <a:lnTo>
                  <a:pt x="54821" y="164837"/>
                </a:lnTo>
                <a:lnTo>
                  <a:pt x="54822" y="164837"/>
                </a:lnTo>
                <a:lnTo>
                  <a:pt x="54823" y="164837"/>
                </a:lnTo>
                <a:lnTo>
                  <a:pt x="54824" y="164837"/>
                </a:lnTo>
                <a:lnTo>
                  <a:pt x="54825" y="164837"/>
                </a:lnTo>
                <a:lnTo>
                  <a:pt x="54826" y="164837"/>
                </a:lnTo>
                <a:lnTo>
                  <a:pt x="54827" y="164837"/>
                </a:lnTo>
                <a:lnTo>
                  <a:pt x="54828" y="164837"/>
                </a:lnTo>
                <a:lnTo>
                  <a:pt x="54829" y="164837"/>
                </a:lnTo>
                <a:lnTo>
                  <a:pt x="54830" y="164837"/>
                </a:lnTo>
                <a:lnTo>
                  <a:pt x="54831" y="164837"/>
                </a:lnTo>
                <a:lnTo>
                  <a:pt x="54832" y="164837"/>
                </a:lnTo>
                <a:lnTo>
                  <a:pt x="54833" y="164837"/>
                </a:lnTo>
                <a:lnTo>
                  <a:pt x="54835" y="164837"/>
                </a:lnTo>
                <a:lnTo>
                  <a:pt x="54836" y="164837"/>
                </a:lnTo>
                <a:lnTo>
                  <a:pt x="54837" y="164837"/>
                </a:lnTo>
                <a:lnTo>
                  <a:pt x="54838" y="164837"/>
                </a:lnTo>
                <a:lnTo>
                  <a:pt x="54839" y="164837"/>
                </a:lnTo>
                <a:lnTo>
                  <a:pt x="54840" y="164837"/>
                </a:lnTo>
                <a:lnTo>
                  <a:pt x="54841" y="164837"/>
                </a:lnTo>
                <a:lnTo>
                  <a:pt x="54842" y="164837"/>
                </a:lnTo>
                <a:lnTo>
                  <a:pt x="54843" y="164837"/>
                </a:lnTo>
                <a:lnTo>
                  <a:pt x="54844" y="164837"/>
                </a:lnTo>
                <a:lnTo>
                  <a:pt x="54845" y="164837"/>
                </a:lnTo>
                <a:lnTo>
                  <a:pt x="54846" y="164837"/>
                </a:lnTo>
                <a:lnTo>
                  <a:pt x="54847" y="164837"/>
                </a:lnTo>
                <a:lnTo>
                  <a:pt x="54848" y="164837"/>
                </a:lnTo>
                <a:lnTo>
                  <a:pt x="54849" y="164837"/>
                </a:lnTo>
                <a:lnTo>
                  <a:pt x="54850" y="164837"/>
                </a:lnTo>
                <a:lnTo>
                  <a:pt x="54851" y="164837"/>
                </a:lnTo>
                <a:lnTo>
                  <a:pt x="54852" y="164837"/>
                </a:lnTo>
                <a:lnTo>
                  <a:pt x="54854" y="164837"/>
                </a:lnTo>
                <a:lnTo>
                  <a:pt x="54855" y="164837"/>
                </a:lnTo>
                <a:lnTo>
                  <a:pt x="54856" y="164837"/>
                </a:lnTo>
                <a:lnTo>
                  <a:pt x="54857" y="164837"/>
                </a:lnTo>
                <a:lnTo>
                  <a:pt x="54858" y="164837"/>
                </a:lnTo>
                <a:lnTo>
                  <a:pt x="54859" y="164837"/>
                </a:lnTo>
                <a:lnTo>
                  <a:pt x="54860" y="164837"/>
                </a:lnTo>
                <a:lnTo>
                  <a:pt x="54861" y="164837"/>
                </a:lnTo>
                <a:lnTo>
                  <a:pt x="54862" y="164837"/>
                </a:lnTo>
                <a:lnTo>
                  <a:pt x="54863" y="164837"/>
                </a:lnTo>
                <a:lnTo>
                  <a:pt x="54864" y="164837"/>
                </a:lnTo>
                <a:lnTo>
                  <a:pt x="54865" y="164837"/>
                </a:lnTo>
                <a:lnTo>
                  <a:pt x="54866" y="164837"/>
                </a:lnTo>
                <a:lnTo>
                  <a:pt x="54867" y="164837"/>
                </a:lnTo>
                <a:lnTo>
                  <a:pt x="54868" y="164837"/>
                </a:lnTo>
                <a:lnTo>
                  <a:pt x="54869" y="164837"/>
                </a:lnTo>
                <a:lnTo>
                  <a:pt x="54870" y="164837"/>
                </a:lnTo>
                <a:lnTo>
                  <a:pt x="54871" y="164837"/>
                </a:lnTo>
                <a:lnTo>
                  <a:pt x="54873" y="164837"/>
                </a:lnTo>
                <a:lnTo>
                  <a:pt x="54874" y="164837"/>
                </a:lnTo>
                <a:lnTo>
                  <a:pt x="54875" y="164837"/>
                </a:lnTo>
                <a:lnTo>
                  <a:pt x="54876" y="164837"/>
                </a:lnTo>
                <a:lnTo>
                  <a:pt x="54877" y="164837"/>
                </a:lnTo>
                <a:lnTo>
                  <a:pt x="54878" y="164837"/>
                </a:lnTo>
                <a:lnTo>
                  <a:pt x="54879" y="164837"/>
                </a:lnTo>
                <a:lnTo>
                  <a:pt x="54880" y="164837"/>
                </a:lnTo>
                <a:lnTo>
                  <a:pt x="54881" y="164837"/>
                </a:lnTo>
                <a:lnTo>
                  <a:pt x="54882" y="164837"/>
                </a:lnTo>
                <a:lnTo>
                  <a:pt x="54883" y="164837"/>
                </a:lnTo>
                <a:lnTo>
                  <a:pt x="54884" y="164837"/>
                </a:lnTo>
                <a:lnTo>
                  <a:pt x="54885" y="164837"/>
                </a:lnTo>
                <a:lnTo>
                  <a:pt x="54886" y="164837"/>
                </a:lnTo>
                <a:lnTo>
                  <a:pt x="54887" y="164837"/>
                </a:lnTo>
                <a:lnTo>
                  <a:pt x="54888" y="164837"/>
                </a:lnTo>
                <a:lnTo>
                  <a:pt x="54889" y="164837"/>
                </a:lnTo>
                <a:lnTo>
                  <a:pt x="54890" y="164837"/>
                </a:lnTo>
                <a:lnTo>
                  <a:pt x="54892" y="164837"/>
                </a:lnTo>
                <a:lnTo>
                  <a:pt x="54893" y="164837"/>
                </a:lnTo>
                <a:lnTo>
                  <a:pt x="54894" y="164837"/>
                </a:lnTo>
                <a:lnTo>
                  <a:pt x="54895" y="164837"/>
                </a:lnTo>
                <a:lnTo>
                  <a:pt x="54896" y="164837"/>
                </a:lnTo>
                <a:lnTo>
                  <a:pt x="54897" y="164837"/>
                </a:lnTo>
                <a:lnTo>
                  <a:pt x="54898" y="164837"/>
                </a:lnTo>
                <a:lnTo>
                  <a:pt x="54899" y="164837"/>
                </a:lnTo>
                <a:lnTo>
                  <a:pt x="54900" y="164837"/>
                </a:lnTo>
                <a:lnTo>
                  <a:pt x="54901" y="164837"/>
                </a:lnTo>
                <a:lnTo>
                  <a:pt x="54902" y="164837"/>
                </a:lnTo>
                <a:lnTo>
                  <a:pt x="54903" y="164837"/>
                </a:lnTo>
                <a:lnTo>
                  <a:pt x="54904" y="164837"/>
                </a:lnTo>
                <a:lnTo>
                  <a:pt x="54905" y="164837"/>
                </a:lnTo>
                <a:lnTo>
                  <a:pt x="54906" y="164837"/>
                </a:lnTo>
                <a:lnTo>
                  <a:pt x="54907" y="164837"/>
                </a:lnTo>
                <a:lnTo>
                  <a:pt x="54908" y="164837"/>
                </a:lnTo>
                <a:lnTo>
                  <a:pt x="54909" y="164837"/>
                </a:lnTo>
                <a:lnTo>
                  <a:pt x="54911" y="164837"/>
                </a:lnTo>
                <a:lnTo>
                  <a:pt x="54912" y="164837"/>
                </a:lnTo>
                <a:lnTo>
                  <a:pt x="54913" y="164837"/>
                </a:lnTo>
                <a:lnTo>
                  <a:pt x="54914" y="164837"/>
                </a:lnTo>
                <a:lnTo>
                  <a:pt x="54915" y="164837"/>
                </a:lnTo>
                <a:lnTo>
                  <a:pt x="54916" y="164837"/>
                </a:lnTo>
                <a:lnTo>
                  <a:pt x="54917" y="164837"/>
                </a:lnTo>
                <a:lnTo>
                  <a:pt x="54918" y="164837"/>
                </a:lnTo>
                <a:lnTo>
                  <a:pt x="54919" y="164837"/>
                </a:lnTo>
                <a:lnTo>
                  <a:pt x="54920" y="164837"/>
                </a:lnTo>
                <a:lnTo>
                  <a:pt x="54921" y="164837"/>
                </a:lnTo>
                <a:lnTo>
                  <a:pt x="54922" y="164837"/>
                </a:lnTo>
                <a:lnTo>
                  <a:pt x="54923" y="164837"/>
                </a:lnTo>
                <a:lnTo>
                  <a:pt x="54924" y="164837"/>
                </a:lnTo>
                <a:lnTo>
                  <a:pt x="54925" y="164837"/>
                </a:lnTo>
                <a:lnTo>
                  <a:pt x="54926" y="164837"/>
                </a:lnTo>
                <a:lnTo>
                  <a:pt x="54927" y="164837"/>
                </a:lnTo>
                <a:lnTo>
                  <a:pt x="54928" y="164837"/>
                </a:lnTo>
                <a:lnTo>
                  <a:pt x="54930" y="164837"/>
                </a:lnTo>
                <a:lnTo>
                  <a:pt x="54931" y="164837"/>
                </a:lnTo>
                <a:lnTo>
                  <a:pt x="54932" y="164837"/>
                </a:lnTo>
                <a:lnTo>
                  <a:pt x="54933" y="164837"/>
                </a:lnTo>
                <a:lnTo>
                  <a:pt x="54934" y="164837"/>
                </a:lnTo>
                <a:lnTo>
                  <a:pt x="54935" y="164837"/>
                </a:lnTo>
                <a:lnTo>
                  <a:pt x="54936" y="164837"/>
                </a:lnTo>
                <a:lnTo>
                  <a:pt x="54937" y="164837"/>
                </a:lnTo>
                <a:lnTo>
                  <a:pt x="54938" y="164837"/>
                </a:lnTo>
                <a:lnTo>
                  <a:pt x="54939" y="164837"/>
                </a:lnTo>
                <a:lnTo>
                  <a:pt x="54940" y="164837"/>
                </a:lnTo>
                <a:lnTo>
                  <a:pt x="54941" y="164837"/>
                </a:lnTo>
                <a:lnTo>
                  <a:pt x="54942" y="164837"/>
                </a:lnTo>
                <a:lnTo>
                  <a:pt x="54943" y="164837"/>
                </a:lnTo>
                <a:lnTo>
                  <a:pt x="54944" y="164837"/>
                </a:lnTo>
                <a:lnTo>
                  <a:pt x="54945" y="164837"/>
                </a:lnTo>
                <a:lnTo>
                  <a:pt x="54946" y="164837"/>
                </a:lnTo>
                <a:lnTo>
                  <a:pt x="54947" y="164837"/>
                </a:lnTo>
                <a:lnTo>
                  <a:pt x="54949" y="164837"/>
                </a:lnTo>
                <a:lnTo>
                  <a:pt x="54950" y="164837"/>
                </a:lnTo>
                <a:lnTo>
                  <a:pt x="54951" y="164837"/>
                </a:lnTo>
                <a:lnTo>
                  <a:pt x="54952" y="164837"/>
                </a:lnTo>
                <a:lnTo>
                  <a:pt x="54953" y="164837"/>
                </a:lnTo>
                <a:lnTo>
                  <a:pt x="54954" y="164837"/>
                </a:lnTo>
                <a:lnTo>
                  <a:pt x="54955" y="164837"/>
                </a:lnTo>
                <a:lnTo>
                  <a:pt x="54956" y="164837"/>
                </a:lnTo>
                <a:lnTo>
                  <a:pt x="54957" y="164837"/>
                </a:lnTo>
                <a:lnTo>
                  <a:pt x="54958" y="164837"/>
                </a:lnTo>
                <a:lnTo>
                  <a:pt x="54959" y="164837"/>
                </a:lnTo>
                <a:lnTo>
                  <a:pt x="54960" y="164837"/>
                </a:lnTo>
                <a:lnTo>
                  <a:pt x="54961" y="164837"/>
                </a:lnTo>
                <a:lnTo>
                  <a:pt x="54962" y="164837"/>
                </a:lnTo>
                <a:lnTo>
                  <a:pt x="54963" y="164837"/>
                </a:lnTo>
                <a:lnTo>
                  <a:pt x="54964" y="164837"/>
                </a:lnTo>
                <a:lnTo>
                  <a:pt x="54965" y="164837"/>
                </a:lnTo>
                <a:lnTo>
                  <a:pt x="54967" y="164837"/>
                </a:lnTo>
                <a:lnTo>
                  <a:pt x="54968" y="164837"/>
                </a:lnTo>
                <a:lnTo>
                  <a:pt x="54969" y="164837"/>
                </a:lnTo>
                <a:lnTo>
                  <a:pt x="54970" y="164837"/>
                </a:lnTo>
                <a:lnTo>
                  <a:pt x="54971" y="164837"/>
                </a:lnTo>
                <a:lnTo>
                  <a:pt x="54972" y="164837"/>
                </a:lnTo>
                <a:lnTo>
                  <a:pt x="54973" y="164837"/>
                </a:lnTo>
                <a:lnTo>
                  <a:pt x="54974" y="164837"/>
                </a:lnTo>
                <a:lnTo>
                  <a:pt x="54975" y="164837"/>
                </a:lnTo>
                <a:lnTo>
                  <a:pt x="54976" y="164837"/>
                </a:lnTo>
                <a:lnTo>
                  <a:pt x="54977" y="164837"/>
                </a:lnTo>
                <a:lnTo>
                  <a:pt x="54978" y="164837"/>
                </a:lnTo>
                <a:lnTo>
                  <a:pt x="54979" y="164837"/>
                </a:lnTo>
                <a:lnTo>
                  <a:pt x="54980" y="164837"/>
                </a:lnTo>
                <a:lnTo>
                  <a:pt x="54981" y="164837"/>
                </a:lnTo>
                <a:lnTo>
                  <a:pt x="54982" y="164837"/>
                </a:lnTo>
                <a:lnTo>
                  <a:pt x="54983" y="164837"/>
                </a:lnTo>
                <a:lnTo>
                  <a:pt x="54984" y="164837"/>
                </a:lnTo>
                <a:lnTo>
                  <a:pt x="54986" y="164837"/>
                </a:lnTo>
                <a:lnTo>
                  <a:pt x="54987" y="164837"/>
                </a:lnTo>
                <a:lnTo>
                  <a:pt x="54988" y="164837"/>
                </a:lnTo>
                <a:lnTo>
                  <a:pt x="54989" y="164837"/>
                </a:lnTo>
                <a:lnTo>
                  <a:pt x="54990" y="164837"/>
                </a:lnTo>
                <a:lnTo>
                  <a:pt x="54991" y="164837"/>
                </a:lnTo>
                <a:lnTo>
                  <a:pt x="54992" y="164837"/>
                </a:lnTo>
                <a:lnTo>
                  <a:pt x="54993" y="164837"/>
                </a:lnTo>
                <a:lnTo>
                  <a:pt x="54994" y="164837"/>
                </a:lnTo>
                <a:lnTo>
                  <a:pt x="54995" y="164837"/>
                </a:lnTo>
                <a:lnTo>
                  <a:pt x="54996" y="164837"/>
                </a:lnTo>
                <a:lnTo>
                  <a:pt x="54997" y="164837"/>
                </a:lnTo>
                <a:lnTo>
                  <a:pt x="54998" y="164837"/>
                </a:lnTo>
                <a:lnTo>
                  <a:pt x="54999" y="164837"/>
                </a:lnTo>
                <a:lnTo>
                  <a:pt x="55000" y="164837"/>
                </a:lnTo>
                <a:lnTo>
                  <a:pt x="55001" y="164837"/>
                </a:lnTo>
                <a:lnTo>
                  <a:pt x="55002" y="164837"/>
                </a:lnTo>
                <a:lnTo>
                  <a:pt x="55004" y="164837"/>
                </a:lnTo>
                <a:lnTo>
                  <a:pt x="55005" y="164837"/>
                </a:lnTo>
                <a:lnTo>
                  <a:pt x="55006" y="164837"/>
                </a:lnTo>
                <a:lnTo>
                  <a:pt x="55007" y="164837"/>
                </a:lnTo>
                <a:lnTo>
                  <a:pt x="55008" y="164837"/>
                </a:lnTo>
                <a:lnTo>
                  <a:pt x="55009" y="164837"/>
                </a:lnTo>
                <a:lnTo>
                  <a:pt x="55010" y="164837"/>
                </a:lnTo>
                <a:lnTo>
                  <a:pt x="55011" y="164837"/>
                </a:lnTo>
                <a:lnTo>
                  <a:pt x="55012" y="164837"/>
                </a:lnTo>
                <a:lnTo>
                  <a:pt x="55013" y="164837"/>
                </a:lnTo>
                <a:lnTo>
                  <a:pt x="55014" y="164837"/>
                </a:lnTo>
                <a:lnTo>
                  <a:pt x="55015" y="164837"/>
                </a:lnTo>
                <a:lnTo>
                  <a:pt x="55016" y="164837"/>
                </a:lnTo>
                <a:lnTo>
                  <a:pt x="55017" y="164837"/>
                </a:lnTo>
                <a:lnTo>
                  <a:pt x="55018" y="164837"/>
                </a:lnTo>
                <a:lnTo>
                  <a:pt x="55019" y="164837"/>
                </a:lnTo>
                <a:lnTo>
                  <a:pt x="55020" y="164837"/>
                </a:lnTo>
                <a:lnTo>
                  <a:pt x="55021" y="164837"/>
                </a:lnTo>
                <a:lnTo>
                  <a:pt x="55023" y="164837"/>
                </a:lnTo>
                <a:lnTo>
                  <a:pt x="55024" y="164837"/>
                </a:lnTo>
                <a:lnTo>
                  <a:pt x="55025" y="164837"/>
                </a:lnTo>
                <a:lnTo>
                  <a:pt x="55026" y="164837"/>
                </a:lnTo>
                <a:lnTo>
                  <a:pt x="55027" y="164837"/>
                </a:lnTo>
                <a:lnTo>
                  <a:pt x="55028" y="164837"/>
                </a:lnTo>
                <a:lnTo>
                  <a:pt x="55029" y="164837"/>
                </a:lnTo>
                <a:lnTo>
                  <a:pt x="55030" y="164837"/>
                </a:lnTo>
                <a:lnTo>
                  <a:pt x="55031" y="164837"/>
                </a:lnTo>
                <a:lnTo>
                  <a:pt x="55032" y="164837"/>
                </a:lnTo>
                <a:lnTo>
                  <a:pt x="55033" y="164837"/>
                </a:lnTo>
                <a:lnTo>
                  <a:pt x="55034" y="164837"/>
                </a:lnTo>
                <a:lnTo>
                  <a:pt x="55035" y="164837"/>
                </a:lnTo>
                <a:lnTo>
                  <a:pt x="55036" y="164837"/>
                </a:lnTo>
                <a:lnTo>
                  <a:pt x="55037" y="164837"/>
                </a:lnTo>
                <a:lnTo>
                  <a:pt x="55038" y="164837"/>
                </a:lnTo>
                <a:lnTo>
                  <a:pt x="55039" y="164837"/>
                </a:lnTo>
                <a:lnTo>
                  <a:pt x="55041" y="164837"/>
                </a:lnTo>
                <a:lnTo>
                  <a:pt x="55042" y="164837"/>
                </a:lnTo>
                <a:lnTo>
                  <a:pt x="55043" y="164837"/>
                </a:lnTo>
                <a:lnTo>
                  <a:pt x="55044" y="164837"/>
                </a:lnTo>
                <a:lnTo>
                  <a:pt x="55045" y="164837"/>
                </a:lnTo>
                <a:lnTo>
                  <a:pt x="55046" y="164837"/>
                </a:lnTo>
                <a:lnTo>
                  <a:pt x="55047" y="164837"/>
                </a:lnTo>
                <a:lnTo>
                  <a:pt x="55048" y="164837"/>
                </a:lnTo>
                <a:lnTo>
                  <a:pt x="55049" y="164837"/>
                </a:lnTo>
                <a:lnTo>
                  <a:pt x="55050" y="164837"/>
                </a:lnTo>
                <a:lnTo>
                  <a:pt x="55051" y="164837"/>
                </a:lnTo>
                <a:lnTo>
                  <a:pt x="55052" y="164837"/>
                </a:lnTo>
                <a:lnTo>
                  <a:pt x="55053" y="164837"/>
                </a:lnTo>
                <a:lnTo>
                  <a:pt x="55054" y="164837"/>
                </a:lnTo>
                <a:lnTo>
                  <a:pt x="55055" y="164837"/>
                </a:lnTo>
                <a:lnTo>
                  <a:pt x="55056" y="164837"/>
                </a:lnTo>
                <a:lnTo>
                  <a:pt x="55057" y="164837"/>
                </a:lnTo>
                <a:lnTo>
                  <a:pt x="55059" y="164837"/>
                </a:lnTo>
                <a:lnTo>
                  <a:pt x="55060" y="164837"/>
                </a:lnTo>
                <a:lnTo>
                  <a:pt x="55061" y="164837"/>
                </a:lnTo>
                <a:lnTo>
                  <a:pt x="55062" y="164837"/>
                </a:lnTo>
                <a:lnTo>
                  <a:pt x="55063" y="164837"/>
                </a:lnTo>
                <a:lnTo>
                  <a:pt x="55064" y="164837"/>
                </a:lnTo>
                <a:lnTo>
                  <a:pt x="55065" y="164837"/>
                </a:lnTo>
                <a:lnTo>
                  <a:pt x="55066" y="164837"/>
                </a:lnTo>
                <a:lnTo>
                  <a:pt x="55067" y="164837"/>
                </a:lnTo>
                <a:lnTo>
                  <a:pt x="55068" y="164837"/>
                </a:lnTo>
                <a:lnTo>
                  <a:pt x="55069" y="164837"/>
                </a:lnTo>
                <a:lnTo>
                  <a:pt x="55070" y="164837"/>
                </a:lnTo>
                <a:lnTo>
                  <a:pt x="55071" y="164837"/>
                </a:lnTo>
                <a:lnTo>
                  <a:pt x="55072" y="164837"/>
                </a:lnTo>
                <a:lnTo>
                  <a:pt x="55073" y="164837"/>
                </a:lnTo>
                <a:lnTo>
                  <a:pt x="55074" y="164837"/>
                </a:lnTo>
                <a:lnTo>
                  <a:pt x="55075" y="164837"/>
                </a:lnTo>
                <a:lnTo>
                  <a:pt x="55077" y="164837"/>
                </a:lnTo>
                <a:lnTo>
                  <a:pt x="55078" y="164837"/>
                </a:lnTo>
                <a:lnTo>
                  <a:pt x="55079" y="164837"/>
                </a:lnTo>
                <a:lnTo>
                  <a:pt x="55080" y="164837"/>
                </a:lnTo>
                <a:lnTo>
                  <a:pt x="55081" y="164837"/>
                </a:lnTo>
                <a:lnTo>
                  <a:pt x="55082" y="164837"/>
                </a:lnTo>
                <a:lnTo>
                  <a:pt x="55083" y="164837"/>
                </a:lnTo>
                <a:lnTo>
                  <a:pt x="55084" y="164837"/>
                </a:lnTo>
                <a:lnTo>
                  <a:pt x="55085" y="164837"/>
                </a:lnTo>
                <a:lnTo>
                  <a:pt x="55086" y="164837"/>
                </a:lnTo>
                <a:lnTo>
                  <a:pt x="55087" y="164837"/>
                </a:lnTo>
                <a:lnTo>
                  <a:pt x="55088" y="164837"/>
                </a:lnTo>
                <a:lnTo>
                  <a:pt x="55089" y="164837"/>
                </a:lnTo>
                <a:lnTo>
                  <a:pt x="55090" y="164837"/>
                </a:lnTo>
                <a:lnTo>
                  <a:pt x="55091" y="164837"/>
                </a:lnTo>
                <a:lnTo>
                  <a:pt x="55092" y="164837"/>
                </a:lnTo>
                <a:lnTo>
                  <a:pt x="55093" y="164837"/>
                </a:lnTo>
                <a:lnTo>
                  <a:pt x="55095" y="164837"/>
                </a:lnTo>
                <a:lnTo>
                  <a:pt x="55096" y="164837"/>
                </a:lnTo>
                <a:lnTo>
                  <a:pt x="55097" y="164837"/>
                </a:lnTo>
                <a:lnTo>
                  <a:pt x="55098" y="164837"/>
                </a:lnTo>
                <a:lnTo>
                  <a:pt x="55099" y="164837"/>
                </a:lnTo>
                <a:lnTo>
                  <a:pt x="55100" y="164837"/>
                </a:lnTo>
                <a:lnTo>
                  <a:pt x="55101" y="164837"/>
                </a:lnTo>
                <a:lnTo>
                  <a:pt x="55102" y="164837"/>
                </a:lnTo>
                <a:lnTo>
                  <a:pt x="55103" y="164837"/>
                </a:lnTo>
                <a:lnTo>
                  <a:pt x="55104" y="164837"/>
                </a:lnTo>
                <a:lnTo>
                  <a:pt x="55105" y="164837"/>
                </a:lnTo>
                <a:lnTo>
                  <a:pt x="55106" y="164837"/>
                </a:lnTo>
                <a:lnTo>
                  <a:pt x="55107" y="164837"/>
                </a:lnTo>
                <a:lnTo>
                  <a:pt x="55108" y="164837"/>
                </a:lnTo>
                <a:lnTo>
                  <a:pt x="55109" y="164837"/>
                </a:lnTo>
                <a:lnTo>
                  <a:pt x="55110" y="164837"/>
                </a:lnTo>
                <a:lnTo>
                  <a:pt x="55111" y="164837"/>
                </a:lnTo>
                <a:lnTo>
                  <a:pt x="55113" y="164837"/>
                </a:lnTo>
                <a:lnTo>
                  <a:pt x="55114" y="164837"/>
                </a:lnTo>
                <a:lnTo>
                  <a:pt x="55115" y="164837"/>
                </a:lnTo>
                <a:lnTo>
                  <a:pt x="55116" y="164837"/>
                </a:lnTo>
                <a:lnTo>
                  <a:pt x="55117" y="164837"/>
                </a:lnTo>
                <a:lnTo>
                  <a:pt x="55118" y="164837"/>
                </a:lnTo>
                <a:lnTo>
                  <a:pt x="55119" y="164837"/>
                </a:lnTo>
                <a:lnTo>
                  <a:pt x="55120" y="164837"/>
                </a:lnTo>
                <a:lnTo>
                  <a:pt x="55121" y="164837"/>
                </a:lnTo>
                <a:lnTo>
                  <a:pt x="55122" y="164837"/>
                </a:lnTo>
                <a:lnTo>
                  <a:pt x="55123" y="164837"/>
                </a:lnTo>
                <a:lnTo>
                  <a:pt x="55124" y="164837"/>
                </a:lnTo>
                <a:lnTo>
                  <a:pt x="55125" y="164837"/>
                </a:lnTo>
                <a:lnTo>
                  <a:pt x="55126" y="164837"/>
                </a:lnTo>
                <a:lnTo>
                  <a:pt x="55127" y="164837"/>
                </a:lnTo>
                <a:lnTo>
                  <a:pt x="55128" y="164837"/>
                </a:lnTo>
                <a:lnTo>
                  <a:pt x="55129" y="164837"/>
                </a:lnTo>
                <a:lnTo>
                  <a:pt x="55131" y="164837"/>
                </a:lnTo>
                <a:lnTo>
                  <a:pt x="55132" y="164837"/>
                </a:lnTo>
                <a:lnTo>
                  <a:pt x="55133" y="164837"/>
                </a:lnTo>
                <a:lnTo>
                  <a:pt x="55134" y="164837"/>
                </a:lnTo>
                <a:lnTo>
                  <a:pt x="55135" y="164837"/>
                </a:lnTo>
                <a:lnTo>
                  <a:pt x="55136" y="164837"/>
                </a:lnTo>
                <a:lnTo>
                  <a:pt x="55137" y="164837"/>
                </a:lnTo>
                <a:lnTo>
                  <a:pt x="55138" y="164837"/>
                </a:lnTo>
                <a:lnTo>
                  <a:pt x="55139" y="164837"/>
                </a:lnTo>
                <a:lnTo>
                  <a:pt x="55140" y="164837"/>
                </a:lnTo>
                <a:lnTo>
                  <a:pt x="55141" y="164837"/>
                </a:lnTo>
                <a:lnTo>
                  <a:pt x="55142" y="164837"/>
                </a:lnTo>
                <a:lnTo>
                  <a:pt x="55143" y="164837"/>
                </a:lnTo>
                <a:lnTo>
                  <a:pt x="55144" y="164837"/>
                </a:lnTo>
                <a:lnTo>
                  <a:pt x="55145" y="164837"/>
                </a:lnTo>
                <a:lnTo>
                  <a:pt x="55146" y="164837"/>
                </a:lnTo>
                <a:lnTo>
                  <a:pt x="55147" y="164837"/>
                </a:lnTo>
                <a:lnTo>
                  <a:pt x="55149" y="164837"/>
                </a:lnTo>
                <a:lnTo>
                  <a:pt x="55150" y="164837"/>
                </a:lnTo>
                <a:lnTo>
                  <a:pt x="55151" y="164837"/>
                </a:lnTo>
                <a:lnTo>
                  <a:pt x="55152" y="164837"/>
                </a:lnTo>
                <a:lnTo>
                  <a:pt x="55153" y="164837"/>
                </a:lnTo>
                <a:lnTo>
                  <a:pt x="55154" y="164837"/>
                </a:lnTo>
                <a:lnTo>
                  <a:pt x="55155" y="164837"/>
                </a:lnTo>
                <a:lnTo>
                  <a:pt x="55156" y="164837"/>
                </a:lnTo>
                <a:lnTo>
                  <a:pt x="55157" y="164837"/>
                </a:lnTo>
                <a:lnTo>
                  <a:pt x="55158" y="164837"/>
                </a:lnTo>
                <a:lnTo>
                  <a:pt x="55159" y="164837"/>
                </a:lnTo>
                <a:lnTo>
                  <a:pt x="55160" y="164837"/>
                </a:lnTo>
                <a:lnTo>
                  <a:pt x="55161" y="164837"/>
                </a:lnTo>
                <a:lnTo>
                  <a:pt x="55162" y="164837"/>
                </a:lnTo>
                <a:lnTo>
                  <a:pt x="55163" y="164837"/>
                </a:lnTo>
                <a:lnTo>
                  <a:pt x="55164" y="164837"/>
                </a:lnTo>
                <a:lnTo>
                  <a:pt x="55165" y="164837"/>
                </a:lnTo>
                <a:lnTo>
                  <a:pt x="55167" y="164837"/>
                </a:lnTo>
                <a:lnTo>
                  <a:pt x="55168" y="164837"/>
                </a:lnTo>
                <a:lnTo>
                  <a:pt x="55169" y="164837"/>
                </a:lnTo>
                <a:lnTo>
                  <a:pt x="55170" y="164837"/>
                </a:lnTo>
                <a:lnTo>
                  <a:pt x="55171" y="164837"/>
                </a:lnTo>
                <a:lnTo>
                  <a:pt x="55172" y="164837"/>
                </a:lnTo>
                <a:lnTo>
                  <a:pt x="55173" y="164837"/>
                </a:lnTo>
                <a:lnTo>
                  <a:pt x="55174" y="164837"/>
                </a:lnTo>
                <a:lnTo>
                  <a:pt x="55175" y="164837"/>
                </a:lnTo>
                <a:lnTo>
                  <a:pt x="55176" y="164837"/>
                </a:lnTo>
                <a:lnTo>
                  <a:pt x="55177" y="164837"/>
                </a:lnTo>
                <a:lnTo>
                  <a:pt x="55178" y="164837"/>
                </a:lnTo>
                <a:lnTo>
                  <a:pt x="55179" y="164837"/>
                </a:lnTo>
                <a:lnTo>
                  <a:pt x="55180" y="164837"/>
                </a:lnTo>
                <a:lnTo>
                  <a:pt x="55181" y="164837"/>
                </a:lnTo>
                <a:lnTo>
                  <a:pt x="55182" y="164837"/>
                </a:lnTo>
                <a:lnTo>
                  <a:pt x="55184" y="164837"/>
                </a:lnTo>
                <a:lnTo>
                  <a:pt x="55185" y="164837"/>
                </a:lnTo>
                <a:lnTo>
                  <a:pt x="55186" y="164837"/>
                </a:lnTo>
                <a:lnTo>
                  <a:pt x="55187" y="164837"/>
                </a:lnTo>
                <a:lnTo>
                  <a:pt x="55188" y="164837"/>
                </a:lnTo>
                <a:lnTo>
                  <a:pt x="55189" y="164837"/>
                </a:lnTo>
                <a:lnTo>
                  <a:pt x="55190" y="164837"/>
                </a:lnTo>
                <a:lnTo>
                  <a:pt x="55191" y="164837"/>
                </a:lnTo>
                <a:lnTo>
                  <a:pt x="55192" y="164837"/>
                </a:lnTo>
                <a:lnTo>
                  <a:pt x="55193" y="164837"/>
                </a:lnTo>
                <a:lnTo>
                  <a:pt x="55194" y="164837"/>
                </a:lnTo>
                <a:lnTo>
                  <a:pt x="55195" y="164837"/>
                </a:lnTo>
                <a:lnTo>
                  <a:pt x="55196" y="164837"/>
                </a:lnTo>
                <a:lnTo>
                  <a:pt x="55197" y="164837"/>
                </a:lnTo>
                <a:lnTo>
                  <a:pt x="55198" y="164837"/>
                </a:lnTo>
                <a:lnTo>
                  <a:pt x="55199" y="164837"/>
                </a:lnTo>
                <a:lnTo>
                  <a:pt x="55200" y="164837"/>
                </a:lnTo>
                <a:lnTo>
                  <a:pt x="55202" y="164837"/>
                </a:lnTo>
                <a:lnTo>
                  <a:pt x="55203" y="164837"/>
                </a:lnTo>
                <a:lnTo>
                  <a:pt x="55204" y="164837"/>
                </a:lnTo>
                <a:lnTo>
                  <a:pt x="55205" y="164837"/>
                </a:lnTo>
                <a:lnTo>
                  <a:pt x="55206" y="164837"/>
                </a:lnTo>
                <a:lnTo>
                  <a:pt x="55207" y="164837"/>
                </a:lnTo>
                <a:lnTo>
                  <a:pt x="55208" y="164837"/>
                </a:lnTo>
                <a:lnTo>
                  <a:pt x="55209" y="164837"/>
                </a:lnTo>
                <a:lnTo>
                  <a:pt x="55210" y="164837"/>
                </a:lnTo>
                <a:lnTo>
                  <a:pt x="55211" y="164837"/>
                </a:lnTo>
                <a:lnTo>
                  <a:pt x="55212" y="164837"/>
                </a:lnTo>
                <a:lnTo>
                  <a:pt x="55213" y="164837"/>
                </a:lnTo>
                <a:lnTo>
                  <a:pt x="55214" y="164837"/>
                </a:lnTo>
                <a:lnTo>
                  <a:pt x="55215" y="164837"/>
                </a:lnTo>
                <a:lnTo>
                  <a:pt x="55216" y="164837"/>
                </a:lnTo>
                <a:lnTo>
                  <a:pt x="55217" y="164837"/>
                </a:lnTo>
                <a:lnTo>
                  <a:pt x="55219" y="164837"/>
                </a:lnTo>
                <a:lnTo>
                  <a:pt x="55220" y="164837"/>
                </a:lnTo>
                <a:lnTo>
                  <a:pt x="55221" y="164837"/>
                </a:lnTo>
                <a:lnTo>
                  <a:pt x="55222" y="164837"/>
                </a:lnTo>
                <a:lnTo>
                  <a:pt x="55223" y="164837"/>
                </a:lnTo>
                <a:lnTo>
                  <a:pt x="55224" y="164837"/>
                </a:lnTo>
                <a:lnTo>
                  <a:pt x="55225" y="164837"/>
                </a:lnTo>
                <a:lnTo>
                  <a:pt x="55226" y="164837"/>
                </a:lnTo>
                <a:lnTo>
                  <a:pt x="55227" y="164837"/>
                </a:lnTo>
                <a:lnTo>
                  <a:pt x="55228" y="164837"/>
                </a:lnTo>
                <a:lnTo>
                  <a:pt x="55229" y="164837"/>
                </a:lnTo>
                <a:lnTo>
                  <a:pt x="55230" y="164837"/>
                </a:lnTo>
                <a:lnTo>
                  <a:pt x="55231" y="164837"/>
                </a:lnTo>
                <a:lnTo>
                  <a:pt x="55232" y="164837"/>
                </a:lnTo>
                <a:lnTo>
                  <a:pt x="55233" y="164837"/>
                </a:lnTo>
                <a:lnTo>
                  <a:pt x="55234" y="164837"/>
                </a:lnTo>
                <a:lnTo>
                  <a:pt x="55235" y="164837"/>
                </a:lnTo>
                <a:lnTo>
                  <a:pt x="55237" y="164837"/>
                </a:lnTo>
                <a:lnTo>
                  <a:pt x="55238" y="164837"/>
                </a:lnTo>
                <a:lnTo>
                  <a:pt x="55239" y="164837"/>
                </a:lnTo>
                <a:lnTo>
                  <a:pt x="55240" y="164837"/>
                </a:lnTo>
                <a:lnTo>
                  <a:pt x="55241" y="164837"/>
                </a:lnTo>
                <a:lnTo>
                  <a:pt x="55242" y="164837"/>
                </a:lnTo>
                <a:lnTo>
                  <a:pt x="55243" y="164837"/>
                </a:lnTo>
                <a:lnTo>
                  <a:pt x="55244" y="164837"/>
                </a:lnTo>
                <a:lnTo>
                  <a:pt x="55245" y="164837"/>
                </a:lnTo>
                <a:lnTo>
                  <a:pt x="55246" y="164837"/>
                </a:lnTo>
                <a:lnTo>
                  <a:pt x="55247" y="164837"/>
                </a:lnTo>
                <a:lnTo>
                  <a:pt x="55248" y="164837"/>
                </a:lnTo>
                <a:lnTo>
                  <a:pt x="55249" y="164837"/>
                </a:lnTo>
                <a:lnTo>
                  <a:pt x="55250" y="164837"/>
                </a:lnTo>
                <a:lnTo>
                  <a:pt x="55251" y="164837"/>
                </a:lnTo>
                <a:lnTo>
                  <a:pt x="55252" y="164837"/>
                </a:lnTo>
                <a:lnTo>
                  <a:pt x="55254" y="164837"/>
                </a:lnTo>
                <a:lnTo>
                  <a:pt x="55255" y="164837"/>
                </a:lnTo>
                <a:lnTo>
                  <a:pt x="55256" y="164837"/>
                </a:lnTo>
                <a:lnTo>
                  <a:pt x="55257" y="164837"/>
                </a:lnTo>
                <a:lnTo>
                  <a:pt x="55258" y="164837"/>
                </a:lnTo>
                <a:lnTo>
                  <a:pt x="55259" y="164837"/>
                </a:lnTo>
                <a:lnTo>
                  <a:pt x="55260" y="164837"/>
                </a:lnTo>
                <a:lnTo>
                  <a:pt x="55261" y="164837"/>
                </a:lnTo>
                <a:lnTo>
                  <a:pt x="55262" y="164837"/>
                </a:lnTo>
                <a:lnTo>
                  <a:pt x="55263" y="164837"/>
                </a:lnTo>
                <a:lnTo>
                  <a:pt x="55264" y="164837"/>
                </a:lnTo>
                <a:lnTo>
                  <a:pt x="55265" y="164837"/>
                </a:lnTo>
                <a:lnTo>
                  <a:pt x="55266" y="164837"/>
                </a:lnTo>
                <a:lnTo>
                  <a:pt x="55267" y="164837"/>
                </a:lnTo>
                <a:lnTo>
                  <a:pt x="55268" y="164837"/>
                </a:lnTo>
                <a:lnTo>
                  <a:pt x="55269" y="164837"/>
                </a:lnTo>
                <a:lnTo>
                  <a:pt x="55271" y="164837"/>
                </a:lnTo>
                <a:lnTo>
                  <a:pt x="55272" y="164837"/>
                </a:lnTo>
                <a:lnTo>
                  <a:pt x="55273" y="164837"/>
                </a:lnTo>
                <a:lnTo>
                  <a:pt x="55274" y="164837"/>
                </a:lnTo>
                <a:lnTo>
                  <a:pt x="55275" y="164837"/>
                </a:lnTo>
                <a:lnTo>
                  <a:pt x="55276" y="164837"/>
                </a:lnTo>
                <a:lnTo>
                  <a:pt x="55277" y="164837"/>
                </a:lnTo>
                <a:lnTo>
                  <a:pt x="55278" y="164837"/>
                </a:lnTo>
                <a:lnTo>
                  <a:pt x="55279" y="164837"/>
                </a:lnTo>
                <a:lnTo>
                  <a:pt x="55280" y="164837"/>
                </a:lnTo>
                <a:lnTo>
                  <a:pt x="55281" y="164837"/>
                </a:lnTo>
                <a:lnTo>
                  <a:pt x="55282" y="164837"/>
                </a:lnTo>
                <a:lnTo>
                  <a:pt x="55283" y="164837"/>
                </a:lnTo>
                <a:lnTo>
                  <a:pt x="55284" y="164837"/>
                </a:lnTo>
                <a:lnTo>
                  <a:pt x="55285" y="164837"/>
                </a:lnTo>
                <a:lnTo>
                  <a:pt x="55286" y="164837"/>
                </a:lnTo>
                <a:lnTo>
                  <a:pt x="55288" y="164837"/>
                </a:lnTo>
                <a:lnTo>
                  <a:pt x="55289" y="164837"/>
                </a:lnTo>
                <a:lnTo>
                  <a:pt x="55290" y="164837"/>
                </a:lnTo>
                <a:lnTo>
                  <a:pt x="55291" y="164837"/>
                </a:lnTo>
                <a:lnTo>
                  <a:pt x="55292" y="164837"/>
                </a:lnTo>
                <a:lnTo>
                  <a:pt x="55293" y="164837"/>
                </a:lnTo>
                <a:lnTo>
                  <a:pt x="55294" y="164837"/>
                </a:lnTo>
                <a:lnTo>
                  <a:pt x="55295" y="164837"/>
                </a:lnTo>
                <a:lnTo>
                  <a:pt x="55296" y="164837"/>
                </a:lnTo>
                <a:lnTo>
                  <a:pt x="55297" y="164837"/>
                </a:lnTo>
                <a:lnTo>
                  <a:pt x="55298" y="164837"/>
                </a:lnTo>
                <a:lnTo>
                  <a:pt x="55299" y="164837"/>
                </a:lnTo>
                <a:lnTo>
                  <a:pt x="55300" y="164837"/>
                </a:lnTo>
                <a:lnTo>
                  <a:pt x="55301" y="164837"/>
                </a:lnTo>
                <a:lnTo>
                  <a:pt x="55302" y="164837"/>
                </a:lnTo>
                <a:lnTo>
                  <a:pt x="55303" y="164837"/>
                </a:lnTo>
                <a:lnTo>
                  <a:pt x="55305" y="164837"/>
                </a:lnTo>
                <a:lnTo>
                  <a:pt x="55306" y="164837"/>
                </a:lnTo>
                <a:lnTo>
                  <a:pt x="55307" y="164837"/>
                </a:lnTo>
                <a:lnTo>
                  <a:pt x="55308" y="164837"/>
                </a:lnTo>
                <a:lnTo>
                  <a:pt x="55309" y="164837"/>
                </a:lnTo>
                <a:lnTo>
                  <a:pt x="55310" y="164837"/>
                </a:lnTo>
                <a:lnTo>
                  <a:pt x="55311" y="164837"/>
                </a:lnTo>
                <a:lnTo>
                  <a:pt x="55312" y="164837"/>
                </a:lnTo>
                <a:lnTo>
                  <a:pt x="55313" y="164837"/>
                </a:lnTo>
                <a:lnTo>
                  <a:pt x="55314" y="164837"/>
                </a:lnTo>
                <a:lnTo>
                  <a:pt x="55315" y="164837"/>
                </a:lnTo>
                <a:lnTo>
                  <a:pt x="55316" y="164837"/>
                </a:lnTo>
                <a:lnTo>
                  <a:pt x="55317" y="164837"/>
                </a:lnTo>
                <a:lnTo>
                  <a:pt x="55318" y="164837"/>
                </a:lnTo>
                <a:lnTo>
                  <a:pt x="55319" y="164837"/>
                </a:lnTo>
                <a:lnTo>
                  <a:pt x="55320" y="164837"/>
                </a:lnTo>
                <a:lnTo>
                  <a:pt x="55322" y="164837"/>
                </a:lnTo>
                <a:lnTo>
                  <a:pt x="55323" y="164837"/>
                </a:lnTo>
                <a:lnTo>
                  <a:pt x="55324" y="164837"/>
                </a:lnTo>
                <a:lnTo>
                  <a:pt x="55325" y="164837"/>
                </a:lnTo>
                <a:lnTo>
                  <a:pt x="55326" y="164837"/>
                </a:lnTo>
                <a:lnTo>
                  <a:pt x="55327" y="164837"/>
                </a:lnTo>
                <a:lnTo>
                  <a:pt x="55328" y="164837"/>
                </a:lnTo>
                <a:lnTo>
                  <a:pt x="55329" y="164837"/>
                </a:lnTo>
                <a:lnTo>
                  <a:pt x="55330" y="164837"/>
                </a:lnTo>
                <a:lnTo>
                  <a:pt x="55331" y="164837"/>
                </a:lnTo>
                <a:lnTo>
                  <a:pt x="55332" y="164837"/>
                </a:lnTo>
                <a:lnTo>
                  <a:pt x="55333" y="164837"/>
                </a:lnTo>
                <a:lnTo>
                  <a:pt x="55334" y="164837"/>
                </a:lnTo>
                <a:lnTo>
                  <a:pt x="55335" y="164837"/>
                </a:lnTo>
                <a:lnTo>
                  <a:pt x="55336" y="164837"/>
                </a:lnTo>
                <a:lnTo>
                  <a:pt x="55337" y="164837"/>
                </a:lnTo>
                <a:lnTo>
                  <a:pt x="55339" y="164837"/>
                </a:lnTo>
                <a:lnTo>
                  <a:pt x="55340" y="164837"/>
                </a:lnTo>
                <a:lnTo>
                  <a:pt x="55341" y="164837"/>
                </a:lnTo>
                <a:lnTo>
                  <a:pt x="55342" y="164837"/>
                </a:lnTo>
                <a:lnTo>
                  <a:pt x="55343" y="164837"/>
                </a:lnTo>
                <a:lnTo>
                  <a:pt x="55344" y="164837"/>
                </a:lnTo>
                <a:lnTo>
                  <a:pt x="55345" y="164837"/>
                </a:lnTo>
                <a:lnTo>
                  <a:pt x="55346" y="164837"/>
                </a:lnTo>
                <a:lnTo>
                  <a:pt x="55347" y="164837"/>
                </a:lnTo>
                <a:lnTo>
                  <a:pt x="55348" y="164837"/>
                </a:lnTo>
                <a:lnTo>
                  <a:pt x="55349" y="164837"/>
                </a:lnTo>
                <a:lnTo>
                  <a:pt x="55350" y="164837"/>
                </a:lnTo>
                <a:lnTo>
                  <a:pt x="55351" y="164837"/>
                </a:lnTo>
                <a:lnTo>
                  <a:pt x="55352" y="164837"/>
                </a:lnTo>
                <a:lnTo>
                  <a:pt x="55353" y="164837"/>
                </a:lnTo>
                <a:lnTo>
                  <a:pt x="55354" y="164837"/>
                </a:lnTo>
                <a:lnTo>
                  <a:pt x="55356" y="164837"/>
                </a:lnTo>
                <a:lnTo>
                  <a:pt x="55357" y="164837"/>
                </a:lnTo>
                <a:lnTo>
                  <a:pt x="55358" y="164837"/>
                </a:lnTo>
                <a:lnTo>
                  <a:pt x="55359" y="164837"/>
                </a:lnTo>
                <a:lnTo>
                  <a:pt x="55360" y="164837"/>
                </a:lnTo>
                <a:lnTo>
                  <a:pt x="55361" y="164837"/>
                </a:lnTo>
                <a:lnTo>
                  <a:pt x="55362" y="164837"/>
                </a:lnTo>
                <a:lnTo>
                  <a:pt x="55363" y="164837"/>
                </a:lnTo>
                <a:lnTo>
                  <a:pt x="55364" y="164837"/>
                </a:lnTo>
                <a:lnTo>
                  <a:pt x="55365" y="164837"/>
                </a:lnTo>
                <a:lnTo>
                  <a:pt x="55366" y="164837"/>
                </a:lnTo>
                <a:lnTo>
                  <a:pt x="55367" y="164837"/>
                </a:lnTo>
                <a:lnTo>
                  <a:pt x="55368" y="164837"/>
                </a:lnTo>
                <a:lnTo>
                  <a:pt x="55369" y="164837"/>
                </a:lnTo>
                <a:lnTo>
                  <a:pt x="55370" y="164837"/>
                </a:lnTo>
                <a:lnTo>
                  <a:pt x="55371" y="164837"/>
                </a:lnTo>
                <a:lnTo>
                  <a:pt x="55373" y="164837"/>
                </a:lnTo>
                <a:lnTo>
                  <a:pt x="55374" y="164837"/>
                </a:lnTo>
                <a:lnTo>
                  <a:pt x="55375" y="164837"/>
                </a:lnTo>
                <a:lnTo>
                  <a:pt x="55376" y="164837"/>
                </a:lnTo>
                <a:lnTo>
                  <a:pt x="55377" y="164837"/>
                </a:lnTo>
                <a:lnTo>
                  <a:pt x="55378" y="164837"/>
                </a:lnTo>
                <a:lnTo>
                  <a:pt x="55379" y="164837"/>
                </a:lnTo>
                <a:lnTo>
                  <a:pt x="55380" y="164837"/>
                </a:lnTo>
                <a:lnTo>
                  <a:pt x="55381" y="164837"/>
                </a:lnTo>
                <a:lnTo>
                  <a:pt x="55382" y="164837"/>
                </a:lnTo>
                <a:lnTo>
                  <a:pt x="55383" y="164837"/>
                </a:lnTo>
                <a:lnTo>
                  <a:pt x="55384" y="164837"/>
                </a:lnTo>
                <a:lnTo>
                  <a:pt x="55385" y="164837"/>
                </a:lnTo>
                <a:lnTo>
                  <a:pt x="55386" y="164837"/>
                </a:lnTo>
                <a:lnTo>
                  <a:pt x="55387" y="164837"/>
                </a:lnTo>
                <a:lnTo>
                  <a:pt x="55388" y="164837"/>
                </a:lnTo>
                <a:lnTo>
                  <a:pt x="55390" y="164837"/>
                </a:lnTo>
                <a:lnTo>
                  <a:pt x="55391" y="164837"/>
                </a:lnTo>
                <a:lnTo>
                  <a:pt x="55392" y="164837"/>
                </a:lnTo>
                <a:lnTo>
                  <a:pt x="55393" y="164837"/>
                </a:lnTo>
                <a:lnTo>
                  <a:pt x="55394" y="164837"/>
                </a:lnTo>
                <a:lnTo>
                  <a:pt x="55395" y="164837"/>
                </a:lnTo>
                <a:lnTo>
                  <a:pt x="55396" y="164837"/>
                </a:lnTo>
                <a:lnTo>
                  <a:pt x="55397" y="164837"/>
                </a:lnTo>
                <a:lnTo>
                  <a:pt x="55398" y="164837"/>
                </a:lnTo>
                <a:lnTo>
                  <a:pt x="55399" y="164837"/>
                </a:lnTo>
                <a:lnTo>
                  <a:pt x="55400" y="164837"/>
                </a:lnTo>
                <a:lnTo>
                  <a:pt x="55401" y="164837"/>
                </a:lnTo>
                <a:lnTo>
                  <a:pt x="55402" y="164837"/>
                </a:lnTo>
                <a:lnTo>
                  <a:pt x="55403" y="164837"/>
                </a:lnTo>
                <a:lnTo>
                  <a:pt x="55404" y="164837"/>
                </a:lnTo>
                <a:lnTo>
                  <a:pt x="55405" y="164837"/>
                </a:lnTo>
                <a:lnTo>
                  <a:pt x="55407" y="164837"/>
                </a:lnTo>
                <a:lnTo>
                  <a:pt x="55408" y="164837"/>
                </a:lnTo>
                <a:lnTo>
                  <a:pt x="55409" y="164837"/>
                </a:lnTo>
                <a:lnTo>
                  <a:pt x="55410" y="164837"/>
                </a:lnTo>
                <a:lnTo>
                  <a:pt x="55411" y="164837"/>
                </a:lnTo>
                <a:lnTo>
                  <a:pt x="55412" y="164837"/>
                </a:lnTo>
                <a:lnTo>
                  <a:pt x="55413" y="164837"/>
                </a:lnTo>
                <a:lnTo>
                  <a:pt x="55414" y="164837"/>
                </a:lnTo>
                <a:lnTo>
                  <a:pt x="55415" y="164837"/>
                </a:lnTo>
                <a:lnTo>
                  <a:pt x="55416" y="164837"/>
                </a:lnTo>
                <a:lnTo>
                  <a:pt x="55417" y="164837"/>
                </a:lnTo>
                <a:lnTo>
                  <a:pt x="55418" y="164837"/>
                </a:lnTo>
                <a:lnTo>
                  <a:pt x="55419" y="164837"/>
                </a:lnTo>
                <a:lnTo>
                  <a:pt x="55420" y="164837"/>
                </a:lnTo>
                <a:lnTo>
                  <a:pt x="55421" y="164837"/>
                </a:lnTo>
                <a:lnTo>
                  <a:pt x="55423" y="164837"/>
                </a:lnTo>
                <a:lnTo>
                  <a:pt x="55424" y="164837"/>
                </a:lnTo>
                <a:lnTo>
                  <a:pt x="55425" y="164837"/>
                </a:lnTo>
                <a:lnTo>
                  <a:pt x="55426" y="164837"/>
                </a:lnTo>
                <a:lnTo>
                  <a:pt x="55427" y="164837"/>
                </a:lnTo>
                <a:lnTo>
                  <a:pt x="55428" y="164837"/>
                </a:lnTo>
                <a:lnTo>
                  <a:pt x="55429" y="164837"/>
                </a:lnTo>
                <a:lnTo>
                  <a:pt x="55430" y="164837"/>
                </a:lnTo>
                <a:lnTo>
                  <a:pt x="55431" y="164837"/>
                </a:lnTo>
                <a:lnTo>
                  <a:pt x="55432" y="164837"/>
                </a:lnTo>
                <a:lnTo>
                  <a:pt x="55433" y="164837"/>
                </a:lnTo>
                <a:lnTo>
                  <a:pt x="55434" y="164837"/>
                </a:lnTo>
                <a:lnTo>
                  <a:pt x="55435" y="164837"/>
                </a:lnTo>
                <a:lnTo>
                  <a:pt x="55436" y="164837"/>
                </a:lnTo>
                <a:lnTo>
                  <a:pt x="55437" y="164837"/>
                </a:lnTo>
                <a:lnTo>
                  <a:pt x="55438" y="164837"/>
                </a:lnTo>
                <a:lnTo>
                  <a:pt x="55440" y="164837"/>
                </a:lnTo>
                <a:lnTo>
                  <a:pt x="55441" y="164837"/>
                </a:lnTo>
                <a:lnTo>
                  <a:pt x="55442" y="164837"/>
                </a:lnTo>
                <a:lnTo>
                  <a:pt x="55443" y="164837"/>
                </a:lnTo>
                <a:lnTo>
                  <a:pt x="55444" y="164837"/>
                </a:lnTo>
                <a:lnTo>
                  <a:pt x="55445" y="164837"/>
                </a:lnTo>
                <a:lnTo>
                  <a:pt x="55446" y="164837"/>
                </a:lnTo>
                <a:lnTo>
                  <a:pt x="55447" y="164837"/>
                </a:lnTo>
                <a:lnTo>
                  <a:pt x="55448" y="164837"/>
                </a:lnTo>
                <a:lnTo>
                  <a:pt x="55449" y="164837"/>
                </a:lnTo>
                <a:lnTo>
                  <a:pt x="55450" y="164837"/>
                </a:lnTo>
                <a:lnTo>
                  <a:pt x="55451" y="164837"/>
                </a:lnTo>
                <a:lnTo>
                  <a:pt x="55452" y="164837"/>
                </a:lnTo>
                <a:lnTo>
                  <a:pt x="55453" y="164837"/>
                </a:lnTo>
                <a:lnTo>
                  <a:pt x="55454" y="164837"/>
                </a:lnTo>
                <a:lnTo>
                  <a:pt x="55456" y="164837"/>
                </a:lnTo>
                <a:lnTo>
                  <a:pt x="55457" y="164837"/>
                </a:lnTo>
                <a:lnTo>
                  <a:pt x="55458" y="164837"/>
                </a:lnTo>
                <a:lnTo>
                  <a:pt x="55459" y="164837"/>
                </a:lnTo>
                <a:lnTo>
                  <a:pt x="55460" y="164837"/>
                </a:lnTo>
                <a:lnTo>
                  <a:pt x="55461" y="164837"/>
                </a:lnTo>
                <a:lnTo>
                  <a:pt x="55462" y="164837"/>
                </a:lnTo>
                <a:lnTo>
                  <a:pt x="55463" y="164837"/>
                </a:lnTo>
                <a:lnTo>
                  <a:pt x="55464" y="164837"/>
                </a:lnTo>
                <a:lnTo>
                  <a:pt x="55465" y="164837"/>
                </a:lnTo>
                <a:lnTo>
                  <a:pt x="55466" y="164837"/>
                </a:lnTo>
                <a:lnTo>
                  <a:pt x="55467" y="164837"/>
                </a:lnTo>
                <a:lnTo>
                  <a:pt x="55468" y="164837"/>
                </a:lnTo>
                <a:lnTo>
                  <a:pt x="55469" y="164837"/>
                </a:lnTo>
                <a:lnTo>
                  <a:pt x="55470" y="164837"/>
                </a:lnTo>
                <a:lnTo>
                  <a:pt x="55471" y="164837"/>
                </a:lnTo>
                <a:lnTo>
                  <a:pt x="55473" y="164837"/>
                </a:lnTo>
                <a:lnTo>
                  <a:pt x="55474" y="164837"/>
                </a:lnTo>
                <a:lnTo>
                  <a:pt x="55475" y="164837"/>
                </a:lnTo>
                <a:lnTo>
                  <a:pt x="55476" y="164837"/>
                </a:lnTo>
                <a:lnTo>
                  <a:pt x="55477" y="164837"/>
                </a:lnTo>
                <a:lnTo>
                  <a:pt x="55478" y="164837"/>
                </a:lnTo>
                <a:lnTo>
                  <a:pt x="55479" y="164837"/>
                </a:lnTo>
                <a:lnTo>
                  <a:pt x="55480" y="164837"/>
                </a:lnTo>
                <a:lnTo>
                  <a:pt x="55481" y="164837"/>
                </a:lnTo>
                <a:lnTo>
                  <a:pt x="55482" y="164837"/>
                </a:lnTo>
                <a:lnTo>
                  <a:pt x="55483" y="164837"/>
                </a:lnTo>
                <a:lnTo>
                  <a:pt x="55484" y="164837"/>
                </a:lnTo>
                <a:lnTo>
                  <a:pt x="55485" y="164837"/>
                </a:lnTo>
                <a:lnTo>
                  <a:pt x="55486" y="164837"/>
                </a:lnTo>
                <a:lnTo>
                  <a:pt x="55487" y="164837"/>
                </a:lnTo>
                <a:lnTo>
                  <a:pt x="55489" y="164837"/>
                </a:lnTo>
                <a:lnTo>
                  <a:pt x="55490" y="164837"/>
                </a:lnTo>
                <a:lnTo>
                  <a:pt x="55491" y="164837"/>
                </a:lnTo>
                <a:lnTo>
                  <a:pt x="55492" y="164837"/>
                </a:lnTo>
                <a:lnTo>
                  <a:pt x="55493" y="164837"/>
                </a:lnTo>
                <a:lnTo>
                  <a:pt x="55494" y="164837"/>
                </a:lnTo>
                <a:lnTo>
                  <a:pt x="55495" y="164837"/>
                </a:lnTo>
                <a:lnTo>
                  <a:pt x="55496" y="164837"/>
                </a:lnTo>
                <a:lnTo>
                  <a:pt x="55497" y="164837"/>
                </a:lnTo>
                <a:lnTo>
                  <a:pt x="55498" y="164837"/>
                </a:lnTo>
                <a:lnTo>
                  <a:pt x="55499" y="164837"/>
                </a:lnTo>
                <a:lnTo>
                  <a:pt x="55500" y="164837"/>
                </a:lnTo>
                <a:lnTo>
                  <a:pt x="55501" y="164837"/>
                </a:lnTo>
                <a:lnTo>
                  <a:pt x="55502" y="164837"/>
                </a:lnTo>
                <a:lnTo>
                  <a:pt x="55503" y="164837"/>
                </a:lnTo>
                <a:lnTo>
                  <a:pt x="55504" y="164837"/>
                </a:lnTo>
                <a:lnTo>
                  <a:pt x="55506" y="164837"/>
                </a:lnTo>
                <a:lnTo>
                  <a:pt x="55507" y="164837"/>
                </a:lnTo>
                <a:lnTo>
                  <a:pt x="55508" y="164837"/>
                </a:lnTo>
                <a:lnTo>
                  <a:pt x="55509" y="164837"/>
                </a:lnTo>
                <a:lnTo>
                  <a:pt x="55510" y="164837"/>
                </a:lnTo>
                <a:lnTo>
                  <a:pt x="55511" y="164837"/>
                </a:lnTo>
                <a:lnTo>
                  <a:pt x="55512" y="164837"/>
                </a:lnTo>
                <a:lnTo>
                  <a:pt x="55513" y="164837"/>
                </a:lnTo>
                <a:lnTo>
                  <a:pt x="55514" y="164837"/>
                </a:lnTo>
                <a:lnTo>
                  <a:pt x="55515" y="164837"/>
                </a:lnTo>
                <a:lnTo>
                  <a:pt x="55516" y="164837"/>
                </a:lnTo>
                <a:lnTo>
                  <a:pt x="55517" y="164837"/>
                </a:lnTo>
                <a:lnTo>
                  <a:pt x="55518" y="164837"/>
                </a:lnTo>
                <a:lnTo>
                  <a:pt x="55519" y="164837"/>
                </a:lnTo>
                <a:lnTo>
                  <a:pt x="55520" y="164837"/>
                </a:lnTo>
                <a:lnTo>
                  <a:pt x="55522" y="164837"/>
                </a:lnTo>
                <a:lnTo>
                  <a:pt x="55523" y="164837"/>
                </a:lnTo>
                <a:lnTo>
                  <a:pt x="55524" y="164837"/>
                </a:lnTo>
                <a:lnTo>
                  <a:pt x="55525" y="164837"/>
                </a:lnTo>
                <a:lnTo>
                  <a:pt x="55526" y="164837"/>
                </a:lnTo>
                <a:lnTo>
                  <a:pt x="55527" y="164837"/>
                </a:lnTo>
                <a:lnTo>
                  <a:pt x="55528" y="164837"/>
                </a:lnTo>
                <a:lnTo>
                  <a:pt x="55529" y="164837"/>
                </a:lnTo>
                <a:lnTo>
                  <a:pt x="55530" y="164837"/>
                </a:lnTo>
                <a:lnTo>
                  <a:pt x="55531" y="164837"/>
                </a:lnTo>
                <a:lnTo>
                  <a:pt x="55532" y="164837"/>
                </a:lnTo>
                <a:lnTo>
                  <a:pt x="55533" y="164837"/>
                </a:lnTo>
                <a:lnTo>
                  <a:pt x="55534" y="164837"/>
                </a:lnTo>
                <a:lnTo>
                  <a:pt x="55535" y="164837"/>
                </a:lnTo>
                <a:lnTo>
                  <a:pt x="55536" y="164837"/>
                </a:lnTo>
                <a:lnTo>
                  <a:pt x="55538" y="164837"/>
                </a:lnTo>
                <a:lnTo>
                  <a:pt x="55539" y="164837"/>
                </a:lnTo>
                <a:lnTo>
                  <a:pt x="55540" y="164837"/>
                </a:lnTo>
                <a:lnTo>
                  <a:pt x="55541" y="164837"/>
                </a:lnTo>
                <a:lnTo>
                  <a:pt x="55542" y="164837"/>
                </a:lnTo>
                <a:lnTo>
                  <a:pt x="55543" y="164837"/>
                </a:lnTo>
                <a:lnTo>
                  <a:pt x="55544" y="164837"/>
                </a:lnTo>
                <a:lnTo>
                  <a:pt x="55545" y="164837"/>
                </a:lnTo>
                <a:lnTo>
                  <a:pt x="55546" y="164837"/>
                </a:lnTo>
                <a:lnTo>
                  <a:pt x="55547" y="164837"/>
                </a:lnTo>
                <a:lnTo>
                  <a:pt x="55548" y="164837"/>
                </a:lnTo>
                <a:lnTo>
                  <a:pt x="55549" y="164837"/>
                </a:lnTo>
                <a:lnTo>
                  <a:pt x="55550" y="164837"/>
                </a:lnTo>
                <a:lnTo>
                  <a:pt x="55551" y="164837"/>
                </a:lnTo>
                <a:lnTo>
                  <a:pt x="55552" y="164837"/>
                </a:lnTo>
                <a:lnTo>
                  <a:pt x="55554" y="164837"/>
                </a:lnTo>
                <a:lnTo>
                  <a:pt x="55555" y="164837"/>
                </a:lnTo>
                <a:lnTo>
                  <a:pt x="55556" y="164837"/>
                </a:lnTo>
                <a:lnTo>
                  <a:pt x="55557" y="164837"/>
                </a:lnTo>
                <a:lnTo>
                  <a:pt x="55558" y="164837"/>
                </a:lnTo>
                <a:lnTo>
                  <a:pt x="55559" y="164837"/>
                </a:lnTo>
                <a:lnTo>
                  <a:pt x="55560" y="164837"/>
                </a:lnTo>
                <a:lnTo>
                  <a:pt x="55561" y="164837"/>
                </a:lnTo>
                <a:lnTo>
                  <a:pt x="55562" y="164837"/>
                </a:lnTo>
                <a:lnTo>
                  <a:pt x="55563" y="164837"/>
                </a:lnTo>
                <a:lnTo>
                  <a:pt x="55564" y="164837"/>
                </a:lnTo>
                <a:lnTo>
                  <a:pt x="55565" y="164837"/>
                </a:lnTo>
                <a:lnTo>
                  <a:pt x="55566" y="164837"/>
                </a:lnTo>
                <a:lnTo>
                  <a:pt x="55567" y="164837"/>
                </a:lnTo>
                <a:lnTo>
                  <a:pt x="55568" y="164837"/>
                </a:lnTo>
                <a:lnTo>
                  <a:pt x="55570" y="164837"/>
                </a:lnTo>
                <a:lnTo>
                  <a:pt x="55571" y="164837"/>
                </a:lnTo>
                <a:lnTo>
                  <a:pt x="55572" y="164837"/>
                </a:lnTo>
                <a:lnTo>
                  <a:pt x="55573" y="164837"/>
                </a:lnTo>
                <a:lnTo>
                  <a:pt x="55574" y="164837"/>
                </a:lnTo>
                <a:lnTo>
                  <a:pt x="55575" y="164837"/>
                </a:lnTo>
                <a:lnTo>
                  <a:pt x="55576" y="164837"/>
                </a:lnTo>
                <a:lnTo>
                  <a:pt x="55577" y="164837"/>
                </a:lnTo>
                <a:lnTo>
                  <a:pt x="55578" y="164837"/>
                </a:lnTo>
                <a:lnTo>
                  <a:pt x="55579" y="164837"/>
                </a:lnTo>
                <a:lnTo>
                  <a:pt x="55580" y="164837"/>
                </a:lnTo>
                <a:lnTo>
                  <a:pt x="55581" y="164837"/>
                </a:lnTo>
                <a:lnTo>
                  <a:pt x="55582" y="164837"/>
                </a:lnTo>
                <a:lnTo>
                  <a:pt x="55583" y="164837"/>
                </a:lnTo>
                <a:lnTo>
                  <a:pt x="55584" y="164837"/>
                </a:lnTo>
                <a:lnTo>
                  <a:pt x="55586" y="164837"/>
                </a:lnTo>
                <a:lnTo>
                  <a:pt x="55587" y="164837"/>
                </a:lnTo>
                <a:lnTo>
                  <a:pt x="55588" y="164837"/>
                </a:lnTo>
                <a:lnTo>
                  <a:pt x="55589" y="164837"/>
                </a:lnTo>
                <a:lnTo>
                  <a:pt x="55590" y="164837"/>
                </a:lnTo>
                <a:lnTo>
                  <a:pt x="55591" y="164837"/>
                </a:lnTo>
                <a:lnTo>
                  <a:pt x="55592" y="164837"/>
                </a:lnTo>
                <a:lnTo>
                  <a:pt x="55593" y="164837"/>
                </a:lnTo>
                <a:lnTo>
                  <a:pt x="55594" y="164837"/>
                </a:lnTo>
                <a:lnTo>
                  <a:pt x="55595" y="164837"/>
                </a:lnTo>
                <a:lnTo>
                  <a:pt x="55596" y="164837"/>
                </a:lnTo>
                <a:lnTo>
                  <a:pt x="55597" y="164837"/>
                </a:lnTo>
                <a:lnTo>
                  <a:pt x="55598" y="164837"/>
                </a:lnTo>
                <a:lnTo>
                  <a:pt x="55599" y="164837"/>
                </a:lnTo>
                <a:lnTo>
                  <a:pt x="55600" y="164837"/>
                </a:lnTo>
                <a:lnTo>
                  <a:pt x="55602" y="164837"/>
                </a:lnTo>
                <a:lnTo>
                  <a:pt x="55603" y="164837"/>
                </a:lnTo>
                <a:lnTo>
                  <a:pt x="55604" y="164837"/>
                </a:lnTo>
                <a:lnTo>
                  <a:pt x="55605" y="164837"/>
                </a:lnTo>
                <a:lnTo>
                  <a:pt x="55606" y="164837"/>
                </a:lnTo>
                <a:lnTo>
                  <a:pt x="55607" y="164837"/>
                </a:lnTo>
                <a:lnTo>
                  <a:pt x="55608" y="164837"/>
                </a:lnTo>
                <a:lnTo>
                  <a:pt x="55609" y="164837"/>
                </a:lnTo>
                <a:lnTo>
                  <a:pt x="55610" y="164837"/>
                </a:lnTo>
                <a:lnTo>
                  <a:pt x="55611" y="164837"/>
                </a:lnTo>
                <a:lnTo>
                  <a:pt x="55612" y="164837"/>
                </a:lnTo>
                <a:lnTo>
                  <a:pt x="55613" y="164837"/>
                </a:lnTo>
                <a:lnTo>
                  <a:pt x="55614" y="164837"/>
                </a:lnTo>
                <a:lnTo>
                  <a:pt x="55615" y="164837"/>
                </a:lnTo>
                <a:lnTo>
                  <a:pt x="55616" y="164837"/>
                </a:lnTo>
                <a:lnTo>
                  <a:pt x="55618" y="164837"/>
                </a:lnTo>
                <a:lnTo>
                  <a:pt x="55619" y="164837"/>
                </a:lnTo>
                <a:lnTo>
                  <a:pt x="55620" y="164837"/>
                </a:lnTo>
                <a:lnTo>
                  <a:pt x="55621" y="164837"/>
                </a:lnTo>
                <a:lnTo>
                  <a:pt x="55622" y="164837"/>
                </a:lnTo>
                <a:lnTo>
                  <a:pt x="55623" y="164837"/>
                </a:lnTo>
                <a:lnTo>
                  <a:pt x="55624" y="164837"/>
                </a:lnTo>
                <a:lnTo>
                  <a:pt x="55625" y="164837"/>
                </a:lnTo>
                <a:lnTo>
                  <a:pt x="55626" y="164837"/>
                </a:lnTo>
                <a:lnTo>
                  <a:pt x="55627" y="164837"/>
                </a:lnTo>
                <a:lnTo>
                  <a:pt x="55628" y="164837"/>
                </a:lnTo>
                <a:lnTo>
                  <a:pt x="55629" y="164837"/>
                </a:lnTo>
                <a:lnTo>
                  <a:pt x="55630" y="164837"/>
                </a:lnTo>
                <a:lnTo>
                  <a:pt x="55631" y="164837"/>
                </a:lnTo>
                <a:lnTo>
                  <a:pt x="55632" y="164837"/>
                </a:lnTo>
                <a:lnTo>
                  <a:pt x="55634" y="164837"/>
                </a:lnTo>
                <a:lnTo>
                  <a:pt x="55635" y="164837"/>
                </a:lnTo>
                <a:lnTo>
                  <a:pt x="55636" y="164837"/>
                </a:lnTo>
                <a:lnTo>
                  <a:pt x="55637" y="164837"/>
                </a:lnTo>
                <a:lnTo>
                  <a:pt x="55638" y="164837"/>
                </a:lnTo>
                <a:lnTo>
                  <a:pt x="55639" y="164837"/>
                </a:lnTo>
                <a:lnTo>
                  <a:pt x="55640" y="164837"/>
                </a:lnTo>
                <a:lnTo>
                  <a:pt x="55641" y="164837"/>
                </a:lnTo>
                <a:lnTo>
                  <a:pt x="55642" y="164837"/>
                </a:lnTo>
                <a:lnTo>
                  <a:pt x="55643" y="164837"/>
                </a:lnTo>
                <a:lnTo>
                  <a:pt x="55644" y="164837"/>
                </a:lnTo>
                <a:lnTo>
                  <a:pt x="55645" y="164837"/>
                </a:lnTo>
                <a:lnTo>
                  <a:pt x="55646" y="164837"/>
                </a:lnTo>
                <a:lnTo>
                  <a:pt x="55647" y="164837"/>
                </a:lnTo>
                <a:lnTo>
                  <a:pt x="55648" y="164837"/>
                </a:lnTo>
                <a:lnTo>
                  <a:pt x="55650" y="164837"/>
                </a:lnTo>
                <a:lnTo>
                  <a:pt x="55651" y="164837"/>
                </a:lnTo>
                <a:lnTo>
                  <a:pt x="55652" y="164837"/>
                </a:lnTo>
                <a:lnTo>
                  <a:pt x="55653" y="164837"/>
                </a:lnTo>
                <a:lnTo>
                  <a:pt x="55654" y="164837"/>
                </a:lnTo>
                <a:lnTo>
                  <a:pt x="55655" y="164837"/>
                </a:lnTo>
                <a:lnTo>
                  <a:pt x="55656" y="164837"/>
                </a:lnTo>
                <a:lnTo>
                  <a:pt x="55657" y="164837"/>
                </a:lnTo>
                <a:lnTo>
                  <a:pt x="55658" y="164837"/>
                </a:lnTo>
                <a:lnTo>
                  <a:pt x="55659" y="164837"/>
                </a:lnTo>
                <a:lnTo>
                  <a:pt x="55660" y="164837"/>
                </a:lnTo>
                <a:lnTo>
                  <a:pt x="55661" y="164837"/>
                </a:lnTo>
                <a:lnTo>
                  <a:pt x="55662" y="164837"/>
                </a:lnTo>
                <a:lnTo>
                  <a:pt x="55663" y="164837"/>
                </a:lnTo>
                <a:lnTo>
                  <a:pt x="55664" y="164837"/>
                </a:lnTo>
                <a:lnTo>
                  <a:pt x="55666" y="164837"/>
                </a:lnTo>
                <a:lnTo>
                  <a:pt x="55667" y="164837"/>
                </a:lnTo>
                <a:lnTo>
                  <a:pt x="55668" y="164837"/>
                </a:lnTo>
                <a:lnTo>
                  <a:pt x="55669" y="164837"/>
                </a:lnTo>
                <a:lnTo>
                  <a:pt x="55670" y="164837"/>
                </a:lnTo>
                <a:lnTo>
                  <a:pt x="55671" y="164837"/>
                </a:lnTo>
                <a:lnTo>
                  <a:pt x="55672" y="164837"/>
                </a:lnTo>
                <a:lnTo>
                  <a:pt x="55673" y="164837"/>
                </a:lnTo>
                <a:lnTo>
                  <a:pt x="55674" y="164837"/>
                </a:lnTo>
                <a:lnTo>
                  <a:pt x="55675" y="164837"/>
                </a:lnTo>
                <a:lnTo>
                  <a:pt x="55676" y="164837"/>
                </a:lnTo>
                <a:lnTo>
                  <a:pt x="55677" y="164837"/>
                </a:lnTo>
                <a:lnTo>
                  <a:pt x="55678" y="164837"/>
                </a:lnTo>
                <a:lnTo>
                  <a:pt x="55679" y="164837"/>
                </a:lnTo>
                <a:lnTo>
                  <a:pt x="55680" y="164837"/>
                </a:lnTo>
                <a:lnTo>
                  <a:pt x="55682" y="164837"/>
                </a:lnTo>
                <a:lnTo>
                  <a:pt x="55683" y="164837"/>
                </a:lnTo>
                <a:lnTo>
                  <a:pt x="55684" y="164837"/>
                </a:lnTo>
                <a:lnTo>
                  <a:pt x="55685" y="164837"/>
                </a:lnTo>
                <a:lnTo>
                  <a:pt x="55686" y="164837"/>
                </a:lnTo>
                <a:lnTo>
                  <a:pt x="55687" y="164837"/>
                </a:lnTo>
                <a:lnTo>
                  <a:pt x="55688" y="164837"/>
                </a:lnTo>
                <a:lnTo>
                  <a:pt x="55689" y="164837"/>
                </a:lnTo>
                <a:lnTo>
                  <a:pt x="55690" y="164837"/>
                </a:lnTo>
                <a:lnTo>
                  <a:pt x="55691" y="164837"/>
                </a:lnTo>
                <a:lnTo>
                  <a:pt x="55692" y="164837"/>
                </a:lnTo>
                <a:lnTo>
                  <a:pt x="55693" y="164837"/>
                </a:lnTo>
                <a:lnTo>
                  <a:pt x="55694" y="164837"/>
                </a:lnTo>
                <a:lnTo>
                  <a:pt x="55695" y="164837"/>
                </a:lnTo>
                <a:lnTo>
                  <a:pt x="55697" y="164837"/>
                </a:lnTo>
                <a:lnTo>
                  <a:pt x="55698" y="164837"/>
                </a:lnTo>
                <a:lnTo>
                  <a:pt x="55699" y="164837"/>
                </a:lnTo>
                <a:lnTo>
                  <a:pt x="55700" y="164837"/>
                </a:lnTo>
                <a:lnTo>
                  <a:pt x="55701" y="164837"/>
                </a:lnTo>
                <a:lnTo>
                  <a:pt x="55702" y="164837"/>
                </a:lnTo>
                <a:lnTo>
                  <a:pt x="55703" y="164837"/>
                </a:lnTo>
                <a:lnTo>
                  <a:pt x="55704" y="164837"/>
                </a:lnTo>
                <a:lnTo>
                  <a:pt x="55705" y="164837"/>
                </a:lnTo>
                <a:lnTo>
                  <a:pt x="55706" y="164837"/>
                </a:lnTo>
                <a:lnTo>
                  <a:pt x="55707" y="164837"/>
                </a:lnTo>
                <a:lnTo>
                  <a:pt x="55708" y="164837"/>
                </a:lnTo>
                <a:lnTo>
                  <a:pt x="55709" y="164837"/>
                </a:lnTo>
                <a:lnTo>
                  <a:pt x="55710" y="164837"/>
                </a:lnTo>
                <a:lnTo>
                  <a:pt x="55711" y="164837"/>
                </a:lnTo>
                <a:lnTo>
                  <a:pt x="55713" y="164837"/>
                </a:lnTo>
                <a:lnTo>
                  <a:pt x="55714" y="164837"/>
                </a:lnTo>
                <a:lnTo>
                  <a:pt x="55715" y="164837"/>
                </a:lnTo>
                <a:lnTo>
                  <a:pt x="55716" y="164837"/>
                </a:lnTo>
                <a:lnTo>
                  <a:pt x="55717" y="164837"/>
                </a:lnTo>
                <a:lnTo>
                  <a:pt x="55718" y="164837"/>
                </a:lnTo>
                <a:lnTo>
                  <a:pt x="55719" y="164837"/>
                </a:lnTo>
                <a:lnTo>
                  <a:pt x="55720" y="164837"/>
                </a:lnTo>
                <a:lnTo>
                  <a:pt x="55721" y="164837"/>
                </a:lnTo>
                <a:lnTo>
                  <a:pt x="55722" y="164837"/>
                </a:lnTo>
                <a:lnTo>
                  <a:pt x="55723" y="164837"/>
                </a:lnTo>
                <a:lnTo>
                  <a:pt x="55724" y="164837"/>
                </a:lnTo>
                <a:lnTo>
                  <a:pt x="55725" y="164837"/>
                </a:lnTo>
                <a:lnTo>
                  <a:pt x="55726" y="164837"/>
                </a:lnTo>
                <a:lnTo>
                  <a:pt x="55728" y="164837"/>
                </a:lnTo>
                <a:lnTo>
                  <a:pt x="55729" y="164837"/>
                </a:lnTo>
                <a:lnTo>
                  <a:pt x="55730" y="164837"/>
                </a:lnTo>
                <a:lnTo>
                  <a:pt x="55731" y="164837"/>
                </a:lnTo>
                <a:lnTo>
                  <a:pt x="55732" y="164837"/>
                </a:lnTo>
                <a:lnTo>
                  <a:pt x="55733" y="164837"/>
                </a:lnTo>
                <a:lnTo>
                  <a:pt x="55734" y="164837"/>
                </a:lnTo>
                <a:lnTo>
                  <a:pt x="55735" y="164837"/>
                </a:lnTo>
                <a:lnTo>
                  <a:pt x="55736" y="164837"/>
                </a:lnTo>
                <a:lnTo>
                  <a:pt x="55737" y="164837"/>
                </a:lnTo>
                <a:lnTo>
                  <a:pt x="55738" y="164837"/>
                </a:lnTo>
                <a:lnTo>
                  <a:pt x="55739" y="164837"/>
                </a:lnTo>
                <a:lnTo>
                  <a:pt x="55740" y="164837"/>
                </a:lnTo>
                <a:lnTo>
                  <a:pt x="55741" y="164837"/>
                </a:lnTo>
                <a:lnTo>
                  <a:pt x="55742" y="164837"/>
                </a:lnTo>
                <a:lnTo>
                  <a:pt x="55744" y="164837"/>
                </a:lnTo>
                <a:lnTo>
                  <a:pt x="55745" y="164837"/>
                </a:lnTo>
                <a:lnTo>
                  <a:pt x="55746" y="164837"/>
                </a:lnTo>
                <a:lnTo>
                  <a:pt x="55747" y="164837"/>
                </a:lnTo>
                <a:lnTo>
                  <a:pt x="55748" y="164837"/>
                </a:lnTo>
                <a:lnTo>
                  <a:pt x="55749" y="164837"/>
                </a:lnTo>
                <a:lnTo>
                  <a:pt x="55750" y="164837"/>
                </a:lnTo>
                <a:lnTo>
                  <a:pt x="55751" y="164837"/>
                </a:lnTo>
                <a:lnTo>
                  <a:pt x="55752" y="164837"/>
                </a:lnTo>
                <a:lnTo>
                  <a:pt x="55753" y="164837"/>
                </a:lnTo>
                <a:lnTo>
                  <a:pt x="55754" y="164837"/>
                </a:lnTo>
                <a:lnTo>
                  <a:pt x="55755" y="164837"/>
                </a:lnTo>
                <a:lnTo>
                  <a:pt x="55756" y="164837"/>
                </a:lnTo>
                <a:lnTo>
                  <a:pt x="55757" y="164837"/>
                </a:lnTo>
                <a:lnTo>
                  <a:pt x="55759" y="164837"/>
                </a:lnTo>
                <a:lnTo>
                  <a:pt x="55760" y="164837"/>
                </a:lnTo>
                <a:lnTo>
                  <a:pt x="55761" y="164837"/>
                </a:lnTo>
                <a:lnTo>
                  <a:pt x="55762" y="164837"/>
                </a:lnTo>
                <a:lnTo>
                  <a:pt x="55763" y="164837"/>
                </a:lnTo>
                <a:lnTo>
                  <a:pt x="55764" y="164837"/>
                </a:lnTo>
                <a:lnTo>
                  <a:pt x="55765" y="164837"/>
                </a:lnTo>
                <a:lnTo>
                  <a:pt x="55766" y="164837"/>
                </a:lnTo>
                <a:lnTo>
                  <a:pt x="55767" y="164837"/>
                </a:lnTo>
                <a:lnTo>
                  <a:pt x="55768" y="164837"/>
                </a:lnTo>
                <a:lnTo>
                  <a:pt x="55769" y="164837"/>
                </a:lnTo>
                <a:lnTo>
                  <a:pt x="55770" y="164837"/>
                </a:lnTo>
                <a:lnTo>
                  <a:pt x="55771" y="164837"/>
                </a:lnTo>
                <a:lnTo>
                  <a:pt x="55772" y="164837"/>
                </a:lnTo>
                <a:lnTo>
                  <a:pt x="55773" y="164837"/>
                </a:lnTo>
                <a:lnTo>
                  <a:pt x="55775" y="164837"/>
                </a:lnTo>
                <a:lnTo>
                  <a:pt x="55776" y="164837"/>
                </a:lnTo>
                <a:lnTo>
                  <a:pt x="55777" y="164837"/>
                </a:lnTo>
                <a:lnTo>
                  <a:pt x="55778" y="164837"/>
                </a:lnTo>
                <a:lnTo>
                  <a:pt x="55779" y="164837"/>
                </a:lnTo>
                <a:lnTo>
                  <a:pt x="55780" y="164837"/>
                </a:lnTo>
                <a:lnTo>
                  <a:pt x="55781" y="164837"/>
                </a:lnTo>
                <a:lnTo>
                  <a:pt x="55782" y="164837"/>
                </a:lnTo>
                <a:lnTo>
                  <a:pt x="55783" y="164837"/>
                </a:lnTo>
                <a:lnTo>
                  <a:pt x="55784" y="164837"/>
                </a:lnTo>
                <a:lnTo>
                  <a:pt x="55785" y="164837"/>
                </a:lnTo>
                <a:lnTo>
                  <a:pt x="55786" y="164837"/>
                </a:lnTo>
                <a:lnTo>
                  <a:pt x="55787" y="164837"/>
                </a:lnTo>
                <a:lnTo>
                  <a:pt x="55788" y="164837"/>
                </a:lnTo>
                <a:lnTo>
                  <a:pt x="55790" y="164837"/>
                </a:lnTo>
                <a:lnTo>
                  <a:pt x="55791" y="164837"/>
                </a:lnTo>
                <a:lnTo>
                  <a:pt x="55792" y="164837"/>
                </a:lnTo>
                <a:lnTo>
                  <a:pt x="55793" y="164837"/>
                </a:lnTo>
                <a:lnTo>
                  <a:pt x="55794" y="164837"/>
                </a:lnTo>
                <a:lnTo>
                  <a:pt x="55795" y="164837"/>
                </a:lnTo>
                <a:lnTo>
                  <a:pt x="55796" y="164837"/>
                </a:lnTo>
                <a:lnTo>
                  <a:pt x="55797" y="164837"/>
                </a:lnTo>
                <a:lnTo>
                  <a:pt x="55798" y="164837"/>
                </a:lnTo>
                <a:lnTo>
                  <a:pt x="55799" y="164837"/>
                </a:lnTo>
                <a:lnTo>
                  <a:pt x="55800" y="164837"/>
                </a:lnTo>
                <a:lnTo>
                  <a:pt x="55801" y="164837"/>
                </a:lnTo>
                <a:lnTo>
                  <a:pt x="55802" y="164837"/>
                </a:lnTo>
                <a:lnTo>
                  <a:pt x="55803" y="164837"/>
                </a:lnTo>
                <a:lnTo>
                  <a:pt x="55804" y="164837"/>
                </a:lnTo>
                <a:lnTo>
                  <a:pt x="55806" y="164837"/>
                </a:lnTo>
                <a:lnTo>
                  <a:pt x="55807" y="164837"/>
                </a:lnTo>
                <a:lnTo>
                  <a:pt x="55808" y="164837"/>
                </a:lnTo>
                <a:lnTo>
                  <a:pt x="55809" y="164837"/>
                </a:lnTo>
                <a:lnTo>
                  <a:pt x="55810" y="164837"/>
                </a:lnTo>
                <a:lnTo>
                  <a:pt x="55811" y="164837"/>
                </a:lnTo>
                <a:lnTo>
                  <a:pt x="55812" y="164837"/>
                </a:lnTo>
                <a:lnTo>
                  <a:pt x="55813" y="164837"/>
                </a:lnTo>
                <a:lnTo>
                  <a:pt x="55814" y="164837"/>
                </a:lnTo>
                <a:lnTo>
                  <a:pt x="55815" y="164837"/>
                </a:lnTo>
                <a:lnTo>
                  <a:pt x="55816" y="164837"/>
                </a:lnTo>
                <a:lnTo>
                  <a:pt x="55817" y="164837"/>
                </a:lnTo>
                <a:lnTo>
                  <a:pt x="55818" y="164837"/>
                </a:lnTo>
                <a:lnTo>
                  <a:pt x="55819" y="164837"/>
                </a:lnTo>
                <a:lnTo>
                  <a:pt x="55821" y="164837"/>
                </a:lnTo>
                <a:lnTo>
                  <a:pt x="55822" y="164837"/>
                </a:lnTo>
                <a:lnTo>
                  <a:pt x="55823" y="164837"/>
                </a:lnTo>
                <a:lnTo>
                  <a:pt x="55824" y="164837"/>
                </a:lnTo>
                <a:lnTo>
                  <a:pt x="55825" y="164837"/>
                </a:lnTo>
                <a:lnTo>
                  <a:pt x="55826" y="164837"/>
                </a:lnTo>
                <a:lnTo>
                  <a:pt x="55827" y="164837"/>
                </a:lnTo>
                <a:lnTo>
                  <a:pt x="55828" y="164837"/>
                </a:lnTo>
                <a:lnTo>
                  <a:pt x="55829" y="164837"/>
                </a:lnTo>
                <a:lnTo>
                  <a:pt x="55830" y="164837"/>
                </a:lnTo>
                <a:lnTo>
                  <a:pt x="55831" y="164837"/>
                </a:lnTo>
                <a:lnTo>
                  <a:pt x="55832" y="164837"/>
                </a:lnTo>
                <a:lnTo>
                  <a:pt x="55833" y="164837"/>
                </a:lnTo>
                <a:lnTo>
                  <a:pt x="55834" y="164837"/>
                </a:lnTo>
                <a:lnTo>
                  <a:pt x="55836" y="164837"/>
                </a:lnTo>
                <a:lnTo>
                  <a:pt x="55837" y="164837"/>
                </a:lnTo>
                <a:lnTo>
                  <a:pt x="55838" y="164837"/>
                </a:lnTo>
                <a:lnTo>
                  <a:pt x="55839" y="164837"/>
                </a:lnTo>
                <a:lnTo>
                  <a:pt x="55840" y="164837"/>
                </a:lnTo>
                <a:lnTo>
                  <a:pt x="55841" y="164837"/>
                </a:lnTo>
                <a:lnTo>
                  <a:pt x="55842" y="164837"/>
                </a:lnTo>
                <a:lnTo>
                  <a:pt x="55843" y="164837"/>
                </a:lnTo>
                <a:lnTo>
                  <a:pt x="55844" y="164837"/>
                </a:lnTo>
                <a:lnTo>
                  <a:pt x="55845" y="164837"/>
                </a:lnTo>
                <a:lnTo>
                  <a:pt x="55846" y="164837"/>
                </a:lnTo>
                <a:lnTo>
                  <a:pt x="55847" y="164837"/>
                </a:lnTo>
                <a:lnTo>
                  <a:pt x="55848" y="164837"/>
                </a:lnTo>
                <a:lnTo>
                  <a:pt x="55849" y="164837"/>
                </a:lnTo>
                <a:lnTo>
                  <a:pt x="55851" y="164837"/>
                </a:lnTo>
                <a:lnTo>
                  <a:pt x="55852" y="164837"/>
                </a:lnTo>
                <a:lnTo>
                  <a:pt x="55853" y="164837"/>
                </a:lnTo>
                <a:lnTo>
                  <a:pt x="55854" y="164837"/>
                </a:lnTo>
                <a:lnTo>
                  <a:pt x="55855" y="164837"/>
                </a:lnTo>
                <a:lnTo>
                  <a:pt x="55856" y="164837"/>
                </a:lnTo>
                <a:lnTo>
                  <a:pt x="55857" y="164837"/>
                </a:lnTo>
                <a:lnTo>
                  <a:pt x="55858" y="164837"/>
                </a:lnTo>
                <a:lnTo>
                  <a:pt x="55859" y="164837"/>
                </a:lnTo>
                <a:lnTo>
                  <a:pt x="55860" y="164837"/>
                </a:lnTo>
                <a:lnTo>
                  <a:pt x="55861" y="164837"/>
                </a:lnTo>
                <a:lnTo>
                  <a:pt x="55862" y="164837"/>
                </a:lnTo>
                <a:lnTo>
                  <a:pt x="55863" y="164837"/>
                </a:lnTo>
                <a:lnTo>
                  <a:pt x="55864" y="164837"/>
                </a:lnTo>
                <a:lnTo>
                  <a:pt x="55866" y="164837"/>
                </a:lnTo>
                <a:lnTo>
                  <a:pt x="55867" y="164837"/>
                </a:lnTo>
                <a:lnTo>
                  <a:pt x="55868" y="164837"/>
                </a:lnTo>
                <a:lnTo>
                  <a:pt x="55869" y="164837"/>
                </a:lnTo>
                <a:lnTo>
                  <a:pt x="55870" y="164837"/>
                </a:lnTo>
                <a:lnTo>
                  <a:pt x="55871" y="164837"/>
                </a:lnTo>
                <a:lnTo>
                  <a:pt x="55872" y="164837"/>
                </a:lnTo>
                <a:lnTo>
                  <a:pt x="55873" y="164837"/>
                </a:lnTo>
                <a:lnTo>
                  <a:pt x="55874" y="164837"/>
                </a:lnTo>
                <a:lnTo>
                  <a:pt x="55875" y="164837"/>
                </a:lnTo>
                <a:lnTo>
                  <a:pt x="55876" y="164837"/>
                </a:lnTo>
                <a:lnTo>
                  <a:pt x="55877" y="164837"/>
                </a:lnTo>
                <a:lnTo>
                  <a:pt x="55878" y="164837"/>
                </a:lnTo>
                <a:lnTo>
                  <a:pt x="55879" y="164837"/>
                </a:lnTo>
                <a:lnTo>
                  <a:pt x="55881" y="164837"/>
                </a:lnTo>
                <a:lnTo>
                  <a:pt x="55882" y="164837"/>
                </a:lnTo>
                <a:lnTo>
                  <a:pt x="55883" y="164837"/>
                </a:lnTo>
                <a:lnTo>
                  <a:pt x="55884" y="164837"/>
                </a:lnTo>
                <a:lnTo>
                  <a:pt x="55885" y="164837"/>
                </a:lnTo>
                <a:lnTo>
                  <a:pt x="55886" y="164837"/>
                </a:lnTo>
                <a:lnTo>
                  <a:pt x="55887" y="164837"/>
                </a:lnTo>
                <a:lnTo>
                  <a:pt x="55888" y="164837"/>
                </a:lnTo>
                <a:lnTo>
                  <a:pt x="55889" y="164837"/>
                </a:lnTo>
                <a:lnTo>
                  <a:pt x="55890" y="164837"/>
                </a:lnTo>
                <a:lnTo>
                  <a:pt x="55891" y="164837"/>
                </a:lnTo>
                <a:lnTo>
                  <a:pt x="55892" y="164837"/>
                </a:lnTo>
                <a:lnTo>
                  <a:pt x="55893" y="164837"/>
                </a:lnTo>
                <a:lnTo>
                  <a:pt x="55894" y="164837"/>
                </a:lnTo>
                <a:lnTo>
                  <a:pt x="55896" y="164837"/>
                </a:lnTo>
                <a:lnTo>
                  <a:pt x="55897" y="164837"/>
                </a:lnTo>
                <a:lnTo>
                  <a:pt x="55898" y="164837"/>
                </a:lnTo>
                <a:lnTo>
                  <a:pt x="55899" y="164837"/>
                </a:lnTo>
                <a:lnTo>
                  <a:pt x="55900" y="164837"/>
                </a:lnTo>
                <a:lnTo>
                  <a:pt x="55901" y="164837"/>
                </a:lnTo>
                <a:lnTo>
                  <a:pt x="55902" y="164837"/>
                </a:lnTo>
                <a:lnTo>
                  <a:pt x="55903" y="164837"/>
                </a:lnTo>
                <a:lnTo>
                  <a:pt x="55904" y="164837"/>
                </a:lnTo>
                <a:lnTo>
                  <a:pt x="55905" y="164837"/>
                </a:lnTo>
                <a:lnTo>
                  <a:pt x="55906" y="164837"/>
                </a:lnTo>
                <a:lnTo>
                  <a:pt x="55907" y="164837"/>
                </a:lnTo>
                <a:lnTo>
                  <a:pt x="55908" y="164837"/>
                </a:lnTo>
                <a:lnTo>
                  <a:pt x="55909" y="164837"/>
                </a:lnTo>
                <a:lnTo>
                  <a:pt x="55911" y="164837"/>
                </a:lnTo>
                <a:lnTo>
                  <a:pt x="55912" y="164837"/>
                </a:lnTo>
                <a:lnTo>
                  <a:pt x="55913" y="164837"/>
                </a:lnTo>
                <a:lnTo>
                  <a:pt x="55914" y="164837"/>
                </a:lnTo>
                <a:lnTo>
                  <a:pt x="55915" y="164837"/>
                </a:lnTo>
                <a:lnTo>
                  <a:pt x="55916" y="164837"/>
                </a:lnTo>
                <a:lnTo>
                  <a:pt x="55917" y="164837"/>
                </a:lnTo>
                <a:lnTo>
                  <a:pt x="55918" y="164837"/>
                </a:lnTo>
                <a:lnTo>
                  <a:pt x="55919" y="164837"/>
                </a:lnTo>
                <a:lnTo>
                  <a:pt x="55920" y="164837"/>
                </a:lnTo>
                <a:lnTo>
                  <a:pt x="55921" y="164837"/>
                </a:lnTo>
                <a:lnTo>
                  <a:pt x="55922" y="164837"/>
                </a:lnTo>
                <a:lnTo>
                  <a:pt x="55923" y="164837"/>
                </a:lnTo>
                <a:lnTo>
                  <a:pt x="55924" y="164837"/>
                </a:lnTo>
                <a:lnTo>
                  <a:pt x="55926" y="164837"/>
                </a:lnTo>
                <a:lnTo>
                  <a:pt x="55927" y="164837"/>
                </a:lnTo>
                <a:lnTo>
                  <a:pt x="55928" y="164837"/>
                </a:lnTo>
                <a:lnTo>
                  <a:pt x="55929" y="164837"/>
                </a:lnTo>
                <a:lnTo>
                  <a:pt x="55930" y="164837"/>
                </a:lnTo>
                <a:lnTo>
                  <a:pt x="55931" y="164837"/>
                </a:lnTo>
                <a:lnTo>
                  <a:pt x="55932" y="164837"/>
                </a:lnTo>
                <a:lnTo>
                  <a:pt x="55933" y="164837"/>
                </a:lnTo>
                <a:lnTo>
                  <a:pt x="55934" y="164837"/>
                </a:lnTo>
                <a:lnTo>
                  <a:pt x="55935" y="164837"/>
                </a:lnTo>
                <a:lnTo>
                  <a:pt x="55936" y="164837"/>
                </a:lnTo>
                <a:lnTo>
                  <a:pt x="55937" y="164837"/>
                </a:lnTo>
                <a:lnTo>
                  <a:pt x="55938" y="164837"/>
                </a:lnTo>
                <a:lnTo>
                  <a:pt x="55939" y="164837"/>
                </a:lnTo>
                <a:lnTo>
                  <a:pt x="55941" y="164837"/>
                </a:lnTo>
                <a:lnTo>
                  <a:pt x="55942" y="164837"/>
                </a:lnTo>
                <a:lnTo>
                  <a:pt x="55943" y="164837"/>
                </a:lnTo>
                <a:lnTo>
                  <a:pt x="55944" y="164837"/>
                </a:lnTo>
                <a:lnTo>
                  <a:pt x="55945" y="164837"/>
                </a:lnTo>
                <a:lnTo>
                  <a:pt x="55946" y="164837"/>
                </a:lnTo>
                <a:lnTo>
                  <a:pt x="55947" y="164837"/>
                </a:lnTo>
                <a:lnTo>
                  <a:pt x="55948" y="164837"/>
                </a:lnTo>
                <a:lnTo>
                  <a:pt x="55949" y="164837"/>
                </a:lnTo>
                <a:lnTo>
                  <a:pt x="55950" y="164837"/>
                </a:lnTo>
                <a:lnTo>
                  <a:pt x="55951" y="164837"/>
                </a:lnTo>
                <a:lnTo>
                  <a:pt x="55952" y="164837"/>
                </a:lnTo>
                <a:lnTo>
                  <a:pt x="55953" y="164837"/>
                </a:lnTo>
                <a:lnTo>
                  <a:pt x="55954" y="164837"/>
                </a:lnTo>
                <a:lnTo>
                  <a:pt x="55956" y="164837"/>
                </a:lnTo>
                <a:lnTo>
                  <a:pt x="55957" y="164837"/>
                </a:lnTo>
                <a:lnTo>
                  <a:pt x="55958" y="164837"/>
                </a:lnTo>
                <a:lnTo>
                  <a:pt x="55959" y="164837"/>
                </a:lnTo>
                <a:lnTo>
                  <a:pt x="55960" y="164837"/>
                </a:lnTo>
                <a:lnTo>
                  <a:pt x="55961" y="164837"/>
                </a:lnTo>
                <a:lnTo>
                  <a:pt x="55962" y="164837"/>
                </a:lnTo>
                <a:lnTo>
                  <a:pt x="55963" y="164837"/>
                </a:lnTo>
                <a:lnTo>
                  <a:pt x="55964" y="164837"/>
                </a:lnTo>
                <a:lnTo>
                  <a:pt x="55965" y="164837"/>
                </a:lnTo>
                <a:lnTo>
                  <a:pt x="55966" y="164837"/>
                </a:lnTo>
                <a:lnTo>
                  <a:pt x="55967" y="164837"/>
                </a:lnTo>
                <a:lnTo>
                  <a:pt x="55968" y="164837"/>
                </a:lnTo>
                <a:lnTo>
                  <a:pt x="55969" y="164837"/>
                </a:lnTo>
                <a:lnTo>
                  <a:pt x="55971" y="164837"/>
                </a:lnTo>
                <a:lnTo>
                  <a:pt x="55972" y="164837"/>
                </a:lnTo>
                <a:lnTo>
                  <a:pt x="55973" y="164837"/>
                </a:lnTo>
                <a:lnTo>
                  <a:pt x="55974" y="164837"/>
                </a:lnTo>
                <a:lnTo>
                  <a:pt x="55975" y="164837"/>
                </a:lnTo>
                <a:lnTo>
                  <a:pt x="55976" y="164837"/>
                </a:lnTo>
                <a:lnTo>
                  <a:pt x="55977" y="164837"/>
                </a:lnTo>
                <a:lnTo>
                  <a:pt x="55978" y="164837"/>
                </a:lnTo>
                <a:lnTo>
                  <a:pt x="55979" y="164837"/>
                </a:lnTo>
                <a:lnTo>
                  <a:pt x="55980" y="164837"/>
                </a:lnTo>
                <a:lnTo>
                  <a:pt x="55981" y="164837"/>
                </a:lnTo>
                <a:lnTo>
                  <a:pt x="55982" y="164837"/>
                </a:lnTo>
                <a:lnTo>
                  <a:pt x="55983" y="164837"/>
                </a:lnTo>
                <a:lnTo>
                  <a:pt x="55984" y="164837"/>
                </a:lnTo>
                <a:lnTo>
                  <a:pt x="55986" y="164837"/>
                </a:lnTo>
                <a:lnTo>
                  <a:pt x="55987" y="164837"/>
                </a:lnTo>
                <a:lnTo>
                  <a:pt x="55988" y="164837"/>
                </a:lnTo>
                <a:lnTo>
                  <a:pt x="55989" y="164837"/>
                </a:lnTo>
                <a:lnTo>
                  <a:pt x="55990" y="164837"/>
                </a:lnTo>
                <a:lnTo>
                  <a:pt x="55991" y="164837"/>
                </a:lnTo>
                <a:lnTo>
                  <a:pt x="55992" y="164837"/>
                </a:lnTo>
                <a:lnTo>
                  <a:pt x="55993" y="164837"/>
                </a:lnTo>
                <a:lnTo>
                  <a:pt x="55994" y="164837"/>
                </a:lnTo>
                <a:lnTo>
                  <a:pt x="55995" y="164837"/>
                </a:lnTo>
                <a:lnTo>
                  <a:pt x="55996" y="164837"/>
                </a:lnTo>
                <a:lnTo>
                  <a:pt x="55997" y="164837"/>
                </a:lnTo>
                <a:lnTo>
                  <a:pt x="55998" y="164837"/>
                </a:lnTo>
                <a:lnTo>
                  <a:pt x="56000" y="164837"/>
                </a:lnTo>
                <a:lnTo>
                  <a:pt x="56001" y="164837"/>
                </a:lnTo>
                <a:lnTo>
                  <a:pt x="56002" y="164837"/>
                </a:lnTo>
                <a:lnTo>
                  <a:pt x="56003" y="164837"/>
                </a:lnTo>
                <a:lnTo>
                  <a:pt x="56004" y="164837"/>
                </a:lnTo>
                <a:lnTo>
                  <a:pt x="56005" y="164837"/>
                </a:lnTo>
                <a:lnTo>
                  <a:pt x="56006" y="164837"/>
                </a:lnTo>
                <a:lnTo>
                  <a:pt x="56007" y="164837"/>
                </a:lnTo>
                <a:lnTo>
                  <a:pt x="56008" y="164837"/>
                </a:lnTo>
                <a:lnTo>
                  <a:pt x="56009" y="164837"/>
                </a:lnTo>
                <a:lnTo>
                  <a:pt x="56010" y="164837"/>
                </a:lnTo>
                <a:lnTo>
                  <a:pt x="56011" y="164837"/>
                </a:lnTo>
                <a:lnTo>
                  <a:pt x="56012" y="164837"/>
                </a:lnTo>
                <a:lnTo>
                  <a:pt x="56013" y="164837"/>
                </a:lnTo>
                <a:lnTo>
                  <a:pt x="56015" y="164837"/>
                </a:lnTo>
                <a:lnTo>
                  <a:pt x="56016" y="164837"/>
                </a:lnTo>
                <a:lnTo>
                  <a:pt x="56017" y="164837"/>
                </a:lnTo>
                <a:lnTo>
                  <a:pt x="56018" y="164837"/>
                </a:lnTo>
                <a:lnTo>
                  <a:pt x="56019" y="164837"/>
                </a:lnTo>
                <a:lnTo>
                  <a:pt x="56020" y="164837"/>
                </a:lnTo>
                <a:lnTo>
                  <a:pt x="56021" y="164837"/>
                </a:lnTo>
                <a:lnTo>
                  <a:pt x="56022" y="164837"/>
                </a:lnTo>
                <a:lnTo>
                  <a:pt x="56023" y="164837"/>
                </a:lnTo>
                <a:lnTo>
                  <a:pt x="56024" y="164837"/>
                </a:lnTo>
                <a:lnTo>
                  <a:pt x="56025" y="164837"/>
                </a:lnTo>
                <a:lnTo>
                  <a:pt x="56026" y="164837"/>
                </a:lnTo>
                <a:lnTo>
                  <a:pt x="56027" y="164837"/>
                </a:lnTo>
                <a:lnTo>
                  <a:pt x="56028" y="164837"/>
                </a:lnTo>
                <a:lnTo>
                  <a:pt x="56030" y="164837"/>
                </a:lnTo>
                <a:lnTo>
                  <a:pt x="56031" y="164837"/>
                </a:lnTo>
                <a:lnTo>
                  <a:pt x="56032" y="164837"/>
                </a:lnTo>
                <a:lnTo>
                  <a:pt x="56033" y="164837"/>
                </a:lnTo>
                <a:lnTo>
                  <a:pt x="56034" y="164837"/>
                </a:lnTo>
                <a:lnTo>
                  <a:pt x="56035" y="164837"/>
                </a:lnTo>
                <a:lnTo>
                  <a:pt x="56036" y="164837"/>
                </a:lnTo>
                <a:lnTo>
                  <a:pt x="56037" y="164837"/>
                </a:lnTo>
                <a:lnTo>
                  <a:pt x="56038" y="164837"/>
                </a:lnTo>
                <a:lnTo>
                  <a:pt x="56039" y="164837"/>
                </a:lnTo>
                <a:lnTo>
                  <a:pt x="56040" y="164837"/>
                </a:lnTo>
                <a:lnTo>
                  <a:pt x="56041" y="164837"/>
                </a:lnTo>
                <a:lnTo>
                  <a:pt x="56042" y="164837"/>
                </a:lnTo>
                <a:lnTo>
                  <a:pt x="56044" y="164837"/>
                </a:lnTo>
                <a:lnTo>
                  <a:pt x="56045" y="164837"/>
                </a:lnTo>
                <a:lnTo>
                  <a:pt x="56046" y="164837"/>
                </a:lnTo>
                <a:lnTo>
                  <a:pt x="56047" y="164837"/>
                </a:lnTo>
                <a:lnTo>
                  <a:pt x="56048" y="164837"/>
                </a:lnTo>
                <a:lnTo>
                  <a:pt x="56049" y="164837"/>
                </a:lnTo>
                <a:lnTo>
                  <a:pt x="56050" y="164837"/>
                </a:lnTo>
                <a:lnTo>
                  <a:pt x="56051" y="164837"/>
                </a:lnTo>
                <a:lnTo>
                  <a:pt x="56052" y="164837"/>
                </a:lnTo>
                <a:lnTo>
                  <a:pt x="56053" y="164837"/>
                </a:lnTo>
                <a:lnTo>
                  <a:pt x="56054" y="164837"/>
                </a:lnTo>
                <a:lnTo>
                  <a:pt x="56055" y="164837"/>
                </a:lnTo>
                <a:lnTo>
                  <a:pt x="56056" y="164837"/>
                </a:lnTo>
                <a:lnTo>
                  <a:pt x="56057" y="164837"/>
                </a:lnTo>
                <a:lnTo>
                  <a:pt x="56059" y="164837"/>
                </a:lnTo>
                <a:lnTo>
                  <a:pt x="56060" y="164837"/>
                </a:lnTo>
                <a:lnTo>
                  <a:pt x="56061" y="164837"/>
                </a:lnTo>
                <a:lnTo>
                  <a:pt x="56062" y="164837"/>
                </a:lnTo>
                <a:lnTo>
                  <a:pt x="56063" y="164837"/>
                </a:lnTo>
                <a:lnTo>
                  <a:pt x="56064" y="164837"/>
                </a:lnTo>
                <a:lnTo>
                  <a:pt x="56065" y="164837"/>
                </a:lnTo>
                <a:lnTo>
                  <a:pt x="56066" y="164837"/>
                </a:lnTo>
                <a:lnTo>
                  <a:pt x="56067" y="164837"/>
                </a:lnTo>
                <a:lnTo>
                  <a:pt x="56068" y="164837"/>
                </a:lnTo>
                <a:lnTo>
                  <a:pt x="56069" y="164837"/>
                </a:lnTo>
                <a:lnTo>
                  <a:pt x="56070" y="164837"/>
                </a:lnTo>
                <a:lnTo>
                  <a:pt x="56071" y="164837"/>
                </a:lnTo>
                <a:lnTo>
                  <a:pt x="56073" y="164837"/>
                </a:lnTo>
                <a:lnTo>
                  <a:pt x="56074" y="164837"/>
                </a:lnTo>
                <a:lnTo>
                  <a:pt x="56075" y="164837"/>
                </a:lnTo>
                <a:lnTo>
                  <a:pt x="56076" y="164837"/>
                </a:lnTo>
                <a:lnTo>
                  <a:pt x="56077" y="164837"/>
                </a:lnTo>
                <a:lnTo>
                  <a:pt x="56078" y="164837"/>
                </a:lnTo>
                <a:lnTo>
                  <a:pt x="56079" y="164837"/>
                </a:lnTo>
                <a:lnTo>
                  <a:pt x="56080" y="164837"/>
                </a:lnTo>
                <a:lnTo>
                  <a:pt x="56081" y="164837"/>
                </a:lnTo>
                <a:lnTo>
                  <a:pt x="56082" y="164837"/>
                </a:lnTo>
                <a:lnTo>
                  <a:pt x="56083" y="164837"/>
                </a:lnTo>
                <a:lnTo>
                  <a:pt x="56084" y="164837"/>
                </a:lnTo>
                <a:lnTo>
                  <a:pt x="56085" y="164837"/>
                </a:lnTo>
                <a:lnTo>
                  <a:pt x="56086" y="164837"/>
                </a:lnTo>
                <a:lnTo>
                  <a:pt x="56088" y="164837"/>
                </a:lnTo>
                <a:lnTo>
                  <a:pt x="56089" y="164837"/>
                </a:lnTo>
                <a:lnTo>
                  <a:pt x="56090" y="164837"/>
                </a:lnTo>
                <a:lnTo>
                  <a:pt x="56091" y="164837"/>
                </a:lnTo>
                <a:lnTo>
                  <a:pt x="56092" y="164837"/>
                </a:lnTo>
                <a:lnTo>
                  <a:pt x="56093" y="164837"/>
                </a:lnTo>
                <a:lnTo>
                  <a:pt x="56094" y="164837"/>
                </a:lnTo>
                <a:lnTo>
                  <a:pt x="56095" y="164837"/>
                </a:lnTo>
                <a:lnTo>
                  <a:pt x="56096" y="164837"/>
                </a:lnTo>
                <a:lnTo>
                  <a:pt x="56097" y="164837"/>
                </a:lnTo>
                <a:lnTo>
                  <a:pt x="56098" y="164837"/>
                </a:lnTo>
                <a:lnTo>
                  <a:pt x="56099" y="164837"/>
                </a:lnTo>
                <a:lnTo>
                  <a:pt x="56100" y="164837"/>
                </a:lnTo>
                <a:lnTo>
                  <a:pt x="56102" y="164837"/>
                </a:lnTo>
                <a:lnTo>
                  <a:pt x="56103" y="164837"/>
                </a:lnTo>
                <a:lnTo>
                  <a:pt x="56104" y="164837"/>
                </a:lnTo>
                <a:lnTo>
                  <a:pt x="56105" y="164837"/>
                </a:lnTo>
                <a:lnTo>
                  <a:pt x="56106" y="164837"/>
                </a:lnTo>
                <a:lnTo>
                  <a:pt x="56107" y="164837"/>
                </a:lnTo>
                <a:lnTo>
                  <a:pt x="56108" y="164837"/>
                </a:lnTo>
                <a:lnTo>
                  <a:pt x="56109" y="164837"/>
                </a:lnTo>
                <a:lnTo>
                  <a:pt x="56110" y="164837"/>
                </a:lnTo>
                <a:lnTo>
                  <a:pt x="56111" y="164837"/>
                </a:lnTo>
                <a:lnTo>
                  <a:pt x="56112" y="164837"/>
                </a:lnTo>
                <a:lnTo>
                  <a:pt x="56113" y="164837"/>
                </a:lnTo>
                <a:lnTo>
                  <a:pt x="56114" y="164837"/>
                </a:lnTo>
                <a:lnTo>
                  <a:pt x="56115" y="164837"/>
                </a:lnTo>
                <a:lnTo>
                  <a:pt x="56117" y="164837"/>
                </a:lnTo>
                <a:lnTo>
                  <a:pt x="56118" y="164837"/>
                </a:lnTo>
                <a:lnTo>
                  <a:pt x="56119" y="164837"/>
                </a:lnTo>
                <a:lnTo>
                  <a:pt x="56120" y="164837"/>
                </a:lnTo>
                <a:lnTo>
                  <a:pt x="56121" y="164837"/>
                </a:lnTo>
                <a:lnTo>
                  <a:pt x="56122" y="164837"/>
                </a:lnTo>
                <a:lnTo>
                  <a:pt x="56123" y="164837"/>
                </a:lnTo>
                <a:lnTo>
                  <a:pt x="56124" y="164837"/>
                </a:lnTo>
                <a:lnTo>
                  <a:pt x="56125" y="164837"/>
                </a:lnTo>
                <a:lnTo>
                  <a:pt x="56126" y="164837"/>
                </a:lnTo>
                <a:lnTo>
                  <a:pt x="56127" y="164837"/>
                </a:lnTo>
                <a:lnTo>
                  <a:pt x="56128" y="164837"/>
                </a:lnTo>
                <a:lnTo>
                  <a:pt x="56129" y="164837"/>
                </a:lnTo>
                <a:lnTo>
                  <a:pt x="56131" y="164837"/>
                </a:lnTo>
                <a:lnTo>
                  <a:pt x="56132" y="164837"/>
                </a:lnTo>
                <a:lnTo>
                  <a:pt x="56133" y="164837"/>
                </a:lnTo>
                <a:lnTo>
                  <a:pt x="56134" y="164837"/>
                </a:lnTo>
                <a:lnTo>
                  <a:pt x="56135" y="164837"/>
                </a:lnTo>
                <a:lnTo>
                  <a:pt x="56136" y="164837"/>
                </a:lnTo>
                <a:lnTo>
                  <a:pt x="56137" y="164837"/>
                </a:lnTo>
                <a:lnTo>
                  <a:pt x="56138" y="164837"/>
                </a:lnTo>
                <a:lnTo>
                  <a:pt x="56139" y="164837"/>
                </a:lnTo>
                <a:lnTo>
                  <a:pt x="56140" y="164837"/>
                </a:lnTo>
                <a:lnTo>
                  <a:pt x="56141" y="164837"/>
                </a:lnTo>
                <a:lnTo>
                  <a:pt x="56142" y="164837"/>
                </a:lnTo>
                <a:lnTo>
                  <a:pt x="56143" y="164837"/>
                </a:lnTo>
                <a:lnTo>
                  <a:pt x="56145" y="164837"/>
                </a:lnTo>
                <a:lnTo>
                  <a:pt x="56146" y="164837"/>
                </a:lnTo>
                <a:lnTo>
                  <a:pt x="56147" y="164837"/>
                </a:lnTo>
                <a:lnTo>
                  <a:pt x="56148" y="164837"/>
                </a:lnTo>
                <a:lnTo>
                  <a:pt x="56149" y="164837"/>
                </a:lnTo>
                <a:lnTo>
                  <a:pt x="56150" y="164837"/>
                </a:lnTo>
                <a:lnTo>
                  <a:pt x="56151" y="164837"/>
                </a:lnTo>
                <a:lnTo>
                  <a:pt x="56152" y="164837"/>
                </a:lnTo>
                <a:lnTo>
                  <a:pt x="56153" y="164837"/>
                </a:lnTo>
                <a:lnTo>
                  <a:pt x="56154" y="164837"/>
                </a:lnTo>
                <a:lnTo>
                  <a:pt x="56155" y="164837"/>
                </a:lnTo>
                <a:lnTo>
                  <a:pt x="56156" y="164837"/>
                </a:lnTo>
                <a:lnTo>
                  <a:pt x="56157" y="164837"/>
                </a:lnTo>
                <a:lnTo>
                  <a:pt x="56158" y="164837"/>
                </a:lnTo>
                <a:lnTo>
                  <a:pt x="56160" y="164837"/>
                </a:lnTo>
                <a:lnTo>
                  <a:pt x="56161" y="164837"/>
                </a:lnTo>
                <a:lnTo>
                  <a:pt x="56162" y="164837"/>
                </a:lnTo>
                <a:lnTo>
                  <a:pt x="56163" y="164837"/>
                </a:lnTo>
                <a:lnTo>
                  <a:pt x="56164" y="164837"/>
                </a:lnTo>
                <a:lnTo>
                  <a:pt x="56165" y="164837"/>
                </a:lnTo>
                <a:lnTo>
                  <a:pt x="56166" y="164837"/>
                </a:lnTo>
                <a:lnTo>
                  <a:pt x="56167" y="164837"/>
                </a:lnTo>
                <a:lnTo>
                  <a:pt x="56168" y="164837"/>
                </a:lnTo>
                <a:lnTo>
                  <a:pt x="56169" y="164837"/>
                </a:lnTo>
                <a:lnTo>
                  <a:pt x="56170" y="164837"/>
                </a:lnTo>
                <a:lnTo>
                  <a:pt x="56171" y="164837"/>
                </a:lnTo>
                <a:lnTo>
                  <a:pt x="56172" y="164837"/>
                </a:lnTo>
                <a:lnTo>
                  <a:pt x="56174" y="164837"/>
                </a:lnTo>
                <a:lnTo>
                  <a:pt x="56175" y="164837"/>
                </a:lnTo>
                <a:lnTo>
                  <a:pt x="56176" y="164837"/>
                </a:lnTo>
                <a:lnTo>
                  <a:pt x="56177" y="164837"/>
                </a:lnTo>
                <a:lnTo>
                  <a:pt x="56178" y="164837"/>
                </a:lnTo>
                <a:lnTo>
                  <a:pt x="56179" y="164837"/>
                </a:lnTo>
                <a:lnTo>
                  <a:pt x="56180" y="164837"/>
                </a:lnTo>
                <a:lnTo>
                  <a:pt x="56181" y="164837"/>
                </a:lnTo>
                <a:lnTo>
                  <a:pt x="56182" y="164837"/>
                </a:lnTo>
                <a:lnTo>
                  <a:pt x="56183" y="164837"/>
                </a:lnTo>
                <a:lnTo>
                  <a:pt x="56184" y="164837"/>
                </a:lnTo>
                <a:lnTo>
                  <a:pt x="56185" y="164837"/>
                </a:lnTo>
                <a:lnTo>
                  <a:pt x="56186" y="164837"/>
                </a:lnTo>
                <a:lnTo>
                  <a:pt x="56188" y="164837"/>
                </a:lnTo>
                <a:lnTo>
                  <a:pt x="56189" y="164837"/>
                </a:lnTo>
                <a:lnTo>
                  <a:pt x="56190" y="164837"/>
                </a:lnTo>
                <a:lnTo>
                  <a:pt x="56191" y="164837"/>
                </a:lnTo>
                <a:lnTo>
                  <a:pt x="56192" y="164837"/>
                </a:lnTo>
                <a:lnTo>
                  <a:pt x="56193" y="164837"/>
                </a:lnTo>
                <a:lnTo>
                  <a:pt x="56194" y="164837"/>
                </a:lnTo>
                <a:lnTo>
                  <a:pt x="56195" y="164837"/>
                </a:lnTo>
                <a:lnTo>
                  <a:pt x="56196" y="164837"/>
                </a:lnTo>
                <a:lnTo>
                  <a:pt x="56197" y="164837"/>
                </a:lnTo>
                <a:lnTo>
                  <a:pt x="56198" y="164837"/>
                </a:lnTo>
                <a:lnTo>
                  <a:pt x="56199" y="164837"/>
                </a:lnTo>
                <a:lnTo>
                  <a:pt x="56200" y="164837"/>
                </a:lnTo>
                <a:lnTo>
                  <a:pt x="56202" y="164837"/>
                </a:lnTo>
                <a:lnTo>
                  <a:pt x="56203" y="164837"/>
                </a:lnTo>
                <a:lnTo>
                  <a:pt x="56204" y="164837"/>
                </a:lnTo>
                <a:lnTo>
                  <a:pt x="56205" y="164837"/>
                </a:lnTo>
                <a:lnTo>
                  <a:pt x="56206" y="164837"/>
                </a:lnTo>
                <a:lnTo>
                  <a:pt x="56207" y="164837"/>
                </a:lnTo>
                <a:lnTo>
                  <a:pt x="56208" y="164837"/>
                </a:lnTo>
                <a:lnTo>
                  <a:pt x="56209" y="164837"/>
                </a:lnTo>
                <a:lnTo>
                  <a:pt x="56210" y="164837"/>
                </a:lnTo>
                <a:lnTo>
                  <a:pt x="56211" y="164837"/>
                </a:lnTo>
                <a:lnTo>
                  <a:pt x="56212" y="164837"/>
                </a:lnTo>
                <a:lnTo>
                  <a:pt x="56213" y="164837"/>
                </a:lnTo>
                <a:lnTo>
                  <a:pt x="56214" y="164837"/>
                </a:lnTo>
                <a:lnTo>
                  <a:pt x="56216" y="164837"/>
                </a:lnTo>
                <a:lnTo>
                  <a:pt x="56217" y="164837"/>
                </a:lnTo>
                <a:lnTo>
                  <a:pt x="56218" y="164837"/>
                </a:lnTo>
                <a:lnTo>
                  <a:pt x="56219" y="164837"/>
                </a:lnTo>
                <a:lnTo>
                  <a:pt x="56220" y="164837"/>
                </a:lnTo>
                <a:lnTo>
                  <a:pt x="56221" y="164837"/>
                </a:lnTo>
                <a:lnTo>
                  <a:pt x="56222" y="164837"/>
                </a:lnTo>
                <a:lnTo>
                  <a:pt x="56223" y="164837"/>
                </a:lnTo>
                <a:lnTo>
                  <a:pt x="56224" y="164837"/>
                </a:lnTo>
                <a:lnTo>
                  <a:pt x="56225" y="164837"/>
                </a:lnTo>
                <a:lnTo>
                  <a:pt x="56226" y="164837"/>
                </a:lnTo>
                <a:lnTo>
                  <a:pt x="56227" y="164837"/>
                </a:lnTo>
                <a:lnTo>
                  <a:pt x="56228" y="164837"/>
                </a:lnTo>
                <a:lnTo>
                  <a:pt x="56230" y="164837"/>
                </a:lnTo>
                <a:lnTo>
                  <a:pt x="56231" y="164837"/>
                </a:lnTo>
                <a:lnTo>
                  <a:pt x="56232" y="164837"/>
                </a:lnTo>
                <a:lnTo>
                  <a:pt x="56233" y="164837"/>
                </a:lnTo>
                <a:lnTo>
                  <a:pt x="56234" y="164837"/>
                </a:lnTo>
                <a:lnTo>
                  <a:pt x="56235" y="164837"/>
                </a:lnTo>
                <a:lnTo>
                  <a:pt x="56236" y="164837"/>
                </a:lnTo>
                <a:lnTo>
                  <a:pt x="56237" y="164837"/>
                </a:lnTo>
                <a:lnTo>
                  <a:pt x="56238" y="164837"/>
                </a:lnTo>
                <a:lnTo>
                  <a:pt x="56239" y="164837"/>
                </a:lnTo>
                <a:lnTo>
                  <a:pt x="56240" y="164837"/>
                </a:lnTo>
                <a:lnTo>
                  <a:pt x="56241" y="164837"/>
                </a:lnTo>
                <a:lnTo>
                  <a:pt x="56242" y="164837"/>
                </a:lnTo>
                <a:lnTo>
                  <a:pt x="56243" y="164837"/>
                </a:lnTo>
                <a:lnTo>
                  <a:pt x="56245" y="164837"/>
                </a:lnTo>
                <a:lnTo>
                  <a:pt x="56246" y="164837"/>
                </a:lnTo>
                <a:lnTo>
                  <a:pt x="56247" y="164837"/>
                </a:lnTo>
                <a:lnTo>
                  <a:pt x="56248" y="164837"/>
                </a:lnTo>
                <a:lnTo>
                  <a:pt x="56249" y="164837"/>
                </a:lnTo>
                <a:lnTo>
                  <a:pt x="56250" y="164837"/>
                </a:lnTo>
                <a:lnTo>
                  <a:pt x="56251" y="164837"/>
                </a:lnTo>
                <a:lnTo>
                  <a:pt x="56252" y="164837"/>
                </a:lnTo>
                <a:lnTo>
                  <a:pt x="56253" y="164837"/>
                </a:lnTo>
                <a:lnTo>
                  <a:pt x="56254" y="164837"/>
                </a:lnTo>
                <a:lnTo>
                  <a:pt x="56255" y="164837"/>
                </a:lnTo>
                <a:lnTo>
                  <a:pt x="56256" y="164837"/>
                </a:lnTo>
                <a:lnTo>
                  <a:pt x="56257" y="164837"/>
                </a:lnTo>
                <a:lnTo>
                  <a:pt x="56259" y="164837"/>
                </a:lnTo>
                <a:lnTo>
                  <a:pt x="56260" y="164837"/>
                </a:lnTo>
                <a:lnTo>
                  <a:pt x="56261" y="164837"/>
                </a:lnTo>
                <a:lnTo>
                  <a:pt x="56262" y="164837"/>
                </a:lnTo>
                <a:lnTo>
                  <a:pt x="56263" y="164837"/>
                </a:lnTo>
                <a:lnTo>
                  <a:pt x="56264" y="164837"/>
                </a:lnTo>
                <a:lnTo>
                  <a:pt x="56265" y="164837"/>
                </a:lnTo>
                <a:lnTo>
                  <a:pt x="56266" y="164837"/>
                </a:lnTo>
                <a:lnTo>
                  <a:pt x="56267" y="164837"/>
                </a:lnTo>
                <a:lnTo>
                  <a:pt x="56268" y="164837"/>
                </a:lnTo>
                <a:lnTo>
                  <a:pt x="56269" y="164837"/>
                </a:lnTo>
                <a:lnTo>
                  <a:pt x="56270" y="164837"/>
                </a:lnTo>
                <a:lnTo>
                  <a:pt x="56272" y="164837"/>
                </a:lnTo>
                <a:lnTo>
                  <a:pt x="56273" y="164837"/>
                </a:lnTo>
                <a:lnTo>
                  <a:pt x="56274" y="164837"/>
                </a:lnTo>
                <a:lnTo>
                  <a:pt x="56275" y="164837"/>
                </a:lnTo>
                <a:lnTo>
                  <a:pt x="56276" y="164837"/>
                </a:lnTo>
                <a:lnTo>
                  <a:pt x="56277" y="164837"/>
                </a:lnTo>
                <a:lnTo>
                  <a:pt x="56278" y="164837"/>
                </a:lnTo>
                <a:lnTo>
                  <a:pt x="56279" y="164837"/>
                </a:lnTo>
                <a:lnTo>
                  <a:pt x="56280" y="164837"/>
                </a:lnTo>
                <a:lnTo>
                  <a:pt x="56281" y="164837"/>
                </a:lnTo>
                <a:lnTo>
                  <a:pt x="56282" y="164837"/>
                </a:lnTo>
                <a:lnTo>
                  <a:pt x="56283" y="164837"/>
                </a:lnTo>
                <a:lnTo>
                  <a:pt x="56284" y="164837"/>
                </a:lnTo>
                <a:lnTo>
                  <a:pt x="56286" y="164837"/>
                </a:lnTo>
                <a:lnTo>
                  <a:pt x="56287" y="164837"/>
                </a:lnTo>
                <a:lnTo>
                  <a:pt x="56288" y="164837"/>
                </a:lnTo>
                <a:lnTo>
                  <a:pt x="56289" y="164837"/>
                </a:lnTo>
                <a:lnTo>
                  <a:pt x="56290" y="164837"/>
                </a:lnTo>
                <a:lnTo>
                  <a:pt x="56291" y="164837"/>
                </a:lnTo>
                <a:lnTo>
                  <a:pt x="56292" y="164837"/>
                </a:lnTo>
                <a:lnTo>
                  <a:pt x="56293" y="164837"/>
                </a:lnTo>
                <a:lnTo>
                  <a:pt x="56294" y="164837"/>
                </a:lnTo>
                <a:lnTo>
                  <a:pt x="56295" y="164837"/>
                </a:lnTo>
                <a:lnTo>
                  <a:pt x="56296" y="164837"/>
                </a:lnTo>
                <a:lnTo>
                  <a:pt x="56297" y="164837"/>
                </a:lnTo>
                <a:lnTo>
                  <a:pt x="56298" y="164837"/>
                </a:lnTo>
                <a:lnTo>
                  <a:pt x="56300" y="164837"/>
                </a:lnTo>
                <a:lnTo>
                  <a:pt x="56301" y="164837"/>
                </a:lnTo>
                <a:lnTo>
                  <a:pt x="56302" y="164837"/>
                </a:lnTo>
                <a:lnTo>
                  <a:pt x="56303" y="164837"/>
                </a:lnTo>
                <a:lnTo>
                  <a:pt x="56304" y="164837"/>
                </a:lnTo>
                <a:lnTo>
                  <a:pt x="56305" y="164837"/>
                </a:lnTo>
                <a:lnTo>
                  <a:pt x="56306" y="164837"/>
                </a:lnTo>
                <a:lnTo>
                  <a:pt x="56307" y="164837"/>
                </a:lnTo>
                <a:lnTo>
                  <a:pt x="56308" y="164837"/>
                </a:lnTo>
                <a:lnTo>
                  <a:pt x="56309" y="164837"/>
                </a:lnTo>
                <a:lnTo>
                  <a:pt x="56310" y="164837"/>
                </a:lnTo>
                <a:lnTo>
                  <a:pt x="56311" y="164837"/>
                </a:lnTo>
                <a:lnTo>
                  <a:pt x="56312" y="164837"/>
                </a:lnTo>
                <a:lnTo>
                  <a:pt x="56314" y="164837"/>
                </a:lnTo>
                <a:lnTo>
                  <a:pt x="56315" y="164837"/>
                </a:lnTo>
                <a:lnTo>
                  <a:pt x="56316" y="164837"/>
                </a:lnTo>
                <a:lnTo>
                  <a:pt x="56317" y="164837"/>
                </a:lnTo>
                <a:lnTo>
                  <a:pt x="56318" y="164837"/>
                </a:lnTo>
                <a:lnTo>
                  <a:pt x="56319" y="164837"/>
                </a:lnTo>
                <a:lnTo>
                  <a:pt x="56320" y="164837"/>
                </a:lnTo>
                <a:lnTo>
                  <a:pt x="56321" y="164837"/>
                </a:lnTo>
                <a:lnTo>
                  <a:pt x="56322" y="164837"/>
                </a:lnTo>
                <a:lnTo>
                  <a:pt x="56323" y="164837"/>
                </a:lnTo>
                <a:lnTo>
                  <a:pt x="56324" y="164837"/>
                </a:lnTo>
                <a:lnTo>
                  <a:pt x="56325" y="164837"/>
                </a:lnTo>
                <a:lnTo>
                  <a:pt x="56326" y="164837"/>
                </a:lnTo>
                <a:lnTo>
                  <a:pt x="56328" y="164837"/>
                </a:lnTo>
                <a:lnTo>
                  <a:pt x="56329" y="164837"/>
                </a:lnTo>
                <a:lnTo>
                  <a:pt x="56330" y="164837"/>
                </a:lnTo>
                <a:lnTo>
                  <a:pt x="56331" y="164837"/>
                </a:lnTo>
                <a:lnTo>
                  <a:pt x="56332" y="164837"/>
                </a:lnTo>
                <a:lnTo>
                  <a:pt x="56333" y="164837"/>
                </a:lnTo>
                <a:lnTo>
                  <a:pt x="56334" y="164837"/>
                </a:lnTo>
                <a:lnTo>
                  <a:pt x="56335" y="164837"/>
                </a:lnTo>
                <a:lnTo>
                  <a:pt x="56336" y="164837"/>
                </a:lnTo>
                <a:lnTo>
                  <a:pt x="56337" y="164837"/>
                </a:lnTo>
                <a:lnTo>
                  <a:pt x="56338" y="164837"/>
                </a:lnTo>
                <a:lnTo>
                  <a:pt x="56339" y="164837"/>
                </a:lnTo>
                <a:lnTo>
                  <a:pt x="56340" y="164837"/>
                </a:lnTo>
                <a:lnTo>
                  <a:pt x="56342" y="164837"/>
                </a:lnTo>
                <a:lnTo>
                  <a:pt x="56343" y="164837"/>
                </a:lnTo>
                <a:lnTo>
                  <a:pt x="56344" y="164837"/>
                </a:lnTo>
                <a:lnTo>
                  <a:pt x="56345" y="164837"/>
                </a:lnTo>
                <a:lnTo>
                  <a:pt x="56346" y="164837"/>
                </a:lnTo>
                <a:lnTo>
                  <a:pt x="56347" y="164837"/>
                </a:lnTo>
                <a:lnTo>
                  <a:pt x="56348" y="164837"/>
                </a:lnTo>
                <a:lnTo>
                  <a:pt x="56349" y="164837"/>
                </a:lnTo>
                <a:lnTo>
                  <a:pt x="56350" y="164837"/>
                </a:lnTo>
                <a:lnTo>
                  <a:pt x="56351" y="164837"/>
                </a:lnTo>
                <a:lnTo>
                  <a:pt x="56352" y="164837"/>
                </a:lnTo>
                <a:lnTo>
                  <a:pt x="56353" y="164837"/>
                </a:lnTo>
                <a:lnTo>
                  <a:pt x="56354" y="164837"/>
                </a:lnTo>
                <a:lnTo>
                  <a:pt x="56356" y="164837"/>
                </a:lnTo>
                <a:lnTo>
                  <a:pt x="56357" y="164837"/>
                </a:lnTo>
                <a:lnTo>
                  <a:pt x="56358" y="164837"/>
                </a:lnTo>
                <a:lnTo>
                  <a:pt x="56359" y="164837"/>
                </a:lnTo>
                <a:lnTo>
                  <a:pt x="56360" y="164837"/>
                </a:lnTo>
                <a:lnTo>
                  <a:pt x="56361" y="164837"/>
                </a:lnTo>
                <a:lnTo>
                  <a:pt x="56362" y="164837"/>
                </a:lnTo>
                <a:lnTo>
                  <a:pt x="56363" y="164837"/>
                </a:lnTo>
                <a:lnTo>
                  <a:pt x="56364" y="164837"/>
                </a:lnTo>
                <a:lnTo>
                  <a:pt x="56365" y="164837"/>
                </a:lnTo>
                <a:lnTo>
                  <a:pt x="56366" y="164837"/>
                </a:lnTo>
                <a:lnTo>
                  <a:pt x="56367" y="164837"/>
                </a:lnTo>
                <a:lnTo>
                  <a:pt x="56369" y="164837"/>
                </a:lnTo>
                <a:lnTo>
                  <a:pt x="56370" y="164837"/>
                </a:lnTo>
                <a:lnTo>
                  <a:pt x="56371" y="164837"/>
                </a:lnTo>
                <a:lnTo>
                  <a:pt x="56372" y="164837"/>
                </a:lnTo>
                <a:lnTo>
                  <a:pt x="56373" y="164837"/>
                </a:lnTo>
                <a:lnTo>
                  <a:pt x="56374" y="164837"/>
                </a:lnTo>
                <a:lnTo>
                  <a:pt x="56375" y="164837"/>
                </a:lnTo>
                <a:lnTo>
                  <a:pt x="56376" y="164837"/>
                </a:lnTo>
                <a:lnTo>
                  <a:pt x="56377" y="164837"/>
                </a:lnTo>
                <a:lnTo>
                  <a:pt x="56378" y="164837"/>
                </a:lnTo>
                <a:lnTo>
                  <a:pt x="56379" y="164837"/>
                </a:lnTo>
                <a:lnTo>
                  <a:pt x="56380" y="164837"/>
                </a:lnTo>
                <a:lnTo>
                  <a:pt x="56381" y="164837"/>
                </a:lnTo>
                <a:lnTo>
                  <a:pt x="56383" y="164837"/>
                </a:lnTo>
                <a:lnTo>
                  <a:pt x="56384" y="164837"/>
                </a:lnTo>
                <a:lnTo>
                  <a:pt x="56385" y="164837"/>
                </a:lnTo>
                <a:lnTo>
                  <a:pt x="56386" y="164837"/>
                </a:lnTo>
                <a:lnTo>
                  <a:pt x="56387" y="164837"/>
                </a:lnTo>
                <a:lnTo>
                  <a:pt x="56388" y="164837"/>
                </a:lnTo>
                <a:lnTo>
                  <a:pt x="56389" y="164837"/>
                </a:lnTo>
                <a:lnTo>
                  <a:pt x="56390" y="164837"/>
                </a:lnTo>
                <a:lnTo>
                  <a:pt x="56391" y="164837"/>
                </a:lnTo>
                <a:lnTo>
                  <a:pt x="56392" y="164837"/>
                </a:lnTo>
                <a:lnTo>
                  <a:pt x="56393" y="164837"/>
                </a:lnTo>
                <a:lnTo>
                  <a:pt x="56394" y="164837"/>
                </a:lnTo>
                <a:lnTo>
                  <a:pt x="56395" y="164837"/>
                </a:lnTo>
                <a:lnTo>
                  <a:pt x="56397" y="164837"/>
                </a:lnTo>
                <a:lnTo>
                  <a:pt x="56398" y="164837"/>
                </a:lnTo>
                <a:lnTo>
                  <a:pt x="56399" y="164837"/>
                </a:lnTo>
                <a:lnTo>
                  <a:pt x="56400" y="164837"/>
                </a:lnTo>
                <a:lnTo>
                  <a:pt x="56401" y="164837"/>
                </a:lnTo>
                <a:lnTo>
                  <a:pt x="56402" y="164837"/>
                </a:lnTo>
                <a:lnTo>
                  <a:pt x="56403" y="164837"/>
                </a:lnTo>
                <a:lnTo>
                  <a:pt x="56404" y="164837"/>
                </a:lnTo>
                <a:lnTo>
                  <a:pt x="56405" y="164837"/>
                </a:lnTo>
                <a:lnTo>
                  <a:pt x="56406" y="164837"/>
                </a:lnTo>
                <a:lnTo>
                  <a:pt x="56407" y="164837"/>
                </a:lnTo>
                <a:lnTo>
                  <a:pt x="56408" y="164837"/>
                </a:lnTo>
                <a:lnTo>
                  <a:pt x="56410" y="164837"/>
                </a:lnTo>
                <a:lnTo>
                  <a:pt x="56411" y="164837"/>
                </a:lnTo>
                <a:lnTo>
                  <a:pt x="56412" y="164837"/>
                </a:lnTo>
                <a:lnTo>
                  <a:pt x="56413" y="164837"/>
                </a:lnTo>
                <a:lnTo>
                  <a:pt x="56414" y="164837"/>
                </a:lnTo>
                <a:lnTo>
                  <a:pt x="56415" y="164837"/>
                </a:lnTo>
                <a:lnTo>
                  <a:pt x="56416" y="164837"/>
                </a:lnTo>
                <a:lnTo>
                  <a:pt x="56417" y="164837"/>
                </a:lnTo>
                <a:lnTo>
                  <a:pt x="56418" y="164837"/>
                </a:lnTo>
                <a:lnTo>
                  <a:pt x="56419" y="164837"/>
                </a:lnTo>
                <a:lnTo>
                  <a:pt x="56420" y="164837"/>
                </a:lnTo>
                <a:lnTo>
                  <a:pt x="56421" y="164837"/>
                </a:lnTo>
                <a:lnTo>
                  <a:pt x="56422" y="164837"/>
                </a:lnTo>
                <a:lnTo>
                  <a:pt x="56424" y="164837"/>
                </a:lnTo>
                <a:lnTo>
                  <a:pt x="56425" y="164837"/>
                </a:lnTo>
                <a:lnTo>
                  <a:pt x="56426" y="164837"/>
                </a:lnTo>
                <a:lnTo>
                  <a:pt x="56427" y="164837"/>
                </a:lnTo>
                <a:lnTo>
                  <a:pt x="56428" y="164837"/>
                </a:lnTo>
                <a:lnTo>
                  <a:pt x="56429" y="164837"/>
                </a:lnTo>
                <a:lnTo>
                  <a:pt x="56430" y="164837"/>
                </a:lnTo>
                <a:lnTo>
                  <a:pt x="56431" y="164837"/>
                </a:lnTo>
                <a:lnTo>
                  <a:pt x="56432" y="164837"/>
                </a:lnTo>
                <a:lnTo>
                  <a:pt x="56433" y="164837"/>
                </a:lnTo>
                <a:lnTo>
                  <a:pt x="56434" y="164837"/>
                </a:lnTo>
                <a:lnTo>
                  <a:pt x="56435" y="164837"/>
                </a:lnTo>
                <a:lnTo>
                  <a:pt x="56437" y="164837"/>
                </a:lnTo>
                <a:lnTo>
                  <a:pt x="56438" y="164837"/>
                </a:lnTo>
                <a:lnTo>
                  <a:pt x="56439" y="164837"/>
                </a:lnTo>
                <a:lnTo>
                  <a:pt x="56440" y="164837"/>
                </a:lnTo>
                <a:lnTo>
                  <a:pt x="56441" y="164837"/>
                </a:lnTo>
                <a:lnTo>
                  <a:pt x="56442" y="164837"/>
                </a:lnTo>
                <a:lnTo>
                  <a:pt x="56443" y="164837"/>
                </a:lnTo>
                <a:lnTo>
                  <a:pt x="56444" y="164837"/>
                </a:lnTo>
                <a:lnTo>
                  <a:pt x="56445" y="164837"/>
                </a:lnTo>
                <a:lnTo>
                  <a:pt x="56446" y="164837"/>
                </a:lnTo>
                <a:lnTo>
                  <a:pt x="56447" y="164837"/>
                </a:lnTo>
                <a:lnTo>
                  <a:pt x="56448" y="164837"/>
                </a:lnTo>
                <a:lnTo>
                  <a:pt x="56449" y="164837"/>
                </a:lnTo>
                <a:lnTo>
                  <a:pt x="56451" y="164837"/>
                </a:lnTo>
                <a:lnTo>
                  <a:pt x="56452" y="164837"/>
                </a:lnTo>
                <a:lnTo>
                  <a:pt x="56453" y="164837"/>
                </a:lnTo>
                <a:lnTo>
                  <a:pt x="56454" y="164837"/>
                </a:lnTo>
                <a:lnTo>
                  <a:pt x="56455" y="164837"/>
                </a:lnTo>
                <a:lnTo>
                  <a:pt x="56456" y="164837"/>
                </a:lnTo>
                <a:lnTo>
                  <a:pt x="56457" y="164837"/>
                </a:lnTo>
                <a:lnTo>
                  <a:pt x="56458" y="164837"/>
                </a:lnTo>
                <a:lnTo>
                  <a:pt x="56459" y="164837"/>
                </a:lnTo>
                <a:lnTo>
                  <a:pt x="56460" y="164837"/>
                </a:lnTo>
                <a:lnTo>
                  <a:pt x="56461" y="164837"/>
                </a:lnTo>
                <a:lnTo>
                  <a:pt x="56462" y="164837"/>
                </a:lnTo>
                <a:lnTo>
                  <a:pt x="56463" y="164837"/>
                </a:lnTo>
                <a:lnTo>
                  <a:pt x="56465" y="164837"/>
                </a:lnTo>
                <a:lnTo>
                  <a:pt x="56466" y="164837"/>
                </a:lnTo>
                <a:lnTo>
                  <a:pt x="56467" y="164837"/>
                </a:lnTo>
                <a:lnTo>
                  <a:pt x="56468" y="164837"/>
                </a:lnTo>
                <a:lnTo>
                  <a:pt x="56469" y="164837"/>
                </a:lnTo>
                <a:lnTo>
                  <a:pt x="56470" y="164837"/>
                </a:lnTo>
                <a:lnTo>
                  <a:pt x="56471" y="164837"/>
                </a:lnTo>
                <a:lnTo>
                  <a:pt x="56472" y="164837"/>
                </a:lnTo>
                <a:lnTo>
                  <a:pt x="56473" y="164837"/>
                </a:lnTo>
                <a:lnTo>
                  <a:pt x="56474" y="164837"/>
                </a:lnTo>
                <a:lnTo>
                  <a:pt x="56475" y="164837"/>
                </a:lnTo>
                <a:lnTo>
                  <a:pt x="56476" y="164837"/>
                </a:lnTo>
                <a:lnTo>
                  <a:pt x="56478" y="164837"/>
                </a:lnTo>
                <a:lnTo>
                  <a:pt x="56479" y="164837"/>
                </a:lnTo>
                <a:lnTo>
                  <a:pt x="56480" y="164837"/>
                </a:lnTo>
                <a:lnTo>
                  <a:pt x="56481" y="164837"/>
                </a:lnTo>
                <a:lnTo>
                  <a:pt x="56482" y="164837"/>
                </a:lnTo>
                <a:lnTo>
                  <a:pt x="56483" y="164837"/>
                </a:lnTo>
                <a:lnTo>
                  <a:pt x="56484" y="164837"/>
                </a:lnTo>
                <a:lnTo>
                  <a:pt x="56485" y="164837"/>
                </a:lnTo>
                <a:lnTo>
                  <a:pt x="56486" y="164837"/>
                </a:lnTo>
                <a:lnTo>
                  <a:pt x="56487" y="164837"/>
                </a:lnTo>
                <a:lnTo>
                  <a:pt x="56488" y="164837"/>
                </a:lnTo>
                <a:lnTo>
                  <a:pt x="56489" y="164837"/>
                </a:lnTo>
                <a:lnTo>
                  <a:pt x="56491" y="164837"/>
                </a:lnTo>
                <a:lnTo>
                  <a:pt x="56492" y="164837"/>
                </a:lnTo>
                <a:lnTo>
                  <a:pt x="56493" y="164837"/>
                </a:lnTo>
                <a:lnTo>
                  <a:pt x="56494" y="164837"/>
                </a:lnTo>
                <a:lnTo>
                  <a:pt x="56495" y="164837"/>
                </a:lnTo>
                <a:lnTo>
                  <a:pt x="56496" y="164837"/>
                </a:lnTo>
                <a:lnTo>
                  <a:pt x="56497" y="164837"/>
                </a:lnTo>
                <a:lnTo>
                  <a:pt x="56498" y="164837"/>
                </a:lnTo>
                <a:lnTo>
                  <a:pt x="56499" y="164837"/>
                </a:lnTo>
                <a:lnTo>
                  <a:pt x="56500" y="164837"/>
                </a:lnTo>
                <a:lnTo>
                  <a:pt x="56501" y="164837"/>
                </a:lnTo>
                <a:lnTo>
                  <a:pt x="56502" y="164837"/>
                </a:lnTo>
                <a:lnTo>
                  <a:pt x="56503" y="164837"/>
                </a:lnTo>
                <a:lnTo>
                  <a:pt x="56505" y="164837"/>
                </a:lnTo>
                <a:lnTo>
                  <a:pt x="56506" y="164837"/>
                </a:lnTo>
                <a:lnTo>
                  <a:pt x="56507" y="164837"/>
                </a:lnTo>
                <a:lnTo>
                  <a:pt x="56508" y="164837"/>
                </a:lnTo>
                <a:lnTo>
                  <a:pt x="56509" y="164837"/>
                </a:lnTo>
                <a:lnTo>
                  <a:pt x="56510" y="164837"/>
                </a:lnTo>
                <a:lnTo>
                  <a:pt x="56511" y="164837"/>
                </a:lnTo>
                <a:lnTo>
                  <a:pt x="56512" y="164837"/>
                </a:lnTo>
                <a:lnTo>
                  <a:pt x="56513" y="164837"/>
                </a:lnTo>
                <a:lnTo>
                  <a:pt x="56514" y="164837"/>
                </a:lnTo>
                <a:lnTo>
                  <a:pt x="56515" y="164837"/>
                </a:lnTo>
                <a:lnTo>
                  <a:pt x="56516" y="164837"/>
                </a:lnTo>
                <a:lnTo>
                  <a:pt x="56518" y="164837"/>
                </a:lnTo>
                <a:lnTo>
                  <a:pt x="56519" y="164837"/>
                </a:lnTo>
                <a:lnTo>
                  <a:pt x="56520" y="164837"/>
                </a:lnTo>
                <a:lnTo>
                  <a:pt x="56521" y="164837"/>
                </a:lnTo>
                <a:lnTo>
                  <a:pt x="56522" y="164837"/>
                </a:lnTo>
                <a:lnTo>
                  <a:pt x="56523" y="164837"/>
                </a:lnTo>
                <a:lnTo>
                  <a:pt x="56524" y="164837"/>
                </a:lnTo>
                <a:lnTo>
                  <a:pt x="56525" y="164837"/>
                </a:lnTo>
                <a:lnTo>
                  <a:pt x="56526" y="164837"/>
                </a:lnTo>
                <a:lnTo>
                  <a:pt x="56527" y="164837"/>
                </a:lnTo>
                <a:lnTo>
                  <a:pt x="56528" y="164837"/>
                </a:lnTo>
                <a:lnTo>
                  <a:pt x="56529" y="164837"/>
                </a:lnTo>
                <a:lnTo>
                  <a:pt x="56530" y="164837"/>
                </a:lnTo>
                <a:lnTo>
                  <a:pt x="56532" y="164837"/>
                </a:lnTo>
                <a:lnTo>
                  <a:pt x="56533" y="164837"/>
                </a:lnTo>
                <a:lnTo>
                  <a:pt x="56534" y="164837"/>
                </a:lnTo>
                <a:lnTo>
                  <a:pt x="56535" y="164837"/>
                </a:lnTo>
                <a:lnTo>
                  <a:pt x="56536" y="164837"/>
                </a:lnTo>
                <a:lnTo>
                  <a:pt x="56537" y="164837"/>
                </a:lnTo>
                <a:lnTo>
                  <a:pt x="56538" y="164837"/>
                </a:lnTo>
                <a:lnTo>
                  <a:pt x="56539" y="164837"/>
                </a:lnTo>
                <a:lnTo>
                  <a:pt x="56540" y="164837"/>
                </a:lnTo>
                <a:lnTo>
                  <a:pt x="56541" y="164837"/>
                </a:lnTo>
                <a:lnTo>
                  <a:pt x="56542" y="164837"/>
                </a:lnTo>
                <a:lnTo>
                  <a:pt x="56543" y="164837"/>
                </a:lnTo>
                <a:lnTo>
                  <a:pt x="56545" y="164837"/>
                </a:lnTo>
                <a:lnTo>
                  <a:pt x="56546" y="164837"/>
                </a:lnTo>
                <a:lnTo>
                  <a:pt x="56547" y="164837"/>
                </a:lnTo>
                <a:lnTo>
                  <a:pt x="56548" y="164837"/>
                </a:lnTo>
                <a:lnTo>
                  <a:pt x="56549" y="164837"/>
                </a:lnTo>
                <a:lnTo>
                  <a:pt x="56550" y="164837"/>
                </a:lnTo>
                <a:lnTo>
                  <a:pt x="56551" y="164837"/>
                </a:lnTo>
                <a:lnTo>
                  <a:pt x="56552" y="164837"/>
                </a:lnTo>
                <a:lnTo>
                  <a:pt x="56553" y="164837"/>
                </a:lnTo>
                <a:lnTo>
                  <a:pt x="56554" y="164837"/>
                </a:lnTo>
                <a:lnTo>
                  <a:pt x="56555" y="164837"/>
                </a:lnTo>
                <a:lnTo>
                  <a:pt x="56556" y="164837"/>
                </a:lnTo>
                <a:lnTo>
                  <a:pt x="56558" y="164837"/>
                </a:lnTo>
                <a:lnTo>
                  <a:pt x="56559" y="164837"/>
                </a:lnTo>
                <a:lnTo>
                  <a:pt x="56560" y="164837"/>
                </a:lnTo>
                <a:lnTo>
                  <a:pt x="56561" y="164837"/>
                </a:lnTo>
                <a:lnTo>
                  <a:pt x="56562" y="164837"/>
                </a:lnTo>
                <a:lnTo>
                  <a:pt x="56563" y="164837"/>
                </a:lnTo>
                <a:lnTo>
                  <a:pt x="56564" y="164837"/>
                </a:lnTo>
                <a:lnTo>
                  <a:pt x="56565" y="164837"/>
                </a:lnTo>
                <a:lnTo>
                  <a:pt x="56566" y="164837"/>
                </a:lnTo>
                <a:lnTo>
                  <a:pt x="56567" y="164837"/>
                </a:lnTo>
                <a:lnTo>
                  <a:pt x="56568" y="164837"/>
                </a:lnTo>
                <a:lnTo>
                  <a:pt x="56569" y="164837"/>
                </a:lnTo>
                <a:lnTo>
                  <a:pt x="56571" y="164837"/>
                </a:lnTo>
                <a:lnTo>
                  <a:pt x="56572" y="164837"/>
                </a:lnTo>
                <a:lnTo>
                  <a:pt x="56573" y="164837"/>
                </a:lnTo>
                <a:lnTo>
                  <a:pt x="56574" y="164837"/>
                </a:lnTo>
                <a:lnTo>
                  <a:pt x="56575" y="164837"/>
                </a:lnTo>
                <a:lnTo>
                  <a:pt x="56576" y="164837"/>
                </a:lnTo>
                <a:lnTo>
                  <a:pt x="56577" y="164837"/>
                </a:lnTo>
                <a:lnTo>
                  <a:pt x="56578" y="164837"/>
                </a:lnTo>
                <a:lnTo>
                  <a:pt x="56579" y="164837"/>
                </a:lnTo>
                <a:lnTo>
                  <a:pt x="56580" y="164837"/>
                </a:lnTo>
                <a:lnTo>
                  <a:pt x="56581" y="164837"/>
                </a:lnTo>
                <a:lnTo>
                  <a:pt x="56582" y="164837"/>
                </a:lnTo>
                <a:lnTo>
                  <a:pt x="56583" y="164837"/>
                </a:lnTo>
                <a:lnTo>
                  <a:pt x="56585" y="164837"/>
                </a:lnTo>
                <a:lnTo>
                  <a:pt x="56586" y="164837"/>
                </a:lnTo>
                <a:lnTo>
                  <a:pt x="56587" y="164837"/>
                </a:lnTo>
                <a:lnTo>
                  <a:pt x="56588" y="164837"/>
                </a:lnTo>
                <a:lnTo>
                  <a:pt x="56589" y="164837"/>
                </a:lnTo>
                <a:lnTo>
                  <a:pt x="56590" y="164837"/>
                </a:lnTo>
                <a:lnTo>
                  <a:pt x="56591" y="164837"/>
                </a:lnTo>
                <a:lnTo>
                  <a:pt x="56592" y="164837"/>
                </a:lnTo>
                <a:lnTo>
                  <a:pt x="56593" y="164837"/>
                </a:lnTo>
                <a:lnTo>
                  <a:pt x="56594" y="164837"/>
                </a:lnTo>
                <a:lnTo>
                  <a:pt x="56595" y="164837"/>
                </a:lnTo>
                <a:lnTo>
                  <a:pt x="56596" y="164837"/>
                </a:lnTo>
                <a:lnTo>
                  <a:pt x="56598" y="164837"/>
                </a:lnTo>
                <a:lnTo>
                  <a:pt x="56599" y="164837"/>
                </a:lnTo>
                <a:lnTo>
                  <a:pt x="56600" y="164837"/>
                </a:lnTo>
                <a:lnTo>
                  <a:pt x="56601" y="164837"/>
                </a:lnTo>
                <a:lnTo>
                  <a:pt x="56602" y="164837"/>
                </a:lnTo>
                <a:lnTo>
                  <a:pt x="56603" y="164837"/>
                </a:lnTo>
                <a:lnTo>
                  <a:pt x="56604" y="164837"/>
                </a:lnTo>
                <a:lnTo>
                  <a:pt x="56605" y="164837"/>
                </a:lnTo>
                <a:lnTo>
                  <a:pt x="56606" y="164837"/>
                </a:lnTo>
                <a:lnTo>
                  <a:pt x="56607" y="164837"/>
                </a:lnTo>
                <a:lnTo>
                  <a:pt x="56608" y="164837"/>
                </a:lnTo>
                <a:lnTo>
                  <a:pt x="56609" y="164837"/>
                </a:lnTo>
                <a:lnTo>
                  <a:pt x="56611" y="164837"/>
                </a:lnTo>
                <a:lnTo>
                  <a:pt x="56612" y="164837"/>
                </a:lnTo>
                <a:lnTo>
                  <a:pt x="56613" y="164837"/>
                </a:lnTo>
                <a:lnTo>
                  <a:pt x="56614" y="164837"/>
                </a:lnTo>
                <a:lnTo>
                  <a:pt x="56615" y="164837"/>
                </a:lnTo>
                <a:lnTo>
                  <a:pt x="56616" y="164837"/>
                </a:lnTo>
                <a:lnTo>
                  <a:pt x="56617" y="164837"/>
                </a:lnTo>
                <a:lnTo>
                  <a:pt x="56618" y="164837"/>
                </a:lnTo>
                <a:lnTo>
                  <a:pt x="56619" y="164837"/>
                </a:lnTo>
                <a:lnTo>
                  <a:pt x="56620" y="164837"/>
                </a:lnTo>
                <a:lnTo>
                  <a:pt x="56621" y="164837"/>
                </a:lnTo>
                <a:lnTo>
                  <a:pt x="56622" y="164837"/>
                </a:lnTo>
                <a:lnTo>
                  <a:pt x="56624" y="164837"/>
                </a:lnTo>
                <a:lnTo>
                  <a:pt x="56625" y="164837"/>
                </a:lnTo>
                <a:lnTo>
                  <a:pt x="56626" y="164837"/>
                </a:lnTo>
                <a:lnTo>
                  <a:pt x="56627" y="164837"/>
                </a:lnTo>
                <a:lnTo>
                  <a:pt x="56628" y="164837"/>
                </a:lnTo>
                <a:lnTo>
                  <a:pt x="56629" y="164837"/>
                </a:lnTo>
                <a:lnTo>
                  <a:pt x="56630" y="164837"/>
                </a:lnTo>
                <a:lnTo>
                  <a:pt x="56631" y="164837"/>
                </a:lnTo>
                <a:lnTo>
                  <a:pt x="56632" y="164837"/>
                </a:lnTo>
                <a:lnTo>
                  <a:pt x="56633" y="164837"/>
                </a:lnTo>
                <a:lnTo>
                  <a:pt x="56634" y="164837"/>
                </a:lnTo>
                <a:lnTo>
                  <a:pt x="56635" y="164837"/>
                </a:lnTo>
                <a:lnTo>
                  <a:pt x="56637" y="164837"/>
                </a:lnTo>
                <a:lnTo>
                  <a:pt x="56638" y="164837"/>
                </a:lnTo>
                <a:lnTo>
                  <a:pt x="56639" y="164837"/>
                </a:lnTo>
                <a:lnTo>
                  <a:pt x="56640" y="164837"/>
                </a:lnTo>
                <a:lnTo>
                  <a:pt x="56641" y="164837"/>
                </a:lnTo>
                <a:lnTo>
                  <a:pt x="56642" y="164837"/>
                </a:lnTo>
                <a:lnTo>
                  <a:pt x="56643" y="164837"/>
                </a:lnTo>
                <a:lnTo>
                  <a:pt x="56644" y="164837"/>
                </a:lnTo>
                <a:lnTo>
                  <a:pt x="56645" y="164837"/>
                </a:lnTo>
                <a:lnTo>
                  <a:pt x="56646" y="164837"/>
                </a:lnTo>
                <a:lnTo>
                  <a:pt x="56647" y="164837"/>
                </a:lnTo>
                <a:lnTo>
                  <a:pt x="56648" y="164837"/>
                </a:lnTo>
                <a:lnTo>
                  <a:pt x="56650" y="164837"/>
                </a:lnTo>
                <a:lnTo>
                  <a:pt x="56651" y="164837"/>
                </a:lnTo>
                <a:lnTo>
                  <a:pt x="56652" y="164837"/>
                </a:lnTo>
                <a:lnTo>
                  <a:pt x="56653" y="164837"/>
                </a:lnTo>
                <a:lnTo>
                  <a:pt x="56654" y="164837"/>
                </a:lnTo>
                <a:lnTo>
                  <a:pt x="56655" y="164837"/>
                </a:lnTo>
                <a:lnTo>
                  <a:pt x="56656" y="164837"/>
                </a:lnTo>
                <a:lnTo>
                  <a:pt x="56657" y="164837"/>
                </a:lnTo>
                <a:lnTo>
                  <a:pt x="56658" y="164837"/>
                </a:lnTo>
                <a:lnTo>
                  <a:pt x="56659" y="164837"/>
                </a:lnTo>
                <a:lnTo>
                  <a:pt x="56660" y="164837"/>
                </a:lnTo>
                <a:lnTo>
                  <a:pt x="56661" y="164837"/>
                </a:lnTo>
                <a:lnTo>
                  <a:pt x="56663" y="164837"/>
                </a:lnTo>
                <a:lnTo>
                  <a:pt x="56664" y="164837"/>
                </a:lnTo>
                <a:lnTo>
                  <a:pt x="56665" y="164837"/>
                </a:lnTo>
                <a:lnTo>
                  <a:pt x="56666" y="164837"/>
                </a:lnTo>
                <a:lnTo>
                  <a:pt x="56667" y="164837"/>
                </a:lnTo>
                <a:lnTo>
                  <a:pt x="56668" y="164837"/>
                </a:lnTo>
                <a:lnTo>
                  <a:pt x="56669" y="164837"/>
                </a:lnTo>
                <a:lnTo>
                  <a:pt x="56670" y="164837"/>
                </a:lnTo>
                <a:lnTo>
                  <a:pt x="56671" y="164837"/>
                </a:lnTo>
                <a:lnTo>
                  <a:pt x="56672" y="164837"/>
                </a:lnTo>
                <a:lnTo>
                  <a:pt x="56673" y="164837"/>
                </a:lnTo>
                <a:lnTo>
                  <a:pt x="56674" y="164837"/>
                </a:lnTo>
                <a:lnTo>
                  <a:pt x="56676" y="164837"/>
                </a:lnTo>
                <a:lnTo>
                  <a:pt x="56677" y="164837"/>
                </a:lnTo>
                <a:lnTo>
                  <a:pt x="56678" y="164837"/>
                </a:lnTo>
                <a:lnTo>
                  <a:pt x="56679" y="164837"/>
                </a:lnTo>
                <a:lnTo>
                  <a:pt x="56680" y="164837"/>
                </a:lnTo>
                <a:lnTo>
                  <a:pt x="56681" y="164837"/>
                </a:lnTo>
                <a:lnTo>
                  <a:pt x="56682" y="164837"/>
                </a:lnTo>
                <a:lnTo>
                  <a:pt x="56683" y="164837"/>
                </a:lnTo>
                <a:lnTo>
                  <a:pt x="56684" y="164837"/>
                </a:lnTo>
                <a:lnTo>
                  <a:pt x="56685" y="164837"/>
                </a:lnTo>
                <a:lnTo>
                  <a:pt x="56686" y="164837"/>
                </a:lnTo>
                <a:lnTo>
                  <a:pt x="56687" y="164837"/>
                </a:lnTo>
                <a:lnTo>
                  <a:pt x="56689" y="164837"/>
                </a:lnTo>
                <a:lnTo>
                  <a:pt x="56690" y="164837"/>
                </a:lnTo>
                <a:lnTo>
                  <a:pt x="56691" y="164837"/>
                </a:lnTo>
                <a:lnTo>
                  <a:pt x="56692" y="164837"/>
                </a:lnTo>
                <a:lnTo>
                  <a:pt x="56693" y="164837"/>
                </a:lnTo>
                <a:lnTo>
                  <a:pt x="56694" y="164837"/>
                </a:lnTo>
                <a:lnTo>
                  <a:pt x="56695" y="164837"/>
                </a:lnTo>
                <a:lnTo>
                  <a:pt x="56696" y="164837"/>
                </a:lnTo>
                <a:lnTo>
                  <a:pt x="56697" y="164837"/>
                </a:lnTo>
                <a:lnTo>
                  <a:pt x="56698" y="164837"/>
                </a:lnTo>
                <a:lnTo>
                  <a:pt x="56699" y="164837"/>
                </a:lnTo>
                <a:lnTo>
                  <a:pt x="56700" y="164837"/>
                </a:lnTo>
                <a:lnTo>
                  <a:pt x="56702" y="164837"/>
                </a:lnTo>
                <a:lnTo>
                  <a:pt x="56703" y="164837"/>
                </a:lnTo>
                <a:lnTo>
                  <a:pt x="56704" y="164837"/>
                </a:lnTo>
                <a:lnTo>
                  <a:pt x="56705" y="164837"/>
                </a:lnTo>
                <a:lnTo>
                  <a:pt x="56706" y="164837"/>
                </a:lnTo>
                <a:lnTo>
                  <a:pt x="56707" y="164837"/>
                </a:lnTo>
                <a:lnTo>
                  <a:pt x="56708" y="164837"/>
                </a:lnTo>
                <a:lnTo>
                  <a:pt x="56709" y="164837"/>
                </a:lnTo>
                <a:lnTo>
                  <a:pt x="56710" y="164837"/>
                </a:lnTo>
                <a:lnTo>
                  <a:pt x="56711" y="164837"/>
                </a:lnTo>
                <a:lnTo>
                  <a:pt x="56712" y="164837"/>
                </a:lnTo>
                <a:lnTo>
                  <a:pt x="56713" y="164837"/>
                </a:lnTo>
                <a:lnTo>
                  <a:pt x="56715" y="164837"/>
                </a:lnTo>
                <a:lnTo>
                  <a:pt x="56716" y="164837"/>
                </a:lnTo>
                <a:lnTo>
                  <a:pt x="56717" y="164837"/>
                </a:lnTo>
                <a:lnTo>
                  <a:pt x="56718" y="164837"/>
                </a:lnTo>
                <a:lnTo>
                  <a:pt x="56719" y="164837"/>
                </a:lnTo>
                <a:lnTo>
                  <a:pt x="56720" y="164837"/>
                </a:lnTo>
                <a:lnTo>
                  <a:pt x="56721" y="164837"/>
                </a:lnTo>
                <a:lnTo>
                  <a:pt x="56722" y="164837"/>
                </a:lnTo>
                <a:lnTo>
                  <a:pt x="56723" y="164837"/>
                </a:lnTo>
                <a:lnTo>
                  <a:pt x="56724" y="164837"/>
                </a:lnTo>
                <a:lnTo>
                  <a:pt x="56725" y="164837"/>
                </a:lnTo>
                <a:lnTo>
                  <a:pt x="56726" y="164837"/>
                </a:lnTo>
                <a:lnTo>
                  <a:pt x="56728" y="164837"/>
                </a:lnTo>
                <a:lnTo>
                  <a:pt x="56729" y="164837"/>
                </a:lnTo>
                <a:lnTo>
                  <a:pt x="56730" y="164837"/>
                </a:lnTo>
                <a:lnTo>
                  <a:pt x="56731" y="164837"/>
                </a:lnTo>
                <a:lnTo>
                  <a:pt x="56732" y="164837"/>
                </a:lnTo>
                <a:lnTo>
                  <a:pt x="56733" y="164837"/>
                </a:lnTo>
                <a:lnTo>
                  <a:pt x="56734" y="164837"/>
                </a:lnTo>
                <a:lnTo>
                  <a:pt x="56735" y="164837"/>
                </a:lnTo>
                <a:lnTo>
                  <a:pt x="56736" y="164837"/>
                </a:lnTo>
                <a:lnTo>
                  <a:pt x="56737" y="164837"/>
                </a:lnTo>
                <a:lnTo>
                  <a:pt x="56738" y="164837"/>
                </a:lnTo>
                <a:lnTo>
                  <a:pt x="56739" y="164837"/>
                </a:lnTo>
                <a:lnTo>
                  <a:pt x="56741" y="164837"/>
                </a:lnTo>
                <a:lnTo>
                  <a:pt x="56742" y="164837"/>
                </a:lnTo>
                <a:lnTo>
                  <a:pt x="56743" y="164837"/>
                </a:lnTo>
                <a:lnTo>
                  <a:pt x="56744" y="164837"/>
                </a:lnTo>
                <a:lnTo>
                  <a:pt x="56745" y="164837"/>
                </a:lnTo>
                <a:lnTo>
                  <a:pt x="56746" y="164837"/>
                </a:lnTo>
                <a:lnTo>
                  <a:pt x="56747" y="164837"/>
                </a:lnTo>
                <a:lnTo>
                  <a:pt x="56748" y="164837"/>
                </a:lnTo>
                <a:lnTo>
                  <a:pt x="56749" y="164837"/>
                </a:lnTo>
                <a:lnTo>
                  <a:pt x="56750" y="164837"/>
                </a:lnTo>
                <a:lnTo>
                  <a:pt x="56751" y="164837"/>
                </a:lnTo>
                <a:lnTo>
                  <a:pt x="56752" y="164837"/>
                </a:lnTo>
                <a:lnTo>
                  <a:pt x="56754" y="164837"/>
                </a:lnTo>
                <a:lnTo>
                  <a:pt x="56755" y="164837"/>
                </a:lnTo>
                <a:lnTo>
                  <a:pt x="56756" y="164837"/>
                </a:lnTo>
                <a:lnTo>
                  <a:pt x="56757" y="164837"/>
                </a:lnTo>
                <a:lnTo>
                  <a:pt x="56758" y="164837"/>
                </a:lnTo>
                <a:lnTo>
                  <a:pt x="56759" y="164837"/>
                </a:lnTo>
                <a:lnTo>
                  <a:pt x="56760" y="164837"/>
                </a:lnTo>
                <a:lnTo>
                  <a:pt x="56761" y="164837"/>
                </a:lnTo>
                <a:lnTo>
                  <a:pt x="56762" y="164837"/>
                </a:lnTo>
                <a:lnTo>
                  <a:pt x="56763" y="164837"/>
                </a:lnTo>
                <a:lnTo>
                  <a:pt x="56764" y="164837"/>
                </a:lnTo>
                <a:lnTo>
                  <a:pt x="56765" y="164837"/>
                </a:lnTo>
                <a:lnTo>
                  <a:pt x="56767" y="164837"/>
                </a:lnTo>
                <a:lnTo>
                  <a:pt x="56768" y="164837"/>
                </a:lnTo>
                <a:lnTo>
                  <a:pt x="56769" y="164837"/>
                </a:lnTo>
                <a:lnTo>
                  <a:pt x="56770" y="164837"/>
                </a:lnTo>
                <a:lnTo>
                  <a:pt x="56771" y="164837"/>
                </a:lnTo>
                <a:lnTo>
                  <a:pt x="56772" y="164837"/>
                </a:lnTo>
                <a:lnTo>
                  <a:pt x="56773" y="164837"/>
                </a:lnTo>
                <a:lnTo>
                  <a:pt x="56774" y="164837"/>
                </a:lnTo>
                <a:lnTo>
                  <a:pt x="56775" y="164837"/>
                </a:lnTo>
                <a:lnTo>
                  <a:pt x="56776" y="164837"/>
                </a:lnTo>
                <a:lnTo>
                  <a:pt x="56777" y="164837"/>
                </a:lnTo>
                <a:lnTo>
                  <a:pt x="56779" y="164837"/>
                </a:lnTo>
                <a:lnTo>
                  <a:pt x="56780" y="164837"/>
                </a:lnTo>
                <a:lnTo>
                  <a:pt x="56781" y="164837"/>
                </a:lnTo>
                <a:lnTo>
                  <a:pt x="56782" y="164837"/>
                </a:lnTo>
                <a:lnTo>
                  <a:pt x="56783" y="164837"/>
                </a:lnTo>
                <a:lnTo>
                  <a:pt x="56784" y="164837"/>
                </a:lnTo>
                <a:lnTo>
                  <a:pt x="56785" y="164837"/>
                </a:lnTo>
                <a:lnTo>
                  <a:pt x="56786" y="164837"/>
                </a:lnTo>
                <a:lnTo>
                  <a:pt x="56787" y="164837"/>
                </a:lnTo>
                <a:lnTo>
                  <a:pt x="56788" y="164837"/>
                </a:lnTo>
                <a:lnTo>
                  <a:pt x="56789" y="164837"/>
                </a:lnTo>
                <a:lnTo>
                  <a:pt x="56790" y="164837"/>
                </a:lnTo>
                <a:lnTo>
                  <a:pt x="56792" y="164837"/>
                </a:lnTo>
                <a:lnTo>
                  <a:pt x="56793" y="164837"/>
                </a:lnTo>
                <a:lnTo>
                  <a:pt x="56794" y="164837"/>
                </a:lnTo>
                <a:lnTo>
                  <a:pt x="56795" y="164837"/>
                </a:lnTo>
                <a:lnTo>
                  <a:pt x="56796" y="164837"/>
                </a:lnTo>
                <a:lnTo>
                  <a:pt x="56797" y="164837"/>
                </a:lnTo>
                <a:lnTo>
                  <a:pt x="56798" y="164837"/>
                </a:lnTo>
                <a:lnTo>
                  <a:pt x="56799" y="164837"/>
                </a:lnTo>
                <a:lnTo>
                  <a:pt x="56800" y="164837"/>
                </a:lnTo>
                <a:lnTo>
                  <a:pt x="56801" y="164837"/>
                </a:lnTo>
                <a:lnTo>
                  <a:pt x="56802" y="164837"/>
                </a:lnTo>
                <a:lnTo>
                  <a:pt x="56803" y="164837"/>
                </a:lnTo>
                <a:lnTo>
                  <a:pt x="56805" y="164837"/>
                </a:lnTo>
                <a:lnTo>
                  <a:pt x="56806" y="164837"/>
                </a:lnTo>
                <a:lnTo>
                  <a:pt x="56807" y="164837"/>
                </a:lnTo>
                <a:lnTo>
                  <a:pt x="56808" y="164837"/>
                </a:lnTo>
                <a:lnTo>
                  <a:pt x="56809" y="164837"/>
                </a:lnTo>
                <a:lnTo>
                  <a:pt x="56810" y="164837"/>
                </a:lnTo>
                <a:lnTo>
                  <a:pt x="56811" y="164837"/>
                </a:lnTo>
                <a:lnTo>
                  <a:pt x="56812" y="164837"/>
                </a:lnTo>
                <a:lnTo>
                  <a:pt x="56813" y="164837"/>
                </a:lnTo>
                <a:lnTo>
                  <a:pt x="56814" y="164837"/>
                </a:lnTo>
                <a:lnTo>
                  <a:pt x="56815" y="164837"/>
                </a:lnTo>
                <a:lnTo>
                  <a:pt x="56816" y="164837"/>
                </a:lnTo>
                <a:lnTo>
                  <a:pt x="56818" y="164837"/>
                </a:lnTo>
                <a:lnTo>
                  <a:pt x="56819" y="164837"/>
                </a:lnTo>
                <a:lnTo>
                  <a:pt x="56820" y="164837"/>
                </a:lnTo>
                <a:lnTo>
                  <a:pt x="56821" y="164837"/>
                </a:lnTo>
                <a:lnTo>
                  <a:pt x="56822" y="164837"/>
                </a:lnTo>
                <a:lnTo>
                  <a:pt x="56823" y="164837"/>
                </a:lnTo>
                <a:lnTo>
                  <a:pt x="56824" y="164837"/>
                </a:lnTo>
                <a:lnTo>
                  <a:pt x="56825" y="164837"/>
                </a:lnTo>
                <a:lnTo>
                  <a:pt x="56826" y="164837"/>
                </a:lnTo>
                <a:lnTo>
                  <a:pt x="56827" y="164837"/>
                </a:lnTo>
                <a:lnTo>
                  <a:pt x="56828" y="164837"/>
                </a:lnTo>
                <a:lnTo>
                  <a:pt x="56830" y="164837"/>
                </a:lnTo>
                <a:lnTo>
                  <a:pt x="56831" y="164837"/>
                </a:lnTo>
                <a:lnTo>
                  <a:pt x="56832" y="164837"/>
                </a:lnTo>
                <a:lnTo>
                  <a:pt x="56833" y="164837"/>
                </a:lnTo>
                <a:lnTo>
                  <a:pt x="56834" y="164837"/>
                </a:lnTo>
                <a:lnTo>
                  <a:pt x="56835" y="164837"/>
                </a:lnTo>
                <a:lnTo>
                  <a:pt x="56836" y="164837"/>
                </a:lnTo>
                <a:lnTo>
                  <a:pt x="56837" y="164837"/>
                </a:lnTo>
                <a:lnTo>
                  <a:pt x="56838" y="164837"/>
                </a:lnTo>
                <a:lnTo>
                  <a:pt x="56839" y="164837"/>
                </a:lnTo>
                <a:lnTo>
                  <a:pt x="56840" y="164837"/>
                </a:lnTo>
                <a:lnTo>
                  <a:pt x="56841" y="164837"/>
                </a:lnTo>
                <a:lnTo>
                  <a:pt x="56843" y="164837"/>
                </a:lnTo>
                <a:lnTo>
                  <a:pt x="56844" y="164837"/>
                </a:lnTo>
                <a:lnTo>
                  <a:pt x="56845" y="164837"/>
                </a:lnTo>
                <a:lnTo>
                  <a:pt x="56846" y="164837"/>
                </a:lnTo>
                <a:lnTo>
                  <a:pt x="56847" y="164837"/>
                </a:lnTo>
                <a:lnTo>
                  <a:pt x="56848" y="164837"/>
                </a:lnTo>
                <a:lnTo>
                  <a:pt x="56849" y="164837"/>
                </a:lnTo>
                <a:lnTo>
                  <a:pt x="56850" y="164837"/>
                </a:lnTo>
                <a:lnTo>
                  <a:pt x="56851" y="164837"/>
                </a:lnTo>
                <a:lnTo>
                  <a:pt x="56852" y="164837"/>
                </a:lnTo>
                <a:lnTo>
                  <a:pt x="56853" y="164837"/>
                </a:lnTo>
                <a:lnTo>
                  <a:pt x="56854" y="164837"/>
                </a:lnTo>
                <a:lnTo>
                  <a:pt x="56856" y="164837"/>
                </a:lnTo>
                <a:lnTo>
                  <a:pt x="56857" y="164837"/>
                </a:lnTo>
                <a:lnTo>
                  <a:pt x="56858" y="164837"/>
                </a:lnTo>
                <a:lnTo>
                  <a:pt x="56859" y="164837"/>
                </a:lnTo>
                <a:lnTo>
                  <a:pt x="56860" y="164837"/>
                </a:lnTo>
                <a:lnTo>
                  <a:pt x="56861" y="164837"/>
                </a:lnTo>
                <a:lnTo>
                  <a:pt x="56862" y="164837"/>
                </a:lnTo>
                <a:lnTo>
                  <a:pt x="56863" y="164837"/>
                </a:lnTo>
                <a:lnTo>
                  <a:pt x="56864" y="164837"/>
                </a:lnTo>
                <a:lnTo>
                  <a:pt x="56865" y="164837"/>
                </a:lnTo>
                <a:lnTo>
                  <a:pt x="56866" y="164837"/>
                </a:lnTo>
                <a:lnTo>
                  <a:pt x="56868" y="164837"/>
                </a:lnTo>
                <a:lnTo>
                  <a:pt x="56869" y="164837"/>
                </a:lnTo>
                <a:lnTo>
                  <a:pt x="56870" y="164837"/>
                </a:lnTo>
                <a:lnTo>
                  <a:pt x="56871" y="164837"/>
                </a:lnTo>
                <a:lnTo>
                  <a:pt x="56872" y="164837"/>
                </a:lnTo>
                <a:lnTo>
                  <a:pt x="56873" y="164837"/>
                </a:lnTo>
                <a:lnTo>
                  <a:pt x="56874" y="164837"/>
                </a:lnTo>
                <a:lnTo>
                  <a:pt x="56875" y="164837"/>
                </a:lnTo>
                <a:lnTo>
                  <a:pt x="56876" y="164837"/>
                </a:lnTo>
                <a:lnTo>
                  <a:pt x="56877" y="164837"/>
                </a:lnTo>
                <a:lnTo>
                  <a:pt x="56878" y="164837"/>
                </a:lnTo>
                <a:lnTo>
                  <a:pt x="56879" y="164837"/>
                </a:lnTo>
                <a:lnTo>
                  <a:pt x="56881" y="164837"/>
                </a:lnTo>
                <a:lnTo>
                  <a:pt x="56882" y="164837"/>
                </a:lnTo>
                <a:lnTo>
                  <a:pt x="56883" y="164837"/>
                </a:lnTo>
                <a:lnTo>
                  <a:pt x="56884" y="164837"/>
                </a:lnTo>
                <a:lnTo>
                  <a:pt x="56885" y="164837"/>
                </a:lnTo>
                <a:lnTo>
                  <a:pt x="56886" y="164837"/>
                </a:lnTo>
                <a:lnTo>
                  <a:pt x="56887" y="164837"/>
                </a:lnTo>
                <a:lnTo>
                  <a:pt x="56888" y="164837"/>
                </a:lnTo>
                <a:lnTo>
                  <a:pt x="56889" y="164837"/>
                </a:lnTo>
                <a:lnTo>
                  <a:pt x="56890" y="164837"/>
                </a:lnTo>
                <a:lnTo>
                  <a:pt x="56891" y="164837"/>
                </a:lnTo>
                <a:lnTo>
                  <a:pt x="56893" y="164837"/>
                </a:lnTo>
                <a:lnTo>
                  <a:pt x="56894" y="164837"/>
                </a:lnTo>
                <a:lnTo>
                  <a:pt x="56895" y="164837"/>
                </a:lnTo>
                <a:lnTo>
                  <a:pt x="56896" y="164837"/>
                </a:lnTo>
                <a:lnTo>
                  <a:pt x="56897" y="164837"/>
                </a:lnTo>
                <a:lnTo>
                  <a:pt x="56898" y="164837"/>
                </a:lnTo>
                <a:lnTo>
                  <a:pt x="56899" y="164837"/>
                </a:lnTo>
                <a:lnTo>
                  <a:pt x="56900" y="164837"/>
                </a:lnTo>
                <a:lnTo>
                  <a:pt x="56901" y="164837"/>
                </a:lnTo>
                <a:lnTo>
                  <a:pt x="56902" y="164837"/>
                </a:lnTo>
                <a:lnTo>
                  <a:pt x="56903" y="164837"/>
                </a:lnTo>
                <a:lnTo>
                  <a:pt x="56904" y="164837"/>
                </a:lnTo>
                <a:lnTo>
                  <a:pt x="56906" y="164837"/>
                </a:lnTo>
                <a:lnTo>
                  <a:pt x="56907" y="164837"/>
                </a:lnTo>
                <a:lnTo>
                  <a:pt x="56908" y="164837"/>
                </a:lnTo>
                <a:lnTo>
                  <a:pt x="56909" y="164837"/>
                </a:lnTo>
                <a:lnTo>
                  <a:pt x="56910" y="164837"/>
                </a:lnTo>
                <a:lnTo>
                  <a:pt x="56911" y="164837"/>
                </a:lnTo>
                <a:lnTo>
                  <a:pt x="56912" y="164837"/>
                </a:lnTo>
                <a:lnTo>
                  <a:pt x="56913" y="164837"/>
                </a:lnTo>
                <a:lnTo>
                  <a:pt x="56914" y="164837"/>
                </a:lnTo>
                <a:lnTo>
                  <a:pt x="56915" y="164837"/>
                </a:lnTo>
                <a:lnTo>
                  <a:pt x="56916" y="164837"/>
                </a:lnTo>
                <a:lnTo>
                  <a:pt x="56918" y="164837"/>
                </a:lnTo>
                <a:lnTo>
                  <a:pt x="56919" y="164837"/>
                </a:lnTo>
                <a:lnTo>
                  <a:pt x="56920" y="164837"/>
                </a:lnTo>
                <a:lnTo>
                  <a:pt x="56921" y="164837"/>
                </a:lnTo>
                <a:lnTo>
                  <a:pt x="56922" y="164837"/>
                </a:lnTo>
                <a:lnTo>
                  <a:pt x="56923" y="164837"/>
                </a:lnTo>
                <a:lnTo>
                  <a:pt x="56924" y="164837"/>
                </a:lnTo>
                <a:lnTo>
                  <a:pt x="56925" y="164837"/>
                </a:lnTo>
                <a:lnTo>
                  <a:pt x="56926" y="164837"/>
                </a:lnTo>
                <a:lnTo>
                  <a:pt x="56927" y="164837"/>
                </a:lnTo>
                <a:lnTo>
                  <a:pt x="56928" y="164837"/>
                </a:lnTo>
                <a:lnTo>
                  <a:pt x="56929" y="164837"/>
                </a:lnTo>
                <a:lnTo>
                  <a:pt x="56931" y="164837"/>
                </a:lnTo>
                <a:lnTo>
                  <a:pt x="56932" y="164837"/>
                </a:lnTo>
                <a:lnTo>
                  <a:pt x="56933" y="164837"/>
                </a:lnTo>
                <a:lnTo>
                  <a:pt x="56934" y="164837"/>
                </a:lnTo>
                <a:lnTo>
                  <a:pt x="56935" y="164837"/>
                </a:lnTo>
                <a:lnTo>
                  <a:pt x="56936" y="164837"/>
                </a:lnTo>
                <a:lnTo>
                  <a:pt x="56937" y="164837"/>
                </a:lnTo>
                <a:lnTo>
                  <a:pt x="56938" y="164837"/>
                </a:lnTo>
                <a:lnTo>
                  <a:pt x="56939" y="164837"/>
                </a:lnTo>
                <a:lnTo>
                  <a:pt x="56940" y="164837"/>
                </a:lnTo>
                <a:lnTo>
                  <a:pt x="56941" y="164837"/>
                </a:lnTo>
                <a:lnTo>
                  <a:pt x="56943" y="164837"/>
                </a:lnTo>
                <a:lnTo>
                  <a:pt x="56944" y="164837"/>
                </a:lnTo>
                <a:lnTo>
                  <a:pt x="56945" y="164837"/>
                </a:lnTo>
                <a:lnTo>
                  <a:pt x="56946" y="164837"/>
                </a:lnTo>
                <a:lnTo>
                  <a:pt x="56947" y="164837"/>
                </a:lnTo>
                <a:lnTo>
                  <a:pt x="56948" y="164837"/>
                </a:lnTo>
                <a:lnTo>
                  <a:pt x="56949" y="164837"/>
                </a:lnTo>
                <a:lnTo>
                  <a:pt x="56950" y="164837"/>
                </a:lnTo>
                <a:lnTo>
                  <a:pt x="56951" y="164837"/>
                </a:lnTo>
                <a:lnTo>
                  <a:pt x="56952" y="164837"/>
                </a:lnTo>
                <a:lnTo>
                  <a:pt x="56953" y="164837"/>
                </a:lnTo>
                <a:lnTo>
                  <a:pt x="56954" y="164837"/>
                </a:lnTo>
                <a:lnTo>
                  <a:pt x="56956" y="164837"/>
                </a:lnTo>
                <a:lnTo>
                  <a:pt x="56957" y="164837"/>
                </a:lnTo>
                <a:lnTo>
                  <a:pt x="56958" y="164837"/>
                </a:lnTo>
                <a:lnTo>
                  <a:pt x="56959" y="164837"/>
                </a:lnTo>
                <a:lnTo>
                  <a:pt x="56960" y="164837"/>
                </a:lnTo>
                <a:lnTo>
                  <a:pt x="56961" y="164837"/>
                </a:lnTo>
                <a:lnTo>
                  <a:pt x="56962" y="164837"/>
                </a:lnTo>
                <a:lnTo>
                  <a:pt x="56963" y="164837"/>
                </a:lnTo>
                <a:lnTo>
                  <a:pt x="56964" y="164837"/>
                </a:lnTo>
                <a:lnTo>
                  <a:pt x="56965" y="164837"/>
                </a:lnTo>
                <a:lnTo>
                  <a:pt x="56966" y="164837"/>
                </a:lnTo>
                <a:lnTo>
                  <a:pt x="56968" y="164837"/>
                </a:lnTo>
                <a:lnTo>
                  <a:pt x="56969" y="164837"/>
                </a:lnTo>
                <a:lnTo>
                  <a:pt x="56970" y="164837"/>
                </a:lnTo>
                <a:lnTo>
                  <a:pt x="56971" y="164837"/>
                </a:lnTo>
                <a:lnTo>
                  <a:pt x="56972" y="164837"/>
                </a:lnTo>
                <a:lnTo>
                  <a:pt x="56973" y="164837"/>
                </a:lnTo>
                <a:lnTo>
                  <a:pt x="56974" y="164837"/>
                </a:lnTo>
                <a:lnTo>
                  <a:pt x="56975" y="164837"/>
                </a:lnTo>
                <a:lnTo>
                  <a:pt x="56976" y="164837"/>
                </a:lnTo>
                <a:lnTo>
                  <a:pt x="56977" y="164837"/>
                </a:lnTo>
                <a:lnTo>
                  <a:pt x="56978" y="164837"/>
                </a:lnTo>
                <a:lnTo>
                  <a:pt x="56980" y="164837"/>
                </a:lnTo>
                <a:lnTo>
                  <a:pt x="56981" y="164837"/>
                </a:lnTo>
                <a:lnTo>
                  <a:pt x="56982" y="164837"/>
                </a:lnTo>
                <a:lnTo>
                  <a:pt x="56983" y="164837"/>
                </a:lnTo>
                <a:lnTo>
                  <a:pt x="56984" y="164837"/>
                </a:lnTo>
                <a:lnTo>
                  <a:pt x="56985" y="164837"/>
                </a:lnTo>
                <a:lnTo>
                  <a:pt x="56986" y="164837"/>
                </a:lnTo>
                <a:lnTo>
                  <a:pt x="56987" y="164837"/>
                </a:lnTo>
                <a:lnTo>
                  <a:pt x="56988" y="164837"/>
                </a:lnTo>
                <a:lnTo>
                  <a:pt x="56989" y="164837"/>
                </a:lnTo>
                <a:lnTo>
                  <a:pt x="56990" y="164837"/>
                </a:lnTo>
                <a:lnTo>
                  <a:pt x="56991" y="164837"/>
                </a:lnTo>
                <a:lnTo>
                  <a:pt x="56993" y="164837"/>
                </a:lnTo>
                <a:lnTo>
                  <a:pt x="56994" y="164837"/>
                </a:lnTo>
                <a:lnTo>
                  <a:pt x="56995" y="164837"/>
                </a:lnTo>
                <a:lnTo>
                  <a:pt x="56996" y="164837"/>
                </a:lnTo>
                <a:lnTo>
                  <a:pt x="56997" y="164837"/>
                </a:lnTo>
                <a:lnTo>
                  <a:pt x="56998" y="164837"/>
                </a:lnTo>
                <a:lnTo>
                  <a:pt x="56999" y="164837"/>
                </a:lnTo>
                <a:lnTo>
                  <a:pt x="57000" y="164837"/>
                </a:lnTo>
                <a:lnTo>
                  <a:pt x="57001" y="164837"/>
                </a:lnTo>
                <a:lnTo>
                  <a:pt x="57002" y="164837"/>
                </a:lnTo>
                <a:lnTo>
                  <a:pt x="57003" y="164837"/>
                </a:lnTo>
                <a:lnTo>
                  <a:pt x="57005" y="164837"/>
                </a:lnTo>
                <a:lnTo>
                  <a:pt x="57006" y="164837"/>
                </a:lnTo>
                <a:lnTo>
                  <a:pt x="57007" y="164837"/>
                </a:lnTo>
                <a:lnTo>
                  <a:pt x="57008" y="164837"/>
                </a:lnTo>
                <a:lnTo>
                  <a:pt x="57009" y="164837"/>
                </a:lnTo>
                <a:lnTo>
                  <a:pt x="57010" y="164837"/>
                </a:lnTo>
                <a:lnTo>
                  <a:pt x="57011" y="164837"/>
                </a:lnTo>
                <a:lnTo>
                  <a:pt x="57012" y="164837"/>
                </a:lnTo>
                <a:lnTo>
                  <a:pt x="57013" y="164837"/>
                </a:lnTo>
                <a:lnTo>
                  <a:pt x="57014" y="164837"/>
                </a:lnTo>
                <a:lnTo>
                  <a:pt x="57015" y="164837"/>
                </a:lnTo>
                <a:lnTo>
                  <a:pt x="57017" y="164837"/>
                </a:lnTo>
                <a:lnTo>
                  <a:pt x="57018" y="164837"/>
                </a:lnTo>
                <a:lnTo>
                  <a:pt x="57019" y="164837"/>
                </a:lnTo>
                <a:lnTo>
                  <a:pt x="57020" y="164837"/>
                </a:lnTo>
                <a:lnTo>
                  <a:pt x="57021" y="164837"/>
                </a:lnTo>
                <a:lnTo>
                  <a:pt x="57022" y="164837"/>
                </a:lnTo>
                <a:lnTo>
                  <a:pt x="57023" y="164837"/>
                </a:lnTo>
                <a:lnTo>
                  <a:pt x="57024" y="164837"/>
                </a:lnTo>
                <a:lnTo>
                  <a:pt x="57025" y="164837"/>
                </a:lnTo>
                <a:lnTo>
                  <a:pt x="57026" y="164837"/>
                </a:lnTo>
                <a:lnTo>
                  <a:pt x="57027" y="164837"/>
                </a:lnTo>
                <a:lnTo>
                  <a:pt x="57028" y="164837"/>
                </a:lnTo>
                <a:lnTo>
                  <a:pt x="57030" y="164837"/>
                </a:lnTo>
                <a:lnTo>
                  <a:pt x="57031" y="164837"/>
                </a:lnTo>
                <a:lnTo>
                  <a:pt x="57032" y="164837"/>
                </a:lnTo>
                <a:lnTo>
                  <a:pt x="57033" y="164837"/>
                </a:lnTo>
                <a:lnTo>
                  <a:pt x="57034" y="164837"/>
                </a:lnTo>
                <a:lnTo>
                  <a:pt x="57035" y="164837"/>
                </a:lnTo>
                <a:lnTo>
                  <a:pt x="57036" y="164837"/>
                </a:lnTo>
                <a:lnTo>
                  <a:pt x="57037" y="164837"/>
                </a:lnTo>
                <a:lnTo>
                  <a:pt x="57038" y="164837"/>
                </a:lnTo>
                <a:lnTo>
                  <a:pt x="57039" y="164837"/>
                </a:lnTo>
                <a:lnTo>
                  <a:pt x="57040" y="164837"/>
                </a:lnTo>
                <a:lnTo>
                  <a:pt x="57042" y="164837"/>
                </a:lnTo>
                <a:lnTo>
                  <a:pt x="57043" y="164837"/>
                </a:lnTo>
                <a:lnTo>
                  <a:pt x="57044" y="164837"/>
                </a:lnTo>
                <a:lnTo>
                  <a:pt x="57045" y="164837"/>
                </a:lnTo>
                <a:lnTo>
                  <a:pt x="57046" y="164837"/>
                </a:lnTo>
                <a:lnTo>
                  <a:pt x="57047" y="164837"/>
                </a:lnTo>
                <a:lnTo>
                  <a:pt x="57048" y="164837"/>
                </a:lnTo>
                <a:lnTo>
                  <a:pt x="57049" y="164837"/>
                </a:lnTo>
                <a:lnTo>
                  <a:pt x="57050" y="164837"/>
                </a:lnTo>
                <a:lnTo>
                  <a:pt x="57051" y="164837"/>
                </a:lnTo>
                <a:lnTo>
                  <a:pt x="57052" y="164837"/>
                </a:lnTo>
                <a:lnTo>
                  <a:pt x="57054" y="164837"/>
                </a:lnTo>
                <a:lnTo>
                  <a:pt x="57055" y="164837"/>
                </a:lnTo>
                <a:lnTo>
                  <a:pt x="57056" y="164837"/>
                </a:lnTo>
                <a:lnTo>
                  <a:pt x="57057" y="164837"/>
                </a:lnTo>
                <a:lnTo>
                  <a:pt x="57058" y="164837"/>
                </a:lnTo>
                <a:lnTo>
                  <a:pt x="57059" y="164837"/>
                </a:lnTo>
                <a:lnTo>
                  <a:pt x="57060" y="164837"/>
                </a:lnTo>
                <a:lnTo>
                  <a:pt x="57061" y="164837"/>
                </a:lnTo>
                <a:lnTo>
                  <a:pt x="57062" y="164837"/>
                </a:lnTo>
                <a:lnTo>
                  <a:pt x="57063" y="164837"/>
                </a:lnTo>
                <a:lnTo>
                  <a:pt x="57064" y="164837"/>
                </a:lnTo>
                <a:lnTo>
                  <a:pt x="57066" y="164837"/>
                </a:lnTo>
                <a:lnTo>
                  <a:pt x="57067" y="164837"/>
                </a:lnTo>
                <a:lnTo>
                  <a:pt x="57068" y="164837"/>
                </a:lnTo>
                <a:lnTo>
                  <a:pt x="57069" y="164837"/>
                </a:lnTo>
                <a:lnTo>
                  <a:pt x="57070" y="164837"/>
                </a:lnTo>
                <a:lnTo>
                  <a:pt x="57071" y="164837"/>
                </a:lnTo>
                <a:lnTo>
                  <a:pt x="57072" y="164837"/>
                </a:lnTo>
                <a:lnTo>
                  <a:pt x="57073" y="164837"/>
                </a:lnTo>
                <a:lnTo>
                  <a:pt x="57074" y="164837"/>
                </a:lnTo>
                <a:lnTo>
                  <a:pt x="57075" y="164837"/>
                </a:lnTo>
                <a:lnTo>
                  <a:pt x="57076" y="164837"/>
                </a:lnTo>
                <a:lnTo>
                  <a:pt x="57077" y="164837"/>
                </a:lnTo>
                <a:lnTo>
                  <a:pt x="57079" y="164837"/>
                </a:lnTo>
                <a:lnTo>
                  <a:pt x="57080" y="164837"/>
                </a:lnTo>
                <a:lnTo>
                  <a:pt x="57081" y="164837"/>
                </a:lnTo>
                <a:lnTo>
                  <a:pt x="57082" y="164837"/>
                </a:lnTo>
                <a:lnTo>
                  <a:pt x="57083" y="164837"/>
                </a:lnTo>
                <a:lnTo>
                  <a:pt x="57084" y="164837"/>
                </a:lnTo>
                <a:lnTo>
                  <a:pt x="57085" y="164837"/>
                </a:lnTo>
                <a:lnTo>
                  <a:pt x="57086" y="164837"/>
                </a:lnTo>
                <a:lnTo>
                  <a:pt x="57087" y="164837"/>
                </a:lnTo>
                <a:lnTo>
                  <a:pt x="57088" y="164837"/>
                </a:lnTo>
                <a:lnTo>
                  <a:pt x="57089" y="164837"/>
                </a:lnTo>
                <a:lnTo>
                  <a:pt x="57091" y="164837"/>
                </a:lnTo>
                <a:lnTo>
                  <a:pt x="57092" y="164837"/>
                </a:lnTo>
                <a:lnTo>
                  <a:pt x="57093" y="164837"/>
                </a:lnTo>
                <a:lnTo>
                  <a:pt x="57094" y="164837"/>
                </a:lnTo>
                <a:lnTo>
                  <a:pt x="57095" y="164837"/>
                </a:lnTo>
                <a:lnTo>
                  <a:pt x="57096" y="164837"/>
                </a:lnTo>
                <a:lnTo>
                  <a:pt x="57097" y="164837"/>
                </a:lnTo>
                <a:lnTo>
                  <a:pt x="57098" y="164837"/>
                </a:lnTo>
                <a:lnTo>
                  <a:pt x="57099" y="164837"/>
                </a:lnTo>
                <a:lnTo>
                  <a:pt x="57100" y="164837"/>
                </a:lnTo>
                <a:lnTo>
                  <a:pt x="57101" y="164837"/>
                </a:lnTo>
                <a:lnTo>
                  <a:pt x="57103" y="164837"/>
                </a:lnTo>
                <a:lnTo>
                  <a:pt x="57104" y="164837"/>
                </a:lnTo>
                <a:lnTo>
                  <a:pt x="57105" y="164837"/>
                </a:lnTo>
                <a:lnTo>
                  <a:pt x="57106" y="164837"/>
                </a:lnTo>
                <a:lnTo>
                  <a:pt x="57107" y="164837"/>
                </a:lnTo>
                <a:lnTo>
                  <a:pt x="57108" y="164837"/>
                </a:lnTo>
                <a:lnTo>
                  <a:pt x="57109" y="164837"/>
                </a:lnTo>
                <a:lnTo>
                  <a:pt x="57110" y="164837"/>
                </a:lnTo>
                <a:lnTo>
                  <a:pt x="57111" y="164837"/>
                </a:lnTo>
                <a:lnTo>
                  <a:pt x="57112" y="164837"/>
                </a:lnTo>
                <a:lnTo>
                  <a:pt x="57113" y="164837"/>
                </a:lnTo>
                <a:lnTo>
                  <a:pt x="57115" y="164837"/>
                </a:lnTo>
                <a:lnTo>
                  <a:pt x="57116" y="164837"/>
                </a:lnTo>
                <a:lnTo>
                  <a:pt x="57117" y="164837"/>
                </a:lnTo>
                <a:lnTo>
                  <a:pt x="57118" y="164837"/>
                </a:lnTo>
                <a:lnTo>
                  <a:pt x="57119" y="164837"/>
                </a:lnTo>
                <a:lnTo>
                  <a:pt x="57120" y="164837"/>
                </a:lnTo>
                <a:lnTo>
                  <a:pt x="57121" y="164837"/>
                </a:lnTo>
                <a:lnTo>
                  <a:pt x="57122" y="164837"/>
                </a:lnTo>
                <a:lnTo>
                  <a:pt x="57123" y="164837"/>
                </a:lnTo>
                <a:lnTo>
                  <a:pt x="57124" y="164837"/>
                </a:lnTo>
                <a:lnTo>
                  <a:pt x="57125" y="164837"/>
                </a:lnTo>
                <a:lnTo>
                  <a:pt x="57127" y="164837"/>
                </a:lnTo>
                <a:lnTo>
                  <a:pt x="57128" y="164837"/>
                </a:lnTo>
                <a:lnTo>
                  <a:pt x="57129" y="164837"/>
                </a:lnTo>
                <a:lnTo>
                  <a:pt x="57130" y="164837"/>
                </a:lnTo>
                <a:lnTo>
                  <a:pt x="57131" y="164837"/>
                </a:lnTo>
                <a:lnTo>
                  <a:pt x="57132" y="164837"/>
                </a:lnTo>
                <a:lnTo>
                  <a:pt x="57133" y="164837"/>
                </a:lnTo>
                <a:lnTo>
                  <a:pt x="57134" y="164837"/>
                </a:lnTo>
                <a:lnTo>
                  <a:pt x="57135" y="164837"/>
                </a:lnTo>
                <a:lnTo>
                  <a:pt x="57136" y="164837"/>
                </a:lnTo>
                <a:lnTo>
                  <a:pt x="57137" y="164837"/>
                </a:lnTo>
                <a:lnTo>
                  <a:pt x="57139" y="164837"/>
                </a:lnTo>
                <a:lnTo>
                  <a:pt x="57140" y="164837"/>
                </a:lnTo>
                <a:lnTo>
                  <a:pt x="57141" y="164837"/>
                </a:lnTo>
                <a:lnTo>
                  <a:pt x="57142" y="164837"/>
                </a:lnTo>
                <a:lnTo>
                  <a:pt x="57143" y="164837"/>
                </a:lnTo>
                <a:lnTo>
                  <a:pt x="57144" y="164837"/>
                </a:lnTo>
                <a:lnTo>
                  <a:pt x="57145" y="164837"/>
                </a:lnTo>
                <a:lnTo>
                  <a:pt x="57146" y="164837"/>
                </a:lnTo>
                <a:lnTo>
                  <a:pt x="57147" y="164837"/>
                </a:lnTo>
                <a:lnTo>
                  <a:pt x="57148" y="164837"/>
                </a:lnTo>
                <a:lnTo>
                  <a:pt x="57149" y="164837"/>
                </a:lnTo>
                <a:lnTo>
                  <a:pt x="57151" y="164837"/>
                </a:lnTo>
                <a:lnTo>
                  <a:pt x="57152" y="164837"/>
                </a:lnTo>
                <a:lnTo>
                  <a:pt x="57153" y="164837"/>
                </a:lnTo>
                <a:lnTo>
                  <a:pt x="57154" y="164837"/>
                </a:lnTo>
                <a:lnTo>
                  <a:pt x="57155" y="164837"/>
                </a:lnTo>
                <a:lnTo>
                  <a:pt x="57156" y="164837"/>
                </a:lnTo>
                <a:lnTo>
                  <a:pt x="57157" y="164837"/>
                </a:lnTo>
                <a:lnTo>
                  <a:pt x="57158" y="164837"/>
                </a:lnTo>
                <a:lnTo>
                  <a:pt x="57159" y="164837"/>
                </a:lnTo>
                <a:lnTo>
                  <a:pt x="57160" y="164837"/>
                </a:lnTo>
                <a:lnTo>
                  <a:pt x="57161" y="164837"/>
                </a:lnTo>
                <a:lnTo>
                  <a:pt x="57163" y="164837"/>
                </a:lnTo>
                <a:lnTo>
                  <a:pt x="57164" y="164837"/>
                </a:lnTo>
                <a:lnTo>
                  <a:pt x="57165" y="164837"/>
                </a:lnTo>
                <a:lnTo>
                  <a:pt x="57166" y="164837"/>
                </a:lnTo>
                <a:lnTo>
                  <a:pt x="57167" y="164837"/>
                </a:lnTo>
                <a:lnTo>
                  <a:pt x="57168" y="164837"/>
                </a:lnTo>
                <a:lnTo>
                  <a:pt x="57169" y="164837"/>
                </a:lnTo>
                <a:lnTo>
                  <a:pt x="57170" y="164837"/>
                </a:lnTo>
                <a:lnTo>
                  <a:pt x="57171" y="164837"/>
                </a:lnTo>
                <a:lnTo>
                  <a:pt x="57172" y="164837"/>
                </a:lnTo>
                <a:lnTo>
                  <a:pt x="57173" y="164837"/>
                </a:lnTo>
                <a:lnTo>
                  <a:pt x="57175" y="164837"/>
                </a:lnTo>
                <a:lnTo>
                  <a:pt x="57176" y="164837"/>
                </a:lnTo>
                <a:lnTo>
                  <a:pt x="57177" y="164837"/>
                </a:lnTo>
                <a:lnTo>
                  <a:pt x="57178" y="164837"/>
                </a:lnTo>
                <a:lnTo>
                  <a:pt x="57179" y="164837"/>
                </a:lnTo>
                <a:lnTo>
                  <a:pt x="57180" y="164837"/>
                </a:lnTo>
                <a:lnTo>
                  <a:pt x="57181" y="164837"/>
                </a:lnTo>
                <a:lnTo>
                  <a:pt x="57182" y="164837"/>
                </a:lnTo>
                <a:lnTo>
                  <a:pt x="57183" y="164837"/>
                </a:lnTo>
                <a:lnTo>
                  <a:pt x="57184" y="164837"/>
                </a:lnTo>
                <a:lnTo>
                  <a:pt x="57185" y="164837"/>
                </a:lnTo>
                <a:lnTo>
                  <a:pt x="57187" y="164837"/>
                </a:lnTo>
                <a:lnTo>
                  <a:pt x="57188" y="164837"/>
                </a:lnTo>
                <a:lnTo>
                  <a:pt x="57189" y="164837"/>
                </a:lnTo>
                <a:lnTo>
                  <a:pt x="57190" y="164837"/>
                </a:lnTo>
                <a:lnTo>
                  <a:pt x="57191" y="164837"/>
                </a:lnTo>
                <a:lnTo>
                  <a:pt x="57192" y="164837"/>
                </a:lnTo>
                <a:lnTo>
                  <a:pt x="57193" y="164837"/>
                </a:lnTo>
                <a:lnTo>
                  <a:pt x="57194" y="164837"/>
                </a:lnTo>
                <a:lnTo>
                  <a:pt x="57195" y="164837"/>
                </a:lnTo>
                <a:lnTo>
                  <a:pt x="57196" y="164837"/>
                </a:lnTo>
                <a:lnTo>
                  <a:pt x="57197" y="164837"/>
                </a:lnTo>
                <a:lnTo>
                  <a:pt x="57199" y="164837"/>
                </a:lnTo>
                <a:lnTo>
                  <a:pt x="57200" y="164837"/>
                </a:lnTo>
                <a:lnTo>
                  <a:pt x="57201" y="164837"/>
                </a:lnTo>
                <a:lnTo>
                  <a:pt x="57202" y="164837"/>
                </a:lnTo>
                <a:lnTo>
                  <a:pt x="57203" y="164837"/>
                </a:lnTo>
                <a:lnTo>
                  <a:pt x="57204" y="164837"/>
                </a:lnTo>
                <a:lnTo>
                  <a:pt x="57205" y="164837"/>
                </a:lnTo>
                <a:lnTo>
                  <a:pt x="57206" y="164837"/>
                </a:lnTo>
                <a:lnTo>
                  <a:pt x="57207" y="164837"/>
                </a:lnTo>
                <a:lnTo>
                  <a:pt x="57208" y="164837"/>
                </a:lnTo>
                <a:lnTo>
                  <a:pt x="57209" y="164837"/>
                </a:lnTo>
                <a:lnTo>
                  <a:pt x="57211" y="164837"/>
                </a:lnTo>
                <a:lnTo>
                  <a:pt x="57212" y="164837"/>
                </a:lnTo>
                <a:lnTo>
                  <a:pt x="57213" y="164837"/>
                </a:lnTo>
                <a:lnTo>
                  <a:pt x="57214" y="164837"/>
                </a:lnTo>
                <a:lnTo>
                  <a:pt x="57215" y="164837"/>
                </a:lnTo>
                <a:lnTo>
                  <a:pt x="57216" y="164837"/>
                </a:lnTo>
                <a:lnTo>
                  <a:pt x="57217" y="164837"/>
                </a:lnTo>
                <a:lnTo>
                  <a:pt x="57218" y="164837"/>
                </a:lnTo>
                <a:lnTo>
                  <a:pt x="57219" y="164837"/>
                </a:lnTo>
                <a:lnTo>
                  <a:pt x="57220" y="164837"/>
                </a:lnTo>
                <a:lnTo>
                  <a:pt x="57221" y="164837"/>
                </a:lnTo>
                <a:lnTo>
                  <a:pt x="57223" y="164837"/>
                </a:lnTo>
                <a:lnTo>
                  <a:pt x="57224" y="164837"/>
                </a:lnTo>
                <a:lnTo>
                  <a:pt x="57225" y="164837"/>
                </a:lnTo>
                <a:lnTo>
                  <a:pt x="57226" y="164837"/>
                </a:lnTo>
                <a:lnTo>
                  <a:pt x="57227" y="164837"/>
                </a:lnTo>
                <a:lnTo>
                  <a:pt x="57228" y="164837"/>
                </a:lnTo>
                <a:lnTo>
                  <a:pt x="57229" y="164837"/>
                </a:lnTo>
                <a:lnTo>
                  <a:pt x="57230" y="164837"/>
                </a:lnTo>
                <a:lnTo>
                  <a:pt x="57231" y="164837"/>
                </a:lnTo>
                <a:lnTo>
                  <a:pt x="57232" y="164837"/>
                </a:lnTo>
                <a:lnTo>
                  <a:pt x="57233" y="164837"/>
                </a:lnTo>
                <a:lnTo>
                  <a:pt x="57235" y="164837"/>
                </a:lnTo>
                <a:lnTo>
                  <a:pt x="57236" y="164837"/>
                </a:lnTo>
                <a:lnTo>
                  <a:pt x="57237" y="164837"/>
                </a:lnTo>
                <a:lnTo>
                  <a:pt x="57238" y="164837"/>
                </a:lnTo>
                <a:lnTo>
                  <a:pt x="57239" y="164837"/>
                </a:lnTo>
                <a:lnTo>
                  <a:pt x="57240" y="164837"/>
                </a:lnTo>
                <a:lnTo>
                  <a:pt x="57241" y="164837"/>
                </a:lnTo>
                <a:lnTo>
                  <a:pt x="57242" y="164837"/>
                </a:lnTo>
                <a:lnTo>
                  <a:pt x="57243" y="164837"/>
                </a:lnTo>
                <a:lnTo>
                  <a:pt x="57244" y="164837"/>
                </a:lnTo>
                <a:lnTo>
                  <a:pt x="57245" y="164837"/>
                </a:lnTo>
                <a:lnTo>
                  <a:pt x="57247" y="164837"/>
                </a:lnTo>
                <a:lnTo>
                  <a:pt x="57248" y="164837"/>
                </a:lnTo>
                <a:lnTo>
                  <a:pt x="57249" y="164837"/>
                </a:lnTo>
                <a:lnTo>
                  <a:pt x="57250" y="164837"/>
                </a:lnTo>
                <a:lnTo>
                  <a:pt x="57251" y="164837"/>
                </a:lnTo>
                <a:lnTo>
                  <a:pt x="57252" y="164837"/>
                </a:lnTo>
                <a:lnTo>
                  <a:pt x="57253" y="164837"/>
                </a:lnTo>
                <a:lnTo>
                  <a:pt x="57254" y="164837"/>
                </a:lnTo>
                <a:lnTo>
                  <a:pt x="57255" y="164837"/>
                </a:lnTo>
                <a:lnTo>
                  <a:pt x="57256" y="164837"/>
                </a:lnTo>
                <a:lnTo>
                  <a:pt x="57257" y="164837"/>
                </a:lnTo>
                <a:lnTo>
                  <a:pt x="57259" y="164837"/>
                </a:lnTo>
                <a:lnTo>
                  <a:pt x="57260" y="164837"/>
                </a:lnTo>
                <a:lnTo>
                  <a:pt x="57261" y="164837"/>
                </a:lnTo>
                <a:lnTo>
                  <a:pt x="57262" y="164837"/>
                </a:lnTo>
                <a:lnTo>
                  <a:pt x="57263" y="164837"/>
                </a:lnTo>
                <a:lnTo>
                  <a:pt x="57264" y="164837"/>
                </a:lnTo>
                <a:lnTo>
                  <a:pt x="57265" y="164837"/>
                </a:lnTo>
                <a:lnTo>
                  <a:pt x="57266" y="164837"/>
                </a:lnTo>
                <a:lnTo>
                  <a:pt x="57267" y="164837"/>
                </a:lnTo>
                <a:lnTo>
                  <a:pt x="57268" y="164837"/>
                </a:lnTo>
                <a:lnTo>
                  <a:pt x="57269" y="164837"/>
                </a:lnTo>
                <a:lnTo>
                  <a:pt x="57271" y="164837"/>
                </a:lnTo>
                <a:lnTo>
                  <a:pt x="57272" y="164837"/>
                </a:lnTo>
                <a:lnTo>
                  <a:pt x="57273" y="164837"/>
                </a:lnTo>
                <a:lnTo>
                  <a:pt x="57274" y="164837"/>
                </a:lnTo>
                <a:lnTo>
                  <a:pt x="57275" y="164837"/>
                </a:lnTo>
                <a:lnTo>
                  <a:pt x="57276" y="164837"/>
                </a:lnTo>
                <a:lnTo>
                  <a:pt x="57277" y="164837"/>
                </a:lnTo>
                <a:lnTo>
                  <a:pt x="57278" y="164837"/>
                </a:lnTo>
                <a:lnTo>
                  <a:pt x="57279" y="164837"/>
                </a:lnTo>
                <a:lnTo>
                  <a:pt x="57280" y="164837"/>
                </a:lnTo>
                <a:lnTo>
                  <a:pt x="57282" y="164837"/>
                </a:lnTo>
                <a:lnTo>
                  <a:pt x="57283" y="164837"/>
                </a:lnTo>
                <a:lnTo>
                  <a:pt x="57284" y="164837"/>
                </a:lnTo>
                <a:lnTo>
                  <a:pt x="57285" y="164837"/>
                </a:lnTo>
                <a:lnTo>
                  <a:pt x="57286" y="164837"/>
                </a:lnTo>
                <a:lnTo>
                  <a:pt x="57287" y="164837"/>
                </a:lnTo>
                <a:lnTo>
                  <a:pt x="57288" y="164837"/>
                </a:lnTo>
                <a:lnTo>
                  <a:pt x="57289" y="164837"/>
                </a:lnTo>
                <a:lnTo>
                  <a:pt x="57290" y="164837"/>
                </a:lnTo>
                <a:lnTo>
                  <a:pt x="57291" y="164837"/>
                </a:lnTo>
                <a:lnTo>
                  <a:pt x="57292" y="164837"/>
                </a:lnTo>
                <a:lnTo>
                  <a:pt x="57294" y="164837"/>
                </a:lnTo>
                <a:lnTo>
                  <a:pt x="57295" y="164837"/>
                </a:lnTo>
                <a:lnTo>
                  <a:pt x="57296" y="164837"/>
                </a:lnTo>
                <a:lnTo>
                  <a:pt x="57297" y="164837"/>
                </a:lnTo>
                <a:lnTo>
                  <a:pt x="57298" y="164837"/>
                </a:lnTo>
                <a:lnTo>
                  <a:pt x="57299" y="164837"/>
                </a:lnTo>
                <a:lnTo>
                  <a:pt x="57300" y="164837"/>
                </a:lnTo>
                <a:lnTo>
                  <a:pt x="57301" y="164837"/>
                </a:lnTo>
                <a:lnTo>
                  <a:pt x="57302" y="164837"/>
                </a:lnTo>
                <a:lnTo>
                  <a:pt x="57303" y="164837"/>
                </a:lnTo>
                <a:lnTo>
                  <a:pt x="57304" y="164837"/>
                </a:lnTo>
                <a:lnTo>
                  <a:pt x="57306" y="164837"/>
                </a:lnTo>
                <a:lnTo>
                  <a:pt x="57307" y="164837"/>
                </a:lnTo>
                <a:lnTo>
                  <a:pt x="57308" y="164837"/>
                </a:lnTo>
                <a:lnTo>
                  <a:pt x="57309" y="164837"/>
                </a:lnTo>
                <a:lnTo>
                  <a:pt x="57310" y="164837"/>
                </a:lnTo>
                <a:lnTo>
                  <a:pt x="57311" y="164837"/>
                </a:lnTo>
                <a:lnTo>
                  <a:pt x="57312" y="164837"/>
                </a:lnTo>
                <a:lnTo>
                  <a:pt x="57313" y="164837"/>
                </a:lnTo>
                <a:lnTo>
                  <a:pt x="57314" y="164837"/>
                </a:lnTo>
                <a:lnTo>
                  <a:pt x="57315" y="164837"/>
                </a:lnTo>
                <a:lnTo>
                  <a:pt x="57316" y="164837"/>
                </a:lnTo>
                <a:lnTo>
                  <a:pt x="57318" y="164837"/>
                </a:lnTo>
                <a:lnTo>
                  <a:pt x="57319" y="164837"/>
                </a:lnTo>
                <a:lnTo>
                  <a:pt x="57320" y="164837"/>
                </a:lnTo>
                <a:lnTo>
                  <a:pt x="57321" y="164837"/>
                </a:lnTo>
                <a:lnTo>
                  <a:pt x="57322" y="164837"/>
                </a:lnTo>
                <a:lnTo>
                  <a:pt x="57323" y="164837"/>
                </a:lnTo>
                <a:lnTo>
                  <a:pt x="57324" y="164837"/>
                </a:lnTo>
                <a:lnTo>
                  <a:pt x="57325" y="164837"/>
                </a:lnTo>
                <a:lnTo>
                  <a:pt x="57326" y="164837"/>
                </a:lnTo>
                <a:lnTo>
                  <a:pt x="57327" y="164837"/>
                </a:lnTo>
                <a:lnTo>
                  <a:pt x="57329" y="164837"/>
                </a:lnTo>
                <a:lnTo>
                  <a:pt x="57330" y="164837"/>
                </a:lnTo>
                <a:lnTo>
                  <a:pt x="57331" y="164837"/>
                </a:lnTo>
                <a:lnTo>
                  <a:pt x="57332" y="164837"/>
                </a:lnTo>
                <a:lnTo>
                  <a:pt x="57333" y="164837"/>
                </a:lnTo>
                <a:lnTo>
                  <a:pt x="57334" y="164837"/>
                </a:lnTo>
                <a:lnTo>
                  <a:pt x="57335" y="164837"/>
                </a:lnTo>
                <a:lnTo>
                  <a:pt x="57336" y="164837"/>
                </a:lnTo>
                <a:lnTo>
                  <a:pt x="57337" y="164837"/>
                </a:lnTo>
                <a:lnTo>
                  <a:pt x="57338" y="164837"/>
                </a:lnTo>
                <a:lnTo>
                  <a:pt x="57339" y="164837"/>
                </a:lnTo>
                <a:lnTo>
                  <a:pt x="57341" y="164837"/>
                </a:lnTo>
                <a:lnTo>
                  <a:pt x="57342" y="164837"/>
                </a:lnTo>
                <a:lnTo>
                  <a:pt x="57343" y="164837"/>
                </a:lnTo>
                <a:lnTo>
                  <a:pt x="57344" y="164837"/>
                </a:lnTo>
                <a:lnTo>
                  <a:pt x="57345" y="164837"/>
                </a:lnTo>
                <a:lnTo>
                  <a:pt x="57346" y="164837"/>
                </a:lnTo>
                <a:lnTo>
                  <a:pt x="57347" y="164837"/>
                </a:lnTo>
                <a:lnTo>
                  <a:pt x="57348" y="164837"/>
                </a:lnTo>
                <a:lnTo>
                  <a:pt x="57349" y="164837"/>
                </a:lnTo>
                <a:lnTo>
                  <a:pt x="57350" y="164837"/>
                </a:lnTo>
                <a:lnTo>
                  <a:pt x="57351" y="164837"/>
                </a:lnTo>
                <a:lnTo>
                  <a:pt x="57353" y="164837"/>
                </a:lnTo>
                <a:lnTo>
                  <a:pt x="57354" y="164837"/>
                </a:lnTo>
                <a:lnTo>
                  <a:pt x="57355" y="164837"/>
                </a:lnTo>
                <a:lnTo>
                  <a:pt x="57356" y="164837"/>
                </a:lnTo>
                <a:lnTo>
                  <a:pt x="57357" y="164837"/>
                </a:lnTo>
                <a:lnTo>
                  <a:pt x="57358" y="164837"/>
                </a:lnTo>
                <a:lnTo>
                  <a:pt x="57359" y="164837"/>
                </a:lnTo>
                <a:lnTo>
                  <a:pt x="57360" y="164837"/>
                </a:lnTo>
                <a:lnTo>
                  <a:pt x="57361" y="164837"/>
                </a:lnTo>
                <a:lnTo>
                  <a:pt x="57362" y="164837"/>
                </a:lnTo>
                <a:lnTo>
                  <a:pt x="57364" y="164837"/>
                </a:lnTo>
                <a:lnTo>
                  <a:pt x="57365" y="164837"/>
                </a:lnTo>
                <a:lnTo>
                  <a:pt x="57366" y="164837"/>
                </a:lnTo>
                <a:lnTo>
                  <a:pt x="57367" y="164837"/>
                </a:lnTo>
                <a:lnTo>
                  <a:pt x="57368" y="164837"/>
                </a:lnTo>
                <a:lnTo>
                  <a:pt x="57369" y="164837"/>
                </a:lnTo>
                <a:lnTo>
                  <a:pt x="57370" y="164837"/>
                </a:lnTo>
                <a:lnTo>
                  <a:pt x="57371" y="164837"/>
                </a:lnTo>
                <a:lnTo>
                  <a:pt x="57372" y="164837"/>
                </a:lnTo>
                <a:lnTo>
                  <a:pt x="57373" y="164837"/>
                </a:lnTo>
                <a:lnTo>
                  <a:pt x="57374" y="164837"/>
                </a:lnTo>
                <a:lnTo>
                  <a:pt x="57376" y="164837"/>
                </a:lnTo>
                <a:lnTo>
                  <a:pt x="57377" y="164837"/>
                </a:lnTo>
                <a:lnTo>
                  <a:pt x="57378" y="164837"/>
                </a:lnTo>
                <a:lnTo>
                  <a:pt x="57379" y="164837"/>
                </a:lnTo>
                <a:lnTo>
                  <a:pt x="57380" y="164837"/>
                </a:lnTo>
                <a:lnTo>
                  <a:pt x="57381" y="164837"/>
                </a:lnTo>
                <a:lnTo>
                  <a:pt x="57382" y="164837"/>
                </a:lnTo>
                <a:lnTo>
                  <a:pt x="57383" y="164837"/>
                </a:lnTo>
                <a:lnTo>
                  <a:pt x="57384" y="164837"/>
                </a:lnTo>
                <a:lnTo>
                  <a:pt x="57385" y="164837"/>
                </a:lnTo>
                <a:lnTo>
                  <a:pt x="57386" y="164837"/>
                </a:lnTo>
                <a:lnTo>
                  <a:pt x="57388" y="164837"/>
                </a:lnTo>
                <a:lnTo>
                  <a:pt x="57389" y="164837"/>
                </a:lnTo>
                <a:lnTo>
                  <a:pt x="57390" y="164837"/>
                </a:lnTo>
                <a:lnTo>
                  <a:pt x="57391" y="164837"/>
                </a:lnTo>
                <a:lnTo>
                  <a:pt x="57392" y="164837"/>
                </a:lnTo>
                <a:lnTo>
                  <a:pt x="57393" y="164837"/>
                </a:lnTo>
                <a:lnTo>
                  <a:pt x="57394" y="164837"/>
                </a:lnTo>
                <a:lnTo>
                  <a:pt x="57395" y="164837"/>
                </a:lnTo>
                <a:lnTo>
                  <a:pt x="57396" y="164837"/>
                </a:lnTo>
                <a:lnTo>
                  <a:pt x="57397" y="164837"/>
                </a:lnTo>
                <a:lnTo>
                  <a:pt x="57399" y="164837"/>
                </a:lnTo>
                <a:lnTo>
                  <a:pt x="57400" y="164837"/>
                </a:lnTo>
                <a:lnTo>
                  <a:pt x="57401" y="164837"/>
                </a:lnTo>
                <a:lnTo>
                  <a:pt x="57402" y="164837"/>
                </a:lnTo>
                <a:lnTo>
                  <a:pt x="57403" y="164837"/>
                </a:lnTo>
                <a:lnTo>
                  <a:pt x="57404" y="164837"/>
                </a:lnTo>
                <a:lnTo>
                  <a:pt x="57405" y="164837"/>
                </a:lnTo>
                <a:lnTo>
                  <a:pt x="57406" y="164837"/>
                </a:lnTo>
                <a:lnTo>
                  <a:pt x="57407" y="164837"/>
                </a:lnTo>
                <a:lnTo>
                  <a:pt x="57408" y="164837"/>
                </a:lnTo>
                <a:lnTo>
                  <a:pt x="57409" y="164837"/>
                </a:lnTo>
                <a:lnTo>
                  <a:pt x="57411" y="164837"/>
                </a:lnTo>
                <a:lnTo>
                  <a:pt x="57412" y="164837"/>
                </a:lnTo>
                <a:lnTo>
                  <a:pt x="57413" y="164837"/>
                </a:lnTo>
                <a:lnTo>
                  <a:pt x="57414" y="164837"/>
                </a:lnTo>
                <a:lnTo>
                  <a:pt x="57415" y="164837"/>
                </a:lnTo>
                <a:lnTo>
                  <a:pt x="57416" y="164837"/>
                </a:lnTo>
                <a:lnTo>
                  <a:pt x="57417" y="164837"/>
                </a:lnTo>
                <a:lnTo>
                  <a:pt x="57418" y="164837"/>
                </a:lnTo>
                <a:lnTo>
                  <a:pt x="57419" y="164837"/>
                </a:lnTo>
                <a:lnTo>
                  <a:pt x="57420" y="164837"/>
                </a:lnTo>
                <a:lnTo>
                  <a:pt x="57421" y="164837"/>
                </a:lnTo>
                <a:lnTo>
                  <a:pt x="57423" y="164837"/>
                </a:lnTo>
                <a:lnTo>
                  <a:pt x="57424" y="164837"/>
                </a:lnTo>
                <a:lnTo>
                  <a:pt x="57425" y="164837"/>
                </a:lnTo>
                <a:lnTo>
                  <a:pt x="57426" y="164837"/>
                </a:lnTo>
                <a:lnTo>
                  <a:pt x="57427" y="164837"/>
                </a:lnTo>
                <a:lnTo>
                  <a:pt x="57428" y="164837"/>
                </a:lnTo>
                <a:lnTo>
                  <a:pt x="57429" y="164837"/>
                </a:lnTo>
                <a:lnTo>
                  <a:pt x="57430" y="164837"/>
                </a:lnTo>
                <a:lnTo>
                  <a:pt x="57431" y="164837"/>
                </a:lnTo>
                <a:lnTo>
                  <a:pt x="57432" y="164837"/>
                </a:lnTo>
                <a:lnTo>
                  <a:pt x="57434" y="164837"/>
                </a:lnTo>
                <a:lnTo>
                  <a:pt x="57435" y="164837"/>
                </a:lnTo>
                <a:lnTo>
                  <a:pt x="57436" y="164837"/>
                </a:lnTo>
                <a:lnTo>
                  <a:pt x="57437" y="164837"/>
                </a:lnTo>
                <a:lnTo>
                  <a:pt x="57438" y="164837"/>
                </a:lnTo>
                <a:lnTo>
                  <a:pt x="57439" y="164837"/>
                </a:lnTo>
                <a:lnTo>
                  <a:pt x="57440" y="164837"/>
                </a:lnTo>
                <a:lnTo>
                  <a:pt x="57441" y="164837"/>
                </a:lnTo>
                <a:lnTo>
                  <a:pt x="57442" y="164837"/>
                </a:lnTo>
                <a:lnTo>
                  <a:pt x="57443" y="164837"/>
                </a:lnTo>
                <a:lnTo>
                  <a:pt x="57444" y="164837"/>
                </a:lnTo>
                <a:lnTo>
                  <a:pt x="57446" y="164837"/>
                </a:lnTo>
                <a:lnTo>
                  <a:pt x="57447" y="164837"/>
                </a:lnTo>
                <a:lnTo>
                  <a:pt x="57448" y="164837"/>
                </a:lnTo>
                <a:lnTo>
                  <a:pt x="57449" y="164837"/>
                </a:lnTo>
                <a:lnTo>
                  <a:pt x="57450" y="164837"/>
                </a:lnTo>
                <a:lnTo>
                  <a:pt x="57451" y="164837"/>
                </a:lnTo>
                <a:lnTo>
                  <a:pt x="57452" y="164837"/>
                </a:lnTo>
                <a:lnTo>
                  <a:pt x="57453" y="164837"/>
                </a:lnTo>
                <a:lnTo>
                  <a:pt x="57454" y="164837"/>
                </a:lnTo>
                <a:lnTo>
                  <a:pt x="57455" y="164837"/>
                </a:lnTo>
                <a:lnTo>
                  <a:pt x="57457" y="164837"/>
                </a:lnTo>
                <a:lnTo>
                  <a:pt x="57458" y="164837"/>
                </a:lnTo>
                <a:lnTo>
                  <a:pt x="57459" y="164837"/>
                </a:lnTo>
                <a:lnTo>
                  <a:pt x="57460" y="164837"/>
                </a:lnTo>
                <a:lnTo>
                  <a:pt x="57461" y="164837"/>
                </a:lnTo>
                <a:lnTo>
                  <a:pt x="57462" y="164837"/>
                </a:lnTo>
                <a:lnTo>
                  <a:pt x="57463" y="164837"/>
                </a:lnTo>
                <a:lnTo>
                  <a:pt x="57464" y="164837"/>
                </a:lnTo>
                <a:lnTo>
                  <a:pt x="57465" y="164837"/>
                </a:lnTo>
                <a:lnTo>
                  <a:pt x="57466" y="164837"/>
                </a:lnTo>
                <a:lnTo>
                  <a:pt x="57467" y="164837"/>
                </a:lnTo>
                <a:lnTo>
                  <a:pt x="57469" y="164837"/>
                </a:lnTo>
                <a:lnTo>
                  <a:pt x="57470" y="164837"/>
                </a:lnTo>
                <a:lnTo>
                  <a:pt x="57471" y="164837"/>
                </a:lnTo>
                <a:lnTo>
                  <a:pt x="57472" y="164837"/>
                </a:lnTo>
                <a:lnTo>
                  <a:pt x="57473" y="164837"/>
                </a:lnTo>
                <a:lnTo>
                  <a:pt x="57474" y="164837"/>
                </a:lnTo>
                <a:lnTo>
                  <a:pt x="57475" y="164837"/>
                </a:lnTo>
                <a:lnTo>
                  <a:pt x="57476" y="164837"/>
                </a:lnTo>
                <a:lnTo>
                  <a:pt x="57477" y="164837"/>
                </a:lnTo>
                <a:lnTo>
                  <a:pt x="57478" y="164837"/>
                </a:lnTo>
                <a:lnTo>
                  <a:pt x="57480" y="164837"/>
                </a:lnTo>
                <a:lnTo>
                  <a:pt x="57481" y="164837"/>
                </a:lnTo>
                <a:lnTo>
                  <a:pt x="57482" y="164837"/>
                </a:lnTo>
                <a:lnTo>
                  <a:pt x="57483" y="164837"/>
                </a:lnTo>
                <a:lnTo>
                  <a:pt x="57484" y="164837"/>
                </a:lnTo>
                <a:lnTo>
                  <a:pt x="57485" y="164837"/>
                </a:lnTo>
                <a:lnTo>
                  <a:pt x="57486" y="164837"/>
                </a:lnTo>
                <a:lnTo>
                  <a:pt x="57487" y="164837"/>
                </a:lnTo>
                <a:lnTo>
                  <a:pt x="57488" y="164837"/>
                </a:lnTo>
                <a:lnTo>
                  <a:pt x="57489" y="164837"/>
                </a:lnTo>
                <a:lnTo>
                  <a:pt x="57491" y="164837"/>
                </a:lnTo>
                <a:lnTo>
                  <a:pt x="57492" y="164837"/>
                </a:lnTo>
                <a:lnTo>
                  <a:pt x="57493" y="164837"/>
                </a:lnTo>
                <a:lnTo>
                  <a:pt x="57494" y="164837"/>
                </a:lnTo>
                <a:lnTo>
                  <a:pt x="57495" y="164837"/>
                </a:lnTo>
                <a:lnTo>
                  <a:pt x="57496" y="164837"/>
                </a:lnTo>
                <a:lnTo>
                  <a:pt x="57497" y="164837"/>
                </a:lnTo>
                <a:lnTo>
                  <a:pt x="57498" y="164837"/>
                </a:lnTo>
                <a:lnTo>
                  <a:pt x="57499" y="164837"/>
                </a:lnTo>
                <a:lnTo>
                  <a:pt x="57500" y="164837"/>
                </a:lnTo>
                <a:lnTo>
                  <a:pt x="57501" y="164837"/>
                </a:lnTo>
                <a:lnTo>
                  <a:pt x="57503" y="164837"/>
                </a:lnTo>
                <a:lnTo>
                  <a:pt x="57504" y="164837"/>
                </a:lnTo>
                <a:lnTo>
                  <a:pt x="57505" y="164837"/>
                </a:lnTo>
                <a:lnTo>
                  <a:pt x="57506" y="164837"/>
                </a:lnTo>
                <a:lnTo>
                  <a:pt x="57507" y="164837"/>
                </a:lnTo>
                <a:lnTo>
                  <a:pt x="57508" y="164837"/>
                </a:lnTo>
                <a:lnTo>
                  <a:pt x="57509" y="164837"/>
                </a:lnTo>
                <a:lnTo>
                  <a:pt x="57510" y="164837"/>
                </a:lnTo>
                <a:lnTo>
                  <a:pt x="57511" y="164837"/>
                </a:lnTo>
                <a:lnTo>
                  <a:pt x="57512" y="164837"/>
                </a:lnTo>
                <a:lnTo>
                  <a:pt x="57514" y="164837"/>
                </a:lnTo>
                <a:lnTo>
                  <a:pt x="57515" y="164837"/>
                </a:lnTo>
                <a:lnTo>
                  <a:pt x="57516" y="164837"/>
                </a:lnTo>
                <a:lnTo>
                  <a:pt x="57517" y="164837"/>
                </a:lnTo>
                <a:lnTo>
                  <a:pt x="57518" y="164837"/>
                </a:lnTo>
                <a:lnTo>
                  <a:pt x="57519" y="164837"/>
                </a:lnTo>
                <a:lnTo>
                  <a:pt x="57520" y="164837"/>
                </a:lnTo>
                <a:lnTo>
                  <a:pt x="57521" y="164837"/>
                </a:lnTo>
                <a:lnTo>
                  <a:pt x="57522" y="164837"/>
                </a:lnTo>
                <a:lnTo>
                  <a:pt x="57523" y="164837"/>
                </a:lnTo>
                <a:lnTo>
                  <a:pt x="57524" y="164837"/>
                </a:lnTo>
                <a:lnTo>
                  <a:pt x="57526" y="164837"/>
                </a:lnTo>
                <a:lnTo>
                  <a:pt x="57527" y="164837"/>
                </a:lnTo>
                <a:lnTo>
                  <a:pt x="57528" y="164837"/>
                </a:lnTo>
                <a:lnTo>
                  <a:pt x="57529" y="164837"/>
                </a:lnTo>
                <a:lnTo>
                  <a:pt x="57530" y="164837"/>
                </a:lnTo>
                <a:lnTo>
                  <a:pt x="57531" y="164837"/>
                </a:lnTo>
                <a:lnTo>
                  <a:pt x="57532" y="164837"/>
                </a:lnTo>
                <a:lnTo>
                  <a:pt x="57533" y="164837"/>
                </a:lnTo>
                <a:lnTo>
                  <a:pt x="57534" y="164837"/>
                </a:lnTo>
                <a:lnTo>
                  <a:pt x="57535" y="164837"/>
                </a:lnTo>
                <a:lnTo>
                  <a:pt x="57537" y="164837"/>
                </a:lnTo>
                <a:lnTo>
                  <a:pt x="57538" y="164837"/>
                </a:lnTo>
                <a:lnTo>
                  <a:pt x="57539" y="164837"/>
                </a:lnTo>
                <a:lnTo>
                  <a:pt x="57540" y="164837"/>
                </a:lnTo>
                <a:lnTo>
                  <a:pt x="57541" y="164837"/>
                </a:lnTo>
                <a:lnTo>
                  <a:pt x="57542" y="164837"/>
                </a:lnTo>
                <a:lnTo>
                  <a:pt x="57543" y="164837"/>
                </a:lnTo>
                <a:lnTo>
                  <a:pt x="57544" y="164837"/>
                </a:lnTo>
                <a:lnTo>
                  <a:pt x="57545" y="164837"/>
                </a:lnTo>
                <a:lnTo>
                  <a:pt x="57546" y="164837"/>
                </a:lnTo>
                <a:lnTo>
                  <a:pt x="57548" y="164837"/>
                </a:lnTo>
                <a:lnTo>
                  <a:pt x="57549" y="164837"/>
                </a:lnTo>
                <a:lnTo>
                  <a:pt x="57550" y="164837"/>
                </a:lnTo>
                <a:lnTo>
                  <a:pt x="57551" y="164837"/>
                </a:lnTo>
                <a:lnTo>
                  <a:pt x="57552" y="164837"/>
                </a:lnTo>
                <a:lnTo>
                  <a:pt x="57553" y="164837"/>
                </a:lnTo>
                <a:lnTo>
                  <a:pt x="57554" y="164837"/>
                </a:lnTo>
                <a:lnTo>
                  <a:pt x="57555" y="164837"/>
                </a:lnTo>
                <a:lnTo>
                  <a:pt x="57556" y="164837"/>
                </a:lnTo>
                <a:lnTo>
                  <a:pt x="57557" y="164837"/>
                </a:lnTo>
                <a:lnTo>
                  <a:pt x="57558" y="164837"/>
                </a:lnTo>
                <a:lnTo>
                  <a:pt x="57560" y="164837"/>
                </a:lnTo>
                <a:lnTo>
                  <a:pt x="57561" y="164837"/>
                </a:lnTo>
                <a:lnTo>
                  <a:pt x="57562" y="164837"/>
                </a:lnTo>
                <a:lnTo>
                  <a:pt x="57563" y="164837"/>
                </a:lnTo>
                <a:lnTo>
                  <a:pt x="57564" y="164837"/>
                </a:lnTo>
                <a:lnTo>
                  <a:pt x="57565" y="164837"/>
                </a:lnTo>
                <a:lnTo>
                  <a:pt x="57566" y="164837"/>
                </a:lnTo>
                <a:lnTo>
                  <a:pt x="57567" y="164837"/>
                </a:lnTo>
                <a:lnTo>
                  <a:pt x="57568" y="164837"/>
                </a:lnTo>
                <a:lnTo>
                  <a:pt x="57569" y="164837"/>
                </a:lnTo>
                <a:lnTo>
                  <a:pt x="57571" y="164837"/>
                </a:lnTo>
                <a:lnTo>
                  <a:pt x="57572" y="164837"/>
                </a:lnTo>
                <a:lnTo>
                  <a:pt x="57573" y="164837"/>
                </a:lnTo>
                <a:lnTo>
                  <a:pt x="57574" y="164837"/>
                </a:lnTo>
                <a:lnTo>
                  <a:pt x="57575" y="164837"/>
                </a:lnTo>
                <a:lnTo>
                  <a:pt x="57576" y="164837"/>
                </a:lnTo>
                <a:lnTo>
                  <a:pt x="57577" y="164837"/>
                </a:lnTo>
                <a:lnTo>
                  <a:pt x="57578" y="164837"/>
                </a:lnTo>
                <a:lnTo>
                  <a:pt x="57579" y="164837"/>
                </a:lnTo>
                <a:lnTo>
                  <a:pt x="57580" y="164837"/>
                </a:lnTo>
                <a:lnTo>
                  <a:pt x="57582" y="164837"/>
                </a:lnTo>
                <a:lnTo>
                  <a:pt x="57583" y="164837"/>
                </a:lnTo>
                <a:lnTo>
                  <a:pt x="57584" y="164837"/>
                </a:lnTo>
                <a:lnTo>
                  <a:pt x="57585" y="164837"/>
                </a:lnTo>
                <a:lnTo>
                  <a:pt x="57586" y="164837"/>
                </a:lnTo>
                <a:lnTo>
                  <a:pt x="57587" y="164837"/>
                </a:lnTo>
                <a:lnTo>
                  <a:pt x="57588" y="164837"/>
                </a:lnTo>
                <a:lnTo>
                  <a:pt x="57589" y="164837"/>
                </a:lnTo>
                <a:lnTo>
                  <a:pt x="57590" y="164837"/>
                </a:lnTo>
                <a:lnTo>
                  <a:pt x="57591" y="164837"/>
                </a:lnTo>
                <a:lnTo>
                  <a:pt x="57592" y="164837"/>
                </a:lnTo>
                <a:lnTo>
                  <a:pt x="57594" y="164837"/>
                </a:lnTo>
                <a:lnTo>
                  <a:pt x="57595" y="164837"/>
                </a:lnTo>
                <a:lnTo>
                  <a:pt x="57596" y="164837"/>
                </a:lnTo>
                <a:lnTo>
                  <a:pt x="57597" y="164837"/>
                </a:lnTo>
                <a:lnTo>
                  <a:pt x="57598" y="164837"/>
                </a:lnTo>
                <a:lnTo>
                  <a:pt x="57599" y="164837"/>
                </a:lnTo>
                <a:lnTo>
                  <a:pt x="57600" y="164837"/>
                </a:lnTo>
                <a:lnTo>
                  <a:pt x="57601" y="164837"/>
                </a:lnTo>
                <a:lnTo>
                  <a:pt x="57602" y="164837"/>
                </a:lnTo>
                <a:lnTo>
                  <a:pt x="57603" y="164837"/>
                </a:lnTo>
                <a:lnTo>
                  <a:pt x="57605" y="164837"/>
                </a:lnTo>
                <a:lnTo>
                  <a:pt x="57606" y="164837"/>
                </a:lnTo>
                <a:lnTo>
                  <a:pt x="57607" y="164837"/>
                </a:lnTo>
                <a:lnTo>
                  <a:pt x="57608" y="164837"/>
                </a:lnTo>
                <a:lnTo>
                  <a:pt x="57609" y="164837"/>
                </a:lnTo>
                <a:lnTo>
                  <a:pt x="57610" y="164837"/>
                </a:lnTo>
                <a:lnTo>
                  <a:pt x="57611" y="164837"/>
                </a:lnTo>
                <a:lnTo>
                  <a:pt x="57612" y="164837"/>
                </a:lnTo>
                <a:lnTo>
                  <a:pt x="57613" y="164837"/>
                </a:lnTo>
                <a:lnTo>
                  <a:pt x="57614" y="164837"/>
                </a:lnTo>
                <a:lnTo>
                  <a:pt x="57616" y="164837"/>
                </a:lnTo>
                <a:lnTo>
                  <a:pt x="57617" y="164837"/>
                </a:lnTo>
                <a:lnTo>
                  <a:pt x="57618" y="164837"/>
                </a:lnTo>
                <a:lnTo>
                  <a:pt x="57619" y="164837"/>
                </a:lnTo>
                <a:lnTo>
                  <a:pt x="57620" y="164837"/>
                </a:lnTo>
                <a:lnTo>
                  <a:pt x="57621" y="164837"/>
                </a:lnTo>
                <a:lnTo>
                  <a:pt x="57622" y="164837"/>
                </a:lnTo>
                <a:lnTo>
                  <a:pt x="57623" y="164837"/>
                </a:lnTo>
                <a:lnTo>
                  <a:pt x="57624" y="164837"/>
                </a:lnTo>
                <a:lnTo>
                  <a:pt x="57625" y="164837"/>
                </a:lnTo>
                <a:lnTo>
                  <a:pt x="57626" y="164837"/>
                </a:lnTo>
                <a:lnTo>
                  <a:pt x="57628" y="164837"/>
                </a:lnTo>
                <a:lnTo>
                  <a:pt x="57629" y="164837"/>
                </a:lnTo>
                <a:lnTo>
                  <a:pt x="57630" y="164837"/>
                </a:lnTo>
                <a:lnTo>
                  <a:pt x="57631" y="164837"/>
                </a:lnTo>
                <a:lnTo>
                  <a:pt x="57632" y="164837"/>
                </a:lnTo>
                <a:lnTo>
                  <a:pt x="57633" y="164837"/>
                </a:lnTo>
                <a:lnTo>
                  <a:pt x="57634" y="164837"/>
                </a:lnTo>
                <a:lnTo>
                  <a:pt x="57635" y="164837"/>
                </a:lnTo>
                <a:lnTo>
                  <a:pt x="57636" y="164837"/>
                </a:lnTo>
                <a:lnTo>
                  <a:pt x="57637" y="164837"/>
                </a:lnTo>
                <a:lnTo>
                  <a:pt x="57639" y="164837"/>
                </a:lnTo>
                <a:lnTo>
                  <a:pt x="57640" y="164837"/>
                </a:lnTo>
                <a:lnTo>
                  <a:pt x="57641" y="164837"/>
                </a:lnTo>
                <a:lnTo>
                  <a:pt x="57642" y="164837"/>
                </a:lnTo>
                <a:lnTo>
                  <a:pt x="57643" y="164837"/>
                </a:lnTo>
                <a:lnTo>
                  <a:pt x="57644" y="164837"/>
                </a:lnTo>
                <a:lnTo>
                  <a:pt x="57645" y="164837"/>
                </a:lnTo>
                <a:lnTo>
                  <a:pt x="57646" y="164837"/>
                </a:lnTo>
                <a:lnTo>
                  <a:pt x="57647" y="164837"/>
                </a:lnTo>
                <a:lnTo>
                  <a:pt x="57648" y="164837"/>
                </a:lnTo>
                <a:lnTo>
                  <a:pt x="57650" y="164837"/>
                </a:lnTo>
                <a:lnTo>
                  <a:pt x="57651" y="164837"/>
                </a:lnTo>
                <a:lnTo>
                  <a:pt x="57652" y="164837"/>
                </a:lnTo>
                <a:lnTo>
                  <a:pt x="57653" y="164837"/>
                </a:lnTo>
                <a:lnTo>
                  <a:pt x="57654" y="164837"/>
                </a:lnTo>
                <a:lnTo>
                  <a:pt x="57655" y="164837"/>
                </a:lnTo>
                <a:lnTo>
                  <a:pt x="57656" y="164837"/>
                </a:lnTo>
                <a:lnTo>
                  <a:pt x="57657" y="164837"/>
                </a:lnTo>
                <a:lnTo>
                  <a:pt x="57658" y="164837"/>
                </a:lnTo>
                <a:lnTo>
                  <a:pt x="57659" y="164837"/>
                </a:lnTo>
                <a:lnTo>
                  <a:pt x="57661" y="164837"/>
                </a:lnTo>
                <a:lnTo>
                  <a:pt x="57662" y="164837"/>
                </a:lnTo>
                <a:lnTo>
                  <a:pt x="57663" y="164837"/>
                </a:lnTo>
                <a:lnTo>
                  <a:pt x="57664" y="164837"/>
                </a:lnTo>
                <a:lnTo>
                  <a:pt x="57665" y="164837"/>
                </a:lnTo>
                <a:lnTo>
                  <a:pt x="57666" y="164837"/>
                </a:lnTo>
                <a:lnTo>
                  <a:pt x="57667" y="164837"/>
                </a:lnTo>
                <a:lnTo>
                  <a:pt x="57668" y="164837"/>
                </a:lnTo>
                <a:lnTo>
                  <a:pt x="57669" y="164837"/>
                </a:lnTo>
                <a:lnTo>
                  <a:pt x="57670" y="164837"/>
                </a:lnTo>
                <a:lnTo>
                  <a:pt x="57672" y="164837"/>
                </a:lnTo>
                <a:lnTo>
                  <a:pt x="57673" y="164837"/>
                </a:lnTo>
                <a:lnTo>
                  <a:pt x="57674" y="164837"/>
                </a:lnTo>
                <a:lnTo>
                  <a:pt x="57675" y="164837"/>
                </a:lnTo>
                <a:lnTo>
                  <a:pt x="57676" y="164837"/>
                </a:lnTo>
                <a:lnTo>
                  <a:pt x="57677" y="164837"/>
                </a:lnTo>
                <a:lnTo>
                  <a:pt x="57678" y="164837"/>
                </a:lnTo>
                <a:lnTo>
                  <a:pt x="57679" y="164837"/>
                </a:lnTo>
                <a:lnTo>
                  <a:pt x="57680" y="164837"/>
                </a:lnTo>
                <a:lnTo>
                  <a:pt x="57681" y="164837"/>
                </a:lnTo>
                <a:lnTo>
                  <a:pt x="57683" y="164837"/>
                </a:lnTo>
                <a:lnTo>
                  <a:pt x="57684" y="164837"/>
                </a:lnTo>
                <a:lnTo>
                  <a:pt x="57685" y="164837"/>
                </a:lnTo>
                <a:lnTo>
                  <a:pt x="57686" y="164837"/>
                </a:lnTo>
                <a:lnTo>
                  <a:pt x="57687" y="164837"/>
                </a:lnTo>
                <a:lnTo>
                  <a:pt x="57688" y="164837"/>
                </a:lnTo>
                <a:lnTo>
                  <a:pt x="57689" y="164837"/>
                </a:lnTo>
                <a:lnTo>
                  <a:pt x="57690" y="164837"/>
                </a:lnTo>
                <a:lnTo>
                  <a:pt x="57691" y="164837"/>
                </a:lnTo>
                <a:lnTo>
                  <a:pt x="57692" y="164837"/>
                </a:lnTo>
                <a:lnTo>
                  <a:pt x="57693" y="164837"/>
                </a:lnTo>
                <a:lnTo>
                  <a:pt x="57695" y="164837"/>
                </a:lnTo>
                <a:lnTo>
                  <a:pt x="57696" y="164837"/>
                </a:lnTo>
                <a:lnTo>
                  <a:pt x="57697" y="164837"/>
                </a:lnTo>
                <a:lnTo>
                  <a:pt x="57698" y="164837"/>
                </a:lnTo>
                <a:lnTo>
                  <a:pt x="57699" y="164837"/>
                </a:lnTo>
                <a:lnTo>
                  <a:pt x="57700" y="164837"/>
                </a:lnTo>
                <a:lnTo>
                  <a:pt x="57701" y="164837"/>
                </a:lnTo>
                <a:lnTo>
                  <a:pt x="57702" y="164837"/>
                </a:lnTo>
                <a:lnTo>
                  <a:pt x="57703" y="164837"/>
                </a:lnTo>
                <a:lnTo>
                  <a:pt x="57704" y="164837"/>
                </a:lnTo>
                <a:lnTo>
                  <a:pt x="57706" y="164837"/>
                </a:lnTo>
                <a:lnTo>
                  <a:pt x="57707" y="164837"/>
                </a:lnTo>
                <a:lnTo>
                  <a:pt x="57708" y="164837"/>
                </a:lnTo>
                <a:lnTo>
                  <a:pt x="57709" y="164837"/>
                </a:lnTo>
                <a:lnTo>
                  <a:pt x="57710" y="164837"/>
                </a:lnTo>
                <a:lnTo>
                  <a:pt x="57711" y="164837"/>
                </a:lnTo>
                <a:lnTo>
                  <a:pt x="57712" y="164837"/>
                </a:lnTo>
                <a:lnTo>
                  <a:pt x="57713" y="164837"/>
                </a:lnTo>
                <a:lnTo>
                  <a:pt x="57714" y="164837"/>
                </a:lnTo>
                <a:lnTo>
                  <a:pt x="57715" y="164837"/>
                </a:lnTo>
                <a:lnTo>
                  <a:pt x="57717" y="164837"/>
                </a:lnTo>
                <a:lnTo>
                  <a:pt x="57718" y="164837"/>
                </a:lnTo>
                <a:lnTo>
                  <a:pt x="57719" y="164837"/>
                </a:lnTo>
                <a:lnTo>
                  <a:pt x="57720" y="164837"/>
                </a:lnTo>
                <a:lnTo>
                  <a:pt x="57721" y="164837"/>
                </a:lnTo>
                <a:lnTo>
                  <a:pt x="57722" y="164837"/>
                </a:lnTo>
                <a:lnTo>
                  <a:pt x="57723" y="164837"/>
                </a:lnTo>
                <a:lnTo>
                  <a:pt x="57724" y="164837"/>
                </a:lnTo>
                <a:lnTo>
                  <a:pt x="57725" y="164837"/>
                </a:lnTo>
                <a:lnTo>
                  <a:pt x="57726" y="164837"/>
                </a:lnTo>
                <a:lnTo>
                  <a:pt x="57728" y="164837"/>
                </a:lnTo>
                <a:lnTo>
                  <a:pt x="57729" y="164837"/>
                </a:lnTo>
                <a:lnTo>
                  <a:pt x="57730" y="164837"/>
                </a:lnTo>
                <a:lnTo>
                  <a:pt x="57731" y="164837"/>
                </a:lnTo>
                <a:lnTo>
                  <a:pt x="57732" y="164837"/>
                </a:lnTo>
                <a:lnTo>
                  <a:pt x="57733" y="164837"/>
                </a:lnTo>
                <a:lnTo>
                  <a:pt x="57734" y="164837"/>
                </a:lnTo>
                <a:lnTo>
                  <a:pt x="57735" y="164837"/>
                </a:lnTo>
                <a:lnTo>
                  <a:pt x="57736" y="164837"/>
                </a:lnTo>
                <a:lnTo>
                  <a:pt x="57737" y="164837"/>
                </a:lnTo>
                <a:lnTo>
                  <a:pt x="57739" y="164837"/>
                </a:lnTo>
                <a:lnTo>
                  <a:pt x="57740" y="164837"/>
                </a:lnTo>
                <a:lnTo>
                  <a:pt x="57741" y="164837"/>
                </a:lnTo>
                <a:lnTo>
                  <a:pt x="57742" y="164837"/>
                </a:lnTo>
                <a:lnTo>
                  <a:pt x="57743" y="164837"/>
                </a:lnTo>
                <a:lnTo>
                  <a:pt x="57744" y="164837"/>
                </a:lnTo>
                <a:lnTo>
                  <a:pt x="57745" y="164837"/>
                </a:lnTo>
                <a:lnTo>
                  <a:pt x="57746" y="164837"/>
                </a:lnTo>
                <a:lnTo>
                  <a:pt x="57747" y="164837"/>
                </a:lnTo>
                <a:lnTo>
                  <a:pt x="57748" y="164837"/>
                </a:lnTo>
                <a:lnTo>
                  <a:pt x="57750" y="164837"/>
                </a:lnTo>
                <a:lnTo>
                  <a:pt x="57751" y="164837"/>
                </a:lnTo>
                <a:lnTo>
                  <a:pt x="57752" y="164837"/>
                </a:lnTo>
                <a:lnTo>
                  <a:pt x="57753" y="164837"/>
                </a:lnTo>
                <a:lnTo>
                  <a:pt x="57754" y="164837"/>
                </a:lnTo>
                <a:lnTo>
                  <a:pt x="57755" y="164837"/>
                </a:lnTo>
                <a:lnTo>
                  <a:pt x="57756" y="164837"/>
                </a:lnTo>
                <a:lnTo>
                  <a:pt x="57757" y="164837"/>
                </a:lnTo>
                <a:lnTo>
                  <a:pt x="57758" y="164837"/>
                </a:lnTo>
                <a:lnTo>
                  <a:pt x="57759" y="164837"/>
                </a:lnTo>
                <a:lnTo>
                  <a:pt x="57761" y="164837"/>
                </a:lnTo>
                <a:lnTo>
                  <a:pt x="57762" y="164837"/>
                </a:lnTo>
                <a:lnTo>
                  <a:pt x="57763" y="164837"/>
                </a:lnTo>
                <a:lnTo>
                  <a:pt x="57764" y="164837"/>
                </a:lnTo>
                <a:lnTo>
                  <a:pt x="57765" y="164837"/>
                </a:lnTo>
                <a:lnTo>
                  <a:pt x="57766" y="164837"/>
                </a:lnTo>
                <a:lnTo>
                  <a:pt x="57767" y="164837"/>
                </a:lnTo>
                <a:lnTo>
                  <a:pt x="57768" y="164837"/>
                </a:lnTo>
                <a:lnTo>
                  <a:pt x="57769" y="164837"/>
                </a:lnTo>
                <a:lnTo>
                  <a:pt x="57770" y="164837"/>
                </a:lnTo>
                <a:lnTo>
                  <a:pt x="57772" y="164837"/>
                </a:lnTo>
                <a:lnTo>
                  <a:pt x="57773" y="164837"/>
                </a:lnTo>
                <a:lnTo>
                  <a:pt x="57774" y="164837"/>
                </a:lnTo>
                <a:lnTo>
                  <a:pt x="57775" y="164837"/>
                </a:lnTo>
                <a:lnTo>
                  <a:pt x="57776" y="164837"/>
                </a:lnTo>
                <a:lnTo>
                  <a:pt x="57777" y="164837"/>
                </a:lnTo>
                <a:lnTo>
                  <a:pt x="57778" y="164837"/>
                </a:lnTo>
                <a:lnTo>
                  <a:pt x="57779" y="164837"/>
                </a:lnTo>
                <a:lnTo>
                  <a:pt x="57780" y="164837"/>
                </a:lnTo>
                <a:lnTo>
                  <a:pt x="57781" y="164837"/>
                </a:lnTo>
                <a:lnTo>
                  <a:pt x="57783" y="164837"/>
                </a:lnTo>
                <a:lnTo>
                  <a:pt x="57784" y="164837"/>
                </a:lnTo>
                <a:lnTo>
                  <a:pt x="57785" y="164837"/>
                </a:lnTo>
                <a:lnTo>
                  <a:pt x="57786" y="164837"/>
                </a:lnTo>
                <a:lnTo>
                  <a:pt x="57787" y="164837"/>
                </a:lnTo>
                <a:lnTo>
                  <a:pt x="57788" y="164837"/>
                </a:lnTo>
                <a:lnTo>
                  <a:pt x="57789" y="164837"/>
                </a:lnTo>
                <a:lnTo>
                  <a:pt x="57790" y="164837"/>
                </a:lnTo>
                <a:lnTo>
                  <a:pt x="57791" y="164837"/>
                </a:lnTo>
                <a:lnTo>
                  <a:pt x="57792" y="164837"/>
                </a:lnTo>
                <a:lnTo>
                  <a:pt x="57794" y="164837"/>
                </a:lnTo>
                <a:lnTo>
                  <a:pt x="57795" y="164837"/>
                </a:lnTo>
                <a:lnTo>
                  <a:pt x="57796" y="164837"/>
                </a:lnTo>
                <a:lnTo>
                  <a:pt x="57797" y="164837"/>
                </a:lnTo>
                <a:lnTo>
                  <a:pt x="57798" y="164837"/>
                </a:lnTo>
                <a:lnTo>
                  <a:pt x="57799" y="164837"/>
                </a:lnTo>
                <a:lnTo>
                  <a:pt x="57800" y="164837"/>
                </a:lnTo>
                <a:lnTo>
                  <a:pt x="57801" y="164837"/>
                </a:lnTo>
                <a:lnTo>
                  <a:pt x="57802" y="164837"/>
                </a:lnTo>
                <a:lnTo>
                  <a:pt x="57803" y="164837"/>
                </a:lnTo>
                <a:lnTo>
                  <a:pt x="57805" y="164837"/>
                </a:lnTo>
                <a:lnTo>
                  <a:pt x="57806" y="164837"/>
                </a:lnTo>
                <a:lnTo>
                  <a:pt x="57807" y="164837"/>
                </a:lnTo>
                <a:lnTo>
                  <a:pt x="57808" y="164837"/>
                </a:lnTo>
                <a:lnTo>
                  <a:pt x="57809" y="164837"/>
                </a:lnTo>
                <a:lnTo>
                  <a:pt x="57810" y="164837"/>
                </a:lnTo>
                <a:lnTo>
                  <a:pt x="57811" y="164837"/>
                </a:lnTo>
                <a:lnTo>
                  <a:pt x="57812" y="164837"/>
                </a:lnTo>
                <a:lnTo>
                  <a:pt x="57813" y="164837"/>
                </a:lnTo>
                <a:lnTo>
                  <a:pt x="57814" y="164837"/>
                </a:lnTo>
                <a:lnTo>
                  <a:pt x="57816" y="164837"/>
                </a:lnTo>
                <a:lnTo>
                  <a:pt x="57817" y="164837"/>
                </a:lnTo>
                <a:lnTo>
                  <a:pt x="57818" y="164837"/>
                </a:lnTo>
                <a:lnTo>
                  <a:pt x="57819" y="164837"/>
                </a:lnTo>
                <a:lnTo>
                  <a:pt x="57820" y="164837"/>
                </a:lnTo>
                <a:lnTo>
                  <a:pt x="57821" y="164837"/>
                </a:lnTo>
                <a:lnTo>
                  <a:pt x="57822" y="164837"/>
                </a:lnTo>
                <a:lnTo>
                  <a:pt x="57823" y="164837"/>
                </a:lnTo>
                <a:lnTo>
                  <a:pt x="57824" y="164837"/>
                </a:lnTo>
                <a:lnTo>
                  <a:pt x="57825" y="164837"/>
                </a:lnTo>
                <a:lnTo>
                  <a:pt x="57827" y="164837"/>
                </a:lnTo>
                <a:lnTo>
                  <a:pt x="57828" y="164837"/>
                </a:lnTo>
                <a:lnTo>
                  <a:pt x="57829" y="164837"/>
                </a:lnTo>
                <a:lnTo>
                  <a:pt x="57830" y="164837"/>
                </a:lnTo>
                <a:lnTo>
                  <a:pt x="57831" y="164837"/>
                </a:lnTo>
                <a:lnTo>
                  <a:pt x="57832" y="164837"/>
                </a:lnTo>
                <a:lnTo>
                  <a:pt x="57833" y="164837"/>
                </a:lnTo>
                <a:lnTo>
                  <a:pt x="57834" y="164837"/>
                </a:lnTo>
                <a:lnTo>
                  <a:pt x="57835" y="164837"/>
                </a:lnTo>
                <a:lnTo>
                  <a:pt x="57836" y="164837"/>
                </a:lnTo>
                <a:lnTo>
                  <a:pt x="57838" y="164837"/>
                </a:lnTo>
                <a:lnTo>
                  <a:pt x="57839" y="164837"/>
                </a:lnTo>
                <a:lnTo>
                  <a:pt x="57840" y="164837"/>
                </a:lnTo>
                <a:lnTo>
                  <a:pt x="57841" y="164837"/>
                </a:lnTo>
                <a:lnTo>
                  <a:pt x="57842" y="164837"/>
                </a:lnTo>
                <a:lnTo>
                  <a:pt x="57843" y="164837"/>
                </a:lnTo>
                <a:lnTo>
                  <a:pt x="57844" y="164837"/>
                </a:lnTo>
                <a:lnTo>
                  <a:pt x="57845" y="164837"/>
                </a:lnTo>
                <a:lnTo>
                  <a:pt x="57846" y="164837"/>
                </a:lnTo>
                <a:lnTo>
                  <a:pt x="57847" y="164837"/>
                </a:lnTo>
                <a:lnTo>
                  <a:pt x="57849" y="164837"/>
                </a:lnTo>
                <a:lnTo>
                  <a:pt x="57850" y="164837"/>
                </a:lnTo>
                <a:lnTo>
                  <a:pt x="57851" y="164837"/>
                </a:lnTo>
                <a:lnTo>
                  <a:pt x="57852" y="164837"/>
                </a:lnTo>
                <a:lnTo>
                  <a:pt x="57853" y="164837"/>
                </a:lnTo>
                <a:lnTo>
                  <a:pt x="57854" y="164837"/>
                </a:lnTo>
                <a:lnTo>
                  <a:pt x="57855" y="164837"/>
                </a:lnTo>
                <a:lnTo>
                  <a:pt x="57856" y="164837"/>
                </a:lnTo>
                <a:lnTo>
                  <a:pt x="57857" y="164837"/>
                </a:lnTo>
                <a:lnTo>
                  <a:pt x="57859" y="164837"/>
                </a:lnTo>
                <a:lnTo>
                  <a:pt x="57860" y="164837"/>
                </a:lnTo>
                <a:lnTo>
                  <a:pt x="57861" y="164837"/>
                </a:lnTo>
                <a:lnTo>
                  <a:pt x="57862" y="164837"/>
                </a:lnTo>
                <a:lnTo>
                  <a:pt x="57863" y="164837"/>
                </a:lnTo>
                <a:lnTo>
                  <a:pt x="57864" y="164837"/>
                </a:lnTo>
                <a:lnTo>
                  <a:pt x="57865" y="164837"/>
                </a:lnTo>
                <a:lnTo>
                  <a:pt x="57866" y="164837"/>
                </a:lnTo>
                <a:lnTo>
                  <a:pt x="57867" y="164837"/>
                </a:lnTo>
                <a:lnTo>
                  <a:pt x="57868" y="164837"/>
                </a:lnTo>
                <a:lnTo>
                  <a:pt x="57870" y="164837"/>
                </a:lnTo>
                <a:lnTo>
                  <a:pt x="57871" y="164837"/>
                </a:lnTo>
                <a:lnTo>
                  <a:pt x="57872" y="164837"/>
                </a:lnTo>
                <a:lnTo>
                  <a:pt x="57873" y="164837"/>
                </a:lnTo>
                <a:lnTo>
                  <a:pt x="57874" y="164837"/>
                </a:lnTo>
                <a:lnTo>
                  <a:pt x="57875" y="164837"/>
                </a:lnTo>
                <a:lnTo>
                  <a:pt x="57876" y="164837"/>
                </a:lnTo>
                <a:lnTo>
                  <a:pt x="57877" y="164837"/>
                </a:lnTo>
                <a:lnTo>
                  <a:pt x="57878" y="164837"/>
                </a:lnTo>
                <a:lnTo>
                  <a:pt x="57879" y="164837"/>
                </a:lnTo>
                <a:lnTo>
                  <a:pt x="57881" y="164837"/>
                </a:lnTo>
                <a:lnTo>
                  <a:pt x="57882" y="164837"/>
                </a:lnTo>
                <a:lnTo>
                  <a:pt x="57883" y="164837"/>
                </a:lnTo>
                <a:lnTo>
                  <a:pt x="57884" y="164837"/>
                </a:lnTo>
                <a:lnTo>
                  <a:pt x="57885" y="164837"/>
                </a:lnTo>
                <a:lnTo>
                  <a:pt x="57886" y="164837"/>
                </a:lnTo>
                <a:lnTo>
                  <a:pt x="57887" y="164837"/>
                </a:lnTo>
                <a:lnTo>
                  <a:pt x="57888" y="164837"/>
                </a:lnTo>
                <a:lnTo>
                  <a:pt x="57889" y="164837"/>
                </a:lnTo>
                <a:lnTo>
                  <a:pt x="57890" y="164837"/>
                </a:lnTo>
                <a:lnTo>
                  <a:pt x="57892" y="164837"/>
                </a:lnTo>
                <a:lnTo>
                  <a:pt x="57893" y="164837"/>
                </a:lnTo>
                <a:lnTo>
                  <a:pt x="57894" y="164837"/>
                </a:lnTo>
                <a:lnTo>
                  <a:pt x="57895" y="164837"/>
                </a:lnTo>
                <a:lnTo>
                  <a:pt x="57896" y="164837"/>
                </a:lnTo>
                <a:lnTo>
                  <a:pt x="57897" y="164837"/>
                </a:lnTo>
                <a:lnTo>
                  <a:pt x="57898" y="164837"/>
                </a:lnTo>
                <a:lnTo>
                  <a:pt x="57899" y="164837"/>
                </a:lnTo>
                <a:lnTo>
                  <a:pt x="57900" y="164837"/>
                </a:lnTo>
                <a:lnTo>
                  <a:pt x="57901" y="164837"/>
                </a:lnTo>
                <a:lnTo>
                  <a:pt x="57903" y="164837"/>
                </a:lnTo>
                <a:lnTo>
                  <a:pt x="57904" y="164837"/>
                </a:lnTo>
                <a:lnTo>
                  <a:pt x="57905" y="164837"/>
                </a:lnTo>
                <a:lnTo>
                  <a:pt x="57906" y="164837"/>
                </a:lnTo>
                <a:lnTo>
                  <a:pt x="57907" y="164837"/>
                </a:lnTo>
                <a:lnTo>
                  <a:pt x="57908" y="164837"/>
                </a:lnTo>
                <a:lnTo>
                  <a:pt x="57909" y="164837"/>
                </a:lnTo>
                <a:lnTo>
                  <a:pt x="57910" y="164837"/>
                </a:lnTo>
                <a:lnTo>
                  <a:pt x="57911" y="164837"/>
                </a:lnTo>
                <a:lnTo>
                  <a:pt x="57912" y="164837"/>
                </a:lnTo>
                <a:lnTo>
                  <a:pt x="57914" y="164837"/>
                </a:lnTo>
                <a:lnTo>
                  <a:pt x="57915" y="164837"/>
                </a:lnTo>
                <a:lnTo>
                  <a:pt x="57916" y="164837"/>
                </a:lnTo>
                <a:lnTo>
                  <a:pt x="57917" y="164837"/>
                </a:lnTo>
                <a:lnTo>
                  <a:pt x="57918" y="164837"/>
                </a:lnTo>
                <a:lnTo>
                  <a:pt x="57919" y="164837"/>
                </a:lnTo>
                <a:lnTo>
                  <a:pt x="57920" y="164837"/>
                </a:lnTo>
                <a:lnTo>
                  <a:pt x="57921" y="164837"/>
                </a:lnTo>
                <a:lnTo>
                  <a:pt x="57922" y="164837"/>
                </a:lnTo>
                <a:lnTo>
                  <a:pt x="57924" y="164837"/>
                </a:lnTo>
                <a:lnTo>
                  <a:pt x="57925" y="164837"/>
                </a:lnTo>
                <a:lnTo>
                  <a:pt x="57926" y="164837"/>
                </a:lnTo>
                <a:lnTo>
                  <a:pt x="57927" y="164837"/>
                </a:lnTo>
                <a:lnTo>
                  <a:pt x="57928" y="164837"/>
                </a:lnTo>
                <a:lnTo>
                  <a:pt x="57929" y="164837"/>
                </a:lnTo>
                <a:lnTo>
                  <a:pt x="57930" y="164837"/>
                </a:lnTo>
                <a:lnTo>
                  <a:pt x="57931" y="164837"/>
                </a:lnTo>
                <a:lnTo>
                  <a:pt x="57932" y="164837"/>
                </a:lnTo>
                <a:lnTo>
                  <a:pt x="57933" y="164837"/>
                </a:lnTo>
                <a:lnTo>
                  <a:pt x="57935" y="164837"/>
                </a:lnTo>
                <a:lnTo>
                  <a:pt x="57936" y="164837"/>
                </a:lnTo>
                <a:lnTo>
                  <a:pt x="57937" y="164837"/>
                </a:lnTo>
                <a:lnTo>
                  <a:pt x="57938" y="164837"/>
                </a:lnTo>
                <a:lnTo>
                  <a:pt x="57939" y="164837"/>
                </a:lnTo>
                <a:lnTo>
                  <a:pt x="57940" y="164837"/>
                </a:lnTo>
                <a:lnTo>
                  <a:pt x="57941" y="164837"/>
                </a:lnTo>
                <a:lnTo>
                  <a:pt x="57942" y="164837"/>
                </a:lnTo>
                <a:lnTo>
                  <a:pt x="57943" y="164837"/>
                </a:lnTo>
                <a:lnTo>
                  <a:pt x="57944" y="164837"/>
                </a:lnTo>
                <a:lnTo>
                  <a:pt x="57946" y="164837"/>
                </a:lnTo>
                <a:lnTo>
                  <a:pt x="57947" y="164837"/>
                </a:lnTo>
                <a:lnTo>
                  <a:pt x="57948" y="164837"/>
                </a:lnTo>
                <a:lnTo>
                  <a:pt x="57949" y="164837"/>
                </a:lnTo>
                <a:lnTo>
                  <a:pt x="57950" y="164837"/>
                </a:lnTo>
                <a:lnTo>
                  <a:pt x="57951" y="164837"/>
                </a:lnTo>
                <a:lnTo>
                  <a:pt x="57952" y="164837"/>
                </a:lnTo>
                <a:lnTo>
                  <a:pt x="57953" y="164837"/>
                </a:lnTo>
                <a:lnTo>
                  <a:pt x="57954" y="164837"/>
                </a:lnTo>
                <a:lnTo>
                  <a:pt x="57955" y="164837"/>
                </a:lnTo>
                <a:lnTo>
                  <a:pt x="57957" y="164837"/>
                </a:lnTo>
                <a:lnTo>
                  <a:pt x="57958" y="164837"/>
                </a:lnTo>
                <a:lnTo>
                  <a:pt x="57959" y="164837"/>
                </a:lnTo>
                <a:lnTo>
                  <a:pt x="57960" y="164837"/>
                </a:lnTo>
                <a:lnTo>
                  <a:pt x="57961" y="164837"/>
                </a:lnTo>
                <a:lnTo>
                  <a:pt x="57962" y="164837"/>
                </a:lnTo>
                <a:lnTo>
                  <a:pt x="57963" y="164837"/>
                </a:lnTo>
                <a:lnTo>
                  <a:pt x="57964" y="164837"/>
                </a:lnTo>
                <a:lnTo>
                  <a:pt x="57965" y="164837"/>
                </a:lnTo>
                <a:lnTo>
                  <a:pt x="57967" y="164837"/>
                </a:lnTo>
                <a:lnTo>
                  <a:pt x="57968" y="164837"/>
                </a:lnTo>
                <a:lnTo>
                  <a:pt x="57969" y="164837"/>
                </a:lnTo>
                <a:lnTo>
                  <a:pt x="57970" y="164837"/>
                </a:lnTo>
                <a:lnTo>
                  <a:pt x="57971" y="164837"/>
                </a:lnTo>
                <a:lnTo>
                  <a:pt x="57972" y="164837"/>
                </a:lnTo>
                <a:lnTo>
                  <a:pt x="57973" y="164837"/>
                </a:lnTo>
                <a:lnTo>
                  <a:pt x="57974" y="164837"/>
                </a:lnTo>
                <a:lnTo>
                  <a:pt x="57975" y="164837"/>
                </a:lnTo>
                <a:lnTo>
                  <a:pt x="57976" y="164837"/>
                </a:lnTo>
                <a:lnTo>
                  <a:pt x="57978" y="164837"/>
                </a:lnTo>
                <a:lnTo>
                  <a:pt x="57979" y="164837"/>
                </a:lnTo>
                <a:lnTo>
                  <a:pt x="57980" y="164837"/>
                </a:lnTo>
                <a:lnTo>
                  <a:pt x="57981" y="164837"/>
                </a:lnTo>
                <a:lnTo>
                  <a:pt x="57982" y="164837"/>
                </a:lnTo>
                <a:lnTo>
                  <a:pt x="57983" y="164837"/>
                </a:lnTo>
                <a:lnTo>
                  <a:pt x="57984" y="164837"/>
                </a:lnTo>
                <a:lnTo>
                  <a:pt x="57985" y="164837"/>
                </a:lnTo>
                <a:lnTo>
                  <a:pt x="57986" y="164837"/>
                </a:lnTo>
                <a:lnTo>
                  <a:pt x="57987" y="164837"/>
                </a:lnTo>
                <a:lnTo>
                  <a:pt x="57989" y="164837"/>
                </a:lnTo>
                <a:lnTo>
                  <a:pt x="57990" y="164837"/>
                </a:lnTo>
                <a:lnTo>
                  <a:pt x="57991" y="164837"/>
                </a:lnTo>
                <a:lnTo>
                  <a:pt x="57992" y="164837"/>
                </a:lnTo>
                <a:lnTo>
                  <a:pt x="57993" y="164837"/>
                </a:lnTo>
                <a:lnTo>
                  <a:pt x="57994" y="164837"/>
                </a:lnTo>
                <a:lnTo>
                  <a:pt x="57995" y="164837"/>
                </a:lnTo>
                <a:lnTo>
                  <a:pt x="57996" y="164837"/>
                </a:lnTo>
                <a:lnTo>
                  <a:pt x="57997" y="164837"/>
                </a:lnTo>
                <a:lnTo>
                  <a:pt x="57999" y="164837"/>
                </a:lnTo>
                <a:lnTo>
                  <a:pt x="58000" y="164837"/>
                </a:lnTo>
                <a:lnTo>
                  <a:pt x="58001" y="164837"/>
                </a:lnTo>
                <a:lnTo>
                  <a:pt x="58002" y="164837"/>
                </a:lnTo>
                <a:lnTo>
                  <a:pt x="58003" y="164837"/>
                </a:lnTo>
                <a:lnTo>
                  <a:pt x="58004" y="164837"/>
                </a:lnTo>
                <a:lnTo>
                  <a:pt x="58005" y="164837"/>
                </a:lnTo>
                <a:lnTo>
                  <a:pt x="58006" y="164837"/>
                </a:lnTo>
                <a:lnTo>
                  <a:pt x="58007" y="164837"/>
                </a:lnTo>
                <a:lnTo>
                  <a:pt x="58008" y="164837"/>
                </a:lnTo>
                <a:lnTo>
                  <a:pt x="58010" y="164837"/>
                </a:lnTo>
                <a:lnTo>
                  <a:pt x="58011" y="164837"/>
                </a:lnTo>
                <a:lnTo>
                  <a:pt x="58012" y="164837"/>
                </a:lnTo>
                <a:lnTo>
                  <a:pt x="58013" y="164837"/>
                </a:lnTo>
                <a:lnTo>
                  <a:pt x="58014" y="164837"/>
                </a:lnTo>
                <a:lnTo>
                  <a:pt x="58015" y="164837"/>
                </a:lnTo>
                <a:lnTo>
                  <a:pt x="58016" y="164837"/>
                </a:lnTo>
                <a:lnTo>
                  <a:pt x="58017" y="164837"/>
                </a:lnTo>
                <a:lnTo>
                  <a:pt x="58018" y="164837"/>
                </a:lnTo>
                <a:lnTo>
                  <a:pt x="58019" y="164837"/>
                </a:lnTo>
                <a:lnTo>
                  <a:pt x="58021" y="164837"/>
                </a:lnTo>
                <a:lnTo>
                  <a:pt x="58022" y="164837"/>
                </a:lnTo>
                <a:lnTo>
                  <a:pt x="58023" y="164837"/>
                </a:lnTo>
                <a:lnTo>
                  <a:pt x="58024" y="164837"/>
                </a:lnTo>
                <a:lnTo>
                  <a:pt x="58025" y="164837"/>
                </a:lnTo>
                <a:lnTo>
                  <a:pt x="58026" y="164837"/>
                </a:lnTo>
                <a:lnTo>
                  <a:pt x="58027" y="164837"/>
                </a:lnTo>
                <a:lnTo>
                  <a:pt x="58028" y="164837"/>
                </a:lnTo>
                <a:lnTo>
                  <a:pt x="58029" y="164837"/>
                </a:lnTo>
                <a:lnTo>
                  <a:pt x="58031" y="164837"/>
                </a:lnTo>
                <a:lnTo>
                  <a:pt x="58032" y="164837"/>
                </a:lnTo>
                <a:lnTo>
                  <a:pt x="58033" y="164837"/>
                </a:lnTo>
                <a:lnTo>
                  <a:pt x="58034" y="164837"/>
                </a:lnTo>
                <a:lnTo>
                  <a:pt x="58035" y="164837"/>
                </a:lnTo>
                <a:lnTo>
                  <a:pt x="58036" y="164837"/>
                </a:lnTo>
                <a:lnTo>
                  <a:pt x="58037" y="164837"/>
                </a:lnTo>
                <a:lnTo>
                  <a:pt x="58038" y="164837"/>
                </a:lnTo>
                <a:lnTo>
                  <a:pt x="58039" y="164837"/>
                </a:lnTo>
                <a:lnTo>
                  <a:pt x="58040" y="164837"/>
                </a:lnTo>
                <a:lnTo>
                  <a:pt x="58042" y="164837"/>
                </a:lnTo>
                <a:lnTo>
                  <a:pt x="58043" y="164837"/>
                </a:lnTo>
                <a:lnTo>
                  <a:pt x="58044" y="164837"/>
                </a:lnTo>
                <a:lnTo>
                  <a:pt x="58045" y="164837"/>
                </a:lnTo>
                <a:lnTo>
                  <a:pt x="58046" y="164837"/>
                </a:lnTo>
                <a:lnTo>
                  <a:pt x="58047" y="164837"/>
                </a:lnTo>
                <a:lnTo>
                  <a:pt x="58048" y="164837"/>
                </a:lnTo>
                <a:lnTo>
                  <a:pt x="58049" y="164837"/>
                </a:lnTo>
                <a:lnTo>
                  <a:pt x="58050" y="164837"/>
                </a:lnTo>
                <a:lnTo>
                  <a:pt x="58051" y="164837"/>
                </a:lnTo>
                <a:lnTo>
                  <a:pt x="58053" y="164837"/>
                </a:lnTo>
                <a:lnTo>
                  <a:pt x="58054" y="164837"/>
                </a:lnTo>
                <a:lnTo>
                  <a:pt x="58055" y="164837"/>
                </a:lnTo>
                <a:lnTo>
                  <a:pt x="58056" y="164837"/>
                </a:lnTo>
                <a:lnTo>
                  <a:pt x="58057" y="164837"/>
                </a:lnTo>
                <a:lnTo>
                  <a:pt x="58058" y="164837"/>
                </a:lnTo>
                <a:lnTo>
                  <a:pt x="58059" y="164837"/>
                </a:lnTo>
                <a:lnTo>
                  <a:pt x="58060" y="164837"/>
                </a:lnTo>
                <a:lnTo>
                  <a:pt x="58061" y="164837"/>
                </a:lnTo>
                <a:lnTo>
                  <a:pt x="58063" y="164837"/>
                </a:lnTo>
                <a:lnTo>
                  <a:pt x="58064" y="164837"/>
                </a:lnTo>
                <a:lnTo>
                  <a:pt x="58065" y="164837"/>
                </a:lnTo>
                <a:lnTo>
                  <a:pt x="58066" y="164837"/>
                </a:lnTo>
                <a:lnTo>
                  <a:pt x="58067" y="164837"/>
                </a:lnTo>
                <a:lnTo>
                  <a:pt x="58068" y="164837"/>
                </a:lnTo>
                <a:lnTo>
                  <a:pt x="58069" y="164837"/>
                </a:lnTo>
                <a:lnTo>
                  <a:pt x="58070" y="164837"/>
                </a:lnTo>
                <a:lnTo>
                  <a:pt x="58071" y="164837"/>
                </a:lnTo>
                <a:lnTo>
                  <a:pt x="58072" y="164837"/>
                </a:lnTo>
                <a:lnTo>
                  <a:pt x="58074" y="164837"/>
                </a:lnTo>
                <a:lnTo>
                  <a:pt x="58075" y="164837"/>
                </a:lnTo>
                <a:lnTo>
                  <a:pt x="58076" y="164837"/>
                </a:lnTo>
                <a:lnTo>
                  <a:pt x="58077" y="164837"/>
                </a:lnTo>
                <a:lnTo>
                  <a:pt x="58078" y="164837"/>
                </a:lnTo>
                <a:lnTo>
                  <a:pt x="58079" y="164837"/>
                </a:lnTo>
                <a:lnTo>
                  <a:pt x="58080" y="164837"/>
                </a:lnTo>
                <a:lnTo>
                  <a:pt x="58081" y="164837"/>
                </a:lnTo>
                <a:lnTo>
                  <a:pt x="58082" y="164837"/>
                </a:lnTo>
                <a:lnTo>
                  <a:pt x="58084" y="164837"/>
                </a:lnTo>
                <a:lnTo>
                  <a:pt x="58085" y="164837"/>
                </a:lnTo>
                <a:lnTo>
                  <a:pt x="58086" y="164837"/>
                </a:lnTo>
                <a:lnTo>
                  <a:pt x="58087" y="164837"/>
                </a:lnTo>
                <a:lnTo>
                  <a:pt x="58088" y="164837"/>
                </a:lnTo>
                <a:lnTo>
                  <a:pt x="58089" y="164837"/>
                </a:lnTo>
                <a:lnTo>
                  <a:pt x="58090" y="164837"/>
                </a:lnTo>
                <a:lnTo>
                  <a:pt x="58091" y="164837"/>
                </a:lnTo>
                <a:lnTo>
                  <a:pt x="58092" y="164837"/>
                </a:lnTo>
                <a:lnTo>
                  <a:pt x="58093" y="164837"/>
                </a:lnTo>
                <a:lnTo>
                  <a:pt x="58095" y="164837"/>
                </a:lnTo>
                <a:lnTo>
                  <a:pt x="58096" y="164837"/>
                </a:lnTo>
                <a:lnTo>
                  <a:pt x="58097" y="164837"/>
                </a:lnTo>
                <a:lnTo>
                  <a:pt x="58098" y="164837"/>
                </a:lnTo>
                <a:lnTo>
                  <a:pt x="58099" y="164837"/>
                </a:lnTo>
                <a:lnTo>
                  <a:pt x="58100" y="164837"/>
                </a:lnTo>
                <a:lnTo>
                  <a:pt x="58101" y="164837"/>
                </a:lnTo>
                <a:lnTo>
                  <a:pt x="58102" y="164837"/>
                </a:lnTo>
                <a:lnTo>
                  <a:pt x="58103" y="164837"/>
                </a:lnTo>
                <a:lnTo>
                  <a:pt x="58105" y="164837"/>
                </a:lnTo>
                <a:lnTo>
                  <a:pt x="58106" y="164837"/>
                </a:lnTo>
                <a:lnTo>
                  <a:pt x="58107" y="164837"/>
                </a:lnTo>
                <a:lnTo>
                  <a:pt x="58108" y="164837"/>
                </a:lnTo>
                <a:lnTo>
                  <a:pt x="58109" y="164837"/>
                </a:lnTo>
                <a:lnTo>
                  <a:pt x="58110" y="164837"/>
                </a:lnTo>
                <a:lnTo>
                  <a:pt x="58111" y="164837"/>
                </a:lnTo>
                <a:lnTo>
                  <a:pt x="58112" y="164837"/>
                </a:lnTo>
                <a:lnTo>
                  <a:pt x="58113" y="164837"/>
                </a:lnTo>
                <a:lnTo>
                  <a:pt x="58114" y="164837"/>
                </a:lnTo>
                <a:lnTo>
                  <a:pt x="58116" y="164837"/>
                </a:lnTo>
                <a:lnTo>
                  <a:pt x="58117" y="164837"/>
                </a:lnTo>
                <a:lnTo>
                  <a:pt x="58118" y="164837"/>
                </a:lnTo>
                <a:lnTo>
                  <a:pt x="58119" y="164837"/>
                </a:lnTo>
                <a:lnTo>
                  <a:pt x="58120" y="164837"/>
                </a:lnTo>
                <a:lnTo>
                  <a:pt x="58121" y="164837"/>
                </a:lnTo>
                <a:lnTo>
                  <a:pt x="58122" y="164837"/>
                </a:lnTo>
                <a:lnTo>
                  <a:pt x="58123" y="164837"/>
                </a:lnTo>
                <a:lnTo>
                  <a:pt x="58124" y="164837"/>
                </a:lnTo>
                <a:lnTo>
                  <a:pt x="58125" y="164837"/>
                </a:lnTo>
                <a:lnTo>
                  <a:pt x="58127" y="164837"/>
                </a:lnTo>
                <a:lnTo>
                  <a:pt x="58128" y="164837"/>
                </a:lnTo>
                <a:lnTo>
                  <a:pt x="58129" y="164837"/>
                </a:lnTo>
                <a:lnTo>
                  <a:pt x="58130" y="164837"/>
                </a:lnTo>
                <a:lnTo>
                  <a:pt x="58131" y="164837"/>
                </a:lnTo>
                <a:lnTo>
                  <a:pt x="58132" y="164837"/>
                </a:lnTo>
                <a:lnTo>
                  <a:pt x="58133" y="164837"/>
                </a:lnTo>
                <a:lnTo>
                  <a:pt x="58134" y="164837"/>
                </a:lnTo>
                <a:lnTo>
                  <a:pt x="58135" y="164837"/>
                </a:lnTo>
                <a:lnTo>
                  <a:pt x="58137" y="164837"/>
                </a:lnTo>
                <a:lnTo>
                  <a:pt x="58138" y="164837"/>
                </a:lnTo>
                <a:lnTo>
                  <a:pt x="58139" y="164837"/>
                </a:lnTo>
                <a:lnTo>
                  <a:pt x="58140" y="164837"/>
                </a:lnTo>
                <a:lnTo>
                  <a:pt x="58141" y="164837"/>
                </a:lnTo>
                <a:lnTo>
                  <a:pt x="58142" y="164837"/>
                </a:lnTo>
                <a:lnTo>
                  <a:pt x="58143" y="164837"/>
                </a:lnTo>
                <a:lnTo>
                  <a:pt x="58144" y="164837"/>
                </a:lnTo>
                <a:lnTo>
                  <a:pt x="58145" y="164837"/>
                </a:lnTo>
                <a:lnTo>
                  <a:pt x="58147" y="164837"/>
                </a:lnTo>
                <a:lnTo>
                  <a:pt x="58148" y="164837"/>
                </a:lnTo>
                <a:lnTo>
                  <a:pt x="58149" y="164837"/>
                </a:lnTo>
                <a:lnTo>
                  <a:pt x="58150" y="164837"/>
                </a:lnTo>
                <a:lnTo>
                  <a:pt x="58151" y="164837"/>
                </a:lnTo>
                <a:lnTo>
                  <a:pt x="58152" y="164837"/>
                </a:lnTo>
                <a:lnTo>
                  <a:pt x="58153" y="164837"/>
                </a:lnTo>
                <a:lnTo>
                  <a:pt x="58154" y="164837"/>
                </a:lnTo>
                <a:lnTo>
                  <a:pt x="58155" y="164837"/>
                </a:lnTo>
                <a:lnTo>
                  <a:pt x="58156" y="164837"/>
                </a:lnTo>
                <a:lnTo>
                  <a:pt x="58158" y="164837"/>
                </a:lnTo>
                <a:lnTo>
                  <a:pt x="58159" y="164837"/>
                </a:lnTo>
                <a:lnTo>
                  <a:pt x="58160" y="164837"/>
                </a:lnTo>
                <a:lnTo>
                  <a:pt x="58161" y="164837"/>
                </a:lnTo>
                <a:lnTo>
                  <a:pt x="58162" y="164837"/>
                </a:lnTo>
                <a:lnTo>
                  <a:pt x="58163" y="164837"/>
                </a:lnTo>
                <a:lnTo>
                  <a:pt x="58164" y="164837"/>
                </a:lnTo>
                <a:lnTo>
                  <a:pt x="58165" y="164837"/>
                </a:lnTo>
                <a:lnTo>
                  <a:pt x="58166" y="164837"/>
                </a:lnTo>
                <a:lnTo>
                  <a:pt x="58168" y="164837"/>
                </a:lnTo>
                <a:lnTo>
                  <a:pt x="58169" y="164837"/>
                </a:lnTo>
                <a:lnTo>
                  <a:pt x="58170" y="164837"/>
                </a:lnTo>
                <a:lnTo>
                  <a:pt x="58171" y="164837"/>
                </a:lnTo>
                <a:lnTo>
                  <a:pt x="58172" y="164837"/>
                </a:lnTo>
                <a:lnTo>
                  <a:pt x="58173" y="164837"/>
                </a:lnTo>
                <a:lnTo>
                  <a:pt x="58174" y="164837"/>
                </a:lnTo>
                <a:lnTo>
                  <a:pt x="58175" y="164837"/>
                </a:lnTo>
                <a:lnTo>
                  <a:pt x="58176" y="164837"/>
                </a:lnTo>
                <a:lnTo>
                  <a:pt x="58177" y="164837"/>
                </a:lnTo>
                <a:lnTo>
                  <a:pt x="58179" y="164837"/>
                </a:lnTo>
                <a:lnTo>
                  <a:pt x="58180" y="164837"/>
                </a:lnTo>
                <a:lnTo>
                  <a:pt x="58181" y="164837"/>
                </a:lnTo>
                <a:lnTo>
                  <a:pt x="58182" y="164837"/>
                </a:lnTo>
                <a:lnTo>
                  <a:pt x="58183" y="164837"/>
                </a:lnTo>
                <a:lnTo>
                  <a:pt x="58184" y="164837"/>
                </a:lnTo>
                <a:lnTo>
                  <a:pt x="58185" y="164837"/>
                </a:lnTo>
                <a:lnTo>
                  <a:pt x="58186" y="164837"/>
                </a:lnTo>
                <a:lnTo>
                  <a:pt x="58187" y="164837"/>
                </a:lnTo>
                <a:lnTo>
                  <a:pt x="58189" y="164837"/>
                </a:lnTo>
                <a:lnTo>
                  <a:pt x="58190" y="164837"/>
                </a:lnTo>
                <a:lnTo>
                  <a:pt x="58191" y="164837"/>
                </a:lnTo>
                <a:lnTo>
                  <a:pt x="58192" y="164837"/>
                </a:lnTo>
                <a:lnTo>
                  <a:pt x="58193" y="164837"/>
                </a:lnTo>
                <a:lnTo>
                  <a:pt x="58194" y="164837"/>
                </a:lnTo>
                <a:lnTo>
                  <a:pt x="58195" y="164837"/>
                </a:lnTo>
                <a:lnTo>
                  <a:pt x="58196" y="164837"/>
                </a:lnTo>
                <a:lnTo>
                  <a:pt x="58197" y="164837"/>
                </a:lnTo>
                <a:lnTo>
                  <a:pt x="58198" y="164837"/>
                </a:lnTo>
                <a:lnTo>
                  <a:pt x="58200" y="164837"/>
                </a:lnTo>
                <a:lnTo>
                  <a:pt x="58201" y="164837"/>
                </a:lnTo>
                <a:lnTo>
                  <a:pt x="58202" y="164837"/>
                </a:lnTo>
                <a:lnTo>
                  <a:pt x="58203" y="164837"/>
                </a:lnTo>
                <a:lnTo>
                  <a:pt x="58204" y="164837"/>
                </a:lnTo>
                <a:lnTo>
                  <a:pt x="58205" y="164837"/>
                </a:lnTo>
                <a:lnTo>
                  <a:pt x="58206" y="164837"/>
                </a:lnTo>
                <a:lnTo>
                  <a:pt x="58207" y="164837"/>
                </a:lnTo>
                <a:lnTo>
                  <a:pt x="58208" y="164837"/>
                </a:lnTo>
                <a:lnTo>
                  <a:pt x="58210" y="164837"/>
                </a:lnTo>
                <a:lnTo>
                  <a:pt x="58211" y="164837"/>
                </a:lnTo>
                <a:lnTo>
                  <a:pt x="58212" y="164837"/>
                </a:lnTo>
                <a:lnTo>
                  <a:pt x="58213" y="164837"/>
                </a:lnTo>
                <a:lnTo>
                  <a:pt x="58214" y="164837"/>
                </a:lnTo>
                <a:lnTo>
                  <a:pt x="58215" y="164837"/>
                </a:lnTo>
                <a:lnTo>
                  <a:pt x="58216" y="164837"/>
                </a:lnTo>
                <a:lnTo>
                  <a:pt x="58217" y="164837"/>
                </a:lnTo>
                <a:lnTo>
                  <a:pt x="58218" y="164837"/>
                </a:lnTo>
                <a:lnTo>
                  <a:pt x="58220" y="164837"/>
                </a:lnTo>
                <a:lnTo>
                  <a:pt x="58221" y="164837"/>
                </a:lnTo>
                <a:lnTo>
                  <a:pt x="58222" y="164837"/>
                </a:lnTo>
                <a:lnTo>
                  <a:pt x="58223" y="164837"/>
                </a:lnTo>
                <a:lnTo>
                  <a:pt x="58224" y="164837"/>
                </a:lnTo>
                <a:lnTo>
                  <a:pt x="58225" y="164837"/>
                </a:lnTo>
                <a:lnTo>
                  <a:pt x="58226" y="164837"/>
                </a:lnTo>
                <a:lnTo>
                  <a:pt x="58227" y="164837"/>
                </a:lnTo>
                <a:lnTo>
                  <a:pt x="58228" y="164837"/>
                </a:lnTo>
                <a:lnTo>
                  <a:pt x="58229" y="164837"/>
                </a:lnTo>
                <a:lnTo>
                  <a:pt x="58231" y="164837"/>
                </a:lnTo>
                <a:lnTo>
                  <a:pt x="58232" y="164837"/>
                </a:lnTo>
                <a:lnTo>
                  <a:pt x="58233" y="164837"/>
                </a:lnTo>
                <a:lnTo>
                  <a:pt x="58234" y="164837"/>
                </a:lnTo>
                <a:lnTo>
                  <a:pt x="58235" y="164837"/>
                </a:lnTo>
                <a:lnTo>
                  <a:pt x="58236" y="164837"/>
                </a:lnTo>
                <a:lnTo>
                  <a:pt x="58237" y="164837"/>
                </a:lnTo>
                <a:lnTo>
                  <a:pt x="58238" y="164837"/>
                </a:lnTo>
                <a:lnTo>
                  <a:pt x="58239" y="164837"/>
                </a:lnTo>
                <a:lnTo>
                  <a:pt x="58241" y="164837"/>
                </a:lnTo>
                <a:lnTo>
                  <a:pt x="58242" y="164837"/>
                </a:lnTo>
                <a:lnTo>
                  <a:pt x="58243" y="164837"/>
                </a:lnTo>
                <a:lnTo>
                  <a:pt x="58244" y="164837"/>
                </a:lnTo>
                <a:lnTo>
                  <a:pt x="58245" y="164837"/>
                </a:lnTo>
                <a:lnTo>
                  <a:pt x="58246" y="164837"/>
                </a:lnTo>
                <a:lnTo>
                  <a:pt x="58247" y="164837"/>
                </a:lnTo>
                <a:lnTo>
                  <a:pt x="58248" y="164837"/>
                </a:lnTo>
                <a:lnTo>
                  <a:pt x="58249" y="164837"/>
                </a:lnTo>
                <a:lnTo>
                  <a:pt x="58251" y="164837"/>
                </a:lnTo>
                <a:lnTo>
                  <a:pt x="58252" y="164837"/>
                </a:lnTo>
                <a:lnTo>
                  <a:pt x="58253" y="164837"/>
                </a:lnTo>
                <a:lnTo>
                  <a:pt x="58254" y="164837"/>
                </a:lnTo>
                <a:lnTo>
                  <a:pt x="58255" y="164837"/>
                </a:lnTo>
                <a:lnTo>
                  <a:pt x="58256" y="164837"/>
                </a:lnTo>
                <a:lnTo>
                  <a:pt x="58257" y="164837"/>
                </a:lnTo>
                <a:lnTo>
                  <a:pt x="58258" y="164837"/>
                </a:lnTo>
                <a:lnTo>
                  <a:pt x="58259" y="164837"/>
                </a:lnTo>
                <a:lnTo>
                  <a:pt x="58260" y="164837"/>
                </a:lnTo>
                <a:lnTo>
                  <a:pt x="58262" y="164837"/>
                </a:lnTo>
                <a:lnTo>
                  <a:pt x="58263" y="164837"/>
                </a:lnTo>
                <a:lnTo>
                  <a:pt x="58264" y="164837"/>
                </a:lnTo>
                <a:lnTo>
                  <a:pt x="58265" y="164837"/>
                </a:lnTo>
                <a:lnTo>
                  <a:pt x="58266" y="164837"/>
                </a:lnTo>
                <a:lnTo>
                  <a:pt x="58267" y="164837"/>
                </a:lnTo>
                <a:lnTo>
                  <a:pt x="58268" y="164837"/>
                </a:lnTo>
                <a:lnTo>
                  <a:pt x="58269" y="164837"/>
                </a:lnTo>
                <a:lnTo>
                  <a:pt x="58270" y="164837"/>
                </a:lnTo>
                <a:lnTo>
                  <a:pt x="58272" y="164837"/>
                </a:lnTo>
                <a:lnTo>
                  <a:pt x="58273" y="164837"/>
                </a:lnTo>
                <a:lnTo>
                  <a:pt x="58274" y="164837"/>
                </a:lnTo>
                <a:lnTo>
                  <a:pt x="58275" y="164837"/>
                </a:lnTo>
                <a:lnTo>
                  <a:pt x="58276" y="164837"/>
                </a:lnTo>
                <a:lnTo>
                  <a:pt x="58277" y="164837"/>
                </a:lnTo>
                <a:lnTo>
                  <a:pt x="58278" y="164837"/>
                </a:lnTo>
                <a:lnTo>
                  <a:pt x="58279" y="164837"/>
                </a:lnTo>
                <a:lnTo>
                  <a:pt x="58280" y="164837"/>
                </a:lnTo>
                <a:lnTo>
                  <a:pt x="58282" y="164837"/>
                </a:lnTo>
                <a:lnTo>
                  <a:pt x="58283" y="164837"/>
                </a:lnTo>
                <a:lnTo>
                  <a:pt x="58284" y="164837"/>
                </a:lnTo>
                <a:lnTo>
                  <a:pt x="58285" y="164837"/>
                </a:lnTo>
                <a:lnTo>
                  <a:pt x="58286" y="164837"/>
                </a:lnTo>
                <a:lnTo>
                  <a:pt x="58287" y="164837"/>
                </a:lnTo>
                <a:lnTo>
                  <a:pt x="58288" y="164837"/>
                </a:lnTo>
                <a:lnTo>
                  <a:pt x="58289" y="164837"/>
                </a:lnTo>
                <a:lnTo>
                  <a:pt x="58290" y="164837"/>
                </a:lnTo>
                <a:lnTo>
                  <a:pt x="58291" y="164837"/>
                </a:lnTo>
                <a:lnTo>
                  <a:pt x="58293" y="164837"/>
                </a:lnTo>
                <a:lnTo>
                  <a:pt x="58294" y="164837"/>
                </a:lnTo>
                <a:lnTo>
                  <a:pt x="58295" y="164837"/>
                </a:lnTo>
                <a:lnTo>
                  <a:pt x="58296" y="164837"/>
                </a:lnTo>
                <a:lnTo>
                  <a:pt x="58297" y="164837"/>
                </a:lnTo>
                <a:lnTo>
                  <a:pt x="58298" y="164837"/>
                </a:lnTo>
                <a:lnTo>
                  <a:pt x="58299" y="164837"/>
                </a:lnTo>
                <a:lnTo>
                  <a:pt x="58300" y="164837"/>
                </a:lnTo>
                <a:lnTo>
                  <a:pt x="58301" y="164837"/>
                </a:lnTo>
                <a:lnTo>
                  <a:pt x="58303" y="164837"/>
                </a:lnTo>
                <a:lnTo>
                  <a:pt x="58304" y="164837"/>
                </a:lnTo>
                <a:lnTo>
                  <a:pt x="58305" y="164837"/>
                </a:lnTo>
                <a:lnTo>
                  <a:pt x="58306" y="164837"/>
                </a:lnTo>
                <a:lnTo>
                  <a:pt x="58307" y="164837"/>
                </a:lnTo>
                <a:lnTo>
                  <a:pt x="58308" y="164837"/>
                </a:lnTo>
                <a:lnTo>
                  <a:pt x="58309" y="164837"/>
                </a:lnTo>
                <a:lnTo>
                  <a:pt x="58310" y="164837"/>
                </a:lnTo>
                <a:lnTo>
                  <a:pt x="58311" y="164837"/>
                </a:lnTo>
                <a:lnTo>
                  <a:pt x="58313" y="164837"/>
                </a:lnTo>
                <a:lnTo>
                  <a:pt x="58314" y="164837"/>
                </a:lnTo>
                <a:lnTo>
                  <a:pt x="58315" y="164837"/>
                </a:lnTo>
                <a:lnTo>
                  <a:pt x="58316" y="164837"/>
                </a:lnTo>
                <a:lnTo>
                  <a:pt x="58317" y="164837"/>
                </a:lnTo>
                <a:lnTo>
                  <a:pt x="58318" y="164837"/>
                </a:lnTo>
                <a:lnTo>
                  <a:pt x="58319" y="164837"/>
                </a:lnTo>
                <a:lnTo>
                  <a:pt x="58320" y="164837"/>
                </a:lnTo>
                <a:lnTo>
                  <a:pt x="58321" y="164837"/>
                </a:lnTo>
                <a:lnTo>
                  <a:pt x="58323" y="164837"/>
                </a:lnTo>
                <a:lnTo>
                  <a:pt x="58324" y="164837"/>
                </a:lnTo>
                <a:lnTo>
                  <a:pt x="58325" y="164837"/>
                </a:lnTo>
                <a:lnTo>
                  <a:pt x="58326" y="164837"/>
                </a:lnTo>
                <a:lnTo>
                  <a:pt x="58327" y="164837"/>
                </a:lnTo>
                <a:lnTo>
                  <a:pt x="58328" y="164837"/>
                </a:lnTo>
                <a:lnTo>
                  <a:pt x="58329" y="164837"/>
                </a:lnTo>
                <a:lnTo>
                  <a:pt x="58330" y="164837"/>
                </a:lnTo>
                <a:lnTo>
                  <a:pt x="58331" y="164837"/>
                </a:lnTo>
                <a:lnTo>
                  <a:pt x="58332" y="164837"/>
                </a:lnTo>
                <a:lnTo>
                  <a:pt x="58334" y="164837"/>
                </a:lnTo>
                <a:lnTo>
                  <a:pt x="58335" y="164837"/>
                </a:lnTo>
                <a:lnTo>
                  <a:pt x="58336" y="164837"/>
                </a:lnTo>
                <a:lnTo>
                  <a:pt x="58337" y="164837"/>
                </a:lnTo>
                <a:lnTo>
                  <a:pt x="58338" y="164837"/>
                </a:lnTo>
                <a:lnTo>
                  <a:pt x="58339" y="164837"/>
                </a:lnTo>
                <a:lnTo>
                  <a:pt x="58340" y="164837"/>
                </a:lnTo>
                <a:lnTo>
                  <a:pt x="58341" y="164837"/>
                </a:lnTo>
                <a:lnTo>
                  <a:pt x="58342" y="164837"/>
                </a:lnTo>
                <a:lnTo>
                  <a:pt x="58344" y="164837"/>
                </a:lnTo>
                <a:lnTo>
                  <a:pt x="58345" y="164837"/>
                </a:lnTo>
                <a:lnTo>
                  <a:pt x="58346" y="164837"/>
                </a:lnTo>
                <a:lnTo>
                  <a:pt x="58347" y="164837"/>
                </a:lnTo>
                <a:lnTo>
                  <a:pt x="58348" y="164837"/>
                </a:lnTo>
                <a:lnTo>
                  <a:pt x="58349" y="164837"/>
                </a:lnTo>
                <a:lnTo>
                  <a:pt x="58350" y="164837"/>
                </a:lnTo>
                <a:lnTo>
                  <a:pt x="58351" y="164837"/>
                </a:lnTo>
                <a:lnTo>
                  <a:pt x="58352" y="164837"/>
                </a:lnTo>
                <a:lnTo>
                  <a:pt x="58354" y="164837"/>
                </a:lnTo>
                <a:lnTo>
                  <a:pt x="58355" y="164837"/>
                </a:lnTo>
                <a:lnTo>
                  <a:pt x="58356" y="164837"/>
                </a:lnTo>
                <a:lnTo>
                  <a:pt x="58357" y="164837"/>
                </a:lnTo>
                <a:lnTo>
                  <a:pt x="58358" y="164837"/>
                </a:lnTo>
                <a:lnTo>
                  <a:pt x="58359" y="164837"/>
                </a:lnTo>
                <a:lnTo>
                  <a:pt x="58360" y="164837"/>
                </a:lnTo>
                <a:lnTo>
                  <a:pt x="58361" y="164837"/>
                </a:lnTo>
                <a:lnTo>
                  <a:pt x="58362" y="164837"/>
                </a:lnTo>
                <a:lnTo>
                  <a:pt x="58364" y="164837"/>
                </a:lnTo>
                <a:lnTo>
                  <a:pt x="58365" y="164837"/>
                </a:lnTo>
                <a:lnTo>
                  <a:pt x="58366" y="164837"/>
                </a:lnTo>
                <a:lnTo>
                  <a:pt x="58367" y="164837"/>
                </a:lnTo>
                <a:lnTo>
                  <a:pt x="58368" y="164837"/>
                </a:lnTo>
                <a:lnTo>
                  <a:pt x="58369" y="164837"/>
                </a:lnTo>
                <a:lnTo>
                  <a:pt x="58370" y="164837"/>
                </a:lnTo>
                <a:lnTo>
                  <a:pt x="58371" y="164837"/>
                </a:lnTo>
                <a:lnTo>
                  <a:pt x="58372" y="164837"/>
                </a:lnTo>
                <a:lnTo>
                  <a:pt x="58374" y="164837"/>
                </a:lnTo>
                <a:lnTo>
                  <a:pt x="58375" y="164837"/>
                </a:lnTo>
                <a:lnTo>
                  <a:pt x="58376" y="164837"/>
                </a:lnTo>
                <a:lnTo>
                  <a:pt x="58377" y="164837"/>
                </a:lnTo>
                <a:lnTo>
                  <a:pt x="58378" y="164837"/>
                </a:lnTo>
                <a:lnTo>
                  <a:pt x="58379" y="164837"/>
                </a:lnTo>
                <a:lnTo>
                  <a:pt x="58380" y="164837"/>
                </a:lnTo>
                <a:lnTo>
                  <a:pt x="58381" y="164837"/>
                </a:lnTo>
                <a:lnTo>
                  <a:pt x="58382" y="164837"/>
                </a:lnTo>
                <a:lnTo>
                  <a:pt x="58383" y="164837"/>
                </a:lnTo>
                <a:lnTo>
                  <a:pt x="58385" y="164837"/>
                </a:lnTo>
                <a:lnTo>
                  <a:pt x="58386" y="164837"/>
                </a:lnTo>
                <a:lnTo>
                  <a:pt x="58387" y="164837"/>
                </a:lnTo>
                <a:lnTo>
                  <a:pt x="58388" y="164837"/>
                </a:lnTo>
                <a:lnTo>
                  <a:pt x="58389" y="164837"/>
                </a:lnTo>
                <a:lnTo>
                  <a:pt x="58390" y="164837"/>
                </a:lnTo>
                <a:lnTo>
                  <a:pt x="58391" y="164837"/>
                </a:lnTo>
                <a:lnTo>
                  <a:pt x="58392" y="164837"/>
                </a:lnTo>
                <a:lnTo>
                  <a:pt x="58393" y="164837"/>
                </a:lnTo>
                <a:lnTo>
                  <a:pt x="58395" y="164837"/>
                </a:lnTo>
                <a:lnTo>
                  <a:pt x="58396" y="164837"/>
                </a:lnTo>
                <a:lnTo>
                  <a:pt x="58397" y="164837"/>
                </a:lnTo>
                <a:lnTo>
                  <a:pt x="58398" y="164837"/>
                </a:lnTo>
                <a:lnTo>
                  <a:pt x="58399" y="164837"/>
                </a:lnTo>
                <a:lnTo>
                  <a:pt x="58400" y="164837"/>
                </a:lnTo>
                <a:lnTo>
                  <a:pt x="58401" y="164837"/>
                </a:lnTo>
                <a:lnTo>
                  <a:pt x="58402" y="164837"/>
                </a:lnTo>
                <a:lnTo>
                  <a:pt x="58403" y="164837"/>
                </a:lnTo>
                <a:lnTo>
                  <a:pt x="58405" y="164837"/>
                </a:lnTo>
                <a:lnTo>
                  <a:pt x="58406" y="164837"/>
                </a:lnTo>
                <a:lnTo>
                  <a:pt x="58407" y="164837"/>
                </a:lnTo>
                <a:lnTo>
                  <a:pt x="58408" y="164837"/>
                </a:lnTo>
                <a:lnTo>
                  <a:pt x="58409" y="164837"/>
                </a:lnTo>
                <a:lnTo>
                  <a:pt x="58410" y="164837"/>
                </a:lnTo>
                <a:lnTo>
                  <a:pt x="58411" y="164837"/>
                </a:lnTo>
                <a:lnTo>
                  <a:pt x="58412" y="164837"/>
                </a:lnTo>
                <a:lnTo>
                  <a:pt x="58413" y="164837"/>
                </a:lnTo>
                <a:lnTo>
                  <a:pt x="58415" y="164837"/>
                </a:lnTo>
                <a:lnTo>
                  <a:pt x="58416" y="164837"/>
                </a:lnTo>
                <a:lnTo>
                  <a:pt x="58417" y="164837"/>
                </a:lnTo>
                <a:lnTo>
                  <a:pt x="58418" y="164837"/>
                </a:lnTo>
                <a:lnTo>
                  <a:pt x="58419" y="164837"/>
                </a:lnTo>
                <a:lnTo>
                  <a:pt x="58420" y="164837"/>
                </a:lnTo>
                <a:lnTo>
                  <a:pt x="58421" y="164837"/>
                </a:lnTo>
                <a:lnTo>
                  <a:pt x="58422" y="164837"/>
                </a:lnTo>
                <a:lnTo>
                  <a:pt x="58423" y="164837"/>
                </a:lnTo>
                <a:lnTo>
                  <a:pt x="58425" y="164837"/>
                </a:lnTo>
                <a:lnTo>
                  <a:pt x="58426" y="164837"/>
                </a:lnTo>
                <a:lnTo>
                  <a:pt x="58427" y="164837"/>
                </a:lnTo>
                <a:lnTo>
                  <a:pt x="58428" y="164837"/>
                </a:lnTo>
                <a:lnTo>
                  <a:pt x="58429" y="164837"/>
                </a:lnTo>
                <a:lnTo>
                  <a:pt x="58430" y="164837"/>
                </a:lnTo>
                <a:lnTo>
                  <a:pt x="58431" y="164837"/>
                </a:lnTo>
                <a:lnTo>
                  <a:pt x="58432" y="164837"/>
                </a:lnTo>
                <a:lnTo>
                  <a:pt x="58433" y="164837"/>
                </a:lnTo>
                <a:lnTo>
                  <a:pt x="58435" y="164837"/>
                </a:lnTo>
                <a:lnTo>
                  <a:pt x="58436" y="164837"/>
                </a:lnTo>
                <a:lnTo>
                  <a:pt x="58437" y="164837"/>
                </a:lnTo>
                <a:lnTo>
                  <a:pt x="58438" y="164837"/>
                </a:lnTo>
                <a:lnTo>
                  <a:pt x="58439" y="164837"/>
                </a:lnTo>
                <a:lnTo>
                  <a:pt x="58440" y="164837"/>
                </a:lnTo>
                <a:lnTo>
                  <a:pt x="58441" y="164837"/>
                </a:lnTo>
                <a:lnTo>
                  <a:pt x="58442" y="164837"/>
                </a:lnTo>
                <a:lnTo>
                  <a:pt x="58443" y="164837"/>
                </a:lnTo>
                <a:lnTo>
                  <a:pt x="58445" y="164837"/>
                </a:lnTo>
                <a:lnTo>
                  <a:pt x="58446" y="164837"/>
                </a:lnTo>
                <a:lnTo>
                  <a:pt x="58447" y="164837"/>
                </a:lnTo>
                <a:lnTo>
                  <a:pt x="58448" y="164837"/>
                </a:lnTo>
                <a:lnTo>
                  <a:pt x="58449" y="164837"/>
                </a:lnTo>
                <a:lnTo>
                  <a:pt x="58450" y="164837"/>
                </a:lnTo>
                <a:lnTo>
                  <a:pt x="58451" y="164837"/>
                </a:lnTo>
                <a:lnTo>
                  <a:pt x="58452" y="164837"/>
                </a:lnTo>
                <a:lnTo>
                  <a:pt x="58453" y="164837"/>
                </a:lnTo>
                <a:lnTo>
                  <a:pt x="58455" y="164837"/>
                </a:lnTo>
                <a:lnTo>
                  <a:pt x="58456" y="164837"/>
                </a:lnTo>
                <a:lnTo>
                  <a:pt x="58457" y="164837"/>
                </a:lnTo>
                <a:lnTo>
                  <a:pt x="58458" y="164837"/>
                </a:lnTo>
                <a:lnTo>
                  <a:pt x="58459" y="164837"/>
                </a:lnTo>
                <a:lnTo>
                  <a:pt x="58460" y="164837"/>
                </a:lnTo>
                <a:lnTo>
                  <a:pt x="58461" y="164837"/>
                </a:lnTo>
                <a:lnTo>
                  <a:pt x="58462" y="164837"/>
                </a:lnTo>
                <a:lnTo>
                  <a:pt x="58463" y="164837"/>
                </a:lnTo>
                <a:lnTo>
                  <a:pt x="58464" y="164837"/>
                </a:lnTo>
                <a:lnTo>
                  <a:pt x="58466" y="164837"/>
                </a:lnTo>
                <a:lnTo>
                  <a:pt x="58467" y="164837"/>
                </a:lnTo>
                <a:lnTo>
                  <a:pt x="58468" y="164837"/>
                </a:lnTo>
                <a:lnTo>
                  <a:pt x="58469" y="164837"/>
                </a:lnTo>
                <a:lnTo>
                  <a:pt x="58470" y="164837"/>
                </a:lnTo>
                <a:lnTo>
                  <a:pt x="58471" y="164837"/>
                </a:lnTo>
                <a:lnTo>
                  <a:pt x="58472" y="164837"/>
                </a:lnTo>
                <a:lnTo>
                  <a:pt x="58473" y="164837"/>
                </a:lnTo>
                <a:lnTo>
                  <a:pt x="58474" y="164837"/>
                </a:lnTo>
                <a:lnTo>
                  <a:pt x="58476" y="164837"/>
                </a:lnTo>
                <a:lnTo>
                  <a:pt x="58477" y="164837"/>
                </a:lnTo>
                <a:lnTo>
                  <a:pt x="58478" y="164837"/>
                </a:lnTo>
                <a:lnTo>
                  <a:pt x="58479" y="164837"/>
                </a:lnTo>
                <a:lnTo>
                  <a:pt x="58480" y="164837"/>
                </a:lnTo>
                <a:lnTo>
                  <a:pt x="58481" y="164837"/>
                </a:lnTo>
                <a:lnTo>
                  <a:pt x="58482" y="164837"/>
                </a:lnTo>
                <a:lnTo>
                  <a:pt x="58483" y="164837"/>
                </a:lnTo>
                <a:lnTo>
                  <a:pt x="58484" y="164837"/>
                </a:lnTo>
                <a:lnTo>
                  <a:pt x="58486" y="164837"/>
                </a:lnTo>
                <a:lnTo>
                  <a:pt x="58487" y="164837"/>
                </a:lnTo>
                <a:lnTo>
                  <a:pt x="58488" y="164837"/>
                </a:lnTo>
                <a:lnTo>
                  <a:pt x="58489" y="164837"/>
                </a:lnTo>
                <a:lnTo>
                  <a:pt x="58490" y="164837"/>
                </a:lnTo>
                <a:lnTo>
                  <a:pt x="58491" y="164837"/>
                </a:lnTo>
                <a:lnTo>
                  <a:pt x="58492" y="164837"/>
                </a:lnTo>
                <a:lnTo>
                  <a:pt x="58493" y="164837"/>
                </a:lnTo>
                <a:lnTo>
                  <a:pt x="58494" y="164837"/>
                </a:lnTo>
                <a:lnTo>
                  <a:pt x="58496" y="164837"/>
                </a:lnTo>
                <a:lnTo>
                  <a:pt x="58497" y="164837"/>
                </a:lnTo>
                <a:lnTo>
                  <a:pt x="58498" y="164837"/>
                </a:lnTo>
                <a:lnTo>
                  <a:pt x="58499" y="164837"/>
                </a:lnTo>
                <a:lnTo>
                  <a:pt x="58500" y="164837"/>
                </a:lnTo>
                <a:lnTo>
                  <a:pt x="58501" y="164837"/>
                </a:lnTo>
                <a:lnTo>
                  <a:pt x="58502" y="164837"/>
                </a:lnTo>
                <a:lnTo>
                  <a:pt x="58503" y="164837"/>
                </a:lnTo>
                <a:lnTo>
                  <a:pt x="58504" y="164837"/>
                </a:lnTo>
                <a:lnTo>
                  <a:pt x="58506" y="164837"/>
                </a:lnTo>
                <a:lnTo>
                  <a:pt x="58507" y="164837"/>
                </a:lnTo>
                <a:lnTo>
                  <a:pt x="58508" y="164837"/>
                </a:lnTo>
                <a:lnTo>
                  <a:pt x="58509" y="164837"/>
                </a:lnTo>
                <a:lnTo>
                  <a:pt x="58510" y="164837"/>
                </a:lnTo>
                <a:lnTo>
                  <a:pt x="58511" y="164837"/>
                </a:lnTo>
                <a:lnTo>
                  <a:pt x="58512" y="164837"/>
                </a:lnTo>
                <a:lnTo>
                  <a:pt x="58513" y="164837"/>
                </a:lnTo>
                <a:lnTo>
                  <a:pt x="58514" y="164837"/>
                </a:lnTo>
                <a:lnTo>
                  <a:pt x="58516" y="164837"/>
                </a:lnTo>
                <a:lnTo>
                  <a:pt x="58517" y="164837"/>
                </a:lnTo>
                <a:lnTo>
                  <a:pt x="58518" y="164837"/>
                </a:lnTo>
                <a:lnTo>
                  <a:pt x="58519" y="164837"/>
                </a:lnTo>
                <a:lnTo>
                  <a:pt x="58520" y="164837"/>
                </a:lnTo>
                <a:lnTo>
                  <a:pt x="58521" y="164837"/>
                </a:lnTo>
                <a:lnTo>
                  <a:pt x="58522" y="164837"/>
                </a:lnTo>
                <a:lnTo>
                  <a:pt x="58523" y="164837"/>
                </a:lnTo>
                <a:lnTo>
                  <a:pt x="58524" y="164837"/>
                </a:lnTo>
                <a:lnTo>
                  <a:pt x="58526" y="164837"/>
                </a:lnTo>
                <a:lnTo>
                  <a:pt x="58527" y="164837"/>
                </a:lnTo>
                <a:lnTo>
                  <a:pt x="58528" y="164837"/>
                </a:lnTo>
                <a:lnTo>
                  <a:pt x="58529" y="164837"/>
                </a:lnTo>
                <a:lnTo>
                  <a:pt x="58530" y="164837"/>
                </a:lnTo>
                <a:lnTo>
                  <a:pt x="58531" y="164837"/>
                </a:lnTo>
                <a:lnTo>
                  <a:pt x="58532" y="164837"/>
                </a:lnTo>
                <a:lnTo>
                  <a:pt x="58533" y="164837"/>
                </a:lnTo>
                <a:lnTo>
                  <a:pt x="58534" y="164837"/>
                </a:lnTo>
                <a:lnTo>
                  <a:pt x="58536" y="164837"/>
                </a:lnTo>
                <a:lnTo>
                  <a:pt x="58537" y="164837"/>
                </a:lnTo>
                <a:lnTo>
                  <a:pt x="58538" y="164837"/>
                </a:lnTo>
                <a:lnTo>
                  <a:pt x="58539" y="164837"/>
                </a:lnTo>
                <a:lnTo>
                  <a:pt x="58540" y="164837"/>
                </a:lnTo>
                <a:lnTo>
                  <a:pt x="58541" y="164837"/>
                </a:lnTo>
                <a:lnTo>
                  <a:pt x="58542" y="164837"/>
                </a:lnTo>
                <a:lnTo>
                  <a:pt x="58543" y="164837"/>
                </a:lnTo>
                <a:lnTo>
                  <a:pt x="58544" y="164837"/>
                </a:lnTo>
                <a:lnTo>
                  <a:pt x="58546" y="164837"/>
                </a:lnTo>
                <a:lnTo>
                  <a:pt x="58547" y="164837"/>
                </a:lnTo>
                <a:lnTo>
                  <a:pt x="58548" y="164837"/>
                </a:lnTo>
                <a:lnTo>
                  <a:pt x="58549" y="164837"/>
                </a:lnTo>
                <a:lnTo>
                  <a:pt x="58550" y="164837"/>
                </a:lnTo>
                <a:lnTo>
                  <a:pt x="58551" y="164837"/>
                </a:lnTo>
                <a:lnTo>
                  <a:pt x="58552" y="164837"/>
                </a:lnTo>
                <a:lnTo>
                  <a:pt x="58553" y="164837"/>
                </a:lnTo>
                <a:lnTo>
                  <a:pt x="58554" y="164837"/>
                </a:lnTo>
                <a:lnTo>
                  <a:pt x="58556" y="164837"/>
                </a:lnTo>
                <a:lnTo>
                  <a:pt x="58557" y="164837"/>
                </a:lnTo>
                <a:lnTo>
                  <a:pt x="58558" y="164837"/>
                </a:lnTo>
                <a:lnTo>
                  <a:pt x="58559" y="164837"/>
                </a:lnTo>
                <a:lnTo>
                  <a:pt x="58560" y="164837"/>
                </a:lnTo>
                <a:lnTo>
                  <a:pt x="58561" y="164837"/>
                </a:lnTo>
                <a:lnTo>
                  <a:pt x="58562" y="164837"/>
                </a:lnTo>
                <a:lnTo>
                  <a:pt x="58563" y="164837"/>
                </a:lnTo>
                <a:lnTo>
                  <a:pt x="58564" y="164837"/>
                </a:lnTo>
                <a:lnTo>
                  <a:pt x="58566" y="164837"/>
                </a:lnTo>
                <a:lnTo>
                  <a:pt x="58567" y="164837"/>
                </a:lnTo>
                <a:lnTo>
                  <a:pt x="58568" y="164837"/>
                </a:lnTo>
                <a:lnTo>
                  <a:pt x="58569" y="164837"/>
                </a:lnTo>
                <a:lnTo>
                  <a:pt x="58570" y="164837"/>
                </a:lnTo>
                <a:lnTo>
                  <a:pt x="58571" y="164837"/>
                </a:lnTo>
                <a:lnTo>
                  <a:pt x="58572" y="164837"/>
                </a:lnTo>
                <a:lnTo>
                  <a:pt x="58573" y="164837"/>
                </a:lnTo>
                <a:lnTo>
                  <a:pt x="58575" y="164837"/>
                </a:lnTo>
                <a:lnTo>
                  <a:pt x="58576" y="164837"/>
                </a:lnTo>
                <a:lnTo>
                  <a:pt x="58577" y="164837"/>
                </a:lnTo>
                <a:lnTo>
                  <a:pt x="58578" y="164837"/>
                </a:lnTo>
                <a:lnTo>
                  <a:pt x="58579" y="164837"/>
                </a:lnTo>
                <a:lnTo>
                  <a:pt x="58580" y="164837"/>
                </a:lnTo>
                <a:lnTo>
                  <a:pt x="58581" y="164837"/>
                </a:lnTo>
                <a:lnTo>
                  <a:pt x="58582" y="164837"/>
                </a:lnTo>
                <a:lnTo>
                  <a:pt x="58583" y="164837"/>
                </a:lnTo>
                <a:lnTo>
                  <a:pt x="58585" y="164837"/>
                </a:lnTo>
                <a:lnTo>
                  <a:pt x="58586" y="164837"/>
                </a:lnTo>
                <a:lnTo>
                  <a:pt x="58587" y="164837"/>
                </a:lnTo>
                <a:lnTo>
                  <a:pt x="58588" y="164837"/>
                </a:lnTo>
                <a:lnTo>
                  <a:pt x="58589" y="164837"/>
                </a:lnTo>
                <a:lnTo>
                  <a:pt x="58590" y="164837"/>
                </a:lnTo>
                <a:lnTo>
                  <a:pt x="58591" y="164837"/>
                </a:lnTo>
                <a:lnTo>
                  <a:pt x="58592" y="164837"/>
                </a:lnTo>
                <a:lnTo>
                  <a:pt x="58593" y="164837"/>
                </a:lnTo>
                <a:lnTo>
                  <a:pt x="58595" y="164837"/>
                </a:lnTo>
                <a:lnTo>
                  <a:pt x="58596" y="164837"/>
                </a:lnTo>
                <a:lnTo>
                  <a:pt x="58597" y="164837"/>
                </a:lnTo>
                <a:lnTo>
                  <a:pt x="58598" y="164837"/>
                </a:lnTo>
                <a:lnTo>
                  <a:pt x="58599" y="164837"/>
                </a:lnTo>
                <a:lnTo>
                  <a:pt x="58600" y="164837"/>
                </a:lnTo>
                <a:lnTo>
                  <a:pt x="58601" y="164837"/>
                </a:lnTo>
                <a:lnTo>
                  <a:pt x="58602" y="164837"/>
                </a:lnTo>
                <a:lnTo>
                  <a:pt x="58603" y="164837"/>
                </a:lnTo>
                <a:lnTo>
                  <a:pt x="58605" y="164837"/>
                </a:lnTo>
                <a:lnTo>
                  <a:pt x="58606" y="164837"/>
                </a:lnTo>
                <a:lnTo>
                  <a:pt x="58607" y="164837"/>
                </a:lnTo>
                <a:lnTo>
                  <a:pt x="58608" y="164837"/>
                </a:lnTo>
                <a:lnTo>
                  <a:pt x="58609" y="164837"/>
                </a:lnTo>
                <a:lnTo>
                  <a:pt x="58610" y="164837"/>
                </a:lnTo>
                <a:lnTo>
                  <a:pt x="58611" y="164837"/>
                </a:lnTo>
                <a:lnTo>
                  <a:pt x="58612" y="164837"/>
                </a:lnTo>
                <a:lnTo>
                  <a:pt x="58613" y="164837"/>
                </a:lnTo>
                <a:lnTo>
                  <a:pt x="58615" y="164837"/>
                </a:lnTo>
                <a:lnTo>
                  <a:pt x="58616" y="164837"/>
                </a:lnTo>
                <a:lnTo>
                  <a:pt x="58617" y="164837"/>
                </a:lnTo>
                <a:lnTo>
                  <a:pt x="58618" y="164837"/>
                </a:lnTo>
                <a:lnTo>
                  <a:pt x="58619" y="164837"/>
                </a:lnTo>
                <a:lnTo>
                  <a:pt x="58620" y="164837"/>
                </a:lnTo>
                <a:lnTo>
                  <a:pt x="58621" y="164837"/>
                </a:lnTo>
                <a:lnTo>
                  <a:pt x="58622" y="164837"/>
                </a:lnTo>
                <a:lnTo>
                  <a:pt x="58623" y="164837"/>
                </a:lnTo>
                <a:lnTo>
                  <a:pt x="58625" y="164837"/>
                </a:lnTo>
                <a:lnTo>
                  <a:pt x="58626" y="164837"/>
                </a:lnTo>
                <a:lnTo>
                  <a:pt x="58627" y="164837"/>
                </a:lnTo>
                <a:lnTo>
                  <a:pt x="58628" y="164837"/>
                </a:lnTo>
                <a:lnTo>
                  <a:pt x="58629" y="164837"/>
                </a:lnTo>
                <a:lnTo>
                  <a:pt x="58630" y="164837"/>
                </a:lnTo>
                <a:lnTo>
                  <a:pt x="58631" y="164837"/>
                </a:lnTo>
                <a:lnTo>
                  <a:pt x="58632" y="164837"/>
                </a:lnTo>
                <a:lnTo>
                  <a:pt x="58633" y="164837"/>
                </a:lnTo>
                <a:lnTo>
                  <a:pt x="58635" y="164837"/>
                </a:lnTo>
                <a:lnTo>
                  <a:pt x="58636" y="164837"/>
                </a:lnTo>
                <a:lnTo>
                  <a:pt x="58637" y="164837"/>
                </a:lnTo>
                <a:lnTo>
                  <a:pt x="58638" y="164837"/>
                </a:lnTo>
                <a:lnTo>
                  <a:pt x="58639" y="164837"/>
                </a:lnTo>
                <a:lnTo>
                  <a:pt x="58640" y="164837"/>
                </a:lnTo>
                <a:lnTo>
                  <a:pt x="58641" y="164837"/>
                </a:lnTo>
                <a:lnTo>
                  <a:pt x="58642" y="164837"/>
                </a:lnTo>
                <a:lnTo>
                  <a:pt x="58643" y="164837"/>
                </a:lnTo>
                <a:lnTo>
                  <a:pt x="58645" y="164837"/>
                </a:lnTo>
                <a:lnTo>
                  <a:pt x="58646" y="164837"/>
                </a:lnTo>
                <a:lnTo>
                  <a:pt x="58647" y="164837"/>
                </a:lnTo>
                <a:lnTo>
                  <a:pt x="58648" y="164837"/>
                </a:lnTo>
                <a:lnTo>
                  <a:pt x="58649" y="164837"/>
                </a:lnTo>
                <a:lnTo>
                  <a:pt x="58650" y="164837"/>
                </a:lnTo>
                <a:lnTo>
                  <a:pt x="58651" y="164837"/>
                </a:lnTo>
                <a:lnTo>
                  <a:pt x="58652" y="164837"/>
                </a:lnTo>
                <a:lnTo>
                  <a:pt x="58653" y="164837"/>
                </a:lnTo>
                <a:lnTo>
                  <a:pt x="58655" y="164837"/>
                </a:lnTo>
                <a:lnTo>
                  <a:pt x="58656" y="164837"/>
                </a:lnTo>
                <a:lnTo>
                  <a:pt x="58657" y="164837"/>
                </a:lnTo>
                <a:lnTo>
                  <a:pt x="58658" y="164837"/>
                </a:lnTo>
                <a:lnTo>
                  <a:pt x="58659" y="164837"/>
                </a:lnTo>
                <a:lnTo>
                  <a:pt x="58660" y="164837"/>
                </a:lnTo>
                <a:lnTo>
                  <a:pt x="58661" y="164837"/>
                </a:lnTo>
                <a:lnTo>
                  <a:pt x="58662" y="164837"/>
                </a:lnTo>
                <a:lnTo>
                  <a:pt x="58664" y="164837"/>
                </a:lnTo>
                <a:lnTo>
                  <a:pt x="58665" y="164837"/>
                </a:lnTo>
                <a:lnTo>
                  <a:pt x="58666" y="164837"/>
                </a:lnTo>
                <a:lnTo>
                  <a:pt x="58667" y="164837"/>
                </a:lnTo>
                <a:lnTo>
                  <a:pt x="58668" y="164837"/>
                </a:lnTo>
                <a:lnTo>
                  <a:pt x="58669" y="164837"/>
                </a:lnTo>
                <a:lnTo>
                  <a:pt x="58670" y="164837"/>
                </a:lnTo>
                <a:lnTo>
                  <a:pt x="58671" y="164837"/>
                </a:lnTo>
                <a:lnTo>
                  <a:pt x="58672" y="164837"/>
                </a:lnTo>
                <a:lnTo>
                  <a:pt x="58674" y="164837"/>
                </a:lnTo>
                <a:lnTo>
                  <a:pt x="58675" y="164837"/>
                </a:lnTo>
                <a:lnTo>
                  <a:pt x="58676" y="164837"/>
                </a:lnTo>
                <a:lnTo>
                  <a:pt x="58677" y="164837"/>
                </a:lnTo>
                <a:lnTo>
                  <a:pt x="58678" y="164837"/>
                </a:lnTo>
                <a:lnTo>
                  <a:pt x="58679" y="164837"/>
                </a:lnTo>
                <a:lnTo>
                  <a:pt x="58680" y="164837"/>
                </a:lnTo>
                <a:lnTo>
                  <a:pt x="58681" y="164837"/>
                </a:lnTo>
                <a:lnTo>
                  <a:pt x="58682" y="164837"/>
                </a:lnTo>
                <a:lnTo>
                  <a:pt x="58684" y="164837"/>
                </a:lnTo>
                <a:lnTo>
                  <a:pt x="58685" y="164837"/>
                </a:lnTo>
                <a:lnTo>
                  <a:pt x="58686" y="164837"/>
                </a:lnTo>
                <a:lnTo>
                  <a:pt x="58687" y="164837"/>
                </a:lnTo>
                <a:lnTo>
                  <a:pt x="58688" y="164837"/>
                </a:lnTo>
                <a:lnTo>
                  <a:pt x="58689" y="164837"/>
                </a:lnTo>
                <a:lnTo>
                  <a:pt x="58690" y="164837"/>
                </a:lnTo>
                <a:lnTo>
                  <a:pt x="58691" y="164837"/>
                </a:lnTo>
                <a:lnTo>
                  <a:pt x="58692" y="164837"/>
                </a:lnTo>
                <a:lnTo>
                  <a:pt x="58694" y="164837"/>
                </a:lnTo>
                <a:lnTo>
                  <a:pt x="58695" y="164837"/>
                </a:lnTo>
                <a:lnTo>
                  <a:pt x="58696" y="164837"/>
                </a:lnTo>
                <a:lnTo>
                  <a:pt x="58697" y="164837"/>
                </a:lnTo>
                <a:lnTo>
                  <a:pt x="58698" y="164837"/>
                </a:lnTo>
                <a:lnTo>
                  <a:pt x="58699" y="164837"/>
                </a:lnTo>
                <a:lnTo>
                  <a:pt x="58700" y="164837"/>
                </a:lnTo>
                <a:lnTo>
                  <a:pt x="58701" y="164837"/>
                </a:lnTo>
                <a:lnTo>
                  <a:pt x="58702" y="164837"/>
                </a:lnTo>
                <a:lnTo>
                  <a:pt x="58704" y="164837"/>
                </a:lnTo>
                <a:lnTo>
                  <a:pt x="58705" y="164837"/>
                </a:lnTo>
                <a:lnTo>
                  <a:pt x="58706" y="164837"/>
                </a:lnTo>
                <a:lnTo>
                  <a:pt x="58707" y="164837"/>
                </a:lnTo>
                <a:lnTo>
                  <a:pt x="58708" y="164837"/>
                </a:lnTo>
                <a:lnTo>
                  <a:pt x="58709" y="164837"/>
                </a:lnTo>
                <a:lnTo>
                  <a:pt x="58710" y="164837"/>
                </a:lnTo>
                <a:lnTo>
                  <a:pt x="58711" y="164837"/>
                </a:lnTo>
                <a:lnTo>
                  <a:pt x="58713" y="164837"/>
                </a:lnTo>
                <a:lnTo>
                  <a:pt x="58714" y="164837"/>
                </a:lnTo>
                <a:lnTo>
                  <a:pt x="58715" y="164837"/>
                </a:lnTo>
                <a:lnTo>
                  <a:pt x="58716" y="164837"/>
                </a:lnTo>
                <a:lnTo>
                  <a:pt x="58717" y="164837"/>
                </a:lnTo>
                <a:lnTo>
                  <a:pt x="58718" y="164837"/>
                </a:lnTo>
                <a:lnTo>
                  <a:pt x="58719" y="164837"/>
                </a:lnTo>
                <a:lnTo>
                  <a:pt x="58720" y="164837"/>
                </a:lnTo>
                <a:lnTo>
                  <a:pt x="58721" y="164837"/>
                </a:lnTo>
                <a:lnTo>
                  <a:pt x="58723" y="164837"/>
                </a:lnTo>
                <a:lnTo>
                  <a:pt x="58724" y="164837"/>
                </a:lnTo>
                <a:lnTo>
                  <a:pt x="58725" y="164837"/>
                </a:lnTo>
                <a:lnTo>
                  <a:pt x="58726" y="164837"/>
                </a:lnTo>
                <a:lnTo>
                  <a:pt x="58727" y="164837"/>
                </a:lnTo>
                <a:lnTo>
                  <a:pt x="58728" y="164837"/>
                </a:lnTo>
                <a:lnTo>
                  <a:pt x="58729" y="164837"/>
                </a:lnTo>
                <a:lnTo>
                  <a:pt x="58730" y="164837"/>
                </a:lnTo>
                <a:lnTo>
                  <a:pt x="58731" y="164837"/>
                </a:lnTo>
                <a:lnTo>
                  <a:pt x="58733" y="164837"/>
                </a:lnTo>
                <a:lnTo>
                  <a:pt x="58734" y="164837"/>
                </a:lnTo>
                <a:lnTo>
                  <a:pt x="58735" y="164837"/>
                </a:lnTo>
                <a:lnTo>
                  <a:pt x="58736" y="164837"/>
                </a:lnTo>
                <a:lnTo>
                  <a:pt x="58737" y="164837"/>
                </a:lnTo>
                <a:lnTo>
                  <a:pt x="58738" y="164837"/>
                </a:lnTo>
                <a:lnTo>
                  <a:pt x="58739" y="164837"/>
                </a:lnTo>
                <a:lnTo>
                  <a:pt x="58740" y="164837"/>
                </a:lnTo>
                <a:lnTo>
                  <a:pt x="58741" y="164837"/>
                </a:lnTo>
                <a:lnTo>
                  <a:pt x="58743" y="164837"/>
                </a:lnTo>
                <a:lnTo>
                  <a:pt x="58744" y="164837"/>
                </a:lnTo>
                <a:lnTo>
                  <a:pt x="58745" y="164837"/>
                </a:lnTo>
                <a:lnTo>
                  <a:pt x="58746" y="164837"/>
                </a:lnTo>
                <a:lnTo>
                  <a:pt x="58747" y="164837"/>
                </a:lnTo>
                <a:lnTo>
                  <a:pt x="58748" y="164837"/>
                </a:lnTo>
                <a:lnTo>
                  <a:pt x="58749" y="164837"/>
                </a:lnTo>
                <a:lnTo>
                  <a:pt x="58750" y="164837"/>
                </a:lnTo>
                <a:lnTo>
                  <a:pt x="58752" y="164837"/>
                </a:lnTo>
                <a:lnTo>
                  <a:pt x="58753" y="164837"/>
                </a:lnTo>
                <a:lnTo>
                  <a:pt x="58754" y="164837"/>
                </a:lnTo>
                <a:lnTo>
                  <a:pt x="58755" y="164837"/>
                </a:lnTo>
                <a:lnTo>
                  <a:pt x="58756" y="164837"/>
                </a:lnTo>
                <a:lnTo>
                  <a:pt x="58757" y="164837"/>
                </a:lnTo>
                <a:lnTo>
                  <a:pt x="58758" y="164837"/>
                </a:lnTo>
                <a:lnTo>
                  <a:pt x="58759" y="164837"/>
                </a:lnTo>
                <a:lnTo>
                  <a:pt x="58760" y="164837"/>
                </a:lnTo>
                <a:lnTo>
                  <a:pt x="58762" y="164837"/>
                </a:lnTo>
                <a:lnTo>
                  <a:pt x="58763" y="164837"/>
                </a:lnTo>
                <a:lnTo>
                  <a:pt x="58764" y="164837"/>
                </a:lnTo>
                <a:lnTo>
                  <a:pt x="58765" y="164837"/>
                </a:lnTo>
                <a:lnTo>
                  <a:pt x="58766" y="164837"/>
                </a:lnTo>
                <a:lnTo>
                  <a:pt x="58767" y="164837"/>
                </a:lnTo>
                <a:lnTo>
                  <a:pt x="58768" y="164837"/>
                </a:lnTo>
                <a:lnTo>
                  <a:pt x="58769" y="164837"/>
                </a:lnTo>
                <a:lnTo>
                  <a:pt x="58770" y="164837"/>
                </a:lnTo>
                <a:lnTo>
                  <a:pt x="58772" y="164837"/>
                </a:lnTo>
                <a:lnTo>
                  <a:pt x="58773" y="164837"/>
                </a:lnTo>
                <a:lnTo>
                  <a:pt x="58774" y="164837"/>
                </a:lnTo>
                <a:lnTo>
                  <a:pt x="58775" y="164837"/>
                </a:lnTo>
                <a:lnTo>
                  <a:pt x="58776" y="164837"/>
                </a:lnTo>
                <a:lnTo>
                  <a:pt x="58777" y="164837"/>
                </a:lnTo>
                <a:lnTo>
                  <a:pt x="58778" y="164837"/>
                </a:lnTo>
                <a:lnTo>
                  <a:pt x="58779" y="164837"/>
                </a:lnTo>
                <a:lnTo>
                  <a:pt x="58781" y="164837"/>
                </a:lnTo>
                <a:lnTo>
                  <a:pt x="58782" y="164837"/>
                </a:lnTo>
                <a:lnTo>
                  <a:pt x="58783" y="164837"/>
                </a:lnTo>
                <a:lnTo>
                  <a:pt x="58784" y="164837"/>
                </a:lnTo>
                <a:lnTo>
                  <a:pt x="58785" y="164837"/>
                </a:lnTo>
                <a:lnTo>
                  <a:pt x="58786" y="164837"/>
                </a:lnTo>
                <a:lnTo>
                  <a:pt x="58787" y="164837"/>
                </a:lnTo>
                <a:lnTo>
                  <a:pt x="58788" y="164837"/>
                </a:lnTo>
                <a:lnTo>
                  <a:pt x="58789" y="164837"/>
                </a:lnTo>
                <a:lnTo>
                  <a:pt x="58791" y="164837"/>
                </a:lnTo>
                <a:lnTo>
                  <a:pt x="58792" y="164837"/>
                </a:lnTo>
                <a:lnTo>
                  <a:pt x="58793" y="164837"/>
                </a:lnTo>
                <a:lnTo>
                  <a:pt x="58794" y="164837"/>
                </a:lnTo>
                <a:lnTo>
                  <a:pt x="58795" y="164837"/>
                </a:lnTo>
                <a:lnTo>
                  <a:pt x="58796" y="164837"/>
                </a:lnTo>
                <a:lnTo>
                  <a:pt x="58797" y="164837"/>
                </a:lnTo>
                <a:lnTo>
                  <a:pt x="58798" y="164837"/>
                </a:lnTo>
                <a:lnTo>
                  <a:pt x="58799" y="164837"/>
                </a:lnTo>
                <a:lnTo>
                  <a:pt x="58801" y="164837"/>
                </a:lnTo>
                <a:lnTo>
                  <a:pt x="58802" y="164837"/>
                </a:lnTo>
                <a:lnTo>
                  <a:pt x="58803" y="164837"/>
                </a:lnTo>
                <a:lnTo>
                  <a:pt x="58804" y="164837"/>
                </a:lnTo>
                <a:lnTo>
                  <a:pt x="58805" y="164837"/>
                </a:lnTo>
                <a:lnTo>
                  <a:pt x="58806" y="164837"/>
                </a:lnTo>
                <a:lnTo>
                  <a:pt x="58807" y="164837"/>
                </a:lnTo>
                <a:lnTo>
                  <a:pt x="58808" y="164837"/>
                </a:lnTo>
                <a:lnTo>
                  <a:pt x="58810" y="164837"/>
                </a:lnTo>
                <a:lnTo>
                  <a:pt x="58811" y="164837"/>
                </a:lnTo>
                <a:lnTo>
                  <a:pt x="58812" y="164837"/>
                </a:lnTo>
                <a:lnTo>
                  <a:pt x="58813" y="164837"/>
                </a:lnTo>
                <a:lnTo>
                  <a:pt x="58814" y="164837"/>
                </a:lnTo>
                <a:lnTo>
                  <a:pt x="58815" y="164837"/>
                </a:lnTo>
                <a:lnTo>
                  <a:pt x="58816" y="164837"/>
                </a:lnTo>
                <a:lnTo>
                  <a:pt x="58817" y="164837"/>
                </a:lnTo>
                <a:lnTo>
                  <a:pt x="58818" y="164837"/>
                </a:lnTo>
                <a:lnTo>
                  <a:pt x="58820" y="164837"/>
                </a:lnTo>
                <a:lnTo>
                  <a:pt x="58821" y="164837"/>
                </a:lnTo>
                <a:lnTo>
                  <a:pt x="58822" y="164837"/>
                </a:lnTo>
                <a:lnTo>
                  <a:pt x="58823" y="164837"/>
                </a:lnTo>
                <a:lnTo>
                  <a:pt x="58824" y="164837"/>
                </a:lnTo>
                <a:lnTo>
                  <a:pt x="58825" y="164837"/>
                </a:lnTo>
                <a:lnTo>
                  <a:pt x="58826" y="164837"/>
                </a:lnTo>
                <a:lnTo>
                  <a:pt x="58827" y="164837"/>
                </a:lnTo>
                <a:lnTo>
                  <a:pt x="58828" y="164837"/>
                </a:lnTo>
                <a:lnTo>
                  <a:pt x="58830" y="164837"/>
                </a:lnTo>
                <a:lnTo>
                  <a:pt x="58831" y="164837"/>
                </a:lnTo>
                <a:lnTo>
                  <a:pt x="58832" y="164837"/>
                </a:lnTo>
                <a:lnTo>
                  <a:pt x="58833" y="164837"/>
                </a:lnTo>
                <a:lnTo>
                  <a:pt x="58834" y="164837"/>
                </a:lnTo>
                <a:lnTo>
                  <a:pt x="58835" y="164837"/>
                </a:lnTo>
                <a:lnTo>
                  <a:pt x="58836" y="164837"/>
                </a:lnTo>
                <a:lnTo>
                  <a:pt x="58837" y="164837"/>
                </a:lnTo>
                <a:lnTo>
                  <a:pt x="58839" y="164837"/>
                </a:lnTo>
                <a:lnTo>
                  <a:pt x="58840" y="164837"/>
                </a:lnTo>
                <a:lnTo>
                  <a:pt x="58841" y="164837"/>
                </a:lnTo>
                <a:lnTo>
                  <a:pt x="58842" y="164837"/>
                </a:lnTo>
                <a:lnTo>
                  <a:pt x="58843" y="164837"/>
                </a:lnTo>
                <a:lnTo>
                  <a:pt x="58844" y="164837"/>
                </a:lnTo>
                <a:lnTo>
                  <a:pt x="58845" y="164837"/>
                </a:lnTo>
                <a:lnTo>
                  <a:pt x="58846" y="164837"/>
                </a:lnTo>
                <a:lnTo>
                  <a:pt x="58847" y="164837"/>
                </a:lnTo>
                <a:lnTo>
                  <a:pt x="58849" y="164837"/>
                </a:lnTo>
                <a:lnTo>
                  <a:pt x="58850" y="164837"/>
                </a:lnTo>
                <a:lnTo>
                  <a:pt x="58851" y="164837"/>
                </a:lnTo>
                <a:lnTo>
                  <a:pt x="58852" y="164837"/>
                </a:lnTo>
                <a:lnTo>
                  <a:pt x="58853" y="164837"/>
                </a:lnTo>
                <a:lnTo>
                  <a:pt x="58854" y="164837"/>
                </a:lnTo>
                <a:lnTo>
                  <a:pt x="58855" y="164837"/>
                </a:lnTo>
                <a:lnTo>
                  <a:pt x="58856" y="164837"/>
                </a:lnTo>
                <a:lnTo>
                  <a:pt x="58857" y="164837"/>
                </a:lnTo>
                <a:lnTo>
                  <a:pt x="58859" y="164837"/>
                </a:lnTo>
                <a:lnTo>
                  <a:pt x="58860" y="164837"/>
                </a:lnTo>
                <a:lnTo>
                  <a:pt x="58861" y="164837"/>
                </a:lnTo>
                <a:lnTo>
                  <a:pt x="58862" y="164837"/>
                </a:lnTo>
                <a:lnTo>
                  <a:pt x="58863" y="164837"/>
                </a:lnTo>
                <a:lnTo>
                  <a:pt x="58864" y="164837"/>
                </a:lnTo>
                <a:lnTo>
                  <a:pt x="58865" y="164837"/>
                </a:lnTo>
                <a:lnTo>
                  <a:pt x="58866" y="164837"/>
                </a:lnTo>
                <a:lnTo>
                  <a:pt x="58868" y="164837"/>
                </a:lnTo>
                <a:lnTo>
                  <a:pt x="58869" y="164837"/>
                </a:lnTo>
                <a:lnTo>
                  <a:pt x="58870" y="164837"/>
                </a:lnTo>
                <a:lnTo>
                  <a:pt x="58871" y="164837"/>
                </a:lnTo>
                <a:lnTo>
                  <a:pt x="58872" y="164837"/>
                </a:lnTo>
                <a:lnTo>
                  <a:pt x="58873" y="164837"/>
                </a:lnTo>
                <a:lnTo>
                  <a:pt x="58874" y="164837"/>
                </a:lnTo>
                <a:lnTo>
                  <a:pt x="58875" y="164837"/>
                </a:lnTo>
                <a:lnTo>
                  <a:pt x="58876" y="164837"/>
                </a:lnTo>
                <a:lnTo>
                  <a:pt x="58878" y="164837"/>
                </a:lnTo>
                <a:lnTo>
                  <a:pt x="58879" y="164837"/>
                </a:lnTo>
                <a:lnTo>
                  <a:pt x="58880" y="164837"/>
                </a:lnTo>
                <a:lnTo>
                  <a:pt x="58881" y="164837"/>
                </a:lnTo>
                <a:lnTo>
                  <a:pt x="58882" y="164837"/>
                </a:lnTo>
                <a:lnTo>
                  <a:pt x="58883" y="164837"/>
                </a:lnTo>
                <a:lnTo>
                  <a:pt x="58884" y="164837"/>
                </a:lnTo>
                <a:lnTo>
                  <a:pt x="58885" y="164837"/>
                </a:lnTo>
                <a:lnTo>
                  <a:pt x="58887" y="164837"/>
                </a:lnTo>
                <a:lnTo>
                  <a:pt x="58888" y="164837"/>
                </a:lnTo>
                <a:lnTo>
                  <a:pt x="58889" y="164837"/>
                </a:lnTo>
                <a:lnTo>
                  <a:pt x="58890" y="164837"/>
                </a:lnTo>
                <a:lnTo>
                  <a:pt x="58891" y="164837"/>
                </a:lnTo>
                <a:lnTo>
                  <a:pt x="58892" y="164837"/>
                </a:lnTo>
                <a:lnTo>
                  <a:pt x="58893" y="164837"/>
                </a:lnTo>
                <a:lnTo>
                  <a:pt x="58894" y="164837"/>
                </a:lnTo>
                <a:lnTo>
                  <a:pt x="58895" y="164837"/>
                </a:lnTo>
                <a:lnTo>
                  <a:pt x="58897" y="164837"/>
                </a:lnTo>
                <a:lnTo>
                  <a:pt x="58898" y="164837"/>
                </a:lnTo>
                <a:lnTo>
                  <a:pt x="58899" y="164837"/>
                </a:lnTo>
                <a:lnTo>
                  <a:pt x="58900" y="164837"/>
                </a:lnTo>
                <a:lnTo>
                  <a:pt x="58901" y="164837"/>
                </a:lnTo>
                <a:lnTo>
                  <a:pt x="58902" y="164837"/>
                </a:lnTo>
                <a:lnTo>
                  <a:pt x="58903" y="164837"/>
                </a:lnTo>
                <a:lnTo>
                  <a:pt x="58904" y="164837"/>
                </a:lnTo>
                <a:lnTo>
                  <a:pt x="58905" y="164837"/>
                </a:lnTo>
                <a:lnTo>
                  <a:pt x="58907" y="164837"/>
                </a:lnTo>
                <a:lnTo>
                  <a:pt x="58908" y="164837"/>
                </a:lnTo>
                <a:lnTo>
                  <a:pt x="58909" y="164837"/>
                </a:lnTo>
                <a:lnTo>
                  <a:pt x="58910" y="164837"/>
                </a:lnTo>
                <a:lnTo>
                  <a:pt x="58911" y="164837"/>
                </a:lnTo>
                <a:lnTo>
                  <a:pt x="58912" y="164837"/>
                </a:lnTo>
                <a:lnTo>
                  <a:pt x="58913" y="164837"/>
                </a:lnTo>
                <a:lnTo>
                  <a:pt x="58914" y="164837"/>
                </a:lnTo>
                <a:lnTo>
                  <a:pt x="58916" y="164837"/>
                </a:lnTo>
                <a:lnTo>
                  <a:pt x="58917" y="164837"/>
                </a:lnTo>
                <a:lnTo>
                  <a:pt x="58918" y="164837"/>
                </a:lnTo>
                <a:lnTo>
                  <a:pt x="58919" y="164837"/>
                </a:lnTo>
                <a:lnTo>
                  <a:pt x="58920" y="164837"/>
                </a:lnTo>
                <a:lnTo>
                  <a:pt x="58921" y="164837"/>
                </a:lnTo>
                <a:lnTo>
                  <a:pt x="58922" y="164837"/>
                </a:lnTo>
                <a:lnTo>
                  <a:pt x="58923" y="164837"/>
                </a:lnTo>
                <a:lnTo>
                  <a:pt x="58924" y="164837"/>
                </a:lnTo>
                <a:lnTo>
                  <a:pt x="58926" y="164837"/>
                </a:lnTo>
                <a:lnTo>
                  <a:pt x="58927" y="164837"/>
                </a:lnTo>
                <a:lnTo>
                  <a:pt x="58928" y="164837"/>
                </a:lnTo>
                <a:lnTo>
                  <a:pt x="58929" y="164837"/>
                </a:lnTo>
                <a:lnTo>
                  <a:pt x="58930" y="164837"/>
                </a:lnTo>
                <a:lnTo>
                  <a:pt x="58931" y="164837"/>
                </a:lnTo>
                <a:lnTo>
                  <a:pt x="58932" y="164837"/>
                </a:lnTo>
                <a:lnTo>
                  <a:pt x="58933" y="164837"/>
                </a:lnTo>
                <a:lnTo>
                  <a:pt x="58935" y="164837"/>
                </a:lnTo>
                <a:lnTo>
                  <a:pt x="58936" y="164837"/>
                </a:lnTo>
                <a:lnTo>
                  <a:pt x="58937" y="164837"/>
                </a:lnTo>
                <a:lnTo>
                  <a:pt x="58938" y="164837"/>
                </a:lnTo>
                <a:lnTo>
                  <a:pt x="58939" y="164837"/>
                </a:lnTo>
                <a:lnTo>
                  <a:pt x="58940" y="164837"/>
                </a:lnTo>
                <a:lnTo>
                  <a:pt x="58941" y="164837"/>
                </a:lnTo>
                <a:lnTo>
                  <a:pt x="58942" y="164837"/>
                </a:lnTo>
                <a:lnTo>
                  <a:pt x="58943" y="164837"/>
                </a:lnTo>
                <a:lnTo>
                  <a:pt x="58945" y="164837"/>
                </a:lnTo>
                <a:lnTo>
                  <a:pt x="58946" y="164837"/>
                </a:lnTo>
                <a:lnTo>
                  <a:pt x="58947" y="164837"/>
                </a:lnTo>
                <a:lnTo>
                  <a:pt x="58948" y="164837"/>
                </a:lnTo>
                <a:lnTo>
                  <a:pt x="58949" y="164837"/>
                </a:lnTo>
                <a:lnTo>
                  <a:pt x="58950" y="164837"/>
                </a:lnTo>
                <a:lnTo>
                  <a:pt x="58951" y="164837"/>
                </a:lnTo>
                <a:lnTo>
                  <a:pt x="58952" y="164837"/>
                </a:lnTo>
                <a:lnTo>
                  <a:pt x="58954" y="164837"/>
                </a:lnTo>
                <a:lnTo>
                  <a:pt x="58955" y="164837"/>
                </a:lnTo>
                <a:lnTo>
                  <a:pt x="58956" y="164837"/>
                </a:lnTo>
                <a:lnTo>
                  <a:pt x="58957" y="164837"/>
                </a:lnTo>
                <a:lnTo>
                  <a:pt x="58958" y="164837"/>
                </a:lnTo>
                <a:lnTo>
                  <a:pt x="58959" y="164837"/>
                </a:lnTo>
                <a:lnTo>
                  <a:pt x="58960" y="164837"/>
                </a:lnTo>
                <a:lnTo>
                  <a:pt x="58961" y="164837"/>
                </a:lnTo>
                <a:lnTo>
                  <a:pt x="58962" y="164837"/>
                </a:lnTo>
                <a:lnTo>
                  <a:pt x="58964" y="164837"/>
                </a:lnTo>
                <a:lnTo>
                  <a:pt x="58965" y="164837"/>
                </a:lnTo>
                <a:lnTo>
                  <a:pt x="58966" y="164837"/>
                </a:lnTo>
                <a:lnTo>
                  <a:pt x="58967" y="164837"/>
                </a:lnTo>
                <a:lnTo>
                  <a:pt x="58968" y="164837"/>
                </a:lnTo>
                <a:lnTo>
                  <a:pt x="58969" y="164837"/>
                </a:lnTo>
                <a:lnTo>
                  <a:pt x="58970" y="164837"/>
                </a:lnTo>
                <a:lnTo>
                  <a:pt x="58971" y="164837"/>
                </a:lnTo>
                <a:lnTo>
                  <a:pt x="58973" y="164837"/>
                </a:lnTo>
                <a:lnTo>
                  <a:pt x="58974" y="164837"/>
                </a:lnTo>
                <a:lnTo>
                  <a:pt x="58975" y="164837"/>
                </a:lnTo>
                <a:lnTo>
                  <a:pt x="58976" y="164837"/>
                </a:lnTo>
                <a:lnTo>
                  <a:pt x="58977" y="164837"/>
                </a:lnTo>
                <a:lnTo>
                  <a:pt x="58978" y="164837"/>
                </a:lnTo>
                <a:lnTo>
                  <a:pt x="58979" y="164837"/>
                </a:lnTo>
                <a:lnTo>
                  <a:pt x="58980" y="164837"/>
                </a:lnTo>
                <a:lnTo>
                  <a:pt x="58981" y="164837"/>
                </a:lnTo>
                <a:lnTo>
                  <a:pt x="58983" y="164837"/>
                </a:lnTo>
                <a:lnTo>
                  <a:pt x="58984" y="164837"/>
                </a:lnTo>
                <a:lnTo>
                  <a:pt x="58985" y="164837"/>
                </a:lnTo>
                <a:lnTo>
                  <a:pt x="58986" y="164837"/>
                </a:lnTo>
                <a:lnTo>
                  <a:pt x="58987" y="164837"/>
                </a:lnTo>
                <a:lnTo>
                  <a:pt x="58988" y="164837"/>
                </a:lnTo>
                <a:lnTo>
                  <a:pt x="58989" y="164837"/>
                </a:lnTo>
                <a:lnTo>
                  <a:pt x="58990" y="164837"/>
                </a:lnTo>
                <a:lnTo>
                  <a:pt x="58992" y="164837"/>
                </a:lnTo>
                <a:lnTo>
                  <a:pt x="58993" y="164837"/>
                </a:lnTo>
                <a:lnTo>
                  <a:pt x="58994" y="164837"/>
                </a:lnTo>
                <a:lnTo>
                  <a:pt x="58995" y="164837"/>
                </a:lnTo>
                <a:lnTo>
                  <a:pt x="58996" y="164837"/>
                </a:lnTo>
                <a:lnTo>
                  <a:pt x="58997" y="164837"/>
                </a:lnTo>
                <a:lnTo>
                  <a:pt x="58998" y="164837"/>
                </a:lnTo>
                <a:lnTo>
                  <a:pt x="58999" y="164837"/>
                </a:lnTo>
                <a:lnTo>
                  <a:pt x="59000" y="164837"/>
                </a:lnTo>
                <a:lnTo>
                  <a:pt x="59002" y="164837"/>
                </a:lnTo>
                <a:lnTo>
                  <a:pt x="59003" y="164837"/>
                </a:lnTo>
                <a:lnTo>
                  <a:pt x="59004" y="164837"/>
                </a:lnTo>
                <a:lnTo>
                  <a:pt x="59005" y="164837"/>
                </a:lnTo>
                <a:lnTo>
                  <a:pt x="59006" y="164837"/>
                </a:lnTo>
                <a:lnTo>
                  <a:pt x="59007" y="164837"/>
                </a:lnTo>
                <a:lnTo>
                  <a:pt x="59008" y="164837"/>
                </a:lnTo>
                <a:lnTo>
                  <a:pt x="59009" y="164837"/>
                </a:lnTo>
                <a:lnTo>
                  <a:pt x="59011" y="164837"/>
                </a:lnTo>
                <a:lnTo>
                  <a:pt x="59012" y="164837"/>
                </a:lnTo>
                <a:lnTo>
                  <a:pt x="59013" y="164837"/>
                </a:lnTo>
                <a:lnTo>
                  <a:pt x="59014" y="164837"/>
                </a:lnTo>
                <a:lnTo>
                  <a:pt x="59015" y="164837"/>
                </a:lnTo>
                <a:lnTo>
                  <a:pt x="59016" y="164837"/>
                </a:lnTo>
                <a:lnTo>
                  <a:pt x="59017" y="164837"/>
                </a:lnTo>
                <a:lnTo>
                  <a:pt x="59018" y="164837"/>
                </a:lnTo>
                <a:lnTo>
                  <a:pt x="59020" y="164837"/>
                </a:lnTo>
                <a:lnTo>
                  <a:pt x="59021" y="164837"/>
                </a:lnTo>
                <a:lnTo>
                  <a:pt x="59022" y="164837"/>
                </a:lnTo>
                <a:lnTo>
                  <a:pt x="59023" y="164837"/>
                </a:lnTo>
                <a:lnTo>
                  <a:pt x="59024" y="164837"/>
                </a:lnTo>
                <a:lnTo>
                  <a:pt x="59025" y="164837"/>
                </a:lnTo>
                <a:lnTo>
                  <a:pt x="59026" y="164837"/>
                </a:lnTo>
                <a:lnTo>
                  <a:pt x="59027" y="164837"/>
                </a:lnTo>
                <a:lnTo>
                  <a:pt x="59028" y="164837"/>
                </a:lnTo>
                <a:lnTo>
                  <a:pt x="59030" y="164837"/>
                </a:lnTo>
                <a:lnTo>
                  <a:pt x="59031" y="164837"/>
                </a:lnTo>
                <a:lnTo>
                  <a:pt x="59032" y="164837"/>
                </a:lnTo>
                <a:lnTo>
                  <a:pt x="59033" y="164837"/>
                </a:lnTo>
                <a:lnTo>
                  <a:pt x="59034" y="164837"/>
                </a:lnTo>
                <a:lnTo>
                  <a:pt x="59035" y="164837"/>
                </a:lnTo>
                <a:lnTo>
                  <a:pt x="59036" y="164837"/>
                </a:lnTo>
                <a:lnTo>
                  <a:pt x="59037" y="164837"/>
                </a:lnTo>
                <a:lnTo>
                  <a:pt x="59039" y="164837"/>
                </a:lnTo>
                <a:lnTo>
                  <a:pt x="59040" y="164837"/>
                </a:lnTo>
                <a:lnTo>
                  <a:pt x="59041" y="164837"/>
                </a:lnTo>
                <a:lnTo>
                  <a:pt x="59042" y="164837"/>
                </a:lnTo>
                <a:lnTo>
                  <a:pt x="59043" y="164837"/>
                </a:lnTo>
                <a:lnTo>
                  <a:pt x="59044" y="164837"/>
                </a:lnTo>
                <a:lnTo>
                  <a:pt x="59045" y="164837"/>
                </a:lnTo>
                <a:lnTo>
                  <a:pt x="59046" y="164837"/>
                </a:lnTo>
                <a:lnTo>
                  <a:pt x="59047" y="164837"/>
                </a:lnTo>
                <a:lnTo>
                  <a:pt x="59049" y="164837"/>
                </a:lnTo>
                <a:lnTo>
                  <a:pt x="59050" y="164837"/>
                </a:lnTo>
                <a:lnTo>
                  <a:pt x="59051" y="164837"/>
                </a:lnTo>
                <a:lnTo>
                  <a:pt x="59052" y="164837"/>
                </a:lnTo>
                <a:lnTo>
                  <a:pt x="59053" y="164837"/>
                </a:lnTo>
                <a:lnTo>
                  <a:pt x="59054" y="164837"/>
                </a:lnTo>
                <a:lnTo>
                  <a:pt x="59055" y="164837"/>
                </a:lnTo>
                <a:lnTo>
                  <a:pt x="59056" y="164837"/>
                </a:lnTo>
                <a:lnTo>
                  <a:pt x="59058" y="164837"/>
                </a:lnTo>
                <a:lnTo>
                  <a:pt x="59059" y="164837"/>
                </a:lnTo>
                <a:lnTo>
                  <a:pt x="59060" y="164837"/>
                </a:lnTo>
                <a:lnTo>
                  <a:pt x="59061" y="164837"/>
                </a:lnTo>
                <a:lnTo>
                  <a:pt x="59062" y="164837"/>
                </a:lnTo>
                <a:lnTo>
                  <a:pt x="59063" y="164837"/>
                </a:lnTo>
                <a:lnTo>
                  <a:pt x="59064" y="164837"/>
                </a:lnTo>
                <a:lnTo>
                  <a:pt x="59065" y="164837"/>
                </a:lnTo>
                <a:lnTo>
                  <a:pt x="59067" y="164837"/>
                </a:lnTo>
                <a:lnTo>
                  <a:pt x="59068" y="164837"/>
                </a:lnTo>
                <a:lnTo>
                  <a:pt x="59069" y="164837"/>
                </a:lnTo>
                <a:lnTo>
                  <a:pt x="59070" y="164837"/>
                </a:lnTo>
                <a:lnTo>
                  <a:pt x="59071" y="164837"/>
                </a:lnTo>
                <a:lnTo>
                  <a:pt x="59072" y="164837"/>
                </a:lnTo>
                <a:lnTo>
                  <a:pt x="59073" y="164837"/>
                </a:lnTo>
                <a:lnTo>
                  <a:pt x="59074" y="164837"/>
                </a:lnTo>
                <a:lnTo>
                  <a:pt x="59075" y="164837"/>
                </a:lnTo>
                <a:lnTo>
                  <a:pt x="59077" y="164837"/>
                </a:lnTo>
                <a:lnTo>
                  <a:pt x="59078" y="164837"/>
                </a:lnTo>
                <a:lnTo>
                  <a:pt x="59079" y="164837"/>
                </a:lnTo>
                <a:lnTo>
                  <a:pt x="59080" y="164837"/>
                </a:lnTo>
                <a:lnTo>
                  <a:pt x="59081" y="164837"/>
                </a:lnTo>
                <a:lnTo>
                  <a:pt x="59082" y="164837"/>
                </a:lnTo>
                <a:lnTo>
                  <a:pt x="59083" y="164837"/>
                </a:lnTo>
                <a:lnTo>
                  <a:pt x="59084" y="164837"/>
                </a:lnTo>
                <a:lnTo>
                  <a:pt x="59086" y="164837"/>
                </a:lnTo>
                <a:lnTo>
                  <a:pt x="59087" y="164837"/>
                </a:lnTo>
                <a:lnTo>
                  <a:pt x="59088" y="164837"/>
                </a:lnTo>
                <a:lnTo>
                  <a:pt x="59089" y="164837"/>
                </a:lnTo>
                <a:lnTo>
                  <a:pt x="59090" y="164837"/>
                </a:lnTo>
                <a:lnTo>
                  <a:pt x="59091" y="164837"/>
                </a:lnTo>
                <a:lnTo>
                  <a:pt x="59092" y="164837"/>
                </a:lnTo>
                <a:lnTo>
                  <a:pt x="59093" y="164837"/>
                </a:lnTo>
                <a:lnTo>
                  <a:pt x="59094" y="164837"/>
                </a:lnTo>
                <a:lnTo>
                  <a:pt x="59096" y="164837"/>
                </a:lnTo>
                <a:lnTo>
                  <a:pt x="59097" y="164837"/>
                </a:lnTo>
                <a:lnTo>
                  <a:pt x="59098" y="164837"/>
                </a:lnTo>
                <a:lnTo>
                  <a:pt x="59099" y="164837"/>
                </a:lnTo>
                <a:lnTo>
                  <a:pt x="59100" y="164837"/>
                </a:lnTo>
                <a:lnTo>
                  <a:pt x="59101" y="164837"/>
                </a:lnTo>
                <a:lnTo>
                  <a:pt x="59102" y="164837"/>
                </a:lnTo>
                <a:lnTo>
                  <a:pt x="59103" y="164837"/>
                </a:lnTo>
                <a:lnTo>
                  <a:pt x="59105" y="164837"/>
                </a:lnTo>
                <a:lnTo>
                  <a:pt x="59106" y="164837"/>
                </a:lnTo>
                <a:lnTo>
                  <a:pt x="59107" y="164837"/>
                </a:lnTo>
                <a:lnTo>
                  <a:pt x="59108" y="164837"/>
                </a:lnTo>
                <a:lnTo>
                  <a:pt x="59109" y="164837"/>
                </a:lnTo>
                <a:lnTo>
                  <a:pt x="59110" y="164837"/>
                </a:lnTo>
                <a:lnTo>
                  <a:pt x="59111" y="164837"/>
                </a:lnTo>
                <a:lnTo>
                  <a:pt x="59112" y="164837"/>
                </a:lnTo>
                <a:lnTo>
                  <a:pt x="59114" y="164837"/>
                </a:lnTo>
                <a:lnTo>
                  <a:pt x="59115" y="164837"/>
                </a:lnTo>
                <a:lnTo>
                  <a:pt x="59116" y="164837"/>
                </a:lnTo>
                <a:lnTo>
                  <a:pt x="59117" y="164837"/>
                </a:lnTo>
                <a:lnTo>
                  <a:pt x="59118" y="164837"/>
                </a:lnTo>
                <a:lnTo>
                  <a:pt x="59119" y="164837"/>
                </a:lnTo>
                <a:lnTo>
                  <a:pt x="59120" y="164837"/>
                </a:lnTo>
                <a:lnTo>
                  <a:pt x="59121" y="164837"/>
                </a:lnTo>
                <a:lnTo>
                  <a:pt x="59122" y="164837"/>
                </a:lnTo>
                <a:lnTo>
                  <a:pt x="59124" y="164837"/>
                </a:lnTo>
                <a:lnTo>
                  <a:pt x="59125" y="164837"/>
                </a:lnTo>
                <a:lnTo>
                  <a:pt x="59126" y="164837"/>
                </a:lnTo>
                <a:lnTo>
                  <a:pt x="59127" y="164837"/>
                </a:lnTo>
                <a:lnTo>
                  <a:pt x="59128" y="164837"/>
                </a:lnTo>
                <a:lnTo>
                  <a:pt x="59129" y="164837"/>
                </a:lnTo>
                <a:lnTo>
                  <a:pt x="59130" y="164837"/>
                </a:lnTo>
                <a:lnTo>
                  <a:pt x="59131" y="164837"/>
                </a:lnTo>
                <a:lnTo>
                  <a:pt x="59133" y="164837"/>
                </a:lnTo>
                <a:lnTo>
                  <a:pt x="59134" y="164837"/>
                </a:lnTo>
                <a:lnTo>
                  <a:pt x="59135" y="164837"/>
                </a:lnTo>
                <a:lnTo>
                  <a:pt x="59136" y="164837"/>
                </a:lnTo>
                <a:lnTo>
                  <a:pt x="59137" y="164837"/>
                </a:lnTo>
                <a:lnTo>
                  <a:pt x="59138" y="164837"/>
                </a:lnTo>
                <a:lnTo>
                  <a:pt x="59139" y="164837"/>
                </a:lnTo>
                <a:lnTo>
                  <a:pt x="59140" y="164837"/>
                </a:lnTo>
                <a:lnTo>
                  <a:pt x="59142" y="164837"/>
                </a:lnTo>
                <a:lnTo>
                  <a:pt x="59143" y="164837"/>
                </a:lnTo>
                <a:lnTo>
                  <a:pt x="59144" y="164837"/>
                </a:lnTo>
                <a:lnTo>
                  <a:pt x="59145" y="164837"/>
                </a:lnTo>
                <a:lnTo>
                  <a:pt x="59146" y="164837"/>
                </a:lnTo>
                <a:lnTo>
                  <a:pt x="59147" y="164837"/>
                </a:lnTo>
                <a:lnTo>
                  <a:pt x="59148" y="164837"/>
                </a:lnTo>
                <a:lnTo>
                  <a:pt x="59149" y="164837"/>
                </a:lnTo>
                <a:lnTo>
                  <a:pt x="59150" y="164837"/>
                </a:lnTo>
                <a:lnTo>
                  <a:pt x="59152" y="164837"/>
                </a:lnTo>
                <a:lnTo>
                  <a:pt x="59153" y="164837"/>
                </a:lnTo>
                <a:lnTo>
                  <a:pt x="59154" y="164837"/>
                </a:lnTo>
                <a:lnTo>
                  <a:pt x="59155" y="164837"/>
                </a:lnTo>
                <a:lnTo>
                  <a:pt x="59156" y="164837"/>
                </a:lnTo>
                <a:lnTo>
                  <a:pt x="59157" y="164837"/>
                </a:lnTo>
                <a:lnTo>
                  <a:pt x="59158" y="164837"/>
                </a:lnTo>
                <a:lnTo>
                  <a:pt x="59159" y="164837"/>
                </a:lnTo>
                <a:lnTo>
                  <a:pt x="59161" y="164837"/>
                </a:lnTo>
                <a:lnTo>
                  <a:pt x="59162" y="164837"/>
                </a:lnTo>
                <a:lnTo>
                  <a:pt x="59163" y="164837"/>
                </a:lnTo>
                <a:lnTo>
                  <a:pt x="59164" y="164837"/>
                </a:lnTo>
                <a:lnTo>
                  <a:pt x="59165" y="164837"/>
                </a:lnTo>
                <a:lnTo>
                  <a:pt x="59166" y="164837"/>
                </a:lnTo>
                <a:lnTo>
                  <a:pt x="59167" y="164837"/>
                </a:lnTo>
                <a:lnTo>
                  <a:pt x="59168" y="164837"/>
                </a:lnTo>
                <a:lnTo>
                  <a:pt x="59170" y="164837"/>
                </a:lnTo>
                <a:lnTo>
                  <a:pt x="59171" y="164837"/>
                </a:lnTo>
                <a:lnTo>
                  <a:pt x="59172" y="164837"/>
                </a:lnTo>
                <a:lnTo>
                  <a:pt x="59173" y="164837"/>
                </a:lnTo>
                <a:lnTo>
                  <a:pt x="59174" y="164837"/>
                </a:lnTo>
                <a:lnTo>
                  <a:pt x="59175" y="164837"/>
                </a:lnTo>
                <a:lnTo>
                  <a:pt x="59176" y="164837"/>
                </a:lnTo>
                <a:lnTo>
                  <a:pt x="59177" y="164837"/>
                </a:lnTo>
                <a:lnTo>
                  <a:pt x="59179" y="164837"/>
                </a:lnTo>
                <a:lnTo>
                  <a:pt x="59180" y="164837"/>
                </a:lnTo>
                <a:lnTo>
                  <a:pt x="59181" y="164837"/>
                </a:lnTo>
                <a:lnTo>
                  <a:pt x="59182" y="164837"/>
                </a:lnTo>
                <a:lnTo>
                  <a:pt x="59183" y="164837"/>
                </a:lnTo>
                <a:lnTo>
                  <a:pt x="59184" y="164837"/>
                </a:lnTo>
                <a:lnTo>
                  <a:pt x="59185" y="164837"/>
                </a:lnTo>
                <a:lnTo>
                  <a:pt x="59186" y="164837"/>
                </a:lnTo>
                <a:lnTo>
                  <a:pt x="59187" y="164837"/>
                </a:lnTo>
                <a:lnTo>
                  <a:pt x="59189" y="164837"/>
                </a:lnTo>
                <a:lnTo>
                  <a:pt x="59190" y="164837"/>
                </a:lnTo>
                <a:lnTo>
                  <a:pt x="59191" y="164837"/>
                </a:lnTo>
                <a:lnTo>
                  <a:pt x="59192" y="164837"/>
                </a:lnTo>
                <a:lnTo>
                  <a:pt x="59193" y="164837"/>
                </a:lnTo>
                <a:lnTo>
                  <a:pt x="59194" y="164837"/>
                </a:lnTo>
                <a:lnTo>
                  <a:pt x="59195" y="164837"/>
                </a:lnTo>
                <a:lnTo>
                  <a:pt x="59196" y="164837"/>
                </a:lnTo>
                <a:lnTo>
                  <a:pt x="59198" y="164837"/>
                </a:lnTo>
                <a:lnTo>
                  <a:pt x="59199" y="164837"/>
                </a:lnTo>
                <a:lnTo>
                  <a:pt x="59200" y="164837"/>
                </a:lnTo>
                <a:lnTo>
                  <a:pt x="59201" y="164837"/>
                </a:lnTo>
                <a:lnTo>
                  <a:pt x="59202" y="164837"/>
                </a:lnTo>
                <a:lnTo>
                  <a:pt x="59203" y="164837"/>
                </a:lnTo>
                <a:lnTo>
                  <a:pt x="59204" y="164837"/>
                </a:lnTo>
                <a:lnTo>
                  <a:pt x="59205" y="164837"/>
                </a:lnTo>
                <a:lnTo>
                  <a:pt x="59207" y="164837"/>
                </a:lnTo>
                <a:lnTo>
                  <a:pt x="59208" y="164837"/>
                </a:lnTo>
                <a:lnTo>
                  <a:pt x="59209" y="164837"/>
                </a:lnTo>
                <a:lnTo>
                  <a:pt x="59210" y="164837"/>
                </a:lnTo>
                <a:lnTo>
                  <a:pt x="59211" y="164837"/>
                </a:lnTo>
                <a:lnTo>
                  <a:pt x="59212" y="164837"/>
                </a:lnTo>
                <a:lnTo>
                  <a:pt x="59213" y="164837"/>
                </a:lnTo>
                <a:lnTo>
                  <a:pt x="59214" y="164837"/>
                </a:lnTo>
                <a:lnTo>
                  <a:pt x="59216" y="164837"/>
                </a:lnTo>
                <a:lnTo>
                  <a:pt x="59217" y="164837"/>
                </a:lnTo>
                <a:lnTo>
                  <a:pt x="59218" y="164837"/>
                </a:lnTo>
                <a:lnTo>
                  <a:pt x="59219" y="164837"/>
                </a:lnTo>
                <a:lnTo>
                  <a:pt x="59220" y="164837"/>
                </a:lnTo>
                <a:lnTo>
                  <a:pt x="59221" y="164837"/>
                </a:lnTo>
                <a:lnTo>
                  <a:pt x="59222" y="164837"/>
                </a:lnTo>
                <a:lnTo>
                  <a:pt x="59223" y="164837"/>
                </a:lnTo>
                <a:lnTo>
                  <a:pt x="59224" y="164837"/>
                </a:lnTo>
                <a:lnTo>
                  <a:pt x="59226" y="164837"/>
                </a:lnTo>
                <a:lnTo>
                  <a:pt x="59227" y="164837"/>
                </a:lnTo>
                <a:lnTo>
                  <a:pt x="59228" y="164837"/>
                </a:lnTo>
                <a:lnTo>
                  <a:pt x="59229" y="164837"/>
                </a:lnTo>
                <a:lnTo>
                  <a:pt x="59230" y="164837"/>
                </a:lnTo>
                <a:lnTo>
                  <a:pt x="59231" y="164837"/>
                </a:lnTo>
                <a:lnTo>
                  <a:pt x="59232" y="164837"/>
                </a:lnTo>
                <a:lnTo>
                  <a:pt x="59233" y="164837"/>
                </a:lnTo>
                <a:lnTo>
                  <a:pt x="59235" y="164837"/>
                </a:lnTo>
                <a:lnTo>
                  <a:pt x="59236" y="164837"/>
                </a:lnTo>
                <a:lnTo>
                  <a:pt x="59237" y="164837"/>
                </a:lnTo>
                <a:lnTo>
                  <a:pt x="59238" y="164837"/>
                </a:lnTo>
                <a:lnTo>
                  <a:pt x="59239" y="164837"/>
                </a:lnTo>
                <a:lnTo>
                  <a:pt x="59240" y="164837"/>
                </a:lnTo>
                <a:lnTo>
                  <a:pt x="59241" y="164837"/>
                </a:lnTo>
                <a:lnTo>
                  <a:pt x="59242" y="164837"/>
                </a:lnTo>
                <a:lnTo>
                  <a:pt x="59244" y="164837"/>
                </a:lnTo>
                <a:lnTo>
                  <a:pt x="59245" y="164837"/>
                </a:lnTo>
                <a:lnTo>
                  <a:pt x="59246" y="164837"/>
                </a:lnTo>
                <a:lnTo>
                  <a:pt x="59247" y="164837"/>
                </a:lnTo>
                <a:lnTo>
                  <a:pt x="59248" y="164837"/>
                </a:lnTo>
                <a:lnTo>
                  <a:pt x="59249" y="164837"/>
                </a:lnTo>
                <a:lnTo>
                  <a:pt x="59250" y="164837"/>
                </a:lnTo>
                <a:lnTo>
                  <a:pt x="59251" y="164837"/>
                </a:lnTo>
                <a:lnTo>
                  <a:pt x="59253" y="164837"/>
                </a:lnTo>
                <a:lnTo>
                  <a:pt x="59254" y="164837"/>
                </a:lnTo>
                <a:lnTo>
                  <a:pt x="59255" y="164837"/>
                </a:lnTo>
                <a:lnTo>
                  <a:pt x="59256" y="164837"/>
                </a:lnTo>
                <a:lnTo>
                  <a:pt x="59257" y="164837"/>
                </a:lnTo>
                <a:lnTo>
                  <a:pt x="59258" y="164837"/>
                </a:lnTo>
                <a:lnTo>
                  <a:pt x="59259" y="164837"/>
                </a:lnTo>
                <a:lnTo>
                  <a:pt x="59260" y="164837"/>
                </a:lnTo>
                <a:lnTo>
                  <a:pt x="59262" y="164837"/>
                </a:lnTo>
                <a:lnTo>
                  <a:pt x="59263" y="164837"/>
                </a:lnTo>
                <a:lnTo>
                  <a:pt x="59264" y="164837"/>
                </a:lnTo>
                <a:lnTo>
                  <a:pt x="59265" y="164837"/>
                </a:lnTo>
                <a:lnTo>
                  <a:pt x="59266" y="164837"/>
                </a:lnTo>
                <a:lnTo>
                  <a:pt x="59267" y="164837"/>
                </a:lnTo>
                <a:lnTo>
                  <a:pt x="59268" y="164837"/>
                </a:lnTo>
                <a:lnTo>
                  <a:pt x="59269" y="164837"/>
                </a:lnTo>
                <a:lnTo>
                  <a:pt x="59270" y="164837"/>
                </a:lnTo>
                <a:lnTo>
                  <a:pt x="59272" y="164837"/>
                </a:lnTo>
                <a:lnTo>
                  <a:pt x="59273" y="164837"/>
                </a:lnTo>
                <a:lnTo>
                  <a:pt x="59274" y="164837"/>
                </a:lnTo>
                <a:lnTo>
                  <a:pt x="59275" y="164837"/>
                </a:lnTo>
                <a:lnTo>
                  <a:pt x="59276" y="164837"/>
                </a:lnTo>
                <a:lnTo>
                  <a:pt x="59277" y="164837"/>
                </a:lnTo>
                <a:lnTo>
                  <a:pt x="59278" y="164837"/>
                </a:lnTo>
                <a:lnTo>
                  <a:pt x="59279" y="164837"/>
                </a:lnTo>
                <a:lnTo>
                  <a:pt x="59281" y="164837"/>
                </a:lnTo>
                <a:lnTo>
                  <a:pt x="59282" y="164837"/>
                </a:lnTo>
                <a:lnTo>
                  <a:pt x="59283" y="164837"/>
                </a:lnTo>
                <a:lnTo>
                  <a:pt x="59284" y="164837"/>
                </a:lnTo>
                <a:lnTo>
                  <a:pt x="59285" y="164837"/>
                </a:lnTo>
                <a:lnTo>
                  <a:pt x="59286" y="164837"/>
                </a:lnTo>
                <a:lnTo>
                  <a:pt x="59287" y="164837"/>
                </a:lnTo>
                <a:lnTo>
                  <a:pt x="59288" y="164837"/>
                </a:lnTo>
                <a:lnTo>
                  <a:pt x="59290" y="164837"/>
                </a:lnTo>
                <a:lnTo>
                  <a:pt x="59291" y="164837"/>
                </a:lnTo>
                <a:lnTo>
                  <a:pt x="59292" y="164837"/>
                </a:lnTo>
                <a:lnTo>
                  <a:pt x="59293" y="164837"/>
                </a:lnTo>
                <a:lnTo>
                  <a:pt x="59294" y="164837"/>
                </a:lnTo>
                <a:lnTo>
                  <a:pt x="59295" y="164837"/>
                </a:lnTo>
                <a:lnTo>
                  <a:pt x="59296" y="164837"/>
                </a:lnTo>
                <a:lnTo>
                  <a:pt x="59297" y="164837"/>
                </a:lnTo>
                <a:lnTo>
                  <a:pt x="59299" y="164837"/>
                </a:lnTo>
                <a:lnTo>
                  <a:pt x="59300" y="164837"/>
                </a:lnTo>
                <a:lnTo>
                  <a:pt x="59301" y="164837"/>
                </a:lnTo>
                <a:lnTo>
                  <a:pt x="59302" y="164837"/>
                </a:lnTo>
                <a:lnTo>
                  <a:pt x="59303" y="164837"/>
                </a:lnTo>
                <a:lnTo>
                  <a:pt x="59304" y="164837"/>
                </a:lnTo>
                <a:lnTo>
                  <a:pt x="59305" y="164837"/>
                </a:lnTo>
                <a:lnTo>
                  <a:pt x="59306" y="164837"/>
                </a:lnTo>
                <a:lnTo>
                  <a:pt x="59308" y="164837"/>
                </a:lnTo>
                <a:lnTo>
                  <a:pt x="59309" y="164837"/>
                </a:lnTo>
                <a:lnTo>
                  <a:pt x="59310" y="164837"/>
                </a:lnTo>
                <a:lnTo>
                  <a:pt x="59311" y="164837"/>
                </a:lnTo>
                <a:lnTo>
                  <a:pt x="59312" y="164837"/>
                </a:lnTo>
                <a:lnTo>
                  <a:pt x="59313" y="164837"/>
                </a:lnTo>
                <a:lnTo>
                  <a:pt x="59314" y="164837"/>
                </a:lnTo>
                <a:lnTo>
                  <a:pt x="59315" y="164837"/>
                </a:lnTo>
                <a:lnTo>
                  <a:pt x="59317" y="164837"/>
                </a:lnTo>
                <a:lnTo>
                  <a:pt x="59318" y="164837"/>
                </a:lnTo>
                <a:lnTo>
                  <a:pt x="59319" y="164837"/>
                </a:lnTo>
                <a:lnTo>
                  <a:pt x="59320" y="164837"/>
                </a:lnTo>
                <a:lnTo>
                  <a:pt x="59321" y="164837"/>
                </a:lnTo>
                <a:lnTo>
                  <a:pt x="59322" y="164837"/>
                </a:lnTo>
                <a:lnTo>
                  <a:pt x="59323" y="164837"/>
                </a:lnTo>
                <a:lnTo>
                  <a:pt x="59324" y="164837"/>
                </a:lnTo>
                <a:lnTo>
                  <a:pt x="59326" y="164837"/>
                </a:lnTo>
                <a:lnTo>
                  <a:pt x="59327" y="164837"/>
                </a:lnTo>
                <a:lnTo>
                  <a:pt x="59328" y="164837"/>
                </a:lnTo>
                <a:lnTo>
                  <a:pt x="59329" y="164837"/>
                </a:lnTo>
                <a:lnTo>
                  <a:pt x="59330" y="164837"/>
                </a:lnTo>
                <a:lnTo>
                  <a:pt x="59331" y="164837"/>
                </a:lnTo>
                <a:lnTo>
                  <a:pt x="59332" y="164837"/>
                </a:lnTo>
                <a:lnTo>
                  <a:pt x="59333" y="164837"/>
                </a:lnTo>
                <a:lnTo>
                  <a:pt x="59334" y="164837"/>
                </a:lnTo>
                <a:lnTo>
                  <a:pt x="59336" y="164837"/>
                </a:lnTo>
                <a:lnTo>
                  <a:pt x="59337" y="164837"/>
                </a:lnTo>
                <a:lnTo>
                  <a:pt x="59338" y="164837"/>
                </a:lnTo>
                <a:lnTo>
                  <a:pt x="59339" y="164837"/>
                </a:lnTo>
                <a:lnTo>
                  <a:pt x="59340" y="164837"/>
                </a:lnTo>
                <a:lnTo>
                  <a:pt x="59341" y="164837"/>
                </a:lnTo>
                <a:lnTo>
                  <a:pt x="59342" y="164837"/>
                </a:lnTo>
                <a:lnTo>
                  <a:pt x="59343" y="164837"/>
                </a:lnTo>
                <a:lnTo>
                  <a:pt x="59345" y="164837"/>
                </a:lnTo>
                <a:lnTo>
                  <a:pt x="59346" y="164837"/>
                </a:lnTo>
                <a:lnTo>
                  <a:pt x="59347" y="164837"/>
                </a:lnTo>
                <a:lnTo>
                  <a:pt x="59348" y="164837"/>
                </a:lnTo>
                <a:lnTo>
                  <a:pt x="59349" y="164837"/>
                </a:lnTo>
                <a:lnTo>
                  <a:pt x="59350" y="164837"/>
                </a:lnTo>
                <a:lnTo>
                  <a:pt x="59351" y="164837"/>
                </a:lnTo>
                <a:lnTo>
                  <a:pt x="59352" y="164837"/>
                </a:lnTo>
                <a:lnTo>
                  <a:pt x="59354" y="164837"/>
                </a:lnTo>
                <a:lnTo>
                  <a:pt x="59355" y="164837"/>
                </a:lnTo>
                <a:lnTo>
                  <a:pt x="59356" y="164837"/>
                </a:lnTo>
                <a:lnTo>
                  <a:pt x="59357" y="164837"/>
                </a:lnTo>
                <a:lnTo>
                  <a:pt x="59358" y="164837"/>
                </a:lnTo>
                <a:lnTo>
                  <a:pt x="59359" y="164837"/>
                </a:lnTo>
                <a:lnTo>
                  <a:pt x="59360" y="164837"/>
                </a:lnTo>
                <a:lnTo>
                  <a:pt x="59361" y="164837"/>
                </a:lnTo>
                <a:lnTo>
                  <a:pt x="59363" y="164837"/>
                </a:lnTo>
                <a:lnTo>
                  <a:pt x="59364" y="164837"/>
                </a:lnTo>
                <a:lnTo>
                  <a:pt x="59365" y="164837"/>
                </a:lnTo>
                <a:lnTo>
                  <a:pt x="59366" y="164837"/>
                </a:lnTo>
                <a:lnTo>
                  <a:pt x="59367" y="164837"/>
                </a:lnTo>
                <a:lnTo>
                  <a:pt x="59368" y="164837"/>
                </a:lnTo>
                <a:lnTo>
                  <a:pt x="59369" y="164837"/>
                </a:lnTo>
                <a:lnTo>
                  <a:pt x="59370" y="164837"/>
                </a:lnTo>
                <a:lnTo>
                  <a:pt x="59372" y="164837"/>
                </a:lnTo>
                <a:lnTo>
                  <a:pt x="59373" y="164837"/>
                </a:lnTo>
                <a:lnTo>
                  <a:pt x="59374" y="164837"/>
                </a:lnTo>
                <a:lnTo>
                  <a:pt x="59375" y="164837"/>
                </a:lnTo>
                <a:lnTo>
                  <a:pt x="59376" y="164837"/>
                </a:lnTo>
                <a:lnTo>
                  <a:pt x="59377" y="164837"/>
                </a:lnTo>
                <a:lnTo>
                  <a:pt x="59378" y="164837"/>
                </a:lnTo>
                <a:lnTo>
                  <a:pt x="59379" y="164837"/>
                </a:lnTo>
                <a:lnTo>
                  <a:pt x="59381" y="164837"/>
                </a:lnTo>
                <a:lnTo>
                  <a:pt x="59382" y="164837"/>
                </a:lnTo>
                <a:lnTo>
                  <a:pt x="59383" y="164837"/>
                </a:lnTo>
                <a:lnTo>
                  <a:pt x="59384" y="164837"/>
                </a:lnTo>
                <a:lnTo>
                  <a:pt x="59385" y="164837"/>
                </a:lnTo>
                <a:lnTo>
                  <a:pt x="59386" y="164837"/>
                </a:lnTo>
                <a:lnTo>
                  <a:pt x="59387" y="164837"/>
                </a:lnTo>
                <a:lnTo>
                  <a:pt x="59388" y="164837"/>
                </a:lnTo>
                <a:lnTo>
                  <a:pt x="59390" y="164837"/>
                </a:lnTo>
                <a:lnTo>
                  <a:pt x="59391" y="164837"/>
                </a:lnTo>
                <a:lnTo>
                  <a:pt x="59392" y="164837"/>
                </a:lnTo>
                <a:lnTo>
                  <a:pt x="59393" y="164837"/>
                </a:lnTo>
                <a:lnTo>
                  <a:pt x="59394" y="164837"/>
                </a:lnTo>
                <a:lnTo>
                  <a:pt x="59395" y="164837"/>
                </a:lnTo>
                <a:lnTo>
                  <a:pt x="59396" y="164837"/>
                </a:lnTo>
                <a:lnTo>
                  <a:pt x="59397" y="164837"/>
                </a:lnTo>
                <a:lnTo>
                  <a:pt x="59399" y="164837"/>
                </a:lnTo>
                <a:lnTo>
                  <a:pt x="59400" y="164837"/>
                </a:lnTo>
                <a:lnTo>
                  <a:pt x="59401" y="164837"/>
                </a:lnTo>
                <a:lnTo>
                  <a:pt x="59402" y="164837"/>
                </a:lnTo>
                <a:lnTo>
                  <a:pt x="59403" y="164837"/>
                </a:lnTo>
                <a:lnTo>
                  <a:pt x="59404" y="164837"/>
                </a:lnTo>
                <a:lnTo>
                  <a:pt x="59405" y="164837"/>
                </a:lnTo>
                <a:lnTo>
                  <a:pt x="59406" y="164837"/>
                </a:lnTo>
                <a:lnTo>
                  <a:pt x="59408" y="164837"/>
                </a:lnTo>
                <a:lnTo>
                  <a:pt x="59409" y="164837"/>
                </a:lnTo>
                <a:lnTo>
                  <a:pt x="59410" y="164837"/>
                </a:lnTo>
                <a:lnTo>
                  <a:pt x="59411" y="164837"/>
                </a:lnTo>
                <a:lnTo>
                  <a:pt x="59412" y="164837"/>
                </a:lnTo>
                <a:lnTo>
                  <a:pt x="59413" y="164837"/>
                </a:lnTo>
                <a:lnTo>
                  <a:pt x="59414" y="164837"/>
                </a:lnTo>
                <a:lnTo>
                  <a:pt x="59415" y="164837"/>
                </a:lnTo>
                <a:lnTo>
                  <a:pt x="59417" y="164837"/>
                </a:lnTo>
                <a:lnTo>
                  <a:pt x="59418" y="164837"/>
                </a:lnTo>
                <a:lnTo>
                  <a:pt x="59419" y="164837"/>
                </a:lnTo>
                <a:lnTo>
                  <a:pt x="59420" y="164837"/>
                </a:lnTo>
                <a:lnTo>
                  <a:pt x="59421" y="164837"/>
                </a:lnTo>
                <a:lnTo>
                  <a:pt x="59422" y="164837"/>
                </a:lnTo>
                <a:lnTo>
                  <a:pt x="59423" y="164837"/>
                </a:lnTo>
                <a:lnTo>
                  <a:pt x="59424" y="164837"/>
                </a:lnTo>
                <a:lnTo>
                  <a:pt x="59426" y="164837"/>
                </a:lnTo>
                <a:lnTo>
                  <a:pt x="59427" y="164837"/>
                </a:lnTo>
                <a:lnTo>
                  <a:pt x="59428" y="164837"/>
                </a:lnTo>
                <a:lnTo>
                  <a:pt x="59429" y="164837"/>
                </a:lnTo>
                <a:lnTo>
                  <a:pt x="59430" y="164837"/>
                </a:lnTo>
                <a:lnTo>
                  <a:pt x="59431" y="164837"/>
                </a:lnTo>
                <a:lnTo>
                  <a:pt x="59432" y="164837"/>
                </a:lnTo>
                <a:lnTo>
                  <a:pt x="59433" y="164837"/>
                </a:lnTo>
                <a:lnTo>
                  <a:pt x="59435" y="164837"/>
                </a:lnTo>
                <a:lnTo>
                  <a:pt x="59436" y="164837"/>
                </a:lnTo>
                <a:lnTo>
                  <a:pt x="59437" y="164837"/>
                </a:lnTo>
                <a:lnTo>
                  <a:pt x="59438" y="164837"/>
                </a:lnTo>
                <a:lnTo>
                  <a:pt x="59439" y="164837"/>
                </a:lnTo>
                <a:lnTo>
                  <a:pt x="59440" y="164837"/>
                </a:lnTo>
                <a:lnTo>
                  <a:pt x="59441" y="164837"/>
                </a:lnTo>
                <a:lnTo>
                  <a:pt x="59442" y="164837"/>
                </a:lnTo>
                <a:lnTo>
                  <a:pt x="59444" y="164837"/>
                </a:lnTo>
                <a:lnTo>
                  <a:pt x="59445" y="164837"/>
                </a:lnTo>
                <a:lnTo>
                  <a:pt x="59446" y="164837"/>
                </a:lnTo>
                <a:lnTo>
                  <a:pt x="59447" y="164837"/>
                </a:lnTo>
                <a:lnTo>
                  <a:pt x="59448" y="164837"/>
                </a:lnTo>
                <a:lnTo>
                  <a:pt x="59449" y="164837"/>
                </a:lnTo>
                <a:lnTo>
                  <a:pt x="59450" y="164837"/>
                </a:lnTo>
                <a:lnTo>
                  <a:pt x="59451" y="164837"/>
                </a:lnTo>
                <a:lnTo>
                  <a:pt x="59453" y="164837"/>
                </a:lnTo>
                <a:lnTo>
                  <a:pt x="59454" y="164837"/>
                </a:lnTo>
                <a:lnTo>
                  <a:pt x="59455" y="164837"/>
                </a:lnTo>
                <a:lnTo>
                  <a:pt x="59456" y="164837"/>
                </a:lnTo>
                <a:lnTo>
                  <a:pt x="59457" y="164837"/>
                </a:lnTo>
                <a:lnTo>
                  <a:pt x="59458" y="164837"/>
                </a:lnTo>
                <a:lnTo>
                  <a:pt x="59459" y="164837"/>
                </a:lnTo>
                <a:lnTo>
                  <a:pt x="59460" y="164837"/>
                </a:lnTo>
                <a:lnTo>
                  <a:pt x="59462" y="164837"/>
                </a:lnTo>
                <a:lnTo>
                  <a:pt x="59463" y="164837"/>
                </a:lnTo>
                <a:lnTo>
                  <a:pt x="59464" y="164837"/>
                </a:lnTo>
                <a:lnTo>
                  <a:pt x="59465" y="164837"/>
                </a:lnTo>
                <a:lnTo>
                  <a:pt x="59466" y="164837"/>
                </a:lnTo>
                <a:lnTo>
                  <a:pt x="59467" y="164837"/>
                </a:lnTo>
                <a:lnTo>
                  <a:pt x="59468" y="164837"/>
                </a:lnTo>
                <a:lnTo>
                  <a:pt x="59469" y="164837"/>
                </a:lnTo>
                <a:lnTo>
                  <a:pt x="59471" y="164837"/>
                </a:lnTo>
                <a:lnTo>
                  <a:pt x="59472" y="164837"/>
                </a:lnTo>
                <a:lnTo>
                  <a:pt x="59473" y="164837"/>
                </a:lnTo>
                <a:lnTo>
                  <a:pt x="59474" y="164837"/>
                </a:lnTo>
                <a:lnTo>
                  <a:pt x="59475" y="164837"/>
                </a:lnTo>
                <a:lnTo>
                  <a:pt x="59476" y="164837"/>
                </a:lnTo>
                <a:lnTo>
                  <a:pt x="59477" y="164837"/>
                </a:lnTo>
                <a:lnTo>
                  <a:pt x="59478" y="164837"/>
                </a:lnTo>
                <a:lnTo>
                  <a:pt x="59480" y="164837"/>
                </a:lnTo>
                <a:lnTo>
                  <a:pt x="59481" y="164837"/>
                </a:lnTo>
                <a:lnTo>
                  <a:pt x="59482" y="164837"/>
                </a:lnTo>
                <a:lnTo>
                  <a:pt x="59483" y="164837"/>
                </a:lnTo>
                <a:lnTo>
                  <a:pt x="59484" y="164837"/>
                </a:lnTo>
                <a:lnTo>
                  <a:pt x="59485" y="164837"/>
                </a:lnTo>
                <a:lnTo>
                  <a:pt x="59486" y="164837"/>
                </a:lnTo>
                <a:lnTo>
                  <a:pt x="59487" y="164837"/>
                </a:lnTo>
                <a:lnTo>
                  <a:pt x="59489" y="164837"/>
                </a:lnTo>
                <a:lnTo>
                  <a:pt x="59490" y="164837"/>
                </a:lnTo>
                <a:lnTo>
                  <a:pt x="59491" y="164837"/>
                </a:lnTo>
                <a:lnTo>
                  <a:pt x="59492" y="164837"/>
                </a:lnTo>
                <a:lnTo>
                  <a:pt x="59493" y="164837"/>
                </a:lnTo>
                <a:lnTo>
                  <a:pt x="59494" y="164837"/>
                </a:lnTo>
                <a:lnTo>
                  <a:pt x="59495" y="164837"/>
                </a:lnTo>
                <a:lnTo>
                  <a:pt x="59496" y="164837"/>
                </a:lnTo>
                <a:lnTo>
                  <a:pt x="59498" y="164837"/>
                </a:lnTo>
                <a:lnTo>
                  <a:pt x="59499" y="164837"/>
                </a:lnTo>
                <a:lnTo>
                  <a:pt x="59500" y="164837"/>
                </a:lnTo>
                <a:lnTo>
                  <a:pt x="59501" y="164837"/>
                </a:lnTo>
                <a:lnTo>
                  <a:pt x="59502" y="164837"/>
                </a:lnTo>
                <a:lnTo>
                  <a:pt x="59503" y="164837"/>
                </a:lnTo>
                <a:lnTo>
                  <a:pt x="59504" y="164837"/>
                </a:lnTo>
                <a:lnTo>
                  <a:pt x="59505" y="164837"/>
                </a:lnTo>
                <a:lnTo>
                  <a:pt x="59507" y="164837"/>
                </a:lnTo>
                <a:lnTo>
                  <a:pt x="59508" y="164837"/>
                </a:lnTo>
                <a:lnTo>
                  <a:pt x="59509" y="164837"/>
                </a:lnTo>
                <a:lnTo>
                  <a:pt x="59510" y="164837"/>
                </a:lnTo>
                <a:lnTo>
                  <a:pt x="59511" y="164837"/>
                </a:lnTo>
                <a:lnTo>
                  <a:pt x="59512" y="164837"/>
                </a:lnTo>
                <a:lnTo>
                  <a:pt x="59513" y="164837"/>
                </a:lnTo>
                <a:lnTo>
                  <a:pt x="59514" y="164837"/>
                </a:lnTo>
                <a:lnTo>
                  <a:pt x="59516" y="164837"/>
                </a:lnTo>
                <a:lnTo>
                  <a:pt x="59517" y="164837"/>
                </a:lnTo>
                <a:lnTo>
                  <a:pt x="59518" y="164837"/>
                </a:lnTo>
                <a:lnTo>
                  <a:pt x="59519" y="164837"/>
                </a:lnTo>
                <a:lnTo>
                  <a:pt x="59520" y="164837"/>
                </a:lnTo>
                <a:lnTo>
                  <a:pt x="59521" y="164837"/>
                </a:lnTo>
                <a:lnTo>
                  <a:pt x="59522" y="164837"/>
                </a:lnTo>
                <a:lnTo>
                  <a:pt x="59523" y="164837"/>
                </a:lnTo>
                <a:lnTo>
                  <a:pt x="59525" y="164837"/>
                </a:lnTo>
                <a:lnTo>
                  <a:pt x="59526" y="164837"/>
                </a:lnTo>
                <a:lnTo>
                  <a:pt x="59527" y="164837"/>
                </a:lnTo>
                <a:lnTo>
                  <a:pt x="59528" y="164837"/>
                </a:lnTo>
                <a:lnTo>
                  <a:pt x="59529" y="164837"/>
                </a:lnTo>
                <a:lnTo>
                  <a:pt x="59530" y="164837"/>
                </a:lnTo>
                <a:lnTo>
                  <a:pt x="59531" y="164837"/>
                </a:lnTo>
                <a:lnTo>
                  <a:pt x="59532" y="164837"/>
                </a:lnTo>
                <a:lnTo>
                  <a:pt x="59534" y="164837"/>
                </a:lnTo>
                <a:lnTo>
                  <a:pt x="59535" y="164837"/>
                </a:lnTo>
                <a:lnTo>
                  <a:pt x="59536" y="164837"/>
                </a:lnTo>
                <a:lnTo>
                  <a:pt x="59537" y="164837"/>
                </a:lnTo>
                <a:lnTo>
                  <a:pt x="59538" y="164837"/>
                </a:lnTo>
                <a:lnTo>
                  <a:pt x="59539" y="164837"/>
                </a:lnTo>
                <a:lnTo>
                  <a:pt x="59540" y="164837"/>
                </a:lnTo>
                <a:lnTo>
                  <a:pt x="59541" y="164837"/>
                </a:lnTo>
                <a:lnTo>
                  <a:pt x="59543" y="164837"/>
                </a:lnTo>
                <a:lnTo>
                  <a:pt x="59544" y="164837"/>
                </a:lnTo>
                <a:lnTo>
                  <a:pt x="59545" y="164837"/>
                </a:lnTo>
                <a:lnTo>
                  <a:pt x="59546" y="164837"/>
                </a:lnTo>
                <a:lnTo>
                  <a:pt x="59547" y="164837"/>
                </a:lnTo>
                <a:lnTo>
                  <a:pt x="59548" y="164837"/>
                </a:lnTo>
                <a:lnTo>
                  <a:pt x="59549" y="164837"/>
                </a:lnTo>
                <a:lnTo>
                  <a:pt x="59550" y="164837"/>
                </a:lnTo>
                <a:lnTo>
                  <a:pt x="59552" y="164837"/>
                </a:lnTo>
                <a:lnTo>
                  <a:pt x="59553" y="164837"/>
                </a:lnTo>
                <a:lnTo>
                  <a:pt x="59554" y="164837"/>
                </a:lnTo>
                <a:lnTo>
                  <a:pt x="59555" y="164837"/>
                </a:lnTo>
                <a:lnTo>
                  <a:pt x="59556" y="164837"/>
                </a:lnTo>
                <a:lnTo>
                  <a:pt x="59557" y="164837"/>
                </a:lnTo>
                <a:lnTo>
                  <a:pt x="59558" y="164837"/>
                </a:lnTo>
                <a:lnTo>
                  <a:pt x="59559" y="164837"/>
                </a:lnTo>
                <a:lnTo>
                  <a:pt x="59561" y="164837"/>
                </a:lnTo>
                <a:lnTo>
                  <a:pt x="59562" y="164837"/>
                </a:lnTo>
                <a:lnTo>
                  <a:pt x="59563" y="164837"/>
                </a:lnTo>
                <a:lnTo>
                  <a:pt x="59564" y="164837"/>
                </a:lnTo>
                <a:lnTo>
                  <a:pt x="59565" y="164837"/>
                </a:lnTo>
                <a:lnTo>
                  <a:pt x="59566" y="164837"/>
                </a:lnTo>
                <a:lnTo>
                  <a:pt x="59567" y="164837"/>
                </a:lnTo>
                <a:lnTo>
                  <a:pt x="59568" y="164837"/>
                </a:lnTo>
                <a:lnTo>
                  <a:pt x="59570" y="164837"/>
                </a:lnTo>
                <a:lnTo>
                  <a:pt x="59571" y="164837"/>
                </a:lnTo>
                <a:lnTo>
                  <a:pt x="59572" y="164837"/>
                </a:lnTo>
                <a:lnTo>
                  <a:pt x="59573" y="164837"/>
                </a:lnTo>
                <a:lnTo>
                  <a:pt x="59574" y="164837"/>
                </a:lnTo>
                <a:lnTo>
                  <a:pt x="59575" y="164837"/>
                </a:lnTo>
                <a:lnTo>
                  <a:pt x="59576" y="164837"/>
                </a:lnTo>
                <a:lnTo>
                  <a:pt x="59577" y="164837"/>
                </a:lnTo>
                <a:lnTo>
                  <a:pt x="59579" y="164837"/>
                </a:lnTo>
                <a:lnTo>
                  <a:pt x="59580" y="164837"/>
                </a:lnTo>
                <a:lnTo>
                  <a:pt x="59581" y="164837"/>
                </a:lnTo>
                <a:lnTo>
                  <a:pt x="59582" y="164837"/>
                </a:lnTo>
                <a:lnTo>
                  <a:pt x="59583" y="164837"/>
                </a:lnTo>
                <a:lnTo>
                  <a:pt x="59584" y="164837"/>
                </a:lnTo>
                <a:lnTo>
                  <a:pt x="59585" y="164837"/>
                </a:lnTo>
                <a:lnTo>
                  <a:pt x="59587" y="164837"/>
                </a:lnTo>
                <a:lnTo>
                  <a:pt x="59588" y="164837"/>
                </a:lnTo>
                <a:lnTo>
                  <a:pt x="59589" y="164837"/>
                </a:lnTo>
                <a:lnTo>
                  <a:pt x="59590" y="164837"/>
                </a:lnTo>
                <a:lnTo>
                  <a:pt x="59591" y="164837"/>
                </a:lnTo>
                <a:lnTo>
                  <a:pt x="59592" y="164837"/>
                </a:lnTo>
                <a:lnTo>
                  <a:pt x="59593" y="164837"/>
                </a:lnTo>
                <a:lnTo>
                  <a:pt x="59594" y="164837"/>
                </a:lnTo>
                <a:lnTo>
                  <a:pt x="59596" y="164837"/>
                </a:lnTo>
                <a:lnTo>
                  <a:pt x="59597" y="164837"/>
                </a:lnTo>
                <a:lnTo>
                  <a:pt x="59598" y="164837"/>
                </a:lnTo>
                <a:lnTo>
                  <a:pt x="59599" y="164837"/>
                </a:lnTo>
                <a:lnTo>
                  <a:pt x="59600" y="164837"/>
                </a:lnTo>
                <a:lnTo>
                  <a:pt x="59601" y="164837"/>
                </a:lnTo>
                <a:lnTo>
                  <a:pt x="59602" y="164837"/>
                </a:lnTo>
                <a:lnTo>
                  <a:pt x="59603" y="164837"/>
                </a:lnTo>
                <a:lnTo>
                  <a:pt x="59605" y="164837"/>
                </a:lnTo>
                <a:lnTo>
                  <a:pt x="59606" y="164837"/>
                </a:lnTo>
                <a:lnTo>
                  <a:pt x="59607" y="164837"/>
                </a:lnTo>
                <a:lnTo>
                  <a:pt x="59608" y="164837"/>
                </a:lnTo>
                <a:lnTo>
                  <a:pt x="59609" y="164837"/>
                </a:lnTo>
                <a:lnTo>
                  <a:pt x="59610" y="164837"/>
                </a:lnTo>
                <a:lnTo>
                  <a:pt x="59611" y="164837"/>
                </a:lnTo>
                <a:lnTo>
                  <a:pt x="59612" y="164837"/>
                </a:lnTo>
                <a:lnTo>
                  <a:pt x="59614" y="164837"/>
                </a:lnTo>
                <a:lnTo>
                  <a:pt x="59615" y="164837"/>
                </a:lnTo>
                <a:lnTo>
                  <a:pt x="59616" y="164837"/>
                </a:lnTo>
                <a:lnTo>
                  <a:pt x="59617" y="164837"/>
                </a:lnTo>
                <a:lnTo>
                  <a:pt x="59618" y="164837"/>
                </a:lnTo>
                <a:lnTo>
                  <a:pt x="59619" y="164837"/>
                </a:lnTo>
                <a:lnTo>
                  <a:pt x="59620" y="164837"/>
                </a:lnTo>
                <a:lnTo>
                  <a:pt x="59621" y="164837"/>
                </a:lnTo>
                <a:lnTo>
                  <a:pt x="59623" y="164837"/>
                </a:lnTo>
                <a:lnTo>
                  <a:pt x="59624" y="164837"/>
                </a:lnTo>
                <a:lnTo>
                  <a:pt x="59625" y="164837"/>
                </a:lnTo>
                <a:lnTo>
                  <a:pt x="59626" y="164837"/>
                </a:lnTo>
                <a:lnTo>
                  <a:pt x="59627" y="164837"/>
                </a:lnTo>
                <a:lnTo>
                  <a:pt x="59628" y="164837"/>
                </a:lnTo>
                <a:lnTo>
                  <a:pt x="59629" y="164837"/>
                </a:lnTo>
                <a:lnTo>
                  <a:pt x="59630" y="164837"/>
                </a:lnTo>
                <a:lnTo>
                  <a:pt x="59632" y="164837"/>
                </a:lnTo>
                <a:lnTo>
                  <a:pt x="59633" y="164837"/>
                </a:lnTo>
                <a:lnTo>
                  <a:pt x="59634" y="164837"/>
                </a:lnTo>
                <a:lnTo>
                  <a:pt x="59635" y="164837"/>
                </a:lnTo>
                <a:lnTo>
                  <a:pt x="59636" y="164837"/>
                </a:lnTo>
                <a:lnTo>
                  <a:pt x="59637" y="164837"/>
                </a:lnTo>
                <a:lnTo>
                  <a:pt x="59638" y="164837"/>
                </a:lnTo>
                <a:lnTo>
                  <a:pt x="59639" y="164837"/>
                </a:lnTo>
                <a:lnTo>
                  <a:pt x="59641" y="164837"/>
                </a:lnTo>
                <a:lnTo>
                  <a:pt x="59642" y="164837"/>
                </a:lnTo>
                <a:lnTo>
                  <a:pt x="59643" y="164837"/>
                </a:lnTo>
                <a:lnTo>
                  <a:pt x="59644" y="164837"/>
                </a:lnTo>
                <a:lnTo>
                  <a:pt x="59645" y="164837"/>
                </a:lnTo>
                <a:lnTo>
                  <a:pt x="59646" y="164837"/>
                </a:lnTo>
                <a:lnTo>
                  <a:pt x="59647" y="164837"/>
                </a:lnTo>
                <a:lnTo>
                  <a:pt x="59649" y="164837"/>
                </a:lnTo>
                <a:lnTo>
                  <a:pt x="59650" y="164837"/>
                </a:lnTo>
                <a:lnTo>
                  <a:pt x="59651" y="164837"/>
                </a:lnTo>
                <a:lnTo>
                  <a:pt x="59652" y="164837"/>
                </a:lnTo>
                <a:lnTo>
                  <a:pt x="59653" y="164837"/>
                </a:lnTo>
                <a:lnTo>
                  <a:pt x="59654" y="164837"/>
                </a:lnTo>
                <a:lnTo>
                  <a:pt x="59655" y="164837"/>
                </a:lnTo>
                <a:lnTo>
                  <a:pt x="59656" y="164837"/>
                </a:lnTo>
                <a:lnTo>
                  <a:pt x="59658" y="164837"/>
                </a:lnTo>
                <a:lnTo>
                  <a:pt x="59659" y="164837"/>
                </a:lnTo>
                <a:lnTo>
                  <a:pt x="59660" y="164837"/>
                </a:lnTo>
                <a:lnTo>
                  <a:pt x="59661" y="164837"/>
                </a:lnTo>
                <a:lnTo>
                  <a:pt x="59662" y="164837"/>
                </a:lnTo>
                <a:lnTo>
                  <a:pt x="59663" y="164837"/>
                </a:lnTo>
                <a:lnTo>
                  <a:pt x="59664" y="164837"/>
                </a:lnTo>
                <a:lnTo>
                  <a:pt x="59665" y="164837"/>
                </a:lnTo>
                <a:lnTo>
                  <a:pt x="59667" y="164837"/>
                </a:lnTo>
                <a:lnTo>
                  <a:pt x="59668" y="164837"/>
                </a:lnTo>
                <a:lnTo>
                  <a:pt x="59669" y="164837"/>
                </a:lnTo>
                <a:lnTo>
                  <a:pt x="59670" y="164837"/>
                </a:lnTo>
                <a:lnTo>
                  <a:pt x="59671" y="164837"/>
                </a:lnTo>
                <a:lnTo>
                  <a:pt x="59672" y="164837"/>
                </a:lnTo>
                <a:lnTo>
                  <a:pt x="59673" y="164837"/>
                </a:lnTo>
                <a:lnTo>
                  <a:pt x="59674" y="164837"/>
                </a:lnTo>
                <a:lnTo>
                  <a:pt x="59676" y="164837"/>
                </a:lnTo>
                <a:lnTo>
                  <a:pt x="59677" y="164837"/>
                </a:lnTo>
                <a:lnTo>
                  <a:pt x="59678" y="164837"/>
                </a:lnTo>
                <a:lnTo>
                  <a:pt x="59679" y="164837"/>
                </a:lnTo>
                <a:lnTo>
                  <a:pt x="59680" y="164837"/>
                </a:lnTo>
                <a:lnTo>
                  <a:pt x="59681" y="164837"/>
                </a:lnTo>
                <a:lnTo>
                  <a:pt x="59682" y="164837"/>
                </a:lnTo>
                <a:lnTo>
                  <a:pt x="59683" y="164837"/>
                </a:lnTo>
                <a:lnTo>
                  <a:pt x="59685" y="164837"/>
                </a:lnTo>
                <a:lnTo>
                  <a:pt x="59686" y="164837"/>
                </a:lnTo>
                <a:lnTo>
                  <a:pt x="59687" y="164837"/>
                </a:lnTo>
                <a:lnTo>
                  <a:pt x="59688" y="164837"/>
                </a:lnTo>
                <a:lnTo>
                  <a:pt x="59689" y="164837"/>
                </a:lnTo>
                <a:lnTo>
                  <a:pt x="59690" y="164837"/>
                </a:lnTo>
                <a:lnTo>
                  <a:pt x="59691" y="164837"/>
                </a:lnTo>
                <a:lnTo>
                  <a:pt x="59693" y="164837"/>
                </a:lnTo>
                <a:lnTo>
                  <a:pt x="59694" y="164837"/>
                </a:lnTo>
                <a:lnTo>
                  <a:pt x="59695" y="164837"/>
                </a:lnTo>
                <a:lnTo>
                  <a:pt x="59696" y="164837"/>
                </a:lnTo>
                <a:lnTo>
                  <a:pt x="59697" y="164837"/>
                </a:lnTo>
                <a:lnTo>
                  <a:pt x="59698" y="164837"/>
                </a:lnTo>
                <a:lnTo>
                  <a:pt x="59699" y="164837"/>
                </a:lnTo>
                <a:lnTo>
                  <a:pt x="59700" y="164837"/>
                </a:lnTo>
                <a:lnTo>
                  <a:pt x="59702" y="164837"/>
                </a:lnTo>
                <a:lnTo>
                  <a:pt x="59703" y="164837"/>
                </a:lnTo>
                <a:lnTo>
                  <a:pt x="59704" y="164837"/>
                </a:lnTo>
                <a:lnTo>
                  <a:pt x="59705" y="164837"/>
                </a:lnTo>
                <a:lnTo>
                  <a:pt x="59706" y="164837"/>
                </a:lnTo>
                <a:lnTo>
                  <a:pt x="59707" y="164837"/>
                </a:lnTo>
                <a:lnTo>
                  <a:pt x="59708" y="164837"/>
                </a:lnTo>
                <a:lnTo>
                  <a:pt x="59709" y="164837"/>
                </a:lnTo>
                <a:lnTo>
                  <a:pt x="59711" y="164837"/>
                </a:lnTo>
                <a:lnTo>
                  <a:pt x="59712" y="164837"/>
                </a:lnTo>
                <a:lnTo>
                  <a:pt x="59713" y="164837"/>
                </a:lnTo>
                <a:lnTo>
                  <a:pt x="59714" y="164837"/>
                </a:lnTo>
                <a:lnTo>
                  <a:pt x="59715" y="164837"/>
                </a:lnTo>
                <a:lnTo>
                  <a:pt x="59716" y="164837"/>
                </a:lnTo>
                <a:lnTo>
                  <a:pt x="59717" y="164837"/>
                </a:lnTo>
                <a:lnTo>
                  <a:pt x="59718" y="164837"/>
                </a:lnTo>
                <a:lnTo>
                  <a:pt x="59720" y="164837"/>
                </a:lnTo>
                <a:lnTo>
                  <a:pt x="59721" y="164837"/>
                </a:lnTo>
                <a:lnTo>
                  <a:pt x="59722" y="164837"/>
                </a:lnTo>
                <a:lnTo>
                  <a:pt x="59723" y="164837"/>
                </a:lnTo>
                <a:lnTo>
                  <a:pt x="59724" y="164837"/>
                </a:lnTo>
                <a:lnTo>
                  <a:pt x="59725" y="164837"/>
                </a:lnTo>
                <a:lnTo>
                  <a:pt x="59726" y="164837"/>
                </a:lnTo>
                <a:lnTo>
                  <a:pt x="59728" y="164837"/>
                </a:lnTo>
                <a:lnTo>
                  <a:pt x="59729" y="164837"/>
                </a:lnTo>
                <a:lnTo>
                  <a:pt x="59730" y="164837"/>
                </a:lnTo>
                <a:lnTo>
                  <a:pt x="59731" y="164837"/>
                </a:lnTo>
                <a:lnTo>
                  <a:pt x="59732" y="164837"/>
                </a:lnTo>
                <a:lnTo>
                  <a:pt x="59733" y="164837"/>
                </a:lnTo>
                <a:lnTo>
                  <a:pt x="59734" y="164837"/>
                </a:lnTo>
                <a:lnTo>
                  <a:pt x="59735" y="164837"/>
                </a:lnTo>
                <a:lnTo>
                  <a:pt x="59737" y="164837"/>
                </a:lnTo>
                <a:lnTo>
                  <a:pt x="59738" y="164837"/>
                </a:lnTo>
                <a:lnTo>
                  <a:pt x="59739" y="164837"/>
                </a:lnTo>
                <a:lnTo>
                  <a:pt x="59740" y="164837"/>
                </a:lnTo>
                <a:lnTo>
                  <a:pt x="59741" y="164837"/>
                </a:lnTo>
                <a:lnTo>
                  <a:pt x="59742" y="164837"/>
                </a:lnTo>
                <a:lnTo>
                  <a:pt x="59743" y="164837"/>
                </a:lnTo>
                <a:lnTo>
                  <a:pt x="59744" y="164837"/>
                </a:lnTo>
                <a:lnTo>
                  <a:pt x="59746" y="164837"/>
                </a:lnTo>
                <a:lnTo>
                  <a:pt x="59747" y="164837"/>
                </a:lnTo>
                <a:lnTo>
                  <a:pt x="59748" y="164837"/>
                </a:lnTo>
                <a:lnTo>
                  <a:pt x="59749" y="164837"/>
                </a:lnTo>
                <a:lnTo>
                  <a:pt x="59750" y="164837"/>
                </a:lnTo>
                <a:lnTo>
                  <a:pt x="59751" y="164837"/>
                </a:lnTo>
                <a:lnTo>
                  <a:pt x="59752" y="164837"/>
                </a:lnTo>
                <a:lnTo>
                  <a:pt x="59753" y="164837"/>
                </a:lnTo>
                <a:lnTo>
                  <a:pt x="59755" y="164837"/>
                </a:lnTo>
                <a:lnTo>
                  <a:pt x="59756" y="164837"/>
                </a:lnTo>
                <a:lnTo>
                  <a:pt x="59757" y="164837"/>
                </a:lnTo>
                <a:lnTo>
                  <a:pt x="59758" y="164837"/>
                </a:lnTo>
                <a:lnTo>
                  <a:pt x="59759" y="164837"/>
                </a:lnTo>
                <a:lnTo>
                  <a:pt x="59760" y="164837"/>
                </a:lnTo>
                <a:lnTo>
                  <a:pt x="59761" y="164837"/>
                </a:lnTo>
                <a:lnTo>
                  <a:pt x="59763" y="164837"/>
                </a:lnTo>
                <a:lnTo>
                  <a:pt x="59764" y="164837"/>
                </a:lnTo>
                <a:lnTo>
                  <a:pt x="59765" y="164837"/>
                </a:lnTo>
                <a:lnTo>
                  <a:pt x="59766" y="164837"/>
                </a:lnTo>
                <a:lnTo>
                  <a:pt x="59767" y="164837"/>
                </a:lnTo>
                <a:lnTo>
                  <a:pt x="59768" y="164837"/>
                </a:lnTo>
                <a:lnTo>
                  <a:pt x="59769" y="164837"/>
                </a:lnTo>
                <a:lnTo>
                  <a:pt x="59770" y="164837"/>
                </a:lnTo>
                <a:lnTo>
                  <a:pt x="59772" y="164837"/>
                </a:lnTo>
                <a:lnTo>
                  <a:pt x="59773" y="164837"/>
                </a:lnTo>
                <a:lnTo>
                  <a:pt x="59774" y="164837"/>
                </a:lnTo>
                <a:lnTo>
                  <a:pt x="59775" y="164837"/>
                </a:lnTo>
                <a:lnTo>
                  <a:pt x="59776" y="164837"/>
                </a:lnTo>
                <a:lnTo>
                  <a:pt x="59777" y="164837"/>
                </a:lnTo>
                <a:lnTo>
                  <a:pt x="59778" y="164837"/>
                </a:lnTo>
                <a:lnTo>
                  <a:pt x="59779" y="164837"/>
                </a:lnTo>
                <a:lnTo>
                  <a:pt x="59781" y="164837"/>
                </a:lnTo>
                <a:lnTo>
                  <a:pt x="59782" y="164837"/>
                </a:lnTo>
                <a:lnTo>
                  <a:pt x="59783" y="164837"/>
                </a:lnTo>
                <a:lnTo>
                  <a:pt x="59784" y="164837"/>
                </a:lnTo>
                <a:lnTo>
                  <a:pt x="59785" y="164837"/>
                </a:lnTo>
                <a:lnTo>
                  <a:pt x="59786" y="164837"/>
                </a:lnTo>
                <a:lnTo>
                  <a:pt x="59787" y="164837"/>
                </a:lnTo>
                <a:lnTo>
                  <a:pt x="59789" y="164837"/>
                </a:lnTo>
                <a:lnTo>
                  <a:pt x="59790" y="164837"/>
                </a:lnTo>
                <a:lnTo>
                  <a:pt x="59791" y="164837"/>
                </a:lnTo>
                <a:lnTo>
                  <a:pt x="59792" y="164837"/>
                </a:lnTo>
                <a:lnTo>
                  <a:pt x="59793" y="164837"/>
                </a:lnTo>
                <a:lnTo>
                  <a:pt x="59794" y="164837"/>
                </a:lnTo>
                <a:lnTo>
                  <a:pt x="59795" y="164837"/>
                </a:lnTo>
                <a:lnTo>
                  <a:pt x="59796" y="164837"/>
                </a:lnTo>
                <a:lnTo>
                  <a:pt x="59798" y="164837"/>
                </a:lnTo>
                <a:lnTo>
                  <a:pt x="59799" y="164837"/>
                </a:lnTo>
                <a:lnTo>
                  <a:pt x="59800" y="164837"/>
                </a:lnTo>
                <a:lnTo>
                  <a:pt x="59801" y="164837"/>
                </a:lnTo>
                <a:lnTo>
                  <a:pt x="59802" y="164837"/>
                </a:lnTo>
                <a:lnTo>
                  <a:pt x="59803" y="164837"/>
                </a:lnTo>
                <a:lnTo>
                  <a:pt x="59804" y="164837"/>
                </a:lnTo>
                <a:lnTo>
                  <a:pt x="59805" y="164837"/>
                </a:lnTo>
                <a:lnTo>
                  <a:pt x="59807" y="164837"/>
                </a:lnTo>
                <a:lnTo>
                  <a:pt x="59808" y="164837"/>
                </a:lnTo>
                <a:lnTo>
                  <a:pt x="59809" y="164837"/>
                </a:lnTo>
                <a:lnTo>
                  <a:pt x="59810" y="164837"/>
                </a:lnTo>
                <a:lnTo>
                  <a:pt x="59811" y="164837"/>
                </a:lnTo>
                <a:lnTo>
                  <a:pt x="59812" y="164837"/>
                </a:lnTo>
                <a:lnTo>
                  <a:pt x="59813" y="164837"/>
                </a:lnTo>
                <a:lnTo>
                  <a:pt x="59814" y="164837"/>
                </a:lnTo>
                <a:lnTo>
                  <a:pt x="59816" y="164837"/>
                </a:lnTo>
                <a:lnTo>
                  <a:pt x="59817" y="164837"/>
                </a:lnTo>
                <a:lnTo>
                  <a:pt x="59818" y="164837"/>
                </a:lnTo>
                <a:lnTo>
                  <a:pt x="59819" y="164837"/>
                </a:lnTo>
                <a:lnTo>
                  <a:pt x="59820" y="164837"/>
                </a:lnTo>
                <a:lnTo>
                  <a:pt x="59821" y="164837"/>
                </a:lnTo>
                <a:lnTo>
                  <a:pt x="59822" y="164837"/>
                </a:lnTo>
                <a:lnTo>
                  <a:pt x="59824" y="164837"/>
                </a:lnTo>
                <a:lnTo>
                  <a:pt x="59825" y="164837"/>
                </a:lnTo>
                <a:lnTo>
                  <a:pt x="59826" y="164837"/>
                </a:lnTo>
                <a:lnTo>
                  <a:pt x="59827" y="164837"/>
                </a:lnTo>
                <a:lnTo>
                  <a:pt x="59828" y="164837"/>
                </a:lnTo>
                <a:lnTo>
                  <a:pt x="59829" y="164837"/>
                </a:lnTo>
                <a:lnTo>
                  <a:pt x="59830" y="164837"/>
                </a:lnTo>
                <a:lnTo>
                  <a:pt x="59831" y="164837"/>
                </a:lnTo>
                <a:lnTo>
                  <a:pt x="59833" y="164837"/>
                </a:lnTo>
                <a:lnTo>
                  <a:pt x="59834" y="164837"/>
                </a:lnTo>
                <a:lnTo>
                  <a:pt x="59835" y="164837"/>
                </a:lnTo>
                <a:lnTo>
                  <a:pt x="59836" y="164837"/>
                </a:lnTo>
                <a:lnTo>
                  <a:pt x="59837" y="164837"/>
                </a:lnTo>
                <a:lnTo>
                  <a:pt x="59838" y="164837"/>
                </a:lnTo>
                <a:lnTo>
                  <a:pt x="59839" y="164837"/>
                </a:lnTo>
                <a:lnTo>
                  <a:pt x="59840" y="164837"/>
                </a:lnTo>
                <a:lnTo>
                  <a:pt x="59842" y="164837"/>
                </a:lnTo>
                <a:lnTo>
                  <a:pt x="59843" y="164837"/>
                </a:lnTo>
                <a:lnTo>
                  <a:pt x="59844" y="164837"/>
                </a:lnTo>
                <a:lnTo>
                  <a:pt x="59845" y="164837"/>
                </a:lnTo>
                <a:lnTo>
                  <a:pt x="59846" y="164837"/>
                </a:lnTo>
                <a:lnTo>
                  <a:pt x="59847" y="164837"/>
                </a:lnTo>
                <a:lnTo>
                  <a:pt x="59848" y="164837"/>
                </a:lnTo>
                <a:lnTo>
                  <a:pt x="59850" y="164837"/>
                </a:lnTo>
                <a:lnTo>
                  <a:pt x="59851" y="164837"/>
                </a:lnTo>
                <a:lnTo>
                  <a:pt x="59852" y="164837"/>
                </a:lnTo>
                <a:lnTo>
                  <a:pt x="59853" y="164837"/>
                </a:lnTo>
                <a:lnTo>
                  <a:pt x="59854" y="164837"/>
                </a:lnTo>
                <a:lnTo>
                  <a:pt x="59855" y="164837"/>
                </a:lnTo>
                <a:lnTo>
                  <a:pt x="59856" y="164837"/>
                </a:lnTo>
                <a:lnTo>
                  <a:pt x="59857" y="164837"/>
                </a:lnTo>
                <a:lnTo>
                  <a:pt x="59859" y="164837"/>
                </a:lnTo>
                <a:lnTo>
                  <a:pt x="59860" y="164837"/>
                </a:lnTo>
                <a:lnTo>
                  <a:pt x="59861" y="164837"/>
                </a:lnTo>
                <a:lnTo>
                  <a:pt x="59862" y="164837"/>
                </a:lnTo>
                <a:lnTo>
                  <a:pt x="59863" y="164837"/>
                </a:lnTo>
                <a:lnTo>
                  <a:pt x="59864" y="164837"/>
                </a:lnTo>
                <a:lnTo>
                  <a:pt x="59865" y="164837"/>
                </a:lnTo>
                <a:lnTo>
                  <a:pt x="59867" y="164837"/>
                </a:lnTo>
                <a:lnTo>
                  <a:pt x="59868" y="164837"/>
                </a:lnTo>
                <a:lnTo>
                  <a:pt x="59869" y="164837"/>
                </a:lnTo>
                <a:lnTo>
                  <a:pt x="59870" y="164837"/>
                </a:lnTo>
                <a:lnTo>
                  <a:pt x="59871" y="164837"/>
                </a:lnTo>
                <a:lnTo>
                  <a:pt x="59872" y="164837"/>
                </a:lnTo>
                <a:lnTo>
                  <a:pt x="59873" y="164837"/>
                </a:lnTo>
                <a:lnTo>
                  <a:pt x="59874" y="164837"/>
                </a:lnTo>
                <a:lnTo>
                  <a:pt x="59876" y="164837"/>
                </a:lnTo>
                <a:lnTo>
                  <a:pt x="59877" y="164837"/>
                </a:lnTo>
                <a:lnTo>
                  <a:pt x="59878" y="164837"/>
                </a:lnTo>
                <a:lnTo>
                  <a:pt x="59879" y="164837"/>
                </a:lnTo>
                <a:lnTo>
                  <a:pt x="59880" y="164837"/>
                </a:lnTo>
                <a:lnTo>
                  <a:pt x="59881" y="164837"/>
                </a:lnTo>
                <a:lnTo>
                  <a:pt x="59882" y="164837"/>
                </a:lnTo>
                <a:lnTo>
                  <a:pt x="59883" y="164837"/>
                </a:lnTo>
                <a:lnTo>
                  <a:pt x="59885" y="164837"/>
                </a:lnTo>
                <a:lnTo>
                  <a:pt x="59886" y="164837"/>
                </a:lnTo>
                <a:lnTo>
                  <a:pt x="59887" y="164837"/>
                </a:lnTo>
                <a:lnTo>
                  <a:pt x="59888" y="164837"/>
                </a:lnTo>
                <a:lnTo>
                  <a:pt x="59889" y="164837"/>
                </a:lnTo>
                <a:lnTo>
                  <a:pt x="59890" y="164837"/>
                </a:lnTo>
                <a:lnTo>
                  <a:pt x="59891" y="164837"/>
                </a:lnTo>
                <a:lnTo>
                  <a:pt x="59893" y="164837"/>
                </a:lnTo>
                <a:lnTo>
                  <a:pt x="59894" y="164837"/>
                </a:lnTo>
                <a:lnTo>
                  <a:pt x="59895" y="164837"/>
                </a:lnTo>
                <a:lnTo>
                  <a:pt x="59896" y="164837"/>
                </a:lnTo>
                <a:lnTo>
                  <a:pt x="59897" y="164837"/>
                </a:lnTo>
                <a:lnTo>
                  <a:pt x="59898" y="164837"/>
                </a:lnTo>
                <a:lnTo>
                  <a:pt x="59899" y="164837"/>
                </a:lnTo>
                <a:lnTo>
                  <a:pt x="59900" y="164837"/>
                </a:lnTo>
                <a:lnTo>
                  <a:pt x="59902" y="164837"/>
                </a:lnTo>
                <a:lnTo>
                  <a:pt x="59903" y="164837"/>
                </a:lnTo>
                <a:lnTo>
                  <a:pt x="59904" y="164837"/>
                </a:lnTo>
                <a:lnTo>
                  <a:pt x="59905" y="164837"/>
                </a:lnTo>
                <a:lnTo>
                  <a:pt x="59906" y="164837"/>
                </a:lnTo>
                <a:lnTo>
                  <a:pt x="59907" y="164837"/>
                </a:lnTo>
                <a:lnTo>
                  <a:pt x="59908" y="164837"/>
                </a:lnTo>
                <a:lnTo>
                  <a:pt x="59910" y="164837"/>
                </a:lnTo>
                <a:lnTo>
                  <a:pt x="59911" y="164837"/>
                </a:lnTo>
                <a:lnTo>
                  <a:pt x="59912" y="164837"/>
                </a:lnTo>
                <a:lnTo>
                  <a:pt x="59913" y="164837"/>
                </a:lnTo>
                <a:lnTo>
                  <a:pt x="59914" y="164837"/>
                </a:lnTo>
                <a:lnTo>
                  <a:pt x="59915" y="164837"/>
                </a:lnTo>
                <a:lnTo>
                  <a:pt x="59916" y="164837"/>
                </a:lnTo>
                <a:lnTo>
                  <a:pt x="59917" y="164837"/>
                </a:lnTo>
                <a:lnTo>
                  <a:pt x="59919" y="164837"/>
                </a:lnTo>
                <a:lnTo>
                  <a:pt x="59920" y="164837"/>
                </a:lnTo>
                <a:lnTo>
                  <a:pt x="59921" y="164837"/>
                </a:lnTo>
                <a:lnTo>
                  <a:pt x="59922" y="164837"/>
                </a:lnTo>
                <a:lnTo>
                  <a:pt x="59923" y="164837"/>
                </a:lnTo>
                <a:lnTo>
                  <a:pt x="59924" y="164837"/>
                </a:lnTo>
                <a:lnTo>
                  <a:pt x="59925" y="164837"/>
                </a:lnTo>
                <a:lnTo>
                  <a:pt x="59926" y="164837"/>
                </a:lnTo>
                <a:lnTo>
                  <a:pt x="59928" y="164837"/>
                </a:lnTo>
                <a:lnTo>
                  <a:pt x="59929" y="164837"/>
                </a:lnTo>
                <a:lnTo>
                  <a:pt x="59930" y="164837"/>
                </a:lnTo>
                <a:lnTo>
                  <a:pt x="59931" y="164837"/>
                </a:lnTo>
                <a:lnTo>
                  <a:pt x="59932" y="164837"/>
                </a:lnTo>
                <a:lnTo>
                  <a:pt x="59933" y="164837"/>
                </a:lnTo>
                <a:lnTo>
                  <a:pt x="59934" y="164837"/>
                </a:lnTo>
                <a:lnTo>
                  <a:pt x="59936" y="164837"/>
                </a:lnTo>
                <a:lnTo>
                  <a:pt x="59937" y="164837"/>
                </a:lnTo>
                <a:lnTo>
                  <a:pt x="59938" y="164837"/>
                </a:lnTo>
                <a:lnTo>
                  <a:pt x="59939" y="164837"/>
                </a:lnTo>
                <a:lnTo>
                  <a:pt x="59940" y="164837"/>
                </a:lnTo>
                <a:lnTo>
                  <a:pt x="59941" y="164837"/>
                </a:lnTo>
                <a:lnTo>
                  <a:pt x="59942" y="164837"/>
                </a:lnTo>
                <a:lnTo>
                  <a:pt x="59943" y="164837"/>
                </a:lnTo>
                <a:lnTo>
                  <a:pt x="59945" y="164837"/>
                </a:lnTo>
                <a:lnTo>
                  <a:pt x="59946" y="164837"/>
                </a:lnTo>
                <a:lnTo>
                  <a:pt x="59947" y="164837"/>
                </a:lnTo>
                <a:lnTo>
                  <a:pt x="59948" y="164837"/>
                </a:lnTo>
                <a:lnTo>
                  <a:pt x="59949" y="164837"/>
                </a:lnTo>
                <a:lnTo>
                  <a:pt x="59950" y="164837"/>
                </a:lnTo>
                <a:lnTo>
                  <a:pt x="59951" y="164837"/>
                </a:lnTo>
                <a:lnTo>
                  <a:pt x="59953" y="164837"/>
                </a:lnTo>
                <a:lnTo>
                  <a:pt x="59954" y="164837"/>
                </a:lnTo>
                <a:lnTo>
                  <a:pt x="59955" y="164837"/>
                </a:lnTo>
                <a:lnTo>
                  <a:pt x="59956" y="164837"/>
                </a:lnTo>
                <a:lnTo>
                  <a:pt x="59957" y="164837"/>
                </a:lnTo>
                <a:lnTo>
                  <a:pt x="59958" y="164837"/>
                </a:lnTo>
                <a:lnTo>
                  <a:pt x="59959" y="164837"/>
                </a:lnTo>
                <a:lnTo>
                  <a:pt x="59960" y="164837"/>
                </a:lnTo>
                <a:lnTo>
                  <a:pt x="59962" y="164837"/>
                </a:lnTo>
                <a:lnTo>
                  <a:pt x="59963" y="164837"/>
                </a:lnTo>
                <a:lnTo>
                  <a:pt x="59964" y="164837"/>
                </a:lnTo>
                <a:lnTo>
                  <a:pt x="59965" y="164837"/>
                </a:lnTo>
                <a:lnTo>
                  <a:pt x="59966" y="164837"/>
                </a:lnTo>
                <a:lnTo>
                  <a:pt x="59967" y="164837"/>
                </a:lnTo>
                <a:lnTo>
                  <a:pt x="59968" y="164837"/>
                </a:lnTo>
                <a:lnTo>
                  <a:pt x="59970" y="164837"/>
                </a:lnTo>
                <a:lnTo>
                  <a:pt x="59971" y="164837"/>
                </a:lnTo>
                <a:lnTo>
                  <a:pt x="59972" y="164837"/>
                </a:lnTo>
                <a:lnTo>
                  <a:pt x="59973" y="164837"/>
                </a:lnTo>
                <a:lnTo>
                  <a:pt x="59974" y="164837"/>
                </a:lnTo>
                <a:lnTo>
                  <a:pt x="59975" y="164837"/>
                </a:lnTo>
                <a:lnTo>
                  <a:pt x="59976" y="164837"/>
                </a:lnTo>
                <a:lnTo>
                  <a:pt x="59977" y="164837"/>
                </a:lnTo>
                <a:lnTo>
                  <a:pt x="59979" y="164837"/>
                </a:lnTo>
                <a:lnTo>
                  <a:pt x="59980" y="164837"/>
                </a:lnTo>
                <a:lnTo>
                  <a:pt x="59981" y="164837"/>
                </a:lnTo>
                <a:lnTo>
                  <a:pt x="59982" y="164837"/>
                </a:lnTo>
                <a:lnTo>
                  <a:pt x="59983" y="164837"/>
                </a:lnTo>
                <a:lnTo>
                  <a:pt x="59984" y="164837"/>
                </a:lnTo>
                <a:lnTo>
                  <a:pt x="59985" y="164837"/>
                </a:lnTo>
                <a:lnTo>
                  <a:pt x="59986" y="164837"/>
                </a:lnTo>
                <a:lnTo>
                  <a:pt x="59988" y="164837"/>
                </a:lnTo>
                <a:lnTo>
                  <a:pt x="59989" y="164837"/>
                </a:lnTo>
                <a:lnTo>
                  <a:pt x="59990" y="164837"/>
                </a:lnTo>
                <a:lnTo>
                  <a:pt x="59991" y="164837"/>
                </a:lnTo>
                <a:lnTo>
                  <a:pt x="59992" y="164837"/>
                </a:lnTo>
                <a:lnTo>
                  <a:pt x="59993" y="164837"/>
                </a:lnTo>
                <a:lnTo>
                  <a:pt x="59994" y="164837"/>
                </a:lnTo>
                <a:lnTo>
                  <a:pt x="59996" y="164837"/>
                </a:lnTo>
                <a:lnTo>
                  <a:pt x="59997" y="164837"/>
                </a:lnTo>
                <a:lnTo>
                  <a:pt x="59998" y="164837"/>
                </a:lnTo>
                <a:lnTo>
                  <a:pt x="59999" y="164837"/>
                </a:lnTo>
                <a:lnTo>
                  <a:pt x="60000" y="164837"/>
                </a:lnTo>
                <a:lnTo>
                  <a:pt x="60001" y="164837"/>
                </a:lnTo>
                <a:lnTo>
                  <a:pt x="60002" y="164837"/>
                </a:lnTo>
                <a:lnTo>
                  <a:pt x="60003" y="164837"/>
                </a:lnTo>
                <a:lnTo>
                  <a:pt x="60005" y="164837"/>
                </a:lnTo>
                <a:lnTo>
                  <a:pt x="60006" y="164837"/>
                </a:lnTo>
                <a:lnTo>
                  <a:pt x="60007" y="164837"/>
                </a:lnTo>
                <a:lnTo>
                  <a:pt x="60008" y="164837"/>
                </a:lnTo>
                <a:lnTo>
                  <a:pt x="60009" y="164837"/>
                </a:lnTo>
                <a:lnTo>
                  <a:pt x="60010" y="164837"/>
                </a:lnTo>
                <a:lnTo>
                  <a:pt x="60011" y="164837"/>
                </a:lnTo>
                <a:lnTo>
                  <a:pt x="60013" y="164837"/>
                </a:lnTo>
                <a:lnTo>
                  <a:pt x="60014" y="164837"/>
                </a:lnTo>
                <a:lnTo>
                  <a:pt x="60015" y="164837"/>
                </a:lnTo>
                <a:lnTo>
                  <a:pt x="60016" y="164837"/>
                </a:lnTo>
                <a:lnTo>
                  <a:pt x="60017" y="164837"/>
                </a:lnTo>
                <a:lnTo>
                  <a:pt x="60018" y="164837"/>
                </a:lnTo>
                <a:lnTo>
                  <a:pt x="60019" y="164837"/>
                </a:lnTo>
                <a:lnTo>
                  <a:pt x="60020" y="164837"/>
                </a:lnTo>
                <a:lnTo>
                  <a:pt x="60022" y="164837"/>
                </a:lnTo>
                <a:lnTo>
                  <a:pt x="60023" y="164837"/>
                </a:lnTo>
                <a:lnTo>
                  <a:pt x="60024" y="164837"/>
                </a:lnTo>
                <a:lnTo>
                  <a:pt x="60025" y="164837"/>
                </a:lnTo>
                <a:lnTo>
                  <a:pt x="60026" y="164837"/>
                </a:lnTo>
                <a:lnTo>
                  <a:pt x="60027" y="164837"/>
                </a:lnTo>
                <a:lnTo>
                  <a:pt x="60028" y="164837"/>
                </a:lnTo>
                <a:lnTo>
                  <a:pt x="60030" y="164837"/>
                </a:lnTo>
                <a:lnTo>
                  <a:pt x="60031" y="164837"/>
                </a:lnTo>
                <a:lnTo>
                  <a:pt x="60032" y="164837"/>
                </a:lnTo>
                <a:lnTo>
                  <a:pt x="60033" y="164837"/>
                </a:lnTo>
                <a:lnTo>
                  <a:pt x="60034" y="164837"/>
                </a:lnTo>
                <a:lnTo>
                  <a:pt x="60035" y="164837"/>
                </a:lnTo>
                <a:lnTo>
                  <a:pt x="60036" y="164837"/>
                </a:lnTo>
                <a:lnTo>
                  <a:pt x="60037" y="164837"/>
                </a:lnTo>
                <a:lnTo>
                  <a:pt x="60039" y="164837"/>
                </a:lnTo>
                <a:lnTo>
                  <a:pt x="60040" y="164837"/>
                </a:lnTo>
                <a:lnTo>
                  <a:pt x="60041" y="164837"/>
                </a:lnTo>
                <a:lnTo>
                  <a:pt x="60042" y="164837"/>
                </a:lnTo>
                <a:lnTo>
                  <a:pt x="60043" y="164837"/>
                </a:lnTo>
                <a:lnTo>
                  <a:pt x="60044" y="164837"/>
                </a:lnTo>
                <a:lnTo>
                  <a:pt x="60045" y="164837"/>
                </a:lnTo>
                <a:lnTo>
                  <a:pt x="60047" y="164837"/>
                </a:lnTo>
                <a:lnTo>
                  <a:pt x="60048" y="164837"/>
                </a:lnTo>
                <a:lnTo>
                  <a:pt x="60049" y="164837"/>
                </a:lnTo>
                <a:lnTo>
                  <a:pt x="60050" y="164837"/>
                </a:lnTo>
                <a:lnTo>
                  <a:pt x="60051" y="164837"/>
                </a:lnTo>
                <a:lnTo>
                  <a:pt x="60052" y="164837"/>
                </a:lnTo>
                <a:lnTo>
                  <a:pt x="60053" y="164837"/>
                </a:lnTo>
                <a:lnTo>
                  <a:pt x="60054" y="164837"/>
                </a:lnTo>
                <a:lnTo>
                  <a:pt x="60056" y="164837"/>
                </a:lnTo>
                <a:lnTo>
                  <a:pt x="60057" y="164837"/>
                </a:lnTo>
                <a:lnTo>
                  <a:pt x="60058" y="164837"/>
                </a:lnTo>
                <a:lnTo>
                  <a:pt x="60059" y="164837"/>
                </a:lnTo>
                <a:lnTo>
                  <a:pt x="60060" y="164837"/>
                </a:lnTo>
                <a:lnTo>
                  <a:pt x="60061" y="164837"/>
                </a:lnTo>
                <a:lnTo>
                  <a:pt x="60062" y="164837"/>
                </a:lnTo>
                <a:lnTo>
                  <a:pt x="60064" y="164837"/>
                </a:lnTo>
                <a:lnTo>
                  <a:pt x="60065" y="164837"/>
                </a:lnTo>
                <a:lnTo>
                  <a:pt x="60066" y="164837"/>
                </a:lnTo>
                <a:lnTo>
                  <a:pt x="60067" y="164837"/>
                </a:lnTo>
                <a:lnTo>
                  <a:pt x="60068" y="164837"/>
                </a:lnTo>
                <a:lnTo>
                  <a:pt x="60069" y="164837"/>
                </a:lnTo>
                <a:lnTo>
                  <a:pt x="60070" y="164837"/>
                </a:lnTo>
                <a:lnTo>
                  <a:pt x="60072" y="164837"/>
                </a:lnTo>
                <a:lnTo>
                  <a:pt x="60073" y="164837"/>
                </a:lnTo>
                <a:lnTo>
                  <a:pt x="60074" y="164837"/>
                </a:lnTo>
                <a:lnTo>
                  <a:pt x="60075" y="164837"/>
                </a:lnTo>
                <a:lnTo>
                  <a:pt x="60076" y="164837"/>
                </a:lnTo>
                <a:lnTo>
                  <a:pt x="60077" y="164837"/>
                </a:lnTo>
                <a:lnTo>
                  <a:pt x="60078" y="164837"/>
                </a:lnTo>
                <a:lnTo>
                  <a:pt x="60079" y="164837"/>
                </a:lnTo>
                <a:lnTo>
                  <a:pt x="60081" y="164837"/>
                </a:lnTo>
                <a:lnTo>
                  <a:pt x="60082" y="164837"/>
                </a:lnTo>
                <a:lnTo>
                  <a:pt x="60083" y="164837"/>
                </a:lnTo>
                <a:lnTo>
                  <a:pt x="60084" y="164837"/>
                </a:lnTo>
                <a:lnTo>
                  <a:pt x="60085" y="164837"/>
                </a:lnTo>
                <a:lnTo>
                  <a:pt x="60086" y="164837"/>
                </a:lnTo>
                <a:lnTo>
                  <a:pt x="60087" y="164837"/>
                </a:lnTo>
                <a:lnTo>
                  <a:pt x="60089" y="164837"/>
                </a:lnTo>
                <a:lnTo>
                  <a:pt x="60090" y="164837"/>
                </a:lnTo>
                <a:lnTo>
                  <a:pt x="60091" y="164837"/>
                </a:lnTo>
                <a:lnTo>
                  <a:pt x="60092" y="164837"/>
                </a:lnTo>
                <a:lnTo>
                  <a:pt x="60093" y="164837"/>
                </a:lnTo>
                <a:lnTo>
                  <a:pt x="60094" y="164837"/>
                </a:lnTo>
                <a:lnTo>
                  <a:pt x="60095" y="164837"/>
                </a:lnTo>
                <a:lnTo>
                  <a:pt x="60096" y="164837"/>
                </a:lnTo>
                <a:lnTo>
                  <a:pt x="60098" y="164837"/>
                </a:lnTo>
                <a:lnTo>
                  <a:pt x="60099" y="164837"/>
                </a:lnTo>
                <a:lnTo>
                  <a:pt x="60100" y="164837"/>
                </a:lnTo>
                <a:lnTo>
                  <a:pt x="60101" y="164837"/>
                </a:lnTo>
                <a:lnTo>
                  <a:pt x="60102" y="164837"/>
                </a:lnTo>
                <a:lnTo>
                  <a:pt x="60103" y="164837"/>
                </a:lnTo>
                <a:lnTo>
                  <a:pt x="60104" y="164837"/>
                </a:lnTo>
                <a:lnTo>
                  <a:pt x="60106" y="164837"/>
                </a:lnTo>
                <a:lnTo>
                  <a:pt x="60107" y="164837"/>
                </a:lnTo>
                <a:lnTo>
                  <a:pt x="60108" y="164837"/>
                </a:lnTo>
                <a:lnTo>
                  <a:pt x="60109" y="164837"/>
                </a:lnTo>
                <a:lnTo>
                  <a:pt x="60110" y="164837"/>
                </a:lnTo>
                <a:lnTo>
                  <a:pt x="60111" y="164837"/>
                </a:lnTo>
                <a:lnTo>
                  <a:pt x="60112" y="164837"/>
                </a:lnTo>
                <a:lnTo>
                  <a:pt x="60113" y="164837"/>
                </a:lnTo>
                <a:lnTo>
                  <a:pt x="60115" y="164837"/>
                </a:lnTo>
                <a:lnTo>
                  <a:pt x="60116" y="164837"/>
                </a:lnTo>
                <a:lnTo>
                  <a:pt x="60117" y="164837"/>
                </a:lnTo>
                <a:lnTo>
                  <a:pt x="60118" y="164837"/>
                </a:lnTo>
                <a:lnTo>
                  <a:pt x="60119" y="164837"/>
                </a:lnTo>
                <a:lnTo>
                  <a:pt x="60120" y="164837"/>
                </a:lnTo>
                <a:lnTo>
                  <a:pt x="60121" y="164837"/>
                </a:lnTo>
                <a:lnTo>
                  <a:pt x="60123" y="164837"/>
                </a:lnTo>
                <a:lnTo>
                  <a:pt x="60124" y="164837"/>
                </a:lnTo>
                <a:lnTo>
                  <a:pt x="60125" y="164837"/>
                </a:lnTo>
                <a:lnTo>
                  <a:pt x="60126" y="164837"/>
                </a:lnTo>
                <a:lnTo>
                  <a:pt x="60127" y="164837"/>
                </a:lnTo>
                <a:lnTo>
                  <a:pt x="60128" y="164837"/>
                </a:lnTo>
                <a:lnTo>
                  <a:pt x="60129" y="164837"/>
                </a:lnTo>
                <a:lnTo>
                  <a:pt x="60130" y="164837"/>
                </a:lnTo>
                <a:lnTo>
                  <a:pt x="60132" y="164837"/>
                </a:lnTo>
                <a:lnTo>
                  <a:pt x="60133" y="164837"/>
                </a:lnTo>
                <a:lnTo>
                  <a:pt x="60134" y="164837"/>
                </a:lnTo>
                <a:lnTo>
                  <a:pt x="60135" y="164837"/>
                </a:lnTo>
                <a:lnTo>
                  <a:pt x="60136" y="164837"/>
                </a:lnTo>
                <a:lnTo>
                  <a:pt x="60137" y="164837"/>
                </a:lnTo>
                <a:lnTo>
                  <a:pt x="60138" y="164837"/>
                </a:lnTo>
                <a:lnTo>
                  <a:pt x="60140" y="164837"/>
                </a:lnTo>
                <a:lnTo>
                  <a:pt x="60141" y="164837"/>
                </a:lnTo>
                <a:lnTo>
                  <a:pt x="60142" y="164837"/>
                </a:lnTo>
                <a:lnTo>
                  <a:pt x="60143" y="164837"/>
                </a:lnTo>
                <a:lnTo>
                  <a:pt x="60144" y="164837"/>
                </a:lnTo>
                <a:lnTo>
                  <a:pt x="60145" y="164837"/>
                </a:lnTo>
                <a:lnTo>
                  <a:pt x="60146" y="164837"/>
                </a:lnTo>
                <a:lnTo>
                  <a:pt x="60148" y="164837"/>
                </a:lnTo>
                <a:lnTo>
                  <a:pt x="60149" y="164837"/>
                </a:lnTo>
                <a:lnTo>
                  <a:pt x="60150" y="164837"/>
                </a:lnTo>
                <a:lnTo>
                  <a:pt x="60151" y="164837"/>
                </a:lnTo>
                <a:lnTo>
                  <a:pt x="60152" y="164837"/>
                </a:lnTo>
                <a:lnTo>
                  <a:pt x="60153" y="164837"/>
                </a:lnTo>
                <a:lnTo>
                  <a:pt x="60154" y="164837"/>
                </a:lnTo>
                <a:lnTo>
                  <a:pt x="60155" y="164837"/>
                </a:lnTo>
                <a:lnTo>
                  <a:pt x="60157" y="164837"/>
                </a:lnTo>
                <a:lnTo>
                  <a:pt x="60158" y="164837"/>
                </a:lnTo>
                <a:lnTo>
                  <a:pt x="60159" y="164837"/>
                </a:lnTo>
                <a:lnTo>
                  <a:pt x="60160" y="164837"/>
                </a:lnTo>
                <a:lnTo>
                  <a:pt x="60161" y="164837"/>
                </a:lnTo>
                <a:lnTo>
                  <a:pt x="60162" y="164837"/>
                </a:lnTo>
                <a:lnTo>
                  <a:pt x="60163" y="164837"/>
                </a:lnTo>
                <a:lnTo>
                  <a:pt x="60165" y="164837"/>
                </a:lnTo>
                <a:lnTo>
                  <a:pt x="60166" y="164837"/>
                </a:lnTo>
                <a:lnTo>
                  <a:pt x="60167" y="164837"/>
                </a:lnTo>
                <a:lnTo>
                  <a:pt x="60168" y="164837"/>
                </a:lnTo>
                <a:lnTo>
                  <a:pt x="60169" y="164837"/>
                </a:lnTo>
                <a:lnTo>
                  <a:pt x="60170" y="164837"/>
                </a:lnTo>
                <a:lnTo>
                  <a:pt x="60171" y="164837"/>
                </a:lnTo>
                <a:lnTo>
                  <a:pt x="60172" y="164837"/>
                </a:lnTo>
                <a:lnTo>
                  <a:pt x="60174" y="164837"/>
                </a:lnTo>
                <a:lnTo>
                  <a:pt x="60175" y="164837"/>
                </a:lnTo>
                <a:lnTo>
                  <a:pt x="60176" y="164837"/>
                </a:lnTo>
                <a:lnTo>
                  <a:pt x="60177" y="164837"/>
                </a:lnTo>
                <a:lnTo>
                  <a:pt x="60178" y="164837"/>
                </a:lnTo>
                <a:lnTo>
                  <a:pt x="60179" y="164837"/>
                </a:lnTo>
                <a:lnTo>
                  <a:pt x="60180" y="164837"/>
                </a:lnTo>
                <a:lnTo>
                  <a:pt x="60182" y="164837"/>
                </a:lnTo>
                <a:lnTo>
                  <a:pt x="60183" y="164837"/>
                </a:lnTo>
                <a:lnTo>
                  <a:pt x="60184" y="164837"/>
                </a:lnTo>
                <a:lnTo>
                  <a:pt x="60185" y="164837"/>
                </a:lnTo>
                <a:lnTo>
                  <a:pt x="60186" y="164837"/>
                </a:lnTo>
                <a:lnTo>
                  <a:pt x="60187" y="164837"/>
                </a:lnTo>
                <a:lnTo>
                  <a:pt x="60188" y="164837"/>
                </a:lnTo>
                <a:lnTo>
                  <a:pt x="60190" y="164837"/>
                </a:lnTo>
                <a:lnTo>
                  <a:pt x="60191" y="164837"/>
                </a:lnTo>
                <a:lnTo>
                  <a:pt x="60192" y="164837"/>
                </a:lnTo>
                <a:lnTo>
                  <a:pt x="60193" y="164837"/>
                </a:lnTo>
                <a:lnTo>
                  <a:pt x="60194" y="164837"/>
                </a:lnTo>
                <a:lnTo>
                  <a:pt x="60195" y="164837"/>
                </a:lnTo>
                <a:lnTo>
                  <a:pt x="60196" y="164837"/>
                </a:lnTo>
                <a:lnTo>
                  <a:pt x="60197" y="164837"/>
                </a:lnTo>
                <a:lnTo>
                  <a:pt x="60199" y="164837"/>
                </a:lnTo>
                <a:lnTo>
                  <a:pt x="60200" y="164837"/>
                </a:lnTo>
                <a:lnTo>
                  <a:pt x="60201" y="164837"/>
                </a:lnTo>
                <a:lnTo>
                  <a:pt x="60202" y="164837"/>
                </a:lnTo>
                <a:lnTo>
                  <a:pt x="60203" y="164837"/>
                </a:lnTo>
                <a:lnTo>
                  <a:pt x="60204" y="164837"/>
                </a:lnTo>
                <a:lnTo>
                  <a:pt x="60205" y="164837"/>
                </a:lnTo>
                <a:lnTo>
                  <a:pt x="60207" y="164837"/>
                </a:lnTo>
                <a:lnTo>
                  <a:pt x="60208" y="164837"/>
                </a:lnTo>
                <a:lnTo>
                  <a:pt x="60209" y="164837"/>
                </a:lnTo>
                <a:lnTo>
                  <a:pt x="60210" y="164837"/>
                </a:lnTo>
                <a:lnTo>
                  <a:pt x="60211" y="164837"/>
                </a:lnTo>
                <a:lnTo>
                  <a:pt x="60212" y="164837"/>
                </a:lnTo>
                <a:lnTo>
                  <a:pt x="60213" y="164837"/>
                </a:lnTo>
                <a:lnTo>
                  <a:pt x="60215" y="164837"/>
                </a:lnTo>
                <a:lnTo>
                  <a:pt x="60216" y="164837"/>
                </a:lnTo>
                <a:lnTo>
                  <a:pt x="60217" y="164837"/>
                </a:lnTo>
                <a:lnTo>
                  <a:pt x="60218" y="164837"/>
                </a:lnTo>
                <a:lnTo>
                  <a:pt x="60219" y="164837"/>
                </a:lnTo>
                <a:lnTo>
                  <a:pt x="60220" y="164837"/>
                </a:lnTo>
                <a:lnTo>
                  <a:pt x="60221" y="164837"/>
                </a:lnTo>
                <a:lnTo>
                  <a:pt x="60222" y="164837"/>
                </a:lnTo>
                <a:lnTo>
                  <a:pt x="60224" y="164837"/>
                </a:lnTo>
                <a:lnTo>
                  <a:pt x="60225" y="164837"/>
                </a:lnTo>
                <a:lnTo>
                  <a:pt x="60226" y="164837"/>
                </a:lnTo>
                <a:lnTo>
                  <a:pt x="60227" y="164837"/>
                </a:lnTo>
                <a:lnTo>
                  <a:pt x="60228" y="164837"/>
                </a:lnTo>
                <a:lnTo>
                  <a:pt x="60229" y="164837"/>
                </a:lnTo>
                <a:lnTo>
                  <a:pt x="60230" y="164837"/>
                </a:lnTo>
                <a:lnTo>
                  <a:pt x="60232" y="164837"/>
                </a:lnTo>
                <a:lnTo>
                  <a:pt x="60233" y="164837"/>
                </a:lnTo>
                <a:lnTo>
                  <a:pt x="60234" y="164837"/>
                </a:lnTo>
                <a:lnTo>
                  <a:pt x="60235" y="164837"/>
                </a:lnTo>
                <a:lnTo>
                  <a:pt x="60236" y="164837"/>
                </a:lnTo>
                <a:lnTo>
                  <a:pt x="60237" y="164837"/>
                </a:lnTo>
                <a:lnTo>
                  <a:pt x="60238" y="164837"/>
                </a:lnTo>
                <a:lnTo>
                  <a:pt x="60240" y="164837"/>
                </a:lnTo>
                <a:lnTo>
                  <a:pt x="60241" y="164837"/>
                </a:lnTo>
                <a:lnTo>
                  <a:pt x="60242" y="164837"/>
                </a:lnTo>
                <a:lnTo>
                  <a:pt x="60243" y="164837"/>
                </a:lnTo>
                <a:lnTo>
                  <a:pt x="60244" y="164837"/>
                </a:lnTo>
                <a:lnTo>
                  <a:pt x="60245" y="164837"/>
                </a:lnTo>
                <a:lnTo>
                  <a:pt x="60246" y="164837"/>
                </a:lnTo>
                <a:lnTo>
                  <a:pt x="60247" y="164837"/>
                </a:lnTo>
                <a:lnTo>
                  <a:pt x="60249" y="164837"/>
                </a:lnTo>
                <a:lnTo>
                  <a:pt x="60250" y="164837"/>
                </a:lnTo>
                <a:lnTo>
                  <a:pt x="60251" y="164837"/>
                </a:lnTo>
                <a:lnTo>
                  <a:pt x="60252" y="164837"/>
                </a:lnTo>
                <a:lnTo>
                  <a:pt x="60253" y="164837"/>
                </a:lnTo>
                <a:lnTo>
                  <a:pt x="60254" y="164837"/>
                </a:lnTo>
                <a:lnTo>
                  <a:pt x="60255" y="164837"/>
                </a:lnTo>
                <a:lnTo>
                  <a:pt x="60257" y="164837"/>
                </a:lnTo>
                <a:lnTo>
                  <a:pt x="60258" y="164837"/>
                </a:lnTo>
                <a:lnTo>
                  <a:pt x="60259" y="164837"/>
                </a:lnTo>
                <a:lnTo>
                  <a:pt x="60260" y="164837"/>
                </a:lnTo>
                <a:lnTo>
                  <a:pt x="60261" y="164837"/>
                </a:lnTo>
                <a:lnTo>
                  <a:pt x="60262" y="164837"/>
                </a:lnTo>
                <a:lnTo>
                  <a:pt x="60263" y="164837"/>
                </a:lnTo>
                <a:lnTo>
                  <a:pt x="60265" y="164837"/>
                </a:lnTo>
                <a:lnTo>
                  <a:pt x="60266" y="164837"/>
                </a:lnTo>
                <a:lnTo>
                  <a:pt x="60267" y="164837"/>
                </a:lnTo>
                <a:lnTo>
                  <a:pt x="60268" y="164837"/>
                </a:lnTo>
                <a:lnTo>
                  <a:pt x="60269" y="164837"/>
                </a:lnTo>
                <a:lnTo>
                  <a:pt x="60270" y="164837"/>
                </a:lnTo>
                <a:lnTo>
                  <a:pt x="60271" y="164837"/>
                </a:lnTo>
                <a:lnTo>
                  <a:pt x="60272" y="164837"/>
                </a:lnTo>
                <a:lnTo>
                  <a:pt x="60274" y="164837"/>
                </a:lnTo>
                <a:lnTo>
                  <a:pt x="60275" y="164837"/>
                </a:lnTo>
                <a:lnTo>
                  <a:pt x="60276" y="164837"/>
                </a:lnTo>
                <a:lnTo>
                  <a:pt x="60277" y="164837"/>
                </a:lnTo>
                <a:lnTo>
                  <a:pt x="60278" y="164837"/>
                </a:lnTo>
                <a:lnTo>
                  <a:pt x="60279" y="164837"/>
                </a:lnTo>
                <a:lnTo>
                  <a:pt x="60280" y="164837"/>
                </a:lnTo>
                <a:lnTo>
                  <a:pt x="60282" y="164837"/>
                </a:lnTo>
                <a:lnTo>
                  <a:pt x="60283" y="164837"/>
                </a:lnTo>
                <a:lnTo>
                  <a:pt x="60284" y="164837"/>
                </a:lnTo>
                <a:lnTo>
                  <a:pt x="60285" y="164837"/>
                </a:lnTo>
                <a:lnTo>
                  <a:pt x="60286" y="164837"/>
                </a:lnTo>
                <a:lnTo>
                  <a:pt x="60287" y="164837"/>
                </a:lnTo>
                <a:lnTo>
                  <a:pt x="60288" y="164837"/>
                </a:lnTo>
                <a:lnTo>
                  <a:pt x="60290" y="164837"/>
                </a:lnTo>
                <a:lnTo>
                  <a:pt x="60291" y="164837"/>
                </a:lnTo>
                <a:lnTo>
                  <a:pt x="60292" y="164837"/>
                </a:lnTo>
                <a:lnTo>
                  <a:pt x="60293" y="164837"/>
                </a:lnTo>
                <a:lnTo>
                  <a:pt x="60294" y="164837"/>
                </a:lnTo>
                <a:lnTo>
                  <a:pt x="60295" y="164837"/>
                </a:lnTo>
                <a:lnTo>
                  <a:pt x="60296" y="164837"/>
                </a:lnTo>
                <a:lnTo>
                  <a:pt x="60298" y="164837"/>
                </a:lnTo>
                <a:lnTo>
                  <a:pt x="60299" y="164837"/>
                </a:lnTo>
                <a:lnTo>
                  <a:pt x="60300" y="164837"/>
                </a:lnTo>
                <a:lnTo>
                  <a:pt x="60301" y="164837"/>
                </a:lnTo>
                <a:lnTo>
                  <a:pt x="60302" y="164837"/>
                </a:lnTo>
                <a:lnTo>
                  <a:pt x="60303" y="164837"/>
                </a:lnTo>
                <a:lnTo>
                  <a:pt x="60304" y="164837"/>
                </a:lnTo>
                <a:lnTo>
                  <a:pt x="60305" y="164837"/>
                </a:lnTo>
                <a:lnTo>
                  <a:pt x="60307" y="164837"/>
                </a:lnTo>
                <a:lnTo>
                  <a:pt x="60308" y="164837"/>
                </a:lnTo>
                <a:lnTo>
                  <a:pt x="60309" y="164837"/>
                </a:lnTo>
                <a:lnTo>
                  <a:pt x="60310" y="164837"/>
                </a:lnTo>
                <a:lnTo>
                  <a:pt x="60311" y="164837"/>
                </a:lnTo>
                <a:lnTo>
                  <a:pt x="60312" y="164837"/>
                </a:lnTo>
                <a:lnTo>
                  <a:pt x="60313" y="164837"/>
                </a:lnTo>
                <a:lnTo>
                  <a:pt x="60315" y="164837"/>
                </a:lnTo>
                <a:lnTo>
                  <a:pt x="60316" y="164837"/>
                </a:lnTo>
                <a:lnTo>
                  <a:pt x="60317" y="164837"/>
                </a:lnTo>
                <a:lnTo>
                  <a:pt x="60318" y="164837"/>
                </a:lnTo>
                <a:lnTo>
                  <a:pt x="60319" y="164837"/>
                </a:lnTo>
                <a:lnTo>
                  <a:pt x="60320" y="164837"/>
                </a:lnTo>
                <a:lnTo>
                  <a:pt x="60321" y="164837"/>
                </a:lnTo>
                <a:lnTo>
                  <a:pt x="60323" y="164837"/>
                </a:lnTo>
                <a:lnTo>
                  <a:pt x="60324" y="164837"/>
                </a:lnTo>
                <a:lnTo>
                  <a:pt x="60325" y="164837"/>
                </a:lnTo>
                <a:lnTo>
                  <a:pt x="60326" y="164837"/>
                </a:lnTo>
                <a:lnTo>
                  <a:pt x="60327" y="164837"/>
                </a:lnTo>
                <a:lnTo>
                  <a:pt x="60328" y="164837"/>
                </a:lnTo>
                <a:lnTo>
                  <a:pt x="60329" y="164837"/>
                </a:lnTo>
                <a:lnTo>
                  <a:pt x="60331" y="164837"/>
                </a:lnTo>
                <a:lnTo>
                  <a:pt x="60332" y="164837"/>
                </a:lnTo>
                <a:lnTo>
                  <a:pt x="60333" y="164837"/>
                </a:lnTo>
                <a:lnTo>
                  <a:pt x="60334" y="164837"/>
                </a:lnTo>
                <a:lnTo>
                  <a:pt x="60335" y="164837"/>
                </a:lnTo>
                <a:lnTo>
                  <a:pt x="60336" y="164837"/>
                </a:lnTo>
                <a:lnTo>
                  <a:pt x="60337" y="164837"/>
                </a:lnTo>
                <a:lnTo>
                  <a:pt x="60338" y="164837"/>
                </a:lnTo>
                <a:lnTo>
                  <a:pt x="60340" y="164837"/>
                </a:lnTo>
                <a:lnTo>
                  <a:pt x="60341" y="164837"/>
                </a:lnTo>
                <a:lnTo>
                  <a:pt x="60342" y="164837"/>
                </a:lnTo>
                <a:lnTo>
                  <a:pt x="60343" y="164837"/>
                </a:lnTo>
                <a:lnTo>
                  <a:pt x="60344" y="164837"/>
                </a:lnTo>
                <a:lnTo>
                  <a:pt x="60345" y="164837"/>
                </a:lnTo>
                <a:lnTo>
                  <a:pt x="60346" y="164837"/>
                </a:lnTo>
                <a:lnTo>
                  <a:pt x="60348" y="164837"/>
                </a:lnTo>
                <a:lnTo>
                  <a:pt x="60349" y="164837"/>
                </a:lnTo>
                <a:lnTo>
                  <a:pt x="60350" y="164837"/>
                </a:lnTo>
                <a:lnTo>
                  <a:pt x="60351" y="164837"/>
                </a:lnTo>
                <a:lnTo>
                  <a:pt x="60352" y="164837"/>
                </a:lnTo>
                <a:lnTo>
                  <a:pt x="60353" y="164837"/>
                </a:lnTo>
                <a:lnTo>
                  <a:pt x="60354" y="164837"/>
                </a:lnTo>
                <a:lnTo>
                  <a:pt x="60356" y="164837"/>
                </a:lnTo>
                <a:lnTo>
                  <a:pt x="60357" y="164837"/>
                </a:lnTo>
                <a:lnTo>
                  <a:pt x="60358" y="164837"/>
                </a:lnTo>
                <a:lnTo>
                  <a:pt x="60359" y="164837"/>
                </a:lnTo>
                <a:lnTo>
                  <a:pt x="60360" y="164837"/>
                </a:lnTo>
                <a:lnTo>
                  <a:pt x="60361" y="164837"/>
                </a:lnTo>
                <a:lnTo>
                  <a:pt x="60362" y="164837"/>
                </a:lnTo>
                <a:lnTo>
                  <a:pt x="60364" y="164837"/>
                </a:lnTo>
                <a:lnTo>
                  <a:pt x="60365" y="164837"/>
                </a:lnTo>
                <a:lnTo>
                  <a:pt x="60366" y="164837"/>
                </a:lnTo>
                <a:lnTo>
                  <a:pt x="60367" y="164837"/>
                </a:lnTo>
                <a:lnTo>
                  <a:pt x="60368" y="164837"/>
                </a:lnTo>
                <a:lnTo>
                  <a:pt x="60369" y="164837"/>
                </a:lnTo>
                <a:lnTo>
                  <a:pt x="60370" y="164837"/>
                </a:lnTo>
                <a:lnTo>
                  <a:pt x="60371" y="164837"/>
                </a:lnTo>
                <a:lnTo>
                  <a:pt x="60373" y="164837"/>
                </a:lnTo>
                <a:lnTo>
                  <a:pt x="60374" y="164837"/>
                </a:lnTo>
                <a:lnTo>
                  <a:pt x="60375" y="164837"/>
                </a:lnTo>
                <a:lnTo>
                  <a:pt x="60376" y="164837"/>
                </a:lnTo>
                <a:lnTo>
                  <a:pt x="60377" y="164837"/>
                </a:lnTo>
                <a:lnTo>
                  <a:pt x="60378" y="164837"/>
                </a:lnTo>
                <a:lnTo>
                  <a:pt x="60379" y="164837"/>
                </a:lnTo>
                <a:lnTo>
                  <a:pt x="60381" y="164837"/>
                </a:lnTo>
                <a:lnTo>
                  <a:pt x="60382" y="164837"/>
                </a:lnTo>
                <a:lnTo>
                  <a:pt x="60383" y="164837"/>
                </a:lnTo>
                <a:lnTo>
                  <a:pt x="60384" y="164837"/>
                </a:lnTo>
                <a:lnTo>
                  <a:pt x="60385" y="164837"/>
                </a:lnTo>
                <a:lnTo>
                  <a:pt x="60386" y="164837"/>
                </a:lnTo>
                <a:lnTo>
                  <a:pt x="60387" y="164837"/>
                </a:lnTo>
                <a:lnTo>
                  <a:pt x="60389" y="164837"/>
                </a:lnTo>
                <a:lnTo>
                  <a:pt x="60390" y="164837"/>
                </a:lnTo>
                <a:lnTo>
                  <a:pt x="60391" y="164837"/>
                </a:lnTo>
                <a:lnTo>
                  <a:pt x="60392" y="164837"/>
                </a:lnTo>
                <a:lnTo>
                  <a:pt x="60393" y="164837"/>
                </a:lnTo>
                <a:lnTo>
                  <a:pt x="60394" y="164837"/>
                </a:lnTo>
                <a:lnTo>
                  <a:pt x="60395" y="164837"/>
                </a:lnTo>
                <a:lnTo>
                  <a:pt x="60397" y="164837"/>
                </a:lnTo>
                <a:lnTo>
                  <a:pt x="60398" y="164837"/>
                </a:lnTo>
                <a:lnTo>
                  <a:pt x="60399" y="164837"/>
                </a:lnTo>
                <a:lnTo>
                  <a:pt x="60400" y="164837"/>
                </a:lnTo>
                <a:lnTo>
                  <a:pt x="60401" y="164837"/>
                </a:lnTo>
                <a:lnTo>
                  <a:pt x="60402" y="164837"/>
                </a:lnTo>
                <a:lnTo>
                  <a:pt x="60403" y="164837"/>
                </a:lnTo>
                <a:lnTo>
                  <a:pt x="60404" y="164837"/>
                </a:lnTo>
                <a:lnTo>
                  <a:pt x="60406" y="164837"/>
                </a:lnTo>
                <a:lnTo>
                  <a:pt x="60407" y="164837"/>
                </a:lnTo>
                <a:lnTo>
                  <a:pt x="60408" y="164837"/>
                </a:lnTo>
                <a:lnTo>
                  <a:pt x="60409" y="164837"/>
                </a:lnTo>
                <a:lnTo>
                  <a:pt x="60410" y="164837"/>
                </a:lnTo>
                <a:lnTo>
                  <a:pt x="60411" y="164837"/>
                </a:lnTo>
                <a:lnTo>
                  <a:pt x="60412" y="164837"/>
                </a:lnTo>
                <a:lnTo>
                  <a:pt x="60414" y="164837"/>
                </a:lnTo>
                <a:lnTo>
                  <a:pt x="60415" y="164837"/>
                </a:lnTo>
                <a:lnTo>
                  <a:pt x="60416" y="164837"/>
                </a:lnTo>
                <a:lnTo>
                  <a:pt x="60417" y="164837"/>
                </a:lnTo>
                <a:lnTo>
                  <a:pt x="60418" y="164837"/>
                </a:lnTo>
                <a:lnTo>
                  <a:pt x="60419" y="164837"/>
                </a:lnTo>
                <a:lnTo>
                  <a:pt x="60420" y="164837"/>
                </a:lnTo>
                <a:lnTo>
                  <a:pt x="60422" y="164837"/>
                </a:lnTo>
                <a:lnTo>
                  <a:pt x="62005" y="164838"/>
                </a:lnTo>
                <a:lnTo>
                  <a:pt x="63548" y="164840"/>
                </a:lnTo>
                <a:lnTo>
                  <a:pt x="65050" y="164845"/>
                </a:lnTo>
                <a:lnTo>
                  <a:pt x="66511" y="164851"/>
                </a:lnTo>
                <a:lnTo>
                  <a:pt x="67932" y="164859"/>
                </a:lnTo>
                <a:lnTo>
                  <a:pt x="69312" y="164868"/>
                </a:lnTo>
                <a:lnTo>
                  <a:pt x="70650" y="164879"/>
                </a:lnTo>
                <a:lnTo>
                  <a:pt x="71949" y="164892"/>
                </a:lnTo>
                <a:lnTo>
                  <a:pt x="73206" y="164907"/>
                </a:lnTo>
                <a:lnTo>
                  <a:pt x="74423" y="164924"/>
                </a:lnTo>
                <a:lnTo>
                  <a:pt x="75600" y="164942"/>
                </a:lnTo>
                <a:lnTo>
                  <a:pt x="76735" y="164961"/>
                </a:lnTo>
                <a:lnTo>
                  <a:pt x="77831" y="164983"/>
                </a:lnTo>
                <a:lnTo>
                  <a:pt x="78885" y="165006"/>
                </a:lnTo>
                <a:lnTo>
                  <a:pt x="79900" y="165031"/>
                </a:lnTo>
                <a:lnTo>
                  <a:pt x="80874" y="165058"/>
                </a:lnTo>
                <a:lnTo>
                  <a:pt x="81807" y="165086"/>
                </a:lnTo>
                <a:lnTo>
                  <a:pt x="82700" y="165116"/>
                </a:lnTo>
                <a:lnTo>
                  <a:pt x="83553" y="165147"/>
                </a:lnTo>
                <a:lnTo>
                  <a:pt x="84366" y="165181"/>
                </a:lnTo>
                <a:lnTo>
                  <a:pt x="85138" y="165216"/>
                </a:lnTo>
                <a:lnTo>
                  <a:pt x="85870" y="165252"/>
                </a:lnTo>
                <a:lnTo>
                  <a:pt x="86562" y="165290"/>
                </a:lnTo>
                <a:lnTo>
                  <a:pt x="87213" y="165330"/>
                </a:lnTo>
                <a:lnTo>
                  <a:pt x="87315" y="165337"/>
                </a:lnTo>
                <a:lnTo>
                  <a:pt x="87418" y="165337"/>
                </a:lnTo>
                <a:lnTo>
                  <a:pt x="90667" y="165337"/>
                </a:lnTo>
                <a:lnTo>
                  <a:pt x="91984" y="165337"/>
                </a:lnTo>
                <a:lnTo>
                  <a:pt x="92916" y="164406"/>
                </a:lnTo>
                <a:lnTo>
                  <a:pt x="93104" y="164212"/>
                </a:lnTo>
                <a:lnTo>
                  <a:pt x="93286" y="164012"/>
                </a:lnTo>
                <a:lnTo>
                  <a:pt x="93464" y="163806"/>
                </a:lnTo>
                <a:lnTo>
                  <a:pt x="93637" y="163594"/>
                </a:lnTo>
                <a:lnTo>
                  <a:pt x="93805" y="163376"/>
                </a:lnTo>
                <a:lnTo>
                  <a:pt x="93969" y="163152"/>
                </a:lnTo>
                <a:lnTo>
                  <a:pt x="94128" y="162923"/>
                </a:lnTo>
                <a:lnTo>
                  <a:pt x="94282" y="162689"/>
                </a:lnTo>
                <a:lnTo>
                  <a:pt x="94432" y="162449"/>
                </a:lnTo>
                <a:lnTo>
                  <a:pt x="94577" y="162205"/>
                </a:lnTo>
                <a:lnTo>
                  <a:pt x="94719" y="161955"/>
                </a:lnTo>
                <a:lnTo>
                  <a:pt x="94856" y="161701"/>
                </a:lnTo>
                <a:lnTo>
                  <a:pt x="94989" y="161442"/>
                </a:lnTo>
                <a:lnTo>
                  <a:pt x="95118" y="161179"/>
                </a:lnTo>
                <a:lnTo>
                  <a:pt x="95243" y="160912"/>
                </a:lnTo>
                <a:lnTo>
                  <a:pt x="95364" y="160641"/>
                </a:lnTo>
                <a:lnTo>
                  <a:pt x="95481" y="160365"/>
                </a:lnTo>
                <a:lnTo>
                  <a:pt x="95595" y="160086"/>
                </a:lnTo>
                <a:lnTo>
                  <a:pt x="95705" y="159804"/>
                </a:lnTo>
                <a:lnTo>
                  <a:pt x="95812" y="159518"/>
                </a:lnTo>
                <a:lnTo>
                  <a:pt x="95916" y="159229"/>
                </a:lnTo>
                <a:lnTo>
                  <a:pt x="96016" y="158936"/>
                </a:lnTo>
                <a:lnTo>
                  <a:pt x="96112" y="158641"/>
                </a:lnTo>
                <a:lnTo>
                  <a:pt x="96206" y="158343"/>
                </a:lnTo>
                <a:lnTo>
                  <a:pt x="96264" y="158155"/>
                </a:lnTo>
                <a:lnTo>
                  <a:pt x="96298" y="157961"/>
                </a:lnTo>
                <a:lnTo>
                  <a:pt x="96329" y="157785"/>
                </a:lnTo>
                <a:lnTo>
                  <a:pt x="96360" y="157613"/>
                </a:lnTo>
                <a:lnTo>
                  <a:pt x="96389" y="157444"/>
                </a:lnTo>
                <a:lnTo>
                  <a:pt x="96418" y="157278"/>
                </a:lnTo>
                <a:lnTo>
                  <a:pt x="96447" y="157116"/>
                </a:lnTo>
                <a:lnTo>
                  <a:pt x="96475" y="156957"/>
                </a:lnTo>
                <a:lnTo>
                  <a:pt x="96502" y="156802"/>
                </a:lnTo>
                <a:lnTo>
                  <a:pt x="96528" y="156650"/>
                </a:lnTo>
                <a:lnTo>
                  <a:pt x="96554" y="156501"/>
                </a:lnTo>
                <a:lnTo>
                  <a:pt x="96579" y="156356"/>
                </a:lnTo>
                <a:lnTo>
                  <a:pt x="96604" y="156214"/>
                </a:lnTo>
                <a:lnTo>
                  <a:pt x="96628" y="156076"/>
                </a:lnTo>
                <a:lnTo>
                  <a:pt x="96651" y="155941"/>
                </a:lnTo>
                <a:lnTo>
                  <a:pt x="96674" y="155809"/>
                </a:lnTo>
                <a:lnTo>
                  <a:pt x="96696" y="155681"/>
                </a:lnTo>
                <a:lnTo>
                  <a:pt x="96718" y="155556"/>
                </a:lnTo>
                <a:lnTo>
                  <a:pt x="96738" y="155435"/>
                </a:lnTo>
                <a:lnTo>
                  <a:pt x="96758" y="155317"/>
                </a:lnTo>
                <a:lnTo>
                  <a:pt x="96778" y="155202"/>
                </a:lnTo>
                <a:lnTo>
                  <a:pt x="96797" y="155091"/>
                </a:lnTo>
                <a:lnTo>
                  <a:pt x="96815" y="154984"/>
                </a:lnTo>
                <a:lnTo>
                  <a:pt x="96833" y="154879"/>
                </a:lnTo>
                <a:lnTo>
                  <a:pt x="96849" y="154779"/>
                </a:lnTo>
                <a:lnTo>
                  <a:pt x="96866" y="154681"/>
                </a:lnTo>
                <a:lnTo>
                  <a:pt x="96874" y="154634"/>
                </a:lnTo>
                <a:lnTo>
                  <a:pt x="96881" y="154587"/>
                </a:lnTo>
                <a:lnTo>
                  <a:pt x="96889" y="154542"/>
                </a:lnTo>
                <a:lnTo>
                  <a:pt x="96896" y="154497"/>
                </a:lnTo>
                <a:lnTo>
                  <a:pt x="96904" y="154452"/>
                </a:lnTo>
                <a:lnTo>
                  <a:pt x="96911" y="154409"/>
                </a:lnTo>
                <a:lnTo>
                  <a:pt x="96918" y="154366"/>
                </a:lnTo>
                <a:lnTo>
                  <a:pt x="96925" y="154324"/>
                </a:lnTo>
                <a:lnTo>
                  <a:pt x="96931" y="154283"/>
                </a:lnTo>
                <a:lnTo>
                  <a:pt x="96938" y="154242"/>
                </a:lnTo>
                <a:lnTo>
                  <a:pt x="96944" y="154202"/>
                </a:lnTo>
                <a:lnTo>
                  <a:pt x="96951" y="154163"/>
                </a:lnTo>
                <a:lnTo>
                  <a:pt x="96957" y="154125"/>
                </a:lnTo>
                <a:lnTo>
                  <a:pt x="96963" y="154087"/>
                </a:lnTo>
                <a:lnTo>
                  <a:pt x="96969" y="154051"/>
                </a:lnTo>
                <a:lnTo>
                  <a:pt x="96974" y="154015"/>
                </a:lnTo>
                <a:lnTo>
                  <a:pt x="96980" y="153979"/>
                </a:lnTo>
                <a:lnTo>
                  <a:pt x="96985" y="153945"/>
                </a:lnTo>
                <a:lnTo>
                  <a:pt x="96991" y="153911"/>
                </a:lnTo>
                <a:lnTo>
                  <a:pt x="96996" y="153879"/>
                </a:lnTo>
                <a:lnTo>
                  <a:pt x="97001" y="153847"/>
                </a:lnTo>
                <a:lnTo>
                  <a:pt x="97005" y="153815"/>
                </a:lnTo>
                <a:lnTo>
                  <a:pt x="97010" y="153785"/>
                </a:lnTo>
                <a:lnTo>
                  <a:pt x="97014" y="153755"/>
                </a:lnTo>
                <a:lnTo>
                  <a:pt x="97016" y="153743"/>
                </a:lnTo>
                <a:lnTo>
                  <a:pt x="97019" y="153727"/>
                </a:lnTo>
                <a:lnTo>
                  <a:pt x="97022" y="153709"/>
                </a:lnTo>
                <a:lnTo>
                  <a:pt x="97025" y="153687"/>
                </a:lnTo>
                <a:lnTo>
                  <a:pt x="97029" y="153662"/>
                </a:lnTo>
                <a:lnTo>
                  <a:pt x="97033" y="153635"/>
                </a:lnTo>
                <a:lnTo>
                  <a:pt x="97037" y="153606"/>
                </a:lnTo>
                <a:lnTo>
                  <a:pt x="97041" y="153574"/>
                </a:lnTo>
                <a:lnTo>
                  <a:pt x="97046" y="153540"/>
                </a:lnTo>
                <a:lnTo>
                  <a:pt x="97051" y="153504"/>
                </a:lnTo>
                <a:lnTo>
                  <a:pt x="97055" y="153467"/>
                </a:lnTo>
                <a:lnTo>
                  <a:pt x="97060" y="153428"/>
                </a:lnTo>
                <a:lnTo>
                  <a:pt x="97065" y="153388"/>
                </a:lnTo>
                <a:lnTo>
                  <a:pt x="97069" y="153346"/>
                </a:lnTo>
                <a:lnTo>
                  <a:pt x="97074" y="153304"/>
                </a:lnTo>
                <a:lnTo>
                  <a:pt x="97078" y="153261"/>
                </a:lnTo>
                <a:lnTo>
                  <a:pt x="97082" y="153217"/>
                </a:lnTo>
                <a:lnTo>
                  <a:pt x="97085" y="153173"/>
                </a:lnTo>
                <a:lnTo>
                  <a:pt x="97089" y="153128"/>
                </a:lnTo>
                <a:lnTo>
                  <a:pt x="97091" y="153084"/>
                </a:lnTo>
                <a:lnTo>
                  <a:pt x="97093" y="153039"/>
                </a:lnTo>
                <a:lnTo>
                  <a:pt x="97095" y="152995"/>
                </a:lnTo>
                <a:lnTo>
                  <a:pt x="97096" y="152952"/>
                </a:lnTo>
                <a:lnTo>
                  <a:pt x="97096" y="152909"/>
                </a:lnTo>
                <a:lnTo>
                  <a:pt x="97095" y="152827"/>
                </a:lnTo>
                <a:lnTo>
                  <a:pt x="97092" y="152748"/>
                </a:lnTo>
                <a:lnTo>
                  <a:pt x="97088" y="152670"/>
                </a:lnTo>
                <a:lnTo>
                  <a:pt x="97081" y="152594"/>
                </a:lnTo>
                <a:lnTo>
                  <a:pt x="97073" y="152520"/>
                </a:lnTo>
                <a:lnTo>
                  <a:pt x="97063" y="152448"/>
                </a:lnTo>
                <a:lnTo>
                  <a:pt x="97053" y="152378"/>
                </a:lnTo>
                <a:lnTo>
                  <a:pt x="97041" y="152311"/>
                </a:lnTo>
                <a:lnTo>
                  <a:pt x="97029" y="152247"/>
                </a:lnTo>
                <a:lnTo>
                  <a:pt x="97016" y="152184"/>
                </a:lnTo>
                <a:lnTo>
                  <a:pt x="97002" y="152125"/>
                </a:lnTo>
                <a:lnTo>
                  <a:pt x="96988" y="152068"/>
                </a:lnTo>
                <a:lnTo>
                  <a:pt x="96973" y="152014"/>
                </a:lnTo>
                <a:lnTo>
                  <a:pt x="96959" y="151963"/>
                </a:lnTo>
                <a:lnTo>
                  <a:pt x="96944" y="151915"/>
                </a:lnTo>
                <a:lnTo>
                  <a:pt x="96930" y="151870"/>
                </a:lnTo>
                <a:lnTo>
                  <a:pt x="96917" y="151829"/>
                </a:lnTo>
                <a:lnTo>
                  <a:pt x="96903" y="151791"/>
                </a:lnTo>
                <a:lnTo>
                  <a:pt x="96891" y="151756"/>
                </a:lnTo>
                <a:lnTo>
                  <a:pt x="96880" y="151725"/>
                </a:lnTo>
                <a:lnTo>
                  <a:pt x="96869" y="151697"/>
                </a:lnTo>
                <a:lnTo>
                  <a:pt x="96860" y="151674"/>
                </a:lnTo>
                <a:lnTo>
                  <a:pt x="96852" y="151654"/>
                </a:lnTo>
                <a:lnTo>
                  <a:pt x="96846" y="151638"/>
                </a:lnTo>
                <a:lnTo>
                  <a:pt x="96836" y="151613"/>
                </a:lnTo>
                <a:lnTo>
                  <a:pt x="96825" y="151588"/>
                </a:lnTo>
                <a:lnTo>
                  <a:pt x="96815" y="151564"/>
                </a:lnTo>
                <a:lnTo>
                  <a:pt x="96805" y="151540"/>
                </a:lnTo>
                <a:lnTo>
                  <a:pt x="96795" y="151516"/>
                </a:lnTo>
                <a:lnTo>
                  <a:pt x="96784" y="151493"/>
                </a:lnTo>
                <a:lnTo>
                  <a:pt x="96774" y="151470"/>
                </a:lnTo>
                <a:lnTo>
                  <a:pt x="96764" y="151448"/>
                </a:lnTo>
                <a:lnTo>
                  <a:pt x="96754" y="151426"/>
                </a:lnTo>
                <a:lnTo>
                  <a:pt x="96743" y="151404"/>
                </a:lnTo>
                <a:lnTo>
                  <a:pt x="96733" y="151383"/>
                </a:lnTo>
                <a:lnTo>
                  <a:pt x="96723" y="151362"/>
                </a:lnTo>
                <a:lnTo>
                  <a:pt x="96713" y="151342"/>
                </a:lnTo>
                <a:lnTo>
                  <a:pt x="96704" y="151322"/>
                </a:lnTo>
                <a:lnTo>
                  <a:pt x="96694" y="151303"/>
                </a:lnTo>
                <a:lnTo>
                  <a:pt x="96684" y="151284"/>
                </a:lnTo>
                <a:lnTo>
                  <a:pt x="96675" y="151266"/>
                </a:lnTo>
                <a:lnTo>
                  <a:pt x="96666" y="151248"/>
                </a:lnTo>
                <a:lnTo>
                  <a:pt x="96657" y="151231"/>
                </a:lnTo>
                <a:lnTo>
                  <a:pt x="96648" y="151214"/>
                </a:lnTo>
                <a:lnTo>
                  <a:pt x="96639" y="151197"/>
                </a:lnTo>
                <a:lnTo>
                  <a:pt x="96631" y="151182"/>
                </a:lnTo>
                <a:lnTo>
                  <a:pt x="96622" y="151166"/>
                </a:lnTo>
                <a:lnTo>
                  <a:pt x="96614" y="151152"/>
                </a:lnTo>
                <a:lnTo>
                  <a:pt x="96598" y="151122"/>
                </a:lnTo>
                <a:lnTo>
                  <a:pt x="96582" y="151093"/>
                </a:lnTo>
                <a:lnTo>
                  <a:pt x="96565" y="151063"/>
                </a:lnTo>
                <a:lnTo>
                  <a:pt x="96548" y="151034"/>
                </a:lnTo>
                <a:lnTo>
                  <a:pt x="96531" y="151004"/>
                </a:lnTo>
                <a:lnTo>
                  <a:pt x="96514" y="150975"/>
                </a:lnTo>
                <a:lnTo>
                  <a:pt x="96497" y="150945"/>
                </a:lnTo>
                <a:lnTo>
                  <a:pt x="96479" y="150916"/>
                </a:lnTo>
                <a:lnTo>
                  <a:pt x="96461" y="150886"/>
                </a:lnTo>
                <a:lnTo>
                  <a:pt x="96444" y="150857"/>
                </a:lnTo>
                <a:lnTo>
                  <a:pt x="96426" y="150828"/>
                </a:lnTo>
                <a:lnTo>
                  <a:pt x="96407" y="150798"/>
                </a:lnTo>
                <a:lnTo>
                  <a:pt x="96389" y="150769"/>
                </a:lnTo>
                <a:lnTo>
                  <a:pt x="96371" y="150740"/>
                </a:lnTo>
                <a:lnTo>
                  <a:pt x="96353" y="150711"/>
                </a:lnTo>
                <a:lnTo>
                  <a:pt x="96334" y="150682"/>
                </a:lnTo>
                <a:lnTo>
                  <a:pt x="96316" y="150654"/>
                </a:lnTo>
                <a:lnTo>
                  <a:pt x="96298" y="150625"/>
                </a:lnTo>
                <a:lnTo>
                  <a:pt x="96279" y="150597"/>
                </a:lnTo>
                <a:lnTo>
                  <a:pt x="96261" y="150568"/>
                </a:lnTo>
                <a:lnTo>
                  <a:pt x="96242" y="150540"/>
                </a:lnTo>
                <a:lnTo>
                  <a:pt x="96224" y="150513"/>
                </a:lnTo>
                <a:lnTo>
                  <a:pt x="96206" y="150485"/>
                </a:lnTo>
                <a:lnTo>
                  <a:pt x="96188" y="150458"/>
                </a:lnTo>
                <a:lnTo>
                  <a:pt x="96150" y="150401"/>
                </a:lnTo>
                <a:lnTo>
                  <a:pt x="96110" y="150343"/>
                </a:lnTo>
                <a:lnTo>
                  <a:pt x="96070" y="150283"/>
                </a:lnTo>
                <a:lnTo>
                  <a:pt x="96028" y="150223"/>
                </a:lnTo>
                <a:lnTo>
                  <a:pt x="95985" y="150161"/>
                </a:lnTo>
                <a:lnTo>
                  <a:pt x="95941" y="150097"/>
                </a:lnTo>
                <a:lnTo>
                  <a:pt x="95896" y="150033"/>
                </a:lnTo>
                <a:lnTo>
                  <a:pt x="95850" y="149967"/>
                </a:lnTo>
                <a:lnTo>
                  <a:pt x="95803" y="149900"/>
                </a:lnTo>
                <a:lnTo>
                  <a:pt x="95754" y="149832"/>
                </a:lnTo>
                <a:lnTo>
                  <a:pt x="95704" y="149762"/>
                </a:lnTo>
                <a:lnTo>
                  <a:pt x="95654" y="149692"/>
                </a:lnTo>
                <a:lnTo>
                  <a:pt x="95602" y="149620"/>
                </a:lnTo>
                <a:lnTo>
                  <a:pt x="95549" y="149547"/>
                </a:lnTo>
                <a:lnTo>
                  <a:pt x="95495" y="149472"/>
                </a:lnTo>
                <a:lnTo>
                  <a:pt x="95439" y="149397"/>
                </a:lnTo>
                <a:lnTo>
                  <a:pt x="95383" y="149320"/>
                </a:lnTo>
                <a:lnTo>
                  <a:pt x="95326" y="149242"/>
                </a:lnTo>
                <a:lnTo>
                  <a:pt x="95268" y="149163"/>
                </a:lnTo>
                <a:lnTo>
                  <a:pt x="95208" y="149083"/>
                </a:lnTo>
                <a:lnTo>
                  <a:pt x="95148" y="149002"/>
                </a:lnTo>
                <a:lnTo>
                  <a:pt x="95087" y="148919"/>
                </a:lnTo>
                <a:lnTo>
                  <a:pt x="95024" y="148836"/>
                </a:lnTo>
                <a:lnTo>
                  <a:pt x="94961" y="148751"/>
                </a:lnTo>
                <a:lnTo>
                  <a:pt x="94007" y="147479"/>
                </a:lnTo>
                <a:lnTo>
                  <a:pt x="92417" y="147479"/>
                </a:lnTo>
                <a:lnTo>
                  <a:pt x="86206" y="147479"/>
                </a:lnTo>
                <a:lnTo>
                  <a:pt x="85781" y="147469"/>
                </a:lnTo>
                <a:lnTo>
                  <a:pt x="85336" y="147457"/>
                </a:lnTo>
                <a:lnTo>
                  <a:pt x="84902" y="147443"/>
                </a:lnTo>
                <a:lnTo>
                  <a:pt x="84479" y="147427"/>
                </a:lnTo>
                <a:lnTo>
                  <a:pt x="84068" y="147411"/>
                </a:lnTo>
                <a:lnTo>
                  <a:pt x="83668" y="147392"/>
                </a:lnTo>
                <a:lnTo>
                  <a:pt x="83279" y="147373"/>
                </a:lnTo>
                <a:lnTo>
                  <a:pt x="82902" y="147352"/>
                </a:lnTo>
                <a:lnTo>
                  <a:pt x="82536" y="147330"/>
                </a:lnTo>
                <a:lnTo>
                  <a:pt x="82181" y="147306"/>
                </a:lnTo>
                <a:lnTo>
                  <a:pt x="81838" y="147282"/>
                </a:lnTo>
                <a:lnTo>
                  <a:pt x="81505" y="147256"/>
                </a:lnTo>
                <a:lnTo>
                  <a:pt x="81183" y="147228"/>
                </a:lnTo>
                <a:lnTo>
                  <a:pt x="80873" y="147200"/>
                </a:lnTo>
                <a:lnTo>
                  <a:pt x="80573" y="147170"/>
                </a:lnTo>
                <a:lnTo>
                  <a:pt x="80284" y="147139"/>
                </a:lnTo>
                <a:lnTo>
                  <a:pt x="80006" y="147108"/>
                </a:lnTo>
                <a:lnTo>
                  <a:pt x="79738" y="147074"/>
                </a:lnTo>
                <a:lnTo>
                  <a:pt x="79481" y="147040"/>
                </a:lnTo>
                <a:lnTo>
                  <a:pt x="79235" y="147005"/>
                </a:lnTo>
                <a:lnTo>
                  <a:pt x="78999" y="146969"/>
                </a:lnTo>
                <a:lnTo>
                  <a:pt x="78774" y="146931"/>
                </a:lnTo>
                <a:lnTo>
                  <a:pt x="78560" y="146893"/>
                </a:lnTo>
                <a:lnTo>
                  <a:pt x="78502" y="146882"/>
                </a:lnTo>
                <a:lnTo>
                  <a:pt x="78509" y="146854"/>
                </a:lnTo>
                <a:lnTo>
                  <a:pt x="78540" y="146722"/>
                </a:lnTo>
                <a:lnTo>
                  <a:pt x="78572" y="146586"/>
                </a:lnTo>
                <a:lnTo>
                  <a:pt x="78605" y="146447"/>
                </a:lnTo>
                <a:lnTo>
                  <a:pt x="78638" y="146303"/>
                </a:lnTo>
                <a:lnTo>
                  <a:pt x="78673" y="146155"/>
                </a:lnTo>
                <a:lnTo>
                  <a:pt x="78709" y="146004"/>
                </a:lnTo>
                <a:lnTo>
                  <a:pt x="78746" y="145849"/>
                </a:lnTo>
                <a:lnTo>
                  <a:pt x="78783" y="145690"/>
                </a:lnTo>
                <a:lnTo>
                  <a:pt x="78822" y="145527"/>
                </a:lnTo>
                <a:lnTo>
                  <a:pt x="78862" y="145360"/>
                </a:lnTo>
                <a:lnTo>
                  <a:pt x="78902" y="145189"/>
                </a:lnTo>
                <a:lnTo>
                  <a:pt x="78944" y="145014"/>
                </a:lnTo>
                <a:lnTo>
                  <a:pt x="78987" y="144836"/>
                </a:lnTo>
                <a:lnTo>
                  <a:pt x="79030" y="144653"/>
                </a:lnTo>
                <a:lnTo>
                  <a:pt x="79075" y="144467"/>
                </a:lnTo>
                <a:lnTo>
                  <a:pt x="79121" y="144277"/>
                </a:lnTo>
                <a:lnTo>
                  <a:pt x="79215" y="143885"/>
                </a:lnTo>
                <a:lnTo>
                  <a:pt x="79313" y="143478"/>
                </a:lnTo>
                <a:lnTo>
                  <a:pt x="79414" y="143056"/>
                </a:lnTo>
                <a:lnTo>
                  <a:pt x="79520" y="142618"/>
                </a:lnTo>
                <a:lnTo>
                  <a:pt x="79630" y="142166"/>
                </a:lnTo>
                <a:lnTo>
                  <a:pt x="79743" y="141698"/>
                </a:lnTo>
                <a:lnTo>
                  <a:pt x="79860" y="141215"/>
                </a:lnTo>
                <a:lnTo>
                  <a:pt x="79981" y="140717"/>
                </a:lnTo>
                <a:lnTo>
                  <a:pt x="80106" y="140203"/>
                </a:lnTo>
                <a:lnTo>
                  <a:pt x="80235" y="139675"/>
                </a:lnTo>
                <a:lnTo>
                  <a:pt x="80368" y="139131"/>
                </a:lnTo>
                <a:lnTo>
                  <a:pt x="80504" y="138572"/>
                </a:lnTo>
                <a:lnTo>
                  <a:pt x="80644" y="137997"/>
                </a:lnTo>
                <a:lnTo>
                  <a:pt x="80789" y="137407"/>
                </a:lnTo>
                <a:lnTo>
                  <a:pt x="80937" y="136803"/>
                </a:lnTo>
                <a:lnTo>
                  <a:pt x="81089" y="136183"/>
                </a:lnTo>
                <a:lnTo>
                  <a:pt x="81245" y="135547"/>
                </a:lnTo>
                <a:lnTo>
                  <a:pt x="81404" y="134897"/>
                </a:lnTo>
                <a:lnTo>
                  <a:pt x="81568" y="134231"/>
                </a:lnTo>
                <a:lnTo>
                  <a:pt x="81735" y="133550"/>
                </a:lnTo>
                <a:lnTo>
                  <a:pt x="81907" y="132853"/>
                </a:lnTo>
                <a:lnTo>
                  <a:pt x="82082" y="132142"/>
                </a:lnTo>
                <a:lnTo>
                  <a:pt x="82261" y="131415"/>
                </a:lnTo>
                <a:lnTo>
                  <a:pt x="82444" y="130673"/>
                </a:lnTo>
                <a:lnTo>
                  <a:pt x="82821" y="129143"/>
                </a:lnTo>
                <a:lnTo>
                  <a:pt x="83214" y="127553"/>
                </a:lnTo>
                <a:lnTo>
                  <a:pt x="83622" y="125902"/>
                </a:lnTo>
                <a:lnTo>
                  <a:pt x="84045" y="124190"/>
                </a:lnTo>
                <a:lnTo>
                  <a:pt x="84484" y="122418"/>
                </a:lnTo>
                <a:lnTo>
                  <a:pt x="84938" y="120584"/>
                </a:lnTo>
                <a:lnTo>
                  <a:pt x="85408" y="118690"/>
                </a:lnTo>
                <a:lnTo>
                  <a:pt x="85893" y="116735"/>
                </a:lnTo>
                <a:lnTo>
                  <a:pt x="86394" y="114720"/>
                </a:lnTo>
                <a:lnTo>
                  <a:pt x="86910" y="112643"/>
                </a:lnTo>
                <a:lnTo>
                  <a:pt x="87441" y="110506"/>
                </a:lnTo>
                <a:lnTo>
                  <a:pt x="87988" y="108308"/>
                </a:lnTo>
                <a:lnTo>
                  <a:pt x="88550" y="106049"/>
                </a:lnTo>
                <a:lnTo>
                  <a:pt x="89128" y="103729"/>
                </a:lnTo>
                <a:lnTo>
                  <a:pt x="89721" y="101349"/>
                </a:lnTo>
                <a:lnTo>
                  <a:pt x="90329" y="98908"/>
                </a:lnTo>
                <a:lnTo>
                  <a:pt x="90953" y="96406"/>
                </a:lnTo>
                <a:lnTo>
                  <a:pt x="91592" y="93843"/>
                </a:lnTo>
                <a:lnTo>
                  <a:pt x="92247" y="91220"/>
                </a:lnTo>
                <a:lnTo>
                  <a:pt x="92917" y="88535"/>
                </a:lnTo>
                <a:lnTo>
                  <a:pt x="93603" y="85790"/>
                </a:lnTo>
                <a:lnTo>
                  <a:pt x="94304" y="82985"/>
                </a:lnTo>
                <a:lnTo>
                  <a:pt x="95020" y="80118"/>
                </a:lnTo>
                <a:lnTo>
                  <a:pt x="95752" y="77190"/>
                </a:lnTo>
                <a:lnTo>
                  <a:pt x="96463" y="74345"/>
                </a:lnTo>
                <a:lnTo>
                  <a:pt x="97159" y="71557"/>
                </a:lnTo>
                <a:lnTo>
                  <a:pt x="97841" y="68826"/>
                </a:lnTo>
                <a:lnTo>
                  <a:pt x="98507" y="66154"/>
                </a:lnTo>
                <a:lnTo>
                  <a:pt x="99158" y="63540"/>
                </a:lnTo>
                <a:lnTo>
                  <a:pt x="99795" y="60983"/>
                </a:lnTo>
                <a:lnTo>
                  <a:pt x="100416" y="58484"/>
                </a:lnTo>
                <a:lnTo>
                  <a:pt x="101023" y="56043"/>
                </a:lnTo>
                <a:lnTo>
                  <a:pt x="101614" y="53660"/>
                </a:lnTo>
                <a:lnTo>
                  <a:pt x="102191" y="51335"/>
                </a:lnTo>
                <a:lnTo>
                  <a:pt x="102753" y="49068"/>
                </a:lnTo>
                <a:lnTo>
                  <a:pt x="103299" y="46859"/>
                </a:lnTo>
                <a:lnTo>
                  <a:pt x="103831" y="44707"/>
                </a:lnTo>
                <a:lnTo>
                  <a:pt x="104348" y="42614"/>
                </a:lnTo>
                <a:lnTo>
                  <a:pt x="104850" y="40578"/>
                </a:lnTo>
                <a:lnTo>
                  <a:pt x="105337" y="38600"/>
                </a:lnTo>
                <a:lnTo>
                  <a:pt x="105809" y="36680"/>
                </a:lnTo>
                <a:lnTo>
                  <a:pt x="106266" y="34818"/>
                </a:lnTo>
                <a:lnTo>
                  <a:pt x="106708" y="33014"/>
                </a:lnTo>
                <a:lnTo>
                  <a:pt x="107135" y="31268"/>
                </a:lnTo>
                <a:lnTo>
                  <a:pt x="107547" y="29580"/>
                </a:lnTo>
                <a:lnTo>
                  <a:pt x="107944" y="27949"/>
                </a:lnTo>
                <a:lnTo>
                  <a:pt x="108326" y="26377"/>
                </a:lnTo>
                <a:lnTo>
                  <a:pt x="108693" y="24862"/>
                </a:lnTo>
                <a:lnTo>
                  <a:pt x="108871" y="24127"/>
                </a:lnTo>
                <a:lnTo>
                  <a:pt x="109045" y="23406"/>
                </a:lnTo>
                <a:lnTo>
                  <a:pt x="109216" y="22699"/>
                </a:lnTo>
                <a:lnTo>
                  <a:pt x="109383" y="22007"/>
                </a:lnTo>
                <a:lnTo>
                  <a:pt x="109546" y="21329"/>
                </a:lnTo>
                <a:lnTo>
                  <a:pt x="109705" y="20665"/>
                </a:lnTo>
                <a:lnTo>
                  <a:pt x="109861" y="20016"/>
                </a:lnTo>
                <a:lnTo>
                  <a:pt x="110013" y="19381"/>
                </a:lnTo>
                <a:lnTo>
                  <a:pt x="110161" y="18761"/>
                </a:lnTo>
                <a:lnTo>
                  <a:pt x="110305" y="18155"/>
                </a:lnTo>
                <a:lnTo>
                  <a:pt x="110446" y="17563"/>
                </a:lnTo>
                <a:lnTo>
                  <a:pt x="110583" y="16986"/>
                </a:lnTo>
                <a:lnTo>
                  <a:pt x="110716" y="16423"/>
                </a:lnTo>
                <a:lnTo>
                  <a:pt x="110846" y="15874"/>
                </a:lnTo>
                <a:lnTo>
                  <a:pt x="110972" y="15340"/>
                </a:lnTo>
                <a:lnTo>
                  <a:pt x="111094" y="14820"/>
                </a:lnTo>
                <a:lnTo>
                  <a:pt x="111212" y="14315"/>
                </a:lnTo>
                <a:lnTo>
                  <a:pt x="111327" y="13824"/>
                </a:lnTo>
                <a:lnTo>
                  <a:pt x="111438" y="13348"/>
                </a:lnTo>
                <a:lnTo>
                  <a:pt x="111545" y="12885"/>
                </a:lnTo>
                <a:lnTo>
                  <a:pt x="111649" y="12438"/>
                </a:lnTo>
                <a:lnTo>
                  <a:pt x="111749" y="12005"/>
                </a:lnTo>
                <a:lnTo>
                  <a:pt x="111845" y="11586"/>
                </a:lnTo>
                <a:lnTo>
                  <a:pt x="111937" y="11181"/>
                </a:lnTo>
                <a:lnTo>
                  <a:pt x="111982" y="10985"/>
                </a:lnTo>
                <a:lnTo>
                  <a:pt x="112025" y="10792"/>
                </a:lnTo>
                <a:lnTo>
                  <a:pt x="112068" y="10602"/>
                </a:lnTo>
                <a:lnTo>
                  <a:pt x="112110" y="10416"/>
                </a:lnTo>
                <a:lnTo>
                  <a:pt x="112152" y="10233"/>
                </a:lnTo>
                <a:lnTo>
                  <a:pt x="112192" y="10053"/>
                </a:lnTo>
                <a:lnTo>
                  <a:pt x="112231" y="9877"/>
                </a:lnTo>
                <a:lnTo>
                  <a:pt x="112270" y="9705"/>
                </a:lnTo>
                <a:lnTo>
                  <a:pt x="112307" y="9536"/>
                </a:lnTo>
                <a:lnTo>
                  <a:pt x="112344" y="9370"/>
                </a:lnTo>
                <a:lnTo>
                  <a:pt x="112379" y="9208"/>
                </a:lnTo>
                <a:lnTo>
                  <a:pt x="112414" y="9050"/>
                </a:lnTo>
                <a:lnTo>
                  <a:pt x="112448" y="8894"/>
                </a:lnTo>
                <a:lnTo>
                  <a:pt x="112481" y="8743"/>
                </a:lnTo>
                <a:lnTo>
                  <a:pt x="112513" y="8595"/>
                </a:lnTo>
                <a:lnTo>
                  <a:pt x="112544" y="8450"/>
                </a:lnTo>
                <a:lnTo>
                  <a:pt x="112575" y="8309"/>
                </a:lnTo>
                <a:lnTo>
                  <a:pt x="112604" y="8171"/>
                </a:lnTo>
                <a:lnTo>
                  <a:pt x="112632" y="8037"/>
                </a:lnTo>
                <a:lnTo>
                  <a:pt x="112660" y="7906"/>
                </a:lnTo>
                <a:lnTo>
                  <a:pt x="112687" y="7779"/>
                </a:lnTo>
                <a:lnTo>
                  <a:pt x="112712" y="7655"/>
                </a:lnTo>
                <a:lnTo>
                  <a:pt x="112737" y="7535"/>
                </a:lnTo>
                <a:lnTo>
                  <a:pt x="112761" y="7419"/>
                </a:lnTo>
                <a:lnTo>
                  <a:pt x="112772" y="7362"/>
                </a:lnTo>
                <a:lnTo>
                  <a:pt x="112784" y="7306"/>
                </a:lnTo>
                <a:lnTo>
                  <a:pt x="112795" y="7250"/>
                </a:lnTo>
                <a:lnTo>
                  <a:pt x="112806" y="7195"/>
                </a:lnTo>
                <a:lnTo>
                  <a:pt x="112817" y="7141"/>
                </a:lnTo>
                <a:lnTo>
                  <a:pt x="112827" y="7088"/>
                </a:lnTo>
                <a:lnTo>
                  <a:pt x="112838" y="7035"/>
                </a:lnTo>
                <a:lnTo>
                  <a:pt x="112848" y="6983"/>
                </a:lnTo>
                <a:lnTo>
                  <a:pt x="112858" y="6931"/>
                </a:lnTo>
                <a:lnTo>
                  <a:pt x="112868" y="6881"/>
                </a:lnTo>
                <a:lnTo>
                  <a:pt x="112877" y="6831"/>
                </a:lnTo>
                <a:lnTo>
                  <a:pt x="112887" y="6781"/>
                </a:lnTo>
                <a:lnTo>
                  <a:pt x="112896" y="6733"/>
                </a:lnTo>
                <a:lnTo>
                  <a:pt x="112905" y="6685"/>
                </a:lnTo>
                <a:lnTo>
                  <a:pt x="112914" y="6638"/>
                </a:lnTo>
                <a:lnTo>
                  <a:pt x="112922" y="6592"/>
                </a:lnTo>
                <a:lnTo>
                  <a:pt x="112931" y="6546"/>
                </a:lnTo>
                <a:lnTo>
                  <a:pt x="112939" y="6501"/>
                </a:lnTo>
                <a:lnTo>
                  <a:pt x="112947" y="6457"/>
                </a:lnTo>
                <a:lnTo>
                  <a:pt x="112954" y="6413"/>
                </a:lnTo>
                <a:lnTo>
                  <a:pt x="112962" y="6371"/>
                </a:lnTo>
                <a:lnTo>
                  <a:pt x="112969" y="6329"/>
                </a:lnTo>
                <a:lnTo>
                  <a:pt x="112976" y="6288"/>
                </a:lnTo>
                <a:lnTo>
                  <a:pt x="112983" y="6248"/>
                </a:lnTo>
                <a:lnTo>
                  <a:pt x="112988" y="6218"/>
                </a:lnTo>
                <a:lnTo>
                  <a:pt x="112993" y="6186"/>
                </a:lnTo>
                <a:lnTo>
                  <a:pt x="112999" y="6152"/>
                </a:lnTo>
                <a:lnTo>
                  <a:pt x="113005" y="6116"/>
                </a:lnTo>
                <a:lnTo>
                  <a:pt x="113011" y="6079"/>
                </a:lnTo>
                <a:lnTo>
                  <a:pt x="113017" y="6040"/>
                </a:lnTo>
                <a:lnTo>
                  <a:pt x="113023" y="5999"/>
                </a:lnTo>
                <a:lnTo>
                  <a:pt x="113029" y="5957"/>
                </a:lnTo>
                <a:lnTo>
                  <a:pt x="113035" y="5914"/>
                </a:lnTo>
                <a:lnTo>
                  <a:pt x="113041" y="5870"/>
                </a:lnTo>
                <a:lnTo>
                  <a:pt x="113047" y="5824"/>
                </a:lnTo>
                <a:lnTo>
                  <a:pt x="113053" y="5777"/>
                </a:lnTo>
                <a:lnTo>
                  <a:pt x="113059" y="5730"/>
                </a:lnTo>
                <a:lnTo>
                  <a:pt x="113064" y="5682"/>
                </a:lnTo>
                <a:lnTo>
                  <a:pt x="113069" y="5633"/>
                </a:lnTo>
                <a:lnTo>
                  <a:pt x="113074" y="5583"/>
                </a:lnTo>
                <a:lnTo>
                  <a:pt x="113078" y="5533"/>
                </a:lnTo>
                <a:lnTo>
                  <a:pt x="113082" y="5483"/>
                </a:lnTo>
                <a:lnTo>
                  <a:pt x="113086" y="5432"/>
                </a:lnTo>
                <a:lnTo>
                  <a:pt x="113089" y="5382"/>
                </a:lnTo>
                <a:lnTo>
                  <a:pt x="113091" y="5331"/>
                </a:lnTo>
                <a:lnTo>
                  <a:pt x="113093" y="5280"/>
                </a:lnTo>
                <a:lnTo>
                  <a:pt x="113094" y="5230"/>
                </a:lnTo>
                <a:lnTo>
                  <a:pt x="113094" y="5179"/>
                </a:lnTo>
                <a:lnTo>
                  <a:pt x="113092" y="5062"/>
                </a:lnTo>
                <a:lnTo>
                  <a:pt x="113087" y="4946"/>
                </a:lnTo>
                <a:lnTo>
                  <a:pt x="113079" y="4833"/>
                </a:lnTo>
                <a:lnTo>
                  <a:pt x="113067" y="4721"/>
                </a:lnTo>
                <a:lnTo>
                  <a:pt x="113053" y="4612"/>
                </a:lnTo>
                <a:lnTo>
                  <a:pt x="113035" y="4505"/>
                </a:lnTo>
                <a:lnTo>
                  <a:pt x="113016" y="4400"/>
                </a:lnTo>
                <a:lnTo>
                  <a:pt x="112994" y="4297"/>
                </a:lnTo>
                <a:lnTo>
                  <a:pt x="112969" y="4196"/>
                </a:lnTo>
                <a:lnTo>
                  <a:pt x="112943" y="4098"/>
                </a:lnTo>
                <a:lnTo>
                  <a:pt x="112914" y="4002"/>
                </a:lnTo>
                <a:lnTo>
                  <a:pt x="112884" y="3908"/>
                </a:lnTo>
                <a:lnTo>
                  <a:pt x="112853" y="3817"/>
                </a:lnTo>
                <a:lnTo>
                  <a:pt x="112820" y="3728"/>
                </a:lnTo>
                <a:lnTo>
                  <a:pt x="112786" y="3642"/>
                </a:lnTo>
                <a:lnTo>
                  <a:pt x="112750" y="3558"/>
                </a:lnTo>
                <a:lnTo>
                  <a:pt x="112714" y="3477"/>
                </a:lnTo>
                <a:lnTo>
                  <a:pt x="112678" y="3398"/>
                </a:lnTo>
                <a:lnTo>
                  <a:pt x="112641" y="3322"/>
                </a:lnTo>
                <a:lnTo>
                  <a:pt x="112603" y="3248"/>
                </a:lnTo>
                <a:lnTo>
                  <a:pt x="112566" y="3177"/>
                </a:lnTo>
                <a:lnTo>
                  <a:pt x="112528" y="3109"/>
                </a:lnTo>
                <a:lnTo>
                  <a:pt x="112491" y="3044"/>
                </a:lnTo>
                <a:lnTo>
                  <a:pt x="112454" y="2981"/>
                </a:lnTo>
                <a:lnTo>
                  <a:pt x="112415" y="2918"/>
                </a:lnTo>
                <a:lnTo>
                  <a:pt x="112376" y="2856"/>
                </a:lnTo>
                <a:lnTo>
                  <a:pt x="112336" y="2794"/>
                </a:lnTo>
                <a:lnTo>
                  <a:pt x="112296" y="2734"/>
                </a:lnTo>
                <a:lnTo>
                  <a:pt x="112255" y="2674"/>
                </a:lnTo>
                <a:lnTo>
                  <a:pt x="112213" y="2614"/>
                </a:lnTo>
                <a:lnTo>
                  <a:pt x="112171" y="2556"/>
                </a:lnTo>
                <a:lnTo>
                  <a:pt x="112128" y="2498"/>
                </a:lnTo>
                <a:lnTo>
                  <a:pt x="112085" y="2441"/>
                </a:lnTo>
                <a:lnTo>
                  <a:pt x="112042" y="2385"/>
                </a:lnTo>
                <a:lnTo>
                  <a:pt x="111998" y="2330"/>
                </a:lnTo>
                <a:lnTo>
                  <a:pt x="111954" y="2275"/>
                </a:lnTo>
                <a:lnTo>
                  <a:pt x="111909" y="2222"/>
                </a:lnTo>
                <a:lnTo>
                  <a:pt x="111865" y="2169"/>
                </a:lnTo>
                <a:lnTo>
                  <a:pt x="111820" y="2116"/>
                </a:lnTo>
                <a:lnTo>
                  <a:pt x="111775" y="2065"/>
                </a:lnTo>
                <a:lnTo>
                  <a:pt x="111729" y="2014"/>
                </a:lnTo>
                <a:lnTo>
                  <a:pt x="111684" y="1964"/>
                </a:lnTo>
                <a:lnTo>
                  <a:pt x="111639" y="1915"/>
                </a:lnTo>
                <a:lnTo>
                  <a:pt x="111594" y="1867"/>
                </a:lnTo>
                <a:lnTo>
                  <a:pt x="111548" y="1819"/>
                </a:lnTo>
                <a:lnTo>
                  <a:pt x="111503" y="1772"/>
                </a:lnTo>
                <a:lnTo>
                  <a:pt x="111458" y="1726"/>
                </a:lnTo>
                <a:lnTo>
                  <a:pt x="111413" y="1681"/>
                </a:lnTo>
                <a:lnTo>
                  <a:pt x="111279" y="1551"/>
                </a:lnTo>
                <a:lnTo>
                  <a:pt x="111142" y="1426"/>
                </a:lnTo>
                <a:lnTo>
                  <a:pt x="111002" y="1306"/>
                </a:lnTo>
                <a:lnTo>
                  <a:pt x="110859" y="1190"/>
                </a:lnTo>
                <a:lnTo>
                  <a:pt x="110712" y="1079"/>
                </a:lnTo>
                <a:lnTo>
                  <a:pt x="110563" y="973"/>
                </a:lnTo>
                <a:lnTo>
                  <a:pt x="110410" y="872"/>
                </a:lnTo>
                <a:lnTo>
                  <a:pt x="110255" y="776"/>
                </a:lnTo>
                <a:lnTo>
                  <a:pt x="110097" y="685"/>
                </a:lnTo>
                <a:lnTo>
                  <a:pt x="109935" y="600"/>
                </a:lnTo>
                <a:lnTo>
                  <a:pt x="109772" y="519"/>
                </a:lnTo>
                <a:lnTo>
                  <a:pt x="109605" y="445"/>
                </a:lnTo>
                <a:lnTo>
                  <a:pt x="109436" y="375"/>
                </a:lnTo>
                <a:lnTo>
                  <a:pt x="109264" y="312"/>
                </a:lnTo>
                <a:lnTo>
                  <a:pt x="109089" y="253"/>
                </a:lnTo>
                <a:lnTo>
                  <a:pt x="108912" y="201"/>
                </a:lnTo>
                <a:lnTo>
                  <a:pt x="108733" y="155"/>
                </a:lnTo>
                <a:lnTo>
                  <a:pt x="108551" y="114"/>
                </a:lnTo>
                <a:lnTo>
                  <a:pt x="108367" y="80"/>
                </a:lnTo>
                <a:lnTo>
                  <a:pt x="108181" y="51"/>
                </a:lnTo>
                <a:lnTo>
                  <a:pt x="107993" y="29"/>
                </a:lnTo>
                <a:lnTo>
                  <a:pt x="107802" y="13"/>
                </a:lnTo>
                <a:lnTo>
                  <a:pt x="107610" y="3"/>
                </a:lnTo>
                <a:lnTo>
                  <a:pt x="107415" y="0"/>
                </a:lnTo>
                <a:lnTo>
                  <a:pt x="107185" y="4"/>
                </a:lnTo>
                <a:lnTo>
                  <a:pt x="106953" y="17"/>
                </a:lnTo>
                <a:lnTo>
                  <a:pt x="106718" y="38"/>
                </a:lnTo>
                <a:lnTo>
                  <a:pt x="106482" y="67"/>
                </a:lnTo>
                <a:lnTo>
                  <a:pt x="106244" y="103"/>
                </a:lnTo>
                <a:lnTo>
                  <a:pt x="106004" y="147"/>
                </a:lnTo>
                <a:lnTo>
                  <a:pt x="105763" y="198"/>
                </a:lnTo>
                <a:lnTo>
                  <a:pt x="105521" y="255"/>
                </a:lnTo>
                <a:lnTo>
                  <a:pt x="105277" y="319"/>
                </a:lnTo>
                <a:lnTo>
                  <a:pt x="105033" y="389"/>
                </a:lnTo>
                <a:lnTo>
                  <a:pt x="104787" y="465"/>
                </a:lnTo>
                <a:lnTo>
                  <a:pt x="104540" y="547"/>
                </a:lnTo>
                <a:lnTo>
                  <a:pt x="104293" y="634"/>
                </a:lnTo>
                <a:lnTo>
                  <a:pt x="104046" y="726"/>
                </a:lnTo>
                <a:lnTo>
                  <a:pt x="103797" y="822"/>
                </a:lnTo>
                <a:lnTo>
                  <a:pt x="103549" y="924"/>
                </a:lnTo>
                <a:lnTo>
                  <a:pt x="103301" y="1029"/>
                </a:lnTo>
                <a:lnTo>
                  <a:pt x="103052" y="1138"/>
                </a:lnTo>
                <a:lnTo>
                  <a:pt x="102804" y="1251"/>
                </a:lnTo>
                <a:lnTo>
                  <a:pt x="102556" y="1368"/>
                </a:lnTo>
                <a:lnTo>
                  <a:pt x="102309" y="1487"/>
                </a:lnTo>
                <a:lnTo>
                  <a:pt x="102062" y="1609"/>
                </a:lnTo>
                <a:lnTo>
                  <a:pt x="101815" y="1734"/>
                </a:lnTo>
                <a:lnTo>
                  <a:pt x="101570" y="1860"/>
                </a:lnTo>
                <a:lnTo>
                  <a:pt x="101306" y="2000"/>
                </a:lnTo>
                <a:lnTo>
                  <a:pt x="101038" y="2144"/>
                </a:lnTo>
                <a:lnTo>
                  <a:pt x="100765" y="2293"/>
                </a:lnTo>
                <a:lnTo>
                  <a:pt x="100489" y="2448"/>
                </a:lnTo>
                <a:lnTo>
                  <a:pt x="100208" y="2607"/>
                </a:lnTo>
                <a:lnTo>
                  <a:pt x="99923" y="2772"/>
                </a:lnTo>
                <a:lnTo>
                  <a:pt x="99634" y="2942"/>
                </a:lnTo>
                <a:lnTo>
                  <a:pt x="99340" y="3117"/>
                </a:lnTo>
                <a:lnTo>
                  <a:pt x="99042" y="3297"/>
                </a:lnTo>
                <a:lnTo>
                  <a:pt x="98741" y="3481"/>
                </a:lnTo>
                <a:lnTo>
                  <a:pt x="98435" y="3671"/>
                </a:lnTo>
                <a:lnTo>
                  <a:pt x="98124" y="3866"/>
                </a:lnTo>
                <a:lnTo>
                  <a:pt x="97810" y="4065"/>
                </a:lnTo>
                <a:lnTo>
                  <a:pt x="97492" y="4270"/>
                </a:lnTo>
                <a:lnTo>
                  <a:pt x="97169" y="4479"/>
                </a:lnTo>
                <a:lnTo>
                  <a:pt x="96843" y="4694"/>
                </a:lnTo>
                <a:lnTo>
                  <a:pt x="96512" y="4913"/>
                </a:lnTo>
                <a:lnTo>
                  <a:pt x="96177" y="5137"/>
                </a:lnTo>
                <a:lnTo>
                  <a:pt x="95838" y="5366"/>
                </a:lnTo>
                <a:lnTo>
                  <a:pt x="95495" y="5599"/>
                </a:lnTo>
                <a:lnTo>
                  <a:pt x="95148" y="5838"/>
                </a:lnTo>
                <a:lnTo>
                  <a:pt x="94797" y="6081"/>
                </a:lnTo>
                <a:lnTo>
                  <a:pt x="94442" y="6329"/>
                </a:lnTo>
                <a:lnTo>
                  <a:pt x="94117" y="6557"/>
                </a:lnTo>
                <a:lnTo>
                  <a:pt x="93955" y="6666"/>
                </a:lnTo>
                <a:lnTo>
                  <a:pt x="93759" y="6798"/>
                </a:lnTo>
                <a:lnTo>
                  <a:pt x="93564" y="6931"/>
                </a:lnTo>
                <a:lnTo>
                  <a:pt x="93371" y="7064"/>
                </a:lnTo>
                <a:lnTo>
                  <a:pt x="93180" y="7197"/>
                </a:lnTo>
                <a:lnTo>
                  <a:pt x="92990" y="7331"/>
                </a:lnTo>
                <a:lnTo>
                  <a:pt x="92802" y="7464"/>
                </a:lnTo>
                <a:lnTo>
                  <a:pt x="92615" y="7598"/>
                </a:lnTo>
                <a:lnTo>
                  <a:pt x="92430" y="7732"/>
                </a:lnTo>
                <a:lnTo>
                  <a:pt x="92246" y="7866"/>
                </a:lnTo>
                <a:lnTo>
                  <a:pt x="92064" y="8000"/>
                </a:lnTo>
                <a:lnTo>
                  <a:pt x="91884" y="8135"/>
                </a:lnTo>
                <a:lnTo>
                  <a:pt x="91706" y="8270"/>
                </a:lnTo>
                <a:lnTo>
                  <a:pt x="91528" y="8404"/>
                </a:lnTo>
                <a:lnTo>
                  <a:pt x="91353" y="8540"/>
                </a:lnTo>
                <a:lnTo>
                  <a:pt x="91179" y="8675"/>
                </a:lnTo>
                <a:lnTo>
                  <a:pt x="91007" y="8810"/>
                </a:lnTo>
                <a:lnTo>
                  <a:pt x="90837" y="8946"/>
                </a:lnTo>
                <a:lnTo>
                  <a:pt x="90668" y="9082"/>
                </a:lnTo>
                <a:lnTo>
                  <a:pt x="90500" y="9218"/>
                </a:lnTo>
                <a:lnTo>
                  <a:pt x="90335" y="9354"/>
                </a:lnTo>
                <a:lnTo>
                  <a:pt x="90171" y="9491"/>
                </a:lnTo>
                <a:lnTo>
                  <a:pt x="90009" y="9627"/>
                </a:lnTo>
                <a:lnTo>
                  <a:pt x="89848" y="9764"/>
                </a:lnTo>
                <a:lnTo>
                  <a:pt x="89692" y="9899"/>
                </a:lnTo>
                <a:lnTo>
                  <a:pt x="89537" y="10033"/>
                </a:lnTo>
                <a:lnTo>
                  <a:pt x="89385" y="10168"/>
                </a:lnTo>
                <a:lnTo>
                  <a:pt x="89235" y="10302"/>
                </a:lnTo>
                <a:lnTo>
                  <a:pt x="89086" y="10436"/>
                </a:lnTo>
                <a:lnTo>
                  <a:pt x="88940" y="10569"/>
                </a:lnTo>
                <a:lnTo>
                  <a:pt x="88796" y="10703"/>
                </a:lnTo>
                <a:lnTo>
                  <a:pt x="88654" y="10836"/>
                </a:lnTo>
                <a:lnTo>
                  <a:pt x="88514" y="10969"/>
                </a:lnTo>
                <a:lnTo>
                  <a:pt x="88376" y="11102"/>
                </a:lnTo>
                <a:lnTo>
                  <a:pt x="88240" y="11235"/>
                </a:lnTo>
                <a:lnTo>
                  <a:pt x="88196" y="11278"/>
                </a:lnTo>
                <a:lnTo>
                  <a:pt x="87446" y="10358"/>
                </a:lnTo>
                <a:lnTo>
                  <a:pt x="86580" y="9379"/>
                </a:lnTo>
                <a:lnTo>
                  <a:pt x="85685" y="8450"/>
                </a:lnTo>
                <a:lnTo>
                  <a:pt x="84763" y="7570"/>
                </a:lnTo>
                <a:lnTo>
                  <a:pt x="83812" y="6739"/>
                </a:lnTo>
                <a:lnTo>
                  <a:pt x="82834" y="5957"/>
                </a:lnTo>
                <a:lnTo>
                  <a:pt x="81828" y="5226"/>
                </a:lnTo>
                <a:lnTo>
                  <a:pt x="80795" y="4543"/>
                </a:lnTo>
                <a:lnTo>
                  <a:pt x="79734" y="3911"/>
                </a:lnTo>
                <a:lnTo>
                  <a:pt x="78646" y="3329"/>
                </a:lnTo>
                <a:lnTo>
                  <a:pt x="77530" y="2796"/>
                </a:lnTo>
                <a:lnTo>
                  <a:pt x="76388" y="2314"/>
                </a:lnTo>
                <a:lnTo>
                  <a:pt x="75219" y="1882"/>
                </a:lnTo>
                <a:lnTo>
                  <a:pt x="74024" y="1500"/>
                </a:lnTo>
                <a:lnTo>
                  <a:pt x="72802" y="1169"/>
                </a:lnTo>
                <a:lnTo>
                  <a:pt x="71553" y="889"/>
                </a:lnTo>
                <a:lnTo>
                  <a:pt x="70279" y="659"/>
                </a:lnTo>
                <a:lnTo>
                  <a:pt x="68978" y="480"/>
                </a:lnTo>
                <a:lnTo>
                  <a:pt x="67651" y="352"/>
                </a:lnTo>
                <a:lnTo>
                  <a:pt x="66299" y="276"/>
                </a:lnTo>
                <a:lnTo>
                  <a:pt x="64921" y="250"/>
                </a:lnTo>
                <a:lnTo>
                  <a:pt x="64887" y="250"/>
                </a:lnTo>
                <a:lnTo>
                  <a:pt x="64921" y="3430"/>
                </a:lnTo>
                <a:lnTo>
                  <a:pt x="64921" y="3430"/>
                </a:lnTo>
                <a:lnTo>
                  <a:pt x="64887" y="250"/>
                </a:lnTo>
                <a:lnTo>
                  <a:pt x="62774" y="315"/>
                </a:lnTo>
                <a:lnTo>
                  <a:pt x="60681" y="463"/>
                </a:lnTo>
                <a:lnTo>
                  <a:pt x="58608" y="695"/>
                </a:lnTo>
                <a:lnTo>
                  <a:pt x="56555" y="1011"/>
                </a:lnTo>
                <a:lnTo>
                  <a:pt x="54522" y="1410"/>
                </a:lnTo>
                <a:lnTo>
                  <a:pt x="52509" y="1891"/>
                </a:lnTo>
                <a:lnTo>
                  <a:pt x="50516" y="2455"/>
                </a:lnTo>
                <a:lnTo>
                  <a:pt x="48544" y="3102"/>
                </a:lnTo>
                <a:lnTo>
                  <a:pt x="46591" y="3830"/>
                </a:lnTo>
                <a:lnTo>
                  <a:pt x="44659" y="4640"/>
                </a:lnTo>
                <a:lnTo>
                  <a:pt x="42747" y="5531"/>
                </a:lnTo>
                <a:lnTo>
                  <a:pt x="40855" y="6504"/>
                </a:lnTo>
                <a:lnTo>
                  <a:pt x="38984" y="7557"/>
                </a:lnTo>
                <a:lnTo>
                  <a:pt x="37132" y="8690"/>
                </a:lnTo>
                <a:lnTo>
                  <a:pt x="35301" y="9904"/>
                </a:lnTo>
                <a:lnTo>
                  <a:pt x="33490" y="11198"/>
                </a:lnTo>
                <a:lnTo>
                  <a:pt x="31700" y="12571"/>
                </a:lnTo>
                <a:lnTo>
                  <a:pt x="29930" y="14024"/>
                </a:lnTo>
                <a:lnTo>
                  <a:pt x="28180" y="15555"/>
                </a:lnTo>
                <a:lnTo>
                  <a:pt x="26450" y="17166"/>
                </a:lnTo>
                <a:lnTo>
                  <a:pt x="24741" y="18855"/>
                </a:lnTo>
                <a:lnTo>
                  <a:pt x="23053" y="20621"/>
                </a:lnTo>
                <a:lnTo>
                  <a:pt x="21384" y="22466"/>
                </a:lnTo>
                <a:lnTo>
                  <a:pt x="19737" y="24388"/>
                </a:lnTo>
                <a:lnTo>
                  <a:pt x="18138" y="26348"/>
                </a:lnTo>
                <a:lnTo>
                  <a:pt x="16606" y="28318"/>
                </a:lnTo>
                <a:lnTo>
                  <a:pt x="15140" y="30300"/>
                </a:lnTo>
                <a:lnTo>
                  <a:pt x="13741" y="32293"/>
                </a:lnTo>
                <a:lnTo>
                  <a:pt x="12410" y="34296"/>
                </a:lnTo>
                <a:lnTo>
                  <a:pt x="11145" y="36311"/>
                </a:lnTo>
                <a:lnTo>
                  <a:pt x="9947" y="38337"/>
                </a:lnTo>
                <a:close/>
                <a:moveTo>
                  <a:pt x="31176" y="156158"/>
                </a:moveTo>
                <a:lnTo>
                  <a:pt x="31176" y="156158"/>
                </a:lnTo>
                <a:lnTo>
                  <a:pt x="28091" y="155387"/>
                </a:lnTo>
                <a:lnTo>
                  <a:pt x="31176" y="156158"/>
                </a:lnTo>
                <a:close/>
                <a:moveTo>
                  <a:pt x="87418" y="162157"/>
                </a:moveTo>
                <a:lnTo>
                  <a:pt x="87418" y="162157"/>
                </a:lnTo>
                <a:lnTo>
                  <a:pt x="87213" y="165330"/>
                </a:lnTo>
                <a:lnTo>
                  <a:pt x="87418" y="162157"/>
                </a:lnTo>
                <a:close/>
                <a:moveTo>
                  <a:pt x="92417" y="150659"/>
                </a:moveTo>
                <a:lnTo>
                  <a:pt x="92417" y="150659"/>
                </a:lnTo>
                <a:lnTo>
                  <a:pt x="94961" y="148751"/>
                </a:lnTo>
                <a:lnTo>
                  <a:pt x="92417" y="150659"/>
                </a:lnTo>
                <a:close/>
                <a:moveTo>
                  <a:pt x="38276" y="158478"/>
                </a:moveTo>
                <a:lnTo>
                  <a:pt x="38130" y="158478"/>
                </a:lnTo>
                <a:lnTo>
                  <a:pt x="37985" y="158479"/>
                </a:lnTo>
                <a:lnTo>
                  <a:pt x="37843" y="158480"/>
                </a:lnTo>
                <a:lnTo>
                  <a:pt x="37703" y="158481"/>
                </a:lnTo>
                <a:lnTo>
                  <a:pt x="37564" y="158482"/>
                </a:lnTo>
                <a:lnTo>
                  <a:pt x="37428" y="158483"/>
                </a:lnTo>
                <a:lnTo>
                  <a:pt x="37293" y="158485"/>
                </a:lnTo>
                <a:lnTo>
                  <a:pt x="37161" y="158487"/>
                </a:lnTo>
                <a:lnTo>
                  <a:pt x="37031" y="158489"/>
                </a:lnTo>
                <a:lnTo>
                  <a:pt x="36902" y="158492"/>
                </a:lnTo>
                <a:lnTo>
                  <a:pt x="36776" y="158494"/>
                </a:lnTo>
                <a:lnTo>
                  <a:pt x="36652" y="158497"/>
                </a:lnTo>
                <a:lnTo>
                  <a:pt x="36530" y="158500"/>
                </a:lnTo>
                <a:lnTo>
                  <a:pt x="36410" y="158504"/>
                </a:lnTo>
                <a:lnTo>
                  <a:pt x="36292" y="158507"/>
                </a:lnTo>
                <a:lnTo>
                  <a:pt x="36176" y="158511"/>
                </a:lnTo>
                <a:lnTo>
                  <a:pt x="36063" y="158515"/>
                </a:lnTo>
                <a:lnTo>
                  <a:pt x="35951" y="158520"/>
                </a:lnTo>
                <a:lnTo>
                  <a:pt x="35842" y="158525"/>
                </a:lnTo>
                <a:lnTo>
                  <a:pt x="35735" y="158529"/>
                </a:lnTo>
                <a:lnTo>
                  <a:pt x="35629" y="158535"/>
                </a:lnTo>
                <a:lnTo>
                  <a:pt x="35527" y="158540"/>
                </a:lnTo>
                <a:lnTo>
                  <a:pt x="35426" y="158546"/>
                </a:lnTo>
                <a:lnTo>
                  <a:pt x="35341" y="158551"/>
                </a:lnTo>
                <a:lnTo>
                  <a:pt x="35254" y="158556"/>
                </a:lnTo>
                <a:lnTo>
                  <a:pt x="35166" y="158562"/>
                </a:lnTo>
                <a:lnTo>
                  <a:pt x="35075" y="158569"/>
                </a:lnTo>
                <a:lnTo>
                  <a:pt x="34983" y="158576"/>
                </a:lnTo>
                <a:lnTo>
                  <a:pt x="34890" y="158583"/>
                </a:lnTo>
                <a:lnTo>
                  <a:pt x="34795" y="158592"/>
                </a:lnTo>
                <a:lnTo>
                  <a:pt x="34700" y="158601"/>
                </a:lnTo>
                <a:lnTo>
                  <a:pt x="34603" y="158610"/>
                </a:lnTo>
                <a:lnTo>
                  <a:pt x="34506" y="158621"/>
                </a:lnTo>
                <a:lnTo>
                  <a:pt x="34409" y="158633"/>
                </a:lnTo>
                <a:lnTo>
                  <a:pt x="34311" y="158645"/>
                </a:lnTo>
                <a:lnTo>
                  <a:pt x="34213" y="158659"/>
                </a:lnTo>
                <a:lnTo>
                  <a:pt x="34114" y="158673"/>
                </a:lnTo>
                <a:lnTo>
                  <a:pt x="34017" y="158689"/>
                </a:lnTo>
                <a:lnTo>
                  <a:pt x="33997" y="158692"/>
                </a:lnTo>
                <a:lnTo>
                  <a:pt x="34006" y="158629"/>
                </a:lnTo>
                <a:lnTo>
                  <a:pt x="34018" y="158546"/>
                </a:lnTo>
                <a:lnTo>
                  <a:pt x="34030" y="158460"/>
                </a:lnTo>
                <a:lnTo>
                  <a:pt x="34043" y="158373"/>
                </a:lnTo>
                <a:lnTo>
                  <a:pt x="34057" y="158283"/>
                </a:lnTo>
                <a:lnTo>
                  <a:pt x="34071" y="158191"/>
                </a:lnTo>
                <a:lnTo>
                  <a:pt x="34085" y="158097"/>
                </a:lnTo>
                <a:lnTo>
                  <a:pt x="34100" y="158001"/>
                </a:lnTo>
                <a:lnTo>
                  <a:pt x="34115" y="157903"/>
                </a:lnTo>
                <a:lnTo>
                  <a:pt x="34130" y="157802"/>
                </a:lnTo>
                <a:lnTo>
                  <a:pt x="34146" y="157700"/>
                </a:lnTo>
                <a:lnTo>
                  <a:pt x="34163" y="157595"/>
                </a:lnTo>
                <a:lnTo>
                  <a:pt x="34180" y="157488"/>
                </a:lnTo>
                <a:lnTo>
                  <a:pt x="34197" y="157380"/>
                </a:lnTo>
                <a:lnTo>
                  <a:pt x="34215" y="157269"/>
                </a:lnTo>
                <a:lnTo>
                  <a:pt x="34234" y="157155"/>
                </a:lnTo>
                <a:lnTo>
                  <a:pt x="34253" y="157040"/>
                </a:lnTo>
                <a:lnTo>
                  <a:pt x="34272" y="156922"/>
                </a:lnTo>
                <a:lnTo>
                  <a:pt x="34291" y="156808"/>
                </a:lnTo>
                <a:lnTo>
                  <a:pt x="34300" y="156771"/>
                </a:lnTo>
                <a:lnTo>
                  <a:pt x="34340" y="156616"/>
                </a:lnTo>
                <a:lnTo>
                  <a:pt x="34379" y="156465"/>
                </a:lnTo>
                <a:lnTo>
                  <a:pt x="34417" y="156317"/>
                </a:lnTo>
                <a:lnTo>
                  <a:pt x="34455" y="156173"/>
                </a:lnTo>
                <a:lnTo>
                  <a:pt x="34493" y="156032"/>
                </a:lnTo>
                <a:lnTo>
                  <a:pt x="34530" y="155894"/>
                </a:lnTo>
                <a:lnTo>
                  <a:pt x="34567" y="155760"/>
                </a:lnTo>
                <a:lnTo>
                  <a:pt x="34604" y="155630"/>
                </a:lnTo>
                <a:lnTo>
                  <a:pt x="34640" y="155503"/>
                </a:lnTo>
                <a:lnTo>
                  <a:pt x="34675" y="155379"/>
                </a:lnTo>
                <a:lnTo>
                  <a:pt x="34710" y="155259"/>
                </a:lnTo>
                <a:lnTo>
                  <a:pt x="34745" y="155142"/>
                </a:lnTo>
                <a:lnTo>
                  <a:pt x="34779" y="155028"/>
                </a:lnTo>
                <a:lnTo>
                  <a:pt x="34813" y="154918"/>
                </a:lnTo>
                <a:lnTo>
                  <a:pt x="34846" y="154811"/>
                </a:lnTo>
                <a:lnTo>
                  <a:pt x="34879" y="154707"/>
                </a:lnTo>
                <a:lnTo>
                  <a:pt x="34912" y="154606"/>
                </a:lnTo>
                <a:lnTo>
                  <a:pt x="34944" y="154509"/>
                </a:lnTo>
                <a:lnTo>
                  <a:pt x="34975" y="154415"/>
                </a:lnTo>
                <a:lnTo>
                  <a:pt x="35006" y="154324"/>
                </a:lnTo>
                <a:lnTo>
                  <a:pt x="35037" y="154236"/>
                </a:lnTo>
                <a:lnTo>
                  <a:pt x="35067" y="154152"/>
                </a:lnTo>
                <a:lnTo>
                  <a:pt x="35097" y="154070"/>
                </a:lnTo>
                <a:lnTo>
                  <a:pt x="35111" y="154031"/>
                </a:lnTo>
                <a:lnTo>
                  <a:pt x="35125" y="153993"/>
                </a:lnTo>
                <a:lnTo>
                  <a:pt x="35132" y="153975"/>
                </a:lnTo>
                <a:lnTo>
                  <a:pt x="35181" y="153969"/>
                </a:lnTo>
                <a:lnTo>
                  <a:pt x="35266" y="153958"/>
                </a:lnTo>
                <a:lnTo>
                  <a:pt x="35354" y="153948"/>
                </a:lnTo>
                <a:lnTo>
                  <a:pt x="35446" y="153938"/>
                </a:lnTo>
                <a:lnTo>
                  <a:pt x="35542" y="153929"/>
                </a:lnTo>
                <a:lnTo>
                  <a:pt x="35641" y="153920"/>
                </a:lnTo>
                <a:lnTo>
                  <a:pt x="35745" y="153911"/>
                </a:lnTo>
                <a:lnTo>
                  <a:pt x="35852" y="153903"/>
                </a:lnTo>
                <a:lnTo>
                  <a:pt x="35962" y="153895"/>
                </a:lnTo>
                <a:lnTo>
                  <a:pt x="36077" y="153887"/>
                </a:lnTo>
                <a:lnTo>
                  <a:pt x="36195" y="153881"/>
                </a:lnTo>
                <a:lnTo>
                  <a:pt x="36317" y="153874"/>
                </a:lnTo>
                <a:lnTo>
                  <a:pt x="36443" y="153868"/>
                </a:lnTo>
                <a:lnTo>
                  <a:pt x="36573" y="153863"/>
                </a:lnTo>
                <a:lnTo>
                  <a:pt x="36707" y="153858"/>
                </a:lnTo>
                <a:lnTo>
                  <a:pt x="36845" y="153853"/>
                </a:lnTo>
                <a:lnTo>
                  <a:pt x="36987" y="153850"/>
                </a:lnTo>
                <a:lnTo>
                  <a:pt x="37133" y="153846"/>
                </a:lnTo>
                <a:lnTo>
                  <a:pt x="37283" y="153843"/>
                </a:lnTo>
                <a:lnTo>
                  <a:pt x="37437" y="153841"/>
                </a:lnTo>
                <a:lnTo>
                  <a:pt x="37596" y="153840"/>
                </a:lnTo>
                <a:lnTo>
                  <a:pt x="37758" y="153839"/>
                </a:lnTo>
                <a:lnTo>
                  <a:pt x="37925" y="153839"/>
                </a:lnTo>
                <a:lnTo>
                  <a:pt x="38428" y="153838"/>
                </a:lnTo>
                <a:lnTo>
                  <a:pt x="38924" y="153835"/>
                </a:lnTo>
                <a:lnTo>
                  <a:pt x="39413" y="153832"/>
                </a:lnTo>
                <a:lnTo>
                  <a:pt x="39894" y="153826"/>
                </a:lnTo>
                <a:lnTo>
                  <a:pt x="40368" y="153819"/>
                </a:lnTo>
                <a:lnTo>
                  <a:pt x="40834" y="153811"/>
                </a:lnTo>
                <a:lnTo>
                  <a:pt x="41293" y="153801"/>
                </a:lnTo>
                <a:lnTo>
                  <a:pt x="41745" y="153789"/>
                </a:lnTo>
                <a:lnTo>
                  <a:pt x="42188" y="153776"/>
                </a:lnTo>
                <a:lnTo>
                  <a:pt x="42625" y="153761"/>
                </a:lnTo>
                <a:lnTo>
                  <a:pt x="43053" y="153744"/>
                </a:lnTo>
                <a:lnTo>
                  <a:pt x="43475" y="153726"/>
                </a:lnTo>
                <a:lnTo>
                  <a:pt x="43888" y="153706"/>
                </a:lnTo>
                <a:lnTo>
                  <a:pt x="44294" y="153685"/>
                </a:lnTo>
                <a:lnTo>
                  <a:pt x="44692" y="153662"/>
                </a:lnTo>
                <a:lnTo>
                  <a:pt x="45083" y="153637"/>
                </a:lnTo>
                <a:lnTo>
                  <a:pt x="45466" y="153610"/>
                </a:lnTo>
                <a:lnTo>
                  <a:pt x="45841" y="153582"/>
                </a:lnTo>
                <a:lnTo>
                  <a:pt x="46209" y="153553"/>
                </a:lnTo>
                <a:lnTo>
                  <a:pt x="46568" y="153521"/>
                </a:lnTo>
                <a:lnTo>
                  <a:pt x="46920" y="153488"/>
                </a:lnTo>
                <a:lnTo>
                  <a:pt x="47264" y="153453"/>
                </a:lnTo>
                <a:lnTo>
                  <a:pt x="47601" y="153417"/>
                </a:lnTo>
                <a:lnTo>
                  <a:pt x="47929" y="153378"/>
                </a:lnTo>
                <a:lnTo>
                  <a:pt x="48091" y="153358"/>
                </a:lnTo>
                <a:lnTo>
                  <a:pt x="48251" y="153338"/>
                </a:lnTo>
                <a:lnTo>
                  <a:pt x="48410" y="153317"/>
                </a:lnTo>
                <a:lnTo>
                  <a:pt x="48568" y="153296"/>
                </a:lnTo>
                <a:lnTo>
                  <a:pt x="48724" y="153274"/>
                </a:lnTo>
                <a:lnTo>
                  <a:pt x="48879" y="153251"/>
                </a:lnTo>
                <a:lnTo>
                  <a:pt x="49032" y="153228"/>
                </a:lnTo>
                <a:lnTo>
                  <a:pt x="49184" y="153205"/>
                </a:lnTo>
                <a:lnTo>
                  <a:pt x="49334" y="153180"/>
                </a:lnTo>
                <a:lnTo>
                  <a:pt x="49483" y="153156"/>
                </a:lnTo>
                <a:lnTo>
                  <a:pt x="49631" y="153130"/>
                </a:lnTo>
                <a:lnTo>
                  <a:pt x="49777" y="153105"/>
                </a:lnTo>
                <a:lnTo>
                  <a:pt x="49921" y="153078"/>
                </a:lnTo>
                <a:lnTo>
                  <a:pt x="50064" y="153051"/>
                </a:lnTo>
                <a:lnTo>
                  <a:pt x="50205" y="153023"/>
                </a:lnTo>
                <a:lnTo>
                  <a:pt x="50345" y="152995"/>
                </a:lnTo>
                <a:lnTo>
                  <a:pt x="50484" y="152966"/>
                </a:lnTo>
                <a:lnTo>
                  <a:pt x="50620" y="152936"/>
                </a:lnTo>
                <a:lnTo>
                  <a:pt x="50755" y="152906"/>
                </a:lnTo>
                <a:lnTo>
                  <a:pt x="50889" y="152875"/>
                </a:lnTo>
                <a:lnTo>
                  <a:pt x="51020" y="152844"/>
                </a:lnTo>
                <a:lnTo>
                  <a:pt x="51151" y="152811"/>
                </a:lnTo>
                <a:lnTo>
                  <a:pt x="51279" y="152779"/>
                </a:lnTo>
                <a:lnTo>
                  <a:pt x="51406" y="152745"/>
                </a:lnTo>
                <a:lnTo>
                  <a:pt x="51527" y="152712"/>
                </a:lnTo>
                <a:lnTo>
                  <a:pt x="51649" y="152677"/>
                </a:lnTo>
                <a:lnTo>
                  <a:pt x="51771" y="152642"/>
                </a:lnTo>
                <a:lnTo>
                  <a:pt x="51893" y="152605"/>
                </a:lnTo>
                <a:lnTo>
                  <a:pt x="52015" y="152567"/>
                </a:lnTo>
                <a:lnTo>
                  <a:pt x="52138" y="152527"/>
                </a:lnTo>
                <a:lnTo>
                  <a:pt x="52260" y="152486"/>
                </a:lnTo>
                <a:lnTo>
                  <a:pt x="52382" y="152443"/>
                </a:lnTo>
                <a:lnTo>
                  <a:pt x="52505" y="152399"/>
                </a:lnTo>
                <a:lnTo>
                  <a:pt x="52626" y="152353"/>
                </a:lnTo>
                <a:lnTo>
                  <a:pt x="52748" y="152305"/>
                </a:lnTo>
                <a:lnTo>
                  <a:pt x="52869" y="152256"/>
                </a:lnTo>
                <a:lnTo>
                  <a:pt x="52989" y="152205"/>
                </a:lnTo>
                <a:lnTo>
                  <a:pt x="53109" y="152152"/>
                </a:lnTo>
                <a:lnTo>
                  <a:pt x="53228" y="152097"/>
                </a:lnTo>
                <a:lnTo>
                  <a:pt x="53345" y="152041"/>
                </a:lnTo>
                <a:lnTo>
                  <a:pt x="53462" y="151982"/>
                </a:lnTo>
                <a:lnTo>
                  <a:pt x="53578" y="151922"/>
                </a:lnTo>
                <a:lnTo>
                  <a:pt x="53693" y="151859"/>
                </a:lnTo>
                <a:lnTo>
                  <a:pt x="53807" y="151794"/>
                </a:lnTo>
                <a:lnTo>
                  <a:pt x="53919" y="151728"/>
                </a:lnTo>
                <a:lnTo>
                  <a:pt x="54029" y="151659"/>
                </a:lnTo>
                <a:lnTo>
                  <a:pt x="54139" y="151588"/>
                </a:lnTo>
                <a:lnTo>
                  <a:pt x="54187" y="151555"/>
                </a:lnTo>
                <a:lnTo>
                  <a:pt x="54203" y="151544"/>
                </a:lnTo>
                <a:lnTo>
                  <a:pt x="54295" y="151481"/>
                </a:lnTo>
                <a:lnTo>
                  <a:pt x="54385" y="151415"/>
                </a:lnTo>
                <a:lnTo>
                  <a:pt x="54471" y="151349"/>
                </a:lnTo>
                <a:lnTo>
                  <a:pt x="54555" y="151281"/>
                </a:lnTo>
                <a:lnTo>
                  <a:pt x="54636" y="151212"/>
                </a:lnTo>
                <a:lnTo>
                  <a:pt x="54714" y="151142"/>
                </a:lnTo>
                <a:lnTo>
                  <a:pt x="54790" y="151071"/>
                </a:lnTo>
                <a:lnTo>
                  <a:pt x="54862" y="151000"/>
                </a:lnTo>
                <a:lnTo>
                  <a:pt x="54932" y="150928"/>
                </a:lnTo>
                <a:lnTo>
                  <a:pt x="55000" y="150857"/>
                </a:lnTo>
                <a:lnTo>
                  <a:pt x="55064" y="150785"/>
                </a:lnTo>
                <a:lnTo>
                  <a:pt x="55126" y="150714"/>
                </a:lnTo>
                <a:lnTo>
                  <a:pt x="55186" y="150644"/>
                </a:lnTo>
                <a:lnTo>
                  <a:pt x="55242" y="150574"/>
                </a:lnTo>
                <a:lnTo>
                  <a:pt x="55297" y="150505"/>
                </a:lnTo>
                <a:lnTo>
                  <a:pt x="55348" y="150438"/>
                </a:lnTo>
                <a:lnTo>
                  <a:pt x="55398" y="150371"/>
                </a:lnTo>
                <a:lnTo>
                  <a:pt x="55445" y="150307"/>
                </a:lnTo>
                <a:lnTo>
                  <a:pt x="55489" y="150244"/>
                </a:lnTo>
                <a:lnTo>
                  <a:pt x="55531" y="150183"/>
                </a:lnTo>
                <a:lnTo>
                  <a:pt x="55570" y="150124"/>
                </a:lnTo>
                <a:lnTo>
                  <a:pt x="55608" y="150068"/>
                </a:lnTo>
                <a:lnTo>
                  <a:pt x="55643" y="150014"/>
                </a:lnTo>
                <a:lnTo>
                  <a:pt x="55682" y="149952"/>
                </a:lnTo>
                <a:lnTo>
                  <a:pt x="55721" y="149889"/>
                </a:lnTo>
                <a:lnTo>
                  <a:pt x="55760" y="149826"/>
                </a:lnTo>
                <a:lnTo>
                  <a:pt x="55799" y="149762"/>
                </a:lnTo>
                <a:lnTo>
                  <a:pt x="55837" y="149697"/>
                </a:lnTo>
                <a:lnTo>
                  <a:pt x="55875" y="149632"/>
                </a:lnTo>
                <a:lnTo>
                  <a:pt x="55912" y="149566"/>
                </a:lnTo>
                <a:lnTo>
                  <a:pt x="55950" y="149499"/>
                </a:lnTo>
                <a:lnTo>
                  <a:pt x="55987" y="149432"/>
                </a:lnTo>
                <a:lnTo>
                  <a:pt x="56024" y="149364"/>
                </a:lnTo>
                <a:lnTo>
                  <a:pt x="56060" y="149296"/>
                </a:lnTo>
                <a:lnTo>
                  <a:pt x="56096" y="149227"/>
                </a:lnTo>
                <a:lnTo>
                  <a:pt x="56132" y="149158"/>
                </a:lnTo>
                <a:lnTo>
                  <a:pt x="56168" y="149088"/>
                </a:lnTo>
                <a:lnTo>
                  <a:pt x="56203" y="149018"/>
                </a:lnTo>
                <a:lnTo>
                  <a:pt x="56239" y="148947"/>
                </a:lnTo>
                <a:lnTo>
                  <a:pt x="56274" y="148876"/>
                </a:lnTo>
                <a:lnTo>
                  <a:pt x="56308" y="148804"/>
                </a:lnTo>
                <a:lnTo>
                  <a:pt x="56343" y="148732"/>
                </a:lnTo>
                <a:lnTo>
                  <a:pt x="56377" y="148660"/>
                </a:lnTo>
                <a:lnTo>
                  <a:pt x="56411" y="148587"/>
                </a:lnTo>
                <a:lnTo>
                  <a:pt x="56444" y="148515"/>
                </a:lnTo>
                <a:lnTo>
                  <a:pt x="56478" y="148441"/>
                </a:lnTo>
                <a:lnTo>
                  <a:pt x="56511" y="148368"/>
                </a:lnTo>
                <a:lnTo>
                  <a:pt x="56577" y="148218"/>
                </a:lnTo>
                <a:lnTo>
                  <a:pt x="56644" y="148065"/>
                </a:lnTo>
                <a:lnTo>
                  <a:pt x="56711" y="147907"/>
                </a:lnTo>
                <a:lnTo>
                  <a:pt x="56779" y="147746"/>
                </a:lnTo>
                <a:lnTo>
                  <a:pt x="56846" y="147581"/>
                </a:lnTo>
                <a:lnTo>
                  <a:pt x="56915" y="147412"/>
                </a:lnTo>
                <a:lnTo>
                  <a:pt x="56983" y="147239"/>
                </a:lnTo>
                <a:lnTo>
                  <a:pt x="57052" y="147063"/>
                </a:lnTo>
                <a:lnTo>
                  <a:pt x="57121" y="146883"/>
                </a:lnTo>
                <a:lnTo>
                  <a:pt x="57191" y="146699"/>
                </a:lnTo>
                <a:lnTo>
                  <a:pt x="57261" y="146511"/>
                </a:lnTo>
                <a:lnTo>
                  <a:pt x="57331" y="146320"/>
                </a:lnTo>
                <a:lnTo>
                  <a:pt x="57402" y="146125"/>
                </a:lnTo>
                <a:lnTo>
                  <a:pt x="57473" y="145927"/>
                </a:lnTo>
                <a:lnTo>
                  <a:pt x="57544" y="145725"/>
                </a:lnTo>
                <a:lnTo>
                  <a:pt x="57616" y="145519"/>
                </a:lnTo>
                <a:lnTo>
                  <a:pt x="57688" y="145310"/>
                </a:lnTo>
                <a:lnTo>
                  <a:pt x="57760" y="145097"/>
                </a:lnTo>
                <a:lnTo>
                  <a:pt x="57833" y="144881"/>
                </a:lnTo>
                <a:lnTo>
                  <a:pt x="57906" y="144662"/>
                </a:lnTo>
                <a:lnTo>
                  <a:pt x="57980" y="144439"/>
                </a:lnTo>
                <a:lnTo>
                  <a:pt x="58053" y="144212"/>
                </a:lnTo>
                <a:lnTo>
                  <a:pt x="58128" y="143982"/>
                </a:lnTo>
                <a:lnTo>
                  <a:pt x="58202" y="143749"/>
                </a:lnTo>
                <a:lnTo>
                  <a:pt x="58354" y="143269"/>
                </a:lnTo>
                <a:lnTo>
                  <a:pt x="58507" y="142772"/>
                </a:lnTo>
                <a:lnTo>
                  <a:pt x="58664" y="142258"/>
                </a:lnTo>
                <a:lnTo>
                  <a:pt x="58822" y="141728"/>
                </a:lnTo>
                <a:lnTo>
                  <a:pt x="58984" y="141181"/>
                </a:lnTo>
                <a:lnTo>
                  <a:pt x="59147" y="140618"/>
                </a:lnTo>
                <a:lnTo>
                  <a:pt x="59313" y="140038"/>
                </a:lnTo>
                <a:lnTo>
                  <a:pt x="59482" y="139441"/>
                </a:lnTo>
                <a:lnTo>
                  <a:pt x="59653" y="138828"/>
                </a:lnTo>
                <a:lnTo>
                  <a:pt x="59827" y="138198"/>
                </a:lnTo>
                <a:lnTo>
                  <a:pt x="60003" y="137552"/>
                </a:lnTo>
                <a:lnTo>
                  <a:pt x="60181" y="136890"/>
                </a:lnTo>
                <a:lnTo>
                  <a:pt x="60362" y="136210"/>
                </a:lnTo>
                <a:lnTo>
                  <a:pt x="60545" y="135515"/>
                </a:lnTo>
                <a:lnTo>
                  <a:pt x="60731" y="134803"/>
                </a:lnTo>
                <a:lnTo>
                  <a:pt x="60919" y="134074"/>
                </a:lnTo>
                <a:lnTo>
                  <a:pt x="61110" y="133329"/>
                </a:lnTo>
                <a:lnTo>
                  <a:pt x="61303" y="132568"/>
                </a:lnTo>
                <a:lnTo>
                  <a:pt x="61498" y="131790"/>
                </a:lnTo>
                <a:lnTo>
                  <a:pt x="61696" y="130996"/>
                </a:lnTo>
                <a:lnTo>
                  <a:pt x="61897" y="130186"/>
                </a:lnTo>
                <a:lnTo>
                  <a:pt x="62100" y="129359"/>
                </a:lnTo>
                <a:lnTo>
                  <a:pt x="62305" y="128516"/>
                </a:lnTo>
                <a:lnTo>
                  <a:pt x="62513" y="127657"/>
                </a:lnTo>
                <a:lnTo>
                  <a:pt x="62719" y="126802"/>
                </a:lnTo>
                <a:lnTo>
                  <a:pt x="62921" y="125964"/>
                </a:lnTo>
                <a:lnTo>
                  <a:pt x="63119" y="125144"/>
                </a:lnTo>
                <a:lnTo>
                  <a:pt x="63313" y="124341"/>
                </a:lnTo>
                <a:lnTo>
                  <a:pt x="63502" y="123556"/>
                </a:lnTo>
                <a:lnTo>
                  <a:pt x="63688" y="122789"/>
                </a:lnTo>
                <a:lnTo>
                  <a:pt x="63869" y="122039"/>
                </a:lnTo>
                <a:lnTo>
                  <a:pt x="64047" y="121307"/>
                </a:lnTo>
                <a:lnTo>
                  <a:pt x="64220" y="120593"/>
                </a:lnTo>
                <a:lnTo>
                  <a:pt x="64389" y="119896"/>
                </a:lnTo>
                <a:lnTo>
                  <a:pt x="64553" y="119217"/>
                </a:lnTo>
                <a:lnTo>
                  <a:pt x="64714" y="118555"/>
                </a:lnTo>
                <a:lnTo>
                  <a:pt x="64871" y="117911"/>
                </a:lnTo>
                <a:lnTo>
                  <a:pt x="65023" y="117285"/>
                </a:lnTo>
                <a:lnTo>
                  <a:pt x="65171" y="116676"/>
                </a:lnTo>
                <a:lnTo>
                  <a:pt x="65316" y="116085"/>
                </a:lnTo>
                <a:lnTo>
                  <a:pt x="65456" y="115511"/>
                </a:lnTo>
                <a:lnTo>
                  <a:pt x="65592" y="114955"/>
                </a:lnTo>
                <a:lnTo>
                  <a:pt x="65723" y="114417"/>
                </a:lnTo>
                <a:lnTo>
                  <a:pt x="65851" y="113896"/>
                </a:lnTo>
                <a:lnTo>
                  <a:pt x="65975" y="113393"/>
                </a:lnTo>
                <a:lnTo>
                  <a:pt x="66094" y="112908"/>
                </a:lnTo>
                <a:lnTo>
                  <a:pt x="66209" y="112440"/>
                </a:lnTo>
                <a:lnTo>
                  <a:pt x="66320" y="111990"/>
                </a:lnTo>
                <a:lnTo>
                  <a:pt x="66374" y="111771"/>
                </a:lnTo>
                <a:lnTo>
                  <a:pt x="66427" y="111557"/>
                </a:lnTo>
                <a:lnTo>
                  <a:pt x="66479" y="111347"/>
                </a:lnTo>
                <a:lnTo>
                  <a:pt x="66530" y="111142"/>
                </a:lnTo>
                <a:lnTo>
                  <a:pt x="66580" y="110941"/>
                </a:lnTo>
                <a:lnTo>
                  <a:pt x="66629" y="110745"/>
                </a:lnTo>
                <a:lnTo>
                  <a:pt x="66677" y="110553"/>
                </a:lnTo>
                <a:lnTo>
                  <a:pt x="66723" y="110366"/>
                </a:lnTo>
                <a:lnTo>
                  <a:pt x="66769" y="110183"/>
                </a:lnTo>
                <a:lnTo>
                  <a:pt x="66814" y="110005"/>
                </a:lnTo>
                <a:lnTo>
                  <a:pt x="66857" y="109831"/>
                </a:lnTo>
                <a:lnTo>
                  <a:pt x="66900" y="109661"/>
                </a:lnTo>
                <a:lnTo>
                  <a:pt x="66941" y="109497"/>
                </a:lnTo>
                <a:lnTo>
                  <a:pt x="66981" y="109336"/>
                </a:lnTo>
                <a:lnTo>
                  <a:pt x="67021" y="109180"/>
                </a:lnTo>
                <a:lnTo>
                  <a:pt x="67059" y="109028"/>
                </a:lnTo>
                <a:lnTo>
                  <a:pt x="67096" y="108881"/>
                </a:lnTo>
                <a:lnTo>
                  <a:pt x="67132" y="108739"/>
                </a:lnTo>
                <a:lnTo>
                  <a:pt x="67168" y="108601"/>
                </a:lnTo>
                <a:lnTo>
                  <a:pt x="67202" y="108467"/>
                </a:lnTo>
                <a:lnTo>
                  <a:pt x="67235" y="108338"/>
                </a:lnTo>
                <a:lnTo>
                  <a:pt x="67267" y="108213"/>
                </a:lnTo>
                <a:lnTo>
                  <a:pt x="67298" y="108092"/>
                </a:lnTo>
                <a:lnTo>
                  <a:pt x="67328" y="107976"/>
                </a:lnTo>
                <a:lnTo>
                  <a:pt x="67342" y="107920"/>
                </a:lnTo>
                <a:lnTo>
                  <a:pt x="67357" y="107864"/>
                </a:lnTo>
                <a:lnTo>
                  <a:pt x="67371" y="107810"/>
                </a:lnTo>
                <a:lnTo>
                  <a:pt x="67384" y="107758"/>
                </a:lnTo>
                <a:lnTo>
                  <a:pt x="67398" y="107706"/>
                </a:lnTo>
                <a:lnTo>
                  <a:pt x="67411" y="107656"/>
                </a:lnTo>
                <a:lnTo>
                  <a:pt x="67424" y="107607"/>
                </a:lnTo>
                <a:lnTo>
                  <a:pt x="67436" y="107559"/>
                </a:lnTo>
                <a:lnTo>
                  <a:pt x="67448" y="107513"/>
                </a:lnTo>
                <a:lnTo>
                  <a:pt x="67460" y="107467"/>
                </a:lnTo>
                <a:lnTo>
                  <a:pt x="67472" y="107423"/>
                </a:lnTo>
                <a:lnTo>
                  <a:pt x="67483" y="107380"/>
                </a:lnTo>
                <a:lnTo>
                  <a:pt x="67494" y="107339"/>
                </a:lnTo>
                <a:lnTo>
                  <a:pt x="67505" y="107298"/>
                </a:lnTo>
                <a:lnTo>
                  <a:pt x="67516" y="107259"/>
                </a:lnTo>
                <a:lnTo>
                  <a:pt x="67526" y="107221"/>
                </a:lnTo>
                <a:lnTo>
                  <a:pt x="67536" y="107184"/>
                </a:lnTo>
                <a:lnTo>
                  <a:pt x="67546" y="107148"/>
                </a:lnTo>
                <a:lnTo>
                  <a:pt x="67555" y="107114"/>
                </a:lnTo>
                <a:lnTo>
                  <a:pt x="67564" y="107081"/>
                </a:lnTo>
                <a:lnTo>
                  <a:pt x="67573" y="107049"/>
                </a:lnTo>
                <a:lnTo>
                  <a:pt x="67581" y="107018"/>
                </a:lnTo>
                <a:lnTo>
                  <a:pt x="67589" y="106988"/>
                </a:lnTo>
                <a:lnTo>
                  <a:pt x="67597" y="106959"/>
                </a:lnTo>
                <a:lnTo>
                  <a:pt x="67601" y="106945"/>
                </a:lnTo>
                <a:lnTo>
                  <a:pt x="67605" y="106932"/>
                </a:lnTo>
                <a:lnTo>
                  <a:pt x="67609" y="106919"/>
                </a:lnTo>
                <a:lnTo>
                  <a:pt x="67612" y="106906"/>
                </a:lnTo>
                <a:lnTo>
                  <a:pt x="67616" y="106894"/>
                </a:lnTo>
                <a:lnTo>
                  <a:pt x="67619" y="106882"/>
                </a:lnTo>
                <a:lnTo>
                  <a:pt x="67621" y="106875"/>
                </a:lnTo>
                <a:lnTo>
                  <a:pt x="67851" y="106416"/>
                </a:lnTo>
                <a:lnTo>
                  <a:pt x="67851" y="105665"/>
                </a:lnTo>
                <a:lnTo>
                  <a:pt x="67850" y="105605"/>
                </a:lnTo>
                <a:lnTo>
                  <a:pt x="67848" y="105543"/>
                </a:lnTo>
                <a:lnTo>
                  <a:pt x="67845" y="105479"/>
                </a:lnTo>
                <a:lnTo>
                  <a:pt x="67841" y="105414"/>
                </a:lnTo>
                <a:lnTo>
                  <a:pt x="67835" y="105348"/>
                </a:lnTo>
                <a:lnTo>
                  <a:pt x="67827" y="105281"/>
                </a:lnTo>
                <a:lnTo>
                  <a:pt x="67819" y="105212"/>
                </a:lnTo>
                <a:lnTo>
                  <a:pt x="67808" y="105142"/>
                </a:lnTo>
                <a:lnTo>
                  <a:pt x="67796" y="105071"/>
                </a:lnTo>
                <a:lnTo>
                  <a:pt x="67781" y="104999"/>
                </a:lnTo>
                <a:lnTo>
                  <a:pt x="67765" y="104926"/>
                </a:lnTo>
                <a:lnTo>
                  <a:pt x="67747" y="104853"/>
                </a:lnTo>
                <a:lnTo>
                  <a:pt x="67727" y="104779"/>
                </a:lnTo>
                <a:lnTo>
                  <a:pt x="67705" y="104704"/>
                </a:lnTo>
                <a:lnTo>
                  <a:pt x="67680" y="104628"/>
                </a:lnTo>
                <a:lnTo>
                  <a:pt x="67653" y="104552"/>
                </a:lnTo>
                <a:lnTo>
                  <a:pt x="67624" y="104475"/>
                </a:lnTo>
                <a:lnTo>
                  <a:pt x="67592" y="104398"/>
                </a:lnTo>
                <a:lnTo>
                  <a:pt x="67558" y="104321"/>
                </a:lnTo>
                <a:lnTo>
                  <a:pt x="67521" y="104243"/>
                </a:lnTo>
                <a:lnTo>
                  <a:pt x="67482" y="104165"/>
                </a:lnTo>
                <a:lnTo>
                  <a:pt x="67440" y="104088"/>
                </a:lnTo>
                <a:lnTo>
                  <a:pt x="67395" y="104010"/>
                </a:lnTo>
                <a:lnTo>
                  <a:pt x="67347" y="103932"/>
                </a:lnTo>
                <a:lnTo>
                  <a:pt x="67295" y="103854"/>
                </a:lnTo>
                <a:lnTo>
                  <a:pt x="67243" y="103779"/>
                </a:lnTo>
                <a:lnTo>
                  <a:pt x="67189" y="103706"/>
                </a:lnTo>
                <a:lnTo>
                  <a:pt x="67134" y="103636"/>
                </a:lnTo>
                <a:lnTo>
                  <a:pt x="67077" y="103568"/>
                </a:lnTo>
                <a:lnTo>
                  <a:pt x="67020" y="103502"/>
                </a:lnTo>
                <a:lnTo>
                  <a:pt x="66961" y="103439"/>
                </a:lnTo>
                <a:lnTo>
                  <a:pt x="66902" y="103378"/>
                </a:lnTo>
                <a:lnTo>
                  <a:pt x="66841" y="103320"/>
                </a:lnTo>
                <a:lnTo>
                  <a:pt x="66780" y="103264"/>
                </a:lnTo>
                <a:lnTo>
                  <a:pt x="66718" y="103210"/>
                </a:lnTo>
                <a:lnTo>
                  <a:pt x="66656" y="103158"/>
                </a:lnTo>
                <a:lnTo>
                  <a:pt x="66593" y="103109"/>
                </a:lnTo>
                <a:lnTo>
                  <a:pt x="66530" y="103061"/>
                </a:lnTo>
                <a:lnTo>
                  <a:pt x="66467" y="103016"/>
                </a:lnTo>
                <a:lnTo>
                  <a:pt x="66403" y="102973"/>
                </a:lnTo>
                <a:lnTo>
                  <a:pt x="66339" y="102932"/>
                </a:lnTo>
                <a:lnTo>
                  <a:pt x="66275" y="102893"/>
                </a:lnTo>
                <a:lnTo>
                  <a:pt x="66211" y="102856"/>
                </a:lnTo>
                <a:lnTo>
                  <a:pt x="66148" y="102821"/>
                </a:lnTo>
                <a:lnTo>
                  <a:pt x="66084" y="102788"/>
                </a:lnTo>
                <a:lnTo>
                  <a:pt x="66021" y="102757"/>
                </a:lnTo>
                <a:lnTo>
                  <a:pt x="65958" y="102727"/>
                </a:lnTo>
                <a:lnTo>
                  <a:pt x="65896" y="102700"/>
                </a:lnTo>
                <a:lnTo>
                  <a:pt x="65791" y="102657"/>
                </a:lnTo>
                <a:lnTo>
                  <a:pt x="65688" y="102619"/>
                </a:lnTo>
                <a:lnTo>
                  <a:pt x="65585" y="102585"/>
                </a:lnTo>
                <a:lnTo>
                  <a:pt x="65485" y="102556"/>
                </a:lnTo>
                <a:lnTo>
                  <a:pt x="65386" y="102530"/>
                </a:lnTo>
                <a:lnTo>
                  <a:pt x="65289" y="102508"/>
                </a:lnTo>
                <a:lnTo>
                  <a:pt x="65194" y="102489"/>
                </a:lnTo>
                <a:lnTo>
                  <a:pt x="65102" y="102474"/>
                </a:lnTo>
                <a:lnTo>
                  <a:pt x="65012" y="102461"/>
                </a:lnTo>
                <a:lnTo>
                  <a:pt x="64925" y="102452"/>
                </a:lnTo>
                <a:lnTo>
                  <a:pt x="64841" y="102444"/>
                </a:lnTo>
                <a:lnTo>
                  <a:pt x="64761" y="102440"/>
                </a:lnTo>
                <a:lnTo>
                  <a:pt x="64683" y="102437"/>
                </a:lnTo>
                <a:lnTo>
                  <a:pt x="64609" y="102435"/>
                </a:lnTo>
                <a:lnTo>
                  <a:pt x="64539" y="102436"/>
                </a:lnTo>
                <a:lnTo>
                  <a:pt x="64473" y="102438"/>
                </a:lnTo>
                <a:lnTo>
                  <a:pt x="64411" y="102440"/>
                </a:lnTo>
                <a:lnTo>
                  <a:pt x="64354" y="102444"/>
                </a:lnTo>
                <a:lnTo>
                  <a:pt x="64301" y="102448"/>
                </a:lnTo>
                <a:lnTo>
                  <a:pt x="64253" y="102453"/>
                </a:lnTo>
                <a:lnTo>
                  <a:pt x="64210" y="102458"/>
                </a:lnTo>
                <a:lnTo>
                  <a:pt x="64172" y="102463"/>
                </a:lnTo>
                <a:lnTo>
                  <a:pt x="64139" y="102467"/>
                </a:lnTo>
                <a:lnTo>
                  <a:pt x="64112" y="102471"/>
                </a:lnTo>
                <a:lnTo>
                  <a:pt x="64048" y="102481"/>
                </a:lnTo>
                <a:lnTo>
                  <a:pt x="63985" y="102491"/>
                </a:lnTo>
                <a:lnTo>
                  <a:pt x="63922" y="102503"/>
                </a:lnTo>
                <a:lnTo>
                  <a:pt x="63861" y="102516"/>
                </a:lnTo>
                <a:lnTo>
                  <a:pt x="63801" y="102529"/>
                </a:lnTo>
                <a:lnTo>
                  <a:pt x="63742" y="102543"/>
                </a:lnTo>
                <a:lnTo>
                  <a:pt x="63685" y="102558"/>
                </a:lnTo>
                <a:lnTo>
                  <a:pt x="63629" y="102573"/>
                </a:lnTo>
                <a:lnTo>
                  <a:pt x="63574" y="102589"/>
                </a:lnTo>
                <a:lnTo>
                  <a:pt x="63521" y="102605"/>
                </a:lnTo>
                <a:lnTo>
                  <a:pt x="63469" y="102621"/>
                </a:lnTo>
                <a:lnTo>
                  <a:pt x="63419" y="102637"/>
                </a:lnTo>
                <a:lnTo>
                  <a:pt x="63371" y="102653"/>
                </a:lnTo>
                <a:lnTo>
                  <a:pt x="63325" y="102669"/>
                </a:lnTo>
                <a:lnTo>
                  <a:pt x="63281" y="102685"/>
                </a:lnTo>
                <a:lnTo>
                  <a:pt x="63238" y="102701"/>
                </a:lnTo>
                <a:lnTo>
                  <a:pt x="63198" y="102716"/>
                </a:lnTo>
                <a:lnTo>
                  <a:pt x="63160" y="102731"/>
                </a:lnTo>
                <a:lnTo>
                  <a:pt x="63124" y="102746"/>
                </a:lnTo>
                <a:lnTo>
                  <a:pt x="63091" y="102759"/>
                </a:lnTo>
                <a:lnTo>
                  <a:pt x="63059" y="102772"/>
                </a:lnTo>
                <a:lnTo>
                  <a:pt x="63031" y="102784"/>
                </a:lnTo>
                <a:lnTo>
                  <a:pt x="63005" y="102795"/>
                </a:lnTo>
                <a:lnTo>
                  <a:pt x="62981" y="102805"/>
                </a:lnTo>
                <a:lnTo>
                  <a:pt x="62922" y="102831"/>
                </a:lnTo>
                <a:lnTo>
                  <a:pt x="62862" y="102858"/>
                </a:lnTo>
                <a:lnTo>
                  <a:pt x="62801" y="102885"/>
                </a:lnTo>
                <a:lnTo>
                  <a:pt x="62739" y="102914"/>
                </a:lnTo>
                <a:lnTo>
                  <a:pt x="62676" y="102944"/>
                </a:lnTo>
                <a:lnTo>
                  <a:pt x="62612" y="102975"/>
                </a:lnTo>
                <a:lnTo>
                  <a:pt x="62547" y="103006"/>
                </a:lnTo>
                <a:lnTo>
                  <a:pt x="62481" y="103039"/>
                </a:lnTo>
                <a:lnTo>
                  <a:pt x="62415" y="103072"/>
                </a:lnTo>
                <a:lnTo>
                  <a:pt x="62348" y="103106"/>
                </a:lnTo>
                <a:lnTo>
                  <a:pt x="62280" y="103141"/>
                </a:lnTo>
                <a:lnTo>
                  <a:pt x="62211" y="103177"/>
                </a:lnTo>
                <a:lnTo>
                  <a:pt x="62142" y="103213"/>
                </a:lnTo>
                <a:lnTo>
                  <a:pt x="62072" y="103250"/>
                </a:lnTo>
                <a:lnTo>
                  <a:pt x="62002" y="103288"/>
                </a:lnTo>
                <a:lnTo>
                  <a:pt x="61930" y="103327"/>
                </a:lnTo>
                <a:lnTo>
                  <a:pt x="61859" y="103366"/>
                </a:lnTo>
                <a:lnTo>
                  <a:pt x="61787" y="103406"/>
                </a:lnTo>
                <a:lnTo>
                  <a:pt x="61714" y="103446"/>
                </a:lnTo>
                <a:lnTo>
                  <a:pt x="61641" y="103487"/>
                </a:lnTo>
                <a:lnTo>
                  <a:pt x="61567" y="103528"/>
                </a:lnTo>
                <a:lnTo>
                  <a:pt x="61493" y="103570"/>
                </a:lnTo>
                <a:lnTo>
                  <a:pt x="61418" y="103612"/>
                </a:lnTo>
                <a:lnTo>
                  <a:pt x="61344" y="103655"/>
                </a:lnTo>
                <a:lnTo>
                  <a:pt x="61118" y="103784"/>
                </a:lnTo>
                <a:lnTo>
                  <a:pt x="60916" y="103947"/>
                </a:lnTo>
                <a:lnTo>
                  <a:pt x="59973" y="104697"/>
                </a:lnTo>
                <a:lnTo>
                  <a:pt x="59028" y="105413"/>
                </a:lnTo>
                <a:lnTo>
                  <a:pt x="58082" y="106096"/>
                </a:lnTo>
                <a:lnTo>
                  <a:pt x="57136" y="106745"/>
                </a:lnTo>
                <a:lnTo>
                  <a:pt x="56188" y="107362"/>
                </a:lnTo>
                <a:lnTo>
                  <a:pt x="55239" y="107945"/>
                </a:lnTo>
                <a:lnTo>
                  <a:pt x="54288" y="108496"/>
                </a:lnTo>
                <a:lnTo>
                  <a:pt x="53337" y="109015"/>
                </a:lnTo>
                <a:lnTo>
                  <a:pt x="52384" y="109500"/>
                </a:lnTo>
                <a:lnTo>
                  <a:pt x="51430" y="109954"/>
                </a:lnTo>
                <a:lnTo>
                  <a:pt x="50474" y="110375"/>
                </a:lnTo>
                <a:lnTo>
                  <a:pt x="49518" y="110764"/>
                </a:lnTo>
                <a:lnTo>
                  <a:pt x="48560" y="111122"/>
                </a:lnTo>
                <a:lnTo>
                  <a:pt x="47600" y="111447"/>
                </a:lnTo>
                <a:lnTo>
                  <a:pt x="46639" y="111741"/>
                </a:lnTo>
                <a:lnTo>
                  <a:pt x="45677" y="112003"/>
                </a:lnTo>
                <a:lnTo>
                  <a:pt x="44713" y="112234"/>
                </a:lnTo>
                <a:lnTo>
                  <a:pt x="43748" y="112434"/>
                </a:lnTo>
                <a:lnTo>
                  <a:pt x="42782" y="112603"/>
                </a:lnTo>
                <a:lnTo>
                  <a:pt x="41813" y="112741"/>
                </a:lnTo>
                <a:lnTo>
                  <a:pt x="40844" y="112847"/>
                </a:lnTo>
                <a:lnTo>
                  <a:pt x="39872" y="112923"/>
                </a:lnTo>
                <a:lnTo>
                  <a:pt x="38899" y="112969"/>
                </a:lnTo>
                <a:lnTo>
                  <a:pt x="37925" y="112984"/>
                </a:lnTo>
                <a:lnTo>
                  <a:pt x="36892" y="112969"/>
                </a:lnTo>
                <a:lnTo>
                  <a:pt x="35870" y="112922"/>
                </a:lnTo>
                <a:lnTo>
                  <a:pt x="34858" y="112844"/>
                </a:lnTo>
                <a:lnTo>
                  <a:pt x="33856" y="112735"/>
                </a:lnTo>
                <a:lnTo>
                  <a:pt x="32865" y="112594"/>
                </a:lnTo>
                <a:lnTo>
                  <a:pt x="31883" y="112422"/>
                </a:lnTo>
                <a:lnTo>
                  <a:pt x="30911" y="112218"/>
                </a:lnTo>
                <a:lnTo>
                  <a:pt x="29950" y="111983"/>
                </a:lnTo>
                <a:lnTo>
                  <a:pt x="28998" y="111716"/>
                </a:lnTo>
                <a:lnTo>
                  <a:pt x="28056" y="111418"/>
                </a:lnTo>
                <a:lnTo>
                  <a:pt x="27124" y="111087"/>
                </a:lnTo>
                <a:lnTo>
                  <a:pt x="26201" y="110725"/>
                </a:lnTo>
                <a:lnTo>
                  <a:pt x="25288" y="110330"/>
                </a:lnTo>
                <a:lnTo>
                  <a:pt x="24385" y="109904"/>
                </a:lnTo>
                <a:lnTo>
                  <a:pt x="23492" y="109446"/>
                </a:lnTo>
                <a:lnTo>
                  <a:pt x="22608" y="108955"/>
                </a:lnTo>
                <a:lnTo>
                  <a:pt x="21733" y="108432"/>
                </a:lnTo>
                <a:lnTo>
                  <a:pt x="20868" y="107877"/>
                </a:lnTo>
                <a:lnTo>
                  <a:pt x="20012" y="107289"/>
                </a:lnTo>
                <a:lnTo>
                  <a:pt x="19165" y="106669"/>
                </a:lnTo>
                <a:lnTo>
                  <a:pt x="18328" y="106017"/>
                </a:lnTo>
                <a:lnTo>
                  <a:pt x="17500" y="105331"/>
                </a:lnTo>
                <a:lnTo>
                  <a:pt x="16681" y="104613"/>
                </a:lnTo>
                <a:lnTo>
                  <a:pt x="15871" y="103863"/>
                </a:lnTo>
                <a:lnTo>
                  <a:pt x="15121" y="103116"/>
                </a:lnTo>
                <a:lnTo>
                  <a:pt x="14400" y="102329"/>
                </a:lnTo>
                <a:lnTo>
                  <a:pt x="13707" y="101503"/>
                </a:lnTo>
                <a:lnTo>
                  <a:pt x="13044" y="100637"/>
                </a:lnTo>
                <a:lnTo>
                  <a:pt x="12410" y="99731"/>
                </a:lnTo>
                <a:lnTo>
                  <a:pt x="11806" y="98784"/>
                </a:lnTo>
                <a:lnTo>
                  <a:pt x="11232" y="97796"/>
                </a:lnTo>
                <a:lnTo>
                  <a:pt x="10688" y="96767"/>
                </a:lnTo>
                <a:lnTo>
                  <a:pt x="10175" y="95696"/>
                </a:lnTo>
                <a:lnTo>
                  <a:pt x="9693" y="94584"/>
                </a:lnTo>
                <a:lnTo>
                  <a:pt x="9242" y="93429"/>
                </a:lnTo>
                <a:lnTo>
                  <a:pt x="8823" y="92231"/>
                </a:lnTo>
                <a:lnTo>
                  <a:pt x="8435" y="90991"/>
                </a:lnTo>
                <a:lnTo>
                  <a:pt x="8080" y="89707"/>
                </a:lnTo>
                <a:lnTo>
                  <a:pt x="7757" y="88380"/>
                </a:lnTo>
                <a:lnTo>
                  <a:pt x="7467" y="87009"/>
                </a:lnTo>
                <a:lnTo>
                  <a:pt x="7210" y="85593"/>
                </a:lnTo>
                <a:lnTo>
                  <a:pt x="6986" y="84134"/>
                </a:lnTo>
                <a:lnTo>
                  <a:pt x="6796" y="82629"/>
                </a:lnTo>
                <a:lnTo>
                  <a:pt x="6639" y="81079"/>
                </a:lnTo>
                <a:lnTo>
                  <a:pt x="6517" y="79483"/>
                </a:lnTo>
                <a:lnTo>
                  <a:pt x="6430" y="77842"/>
                </a:lnTo>
                <a:lnTo>
                  <a:pt x="6377" y="76154"/>
                </a:lnTo>
                <a:lnTo>
                  <a:pt x="6359" y="74420"/>
                </a:lnTo>
                <a:lnTo>
                  <a:pt x="6390" y="72428"/>
                </a:lnTo>
                <a:lnTo>
                  <a:pt x="6484" y="70443"/>
                </a:lnTo>
                <a:lnTo>
                  <a:pt x="6640" y="68465"/>
                </a:lnTo>
                <a:lnTo>
                  <a:pt x="6859" y="66494"/>
                </a:lnTo>
                <a:lnTo>
                  <a:pt x="7141" y="64530"/>
                </a:lnTo>
                <a:lnTo>
                  <a:pt x="7486" y="62573"/>
                </a:lnTo>
                <a:lnTo>
                  <a:pt x="7894" y="60622"/>
                </a:lnTo>
                <a:lnTo>
                  <a:pt x="8365" y="58678"/>
                </a:lnTo>
                <a:lnTo>
                  <a:pt x="8900" y="56740"/>
                </a:lnTo>
                <a:lnTo>
                  <a:pt x="9498" y="54810"/>
                </a:lnTo>
                <a:lnTo>
                  <a:pt x="10160" y="52886"/>
                </a:lnTo>
                <a:lnTo>
                  <a:pt x="10885" y="50968"/>
                </a:lnTo>
                <a:lnTo>
                  <a:pt x="11675" y="49057"/>
                </a:lnTo>
                <a:lnTo>
                  <a:pt x="12528" y="47153"/>
                </a:lnTo>
                <a:lnTo>
                  <a:pt x="13446" y="45255"/>
                </a:lnTo>
                <a:lnTo>
                  <a:pt x="14428" y="43364"/>
                </a:lnTo>
                <a:lnTo>
                  <a:pt x="15475" y="41479"/>
                </a:lnTo>
                <a:lnTo>
                  <a:pt x="16586" y="39601"/>
                </a:lnTo>
                <a:lnTo>
                  <a:pt x="17762" y="37729"/>
                </a:lnTo>
                <a:lnTo>
                  <a:pt x="19003" y="35863"/>
                </a:lnTo>
                <a:lnTo>
                  <a:pt x="20309" y="34004"/>
                </a:lnTo>
                <a:lnTo>
                  <a:pt x="21680" y="32151"/>
                </a:lnTo>
                <a:lnTo>
                  <a:pt x="23116" y="30305"/>
                </a:lnTo>
                <a:lnTo>
                  <a:pt x="24617" y="28464"/>
                </a:lnTo>
                <a:lnTo>
                  <a:pt x="26152" y="26674"/>
                </a:lnTo>
                <a:lnTo>
                  <a:pt x="27700" y="24961"/>
                </a:lnTo>
                <a:lnTo>
                  <a:pt x="29260" y="23328"/>
                </a:lnTo>
                <a:lnTo>
                  <a:pt x="30832" y="21772"/>
                </a:lnTo>
                <a:lnTo>
                  <a:pt x="32417" y="20294"/>
                </a:lnTo>
                <a:lnTo>
                  <a:pt x="34015" y="18894"/>
                </a:lnTo>
                <a:lnTo>
                  <a:pt x="35626" y="17571"/>
                </a:lnTo>
                <a:lnTo>
                  <a:pt x="37249" y="16325"/>
                </a:lnTo>
                <a:lnTo>
                  <a:pt x="38884" y="15155"/>
                </a:lnTo>
                <a:lnTo>
                  <a:pt x="40533" y="14062"/>
                </a:lnTo>
                <a:lnTo>
                  <a:pt x="42194" y="13045"/>
                </a:lnTo>
                <a:lnTo>
                  <a:pt x="43868" y="12104"/>
                </a:lnTo>
                <a:lnTo>
                  <a:pt x="45555" y="11238"/>
                </a:lnTo>
                <a:lnTo>
                  <a:pt x="47254" y="10447"/>
                </a:lnTo>
                <a:lnTo>
                  <a:pt x="48966" y="9731"/>
                </a:lnTo>
                <a:lnTo>
                  <a:pt x="50691" y="9090"/>
                </a:lnTo>
                <a:lnTo>
                  <a:pt x="52429" y="8523"/>
                </a:lnTo>
                <a:lnTo>
                  <a:pt x="54180" y="8030"/>
                </a:lnTo>
                <a:lnTo>
                  <a:pt x="55943" y="7611"/>
                </a:lnTo>
                <a:lnTo>
                  <a:pt x="57720" y="7265"/>
                </a:lnTo>
                <a:lnTo>
                  <a:pt x="59509" y="6992"/>
                </a:lnTo>
                <a:lnTo>
                  <a:pt x="61311" y="6792"/>
                </a:lnTo>
                <a:lnTo>
                  <a:pt x="63126" y="6664"/>
                </a:lnTo>
                <a:lnTo>
                  <a:pt x="64938" y="6609"/>
                </a:lnTo>
                <a:lnTo>
                  <a:pt x="66018" y="6629"/>
                </a:lnTo>
                <a:lnTo>
                  <a:pt x="67093" y="6687"/>
                </a:lnTo>
                <a:lnTo>
                  <a:pt x="68144" y="6785"/>
                </a:lnTo>
                <a:lnTo>
                  <a:pt x="69173" y="6922"/>
                </a:lnTo>
                <a:lnTo>
                  <a:pt x="70179" y="7098"/>
                </a:lnTo>
                <a:lnTo>
                  <a:pt x="71163" y="7314"/>
                </a:lnTo>
                <a:lnTo>
                  <a:pt x="72125" y="7570"/>
                </a:lnTo>
                <a:lnTo>
                  <a:pt x="73064" y="7865"/>
                </a:lnTo>
                <a:lnTo>
                  <a:pt x="73982" y="8201"/>
                </a:lnTo>
                <a:lnTo>
                  <a:pt x="74878" y="8576"/>
                </a:lnTo>
                <a:lnTo>
                  <a:pt x="75752" y="8991"/>
                </a:lnTo>
                <a:lnTo>
                  <a:pt x="76605" y="9447"/>
                </a:lnTo>
                <a:lnTo>
                  <a:pt x="77436" y="9943"/>
                </a:lnTo>
                <a:lnTo>
                  <a:pt x="78246" y="10479"/>
                </a:lnTo>
                <a:lnTo>
                  <a:pt x="79035" y="11056"/>
                </a:lnTo>
                <a:lnTo>
                  <a:pt x="79803" y="11674"/>
                </a:lnTo>
                <a:lnTo>
                  <a:pt x="80550" y="12333"/>
                </a:lnTo>
                <a:lnTo>
                  <a:pt x="81276" y="13032"/>
                </a:lnTo>
                <a:lnTo>
                  <a:pt x="81982" y="13772"/>
                </a:lnTo>
                <a:lnTo>
                  <a:pt x="82668" y="14554"/>
                </a:lnTo>
                <a:lnTo>
                  <a:pt x="83333" y="15377"/>
                </a:lnTo>
                <a:lnTo>
                  <a:pt x="83979" y="16241"/>
                </a:lnTo>
                <a:lnTo>
                  <a:pt x="84604" y="17147"/>
                </a:lnTo>
                <a:lnTo>
                  <a:pt x="85210" y="18094"/>
                </a:lnTo>
                <a:lnTo>
                  <a:pt x="87918" y="16428"/>
                </a:lnTo>
                <a:lnTo>
                  <a:pt x="90166" y="18676"/>
                </a:lnTo>
                <a:lnTo>
                  <a:pt x="90207" y="18634"/>
                </a:lnTo>
                <a:lnTo>
                  <a:pt x="90251" y="18588"/>
                </a:lnTo>
                <a:lnTo>
                  <a:pt x="90297" y="18539"/>
                </a:lnTo>
                <a:lnTo>
                  <a:pt x="90345" y="18487"/>
                </a:lnTo>
                <a:lnTo>
                  <a:pt x="90395" y="18432"/>
                </a:lnTo>
                <a:lnTo>
                  <a:pt x="90447" y="18373"/>
                </a:lnTo>
                <a:lnTo>
                  <a:pt x="90501" y="18312"/>
                </a:lnTo>
                <a:lnTo>
                  <a:pt x="90557" y="18247"/>
                </a:lnTo>
                <a:lnTo>
                  <a:pt x="90615" y="18180"/>
                </a:lnTo>
                <a:lnTo>
                  <a:pt x="90674" y="18110"/>
                </a:lnTo>
                <a:lnTo>
                  <a:pt x="90735" y="18038"/>
                </a:lnTo>
                <a:lnTo>
                  <a:pt x="90798" y="17963"/>
                </a:lnTo>
                <a:lnTo>
                  <a:pt x="90862" y="17886"/>
                </a:lnTo>
                <a:lnTo>
                  <a:pt x="90928" y="17807"/>
                </a:lnTo>
                <a:lnTo>
                  <a:pt x="90995" y="17725"/>
                </a:lnTo>
                <a:lnTo>
                  <a:pt x="91063" y="17642"/>
                </a:lnTo>
                <a:lnTo>
                  <a:pt x="91133" y="17556"/>
                </a:lnTo>
                <a:lnTo>
                  <a:pt x="91204" y="17469"/>
                </a:lnTo>
                <a:lnTo>
                  <a:pt x="91276" y="17380"/>
                </a:lnTo>
                <a:lnTo>
                  <a:pt x="91349" y="17290"/>
                </a:lnTo>
                <a:lnTo>
                  <a:pt x="91423" y="17198"/>
                </a:lnTo>
                <a:lnTo>
                  <a:pt x="91498" y="17105"/>
                </a:lnTo>
                <a:lnTo>
                  <a:pt x="91574" y="17010"/>
                </a:lnTo>
                <a:lnTo>
                  <a:pt x="91650" y="16914"/>
                </a:lnTo>
                <a:lnTo>
                  <a:pt x="91714" y="16835"/>
                </a:lnTo>
                <a:lnTo>
                  <a:pt x="91781" y="16754"/>
                </a:lnTo>
                <a:lnTo>
                  <a:pt x="91851" y="16672"/>
                </a:lnTo>
                <a:lnTo>
                  <a:pt x="91923" y="16589"/>
                </a:lnTo>
                <a:lnTo>
                  <a:pt x="91998" y="16503"/>
                </a:lnTo>
                <a:lnTo>
                  <a:pt x="92076" y="16417"/>
                </a:lnTo>
                <a:lnTo>
                  <a:pt x="92156" y="16328"/>
                </a:lnTo>
                <a:lnTo>
                  <a:pt x="92240" y="16238"/>
                </a:lnTo>
                <a:lnTo>
                  <a:pt x="92326" y="16147"/>
                </a:lnTo>
                <a:lnTo>
                  <a:pt x="92416" y="16054"/>
                </a:lnTo>
                <a:lnTo>
                  <a:pt x="92508" y="15960"/>
                </a:lnTo>
                <a:lnTo>
                  <a:pt x="92603" y="15864"/>
                </a:lnTo>
                <a:lnTo>
                  <a:pt x="92701" y="15766"/>
                </a:lnTo>
                <a:lnTo>
                  <a:pt x="92803" y="15667"/>
                </a:lnTo>
                <a:lnTo>
                  <a:pt x="92907" y="15567"/>
                </a:lnTo>
                <a:lnTo>
                  <a:pt x="93014" y="15465"/>
                </a:lnTo>
                <a:lnTo>
                  <a:pt x="93125" y="15361"/>
                </a:lnTo>
                <a:lnTo>
                  <a:pt x="93238" y="15256"/>
                </a:lnTo>
                <a:lnTo>
                  <a:pt x="93355" y="15149"/>
                </a:lnTo>
                <a:lnTo>
                  <a:pt x="93475" y="15041"/>
                </a:lnTo>
                <a:lnTo>
                  <a:pt x="93598" y="14931"/>
                </a:lnTo>
                <a:lnTo>
                  <a:pt x="93724" y="14820"/>
                </a:lnTo>
                <a:lnTo>
                  <a:pt x="93854" y="14707"/>
                </a:lnTo>
                <a:lnTo>
                  <a:pt x="93986" y="14592"/>
                </a:lnTo>
                <a:lnTo>
                  <a:pt x="94119" y="14479"/>
                </a:lnTo>
                <a:lnTo>
                  <a:pt x="94254" y="14366"/>
                </a:lnTo>
                <a:lnTo>
                  <a:pt x="94390" y="14253"/>
                </a:lnTo>
                <a:lnTo>
                  <a:pt x="94528" y="14139"/>
                </a:lnTo>
                <a:lnTo>
                  <a:pt x="94668" y="14025"/>
                </a:lnTo>
                <a:lnTo>
                  <a:pt x="94810" y="13911"/>
                </a:lnTo>
                <a:lnTo>
                  <a:pt x="94954" y="13797"/>
                </a:lnTo>
                <a:lnTo>
                  <a:pt x="95099" y="13682"/>
                </a:lnTo>
                <a:lnTo>
                  <a:pt x="95247" y="13567"/>
                </a:lnTo>
                <a:lnTo>
                  <a:pt x="95396" y="13453"/>
                </a:lnTo>
                <a:lnTo>
                  <a:pt x="95547" y="13337"/>
                </a:lnTo>
                <a:lnTo>
                  <a:pt x="95700" y="13222"/>
                </a:lnTo>
                <a:lnTo>
                  <a:pt x="95854" y="13107"/>
                </a:lnTo>
                <a:lnTo>
                  <a:pt x="96011" y="12991"/>
                </a:lnTo>
                <a:lnTo>
                  <a:pt x="96169" y="12875"/>
                </a:lnTo>
                <a:lnTo>
                  <a:pt x="96330" y="12759"/>
                </a:lnTo>
                <a:lnTo>
                  <a:pt x="96492" y="12643"/>
                </a:lnTo>
                <a:lnTo>
                  <a:pt x="96656" y="12527"/>
                </a:lnTo>
                <a:lnTo>
                  <a:pt x="96822" y="12410"/>
                </a:lnTo>
                <a:lnTo>
                  <a:pt x="96990" y="12293"/>
                </a:lnTo>
                <a:lnTo>
                  <a:pt x="97160" y="12176"/>
                </a:lnTo>
                <a:lnTo>
                  <a:pt x="97331" y="12059"/>
                </a:lnTo>
                <a:lnTo>
                  <a:pt x="97505" y="11942"/>
                </a:lnTo>
                <a:lnTo>
                  <a:pt x="97680" y="11824"/>
                </a:lnTo>
                <a:lnTo>
                  <a:pt x="97751" y="11777"/>
                </a:lnTo>
                <a:lnTo>
                  <a:pt x="97750" y="11776"/>
                </a:lnTo>
                <a:lnTo>
                  <a:pt x="98095" y="11534"/>
                </a:lnTo>
                <a:lnTo>
                  <a:pt x="98433" y="11298"/>
                </a:lnTo>
                <a:lnTo>
                  <a:pt x="98767" y="11067"/>
                </a:lnTo>
                <a:lnTo>
                  <a:pt x="99095" y="10842"/>
                </a:lnTo>
                <a:lnTo>
                  <a:pt x="99417" y="10622"/>
                </a:lnTo>
                <a:lnTo>
                  <a:pt x="99734" y="10408"/>
                </a:lnTo>
                <a:lnTo>
                  <a:pt x="100045" y="10200"/>
                </a:lnTo>
                <a:lnTo>
                  <a:pt x="100351" y="9998"/>
                </a:lnTo>
                <a:lnTo>
                  <a:pt x="100651" y="9800"/>
                </a:lnTo>
                <a:lnTo>
                  <a:pt x="100946" y="9609"/>
                </a:lnTo>
                <a:lnTo>
                  <a:pt x="101236" y="9423"/>
                </a:lnTo>
                <a:lnTo>
                  <a:pt x="101520" y="9242"/>
                </a:lnTo>
                <a:lnTo>
                  <a:pt x="101799" y="9067"/>
                </a:lnTo>
                <a:lnTo>
                  <a:pt x="102072" y="8898"/>
                </a:lnTo>
                <a:lnTo>
                  <a:pt x="102340" y="8734"/>
                </a:lnTo>
                <a:lnTo>
                  <a:pt x="102603" y="8575"/>
                </a:lnTo>
                <a:lnTo>
                  <a:pt x="102860" y="8422"/>
                </a:lnTo>
                <a:lnTo>
                  <a:pt x="103112" y="8274"/>
                </a:lnTo>
                <a:lnTo>
                  <a:pt x="103358" y="8131"/>
                </a:lnTo>
                <a:lnTo>
                  <a:pt x="103600" y="7994"/>
                </a:lnTo>
                <a:lnTo>
                  <a:pt x="103836" y="7862"/>
                </a:lnTo>
                <a:lnTo>
                  <a:pt x="104066" y="7736"/>
                </a:lnTo>
                <a:lnTo>
                  <a:pt x="104291" y="7614"/>
                </a:lnTo>
                <a:lnTo>
                  <a:pt x="104511" y="7498"/>
                </a:lnTo>
                <a:lnTo>
                  <a:pt x="104619" y="7442"/>
                </a:lnTo>
                <a:lnTo>
                  <a:pt x="104725" y="7388"/>
                </a:lnTo>
                <a:lnTo>
                  <a:pt x="104829" y="7335"/>
                </a:lnTo>
                <a:lnTo>
                  <a:pt x="104931" y="7284"/>
                </a:lnTo>
                <a:lnTo>
                  <a:pt x="105031" y="7235"/>
                </a:lnTo>
                <a:lnTo>
                  <a:pt x="105130" y="7187"/>
                </a:lnTo>
                <a:lnTo>
                  <a:pt x="105226" y="7140"/>
                </a:lnTo>
                <a:lnTo>
                  <a:pt x="105321" y="7095"/>
                </a:lnTo>
                <a:lnTo>
                  <a:pt x="105415" y="7051"/>
                </a:lnTo>
                <a:lnTo>
                  <a:pt x="105506" y="7009"/>
                </a:lnTo>
                <a:lnTo>
                  <a:pt x="105596" y="6968"/>
                </a:lnTo>
                <a:lnTo>
                  <a:pt x="105683" y="6929"/>
                </a:lnTo>
                <a:lnTo>
                  <a:pt x="105769" y="6891"/>
                </a:lnTo>
                <a:lnTo>
                  <a:pt x="105854" y="6854"/>
                </a:lnTo>
                <a:lnTo>
                  <a:pt x="105936" y="6819"/>
                </a:lnTo>
                <a:lnTo>
                  <a:pt x="106017" y="6785"/>
                </a:lnTo>
                <a:lnTo>
                  <a:pt x="106096" y="6753"/>
                </a:lnTo>
                <a:lnTo>
                  <a:pt x="106174" y="6722"/>
                </a:lnTo>
                <a:lnTo>
                  <a:pt x="106250" y="6692"/>
                </a:lnTo>
                <a:lnTo>
                  <a:pt x="106324" y="6663"/>
                </a:lnTo>
                <a:lnTo>
                  <a:pt x="106396" y="6636"/>
                </a:lnTo>
                <a:lnTo>
                  <a:pt x="106432" y="6623"/>
                </a:lnTo>
                <a:lnTo>
                  <a:pt x="106410" y="6726"/>
                </a:lnTo>
                <a:lnTo>
                  <a:pt x="106383" y="6852"/>
                </a:lnTo>
                <a:lnTo>
                  <a:pt x="106355" y="6982"/>
                </a:lnTo>
                <a:lnTo>
                  <a:pt x="106327" y="7116"/>
                </a:lnTo>
                <a:lnTo>
                  <a:pt x="106297" y="7254"/>
                </a:lnTo>
                <a:lnTo>
                  <a:pt x="106266" y="7395"/>
                </a:lnTo>
                <a:lnTo>
                  <a:pt x="106235" y="7540"/>
                </a:lnTo>
                <a:lnTo>
                  <a:pt x="106202" y="7689"/>
                </a:lnTo>
                <a:lnTo>
                  <a:pt x="106169" y="7841"/>
                </a:lnTo>
                <a:lnTo>
                  <a:pt x="106134" y="7998"/>
                </a:lnTo>
                <a:lnTo>
                  <a:pt x="106099" y="8158"/>
                </a:lnTo>
                <a:lnTo>
                  <a:pt x="106063" y="8322"/>
                </a:lnTo>
                <a:lnTo>
                  <a:pt x="106025" y="8489"/>
                </a:lnTo>
                <a:lnTo>
                  <a:pt x="105987" y="8661"/>
                </a:lnTo>
                <a:lnTo>
                  <a:pt x="105948" y="8836"/>
                </a:lnTo>
                <a:lnTo>
                  <a:pt x="105907" y="9015"/>
                </a:lnTo>
                <a:lnTo>
                  <a:pt x="105866" y="9198"/>
                </a:lnTo>
                <a:lnTo>
                  <a:pt x="105824" y="9385"/>
                </a:lnTo>
                <a:lnTo>
                  <a:pt x="105781" y="9575"/>
                </a:lnTo>
                <a:lnTo>
                  <a:pt x="105737" y="9769"/>
                </a:lnTo>
                <a:lnTo>
                  <a:pt x="105645" y="10169"/>
                </a:lnTo>
                <a:lnTo>
                  <a:pt x="105551" y="10582"/>
                </a:lnTo>
                <a:lnTo>
                  <a:pt x="105452" y="11010"/>
                </a:lnTo>
                <a:lnTo>
                  <a:pt x="105350" y="11453"/>
                </a:lnTo>
                <a:lnTo>
                  <a:pt x="105243" y="11910"/>
                </a:lnTo>
                <a:lnTo>
                  <a:pt x="105134" y="12382"/>
                </a:lnTo>
                <a:lnTo>
                  <a:pt x="105020" y="12868"/>
                </a:lnTo>
                <a:lnTo>
                  <a:pt x="104903" y="13369"/>
                </a:lnTo>
                <a:lnTo>
                  <a:pt x="104781" y="13885"/>
                </a:lnTo>
                <a:lnTo>
                  <a:pt x="104657" y="14415"/>
                </a:lnTo>
                <a:lnTo>
                  <a:pt x="104528" y="14959"/>
                </a:lnTo>
                <a:lnTo>
                  <a:pt x="104395" y="15518"/>
                </a:lnTo>
                <a:lnTo>
                  <a:pt x="104259" y="16092"/>
                </a:lnTo>
                <a:lnTo>
                  <a:pt x="104119" y="16680"/>
                </a:lnTo>
                <a:lnTo>
                  <a:pt x="103976" y="17283"/>
                </a:lnTo>
                <a:lnTo>
                  <a:pt x="103828" y="17901"/>
                </a:lnTo>
                <a:lnTo>
                  <a:pt x="103677" y="18533"/>
                </a:lnTo>
                <a:lnTo>
                  <a:pt x="103522" y="19179"/>
                </a:lnTo>
                <a:lnTo>
                  <a:pt x="103363" y="19841"/>
                </a:lnTo>
                <a:lnTo>
                  <a:pt x="103200" y="20517"/>
                </a:lnTo>
                <a:lnTo>
                  <a:pt x="103034" y="21207"/>
                </a:lnTo>
                <a:lnTo>
                  <a:pt x="102864" y="21912"/>
                </a:lnTo>
                <a:lnTo>
                  <a:pt x="102690" y="22632"/>
                </a:lnTo>
                <a:lnTo>
                  <a:pt x="102513" y="23366"/>
                </a:lnTo>
                <a:lnTo>
                  <a:pt x="102146" y="24878"/>
                </a:lnTo>
                <a:lnTo>
                  <a:pt x="101765" y="26447"/>
                </a:lnTo>
                <a:lnTo>
                  <a:pt x="101368" y="28075"/>
                </a:lnTo>
                <a:lnTo>
                  <a:pt x="100957" y="29760"/>
                </a:lnTo>
                <a:lnTo>
                  <a:pt x="100530" y="31504"/>
                </a:lnTo>
                <a:lnTo>
                  <a:pt x="100089" y="33306"/>
                </a:lnTo>
                <a:lnTo>
                  <a:pt x="99633" y="35165"/>
                </a:lnTo>
                <a:lnTo>
                  <a:pt x="99161" y="37082"/>
                </a:lnTo>
                <a:lnTo>
                  <a:pt x="98675" y="39058"/>
                </a:lnTo>
                <a:lnTo>
                  <a:pt x="98174" y="41091"/>
                </a:lnTo>
                <a:lnTo>
                  <a:pt x="97658" y="43183"/>
                </a:lnTo>
                <a:lnTo>
                  <a:pt x="97126" y="45332"/>
                </a:lnTo>
                <a:lnTo>
                  <a:pt x="96580" y="47539"/>
                </a:lnTo>
                <a:lnTo>
                  <a:pt x="96019" y="49805"/>
                </a:lnTo>
                <a:lnTo>
                  <a:pt x="95443" y="52128"/>
                </a:lnTo>
                <a:lnTo>
                  <a:pt x="94852" y="54510"/>
                </a:lnTo>
                <a:lnTo>
                  <a:pt x="94245" y="56949"/>
                </a:lnTo>
                <a:lnTo>
                  <a:pt x="93624" y="59446"/>
                </a:lnTo>
                <a:lnTo>
                  <a:pt x="92988" y="62002"/>
                </a:lnTo>
                <a:lnTo>
                  <a:pt x="92337" y="64615"/>
                </a:lnTo>
                <a:lnTo>
                  <a:pt x="91671" y="67286"/>
                </a:lnTo>
                <a:lnTo>
                  <a:pt x="90990" y="70015"/>
                </a:lnTo>
                <a:lnTo>
                  <a:pt x="90294" y="72803"/>
                </a:lnTo>
                <a:lnTo>
                  <a:pt x="89582" y="75648"/>
                </a:lnTo>
                <a:lnTo>
                  <a:pt x="88851" y="78576"/>
                </a:lnTo>
                <a:lnTo>
                  <a:pt x="88134" y="81443"/>
                </a:lnTo>
                <a:lnTo>
                  <a:pt x="87433" y="84249"/>
                </a:lnTo>
                <a:lnTo>
                  <a:pt x="86748" y="86994"/>
                </a:lnTo>
                <a:lnTo>
                  <a:pt x="86077" y="89679"/>
                </a:lnTo>
                <a:lnTo>
                  <a:pt x="85423" y="92303"/>
                </a:lnTo>
                <a:lnTo>
                  <a:pt x="84783" y="94867"/>
                </a:lnTo>
                <a:lnTo>
                  <a:pt x="84159" y="97369"/>
                </a:lnTo>
                <a:lnTo>
                  <a:pt x="83551" y="99811"/>
                </a:lnTo>
                <a:lnTo>
                  <a:pt x="82957" y="102192"/>
                </a:lnTo>
                <a:lnTo>
                  <a:pt x="82379" y="104513"/>
                </a:lnTo>
                <a:lnTo>
                  <a:pt x="81817" y="106772"/>
                </a:lnTo>
                <a:lnTo>
                  <a:pt x="81270" y="108971"/>
                </a:lnTo>
                <a:lnTo>
                  <a:pt x="80738" y="111109"/>
                </a:lnTo>
                <a:lnTo>
                  <a:pt x="80222" y="113187"/>
                </a:lnTo>
                <a:lnTo>
                  <a:pt x="79721" y="115204"/>
                </a:lnTo>
                <a:lnTo>
                  <a:pt x="79236" y="117160"/>
                </a:lnTo>
                <a:lnTo>
                  <a:pt x="78766" y="119055"/>
                </a:lnTo>
                <a:lnTo>
                  <a:pt x="78311" y="120889"/>
                </a:lnTo>
                <a:lnTo>
                  <a:pt x="77872" y="122663"/>
                </a:lnTo>
                <a:lnTo>
                  <a:pt x="77448" y="124376"/>
                </a:lnTo>
                <a:lnTo>
                  <a:pt x="77040" y="126028"/>
                </a:lnTo>
                <a:lnTo>
                  <a:pt x="76647" y="127620"/>
                </a:lnTo>
                <a:lnTo>
                  <a:pt x="76269" y="129151"/>
                </a:lnTo>
                <a:lnTo>
                  <a:pt x="76086" y="129893"/>
                </a:lnTo>
                <a:lnTo>
                  <a:pt x="75907" y="130621"/>
                </a:lnTo>
                <a:lnTo>
                  <a:pt x="75732" y="131333"/>
                </a:lnTo>
                <a:lnTo>
                  <a:pt x="75560" y="132030"/>
                </a:lnTo>
                <a:lnTo>
                  <a:pt x="75393" y="132712"/>
                </a:lnTo>
                <a:lnTo>
                  <a:pt x="75229" y="133379"/>
                </a:lnTo>
                <a:lnTo>
                  <a:pt x="75069" y="134031"/>
                </a:lnTo>
                <a:lnTo>
                  <a:pt x="74913" y="134667"/>
                </a:lnTo>
                <a:lnTo>
                  <a:pt x="74760" y="135289"/>
                </a:lnTo>
                <a:lnTo>
                  <a:pt x="74612" y="135895"/>
                </a:lnTo>
                <a:lnTo>
                  <a:pt x="74467" y="136486"/>
                </a:lnTo>
                <a:lnTo>
                  <a:pt x="74327" y="137063"/>
                </a:lnTo>
                <a:lnTo>
                  <a:pt x="74190" y="137623"/>
                </a:lnTo>
                <a:lnTo>
                  <a:pt x="74057" y="138169"/>
                </a:lnTo>
                <a:lnTo>
                  <a:pt x="73927" y="138700"/>
                </a:lnTo>
                <a:lnTo>
                  <a:pt x="73802" y="139215"/>
                </a:lnTo>
                <a:lnTo>
                  <a:pt x="73680" y="139716"/>
                </a:lnTo>
                <a:lnTo>
                  <a:pt x="73563" y="140201"/>
                </a:lnTo>
                <a:lnTo>
                  <a:pt x="73449" y="140671"/>
                </a:lnTo>
                <a:lnTo>
                  <a:pt x="73339" y="141126"/>
                </a:lnTo>
                <a:lnTo>
                  <a:pt x="73232" y="141565"/>
                </a:lnTo>
                <a:lnTo>
                  <a:pt x="73130" y="141990"/>
                </a:lnTo>
                <a:lnTo>
                  <a:pt x="73032" y="142399"/>
                </a:lnTo>
                <a:lnTo>
                  <a:pt x="72937" y="142793"/>
                </a:lnTo>
                <a:lnTo>
                  <a:pt x="72891" y="142985"/>
                </a:lnTo>
                <a:lnTo>
                  <a:pt x="72846" y="143172"/>
                </a:lnTo>
                <a:lnTo>
                  <a:pt x="72802" y="143356"/>
                </a:lnTo>
                <a:lnTo>
                  <a:pt x="72759" y="143536"/>
                </a:lnTo>
                <a:lnTo>
                  <a:pt x="72717" y="143713"/>
                </a:lnTo>
                <a:lnTo>
                  <a:pt x="72676" y="143886"/>
                </a:lnTo>
                <a:lnTo>
                  <a:pt x="72636" y="144055"/>
                </a:lnTo>
                <a:lnTo>
                  <a:pt x="72596" y="144220"/>
                </a:lnTo>
                <a:lnTo>
                  <a:pt x="72558" y="144382"/>
                </a:lnTo>
                <a:lnTo>
                  <a:pt x="72521" y="144540"/>
                </a:lnTo>
                <a:lnTo>
                  <a:pt x="72484" y="144694"/>
                </a:lnTo>
                <a:lnTo>
                  <a:pt x="72449" y="144845"/>
                </a:lnTo>
                <a:lnTo>
                  <a:pt x="72414" y="144991"/>
                </a:lnTo>
                <a:lnTo>
                  <a:pt x="72381" y="145135"/>
                </a:lnTo>
                <a:lnTo>
                  <a:pt x="72348" y="145274"/>
                </a:lnTo>
                <a:lnTo>
                  <a:pt x="72316" y="145410"/>
                </a:lnTo>
                <a:lnTo>
                  <a:pt x="72285" y="145541"/>
                </a:lnTo>
                <a:lnTo>
                  <a:pt x="72256" y="145670"/>
                </a:lnTo>
                <a:lnTo>
                  <a:pt x="72227" y="145794"/>
                </a:lnTo>
                <a:lnTo>
                  <a:pt x="72199" y="145915"/>
                </a:lnTo>
                <a:lnTo>
                  <a:pt x="72172" y="146032"/>
                </a:lnTo>
                <a:lnTo>
                  <a:pt x="72146" y="146145"/>
                </a:lnTo>
                <a:lnTo>
                  <a:pt x="72121" y="146254"/>
                </a:lnTo>
                <a:lnTo>
                  <a:pt x="72097" y="146360"/>
                </a:lnTo>
                <a:lnTo>
                  <a:pt x="72085" y="146411"/>
                </a:lnTo>
                <a:lnTo>
                  <a:pt x="72073" y="146462"/>
                </a:lnTo>
                <a:lnTo>
                  <a:pt x="72062" y="146512"/>
                </a:lnTo>
                <a:lnTo>
                  <a:pt x="72051" y="146561"/>
                </a:lnTo>
                <a:lnTo>
                  <a:pt x="72040" y="146609"/>
                </a:lnTo>
                <a:lnTo>
                  <a:pt x="72030" y="146656"/>
                </a:lnTo>
                <a:lnTo>
                  <a:pt x="72019" y="146703"/>
                </a:lnTo>
                <a:lnTo>
                  <a:pt x="72009" y="146748"/>
                </a:lnTo>
                <a:lnTo>
                  <a:pt x="71999" y="146793"/>
                </a:lnTo>
                <a:lnTo>
                  <a:pt x="71989" y="146838"/>
                </a:lnTo>
                <a:lnTo>
                  <a:pt x="71980" y="146881"/>
                </a:lnTo>
                <a:lnTo>
                  <a:pt x="71970" y="146923"/>
                </a:lnTo>
                <a:lnTo>
                  <a:pt x="71961" y="146965"/>
                </a:lnTo>
                <a:lnTo>
                  <a:pt x="71952" y="147006"/>
                </a:lnTo>
                <a:lnTo>
                  <a:pt x="71943" y="147046"/>
                </a:lnTo>
                <a:lnTo>
                  <a:pt x="71935" y="147085"/>
                </a:lnTo>
                <a:lnTo>
                  <a:pt x="71927" y="147124"/>
                </a:lnTo>
                <a:lnTo>
                  <a:pt x="71919" y="147161"/>
                </a:lnTo>
                <a:lnTo>
                  <a:pt x="71911" y="147198"/>
                </a:lnTo>
                <a:lnTo>
                  <a:pt x="71903" y="147234"/>
                </a:lnTo>
                <a:lnTo>
                  <a:pt x="71896" y="147269"/>
                </a:lnTo>
                <a:lnTo>
                  <a:pt x="71889" y="147303"/>
                </a:lnTo>
                <a:lnTo>
                  <a:pt x="71882" y="147336"/>
                </a:lnTo>
                <a:lnTo>
                  <a:pt x="71875" y="147368"/>
                </a:lnTo>
                <a:lnTo>
                  <a:pt x="71872" y="147384"/>
                </a:lnTo>
                <a:lnTo>
                  <a:pt x="71869" y="147400"/>
                </a:lnTo>
                <a:lnTo>
                  <a:pt x="71865" y="147415"/>
                </a:lnTo>
                <a:lnTo>
                  <a:pt x="71862" y="147431"/>
                </a:lnTo>
                <a:lnTo>
                  <a:pt x="71859" y="147447"/>
                </a:lnTo>
                <a:lnTo>
                  <a:pt x="71856" y="147462"/>
                </a:lnTo>
                <a:lnTo>
                  <a:pt x="71853" y="147478"/>
                </a:lnTo>
                <a:lnTo>
                  <a:pt x="71850" y="147493"/>
                </a:lnTo>
                <a:lnTo>
                  <a:pt x="71846" y="147509"/>
                </a:lnTo>
                <a:lnTo>
                  <a:pt x="71843" y="147524"/>
                </a:lnTo>
                <a:lnTo>
                  <a:pt x="71840" y="147540"/>
                </a:lnTo>
                <a:lnTo>
                  <a:pt x="71837" y="147555"/>
                </a:lnTo>
                <a:lnTo>
                  <a:pt x="71834" y="147571"/>
                </a:lnTo>
                <a:lnTo>
                  <a:pt x="71831" y="147586"/>
                </a:lnTo>
                <a:lnTo>
                  <a:pt x="71829" y="147601"/>
                </a:lnTo>
                <a:lnTo>
                  <a:pt x="71826" y="147616"/>
                </a:lnTo>
                <a:lnTo>
                  <a:pt x="71823" y="147631"/>
                </a:lnTo>
                <a:lnTo>
                  <a:pt x="71820" y="147646"/>
                </a:lnTo>
                <a:lnTo>
                  <a:pt x="71817" y="147661"/>
                </a:lnTo>
                <a:lnTo>
                  <a:pt x="71815" y="147676"/>
                </a:lnTo>
                <a:lnTo>
                  <a:pt x="71812" y="147690"/>
                </a:lnTo>
                <a:lnTo>
                  <a:pt x="71809" y="147705"/>
                </a:lnTo>
                <a:lnTo>
                  <a:pt x="71807" y="147719"/>
                </a:lnTo>
                <a:lnTo>
                  <a:pt x="71804" y="147733"/>
                </a:lnTo>
                <a:lnTo>
                  <a:pt x="71804" y="147736"/>
                </a:lnTo>
                <a:lnTo>
                  <a:pt x="71803" y="147741"/>
                </a:lnTo>
                <a:lnTo>
                  <a:pt x="71801" y="147750"/>
                </a:lnTo>
                <a:lnTo>
                  <a:pt x="71799" y="147761"/>
                </a:lnTo>
                <a:lnTo>
                  <a:pt x="71797" y="147775"/>
                </a:lnTo>
                <a:lnTo>
                  <a:pt x="71794" y="147792"/>
                </a:lnTo>
                <a:lnTo>
                  <a:pt x="71791" y="147812"/>
                </a:lnTo>
                <a:lnTo>
                  <a:pt x="71787" y="147834"/>
                </a:lnTo>
                <a:lnTo>
                  <a:pt x="71784" y="147858"/>
                </a:lnTo>
                <a:lnTo>
                  <a:pt x="71780" y="147885"/>
                </a:lnTo>
                <a:lnTo>
                  <a:pt x="71776" y="147913"/>
                </a:lnTo>
                <a:lnTo>
                  <a:pt x="71772" y="147943"/>
                </a:lnTo>
                <a:lnTo>
                  <a:pt x="71768" y="147976"/>
                </a:lnTo>
                <a:lnTo>
                  <a:pt x="71764" y="148009"/>
                </a:lnTo>
                <a:lnTo>
                  <a:pt x="71760" y="148045"/>
                </a:lnTo>
                <a:lnTo>
                  <a:pt x="71756" y="148081"/>
                </a:lnTo>
                <a:lnTo>
                  <a:pt x="71753" y="148119"/>
                </a:lnTo>
                <a:lnTo>
                  <a:pt x="71750" y="148158"/>
                </a:lnTo>
                <a:lnTo>
                  <a:pt x="71747" y="148198"/>
                </a:lnTo>
                <a:lnTo>
                  <a:pt x="71745" y="148239"/>
                </a:lnTo>
                <a:lnTo>
                  <a:pt x="71743" y="148281"/>
                </a:lnTo>
                <a:lnTo>
                  <a:pt x="71741" y="148323"/>
                </a:lnTo>
                <a:lnTo>
                  <a:pt x="71740" y="148366"/>
                </a:lnTo>
                <a:lnTo>
                  <a:pt x="71740" y="148409"/>
                </a:lnTo>
                <a:lnTo>
                  <a:pt x="71748" y="148664"/>
                </a:lnTo>
                <a:lnTo>
                  <a:pt x="71770" y="148910"/>
                </a:lnTo>
                <a:lnTo>
                  <a:pt x="71807" y="149145"/>
                </a:lnTo>
                <a:lnTo>
                  <a:pt x="71856" y="149371"/>
                </a:lnTo>
                <a:lnTo>
                  <a:pt x="71917" y="149588"/>
                </a:lnTo>
                <a:lnTo>
                  <a:pt x="71989" y="149795"/>
                </a:lnTo>
                <a:lnTo>
                  <a:pt x="72072" y="149994"/>
                </a:lnTo>
                <a:lnTo>
                  <a:pt x="72163" y="150183"/>
                </a:lnTo>
                <a:lnTo>
                  <a:pt x="72262" y="150363"/>
                </a:lnTo>
                <a:lnTo>
                  <a:pt x="72369" y="150535"/>
                </a:lnTo>
                <a:lnTo>
                  <a:pt x="72482" y="150698"/>
                </a:lnTo>
                <a:lnTo>
                  <a:pt x="72600" y="150852"/>
                </a:lnTo>
                <a:lnTo>
                  <a:pt x="72722" y="150998"/>
                </a:lnTo>
                <a:lnTo>
                  <a:pt x="72848" y="151135"/>
                </a:lnTo>
                <a:lnTo>
                  <a:pt x="72976" y="151265"/>
                </a:lnTo>
                <a:lnTo>
                  <a:pt x="73105" y="151386"/>
                </a:lnTo>
                <a:lnTo>
                  <a:pt x="73235" y="151499"/>
                </a:lnTo>
                <a:lnTo>
                  <a:pt x="73365" y="151605"/>
                </a:lnTo>
                <a:lnTo>
                  <a:pt x="73493" y="151702"/>
                </a:lnTo>
                <a:lnTo>
                  <a:pt x="73619" y="151793"/>
                </a:lnTo>
                <a:lnTo>
                  <a:pt x="73741" y="151875"/>
                </a:lnTo>
                <a:lnTo>
                  <a:pt x="73859" y="151950"/>
                </a:lnTo>
                <a:lnTo>
                  <a:pt x="73972" y="152018"/>
                </a:lnTo>
                <a:lnTo>
                  <a:pt x="74078" y="152079"/>
                </a:lnTo>
                <a:lnTo>
                  <a:pt x="74192" y="152141"/>
                </a:lnTo>
                <a:lnTo>
                  <a:pt x="74307" y="152200"/>
                </a:lnTo>
                <a:lnTo>
                  <a:pt x="74423" y="152257"/>
                </a:lnTo>
                <a:lnTo>
                  <a:pt x="74542" y="152313"/>
                </a:lnTo>
                <a:lnTo>
                  <a:pt x="74662" y="152366"/>
                </a:lnTo>
                <a:lnTo>
                  <a:pt x="74783" y="152418"/>
                </a:lnTo>
                <a:lnTo>
                  <a:pt x="74906" y="152468"/>
                </a:lnTo>
                <a:lnTo>
                  <a:pt x="75030" y="152516"/>
                </a:lnTo>
                <a:lnTo>
                  <a:pt x="75155" y="152563"/>
                </a:lnTo>
                <a:lnTo>
                  <a:pt x="75281" y="152608"/>
                </a:lnTo>
                <a:lnTo>
                  <a:pt x="75408" y="152651"/>
                </a:lnTo>
                <a:lnTo>
                  <a:pt x="75536" y="152693"/>
                </a:lnTo>
                <a:lnTo>
                  <a:pt x="75665" y="152733"/>
                </a:lnTo>
                <a:lnTo>
                  <a:pt x="75795" y="152772"/>
                </a:lnTo>
                <a:lnTo>
                  <a:pt x="75925" y="152809"/>
                </a:lnTo>
                <a:lnTo>
                  <a:pt x="76056" y="152845"/>
                </a:lnTo>
                <a:lnTo>
                  <a:pt x="76187" y="152880"/>
                </a:lnTo>
                <a:lnTo>
                  <a:pt x="76318" y="152913"/>
                </a:lnTo>
                <a:lnTo>
                  <a:pt x="76450" y="152945"/>
                </a:lnTo>
                <a:lnTo>
                  <a:pt x="76582" y="152976"/>
                </a:lnTo>
                <a:lnTo>
                  <a:pt x="76713" y="153006"/>
                </a:lnTo>
                <a:lnTo>
                  <a:pt x="76845" y="153035"/>
                </a:lnTo>
                <a:lnTo>
                  <a:pt x="76977" y="153063"/>
                </a:lnTo>
                <a:lnTo>
                  <a:pt x="77108" y="153089"/>
                </a:lnTo>
                <a:lnTo>
                  <a:pt x="77382" y="153142"/>
                </a:lnTo>
                <a:lnTo>
                  <a:pt x="77666" y="153193"/>
                </a:lnTo>
                <a:lnTo>
                  <a:pt x="77958" y="153242"/>
                </a:lnTo>
                <a:lnTo>
                  <a:pt x="78259" y="153289"/>
                </a:lnTo>
                <a:lnTo>
                  <a:pt x="78570" y="153334"/>
                </a:lnTo>
                <a:lnTo>
                  <a:pt x="78889" y="153376"/>
                </a:lnTo>
                <a:lnTo>
                  <a:pt x="79217" y="153417"/>
                </a:lnTo>
                <a:lnTo>
                  <a:pt x="79554" y="153456"/>
                </a:lnTo>
                <a:lnTo>
                  <a:pt x="79900" y="153493"/>
                </a:lnTo>
                <a:lnTo>
                  <a:pt x="80254" y="153529"/>
                </a:lnTo>
                <a:lnTo>
                  <a:pt x="80617" y="153562"/>
                </a:lnTo>
                <a:lnTo>
                  <a:pt x="80989" y="153594"/>
                </a:lnTo>
                <a:lnTo>
                  <a:pt x="81369" y="153623"/>
                </a:lnTo>
                <a:lnTo>
                  <a:pt x="81757" y="153651"/>
                </a:lnTo>
                <a:lnTo>
                  <a:pt x="82154" y="153678"/>
                </a:lnTo>
                <a:lnTo>
                  <a:pt x="82560" y="153702"/>
                </a:lnTo>
                <a:lnTo>
                  <a:pt x="82973" y="153725"/>
                </a:lnTo>
                <a:lnTo>
                  <a:pt x="83395" y="153746"/>
                </a:lnTo>
                <a:lnTo>
                  <a:pt x="83825" y="153765"/>
                </a:lnTo>
                <a:lnTo>
                  <a:pt x="84264" y="153783"/>
                </a:lnTo>
                <a:lnTo>
                  <a:pt x="84710" y="153799"/>
                </a:lnTo>
                <a:lnTo>
                  <a:pt x="85165" y="153814"/>
                </a:lnTo>
                <a:lnTo>
                  <a:pt x="85627" y="153826"/>
                </a:lnTo>
                <a:lnTo>
                  <a:pt x="86097" y="153838"/>
                </a:lnTo>
                <a:lnTo>
                  <a:pt x="86168" y="153839"/>
                </a:lnTo>
                <a:lnTo>
                  <a:pt x="86168" y="153839"/>
                </a:lnTo>
                <a:lnTo>
                  <a:pt x="90559" y="153839"/>
                </a:lnTo>
                <a:lnTo>
                  <a:pt x="90544" y="153927"/>
                </a:lnTo>
                <a:lnTo>
                  <a:pt x="90527" y="154031"/>
                </a:lnTo>
                <a:lnTo>
                  <a:pt x="90508" y="154139"/>
                </a:lnTo>
                <a:lnTo>
                  <a:pt x="90489" y="154250"/>
                </a:lnTo>
                <a:lnTo>
                  <a:pt x="90470" y="154365"/>
                </a:lnTo>
                <a:lnTo>
                  <a:pt x="90450" y="154483"/>
                </a:lnTo>
                <a:lnTo>
                  <a:pt x="90429" y="154605"/>
                </a:lnTo>
                <a:lnTo>
                  <a:pt x="90407" y="154730"/>
                </a:lnTo>
                <a:lnTo>
                  <a:pt x="90385" y="154859"/>
                </a:lnTo>
                <a:lnTo>
                  <a:pt x="90362" y="154991"/>
                </a:lnTo>
                <a:lnTo>
                  <a:pt x="90339" y="155127"/>
                </a:lnTo>
                <a:lnTo>
                  <a:pt x="90314" y="155266"/>
                </a:lnTo>
                <a:lnTo>
                  <a:pt x="90290" y="155409"/>
                </a:lnTo>
                <a:lnTo>
                  <a:pt x="90264" y="155556"/>
                </a:lnTo>
                <a:lnTo>
                  <a:pt x="90238" y="155706"/>
                </a:lnTo>
                <a:lnTo>
                  <a:pt x="90211" y="155859"/>
                </a:lnTo>
                <a:lnTo>
                  <a:pt x="90183" y="156016"/>
                </a:lnTo>
                <a:lnTo>
                  <a:pt x="90155" y="156177"/>
                </a:lnTo>
                <a:lnTo>
                  <a:pt x="90126" y="156341"/>
                </a:lnTo>
                <a:lnTo>
                  <a:pt x="90097" y="156509"/>
                </a:lnTo>
                <a:lnTo>
                  <a:pt x="90072" y="156652"/>
                </a:lnTo>
                <a:lnTo>
                  <a:pt x="90053" y="156711"/>
                </a:lnTo>
                <a:lnTo>
                  <a:pt x="89978" y="156939"/>
                </a:lnTo>
                <a:lnTo>
                  <a:pt x="89903" y="157158"/>
                </a:lnTo>
                <a:lnTo>
                  <a:pt x="89827" y="157367"/>
                </a:lnTo>
                <a:lnTo>
                  <a:pt x="89752" y="157568"/>
                </a:lnTo>
                <a:lnTo>
                  <a:pt x="89676" y="157761"/>
                </a:lnTo>
                <a:lnTo>
                  <a:pt x="89601" y="157944"/>
                </a:lnTo>
                <a:lnTo>
                  <a:pt x="89526" y="158119"/>
                </a:lnTo>
                <a:lnTo>
                  <a:pt x="89451" y="158286"/>
                </a:lnTo>
                <a:lnTo>
                  <a:pt x="89376" y="158445"/>
                </a:lnTo>
                <a:lnTo>
                  <a:pt x="89302" y="158596"/>
                </a:lnTo>
                <a:lnTo>
                  <a:pt x="89229" y="158739"/>
                </a:lnTo>
                <a:lnTo>
                  <a:pt x="89156" y="158875"/>
                </a:lnTo>
                <a:lnTo>
                  <a:pt x="89097" y="158978"/>
                </a:lnTo>
                <a:lnTo>
                  <a:pt x="87515" y="158978"/>
                </a:lnTo>
                <a:lnTo>
                  <a:pt x="86943" y="158943"/>
                </a:lnTo>
                <a:lnTo>
                  <a:pt x="86223" y="158903"/>
                </a:lnTo>
                <a:lnTo>
                  <a:pt x="85464" y="158865"/>
                </a:lnTo>
                <a:lnTo>
                  <a:pt x="84665" y="158829"/>
                </a:lnTo>
                <a:lnTo>
                  <a:pt x="83827" y="158794"/>
                </a:lnTo>
                <a:lnTo>
                  <a:pt x="82949" y="158762"/>
                </a:lnTo>
                <a:lnTo>
                  <a:pt x="82032" y="158731"/>
                </a:lnTo>
                <a:lnTo>
                  <a:pt x="81075" y="158702"/>
                </a:lnTo>
                <a:lnTo>
                  <a:pt x="80079" y="158674"/>
                </a:lnTo>
                <a:lnTo>
                  <a:pt x="79043" y="158649"/>
                </a:lnTo>
                <a:lnTo>
                  <a:pt x="77968" y="158625"/>
                </a:lnTo>
                <a:lnTo>
                  <a:pt x="76853" y="158603"/>
                </a:lnTo>
                <a:lnTo>
                  <a:pt x="75699" y="158583"/>
                </a:lnTo>
                <a:lnTo>
                  <a:pt x="74506" y="158565"/>
                </a:lnTo>
                <a:lnTo>
                  <a:pt x="73274" y="158548"/>
                </a:lnTo>
                <a:lnTo>
                  <a:pt x="72002" y="158534"/>
                </a:lnTo>
                <a:lnTo>
                  <a:pt x="70692" y="158520"/>
                </a:lnTo>
                <a:lnTo>
                  <a:pt x="69342" y="158509"/>
                </a:lnTo>
                <a:lnTo>
                  <a:pt x="67953" y="158500"/>
                </a:lnTo>
                <a:lnTo>
                  <a:pt x="66524" y="158492"/>
                </a:lnTo>
                <a:lnTo>
                  <a:pt x="65057" y="158486"/>
                </a:lnTo>
                <a:lnTo>
                  <a:pt x="63551" y="158481"/>
                </a:lnTo>
                <a:lnTo>
                  <a:pt x="62006" y="158479"/>
                </a:lnTo>
                <a:lnTo>
                  <a:pt x="60422" y="158478"/>
                </a:lnTo>
                <a:lnTo>
                  <a:pt x="60420" y="158478"/>
                </a:lnTo>
                <a:lnTo>
                  <a:pt x="60419" y="158478"/>
                </a:lnTo>
                <a:lnTo>
                  <a:pt x="60418" y="158478"/>
                </a:lnTo>
                <a:lnTo>
                  <a:pt x="60417" y="158478"/>
                </a:lnTo>
                <a:lnTo>
                  <a:pt x="60416" y="158478"/>
                </a:lnTo>
                <a:lnTo>
                  <a:pt x="60415" y="158478"/>
                </a:lnTo>
                <a:lnTo>
                  <a:pt x="60414" y="158478"/>
                </a:lnTo>
                <a:lnTo>
                  <a:pt x="60412" y="158478"/>
                </a:lnTo>
                <a:lnTo>
                  <a:pt x="60411" y="158478"/>
                </a:lnTo>
                <a:lnTo>
                  <a:pt x="60410" y="158478"/>
                </a:lnTo>
                <a:lnTo>
                  <a:pt x="60409" y="158478"/>
                </a:lnTo>
                <a:lnTo>
                  <a:pt x="60408" y="158478"/>
                </a:lnTo>
                <a:lnTo>
                  <a:pt x="60407" y="158478"/>
                </a:lnTo>
                <a:lnTo>
                  <a:pt x="60406" y="158478"/>
                </a:lnTo>
                <a:lnTo>
                  <a:pt x="60404" y="158478"/>
                </a:lnTo>
                <a:lnTo>
                  <a:pt x="60403" y="158478"/>
                </a:lnTo>
                <a:lnTo>
                  <a:pt x="60402" y="158478"/>
                </a:lnTo>
                <a:lnTo>
                  <a:pt x="60401" y="158478"/>
                </a:lnTo>
                <a:lnTo>
                  <a:pt x="60400" y="158478"/>
                </a:lnTo>
                <a:lnTo>
                  <a:pt x="60399" y="158478"/>
                </a:lnTo>
                <a:lnTo>
                  <a:pt x="60398" y="158478"/>
                </a:lnTo>
                <a:lnTo>
                  <a:pt x="60397" y="158478"/>
                </a:lnTo>
                <a:lnTo>
                  <a:pt x="60395" y="158478"/>
                </a:lnTo>
                <a:lnTo>
                  <a:pt x="60394" y="158478"/>
                </a:lnTo>
                <a:lnTo>
                  <a:pt x="60393" y="158478"/>
                </a:lnTo>
                <a:lnTo>
                  <a:pt x="60392" y="158478"/>
                </a:lnTo>
                <a:lnTo>
                  <a:pt x="60391" y="158478"/>
                </a:lnTo>
                <a:lnTo>
                  <a:pt x="60390" y="158478"/>
                </a:lnTo>
                <a:lnTo>
                  <a:pt x="60389" y="158478"/>
                </a:lnTo>
                <a:lnTo>
                  <a:pt x="60387" y="158478"/>
                </a:lnTo>
                <a:lnTo>
                  <a:pt x="60386" y="158478"/>
                </a:lnTo>
                <a:lnTo>
                  <a:pt x="60385" y="158478"/>
                </a:lnTo>
                <a:lnTo>
                  <a:pt x="60384" y="158478"/>
                </a:lnTo>
                <a:lnTo>
                  <a:pt x="60383" y="158478"/>
                </a:lnTo>
                <a:lnTo>
                  <a:pt x="60382" y="158478"/>
                </a:lnTo>
                <a:lnTo>
                  <a:pt x="60381" y="158478"/>
                </a:lnTo>
                <a:lnTo>
                  <a:pt x="60379" y="158478"/>
                </a:lnTo>
                <a:lnTo>
                  <a:pt x="60378" y="158478"/>
                </a:lnTo>
                <a:lnTo>
                  <a:pt x="60377" y="158478"/>
                </a:lnTo>
                <a:lnTo>
                  <a:pt x="60376" y="158478"/>
                </a:lnTo>
                <a:lnTo>
                  <a:pt x="60375" y="158478"/>
                </a:lnTo>
                <a:lnTo>
                  <a:pt x="60374" y="158478"/>
                </a:lnTo>
                <a:lnTo>
                  <a:pt x="60373" y="158478"/>
                </a:lnTo>
                <a:lnTo>
                  <a:pt x="60371" y="158478"/>
                </a:lnTo>
                <a:lnTo>
                  <a:pt x="60370" y="158478"/>
                </a:lnTo>
                <a:lnTo>
                  <a:pt x="60369" y="158478"/>
                </a:lnTo>
                <a:lnTo>
                  <a:pt x="60368" y="158478"/>
                </a:lnTo>
                <a:lnTo>
                  <a:pt x="60367" y="158478"/>
                </a:lnTo>
                <a:lnTo>
                  <a:pt x="60366" y="158478"/>
                </a:lnTo>
                <a:lnTo>
                  <a:pt x="60365" y="158478"/>
                </a:lnTo>
                <a:lnTo>
                  <a:pt x="60364" y="158478"/>
                </a:lnTo>
                <a:lnTo>
                  <a:pt x="60362" y="158478"/>
                </a:lnTo>
                <a:lnTo>
                  <a:pt x="60361" y="158478"/>
                </a:lnTo>
                <a:lnTo>
                  <a:pt x="60360" y="158478"/>
                </a:lnTo>
                <a:lnTo>
                  <a:pt x="60359" y="158478"/>
                </a:lnTo>
                <a:lnTo>
                  <a:pt x="60358" y="158478"/>
                </a:lnTo>
                <a:lnTo>
                  <a:pt x="60357" y="158478"/>
                </a:lnTo>
                <a:lnTo>
                  <a:pt x="60356" y="158478"/>
                </a:lnTo>
                <a:lnTo>
                  <a:pt x="60354" y="158478"/>
                </a:lnTo>
                <a:lnTo>
                  <a:pt x="60353" y="158478"/>
                </a:lnTo>
                <a:lnTo>
                  <a:pt x="60352" y="158478"/>
                </a:lnTo>
                <a:lnTo>
                  <a:pt x="60351" y="158478"/>
                </a:lnTo>
                <a:lnTo>
                  <a:pt x="60350" y="158478"/>
                </a:lnTo>
                <a:lnTo>
                  <a:pt x="60349" y="158478"/>
                </a:lnTo>
                <a:lnTo>
                  <a:pt x="60348" y="158478"/>
                </a:lnTo>
                <a:lnTo>
                  <a:pt x="60346" y="158478"/>
                </a:lnTo>
                <a:lnTo>
                  <a:pt x="60345" y="158478"/>
                </a:lnTo>
                <a:lnTo>
                  <a:pt x="60344" y="158478"/>
                </a:lnTo>
                <a:lnTo>
                  <a:pt x="60343" y="158478"/>
                </a:lnTo>
                <a:lnTo>
                  <a:pt x="60342" y="158478"/>
                </a:lnTo>
                <a:lnTo>
                  <a:pt x="60341" y="158478"/>
                </a:lnTo>
                <a:lnTo>
                  <a:pt x="60340" y="158478"/>
                </a:lnTo>
                <a:lnTo>
                  <a:pt x="60338" y="158478"/>
                </a:lnTo>
                <a:lnTo>
                  <a:pt x="60337" y="158478"/>
                </a:lnTo>
                <a:lnTo>
                  <a:pt x="60336" y="158478"/>
                </a:lnTo>
                <a:lnTo>
                  <a:pt x="60335" y="158478"/>
                </a:lnTo>
                <a:lnTo>
                  <a:pt x="60334" y="158478"/>
                </a:lnTo>
                <a:lnTo>
                  <a:pt x="60333" y="158478"/>
                </a:lnTo>
                <a:lnTo>
                  <a:pt x="60332" y="158478"/>
                </a:lnTo>
                <a:lnTo>
                  <a:pt x="60331" y="158478"/>
                </a:lnTo>
                <a:lnTo>
                  <a:pt x="60329" y="158478"/>
                </a:lnTo>
                <a:lnTo>
                  <a:pt x="60328" y="158478"/>
                </a:lnTo>
                <a:lnTo>
                  <a:pt x="60327" y="158478"/>
                </a:lnTo>
                <a:lnTo>
                  <a:pt x="60326" y="158478"/>
                </a:lnTo>
                <a:lnTo>
                  <a:pt x="60325" y="158478"/>
                </a:lnTo>
                <a:lnTo>
                  <a:pt x="60324" y="158478"/>
                </a:lnTo>
                <a:lnTo>
                  <a:pt x="60323" y="158478"/>
                </a:lnTo>
                <a:lnTo>
                  <a:pt x="60321" y="158478"/>
                </a:lnTo>
                <a:lnTo>
                  <a:pt x="60320" y="158478"/>
                </a:lnTo>
                <a:lnTo>
                  <a:pt x="60319" y="158478"/>
                </a:lnTo>
                <a:lnTo>
                  <a:pt x="60318" y="158478"/>
                </a:lnTo>
                <a:lnTo>
                  <a:pt x="60317" y="158478"/>
                </a:lnTo>
                <a:lnTo>
                  <a:pt x="60316" y="158478"/>
                </a:lnTo>
                <a:lnTo>
                  <a:pt x="60315" y="158478"/>
                </a:lnTo>
                <a:lnTo>
                  <a:pt x="60313" y="158478"/>
                </a:lnTo>
                <a:lnTo>
                  <a:pt x="60312" y="158478"/>
                </a:lnTo>
                <a:lnTo>
                  <a:pt x="60311" y="158478"/>
                </a:lnTo>
                <a:lnTo>
                  <a:pt x="60310" y="158478"/>
                </a:lnTo>
                <a:lnTo>
                  <a:pt x="60309" y="158478"/>
                </a:lnTo>
                <a:lnTo>
                  <a:pt x="60308" y="158478"/>
                </a:lnTo>
                <a:lnTo>
                  <a:pt x="60307" y="158478"/>
                </a:lnTo>
                <a:lnTo>
                  <a:pt x="60305" y="158478"/>
                </a:lnTo>
                <a:lnTo>
                  <a:pt x="60304" y="158478"/>
                </a:lnTo>
                <a:lnTo>
                  <a:pt x="60303" y="158478"/>
                </a:lnTo>
                <a:lnTo>
                  <a:pt x="60302" y="158478"/>
                </a:lnTo>
                <a:lnTo>
                  <a:pt x="60301" y="158478"/>
                </a:lnTo>
                <a:lnTo>
                  <a:pt x="60300" y="158478"/>
                </a:lnTo>
                <a:lnTo>
                  <a:pt x="60299" y="158478"/>
                </a:lnTo>
                <a:lnTo>
                  <a:pt x="60298" y="158478"/>
                </a:lnTo>
                <a:lnTo>
                  <a:pt x="60296" y="158478"/>
                </a:lnTo>
                <a:lnTo>
                  <a:pt x="60295" y="158478"/>
                </a:lnTo>
                <a:lnTo>
                  <a:pt x="60294" y="158478"/>
                </a:lnTo>
                <a:lnTo>
                  <a:pt x="60293" y="158478"/>
                </a:lnTo>
                <a:lnTo>
                  <a:pt x="60292" y="158478"/>
                </a:lnTo>
                <a:lnTo>
                  <a:pt x="60291" y="158478"/>
                </a:lnTo>
                <a:lnTo>
                  <a:pt x="60290" y="158478"/>
                </a:lnTo>
                <a:lnTo>
                  <a:pt x="60288" y="158478"/>
                </a:lnTo>
                <a:lnTo>
                  <a:pt x="60287" y="158478"/>
                </a:lnTo>
                <a:lnTo>
                  <a:pt x="60286" y="158478"/>
                </a:lnTo>
                <a:lnTo>
                  <a:pt x="60285" y="158478"/>
                </a:lnTo>
                <a:lnTo>
                  <a:pt x="60284" y="158478"/>
                </a:lnTo>
                <a:lnTo>
                  <a:pt x="60283" y="158478"/>
                </a:lnTo>
                <a:lnTo>
                  <a:pt x="60282" y="158478"/>
                </a:lnTo>
                <a:lnTo>
                  <a:pt x="60280" y="158478"/>
                </a:lnTo>
                <a:lnTo>
                  <a:pt x="60279" y="158478"/>
                </a:lnTo>
                <a:lnTo>
                  <a:pt x="60278" y="158478"/>
                </a:lnTo>
                <a:lnTo>
                  <a:pt x="60277" y="158478"/>
                </a:lnTo>
                <a:lnTo>
                  <a:pt x="60276" y="158478"/>
                </a:lnTo>
                <a:lnTo>
                  <a:pt x="60275" y="158478"/>
                </a:lnTo>
                <a:lnTo>
                  <a:pt x="60274" y="158478"/>
                </a:lnTo>
                <a:lnTo>
                  <a:pt x="60272" y="158478"/>
                </a:lnTo>
                <a:lnTo>
                  <a:pt x="60271" y="158478"/>
                </a:lnTo>
                <a:lnTo>
                  <a:pt x="60270" y="158478"/>
                </a:lnTo>
                <a:lnTo>
                  <a:pt x="60269" y="158478"/>
                </a:lnTo>
                <a:lnTo>
                  <a:pt x="60268" y="158478"/>
                </a:lnTo>
                <a:lnTo>
                  <a:pt x="60267" y="158478"/>
                </a:lnTo>
                <a:lnTo>
                  <a:pt x="60266" y="158478"/>
                </a:lnTo>
                <a:lnTo>
                  <a:pt x="60265" y="158478"/>
                </a:lnTo>
                <a:lnTo>
                  <a:pt x="60263" y="158478"/>
                </a:lnTo>
                <a:lnTo>
                  <a:pt x="60262" y="158478"/>
                </a:lnTo>
                <a:lnTo>
                  <a:pt x="60261" y="158478"/>
                </a:lnTo>
                <a:lnTo>
                  <a:pt x="60260" y="158478"/>
                </a:lnTo>
                <a:lnTo>
                  <a:pt x="60259" y="158478"/>
                </a:lnTo>
                <a:lnTo>
                  <a:pt x="60258" y="158478"/>
                </a:lnTo>
                <a:lnTo>
                  <a:pt x="60257" y="158478"/>
                </a:lnTo>
                <a:lnTo>
                  <a:pt x="60255" y="158478"/>
                </a:lnTo>
                <a:lnTo>
                  <a:pt x="60254" y="158478"/>
                </a:lnTo>
                <a:lnTo>
                  <a:pt x="60253" y="158478"/>
                </a:lnTo>
                <a:lnTo>
                  <a:pt x="60252" y="158478"/>
                </a:lnTo>
                <a:lnTo>
                  <a:pt x="60251" y="158478"/>
                </a:lnTo>
                <a:lnTo>
                  <a:pt x="60250" y="158478"/>
                </a:lnTo>
                <a:lnTo>
                  <a:pt x="60249" y="158478"/>
                </a:lnTo>
                <a:lnTo>
                  <a:pt x="60247" y="158478"/>
                </a:lnTo>
                <a:lnTo>
                  <a:pt x="60246" y="158478"/>
                </a:lnTo>
                <a:lnTo>
                  <a:pt x="60245" y="158478"/>
                </a:lnTo>
                <a:lnTo>
                  <a:pt x="60244" y="158478"/>
                </a:lnTo>
                <a:lnTo>
                  <a:pt x="60243" y="158478"/>
                </a:lnTo>
                <a:lnTo>
                  <a:pt x="60242" y="158478"/>
                </a:lnTo>
                <a:lnTo>
                  <a:pt x="60241" y="158478"/>
                </a:lnTo>
                <a:lnTo>
                  <a:pt x="60240" y="158478"/>
                </a:lnTo>
                <a:lnTo>
                  <a:pt x="60238" y="158478"/>
                </a:lnTo>
                <a:lnTo>
                  <a:pt x="60237" y="158478"/>
                </a:lnTo>
                <a:lnTo>
                  <a:pt x="60236" y="158478"/>
                </a:lnTo>
                <a:lnTo>
                  <a:pt x="60235" y="158478"/>
                </a:lnTo>
                <a:lnTo>
                  <a:pt x="60234" y="158478"/>
                </a:lnTo>
                <a:lnTo>
                  <a:pt x="60233" y="158478"/>
                </a:lnTo>
                <a:lnTo>
                  <a:pt x="60232" y="158478"/>
                </a:lnTo>
                <a:lnTo>
                  <a:pt x="60230" y="158478"/>
                </a:lnTo>
                <a:lnTo>
                  <a:pt x="60229" y="158478"/>
                </a:lnTo>
                <a:lnTo>
                  <a:pt x="60228" y="158478"/>
                </a:lnTo>
                <a:lnTo>
                  <a:pt x="60227" y="158478"/>
                </a:lnTo>
                <a:lnTo>
                  <a:pt x="60226" y="158478"/>
                </a:lnTo>
                <a:lnTo>
                  <a:pt x="60225" y="158478"/>
                </a:lnTo>
                <a:lnTo>
                  <a:pt x="60224" y="158478"/>
                </a:lnTo>
                <a:lnTo>
                  <a:pt x="60222" y="158478"/>
                </a:lnTo>
                <a:lnTo>
                  <a:pt x="60221" y="158478"/>
                </a:lnTo>
                <a:lnTo>
                  <a:pt x="60220" y="158478"/>
                </a:lnTo>
                <a:lnTo>
                  <a:pt x="60219" y="158478"/>
                </a:lnTo>
                <a:lnTo>
                  <a:pt x="60218" y="158478"/>
                </a:lnTo>
                <a:lnTo>
                  <a:pt x="60217" y="158478"/>
                </a:lnTo>
                <a:lnTo>
                  <a:pt x="60216" y="158478"/>
                </a:lnTo>
                <a:lnTo>
                  <a:pt x="60215" y="158478"/>
                </a:lnTo>
                <a:lnTo>
                  <a:pt x="60213" y="158478"/>
                </a:lnTo>
                <a:lnTo>
                  <a:pt x="60212" y="158478"/>
                </a:lnTo>
                <a:lnTo>
                  <a:pt x="60211" y="158478"/>
                </a:lnTo>
                <a:lnTo>
                  <a:pt x="60210" y="158478"/>
                </a:lnTo>
                <a:lnTo>
                  <a:pt x="60209" y="158478"/>
                </a:lnTo>
                <a:lnTo>
                  <a:pt x="60208" y="158478"/>
                </a:lnTo>
                <a:lnTo>
                  <a:pt x="60207" y="158478"/>
                </a:lnTo>
                <a:lnTo>
                  <a:pt x="60205" y="158478"/>
                </a:lnTo>
                <a:lnTo>
                  <a:pt x="60204" y="158478"/>
                </a:lnTo>
                <a:lnTo>
                  <a:pt x="60203" y="158478"/>
                </a:lnTo>
                <a:lnTo>
                  <a:pt x="60202" y="158478"/>
                </a:lnTo>
                <a:lnTo>
                  <a:pt x="60201" y="158478"/>
                </a:lnTo>
                <a:lnTo>
                  <a:pt x="60200" y="158478"/>
                </a:lnTo>
                <a:lnTo>
                  <a:pt x="60199" y="158478"/>
                </a:lnTo>
                <a:lnTo>
                  <a:pt x="60197" y="158478"/>
                </a:lnTo>
                <a:lnTo>
                  <a:pt x="60196" y="158478"/>
                </a:lnTo>
                <a:lnTo>
                  <a:pt x="60195" y="158478"/>
                </a:lnTo>
                <a:lnTo>
                  <a:pt x="60194" y="158478"/>
                </a:lnTo>
                <a:lnTo>
                  <a:pt x="60193" y="158478"/>
                </a:lnTo>
                <a:lnTo>
                  <a:pt x="60192" y="158478"/>
                </a:lnTo>
                <a:lnTo>
                  <a:pt x="60191" y="158478"/>
                </a:lnTo>
                <a:lnTo>
                  <a:pt x="60190" y="158478"/>
                </a:lnTo>
                <a:lnTo>
                  <a:pt x="60188" y="158478"/>
                </a:lnTo>
                <a:lnTo>
                  <a:pt x="60187" y="158478"/>
                </a:lnTo>
                <a:lnTo>
                  <a:pt x="60186" y="158478"/>
                </a:lnTo>
                <a:lnTo>
                  <a:pt x="60185" y="158478"/>
                </a:lnTo>
                <a:lnTo>
                  <a:pt x="60184" y="158478"/>
                </a:lnTo>
                <a:lnTo>
                  <a:pt x="60183" y="158478"/>
                </a:lnTo>
                <a:lnTo>
                  <a:pt x="60182" y="158478"/>
                </a:lnTo>
                <a:lnTo>
                  <a:pt x="60180" y="158478"/>
                </a:lnTo>
                <a:lnTo>
                  <a:pt x="60179" y="158478"/>
                </a:lnTo>
                <a:lnTo>
                  <a:pt x="60178" y="158478"/>
                </a:lnTo>
                <a:lnTo>
                  <a:pt x="60177" y="158478"/>
                </a:lnTo>
                <a:lnTo>
                  <a:pt x="60176" y="158478"/>
                </a:lnTo>
                <a:lnTo>
                  <a:pt x="60175" y="158478"/>
                </a:lnTo>
                <a:lnTo>
                  <a:pt x="60174" y="158478"/>
                </a:lnTo>
                <a:lnTo>
                  <a:pt x="60172" y="158478"/>
                </a:lnTo>
                <a:lnTo>
                  <a:pt x="60171" y="158478"/>
                </a:lnTo>
                <a:lnTo>
                  <a:pt x="60170" y="158478"/>
                </a:lnTo>
                <a:lnTo>
                  <a:pt x="60169" y="158478"/>
                </a:lnTo>
                <a:lnTo>
                  <a:pt x="60168" y="158478"/>
                </a:lnTo>
                <a:lnTo>
                  <a:pt x="60167" y="158478"/>
                </a:lnTo>
                <a:lnTo>
                  <a:pt x="60166" y="158478"/>
                </a:lnTo>
                <a:lnTo>
                  <a:pt x="60165" y="158478"/>
                </a:lnTo>
                <a:lnTo>
                  <a:pt x="60163" y="158478"/>
                </a:lnTo>
                <a:lnTo>
                  <a:pt x="60162" y="158478"/>
                </a:lnTo>
                <a:lnTo>
                  <a:pt x="60161" y="158478"/>
                </a:lnTo>
                <a:lnTo>
                  <a:pt x="60160" y="158478"/>
                </a:lnTo>
                <a:lnTo>
                  <a:pt x="60159" y="158478"/>
                </a:lnTo>
                <a:lnTo>
                  <a:pt x="60158" y="158478"/>
                </a:lnTo>
                <a:lnTo>
                  <a:pt x="60157" y="158478"/>
                </a:lnTo>
                <a:lnTo>
                  <a:pt x="60155" y="158478"/>
                </a:lnTo>
                <a:lnTo>
                  <a:pt x="60154" y="158478"/>
                </a:lnTo>
                <a:lnTo>
                  <a:pt x="60153" y="158478"/>
                </a:lnTo>
                <a:lnTo>
                  <a:pt x="60152" y="158478"/>
                </a:lnTo>
                <a:lnTo>
                  <a:pt x="60151" y="158478"/>
                </a:lnTo>
                <a:lnTo>
                  <a:pt x="60150" y="158478"/>
                </a:lnTo>
                <a:lnTo>
                  <a:pt x="60149" y="158478"/>
                </a:lnTo>
                <a:lnTo>
                  <a:pt x="60148" y="158478"/>
                </a:lnTo>
                <a:lnTo>
                  <a:pt x="60146" y="158478"/>
                </a:lnTo>
                <a:lnTo>
                  <a:pt x="60145" y="158478"/>
                </a:lnTo>
                <a:lnTo>
                  <a:pt x="60144" y="158478"/>
                </a:lnTo>
                <a:lnTo>
                  <a:pt x="60143" y="158478"/>
                </a:lnTo>
                <a:lnTo>
                  <a:pt x="60142" y="158478"/>
                </a:lnTo>
                <a:lnTo>
                  <a:pt x="60141" y="158478"/>
                </a:lnTo>
                <a:lnTo>
                  <a:pt x="60140" y="158478"/>
                </a:lnTo>
                <a:lnTo>
                  <a:pt x="60138" y="158478"/>
                </a:lnTo>
                <a:lnTo>
                  <a:pt x="60137" y="158478"/>
                </a:lnTo>
                <a:lnTo>
                  <a:pt x="60136" y="158478"/>
                </a:lnTo>
                <a:lnTo>
                  <a:pt x="60135" y="158478"/>
                </a:lnTo>
                <a:lnTo>
                  <a:pt x="60134" y="158478"/>
                </a:lnTo>
                <a:lnTo>
                  <a:pt x="60133" y="158478"/>
                </a:lnTo>
                <a:lnTo>
                  <a:pt x="60132" y="158478"/>
                </a:lnTo>
                <a:lnTo>
                  <a:pt x="60130" y="158478"/>
                </a:lnTo>
                <a:lnTo>
                  <a:pt x="60129" y="158478"/>
                </a:lnTo>
                <a:lnTo>
                  <a:pt x="60128" y="158478"/>
                </a:lnTo>
                <a:lnTo>
                  <a:pt x="60127" y="158478"/>
                </a:lnTo>
                <a:lnTo>
                  <a:pt x="60126" y="158478"/>
                </a:lnTo>
                <a:lnTo>
                  <a:pt x="60125" y="158478"/>
                </a:lnTo>
                <a:lnTo>
                  <a:pt x="60124" y="158478"/>
                </a:lnTo>
                <a:lnTo>
                  <a:pt x="60123" y="158478"/>
                </a:lnTo>
                <a:lnTo>
                  <a:pt x="60121" y="158478"/>
                </a:lnTo>
                <a:lnTo>
                  <a:pt x="60120" y="158478"/>
                </a:lnTo>
                <a:lnTo>
                  <a:pt x="60119" y="158478"/>
                </a:lnTo>
                <a:lnTo>
                  <a:pt x="60118" y="158478"/>
                </a:lnTo>
                <a:lnTo>
                  <a:pt x="60117" y="158478"/>
                </a:lnTo>
                <a:lnTo>
                  <a:pt x="60116" y="158478"/>
                </a:lnTo>
                <a:lnTo>
                  <a:pt x="60115" y="158478"/>
                </a:lnTo>
                <a:lnTo>
                  <a:pt x="60113" y="158478"/>
                </a:lnTo>
                <a:lnTo>
                  <a:pt x="60112" y="158478"/>
                </a:lnTo>
                <a:lnTo>
                  <a:pt x="60111" y="158478"/>
                </a:lnTo>
                <a:lnTo>
                  <a:pt x="60110" y="158478"/>
                </a:lnTo>
                <a:lnTo>
                  <a:pt x="60109" y="158478"/>
                </a:lnTo>
                <a:lnTo>
                  <a:pt x="60108" y="158478"/>
                </a:lnTo>
                <a:lnTo>
                  <a:pt x="60107" y="158478"/>
                </a:lnTo>
                <a:lnTo>
                  <a:pt x="60106" y="158478"/>
                </a:lnTo>
                <a:lnTo>
                  <a:pt x="60104" y="158478"/>
                </a:lnTo>
                <a:lnTo>
                  <a:pt x="60103" y="158478"/>
                </a:lnTo>
                <a:lnTo>
                  <a:pt x="60102" y="158478"/>
                </a:lnTo>
                <a:lnTo>
                  <a:pt x="60101" y="158478"/>
                </a:lnTo>
                <a:lnTo>
                  <a:pt x="60100" y="158478"/>
                </a:lnTo>
                <a:lnTo>
                  <a:pt x="60099" y="158478"/>
                </a:lnTo>
                <a:lnTo>
                  <a:pt x="60098" y="158478"/>
                </a:lnTo>
                <a:lnTo>
                  <a:pt x="60096" y="158478"/>
                </a:lnTo>
                <a:lnTo>
                  <a:pt x="60095" y="158478"/>
                </a:lnTo>
                <a:lnTo>
                  <a:pt x="60094" y="158478"/>
                </a:lnTo>
                <a:lnTo>
                  <a:pt x="60093" y="158478"/>
                </a:lnTo>
                <a:lnTo>
                  <a:pt x="60092" y="158478"/>
                </a:lnTo>
                <a:lnTo>
                  <a:pt x="60091" y="158478"/>
                </a:lnTo>
                <a:lnTo>
                  <a:pt x="60090" y="158478"/>
                </a:lnTo>
                <a:lnTo>
                  <a:pt x="60089" y="158478"/>
                </a:lnTo>
                <a:lnTo>
                  <a:pt x="60087" y="158478"/>
                </a:lnTo>
                <a:lnTo>
                  <a:pt x="60086" y="158478"/>
                </a:lnTo>
                <a:lnTo>
                  <a:pt x="60085" y="158478"/>
                </a:lnTo>
                <a:lnTo>
                  <a:pt x="60084" y="158478"/>
                </a:lnTo>
                <a:lnTo>
                  <a:pt x="60083" y="158478"/>
                </a:lnTo>
                <a:lnTo>
                  <a:pt x="60082" y="158478"/>
                </a:lnTo>
                <a:lnTo>
                  <a:pt x="60081" y="158478"/>
                </a:lnTo>
                <a:lnTo>
                  <a:pt x="60079" y="158478"/>
                </a:lnTo>
                <a:lnTo>
                  <a:pt x="60078" y="158478"/>
                </a:lnTo>
                <a:lnTo>
                  <a:pt x="60077" y="158478"/>
                </a:lnTo>
                <a:lnTo>
                  <a:pt x="60076" y="158478"/>
                </a:lnTo>
                <a:lnTo>
                  <a:pt x="60075" y="158478"/>
                </a:lnTo>
                <a:lnTo>
                  <a:pt x="60074" y="158478"/>
                </a:lnTo>
                <a:lnTo>
                  <a:pt x="60073" y="158478"/>
                </a:lnTo>
                <a:lnTo>
                  <a:pt x="60072" y="158478"/>
                </a:lnTo>
                <a:lnTo>
                  <a:pt x="60070" y="158478"/>
                </a:lnTo>
                <a:lnTo>
                  <a:pt x="60069" y="158478"/>
                </a:lnTo>
                <a:lnTo>
                  <a:pt x="60068" y="158478"/>
                </a:lnTo>
                <a:lnTo>
                  <a:pt x="60067" y="158478"/>
                </a:lnTo>
                <a:lnTo>
                  <a:pt x="60066" y="158478"/>
                </a:lnTo>
                <a:lnTo>
                  <a:pt x="60065" y="158478"/>
                </a:lnTo>
                <a:lnTo>
                  <a:pt x="60064" y="158478"/>
                </a:lnTo>
                <a:lnTo>
                  <a:pt x="60062" y="158478"/>
                </a:lnTo>
                <a:lnTo>
                  <a:pt x="60061" y="158478"/>
                </a:lnTo>
                <a:lnTo>
                  <a:pt x="60060" y="158478"/>
                </a:lnTo>
                <a:lnTo>
                  <a:pt x="60059" y="158478"/>
                </a:lnTo>
                <a:lnTo>
                  <a:pt x="60058" y="158478"/>
                </a:lnTo>
                <a:lnTo>
                  <a:pt x="60057" y="158478"/>
                </a:lnTo>
                <a:lnTo>
                  <a:pt x="60056" y="158478"/>
                </a:lnTo>
                <a:lnTo>
                  <a:pt x="60054" y="158478"/>
                </a:lnTo>
                <a:lnTo>
                  <a:pt x="60053" y="158478"/>
                </a:lnTo>
                <a:lnTo>
                  <a:pt x="60052" y="158478"/>
                </a:lnTo>
                <a:lnTo>
                  <a:pt x="60051" y="158478"/>
                </a:lnTo>
                <a:lnTo>
                  <a:pt x="60050" y="158478"/>
                </a:lnTo>
                <a:lnTo>
                  <a:pt x="60049" y="158478"/>
                </a:lnTo>
                <a:lnTo>
                  <a:pt x="60048" y="158478"/>
                </a:lnTo>
                <a:lnTo>
                  <a:pt x="60047" y="158478"/>
                </a:lnTo>
                <a:lnTo>
                  <a:pt x="60045" y="158478"/>
                </a:lnTo>
                <a:lnTo>
                  <a:pt x="60044" y="158478"/>
                </a:lnTo>
                <a:lnTo>
                  <a:pt x="60043" y="158478"/>
                </a:lnTo>
                <a:lnTo>
                  <a:pt x="60042" y="158478"/>
                </a:lnTo>
                <a:lnTo>
                  <a:pt x="60041" y="158478"/>
                </a:lnTo>
                <a:lnTo>
                  <a:pt x="60040" y="158478"/>
                </a:lnTo>
                <a:lnTo>
                  <a:pt x="60039" y="158478"/>
                </a:lnTo>
                <a:lnTo>
                  <a:pt x="60037" y="158478"/>
                </a:lnTo>
                <a:lnTo>
                  <a:pt x="60036" y="158478"/>
                </a:lnTo>
                <a:lnTo>
                  <a:pt x="60035" y="158478"/>
                </a:lnTo>
                <a:lnTo>
                  <a:pt x="60034" y="158478"/>
                </a:lnTo>
                <a:lnTo>
                  <a:pt x="60033" y="158478"/>
                </a:lnTo>
                <a:lnTo>
                  <a:pt x="60032" y="158478"/>
                </a:lnTo>
                <a:lnTo>
                  <a:pt x="60031" y="158478"/>
                </a:lnTo>
                <a:lnTo>
                  <a:pt x="60030" y="158478"/>
                </a:lnTo>
                <a:lnTo>
                  <a:pt x="60028" y="158478"/>
                </a:lnTo>
                <a:lnTo>
                  <a:pt x="60027" y="158478"/>
                </a:lnTo>
                <a:lnTo>
                  <a:pt x="60026" y="158478"/>
                </a:lnTo>
                <a:lnTo>
                  <a:pt x="60025" y="158478"/>
                </a:lnTo>
                <a:lnTo>
                  <a:pt x="60024" y="158478"/>
                </a:lnTo>
                <a:lnTo>
                  <a:pt x="60023" y="158478"/>
                </a:lnTo>
                <a:lnTo>
                  <a:pt x="60022" y="158478"/>
                </a:lnTo>
                <a:lnTo>
                  <a:pt x="60020" y="158478"/>
                </a:lnTo>
                <a:lnTo>
                  <a:pt x="60019" y="158478"/>
                </a:lnTo>
                <a:lnTo>
                  <a:pt x="60018" y="158478"/>
                </a:lnTo>
                <a:lnTo>
                  <a:pt x="60017" y="158478"/>
                </a:lnTo>
                <a:lnTo>
                  <a:pt x="60016" y="158478"/>
                </a:lnTo>
                <a:lnTo>
                  <a:pt x="60015" y="158478"/>
                </a:lnTo>
                <a:lnTo>
                  <a:pt x="60014" y="158478"/>
                </a:lnTo>
                <a:lnTo>
                  <a:pt x="60013" y="158478"/>
                </a:lnTo>
                <a:lnTo>
                  <a:pt x="60011" y="158478"/>
                </a:lnTo>
                <a:lnTo>
                  <a:pt x="60010" y="158478"/>
                </a:lnTo>
                <a:lnTo>
                  <a:pt x="60009" y="158478"/>
                </a:lnTo>
                <a:lnTo>
                  <a:pt x="60008" y="158478"/>
                </a:lnTo>
                <a:lnTo>
                  <a:pt x="60007" y="158478"/>
                </a:lnTo>
                <a:lnTo>
                  <a:pt x="60006" y="158478"/>
                </a:lnTo>
                <a:lnTo>
                  <a:pt x="60005" y="158478"/>
                </a:lnTo>
                <a:lnTo>
                  <a:pt x="60003" y="158478"/>
                </a:lnTo>
                <a:lnTo>
                  <a:pt x="60002" y="158478"/>
                </a:lnTo>
                <a:lnTo>
                  <a:pt x="60001" y="158478"/>
                </a:lnTo>
                <a:lnTo>
                  <a:pt x="60000" y="158478"/>
                </a:lnTo>
                <a:lnTo>
                  <a:pt x="59999" y="158478"/>
                </a:lnTo>
                <a:lnTo>
                  <a:pt x="59998" y="158478"/>
                </a:lnTo>
                <a:lnTo>
                  <a:pt x="59997" y="158478"/>
                </a:lnTo>
                <a:lnTo>
                  <a:pt x="59996" y="158478"/>
                </a:lnTo>
                <a:lnTo>
                  <a:pt x="59994" y="158478"/>
                </a:lnTo>
                <a:lnTo>
                  <a:pt x="59993" y="158478"/>
                </a:lnTo>
                <a:lnTo>
                  <a:pt x="59992" y="158478"/>
                </a:lnTo>
                <a:lnTo>
                  <a:pt x="59991" y="158478"/>
                </a:lnTo>
                <a:lnTo>
                  <a:pt x="59990" y="158478"/>
                </a:lnTo>
                <a:lnTo>
                  <a:pt x="59989" y="158478"/>
                </a:lnTo>
                <a:lnTo>
                  <a:pt x="59988" y="158478"/>
                </a:lnTo>
                <a:lnTo>
                  <a:pt x="59986" y="158478"/>
                </a:lnTo>
                <a:lnTo>
                  <a:pt x="59985" y="158478"/>
                </a:lnTo>
                <a:lnTo>
                  <a:pt x="59984" y="158478"/>
                </a:lnTo>
                <a:lnTo>
                  <a:pt x="59983" y="158478"/>
                </a:lnTo>
                <a:lnTo>
                  <a:pt x="59982" y="158478"/>
                </a:lnTo>
                <a:lnTo>
                  <a:pt x="59981" y="158478"/>
                </a:lnTo>
                <a:lnTo>
                  <a:pt x="59980" y="158478"/>
                </a:lnTo>
                <a:lnTo>
                  <a:pt x="59979" y="158478"/>
                </a:lnTo>
                <a:lnTo>
                  <a:pt x="59977" y="158478"/>
                </a:lnTo>
                <a:lnTo>
                  <a:pt x="59976" y="158478"/>
                </a:lnTo>
                <a:lnTo>
                  <a:pt x="59975" y="158478"/>
                </a:lnTo>
                <a:lnTo>
                  <a:pt x="59974" y="158478"/>
                </a:lnTo>
                <a:lnTo>
                  <a:pt x="59973" y="158478"/>
                </a:lnTo>
                <a:lnTo>
                  <a:pt x="59972" y="158478"/>
                </a:lnTo>
                <a:lnTo>
                  <a:pt x="59971" y="158478"/>
                </a:lnTo>
                <a:lnTo>
                  <a:pt x="59970" y="158478"/>
                </a:lnTo>
                <a:lnTo>
                  <a:pt x="59968" y="158478"/>
                </a:lnTo>
                <a:lnTo>
                  <a:pt x="59967" y="158478"/>
                </a:lnTo>
                <a:lnTo>
                  <a:pt x="59966" y="158478"/>
                </a:lnTo>
                <a:lnTo>
                  <a:pt x="59965" y="158478"/>
                </a:lnTo>
                <a:lnTo>
                  <a:pt x="59964" y="158478"/>
                </a:lnTo>
                <a:lnTo>
                  <a:pt x="59963" y="158478"/>
                </a:lnTo>
                <a:lnTo>
                  <a:pt x="59962" y="158478"/>
                </a:lnTo>
                <a:lnTo>
                  <a:pt x="59960" y="158478"/>
                </a:lnTo>
                <a:lnTo>
                  <a:pt x="59959" y="158478"/>
                </a:lnTo>
                <a:lnTo>
                  <a:pt x="59958" y="158478"/>
                </a:lnTo>
                <a:lnTo>
                  <a:pt x="59957" y="158478"/>
                </a:lnTo>
                <a:lnTo>
                  <a:pt x="59956" y="158478"/>
                </a:lnTo>
                <a:lnTo>
                  <a:pt x="59955" y="158478"/>
                </a:lnTo>
                <a:lnTo>
                  <a:pt x="59954" y="158478"/>
                </a:lnTo>
                <a:lnTo>
                  <a:pt x="59953" y="158478"/>
                </a:lnTo>
                <a:lnTo>
                  <a:pt x="59951" y="158478"/>
                </a:lnTo>
                <a:lnTo>
                  <a:pt x="59950" y="158478"/>
                </a:lnTo>
                <a:lnTo>
                  <a:pt x="59949" y="158478"/>
                </a:lnTo>
                <a:lnTo>
                  <a:pt x="59948" y="158478"/>
                </a:lnTo>
                <a:lnTo>
                  <a:pt x="59947" y="158478"/>
                </a:lnTo>
                <a:lnTo>
                  <a:pt x="59946" y="158478"/>
                </a:lnTo>
                <a:lnTo>
                  <a:pt x="59945" y="158478"/>
                </a:lnTo>
                <a:lnTo>
                  <a:pt x="59943" y="158478"/>
                </a:lnTo>
                <a:lnTo>
                  <a:pt x="59942" y="158478"/>
                </a:lnTo>
                <a:lnTo>
                  <a:pt x="59941" y="158478"/>
                </a:lnTo>
                <a:lnTo>
                  <a:pt x="59940" y="158478"/>
                </a:lnTo>
                <a:lnTo>
                  <a:pt x="59939" y="158478"/>
                </a:lnTo>
                <a:lnTo>
                  <a:pt x="59938" y="158478"/>
                </a:lnTo>
                <a:lnTo>
                  <a:pt x="59937" y="158478"/>
                </a:lnTo>
                <a:lnTo>
                  <a:pt x="59936" y="158478"/>
                </a:lnTo>
                <a:lnTo>
                  <a:pt x="59934" y="158478"/>
                </a:lnTo>
                <a:lnTo>
                  <a:pt x="59933" y="158478"/>
                </a:lnTo>
                <a:lnTo>
                  <a:pt x="59932" y="158478"/>
                </a:lnTo>
                <a:lnTo>
                  <a:pt x="59931" y="158478"/>
                </a:lnTo>
                <a:lnTo>
                  <a:pt x="59930" y="158478"/>
                </a:lnTo>
                <a:lnTo>
                  <a:pt x="59929" y="158478"/>
                </a:lnTo>
                <a:lnTo>
                  <a:pt x="59928" y="158478"/>
                </a:lnTo>
                <a:lnTo>
                  <a:pt x="59926" y="158478"/>
                </a:lnTo>
                <a:lnTo>
                  <a:pt x="59925" y="158478"/>
                </a:lnTo>
                <a:lnTo>
                  <a:pt x="59924" y="158478"/>
                </a:lnTo>
                <a:lnTo>
                  <a:pt x="59923" y="158478"/>
                </a:lnTo>
                <a:lnTo>
                  <a:pt x="59922" y="158478"/>
                </a:lnTo>
                <a:lnTo>
                  <a:pt x="59921" y="158478"/>
                </a:lnTo>
                <a:lnTo>
                  <a:pt x="59920" y="158478"/>
                </a:lnTo>
                <a:lnTo>
                  <a:pt x="59919" y="158478"/>
                </a:lnTo>
                <a:lnTo>
                  <a:pt x="59917" y="158478"/>
                </a:lnTo>
                <a:lnTo>
                  <a:pt x="59916" y="158478"/>
                </a:lnTo>
                <a:lnTo>
                  <a:pt x="59915" y="158478"/>
                </a:lnTo>
                <a:lnTo>
                  <a:pt x="59914" y="158478"/>
                </a:lnTo>
                <a:lnTo>
                  <a:pt x="59913" y="158478"/>
                </a:lnTo>
                <a:lnTo>
                  <a:pt x="59912" y="158478"/>
                </a:lnTo>
                <a:lnTo>
                  <a:pt x="59911" y="158478"/>
                </a:lnTo>
                <a:lnTo>
                  <a:pt x="59910" y="158478"/>
                </a:lnTo>
                <a:lnTo>
                  <a:pt x="59908" y="158478"/>
                </a:lnTo>
                <a:lnTo>
                  <a:pt x="59907" y="158478"/>
                </a:lnTo>
                <a:lnTo>
                  <a:pt x="59906" y="158478"/>
                </a:lnTo>
                <a:lnTo>
                  <a:pt x="59905" y="158478"/>
                </a:lnTo>
                <a:lnTo>
                  <a:pt x="59904" y="158478"/>
                </a:lnTo>
                <a:lnTo>
                  <a:pt x="59903" y="158478"/>
                </a:lnTo>
                <a:lnTo>
                  <a:pt x="59902" y="158478"/>
                </a:lnTo>
                <a:lnTo>
                  <a:pt x="59900" y="158478"/>
                </a:lnTo>
                <a:lnTo>
                  <a:pt x="59899" y="158478"/>
                </a:lnTo>
                <a:lnTo>
                  <a:pt x="59898" y="158478"/>
                </a:lnTo>
                <a:lnTo>
                  <a:pt x="59897" y="158478"/>
                </a:lnTo>
                <a:lnTo>
                  <a:pt x="59896" y="158478"/>
                </a:lnTo>
                <a:lnTo>
                  <a:pt x="59895" y="158478"/>
                </a:lnTo>
                <a:lnTo>
                  <a:pt x="59894" y="158478"/>
                </a:lnTo>
                <a:lnTo>
                  <a:pt x="59893" y="158478"/>
                </a:lnTo>
                <a:lnTo>
                  <a:pt x="59891" y="158478"/>
                </a:lnTo>
                <a:lnTo>
                  <a:pt x="59890" y="158478"/>
                </a:lnTo>
                <a:lnTo>
                  <a:pt x="59889" y="158478"/>
                </a:lnTo>
                <a:lnTo>
                  <a:pt x="59888" y="158478"/>
                </a:lnTo>
                <a:lnTo>
                  <a:pt x="59887" y="158478"/>
                </a:lnTo>
                <a:lnTo>
                  <a:pt x="59886" y="158478"/>
                </a:lnTo>
                <a:lnTo>
                  <a:pt x="59885" y="158478"/>
                </a:lnTo>
                <a:lnTo>
                  <a:pt x="59883" y="158478"/>
                </a:lnTo>
                <a:lnTo>
                  <a:pt x="59882" y="158478"/>
                </a:lnTo>
                <a:lnTo>
                  <a:pt x="59881" y="158478"/>
                </a:lnTo>
                <a:lnTo>
                  <a:pt x="59880" y="158478"/>
                </a:lnTo>
                <a:lnTo>
                  <a:pt x="59879" y="158478"/>
                </a:lnTo>
                <a:lnTo>
                  <a:pt x="59878" y="158478"/>
                </a:lnTo>
                <a:lnTo>
                  <a:pt x="59877" y="158478"/>
                </a:lnTo>
                <a:lnTo>
                  <a:pt x="59876" y="158478"/>
                </a:lnTo>
                <a:lnTo>
                  <a:pt x="59874" y="158478"/>
                </a:lnTo>
                <a:lnTo>
                  <a:pt x="59873" y="158478"/>
                </a:lnTo>
                <a:lnTo>
                  <a:pt x="59872" y="158478"/>
                </a:lnTo>
                <a:lnTo>
                  <a:pt x="59871" y="158478"/>
                </a:lnTo>
                <a:lnTo>
                  <a:pt x="59870" y="158478"/>
                </a:lnTo>
                <a:lnTo>
                  <a:pt x="59869" y="158478"/>
                </a:lnTo>
                <a:lnTo>
                  <a:pt x="59868" y="158478"/>
                </a:lnTo>
                <a:lnTo>
                  <a:pt x="59867" y="158478"/>
                </a:lnTo>
                <a:lnTo>
                  <a:pt x="59865" y="158478"/>
                </a:lnTo>
                <a:lnTo>
                  <a:pt x="59864" y="158478"/>
                </a:lnTo>
                <a:lnTo>
                  <a:pt x="59863" y="158478"/>
                </a:lnTo>
                <a:lnTo>
                  <a:pt x="59862" y="158478"/>
                </a:lnTo>
                <a:lnTo>
                  <a:pt x="59861" y="158478"/>
                </a:lnTo>
                <a:lnTo>
                  <a:pt x="59860" y="158478"/>
                </a:lnTo>
                <a:lnTo>
                  <a:pt x="59859" y="158478"/>
                </a:lnTo>
                <a:lnTo>
                  <a:pt x="59857" y="158478"/>
                </a:lnTo>
                <a:lnTo>
                  <a:pt x="59856" y="158478"/>
                </a:lnTo>
                <a:lnTo>
                  <a:pt x="59855" y="158478"/>
                </a:lnTo>
                <a:lnTo>
                  <a:pt x="59854" y="158478"/>
                </a:lnTo>
                <a:lnTo>
                  <a:pt x="59853" y="158478"/>
                </a:lnTo>
                <a:lnTo>
                  <a:pt x="59852" y="158478"/>
                </a:lnTo>
                <a:lnTo>
                  <a:pt x="59851" y="158478"/>
                </a:lnTo>
                <a:lnTo>
                  <a:pt x="59850" y="158478"/>
                </a:lnTo>
                <a:lnTo>
                  <a:pt x="59848" y="158478"/>
                </a:lnTo>
                <a:lnTo>
                  <a:pt x="59847" y="158478"/>
                </a:lnTo>
                <a:lnTo>
                  <a:pt x="59846" y="158478"/>
                </a:lnTo>
                <a:lnTo>
                  <a:pt x="59845" y="158478"/>
                </a:lnTo>
                <a:lnTo>
                  <a:pt x="59844" y="158478"/>
                </a:lnTo>
                <a:lnTo>
                  <a:pt x="59843" y="158478"/>
                </a:lnTo>
                <a:lnTo>
                  <a:pt x="59842" y="158478"/>
                </a:lnTo>
                <a:lnTo>
                  <a:pt x="59840" y="158478"/>
                </a:lnTo>
                <a:lnTo>
                  <a:pt x="59839" y="158478"/>
                </a:lnTo>
                <a:lnTo>
                  <a:pt x="59838" y="158478"/>
                </a:lnTo>
                <a:lnTo>
                  <a:pt x="59837" y="158478"/>
                </a:lnTo>
                <a:lnTo>
                  <a:pt x="59836" y="158478"/>
                </a:lnTo>
                <a:lnTo>
                  <a:pt x="59835" y="158478"/>
                </a:lnTo>
                <a:lnTo>
                  <a:pt x="59834" y="158478"/>
                </a:lnTo>
                <a:lnTo>
                  <a:pt x="59833" y="158478"/>
                </a:lnTo>
                <a:lnTo>
                  <a:pt x="59831" y="158478"/>
                </a:lnTo>
                <a:lnTo>
                  <a:pt x="59830" y="158478"/>
                </a:lnTo>
                <a:lnTo>
                  <a:pt x="59829" y="158478"/>
                </a:lnTo>
                <a:lnTo>
                  <a:pt x="59828" y="158478"/>
                </a:lnTo>
                <a:lnTo>
                  <a:pt x="59827" y="158478"/>
                </a:lnTo>
                <a:lnTo>
                  <a:pt x="59826" y="158478"/>
                </a:lnTo>
                <a:lnTo>
                  <a:pt x="59825" y="158478"/>
                </a:lnTo>
                <a:lnTo>
                  <a:pt x="59824" y="158478"/>
                </a:lnTo>
                <a:lnTo>
                  <a:pt x="59822" y="158478"/>
                </a:lnTo>
                <a:lnTo>
                  <a:pt x="59821" y="158478"/>
                </a:lnTo>
                <a:lnTo>
                  <a:pt x="59820" y="158478"/>
                </a:lnTo>
                <a:lnTo>
                  <a:pt x="59819" y="158478"/>
                </a:lnTo>
                <a:lnTo>
                  <a:pt x="59818" y="158478"/>
                </a:lnTo>
                <a:lnTo>
                  <a:pt x="59817" y="158478"/>
                </a:lnTo>
                <a:lnTo>
                  <a:pt x="59816" y="158478"/>
                </a:lnTo>
                <a:lnTo>
                  <a:pt x="59814" y="158478"/>
                </a:lnTo>
                <a:lnTo>
                  <a:pt x="59813" y="158478"/>
                </a:lnTo>
                <a:lnTo>
                  <a:pt x="59812" y="158478"/>
                </a:lnTo>
                <a:lnTo>
                  <a:pt x="59811" y="158478"/>
                </a:lnTo>
                <a:lnTo>
                  <a:pt x="59810" y="158478"/>
                </a:lnTo>
                <a:lnTo>
                  <a:pt x="59809" y="158478"/>
                </a:lnTo>
                <a:lnTo>
                  <a:pt x="59808" y="158478"/>
                </a:lnTo>
                <a:lnTo>
                  <a:pt x="59807" y="158478"/>
                </a:lnTo>
                <a:lnTo>
                  <a:pt x="59805" y="158478"/>
                </a:lnTo>
                <a:lnTo>
                  <a:pt x="59804" y="158478"/>
                </a:lnTo>
                <a:lnTo>
                  <a:pt x="59803" y="158478"/>
                </a:lnTo>
                <a:lnTo>
                  <a:pt x="59802" y="158478"/>
                </a:lnTo>
                <a:lnTo>
                  <a:pt x="59801" y="158478"/>
                </a:lnTo>
                <a:lnTo>
                  <a:pt x="59800" y="158478"/>
                </a:lnTo>
                <a:lnTo>
                  <a:pt x="59799" y="158478"/>
                </a:lnTo>
                <a:lnTo>
                  <a:pt x="59798" y="158478"/>
                </a:lnTo>
                <a:lnTo>
                  <a:pt x="59796" y="158478"/>
                </a:lnTo>
                <a:lnTo>
                  <a:pt x="59795" y="158478"/>
                </a:lnTo>
                <a:lnTo>
                  <a:pt x="59794" y="158478"/>
                </a:lnTo>
                <a:lnTo>
                  <a:pt x="59793" y="158478"/>
                </a:lnTo>
                <a:lnTo>
                  <a:pt x="59792" y="158478"/>
                </a:lnTo>
                <a:lnTo>
                  <a:pt x="59791" y="158478"/>
                </a:lnTo>
                <a:lnTo>
                  <a:pt x="59790" y="158478"/>
                </a:lnTo>
                <a:lnTo>
                  <a:pt x="59789" y="158478"/>
                </a:lnTo>
                <a:lnTo>
                  <a:pt x="59787" y="158478"/>
                </a:lnTo>
                <a:lnTo>
                  <a:pt x="59786" y="158478"/>
                </a:lnTo>
                <a:lnTo>
                  <a:pt x="59785" y="158478"/>
                </a:lnTo>
                <a:lnTo>
                  <a:pt x="59784" y="158478"/>
                </a:lnTo>
                <a:lnTo>
                  <a:pt x="59783" y="158478"/>
                </a:lnTo>
                <a:lnTo>
                  <a:pt x="59782" y="158478"/>
                </a:lnTo>
                <a:lnTo>
                  <a:pt x="59781" y="158478"/>
                </a:lnTo>
                <a:lnTo>
                  <a:pt x="59779" y="158478"/>
                </a:lnTo>
                <a:lnTo>
                  <a:pt x="59778" y="158478"/>
                </a:lnTo>
                <a:lnTo>
                  <a:pt x="59777" y="158478"/>
                </a:lnTo>
                <a:lnTo>
                  <a:pt x="59776" y="158478"/>
                </a:lnTo>
                <a:lnTo>
                  <a:pt x="59775" y="158478"/>
                </a:lnTo>
                <a:lnTo>
                  <a:pt x="59774" y="158478"/>
                </a:lnTo>
                <a:lnTo>
                  <a:pt x="59773" y="158478"/>
                </a:lnTo>
                <a:lnTo>
                  <a:pt x="59772" y="158478"/>
                </a:lnTo>
                <a:lnTo>
                  <a:pt x="59770" y="158478"/>
                </a:lnTo>
                <a:lnTo>
                  <a:pt x="59769" y="158478"/>
                </a:lnTo>
                <a:lnTo>
                  <a:pt x="59768" y="158478"/>
                </a:lnTo>
                <a:lnTo>
                  <a:pt x="59767" y="158478"/>
                </a:lnTo>
                <a:lnTo>
                  <a:pt x="59766" y="158478"/>
                </a:lnTo>
                <a:lnTo>
                  <a:pt x="59765" y="158478"/>
                </a:lnTo>
                <a:lnTo>
                  <a:pt x="59764" y="158478"/>
                </a:lnTo>
                <a:lnTo>
                  <a:pt x="59763" y="158478"/>
                </a:lnTo>
                <a:lnTo>
                  <a:pt x="59761" y="158478"/>
                </a:lnTo>
                <a:lnTo>
                  <a:pt x="59760" y="158478"/>
                </a:lnTo>
                <a:lnTo>
                  <a:pt x="59759" y="158478"/>
                </a:lnTo>
                <a:lnTo>
                  <a:pt x="59758" y="158478"/>
                </a:lnTo>
                <a:lnTo>
                  <a:pt x="59757" y="158478"/>
                </a:lnTo>
                <a:lnTo>
                  <a:pt x="59756" y="158478"/>
                </a:lnTo>
                <a:lnTo>
                  <a:pt x="59755" y="158478"/>
                </a:lnTo>
                <a:lnTo>
                  <a:pt x="59753" y="158478"/>
                </a:lnTo>
                <a:lnTo>
                  <a:pt x="59752" y="158478"/>
                </a:lnTo>
                <a:lnTo>
                  <a:pt x="59751" y="158478"/>
                </a:lnTo>
                <a:lnTo>
                  <a:pt x="59750" y="158478"/>
                </a:lnTo>
                <a:lnTo>
                  <a:pt x="59749" y="158478"/>
                </a:lnTo>
                <a:lnTo>
                  <a:pt x="59748" y="158478"/>
                </a:lnTo>
                <a:lnTo>
                  <a:pt x="59747" y="158478"/>
                </a:lnTo>
                <a:lnTo>
                  <a:pt x="59746" y="158478"/>
                </a:lnTo>
                <a:lnTo>
                  <a:pt x="59744" y="158478"/>
                </a:lnTo>
                <a:lnTo>
                  <a:pt x="59743" y="158478"/>
                </a:lnTo>
                <a:lnTo>
                  <a:pt x="59742" y="158478"/>
                </a:lnTo>
                <a:lnTo>
                  <a:pt x="59741" y="158478"/>
                </a:lnTo>
                <a:lnTo>
                  <a:pt x="59740" y="158478"/>
                </a:lnTo>
                <a:lnTo>
                  <a:pt x="59739" y="158478"/>
                </a:lnTo>
                <a:lnTo>
                  <a:pt x="59738" y="158478"/>
                </a:lnTo>
                <a:lnTo>
                  <a:pt x="59737" y="158478"/>
                </a:lnTo>
                <a:lnTo>
                  <a:pt x="59735" y="158478"/>
                </a:lnTo>
                <a:lnTo>
                  <a:pt x="59734" y="158478"/>
                </a:lnTo>
                <a:lnTo>
                  <a:pt x="59733" y="158478"/>
                </a:lnTo>
                <a:lnTo>
                  <a:pt x="59732" y="158478"/>
                </a:lnTo>
                <a:lnTo>
                  <a:pt x="59731" y="158478"/>
                </a:lnTo>
                <a:lnTo>
                  <a:pt x="59730" y="158478"/>
                </a:lnTo>
                <a:lnTo>
                  <a:pt x="59729" y="158478"/>
                </a:lnTo>
                <a:lnTo>
                  <a:pt x="59728" y="158478"/>
                </a:lnTo>
                <a:lnTo>
                  <a:pt x="59726" y="158478"/>
                </a:lnTo>
                <a:lnTo>
                  <a:pt x="59725" y="158478"/>
                </a:lnTo>
                <a:lnTo>
                  <a:pt x="59724" y="158478"/>
                </a:lnTo>
                <a:lnTo>
                  <a:pt x="59723" y="158478"/>
                </a:lnTo>
                <a:lnTo>
                  <a:pt x="59722" y="158478"/>
                </a:lnTo>
                <a:lnTo>
                  <a:pt x="59721" y="158478"/>
                </a:lnTo>
                <a:lnTo>
                  <a:pt x="59720" y="158478"/>
                </a:lnTo>
                <a:lnTo>
                  <a:pt x="59718" y="158478"/>
                </a:lnTo>
                <a:lnTo>
                  <a:pt x="59717" y="158478"/>
                </a:lnTo>
                <a:lnTo>
                  <a:pt x="59716" y="158478"/>
                </a:lnTo>
                <a:lnTo>
                  <a:pt x="59715" y="158478"/>
                </a:lnTo>
                <a:lnTo>
                  <a:pt x="59714" y="158478"/>
                </a:lnTo>
                <a:lnTo>
                  <a:pt x="59713" y="158478"/>
                </a:lnTo>
                <a:lnTo>
                  <a:pt x="59712" y="158478"/>
                </a:lnTo>
                <a:lnTo>
                  <a:pt x="59711" y="158478"/>
                </a:lnTo>
                <a:lnTo>
                  <a:pt x="59709" y="158478"/>
                </a:lnTo>
                <a:lnTo>
                  <a:pt x="59708" y="158478"/>
                </a:lnTo>
                <a:lnTo>
                  <a:pt x="59707" y="158478"/>
                </a:lnTo>
                <a:lnTo>
                  <a:pt x="59706" y="158478"/>
                </a:lnTo>
                <a:lnTo>
                  <a:pt x="59705" y="158478"/>
                </a:lnTo>
                <a:lnTo>
                  <a:pt x="59704" y="158478"/>
                </a:lnTo>
                <a:lnTo>
                  <a:pt x="59703" y="158478"/>
                </a:lnTo>
                <a:lnTo>
                  <a:pt x="59702" y="158478"/>
                </a:lnTo>
                <a:lnTo>
                  <a:pt x="59700" y="158478"/>
                </a:lnTo>
                <a:lnTo>
                  <a:pt x="59699" y="158478"/>
                </a:lnTo>
                <a:lnTo>
                  <a:pt x="59698" y="158478"/>
                </a:lnTo>
                <a:lnTo>
                  <a:pt x="59697" y="158478"/>
                </a:lnTo>
                <a:lnTo>
                  <a:pt x="59696" y="158478"/>
                </a:lnTo>
                <a:lnTo>
                  <a:pt x="59695" y="158478"/>
                </a:lnTo>
                <a:lnTo>
                  <a:pt x="59694" y="158478"/>
                </a:lnTo>
                <a:lnTo>
                  <a:pt x="59693" y="158478"/>
                </a:lnTo>
                <a:lnTo>
                  <a:pt x="59691" y="158478"/>
                </a:lnTo>
                <a:lnTo>
                  <a:pt x="59690" y="158478"/>
                </a:lnTo>
                <a:lnTo>
                  <a:pt x="59689" y="158478"/>
                </a:lnTo>
                <a:lnTo>
                  <a:pt x="59688" y="158478"/>
                </a:lnTo>
                <a:lnTo>
                  <a:pt x="59687" y="158478"/>
                </a:lnTo>
                <a:lnTo>
                  <a:pt x="59686" y="158478"/>
                </a:lnTo>
                <a:lnTo>
                  <a:pt x="59685" y="158478"/>
                </a:lnTo>
                <a:lnTo>
                  <a:pt x="59683" y="158478"/>
                </a:lnTo>
                <a:lnTo>
                  <a:pt x="59682" y="158478"/>
                </a:lnTo>
                <a:lnTo>
                  <a:pt x="59681" y="158478"/>
                </a:lnTo>
                <a:lnTo>
                  <a:pt x="59680" y="158478"/>
                </a:lnTo>
                <a:lnTo>
                  <a:pt x="59679" y="158478"/>
                </a:lnTo>
                <a:lnTo>
                  <a:pt x="59678" y="158478"/>
                </a:lnTo>
                <a:lnTo>
                  <a:pt x="59677" y="158478"/>
                </a:lnTo>
                <a:lnTo>
                  <a:pt x="59676" y="158478"/>
                </a:lnTo>
                <a:lnTo>
                  <a:pt x="59674" y="158478"/>
                </a:lnTo>
                <a:lnTo>
                  <a:pt x="59673" y="158478"/>
                </a:lnTo>
                <a:lnTo>
                  <a:pt x="59672" y="158478"/>
                </a:lnTo>
                <a:lnTo>
                  <a:pt x="59671" y="158478"/>
                </a:lnTo>
                <a:lnTo>
                  <a:pt x="59670" y="158478"/>
                </a:lnTo>
                <a:lnTo>
                  <a:pt x="59669" y="158478"/>
                </a:lnTo>
                <a:lnTo>
                  <a:pt x="59668" y="158478"/>
                </a:lnTo>
                <a:lnTo>
                  <a:pt x="59667" y="158478"/>
                </a:lnTo>
                <a:lnTo>
                  <a:pt x="59665" y="158478"/>
                </a:lnTo>
                <a:lnTo>
                  <a:pt x="59664" y="158478"/>
                </a:lnTo>
                <a:lnTo>
                  <a:pt x="59663" y="158478"/>
                </a:lnTo>
                <a:lnTo>
                  <a:pt x="59662" y="158478"/>
                </a:lnTo>
                <a:lnTo>
                  <a:pt x="59661" y="158478"/>
                </a:lnTo>
                <a:lnTo>
                  <a:pt x="59660" y="158478"/>
                </a:lnTo>
                <a:lnTo>
                  <a:pt x="59659" y="158478"/>
                </a:lnTo>
                <a:lnTo>
                  <a:pt x="59658" y="158478"/>
                </a:lnTo>
                <a:lnTo>
                  <a:pt x="59656" y="158478"/>
                </a:lnTo>
                <a:lnTo>
                  <a:pt x="59655" y="158478"/>
                </a:lnTo>
                <a:lnTo>
                  <a:pt x="59654" y="158478"/>
                </a:lnTo>
                <a:lnTo>
                  <a:pt x="59653" y="158478"/>
                </a:lnTo>
                <a:lnTo>
                  <a:pt x="59652" y="158478"/>
                </a:lnTo>
                <a:lnTo>
                  <a:pt x="59651" y="158478"/>
                </a:lnTo>
                <a:lnTo>
                  <a:pt x="59650" y="158478"/>
                </a:lnTo>
                <a:lnTo>
                  <a:pt x="59649" y="158478"/>
                </a:lnTo>
                <a:lnTo>
                  <a:pt x="59647" y="158478"/>
                </a:lnTo>
                <a:lnTo>
                  <a:pt x="59646" y="158478"/>
                </a:lnTo>
                <a:lnTo>
                  <a:pt x="59645" y="158478"/>
                </a:lnTo>
                <a:lnTo>
                  <a:pt x="59644" y="158478"/>
                </a:lnTo>
                <a:lnTo>
                  <a:pt x="59643" y="158478"/>
                </a:lnTo>
                <a:lnTo>
                  <a:pt x="59642" y="158478"/>
                </a:lnTo>
                <a:lnTo>
                  <a:pt x="59641" y="158478"/>
                </a:lnTo>
                <a:lnTo>
                  <a:pt x="59639" y="158478"/>
                </a:lnTo>
                <a:lnTo>
                  <a:pt x="59638" y="158478"/>
                </a:lnTo>
                <a:lnTo>
                  <a:pt x="59637" y="158478"/>
                </a:lnTo>
                <a:lnTo>
                  <a:pt x="59636" y="158478"/>
                </a:lnTo>
                <a:lnTo>
                  <a:pt x="59635" y="158478"/>
                </a:lnTo>
                <a:lnTo>
                  <a:pt x="59634" y="158478"/>
                </a:lnTo>
                <a:lnTo>
                  <a:pt x="59633" y="158478"/>
                </a:lnTo>
                <a:lnTo>
                  <a:pt x="59632" y="158478"/>
                </a:lnTo>
                <a:lnTo>
                  <a:pt x="59630" y="158478"/>
                </a:lnTo>
                <a:lnTo>
                  <a:pt x="59629" y="158478"/>
                </a:lnTo>
                <a:lnTo>
                  <a:pt x="59628" y="158478"/>
                </a:lnTo>
                <a:lnTo>
                  <a:pt x="59627" y="158478"/>
                </a:lnTo>
                <a:lnTo>
                  <a:pt x="59626" y="158478"/>
                </a:lnTo>
                <a:lnTo>
                  <a:pt x="59625" y="158478"/>
                </a:lnTo>
                <a:lnTo>
                  <a:pt x="59624" y="158478"/>
                </a:lnTo>
                <a:lnTo>
                  <a:pt x="59623" y="158478"/>
                </a:lnTo>
                <a:lnTo>
                  <a:pt x="59621" y="158478"/>
                </a:lnTo>
                <a:lnTo>
                  <a:pt x="59620" y="158478"/>
                </a:lnTo>
                <a:lnTo>
                  <a:pt x="59619" y="158478"/>
                </a:lnTo>
                <a:lnTo>
                  <a:pt x="59618" y="158478"/>
                </a:lnTo>
                <a:lnTo>
                  <a:pt x="59617" y="158478"/>
                </a:lnTo>
                <a:lnTo>
                  <a:pt x="59616" y="158478"/>
                </a:lnTo>
                <a:lnTo>
                  <a:pt x="59615" y="158478"/>
                </a:lnTo>
                <a:lnTo>
                  <a:pt x="59614" y="158478"/>
                </a:lnTo>
                <a:lnTo>
                  <a:pt x="59612" y="158478"/>
                </a:lnTo>
                <a:lnTo>
                  <a:pt x="59611" y="158478"/>
                </a:lnTo>
                <a:lnTo>
                  <a:pt x="59610" y="158478"/>
                </a:lnTo>
                <a:lnTo>
                  <a:pt x="59609" y="158478"/>
                </a:lnTo>
                <a:lnTo>
                  <a:pt x="59608" y="158478"/>
                </a:lnTo>
                <a:lnTo>
                  <a:pt x="59607" y="158478"/>
                </a:lnTo>
                <a:lnTo>
                  <a:pt x="59606" y="158478"/>
                </a:lnTo>
                <a:lnTo>
                  <a:pt x="59605" y="158478"/>
                </a:lnTo>
                <a:lnTo>
                  <a:pt x="59603" y="158478"/>
                </a:lnTo>
                <a:lnTo>
                  <a:pt x="59602" y="158478"/>
                </a:lnTo>
                <a:lnTo>
                  <a:pt x="59601" y="158478"/>
                </a:lnTo>
                <a:lnTo>
                  <a:pt x="59600" y="158478"/>
                </a:lnTo>
                <a:lnTo>
                  <a:pt x="59599" y="158478"/>
                </a:lnTo>
                <a:lnTo>
                  <a:pt x="59598" y="158478"/>
                </a:lnTo>
                <a:lnTo>
                  <a:pt x="59597" y="158478"/>
                </a:lnTo>
                <a:lnTo>
                  <a:pt x="59596" y="158478"/>
                </a:lnTo>
                <a:lnTo>
                  <a:pt x="59594" y="158478"/>
                </a:lnTo>
                <a:lnTo>
                  <a:pt x="59593" y="158478"/>
                </a:lnTo>
                <a:lnTo>
                  <a:pt x="59592" y="158478"/>
                </a:lnTo>
                <a:lnTo>
                  <a:pt x="59591" y="158478"/>
                </a:lnTo>
                <a:lnTo>
                  <a:pt x="59590" y="158478"/>
                </a:lnTo>
                <a:lnTo>
                  <a:pt x="59589" y="158478"/>
                </a:lnTo>
                <a:lnTo>
                  <a:pt x="59588" y="158478"/>
                </a:lnTo>
                <a:lnTo>
                  <a:pt x="59587" y="158478"/>
                </a:lnTo>
                <a:lnTo>
                  <a:pt x="59585" y="158478"/>
                </a:lnTo>
                <a:lnTo>
                  <a:pt x="59584" y="158478"/>
                </a:lnTo>
                <a:lnTo>
                  <a:pt x="59583" y="158478"/>
                </a:lnTo>
                <a:lnTo>
                  <a:pt x="59582" y="158478"/>
                </a:lnTo>
                <a:lnTo>
                  <a:pt x="59581" y="158478"/>
                </a:lnTo>
                <a:lnTo>
                  <a:pt x="59580" y="158478"/>
                </a:lnTo>
                <a:lnTo>
                  <a:pt x="59579" y="158478"/>
                </a:lnTo>
                <a:lnTo>
                  <a:pt x="59577" y="158478"/>
                </a:lnTo>
                <a:lnTo>
                  <a:pt x="59576" y="158478"/>
                </a:lnTo>
                <a:lnTo>
                  <a:pt x="59575" y="158478"/>
                </a:lnTo>
                <a:lnTo>
                  <a:pt x="59574" y="158478"/>
                </a:lnTo>
                <a:lnTo>
                  <a:pt x="59573" y="158478"/>
                </a:lnTo>
                <a:lnTo>
                  <a:pt x="59572" y="158478"/>
                </a:lnTo>
                <a:lnTo>
                  <a:pt x="59571" y="158478"/>
                </a:lnTo>
                <a:lnTo>
                  <a:pt x="59570" y="158478"/>
                </a:lnTo>
                <a:lnTo>
                  <a:pt x="59568" y="158478"/>
                </a:lnTo>
                <a:lnTo>
                  <a:pt x="59567" y="158478"/>
                </a:lnTo>
                <a:lnTo>
                  <a:pt x="59566" y="158478"/>
                </a:lnTo>
                <a:lnTo>
                  <a:pt x="59565" y="158478"/>
                </a:lnTo>
                <a:lnTo>
                  <a:pt x="59564" y="158478"/>
                </a:lnTo>
                <a:lnTo>
                  <a:pt x="59563" y="158478"/>
                </a:lnTo>
                <a:lnTo>
                  <a:pt x="59562" y="158478"/>
                </a:lnTo>
                <a:lnTo>
                  <a:pt x="59561" y="158478"/>
                </a:lnTo>
                <a:lnTo>
                  <a:pt x="59559" y="158478"/>
                </a:lnTo>
                <a:lnTo>
                  <a:pt x="59558" y="158478"/>
                </a:lnTo>
                <a:lnTo>
                  <a:pt x="59557" y="158478"/>
                </a:lnTo>
                <a:lnTo>
                  <a:pt x="59556" y="158478"/>
                </a:lnTo>
                <a:lnTo>
                  <a:pt x="59555" y="158478"/>
                </a:lnTo>
                <a:lnTo>
                  <a:pt x="59554" y="158478"/>
                </a:lnTo>
                <a:lnTo>
                  <a:pt x="59553" y="158478"/>
                </a:lnTo>
                <a:lnTo>
                  <a:pt x="59552" y="158478"/>
                </a:lnTo>
                <a:lnTo>
                  <a:pt x="59550" y="158478"/>
                </a:lnTo>
                <a:lnTo>
                  <a:pt x="59549" y="158478"/>
                </a:lnTo>
                <a:lnTo>
                  <a:pt x="59548" y="158478"/>
                </a:lnTo>
                <a:lnTo>
                  <a:pt x="59547" y="158478"/>
                </a:lnTo>
                <a:lnTo>
                  <a:pt x="59546" y="158478"/>
                </a:lnTo>
                <a:lnTo>
                  <a:pt x="59545" y="158478"/>
                </a:lnTo>
                <a:lnTo>
                  <a:pt x="59544" y="158478"/>
                </a:lnTo>
                <a:lnTo>
                  <a:pt x="59543" y="158478"/>
                </a:lnTo>
                <a:lnTo>
                  <a:pt x="59541" y="158478"/>
                </a:lnTo>
                <a:lnTo>
                  <a:pt x="59540" y="158478"/>
                </a:lnTo>
                <a:lnTo>
                  <a:pt x="59539" y="158478"/>
                </a:lnTo>
                <a:lnTo>
                  <a:pt x="59538" y="158478"/>
                </a:lnTo>
                <a:lnTo>
                  <a:pt x="59537" y="158478"/>
                </a:lnTo>
                <a:lnTo>
                  <a:pt x="59536" y="158478"/>
                </a:lnTo>
                <a:lnTo>
                  <a:pt x="59535" y="158478"/>
                </a:lnTo>
                <a:lnTo>
                  <a:pt x="59534" y="158478"/>
                </a:lnTo>
                <a:lnTo>
                  <a:pt x="59532" y="158478"/>
                </a:lnTo>
                <a:lnTo>
                  <a:pt x="59531" y="158478"/>
                </a:lnTo>
                <a:lnTo>
                  <a:pt x="59530" y="158478"/>
                </a:lnTo>
                <a:lnTo>
                  <a:pt x="59529" y="158478"/>
                </a:lnTo>
                <a:lnTo>
                  <a:pt x="59528" y="158478"/>
                </a:lnTo>
                <a:lnTo>
                  <a:pt x="59527" y="158478"/>
                </a:lnTo>
                <a:lnTo>
                  <a:pt x="59526" y="158478"/>
                </a:lnTo>
                <a:lnTo>
                  <a:pt x="59525" y="158478"/>
                </a:lnTo>
                <a:lnTo>
                  <a:pt x="59523" y="158478"/>
                </a:lnTo>
                <a:lnTo>
                  <a:pt x="59522" y="158478"/>
                </a:lnTo>
                <a:lnTo>
                  <a:pt x="59521" y="158478"/>
                </a:lnTo>
                <a:lnTo>
                  <a:pt x="59520" y="158478"/>
                </a:lnTo>
                <a:lnTo>
                  <a:pt x="59519" y="158478"/>
                </a:lnTo>
                <a:lnTo>
                  <a:pt x="59518" y="158478"/>
                </a:lnTo>
                <a:lnTo>
                  <a:pt x="59517" y="158478"/>
                </a:lnTo>
                <a:lnTo>
                  <a:pt x="59516" y="158478"/>
                </a:lnTo>
                <a:lnTo>
                  <a:pt x="59514" y="158478"/>
                </a:lnTo>
                <a:lnTo>
                  <a:pt x="59513" y="158478"/>
                </a:lnTo>
                <a:lnTo>
                  <a:pt x="59512" y="158478"/>
                </a:lnTo>
                <a:lnTo>
                  <a:pt x="59511" y="158478"/>
                </a:lnTo>
                <a:lnTo>
                  <a:pt x="59510" y="158478"/>
                </a:lnTo>
                <a:lnTo>
                  <a:pt x="59509" y="158478"/>
                </a:lnTo>
                <a:lnTo>
                  <a:pt x="59508" y="158478"/>
                </a:lnTo>
                <a:lnTo>
                  <a:pt x="59507" y="158478"/>
                </a:lnTo>
                <a:lnTo>
                  <a:pt x="59505" y="158478"/>
                </a:lnTo>
                <a:lnTo>
                  <a:pt x="59504" y="158478"/>
                </a:lnTo>
                <a:lnTo>
                  <a:pt x="59503" y="158478"/>
                </a:lnTo>
                <a:lnTo>
                  <a:pt x="59502" y="158478"/>
                </a:lnTo>
                <a:lnTo>
                  <a:pt x="59501" y="158478"/>
                </a:lnTo>
                <a:lnTo>
                  <a:pt x="59500" y="158478"/>
                </a:lnTo>
                <a:lnTo>
                  <a:pt x="59499" y="158478"/>
                </a:lnTo>
                <a:lnTo>
                  <a:pt x="59498" y="158478"/>
                </a:lnTo>
                <a:lnTo>
                  <a:pt x="59496" y="158478"/>
                </a:lnTo>
                <a:lnTo>
                  <a:pt x="59495" y="158478"/>
                </a:lnTo>
                <a:lnTo>
                  <a:pt x="59494" y="158478"/>
                </a:lnTo>
                <a:lnTo>
                  <a:pt x="59493" y="158478"/>
                </a:lnTo>
                <a:lnTo>
                  <a:pt x="59492" y="158478"/>
                </a:lnTo>
                <a:lnTo>
                  <a:pt x="59491" y="158478"/>
                </a:lnTo>
                <a:lnTo>
                  <a:pt x="59490" y="158478"/>
                </a:lnTo>
                <a:lnTo>
                  <a:pt x="59489" y="158478"/>
                </a:lnTo>
                <a:lnTo>
                  <a:pt x="59487" y="158478"/>
                </a:lnTo>
                <a:lnTo>
                  <a:pt x="59486" y="158478"/>
                </a:lnTo>
                <a:lnTo>
                  <a:pt x="59485" y="158478"/>
                </a:lnTo>
                <a:lnTo>
                  <a:pt x="59484" y="158478"/>
                </a:lnTo>
                <a:lnTo>
                  <a:pt x="59483" y="158478"/>
                </a:lnTo>
                <a:lnTo>
                  <a:pt x="59482" y="158478"/>
                </a:lnTo>
                <a:lnTo>
                  <a:pt x="59481" y="158478"/>
                </a:lnTo>
                <a:lnTo>
                  <a:pt x="59480" y="158478"/>
                </a:lnTo>
                <a:lnTo>
                  <a:pt x="59478" y="158478"/>
                </a:lnTo>
                <a:lnTo>
                  <a:pt x="59477" y="158478"/>
                </a:lnTo>
                <a:lnTo>
                  <a:pt x="59476" y="158478"/>
                </a:lnTo>
                <a:lnTo>
                  <a:pt x="59475" y="158478"/>
                </a:lnTo>
                <a:lnTo>
                  <a:pt x="59474" y="158478"/>
                </a:lnTo>
                <a:lnTo>
                  <a:pt x="59473" y="158478"/>
                </a:lnTo>
                <a:lnTo>
                  <a:pt x="59472" y="158478"/>
                </a:lnTo>
                <a:lnTo>
                  <a:pt x="59471" y="158478"/>
                </a:lnTo>
                <a:lnTo>
                  <a:pt x="59469" y="158478"/>
                </a:lnTo>
                <a:lnTo>
                  <a:pt x="59468" y="158478"/>
                </a:lnTo>
                <a:lnTo>
                  <a:pt x="59467" y="158478"/>
                </a:lnTo>
                <a:lnTo>
                  <a:pt x="59466" y="158478"/>
                </a:lnTo>
                <a:lnTo>
                  <a:pt x="59465" y="158478"/>
                </a:lnTo>
                <a:lnTo>
                  <a:pt x="59464" y="158478"/>
                </a:lnTo>
                <a:lnTo>
                  <a:pt x="59463" y="158478"/>
                </a:lnTo>
                <a:lnTo>
                  <a:pt x="59462" y="158478"/>
                </a:lnTo>
                <a:lnTo>
                  <a:pt x="59460" y="158478"/>
                </a:lnTo>
                <a:lnTo>
                  <a:pt x="59459" y="158478"/>
                </a:lnTo>
                <a:lnTo>
                  <a:pt x="59458" y="158478"/>
                </a:lnTo>
                <a:lnTo>
                  <a:pt x="59457" y="158478"/>
                </a:lnTo>
                <a:lnTo>
                  <a:pt x="59456" y="158478"/>
                </a:lnTo>
                <a:lnTo>
                  <a:pt x="59455" y="158478"/>
                </a:lnTo>
                <a:lnTo>
                  <a:pt x="59454" y="158478"/>
                </a:lnTo>
                <a:lnTo>
                  <a:pt x="59453" y="158478"/>
                </a:lnTo>
                <a:lnTo>
                  <a:pt x="59451" y="158478"/>
                </a:lnTo>
                <a:lnTo>
                  <a:pt x="59450" y="158478"/>
                </a:lnTo>
                <a:lnTo>
                  <a:pt x="59449" y="158478"/>
                </a:lnTo>
                <a:lnTo>
                  <a:pt x="59448" y="158478"/>
                </a:lnTo>
                <a:lnTo>
                  <a:pt x="59447" y="158478"/>
                </a:lnTo>
                <a:lnTo>
                  <a:pt x="59446" y="158478"/>
                </a:lnTo>
                <a:lnTo>
                  <a:pt x="59445" y="158478"/>
                </a:lnTo>
                <a:lnTo>
                  <a:pt x="59444" y="158478"/>
                </a:lnTo>
                <a:lnTo>
                  <a:pt x="59442" y="158478"/>
                </a:lnTo>
                <a:lnTo>
                  <a:pt x="59441" y="158478"/>
                </a:lnTo>
                <a:lnTo>
                  <a:pt x="59440" y="158478"/>
                </a:lnTo>
                <a:lnTo>
                  <a:pt x="59439" y="158478"/>
                </a:lnTo>
                <a:lnTo>
                  <a:pt x="59438" y="158478"/>
                </a:lnTo>
                <a:lnTo>
                  <a:pt x="59437" y="158478"/>
                </a:lnTo>
                <a:lnTo>
                  <a:pt x="59436" y="158478"/>
                </a:lnTo>
                <a:lnTo>
                  <a:pt x="59435" y="158478"/>
                </a:lnTo>
                <a:lnTo>
                  <a:pt x="59433" y="158478"/>
                </a:lnTo>
                <a:lnTo>
                  <a:pt x="59432" y="158478"/>
                </a:lnTo>
                <a:lnTo>
                  <a:pt x="59431" y="158478"/>
                </a:lnTo>
                <a:lnTo>
                  <a:pt x="59430" y="158478"/>
                </a:lnTo>
                <a:lnTo>
                  <a:pt x="59429" y="158478"/>
                </a:lnTo>
                <a:lnTo>
                  <a:pt x="59428" y="158478"/>
                </a:lnTo>
                <a:lnTo>
                  <a:pt x="59427" y="158478"/>
                </a:lnTo>
                <a:lnTo>
                  <a:pt x="59426" y="158478"/>
                </a:lnTo>
                <a:lnTo>
                  <a:pt x="59424" y="158478"/>
                </a:lnTo>
                <a:lnTo>
                  <a:pt x="59423" y="158478"/>
                </a:lnTo>
                <a:lnTo>
                  <a:pt x="59422" y="158478"/>
                </a:lnTo>
                <a:lnTo>
                  <a:pt x="59421" y="158478"/>
                </a:lnTo>
                <a:lnTo>
                  <a:pt x="59420" y="158478"/>
                </a:lnTo>
                <a:lnTo>
                  <a:pt x="59419" y="158478"/>
                </a:lnTo>
                <a:lnTo>
                  <a:pt x="59418" y="158478"/>
                </a:lnTo>
                <a:lnTo>
                  <a:pt x="59417" y="158478"/>
                </a:lnTo>
                <a:lnTo>
                  <a:pt x="59415" y="158478"/>
                </a:lnTo>
                <a:lnTo>
                  <a:pt x="59414" y="158478"/>
                </a:lnTo>
                <a:lnTo>
                  <a:pt x="59413" y="158478"/>
                </a:lnTo>
                <a:lnTo>
                  <a:pt x="59412" y="158478"/>
                </a:lnTo>
                <a:lnTo>
                  <a:pt x="59411" y="158478"/>
                </a:lnTo>
                <a:lnTo>
                  <a:pt x="59410" y="158478"/>
                </a:lnTo>
                <a:lnTo>
                  <a:pt x="59409" y="158478"/>
                </a:lnTo>
                <a:lnTo>
                  <a:pt x="59408" y="158478"/>
                </a:lnTo>
                <a:lnTo>
                  <a:pt x="59406" y="158478"/>
                </a:lnTo>
                <a:lnTo>
                  <a:pt x="59405" y="158478"/>
                </a:lnTo>
                <a:lnTo>
                  <a:pt x="59404" y="158478"/>
                </a:lnTo>
                <a:lnTo>
                  <a:pt x="59403" y="158478"/>
                </a:lnTo>
                <a:lnTo>
                  <a:pt x="59402" y="158478"/>
                </a:lnTo>
                <a:lnTo>
                  <a:pt x="59401" y="158478"/>
                </a:lnTo>
                <a:lnTo>
                  <a:pt x="59400" y="158478"/>
                </a:lnTo>
                <a:lnTo>
                  <a:pt x="59399" y="158478"/>
                </a:lnTo>
                <a:lnTo>
                  <a:pt x="59397" y="158478"/>
                </a:lnTo>
                <a:lnTo>
                  <a:pt x="59396" y="158478"/>
                </a:lnTo>
                <a:lnTo>
                  <a:pt x="59395" y="158478"/>
                </a:lnTo>
                <a:lnTo>
                  <a:pt x="59394" y="158478"/>
                </a:lnTo>
                <a:lnTo>
                  <a:pt x="59393" y="158478"/>
                </a:lnTo>
                <a:lnTo>
                  <a:pt x="59392" y="158478"/>
                </a:lnTo>
                <a:lnTo>
                  <a:pt x="59391" y="158478"/>
                </a:lnTo>
                <a:lnTo>
                  <a:pt x="59390" y="158478"/>
                </a:lnTo>
                <a:lnTo>
                  <a:pt x="59388" y="158478"/>
                </a:lnTo>
                <a:lnTo>
                  <a:pt x="59387" y="158478"/>
                </a:lnTo>
                <a:lnTo>
                  <a:pt x="59386" y="158478"/>
                </a:lnTo>
                <a:lnTo>
                  <a:pt x="59385" y="158478"/>
                </a:lnTo>
                <a:lnTo>
                  <a:pt x="59384" y="158478"/>
                </a:lnTo>
                <a:lnTo>
                  <a:pt x="59383" y="158478"/>
                </a:lnTo>
                <a:lnTo>
                  <a:pt x="59382" y="158478"/>
                </a:lnTo>
                <a:lnTo>
                  <a:pt x="59381" y="158478"/>
                </a:lnTo>
                <a:lnTo>
                  <a:pt x="59379" y="158478"/>
                </a:lnTo>
                <a:lnTo>
                  <a:pt x="59378" y="158478"/>
                </a:lnTo>
                <a:lnTo>
                  <a:pt x="59377" y="158478"/>
                </a:lnTo>
                <a:lnTo>
                  <a:pt x="59376" y="158478"/>
                </a:lnTo>
                <a:lnTo>
                  <a:pt x="59375" y="158478"/>
                </a:lnTo>
                <a:lnTo>
                  <a:pt x="59374" y="158478"/>
                </a:lnTo>
                <a:lnTo>
                  <a:pt x="59373" y="158478"/>
                </a:lnTo>
                <a:lnTo>
                  <a:pt x="59372" y="158478"/>
                </a:lnTo>
                <a:lnTo>
                  <a:pt x="59370" y="158478"/>
                </a:lnTo>
                <a:lnTo>
                  <a:pt x="59369" y="158478"/>
                </a:lnTo>
                <a:lnTo>
                  <a:pt x="59368" y="158478"/>
                </a:lnTo>
                <a:lnTo>
                  <a:pt x="59367" y="158478"/>
                </a:lnTo>
                <a:lnTo>
                  <a:pt x="59366" y="158478"/>
                </a:lnTo>
                <a:lnTo>
                  <a:pt x="59365" y="158478"/>
                </a:lnTo>
                <a:lnTo>
                  <a:pt x="59364" y="158478"/>
                </a:lnTo>
                <a:lnTo>
                  <a:pt x="59363" y="158478"/>
                </a:lnTo>
                <a:lnTo>
                  <a:pt x="59361" y="158478"/>
                </a:lnTo>
                <a:lnTo>
                  <a:pt x="59360" y="158478"/>
                </a:lnTo>
                <a:lnTo>
                  <a:pt x="59359" y="158478"/>
                </a:lnTo>
                <a:lnTo>
                  <a:pt x="59358" y="158478"/>
                </a:lnTo>
                <a:lnTo>
                  <a:pt x="59357" y="158478"/>
                </a:lnTo>
                <a:lnTo>
                  <a:pt x="59356" y="158478"/>
                </a:lnTo>
                <a:lnTo>
                  <a:pt x="59355" y="158478"/>
                </a:lnTo>
                <a:lnTo>
                  <a:pt x="59354" y="158478"/>
                </a:lnTo>
                <a:lnTo>
                  <a:pt x="59352" y="158478"/>
                </a:lnTo>
                <a:lnTo>
                  <a:pt x="59351" y="158478"/>
                </a:lnTo>
                <a:lnTo>
                  <a:pt x="59350" y="158478"/>
                </a:lnTo>
                <a:lnTo>
                  <a:pt x="59349" y="158478"/>
                </a:lnTo>
                <a:lnTo>
                  <a:pt x="59348" y="158478"/>
                </a:lnTo>
                <a:lnTo>
                  <a:pt x="59347" y="158478"/>
                </a:lnTo>
                <a:lnTo>
                  <a:pt x="59346" y="158478"/>
                </a:lnTo>
                <a:lnTo>
                  <a:pt x="59345" y="158478"/>
                </a:lnTo>
                <a:lnTo>
                  <a:pt x="59343" y="158478"/>
                </a:lnTo>
                <a:lnTo>
                  <a:pt x="59342" y="158478"/>
                </a:lnTo>
                <a:lnTo>
                  <a:pt x="59341" y="158478"/>
                </a:lnTo>
                <a:lnTo>
                  <a:pt x="59340" y="158478"/>
                </a:lnTo>
                <a:lnTo>
                  <a:pt x="59339" y="158478"/>
                </a:lnTo>
                <a:lnTo>
                  <a:pt x="59338" y="158478"/>
                </a:lnTo>
                <a:lnTo>
                  <a:pt x="59337" y="158478"/>
                </a:lnTo>
                <a:lnTo>
                  <a:pt x="59336" y="158478"/>
                </a:lnTo>
                <a:lnTo>
                  <a:pt x="59334" y="158478"/>
                </a:lnTo>
                <a:lnTo>
                  <a:pt x="59333" y="158478"/>
                </a:lnTo>
                <a:lnTo>
                  <a:pt x="59332" y="158478"/>
                </a:lnTo>
                <a:lnTo>
                  <a:pt x="59331" y="158478"/>
                </a:lnTo>
                <a:lnTo>
                  <a:pt x="59330" y="158478"/>
                </a:lnTo>
                <a:lnTo>
                  <a:pt x="59329" y="158478"/>
                </a:lnTo>
                <a:lnTo>
                  <a:pt x="59328" y="158478"/>
                </a:lnTo>
                <a:lnTo>
                  <a:pt x="59327" y="158478"/>
                </a:lnTo>
                <a:lnTo>
                  <a:pt x="59326" y="158478"/>
                </a:lnTo>
                <a:lnTo>
                  <a:pt x="59324" y="158478"/>
                </a:lnTo>
                <a:lnTo>
                  <a:pt x="59323" y="158478"/>
                </a:lnTo>
                <a:lnTo>
                  <a:pt x="59322" y="158478"/>
                </a:lnTo>
                <a:lnTo>
                  <a:pt x="59321" y="158478"/>
                </a:lnTo>
                <a:lnTo>
                  <a:pt x="59320" y="158478"/>
                </a:lnTo>
                <a:lnTo>
                  <a:pt x="59319" y="158478"/>
                </a:lnTo>
                <a:lnTo>
                  <a:pt x="59318" y="158478"/>
                </a:lnTo>
                <a:lnTo>
                  <a:pt x="59317" y="158478"/>
                </a:lnTo>
                <a:lnTo>
                  <a:pt x="59315" y="158478"/>
                </a:lnTo>
                <a:lnTo>
                  <a:pt x="59314" y="158478"/>
                </a:lnTo>
                <a:lnTo>
                  <a:pt x="59313" y="158478"/>
                </a:lnTo>
                <a:lnTo>
                  <a:pt x="59312" y="158478"/>
                </a:lnTo>
                <a:lnTo>
                  <a:pt x="59311" y="158478"/>
                </a:lnTo>
                <a:lnTo>
                  <a:pt x="59310" y="158478"/>
                </a:lnTo>
                <a:lnTo>
                  <a:pt x="59309" y="158478"/>
                </a:lnTo>
                <a:lnTo>
                  <a:pt x="59308" y="158478"/>
                </a:lnTo>
                <a:lnTo>
                  <a:pt x="59306" y="158478"/>
                </a:lnTo>
                <a:lnTo>
                  <a:pt x="59305" y="158478"/>
                </a:lnTo>
                <a:lnTo>
                  <a:pt x="59304" y="158478"/>
                </a:lnTo>
                <a:lnTo>
                  <a:pt x="59303" y="158478"/>
                </a:lnTo>
                <a:lnTo>
                  <a:pt x="59302" y="158478"/>
                </a:lnTo>
                <a:lnTo>
                  <a:pt x="59301" y="158478"/>
                </a:lnTo>
                <a:lnTo>
                  <a:pt x="59300" y="158478"/>
                </a:lnTo>
                <a:lnTo>
                  <a:pt x="59299" y="158478"/>
                </a:lnTo>
                <a:lnTo>
                  <a:pt x="59297" y="158478"/>
                </a:lnTo>
                <a:lnTo>
                  <a:pt x="59296" y="158478"/>
                </a:lnTo>
                <a:lnTo>
                  <a:pt x="59295" y="158478"/>
                </a:lnTo>
                <a:lnTo>
                  <a:pt x="59294" y="158478"/>
                </a:lnTo>
                <a:lnTo>
                  <a:pt x="59293" y="158478"/>
                </a:lnTo>
                <a:lnTo>
                  <a:pt x="59292" y="158478"/>
                </a:lnTo>
                <a:lnTo>
                  <a:pt x="59291" y="158478"/>
                </a:lnTo>
                <a:lnTo>
                  <a:pt x="59290" y="158478"/>
                </a:lnTo>
                <a:lnTo>
                  <a:pt x="59288" y="158478"/>
                </a:lnTo>
                <a:lnTo>
                  <a:pt x="59287" y="158478"/>
                </a:lnTo>
                <a:lnTo>
                  <a:pt x="59286" y="158478"/>
                </a:lnTo>
                <a:lnTo>
                  <a:pt x="59285" y="158478"/>
                </a:lnTo>
                <a:lnTo>
                  <a:pt x="59284" y="158478"/>
                </a:lnTo>
                <a:lnTo>
                  <a:pt x="59283" y="158478"/>
                </a:lnTo>
                <a:lnTo>
                  <a:pt x="59282" y="158478"/>
                </a:lnTo>
                <a:lnTo>
                  <a:pt x="59281" y="158478"/>
                </a:lnTo>
                <a:lnTo>
                  <a:pt x="59279" y="158478"/>
                </a:lnTo>
                <a:lnTo>
                  <a:pt x="59278" y="158478"/>
                </a:lnTo>
                <a:lnTo>
                  <a:pt x="59277" y="158478"/>
                </a:lnTo>
                <a:lnTo>
                  <a:pt x="59276" y="158478"/>
                </a:lnTo>
                <a:lnTo>
                  <a:pt x="59275" y="158478"/>
                </a:lnTo>
                <a:lnTo>
                  <a:pt x="59274" y="158478"/>
                </a:lnTo>
                <a:lnTo>
                  <a:pt x="59273" y="158478"/>
                </a:lnTo>
                <a:lnTo>
                  <a:pt x="59272" y="158478"/>
                </a:lnTo>
                <a:lnTo>
                  <a:pt x="59270" y="158478"/>
                </a:lnTo>
                <a:lnTo>
                  <a:pt x="59269" y="158478"/>
                </a:lnTo>
                <a:lnTo>
                  <a:pt x="59268" y="158478"/>
                </a:lnTo>
                <a:lnTo>
                  <a:pt x="59267" y="158478"/>
                </a:lnTo>
                <a:lnTo>
                  <a:pt x="59266" y="158478"/>
                </a:lnTo>
                <a:lnTo>
                  <a:pt x="59265" y="158478"/>
                </a:lnTo>
                <a:lnTo>
                  <a:pt x="59264" y="158478"/>
                </a:lnTo>
                <a:lnTo>
                  <a:pt x="59263" y="158478"/>
                </a:lnTo>
                <a:lnTo>
                  <a:pt x="59262" y="158478"/>
                </a:lnTo>
                <a:lnTo>
                  <a:pt x="59260" y="158478"/>
                </a:lnTo>
                <a:lnTo>
                  <a:pt x="59259" y="158478"/>
                </a:lnTo>
                <a:lnTo>
                  <a:pt x="59258" y="158478"/>
                </a:lnTo>
                <a:lnTo>
                  <a:pt x="59257" y="158478"/>
                </a:lnTo>
                <a:lnTo>
                  <a:pt x="59256" y="158478"/>
                </a:lnTo>
                <a:lnTo>
                  <a:pt x="59255" y="158478"/>
                </a:lnTo>
                <a:lnTo>
                  <a:pt x="59254" y="158478"/>
                </a:lnTo>
                <a:lnTo>
                  <a:pt x="59253" y="158478"/>
                </a:lnTo>
                <a:lnTo>
                  <a:pt x="59251" y="158478"/>
                </a:lnTo>
                <a:lnTo>
                  <a:pt x="59250" y="158478"/>
                </a:lnTo>
                <a:lnTo>
                  <a:pt x="59249" y="158478"/>
                </a:lnTo>
                <a:lnTo>
                  <a:pt x="59248" y="158478"/>
                </a:lnTo>
                <a:lnTo>
                  <a:pt x="59247" y="158478"/>
                </a:lnTo>
                <a:lnTo>
                  <a:pt x="59246" y="158478"/>
                </a:lnTo>
                <a:lnTo>
                  <a:pt x="59245" y="158478"/>
                </a:lnTo>
                <a:lnTo>
                  <a:pt x="59244" y="158478"/>
                </a:lnTo>
                <a:lnTo>
                  <a:pt x="59242" y="158478"/>
                </a:lnTo>
                <a:lnTo>
                  <a:pt x="59241" y="158478"/>
                </a:lnTo>
                <a:lnTo>
                  <a:pt x="59240" y="158478"/>
                </a:lnTo>
                <a:lnTo>
                  <a:pt x="59239" y="158478"/>
                </a:lnTo>
                <a:lnTo>
                  <a:pt x="59238" y="158478"/>
                </a:lnTo>
                <a:lnTo>
                  <a:pt x="59237" y="158478"/>
                </a:lnTo>
                <a:lnTo>
                  <a:pt x="59236" y="158478"/>
                </a:lnTo>
                <a:lnTo>
                  <a:pt x="59235" y="158478"/>
                </a:lnTo>
                <a:lnTo>
                  <a:pt x="59233" y="158478"/>
                </a:lnTo>
                <a:lnTo>
                  <a:pt x="59232" y="158478"/>
                </a:lnTo>
                <a:lnTo>
                  <a:pt x="59231" y="158478"/>
                </a:lnTo>
                <a:lnTo>
                  <a:pt x="59230" y="158478"/>
                </a:lnTo>
                <a:lnTo>
                  <a:pt x="59229" y="158478"/>
                </a:lnTo>
                <a:lnTo>
                  <a:pt x="59228" y="158478"/>
                </a:lnTo>
                <a:lnTo>
                  <a:pt x="59227" y="158478"/>
                </a:lnTo>
                <a:lnTo>
                  <a:pt x="59226" y="158478"/>
                </a:lnTo>
                <a:lnTo>
                  <a:pt x="59224" y="158478"/>
                </a:lnTo>
                <a:lnTo>
                  <a:pt x="59223" y="158478"/>
                </a:lnTo>
                <a:lnTo>
                  <a:pt x="59222" y="158478"/>
                </a:lnTo>
                <a:lnTo>
                  <a:pt x="59221" y="158478"/>
                </a:lnTo>
                <a:lnTo>
                  <a:pt x="59220" y="158478"/>
                </a:lnTo>
                <a:lnTo>
                  <a:pt x="59219" y="158478"/>
                </a:lnTo>
                <a:lnTo>
                  <a:pt x="59218" y="158478"/>
                </a:lnTo>
                <a:lnTo>
                  <a:pt x="59217" y="158478"/>
                </a:lnTo>
                <a:lnTo>
                  <a:pt x="59216" y="158478"/>
                </a:lnTo>
                <a:lnTo>
                  <a:pt x="59214" y="158478"/>
                </a:lnTo>
                <a:lnTo>
                  <a:pt x="59213" y="158478"/>
                </a:lnTo>
                <a:lnTo>
                  <a:pt x="59212" y="158478"/>
                </a:lnTo>
                <a:lnTo>
                  <a:pt x="59211" y="158478"/>
                </a:lnTo>
                <a:lnTo>
                  <a:pt x="59210" y="158478"/>
                </a:lnTo>
                <a:lnTo>
                  <a:pt x="59209" y="158478"/>
                </a:lnTo>
                <a:lnTo>
                  <a:pt x="59208" y="158478"/>
                </a:lnTo>
                <a:lnTo>
                  <a:pt x="59207" y="158478"/>
                </a:lnTo>
                <a:lnTo>
                  <a:pt x="59205" y="158478"/>
                </a:lnTo>
                <a:lnTo>
                  <a:pt x="59204" y="158478"/>
                </a:lnTo>
                <a:lnTo>
                  <a:pt x="59203" y="158478"/>
                </a:lnTo>
                <a:lnTo>
                  <a:pt x="59202" y="158478"/>
                </a:lnTo>
                <a:lnTo>
                  <a:pt x="59201" y="158478"/>
                </a:lnTo>
                <a:lnTo>
                  <a:pt x="59200" y="158478"/>
                </a:lnTo>
                <a:lnTo>
                  <a:pt x="59199" y="158478"/>
                </a:lnTo>
                <a:lnTo>
                  <a:pt x="59198" y="158478"/>
                </a:lnTo>
                <a:lnTo>
                  <a:pt x="59196" y="158478"/>
                </a:lnTo>
                <a:lnTo>
                  <a:pt x="59195" y="158478"/>
                </a:lnTo>
                <a:lnTo>
                  <a:pt x="59194" y="158478"/>
                </a:lnTo>
                <a:lnTo>
                  <a:pt x="59193" y="158478"/>
                </a:lnTo>
                <a:lnTo>
                  <a:pt x="59192" y="158478"/>
                </a:lnTo>
                <a:lnTo>
                  <a:pt x="59191" y="158478"/>
                </a:lnTo>
                <a:lnTo>
                  <a:pt x="59190" y="158478"/>
                </a:lnTo>
                <a:lnTo>
                  <a:pt x="59189" y="158478"/>
                </a:lnTo>
                <a:lnTo>
                  <a:pt x="59187" y="158478"/>
                </a:lnTo>
                <a:lnTo>
                  <a:pt x="59186" y="158478"/>
                </a:lnTo>
                <a:lnTo>
                  <a:pt x="59185" y="158478"/>
                </a:lnTo>
                <a:lnTo>
                  <a:pt x="59184" y="158478"/>
                </a:lnTo>
                <a:lnTo>
                  <a:pt x="59183" y="158478"/>
                </a:lnTo>
                <a:lnTo>
                  <a:pt x="59182" y="158478"/>
                </a:lnTo>
                <a:lnTo>
                  <a:pt x="59181" y="158478"/>
                </a:lnTo>
                <a:lnTo>
                  <a:pt x="59180" y="158478"/>
                </a:lnTo>
                <a:lnTo>
                  <a:pt x="59179" y="158478"/>
                </a:lnTo>
                <a:lnTo>
                  <a:pt x="59177" y="158478"/>
                </a:lnTo>
                <a:lnTo>
                  <a:pt x="59176" y="158478"/>
                </a:lnTo>
                <a:lnTo>
                  <a:pt x="59175" y="158478"/>
                </a:lnTo>
                <a:lnTo>
                  <a:pt x="59174" y="158478"/>
                </a:lnTo>
                <a:lnTo>
                  <a:pt x="59173" y="158478"/>
                </a:lnTo>
                <a:lnTo>
                  <a:pt x="59172" y="158478"/>
                </a:lnTo>
                <a:lnTo>
                  <a:pt x="59171" y="158478"/>
                </a:lnTo>
                <a:lnTo>
                  <a:pt x="59170" y="158478"/>
                </a:lnTo>
                <a:lnTo>
                  <a:pt x="59168" y="158478"/>
                </a:lnTo>
                <a:lnTo>
                  <a:pt x="59167" y="158478"/>
                </a:lnTo>
                <a:lnTo>
                  <a:pt x="59166" y="158478"/>
                </a:lnTo>
                <a:lnTo>
                  <a:pt x="59165" y="158478"/>
                </a:lnTo>
                <a:lnTo>
                  <a:pt x="59164" y="158478"/>
                </a:lnTo>
                <a:lnTo>
                  <a:pt x="59163" y="158478"/>
                </a:lnTo>
                <a:lnTo>
                  <a:pt x="59162" y="158478"/>
                </a:lnTo>
                <a:lnTo>
                  <a:pt x="59161" y="158478"/>
                </a:lnTo>
                <a:lnTo>
                  <a:pt x="59159" y="158478"/>
                </a:lnTo>
                <a:lnTo>
                  <a:pt x="59158" y="158478"/>
                </a:lnTo>
                <a:lnTo>
                  <a:pt x="59157" y="158478"/>
                </a:lnTo>
                <a:lnTo>
                  <a:pt x="59156" y="158478"/>
                </a:lnTo>
                <a:lnTo>
                  <a:pt x="59155" y="158478"/>
                </a:lnTo>
                <a:lnTo>
                  <a:pt x="59154" y="158478"/>
                </a:lnTo>
                <a:lnTo>
                  <a:pt x="59153" y="158478"/>
                </a:lnTo>
                <a:lnTo>
                  <a:pt x="59152" y="158478"/>
                </a:lnTo>
                <a:lnTo>
                  <a:pt x="59150" y="158478"/>
                </a:lnTo>
                <a:lnTo>
                  <a:pt x="59149" y="158478"/>
                </a:lnTo>
                <a:lnTo>
                  <a:pt x="59148" y="158478"/>
                </a:lnTo>
                <a:lnTo>
                  <a:pt x="59147" y="158478"/>
                </a:lnTo>
                <a:lnTo>
                  <a:pt x="59146" y="158478"/>
                </a:lnTo>
                <a:lnTo>
                  <a:pt x="59145" y="158478"/>
                </a:lnTo>
                <a:lnTo>
                  <a:pt x="59144" y="158478"/>
                </a:lnTo>
                <a:lnTo>
                  <a:pt x="59143" y="158478"/>
                </a:lnTo>
                <a:lnTo>
                  <a:pt x="59142" y="158478"/>
                </a:lnTo>
                <a:lnTo>
                  <a:pt x="59140" y="158478"/>
                </a:lnTo>
                <a:lnTo>
                  <a:pt x="59139" y="158478"/>
                </a:lnTo>
                <a:lnTo>
                  <a:pt x="59138" y="158478"/>
                </a:lnTo>
                <a:lnTo>
                  <a:pt x="59137" y="158478"/>
                </a:lnTo>
                <a:lnTo>
                  <a:pt x="59136" y="158478"/>
                </a:lnTo>
                <a:lnTo>
                  <a:pt x="59135" y="158478"/>
                </a:lnTo>
                <a:lnTo>
                  <a:pt x="59134" y="158478"/>
                </a:lnTo>
                <a:lnTo>
                  <a:pt x="59133" y="158478"/>
                </a:lnTo>
                <a:lnTo>
                  <a:pt x="59131" y="158478"/>
                </a:lnTo>
                <a:lnTo>
                  <a:pt x="59130" y="158478"/>
                </a:lnTo>
                <a:lnTo>
                  <a:pt x="59129" y="158478"/>
                </a:lnTo>
                <a:lnTo>
                  <a:pt x="59128" y="158478"/>
                </a:lnTo>
                <a:lnTo>
                  <a:pt x="59127" y="158478"/>
                </a:lnTo>
                <a:lnTo>
                  <a:pt x="59126" y="158478"/>
                </a:lnTo>
                <a:lnTo>
                  <a:pt x="59125" y="158478"/>
                </a:lnTo>
                <a:lnTo>
                  <a:pt x="59124" y="158478"/>
                </a:lnTo>
                <a:lnTo>
                  <a:pt x="59122" y="158478"/>
                </a:lnTo>
                <a:lnTo>
                  <a:pt x="59121" y="158478"/>
                </a:lnTo>
                <a:lnTo>
                  <a:pt x="59120" y="158478"/>
                </a:lnTo>
                <a:lnTo>
                  <a:pt x="59119" y="158478"/>
                </a:lnTo>
                <a:lnTo>
                  <a:pt x="59118" y="158478"/>
                </a:lnTo>
                <a:lnTo>
                  <a:pt x="59117" y="158478"/>
                </a:lnTo>
                <a:lnTo>
                  <a:pt x="59116" y="158478"/>
                </a:lnTo>
                <a:lnTo>
                  <a:pt x="59115" y="158478"/>
                </a:lnTo>
                <a:lnTo>
                  <a:pt x="59114" y="158478"/>
                </a:lnTo>
                <a:lnTo>
                  <a:pt x="59112" y="158478"/>
                </a:lnTo>
                <a:lnTo>
                  <a:pt x="59111" y="158478"/>
                </a:lnTo>
                <a:lnTo>
                  <a:pt x="59110" y="158478"/>
                </a:lnTo>
                <a:lnTo>
                  <a:pt x="59109" y="158478"/>
                </a:lnTo>
                <a:lnTo>
                  <a:pt x="59108" y="158478"/>
                </a:lnTo>
                <a:lnTo>
                  <a:pt x="59107" y="158478"/>
                </a:lnTo>
                <a:lnTo>
                  <a:pt x="59106" y="158478"/>
                </a:lnTo>
                <a:lnTo>
                  <a:pt x="59105" y="158478"/>
                </a:lnTo>
                <a:lnTo>
                  <a:pt x="59103" y="158478"/>
                </a:lnTo>
                <a:lnTo>
                  <a:pt x="59102" y="158478"/>
                </a:lnTo>
                <a:lnTo>
                  <a:pt x="59101" y="158478"/>
                </a:lnTo>
                <a:lnTo>
                  <a:pt x="59100" y="158478"/>
                </a:lnTo>
                <a:lnTo>
                  <a:pt x="59099" y="158478"/>
                </a:lnTo>
                <a:lnTo>
                  <a:pt x="59098" y="158478"/>
                </a:lnTo>
                <a:lnTo>
                  <a:pt x="59097" y="158478"/>
                </a:lnTo>
                <a:lnTo>
                  <a:pt x="59096" y="158478"/>
                </a:lnTo>
                <a:lnTo>
                  <a:pt x="59094" y="158478"/>
                </a:lnTo>
                <a:lnTo>
                  <a:pt x="59093" y="158478"/>
                </a:lnTo>
                <a:lnTo>
                  <a:pt x="59092" y="158478"/>
                </a:lnTo>
                <a:lnTo>
                  <a:pt x="59091" y="158478"/>
                </a:lnTo>
                <a:lnTo>
                  <a:pt x="59090" y="158478"/>
                </a:lnTo>
                <a:lnTo>
                  <a:pt x="59089" y="158478"/>
                </a:lnTo>
                <a:lnTo>
                  <a:pt x="59088" y="158478"/>
                </a:lnTo>
                <a:lnTo>
                  <a:pt x="59087" y="158478"/>
                </a:lnTo>
                <a:lnTo>
                  <a:pt x="59086" y="158478"/>
                </a:lnTo>
                <a:lnTo>
                  <a:pt x="59084" y="158478"/>
                </a:lnTo>
                <a:lnTo>
                  <a:pt x="59083" y="158478"/>
                </a:lnTo>
                <a:lnTo>
                  <a:pt x="59082" y="158478"/>
                </a:lnTo>
                <a:lnTo>
                  <a:pt x="59081" y="158478"/>
                </a:lnTo>
                <a:lnTo>
                  <a:pt x="59080" y="158478"/>
                </a:lnTo>
                <a:lnTo>
                  <a:pt x="59079" y="158478"/>
                </a:lnTo>
                <a:lnTo>
                  <a:pt x="59078" y="158478"/>
                </a:lnTo>
                <a:lnTo>
                  <a:pt x="59077" y="158478"/>
                </a:lnTo>
                <a:lnTo>
                  <a:pt x="59075" y="158478"/>
                </a:lnTo>
                <a:lnTo>
                  <a:pt x="59074" y="158478"/>
                </a:lnTo>
                <a:lnTo>
                  <a:pt x="59073" y="158478"/>
                </a:lnTo>
                <a:lnTo>
                  <a:pt x="59072" y="158478"/>
                </a:lnTo>
                <a:lnTo>
                  <a:pt x="59071" y="158478"/>
                </a:lnTo>
                <a:lnTo>
                  <a:pt x="59070" y="158478"/>
                </a:lnTo>
                <a:lnTo>
                  <a:pt x="59069" y="158478"/>
                </a:lnTo>
                <a:lnTo>
                  <a:pt x="59068" y="158478"/>
                </a:lnTo>
                <a:lnTo>
                  <a:pt x="59067" y="158478"/>
                </a:lnTo>
                <a:lnTo>
                  <a:pt x="59065" y="158478"/>
                </a:lnTo>
                <a:lnTo>
                  <a:pt x="59064" y="158478"/>
                </a:lnTo>
                <a:lnTo>
                  <a:pt x="59063" y="158478"/>
                </a:lnTo>
                <a:lnTo>
                  <a:pt x="59062" y="158478"/>
                </a:lnTo>
                <a:lnTo>
                  <a:pt x="59061" y="158478"/>
                </a:lnTo>
                <a:lnTo>
                  <a:pt x="59060" y="158478"/>
                </a:lnTo>
                <a:lnTo>
                  <a:pt x="59059" y="158478"/>
                </a:lnTo>
                <a:lnTo>
                  <a:pt x="59058" y="158478"/>
                </a:lnTo>
                <a:lnTo>
                  <a:pt x="59056" y="158478"/>
                </a:lnTo>
                <a:lnTo>
                  <a:pt x="59055" y="158478"/>
                </a:lnTo>
                <a:lnTo>
                  <a:pt x="59054" y="158478"/>
                </a:lnTo>
                <a:lnTo>
                  <a:pt x="59053" y="158478"/>
                </a:lnTo>
                <a:lnTo>
                  <a:pt x="59052" y="158478"/>
                </a:lnTo>
                <a:lnTo>
                  <a:pt x="59051" y="158478"/>
                </a:lnTo>
                <a:lnTo>
                  <a:pt x="59050" y="158478"/>
                </a:lnTo>
                <a:lnTo>
                  <a:pt x="59049" y="158478"/>
                </a:lnTo>
                <a:lnTo>
                  <a:pt x="59047" y="158478"/>
                </a:lnTo>
                <a:lnTo>
                  <a:pt x="59046" y="158478"/>
                </a:lnTo>
                <a:lnTo>
                  <a:pt x="59045" y="158478"/>
                </a:lnTo>
                <a:lnTo>
                  <a:pt x="59044" y="158478"/>
                </a:lnTo>
                <a:lnTo>
                  <a:pt x="59043" y="158478"/>
                </a:lnTo>
                <a:lnTo>
                  <a:pt x="59042" y="158478"/>
                </a:lnTo>
                <a:lnTo>
                  <a:pt x="59041" y="158478"/>
                </a:lnTo>
                <a:lnTo>
                  <a:pt x="59040" y="158478"/>
                </a:lnTo>
                <a:lnTo>
                  <a:pt x="59039" y="158478"/>
                </a:lnTo>
                <a:lnTo>
                  <a:pt x="59037" y="158478"/>
                </a:lnTo>
                <a:lnTo>
                  <a:pt x="59036" y="158478"/>
                </a:lnTo>
                <a:lnTo>
                  <a:pt x="59035" y="158478"/>
                </a:lnTo>
                <a:lnTo>
                  <a:pt x="59034" y="158478"/>
                </a:lnTo>
                <a:lnTo>
                  <a:pt x="59033" y="158478"/>
                </a:lnTo>
                <a:lnTo>
                  <a:pt x="59032" y="158478"/>
                </a:lnTo>
                <a:lnTo>
                  <a:pt x="59031" y="158478"/>
                </a:lnTo>
                <a:lnTo>
                  <a:pt x="59030" y="158478"/>
                </a:lnTo>
                <a:lnTo>
                  <a:pt x="59028" y="158478"/>
                </a:lnTo>
                <a:lnTo>
                  <a:pt x="59027" y="158478"/>
                </a:lnTo>
                <a:lnTo>
                  <a:pt x="59026" y="158478"/>
                </a:lnTo>
                <a:lnTo>
                  <a:pt x="59025" y="158478"/>
                </a:lnTo>
                <a:lnTo>
                  <a:pt x="59024" y="158478"/>
                </a:lnTo>
                <a:lnTo>
                  <a:pt x="59023" y="158478"/>
                </a:lnTo>
                <a:lnTo>
                  <a:pt x="59022" y="158478"/>
                </a:lnTo>
                <a:lnTo>
                  <a:pt x="59021" y="158478"/>
                </a:lnTo>
                <a:lnTo>
                  <a:pt x="59020" y="158478"/>
                </a:lnTo>
                <a:lnTo>
                  <a:pt x="59018" y="158478"/>
                </a:lnTo>
                <a:lnTo>
                  <a:pt x="59017" y="158478"/>
                </a:lnTo>
                <a:lnTo>
                  <a:pt x="59016" y="158478"/>
                </a:lnTo>
                <a:lnTo>
                  <a:pt x="59015" y="158478"/>
                </a:lnTo>
                <a:lnTo>
                  <a:pt x="59014" y="158478"/>
                </a:lnTo>
                <a:lnTo>
                  <a:pt x="59013" y="158478"/>
                </a:lnTo>
                <a:lnTo>
                  <a:pt x="59012" y="158478"/>
                </a:lnTo>
                <a:lnTo>
                  <a:pt x="59011" y="158478"/>
                </a:lnTo>
                <a:lnTo>
                  <a:pt x="59009" y="158478"/>
                </a:lnTo>
                <a:lnTo>
                  <a:pt x="59008" y="158478"/>
                </a:lnTo>
                <a:lnTo>
                  <a:pt x="59007" y="158478"/>
                </a:lnTo>
                <a:lnTo>
                  <a:pt x="59006" y="158478"/>
                </a:lnTo>
                <a:lnTo>
                  <a:pt x="59005" y="158478"/>
                </a:lnTo>
                <a:lnTo>
                  <a:pt x="59004" y="158478"/>
                </a:lnTo>
                <a:lnTo>
                  <a:pt x="59003" y="158478"/>
                </a:lnTo>
                <a:lnTo>
                  <a:pt x="59002" y="158478"/>
                </a:lnTo>
                <a:lnTo>
                  <a:pt x="59000" y="158478"/>
                </a:lnTo>
                <a:lnTo>
                  <a:pt x="58999" y="158478"/>
                </a:lnTo>
                <a:lnTo>
                  <a:pt x="58998" y="158478"/>
                </a:lnTo>
                <a:lnTo>
                  <a:pt x="58997" y="158478"/>
                </a:lnTo>
                <a:lnTo>
                  <a:pt x="58996" y="158478"/>
                </a:lnTo>
                <a:lnTo>
                  <a:pt x="58995" y="158478"/>
                </a:lnTo>
                <a:lnTo>
                  <a:pt x="58994" y="158478"/>
                </a:lnTo>
                <a:lnTo>
                  <a:pt x="58993" y="158478"/>
                </a:lnTo>
                <a:lnTo>
                  <a:pt x="58992" y="158478"/>
                </a:lnTo>
                <a:lnTo>
                  <a:pt x="58990" y="158478"/>
                </a:lnTo>
                <a:lnTo>
                  <a:pt x="58989" y="158478"/>
                </a:lnTo>
                <a:lnTo>
                  <a:pt x="58988" y="158478"/>
                </a:lnTo>
                <a:lnTo>
                  <a:pt x="58987" y="158478"/>
                </a:lnTo>
                <a:lnTo>
                  <a:pt x="58986" y="158478"/>
                </a:lnTo>
                <a:lnTo>
                  <a:pt x="58985" y="158478"/>
                </a:lnTo>
                <a:lnTo>
                  <a:pt x="58984" y="158478"/>
                </a:lnTo>
                <a:lnTo>
                  <a:pt x="58983" y="158478"/>
                </a:lnTo>
                <a:lnTo>
                  <a:pt x="58981" y="158478"/>
                </a:lnTo>
                <a:lnTo>
                  <a:pt x="58980" y="158478"/>
                </a:lnTo>
                <a:lnTo>
                  <a:pt x="58979" y="158478"/>
                </a:lnTo>
                <a:lnTo>
                  <a:pt x="58978" y="158478"/>
                </a:lnTo>
                <a:lnTo>
                  <a:pt x="58977" y="158478"/>
                </a:lnTo>
                <a:lnTo>
                  <a:pt x="58976" y="158478"/>
                </a:lnTo>
                <a:lnTo>
                  <a:pt x="58975" y="158478"/>
                </a:lnTo>
                <a:lnTo>
                  <a:pt x="58974" y="158478"/>
                </a:lnTo>
                <a:lnTo>
                  <a:pt x="58973" y="158478"/>
                </a:lnTo>
                <a:lnTo>
                  <a:pt x="58971" y="158478"/>
                </a:lnTo>
                <a:lnTo>
                  <a:pt x="58970" y="158478"/>
                </a:lnTo>
                <a:lnTo>
                  <a:pt x="58969" y="158478"/>
                </a:lnTo>
                <a:lnTo>
                  <a:pt x="58968" y="158478"/>
                </a:lnTo>
                <a:lnTo>
                  <a:pt x="58967" y="158478"/>
                </a:lnTo>
                <a:lnTo>
                  <a:pt x="58966" y="158478"/>
                </a:lnTo>
                <a:lnTo>
                  <a:pt x="58965" y="158478"/>
                </a:lnTo>
                <a:lnTo>
                  <a:pt x="58964" y="158478"/>
                </a:lnTo>
                <a:lnTo>
                  <a:pt x="58962" y="158478"/>
                </a:lnTo>
                <a:lnTo>
                  <a:pt x="58961" y="158478"/>
                </a:lnTo>
                <a:lnTo>
                  <a:pt x="58960" y="158478"/>
                </a:lnTo>
                <a:lnTo>
                  <a:pt x="58959" y="158478"/>
                </a:lnTo>
                <a:lnTo>
                  <a:pt x="58958" y="158478"/>
                </a:lnTo>
                <a:lnTo>
                  <a:pt x="58957" y="158478"/>
                </a:lnTo>
                <a:lnTo>
                  <a:pt x="58956" y="158478"/>
                </a:lnTo>
                <a:lnTo>
                  <a:pt x="58955" y="158478"/>
                </a:lnTo>
                <a:lnTo>
                  <a:pt x="58954" y="158478"/>
                </a:lnTo>
                <a:lnTo>
                  <a:pt x="58952" y="158478"/>
                </a:lnTo>
                <a:lnTo>
                  <a:pt x="58951" y="158478"/>
                </a:lnTo>
                <a:lnTo>
                  <a:pt x="58950" y="158478"/>
                </a:lnTo>
                <a:lnTo>
                  <a:pt x="58949" y="158478"/>
                </a:lnTo>
                <a:lnTo>
                  <a:pt x="58948" y="158478"/>
                </a:lnTo>
                <a:lnTo>
                  <a:pt x="58947" y="158478"/>
                </a:lnTo>
                <a:lnTo>
                  <a:pt x="58946" y="158478"/>
                </a:lnTo>
                <a:lnTo>
                  <a:pt x="58945" y="158478"/>
                </a:lnTo>
                <a:lnTo>
                  <a:pt x="58943" y="158478"/>
                </a:lnTo>
                <a:lnTo>
                  <a:pt x="58942" y="158478"/>
                </a:lnTo>
                <a:lnTo>
                  <a:pt x="58941" y="158478"/>
                </a:lnTo>
                <a:lnTo>
                  <a:pt x="58940" y="158478"/>
                </a:lnTo>
                <a:lnTo>
                  <a:pt x="58939" y="158478"/>
                </a:lnTo>
                <a:lnTo>
                  <a:pt x="58938" y="158478"/>
                </a:lnTo>
                <a:lnTo>
                  <a:pt x="58937" y="158478"/>
                </a:lnTo>
                <a:lnTo>
                  <a:pt x="58936" y="158478"/>
                </a:lnTo>
                <a:lnTo>
                  <a:pt x="58935" y="158478"/>
                </a:lnTo>
                <a:lnTo>
                  <a:pt x="58933" y="158478"/>
                </a:lnTo>
                <a:lnTo>
                  <a:pt x="58932" y="158478"/>
                </a:lnTo>
                <a:lnTo>
                  <a:pt x="58931" y="158478"/>
                </a:lnTo>
                <a:lnTo>
                  <a:pt x="58930" y="158478"/>
                </a:lnTo>
                <a:lnTo>
                  <a:pt x="58929" y="158478"/>
                </a:lnTo>
                <a:lnTo>
                  <a:pt x="58928" y="158478"/>
                </a:lnTo>
                <a:lnTo>
                  <a:pt x="58927" y="158478"/>
                </a:lnTo>
                <a:lnTo>
                  <a:pt x="58926" y="158478"/>
                </a:lnTo>
                <a:lnTo>
                  <a:pt x="58924" y="158478"/>
                </a:lnTo>
                <a:lnTo>
                  <a:pt x="58923" y="158478"/>
                </a:lnTo>
                <a:lnTo>
                  <a:pt x="58922" y="158478"/>
                </a:lnTo>
                <a:lnTo>
                  <a:pt x="58921" y="158478"/>
                </a:lnTo>
                <a:lnTo>
                  <a:pt x="58920" y="158478"/>
                </a:lnTo>
                <a:lnTo>
                  <a:pt x="58919" y="158478"/>
                </a:lnTo>
                <a:lnTo>
                  <a:pt x="58918" y="158478"/>
                </a:lnTo>
                <a:lnTo>
                  <a:pt x="58917" y="158478"/>
                </a:lnTo>
                <a:lnTo>
                  <a:pt x="58916" y="158478"/>
                </a:lnTo>
                <a:lnTo>
                  <a:pt x="58914" y="158478"/>
                </a:lnTo>
                <a:lnTo>
                  <a:pt x="58913" y="158478"/>
                </a:lnTo>
                <a:lnTo>
                  <a:pt x="58912" y="158478"/>
                </a:lnTo>
                <a:lnTo>
                  <a:pt x="58911" y="158478"/>
                </a:lnTo>
                <a:lnTo>
                  <a:pt x="58910" y="158478"/>
                </a:lnTo>
                <a:lnTo>
                  <a:pt x="58909" y="158478"/>
                </a:lnTo>
                <a:lnTo>
                  <a:pt x="58908" y="158478"/>
                </a:lnTo>
                <a:lnTo>
                  <a:pt x="58907" y="158478"/>
                </a:lnTo>
                <a:lnTo>
                  <a:pt x="58905" y="158478"/>
                </a:lnTo>
                <a:lnTo>
                  <a:pt x="58904" y="158478"/>
                </a:lnTo>
                <a:lnTo>
                  <a:pt x="58903" y="158478"/>
                </a:lnTo>
                <a:lnTo>
                  <a:pt x="58902" y="158478"/>
                </a:lnTo>
                <a:lnTo>
                  <a:pt x="58901" y="158478"/>
                </a:lnTo>
                <a:lnTo>
                  <a:pt x="58900" y="158478"/>
                </a:lnTo>
                <a:lnTo>
                  <a:pt x="58899" y="158478"/>
                </a:lnTo>
                <a:lnTo>
                  <a:pt x="58898" y="158478"/>
                </a:lnTo>
                <a:lnTo>
                  <a:pt x="58897" y="158478"/>
                </a:lnTo>
                <a:lnTo>
                  <a:pt x="58895" y="158478"/>
                </a:lnTo>
                <a:lnTo>
                  <a:pt x="58894" y="158478"/>
                </a:lnTo>
                <a:lnTo>
                  <a:pt x="58893" y="158478"/>
                </a:lnTo>
                <a:lnTo>
                  <a:pt x="58892" y="158478"/>
                </a:lnTo>
                <a:lnTo>
                  <a:pt x="58891" y="158478"/>
                </a:lnTo>
                <a:lnTo>
                  <a:pt x="58890" y="158478"/>
                </a:lnTo>
                <a:lnTo>
                  <a:pt x="58889" y="158478"/>
                </a:lnTo>
                <a:lnTo>
                  <a:pt x="58888" y="158478"/>
                </a:lnTo>
                <a:lnTo>
                  <a:pt x="58887" y="158478"/>
                </a:lnTo>
                <a:lnTo>
                  <a:pt x="58885" y="158478"/>
                </a:lnTo>
                <a:lnTo>
                  <a:pt x="58884" y="158478"/>
                </a:lnTo>
                <a:lnTo>
                  <a:pt x="58883" y="158478"/>
                </a:lnTo>
                <a:lnTo>
                  <a:pt x="58882" y="158478"/>
                </a:lnTo>
                <a:lnTo>
                  <a:pt x="58881" y="158478"/>
                </a:lnTo>
                <a:lnTo>
                  <a:pt x="58880" y="158478"/>
                </a:lnTo>
                <a:lnTo>
                  <a:pt x="58879" y="158478"/>
                </a:lnTo>
                <a:lnTo>
                  <a:pt x="58878" y="158478"/>
                </a:lnTo>
                <a:lnTo>
                  <a:pt x="58876" y="158478"/>
                </a:lnTo>
                <a:lnTo>
                  <a:pt x="58875" y="158478"/>
                </a:lnTo>
                <a:lnTo>
                  <a:pt x="58874" y="158478"/>
                </a:lnTo>
                <a:lnTo>
                  <a:pt x="58873" y="158478"/>
                </a:lnTo>
                <a:lnTo>
                  <a:pt x="58872" y="158478"/>
                </a:lnTo>
                <a:lnTo>
                  <a:pt x="58871" y="158478"/>
                </a:lnTo>
                <a:lnTo>
                  <a:pt x="58870" y="158478"/>
                </a:lnTo>
                <a:lnTo>
                  <a:pt x="58869" y="158478"/>
                </a:lnTo>
                <a:lnTo>
                  <a:pt x="58868" y="158478"/>
                </a:lnTo>
                <a:lnTo>
                  <a:pt x="58866" y="158478"/>
                </a:lnTo>
                <a:lnTo>
                  <a:pt x="58865" y="158478"/>
                </a:lnTo>
                <a:lnTo>
                  <a:pt x="58864" y="158478"/>
                </a:lnTo>
                <a:lnTo>
                  <a:pt x="58863" y="158478"/>
                </a:lnTo>
                <a:lnTo>
                  <a:pt x="58862" y="158478"/>
                </a:lnTo>
                <a:lnTo>
                  <a:pt x="58861" y="158478"/>
                </a:lnTo>
                <a:lnTo>
                  <a:pt x="58860" y="158478"/>
                </a:lnTo>
                <a:lnTo>
                  <a:pt x="58859" y="158478"/>
                </a:lnTo>
                <a:lnTo>
                  <a:pt x="58857" y="158478"/>
                </a:lnTo>
                <a:lnTo>
                  <a:pt x="58856" y="158478"/>
                </a:lnTo>
                <a:lnTo>
                  <a:pt x="58855" y="158478"/>
                </a:lnTo>
                <a:lnTo>
                  <a:pt x="58854" y="158478"/>
                </a:lnTo>
                <a:lnTo>
                  <a:pt x="58853" y="158478"/>
                </a:lnTo>
                <a:lnTo>
                  <a:pt x="58852" y="158478"/>
                </a:lnTo>
                <a:lnTo>
                  <a:pt x="58851" y="158478"/>
                </a:lnTo>
                <a:lnTo>
                  <a:pt x="58850" y="158478"/>
                </a:lnTo>
                <a:lnTo>
                  <a:pt x="58849" y="158478"/>
                </a:lnTo>
                <a:lnTo>
                  <a:pt x="58847" y="158478"/>
                </a:lnTo>
                <a:lnTo>
                  <a:pt x="58846" y="158478"/>
                </a:lnTo>
                <a:lnTo>
                  <a:pt x="58845" y="158478"/>
                </a:lnTo>
                <a:lnTo>
                  <a:pt x="58844" y="158478"/>
                </a:lnTo>
                <a:lnTo>
                  <a:pt x="58843" y="158478"/>
                </a:lnTo>
                <a:lnTo>
                  <a:pt x="58842" y="158478"/>
                </a:lnTo>
                <a:lnTo>
                  <a:pt x="58841" y="158478"/>
                </a:lnTo>
                <a:lnTo>
                  <a:pt x="58840" y="158478"/>
                </a:lnTo>
                <a:lnTo>
                  <a:pt x="58839" y="158478"/>
                </a:lnTo>
                <a:lnTo>
                  <a:pt x="58837" y="158478"/>
                </a:lnTo>
                <a:lnTo>
                  <a:pt x="58836" y="158478"/>
                </a:lnTo>
                <a:lnTo>
                  <a:pt x="58835" y="158478"/>
                </a:lnTo>
                <a:lnTo>
                  <a:pt x="58834" y="158478"/>
                </a:lnTo>
                <a:lnTo>
                  <a:pt x="58833" y="158478"/>
                </a:lnTo>
                <a:lnTo>
                  <a:pt x="58832" y="158478"/>
                </a:lnTo>
                <a:lnTo>
                  <a:pt x="58831" y="158478"/>
                </a:lnTo>
                <a:lnTo>
                  <a:pt x="58830" y="158478"/>
                </a:lnTo>
                <a:lnTo>
                  <a:pt x="58828" y="158478"/>
                </a:lnTo>
                <a:lnTo>
                  <a:pt x="58827" y="158478"/>
                </a:lnTo>
                <a:lnTo>
                  <a:pt x="58826" y="158478"/>
                </a:lnTo>
                <a:lnTo>
                  <a:pt x="58825" y="158478"/>
                </a:lnTo>
                <a:lnTo>
                  <a:pt x="58824" y="158478"/>
                </a:lnTo>
                <a:lnTo>
                  <a:pt x="58823" y="158478"/>
                </a:lnTo>
                <a:lnTo>
                  <a:pt x="58822" y="158478"/>
                </a:lnTo>
                <a:lnTo>
                  <a:pt x="58821" y="158478"/>
                </a:lnTo>
                <a:lnTo>
                  <a:pt x="58820" y="158478"/>
                </a:lnTo>
                <a:lnTo>
                  <a:pt x="58818" y="158478"/>
                </a:lnTo>
                <a:lnTo>
                  <a:pt x="58817" y="158478"/>
                </a:lnTo>
                <a:lnTo>
                  <a:pt x="58816" y="158478"/>
                </a:lnTo>
                <a:lnTo>
                  <a:pt x="58815" y="158478"/>
                </a:lnTo>
                <a:lnTo>
                  <a:pt x="58814" y="158478"/>
                </a:lnTo>
                <a:lnTo>
                  <a:pt x="58813" y="158478"/>
                </a:lnTo>
                <a:lnTo>
                  <a:pt x="58812" y="158478"/>
                </a:lnTo>
                <a:lnTo>
                  <a:pt x="58811" y="158478"/>
                </a:lnTo>
                <a:lnTo>
                  <a:pt x="58810" y="158478"/>
                </a:lnTo>
                <a:lnTo>
                  <a:pt x="58808" y="158478"/>
                </a:lnTo>
                <a:lnTo>
                  <a:pt x="58807" y="158478"/>
                </a:lnTo>
                <a:lnTo>
                  <a:pt x="58806" y="158478"/>
                </a:lnTo>
                <a:lnTo>
                  <a:pt x="58805" y="158478"/>
                </a:lnTo>
                <a:lnTo>
                  <a:pt x="58804" y="158478"/>
                </a:lnTo>
                <a:lnTo>
                  <a:pt x="58803" y="158478"/>
                </a:lnTo>
                <a:lnTo>
                  <a:pt x="58802" y="158478"/>
                </a:lnTo>
                <a:lnTo>
                  <a:pt x="58801" y="158478"/>
                </a:lnTo>
                <a:lnTo>
                  <a:pt x="58799" y="158478"/>
                </a:lnTo>
                <a:lnTo>
                  <a:pt x="58798" y="158478"/>
                </a:lnTo>
                <a:lnTo>
                  <a:pt x="58797" y="158478"/>
                </a:lnTo>
                <a:lnTo>
                  <a:pt x="58796" y="158478"/>
                </a:lnTo>
                <a:lnTo>
                  <a:pt x="58795" y="158478"/>
                </a:lnTo>
                <a:lnTo>
                  <a:pt x="58794" y="158478"/>
                </a:lnTo>
                <a:lnTo>
                  <a:pt x="58793" y="158478"/>
                </a:lnTo>
                <a:lnTo>
                  <a:pt x="58792" y="158478"/>
                </a:lnTo>
                <a:lnTo>
                  <a:pt x="58791" y="158478"/>
                </a:lnTo>
                <a:lnTo>
                  <a:pt x="58789" y="158478"/>
                </a:lnTo>
                <a:lnTo>
                  <a:pt x="58788" y="158478"/>
                </a:lnTo>
                <a:lnTo>
                  <a:pt x="58787" y="158478"/>
                </a:lnTo>
                <a:lnTo>
                  <a:pt x="58786" y="158478"/>
                </a:lnTo>
                <a:lnTo>
                  <a:pt x="58785" y="158478"/>
                </a:lnTo>
                <a:lnTo>
                  <a:pt x="58784" y="158478"/>
                </a:lnTo>
                <a:lnTo>
                  <a:pt x="58783" y="158478"/>
                </a:lnTo>
                <a:lnTo>
                  <a:pt x="58782" y="158478"/>
                </a:lnTo>
                <a:lnTo>
                  <a:pt x="58781" y="158478"/>
                </a:lnTo>
                <a:lnTo>
                  <a:pt x="58779" y="158478"/>
                </a:lnTo>
                <a:lnTo>
                  <a:pt x="58778" y="158478"/>
                </a:lnTo>
                <a:lnTo>
                  <a:pt x="58777" y="158478"/>
                </a:lnTo>
                <a:lnTo>
                  <a:pt x="58776" y="158478"/>
                </a:lnTo>
                <a:lnTo>
                  <a:pt x="58775" y="158478"/>
                </a:lnTo>
                <a:lnTo>
                  <a:pt x="58774" y="158478"/>
                </a:lnTo>
                <a:lnTo>
                  <a:pt x="58773" y="158478"/>
                </a:lnTo>
                <a:lnTo>
                  <a:pt x="58772" y="158478"/>
                </a:lnTo>
                <a:lnTo>
                  <a:pt x="58770" y="158478"/>
                </a:lnTo>
                <a:lnTo>
                  <a:pt x="58769" y="158478"/>
                </a:lnTo>
                <a:lnTo>
                  <a:pt x="58768" y="158478"/>
                </a:lnTo>
                <a:lnTo>
                  <a:pt x="58767" y="158478"/>
                </a:lnTo>
                <a:lnTo>
                  <a:pt x="58766" y="158478"/>
                </a:lnTo>
                <a:lnTo>
                  <a:pt x="58765" y="158478"/>
                </a:lnTo>
                <a:lnTo>
                  <a:pt x="58764" y="158478"/>
                </a:lnTo>
                <a:lnTo>
                  <a:pt x="58763" y="158478"/>
                </a:lnTo>
                <a:lnTo>
                  <a:pt x="58762" y="158478"/>
                </a:lnTo>
                <a:lnTo>
                  <a:pt x="58760" y="158478"/>
                </a:lnTo>
                <a:lnTo>
                  <a:pt x="58759" y="158478"/>
                </a:lnTo>
                <a:lnTo>
                  <a:pt x="58758" y="158478"/>
                </a:lnTo>
                <a:lnTo>
                  <a:pt x="58757" y="158478"/>
                </a:lnTo>
                <a:lnTo>
                  <a:pt x="58756" y="158478"/>
                </a:lnTo>
                <a:lnTo>
                  <a:pt x="58755" y="158478"/>
                </a:lnTo>
                <a:lnTo>
                  <a:pt x="58754" y="158478"/>
                </a:lnTo>
                <a:lnTo>
                  <a:pt x="58753" y="158478"/>
                </a:lnTo>
                <a:lnTo>
                  <a:pt x="58752" y="158478"/>
                </a:lnTo>
                <a:lnTo>
                  <a:pt x="58750" y="158478"/>
                </a:lnTo>
                <a:lnTo>
                  <a:pt x="58749" y="158478"/>
                </a:lnTo>
                <a:lnTo>
                  <a:pt x="58748" y="158478"/>
                </a:lnTo>
                <a:lnTo>
                  <a:pt x="58747" y="158478"/>
                </a:lnTo>
                <a:lnTo>
                  <a:pt x="58746" y="158478"/>
                </a:lnTo>
                <a:lnTo>
                  <a:pt x="58745" y="158478"/>
                </a:lnTo>
                <a:lnTo>
                  <a:pt x="58744" y="158478"/>
                </a:lnTo>
                <a:lnTo>
                  <a:pt x="58743" y="158478"/>
                </a:lnTo>
                <a:lnTo>
                  <a:pt x="58741" y="158478"/>
                </a:lnTo>
                <a:lnTo>
                  <a:pt x="58740" y="158478"/>
                </a:lnTo>
                <a:lnTo>
                  <a:pt x="58739" y="158478"/>
                </a:lnTo>
                <a:lnTo>
                  <a:pt x="58738" y="158478"/>
                </a:lnTo>
                <a:lnTo>
                  <a:pt x="58737" y="158478"/>
                </a:lnTo>
                <a:lnTo>
                  <a:pt x="58736" y="158478"/>
                </a:lnTo>
                <a:lnTo>
                  <a:pt x="58735" y="158478"/>
                </a:lnTo>
                <a:lnTo>
                  <a:pt x="58734" y="158478"/>
                </a:lnTo>
                <a:lnTo>
                  <a:pt x="58733" y="158478"/>
                </a:lnTo>
                <a:lnTo>
                  <a:pt x="58731" y="158478"/>
                </a:lnTo>
                <a:lnTo>
                  <a:pt x="58730" y="158478"/>
                </a:lnTo>
                <a:lnTo>
                  <a:pt x="58729" y="158478"/>
                </a:lnTo>
                <a:lnTo>
                  <a:pt x="58728" y="158478"/>
                </a:lnTo>
                <a:lnTo>
                  <a:pt x="58727" y="158478"/>
                </a:lnTo>
                <a:lnTo>
                  <a:pt x="58726" y="158478"/>
                </a:lnTo>
                <a:lnTo>
                  <a:pt x="58725" y="158478"/>
                </a:lnTo>
                <a:lnTo>
                  <a:pt x="58724" y="158478"/>
                </a:lnTo>
                <a:lnTo>
                  <a:pt x="58723" y="158478"/>
                </a:lnTo>
                <a:lnTo>
                  <a:pt x="58721" y="158478"/>
                </a:lnTo>
                <a:lnTo>
                  <a:pt x="58720" y="158478"/>
                </a:lnTo>
                <a:lnTo>
                  <a:pt x="58719" y="158478"/>
                </a:lnTo>
                <a:lnTo>
                  <a:pt x="58718" y="158478"/>
                </a:lnTo>
                <a:lnTo>
                  <a:pt x="58717" y="158478"/>
                </a:lnTo>
                <a:lnTo>
                  <a:pt x="58716" y="158478"/>
                </a:lnTo>
                <a:lnTo>
                  <a:pt x="58715" y="158478"/>
                </a:lnTo>
                <a:lnTo>
                  <a:pt x="58714" y="158478"/>
                </a:lnTo>
                <a:lnTo>
                  <a:pt x="58713" y="158478"/>
                </a:lnTo>
                <a:lnTo>
                  <a:pt x="58711" y="158478"/>
                </a:lnTo>
                <a:lnTo>
                  <a:pt x="58710" y="158478"/>
                </a:lnTo>
                <a:lnTo>
                  <a:pt x="58709" y="158478"/>
                </a:lnTo>
                <a:lnTo>
                  <a:pt x="58708" y="158478"/>
                </a:lnTo>
                <a:lnTo>
                  <a:pt x="58707" y="158478"/>
                </a:lnTo>
                <a:lnTo>
                  <a:pt x="58706" y="158478"/>
                </a:lnTo>
                <a:lnTo>
                  <a:pt x="58705" y="158478"/>
                </a:lnTo>
                <a:lnTo>
                  <a:pt x="58704" y="158478"/>
                </a:lnTo>
                <a:lnTo>
                  <a:pt x="58702" y="158478"/>
                </a:lnTo>
                <a:lnTo>
                  <a:pt x="58701" y="158478"/>
                </a:lnTo>
                <a:lnTo>
                  <a:pt x="58700" y="158478"/>
                </a:lnTo>
                <a:lnTo>
                  <a:pt x="58699" y="158478"/>
                </a:lnTo>
                <a:lnTo>
                  <a:pt x="58698" y="158478"/>
                </a:lnTo>
                <a:lnTo>
                  <a:pt x="58697" y="158478"/>
                </a:lnTo>
                <a:lnTo>
                  <a:pt x="58696" y="158478"/>
                </a:lnTo>
                <a:lnTo>
                  <a:pt x="58695" y="158478"/>
                </a:lnTo>
                <a:lnTo>
                  <a:pt x="58694" y="158478"/>
                </a:lnTo>
                <a:lnTo>
                  <a:pt x="58692" y="158478"/>
                </a:lnTo>
                <a:lnTo>
                  <a:pt x="58691" y="158478"/>
                </a:lnTo>
                <a:lnTo>
                  <a:pt x="58690" y="158478"/>
                </a:lnTo>
                <a:lnTo>
                  <a:pt x="58689" y="158478"/>
                </a:lnTo>
                <a:lnTo>
                  <a:pt x="58688" y="158478"/>
                </a:lnTo>
                <a:lnTo>
                  <a:pt x="58687" y="158478"/>
                </a:lnTo>
                <a:lnTo>
                  <a:pt x="58686" y="158478"/>
                </a:lnTo>
                <a:lnTo>
                  <a:pt x="58685" y="158478"/>
                </a:lnTo>
                <a:lnTo>
                  <a:pt x="58684" y="158478"/>
                </a:lnTo>
                <a:lnTo>
                  <a:pt x="58682" y="158478"/>
                </a:lnTo>
                <a:lnTo>
                  <a:pt x="58681" y="158478"/>
                </a:lnTo>
                <a:lnTo>
                  <a:pt x="58680" y="158478"/>
                </a:lnTo>
                <a:lnTo>
                  <a:pt x="58679" y="158478"/>
                </a:lnTo>
                <a:lnTo>
                  <a:pt x="58678" y="158478"/>
                </a:lnTo>
                <a:lnTo>
                  <a:pt x="58677" y="158478"/>
                </a:lnTo>
                <a:lnTo>
                  <a:pt x="58676" y="158478"/>
                </a:lnTo>
                <a:lnTo>
                  <a:pt x="58675" y="158478"/>
                </a:lnTo>
                <a:lnTo>
                  <a:pt x="58674" y="158478"/>
                </a:lnTo>
                <a:lnTo>
                  <a:pt x="58672" y="158478"/>
                </a:lnTo>
                <a:lnTo>
                  <a:pt x="58671" y="158478"/>
                </a:lnTo>
                <a:lnTo>
                  <a:pt x="58670" y="158478"/>
                </a:lnTo>
                <a:lnTo>
                  <a:pt x="58669" y="158478"/>
                </a:lnTo>
                <a:lnTo>
                  <a:pt x="58668" y="158478"/>
                </a:lnTo>
                <a:lnTo>
                  <a:pt x="58667" y="158478"/>
                </a:lnTo>
                <a:lnTo>
                  <a:pt x="58666" y="158478"/>
                </a:lnTo>
                <a:lnTo>
                  <a:pt x="58665" y="158478"/>
                </a:lnTo>
                <a:lnTo>
                  <a:pt x="58664" y="158478"/>
                </a:lnTo>
                <a:lnTo>
                  <a:pt x="58662" y="158478"/>
                </a:lnTo>
                <a:lnTo>
                  <a:pt x="58661" y="158478"/>
                </a:lnTo>
                <a:lnTo>
                  <a:pt x="58660" y="158478"/>
                </a:lnTo>
                <a:lnTo>
                  <a:pt x="58659" y="158478"/>
                </a:lnTo>
                <a:lnTo>
                  <a:pt x="58658" y="158478"/>
                </a:lnTo>
                <a:lnTo>
                  <a:pt x="58657" y="158478"/>
                </a:lnTo>
                <a:lnTo>
                  <a:pt x="58656" y="158478"/>
                </a:lnTo>
                <a:lnTo>
                  <a:pt x="58655" y="158478"/>
                </a:lnTo>
                <a:lnTo>
                  <a:pt x="58653" y="158478"/>
                </a:lnTo>
                <a:lnTo>
                  <a:pt x="58652" y="158478"/>
                </a:lnTo>
                <a:lnTo>
                  <a:pt x="58651" y="158478"/>
                </a:lnTo>
                <a:lnTo>
                  <a:pt x="58650" y="158478"/>
                </a:lnTo>
                <a:lnTo>
                  <a:pt x="58649" y="158478"/>
                </a:lnTo>
                <a:lnTo>
                  <a:pt x="58648" y="158478"/>
                </a:lnTo>
                <a:lnTo>
                  <a:pt x="58647" y="158478"/>
                </a:lnTo>
                <a:lnTo>
                  <a:pt x="58646" y="158478"/>
                </a:lnTo>
                <a:lnTo>
                  <a:pt x="58645" y="158478"/>
                </a:lnTo>
                <a:lnTo>
                  <a:pt x="58643" y="158478"/>
                </a:lnTo>
                <a:lnTo>
                  <a:pt x="58642" y="158478"/>
                </a:lnTo>
                <a:lnTo>
                  <a:pt x="58641" y="158478"/>
                </a:lnTo>
                <a:lnTo>
                  <a:pt x="58640" y="158478"/>
                </a:lnTo>
                <a:lnTo>
                  <a:pt x="58639" y="158478"/>
                </a:lnTo>
                <a:lnTo>
                  <a:pt x="58638" y="158478"/>
                </a:lnTo>
                <a:lnTo>
                  <a:pt x="58637" y="158478"/>
                </a:lnTo>
                <a:lnTo>
                  <a:pt x="58636" y="158478"/>
                </a:lnTo>
                <a:lnTo>
                  <a:pt x="58635" y="158478"/>
                </a:lnTo>
                <a:lnTo>
                  <a:pt x="58633" y="158478"/>
                </a:lnTo>
                <a:lnTo>
                  <a:pt x="58632" y="158478"/>
                </a:lnTo>
                <a:lnTo>
                  <a:pt x="58631" y="158478"/>
                </a:lnTo>
                <a:lnTo>
                  <a:pt x="58630" y="158478"/>
                </a:lnTo>
                <a:lnTo>
                  <a:pt x="58629" y="158478"/>
                </a:lnTo>
                <a:lnTo>
                  <a:pt x="58628" y="158478"/>
                </a:lnTo>
                <a:lnTo>
                  <a:pt x="58627" y="158478"/>
                </a:lnTo>
                <a:lnTo>
                  <a:pt x="58626" y="158478"/>
                </a:lnTo>
                <a:lnTo>
                  <a:pt x="58625" y="158478"/>
                </a:lnTo>
                <a:lnTo>
                  <a:pt x="58623" y="158478"/>
                </a:lnTo>
                <a:lnTo>
                  <a:pt x="58622" y="158478"/>
                </a:lnTo>
                <a:lnTo>
                  <a:pt x="58621" y="158478"/>
                </a:lnTo>
                <a:lnTo>
                  <a:pt x="58620" y="158478"/>
                </a:lnTo>
                <a:lnTo>
                  <a:pt x="58619" y="158478"/>
                </a:lnTo>
                <a:lnTo>
                  <a:pt x="58618" y="158478"/>
                </a:lnTo>
                <a:lnTo>
                  <a:pt x="58617" y="158478"/>
                </a:lnTo>
                <a:lnTo>
                  <a:pt x="58616" y="158478"/>
                </a:lnTo>
                <a:lnTo>
                  <a:pt x="58615" y="158478"/>
                </a:lnTo>
                <a:lnTo>
                  <a:pt x="58613" y="158478"/>
                </a:lnTo>
                <a:lnTo>
                  <a:pt x="58612" y="158478"/>
                </a:lnTo>
                <a:lnTo>
                  <a:pt x="58611" y="158478"/>
                </a:lnTo>
                <a:lnTo>
                  <a:pt x="58610" y="158478"/>
                </a:lnTo>
                <a:lnTo>
                  <a:pt x="58609" y="158478"/>
                </a:lnTo>
                <a:lnTo>
                  <a:pt x="58608" y="158478"/>
                </a:lnTo>
                <a:lnTo>
                  <a:pt x="58607" y="158478"/>
                </a:lnTo>
                <a:lnTo>
                  <a:pt x="58606" y="158478"/>
                </a:lnTo>
                <a:lnTo>
                  <a:pt x="58605" y="158478"/>
                </a:lnTo>
                <a:lnTo>
                  <a:pt x="58603" y="158478"/>
                </a:lnTo>
                <a:lnTo>
                  <a:pt x="58602" y="158478"/>
                </a:lnTo>
                <a:lnTo>
                  <a:pt x="58601" y="158478"/>
                </a:lnTo>
                <a:lnTo>
                  <a:pt x="58600" y="158478"/>
                </a:lnTo>
                <a:lnTo>
                  <a:pt x="58599" y="158478"/>
                </a:lnTo>
                <a:lnTo>
                  <a:pt x="58598" y="158478"/>
                </a:lnTo>
                <a:lnTo>
                  <a:pt x="58597" y="158478"/>
                </a:lnTo>
                <a:lnTo>
                  <a:pt x="58596" y="158478"/>
                </a:lnTo>
                <a:lnTo>
                  <a:pt x="58595" y="158478"/>
                </a:lnTo>
                <a:lnTo>
                  <a:pt x="58593" y="158478"/>
                </a:lnTo>
                <a:lnTo>
                  <a:pt x="58592" y="158478"/>
                </a:lnTo>
                <a:lnTo>
                  <a:pt x="58591" y="158478"/>
                </a:lnTo>
                <a:lnTo>
                  <a:pt x="58590" y="158478"/>
                </a:lnTo>
                <a:lnTo>
                  <a:pt x="58589" y="158478"/>
                </a:lnTo>
                <a:lnTo>
                  <a:pt x="58588" y="158478"/>
                </a:lnTo>
                <a:lnTo>
                  <a:pt x="58587" y="158478"/>
                </a:lnTo>
                <a:lnTo>
                  <a:pt x="58586" y="158478"/>
                </a:lnTo>
                <a:lnTo>
                  <a:pt x="58585" y="158478"/>
                </a:lnTo>
                <a:lnTo>
                  <a:pt x="58583" y="158478"/>
                </a:lnTo>
                <a:lnTo>
                  <a:pt x="58582" y="158478"/>
                </a:lnTo>
                <a:lnTo>
                  <a:pt x="58581" y="158478"/>
                </a:lnTo>
                <a:lnTo>
                  <a:pt x="58580" y="158478"/>
                </a:lnTo>
                <a:lnTo>
                  <a:pt x="58579" y="158478"/>
                </a:lnTo>
                <a:lnTo>
                  <a:pt x="58578" y="158478"/>
                </a:lnTo>
                <a:lnTo>
                  <a:pt x="58577" y="158478"/>
                </a:lnTo>
                <a:lnTo>
                  <a:pt x="58576" y="158478"/>
                </a:lnTo>
                <a:lnTo>
                  <a:pt x="58575" y="158478"/>
                </a:lnTo>
                <a:lnTo>
                  <a:pt x="58573" y="158478"/>
                </a:lnTo>
                <a:lnTo>
                  <a:pt x="58572" y="158478"/>
                </a:lnTo>
                <a:lnTo>
                  <a:pt x="58571" y="158478"/>
                </a:lnTo>
                <a:lnTo>
                  <a:pt x="58570" y="158478"/>
                </a:lnTo>
                <a:lnTo>
                  <a:pt x="58569" y="158478"/>
                </a:lnTo>
                <a:lnTo>
                  <a:pt x="58568" y="158478"/>
                </a:lnTo>
                <a:lnTo>
                  <a:pt x="58567" y="158478"/>
                </a:lnTo>
                <a:lnTo>
                  <a:pt x="58566" y="158478"/>
                </a:lnTo>
                <a:lnTo>
                  <a:pt x="58564" y="158478"/>
                </a:lnTo>
                <a:lnTo>
                  <a:pt x="58563" y="158478"/>
                </a:lnTo>
                <a:lnTo>
                  <a:pt x="58562" y="158478"/>
                </a:lnTo>
                <a:lnTo>
                  <a:pt x="58561" y="158478"/>
                </a:lnTo>
                <a:lnTo>
                  <a:pt x="58560" y="158478"/>
                </a:lnTo>
                <a:lnTo>
                  <a:pt x="58559" y="158478"/>
                </a:lnTo>
                <a:lnTo>
                  <a:pt x="58558" y="158478"/>
                </a:lnTo>
                <a:lnTo>
                  <a:pt x="58557" y="158478"/>
                </a:lnTo>
                <a:lnTo>
                  <a:pt x="58556" y="158478"/>
                </a:lnTo>
                <a:lnTo>
                  <a:pt x="58554" y="158478"/>
                </a:lnTo>
                <a:lnTo>
                  <a:pt x="58553" y="158478"/>
                </a:lnTo>
                <a:lnTo>
                  <a:pt x="58552" y="158478"/>
                </a:lnTo>
                <a:lnTo>
                  <a:pt x="58551" y="158478"/>
                </a:lnTo>
                <a:lnTo>
                  <a:pt x="58550" y="158478"/>
                </a:lnTo>
                <a:lnTo>
                  <a:pt x="58549" y="158478"/>
                </a:lnTo>
                <a:lnTo>
                  <a:pt x="58548" y="158478"/>
                </a:lnTo>
                <a:lnTo>
                  <a:pt x="58547" y="158478"/>
                </a:lnTo>
                <a:lnTo>
                  <a:pt x="58546" y="158478"/>
                </a:lnTo>
                <a:lnTo>
                  <a:pt x="58544" y="158478"/>
                </a:lnTo>
                <a:lnTo>
                  <a:pt x="58543" y="158478"/>
                </a:lnTo>
                <a:lnTo>
                  <a:pt x="58542" y="158478"/>
                </a:lnTo>
                <a:lnTo>
                  <a:pt x="58541" y="158478"/>
                </a:lnTo>
                <a:lnTo>
                  <a:pt x="58540" y="158478"/>
                </a:lnTo>
                <a:lnTo>
                  <a:pt x="58539" y="158478"/>
                </a:lnTo>
                <a:lnTo>
                  <a:pt x="58538" y="158478"/>
                </a:lnTo>
                <a:lnTo>
                  <a:pt x="58537" y="158478"/>
                </a:lnTo>
                <a:lnTo>
                  <a:pt x="58536" y="158478"/>
                </a:lnTo>
                <a:lnTo>
                  <a:pt x="58534" y="158478"/>
                </a:lnTo>
                <a:lnTo>
                  <a:pt x="58533" y="158478"/>
                </a:lnTo>
                <a:lnTo>
                  <a:pt x="58532" y="158478"/>
                </a:lnTo>
                <a:lnTo>
                  <a:pt x="58531" y="158478"/>
                </a:lnTo>
                <a:lnTo>
                  <a:pt x="58530" y="158478"/>
                </a:lnTo>
                <a:lnTo>
                  <a:pt x="58529" y="158478"/>
                </a:lnTo>
                <a:lnTo>
                  <a:pt x="58528" y="158478"/>
                </a:lnTo>
                <a:lnTo>
                  <a:pt x="58527" y="158478"/>
                </a:lnTo>
                <a:lnTo>
                  <a:pt x="58526" y="158478"/>
                </a:lnTo>
                <a:lnTo>
                  <a:pt x="58524" y="158478"/>
                </a:lnTo>
                <a:lnTo>
                  <a:pt x="58523" y="158478"/>
                </a:lnTo>
                <a:lnTo>
                  <a:pt x="58522" y="158478"/>
                </a:lnTo>
                <a:lnTo>
                  <a:pt x="58521" y="158478"/>
                </a:lnTo>
                <a:lnTo>
                  <a:pt x="58520" y="158478"/>
                </a:lnTo>
                <a:lnTo>
                  <a:pt x="58519" y="158478"/>
                </a:lnTo>
                <a:lnTo>
                  <a:pt x="58518" y="158478"/>
                </a:lnTo>
                <a:lnTo>
                  <a:pt x="58517" y="158478"/>
                </a:lnTo>
                <a:lnTo>
                  <a:pt x="58516" y="158478"/>
                </a:lnTo>
                <a:lnTo>
                  <a:pt x="58514" y="158478"/>
                </a:lnTo>
                <a:lnTo>
                  <a:pt x="58513" y="158478"/>
                </a:lnTo>
                <a:lnTo>
                  <a:pt x="58512" y="158478"/>
                </a:lnTo>
                <a:lnTo>
                  <a:pt x="58511" y="158478"/>
                </a:lnTo>
                <a:lnTo>
                  <a:pt x="58510" y="158478"/>
                </a:lnTo>
                <a:lnTo>
                  <a:pt x="58509" y="158478"/>
                </a:lnTo>
                <a:lnTo>
                  <a:pt x="58508" y="158478"/>
                </a:lnTo>
                <a:lnTo>
                  <a:pt x="58507" y="158478"/>
                </a:lnTo>
                <a:lnTo>
                  <a:pt x="58506" y="158478"/>
                </a:lnTo>
                <a:lnTo>
                  <a:pt x="58504" y="158478"/>
                </a:lnTo>
                <a:lnTo>
                  <a:pt x="58503" y="158478"/>
                </a:lnTo>
                <a:lnTo>
                  <a:pt x="58502" y="158478"/>
                </a:lnTo>
                <a:lnTo>
                  <a:pt x="58501" y="158478"/>
                </a:lnTo>
                <a:lnTo>
                  <a:pt x="58500" y="158478"/>
                </a:lnTo>
                <a:lnTo>
                  <a:pt x="58499" y="158478"/>
                </a:lnTo>
                <a:lnTo>
                  <a:pt x="58498" y="158478"/>
                </a:lnTo>
                <a:lnTo>
                  <a:pt x="58497" y="158478"/>
                </a:lnTo>
                <a:lnTo>
                  <a:pt x="58496" y="158478"/>
                </a:lnTo>
                <a:lnTo>
                  <a:pt x="58494" y="158478"/>
                </a:lnTo>
                <a:lnTo>
                  <a:pt x="58493" y="158478"/>
                </a:lnTo>
                <a:lnTo>
                  <a:pt x="58492" y="158478"/>
                </a:lnTo>
                <a:lnTo>
                  <a:pt x="58491" y="158478"/>
                </a:lnTo>
                <a:lnTo>
                  <a:pt x="58490" y="158478"/>
                </a:lnTo>
                <a:lnTo>
                  <a:pt x="58489" y="158478"/>
                </a:lnTo>
                <a:lnTo>
                  <a:pt x="58488" y="158478"/>
                </a:lnTo>
                <a:lnTo>
                  <a:pt x="58487" y="158478"/>
                </a:lnTo>
                <a:lnTo>
                  <a:pt x="58486" y="158478"/>
                </a:lnTo>
                <a:lnTo>
                  <a:pt x="58484" y="158478"/>
                </a:lnTo>
                <a:lnTo>
                  <a:pt x="58483" y="158478"/>
                </a:lnTo>
                <a:lnTo>
                  <a:pt x="58482" y="158478"/>
                </a:lnTo>
                <a:lnTo>
                  <a:pt x="58481" y="158478"/>
                </a:lnTo>
                <a:lnTo>
                  <a:pt x="58480" y="158478"/>
                </a:lnTo>
                <a:lnTo>
                  <a:pt x="58479" y="158478"/>
                </a:lnTo>
                <a:lnTo>
                  <a:pt x="58478" y="158478"/>
                </a:lnTo>
                <a:lnTo>
                  <a:pt x="58477" y="158478"/>
                </a:lnTo>
                <a:lnTo>
                  <a:pt x="58476" y="158478"/>
                </a:lnTo>
                <a:lnTo>
                  <a:pt x="58474" y="158478"/>
                </a:lnTo>
                <a:lnTo>
                  <a:pt x="58473" y="158478"/>
                </a:lnTo>
                <a:lnTo>
                  <a:pt x="58472" y="158478"/>
                </a:lnTo>
                <a:lnTo>
                  <a:pt x="58471" y="158478"/>
                </a:lnTo>
                <a:lnTo>
                  <a:pt x="58470" y="158478"/>
                </a:lnTo>
                <a:lnTo>
                  <a:pt x="58469" y="158478"/>
                </a:lnTo>
                <a:lnTo>
                  <a:pt x="58468" y="158478"/>
                </a:lnTo>
                <a:lnTo>
                  <a:pt x="58467" y="158478"/>
                </a:lnTo>
                <a:lnTo>
                  <a:pt x="58466" y="158478"/>
                </a:lnTo>
                <a:lnTo>
                  <a:pt x="58464" y="158478"/>
                </a:lnTo>
                <a:lnTo>
                  <a:pt x="58463" y="158478"/>
                </a:lnTo>
                <a:lnTo>
                  <a:pt x="58462" y="158478"/>
                </a:lnTo>
                <a:lnTo>
                  <a:pt x="58461" y="158478"/>
                </a:lnTo>
                <a:lnTo>
                  <a:pt x="58460" y="158478"/>
                </a:lnTo>
                <a:lnTo>
                  <a:pt x="58459" y="158478"/>
                </a:lnTo>
                <a:lnTo>
                  <a:pt x="58458" y="158478"/>
                </a:lnTo>
                <a:lnTo>
                  <a:pt x="58457" y="158478"/>
                </a:lnTo>
                <a:lnTo>
                  <a:pt x="58456" y="158478"/>
                </a:lnTo>
                <a:lnTo>
                  <a:pt x="58455" y="158478"/>
                </a:lnTo>
                <a:lnTo>
                  <a:pt x="58453" y="158478"/>
                </a:lnTo>
                <a:lnTo>
                  <a:pt x="58452" y="158478"/>
                </a:lnTo>
                <a:lnTo>
                  <a:pt x="58451" y="158478"/>
                </a:lnTo>
                <a:lnTo>
                  <a:pt x="58450" y="158478"/>
                </a:lnTo>
                <a:lnTo>
                  <a:pt x="58449" y="158478"/>
                </a:lnTo>
                <a:lnTo>
                  <a:pt x="58448" y="158478"/>
                </a:lnTo>
                <a:lnTo>
                  <a:pt x="58447" y="158478"/>
                </a:lnTo>
                <a:lnTo>
                  <a:pt x="58446" y="158478"/>
                </a:lnTo>
                <a:lnTo>
                  <a:pt x="58445" y="158478"/>
                </a:lnTo>
                <a:lnTo>
                  <a:pt x="58443" y="158478"/>
                </a:lnTo>
                <a:lnTo>
                  <a:pt x="58442" y="158478"/>
                </a:lnTo>
                <a:lnTo>
                  <a:pt x="58441" y="158478"/>
                </a:lnTo>
                <a:lnTo>
                  <a:pt x="58440" y="158478"/>
                </a:lnTo>
                <a:lnTo>
                  <a:pt x="58439" y="158478"/>
                </a:lnTo>
                <a:lnTo>
                  <a:pt x="58438" y="158478"/>
                </a:lnTo>
                <a:lnTo>
                  <a:pt x="58437" y="158478"/>
                </a:lnTo>
                <a:lnTo>
                  <a:pt x="58436" y="158478"/>
                </a:lnTo>
                <a:lnTo>
                  <a:pt x="58435" y="158478"/>
                </a:lnTo>
                <a:lnTo>
                  <a:pt x="58433" y="158478"/>
                </a:lnTo>
                <a:lnTo>
                  <a:pt x="58432" y="158478"/>
                </a:lnTo>
                <a:lnTo>
                  <a:pt x="58431" y="158478"/>
                </a:lnTo>
                <a:lnTo>
                  <a:pt x="58430" y="158478"/>
                </a:lnTo>
                <a:lnTo>
                  <a:pt x="58429" y="158478"/>
                </a:lnTo>
                <a:lnTo>
                  <a:pt x="58428" y="158478"/>
                </a:lnTo>
                <a:lnTo>
                  <a:pt x="58427" y="158478"/>
                </a:lnTo>
                <a:lnTo>
                  <a:pt x="58426" y="158478"/>
                </a:lnTo>
                <a:lnTo>
                  <a:pt x="58425" y="158478"/>
                </a:lnTo>
                <a:lnTo>
                  <a:pt x="58423" y="158478"/>
                </a:lnTo>
                <a:lnTo>
                  <a:pt x="58422" y="158478"/>
                </a:lnTo>
                <a:lnTo>
                  <a:pt x="58421" y="158478"/>
                </a:lnTo>
                <a:lnTo>
                  <a:pt x="58420" y="158478"/>
                </a:lnTo>
                <a:lnTo>
                  <a:pt x="58419" y="158478"/>
                </a:lnTo>
                <a:lnTo>
                  <a:pt x="58418" y="158478"/>
                </a:lnTo>
                <a:lnTo>
                  <a:pt x="58417" y="158478"/>
                </a:lnTo>
                <a:lnTo>
                  <a:pt x="58416" y="158478"/>
                </a:lnTo>
                <a:lnTo>
                  <a:pt x="58415" y="158478"/>
                </a:lnTo>
                <a:lnTo>
                  <a:pt x="58413" y="158478"/>
                </a:lnTo>
                <a:lnTo>
                  <a:pt x="58412" y="158478"/>
                </a:lnTo>
                <a:lnTo>
                  <a:pt x="58411" y="158478"/>
                </a:lnTo>
                <a:lnTo>
                  <a:pt x="58410" y="158478"/>
                </a:lnTo>
                <a:lnTo>
                  <a:pt x="58409" y="158478"/>
                </a:lnTo>
                <a:lnTo>
                  <a:pt x="58408" y="158478"/>
                </a:lnTo>
                <a:lnTo>
                  <a:pt x="58407" y="158478"/>
                </a:lnTo>
                <a:lnTo>
                  <a:pt x="58406" y="158478"/>
                </a:lnTo>
                <a:lnTo>
                  <a:pt x="58405" y="158478"/>
                </a:lnTo>
                <a:lnTo>
                  <a:pt x="58403" y="158478"/>
                </a:lnTo>
                <a:lnTo>
                  <a:pt x="58402" y="158478"/>
                </a:lnTo>
                <a:lnTo>
                  <a:pt x="58401" y="158478"/>
                </a:lnTo>
                <a:lnTo>
                  <a:pt x="58400" y="158478"/>
                </a:lnTo>
                <a:lnTo>
                  <a:pt x="58399" y="158478"/>
                </a:lnTo>
                <a:lnTo>
                  <a:pt x="58398" y="158478"/>
                </a:lnTo>
                <a:lnTo>
                  <a:pt x="58397" y="158478"/>
                </a:lnTo>
                <a:lnTo>
                  <a:pt x="58396" y="158478"/>
                </a:lnTo>
                <a:lnTo>
                  <a:pt x="58395" y="158478"/>
                </a:lnTo>
                <a:lnTo>
                  <a:pt x="58393" y="158478"/>
                </a:lnTo>
                <a:lnTo>
                  <a:pt x="58392" y="158478"/>
                </a:lnTo>
                <a:lnTo>
                  <a:pt x="58391" y="158478"/>
                </a:lnTo>
                <a:lnTo>
                  <a:pt x="58390" y="158478"/>
                </a:lnTo>
                <a:lnTo>
                  <a:pt x="58389" y="158478"/>
                </a:lnTo>
                <a:lnTo>
                  <a:pt x="58388" y="158478"/>
                </a:lnTo>
                <a:lnTo>
                  <a:pt x="58387" y="158478"/>
                </a:lnTo>
                <a:lnTo>
                  <a:pt x="58386" y="158478"/>
                </a:lnTo>
                <a:lnTo>
                  <a:pt x="58385" y="158478"/>
                </a:lnTo>
                <a:lnTo>
                  <a:pt x="58383" y="158478"/>
                </a:lnTo>
                <a:lnTo>
                  <a:pt x="58382" y="158478"/>
                </a:lnTo>
                <a:lnTo>
                  <a:pt x="58381" y="158478"/>
                </a:lnTo>
                <a:lnTo>
                  <a:pt x="58380" y="158478"/>
                </a:lnTo>
                <a:lnTo>
                  <a:pt x="58379" y="158478"/>
                </a:lnTo>
                <a:lnTo>
                  <a:pt x="58378" y="158478"/>
                </a:lnTo>
                <a:lnTo>
                  <a:pt x="58377" y="158478"/>
                </a:lnTo>
                <a:lnTo>
                  <a:pt x="58376" y="158478"/>
                </a:lnTo>
                <a:lnTo>
                  <a:pt x="58375" y="158478"/>
                </a:lnTo>
                <a:lnTo>
                  <a:pt x="58374" y="158478"/>
                </a:lnTo>
                <a:lnTo>
                  <a:pt x="58372" y="158478"/>
                </a:lnTo>
                <a:lnTo>
                  <a:pt x="58371" y="158478"/>
                </a:lnTo>
                <a:lnTo>
                  <a:pt x="58370" y="158478"/>
                </a:lnTo>
                <a:lnTo>
                  <a:pt x="58369" y="158478"/>
                </a:lnTo>
                <a:lnTo>
                  <a:pt x="58368" y="158478"/>
                </a:lnTo>
                <a:lnTo>
                  <a:pt x="58367" y="158478"/>
                </a:lnTo>
                <a:lnTo>
                  <a:pt x="58366" y="158478"/>
                </a:lnTo>
                <a:lnTo>
                  <a:pt x="58365" y="158478"/>
                </a:lnTo>
                <a:lnTo>
                  <a:pt x="58364" y="158478"/>
                </a:lnTo>
                <a:lnTo>
                  <a:pt x="58362" y="158478"/>
                </a:lnTo>
                <a:lnTo>
                  <a:pt x="58361" y="158478"/>
                </a:lnTo>
                <a:lnTo>
                  <a:pt x="58360" y="158478"/>
                </a:lnTo>
                <a:lnTo>
                  <a:pt x="58359" y="158478"/>
                </a:lnTo>
                <a:lnTo>
                  <a:pt x="58358" y="158478"/>
                </a:lnTo>
                <a:lnTo>
                  <a:pt x="58357" y="158478"/>
                </a:lnTo>
                <a:lnTo>
                  <a:pt x="58356" y="158478"/>
                </a:lnTo>
                <a:lnTo>
                  <a:pt x="58355" y="158478"/>
                </a:lnTo>
                <a:lnTo>
                  <a:pt x="58354" y="158478"/>
                </a:lnTo>
                <a:lnTo>
                  <a:pt x="58352" y="158478"/>
                </a:lnTo>
                <a:lnTo>
                  <a:pt x="58351" y="158478"/>
                </a:lnTo>
                <a:lnTo>
                  <a:pt x="58350" y="158478"/>
                </a:lnTo>
                <a:lnTo>
                  <a:pt x="58349" y="158478"/>
                </a:lnTo>
                <a:lnTo>
                  <a:pt x="58348" y="158478"/>
                </a:lnTo>
                <a:lnTo>
                  <a:pt x="58347" y="158478"/>
                </a:lnTo>
                <a:lnTo>
                  <a:pt x="58346" y="158478"/>
                </a:lnTo>
                <a:lnTo>
                  <a:pt x="58345" y="158478"/>
                </a:lnTo>
                <a:lnTo>
                  <a:pt x="58344" y="158478"/>
                </a:lnTo>
                <a:lnTo>
                  <a:pt x="58342" y="158478"/>
                </a:lnTo>
                <a:lnTo>
                  <a:pt x="58341" y="158478"/>
                </a:lnTo>
                <a:lnTo>
                  <a:pt x="58340" y="158478"/>
                </a:lnTo>
                <a:lnTo>
                  <a:pt x="58339" y="158478"/>
                </a:lnTo>
                <a:lnTo>
                  <a:pt x="58338" y="158478"/>
                </a:lnTo>
                <a:lnTo>
                  <a:pt x="58337" y="158478"/>
                </a:lnTo>
                <a:lnTo>
                  <a:pt x="58336" y="158478"/>
                </a:lnTo>
                <a:lnTo>
                  <a:pt x="58335" y="158478"/>
                </a:lnTo>
                <a:lnTo>
                  <a:pt x="58334" y="158478"/>
                </a:lnTo>
                <a:lnTo>
                  <a:pt x="58332" y="158478"/>
                </a:lnTo>
                <a:lnTo>
                  <a:pt x="58331" y="158478"/>
                </a:lnTo>
                <a:lnTo>
                  <a:pt x="58330" y="158478"/>
                </a:lnTo>
                <a:lnTo>
                  <a:pt x="58329" y="158478"/>
                </a:lnTo>
                <a:lnTo>
                  <a:pt x="58328" y="158478"/>
                </a:lnTo>
                <a:lnTo>
                  <a:pt x="58327" y="158478"/>
                </a:lnTo>
                <a:lnTo>
                  <a:pt x="58326" y="158478"/>
                </a:lnTo>
                <a:lnTo>
                  <a:pt x="58325" y="158478"/>
                </a:lnTo>
                <a:lnTo>
                  <a:pt x="58324" y="158478"/>
                </a:lnTo>
                <a:lnTo>
                  <a:pt x="58323" y="158478"/>
                </a:lnTo>
                <a:lnTo>
                  <a:pt x="58321" y="158478"/>
                </a:lnTo>
                <a:lnTo>
                  <a:pt x="58320" y="158478"/>
                </a:lnTo>
                <a:lnTo>
                  <a:pt x="58319" y="158478"/>
                </a:lnTo>
                <a:lnTo>
                  <a:pt x="58318" y="158478"/>
                </a:lnTo>
                <a:lnTo>
                  <a:pt x="58317" y="158478"/>
                </a:lnTo>
                <a:lnTo>
                  <a:pt x="58316" y="158478"/>
                </a:lnTo>
                <a:lnTo>
                  <a:pt x="58315" y="158478"/>
                </a:lnTo>
                <a:lnTo>
                  <a:pt x="58314" y="158478"/>
                </a:lnTo>
                <a:lnTo>
                  <a:pt x="58313" y="158478"/>
                </a:lnTo>
                <a:lnTo>
                  <a:pt x="58311" y="158478"/>
                </a:lnTo>
                <a:lnTo>
                  <a:pt x="58310" y="158478"/>
                </a:lnTo>
                <a:lnTo>
                  <a:pt x="58309" y="158478"/>
                </a:lnTo>
                <a:lnTo>
                  <a:pt x="58308" y="158478"/>
                </a:lnTo>
                <a:lnTo>
                  <a:pt x="58307" y="158478"/>
                </a:lnTo>
                <a:lnTo>
                  <a:pt x="58306" y="158478"/>
                </a:lnTo>
                <a:lnTo>
                  <a:pt x="58305" y="158478"/>
                </a:lnTo>
                <a:lnTo>
                  <a:pt x="58304" y="158478"/>
                </a:lnTo>
                <a:lnTo>
                  <a:pt x="58303" y="158478"/>
                </a:lnTo>
                <a:lnTo>
                  <a:pt x="58301" y="158478"/>
                </a:lnTo>
                <a:lnTo>
                  <a:pt x="58300" y="158478"/>
                </a:lnTo>
                <a:lnTo>
                  <a:pt x="58299" y="158478"/>
                </a:lnTo>
                <a:lnTo>
                  <a:pt x="58298" y="158478"/>
                </a:lnTo>
                <a:lnTo>
                  <a:pt x="58297" y="158478"/>
                </a:lnTo>
                <a:lnTo>
                  <a:pt x="58296" y="158478"/>
                </a:lnTo>
                <a:lnTo>
                  <a:pt x="58295" y="158478"/>
                </a:lnTo>
                <a:lnTo>
                  <a:pt x="58294" y="158478"/>
                </a:lnTo>
                <a:lnTo>
                  <a:pt x="58293" y="158478"/>
                </a:lnTo>
                <a:lnTo>
                  <a:pt x="58291" y="158478"/>
                </a:lnTo>
                <a:lnTo>
                  <a:pt x="58290" y="158478"/>
                </a:lnTo>
                <a:lnTo>
                  <a:pt x="58289" y="158478"/>
                </a:lnTo>
                <a:lnTo>
                  <a:pt x="58288" y="158478"/>
                </a:lnTo>
                <a:lnTo>
                  <a:pt x="58287" y="158478"/>
                </a:lnTo>
                <a:lnTo>
                  <a:pt x="58286" y="158478"/>
                </a:lnTo>
                <a:lnTo>
                  <a:pt x="58285" y="158478"/>
                </a:lnTo>
                <a:lnTo>
                  <a:pt x="58284" y="158478"/>
                </a:lnTo>
                <a:lnTo>
                  <a:pt x="58283" y="158478"/>
                </a:lnTo>
                <a:lnTo>
                  <a:pt x="58282" y="158478"/>
                </a:lnTo>
                <a:lnTo>
                  <a:pt x="58280" y="158478"/>
                </a:lnTo>
                <a:lnTo>
                  <a:pt x="58279" y="158478"/>
                </a:lnTo>
                <a:lnTo>
                  <a:pt x="58278" y="158478"/>
                </a:lnTo>
                <a:lnTo>
                  <a:pt x="58277" y="158478"/>
                </a:lnTo>
                <a:lnTo>
                  <a:pt x="58276" y="158478"/>
                </a:lnTo>
                <a:lnTo>
                  <a:pt x="58275" y="158478"/>
                </a:lnTo>
                <a:lnTo>
                  <a:pt x="58274" y="158478"/>
                </a:lnTo>
                <a:lnTo>
                  <a:pt x="58273" y="158478"/>
                </a:lnTo>
                <a:lnTo>
                  <a:pt x="58272" y="158478"/>
                </a:lnTo>
                <a:lnTo>
                  <a:pt x="58270" y="158478"/>
                </a:lnTo>
                <a:lnTo>
                  <a:pt x="58269" y="158478"/>
                </a:lnTo>
                <a:lnTo>
                  <a:pt x="58268" y="158478"/>
                </a:lnTo>
                <a:lnTo>
                  <a:pt x="58267" y="158478"/>
                </a:lnTo>
                <a:lnTo>
                  <a:pt x="58266" y="158478"/>
                </a:lnTo>
                <a:lnTo>
                  <a:pt x="58265" y="158478"/>
                </a:lnTo>
                <a:lnTo>
                  <a:pt x="58264" y="158478"/>
                </a:lnTo>
                <a:lnTo>
                  <a:pt x="58263" y="158478"/>
                </a:lnTo>
                <a:lnTo>
                  <a:pt x="58262" y="158478"/>
                </a:lnTo>
                <a:lnTo>
                  <a:pt x="58260" y="158478"/>
                </a:lnTo>
                <a:lnTo>
                  <a:pt x="58259" y="158478"/>
                </a:lnTo>
                <a:lnTo>
                  <a:pt x="58258" y="158478"/>
                </a:lnTo>
                <a:lnTo>
                  <a:pt x="58257" y="158478"/>
                </a:lnTo>
                <a:lnTo>
                  <a:pt x="58256" y="158478"/>
                </a:lnTo>
                <a:lnTo>
                  <a:pt x="58255" y="158478"/>
                </a:lnTo>
                <a:lnTo>
                  <a:pt x="58254" y="158478"/>
                </a:lnTo>
                <a:lnTo>
                  <a:pt x="58253" y="158478"/>
                </a:lnTo>
                <a:lnTo>
                  <a:pt x="58252" y="158478"/>
                </a:lnTo>
                <a:lnTo>
                  <a:pt x="58251" y="158478"/>
                </a:lnTo>
                <a:lnTo>
                  <a:pt x="58249" y="158478"/>
                </a:lnTo>
                <a:lnTo>
                  <a:pt x="58248" y="158478"/>
                </a:lnTo>
                <a:lnTo>
                  <a:pt x="58247" y="158478"/>
                </a:lnTo>
                <a:lnTo>
                  <a:pt x="58246" y="158478"/>
                </a:lnTo>
                <a:lnTo>
                  <a:pt x="58245" y="158478"/>
                </a:lnTo>
                <a:lnTo>
                  <a:pt x="58244" y="158478"/>
                </a:lnTo>
                <a:lnTo>
                  <a:pt x="58243" y="158478"/>
                </a:lnTo>
                <a:lnTo>
                  <a:pt x="58242" y="158478"/>
                </a:lnTo>
                <a:lnTo>
                  <a:pt x="58241" y="158478"/>
                </a:lnTo>
                <a:lnTo>
                  <a:pt x="58239" y="158478"/>
                </a:lnTo>
                <a:lnTo>
                  <a:pt x="58238" y="158478"/>
                </a:lnTo>
                <a:lnTo>
                  <a:pt x="58237" y="158478"/>
                </a:lnTo>
                <a:lnTo>
                  <a:pt x="58236" y="158478"/>
                </a:lnTo>
                <a:lnTo>
                  <a:pt x="58235" y="158478"/>
                </a:lnTo>
                <a:lnTo>
                  <a:pt x="58234" y="158478"/>
                </a:lnTo>
                <a:lnTo>
                  <a:pt x="58233" y="158478"/>
                </a:lnTo>
                <a:lnTo>
                  <a:pt x="58232" y="158478"/>
                </a:lnTo>
                <a:lnTo>
                  <a:pt x="58231" y="158478"/>
                </a:lnTo>
                <a:lnTo>
                  <a:pt x="58229" y="158478"/>
                </a:lnTo>
                <a:lnTo>
                  <a:pt x="58228" y="158478"/>
                </a:lnTo>
                <a:lnTo>
                  <a:pt x="58227" y="158478"/>
                </a:lnTo>
                <a:lnTo>
                  <a:pt x="58226" y="158478"/>
                </a:lnTo>
                <a:lnTo>
                  <a:pt x="58225" y="158478"/>
                </a:lnTo>
                <a:lnTo>
                  <a:pt x="58224" y="158478"/>
                </a:lnTo>
                <a:lnTo>
                  <a:pt x="58223" y="158478"/>
                </a:lnTo>
                <a:lnTo>
                  <a:pt x="58222" y="158478"/>
                </a:lnTo>
                <a:lnTo>
                  <a:pt x="58221" y="158478"/>
                </a:lnTo>
                <a:lnTo>
                  <a:pt x="58220" y="158478"/>
                </a:lnTo>
                <a:lnTo>
                  <a:pt x="58218" y="158478"/>
                </a:lnTo>
                <a:lnTo>
                  <a:pt x="58217" y="158478"/>
                </a:lnTo>
                <a:lnTo>
                  <a:pt x="58216" y="158478"/>
                </a:lnTo>
                <a:lnTo>
                  <a:pt x="58215" y="158478"/>
                </a:lnTo>
                <a:lnTo>
                  <a:pt x="58214" y="158478"/>
                </a:lnTo>
                <a:lnTo>
                  <a:pt x="58213" y="158478"/>
                </a:lnTo>
                <a:lnTo>
                  <a:pt x="58212" y="158478"/>
                </a:lnTo>
                <a:lnTo>
                  <a:pt x="58211" y="158478"/>
                </a:lnTo>
                <a:lnTo>
                  <a:pt x="58210" y="158478"/>
                </a:lnTo>
                <a:lnTo>
                  <a:pt x="58208" y="158478"/>
                </a:lnTo>
                <a:lnTo>
                  <a:pt x="58207" y="158478"/>
                </a:lnTo>
                <a:lnTo>
                  <a:pt x="58206" y="158478"/>
                </a:lnTo>
                <a:lnTo>
                  <a:pt x="58205" y="158478"/>
                </a:lnTo>
                <a:lnTo>
                  <a:pt x="58204" y="158478"/>
                </a:lnTo>
                <a:lnTo>
                  <a:pt x="58203" y="158478"/>
                </a:lnTo>
                <a:lnTo>
                  <a:pt x="58202" y="158478"/>
                </a:lnTo>
                <a:lnTo>
                  <a:pt x="58201" y="158478"/>
                </a:lnTo>
                <a:lnTo>
                  <a:pt x="58200" y="158478"/>
                </a:lnTo>
                <a:lnTo>
                  <a:pt x="58198" y="158478"/>
                </a:lnTo>
                <a:lnTo>
                  <a:pt x="58197" y="158478"/>
                </a:lnTo>
                <a:lnTo>
                  <a:pt x="58196" y="158478"/>
                </a:lnTo>
                <a:lnTo>
                  <a:pt x="58195" y="158478"/>
                </a:lnTo>
                <a:lnTo>
                  <a:pt x="58194" y="158478"/>
                </a:lnTo>
                <a:lnTo>
                  <a:pt x="58193" y="158478"/>
                </a:lnTo>
                <a:lnTo>
                  <a:pt x="58192" y="158478"/>
                </a:lnTo>
                <a:lnTo>
                  <a:pt x="58191" y="158478"/>
                </a:lnTo>
                <a:lnTo>
                  <a:pt x="58190" y="158478"/>
                </a:lnTo>
                <a:lnTo>
                  <a:pt x="58189" y="158478"/>
                </a:lnTo>
                <a:lnTo>
                  <a:pt x="58187" y="158478"/>
                </a:lnTo>
                <a:lnTo>
                  <a:pt x="58186" y="158478"/>
                </a:lnTo>
                <a:lnTo>
                  <a:pt x="58185" y="158478"/>
                </a:lnTo>
                <a:lnTo>
                  <a:pt x="58184" y="158478"/>
                </a:lnTo>
                <a:lnTo>
                  <a:pt x="58183" y="158478"/>
                </a:lnTo>
                <a:lnTo>
                  <a:pt x="58182" y="158478"/>
                </a:lnTo>
                <a:lnTo>
                  <a:pt x="58181" y="158478"/>
                </a:lnTo>
                <a:lnTo>
                  <a:pt x="58180" y="158478"/>
                </a:lnTo>
                <a:lnTo>
                  <a:pt x="58179" y="158478"/>
                </a:lnTo>
                <a:lnTo>
                  <a:pt x="58177" y="158478"/>
                </a:lnTo>
                <a:lnTo>
                  <a:pt x="58176" y="158478"/>
                </a:lnTo>
                <a:lnTo>
                  <a:pt x="58175" y="158478"/>
                </a:lnTo>
                <a:lnTo>
                  <a:pt x="58174" y="158478"/>
                </a:lnTo>
                <a:lnTo>
                  <a:pt x="58173" y="158478"/>
                </a:lnTo>
                <a:lnTo>
                  <a:pt x="58172" y="158478"/>
                </a:lnTo>
                <a:lnTo>
                  <a:pt x="58171" y="158478"/>
                </a:lnTo>
                <a:lnTo>
                  <a:pt x="58170" y="158478"/>
                </a:lnTo>
                <a:lnTo>
                  <a:pt x="58169" y="158478"/>
                </a:lnTo>
                <a:lnTo>
                  <a:pt x="58168" y="158478"/>
                </a:lnTo>
                <a:lnTo>
                  <a:pt x="58166" y="158478"/>
                </a:lnTo>
                <a:lnTo>
                  <a:pt x="58165" y="158478"/>
                </a:lnTo>
                <a:lnTo>
                  <a:pt x="58164" y="158478"/>
                </a:lnTo>
                <a:lnTo>
                  <a:pt x="58163" y="158478"/>
                </a:lnTo>
                <a:lnTo>
                  <a:pt x="58162" y="158478"/>
                </a:lnTo>
                <a:lnTo>
                  <a:pt x="58161" y="158478"/>
                </a:lnTo>
                <a:lnTo>
                  <a:pt x="58160" y="158478"/>
                </a:lnTo>
                <a:lnTo>
                  <a:pt x="58159" y="158478"/>
                </a:lnTo>
                <a:lnTo>
                  <a:pt x="58158" y="158478"/>
                </a:lnTo>
                <a:lnTo>
                  <a:pt x="58156" y="158478"/>
                </a:lnTo>
                <a:lnTo>
                  <a:pt x="58155" y="158478"/>
                </a:lnTo>
                <a:lnTo>
                  <a:pt x="58154" y="158478"/>
                </a:lnTo>
                <a:lnTo>
                  <a:pt x="58153" y="158478"/>
                </a:lnTo>
                <a:lnTo>
                  <a:pt x="58152" y="158478"/>
                </a:lnTo>
                <a:lnTo>
                  <a:pt x="58151" y="158478"/>
                </a:lnTo>
                <a:lnTo>
                  <a:pt x="58150" y="158478"/>
                </a:lnTo>
                <a:lnTo>
                  <a:pt x="58149" y="158478"/>
                </a:lnTo>
                <a:lnTo>
                  <a:pt x="58148" y="158478"/>
                </a:lnTo>
                <a:lnTo>
                  <a:pt x="58147" y="158478"/>
                </a:lnTo>
                <a:lnTo>
                  <a:pt x="58145" y="158478"/>
                </a:lnTo>
                <a:lnTo>
                  <a:pt x="58144" y="158478"/>
                </a:lnTo>
                <a:lnTo>
                  <a:pt x="58143" y="158478"/>
                </a:lnTo>
                <a:lnTo>
                  <a:pt x="58142" y="158478"/>
                </a:lnTo>
                <a:lnTo>
                  <a:pt x="58141" y="158478"/>
                </a:lnTo>
                <a:lnTo>
                  <a:pt x="58140" y="158478"/>
                </a:lnTo>
                <a:lnTo>
                  <a:pt x="58139" y="158478"/>
                </a:lnTo>
                <a:lnTo>
                  <a:pt x="58138" y="158478"/>
                </a:lnTo>
                <a:lnTo>
                  <a:pt x="58137" y="158478"/>
                </a:lnTo>
                <a:lnTo>
                  <a:pt x="58135" y="158478"/>
                </a:lnTo>
                <a:lnTo>
                  <a:pt x="58134" y="158478"/>
                </a:lnTo>
                <a:lnTo>
                  <a:pt x="58133" y="158478"/>
                </a:lnTo>
                <a:lnTo>
                  <a:pt x="58132" y="158478"/>
                </a:lnTo>
                <a:lnTo>
                  <a:pt x="58131" y="158478"/>
                </a:lnTo>
                <a:lnTo>
                  <a:pt x="58130" y="158478"/>
                </a:lnTo>
                <a:lnTo>
                  <a:pt x="58129" y="158478"/>
                </a:lnTo>
                <a:lnTo>
                  <a:pt x="58128" y="158478"/>
                </a:lnTo>
                <a:lnTo>
                  <a:pt x="58127" y="158478"/>
                </a:lnTo>
                <a:lnTo>
                  <a:pt x="58125" y="158478"/>
                </a:lnTo>
                <a:lnTo>
                  <a:pt x="58124" y="158478"/>
                </a:lnTo>
                <a:lnTo>
                  <a:pt x="58123" y="158478"/>
                </a:lnTo>
                <a:lnTo>
                  <a:pt x="58122" y="158478"/>
                </a:lnTo>
                <a:lnTo>
                  <a:pt x="58121" y="158478"/>
                </a:lnTo>
                <a:lnTo>
                  <a:pt x="58120" y="158478"/>
                </a:lnTo>
                <a:lnTo>
                  <a:pt x="58119" y="158478"/>
                </a:lnTo>
                <a:lnTo>
                  <a:pt x="58118" y="158478"/>
                </a:lnTo>
                <a:lnTo>
                  <a:pt x="58117" y="158478"/>
                </a:lnTo>
                <a:lnTo>
                  <a:pt x="58116" y="158478"/>
                </a:lnTo>
                <a:lnTo>
                  <a:pt x="58114" y="158478"/>
                </a:lnTo>
                <a:lnTo>
                  <a:pt x="58113" y="158478"/>
                </a:lnTo>
                <a:lnTo>
                  <a:pt x="58112" y="158478"/>
                </a:lnTo>
                <a:lnTo>
                  <a:pt x="58111" y="158478"/>
                </a:lnTo>
                <a:lnTo>
                  <a:pt x="58110" y="158478"/>
                </a:lnTo>
                <a:lnTo>
                  <a:pt x="58109" y="158478"/>
                </a:lnTo>
                <a:lnTo>
                  <a:pt x="58108" y="158478"/>
                </a:lnTo>
                <a:lnTo>
                  <a:pt x="58107" y="158478"/>
                </a:lnTo>
                <a:lnTo>
                  <a:pt x="58106" y="158478"/>
                </a:lnTo>
                <a:lnTo>
                  <a:pt x="58105" y="158478"/>
                </a:lnTo>
                <a:lnTo>
                  <a:pt x="58103" y="158478"/>
                </a:lnTo>
                <a:lnTo>
                  <a:pt x="58102" y="158478"/>
                </a:lnTo>
                <a:lnTo>
                  <a:pt x="58101" y="158478"/>
                </a:lnTo>
                <a:lnTo>
                  <a:pt x="58100" y="158478"/>
                </a:lnTo>
                <a:lnTo>
                  <a:pt x="58099" y="158478"/>
                </a:lnTo>
                <a:lnTo>
                  <a:pt x="58098" y="158478"/>
                </a:lnTo>
                <a:lnTo>
                  <a:pt x="58097" y="158478"/>
                </a:lnTo>
                <a:lnTo>
                  <a:pt x="58096" y="158478"/>
                </a:lnTo>
                <a:lnTo>
                  <a:pt x="58095" y="158478"/>
                </a:lnTo>
                <a:lnTo>
                  <a:pt x="58093" y="158478"/>
                </a:lnTo>
                <a:lnTo>
                  <a:pt x="58092" y="158478"/>
                </a:lnTo>
                <a:lnTo>
                  <a:pt x="58091" y="158478"/>
                </a:lnTo>
                <a:lnTo>
                  <a:pt x="58090" y="158478"/>
                </a:lnTo>
                <a:lnTo>
                  <a:pt x="58089" y="158478"/>
                </a:lnTo>
                <a:lnTo>
                  <a:pt x="58088" y="158478"/>
                </a:lnTo>
                <a:lnTo>
                  <a:pt x="58087" y="158478"/>
                </a:lnTo>
                <a:lnTo>
                  <a:pt x="58086" y="158478"/>
                </a:lnTo>
                <a:lnTo>
                  <a:pt x="58085" y="158478"/>
                </a:lnTo>
                <a:lnTo>
                  <a:pt x="58084" y="158478"/>
                </a:lnTo>
                <a:lnTo>
                  <a:pt x="58082" y="158478"/>
                </a:lnTo>
                <a:lnTo>
                  <a:pt x="58081" y="158478"/>
                </a:lnTo>
                <a:lnTo>
                  <a:pt x="58080" y="158478"/>
                </a:lnTo>
                <a:lnTo>
                  <a:pt x="58079" y="158478"/>
                </a:lnTo>
                <a:lnTo>
                  <a:pt x="58078" y="158478"/>
                </a:lnTo>
                <a:lnTo>
                  <a:pt x="58077" y="158478"/>
                </a:lnTo>
                <a:lnTo>
                  <a:pt x="58076" y="158478"/>
                </a:lnTo>
                <a:lnTo>
                  <a:pt x="58075" y="158478"/>
                </a:lnTo>
                <a:lnTo>
                  <a:pt x="58074" y="158478"/>
                </a:lnTo>
                <a:lnTo>
                  <a:pt x="58072" y="158478"/>
                </a:lnTo>
                <a:lnTo>
                  <a:pt x="58071" y="158478"/>
                </a:lnTo>
                <a:lnTo>
                  <a:pt x="58070" y="158478"/>
                </a:lnTo>
                <a:lnTo>
                  <a:pt x="58069" y="158478"/>
                </a:lnTo>
                <a:lnTo>
                  <a:pt x="58068" y="158478"/>
                </a:lnTo>
                <a:lnTo>
                  <a:pt x="58067" y="158478"/>
                </a:lnTo>
                <a:lnTo>
                  <a:pt x="58066" y="158478"/>
                </a:lnTo>
                <a:lnTo>
                  <a:pt x="58065" y="158478"/>
                </a:lnTo>
                <a:lnTo>
                  <a:pt x="58064" y="158478"/>
                </a:lnTo>
                <a:lnTo>
                  <a:pt x="58063" y="158478"/>
                </a:lnTo>
                <a:lnTo>
                  <a:pt x="58061" y="158478"/>
                </a:lnTo>
                <a:lnTo>
                  <a:pt x="58060" y="158478"/>
                </a:lnTo>
                <a:lnTo>
                  <a:pt x="58059" y="158478"/>
                </a:lnTo>
                <a:lnTo>
                  <a:pt x="58058" y="158478"/>
                </a:lnTo>
                <a:lnTo>
                  <a:pt x="58057" y="158478"/>
                </a:lnTo>
                <a:lnTo>
                  <a:pt x="58056" y="158478"/>
                </a:lnTo>
                <a:lnTo>
                  <a:pt x="58055" y="158478"/>
                </a:lnTo>
                <a:lnTo>
                  <a:pt x="58054" y="158478"/>
                </a:lnTo>
                <a:lnTo>
                  <a:pt x="58053" y="158478"/>
                </a:lnTo>
                <a:lnTo>
                  <a:pt x="58051" y="158478"/>
                </a:lnTo>
                <a:lnTo>
                  <a:pt x="58050" y="158478"/>
                </a:lnTo>
                <a:lnTo>
                  <a:pt x="58049" y="158478"/>
                </a:lnTo>
                <a:lnTo>
                  <a:pt x="58048" y="158478"/>
                </a:lnTo>
                <a:lnTo>
                  <a:pt x="58047" y="158478"/>
                </a:lnTo>
                <a:lnTo>
                  <a:pt x="58046" y="158478"/>
                </a:lnTo>
                <a:lnTo>
                  <a:pt x="58045" y="158478"/>
                </a:lnTo>
                <a:lnTo>
                  <a:pt x="58044" y="158478"/>
                </a:lnTo>
                <a:lnTo>
                  <a:pt x="58043" y="158478"/>
                </a:lnTo>
                <a:lnTo>
                  <a:pt x="58042" y="158478"/>
                </a:lnTo>
                <a:lnTo>
                  <a:pt x="58040" y="158478"/>
                </a:lnTo>
                <a:lnTo>
                  <a:pt x="58039" y="158478"/>
                </a:lnTo>
                <a:lnTo>
                  <a:pt x="58038" y="158478"/>
                </a:lnTo>
                <a:lnTo>
                  <a:pt x="58037" y="158478"/>
                </a:lnTo>
                <a:lnTo>
                  <a:pt x="58036" y="158478"/>
                </a:lnTo>
                <a:lnTo>
                  <a:pt x="58035" y="158478"/>
                </a:lnTo>
                <a:lnTo>
                  <a:pt x="58034" y="158478"/>
                </a:lnTo>
                <a:lnTo>
                  <a:pt x="58033" y="158478"/>
                </a:lnTo>
                <a:lnTo>
                  <a:pt x="58032" y="158478"/>
                </a:lnTo>
                <a:lnTo>
                  <a:pt x="58031" y="158478"/>
                </a:lnTo>
                <a:lnTo>
                  <a:pt x="58029" y="158478"/>
                </a:lnTo>
                <a:lnTo>
                  <a:pt x="58028" y="158478"/>
                </a:lnTo>
                <a:lnTo>
                  <a:pt x="58027" y="158478"/>
                </a:lnTo>
                <a:lnTo>
                  <a:pt x="58026" y="158478"/>
                </a:lnTo>
                <a:lnTo>
                  <a:pt x="58025" y="158478"/>
                </a:lnTo>
                <a:lnTo>
                  <a:pt x="58024" y="158478"/>
                </a:lnTo>
                <a:lnTo>
                  <a:pt x="58023" y="158478"/>
                </a:lnTo>
                <a:lnTo>
                  <a:pt x="58022" y="158478"/>
                </a:lnTo>
                <a:lnTo>
                  <a:pt x="58021" y="158478"/>
                </a:lnTo>
                <a:lnTo>
                  <a:pt x="58019" y="158478"/>
                </a:lnTo>
                <a:lnTo>
                  <a:pt x="58018" y="158478"/>
                </a:lnTo>
                <a:lnTo>
                  <a:pt x="58017" y="158478"/>
                </a:lnTo>
                <a:lnTo>
                  <a:pt x="58016" y="158478"/>
                </a:lnTo>
                <a:lnTo>
                  <a:pt x="58015" y="158478"/>
                </a:lnTo>
                <a:lnTo>
                  <a:pt x="58014" y="158478"/>
                </a:lnTo>
                <a:lnTo>
                  <a:pt x="58013" y="158478"/>
                </a:lnTo>
                <a:lnTo>
                  <a:pt x="58012" y="158478"/>
                </a:lnTo>
                <a:lnTo>
                  <a:pt x="58011" y="158478"/>
                </a:lnTo>
                <a:lnTo>
                  <a:pt x="58010" y="158478"/>
                </a:lnTo>
                <a:lnTo>
                  <a:pt x="58008" y="158478"/>
                </a:lnTo>
                <a:lnTo>
                  <a:pt x="58007" y="158478"/>
                </a:lnTo>
                <a:lnTo>
                  <a:pt x="58006" y="158478"/>
                </a:lnTo>
                <a:lnTo>
                  <a:pt x="58005" y="158478"/>
                </a:lnTo>
                <a:lnTo>
                  <a:pt x="58004" y="158478"/>
                </a:lnTo>
                <a:lnTo>
                  <a:pt x="58003" y="158478"/>
                </a:lnTo>
                <a:lnTo>
                  <a:pt x="58002" y="158478"/>
                </a:lnTo>
                <a:lnTo>
                  <a:pt x="58001" y="158478"/>
                </a:lnTo>
                <a:lnTo>
                  <a:pt x="58000" y="158478"/>
                </a:lnTo>
                <a:lnTo>
                  <a:pt x="57999" y="158478"/>
                </a:lnTo>
                <a:lnTo>
                  <a:pt x="57997" y="158478"/>
                </a:lnTo>
                <a:lnTo>
                  <a:pt x="57996" y="158478"/>
                </a:lnTo>
                <a:lnTo>
                  <a:pt x="57995" y="158478"/>
                </a:lnTo>
                <a:lnTo>
                  <a:pt x="57994" y="158478"/>
                </a:lnTo>
                <a:lnTo>
                  <a:pt x="57993" y="158478"/>
                </a:lnTo>
                <a:lnTo>
                  <a:pt x="57992" y="158478"/>
                </a:lnTo>
                <a:lnTo>
                  <a:pt x="57991" y="158478"/>
                </a:lnTo>
                <a:lnTo>
                  <a:pt x="57990" y="158478"/>
                </a:lnTo>
                <a:lnTo>
                  <a:pt x="57989" y="158478"/>
                </a:lnTo>
                <a:lnTo>
                  <a:pt x="57987" y="158478"/>
                </a:lnTo>
                <a:lnTo>
                  <a:pt x="57986" y="158478"/>
                </a:lnTo>
                <a:lnTo>
                  <a:pt x="57985" y="158478"/>
                </a:lnTo>
                <a:lnTo>
                  <a:pt x="57984" y="158478"/>
                </a:lnTo>
                <a:lnTo>
                  <a:pt x="57983" y="158478"/>
                </a:lnTo>
                <a:lnTo>
                  <a:pt x="57982" y="158478"/>
                </a:lnTo>
                <a:lnTo>
                  <a:pt x="57981" y="158478"/>
                </a:lnTo>
                <a:lnTo>
                  <a:pt x="57980" y="158478"/>
                </a:lnTo>
                <a:lnTo>
                  <a:pt x="57979" y="158478"/>
                </a:lnTo>
                <a:lnTo>
                  <a:pt x="57978" y="158478"/>
                </a:lnTo>
                <a:lnTo>
                  <a:pt x="57976" y="158478"/>
                </a:lnTo>
                <a:lnTo>
                  <a:pt x="57975" y="158478"/>
                </a:lnTo>
                <a:lnTo>
                  <a:pt x="57974" y="158478"/>
                </a:lnTo>
                <a:lnTo>
                  <a:pt x="57973" y="158478"/>
                </a:lnTo>
                <a:lnTo>
                  <a:pt x="57972" y="158478"/>
                </a:lnTo>
                <a:lnTo>
                  <a:pt x="57971" y="158478"/>
                </a:lnTo>
                <a:lnTo>
                  <a:pt x="57970" y="158478"/>
                </a:lnTo>
                <a:lnTo>
                  <a:pt x="57969" y="158478"/>
                </a:lnTo>
                <a:lnTo>
                  <a:pt x="57968" y="158478"/>
                </a:lnTo>
                <a:lnTo>
                  <a:pt x="57967" y="158478"/>
                </a:lnTo>
                <a:lnTo>
                  <a:pt x="57965" y="158478"/>
                </a:lnTo>
                <a:lnTo>
                  <a:pt x="57964" y="158478"/>
                </a:lnTo>
                <a:lnTo>
                  <a:pt x="57963" y="158478"/>
                </a:lnTo>
                <a:lnTo>
                  <a:pt x="57962" y="158478"/>
                </a:lnTo>
                <a:lnTo>
                  <a:pt x="57961" y="158478"/>
                </a:lnTo>
                <a:lnTo>
                  <a:pt x="57960" y="158478"/>
                </a:lnTo>
                <a:lnTo>
                  <a:pt x="57959" y="158478"/>
                </a:lnTo>
                <a:lnTo>
                  <a:pt x="57958" y="158478"/>
                </a:lnTo>
                <a:lnTo>
                  <a:pt x="57957" y="158478"/>
                </a:lnTo>
                <a:lnTo>
                  <a:pt x="57955" y="158478"/>
                </a:lnTo>
                <a:lnTo>
                  <a:pt x="57954" y="158478"/>
                </a:lnTo>
                <a:lnTo>
                  <a:pt x="57953" y="158478"/>
                </a:lnTo>
                <a:lnTo>
                  <a:pt x="57952" y="158478"/>
                </a:lnTo>
                <a:lnTo>
                  <a:pt x="57951" y="158478"/>
                </a:lnTo>
                <a:lnTo>
                  <a:pt x="57950" y="158478"/>
                </a:lnTo>
                <a:lnTo>
                  <a:pt x="57949" y="158478"/>
                </a:lnTo>
                <a:lnTo>
                  <a:pt x="57948" y="158478"/>
                </a:lnTo>
                <a:lnTo>
                  <a:pt x="57947" y="158478"/>
                </a:lnTo>
                <a:lnTo>
                  <a:pt x="57946" y="158478"/>
                </a:lnTo>
                <a:lnTo>
                  <a:pt x="57944" y="158478"/>
                </a:lnTo>
                <a:lnTo>
                  <a:pt x="57943" y="158478"/>
                </a:lnTo>
                <a:lnTo>
                  <a:pt x="57942" y="158478"/>
                </a:lnTo>
                <a:lnTo>
                  <a:pt x="57941" y="158478"/>
                </a:lnTo>
                <a:lnTo>
                  <a:pt x="57940" y="158478"/>
                </a:lnTo>
                <a:lnTo>
                  <a:pt x="57939" y="158478"/>
                </a:lnTo>
                <a:lnTo>
                  <a:pt x="57938" y="158478"/>
                </a:lnTo>
                <a:lnTo>
                  <a:pt x="57937" y="158478"/>
                </a:lnTo>
                <a:lnTo>
                  <a:pt x="57936" y="158478"/>
                </a:lnTo>
                <a:lnTo>
                  <a:pt x="57935" y="158478"/>
                </a:lnTo>
                <a:lnTo>
                  <a:pt x="57933" y="158478"/>
                </a:lnTo>
                <a:lnTo>
                  <a:pt x="57932" y="158478"/>
                </a:lnTo>
                <a:lnTo>
                  <a:pt x="57931" y="158478"/>
                </a:lnTo>
                <a:lnTo>
                  <a:pt x="57930" y="158478"/>
                </a:lnTo>
                <a:lnTo>
                  <a:pt x="57929" y="158478"/>
                </a:lnTo>
                <a:lnTo>
                  <a:pt x="57928" y="158478"/>
                </a:lnTo>
                <a:lnTo>
                  <a:pt x="57927" y="158478"/>
                </a:lnTo>
                <a:lnTo>
                  <a:pt x="57926" y="158478"/>
                </a:lnTo>
                <a:lnTo>
                  <a:pt x="57925" y="158478"/>
                </a:lnTo>
                <a:lnTo>
                  <a:pt x="57924" y="158478"/>
                </a:lnTo>
                <a:lnTo>
                  <a:pt x="57922" y="158478"/>
                </a:lnTo>
                <a:lnTo>
                  <a:pt x="57921" y="158478"/>
                </a:lnTo>
                <a:lnTo>
                  <a:pt x="57920" y="158478"/>
                </a:lnTo>
                <a:lnTo>
                  <a:pt x="57919" y="158478"/>
                </a:lnTo>
                <a:lnTo>
                  <a:pt x="57918" y="158478"/>
                </a:lnTo>
                <a:lnTo>
                  <a:pt x="57917" y="158478"/>
                </a:lnTo>
                <a:lnTo>
                  <a:pt x="57916" y="158478"/>
                </a:lnTo>
                <a:lnTo>
                  <a:pt x="57915" y="158478"/>
                </a:lnTo>
                <a:lnTo>
                  <a:pt x="57914" y="158478"/>
                </a:lnTo>
                <a:lnTo>
                  <a:pt x="57912" y="158478"/>
                </a:lnTo>
                <a:lnTo>
                  <a:pt x="57911" y="158478"/>
                </a:lnTo>
                <a:lnTo>
                  <a:pt x="57910" y="158478"/>
                </a:lnTo>
                <a:lnTo>
                  <a:pt x="57909" y="158478"/>
                </a:lnTo>
                <a:lnTo>
                  <a:pt x="57908" y="158478"/>
                </a:lnTo>
                <a:lnTo>
                  <a:pt x="57907" y="158478"/>
                </a:lnTo>
                <a:lnTo>
                  <a:pt x="57906" y="158478"/>
                </a:lnTo>
                <a:lnTo>
                  <a:pt x="57905" y="158478"/>
                </a:lnTo>
                <a:lnTo>
                  <a:pt x="57904" y="158478"/>
                </a:lnTo>
                <a:lnTo>
                  <a:pt x="57903" y="158478"/>
                </a:lnTo>
                <a:lnTo>
                  <a:pt x="57901" y="158478"/>
                </a:lnTo>
                <a:lnTo>
                  <a:pt x="57900" y="158478"/>
                </a:lnTo>
                <a:lnTo>
                  <a:pt x="57899" y="158478"/>
                </a:lnTo>
                <a:lnTo>
                  <a:pt x="57898" y="158478"/>
                </a:lnTo>
                <a:lnTo>
                  <a:pt x="57897" y="158478"/>
                </a:lnTo>
                <a:lnTo>
                  <a:pt x="57896" y="158478"/>
                </a:lnTo>
                <a:lnTo>
                  <a:pt x="57895" y="158478"/>
                </a:lnTo>
                <a:lnTo>
                  <a:pt x="57894" y="158478"/>
                </a:lnTo>
                <a:lnTo>
                  <a:pt x="57893" y="158478"/>
                </a:lnTo>
                <a:lnTo>
                  <a:pt x="57892" y="158478"/>
                </a:lnTo>
                <a:lnTo>
                  <a:pt x="57890" y="158478"/>
                </a:lnTo>
                <a:lnTo>
                  <a:pt x="57889" y="158478"/>
                </a:lnTo>
                <a:lnTo>
                  <a:pt x="57888" y="158478"/>
                </a:lnTo>
                <a:lnTo>
                  <a:pt x="57887" y="158478"/>
                </a:lnTo>
                <a:lnTo>
                  <a:pt x="57886" y="158478"/>
                </a:lnTo>
                <a:lnTo>
                  <a:pt x="57885" y="158478"/>
                </a:lnTo>
                <a:lnTo>
                  <a:pt x="57884" y="158478"/>
                </a:lnTo>
                <a:lnTo>
                  <a:pt x="57883" y="158478"/>
                </a:lnTo>
                <a:lnTo>
                  <a:pt x="57882" y="158478"/>
                </a:lnTo>
                <a:lnTo>
                  <a:pt x="57881" y="158478"/>
                </a:lnTo>
                <a:lnTo>
                  <a:pt x="57879" y="158478"/>
                </a:lnTo>
                <a:lnTo>
                  <a:pt x="57878" y="158478"/>
                </a:lnTo>
                <a:lnTo>
                  <a:pt x="57877" y="158478"/>
                </a:lnTo>
                <a:lnTo>
                  <a:pt x="57876" y="158478"/>
                </a:lnTo>
                <a:lnTo>
                  <a:pt x="57875" y="158478"/>
                </a:lnTo>
                <a:lnTo>
                  <a:pt x="57874" y="158478"/>
                </a:lnTo>
                <a:lnTo>
                  <a:pt x="57873" y="158478"/>
                </a:lnTo>
                <a:lnTo>
                  <a:pt x="57872" y="158478"/>
                </a:lnTo>
                <a:lnTo>
                  <a:pt x="57871" y="158478"/>
                </a:lnTo>
                <a:lnTo>
                  <a:pt x="57870" y="158478"/>
                </a:lnTo>
                <a:lnTo>
                  <a:pt x="57868" y="158478"/>
                </a:lnTo>
                <a:lnTo>
                  <a:pt x="57867" y="158478"/>
                </a:lnTo>
                <a:lnTo>
                  <a:pt x="57866" y="158478"/>
                </a:lnTo>
                <a:lnTo>
                  <a:pt x="57865" y="158478"/>
                </a:lnTo>
                <a:lnTo>
                  <a:pt x="57864" y="158478"/>
                </a:lnTo>
                <a:lnTo>
                  <a:pt x="57863" y="158478"/>
                </a:lnTo>
                <a:lnTo>
                  <a:pt x="57862" y="158478"/>
                </a:lnTo>
                <a:lnTo>
                  <a:pt x="57861" y="158478"/>
                </a:lnTo>
                <a:lnTo>
                  <a:pt x="57860" y="158478"/>
                </a:lnTo>
                <a:lnTo>
                  <a:pt x="57859" y="158478"/>
                </a:lnTo>
                <a:lnTo>
                  <a:pt x="57857" y="158478"/>
                </a:lnTo>
                <a:lnTo>
                  <a:pt x="57856" y="158478"/>
                </a:lnTo>
                <a:lnTo>
                  <a:pt x="57855" y="158478"/>
                </a:lnTo>
                <a:lnTo>
                  <a:pt x="57854" y="158478"/>
                </a:lnTo>
                <a:lnTo>
                  <a:pt x="57853" y="158478"/>
                </a:lnTo>
                <a:lnTo>
                  <a:pt x="57852" y="158478"/>
                </a:lnTo>
                <a:lnTo>
                  <a:pt x="57851" y="158478"/>
                </a:lnTo>
                <a:lnTo>
                  <a:pt x="57850" y="158478"/>
                </a:lnTo>
                <a:lnTo>
                  <a:pt x="57849" y="158478"/>
                </a:lnTo>
                <a:lnTo>
                  <a:pt x="57847" y="158478"/>
                </a:lnTo>
                <a:lnTo>
                  <a:pt x="57846" y="158478"/>
                </a:lnTo>
                <a:lnTo>
                  <a:pt x="57845" y="158478"/>
                </a:lnTo>
                <a:lnTo>
                  <a:pt x="57844" y="158478"/>
                </a:lnTo>
                <a:lnTo>
                  <a:pt x="57843" y="158478"/>
                </a:lnTo>
                <a:lnTo>
                  <a:pt x="57842" y="158478"/>
                </a:lnTo>
                <a:lnTo>
                  <a:pt x="57841" y="158478"/>
                </a:lnTo>
                <a:lnTo>
                  <a:pt x="57840" y="158478"/>
                </a:lnTo>
                <a:lnTo>
                  <a:pt x="57839" y="158478"/>
                </a:lnTo>
                <a:lnTo>
                  <a:pt x="57838" y="158478"/>
                </a:lnTo>
                <a:lnTo>
                  <a:pt x="57836" y="158478"/>
                </a:lnTo>
                <a:lnTo>
                  <a:pt x="57835" y="158478"/>
                </a:lnTo>
                <a:lnTo>
                  <a:pt x="57834" y="158478"/>
                </a:lnTo>
                <a:lnTo>
                  <a:pt x="57833" y="158478"/>
                </a:lnTo>
                <a:lnTo>
                  <a:pt x="57832" y="158478"/>
                </a:lnTo>
                <a:lnTo>
                  <a:pt x="57831" y="158478"/>
                </a:lnTo>
                <a:lnTo>
                  <a:pt x="57830" y="158478"/>
                </a:lnTo>
                <a:lnTo>
                  <a:pt x="57829" y="158478"/>
                </a:lnTo>
                <a:lnTo>
                  <a:pt x="57828" y="158478"/>
                </a:lnTo>
                <a:lnTo>
                  <a:pt x="57827" y="158478"/>
                </a:lnTo>
                <a:lnTo>
                  <a:pt x="57825" y="158478"/>
                </a:lnTo>
                <a:lnTo>
                  <a:pt x="57824" y="158478"/>
                </a:lnTo>
                <a:lnTo>
                  <a:pt x="57823" y="158478"/>
                </a:lnTo>
                <a:lnTo>
                  <a:pt x="57822" y="158478"/>
                </a:lnTo>
                <a:lnTo>
                  <a:pt x="57821" y="158478"/>
                </a:lnTo>
                <a:lnTo>
                  <a:pt x="57820" y="158478"/>
                </a:lnTo>
                <a:lnTo>
                  <a:pt x="57819" y="158478"/>
                </a:lnTo>
                <a:lnTo>
                  <a:pt x="57818" y="158478"/>
                </a:lnTo>
                <a:lnTo>
                  <a:pt x="57817" y="158478"/>
                </a:lnTo>
                <a:lnTo>
                  <a:pt x="57816" y="158478"/>
                </a:lnTo>
                <a:lnTo>
                  <a:pt x="57814" y="158478"/>
                </a:lnTo>
                <a:lnTo>
                  <a:pt x="57813" y="158478"/>
                </a:lnTo>
                <a:lnTo>
                  <a:pt x="57812" y="158478"/>
                </a:lnTo>
                <a:lnTo>
                  <a:pt x="57811" y="158478"/>
                </a:lnTo>
                <a:lnTo>
                  <a:pt x="57810" y="158478"/>
                </a:lnTo>
                <a:lnTo>
                  <a:pt x="57809" y="158478"/>
                </a:lnTo>
                <a:lnTo>
                  <a:pt x="57808" y="158478"/>
                </a:lnTo>
                <a:lnTo>
                  <a:pt x="57807" y="158478"/>
                </a:lnTo>
                <a:lnTo>
                  <a:pt x="57806" y="158478"/>
                </a:lnTo>
                <a:lnTo>
                  <a:pt x="57805" y="158478"/>
                </a:lnTo>
                <a:lnTo>
                  <a:pt x="57803" y="158478"/>
                </a:lnTo>
                <a:lnTo>
                  <a:pt x="57802" y="158478"/>
                </a:lnTo>
                <a:lnTo>
                  <a:pt x="57801" y="158478"/>
                </a:lnTo>
                <a:lnTo>
                  <a:pt x="57800" y="158478"/>
                </a:lnTo>
                <a:lnTo>
                  <a:pt x="57799" y="158478"/>
                </a:lnTo>
                <a:lnTo>
                  <a:pt x="57798" y="158478"/>
                </a:lnTo>
                <a:lnTo>
                  <a:pt x="57797" y="158478"/>
                </a:lnTo>
                <a:lnTo>
                  <a:pt x="57796" y="158478"/>
                </a:lnTo>
                <a:lnTo>
                  <a:pt x="57795" y="158478"/>
                </a:lnTo>
                <a:lnTo>
                  <a:pt x="57794" y="158478"/>
                </a:lnTo>
                <a:lnTo>
                  <a:pt x="57792" y="158478"/>
                </a:lnTo>
                <a:lnTo>
                  <a:pt x="57791" y="158478"/>
                </a:lnTo>
                <a:lnTo>
                  <a:pt x="57790" y="158478"/>
                </a:lnTo>
                <a:lnTo>
                  <a:pt x="57789" y="158478"/>
                </a:lnTo>
                <a:lnTo>
                  <a:pt x="57788" y="158478"/>
                </a:lnTo>
                <a:lnTo>
                  <a:pt x="57787" y="158478"/>
                </a:lnTo>
                <a:lnTo>
                  <a:pt x="57786" y="158478"/>
                </a:lnTo>
                <a:lnTo>
                  <a:pt x="57785" y="158478"/>
                </a:lnTo>
                <a:lnTo>
                  <a:pt x="57784" y="158478"/>
                </a:lnTo>
                <a:lnTo>
                  <a:pt x="57783" y="158478"/>
                </a:lnTo>
                <a:lnTo>
                  <a:pt x="57781" y="158478"/>
                </a:lnTo>
                <a:lnTo>
                  <a:pt x="57780" y="158478"/>
                </a:lnTo>
                <a:lnTo>
                  <a:pt x="57779" y="158478"/>
                </a:lnTo>
                <a:lnTo>
                  <a:pt x="57778" y="158478"/>
                </a:lnTo>
                <a:lnTo>
                  <a:pt x="57777" y="158478"/>
                </a:lnTo>
                <a:lnTo>
                  <a:pt x="57776" y="158478"/>
                </a:lnTo>
                <a:lnTo>
                  <a:pt x="57775" y="158478"/>
                </a:lnTo>
                <a:lnTo>
                  <a:pt x="57774" y="158478"/>
                </a:lnTo>
                <a:lnTo>
                  <a:pt x="57773" y="158478"/>
                </a:lnTo>
                <a:lnTo>
                  <a:pt x="57772" y="158478"/>
                </a:lnTo>
                <a:lnTo>
                  <a:pt x="57770" y="158478"/>
                </a:lnTo>
                <a:lnTo>
                  <a:pt x="57769" y="158478"/>
                </a:lnTo>
                <a:lnTo>
                  <a:pt x="57768" y="158478"/>
                </a:lnTo>
                <a:lnTo>
                  <a:pt x="57767" y="158478"/>
                </a:lnTo>
                <a:lnTo>
                  <a:pt x="57766" y="158478"/>
                </a:lnTo>
                <a:lnTo>
                  <a:pt x="57765" y="158478"/>
                </a:lnTo>
                <a:lnTo>
                  <a:pt x="57764" y="158478"/>
                </a:lnTo>
                <a:lnTo>
                  <a:pt x="57763" y="158478"/>
                </a:lnTo>
                <a:lnTo>
                  <a:pt x="57762" y="158478"/>
                </a:lnTo>
                <a:lnTo>
                  <a:pt x="57761" y="158478"/>
                </a:lnTo>
                <a:lnTo>
                  <a:pt x="57759" y="158478"/>
                </a:lnTo>
                <a:lnTo>
                  <a:pt x="57758" y="158478"/>
                </a:lnTo>
                <a:lnTo>
                  <a:pt x="57757" y="158478"/>
                </a:lnTo>
                <a:lnTo>
                  <a:pt x="57756" y="158478"/>
                </a:lnTo>
                <a:lnTo>
                  <a:pt x="57755" y="158478"/>
                </a:lnTo>
                <a:lnTo>
                  <a:pt x="57754" y="158478"/>
                </a:lnTo>
                <a:lnTo>
                  <a:pt x="57753" y="158478"/>
                </a:lnTo>
                <a:lnTo>
                  <a:pt x="57752" y="158478"/>
                </a:lnTo>
                <a:lnTo>
                  <a:pt x="57751" y="158478"/>
                </a:lnTo>
                <a:lnTo>
                  <a:pt x="57750" y="158478"/>
                </a:lnTo>
                <a:lnTo>
                  <a:pt x="57748" y="158478"/>
                </a:lnTo>
                <a:lnTo>
                  <a:pt x="57747" y="158478"/>
                </a:lnTo>
                <a:lnTo>
                  <a:pt x="57746" y="158478"/>
                </a:lnTo>
                <a:lnTo>
                  <a:pt x="57745" y="158478"/>
                </a:lnTo>
                <a:lnTo>
                  <a:pt x="57744" y="158478"/>
                </a:lnTo>
                <a:lnTo>
                  <a:pt x="57743" y="158478"/>
                </a:lnTo>
                <a:lnTo>
                  <a:pt x="57742" y="158478"/>
                </a:lnTo>
                <a:lnTo>
                  <a:pt x="57741" y="158478"/>
                </a:lnTo>
                <a:lnTo>
                  <a:pt x="57740" y="158478"/>
                </a:lnTo>
                <a:lnTo>
                  <a:pt x="57739" y="158478"/>
                </a:lnTo>
                <a:lnTo>
                  <a:pt x="57737" y="158478"/>
                </a:lnTo>
                <a:lnTo>
                  <a:pt x="57736" y="158478"/>
                </a:lnTo>
                <a:lnTo>
                  <a:pt x="57735" y="158478"/>
                </a:lnTo>
                <a:lnTo>
                  <a:pt x="57734" y="158478"/>
                </a:lnTo>
                <a:lnTo>
                  <a:pt x="57733" y="158478"/>
                </a:lnTo>
                <a:lnTo>
                  <a:pt x="57732" y="158478"/>
                </a:lnTo>
                <a:lnTo>
                  <a:pt x="57731" y="158478"/>
                </a:lnTo>
                <a:lnTo>
                  <a:pt x="57730" y="158478"/>
                </a:lnTo>
                <a:lnTo>
                  <a:pt x="57729" y="158478"/>
                </a:lnTo>
                <a:lnTo>
                  <a:pt x="57728" y="158478"/>
                </a:lnTo>
                <a:lnTo>
                  <a:pt x="57726" y="158478"/>
                </a:lnTo>
                <a:lnTo>
                  <a:pt x="57725" y="158478"/>
                </a:lnTo>
                <a:lnTo>
                  <a:pt x="57724" y="158478"/>
                </a:lnTo>
                <a:lnTo>
                  <a:pt x="57723" y="158478"/>
                </a:lnTo>
                <a:lnTo>
                  <a:pt x="57722" y="158478"/>
                </a:lnTo>
                <a:lnTo>
                  <a:pt x="57721" y="158478"/>
                </a:lnTo>
                <a:lnTo>
                  <a:pt x="57720" y="158478"/>
                </a:lnTo>
                <a:lnTo>
                  <a:pt x="57719" y="158478"/>
                </a:lnTo>
                <a:lnTo>
                  <a:pt x="57718" y="158478"/>
                </a:lnTo>
                <a:lnTo>
                  <a:pt x="57717" y="158478"/>
                </a:lnTo>
                <a:lnTo>
                  <a:pt x="57715" y="158478"/>
                </a:lnTo>
                <a:lnTo>
                  <a:pt x="57714" y="158478"/>
                </a:lnTo>
                <a:lnTo>
                  <a:pt x="57713" y="158478"/>
                </a:lnTo>
                <a:lnTo>
                  <a:pt x="57712" y="158478"/>
                </a:lnTo>
                <a:lnTo>
                  <a:pt x="57711" y="158478"/>
                </a:lnTo>
                <a:lnTo>
                  <a:pt x="57710" y="158478"/>
                </a:lnTo>
                <a:lnTo>
                  <a:pt x="57709" y="158478"/>
                </a:lnTo>
                <a:lnTo>
                  <a:pt x="57708" y="158478"/>
                </a:lnTo>
                <a:lnTo>
                  <a:pt x="57707" y="158478"/>
                </a:lnTo>
                <a:lnTo>
                  <a:pt x="57706" y="158478"/>
                </a:lnTo>
                <a:lnTo>
                  <a:pt x="57704" y="158478"/>
                </a:lnTo>
                <a:lnTo>
                  <a:pt x="57703" y="158478"/>
                </a:lnTo>
                <a:lnTo>
                  <a:pt x="57702" y="158478"/>
                </a:lnTo>
                <a:lnTo>
                  <a:pt x="57701" y="158478"/>
                </a:lnTo>
                <a:lnTo>
                  <a:pt x="57700" y="158478"/>
                </a:lnTo>
                <a:lnTo>
                  <a:pt x="57699" y="158478"/>
                </a:lnTo>
                <a:lnTo>
                  <a:pt x="57698" y="158478"/>
                </a:lnTo>
                <a:lnTo>
                  <a:pt x="57697" y="158478"/>
                </a:lnTo>
                <a:lnTo>
                  <a:pt x="57696" y="158478"/>
                </a:lnTo>
                <a:lnTo>
                  <a:pt x="57695" y="158478"/>
                </a:lnTo>
                <a:lnTo>
                  <a:pt x="57693" y="158478"/>
                </a:lnTo>
                <a:lnTo>
                  <a:pt x="57692" y="158478"/>
                </a:lnTo>
                <a:lnTo>
                  <a:pt x="57691" y="158478"/>
                </a:lnTo>
                <a:lnTo>
                  <a:pt x="57690" y="158478"/>
                </a:lnTo>
                <a:lnTo>
                  <a:pt x="57689" y="158478"/>
                </a:lnTo>
                <a:lnTo>
                  <a:pt x="57688" y="158478"/>
                </a:lnTo>
                <a:lnTo>
                  <a:pt x="57687" y="158478"/>
                </a:lnTo>
                <a:lnTo>
                  <a:pt x="57686" y="158478"/>
                </a:lnTo>
                <a:lnTo>
                  <a:pt x="57685" y="158478"/>
                </a:lnTo>
                <a:lnTo>
                  <a:pt x="57684" y="158478"/>
                </a:lnTo>
                <a:lnTo>
                  <a:pt x="57683" y="158478"/>
                </a:lnTo>
                <a:lnTo>
                  <a:pt x="57681" y="158478"/>
                </a:lnTo>
                <a:lnTo>
                  <a:pt x="57680" y="158478"/>
                </a:lnTo>
                <a:lnTo>
                  <a:pt x="57679" y="158478"/>
                </a:lnTo>
                <a:lnTo>
                  <a:pt x="57678" y="158478"/>
                </a:lnTo>
                <a:lnTo>
                  <a:pt x="57677" y="158478"/>
                </a:lnTo>
                <a:lnTo>
                  <a:pt x="57676" y="158478"/>
                </a:lnTo>
                <a:lnTo>
                  <a:pt x="57675" y="158478"/>
                </a:lnTo>
                <a:lnTo>
                  <a:pt x="57674" y="158478"/>
                </a:lnTo>
                <a:lnTo>
                  <a:pt x="57673" y="158478"/>
                </a:lnTo>
                <a:lnTo>
                  <a:pt x="57672" y="158478"/>
                </a:lnTo>
                <a:lnTo>
                  <a:pt x="57670" y="158478"/>
                </a:lnTo>
                <a:lnTo>
                  <a:pt x="57669" y="158478"/>
                </a:lnTo>
                <a:lnTo>
                  <a:pt x="57668" y="158478"/>
                </a:lnTo>
                <a:lnTo>
                  <a:pt x="57667" y="158478"/>
                </a:lnTo>
                <a:lnTo>
                  <a:pt x="57666" y="158478"/>
                </a:lnTo>
                <a:lnTo>
                  <a:pt x="57665" y="158478"/>
                </a:lnTo>
                <a:lnTo>
                  <a:pt x="57664" y="158478"/>
                </a:lnTo>
                <a:lnTo>
                  <a:pt x="57663" y="158478"/>
                </a:lnTo>
                <a:lnTo>
                  <a:pt x="57662" y="158478"/>
                </a:lnTo>
                <a:lnTo>
                  <a:pt x="57661" y="158478"/>
                </a:lnTo>
                <a:lnTo>
                  <a:pt x="57659" y="158478"/>
                </a:lnTo>
                <a:lnTo>
                  <a:pt x="57658" y="158478"/>
                </a:lnTo>
                <a:lnTo>
                  <a:pt x="57657" y="158478"/>
                </a:lnTo>
                <a:lnTo>
                  <a:pt x="57656" y="158478"/>
                </a:lnTo>
                <a:lnTo>
                  <a:pt x="57655" y="158478"/>
                </a:lnTo>
                <a:lnTo>
                  <a:pt x="57654" y="158478"/>
                </a:lnTo>
                <a:lnTo>
                  <a:pt x="57653" y="158478"/>
                </a:lnTo>
                <a:lnTo>
                  <a:pt x="57652" y="158478"/>
                </a:lnTo>
                <a:lnTo>
                  <a:pt x="57651" y="158478"/>
                </a:lnTo>
                <a:lnTo>
                  <a:pt x="57650" y="158478"/>
                </a:lnTo>
                <a:lnTo>
                  <a:pt x="57648" y="158478"/>
                </a:lnTo>
                <a:lnTo>
                  <a:pt x="57647" y="158478"/>
                </a:lnTo>
                <a:lnTo>
                  <a:pt x="57646" y="158478"/>
                </a:lnTo>
                <a:lnTo>
                  <a:pt x="57645" y="158478"/>
                </a:lnTo>
                <a:lnTo>
                  <a:pt x="57644" y="158478"/>
                </a:lnTo>
                <a:lnTo>
                  <a:pt x="57643" y="158478"/>
                </a:lnTo>
                <a:lnTo>
                  <a:pt x="57642" y="158478"/>
                </a:lnTo>
                <a:lnTo>
                  <a:pt x="57641" y="158478"/>
                </a:lnTo>
                <a:lnTo>
                  <a:pt x="57640" y="158478"/>
                </a:lnTo>
                <a:lnTo>
                  <a:pt x="57639" y="158478"/>
                </a:lnTo>
                <a:lnTo>
                  <a:pt x="57637" y="158478"/>
                </a:lnTo>
                <a:lnTo>
                  <a:pt x="57636" y="158478"/>
                </a:lnTo>
                <a:lnTo>
                  <a:pt x="57635" y="158478"/>
                </a:lnTo>
                <a:lnTo>
                  <a:pt x="57634" y="158478"/>
                </a:lnTo>
                <a:lnTo>
                  <a:pt x="57633" y="158478"/>
                </a:lnTo>
                <a:lnTo>
                  <a:pt x="57632" y="158478"/>
                </a:lnTo>
                <a:lnTo>
                  <a:pt x="57631" y="158478"/>
                </a:lnTo>
                <a:lnTo>
                  <a:pt x="57630" y="158478"/>
                </a:lnTo>
                <a:lnTo>
                  <a:pt x="57629" y="158478"/>
                </a:lnTo>
                <a:lnTo>
                  <a:pt x="57628" y="158478"/>
                </a:lnTo>
                <a:lnTo>
                  <a:pt x="57626" y="158478"/>
                </a:lnTo>
                <a:lnTo>
                  <a:pt x="57625" y="158478"/>
                </a:lnTo>
                <a:lnTo>
                  <a:pt x="57624" y="158478"/>
                </a:lnTo>
                <a:lnTo>
                  <a:pt x="57623" y="158478"/>
                </a:lnTo>
                <a:lnTo>
                  <a:pt x="57622" y="158478"/>
                </a:lnTo>
                <a:lnTo>
                  <a:pt x="57621" y="158478"/>
                </a:lnTo>
                <a:lnTo>
                  <a:pt x="57620" y="158478"/>
                </a:lnTo>
                <a:lnTo>
                  <a:pt x="57619" y="158478"/>
                </a:lnTo>
                <a:lnTo>
                  <a:pt x="57618" y="158478"/>
                </a:lnTo>
                <a:lnTo>
                  <a:pt x="57617" y="158478"/>
                </a:lnTo>
                <a:lnTo>
                  <a:pt x="57616" y="158478"/>
                </a:lnTo>
                <a:lnTo>
                  <a:pt x="57614" y="158478"/>
                </a:lnTo>
                <a:lnTo>
                  <a:pt x="57613" y="158478"/>
                </a:lnTo>
                <a:lnTo>
                  <a:pt x="57612" y="158478"/>
                </a:lnTo>
                <a:lnTo>
                  <a:pt x="57611" y="158478"/>
                </a:lnTo>
                <a:lnTo>
                  <a:pt x="57610" y="158478"/>
                </a:lnTo>
                <a:lnTo>
                  <a:pt x="57609" y="158478"/>
                </a:lnTo>
                <a:lnTo>
                  <a:pt x="57608" y="158478"/>
                </a:lnTo>
                <a:lnTo>
                  <a:pt x="57607" y="158478"/>
                </a:lnTo>
                <a:lnTo>
                  <a:pt x="57606" y="158478"/>
                </a:lnTo>
                <a:lnTo>
                  <a:pt x="57605" y="158478"/>
                </a:lnTo>
                <a:lnTo>
                  <a:pt x="57603" y="158478"/>
                </a:lnTo>
                <a:lnTo>
                  <a:pt x="57602" y="158478"/>
                </a:lnTo>
                <a:lnTo>
                  <a:pt x="57601" y="158478"/>
                </a:lnTo>
                <a:lnTo>
                  <a:pt x="57600" y="158478"/>
                </a:lnTo>
                <a:lnTo>
                  <a:pt x="57599" y="158478"/>
                </a:lnTo>
                <a:lnTo>
                  <a:pt x="57598" y="158478"/>
                </a:lnTo>
                <a:lnTo>
                  <a:pt x="57597" y="158478"/>
                </a:lnTo>
                <a:lnTo>
                  <a:pt x="57596" y="158478"/>
                </a:lnTo>
                <a:lnTo>
                  <a:pt x="57595" y="158478"/>
                </a:lnTo>
                <a:lnTo>
                  <a:pt x="57594" y="158478"/>
                </a:lnTo>
                <a:lnTo>
                  <a:pt x="57592" y="158478"/>
                </a:lnTo>
                <a:lnTo>
                  <a:pt x="57591" y="158478"/>
                </a:lnTo>
                <a:lnTo>
                  <a:pt x="57590" y="158478"/>
                </a:lnTo>
                <a:lnTo>
                  <a:pt x="57589" y="158478"/>
                </a:lnTo>
                <a:lnTo>
                  <a:pt x="57588" y="158478"/>
                </a:lnTo>
                <a:lnTo>
                  <a:pt x="57587" y="158478"/>
                </a:lnTo>
                <a:lnTo>
                  <a:pt x="57586" y="158478"/>
                </a:lnTo>
                <a:lnTo>
                  <a:pt x="57585" y="158478"/>
                </a:lnTo>
                <a:lnTo>
                  <a:pt x="57584" y="158478"/>
                </a:lnTo>
                <a:lnTo>
                  <a:pt x="57583" y="158478"/>
                </a:lnTo>
                <a:lnTo>
                  <a:pt x="57582" y="158478"/>
                </a:lnTo>
                <a:lnTo>
                  <a:pt x="57580" y="158478"/>
                </a:lnTo>
                <a:lnTo>
                  <a:pt x="57579" y="158478"/>
                </a:lnTo>
                <a:lnTo>
                  <a:pt x="57578" y="158478"/>
                </a:lnTo>
                <a:lnTo>
                  <a:pt x="57577" y="158478"/>
                </a:lnTo>
                <a:lnTo>
                  <a:pt x="57576" y="158478"/>
                </a:lnTo>
                <a:lnTo>
                  <a:pt x="57575" y="158478"/>
                </a:lnTo>
                <a:lnTo>
                  <a:pt x="57574" y="158478"/>
                </a:lnTo>
                <a:lnTo>
                  <a:pt x="57573" y="158478"/>
                </a:lnTo>
                <a:lnTo>
                  <a:pt x="57572" y="158478"/>
                </a:lnTo>
                <a:lnTo>
                  <a:pt x="57571" y="158478"/>
                </a:lnTo>
                <a:lnTo>
                  <a:pt x="57569" y="158478"/>
                </a:lnTo>
                <a:lnTo>
                  <a:pt x="57568" y="158478"/>
                </a:lnTo>
                <a:lnTo>
                  <a:pt x="57567" y="158478"/>
                </a:lnTo>
                <a:lnTo>
                  <a:pt x="57566" y="158478"/>
                </a:lnTo>
                <a:lnTo>
                  <a:pt x="57565" y="158478"/>
                </a:lnTo>
                <a:lnTo>
                  <a:pt x="57564" y="158478"/>
                </a:lnTo>
                <a:lnTo>
                  <a:pt x="57563" y="158478"/>
                </a:lnTo>
                <a:lnTo>
                  <a:pt x="57562" y="158478"/>
                </a:lnTo>
                <a:lnTo>
                  <a:pt x="57561" y="158478"/>
                </a:lnTo>
                <a:lnTo>
                  <a:pt x="57560" y="158478"/>
                </a:lnTo>
                <a:lnTo>
                  <a:pt x="57558" y="158478"/>
                </a:lnTo>
                <a:lnTo>
                  <a:pt x="57557" y="158478"/>
                </a:lnTo>
                <a:lnTo>
                  <a:pt x="57556" y="158478"/>
                </a:lnTo>
                <a:lnTo>
                  <a:pt x="57555" y="158478"/>
                </a:lnTo>
                <a:lnTo>
                  <a:pt x="57554" y="158478"/>
                </a:lnTo>
                <a:lnTo>
                  <a:pt x="57553" y="158478"/>
                </a:lnTo>
                <a:lnTo>
                  <a:pt x="57552" y="158478"/>
                </a:lnTo>
                <a:lnTo>
                  <a:pt x="57551" y="158478"/>
                </a:lnTo>
                <a:lnTo>
                  <a:pt x="57550" y="158478"/>
                </a:lnTo>
                <a:lnTo>
                  <a:pt x="57549" y="158478"/>
                </a:lnTo>
                <a:lnTo>
                  <a:pt x="57548" y="158478"/>
                </a:lnTo>
                <a:lnTo>
                  <a:pt x="57546" y="158478"/>
                </a:lnTo>
                <a:lnTo>
                  <a:pt x="57545" y="158478"/>
                </a:lnTo>
                <a:lnTo>
                  <a:pt x="57544" y="158478"/>
                </a:lnTo>
                <a:lnTo>
                  <a:pt x="57543" y="158478"/>
                </a:lnTo>
                <a:lnTo>
                  <a:pt x="57542" y="158478"/>
                </a:lnTo>
                <a:lnTo>
                  <a:pt x="57541" y="158478"/>
                </a:lnTo>
                <a:lnTo>
                  <a:pt x="57540" y="158478"/>
                </a:lnTo>
                <a:lnTo>
                  <a:pt x="57539" y="158478"/>
                </a:lnTo>
                <a:lnTo>
                  <a:pt x="57538" y="158478"/>
                </a:lnTo>
                <a:lnTo>
                  <a:pt x="57537" y="158478"/>
                </a:lnTo>
                <a:lnTo>
                  <a:pt x="57535" y="158478"/>
                </a:lnTo>
                <a:lnTo>
                  <a:pt x="57534" y="158478"/>
                </a:lnTo>
                <a:lnTo>
                  <a:pt x="57533" y="158478"/>
                </a:lnTo>
                <a:lnTo>
                  <a:pt x="57532" y="158478"/>
                </a:lnTo>
                <a:lnTo>
                  <a:pt x="57531" y="158478"/>
                </a:lnTo>
                <a:lnTo>
                  <a:pt x="57530" y="158478"/>
                </a:lnTo>
                <a:lnTo>
                  <a:pt x="57529" y="158478"/>
                </a:lnTo>
                <a:lnTo>
                  <a:pt x="57528" y="158478"/>
                </a:lnTo>
                <a:lnTo>
                  <a:pt x="57527" y="158478"/>
                </a:lnTo>
                <a:lnTo>
                  <a:pt x="57526" y="158478"/>
                </a:lnTo>
                <a:lnTo>
                  <a:pt x="57524" y="158478"/>
                </a:lnTo>
                <a:lnTo>
                  <a:pt x="57523" y="158478"/>
                </a:lnTo>
                <a:lnTo>
                  <a:pt x="57522" y="158478"/>
                </a:lnTo>
                <a:lnTo>
                  <a:pt x="57521" y="158478"/>
                </a:lnTo>
                <a:lnTo>
                  <a:pt x="57520" y="158478"/>
                </a:lnTo>
                <a:lnTo>
                  <a:pt x="57519" y="158478"/>
                </a:lnTo>
                <a:lnTo>
                  <a:pt x="57518" y="158478"/>
                </a:lnTo>
                <a:lnTo>
                  <a:pt x="57517" y="158478"/>
                </a:lnTo>
                <a:lnTo>
                  <a:pt x="57516" y="158478"/>
                </a:lnTo>
                <a:lnTo>
                  <a:pt x="57515" y="158478"/>
                </a:lnTo>
                <a:lnTo>
                  <a:pt x="57514" y="158478"/>
                </a:lnTo>
                <a:lnTo>
                  <a:pt x="57512" y="158478"/>
                </a:lnTo>
                <a:lnTo>
                  <a:pt x="57511" y="158478"/>
                </a:lnTo>
                <a:lnTo>
                  <a:pt x="57510" y="158478"/>
                </a:lnTo>
                <a:lnTo>
                  <a:pt x="57509" y="158478"/>
                </a:lnTo>
                <a:lnTo>
                  <a:pt x="57508" y="158478"/>
                </a:lnTo>
                <a:lnTo>
                  <a:pt x="57507" y="158478"/>
                </a:lnTo>
                <a:lnTo>
                  <a:pt x="57506" y="158478"/>
                </a:lnTo>
                <a:lnTo>
                  <a:pt x="57505" y="158478"/>
                </a:lnTo>
                <a:lnTo>
                  <a:pt x="57504" y="158478"/>
                </a:lnTo>
                <a:lnTo>
                  <a:pt x="57503" y="158478"/>
                </a:lnTo>
                <a:lnTo>
                  <a:pt x="57501" y="158478"/>
                </a:lnTo>
                <a:lnTo>
                  <a:pt x="57500" y="158478"/>
                </a:lnTo>
                <a:lnTo>
                  <a:pt x="57499" y="158478"/>
                </a:lnTo>
                <a:lnTo>
                  <a:pt x="57498" y="158478"/>
                </a:lnTo>
                <a:lnTo>
                  <a:pt x="57497" y="158478"/>
                </a:lnTo>
                <a:lnTo>
                  <a:pt x="57496" y="158478"/>
                </a:lnTo>
                <a:lnTo>
                  <a:pt x="57495" y="158478"/>
                </a:lnTo>
                <a:lnTo>
                  <a:pt x="57494" y="158478"/>
                </a:lnTo>
                <a:lnTo>
                  <a:pt x="57493" y="158478"/>
                </a:lnTo>
                <a:lnTo>
                  <a:pt x="57492" y="158478"/>
                </a:lnTo>
                <a:lnTo>
                  <a:pt x="57491" y="158478"/>
                </a:lnTo>
                <a:lnTo>
                  <a:pt x="57489" y="158478"/>
                </a:lnTo>
                <a:lnTo>
                  <a:pt x="57488" y="158478"/>
                </a:lnTo>
                <a:lnTo>
                  <a:pt x="57487" y="158478"/>
                </a:lnTo>
                <a:lnTo>
                  <a:pt x="57486" y="158478"/>
                </a:lnTo>
                <a:lnTo>
                  <a:pt x="57485" y="158478"/>
                </a:lnTo>
                <a:lnTo>
                  <a:pt x="57484" y="158478"/>
                </a:lnTo>
                <a:lnTo>
                  <a:pt x="57483" y="158478"/>
                </a:lnTo>
                <a:lnTo>
                  <a:pt x="57482" y="158478"/>
                </a:lnTo>
                <a:lnTo>
                  <a:pt x="57481" y="158478"/>
                </a:lnTo>
                <a:lnTo>
                  <a:pt x="57480" y="158478"/>
                </a:lnTo>
                <a:lnTo>
                  <a:pt x="57478" y="158478"/>
                </a:lnTo>
                <a:lnTo>
                  <a:pt x="57477" y="158478"/>
                </a:lnTo>
                <a:lnTo>
                  <a:pt x="57476" y="158478"/>
                </a:lnTo>
                <a:lnTo>
                  <a:pt x="57475" y="158478"/>
                </a:lnTo>
                <a:lnTo>
                  <a:pt x="57474" y="158478"/>
                </a:lnTo>
                <a:lnTo>
                  <a:pt x="57473" y="158478"/>
                </a:lnTo>
                <a:lnTo>
                  <a:pt x="57472" y="158478"/>
                </a:lnTo>
                <a:lnTo>
                  <a:pt x="57471" y="158478"/>
                </a:lnTo>
                <a:lnTo>
                  <a:pt x="57470" y="158478"/>
                </a:lnTo>
                <a:lnTo>
                  <a:pt x="57469" y="158478"/>
                </a:lnTo>
                <a:lnTo>
                  <a:pt x="57467" y="158478"/>
                </a:lnTo>
                <a:lnTo>
                  <a:pt x="57466" y="158478"/>
                </a:lnTo>
                <a:lnTo>
                  <a:pt x="57465" y="158478"/>
                </a:lnTo>
                <a:lnTo>
                  <a:pt x="57464" y="158478"/>
                </a:lnTo>
                <a:lnTo>
                  <a:pt x="57463" y="158478"/>
                </a:lnTo>
                <a:lnTo>
                  <a:pt x="57462" y="158478"/>
                </a:lnTo>
                <a:lnTo>
                  <a:pt x="57461" y="158478"/>
                </a:lnTo>
                <a:lnTo>
                  <a:pt x="57460" y="158478"/>
                </a:lnTo>
                <a:lnTo>
                  <a:pt x="57459" y="158478"/>
                </a:lnTo>
                <a:lnTo>
                  <a:pt x="57458" y="158478"/>
                </a:lnTo>
                <a:lnTo>
                  <a:pt x="57457" y="158478"/>
                </a:lnTo>
                <a:lnTo>
                  <a:pt x="57455" y="158478"/>
                </a:lnTo>
                <a:lnTo>
                  <a:pt x="57454" y="158478"/>
                </a:lnTo>
                <a:lnTo>
                  <a:pt x="57453" y="158478"/>
                </a:lnTo>
                <a:lnTo>
                  <a:pt x="57452" y="158478"/>
                </a:lnTo>
                <a:lnTo>
                  <a:pt x="57451" y="158478"/>
                </a:lnTo>
                <a:lnTo>
                  <a:pt x="57450" y="158478"/>
                </a:lnTo>
                <a:lnTo>
                  <a:pt x="57449" y="158478"/>
                </a:lnTo>
                <a:lnTo>
                  <a:pt x="57448" y="158478"/>
                </a:lnTo>
                <a:lnTo>
                  <a:pt x="57447" y="158478"/>
                </a:lnTo>
                <a:lnTo>
                  <a:pt x="57446" y="158478"/>
                </a:lnTo>
                <a:lnTo>
                  <a:pt x="57444" y="158478"/>
                </a:lnTo>
                <a:lnTo>
                  <a:pt x="57443" y="158478"/>
                </a:lnTo>
                <a:lnTo>
                  <a:pt x="57442" y="158478"/>
                </a:lnTo>
                <a:lnTo>
                  <a:pt x="57441" y="158478"/>
                </a:lnTo>
                <a:lnTo>
                  <a:pt x="57440" y="158478"/>
                </a:lnTo>
                <a:lnTo>
                  <a:pt x="57439" y="158478"/>
                </a:lnTo>
                <a:lnTo>
                  <a:pt x="57438" y="158478"/>
                </a:lnTo>
                <a:lnTo>
                  <a:pt x="57437" y="158478"/>
                </a:lnTo>
                <a:lnTo>
                  <a:pt x="57436" y="158478"/>
                </a:lnTo>
                <a:lnTo>
                  <a:pt x="57435" y="158478"/>
                </a:lnTo>
                <a:lnTo>
                  <a:pt x="57434" y="158478"/>
                </a:lnTo>
                <a:lnTo>
                  <a:pt x="57432" y="158478"/>
                </a:lnTo>
                <a:lnTo>
                  <a:pt x="57431" y="158478"/>
                </a:lnTo>
                <a:lnTo>
                  <a:pt x="57430" y="158478"/>
                </a:lnTo>
                <a:lnTo>
                  <a:pt x="57429" y="158478"/>
                </a:lnTo>
                <a:lnTo>
                  <a:pt x="57428" y="158478"/>
                </a:lnTo>
                <a:lnTo>
                  <a:pt x="57427" y="158478"/>
                </a:lnTo>
                <a:lnTo>
                  <a:pt x="57426" y="158478"/>
                </a:lnTo>
                <a:lnTo>
                  <a:pt x="57425" y="158478"/>
                </a:lnTo>
                <a:lnTo>
                  <a:pt x="57424" y="158478"/>
                </a:lnTo>
                <a:lnTo>
                  <a:pt x="57423" y="158478"/>
                </a:lnTo>
                <a:lnTo>
                  <a:pt x="57421" y="158478"/>
                </a:lnTo>
                <a:lnTo>
                  <a:pt x="57420" y="158478"/>
                </a:lnTo>
                <a:lnTo>
                  <a:pt x="57419" y="158478"/>
                </a:lnTo>
                <a:lnTo>
                  <a:pt x="57418" y="158478"/>
                </a:lnTo>
                <a:lnTo>
                  <a:pt x="57417" y="158478"/>
                </a:lnTo>
                <a:lnTo>
                  <a:pt x="57416" y="158478"/>
                </a:lnTo>
                <a:lnTo>
                  <a:pt x="57415" y="158478"/>
                </a:lnTo>
                <a:lnTo>
                  <a:pt x="57414" y="158478"/>
                </a:lnTo>
                <a:lnTo>
                  <a:pt x="57413" y="158478"/>
                </a:lnTo>
                <a:lnTo>
                  <a:pt x="57412" y="158478"/>
                </a:lnTo>
                <a:lnTo>
                  <a:pt x="57411" y="158478"/>
                </a:lnTo>
                <a:lnTo>
                  <a:pt x="57409" y="158478"/>
                </a:lnTo>
                <a:lnTo>
                  <a:pt x="57408" y="158478"/>
                </a:lnTo>
                <a:lnTo>
                  <a:pt x="57407" y="158478"/>
                </a:lnTo>
                <a:lnTo>
                  <a:pt x="57406" y="158478"/>
                </a:lnTo>
                <a:lnTo>
                  <a:pt x="57405" y="158478"/>
                </a:lnTo>
                <a:lnTo>
                  <a:pt x="57404" y="158478"/>
                </a:lnTo>
                <a:lnTo>
                  <a:pt x="57403" y="158478"/>
                </a:lnTo>
                <a:lnTo>
                  <a:pt x="57402" y="158478"/>
                </a:lnTo>
                <a:lnTo>
                  <a:pt x="57401" y="158478"/>
                </a:lnTo>
                <a:lnTo>
                  <a:pt x="57400" y="158478"/>
                </a:lnTo>
                <a:lnTo>
                  <a:pt x="57399" y="158478"/>
                </a:lnTo>
                <a:lnTo>
                  <a:pt x="57397" y="158478"/>
                </a:lnTo>
                <a:lnTo>
                  <a:pt x="57396" y="158478"/>
                </a:lnTo>
                <a:lnTo>
                  <a:pt x="57395" y="158478"/>
                </a:lnTo>
                <a:lnTo>
                  <a:pt x="57394" y="158478"/>
                </a:lnTo>
                <a:lnTo>
                  <a:pt x="57393" y="158478"/>
                </a:lnTo>
                <a:lnTo>
                  <a:pt x="57392" y="158478"/>
                </a:lnTo>
                <a:lnTo>
                  <a:pt x="57391" y="158478"/>
                </a:lnTo>
                <a:lnTo>
                  <a:pt x="57390" y="158478"/>
                </a:lnTo>
                <a:lnTo>
                  <a:pt x="57389" y="158478"/>
                </a:lnTo>
                <a:lnTo>
                  <a:pt x="57388" y="158478"/>
                </a:lnTo>
                <a:lnTo>
                  <a:pt x="57386" y="158478"/>
                </a:lnTo>
                <a:lnTo>
                  <a:pt x="57385" y="158478"/>
                </a:lnTo>
                <a:lnTo>
                  <a:pt x="57384" y="158478"/>
                </a:lnTo>
                <a:lnTo>
                  <a:pt x="57383" y="158478"/>
                </a:lnTo>
                <a:lnTo>
                  <a:pt x="57382" y="158478"/>
                </a:lnTo>
                <a:lnTo>
                  <a:pt x="57381" y="158478"/>
                </a:lnTo>
                <a:lnTo>
                  <a:pt x="57380" y="158478"/>
                </a:lnTo>
                <a:lnTo>
                  <a:pt x="57379" y="158478"/>
                </a:lnTo>
                <a:lnTo>
                  <a:pt x="57378" y="158478"/>
                </a:lnTo>
                <a:lnTo>
                  <a:pt x="57377" y="158478"/>
                </a:lnTo>
                <a:lnTo>
                  <a:pt x="57376" y="158478"/>
                </a:lnTo>
                <a:lnTo>
                  <a:pt x="57374" y="158478"/>
                </a:lnTo>
                <a:lnTo>
                  <a:pt x="57373" y="158478"/>
                </a:lnTo>
                <a:lnTo>
                  <a:pt x="57372" y="158478"/>
                </a:lnTo>
                <a:lnTo>
                  <a:pt x="57371" y="158478"/>
                </a:lnTo>
                <a:lnTo>
                  <a:pt x="57370" y="158478"/>
                </a:lnTo>
                <a:lnTo>
                  <a:pt x="57369" y="158478"/>
                </a:lnTo>
                <a:lnTo>
                  <a:pt x="57368" y="158478"/>
                </a:lnTo>
                <a:lnTo>
                  <a:pt x="57367" y="158478"/>
                </a:lnTo>
                <a:lnTo>
                  <a:pt x="57366" y="158478"/>
                </a:lnTo>
                <a:lnTo>
                  <a:pt x="57365" y="158478"/>
                </a:lnTo>
                <a:lnTo>
                  <a:pt x="57364" y="158478"/>
                </a:lnTo>
                <a:lnTo>
                  <a:pt x="57362" y="158478"/>
                </a:lnTo>
                <a:lnTo>
                  <a:pt x="57361" y="158478"/>
                </a:lnTo>
                <a:lnTo>
                  <a:pt x="57360" y="158478"/>
                </a:lnTo>
                <a:lnTo>
                  <a:pt x="57359" y="158478"/>
                </a:lnTo>
                <a:lnTo>
                  <a:pt x="57358" y="158478"/>
                </a:lnTo>
                <a:lnTo>
                  <a:pt x="57357" y="158478"/>
                </a:lnTo>
                <a:lnTo>
                  <a:pt x="57356" y="158478"/>
                </a:lnTo>
                <a:lnTo>
                  <a:pt x="57355" y="158478"/>
                </a:lnTo>
                <a:lnTo>
                  <a:pt x="57354" y="158478"/>
                </a:lnTo>
                <a:lnTo>
                  <a:pt x="57353" y="158478"/>
                </a:lnTo>
                <a:lnTo>
                  <a:pt x="57351" y="158478"/>
                </a:lnTo>
                <a:lnTo>
                  <a:pt x="57350" y="158478"/>
                </a:lnTo>
                <a:lnTo>
                  <a:pt x="57349" y="158478"/>
                </a:lnTo>
                <a:lnTo>
                  <a:pt x="57348" y="158478"/>
                </a:lnTo>
                <a:lnTo>
                  <a:pt x="57347" y="158478"/>
                </a:lnTo>
                <a:lnTo>
                  <a:pt x="57346" y="158478"/>
                </a:lnTo>
                <a:lnTo>
                  <a:pt x="57345" y="158478"/>
                </a:lnTo>
                <a:lnTo>
                  <a:pt x="57344" y="158478"/>
                </a:lnTo>
                <a:lnTo>
                  <a:pt x="57343" y="158478"/>
                </a:lnTo>
                <a:lnTo>
                  <a:pt x="57342" y="158478"/>
                </a:lnTo>
                <a:lnTo>
                  <a:pt x="57341" y="158478"/>
                </a:lnTo>
                <a:lnTo>
                  <a:pt x="57339" y="158478"/>
                </a:lnTo>
                <a:lnTo>
                  <a:pt x="57338" y="158478"/>
                </a:lnTo>
                <a:lnTo>
                  <a:pt x="57337" y="158478"/>
                </a:lnTo>
                <a:lnTo>
                  <a:pt x="57336" y="158478"/>
                </a:lnTo>
                <a:lnTo>
                  <a:pt x="57335" y="158478"/>
                </a:lnTo>
                <a:lnTo>
                  <a:pt x="57334" y="158478"/>
                </a:lnTo>
                <a:lnTo>
                  <a:pt x="57333" y="158478"/>
                </a:lnTo>
                <a:lnTo>
                  <a:pt x="57332" y="158478"/>
                </a:lnTo>
                <a:lnTo>
                  <a:pt x="57331" y="158478"/>
                </a:lnTo>
                <a:lnTo>
                  <a:pt x="57330" y="158478"/>
                </a:lnTo>
                <a:lnTo>
                  <a:pt x="57329" y="158478"/>
                </a:lnTo>
                <a:lnTo>
                  <a:pt x="57327" y="158478"/>
                </a:lnTo>
                <a:lnTo>
                  <a:pt x="57326" y="158478"/>
                </a:lnTo>
                <a:lnTo>
                  <a:pt x="57325" y="158478"/>
                </a:lnTo>
                <a:lnTo>
                  <a:pt x="57324" y="158478"/>
                </a:lnTo>
                <a:lnTo>
                  <a:pt x="57323" y="158478"/>
                </a:lnTo>
                <a:lnTo>
                  <a:pt x="57322" y="158478"/>
                </a:lnTo>
                <a:lnTo>
                  <a:pt x="57321" y="158478"/>
                </a:lnTo>
                <a:lnTo>
                  <a:pt x="57320" y="158478"/>
                </a:lnTo>
                <a:lnTo>
                  <a:pt x="57319" y="158478"/>
                </a:lnTo>
                <a:lnTo>
                  <a:pt x="57318" y="158478"/>
                </a:lnTo>
                <a:lnTo>
                  <a:pt x="57316" y="158478"/>
                </a:lnTo>
                <a:lnTo>
                  <a:pt x="57315" y="158478"/>
                </a:lnTo>
                <a:lnTo>
                  <a:pt x="57314" y="158478"/>
                </a:lnTo>
                <a:lnTo>
                  <a:pt x="57313" y="158478"/>
                </a:lnTo>
                <a:lnTo>
                  <a:pt x="57312" y="158478"/>
                </a:lnTo>
                <a:lnTo>
                  <a:pt x="57311" y="158478"/>
                </a:lnTo>
                <a:lnTo>
                  <a:pt x="57310" y="158478"/>
                </a:lnTo>
                <a:lnTo>
                  <a:pt x="57309" y="158478"/>
                </a:lnTo>
                <a:lnTo>
                  <a:pt x="57308" y="158478"/>
                </a:lnTo>
                <a:lnTo>
                  <a:pt x="57307" y="158478"/>
                </a:lnTo>
                <a:lnTo>
                  <a:pt x="57306" y="158478"/>
                </a:lnTo>
                <a:lnTo>
                  <a:pt x="57304" y="158478"/>
                </a:lnTo>
                <a:lnTo>
                  <a:pt x="57303" y="158478"/>
                </a:lnTo>
                <a:lnTo>
                  <a:pt x="57302" y="158478"/>
                </a:lnTo>
                <a:lnTo>
                  <a:pt x="57301" y="158478"/>
                </a:lnTo>
                <a:lnTo>
                  <a:pt x="57300" y="158478"/>
                </a:lnTo>
                <a:lnTo>
                  <a:pt x="57299" y="158478"/>
                </a:lnTo>
                <a:lnTo>
                  <a:pt x="57298" y="158478"/>
                </a:lnTo>
                <a:lnTo>
                  <a:pt x="57297" y="158478"/>
                </a:lnTo>
                <a:lnTo>
                  <a:pt x="57296" y="158478"/>
                </a:lnTo>
                <a:lnTo>
                  <a:pt x="57295" y="158478"/>
                </a:lnTo>
                <a:lnTo>
                  <a:pt x="57294" y="158478"/>
                </a:lnTo>
                <a:lnTo>
                  <a:pt x="57292" y="158478"/>
                </a:lnTo>
                <a:lnTo>
                  <a:pt x="57291" y="158478"/>
                </a:lnTo>
                <a:lnTo>
                  <a:pt x="57290" y="158478"/>
                </a:lnTo>
                <a:lnTo>
                  <a:pt x="57289" y="158478"/>
                </a:lnTo>
                <a:lnTo>
                  <a:pt x="57288" y="158478"/>
                </a:lnTo>
                <a:lnTo>
                  <a:pt x="57287" y="158478"/>
                </a:lnTo>
                <a:lnTo>
                  <a:pt x="57286" y="158478"/>
                </a:lnTo>
                <a:lnTo>
                  <a:pt x="57285" y="158478"/>
                </a:lnTo>
                <a:lnTo>
                  <a:pt x="57284" y="158478"/>
                </a:lnTo>
                <a:lnTo>
                  <a:pt x="57283" y="158478"/>
                </a:lnTo>
                <a:lnTo>
                  <a:pt x="57282" y="158478"/>
                </a:lnTo>
                <a:lnTo>
                  <a:pt x="57280" y="158478"/>
                </a:lnTo>
                <a:lnTo>
                  <a:pt x="57279" y="158478"/>
                </a:lnTo>
                <a:lnTo>
                  <a:pt x="57278" y="158478"/>
                </a:lnTo>
                <a:lnTo>
                  <a:pt x="57277" y="158478"/>
                </a:lnTo>
                <a:lnTo>
                  <a:pt x="57276" y="158478"/>
                </a:lnTo>
                <a:lnTo>
                  <a:pt x="57275" y="158478"/>
                </a:lnTo>
                <a:lnTo>
                  <a:pt x="57274" y="158478"/>
                </a:lnTo>
                <a:lnTo>
                  <a:pt x="57273" y="158478"/>
                </a:lnTo>
                <a:lnTo>
                  <a:pt x="57272" y="158478"/>
                </a:lnTo>
                <a:lnTo>
                  <a:pt x="57271" y="158478"/>
                </a:lnTo>
                <a:lnTo>
                  <a:pt x="57269" y="158478"/>
                </a:lnTo>
                <a:lnTo>
                  <a:pt x="57268" y="158478"/>
                </a:lnTo>
                <a:lnTo>
                  <a:pt x="57267" y="158478"/>
                </a:lnTo>
                <a:lnTo>
                  <a:pt x="57266" y="158478"/>
                </a:lnTo>
                <a:lnTo>
                  <a:pt x="57265" y="158478"/>
                </a:lnTo>
                <a:lnTo>
                  <a:pt x="57264" y="158478"/>
                </a:lnTo>
                <a:lnTo>
                  <a:pt x="57263" y="158478"/>
                </a:lnTo>
                <a:lnTo>
                  <a:pt x="57262" y="158478"/>
                </a:lnTo>
                <a:lnTo>
                  <a:pt x="57261" y="158478"/>
                </a:lnTo>
                <a:lnTo>
                  <a:pt x="57260" y="158478"/>
                </a:lnTo>
                <a:lnTo>
                  <a:pt x="57259" y="158478"/>
                </a:lnTo>
                <a:lnTo>
                  <a:pt x="57257" y="158478"/>
                </a:lnTo>
                <a:lnTo>
                  <a:pt x="57256" y="158478"/>
                </a:lnTo>
                <a:lnTo>
                  <a:pt x="57255" y="158478"/>
                </a:lnTo>
                <a:lnTo>
                  <a:pt x="57254" y="158478"/>
                </a:lnTo>
                <a:lnTo>
                  <a:pt x="57253" y="158478"/>
                </a:lnTo>
                <a:lnTo>
                  <a:pt x="57252" y="158478"/>
                </a:lnTo>
                <a:lnTo>
                  <a:pt x="57251" y="158478"/>
                </a:lnTo>
                <a:lnTo>
                  <a:pt x="57250" y="158478"/>
                </a:lnTo>
                <a:lnTo>
                  <a:pt x="57249" y="158478"/>
                </a:lnTo>
                <a:lnTo>
                  <a:pt x="57248" y="158478"/>
                </a:lnTo>
                <a:lnTo>
                  <a:pt x="57247" y="158478"/>
                </a:lnTo>
                <a:lnTo>
                  <a:pt x="57245" y="158478"/>
                </a:lnTo>
                <a:lnTo>
                  <a:pt x="57244" y="158478"/>
                </a:lnTo>
                <a:lnTo>
                  <a:pt x="57243" y="158478"/>
                </a:lnTo>
                <a:lnTo>
                  <a:pt x="57242" y="158478"/>
                </a:lnTo>
                <a:lnTo>
                  <a:pt x="57241" y="158478"/>
                </a:lnTo>
                <a:lnTo>
                  <a:pt x="57240" y="158478"/>
                </a:lnTo>
                <a:lnTo>
                  <a:pt x="57239" y="158478"/>
                </a:lnTo>
                <a:lnTo>
                  <a:pt x="57238" y="158478"/>
                </a:lnTo>
                <a:lnTo>
                  <a:pt x="57237" y="158478"/>
                </a:lnTo>
                <a:lnTo>
                  <a:pt x="57236" y="158478"/>
                </a:lnTo>
                <a:lnTo>
                  <a:pt x="57235" y="158478"/>
                </a:lnTo>
                <a:lnTo>
                  <a:pt x="57233" y="158478"/>
                </a:lnTo>
                <a:lnTo>
                  <a:pt x="57232" y="158478"/>
                </a:lnTo>
                <a:lnTo>
                  <a:pt x="57231" y="158478"/>
                </a:lnTo>
                <a:lnTo>
                  <a:pt x="57230" y="158478"/>
                </a:lnTo>
                <a:lnTo>
                  <a:pt x="57229" y="158478"/>
                </a:lnTo>
                <a:lnTo>
                  <a:pt x="57228" y="158478"/>
                </a:lnTo>
                <a:lnTo>
                  <a:pt x="57227" y="158478"/>
                </a:lnTo>
                <a:lnTo>
                  <a:pt x="57226" y="158478"/>
                </a:lnTo>
                <a:lnTo>
                  <a:pt x="57225" y="158478"/>
                </a:lnTo>
                <a:lnTo>
                  <a:pt x="57224" y="158478"/>
                </a:lnTo>
                <a:lnTo>
                  <a:pt x="57223" y="158478"/>
                </a:lnTo>
                <a:lnTo>
                  <a:pt x="57221" y="158478"/>
                </a:lnTo>
                <a:lnTo>
                  <a:pt x="57220" y="158478"/>
                </a:lnTo>
                <a:lnTo>
                  <a:pt x="57219" y="158478"/>
                </a:lnTo>
                <a:lnTo>
                  <a:pt x="57218" y="158478"/>
                </a:lnTo>
                <a:lnTo>
                  <a:pt x="57217" y="158478"/>
                </a:lnTo>
                <a:lnTo>
                  <a:pt x="57216" y="158478"/>
                </a:lnTo>
                <a:lnTo>
                  <a:pt x="57215" y="158478"/>
                </a:lnTo>
                <a:lnTo>
                  <a:pt x="57214" y="158478"/>
                </a:lnTo>
                <a:lnTo>
                  <a:pt x="57213" y="158478"/>
                </a:lnTo>
                <a:lnTo>
                  <a:pt x="57212" y="158478"/>
                </a:lnTo>
                <a:lnTo>
                  <a:pt x="57211" y="158478"/>
                </a:lnTo>
                <a:lnTo>
                  <a:pt x="57209" y="158478"/>
                </a:lnTo>
                <a:lnTo>
                  <a:pt x="57208" y="158478"/>
                </a:lnTo>
                <a:lnTo>
                  <a:pt x="57207" y="158478"/>
                </a:lnTo>
                <a:lnTo>
                  <a:pt x="57206" y="158478"/>
                </a:lnTo>
                <a:lnTo>
                  <a:pt x="57205" y="158478"/>
                </a:lnTo>
                <a:lnTo>
                  <a:pt x="57204" y="158478"/>
                </a:lnTo>
                <a:lnTo>
                  <a:pt x="57203" y="158478"/>
                </a:lnTo>
                <a:lnTo>
                  <a:pt x="57202" y="158478"/>
                </a:lnTo>
                <a:lnTo>
                  <a:pt x="57201" y="158478"/>
                </a:lnTo>
                <a:lnTo>
                  <a:pt x="57200" y="158478"/>
                </a:lnTo>
                <a:lnTo>
                  <a:pt x="57199" y="158478"/>
                </a:lnTo>
                <a:lnTo>
                  <a:pt x="57197" y="158478"/>
                </a:lnTo>
                <a:lnTo>
                  <a:pt x="57196" y="158478"/>
                </a:lnTo>
                <a:lnTo>
                  <a:pt x="57195" y="158478"/>
                </a:lnTo>
                <a:lnTo>
                  <a:pt x="57194" y="158478"/>
                </a:lnTo>
                <a:lnTo>
                  <a:pt x="57193" y="158478"/>
                </a:lnTo>
                <a:lnTo>
                  <a:pt x="57192" y="158478"/>
                </a:lnTo>
                <a:lnTo>
                  <a:pt x="57191" y="158478"/>
                </a:lnTo>
                <a:lnTo>
                  <a:pt x="57190" y="158478"/>
                </a:lnTo>
                <a:lnTo>
                  <a:pt x="57189" y="158478"/>
                </a:lnTo>
                <a:lnTo>
                  <a:pt x="57188" y="158478"/>
                </a:lnTo>
                <a:lnTo>
                  <a:pt x="57187" y="158478"/>
                </a:lnTo>
                <a:lnTo>
                  <a:pt x="57185" y="158478"/>
                </a:lnTo>
                <a:lnTo>
                  <a:pt x="57184" y="158478"/>
                </a:lnTo>
                <a:lnTo>
                  <a:pt x="57183" y="158478"/>
                </a:lnTo>
                <a:lnTo>
                  <a:pt x="57182" y="158478"/>
                </a:lnTo>
                <a:lnTo>
                  <a:pt x="57181" y="158478"/>
                </a:lnTo>
                <a:lnTo>
                  <a:pt x="57180" y="158478"/>
                </a:lnTo>
                <a:lnTo>
                  <a:pt x="57179" y="158478"/>
                </a:lnTo>
                <a:lnTo>
                  <a:pt x="57178" y="158478"/>
                </a:lnTo>
                <a:lnTo>
                  <a:pt x="57177" y="158478"/>
                </a:lnTo>
                <a:lnTo>
                  <a:pt x="57176" y="158478"/>
                </a:lnTo>
                <a:lnTo>
                  <a:pt x="57175" y="158478"/>
                </a:lnTo>
                <a:lnTo>
                  <a:pt x="57173" y="158478"/>
                </a:lnTo>
                <a:lnTo>
                  <a:pt x="57172" y="158478"/>
                </a:lnTo>
                <a:lnTo>
                  <a:pt x="57171" y="158478"/>
                </a:lnTo>
                <a:lnTo>
                  <a:pt x="57170" y="158478"/>
                </a:lnTo>
                <a:lnTo>
                  <a:pt x="57169" y="158478"/>
                </a:lnTo>
                <a:lnTo>
                  <a:pt x="57168" y="158478"/>
                </a:lnTo>
                <a:lnTo>
                  <a:pt x="57167" y="158478"/>
                </a:lnTo>
                <a:lnTo>
                  <a:pt x="57166" y="158478"/>
                </a:lnTo>
                <a:lnTo>
                  <a:pt x="57165" y="158478"/>
                </a:lnTo>
                <a:lnTo>
                  <a:pt x="57164" y="158478"/>
                </a:lnTo>
                <a:lnTo>
                  <a:pt x="57163" y="158478"/>
                </a:lnTo>
                <a:lnTo>
                  <a:pt x="57161" y="158478"/>
                </a:lnTo>
                <a:lnTo>
                  <a:pt x="57160" y="158478"/>
                </a:lnTo>
                <a:lnTo>
                  <a:pt x="57159" y="158478"/>
                </a:lnTo>
                <a:lnTo>
                  <a:pt x="57158" y="158478"/>
                </a:lnTo>
                <a:lnTo>
                  <a:pt x="57157" y="158478"/>
                </a:lnTo>
                <a:lnTo>
                  <a:pt x="57156" y="158478"/>
                </a:lnTo>
                <a:lnTo>
                  <a:pt x="57155" y="158478"/>
                </a:lnTo>
                <a:lnTo>
                  <a:pt x="57154" y="158478"/>
                </a:lnTo>
                <a:lnTo>
                  <a:pt x="57153" y="158478"/>
                </a:lnTo>
                <a:lnTo>
                  <a:pt x="57152" y="158478"/>
                </a:lnTo>
                <a:lnTo>
                  <a:pt x="57151" y="158478"/>
                </a:lnTo>
                <a:lnTo>
                  <a:pt x="57149" y="158478"/>
                </a:lnTo>
                <a:lnTo>
                  <a:pt x="57148" y="158478"/>
                </a:lnTo>
                <a:lnTo>
                  <a:pt x="57147" y="158478"/>
                </a:lnTo>
                <a:lnTo>
                  <a:pt x="57146" y="158478"/>
                </a:lnTo>
                <a:lnTo>
                  <a:pt x="57145" y="158478"/>
                </a:lnTo>
                <a:lnTo>
                  <a:pt x="57144" y="158478"/>
                </a:lnTo>
                <a:lnTo>
                  <a:pt x="57143" y="158478"/>
                </a:lnTo>
                <a:lnTo>
                  <a:pt x="57142" y="158478"/>
                </a:lnTo>
                <a:lnTo>
                  <a:pt x="57141" y="158478"/>
                </a:lnTo>
                <a:lnTo>
                  <a:pt x="57140" y="158478"/>
                </a:lnTo>
                <a:lnTo>
                  <a:pt x="57139" y="158478"/>
                </a:lnTo>
                <a:lnTo>
                  <a:pt x="57137" y="158478"/>
                </a:lnTo>
                <a:lnTo>
                  <a:pt x="57136" y="158478"/>
                </a:lnTo>
                <a:lnTo>
                  <a:pt x="57135" y="158478"/>
                </a:lnTo>
                <a:lnTo>
                  <a:pt x="57134" y="158478"/>
                </a:lnTo>
                <a:lnTo>
                  <a:pt x="57133" y="158478"/>
                </a:lnTo>
                <a:lnTo>
                  <a:pt x="57132" y="158478"/>
                </a:lnTo>
                <a:lnTo>
                  <a:pt x="57131" y="158478"/>
                </a:lnTo>
                <a:lnTo>
                  <a:pt x="57130" y="158478"/>
                </a:lnTo>
                <a:lnTo>
                  <a:pt x="57129" y="158478"/>
                </a:lnTo>
                <a:lnTo>
                  <a:pt x="57128" y="158478"/>
                </a:lnTo>
                <a:lnTo>
                  <a:pt x="57127" y="158478"/>
                </a:lnTo>
                <a:lnTo>
                  <a:pt x="57125" y="158478"/>
                </a:lnTo>
                <a:lnTo>
                  <a:pt x="57124" y="158478"/>
                </a:lnTo>
                <a:lnTo>
                  <a:pt x="57123" y="158478"/>
                </a:lnTo>
                <a:lnTo>
                  <a:pt x="57122" y="158478"/>
                </a:lnTo>
                <a:lnTo>
                  <a:pt x="57121" y="158478"/>
                </a:lnTo>
                <a:lnTo>
                  <a:pt x="57120" y="158478"/>
                </a:lnTo>
                <a:lnTo>
                  <a:pt x="57119" y="158478"/>
                </a:lnTo>
                <a:lnTo>
                  <a:pt x="57118" y="158478"/>
                </a:lnTo>
                <a:lnTo>
                  <a:pt x="57117" y="158478"/>
                </a:lnTo>
                <a:lnTo>
                  <a:pt x="57116" y="158478"/>
                </a:lnTo>
                <a:lnTo>
                  <a:pt x="57115" y="158478"/>
                </a:lnTo>
                <a:lnTo>
                  <a:pt x="57113" y="158478"/>
                </a:lnTo>
                <a:lnTo>
                  <a:pt x="57112" y="158478"/>
                </a:lnTo>
                <a:lnTo>
                  <a:pt x="57111" y="158478"/>
                </a:lnTo>
                <a:lnTo>
                  <a:pt x="57110" y="158478"/>
                </a:lnTo>
                <a:lnTo>
                  <a:pt x="57109" y="158478"/>
                </a:lnTo>
                <a:lnTo>
                  <a:pt x="57108" y="158478"/>
                </a:lnTo>
                <a:lnTo>
                  <a:pt x="57107" y="158478"/>
                </a:lnTo>
                <a:lnTo>
                  <a:pt x="57106" y="158478"/>
                </a:lnTo>
                <a:lnTo>
                  <a:pt x="57105" y="158478"/>
                </a:lnTo>
                <a:lnTo>
                  <a:pt x="57104" y="158478"/>
                </a:lnTo>
                <a:lnTo>
                  <a:pt x="57103" y="158478"/>
                </a:lnTo>
                <a:lnTo>
                  <a:pt x="57101" y="158478"/>
                </a:lnTo>
                <a:lnTo>
                  <a:pt x="57100" y="158478"/>
                </a:lnTo>
                <a:lnTo>
                  <a:pt x="57099" y="158478"/>
                </a:lnTo>
                <a:lnTo>
                  <a:pt x="57098" y="158478"/>
                </a:lnTo>
                <a:lnTo>
                  <a:pt x="57097" y="158478"/>
                </a:lnTo>
                <a:lnTo>
                  <a:pt x="57096" y="158478"/>
                </a:lnTo>
                <a:lnTo>
                  <a:pt x="57095" y="158478"/>
                </a:lnTo>
                <a:lnTo>
                  <a:pt x="57094" y="158478"/>
                </a:lnTo>
                <a:lnTo>
                  <a:pt x="57093" y="158478"/>
                </a:lnTo>
                <a:lnTo>
                  <a:pt x="57092" y="158478"/>
                </a:lnTo>
                <a:lnTo>
                  <a:pt x="57091" y="158478"/>
                </a:lnTo>
                <a:lnTo>
                  <a:pt x="57089" y="158478"/>
                </a:lnTo>
                <a:lnTo>
                  <a:pt x="57088" y="158478"/>
                </a:lnTo>
                <a:lnTo>
                  <a:pt x="57087" y="158478"/>
                </a:lnTo>
                <a:lnTo>
                  <a:pt x="57086" y="158478"/>
                </a:lnTo>
                <a:lnTo>
                  <a:pt x="57085" y="158478"/>
                </a:lnTo>
                <a:lnTo>
                  <a:pt x="57084" y="158478"/>
                </a:lnTo>
                <a:lnTo>
                  <a:pt x="57083" y="158478"/>
                </a:lnTo>
                <a:lnTo>
                  <a:pt x="57082" y="158478"/>
                </a:lnTo>
                <a:lnTo>
                  <a:pt x="57081" y="158478"/>
                </a:lnTo>
                <a:lnTo>
                  <a:pt x="57080" y="158478"/>
                </a:lnTo>
                <a:lnTo>
                  <a:pt x="57079" y="158478"/>
                </a:lnTo>
                <a:lnTo>
                  <a:pt x="57077" y="158478"/>
                </a:lnTo>
                <a:lnTo>
                  <a:pt x="57076" y="158478"/>
                </a:lnTo>
                <a:lnTo>
                  <a:pt x="57075" y="158478"/>
                </a:lnTo>
                <a:lnTo>
                  <a:pt x="57074" y="158478"/>
                </a:lnTo>
                <a:lnTo>
                  <a:pt x="57073" y="158478"/>
                </a:lnTo>
                <a:lnTo>
                  <a:pt x="57072" y="158478"/>
                </a:lnTo>
                <a:lnTo>
                  <a:pt x="57071" y="158478"/>
                </a:lnTo>
                <a:lnTo>
                  <a:pt x="57070" y="158478"/>
                </a:lnTo>
                <a:lnTo>
                  <a:pt x="57069" y="158478"/>
                </a:lnTo>
                <a:lnTo>
                  <a:pt x="57068" y="158478"/>
                </a:lnTo>
                <a:lnTo>
                  <a:pt x="57067" y="158478"/>
                </a:lnTo>
                <a:lnTo>
                  <a:pt x="57066" y="158478"/>
                </a:lnTo>
                <a:lnTo>
                  <a:pt x="57064" y="158478"/>
                </a:lnTo>
                <a:lnTo>
                  <a:pt x="57063" y="158478"/>
                </a:lnTo>
                <a:lnTo>
                  <a:pt x="57062" y="158478"/>
                </a:lnTo>
                <a:lnTo>
                  <a:pt x="57061" y="158478"/>
                </a:lnTo>
                <a:lnTo>
                  <a:pt x="57060" y="158478"/>
                </a:lnTo>
                <a:lnTo>
                  <a:pt x="57059" y="158478"/>
                </a:lnTo>
                <a:lnTo>
                  <a:pt x="57058" y="158478"/>
                </a:lnTo>
                <a:lnTo>
                  <a:pt x="57057" y="158478"/>
                </a:lnTo>
                <a:lnTo>
                  <a:pt x="57056" y="158478"/>
                </a:lnTo>
                <a:lnTo>
                  <a:pt x="57055" y="158478"/>
                </a:lnTo>
                <a:lnTo>
                  <a:pt x="57054" y="158478"/>
                </a:lnTo>
                <a:lnTo>
                  <a:pt x="57052" y="158478"/>
                </a:lnTo>
                <a:lnTo>
                  <a:pt x="57051" y="158478"/>
                </a:lnTo>
                <a:lnTo>
                  <a:pt x="57050" y="158478"/>
                </a:lnTo>
                <a:lnTo>
                  <a:pt x="57049" y="158478"/>
                </a:lnTo>
                <a:lnTo>
                  <a:pt x="57048" y="158478"/>
                </a:lnTo>
                <a:lnTo>
                  <a:pt x="57047" y="158478"/>
                </a:lnTo>
                <a:lnTo>
                  <a:pt x="57046" y="158478"/>
                </a:lnTo>
                <a:lnTo>
                  <a:pt x="57045" y="158478"/>
                </a:lnTo>
                <a:lnTo>
                  <a:pt x="57044" y="158478"/>
                </a:lnTo>
                <a:lnTo>
                  <a:pt x="57043" y="158478"/>
                </a:lnTo>
                <a:lnTo>
                  <a:pt x="57042" y="158478"/>
                </a:lnTo>
                <a:lnTo>
                  <a:pt x="57040" y="158478"/>
                </a:lnTo>
                <a:lnTo>
                  <a:pt x="57039" y="158478"/>
                </a:lnTo>
                <a:lnTo>
                  <a:pt x="57038" y="158478"/>
                </a:lnTo>
                <a:lnTo>
                  <a:pt x="57037" y="158478"/>
                </a:lnTo>
                <a:lnTo>
                  <a:pt x="57036" y="158478"/>
                </a:lnTo>
                <a:lnTo>
                  <a:pt x="57035" y="158478"/>
                </a:lnTo>
                <a:lnTo>
                  <a:pt x="57034" y="158478"/>
                </a:lnTo>
                <a:lnTo>
                  <a:pt x="57033" y="158478"/>
                </a:lnTo>
                <a:lnTo>
                  <a:pt x="57032" y="158478"/>
                </a:lnTo>
                <a:lnTo>
                  <a:pt x="57031" y="158478"/>
                </a:lnTo>
                <a:lnTo>
                  <a:pt x="57030" y="158478"/>
                </a:lnTo>
                <a:lnTo>
                  <a:pt x="57028" y="158478"/>
                </a:lnTo>
                <a:lnTo>
                  <a:pt x="57027" y="158478"/>
                </a:lnTo>
                <a:lnTo>
                  <a:pt x="57026" y="158478"/>
                </a:lnTo>
                <a:lnTo>
                  <a:pt x="57025" y="158478"/>
                </a:lnTo>
                <a:lnTo>
                  <a:pt x="57024" y="158478"/>
                </a:lnTo>
                <a:lnTo>
                  <a:pt x="57023" y="158478"/>
                </a:lnTo>
                <a:lnTo>
                  <a:pt x="57022" y="158478"/>
                </a:lnTo>
                <a:lnTo>
                  <a:pt x="57021" y="158478"/>
                </a:lnTo>
                <a:lnTo>
                  <a:pt x="57020" y="158478"/>
                </a:lnTo>
                <a:lnTo>
                  <a:pt x="57019" y="158478"/>
                </a:lnTo>
                <a:lnTo>
                  <a:pt x="57018" y="158478"/>
                </a:lnTo>
                <a:lnTo>
                  <a:pt x="57017" y="158478"/>
                </a:lnTo>
                <a:lnTo>
                  <a:pt x="57015" y="158478"/>
                </a:lnTo>
                <a:lnTo>
                  <a:pt x="57014" y="158478"/>
                </a:lnTo>
                <a:lnTo>
                  <a:pt x="57013" y="158478"/>
                </a:lnTo>
                <a:lnTo>
                  <a:pt x="57012" y="158478"/>
                </a:lnTo>
                <a:lnTo>
                  <a:pt x="57011" y="158478"/>
                </a:lnTo>
                <a:lnTo>
                  <a:pt x="57010" y="158478"/>
                </a:lnTo>
                <a:lnTo>
                  <a:pt x="57009" y="158478"/>
                </a:lnTo>
                <a:lnTo>
                  <a:pt x="57008" y="158478"/>
                </a:lnTo>
                <a:lnTo>
                  <a:pt x="57007" y="158478"/>
                </a:lnTo>
                <a:lnTo>
                  <a:pt x="57006" y="158478"/>
                </a:lnTo>
                <a:lnTo>
                  <a:pt x="57005" y="158478"/>
                </a:lnTo>
                <a:lnTo>
                  <a:pt x="57003" y="158478"/>
                </a:lnTo>
                <a:lnTo>
                  <a:pt x="57002" y="158478"/>
                </a:lnTo>
                <a:lnTo>
                  <a:pt x="57001" y="158478"/>
                </a:lnTo>
                <a:lnTo>
                  <a:pt x="57000" y="158478"/>
                </a:lnTo>
                <a:lnTo>
                  <a:pt x="56999" y="158478"/>
                </a:lnTo>
                <a:lnTo>
                  <a:pt x="56998" y="158478"/>
                </a:lnTo>
                <a:lnTo>
                  <a:pt x="56997" y="158478"/>
                </a:lnTo>
                <a:lnTo>
                  <a:pt x="56996" y="158478"/>
                </a:lnTo>
                <a:lnTo>
                  <a:pt x="56995" y="158478"/>
                </a:lnTo>
                <a:lnTo>
                  <a:pt x="56994" y="158478"/>
                </a:lnTo>
                <a:lnTo>
                  <a:pt x="56993" y="158478"/>
                </a:lnTo>
                <a:lnTo>
                  <a:pt x="56991" y="158478"/>
                </a:lnTo>
                <a:lnTo>
                  <a:pt x="56990" y="158478"/>
                </a:lnTo>
                <a:lnTo>
                  <a:pt x="56989" y="158478"/>
                </a:lnTo>
                <a:lnTo>
                  <a:pt x="56988" y="158478"/>
                </a:lnTo>
                <a:lnTo>
                  <a:pt x="56987" y="158478"/>
                </a:lnTo>
                <a:lnTo>
                  <a:pt x="56986" y="158478"/>
                </a:lnTo>
                <a:lnTo>
                  <a:pt x="56985" y="158478"/>
                </a:lnTo>
                <a:lnTo>
                  <a:pt x="56984" y="158478"/>
                </a:lnTo>
                <a:lnTo>
                  <a:pt x="56983" y="158478"/>
                </a:lnTo>
                <a:lnTo>
                  <a:pt x="56982" y="158478"/>
                </a:lnTo>
                <a:lnTo>
                  <a:pt x="56981" y="158478"/>
                </a:lnTo>
                <a:lnTo>
                  <a:pt x="56980" y="158478"/>
                </a:lnTo>
                <a:lnTo>
                  <a:pt x="56978" y="158478"/>
                </a:lnTo>
                <a:lnTo>
                  <a:pt x="56977" y="158478"/>
                </a:lnTo>
                <a:lnTo>
                  <a:pt x="56976" y="158478"/>
                </a:lnTo>
                <a:lnTo>
                  <a:pt x="56975" y="158478"/>
                </a:lnTo>
                <a:lnTo>
                  <a:pt x="56974" y="158478"/>
                </a:lnTo>
                <a:lnTo>
                  <a:pt x="56973" y="158478"/>
                </a:lnTo>
                <a:lnTo>
                  <a:pt x="56972" y="158478"/>
                </a:lnTo>
                <a:lnTo>
                  <a:pt x="56971" y="158478"/>
                </a:lnTo>
                <a:lnTo>
                  <a:pt x="56970" y="158478"/>
                </a:lnTo>
                <a:lnTo>
                  <a:pt x="56969" y="158478"/>
                </a:lnTo>
                <a:lnTo>
                  <a:pt x="56968" y="158478"/>
                </a:lnTo>
                <a:lnTo>
                  <a:pt x="56966" y="158478"/>
                </a:lnTo>
                <a:lnTo>
                  <a:pt x="56965" y="158478"/>
                </a:lnTo>
                <a:lnTo>
                  <a:pt x="56964" y="158478"/>
                </a:lnTo>
                <a:lnTo>
                  <a:pt x="56963" y="158478"/>
                </a:lnTo>
                <a:lnTo>
                  <a:pt x="56962" y="158478"/>
                </a:lnTo>
                <a:lnTo>
                  <a:pt x="56961" y="158478"/>
                </a:lnTo>
                <a:lnTo>
                  <a:pt x="56960" y="158478"/>
                </a:lnTo>
                <a:lnTo>
                  <a:pt x="56959" y="158478"/>
                </a:lnTo>
                <a:lnTo>
                  <a:pt x="56958" y="158478"/>
                </a:lnTo>
                <a:lnTo>
                  <a:pt x="56957" y="158478"/>
                </a:lnTo>
                <a:lnTo>
                  <a:pt x="56956" y="158478"/>
                </a:lnTo>
                <a:lnTo>
                  <a:pt x="56954" y="158478"/>
                </a:lnTo>
                <a:lnTo>
                  <a:pt x="56953" y="158478"/>
                </a:lnTo>
                <a:lnTo>
                  <a:pt x="56952" y="158478"/>
                </a:lnTo>
                <a:lnTo>
                  <a:pt x="56951" y="158478"/>
                </a:lnTo>
                <a:lnTo>
                  <a:pt x="56950" y="158478"/>
                </a:lnTo>
                <a:lnTo>
                  <a:pt x="56949" y="158478"/>
                </a:lnTo>
                <a:lnTo>
                  <a:pt x="56948" y="158478"/>
                </a:lnTo>
                <a:lnTo>
                  <a:pt x="56947" y="158478"/>
                </a:lnTo>
                <a:lnTo>
                  <a:pt x="56946" y="158478"/>
                </a:lnTo>
                <a:lnTo>
                  <a:pt x="56945" y="158478"/>
                </a:lnTo>
                <a:lnTo>
                  <a:pt x="56944" y="158478"/>
                </a:lnTo>
                <a:lnTo>
                  <a:pt x="56943" y="158478"/>
                </a:lnTo>
                <a:lnTo>
                  <a:pt x="56941" y="158478"/>
                </a:lnTo>
                <a:lnTo>
                  <a:pt x="56940" y="158478"/>
                </a:lnTo>
                <a:lnTo>
                  <a:pt x="56939" y="158478"/>
                </a:lnTo>
                <a:lnTo>
                  <a:pt x="56938" y="158478"/>
                </a:lnTo>
                <a:lnTo>
                  <a:pt x="56937" y="158478"/>
                </a:lnTo>
                <a:lnTo>
                  <a:pt x="56936" y="158478"/>
                </a:lnTo>
                <a:lnTo>
                  <a:pt x="56935" y="158478"/>
                </a:lnTo>
                <a:lnTo>
                  <a:pt x="56934" y="158478"/>
                </a:lnTo>
                <a:lnTo>
                  <a:pt x="56933" y="158478"/>
                </a:lnTo>
                <a:lnTo>
                  <a:pt x="56932" y="158478"/>
                </a:lnTo>
                <a:lnTo>
                  <a:pt x="56931" y="158478"/>
                </a:lnTo>
                <a:lnTo>
                  <a:pt x="56929" y="158478"/>
                </a:lnTo>
                <a:lnTo>
                  <a:pt x="56928" y="158478"/>
                </a:lnTo>
                <a:lnTo>
                  <a:pt x="56927" y="158478"/>
                </a:lnTo>
                <a:lnTo>
                  <a:pt x="56926" y="158478"/>
                </a:lnTo>
                <a:lnTo>
                  <a:pt x="56925" y="158478"/>
                </a:lnTo>
                <a:lnTo>
                  <a:pt x="56924" y="158478"/>
                </a:lnTo>
                <a:lnTo>
                  <a:pt x="56923" y="158478"/>
                </a:lnTo>
                <a:lnTo>
                  <a:pt x="56922" y="158478"/>
                </a:lnTo>
                <a:lnTo>
                  <a:pt x="56921" y="158478"/>
                </a:lnTo>
                <a:lnTo>
                  <a:pt x="56920" y="158478"/>
                </a:lnTo>
                <a:lnTo>
                  <a:pt x="56919" y="158478"/>
                </a:lnTo>
                <a:lnTo>
                  <a:pt x="56918" y="158478"/>
                </a:lnTo>
                <a:lnTo>
                  <a:pt x="56916" y="158478"/>
                </a:lnTo>
                <a:lnTo>
                  <a:pt x="56915" y="158478"/>
                </a:lnTo>
                <a:lnTo>
                  <a:pt x="56914" y="158478"/>
                </a:lnTo>
                <a:lnTo>
                  <a:pt x="56913" y="158478"/>
                </a:lnTo>
                <a:lnTo>
                  <a:pt x="56912" y="158478"/>
                </a:lnTo>
                <a:lnTo>
                  <a:pt x="56911" y="158478"/>
                </a:lnTo>
                <a:lnTo>
                  <a:pt x="56910" y="158478"/>
                </a:lnTo>
                <a:lnTo>
                  <a:pt x="56909" y="158478"/>
                </a:lnTo>
                <a:lnTo>
                  <a:pt x="56908" y="158478"/>
                </a:lnTo>
                <a:lnTo>
                  <a:pt x="56907" y="158478"/>
                </a:lnTo>
                <a:lnTo>
                  <a:pt x="56906" y="158478"/>
                </a:lnTo>
                <a:lnTo>
                  <a:pt x="56904" y="158478"/>
                </a:lnTo>
                <a:lnTo>
                  <a:pt x="56903" y="158478"/>
                </a:lnTo>
                <a:lnTo>
                  <a:pt x="56902" y="158478"/>
                </a:lnTo>
                <a:lnTo>
                  <a:pt x="56901" y="158478"/>
                </a:lnTo>
                <a:lnTo>
                  <a:pt x="56900" y="158478"/>
                </a:lnTo>
                <a:lnTo>
                  <a:pt x="56899" y="158478"/>
                </a:lnTo>
                <a:lnTo>
                  <a:pt x="56898" y="158478"/>
                </a:lnTo>
                <a:lnTo>
                  <a:pt x="56897" y="158478"/>
                </a:lnTo>
                <a:lnTo>
                  <a:pt x="56896" y="158478"/>
                </a:lnTo>
                <a:lnTo>
                  <a:pt x="56895" y="158478"/>
                </a:lnTo>
                <a:lnTo>
                  <a:pt x="56894" y="158478"/>
                </a:lnTo>
                <a:lnTo>
                  <a:pt x="56893" y="158478"/>
                </a:lnTo>
                <a:lnTo>
                  <a:pt x="56891" y="158478"/>
                </a:lnTo>
                <a:lnTo>
                  <a:pt x="56890" y="158478"/>
                </a:lnTo>
                <a:lnTo>
                  <a:pt x="56889" y="158478"/>
                </a:lnTo>
                <a:lnTo>
                  <a:pt x="56888" y="158478"/>
                </a:lnTo>
                <a:lnTo>
                  <a:pt x="56887" y="158478"/>
                </a:lnTo>
                <a:lnTo>
                  <a:pt x="56886" y="158478"/>
                </a:lnTo>
                <a:lnTo>
                  <a:pt x="56885" y="158478"/>
                </a:lnTo>
                <a:lnTo>
                  <a:pt x="56884" y="158478"/>
                </a:lnTo>
                <a:lnTo>
                  <a:pt x="56883" y="158478"/>
                </a:lnTo>
                <a:lnTo>
                  <a:pt x="56882" y="158478"/>
                </a:lnTo>
                <a:lnTo>
                  <a:pt x="56881" y="158478"/>
                </a:lnTo>
                <a:lnTo>
                  <a:pt x="56879" y="158478"/>
                </a:lnTo>
                <a:lnTo>
                  <a:pt x="56878" y="158478"/>
                </a:lnTo>
                <a:lnTo>
                  <a:pt x="56877" y="158478"/>
                </a:lnTo>
                <a:lnTo>
                  <a:pt x="56876" y="158478"/>
                </a:lnTo>
                <a:lnTo>
                  <a:pt x="56875" y="158478"/>
                </a:lnTo>
                <a:lnTo>
                  <a:pt x="56874" y="158478"/>
                </a:lnTo>
                <a:lnTo>
                  <a:pt x="56873" y="158478"/>
                </a:lnTo>
                <a:lnTo>
                  <a:pt x="56872" y="158478"/>
                </a:lnTo>
                <a:lnTo>
                  <a:pt x="56871" y="158478"/>
                </a:lnTo>
                <a:lnTo>
                  <a:pt x="56870" y="158478"/>
                </a:lnTo>
                <a:lnTo>
                  <a:pt x="56869" y="158478"/>
                </a:lnTo>
                <a:lnTo>
                  <a:pt x="56868" y="158478"/>
                </a:lnTo>
                <a:lnTo>
                  <a:pt x="56866" y="158478"/>
                </a:lnTo>
                <a:lnTo>
                  <a:pt x="56865" y="158478"/>
                </a:lnTo>
                <a:lnTo>
                  <a:pt x="56864" y="158478"/>
                </a:lnTo>
                <a:lnTo>
                  <a:pt x="56863" y="158478"/>
                </a:lnTo>
                <a:lnTo>
                  <a:pt x="56862" y="158478"/>
                </a:lnTo>
                <a:lnTo>
                  <a:pt x="56861" y="158478"/>
                </a:lnTo>
                <a:lnTo>
                  <a:pt x="56860" y="158478"/>
                </a:lnTo>
                <a:lnTo>
                  <a:pt x="56859" y="158478"/>
                </a:lnTo>
                <a:lnTo>
                  <a:pt x="56858" y="158478"/>
                </a:lnTo>
                <a:lnTo>
                  <a:pt x="56857" y="158478"/>
                </a:lnTo>
                <a:lnTo>
                  <a:pt x="56856" y="158478"/>
                </a:lnTo>
                <a:lnTo>
                  <a:pt x="56854" y="158478"/>
                </a:lnTo>
                <a:lnTo>
                  <a:pt x="56853" y="158478"/>
                </a:lnTo>
                <a:lnTo>
                  <a:pt x="56852" y="158478"/>
                </a:lnTo>
                <a:lnTo>
                  <a:pt x="56851" y="158478"/>
                </a:lnTo>
                <a:lnTo>
                  <a:pt x="56850" y="158478"/>
                </a:lnTo>
                <a:lnTo>
                  <a:pt x="56849" y="158478"/>
                </a:lnTo>
                <a:lnTo>
                  <a:pt x="56848" y="158478"/>
                </a:lnTo>
                <a:lnTo>
                  <a:pt x="56847" y="158478"/>
                </a:lnTo>
                <a:lnTo>
                  <a:pt x="56846" y="158478"/>
                </a:lnTo>
                <a:lnTo>
                  <a:pt x="56845" y="158478"/>
                </a:lnTo>
                <a:lnTo>
                  <a:pt x="56844" y="158478"/>
                </a:lnTo>
                <a:lnTo>
                  <a:pt x="56843" y="158478"/>
                </a:lnTo>
                <a:lnTo>
                  <a:pt x="56841" y="158478"/>
                </a:lnTo>
                <a:lnTo>
                  <a:pt x="56840" y="158478"/>
                </a:lnTo>
                <a:lnTo>
                  <a:pt x="56839" y="158478"/>
                </a:lnTo>
                <a:lnTo>
                  <a:pt x="56838" y="158478"/>
                </a:lnTo>
                <a:lnTo>
                  <a:pt x="56837" y="158478"/>
                </a:lnTo>
                <a:lnTo>
                  <a:pt x="56836" y="158478"/>
                </a:lnTo>
                <a:lnTo>
                  <a:pt x="56835" y="158478"/>
                </a:lnTo>
                <a:lnTo>
                  <a:pt x="56834" y="158478"/>
                </a:lnTo>
                <a:lnTo>
                  <a:pt x="56833" y="158478"/>
                </a:lnTo>
                <a:lnTo>
                  <a:pt x="56832" y="158478"/>
                </a:lnTo>
                <a:lnTo>
                  <a:pt x="56831" y="158478"/>
                </a:lnTo>
                <a:lnTo>
                  <a:pt x="56830" y="158478"/>
                </a:lnTo>
                <a:lnTo>
                  <a:pt x="56828" y="158478"/>
                </a:lnTo>
                <a:lnTo>
                  <a:pt x="56827" y="158478"/>
                </a:lnTo>
                <a:lnTo>
                  <a:pt x="56826" y="158478"/>
                </a:lnTo>
                <a:lnTo>
                  <a:pt x="56825" y="158478"/>
                </a:lnTo>
                <a:lnTo>
                  <a:pt x="56824" y="158478"/>
                </a:lnTo>
                <a:lnTo>
                  <a:pt x="56823" y="158478"/>
                </a:lnTo>
                <a:lnTo>
                  <a:pt x="56822" y="158478"/>
                </a:lnTo>
                <a:lnTo>
                  <a:pt x="56821" y="158478"/>
                </a:lnTo>
                <a:lnTo>
                  <a:pt x="56820" y="158478"/>
                </a:lnTo>
                <a:lnTo>
                  <a:pt x="56819" y="158478"/>
                </a:lnTo>
                <a:lnTo>
                  <a:pt x="56818" y="158478"/>
                </a:lnTo>
                <a:lnTo>
                  <a:pt x="56816" y="158478"/>
                </a:lnTo>
                <a:lnTo>
                  <a:pt x="56815" y="158478"/>
                </a:lnTo>
                <a:lnTo>
                  <a:pt x="56814" y="158478"/>
                </a:lnTo>
                <a:lnTo>
                  <a:pt x="56813" y="158478"/>
                </a:lnTo>
                <a:lnTo>
                  <a:pt x="56812" y="158478"/>
                </a:lnTo>
                <a:lnTo>
                  <a:pt x="56811" y="158478"/>
                </a:lnTo>
                <a:lnTo>
                  <a:pt x="56810" y="158478"/>
                </a:lnTo>
                <a:lnTo>
                  <a:pt x="56809" y="158478"/>
                </a:lnTo>
                <a:lnTo>
                  <a:pt x="56808" y="158478"/>
                </a:lnTo>
                <a:lnTo>
                  <a:pt x="56807" y="158478"/>
                </a:lnTo>
                <a:lnTo>
                  <a:pt x="56806" y="158478"/>
                </a:lnTo>
                <a:lnTo>
                  <a:pt x="56805" y="158478"/>
                </a:lnTo>
                <a:lnTo>
                  <a:pt x="56803" y="158478"/>
                </a:lnTo>
                <a:lnTo>
                  <a:pt x="56802" y="158478"/>
                </a:lnTo>
                <a:lnTo>
                  <a:pt x="56801" y="158478"/>
                </a:lnTo>
                <a:lnTo>
                  <a:pt x="56800" y="158478"/>
                </a:lnTo>
                <a:lnTo>
                  <a:pt x="56799" y="158478"/>
                </a:lnTo>
                <a:lnTo>
                  <a:pt x="56798" y="158478"/>
                </a:lnTo>
                <a:lnTo>
                  <a:pt x="56797" y="158478"/>
                </a:lnTo>
                <a:lnTo>
                  <a:pt x="56796" y="158478"/>
                </a:lnTo>
                <a:lnTo>
                  <a:pt x="56795" y="158478"/>
                </a:lnTo>
                <a:lnTo>
                  <a:pt x="56794" y="158478"/>
                </a:lnTo>
                <a:lnTo>
                  <a:pt x="56793" y="158478"/>
                </a:lnTo>
                <a:lnTo>
                  <a:pt x="56792" y="158478"/>
                </a:lnTo>
                <a:lnTo>
                  <a:pt x="56790" y="158478"/>
                </a:lnTo>
                <a:lnTo>
                  <a:pt x="56789" y="158478"/>
                </a:lnTo>
                <a:lnTo>
                  <a:pt x="56788" y="158478"/>
                </a:lnTo>
                <a:lnTo>
                  <a:pt x="56787" y="158478"/>
                </a:lnTo>
                <a:lnTo>
                  <a:pt x="56786" y="158478"/>
                </a:lnTo>
                <a:lnTo>
                  <a:pt x="56785" y="158478"/>
                </a:lnTo>
                <a:lnTo>
                  <a:pt x="56784" y="158478"/>
                </a:lnTo>
                <a:lnTo>
                  <a:pt x="56783" y="158478"/>
                </a:lnTo>
                <a:lnTo>
                  <a:pt x="56782" y="158478"/>
                </a:lnTo>
                <a:lnTo>
                  <a:pt x="56781" y="158478"/>
                </a:lnTo>
                <a:lnTo>
                  <a:pt x="56780" y="158478"/>
                </a:lnTo>
                <a:lnTo>
                  <a:pt x="56779" y="158478"/>
                </a:lnTo>
                <a:lnTo>
                  <a:pt x="56777" y="158478"/>
                </a:lnTo>
                <a:lnTo>
                  <a:pt x="56776" y="158478"/>
                </a:lnTo>
                <a:lnTo>
                  <a:pt x="56775" y="158478"/>
                </a:lnTo>
                <a:lnTo>
                  <a:pt x="56774" y="158478"/>
                </a:lnTo>
                <a:lnTo>
                  <a:pt x="56773" y="158478"/>
                </a:lnTo>
                <a:lnTo>
                  <a:pt x="56772" y="158478"/>
                </a:lnTo>
                <a:lnTo>
                  <a:pt x="56771" y="158478"/>
                </a:lnTo>
                <a:lnTo>
                  <a:pt x="56770" y="158478"/>
                </a:lnTo>
                <a:lnTo>
                  <a:pt x="56769" y="158478"/>
                </a:lnTo>
                <a:lnTo>
                  <a:pt x="56768" y="158478"/>
                </a:lnTo>
                <a:lnTo>
                  <a:pt x="56767" y="158478"/>
                </a:lnTo>
                <a:lnTo>
                  <a:pt x="56765" y="158478"/>
                </a:lnTo>
                <a:lnTo>
                  <a:pt x="56764" y="158478"/>
                </a:lnTo>
                <a:lnTo>
                  <a:pt x="56763" y="158478"/>
                </a:lnTo>
                <a:lnTo>
                  <a:pt x="56762" y="158478"/>
                </a:lnTo>
                <a:lnTo>
                  <a:pt x="56761" y="158478"/>
                </a:lnTo>
                <a:lnTo>
                  <a:pt x="56760" y="158478"/>
                </a:lnTo>
                <a:lnTo>
                  <a:pt x="56759" y="158478"/>
                </a:lnTo>
                <a:lnTo>
                  <a:pt x="56758" y="158478"/>
                </a:lnTo>
                <a:lnTo>
                  <a:pt x="56757" y="158478"/>
                </a:lnTo>
                <a:lnTo>
                  <a:pt x="56756" y="158478"/>
                </a:lnTo>
                <a:lnTo>
                  <a:pt x="56755" y="158478"/>
                </a:lnTo>
                <a:lnTo>
                  <a:pt x="56754" y="158478"/>
                </a:lnTo>
                <a:lnTo>
                  <a:pt x="56752" y="158478"/>
                </a:lnTo>
                <a:lnTo>
                  <a:pt x="56751" y="158478"/>
                </a:lnTo>
                <a:lnTo>
                  <a:pt x="56750" y="158478"/>
                </a:lnTo>
                <a:lnTo>
                  <a:pt x="56749" y="158478"/>
                </a:lnTo>
                <a:lnTo>
                  <a:pt x="56748" y="158478"/>
                </a:lnTo>
                <a:lnTo>
                  <a:pt x="56747" y="158478"/>
                </a:lnTo>
                <a:lnTo>
                  <a:pt x="56746" y="158478"/>
                </a:lnTo>
                <a:lnTo>
                  <a:pt x="56745" y="158478"/>
                </a:lnTo>
                <a:lnTo>
                  <a:pt x="56744" y="158478"/>
                </a:lnTo>
                <a:lnTo>
                  <a:pt x="56743" y="158478"/>
                </a:lnTo>
                <a:lnTo>
                  <a:pt x="56742" y="158478"/>
                </a:lnTo>
                <a:lnTo>
                  <a:pt x="56741" y="158478"/>
                </a:lnTo>
                <a:lnTo>
                  <a:pt x="56739" y="158478"/>
                </a:lnTo>
                <a:lnTo>
                  <a:pt x="56738" y="158478"/>
                </a:lnTo>
                <a:lnTo>
                  <a:pt x="56737" y="158478"/>
                </a:lnTo>
                <a:lnTo>
                  <a:pt x="56736" y="158478"/>
                </a:lnTo>
                <a:lnTo>
                  <a:pt x="56735" y="158478"/>
                </a:lnTo>
                <a:lnTo>
                  <a:pt x="56734" y="158478"/>
                </a:lnTo>
                <a:lnTo>
                  <a:pt x="56733" y="158478"/>
                </a:lnTo>
                <a:lnTo>
                  <a:pt x="56732" y="158478"/>
                </a:lnTo>
                <a:lnTo>
                  <a:pt x="56731" y="158478"/>
                </a:lnTo>
                <a:lnTo>
                  <a:pt x="56730" y="158478"/>
                </a:lnTo>
                <a:lnTo>
                  <a:pt x="56729" y="158478"/>
                </a:lnTo>
                <a:lnTo>
                  <a:pt x="56728" y="158478"/>
                </a:lnTo>
                <a:lnTo>
                  <a:pt x="56726" y="158478"/>
                </a:lnTo>
                <a:lnTo>
                  <a:pt x="56725" y="158478"/>
                </a:lnTo>
                <a:lnTo>
                  <a:pt x="56724" y="158478"/>
                </a:lnTo>
                <a:lnTo>
                  <a:pt x="56723" y="158478"/>
                </a:lnTo>
                <a:lnTo>
                  <a:pt x="56722" y="158478"/>
                </a:lnTo>
                <a:lnTo>
                  <a:pt x="56721" y="158478"/>
                </a:lnTo>
                <a:lnTo>
                  <a:pt x="56720" y="158478"/>
                </a:lnTo>
                <a:lnTo>
                  <a:pt x="56719" y="158478"/>
                </a:lnTo>
                <a:lnTo>
                  <a:pt x="56718" y="158478"/>
                </a:lnTo>
                <a:lnTo>
                  <a:pt x="56717" y="158478"/>
                </a:lnTo>
                <a:lnTo>
                  <a:pt x="56716" y="158478"/>
                </a:lnTo>
                <a:lnTo>
                  <a:pt x="56715" y="158478"/>
                </a:lnTo>
                <a:lnTo>
                  <a:pt x="56713" y="158478"/>
                </a:lnTo>
                <a:lnTo>
                  <a:pt x="56712" y="158478"/>
                </a:lnTo>
                <a:lnTo>
                  <a:pt x="56711" y="158478"/>
                </a:lnTo>
                <a:lnTo>
                  <a:pt x="56710" y="158478"/>
                </a:lnTo>
                <a:lnTo>
                  <a:pt x="56709" y="158478"/>
                </a:lnTo>
                <a:lnTo>
                  <a:pt x="56708" y="158478"/>
                </a:lnTo>
                <a:lnTo>
                  <a:pt x="56707" y="158478"/>
                </a:lnTo>
                <a:lnTo>
                  <a:pt x="56706" y="158478"/>
                </a:lnTo>
                <a:lnTo>
                  <a:pt x="56705" y="158478"/>
                </a:lnTo>
                <a:lnTo>
                  <a:pt x="56704" y="158478"/>
                </a:lnTo>
                <a:lnTo>
                  <a:pt x="56703" y="158478"/>
                </a:lnTo>
                <a:lnTo>
                  <a:pt x="56702" y="158478"/>
                </a:lnTo>
                <a:lnTo>
                  <a:pt x="56700" y="158478"/>
                </a:lnTo>
                <a:lnTo>
                  <a:pt x="56699" y="158478"/>
                </a:lnTo>
                <a:lnTo>
                  <a:pt x="56698" y="158478"/>
                </a:lnTo>
                <a:lnTo>
                  <a:pt x="56697" y="158478"/>
                </a:lnTo>
                <a:lnTo>
                  <a:pt x="56696" y="158478"/>
                </a:lnTo>
                <a:lnTo>
                  <a:pt x="56695" y="158478"/>
                </a:lnTo>
                <a:lnTo>
                  <a:pt x="56694" y="158478"/>
                </a:lnTo>
                <a:lnTo>
                  <a:pt x="56693" y="158478"/>
                </a:lnTo>
                <a:lnTo>
                  <a:pt x="56692" y="158478"/>
                </a:lnTo>
                <a:lnTo>
                  <a:pt x="56691" y="158478"/>
                </a:lnTo>
                <a:lnTo>
                  <a:pt x="56690" y="158478"/>
                </a:lnTo>
                <a:lnTo>
                  <a:pt x="56689" y="158478"/>
                </a:lnTo>
                <a:lnTo>
                  <a:pt x="56687" y="158478"/>
                </a:lnTo>
                <a:lnTo>
                  <a:pt x="56686" y="158478"/>
                </a:lnTo>
                <a:lnTo>
                  <a:pt x="56685" y="158478"/>
                </a:lnTo>
                <a:lnTo>
                  <a:pt x="56684" y="158478"/>
                </a:lnTo>
                <a:lnTo>
                  <a:pt x="56683" y="158478"/>
                </a:lnTo>
                <a:lnTo>
                  <a:pt x="56682" y="158478"/>
                </a:lnTo>
                <a:lnTo>
                  <a:pt x="56681" y="158478"/>
                </a:lnTo>
                <a:lnTo>
                  <a:pt x="56680" y="158478"/>
                </a:lnTo>
                <a:lnTo>
                  <a:pt x="56679" y="158478"/>
                </a:lnTo>
                <a:lnTo>
                  <a:pt x="56678" y="158478"/>
                </a:lnTo>
                <a:lnTo>
                  <a:pt x="56677" y="158478"/>
                </a:lnTo>
                <a:lnTo>
                  <a:pt x="56676" y="158478"/>
                </a:lnTo>
                <a:lnTo>
                  <a:pt x="56674" y="158478"/>
                </a:lnTo>
                <a:lnTo>
                  <a:pt x="56673" y="158478"/>
                </a:lnTo>
                <a:lnTo>
                  <a:pt x="56672" y="158478"/>
                </a:lnTo>
                <a:lnTo>
                  <a:pt x="56671" y="158478"/>
                </a:lnTo>
                <a:lnTo>
                  <a:pt x="56670" y="158478"/>
                </a:lnTo>
                <a:lnTo>
                  <a:pt x="56669" y="158478"/>
                </a:lnTo>
                <a:lnTo>
                  <a:pt x="56668" y="158478"/>
                </a:lnTo>
                <a:lnTo>
                  <a:pt x="56667" y="158478"/>
                </a:lnTo>
                <a:lnTo>
                  <a:pt x="56666" y="158478"/>
                </a:lnTo>
                <a:lnTo>
                  <a:pt x="56665" y="158478"/>
                </a:lnTo>
                <a:lnTo>
                  <a:pt x="56664" y="158478"/>
                </a:lnTo>
                <a:lnTo>
                  <a:pt x="56663" y="158478"/>
                </a:lnTo>
                <a:lnTo>
                  <a:pt x="56661" y="158478"/>
                </a:lnTo>
                <a:lnTo>
                  <a:pt x="56660" y="158478"/>
                </a:lnTo>
                <a:lnTo>
                  <a:pt x="56659" y="158478"/>
                </a:lnTo>
                <a:lnTo>
                  <a:pt x="56658" y="158478"/>
                </a:lnTo>
                <a:lnTo>
                  <a:pt x="56657" y="158478"/>
                </a:lnTo>
                <a:lnTo>
                  <a:pt x="56656" y="158478"/>
                </a:lnTo>
                <a:lnTo>
                  <a:pt x="56655" y="158478"/>
                </a:lnTo>
                <a:lnTo>
                  <a:pt x="56654" y="158478"/>
                </a:lnTo>
                <a:lnTo>
                  <a:pt x="56653" y="158478"/>
                </a:lnTo>
                <a:lnTo>
                  <a:pt x="56652" y="158478"/>
                </a:lnTo>
                <a:lnTo>
                  <a:pt x="56651" y="158478"/>
                </a:lnTo>
                <a:lnTo>
                  <a:pt x="56650" y="158478"/>
                </a:lnTo>
                <a:lnTo>
                  <a:pt x="56648" y="158478"/>
                </a:lnTo>
                <a:lnTo>
                  <a:pt x="56647" y="158478"/>
                </a:lnTo>
                <a:lnTo>
                  <a:pt x="56646" y="158478"/>
                </a:lnTo>
                <a:lnTo>
                  <a:pt x="56645" y="158478"/>
                </a:lnTo>
                <a:lnTo>
                  <a:pt x="56644" y="158478"/>
                </a:lnTo>
                <a:lnTo>
                  <a:pt x="56643" y="158478"/>
                </a:lnTo>
                <a:lnTo>
                  <a:pt x="56642" y="158478"/>
                </a:lnTo>
                <a:lnTo>
                  <a:pt x="56641" y="158478"/>
                </a:lnTo>
                <a:lnTo>
                  <a:pt x="56640" y="158478"/>
                </a:lnTo>
                <a:lnTo>
                  <a:pt x="56639" y="158478"/>
                </a:lnTo>
                <a:lnTo>
                  <a:pt x="56638" y="158478"/>
                </a:lnTo>
                <a:lnTo>
                  <a:pt x="56637" y="158478"/>
                </a:lnTo>
                <a:lnTo>
                  <a:pt x="56635" y="158478"/>
                </a:lnTo>
                <a:lnTo>
                  <a:pt x="56634" y="158478"/>
                </a:lnTo>
                <a:lnTo>
                  <a:pt x="56633" y="158478"/>
                </a:lnTo>
                <a:lnTo>
                  <a:pt x="56632" y="158478"/>
                </a:lnTo>
                <a:lnTo>
                  <a:pt x="56631" y="158478"/>
                </a:lnTo>
                <a:lnTo>
                  <a:pt x="56630" y="158478"/>
                </a:lnTo>
                <a:lnTo>
                  <a:pt x="56629" y="158478"/>
                </a:lnTo>
                <a:lnTo>
                  <a:pt x="56628" y="158478"/>
                </a:lnTo>
                <a:lnTo>
                  <a:pt x="56627" y="158478"/>
                </a:lnTo>
                <a:lnTo>
                  <a:pt x="56626" y="158478"/>
                </a:lnTo>
                <a:lnTo>
                  <a:pt x="56625" y="158478"/>
                </a:lnTo>
                <a:lnTo>
                  <a:pt x="56624" y="158478"/>
                </a:lnTo>
                <a:lnTo>
                  <a:pt x="56622" y="158478"/>
                </a:lnTo>
                <a:lnTo>
                  <a:pt x="56621" y="158478"/>
                </a:lnTo>
                <a:lnTo>
                  <a:pt x="56620" y="158478"/>
                </a:lnTo>
                <a:lnTo>
                  <a:pt x="56619" y="158478"/>
                </a:lnTo>
                <a:lnTo>
                  <a:pt x="56618" y="158478"/>
                </a:lnTo>
                <a:lnTo>
                  <a:pt x="56617" y="158478"/>
                </a:lnTo>
                <a:lnTo>
                  <a:pt x="56616" y="158478"/>
                </a:lnTo>
                <a:lnTo>
                  <a:pt x="56615" y="158478"/>
                </a:lnTo>
                <a:lnTo>
                  <a:pt x="56614" y="158478"/>
                </a:lnTo>
                <a:lnTo>
                  <a:pt x="56613" y="158478"/>
                </a:lnTo>
                <a:lnTo>
                  <a:pt x="56612" y="158478"/>
                </a:lnTo>
                <a:lnTo>
                  <a:pt x="56611" y="158478"/>
                </a:lnTo>
                <a:lnTo>
                  <a:pt x="56609" y="158478"/>
                </a:lnTo>
                <a:lnTo>
                  <a:pt x="56608" y="158478"/>
                </a:lnTo>
                <a:lnTo>
                  <a:pt x="56607" y="158478"/>
                </a:lnTo>
                <a:lnTo>
                  <a:pt x="56606" y="158478"/>
                </a:lnTo>
                <a:lnTo>
                  <a:pt x="56605" y="158478"/>
                </a:lnTo>
                <a:lnTo>
                  <a:pt x="56604" y="158478"/>
                </a:lnTo>
                <a:lnTo>
                  <a:pt x="56603" y="158478"/>
                </a:lnTo>
                <a:lnTo>
                  <a:pt x="56602" y="158478"/>
                </a:lnTo>
                <a:lnTo>
                  <a:pt x="56601" y="158478"/>
                </a:lnTo>
                <a:lnTo>
                  <a:pt x="56600" y="158478"/>
                </a:lnTo>
                <a:lnTo>
                  <a:pt x="56599" y="158478"/>
                </a:lnTo>
                <a:lnTo>
                  <a:pt x="56598" y="158478"/>
                </a:lnTo>
                <a:lnTo>
                  <a:pt x="56596" y="158478"/>
                </a:lnTo>
                <a:lnTo>
                  <a:pt x="56595" y="158478"/>
                </a:lnTo>
                <a:lnTo>
                  <a:pt x="56594" y="158478"/>
                </a:lnTo>
                <a:lnTo>
                  <a:pt x="56593" y="158478"/>
                </a:lnTo>
                <a:lnTo>
                  <a:pt x="56592" y="158478"/>
                </a:lnTo>
                <a:lnTo>
                  <a:pt x="56591" y="158478"/>
                </a:lnTo>
                <a:lnTo>
                  <a:pt x="56590" y="158478"/>
                </a:lnTo>
                <a:lnTo>
                  <a:pt x="56589" y="158478"/>
                </a:lnTo>
                <a:lnTo>
                  <a:pt x="56588" y="158478"/>
                </a:lnTo>
                <a:lnTo>
                  <a:pt x="56587" y="158478"/>
                </a:lnTo>
                <a:lnTo>
                  <a:pt x="56586" y="158478"/>
                </a:lnTo>
                <a:lnTo>
                  <a:pt x="56585" y="158478"/>
                </a:lnTo>
                <a:lnTo>
                  <a:pt x="56583" y="158478"/>
                </a:lnTo>
                <a:lnTo>
                  <a:pt x="56582" y="158478"/>
                </a:lnTo>
                <a:lnTo>
                  <a:pt x="56581" y="158478"/>
                </a:lnTo>
                <a:lnTo>
                  <a:pt x="56580" y="158478"/>
                </a:lnTo>
                <a:lnTo>
                  <a:pt x="56579" y="158478"/>
                </a:lnTo>
                <a:lnTo>
                  <a:pt x="56578" y="158478"/>
                </a:lnTo>
                <a:lnTo>
                  <a:pt x="56577" y="158478"/>
                </a:lnTo>
                <a:lnTo>
                  <a:pt x="56576" y="158478"/>
                </a:lnTo>
                <a:lnTo>
                  <a:pt x="56575" y="158478"/>
                </a:lnTo>
                <a:lnTo>
                  <a:pt x="56574" y="158478"/>
                </a:lnTo>
                <a:lnTo>
                  <a:pt x="56573" y="158478"/>
                </a:lnTo>
                <a:lnTo>
                  <a:pt x="56572" y="158478"/>
                </a:lnTo>
                <a:lnTo>
                  <a:pt x="56571" y="158478"/>
                </a:lnTo>
                <a:lnTo>
                  <a:pt x="56569" y="158478"/>
                </a:lnTo>
                <a:lnTo>
                  <a:pt x="56568" y="158478"/>
                </a:lnTo>
                <a:lnTo>
                  <a:pt x="56567" y="158478"/>
                </a:lnTo>
                <a:lnTo>
                  <a:pt x="56566" y="158478"/>
                </a:lnTo>
                <a:lnTo>
                  <a:pt x="56565" y="158478"/>
                </a:lnTo>
                <a:lnTo>
                  <a:pt x="56564" y="158478"/>
                </a:lnTo>
                <a:lnTo>
                  <a:pt x="56563" y="158478"/>
                </a:lnTo>
                <a:lnTo>
                  <a:pt x="56562" y="158478"/>
                </a:lnTo>
                <a:lnTo>
                  <a:pt x="56561" y="158478"/>
                </a:lnTo>
                <a:lnTo>
                  <a:pt x="56560" y="158478"/>
                </a:lnTo>
                <a:lnTo>
                  <a:pt x="56559" y="158478"/>
                </a:lnTo>
                <a:lnTo>
                  <a:pt x="56558" y="158478"/>
                </a:lnTo>
                <a:lnTo>
                  <a:pt x="56556" y="158478"/>
                </a:lnTo>
                <a:lnTo>
                  <a:pt x="56555" y="158478"/>
                </a:lnTo>
                <a:lnTo>
                  <a:pt x="56554" y="158478"/>
                </a:lnTo>
                <a:lnTo>
                  <a:pt x="56553" y="158478"/>
                </a:lnTo>
                <a:lnTo>
                  <a:pt x="56552" y="158478"/>
                </a:lnTo>
                <a:lnTo>
                  <a:pt x="56551" y="158478"/>
                </a:lnTo>
                <a:lnTo>
                  <a:pt x="56550" y="158478"/>
                </a:lnTo>
                <a:lnTo>
                  <a:pt x="56549" y="158478"/>
                </a:lnTo>
                <a:lnTo>
                  <a:pt x="56548" y="158478"/>
                </a:lnTo>
                <a:lnTo>
                  <a:pt x="56547" y="158478"/>
                </a:lnTo>
                <a:lnTo>
                  <a:pt x="56546" y="158478"/>
                </a:lnTo>
                <a:lnTo>
                  <a:pt x="56545" y="158478"/>
                </a:lnTo>
                <a:lnTo>
                  <a:pt x="56543" y="158478"/>
                </a:lnTo>
                <a:lnTo>
                  <a:pt x="56542" y="158478"/>
                </a:lnTo>
                <a:lnTo>
                  <a:pt x="56541" y="158478"/>
                </a:lnTo>
                <a:lnTo>
                  <a:pt x="56540" y="158478"/>
                </a:lnTo>
                <a:lnTo>
                  <a:pt x="56539" y="158478"/>
                </a:lnTo>
                <a:lnTo>
                  <a:pt x="56538" y="158478"/>
                </a:lnTo>
                <a:lnTo>
                  <a:pt x="56537" y="158478"/>
                </a:lnTo>
                <a:lnTo>
                  <a:pt x="56536" y="158478"/>
                </a:lnTo>
                <a:lnTo>
                  <a:pt x="56535" y="158478"/>
                </a:lnTo>
                <a:lnTo>
                  <a:pt x="56534" y="158478"/>
                </a:lnTo>
                <a:lnTo>
                  <a:pt x="56533" y="158478"/>
                </a:lnTo>
                <a:lnTo>
                  <a:pt x="56532" y="158478"/>
                </a:lnTo>
                <a:lnTo>
                  <a:pt x="56530" y="158478"/>
                </a:lnTo>
                <a:lnTo>
                  <a:pt x="56529" y="158478"/>
                </a:lnTo>
                <a:lnTo>
                  <a:pt x="56528" y="158478"/>
                </a:lnTo>
                <a:lnTo>
                  <a:pt x="56527" y="158478"/>
                </a:lnTo>
                <a:lnTo>
                  <a:pt x="56526" y="158478"/>
                </a:lnTo>
                <a:lnTo>
                  <a:pt x="56525" y="158478"/>
                </a:lnTo>
                <a:lnTo>
                  <a:pt x="56524" y="158478"/>
                </a:lnTo>
                <a:lnTo>
                  <a:pt x="56523" y="158478"/>
                </a:lnTo>
                <a:lnTo>
                  <a:pt x="56522" y="158478"/>
                </a:lnTo>
                <a:lnTo>
                  <a:pt x="56521" y="158478"/>
                </a:lnTo>
                <a:lnTo>
                  <a:pt x="56520" y="158478"/>
                </a:lnTo>
                <a:lnTo>
                  <a:pt x="56519" y="158478"/>
                </a:lnTo>
                <a:lnTo>
                  <a:pt x="56518" y="158478"/>
                </a:lnTo>
                <a:lnTo>
                  <a:pt x="56516" y="158478"/>
                </a:lnTo>
                <a:lnTo>
                  <a:pt x="56515" y="158478"/>
                </a:lnTo>
                <a:lnTo>
                  <a:pt x="56514" y="158478"/>
                </a:lnTo>
                <a:lnTo>
                  <a:pt x="56513" y="158478"/>
                </a:lnTo>
                <a:lnTo>
                  <a:pt x="56512" y="158478"/>
                </a:lnTo>
                <a:lnTo>
                  <a:pt x="56511" y="158478"/>
                </a:lnTo>
                <a:lnTo>
                  <a:pt x="56510" y="158478"/>
                </a:lnTo>
                <a:lnTo>
                  <a:pt x="56509" y="158478"/>
                </a:lnTo>
                <a:lnTo>
                  <a:pt x="56508" y="158478"/>
                </a:lnTo>
                <a:lnTo>
                  <a:pt x="56507" y="158478"/>
                </a:lnTo>
                <a:lnTo>
                  <a:pt x="56506" y="158478"/>
                </a:lnTo>
                <a:lnTo>
                  <a:pt x="56505" y="158478"/>
                </a:lnTo>
                <a:lnTo>
                  <a:pt x="56503" y="158478"/>
                </a:lnTo>
                <a:lnTo>
                  <a:pt x="56502" y="158478"/>
                </a:lnTo>
                <a:lnTo>
                  <a:pt x="56501" y="158478"/>
                </a:lnTo>
                <a:lnTo>
                  <a:pt x="56500" y="158478"/>
                </a:lnTo>
                <a:lnTo>
                  <a:pt x="56499" y="158478"/>
                </a:lnTo>
                <a:lnTo>
                  <a:pt x="56498" y="158478"/>
                </a:lnTo>
                <a:lnTo>
                  <a:pt x="56497" y="158478"/>
                </a:lnTo>
                <a:lnTo>
                  <a:pt x="56496" y="158478"/>
                </a:lnTo>
                <a:lnTo>
                  <a:pt x="56495" y="158478"/>
                </a:lnTo>
                <a:lnTo>
                  <a:pt x="56494" y="158478"/>
                </a:lnTo>
                <a:lnTo>
                  <a:pt x="56493" y="158478"/>
                </a:lnTo>
                <a:lnTo>
                  <a:pt x="56492" y="158478"/>
                </a:lnTo>
                <a:lnTo>
                  <a:pt x="56491" y="158478"/>
                </a:lnTo>
                <a:lnTo>
                  <a:pt x="56489" y="158478"/>
                </a:lnTo>
                <a:lnTo>
                  <a:pt x="56488" y="158478"/>
                </a:lnTo>
                <a:lnTo>
                  <a:pt x="56487" y="158478"/>
                </a:lnTo>
                <a:lnTo>
                  <a:pt x="56486" y="158478"/>
                </a:lnTo>
                <a:lnTo>
                  <a:pt x="56485" y="158478"/>
                </a:lnTo>
                <a:lnTo>
                  <a:pt x="56484" y="158478"/>
                </a:lnTo>
                <a:lnTo>
                  <a:pt x="56483" y="158478"/>
                </a:lnTo>
                <a:lnTo>
                  <a:pt x="56482" y="158478"/>
                </a:lnTo>
                <a:lnTo>
                  <a:pt x="56481" y="158478"/>
                </a:lnTo>
                <a:lnTo>
                  <a:pt x="56480" y="158478"/>
                </a:lnTo>
                <a:lnTo>
                  <a:pt x="56479" y="158478"/>
                </a:lnTo>
                <a:lnTo>
                  <a:pt x="56478" y="158478"/>
                </a:lnTo>
                <a:lnTo>
                  <a:pt x="56476" y="158478"/>
                </a:lnTo>
                <a:lnTo>
                  <a:pt x="56475" y="158478"/>
                </a:lnTo>
                <a:lnTo>
                  <a:pt x="56474" y="158478"/>
                </a:lnTo>
                <a:lnTo>
                  <a:pt x="56473" y="158478"/>
                </a:lnTo>
                <a:lnTo>
                  <a:pt x="56472" y="158478"/>
                </a:lnTo>
                <a:lnTo>
                  <a:pt x="56471" y="158478"/>
                </a:lnTo>
                <a:lnTo>
                  <a:pt x="56470" y="158478"/>
                </a:lnTo>
                <a:lnTo>
                  <a:pt x="56469" y="158478"/>
                </a:lnTo>
                <a:lnTo>
                  <a:pt x="56468" y="158478"/>
                </a:lnTo>
                <a:lnTo>
                  <a:pt x="56467" y="158478"/>
                </a:lnTo>
                <a:lnTo>
                  <a:pt x="56466" y="158478"/>
                </a:lnTo>
                <a:lnTo>
                  <a:pt x="56465" y="158478"/>
                </a:lnTo>
                <a:lnTo>
                  <a:pt x="56463" y="158478"/>
                </a:lnTo>
                <a:lnTo>
                  <a:pt x="56462" y="158478"/>
                </a:lnTo>
                <a:lnTo>
                  <a:pt x="56461" y="158478"/>
                </a:lnTo>
                <a:lnTo>
                  <a:pt x="56460" y="158478"/>
                </a:lnTo>
                <a:lnTo>
                  <a:pt x="56459" y="158478"/>
                </a:lnTo>
                <a:lnTo>
                  <a:pt x="56458" y="158478"/>
                </a:lnTo>
                <a:lnTo>
                  <a:pt x="56457" y="158478"/>
                </a:lnTo>
                <a:lnTo>
                  <a:pt x="56456" y="158478"/>
                </a:lnTo>
                <a:lnTo>
                  <a:pt x="56455" y="158478"/>
                </a:lnTo>
                <a:lnTo>
                  <a:pt x="56454" y="158478"/>
                </a:lnTo>
                <a:lnTo>
                  <a:pt x="56453" y="158478"/>
                </a:lnTo>
                <a:lnTo>
                  <a:pt x="56452" y="158478"/>
                </a:lnTo>
                <a:lnTo>
                  <a:pt x="56451" y="158478"/>
                </a:lnTo>
                <a:lnTo>
                  <a:pt x="56449" y="158478"/>
                </a:lnTo>
                <a:lnTo>
                  <a:pt x="56448" y="158478"/>
                </a:lnTo>
                <a:lnTo>
                  <a:pt x="56447" y="158478"/>
                </a:lnTo>
                <a:lnTo>
                  <a:pt x="56446" y="158478"/>
                </a:lnTo>
                <a:lnTo>
                  <a:pt x="56445" y="158478"/>
                </a:lnTo>
                <a:lnTo>
                  <a:pt x="56444" y="158478"/>
                </a:lnTo>
                <a:lnTo>
                  <a:pt x="56443" y="158478"/>
                </a:lnTo>
                <a:lnTo>
                  <a:pt x="56442" y="158478"/>
                </a:lnTo>
                <a:lnTo>
                  <a:pt x="56441" y="158478"/>
                </a:lnTo>
                <a:lnTo>
                  <a:pt x="56440" y="158478"/>
                </a:lnTo>
                <a:lnTo>
                  <a:pt x="56439" y="158478"/>
                </a:lnTo>
                <a:lnTo>
                  <a:pt x="56438" y="158478"/>
                </a:lnTo>
                <a:lnTo>
                  <a:pt x="56437" y="158478"/>
                </a:lnTo>
                <a:lnTo>
                  <a:pt x="56435" y="158478"/>
                </a:lnTo>
                <a:lnTo>
                  <a:pt x="56434" y="158478"/>
                </a:lnTo>
                <a:lnTo>
                  <a:pt x="56433" y="158478"/>
                </a:lnTo>
                <a:lnTo>
                  <a:pt x="56432" y="158478"/>
                </a:lnTo>
                <a:lnTo>
                  <a:pt x="56431" y="158478"/>
                </a:lnTo>
                <a:lnTo>
                  <a:pt x="56430" y="158478"/>
                </a:lnTo>
                <a:lnTo>
                  <a:pt x="56429" y="158478"/>
                </a:lnTo>
                <a:lnTo>
                  <a:pt x="56428" y="158478"/>
                </a:lnTo>
                <a:lnTo>
                  <a:pt x="56427" y="158478"/>
                </a:lnTo>
                <a:lnTo>
                  <a:pt x="56426" y="158478"/>
                </a:lnTo>
                <a:lnTo>
                  <a:pt x="56425" y="158478"/>
                </a:lnTo>
                <a:lnTo>
                  <a:pt x="56424" y="158478"/>
                </a:lnTo>
                <a:lnTo>
                  <a:pt x="56422" y="158478"/>
                </a:lnTo>
                <a:lnTo>
                  <a:pt x="56421" y="158478"/>
                </a:lnTo>
                <a:lnTo>
                  <a:pt x="56420" y="158478"/>
                </a:lnTo>
                <a:lnTo>
                  <a:pt x="56419" y="158478"/>
                </a:lnTo>
                <a:lnTo>
                  <a:pt x="56418" y="158478"/>
                </a:lnTo>
                <a:lnTo>
                  <a:pt x="56417" y="158478"/>
                </a:lnTo>
                <a:lnTo>
                  <a:pt x="56416" y="158478"/>
                </a:lnTo>
                <a:lnTo>
                  <a:pt x="56415" y="158478"/>
                </a:lnTo>
                <a:lnTo>
                  <a:pt x="56414" y="158478"/>
                </a:lnTo>
                <a:lnTo>
                  <a:pt x="56413" y="158478"/>
                </a:lnTo>
                <a:lnTo>
                  <a:pt x="56412" y="158478"/>
                </a:lnTo>
                <a:lnTo>
                  <a:pt x="56411" y="158478"/>
                </a:lnTo>
                <a:lnTo>
                  <a:pt x="56410" y="158478"/>
                </a:lnTo>
                <a:lnTo>
                  <a:pt x="56408" y="158478"/>
                </a:lnTo>
                <a:lnTo>
                  <a:pt x="56407" y="158478"/>
                </a:lnTo>
                <a:lnTo>
                  <a:pt x="56406" y="158478"/>
                </a:lnTo>
                <a:lnTo>
                  <a:pt x="56405" y="158478"/>
                </a:lnTo>
                <a:lnTo>
                  <a:pt x="56404" y="158478"/>
                </a:lnTo>
                <a:lnTo>
                  <a:pt x="56403" y="158478"/>
                </a:lnTo>
                <a:lnTo>
                  <a:pt x="56402" y="158478"/>
                </a:lnTo>
                <a:lnTo>
                  <a:pt x="56401" y="158478"/>
                </a:lnTo>
                <a:lnTo>
                  <a:pt x="56400" y="158478"/>
                </a:lnTo>
                <a:lnTo>
                  <a:pt x="56399" y="158478"/>
                </a:lnTo>
                <a:lnTo>
                  <a:pt x="56398" y="158478"/>
                </a:lnTo>
                <a:lnTo>
                  <a:pt x="56397" y="158478"/>
                </a:lnTo>
                <a:lnTo>
                  <a:pt x="56395" y="158478"/>
                </a:lnTo>
                <a:lnTo>
                  <a:pt x="56394" y="158478"/>
                </a:lnTo>
                <a:lnTo>
                  <a:pt x="56393" y="158478"/>
                </a:lnTo>
                <a:lnTo>
                  <a:pt x="56392" y="158478"/>
                </a:lnTo>
                <a:lnTo>
                  <a:pt x="56391" y="158478"/>
                </a:lnTo>
                <a:lnTo>
                  <a:pt x="56390" y="158478"/>
                </a:lnTo>
                <a:lnTo>
                  <a:pt x="56389" y="158478"/>
                </a:lnTo>
                <a:lnTo>
                  <a:pt x="56388" y="158478"/>
                </a:lnTo>
                <a:lnTo>
                  <a:pt x="56387" y="158478"/>
                </a:lnTo>
                <a:lnTo>
                  <a:pt x="56386" y="158478"/>
                </a:lnTo>
                <a:lnTo>
                  <a:pt x="56385" y="158478"/>
                </a:lnTo>
                <a:lnTo>
                  <a:pt x="56384" y="158478"/>
                </a:lnTo>
                <a:lnTo>
                  <a:pt x="56383" y="158478"/>
                </a:lnTo>
                <a:lnTo>
                  <a:pt x="56381" y="158478"/>
                </a:lnTo>
                <a:lnTo>
                  <a:pt x="56380" y="158478"/>
                </a:lnTo>
                <a:lnTo>
                  <a:pt x="56379" y="158478"/>
                </a:lnTo>
                <a:lnTo>
                  <a:pt x="56378" y="158478"/>
                </a:lnTo>
                <a:lnTo>
                  <a:pt x="56377" y="158478"/>
                </a:lnTo>
                <a:lnTo>
                  <a:pt x="56376" y="158478"/>
                </a:lnTo>
                <a:lnTo>
                  <a:pt x="56375" y="158478"/>
                </a:lnTo>
                <a:lnTo>
                  <a:pt x="56374" y="158478"/>
                </a:lnTo>
                <a:lnTo>
                  <a:pt x="56373" y="158478"/>
                </a:lnTo>
                <a:lnTo>
                  <a:pt x="56372" y="158478"/>
                </a:lnTo>
                <a:lnTo>
                  <a:pt x="56371" y="158478"/>
                </a:lnTo>
                <a:lnTo>
                  <a:pt x="56370" y="158478"/>
                </a:lnTo>
                <a:lnTo>
                  <a:pt x="56369" y="158478"/>
                </a:lnTo>
                <a:lnTo>
                  <a:pt x="56367" y="158478"/>
                </a:lnTo>
                <a:lnTo>
                  <a:pt x="56366" y="158478"/>
                </a:lnTo>
                <a:lnTo>
                  <a:pt x="56365" y="158478"/>
                </a:lnTo>
                <a:lnTo>
                  <a:pt x="56364" y="158478"/>
                </a:lnTo>
                <a:lnTo>
                  <a:pt x="56363" y="158478"/>
                </a:lnTo>
                <a:lnTo>
                  <a:pt x="56362" y="158478"/>
                </a:lnTo>
                <a:lnTo>
                  <a:pt x="56361" y="158478"/>
                </a:lnTo>
                <a:lnTo>
                  <a:pt x="56360" y="158478"/>
                </a:lnTo>
                <a:lnTo>
                  <a:pt x="56359" y="158478"/>
                </a:lnTo>
                <a:lnTo>
                  <a:pt x="56358" y="158478"/>
                </a:lnTo>
                <a:lnTo>
                  <a:pt x="56357" y="158478"/>
                </a:lnTo>
                <a:lnTo>
                  <a:pt x="56356" y="158478"/>
                </a:lnTo>
                <a:lnTo>
                  <a:pt x="56354" y="158478"/>
                </a:lnTo>
                <a:lnTo>
                  <a:pt x="56353" y="158478"/>
                </a:lnTo>
                <a:lnTo>
                  <a:pt x="56352" y="158478"/>
                </a:lnTo>
                <a:lnTo>
                  <a:pt x="56351" y="158478"/>
                </a:lnTo>
                <a:lnTo>
                  <a:pt x="56350" y="158478"/>
                </a:lnTo>
                <a:lnTo>
                  <a:pt x="56349" y="158478"/>
                </a:lnTo>
                <a:lnTo>
                  <a:pt x="56348" y="158478"/>
                </a:lnTo>
                <a:lnTo>
                  <a:pt x="56347" y="158478"/>
                </a:lnTo>
                <a:lnTo>
                  <a:pt x="56346" y="158478"/>
                </a:lnTo>
                <a:lnTo>
                  <a:pt x="56345" y="158478"/>
                </a:lnTo>
                <a:lnTo>
                  <a:pt x="56344" y="158478"/>
                </a:lnTo>
                <a:lnTo>
                  <a:pt x="56343" y="158478"/>
                </a:lnTo>
                <a:lnTo>
                  <a:pt x="56342" y="158478"/>
                </a:lnTo>
                <a:lnTo>
                  <a:pt x="56340" y="158478"/>
                </a:lnTo>
                <a:lnTo>
                  <a:pt x="56339" y="158478"/>
                </a:lnTo>
                <a:lnTo>
                  <a:pt x="56338" y="158478"/>
                </a:lnTo>
                <a:lnTo>
                  <a:pt x="56337" y="158478"/>
                </a:lnTo>
                <a:lnTo>
                  <a:pt x="56336" y="158478"/>
                </a:lnTo>
                <a:lnTo>
                  <a:pt x="56335" y="158478"/>
                </a:lnTo>
                <a:lnTo>
                  <a:pt x="56334" y="158478"/>
                </a:lnTo>
                <a:lnTo>
                  <a:pt x="56333" y="158478"/>
                </a:lnTo>
                <a:lnTo>
                  <a:pt x="56332" y="158478"/>
                </a:lnTo>
                <a:lnTo>
                  <a:pt x="56331" y="158478"/>
                </a:lnTo>
                <a:lnTo>
                  <a:pt x="56330" y="158478"/>
                </a:lnTo>
                <a:lnTo>
                  <a:pt x="56329" y="158478"/>
                </a:lnTo>
                <a:lnTo>
                  <a:pt x="56328" y="158478"/>
                </a:lnTo>
                <a:lnTo>
                  <a:pt x="56326" y="158478"/>
                </a:lnTo>
                <a:lnTo>
                  <a:pt x="56325" y="158478"/>
                </a:lnTo>
                <a:lnTo>
                  <a:pt x="56324" y="158478"/>
                </a:lnTo>
                <a:lnTo>
                  <a:pt x="56323" y="158478"/>
                </a:lnTo>
                <a:lnTo>
                  <a:pt x="56322" y="158478"/>
                </a:lnTo>
                <a:lnTo>
                  <a:pt x="56321" y="158478"/>
                </a:lnTo>
                <a:lnTo>
                  <a:pt x="56320" y="158478"/>
                </a:lnTo>
                <a:lnTo>
                  <a:pt x="56319" y="158478"/>
                </a:lnTo>
                <a:lnTo>
                  <a:pt x="56318" y="158478"/>
                </a:lnTo>
                <a:lnTo>
                  <a:pt x="56317" y="158478"/>
                </a:lnTo>
                <a:lnTo>
                  <a:pt x="56316" y="158478"/>
                </a:lnTo>
                <a:lnTo>
                  <a:pt x="56315" y="158478"/>
                </a:lnTo>
                <a:lnTo>
                  <a:pt x="56314" y="158478"/>
                </a:lnTo>
                <a:lnTo>
                  <a:pt x="56312" y="158478"/>
                </a:lnTo>
                <a:lnTo>
                  <a:pt x="56311" y="158478"/>
                </a:lnTo>
                <a:lnTo>
                  <a:pt x="56310" y="158478"/>
                </a:lnTo>
                <a:lnTo>
                  <a:pt x="56309" y="158478"/>
                </a:lnTo>
                <a:lnTo>
                  <a:pt x="56308" y="158478"/>
                </a:lnTo>
                <a:lnTo>
                  <a:pt x="56307" y="158478"/>
                </a:lnTo>
                <a:lnTo>
                  <a:pt x="56306" y="158478"/>
                </a:lnTo>
                <a:lnTo>
                  <a:pt x="56305" y="158478"/>
                </a:lnTo>
                <a:lnTo>
                  <a:pt x="56304" y="158478"/>
                </a:lnTo>
                <a:lnTo>
                  <a:pt x="56303" y="158478"/>
                </a:lnTo>
                <a:lnTo>
                  <a:pt x="56302" y="158478"/>
                </a:lnTo>
                <a:lnTo>
                  <a:pt x="56301" y="158478"/>
                </a:lnTo>
                <a:lnTo>
                  <a:pt x="56300" y="158478"/>
                </a:lnTo>
                <a:lnTo>
                  <a:pt x="56298" y="158478"/>
                </a:lnTo>
                <a:lnTo>
                  <a:pt x="56297" y="158478"/>
                </a:lnTo>
                <a:lnTo>
                  <a:pt x="56296" y="158478"/>
                </a:lnTo>
                <a:lnTo>
                  <a:pt x="56295" y="158478"/>
                </a:lnTo>
                <a:lnTo>
                  <a:pt x="56294" y="158478"/>
                </a:lnTo>
                <a:lnTo>
                  <a:pt x="56293" y="158478"/>
                </a:lnTo>
                <a:lnTo>
                  <a:pt x="56292" y="158478"/>
                </a:lnTo>
                <a:lnTo>
                  <a:pt x="56291" y="158478"/>
                </a:lnTo>
                <a:lnTo>
                  <a:pt x="56290" y="158478"/>
                </a:lnTo>
                <a:lnTo>
                  <a:pt x="56289" y="158478"/>
                </a:lnTo>
                <a:lnTo>
                  <a:pt x="56288" y="158478"/>
                </a:lnTo>
                <a:lnTo>
                  <a:pt x="56287" y="158478"/>
                </a:lnTo>
                <a:lnTo>
                  <a:pt x="56286" y="158478"/>
                </a:lnTo>
                <a:lnTo>
                  <a:pt x="56284" y="158478"/>
                </a:lnTo>
                <a:lnTo>
                  <a:pt x="56283" y="158478"/>
                </a:lnTo>
                <a:lnTo>
                  <a:pt x="56282" y="158478"/>
                </a:lnTo>
                <a:lnTo>
                  <a:pt x="56281" y="158478"/>
                </a:lnTo>
                <a:lnTo>
                  <a:pt x="56280" y="158478"/>
                </a:lnTo>
                <a:lnTo>
                  <a:pt x="56279" y="158478"/>
                </a:lnTo>
                <a:lnTo>
                  <a:pt x="56278" y="158478"/>
                </a:lnTo>
                <a:lnTo>
                  <a:pt x="56277" y="158478"/>
                </a:lnTo>
                <a:lnTo>
                  <a:pt x="56276" y="158478"/>
                </a:lnTo>
                <a:lnTo>
                  <a:pt x="56275" y="158478"/>
                </a:lnTo>
                <a:lnTo>
                  <a:pt x="56274" y="158478"/>
                </a:lnTo>
                <a:lnTo>
                  <a:pt x="56273" y="158478"/>
                </a:lnTo>
                <a:lnTo>
                  <a:pt x="56272" y="158478"/>
                </a:lnTo>
                <a:lnTo>
                  <a:pt x="56270" y="158478"/>
                </a:lnTo>
                <a:lnTo>
                  <a:pt x="56269" y="158478"/>
                </a:lnTo>
                <a:lnTo>
                  <a:pt x="56268" y="158478"/>
                </a:lnTo>
                <a:lnTo>
                  <a:pt x="56267" y="158478"/>
                </a:lnTo>
                <a:lnTo>
                  <a:pt x="56266" y="158478"/>
                </a:lnTo>
                <a:lnTo>
                  <a:pt x="56265" y="158478"/>
                </a:lnTo>
                <a:lnTo>
                  <a:pt x="56264" y="158478"/>
                </a:lnTo>
                <a:lnTo>
                  <a:pt x="56263" y="158478"/>
                </a:lnTo>
                <a:lnTo>
                  <a:pt x="56262" y="158478"/>
                </a:lnTo>
                <a:lnTo>
                  <a:pt x="56261" y="158478"/>
                </a:lnTo>
                <a:lnTo>
                  <a:pt x="56260" y="158478"/>
                </a:lnTo>
                <a:lnTo>
                  <a:pt x="56259" y="158478"/>
                </a:lnTo>
                <a:lnTo>
                  <a:pt x="56257" y="158478"/>
                </a:lnTo>
                <a:lnTo>
                  <a:pt x="56256" y="158478"/>
                </a:lnTo>
                <a:lnTo>
                  <a:pt x="56255" y="158478"/>
                </a:lnTo>
                <a:lnTo>
                  <a:pt x="56254" y="158478"/>
                </a:lnTo>
                <a:lnTo>
                  <a:pt x="56253" y="158478"/>
                </a:lnTo>
                <a:lnTo>
                  <a:pt x="56252" y="158478"/>
                </a:lnTo>
                <a:lnTo>
                  <a:pt x="56251" y="158478"/>
                </a:lnTo>
                <a:lnTo>
                  <a:pt x="56250" y="158478"/>
                </a:lnTo>
                <a:lnTo>
                  <a:pt x="56249" y="158478"/>
                </a:lnTo>
                <a:lnTo>
                  <a:pt x="56248" y="158478"/>
                </a:lnTo>
                <a:lnTo>
                  <a:pt x="56247" y="158478"/>
                </a:lnTo>
                <a:lnTo>
                  <a:pt x="56246" y="158478"/>
                </a:lnTo>
                <a:lnTo>
                  <a:pt x="56245" y="158478"/>
                </a:lnTo>
                <a:lnTo>
                  <a:pt x="56243" y="158478"/>
                </a:lnTo>
                <a:lnTo>
                  <a:pt x="56242" y="158478"/>
                </a:lnTo>
                <a:lnTo>
                  <a:pt x="56241" y="158478"/>
                </a:lnTo>
                <a:lnTo>
                  <a:pt x="56240" y="158478"/>
                </a:lnTo>
                <a:lnTo>
                  <a:pt x="56239" y="158478"/>
                </a:lnTo>
                <a:lnTo>
                  <a:pt x="56238" y="158478"/>
                </a:lnTo>
                <a:lnTo>
                  <a:pt x="56237" y="158478"/>
                </a:lnTo>
                <a:lnTo>
                  <a:pt x="56236" y="158478"/>
                </a:lnTo>
                <a:lnTo>
                  <a:pt x="56235" y="158478"/>
                </a:lnTo>
                <a:lnTo>
                  <a:pt x="56234" y="158478"/>
                </a:lnTo>
                <a:lnTo>
                  <a:pt x="56233" y="158478"/>
                </a:lnTo>
                <a:lnTo>
                  <a:pt x="56232" y="158478"/>
                </a:lnTo>
                <a:lnTo>
                  <a:pt x="56231" y="158478"/>
                </a:lnTo>
                <a:lnTo>
                  <a:pt x="56230" y="158478"/>
                </a:lnTo>
                <a:lnTo>
                  <a:pt x="56228" y="158478"/>
                </a:lnTo>
                <a:lnTo>
                  <a:pt x="56227" y="158478"/>
                </a:lnTo>
                <a:lnTo>
                  <a:pt x="56226" y="158478"/>
                </a:lnTo>
                <a:lnTo>
                  <a:pt x="56225" y="158478"/>
                </a:lnTo>
                <a:lnTo>
                  <a:pt x="56224" y="158478"/>
                </a:lnTo>
                <a:lnTo>
                  <a:pt x="56223" y="158478"/>
                </a:lnTo>
                <a:lnTo>
                  <a:pt x="56222" y="158478"/>
                </a:lnTo>
                <a:lnTo>
                  <a:pt x="56221" y="158478"/>
                </a:lnTo>
                <a:lnTo>
                  <a:pt x="56220" y="158478"/>
                </a:lnTo>
                <a:lnTo>
                  <a:pt x="56219" y="158478"/>
                </a:lnTo>
                <a:lnTo>
                  <a:pt x="56218" y="158478"/>
                </a:lnTo>
                <a:lnTo>
                  <a:pt x="56217" y="158478"/>
                </a:lnTo>
                <a:lnTo>
                  <a:pt x="56216" y="158478"/>
                </a:lnTo>
                <a:lnTo>
                  <a:pt x="56214" y="158478"/>
                </a:lnTo>
                <a:lnTo>
                  <a:pt x="56213" y="158478"/>
                </a:lnTo>
                <a:lnTo>
                  <a:pt x="56212" y="158478"/>
                </a:lnTo>
                <a:lnTo>
                  <a:pt x="56211" y="158478"/>
                </a:lnTo>
                <a:lnTo>
                  <a:pt x="56210" y="158478"/>
                </a:lnTo>
                <a:lnTo>
                  <a:pt x="56209" y="158478"/>
                </a:lnTo>
                <a:lnTo>
                  <a:pt x="56208" y="158478"/>
                </a:lnTo>
                <a:lnTo>
                  <a:pt x="56207" y="158478"/>
                </a:lnTo>
                <a:lnTo>
                  <a:pt x="56206" y="158478"/>
                </a:lnTo>
                <a:lnTo>
                  <a:pt x="56205" y="158478"/>
                </a:lnTo>
                <a:lnTo>
                  <a:pt x="56204" y="158478"/>
                </a:lnTo>
                <a:lnTo>
                  <a:pt x="56203" y="158478"/>
                </a:lnTo>
                <a:lnTo>
                  <a:pt x="56202" y="158478"/>
                </a:lnTo>
                <a:lnTo>
                  <a:pt x="56200" y="158478"/>
                </a:lnTo>
                <a:lnTo>
                  <a:pt x="56199" y="158478"/>
                </a:lnTo>
                <a:lnTo>
                  <a:pt x="56198" y="158478"/>
                </a:lnTo>
                <a:lnTo>
                  <a:pt x="56197" y="158478"/>
                </a:lnTo>
                <a:lnTo>
                  <a:pt x="56196" y="158478"/>
                </a:lnTo>
                <a:lnTo>
                  <a:pt x="56195" y="158478"/>
                </a:lnTo>
                <a:lnTo>
                  <a:pt x="56194" y="158478"/>
                </a:lnTo>
                <a:lnTo>
                  <a:pt x="56193" y="158478"/>
                </a:lnTo>
                <a:lnTo>
                  <a:pt x="56192" y="158478"/>
                </a:lnTo>
                <a:lnTo>
                  <a:pt x="56191" y="158478"/>
                </a:lnTo>
                <a:lnTo>
                  <a:pt x="56190" y="158478"/>
                </a:lnTo>
                <a:lnTo>
                  <a:pt x="56189" y="158478"/>
                </a:lnTo>
                <a:lnTo>
                  <a:pt x="56188" y="158478"/>
                </a:lnTo>
                <a:lnTo>
                  <a:pt x="56186" y="158478"/>
                </a:lnTo>
                <a:lnTo>
                  <a:pt x="56185" y="158478"/>
                </a:lnTo>
                <a:lnTo>
                  <a:pt x="56184" y="158478"/>
                </a:lnTo>
                <a:lnTo>
                  <a:pt x="56183" y="158478"/>
                </a:lnTo>
                <a:lnTo>
                  <a:pt x="56182" y="158478"/>
                </a:lnTo>
                <a:lnTo>
                  <a:pt x="56181" y="158478"/>
                </a:lnTo>
                <a:lnTo>
                  <a:pt x="56180" y="158478"/>
                </a:lnTo>
                <a:lnTo>
                  <a:pt x="56179" y="158478"/>
                </a:lnTo>
                <a:lnTo>
                  <a:pt x="56178" y="158478"/>
                </a:lnTo>
                <a:lnTo>
                  <a:pt x="56177" y="158478"/>
                </a:lnTo>
                <a:lnTo>
                  <a:pt x="56176" y="158478"/>
                </a:lnTo>
                <a:lnTo>
                  <a:pt x="56175" y="158478"/>
                </a:lnTo>
                <a:lnTo>
                  <a:pt x="56174" y="158478"/>
                </a:lnTo>
                <a:lnTo>
                  <a:pt x="56172" y="158478"/>
                </a:lnTo>
                <a:lnTo>
                  <a:pt x="56171" y="158478"/>
                </a:lnTo>
                <a:lnTo>
                  <a:pt x="56170" y="158478"/>
                </a:lnTo>
                <a:lnTo>
                  <a:pt x="56169" y="158478"/>
                </a:lnTo>
                <a:lnTo>
                  <a:pt x="56168" y="158478"/>
                </a:lnTo>
                <a:lnTo>
                  <a:pt x="56167" y="158478"/>
                </a:lnTo>
                <a:lnTo>
                  <a:pt x="56166" y="158478"/>
                </a:lnTo>
                <a:lnTo>
                  <a:pt x="56165" y="158478"/>
                </a:lnTo>
                <a:lnTo>
                  <a:pt x="56164" y="158478"/>
                </a:lnTo>
                <a:lnTo>
                  <a:pt x="56163" y="158478"/>
                </a:lnTo>
                <a:lnTo>
                  <a:pt x="56162" y="158478"/>
                </a:lnTo>
                <a:lnTo>
                  <a:pt x="56161" y="158478"/>
                </a:lnTo>
                <a:lnTo>
                  <a:pt x="56160" y="158478"/>
                </a:lnTo>
                <a:lnTo>
                  <a:pt x="56158" y="158478"/>
                </a:lnTo>
                <a:lnTo>
                  <a:pt x="56157" y="158478"/>
                </a:lnTo>
                <a:lnTo>
                  <a:pt x="56156" y="158478"/>
                </a:lnTo>
                <a:lnTo>
                  <a:pt x="56155" y="158478"/>
                </a:lnTo>
                <a:lnTo>
                  <a:pt x="56154" y="158478"/>
                </a:lnTo>
                <a:lnTo>
                  <a:pt x="56153" y="158478"/>
                </a:lnTo>
                <a:lnTo>
                  <a:pt x="56152" y="158478"/>
                </a:lnTo>
                <a:lnTo>
                  <a:pt x="56151" y="158478"/>
                </a:lnTo>
                <a:lnTo>
                  <a:pt x="56150" y="158478"/>
                </a:lnTo>
                <a:lnTo>
                  <a:pt x="56149" y="158478"/>
                </a:lnTo>
                <a:lnTo>
                  <a:pt x="56148" y="158478"/>
                </a:lnTo>
                <a:lnTo>
                  <a:pt x="56147" y="158478"/>
                </a:lnTo>
                <a:lnTo>
                  <a:pt x="56146" y="158478"/>
                </a:lnTo>
                <a:lnTo>
                  <a:pt x="56145" y="158478"/>
                </a:lnTo>
                <a:lnTo>
                  <a:pt x="56143" y="158478"/>
                </a:lnTo>
                <a:lnTo>
                  <a:pt x="56142" y="158478"/>
                </a:lnTo>
                <a:lnTo>
                  <a:pt x="56141" y="158478"/>
                </a:lnTo>
                <a:lnTo>
                  <a:pt x="56140" y="158478"/>
                </a:lnTo>
                <a:lnTo>
                  <a:pt x="56139" y="158478"/>
                </a:lnTo>
                <a:lnTo>
                  <a:pt x="56138" y="158478"/>
                </a:lnTo>
                <a:lnTo>
                  <a:pt x="56137" y="158478"/>
                </a:lnTo>
                <a:lnTo>
                  <a:pt x="56136" y="158478"/>
                </a:lnTo>
                <a:lnTo>
                  <a:pt x="56135" y="158478"/>
                </a:lnTo>
                <a:lnTo>
                  <a:pt x="56134" y="158478"/>
                </a:lnTo>
                <a:lnTo>
                  <a:pt x="56133" y="158478"/>
                </a:lnTo>
                <a:lnTo>
                  <a:pt x="56132" y="158478"/>
                </a:lnTo>
                <a:lnTo>
                  <a:pt x="56131" y="158478"/>
                </a:lnTo>
                <a:lnTo>
                  <a:pt x="56129" y="158478"/>
                </a:lnTo>
                <a:lnTo>
                  <a:pt x="56128" y="158478"/>
                </a:lnTo>
                <a:lnTo>
                  <a:pt x="56127" y="158478"/>
                </a:lnTo>
                <a:lnTo>
                  <a:pt x="56126" y="158478"/>
                </a:lnTo>
                <a:lnTo>
                  <a:pt x="56125" y="158478"/>
                </a:lnTo>
                <a:lnTo>
                  <a:pt x="56124" y="158478"/>
                </a:lnTo>
                <a:lnTo>
                  <a:pt x="56123" y="158478"/>
                </a:lnTo>
                <a:lnTo>
                  <a:pt x="56122" y="158478"/>
                </a:lnTo>
                <a:lnTo>
                  <a:pt x="56121" y="158478"/>
                </a:lnTo>
                <a:lnTo>
                  <a:pt x="56120" y="158478"/>
                </a:lnTo>
                <a:lnTo>
                  <a:pt x="56119" y="158478"/>
                </a:lnTo>
                <a:lnTo>
                  <a:pt x="56118" y="158478"/>
                </a:lnTo>
                <a:lnTo>
                  <a:pt x="56117" y="158478"/>
                </a:lnTo>
                <a:lnTo>
                  <a:pt x="56115" y="158478"/>
                </a:lnTo>
                <a:lnTo>
                  <a:pt x="56114" y="158478"/>
                </a:lnTo>
                <a:lnTo>
                  <a:pt x="56113" y="158478"/>
                </a:lnTo>
                <a:lnTo>
                  <a:pt x="56112" y="158478"/>
                </a:lnTo>
                <a:lnTo>
                  <a:pt x="56111" y="158478"/>
                </a:lnTo>
                <a:lnTo>
                  <a:pt x="56110" y="158478"/>
                </a:lnTo>
                <a:lnTo>
                  <a:pt x="56109" y="158478"/>
                </a:lnTo>
                <a:lnTo>
                  <a:pt x="56108" y="158478"/>
                </a:lnTo>
                <a:lnTo>
                  <a:pt x="56107" y="158478"/>
                </a:lnTo>
                <a:lnTo>
                  <a:pt x="56106" y="158478"/>
                </a:lnTo>
                <a:lnTo>
                  <a:pt x="56105" y="158478"/>
                </a:lnTo>
                <a:lnTo>
                  <a:pt x="56104" y="158478"/>
                </a:lnTo>
                <a:lnTo>
                  <a:pt x="56103" y="158478"/>
                </a:lnTo>
                <a:lnTo>
                  <a:pt x="56102" y="158478"/>
                </a:lnTo>
                <a:lnTo>
                  <a:pt x="56100" y="158478"/>
                </a:lnTo>
                <a:lnTo>
                  <a:pt x="56099" y="158478"/>
                </a:lnTo>
                <a:lnTo>
                  <a:pt x="56098" y="158478"/>
                </a:lnTo>
                <a:lnTo>
                  <a:pt x="56097" y="158478"/>
                </a:lnTo>
                <a:lnTo>
                  <a:pt x="56096" y="158478"/>
                </a:lnTo>
                <a:lnTo>
                  <a:pt x="56095" y="158478"/>
                </a:lnTo>
                <a:lnTo>
                  <a:pt x="56094" y="158478"/>
                </a:lnTo>
                <a:lnTo>
                  <a:pt x="56093" y="158478"/>
                </a:lnTo>
                <a:lnTo>
                  <a:pt x="56092" y="158478"/>
                </a:lnTo>
                <a:lnTo>
                  <a:pt x="56091" y="158478"/>
                </a:lnTo>
                <a:lnTo>
                  <a:pt x="56090" y="158478"/>
                </a:lnTo>
                <a:lnTo>
                  <a:pt x="56089" y="158478"/>
                </a:lnTo>
                <a:lnTo>
                  <a:pt x="56088" y="158478"/>
                </a:lnTo>
                <a:lnTo>
                  <a:pt x="56086" y="158478"/>
                </a:lnTo>
                <a:lnTo>
                  <a:pt x="56085" y="158478"/>
                </a:lnTo>
                <a:lnTo>
                  <a:pt x="56084" y="158478"/>
                </a:lnTo>
                <a:lnTo>
                  <a:pt x="56083" y="158478"/>
                </a:lnTo>
                <a:lnTo>
                  <a:pt x="56082" y="158478"/>
                </a:lnTo>
                <a:lnTo>
                  <a:pt x="56081" y="158478"/>
                </a:lnTo>
                <a:lnTo>
                  <a:pt x="56080" y="158478"/>
                </a:lnTo>
                <a:lnTo>
                  <a:pt x="56079" y="158478"/>
                </a:lnTo>
                <a:lnTo>
                  <a:pt x="56078" y="158478"/>
                </a:lnTo>
                <a:lnTo>
                  <a:pt x="56077" y="158478"/>
                </a:lnTo>
                <a:lnTo>
                  <a:pt x="56076" y="158478"/>
                </a:lnTo>
                <a:lnTo>
                  <a:pt x="56075" y="158478"/>
                </a:lnTo>
                <a:lnTo>
                  <a:pt x="56074" y="158478"/>
                </a:lnTo>
                <a:lnTo>
                  <a:pt x="56073" y="158478"/>
                </a:lnTo>
                <a:lnTo>
                  <a:pt x="56071" y="158478"/>
                </a:lnTo>
                <a:lnTo>
                  <a:pt x="56070" y="158478"/>
                </a:lnTo>
                <a:lnTo>
                  <a:pt x="56069" y="158478"/>
                </a:lnTo>
                <a:lnTo>
                  <a:pt x="56068" y="158478"/>
                </a:lnTo>
                <a:lnTo>
                  <a:pt x="56067" y="158478"/>
                </a:lnTo>
                <a:lnTo>
                  <a:pt x="56066" y="158478"/>
                </a:lnTo>
                <a:lnTo>
                  <a:pt x="56065" y="158478"/>
                </a:lnTo>
                <a:lnTo>
                  <a:pt x="56064" y="158478"/>
                </a:lnTo>
                <a:lnTo>
                  <a:pt x="56063" y="158478"/>
                </a:lnTo>
                <a:lnTo>
                  <a:pt x="56062" y="158478"/>
                </a:lnTo>
                <a:lnTo>
                  <a:pt x="56061" y="158478"/>
                </a:lnTo>
                <a:lnTo>
                  <a:pt x="56060" y="158478"/>
                </a:lnTo>
                <a:lnTo>
                  <a:pt x="56059" y="158478"/>
                </a:lnTo>
                <a:lnTo>
                  <a:pt x="56057" y="158478"/>
                </a:lnTo>
                <a:lnTo>
                  <a:pt x="56056" y="158478"/>
                </a:lnTo>
                <a:lnTo>
                  <a:pt x="56055" y="158478"/>
                </a:lnTo>
                <a:lnTo>
                  <a:pt x="56054" y="158478"/>
                </a:lnTo>
                <a:lnTo>
                  <a:pt x="56053" y="158478"/>
                </a:lnTo>
                <a:lnTo>
                  <a:pt x="56052" y="158478"/>
                </a:lnTo>
                <a:lnTo>
                  <a:pt x="56051" y="158478"/>
                </a:lnTo>
                <a:lnTo>
                  <a:pt x="56050" y="158478"/>
                </a:lnTo>
                <a:lnTo>
                  <a:pt x="56049" y="158478"/>
                </a:lnTo>
                <a:lnTo>
                  <a:pt x="56048" y="158478"/>
                </a:lnTo>
                <a:lnTo>
                  <a:pt x="56047" y="158478"/>
                </a:lnTo>
                <a:lnTo>
                  <a:pt x="56046" y="158478"/>
                </a:lnTo>
                <a:lnTo>
                  <a:pt x="56045" y="158478"/>
                </a:lnTo>
                <a:lnTo>
                  <a:pt x="56044" y="158478"/>
                </a:lnTo>
                <a:lnTo>
                  <a:pt x="56042" y="158478"/>
                </a:lnTo>
                <a:lnTo>
                  <a:pt x="56041" y="158478"/>
                </a:lnTo>
                <a:lnTo>
                  <a:pt x="56040" y="158478"/>
                </a:lnTo>
                <a:lnTo>
                  <a:pt x="56039" y="158478"/>
                </a:lnTo>
                <a:lnTo>
                  <a:pt x="56038" y="158478"/>
                </a:lnTo>
                <a:lnTo>
                  <a:pt x="56037" y="158478"/>
                </a:lnTo>
                <a:lnTo>
                  <a:pt x="56036" y="158478"/>
                </a:lnTo>
                <a:lnTo>
                  <a:pt x="56035" y="158478"/>
                </a:lnTo>
                <a:lnTo>
                  <a:pt x="56034" y="158478"/>
                </a:lnTo>
                <a:lnTo>
                  <a:pt x="56033" y="158478"/>
                </a:lnTo>
                <a:lnTo>
                  <a:pt x="56032" y="158478"/>
                </a:lnTo>
                <a:lnTo>
                  <a:pt x="56031" y="158478"/>
                </a:lnTo>
                <a:lnTo>
                  <a:pt x="56030" y="158478"/>
                </a:lnTo>
                <a:lnTo>
                  <a:pt x="56028" y="158478"/>
                </a:lnTo>
                <a:lnTo>
                  <a:pt x="56027" y="158478"/>
                </a:lnTo>
                <a:lnTo>
                  <a:pt x="56026" y="158478"/>
                </a:lnTo>
                <a:lnTo>
                  <a:pt x="56025" y="158478"/>
                </a:lnTo>
                <a:lnTo>
                  <a:pt x="56024" y="158478"/>
                </a:lnTo>
                <a:lnTo>
                  <a:pt x="56023" y="158478"/>
                </a:lnTo>
                <a:lnTo>
                  <a:pt x="56022" y="158478"/>
                </a:lnTo>
                <a:lnTo>
                  <a:pt x="56021" y="158478"/>
                </a:lnTo>
                <a:lnTo>
                  <a:pt x="56020" y="158478"/>
                </a:lnTo>
                <a:lnTo>
                  <a:pt x="56019" y="158478"/>
                </a:lnTo>
                <a:lnTo>
                  <a:pt x="56018" y="158478"/>
                </a:lnTo>
                <a:lnTo>
                  <a:pt x="56017" y="158478"/>
                </a:lnTo>
                <a:lnTo>
                  <a:pt x="56016" y="158478"/>
                </a:lnTo>
                <a:lnTo>
                  <a:pt x="56015" y="158478"/>
                </a:lnTo>
                <a:lnTo>
                  <a:pt x="56013" y="158478"/>
                </a:lnTo>
                <a:lnTo>
                  <a:pt x="56012" y="158478"/>
                </a:lnTo>
                <a:lnTo>
                  <a:pt x="56011" y="158478"/>
                </a:lnTo>
                <a:lnTo>
                  <a:pt x="56010" y="158478"/>
                </a:lnTo>
                <a:lnTo>
                  <a:pt x="56009" y="158478"/>
                </a:lnTo>
                <a:lnTo>
                  <a:pt x="56008" y="158478"/>
                </a:lnTo>
                <a:lnTo>
                  <a:pt x="56007" y="158478"/>
                </a:lnTo>
                <a:lnTo>
                  <a:pt x="56006" y="158478"/>
                </a:lnTo>
                <a:lnTo>
                  <a:pt x="56005" y="158478"/>
                </a:lnTo>
                <a:lnTo>
                  <a:pt x="56004" y="158478"/>
                </a:lnTo>
                <a:lnTo>
                  <a:pt x="56003" y="158478"/>
                </a:lnTo>
                <a:lnTo>
                  <a:pt x="56002" y="158478"/>
                </a:lnTo>
                <a:lnTo>
                  <a:pt x="56001" y="158478"/>
                </a:lnTo>
                <a:lnTo>
                  <a:pt x="56000" y="158478"/>
                </a:lnTo>
                <a:lnTo>
                  <a:pt x="55998" y="158478"/>
                </a:lnTo>
                <a:lnTo>
                  <a:pt x="55997" y="158478"/>
                </a:lnTo>
                <a:lnTo>
                  <a:pt x="55996" y="158478"/>
                </a:lnTo>
                <a:lnTo>
                  <a:pt x="55995" y="158478"/>
                </a:lnTo>
                <a:lnTo>
                  <a:pt x="55994" y="158478"/>
                </a:lnTo>
                <a:lnTo>
                  <a:pt x="55993" y="158478"/>
                </a:lnTo>
                <a:lnTo>
                  <a:pt x="55992" y="158478"/>
                </a:lnTo>
                <a:lnTo>
                  <a:pt x="55991" y="158478"/>
                </a:lnTo>
                <a:lnTo>
                  <a:pt x="55990" y="158478"/>
                </a:lnTo>
                <a:lnTo>
                  <a:pt x="55989" y="158478"/>
                </a:lnTo>
                <a:lnTo>
                  <a:pt x="55988" y="158478"/>
                </a:lnTo>
                <a:lnTo>
                  <a:pt x="55987" y="158478"/>
                </a:lnTo>
                <a:lnTo>
                  <a:pt x="55986" y="158478"/>
                </a:lnTo>
                <a:lnTo>
                  <a:pt x="55984" y="158478"/>
                </a:lnTo>
                <a:lnTo>
                  <a:pt x="55983" y="158478"/>
                </a:lnTo>
                <a:lnTo>
                  <a:pt x="55982" y="158478"/>
                </a:lnTo>
                <a:lnTo>
                  <a:pt x="55981" y="158478"/>
                </a:lnTo>
                <a:lnTo>
                  <a:pt x="55980" y="158478"/>
                </a:lnTo>
                <a:lnTo>
                  <a:pt x="55979" y="158478"/>
                </a:lnTo>
                <a:lnTo>
                  <a:pt x="55978" y="158478"/>
                </a:lnTo>
                <a:lnTo>
                  <a:pt x="55977" y="158478"/>
                </a:lnTo>
                <a:lnTo>
                  <a:pt x="55976" y="158478"/>
                </a:lnTo>
                <a:lnTo>
                  <a:pt x="55975" y="158478"/>
                </a:lnTo>
                <a:lnTo>
                  <a:pt x="55974" y="158478"/>
                </a:lnTo>
                <a:lnTo>
                  <a:pt x="55973" y="158478"/>
                </a:lnTo>
                <a:lnTo>
                  <a:pt x="55972" y="158478"/>
                </a:lnTo>
                <a:lnTo>
                  <a:pt x="55971" y="158478"/>
                </a:lnTo>
                <a:lnTo>
                  <a:pt x="55969" y="158478"/>
                </a:lnTo>
                <a:lnTo>
                  <a:pt x="55968" y="158478"/>
                </a:lnTo>
                <a:lnTo>
                  <a:pt x="55967" y="158478"/>
                </a:lnTo>
                <a:lnTo>
                  <a:pt x="55966" y="158478"/>
                </a:lnTo>
                <a:lnTo>
                  <a:pt x="55965" y="158478"/>
                </a:lnTo>
                <a:lnTo>
                  <a:pt x="55964" y="158478"/>
                </a:lnTo>
                <a:lnTo>
                  <a:pt x="55963" y="158478"/>
                </a:lnTo>
                <a:lnTo>
                  <a:pt x="55962" y="158478"/>
                </a:lnTo>
                <a:lnTo>
                  <a:pt x="55961" y="158478"/>
                </a:lnTo>
                <a:lnTo>
                  <a:pt x="55960" y="158478"/>
                </a:lnTo>
                <a:lnTo>
                  <a:pt x="55959" y="158478"/>
                </a:lnTo>
                <a:lnTo>
                  <a:pt x="55958" y="158478"/>
                </a:lnTo>
                <a:lnTo>
                  <a:pt x="55957" y="158478"/>
                </a:lnTo>
                <a:lnTo>
                  <a:pt x="55956" y="158478"/>
                </a:lnTo>
                <a:lnTo>
                  <a:pt x="55954" y="158478"/>
                </a:lnTo>
                <a:lnTo>
                  <a:pt x="55953" y="158478"/>
                </a:lnTo>
                <a:lnTo>
                  <a:pt x="55952" y="158478"/>
                </a:lnTo>
                <a:lnTo>
                  <a:pt x="55951" y="158478"/>
                </a:lnTo>
                <a:lnTo>
                  <a:pt x="55950" y="158478"/>
                </a:lnTo>
                <a:lnTo>
                  <a:pt x="55949" y="158478"/>
                </a:lnTo>
                <a:lnTo>
                  <a:pt x="55948" y="158478"/>
                </a:lnTo>
                <a:lnTo>
                  <a:pt x="55947" y="158478"/>
                </a:lnTo>
                <a:lnTo>
                  <a:pt x="55946" y="158478"/>
                </a:lnTo>
                <a:lnTo>
                  <a:pt x="55945" y="158478"/>
                </a:lnTo>
                <a:lnTo>
                  <a:pt x="55944" y="158478"/>
                </a:lnTo>
                <a:lnTo>
                  <a:pt x="55943" y="158478"/>
                </a:lnTo>
                <a:lnTo>
                  <a:pt x="55942" y="158478"/>
                </a:lnTo>
                <a:lnTo>
                  <a:pt x="55941" y="158478"/>
                </a:lnTo>
                <a:lnTo>
                  <a:pt x="55939" y="158478"/>
                </a:lnTo>
                <a:lnTo>
                  <a:pt x="55938" y="158478"/>
                </a:lnTo>
                <a:lnTo>
                  <a:pt x="55937" y="158478"/>
                </a:lnTo>
                <a:lnTo>
                  <a:pt x="55936" y="158478"/>
                </a:lnTo>
                <a:lnTo>
                  <a:pt x="55935" y="158478"/>
                </a:lnTo>
                <a:lnTo>
                  <a:pt x="55934" y="158478"/>
                </a:lnTo>
                <a:lnTo>
                  <a:pt x="55933" y="158478"/>
                </a:lnTo>
                <a:lnTo>
                  <a:pt x="55932" y="158478"/>
                </a:lnTo>
                <a:lnTo>
                  <a:pt x="55931" y="158478"/>
                </a:lnTo>
                <a:lnTo>
                  <a:pt x="55930" y="158478"/>
                </a:lnTo>
                <a:lnTo>
                  <a:pt x="55929" y="158478"/>
                </a:lnTo>
                <a:lnTo>
                  <a:pt x="55928" y="158478"/>
                </a:lnTo>
                <a:lnTo>
                  <a:pt x="55927" y="158478"/>
                </a:lnTo>
                <a:lnTo>
                  <a:pt x="55926" y="158478"/>
                </a:lnTo>
                <a:lnTo>
                  <a:pt x="55924" y="158478"/>
                </a:lnTo>
                <a:lnTo>
                  <a:pt x="55923" y="158478"/>
                </a:lnTo>
                <a:lnTo>
                  <a:pt x="55922" y="158478"/>
                </a:lnTo>
                <a:lnTo>
                  <a:pt x="55921" y="158478"/>
                </a:lnTo>
                <a:lnTo>
                  <a:pt x="55920" y="158478"/>
                </a:lnTo>
                <a:lnTo>
                  <a:pt x="55919" y="158478"/>
                </a:lnTo>
                <a:lnTo>
                  <a:pt x="55918" y="158478"/>
                </a:lnTo>
                <a:lnTo>
                  <a:pt x="55917" y="158478"/>
                </a:lnTo>
                <a:lnTo>
                  <a:pt x="55916" y="158478"/>
                </a:lnTo>
                <a:lnTo>
                  <a:pt x="55915" y="158478"/>
                </a:lnTo>
                <a:lnTo>
                  <a:pt x="55914" y="158478"/>
                </a:lnTo>
                <a:lnTo>
                  <a:pt x="55913" y="158478"/>
                </a:lnTo>
                <a:lnTo>
                  <a:pt x="55912" y="158478"/>
                </a:lnTo>
                <a:lnTo>
                  <a:pt x="55911" y="158478"/>
                </a:lnTo>
                <a:lnTo>
                  <a:pt x="55909" y="158478"/>
                </a:lnTo>
                <a:lnTo>
                  <a:pt x="55908" y="158478"/>
                </a:lnTo>
                <a:lnTo>
                  <a:pt x="55907" y="158478"/>
                </a:lnTo>
                <a:lnTo>
                  <a:pt x="55906" y="158478"/>
                </a:lnTo>
                <a:lnTo>
                  <a:pt x="55905" y="158478"/>
                </a:lnTo>
                <a:lnTo>
                  <a:pt x="55904" y="158478"/>
                </a:lnTo>
                <a:lnTo>
                  <a:pt x="55903" y="158478"/>
                </a:lnTo>
                <a:lnTo>
                  <a:pt x="55902" y="158478"/>
                </a:lnTo>
                <a:lnTo>
                  <a:pt x="55901" y="158478"/>
                </a:lnTo>
                <a:lnTo>
                  <a:pt x="55900" y="158478"/>
                </a:lnTo>
                <a:lnTo>
                  <a:pt x="55899" y="158478"/>
                </a:lnTo>
                <a:lnTo>
                  <a:pt x="55898" y="158478"/>
                </a:lnTo>
                <a:lnTo>
                  <a:pt x="55897" y="158478"/>
                </a:lnTo>
                <a:lnTo>
                  <a:pt x="55896" y="158478"/>
                </a:lnTo>
                <a:lnTo>
                  <a:pt x="55894" y="158478"/>
                </a:lnTo>
                <a:lnTo>
                  <a:pt x="55893" y="158478"/>
                </a:lnTo>
                <a:lnTo>
                  <a:pt x="55892" y="158478"/>
                </a:lnTo>
                <a:lnTo>
                  <a:pt x="55891" y="158478"/>
                </a:lnTo>
                <a:lnTo>
                  <a:pt x="55890" y="158478"/>
                </a:lnTo>
                <a:lnTo>
                  <a:pt x="55889" y="158478"/>
                </a:lnTo>
                <a:lnTo>
                  <a:pt x="55888" y="158478"/>
                </a:lnTo>
                <a:lnTo>
                  <a:pt x="55887" y="158478"/>
                </a:lnTo>
                <a:lnTo>
                  <a:pt x="55886" y="158478"/>
                </a:lnTo>
                <a:lnTo>
                  <a:pt x="55885" y="158478"/>
                </a:lnTo>
                <a:lnTo>
                  <a:pt x="55884" y="158478"/>
                </a:lnTo>
                <a:lnTo>
                  <a:pt x="55883" y="158478"/>
                </a:lnTo>
                <a:lnTo>
                  <a:pt x="55882" y="158478"/>
                </a:lnTo>
                <a:lnTo>
                  <a:pt x="55881" y="158478"/>
                </a:lnTo>
                <a:lnTo>
                  <a:pt x="55879" y="158478"/>
                </a:lnTo>
                <a:lnTo>
                  <a:pt x="55878" y="158478"/>
                </a:lnTo>
                <a:lnTo>
                  <a:pt x="55877" y="158478"/>
                </a:lnTo>
                <a:lnTo>
                  <a:pt x="55876" y="158478"/>
                </a:lnTo>
                <a:lnTo>
                  <a:pt x="55875" y="158478"/>
                </a:lnTo>
                <a:lnTo>
                  <a:pt x="55874" y="158478"/>
                </a:lnTo>
                <a:lnTo>
                  <a:pt x="55873" y="158478"/>
                </a:lnTo>
                <a:lnTo>
                  <a:pt x="55872" y="158478"/>
                </a:lnTo>
                <a:lnTo>
                  <a:pt x="55871" y="158478"/>
                </a:lnTo>
                <a:lnTo>
                  <a:pt x="55870" y="158478"/>
                </a:lnTo>
                <a:lnTo>
                  <a:pt x="55869" y="158478"/>
                </a:lnTo>
                <a:lnTo>
                  <a:pt x="55868" y="158478"/>
                </a:lnTo>
                <a:lnTo>
                  <a:pt x="55867" y="158478"/>
                </a:lnTo>
                <a:lnTo>
                  <a:pt x="55866" y="158478"/>
                </a:lnTo>
                <a:lnTo>
                  <a:pt x="55864" y="158478"/>
                </a:lnTo>
                <a:lnTo>
                  <a:pt x="55863" y="158478"/>
                </a:lnTo>
                <a:lnTo>
                  <a:pt x="55862" y="158478"/>
                </a:lnTo>
                <a:lnTo>
                  <a:pt x="55861" y="158478"/>
                </a:lnTo>
                <a:lnTo>
                  <a:pt x="55860" y="158478"/>
                </a:lnTo>
                <a:lnTo>
                  <a:pt x="55859" y="158478"/>
                </a:lnTo>
                <a:lnTo>
                  <a:pt x="55858" y="158478"/>
                </a:lnTo>
                <a:lnTo>
                  <a:pt x="55857" y="158478"/>
                </a:lnTo>
                <a:lnTo>
                  <a:pt x="55856" y="158478"/>
                </a:lnTo>
                <a:lnTo>
                  <a:pt x="55855" y="158478"/>
                </a:lnTo>
                <a:lnTo>
                  <a:pt x="55854" y="158478"/>
                </a:lnTo>
                <a:lnTo>
                  <a:pt x="55853" y="158478"/>
                </a:lnTo>
                <a:lnTo>
                  <a:pt x="55852" y="158478"/>
                </a:lnTo>
                <a:lnTo>
                  <a:pt x="55851" y="158478"/>
                </a:lnTo>
                <a:lnTo>
                  <a:pt x="55849" y="158478"/>
                </a:lnTo>
                <a:lnTo>
                  <a:pt x="55848" y="158478"/>
                </a:lnTo>
                <a:lnTo>
                  <a:pt x="55847" y="158478"/>
                </a:lnTo>
                <a:lnTo>
                  <a:pt x="55846" y="158478"/>
                </a:lnTo>
                <a:lnTo>
                  <a:pt x="55845" y="158478"/>
                </a:lnTo>
                <a:lnTo>
                  <a:pt x="55844" y="158478"/>
                </a:lnTo>
                <a:lnTo>
                  <a:pt x="55843" y="158478"/>
                </a:lnTo>
                <a:lnTo>
                  <a:pt x="55842" y="158478"/>
                </a:lnTo>
                <a:lnTo>
                  <a:pt x="55841" y="158478"/>
                </a:lnTo>
                <a:lnTo>
                  <a:pt x="55840" y="158478"/>
                </a:lnTo>
                <a:lnTo>
                  <a:pt x="55839" y="158478"/>
                </a:lnTo>
                <a:lnTo>
                  <a:pt x="55838" y="158478"/>
                </a:lnTo>
                <a:lnTo>
                  <a:pt x="55837" y="158478"/>
                </a:lnTo>
                <a:lnTo>
                  <a:pt x="55836" y="158478"/>
                </a:lnTo>
                <a:lnTo>
                  <a:pt x="55834" y="158478"/>
                </a:lnTo>
                <a:lnTo>
                  <a:pt x="55833" y="158478"/>
                </a:lnTo>
                <a:lnTo>
                  <a:pt x="55832" y="158478"/>
                </a:lnTo>
                <a:lnTo>
                  <a:pt x="55831" y="158478"/>
                </a:lnTo>
                <a:lnTo>
                  <a:pt x="55830" y="158478"/>
                </a:lnTo>
                <a:lnTo>
                  <a:pt x="55829" y="158478"/>
                </a:lnTo>
                <a:lnTo>
                  <a:pt x="55828" y="158478"/>
                </a:lnTo>
                <a:lnTo>
                  <a:pt x="55827" y="158478"/>
                </a:lnTo>
                <a:lnTo>
                  <a:pt x="55826" y="158478"/>
                </a:lnTo>
                <a:lnTo>
                  <a:pt x="55825" y="158478"/>
                </a:lnTo>
                <a:lnTo>
                  <a:pt x="55824" y="158478"/>
                </a:lnTo>
                <a:lnTo>
                  <a:pt x="55823" y="158478"/>
                </a:lnTo>
                <a:lnTo>
                  <a:pt x="55822" y="158478"/>
                </a:lnTo>
                <a:lnTo>
                  <a:pt x="55821" y="158478"/>
                </a:lnTo>
                <a:lnTo>
                  <a:pt x="55819" y="158478"/>
                </a:lnTo>
                <a:lnTo>
                  <a:pt x="55818" y="158478"/>
                </a:lnTo>
                <a:lnTo>
                  <a:pt x="55817" y="158478"/>
                </a:lnTo>
                <a:lnTo>
                  <a:pt x="55816" y="158478"/>
                </a:lnTo>
                <a:lnTo>
                  <a:pt x="55815" y="158478"/>
                </a:lnTo>
                <a:lnTo>
                  <a:pt x="55814" y="158478"/>
                </a:lnTo>
                <a:lnTo>
                  <a:pt x="55813" y="158478"/>
                </a:lnTo>
                <a:lnTo>
                  <a:pt x="55812" y="158478"/>
                </a:lnTo>
                <a:lnTo>
                  <a:pt x="55811" y="158478"/>
                </a:lnTo>
                <a:lnTo>
                  <a:pt x="55810" y="158478"/>
                </a:lnTo>
                <a:lnTo>
                  <a:pt x="55809" y="158478"/>
                </a:lnTo>
                <a:lnTo>
                  <a:pt x="55808" y="158478"/>
                </a:lnTo>
                <a:lnTo>
                  <a:pt x="55807" y="158478"/>
                </a:lnTo>
                <a:lnTo>
                  <a:pt x="55806" y="158478"/>
                </a:lnTo>
                <a:lnTo>
                  <a:pt x="55804" y="158478"/>
                </a:lnTo>
                <a:lnTo>
                  <a:pt x="55803" y="158478"/>
                </a:lnTo>
                <a:lnTo>
                  <a:pt x="55802" y="158478"/>
                </a:lnTo>
                <a:lnTo>
                  <a:pt x="55801" y="158478"/>
                </a:lnTo>
                <a:lnTo>
                  <a:pt x="55800" y="158478"/>
                </a:lnTo>
                <a:lnTo>
                  <a:pt x="55799" y="158478"/>
                </a:lnTo>
                <a:lnTo>
                  <a:pt x="55798" y="158478"/>
                </a:lnTo>
                <a:lnTo>
                  <a:pt x="55797" y="158478"/>
                </a:lnTo>
                <a:lnTo>
                  <a:pt x="55796" y="158478"/>
                </a:lnTo>
                <a:lnTo>
                  <a:pt x="55795" y="158478"/>
                </a:lnTo>
                <a:lnTo>
                  <a:pt x="55794" y="158478"/>
                </a:lnTo>
                <a:lnTo>
                  <a:pt x="55793" y="158478"/>
                </a:lnTo>
                <a:lnTo>
                  <a:pt x="55792" y="158478"/>
                </a:lnTo>
                <a:lnTo>
                  <a:pt x="55791" y="158478"/>
                </a:lnTo>
                <a:lnTo>
                  <a:pt x="55790" y="158478"/>
                </a:lnTo>
                <a:lnTo>
                  <a:pt x="55788" y="158478"/>
                </a:lnTo>
                <a:lnTo>
                  <a:pt x="55787" y="158478"/>
                </a:lnTo>
                <a:lnTo>
                  <a:pt x="55786" y="158478"/>
                </a:lnTo>
                <a:lnTo>
                  <a:pt x="55785" y="158478"/>
                </a:lnTo>
                <a:lnTo>
                  <a:pt x="55784" y="158478"/>
                </a:lnTo>
                <a:lnTo>
                  <a:pt x="55783" y="158478"/>
                </a:lnTo>
                <a:lnTo>
                  <a:pt x="55782" y="158478"/>
                </a:lnTo>
                <a:lnTo>
                  <a:pt x="55781" y="158478"/>
                </a:lnTo>
                <a:lnTo>
                  <a:pt x="55780" y="158478"/>
                </a:lnTo>
                <a:lnTo>
                  <a:pt x="55779" y="158478"/>
                </a:lnTo>
                <a:lnTo>
                  <a:pt x="55778" y="158478"/>
                </a:lnTo>
                <a:lnTo>
                  <a:pt x="55777" y="158478"/>
                </a:lnTo>
                <a:lnTo>
                  <a:pt x="55776" y="158478"/>
                </a:lnTo>
                <a:lnTo>
                  <a:pt x="55775" y="158478"/>
                </a:lnTo>
                <a:lnTo>
                  <a:pt x="55773" y="158478"/>
                </a:lnTo>
                <a:lnTo>
                  <a:pt x="55772" y="158478"/>
                </a:lnTo>
                <a:lnTo>
                  <a:pt x="55771" y="158478"/>
                </a:lnTo>
                <a:lnTo>
                  <a:pt x="55770" y="158478"/>
                </a:lnTo>
                <a:lnTo>
                  <a:pt x="55769" y="158478"/>
                </a:lnTo>
                <a:lnTo>
                  <a:pt x="55768" y="158478"/>
                </a:lnTo>
                <a:lnTo>
                  <a:pt x="55767" y="158478"/>
                </a:lnTo>
                <a:lnTo>
                  <a:pt x="55766" y="158478"/>
                </a:lnTo>
                <a:lnTo>
                  <a:pt x="55765" y="158478"/>
                </a:lnTo>
                <a:lnTo>
                  <a:pt x="55764" y="158478"/>
                </a:lnTo>
                <a:lnTo>
                  <a:pt x="55763" y="158478"/>
                </a:lnTo>
                <a:lnTo>
                  <a:pt x="55762" y="158478"/>
                </a:lnTo>
                <a:lnTo>
                  <a:pt x="55761" y="158478"/>
                </a:lnTo>
                <a:lnTo>
                  <a:pt x="55760" y="158478"/>
                </a:lnTo>
                <a:lnTo>
                  <a:pt x="55759" y="158478"/>
                </a:lnTo>
                <a:lnTo>
                  <a:pt x="55757" y="158478"/>
                </a:lnTo>
                <a:lnTo>
                  <a:pt x="55756" y="158478"/>
                </a:lnTo>
                <a:lnTo>
                  <a:pt x="55755" y="158478"/>
                </a:lnTo>
                <a:lnTo>
                  <a:pt x="55754" y="158478"/>
                </a:lnTo>
                <a:lnTo>
                  <a:pt x="55753" y="158478"/>
                </a:lnTo>
                <a:lnTo>
                  <a:pt x="55752" y="158478"/>
                </a:lnTo>
                <a:lnTo>
                  <a:pt x="55751" y="158478"/>
                </a:lnTo>
                <a:lnTo>
                  <a:pt x="55750" y="158478"/>
                </a:lnTo>
                <a:lnTo>
                  <a:pt x="55749" y="158478"/>
                </a:lnTo>
                <a:lnTo>
                  <a:pt x="55748" y="158478"/>
                </a:lnTo>
                <a:lnTo>
                  <a:pt x="55747" y="158478"/>
                </a:lnTo>
                <a:lnTo>
                  <a:pt x="55746" y="158478"/>
                </a:lnTo>
                <a:lnTo>
                  <a:pt x="55745" y="158478"/>
                </a:lnTo>
                <a:lnTo>
                  <a:pt x="55744" y="158478"/>
                </a:lnTo>
                <a:lnTo>
                  <a:pt x="55742" y="158478"/>
                </a:lnTo>
                <a:lnTo>
                  <a:pt x="55741" y="158478"/>
                </a:lnTo>
                <a:lnTo>
                  <a:pt x="55740" y="158478"/>
                </a:lnTo>
                <a:lnTo>
                  <a:pt x="55739" y="158478"/>
                </a:lnTo>
                <a:lnTo>
                  <a:pt x="55738" y="158478"/>
                </a:lnTo>
                <a:lnTo>
                  <a:pt x="55737" y="158478"/>
                </a:lnTo>
                <a:lnTo>
                  <a:pt x="55736" y="158478"/>
                </a:lnTo>
                <a:lnTo>
                  <a:pt x="55735" y="158478"/>
                </a:lnTo>
                <a:lnTo>
                  <a:pt x="55734" y="158478"/>
                </a:lnTo>
                <a:lnTo>
                  <a:pt x="55733" y="158478"/>
                </a:lnTo>
                <a:lnTo>
                  <a:pt x="55732" y="158478"/>
                </a:lnTo>
                <a:lnTo>
                  <a:pt x="55731" y="158478"/>
                </a:lnTo>
                <a:lnTo>
                  <a:pt x="55730" y="158478"/>
                </a:lnTo>
                <a:lnTo>
                  <a:pt x="55729" y="158478"/>
                </a:lnTo>
                <a:lnTo>
                  <a:pt x="55728" y="158478"/>
                </a:lnTo>
                <a:lnTo>
                  <a:pt x="55726" y="158478"/>
                </a:lnTo>
                <a:lnTo>
                  <a:pt x="55725" y="158478"/>
                </a:lnTo>
                <a:lnTo>
                  <a:pt x="55724" y="158478"/>
                </a:lnTo>
                <a:lnTo>
                  <a:pt x="55723" y="158478"/>
                </a:lnTo>
                <a:lnTo>
                  <a:pt x="55722" y="158478"/>
                </a:lnTo>
                <a:lnTo>
                  <a:pt x="55721" y="158478"/>
                </a:lnTo>
                <a:lnTo>
                  <a:pt x="55720" y="158478"/>
                </a:lnTo>
                <a:lnTo>
                  <a:pt x="55719" y="158478"/>
                </a:lnTo>
                <a:lnTo>
                  <a:pt x="55718" y="158478"/>
                </a:lnTo>
                <a:lnTo>
                  <a:pt x="55717" y="158478"/>
                </a:lnTo>
                <a:lnTo>
                  <a:pt x="55716" y="158478"/>
                </a:lnTo>
                <a:lnTo>
                  <a:pt x="55715" y="158478"/>
                </a:lnTo>
                <a:lnTo>
                  <a:pt x="55714" y="158478"/>
                </a:lnTo>
                <a:lnTo>
                  <a:pt x="55713" y="158478"/>
                </a:lnTo>
                <a:lnTo>
                  <a:pt x="55711" y="158478"/>
                </a:lnTo>
                <a:lnTo>
                  <a:pt x="55710" y="158478"/>
                </a:lnTo>
                <a:lnTo>
                  <a:pt x="55709" y="158478"/>
                </a:lnTo>
                <a:lnTo>
                  <a:pt x="55708" y="158478"/>
                </a:lnTo>
                <a:lnTo>
                  <a:pt x="55707" y="158478"/>
                </a:lnTo>
                <a:lnTo>
                  <a:pt x="55706" y="158478"/>
                </a:lnTo>
                <a:lnTo>
                  <a:pt x="55705" y="158478"/>
                </a:lnTo>
                <a:lnTo>
                  <a:pt x="55704" y="158478"/>
                </a:lnTo>
                <a:lnTo>
                  <a:pt x="55703" y="158478"/>
                </a:lnTo>
                <a:lnTo>
                  <a:pt x="55702" y="158478"/>
                </a:lnTo>
                <a:lnTo>
                  <a:pt x="55701" y="158478"/>
                </a:lnTo>
                <a:lnTo>
                  <a:pt x="55700" y="158478"/>
                </a:lnTo>
                <a:lnTo>
                  <a:pt x="55699" y="158478"/>
                </a:lnTo>
                <a:lnTo>
                  <a:pt x="55698" y="158478"/>
                </a:lnTo>
                <a:lnTo>
                  <a:pt x="55697" y="158478"/>
                </a:lnTo>
                <a:lnTo>
                  <a:pt x="55695" y="158478"/>
                </a:lnTo>
                <a:lnTo>
                  <a:pt x="55694" y="158478"/>
                </a:lnTo>
                <a:lnTo>
                  <a:pt x="55693" y="158478"/>
                </a:lnTo>
                <a:lnTo>
                  <a:pt x="55692" y="158478"/>
                </a:lnTo>
                <a:lnTo>
                  <a:pt x="55691" y="158478"/>
                </a:lnTo>
                <a:lnTo>
                  <a:pt x="55690" y="158478"/>
                </a:lnTo>
                <a:lnTo>
                  <a:pt x="55689" y="158478"/>
                </a:lnTo>
                <a:lnTo>
                  <a:pt x="55688" y="158478"/>
                </a:lnTo>
                <a:lnTo>
                  <a:pt x="55687" y="158478"/>
                </a:lnTo>
                <a:lnTo>
                  <a:pt x="55686" y="158478"/>
                </a:lnTo>
                <a:lnTo>
                  <a:pt x="55685" y="158478"/>
                </a:lnTo>
                <a:lnTo>
                  <a:pt x="55684" y="158478"/>
                </a:lnTo>
                <a:lnTo>
                  <a:pt x="55683" y="158478"/>
                </a:lnTo>
                <a:lnTo>
                  <a:pt x="55682" y="158478"/>
                </a:lnTo>
                <a:lnTo>
                  <a:pt x="55680" y="158478"/>
                </a:lnTo>
                <a:lnTo>
                  <a:pt x="55679" y="158478"/>
                </a:lnTo>
                <a:lnTo>
                  <a:pt x="55678" y="158478"/>
                </a:lnTo>
                <a:lnTo>
                  <a:pt x="55677" y="158478"/>
                </a:lnTo>
                <a:lnTo>
                  <a:pt x="55676" y="158478"/>
                </a:lnTo>
                <a:lnTo>
                  <a:pt x="55675" y="158478"/>
                </a:lnTo>
                <a:lnTo>
                  <a:pt x="55674" y="158478"/>
                </a:lnTo>
                <a:lnTo>
                  <a:pt x="55673" y="158478"/>
                </a:lnTo>
                <a:lnTo>
                  <a:pt x="55672" y="158478"/>
                </a:lnTo>
                <a:lnTo>
                  <a:pt x="55671" y="158478"/>
                </a:lnTo>
                <a:lnTo>
                  <a:pt x="55670" y="158478"/>
                </a:lnTo>
                <a:lnTo>
                  <a:pt x="55669" y="158478"/>
                </a:lnTo>
                <a:lnTo>
                  <a:pt x="55668" y="158478"/>
                </a:lnTo>
                <a:lnTo>
                  <a:pt x="55667" y="158478"/>
                </a:lnTo>
                <a:lnTo>
                  <a:pt x="55666" y="158478"/>
                </a:lnTo>
                <a:lnTo>
                  <a:pt x="55664" y="158478"/>
                </a:lnTo>
                <a:lnTo>
                  <a:pt x="55663" y="158478"/>
                </a:lnTo>
                <a:lnTo>
                  <a:pt x="55662" y="158478"/>
                </a:lnTo>
                <a:lnTo>
                  <a:pt x="55661" y="158478"/>
                </a:lnTo>
                <a:lnTo>
                  <a:pt x="55660" y="158478"/>
                </a:lnTo>
                <a:lnTo>
                  <a:pt x="55659" y="158478"/>
                </a:lnTo>
                <a:lnTo>
                  <a:pt x="55658" y="158478"/>
                </a:lnTo>
                <a:lnTo>
                  <a:pt x="55657" y="158478"/>
                </a:lnTo>
                <a:lnTo>
                  <a:pt x="55656" y="158478"/>
                </a:lnTo>
                <a:lnTo>
                  <a:pt x="55655" y="158478"/>
                </a:lnTo>
                <a:lnTo>
                  <a:pt x="55654" y="158478"/>
                </a:lnTo>
                <a:lnTo>
                  <a:pt x="55653" y="158478"/>
                </a:lnTo>
                <a:lnTo>
                  <a:pt x="55652" y="158478"/>
                </a:lnTo>
                <a:lnTo>
                  <a:pt x="55651" y="158478"/>
                </a:lnTo>
                <a:lnTo>
                  <a:pt x="55650" y="158478"/>
                </a:lnTo>
                <a:lnTo>
                  <a:pt x="55648" y="158478"/>
                </a:lnTo>
                <a:lnTo>
                  <a:pt x="55647" y="158478"/>
                </a:lnTo>
                <a:lnTo>
                  <a:pt x="55646" y="158478"/>
                </a:lnTo>
                <a:lnTo>
                  <a:pt x="55645" y="158478"/>
                </a:lnTo>
                <a:lnTo>
                  <a:pt x="55644" y="158478"/>
                </a:lnTo>
                <a:lnTo>
                  <a:pt x="55643" y="158478"/>
                </a:lnTo>
                <a:lnTo>
                  <a:pt x="55642" y="158478"/>
                </a:lnTo>
                <a:lnTo>
                  <a:pt x="55641" y="158478"/>
                </a:lnTo>
                <a:lnTo>
                  <a:pt x="55640" y="158478"/>
                </a:lnTo>
                <a:lnTo>
                  <a:pt x="55639" y="158478"/>
                </a:lnTo>
                <a:lnTo>
                  <a:pt x="55638" y="158478"/>
                </a:lnTo>
                <a:lnTo>
                  <a:pt x="55637" y="158478"/>
                </a:lnTo>
                <a:lnTo>
                  <a:pt x="55636" y="158478"/>
                </a:lnTo>
                <a:lnTo>
                  <a:pt x="55635" y="158478"/>
                </a:lnTo>
                <a:lnTo>
                  <a:pt x="55634" y="158478"/>
                </a:lnTo>
                <a:lnTo>
                  <a:pt x="55632" y="158478"/>
                </a:lnTo>
                <a:lnTo>
                  <a:pt x="55631" y="158478"/>
                </a:lnTo>
                <a:lnTo>
                  <a:pt x="55630" y="158478"/>
                </a:lnTo>
                <a:lnTo>
                  <a:pt x="55629" y="158478"/>
                </a:lnTo>
                <a:lnTo>
                  <a:pt x="55628" y="158478"/>
                </a:lnTo>
                <a:lnTo>
                  <a:pt x="55627" y="158478"/>
                </a:lnTo>
                <a:lnTo>
                  <a:pt x="55626" y="158478"/>
                </a:lnTo>
                <a:lnTo>
                  <a:pt x="55625" y="158478"/>
                </a:lnTo>
                <a:lnTo>
                  <a:pt x="55624" y="158478"/>
                </a:lnTo>
                <a:lnTo>
                  <a:pt x="55623" y="158478"/>
                </a:lnTo>
                <a:lnTo>
                  <a:pt x="55622" y="158478"/>
                </a:lnTo>
                <a:lnTo>
                  <a:pt x="55621" y="158478"/>
                </a:lnTo>
                <a:lnTo>
                  <a:pt x="55620" y="158478"/>
                </a:lnTo>
                <a:lnTo>
                  <a:pt x="55619" y="158478"/>
                </a:lnTo>
                <a:lnTo>
                  <a:pt x="55618" y="158478"/>
                </a:lnTo>
                <a:lnTo>
                  <a:pt x="55616" y="158478"/>
                </a:lnTo>
                <a:lnTo>
                  <a:pt x="55615" y="158478"/>
                </a:lnTo>
                <a:lnTo>
                  <a:pt x="55614" y="158478"/>
                </a:lnTo>
                <a:lnTo>
                  <a:pt x="55613" y="158478"/>
                </a:lnTo>
                <a:lnTo>
                  <a:pt x="55612" y="158478"/>
                </a:lnTo>
                <a:lnTo>
                  <a:pt x="55611" y="158478"/>
                </a:lnTo>
                <a:lnTo>
                  <a:pt x="55610" y="158478"/>
                </a:lnTo>
                <a:lnTo>
                  <a:pt x="55609" y="158478"/>
                </a:lnTo>
                <a:lnTo>
                  <a:pt x="55608" y="158478"/>
                </a:lnTo>
                <a:lnTo>
                  <a:pt x="55607" y="158478"/>
                </a:lnTo>
                <a:lnTo>
                  <a:pt x="55606" y="158478"/>
                </a:lnTo>
                <a:lnTo>
                  <a:pt x="55605" y="158478"/>
                </a:lnTo>
                <a:lnTo>
                  <a:pt x="55604" y="158478"/>
                </a:lnTo>
                <a:lnTo>
                  <a:pt x="55603" y="158478"/>
                </a:lnTo>
                <a:lnTo>
                  <a:pt x="55602" y="158478"/>
                </a:lnTo>
                <a:lnTo>
                  <a:pt x="55600" y="158478"/>
                </a:lnTo>
                <a:lnTo>
                  <a:pt x="55599" y="158478"/>
                </a:lnTo>
                <a:lnTo>
                  <a:pt x="55598" y="158478"/>
                </a:lnTo>
                <a:lnTo>
                  <a:pt x="55597" y="158478"/>
                </a:lnTo>
                <a:lnTo>
                  <a:pt x="55596" y="158478"/>
                </a:lnTo>
                <a:lnTo>
                  <a:pt x="55595" y="158478"/>
                </a:lnTo>
                <a:lnTo>
                  <a:pt x="55594" y="158478"/>
                </a:lnTo>
                <a:lnTo>
                  <a:pt x="55593" y="158478"/>
                </a:lnTo>
                <a:lnTo>
                  <a:pt x="55592" y="158478"/>
                </a:lnTo>
                <a:lnTo>
                  <a:pt x="55591" y="158478"/>
                </a:lnTo>
                <a:lnTo>
                  <a:pt x="55590" y="158478"/>
                </a:lnTo>
                <a:lnTo>
                  <a:pt x="55589" y="158478"/>
                </a:lnTo>
                <a:lnTo>
                  <a:pt x="55588" y="158478"/>
                </a:lnTo>
                <a:lnTo>
                  <a:pt x="55587" y="158478"/>
                </a:lnTo>
                <a:lnTo>
                  <a:pt x="55586" y="158478"/>
                </a:lnTo>
                <a:lnTo>
                  <a:pt x="55584" y="158478"/>
                </a:lnTo>
                <a:lnTo>
                  <a:pt x="55583" y="158478"/>
                </a:lnTo>
                <a:lnTo>
                  <a:pt x="55582" y="158478"/>
                </a:lnTo>
                <a:lnTo>
                  <a:pt x="55581" y="158478"/>
                </a:lnTo>
                <a:lnTo>
                  <a:pt x="55580" y="158478"/>
                </a:lnTo>
                <a:lnTo>
                  <a:pt x="55579" y="158478"/>
                </a:lnTo>
                <a:lnTo>
                  <a:pt x="55578" y="158478"/>
                </a:lnTo>
                <a:lnTo>
                  <a:pt x="55577" y="158478"/>
                </a:lnTo>
                <a:lnTo>
                  <a:pt x="55576" y="158478"/>
                </a:lnTo>
                <a:lnTo>
                  <a:pt x="55575" y="158478"/>
                </a:lnTo>
                <a:lnTo>
                  <a:pt x="55574" y="158478"/>
                </a:lnTo>
                <a:lnTo>
                  <a:pt x="55573" y="158478"/>
                </a:lnTo>
                <a:lnTo>
                  <a:pt x="55572" y="158478"/>
                </a:lnTo>
                <a:lnTo>
                  <a:pt x="55571" y="158478"/>
                </a:lnTo>
                <a:lnTo>
                  <a:pt x="55570" y="158478"/>
                </a:lnTo>
                <a:lnTo>
                  <a:pt x="55568" y="158478"/>
                </a:lnTo>
                <a:lnTo>
                  <a:pt x="55567" y="158478"/>
                </a:lnTo>
                <a:lnTo>
                  <a:pt x="55566" y="158478"/>
                </a:lnTo>
                <a:lnTo>
                  <a:pt x="55565" y="158478"/>
                </a:lnTo>
                <a:lnTo>
                  <a:pt x="55564" y="158478"/>
                </a:lnTo>
                <a:lnTo>
                  <a:pt x="55563" y="158478"/>
                </a:lnTo>
                <a:lnTo>
                  <a:pt x="55562" y="158478"/>
                </a:lnTo>
                <a:lnTo>
                  <a:pt x="55561" y="158478"/>
                </a:lnTo>
                <a:lnTo>
                  <a:pt x="55560" y="158478"/>
                </a:lnTo>
                <a:lnTo>
                  <a:pt x="55559" y="158478"/>
                </a:lnTo>
                <a:lnTo>
                  <a:pt x="55558" y="158478"/>
                </a:lnTo>
                <a:lnTo>
                  <a:pt x="55557" y="158478"/>
                </a:lnTo>
                <a:lnTo>
                  <a:pt x="55556" y="158478"/>
                </a:lnTo>
                <a:lnTo>
                  <a:pt x="55555" y="158478"/>
                </a:lnTo>
                <a:lnTo>
                  <a:pt x="55554" y="158478"/>
                </a:lnTo>
                <a:lnTo>
                  <a:pt x="55552" y="158478"/>
                </a:lnTo>
                <a:lnTo>
                  <a:pt x="55551" y="158478"/>
                </a:lnTo>
                <a:lnTo>
                  <a:pt x="55550" y="158478"/>
                </a:lnTo>
                <a:lnTo>
                  <a:pt x="55549" y="158478"/>
                </a:lnTo>
                <a:lnTo>
                  <a:pt x="55548" y="158478"/>
                </a:lnTo>
                <a:lnTo>
                  <a:pt x="55547" y="158478"/>
                </a:lnTo>
                <a:lnTo>
                  <a:pt x="55546" y="158478"/>
                </a:lnTo>
                <a:lnTo>
                  <a:pt x="55545" y="158478"/>
                </a:lnTo>
                <a:lnTo>
                  <a:pt x="55544" y="158478"/>
                </a:lnTo>
                <a:lnTo>
                  <a:pt x="55543" y="158478"/>
                </a:lnTo>
                <a:lnTo>
                  <a:pt x="55542" y="158478"/>
                </a:lnTo>
                <a:lnTo>
                  <a:pt x="55541" y="158478"/>
                </a:lnTo>
                <a:lnTo>
                  <a:pt x="55540" y="158478"/>
                </a:lnTo>
                <a:lnTo>
                  <a:pt x="55539" y="158478"/>
                </a:lnTo>
                <a:lnTo>
                  <a:pt x="55538" y="158478"/>
                </a:lnTo>
                <a:lnTo>
                  <a:pt x="55536" y="158478"/>
                </a:lnTo>
                <a:lnTo>
                  <a:pt x="55535" y="158478"/>
                </a:lnTo>
                <a:lnTo>
                  <a:pt x="55534" y="158478"/>
                </a:lnTo>
                <a:lnTo>
                  <a:pt x="55533" y="158478"/>
                </a:lnTo>
                <a:lnTo>
                  <a:pt x="55532" y="158478"/>
                </a:lnTo>
                <a:lnTo>
                  <a:pt x="55531" y="158478"/>
                </a:lnTo>
                <a:lnTo>
                  <a:pt x="55530" y="158478"/>
                </a:lnTo>
                <a:lnTo>
                  <a:pt x="55529" y="158478"/>
                </a:lnTo>
                <a:lnTo>
                  <a:pt x="55528" y="158478"/>
                </a:lnTo>
                <a:lnTo>
                  <a:pt x="55527" y="158478"/>
                </a:lnTo>
                <a:lnTo>
                  <a:pt x="55526" y="158478"/>
                </a:lnTo>
                <a:lnTo>
                  <a:pt x="55525" y="158478"/>
                </a:lnTo>
                <a:lnTo>
                  <a:pt x="55524" y="158478"/>
                </a:lnTo>
                <a:lnTo>
                  <a:pt x="55523" y="158478"/>
                </a:lnTo>
                <a:lnTo>
                  <a:pt x="55522" y="158478"/>
                </a:lnTo>
                <a:lnTo>
                  <a:pt x="55520" y="158478"/>
                </a:lnTo>
                <a:lnTo>
                  <a:pt x="55519" y="158478"/>
                </a:lnTo>
                <a:lnTo>
                  <a:pt x="55518" y="158478"/>
                </a:lnTo>
                <a:lnTo>
                  <a:pt x="55517" y="158478"/>
                </a:lnTo>
                <a:lnTo>
                  <a:pt x="55516" y="158478"/>
                </a:lnTo>
                <a:lnTo>
                  <a:pt x="55515" y="158478"/>
                </a:lnTo>
                <a:lnTo>
                  <a:pt x="55514" y="158478"/>
                </a:lnTo>
                <a:lnTo>
                  <a:pt x="55513" y="158478"/>
                </a:lnTo>
                <a:lnTo>
                  <a:pt x="55512" y="158478"/>
                </a:lnTo>
                <a:lnTo>
                  <a:pt x="55511" y="158478"/>
                </a:lnTo>
                <a:lnTo>
                  <a:pt x="55510" y="158478"/>
                </a:lnTo>
                <a:lnTo>
                  <a:pt x="55509" y="158478"/>
                </a:lnTo>
                <a:lnTo>
                  <a:pt x="55508" y="158478"/>
                </a:lnTo>
                <a:lnTo>
                  <a:pt x="55507" y="158478"/>
                </a:lnTo>
                <a:lnTo>
                  <a:pt x="55506" y="158478"/>
                </a:lnTo>
                <a:lnTo>
                  <a:pt x="55504" y="158478"/>
                </a:lnTo>
                <a:lnTo>
                  <a:pt x="55503" y="158478"/>
                </a:lnTo>
                <a:lnTo>
                  <a:pt x="55502" y="158478"/>
                </a:lnTo>
                <a:lnTo>
                  <a:pt x="55501" y="158478"/>
                </a:lnTo>
                <a:lnTo>
                  <a:pt x="55500" y="158478"/>
                </a:lnTo>
                <a:lnTo>
                  <a:pt x="55499" y="158478"/>
                </a:lnTo>
                <a:lnTo>
                  <a:pt x="55498" y="158478"/>
                </a:lnTo>
                <a:lnTo>
                  <a:pt x="55497" y="158478"/>
                </a:lnTo>
                <a:lnTo>
                  <a:pt x="55496" y="158478"/>
                </a:lnTo>
                <a:lnTo>
                  <a:pt x="55495" y="158478"/>
                </a:lnTo>
                <a:lnTo>
                  <a:pt x="55494" y="158478"/>
                </a:lnTo>
                <a:lnTo>
                  <a:pt x="55493" y="158478"/>
                </a:lnTo>
                <a:lnTo>
                  <a:pt x="55492" y="158478"/>
                </a:lnTo>
                <a:lnTo>
                  <a:pt x="55491" y="158478"/>
                </a:lnTo>
                <a:lnTo>
                  <a:pt x="55490" y="158478"/>
                </a:lnTo>
                <a:lnTo>
                  <a:pt x="55489" y="158478"/>
                </a:lnTo>
                <a:lnTo>
                  <a:pt x="55487" y="158478"/>
                </a:lnTo>
                <a:lnTo>
                  <a:pt x="55486" y="158478"/>
                </a:lnTo>
                <a:lnTo>
                  <a:pt x="55485" y="158478"/>
                </a:lnTo>
                <a:lnTo>
                  <a:pt x="55484" y="158478"/>
                </a:lnTo>
                <a:lnTo>
                  <a:pt x="55483" y="158478"/>
                </a:lnTo>
                <a:lnTo>
                  <a:pt x="55482" y="158478"/>
                </a:lnTo>
                <a:lnTo>
                  <a:pt x="55481" y="158478"/>
                </a:lnTo>
                <a:lnTo>
                  <a:pt x="55480" y="158478"/>
                </a:lnTo>
                <a:lnTo>
                  <a:pt x="55479" y="158478"/>
                </a:lnTo>
                <a:lnTo>
                  <a:pt x="55478" y="158478"/>
                </a:lnTo>
                <a:lnTo>
                  <a:pt x="55477" y="158478"/>
                </a:lnTo>
                <a:lnTo>
                  <a:pt x="55476" y="158478"/>
                </a:lnTo>
                <a:lnTo>
                  <a:pt x="55475" y="158478"/>
                </a:lnTo>
                <a:lnTo>
                  <a:pt x="55474" y="158478"/>
                </a:lnTo>
                <a:lnTo>
                  <a:pt x="55473" y="158478"/>
                </a:lnTo>
                <a:lnTo>
                  <a:pt x="55471" y="158478"/>
                </a:lnTo>
                <a:lnTo>
                  <a:pt x="55470" y="158478"/>
                </a:lnTo>
                <a:lnTo>
                  <a:pt x="55469" y="158478"/>
                </a:lnTo>
                <a:lnTo>
                  <a:pt x="55468" y="158478"/>
                </a:lnTo>
                <a:lnTo>
                  <a:pt x="55467" y="158478"/>
                </a:lnTo>
                <a:lnTo>
                  <a:pt x="55466" y="158478"/>
                </a:lnTo>
                <a:lnTo>
                  <a:pt x="55465" y="158478"/>
                </a:lnTo>
                <a:lnTo>
                  <a:pt x="55464" y="158478"/>
                </a:lnTo>
                <a:lnTo>
                  <a:pt x="55463" y="158478"/>
                </a:lnTo>
                <a:lnTo>
                  <a:pt x="55462" y="158478"/>
                </a:lnTo>
                <a:lnTo>
                  <a:pt x="55461" y="158478"/>
                </a:lnTo>
                <a:lnTo>
                  <a:pt x="55460" y="158478"/>
                </a:lnTo>
                <a:lnTo>
                  <a:pt x="55459" y="158478"/>
                </a:lnTo>
                <a:lnTo>
                  <a:pt x="55458" y="158478"/>
                </a:lnTo>
                <a:lnTo>
                  <a:pt x="55457" y="158478"/>
                </a:lnTo>
                <a:lnTo>
                  <a:pt x="55456" y="158478"/>
                </a:lnTo>
                <a:lnTo>
                  <a:pt x="55454" y="158478"/>
                </a:lnTo>
                <a:lnTo>
                  <a:pt x="55453" y="158478"/>
                </a:lnTo>
                <a:lnTo>
                  <a:pt x="55452" y="158478"/>
                </a:lnTo>
                <a:lnTo>
                  <a:pt x="55451" y="158478"/>
                </a:lnTo>
                <a:lnTo>
                  <a:pt x="55450" y="158478"/>
                </a:lnTo>
                <a:lnTo>
                  <a:pt x="55449" y="158478"/>
                </a:lnTo>
                <a:lnTo>
                  <a:pt x="55448" y="158478"/>
                </a:lnTo>
                <a:lnTo>
                  <a:pt x="55447" y="158478"/>
                </a:lnTo>
                <a:lnTo>
                  <a:pt x="55446" y="158478"/>
                </a:lnTo>
                <a:lnTo>
                  <a:pt x="55445" y="158478"/>
                </a:lnTo>
                <a:lnTo>
                  <a:pt x="55444" y="158478"/>
                </a:lnTo>
                <a:lnTo>
                  <a:pt x="55443" y="158478"/>
                </a:lnTo>
                <a:lnTo>
                  <a:pt x="55442" y="158478"/>
                </a:lnTo>
                <a:lnTo>
                  <a:pt x="55441" y="158478"/>
                </a:lnTo>
                <a:lnTo>
                  <a:pt x="55440" y="158478"/>
                </a:lnTo>
                <a:lnTo>
                  <a:pt x="55438" y="158478"/>
                </a:lnTo>
                <a:lnTo>
                  <a:pt x="55437" y="158478"/>
                </a:lnTo>
                <a:lnTo>
                  <a:pt x="55436" y="158478"/>
                </a:lnTo>
                <a:lnTo>
                  <a:pt x="55435" y="158478"/>
                </a:lnTo>
                <a:lnTo>
                  <a:pt x="55434" y="158478"/>
                </a:lnTo>
                <a:lnTo>
                  <a:pt x="55433" y="158478"/>
                </a:lnTo>
                <a:lnTo>
                  <a:pt x="55432" y="158478"/>
                </a:lnTo>
                <a:lnTo>
                  <a:pt x="55431" y="158478"/>
                </a:lnTo>
                <a:lnTo>
                  <a:pt x="55430" y="158478"/>
                </a:lnTo>
                <a:lnTo>
                  <a:pt x="55429" y="158478"/>
                </a:lnTo>
                <a:lnTo>
                  <a:pt x="55428" y="158478"/>
                </a:lnTo>
                <a:lnTo>
                  <a:pt x="55427" y="158478"/>
                </a:lnTo>
                <a:lnTo>
                  <a:pt x="55426" y="158478"/>
                </a:lnTo>
                <a:lnTo>
                  <a:pt x="55425" y="158478"/>
                </a:lnTo>
                <a:lnTo>
                  <a:pt x="55424" y="158478"/>
                </a:lnTo>
                <a:lnTo>
                  <a:pt x="55423" y="158478"/>
                </a:lnTo>
                <a:lnTo>
                  <a:pt x="55421" y="158478"/>
                </a:lnTo>
                <a:lnTo>
                  <a:pt x="55420" y="158478"/>
                </a:lnTo>
                <a:lnTo>
                  <a:pt x="55419" y="158478"/>
                </a:lnTo>
                <a:lnTo>
                  <a:pt x="55418" y="158478"/>
                </a:lnTo>
                <a:lnTo>
                  <a:pt x="55417" y="158478"/>
                </a:lnTo>
                <a:lnTo>
                  <a:pt x="55416" y="158478"/>
                </a:lnTo>
                <a:lnTo>
                  <a:pt x="55415" y="158478"/>
                </a:lnTo>
                <a:lnTo>
                  <a:pt x="55414" y="158478"/>
                </a:lnTo>
                <a:lnTo>
                  <a:pt x="55413" y="158478"/>
                </a:lnTo>
                <a:lnTo>
                  <a:pt x="55412" y="158478"/>
                </a:lnTo>
                <a:lnTo>
                  <a:pt x="55411" y="158478"/>
                </a:lnTo>
                <a:lnTo>
                  <a:pt x="55410" y="158478"/>
                </a:lnTo>
                <a:lnTo>
                  <a:pt x="55409" y="158478"/>
                </a:lnTo>
                <a:lnTo>
                  <a:pt x="55408" y="158478"/>
                </a:lnTo>
                <a:lnTo>
                  <a:pt x="55407" y="158478"/>
                </a:lnTo>
                <a:lnTo>
                  <a:pt x="55405" y="158478"/>
                </a:lnTo>
                <a:lnTo>
                  <a:pt x="55404" y="158478"/>
                </a:lnTo>
                <a:lnTo>
                  <a:pt x="55403" y="158478"/>
                </a:lnTo>
                <a:lnTo>
                  <a:pt x="55402" y="158478"/>
                </a:lnTo>
                <a:lnTo>
                  <a:pt x="55401" y="158478"/>
                </a:lnTo>
                <a:lnTo>
                  <a:pt x="55400" y="158478"/>
                </a:lnTo>
                <a:lnTo>
                  <a:pt x="55399" y="158478"/>
                </a:lnTo>
                <a:lnTo>
                  <a:pt x="55398" y="158478"/>
                </a:lnTo>
                <a:lnTo>
                  <a:pt x="55397" y="158478"/>
                </a:lnTo>
                <a:lnTo>
                  <a:pt x="55396" y="158478"/>
                </a:lnTo>
                <a:lnTo>
                  <a:pt x="55395" y="158478"/>
                </a:lnTo>
                <a:lnTo>
                  <a:pt x="55394" y="158478"/>
                </a:lnTo>
                <a:lnTo>
                  <a:pt x="55393" y="158478"/>
                </a:lnTo>
                <a:lnTo>
                  <a:pt x="55392" y="158478"/>
                </a:lnTo>
                <a:lnTo>
                  <a:pt x="55391" y="158478"/>
                </a:lnTo>
                <a:lnTo>
                  <a:pt x="55390" y="158478"/>
                </a:lnTo>
                <a:lnTo>
                  <a:pt x="55388" y="158478"/>
                </a:lnTo>
                <a:lnTo>
                  <a:pt x="55387" y="158478"/>
                </a:lnTo>
                <a:lnTo>
                  <a:pt x="55386" y="158478"/>
                </a:lnTo>
                <a:lnTo>
                  <a:pt x="55385" y="158478"/>
                </a:lnTo>
                <a:lnTo>
                  <a:pt x="55384" y="158478"/>
                </a:lnTo>
                <a:lnTo>
                  <a:pt x="55383" y="158478"/>
                </a:lnTo>
                <a:lnTo>
                  <a:pt x="55382" y="158478"/>
                </a:lnTo>
                <a:lnTo>
                  <a:pt x="55381" y="158478"/>
                </a:lnTo>
                <a:lnTo>
                  <a:pt x="55380" y="158478"/>
                </a:lnTo>
                <a:lnTo>
                  <a:pt x="55379" y="158478"/>
                </a:lnTo>
                <a:lnTo>
                  <a:pt x="55378" y="158478"/>
                </a:lnTo>
                <a:lnTo>
                  <a:pt x="55377" y="158478"/>
                </a:lnTo>
                <a:lnTo>
                  <a:pt x="55376" y="158478"/>
                </a:lnTo>
                <a:lnTo>
                  <a:pt x="55375" y="158478"/>
                </a:lnTo>
                <a:lnTo>
                  <a:pt x="55374" y="158478"/>
                </a:lnTo>
                <a:lnTo>
                  <a:pt x="55373" y="158478"/>
                </a:lnTo>
                <a:lnTo>
                  <a:pt x="55371" y="158478"/>
                </a:lnTo>
                <a:lnTo>
                  <a:pt x="55370" y="158478"/>
                </a:lnTo>
                <a:lnTo>
                  <a:pt x="55369" y="158478"/>
                </a:lnTo>
                <a:lnTo>
                  <a:pt x="55368" y="158478"/>
                </a:lnTo>
                <a:lnTo>
                  <a:pt x="55367" y="158478"/>
                </a:lnTo>
                <a:lnTo>
                  <a:pt x="55366" y="158478"/>
                </a:lnTo>
                <a:lnTo>
                  <a:pt x="55365" y="158478"/>
                </a:lnTo>
                <a:lnTo>
                  <a:pt x="55364" y="158478"/>
                </a:lnTo>
                <a:lnTo>
                  <a:pt x="55363" y="158478"/>
                </a:lnTo>
                <a:lnTo>
                  <a:pt x="55362" y="158478"/>
                </a:lnTo>
                <a:lnTo>
                  <a:pt x="55361" y="158478"/>
                </a:lnTo>
                <a:lnTo>
                  <a:pt x="55360" y="158478"/>
                </a:lnTo>
                <a:lnTo>
                  <a:pt x="55359" y="158478"/>
                </a:lnTo>
                <a:lnTo>
                  <a:pt x="55358" y="158478"/>
                </a:lnTo>
                <a:lnTo>
                  <a:pt x="55357" y="158478"/>
                </a:lnTo>
                <a:lnTo>
                  <a:pt x="55356" y="158478"/>
                </a:lnTo>
                <a:lnTo>
                  <a:pt x="55354" y="158478"/>
                </a:lnTo>
                <a:lnTo>
                  <a:pt x="55353" y="158478"/>
                </a:lnTo>
                <a:lnTo>
                  <a:pt x="55352" y="158478"/>
                </a:lnTo>
                <a:lnTo>
                  <a:pt x="55351" y="158478"/>
                </a:lnTo>
                <a:lnTo>
                  <a:pt x="55350" y="158478"/>
                </a:lnTo>
                <a:lnTo>
                  <a:pt x="55349" y="158478"/>
                </a:lnTo>
                <a:lnTo>
                  <a:pt x="55348" y="158478"/>
                </a:lnTo>
                <a:lnTo>
                  <a:pt x="55347" y="158478"/>
                </a:lnTo>
                <a:lnTo>
                  <a:pt x="55346" y="158478"/>
                </a:lnTo>
                <a:lnTo>
                  <a:pt x="55345" y="158478"/>
                </a:lnTo>
                <a:lnTo>
                  <a:pt x="55344" y="158478"/>
                </a:lnTo>
                <a:lnTo>
                  <a:pt x="55343" y="158478"/>
                </a:lnTo>
                <a:lnTo>
                  <a:pt x="55342" y="158478"/>
                </a:lnTo>
                <a:lnTo>
                  <a:pt x="55341" y="158478"/>
                </a:lnTo>
                <a:lnTo>
                  <a:pt x="55340" y="158478"/>
                </a:lnTo>
                <a:lnTo>
                  <a:pt x="55339" y="158478"/>
                </a:lnTo>
                <a:lnTo>
                  <a:pt x="55337" y="158478"/>
                </a:lnTo>
                <a:lnTo>
                  <a:pt x="55336" y="158478"/>
                </a:lnTo>
                <a:lnTo>
                  <a:pt x="55335" y="158478"/>
                </a:lnTo>
                <a:lnTo>
                  <a:pt x="55334" y="158478"/>
                </a:lnTo>
                <a:lnTo>
                  <a:pt x="55333" y="158478"/>
                </a:lnTo>
                <a:lnTo>
                  <a:pt x="55332" y="158478"/>
                </a:lnTo>
                <a:lnTo>
                  <a:pt x="55331" y="158478"/>
                </a:lnTo>
                <a:lnTo>
                  <a:pt x="55330" y="158478"/>
                </a:lnTo>
                <a:lnTo>
                  <a:pt x="55329" y="158478"/>
                </a:lnTo>
                <a:lnTo>
                  <a:pt x="55328" y="158478"/>
                </a:lnTo>
                <a:lnTo>
                  <a:pt x="55327" y="158478"/>
                </a:lnTo>
                <a:lnTo>
                  <a:pt x="55326" y="158478"/>
                </a:lnTo>
                <a:lnTo>
                  <a:pt x="55325" y="158478"/>
                </a:lnTo>
                <a:lnTo>
                  <a:pt x="55324" y="158478"/>
                </a:lnTo>
                <a:lnTo>
                  <a:pt x="55323" y="158478"/>
                </a:lnTo>
                <a:lnTo>
                  <a:pt x="55322" y="158478"/>
                </a:lnTo>
                <a:lnTo>
                  <a:pt x="55320" y="158478"/>
                </a:lnTo>
                <a:lnTo>
                  <a:pt x="55319" y="158478"/>
                </a:lnTo>
                <a:lnTo>
                  <a:pt x="55318" y="158478"/>
                </a:lnTo>
                <a:lnTo>
                  <a:pt x="55317" y="158478"/>
                </a:lnTo>
                <a:lnTo>
                  <a:pt x="55316" y="158478"/>
                </a:lnTo>
                <a:lnTo>
                  <a:pt x="55315" y="158478"/>
                </a:lnTo>
                <a:lnTo>
                  <a:pt x="55314" y="158478"/>
                </a:lnTo>
                <a:lnTo>
                  <a:pt x="55313" y="158478"/>
                </a:lnTo>
                <a:lnTo>
                  <a:pt x="55312" y="158478"/>
                </a:lnTo>
                <a:lnTo>
                  <a:pt x="55311" y="158478"/>
                </a:lnTo>
                <a:lnTo>
                  <a:pt x="55310" y="158478"/>
                </a:lnTo>
                <a:lnTo>
                  <a:pt x="55309" y="158478"/>
                </a:lnTo>
                <a:lnTo>
                  <a:pt x="55308" y="158478"/>
                </a:lnTo>
                <a:lnTo>
                  <a:pt x="55307" y="158478"/>
                </a:lnTo>
                <a:lnTo>
                  <a:pt x="55306" y="158478"/>
                </a:lnTo>
                <a:lnTo>
                  <a:pt x="55305" y="158478"/>
                </a:lnTo>
                <a:lnTo>
                  <a:pt x="55303" y="158478"/>
                </a:lnTo>
                <a:lnTo>
                  <a:pt x="55302" y="158478"/>
                </a:lnTo>
                <a:lnTo>
                  <a:pt x="55301" y="158478"/>
                </a:lnTo>
                <a:lnTo>
                  <a:pt x="55300" y="158478"/>
                </a:lnTo>
                <a:lnTo>
                  <a:pt x="55299" y="158478"/>
                </a:lnTo>
                <a:lnTo>
                  <a:pt x="55298" y="158478"/>
                </a:lnTo>
                <a:lnTo>
                  <a:pt x="55297" y="158478"/>
                </a:lnTo>
                <a:lnTo>
                  <a:pt x="55296" y="158478"/>
                </a:lnTo>
                <a:lnTo>
                  <a:pt x="55295" y="158478"/>
                </a:lnTo>
                <a:lnTo>
                  <a:pt x="55294" y="158478"/>
                </a:lnTo>
                <a:lnTo>
                  <a:pt x="55293" y="158478"/>
                </a:lnTo>
                <a:lnTo>
                  <a:pt x="55292" y="158478"/>
                </a:lnTo>
                <a:lnTo>
                  <a:pt x="55291" y="158478"/>
                </a:lnTo>
                <a:lnTo>
                  <a:pt x="55290" y="158478"/>
                </a:lnTo>
                <a:lnTo>
                  <a:pt x="55289" y="158478"/>
                </a:lnTo>
                <a:lnTo>
                  <a:pt x="55288" y="158478"/>
                </a:lnTo>
                <a:lnTo>
                  <a:pt x="55286" y="158478"/>
                </a:lnTo>
                <a:lnTo>
                  <a:pt x="55285" y="158478"/>
                </a:lnTo>
                <a:lnTo>
                  <a:pt x="55284" y="158478"/>
                </a:lnTo>
                <a:lnTo>
                  <a:pt x="55283" y="158478"/>
                </a:lnTo>
                <a:lnTo>
                  <a:pt x="55282" y="158478"/>
                </a:lnTo>
                <a:lnTo>
                  <a:pt x="55281" y="158478"/>
                </a:lnTo>
                <a:lnTo>
                  <a:pt x="55280" y="158478"/>
                </a:lnTo>
                <a:lnTo>
                  <a:pt x="55279" y="158478"/>
                </a:lnTo>
                <a:lnTo>
                  <a:pt x="55278" y="158478"/>
                </a:lnTo>
                <a:lnTo>
                  <a:pt x="55277" y="158478"/>
                </a:lnTo>
                <a:lnTo>
                  <a:pt x="55276" y="158478"/>
                </a:lnTo>
                <a:lnTo>
                  <a:pt x="55275" y="158478"/>
                </a:lnTo>
                <a:lnTo>
                  <a:pt x="55274" y="158478"/>
                </a:lnTo>
                <a:lnTo>
                  <a:pt x="55273" y="158478"/>
                </a:lnTo>
                <a:lnTo>
                  <a:pt x="55272" y="158478"/>
                </a:lnTo>
                <a:lnTo>
                  <a:pt x="55271" y="158478"/>
                </a:lnTo>
                <a:lnTo>
                  <a:pt x="55269" y="158478"/>
                </a:lnTo>
                <a:lnTo>
                  <a:pt x="55268" y="158478"/>
                </a:lnTo>
                <a:lnTo>
                  <a:pt x="55267" y="158478"/>
                </a:lnTo>
                <a:lnTo>
                  <a:pt x="55266" y="158478"/>
                </a:lnTo>
                <a:lnTo>
                  <a:pt x="55265" y="158478"/>
                </a:lnTo>
                <a:lnTo>
                  <a:pt x="55264" y="158478"/>
                </a:lnTo>
                <a:lnTo>
                  <a:pt x="55263" y="158478"/>
                </a:lnTo>
                <a:lnTo>
                  <a:pt x="55262" y="158478"/>
                </a:lnTo>
                <a:lnTo>
                  <a:pt x="55261" y="158478"/>
                </a:lnTo>
                <a:lnTo>
                  <a:pt x="55260" y="158478"/>
                </a:lnTo>
                <a:lnTo>
                  <a:pt x="55259" y="158478"/>
                </a:lnTo>
                <a:lnTo>
                  <a:pt x="55258" y="158478"/>
                </a:lnTo>
                <a:lnTo>
                  <a:pt x="55257" y="158478"/>
                </a:lnTo>
                <a:lnTo>
                  <a:pt x="55256" y="158478"/>
                </a:lnTo>
                <a:lnTo>
                  <a:pt x="55255" y="158478"/>
                </a:lnTo>
                <a:lnTo>
                  <a:pt x="55254" y="158478"/>
                </a:lnTo>
                <a:lnTo>
                  <a:pt x="55252" y="158478"/>
                </a:lnTo>
                <a:lnTo>
                  <a:pt x="55251" y="158478"/>
                </a:lnTo>
                <a:lnTo>
                  <a:pt x="55250" y="158478"/>
                </a:lnTo>
                <a:lnTo>
                  <a:pt x="55249" y="158478"/>
                </a:lnTo>
                <a:lnTo>
                  <a:pt x="55248" y="158478"/>
                </a:lnTo>
                <a:lnTo>
                  <a:pt x="55247" y="158478"/>
                </a:lnTo>
                <a:lnTo>
                  <a:pt x="55246" y="158478"/>
                </a:lnTo>
                <a:lnTo>
                  <a:pt x="55245" y="158478"/>
                </a:lnTo>
                <a:lnTo>
                  <a:pt x="55244" y="158478"/>
                </a:lnTo>
                <a:lnTo>
                  <a:pt x="55243" y="158478"/>
                </a:lnTo>
                <a:lnTo>
                  <a:pt x="55242" y="158478"/>
                </a:lnTo>
                <a:lnTo>
                  <a:pt x="55241" y="158478"/>
                </a:lnTo>
                <a:lnTo>
                  <a:pt x="55240" y="158478"/>
                </a:lnTo>
                <a:lnTo>
                  <a:pt x="55239" y="158478"/>
                </a:lnTo>
                <a:lnTo>
                  <a:pt x="55238" y="158478"/>
                </a:lnTo>
                <a:lnTo>
                  <a:pt x="55237" y="158478"/>
                </a:lnTo>
                <a:lnTo>
                  <a:pt x="55235" y="158478"/>
                </a:lnTo>
                <a:lnTo>
                  <a:pt x="55234" y="158478"/>
                </a:lnTo>
                <a:lnTo>
                  <a:pt x="55233" y="158478"/>
                </a:lnTo>
                <a:lnTo>
                  <a:pt x="55232" y="158478"/>
                </a:lnTo>
                <a:lnTo>
                  <a:pt x="55231" y="158478"/>
                </a:lnTo>
                <a:lnTo>
                  <a:pt x="55230" y="158478"/>
                </a:lnTo>
                <a:lnTo>
                  <a:pt x="55229" y="158478"/>
                </a:lnTo>
                <a:lnTo>
                  <a:pt x="55228" y="158478"/>
                </a:lnTo>
                <a:lnTo>
                  <a:pt x="55227" y="158478"/>
                </a:lnTo>
                <a:lnTo>
                  <a:pt x="55226" y="158478"/>
                </a:lnTo>
                <a:lnTo>
                  <a:pt x="55225" y="158478"/>
                </a:lnTo>
                <a:lnTo>
                  <a:pt x="55224" y="158478"/>
                </a:lnTo>
                <a:lnTo>
                  <a:pt x="55223" y="158478"/>
                </a:lnTo>
                <a:lnTo>
                  <a:pt x="55222" y="158478"/>
                </a:lnTo>
                <a:lnTo>
                  <a:pt x="55221" y="158478"/>
                </a:lnTo>
                <a:lnTo>
                  <a:pt x="55220" y="158478"/>
                </a:lnTo>
                <a:lnTo>
                  <a:pt x="55219" y="158478"/>
                </a:lnTo>
                <a:lnTo>
                  <a:pt x="55217" y="158478"/>
                </a:lnTo>
                <a:lnTo>
                  <a:pt x="55216" y="158478"/>
                </a:lnTo>
                <a:lnTo>
                  <a:pt x="55215" y="158478"/>
                </a:lnTo>
                <a:lnTo>
                  <a:pt x="55214" y="158478"/>
                </a:lnTo>
                <a:lnTo>
                  <a:pt x="55213" y="158478"/>
                </a:lnTo>
                <a:lnTo>
                  <a:pt x="55212" y="158478"/>
                </a:lnTo>
                <a:lnTo>
                  <a:pt x="55211" y="158478"/>
                </a:lnTo>
                <a:lnTo>
                  <a:pt x="55210" y="158478"/>
                </a:lnTo>
                <a:lnTo>
                  <a:pt x="55209" y="158478"/>
                </a:lnTo>
                <a:lnTo>
                  <a:pt x="55208" y="158478"/>
                </a:lnTo>
                <a:lnTo>
                  <a:pt x="55207" y="158478"/>
                </a:lnTo>
                <a:lnTo>
                  <a:pt x="55206" y="158478"/>
                </a:lnTo>
                <a:lnTo>
                  <a:pt x="55205" y="158478"/>
                </a:lnTo>
                <a:lnTo>
                  <a:pt x="55204" y="158478"/>
                </a:lnTo>
                <a:lnTo>
                  <a:pt x="55203" y="158478"/>
                </a:lnTo>
                <a:lnTo>
                  <a:pt x="55202" y="158478"/>
                </a:lnTo>
                <a:lnTo>
                  <a:pt x="55200" y="158478"/>
                </a:lnTo>
                <a:lnTo>
                  <a:pt x="55199" y="158478"/>
                </a:lnTo>
                <a:lnTo>
                  <a:pt x="55198" y="158478"/>
                </a:lnTo>
                <a:lnTo>
                  <a:pt x="55197" y="158478"/>
                </a:lnTo>
                <a:lnTo>
                  <a:pt x="55196" y="158478"/>
                </a:lnTo>
                <a:lnTo>
                  <a:pt x="55195" y="158478"/>
                </a:lnTo>
                <a:lnTo>
                  <a:pt x="55194" y="158478"/>
                </a:lnTo>
                <a:lnTo>
                  <a:pt x="55193" y="158478"/>
                </a:lnTo>
                <a:lnTo>
                  <a:pt x="55192" y="158478"/>
                </a:lnTo>
                <a:lnTo>
                  <a:pt x="55191" y="158478"/>
                </a:lnTo>
                <a:lnTo>
                  <a:pt x="55190" y="158478"/>
                </a:lnTo>
                <a:lnTo>
                  <a:pt x="55189" y="158478"/>
                </a:lnTo>
                <a:lnTo>
                  <a:pt x="55188" y="158478"/>
                </a:lnTo>
                <a:lnTo>
                  <a:pt x="55187" y="158478"/>
                </a:lnTo>
                <a:lnTo>
                  <a:pt x="55186" y="158478"/>
                </a:lnTo>
                <a:lnTo>
                  <a:pt x="55185" y="158478"/>
                </a:lnTo>
                <a:lnTo>
                  <a:pt x="55184" y="158478"/>
                </a:lnTo>
                <a:lnTo>
                  <a:pt x="55182" y="158478"/>
                </a:lnTo>
                <a:lnTo>
                  <a:pt x="55181" y="158478"/>
                </a:lnTo>
                <a:lnTo>
                  <a:pt x="55180" y="158478"/>
                </a:lnTo>
                <a:lnTo>
                  <a:pt x="55179" y="158478"/>
                </a:lnTo>
                <a:lnTo>
                  <a:pt x="55178" y="158478"/>
                </a:lnTo>
                <a:lnTo>
                  <a:pt x="55177" y="158478"/>
                </a:lnTo>
                <a:lnTo>
                  <a:pt x="55176" y="158478"/>
                </a:lnTo>
                <a:lnTo>
                  <a:pt x="55175" y="158478"/>
                </a:lnTo>
                <a:lnTo>
                  <a:pt x="55174" y="158478"/>
                </a:lnTo>
                <a:lnTo>
                  <a:pt x="55173" y="158478"/>
                </a:lnTo>
                <a:lnTo>
                  <a:pt x="55172" y="158478"/>
                </a:lnTo>
                <a:lnTo>
                  <a:pt x="55171" y="158478"/>
                </a:lnTo>
                <a:lnTo>
                  <a:pt x="55170" y="158478"/>
                </a:lnTo>
                <a:lnTo>
                  <a:pt x="55169" y="158478"/>
                </a:lnTo>
                <a:lnTo>
                  <a:pt x="55168" y="158478"/>
                </a:lnTo>
                <a:lnTo>
                  <a:pt x="55167" y="158478"/>
                </a:lnTo>
                <a:lnTo>
                  <a:pt x="55165" y="158478"/>
                </a:lnTo>
                <a:lnTo>
                  <a:pt x="55164" y="158478"/>
                </a:lnTo>
                <a:lnTo>
                  <a:pt x="55163" y="158478"/>
                </a:lnTo>
                <a:lnTo>
                  <a:pt x="55162" y="158478"/>
                </a:lnTo>
                <a:lnTo>
                  <a:pt x="55161" y="158478"/>
                </a:lnTo>
                <a:lnTo>
                  <a:pt x="55160" y="158478"/>
                </a:lnTo>
                <a:lnTo>
                  <a:pt x="55159" y="158478"/>
                </a:lnTo>
                <a:lnTo>
                  <a:pt x="55158" y="158478"/>
                </a:lnTo>
                <a:lnTo>
                  <a:pt x="55157" y="158478"/>
                </a:lnTo>
                <a:lnTo>
                  <a:pt x="55156" y="158478"/>
                </a:lnTo>
                <a:lnTo>
                  <a:pt x="55155" y="158478"/>
                </a:lnTo>
                <a:lnTo>
                  <a:pt x="55154" y="158478"/>
                </a:lnTo>
                <a:lnTo>
                  <a:pt x="55153" y="158478"/>
                </a:lnTo>
                <a:lnTo>
                  <a:pt x="55152" y="158478"/>
                </a:lnTo>
                <a:lnTo>
                  <a:pt x="55151" y="158478"/>
                </a:lnTo>
                <a:lnTo>
                  <a:pt x="55150" y="158478"/>
                </a:lnTo>
                <a:lnTo>
                  <a:pt x="55149" y="158478"/>
                </a:lnTo>
                <a:lnTo>
                  <a:pt x="55147" y="158478"/>
                </a:lnTo>
                <a:lnTo>
                  <a:pt x="55146" y="158478"/>
                </a:lnTo>
                <a:lnTo>
                  <a:pt x="55145" y="158478"/>
                </a:lnTo>
                <a:lnTo>
                  <a:pt x="55144" y="158478"/>
                </a:lnTo>
                <a:lnTo>
                  <a:pt x="55143" y="158478"/>
                </a:lnTo>
                <a:lnTo>
                  <a:pt x="55142" y="158478"/>
                </a:lnTo>
                <a:lnTo>
                  <a:pt x="55141" y="158478"/>
                </a:lnTo>
                <a:lnTo>
                  <a:pt x="55140" y="158478"/>
                </a:lnTo>
                <a:lnTo>
                  <a:pt x="55139" y="158478"/>
                </a:lnTo>
                <a:lnTo>
                  <a:pt x="55138" y="158478"/>
                </a:lnTo>
                <a:lnTo>
                  <a:pt x="55137" y="158478"/>
                </a:lnTo>
                <a:lnTo>
                  <a:pt x="55136" y="158478"/>
                </a:lnTo>
                <a:lnTo>
                  <a:pt x="55135" y="158478"/>
                </a:lnTo>
                <a:lnTo>
                  <a:pt x="55134" y="158478"/>
                </a:lnTo>
                <a:lnTo>
                  <a:pt x="55133" y="158478"/>
                </a:lnTo>
                <a:lnTo>
                  <a:pt x="55132" y="158478"/>
                </a:lnTo>
                <a:lnTo>
                  <a:pt x="55131" y="158478"/>
                </a:lnTo>
                <a:lnTo>
                  <a:pt x="55129" y="158478"/>
                </a:lnTo>
                <a:lnTo>
                  <a:pt x="55128" y="158478"/>
                </a:lnTo>
                <a:lnTo>
                  <a:pt x="55127" y="158478"/>
                </a:lnTo>
                <a:lnTo>
                  <a:pt x="55126" y="158478"/>
                </a:lnTo>
                <a:lnTo>
                  <a:pt x="55125" y="158478"/>
                </a:lnTo>
                <a:lnTo>
                  <a:pt x="55124" y="158478"/>
                </a:lnTo>
                <a:lnTo>
                  <a:pt x="55123" y="158478"/>
                </a:lnTo>
                <a:lnTo>
                  <a:pt x="55122" y="158478"/>
                </a:lnTo>
                <a:lnTo>
                  <a:pt x="55121" y="158478"/>
                </a:lnTo>
                <a:lnTo>
                  <a:pt x="55120" y="158478"/>
                </a:lnTo>
                <a:lnTo>
                  <a:pt x="55119" y="158478"/>
                </a:lnTo>
                <a:lnTo>
                  <a:pt x="55118" y="158478"/>
                </a:lnTo>
                <a:lnTo>
                  <a:pt x="55117" y="158478"/>
                </a:lnTo>
                <a:lnTo>
                  <a:pt x="55116" y="158478"/>
                </a:lnTo>
                <a:lnTo>
                  <a:pt x="55115" y="158478"/>
                </a:lnTo>
                <a:lnTo>
                  <a:pt x="55114" y="158478"/>
                </a:lnTo>
                <a:lnTo>
                  <a:pt x="55113" y="158478"/>
                </a:lnTo>
                <a:lnTo>
                  <a:pt x="55111" y="158478"/>
                </a:lnTo>
                <a:lnTo>
                  <a:pt x="55110" y="158478"/>
                </a:lnTo>
                <a:lnTo>
                  <a:pt x="55109" y="158478"/>
                </a:lnTo>
                <a:lnTo>
                  <a:pt x="55108" y="158478"/>
                </a:lnTo>
                <a:lnTo>
                  <a:pt x="55107" y="158478"/>
                </a:lnTo>
                <a:lnTo>
                  <a:pt x="55106" y="158478"/>
                </a:lnTo>
                <a:lnTo>
                  <a:pt x="55105" y="158478"/>
                </a:lnTo>
                <a:lnTo>
                  <a:pt x="55104" y="158478"/>
                </a:lnTo>
                <a:lnTo>
                  <a:pt x="55103" y="158478"/>
                </a:lnTo>
                <a:lnTo>
                  <a:pt x="55102" y="158478"/>
                </a:lnTo>
                <a:lnTo>
                  <a:pt x="55101" y="158478"/>
                </a:lnTo>
                <a:lnTo>
                  <a:pt x="55100" y="158478"/>
                </a:lnTo>
                <a:lnTo>
                  <a:pt x="55099" y="158478"/>
                </a:lnTo>
                <a:lnTo>
                  <a:pt x="55098" y="158478"/>
                </a:lnTo>
                <a:lnTo>
                  <a:pt x="55097" y="158478"/>
                </a:lnTo>
                <a:lnTo>
                  <a:pt x="55096" y="158478"/>
                </a:lnTo>
                <a:lnTo>
                  <a:pt x="55095" y="158478"/>
                </a:lnTo>
                <a:lnTo>
                  <a:pt x="55093" y="158478"/>
                </a:lnTo>
                <a:lnTo>
                  <a:pt x="55092" y="158478"/>
                </a:lnTo>
                <a:lnTo>
                  <a:pt x="55091" y="158478"/>
                </a:lnTo>
                <a:lnTo>
                  <a:pt x="55090" y="158478"/>
                </a:lnTo>
                <a:lnTo>
                  <a:pt x="55089" y="158478"/>
                </a:lnTo>
                <a:lnTo>
                  <a:pt x="55088" y="158478"/>
                </a:lnTo>
                <a:lnTo>
                  <a:pt x="55087" y="158478"/>
                </a:lnTo>
                <a:lnTo>
                  <a:pt x="55086" y="158478"/>
                </a:lnTo>
                <a:lnTo>
                  <a:pt x="55085" y="158478"/>
                </a:lnTo>
                <a:lnTo>
                  <a:pt x="55084" y="158478"/>
                </a:lnTo>
                <a:lnTo>
                  <a:pt x="55083" y="158478"/>
                </a:lnTo>
                <a:lnTo>
                  <a:pt x="55082" y="158478"/>
                </a:lnTo>
                <a:lnTo>
                  <a:pt x="55081" y="158478"/>
                </a:lnTo>
                <a:lnTo>
                  <a:pt x="55080" y="158478"/>
                </a:lnTo>
                <a:lnTo>
                  <a:pt x="55079" y="158478"/>
                </a:lnTo>
                <a:lnTo>
                  <a:pt x="55078" y="158478"/>
                </a:lnTo>
                <a:lnTo>
                  <a:pt x="55077" y="158478"/>
                </a:lnTo>
                <a:lnTo>
                  <a:pt x="55075" y="158478"/>
                </a:lnTo>
                <a:lnTo>
                  <a:pt x="55074" y="158478"/>
                </a:lnTo>
                <a:lnTo>
                  <a:pt x="55073" y="158478"/>
                </a:lnTo>
                <a:lnTo>
                  <a:pt x="55072" y="158478"/>
                </a:lnTo>
                <a:lnTo>
                  <a:pt x="55071" y="158478"/>
                </a:lnTo>
                <a:lnTo>
                  <a:pt x="55070" y="158478"/>
                </a:lnTo>
                <a:lnTo>
                  <a:pt x="55069" y="158478"/>
                </a:lnTo>
                <a:lnTo>
                  <a:pt x="55068" y="158478"/>
                </a:lnTo>
                <a:lnTo>
                  <a:pt x="55067" y="158478"/>
                </a:lnTo>
                <a:lnTo>
                  <a:pt x="55066" y="158478"/>
                </a:lnTo>
                <a:lnTo>
                  <a:pt x="55065" y="158478"/>
                </a:lnTo>
                <a:lnTo>
                  <a:pt x="55064" y="158478"/>
                </a:lnTo>
                <a:lnTo>
                  <a:pt x="55063" y="158478"/>
                </a:lnTo>
                <a:lnTo>
                  <a:pt x="55062" y="158478"/>
                </a:lnTo>
                <a:lnTo>
                  <a:pt x="55061" y="158478"/>
                </a:lnTo>
                <a:lnTo>
                  <a:pt x="55060" y="158478"/>
                </a:lnTo>
                <a:lnTo>
                  <a:pt x="55059" y="158478"/>
                </a:lnTo>
                <a:lnTo>
                  <a:pt x="55057" y="158478"/>
                </a:lnTo>
                <a:lnTo>
                  <a:pt x="55056" y="158478"/>
                </a:lnTo>
                <a:lnTo>
                  <a:pt x="55055" y="158478"/>
                </a:lnTo>
                <a:lnTo>
                  <a:pt x="55054" y="158478"/>
                </a:lnTo>
                <a:lnTo>
                  <a:pt x="55053" y="158478"/>
                </a:lnTo>
                <a:lnTo>
                  <a:pt x="55052" y="158478"/>
                </a:lnTo>
                <a:lnTo>
                  <a:pt x="55051" y="158478"/>
                </a:lnTo>
                <a:lnTo>
                  <a:pt x="55050" y="158478"/>
                </a:lnTo>
                <a:lnTo>
                  <a:pt x="55049" y="158478"/>
                </a:lnTo>
                <a:lnTo>
                  <a:pt x="55048" y="158478"/>
                </a:lnTo>
                <a:lnTo>
                  <a:pt x="55047" y="158478"/>
                </a:lnTo>
                <a:lnTo>
                  <a:pt x="55046" y="158478"/>
                </a:lnTo>
                <a:lnTo>
                  <a:pt x="55045" y="158478"/>
                </a:lnTo>
                <a:lnTo>
                  <a:pt x="55044" y="158478"/>
                </a:lnTo>
                <a:lnTo>
                  <a:pt x="55043" y="158478"/>
                </a:lnTo>
                <a:lnTo>
                  <a:pt x="55042" y="158478"/>
                </a:lnTo>
                <a:lnTo>
                  <a:pt x="55041" y="158478"/>
                </a:lnTo>
                <a:lnTo>
                  <a:pt x="55039" y="158478"/>
                </a:lnTo>
                <a:lnTo>
                  <a:pt x="55038" y="158478"/>
                </a:lnTo>
                <a:lnTo>
                  <a:pt x="55037" y="158478"/>
                </a:lnTo>
                <a:lnTo>
                  <a:pt x="55036" y="158478"/>
                </a:lnTo>
                <a:lnTo>
                  <a:pt x="55035" y="158478"/>
                </a:lnTo>
                <a:lnTo>
                  <a:pt x="55034" y="158478"/>
                </a:lnTo>
                <a:lnTo>
                  <a:pt x="55033" y="158478"/>
                </a:lnTo>
                <a:lnTo>
                  <a:pt x="55032" y="158478"/>
                </a:lnTo>
                <a:lnTo>
                  <a:pt x="55031" y="158478"/>
                </a:lnTo>
                <a:lnTo>
                  <a:pt x="55030" y="158478"/>
                </a:lnTo>
                <a:lnTo>
                  <a:pt x="55029" y="158478"/>
                </a:lnTo>
                <a:lnTo>
                  <a:pt x="55028" y="158478"/>
                </a:lnTo>
                <a:lnTo>
                  <a:pt x="55027" y="158478"/>
                </a:lnTo>
                <a:lnTo>
                  <a:pt x="55026" y="158478"/>
                </a:lnTo>
                <a:lnTo>
                  <a:pt x="55025" y="158478"/>
                </a:lnTo>
                <a:lnTo>
                  <a:pt x="55024" y="158478"/>
                </a:lnTo>
                <a:lnTo>
                  <a:pt x="55023" y="158478"/>
                </a:lnTo>
                <a:lnTo>
                  <a:pt x="55021" y="158478"/>
                </a:lnTo>
                <a:lnTo>
                  <a:pt x="55020" y="158478"/>
                </a:lnTo>
                <a:lnTo>
                  <a:pt x="55019" y="158478"/>
                </a:lnTo>
                <a:lnTo>
                  <a:pt x="55018" y="158478"/>
                </a:lnTo>
                <a:lnTo>
                  <a:pt x="55017" y="158478"/>
                </a:lnTo>
                <a:lnTo>
                  <a:pt x="55016" y="158478"/>
                </a:lnTo>
                <a:lnTo>
                  <a:pt x="55015" y="158478"/>
                </a:lnTo>
                <a:lnTo>
                  <a:pt x="55014" y="158478"/>
                </a:lnTo>
                <a:lnTo>
                  <a:pt x="55013" y="158478"/>
                </a:lnTo>
                <a:lnTo>
                  <a:pt x="55012" y="158478"/>
                </a:lnTo>
                <a:lnTo>
                  <a:pt x="55011" y="158478"/>
                </a:lnTo>
                <a:lnTo>
                  <a:pt x="55010" y="158478"/>
                </a:lnTo>
                <a:lnTo>
                  <a:pt x="55009" y="158478"/>
                </a:lnTo>
                <a:lnTo>
                  <a:pt x="55008" y="158478"/>
                </a:lnTo>
                <a:lnTo>
                  <a:pt x="55007" y="158478"/>
                </a:lnTo>
                <a:lnTo>
                  <a:pt x="55006" y="158478"/>
                </a:lnTo>
                <a:lnTo>
                  <a:pt x="55005" y="158478"/>
                </a:lnTo>
                <a:lnTo>
                  <a:pt x="55004" y="158478"/>
                </a:lnTo>
                <a:lnTo>
                  <a:pt x="55002" y="158478"/>
                </a:lnTo>
                <a:lnTo>
                  <a:pt x="55001" y="158478"/>
                </a:lnTo>
                <a:lnTo>
                  <a:pt x="55000" y="158478"/>
                </a:lnTo>
                <a:lnTo>
                  <a:pt x="54999" y="158478"/>
                </a:lnTo>
                <a:lnTo>
                  <a:pt x="54998" y="158478"/>
                </a:lnTo>
                <a:lnTo>
                  <a:pt x="54997" y="158478"/>
                </a:lnTo>
                <a:lnTo>
                  <a:pt x="54996" y="158478"/>
                </a:lnTo>
                <a:lnTo>
                  <a:pt x="54995" y="158478"/>
                </a:lnTo>
                <a:lnTo>
                  <a:pt x="54994" y="158478"/>
                </a:lnTo>
                <a:lnTo>
                  <a:pt x="54993" y="158478"/>
                </a:lnTo>
                <a:lnTo>
                  <a:pt x="54992" y="158478"/>
                </a:lnTo>
                <a:lnTo>
                  <a:pt x="54991" y="158478"/>
                </a:lnTo>
                <a:lnTo>
                  <a:pt x="54990" y="158478"/>
                </a:lnTo>
                <a:lnTo>
                  <a:pt x="54989" y="158478"/>
                </a:lnTo>
                <a:lnTo>
                  <a:pt x="54988" y="158478"/>
                </a:lnTo>
                <a:lnTo>
                  <a:pt x="54987" y="158478"/>
                </a:lnTo>
                <a:lnTo>
                  <a:pt x="54986" y="158478"/>
                </a:lnTo>
                <a:lnTo>
                  <a:pt x="54984" y="158478"/>
                </a:lnTo>
                <a:lnTo>
                  <a:pt x="54983" y="158478"/>
                </a:lnTo>
                <a:lnTo>
                  <a:pt x="54982" y="158478"/>
                </a:lnTo>
                <a:lnTo>
                  <a:pt x="54981" y="158478"/>
                </a:lnTo>
                <a:lnTo>
                  <a:pt x="54980" y="158478"/>
                </a:lnTo>
                <a:lnTo>
                  <a:pt x="54979" y="158478"/>
                </a:lnTo>
                <a:lnTo>
                  <a:pt x="54978" y="158478"/>
                </a:lnTo>
                <a:lnTo>
                  <a:pt x="54977" y="158478"/>
                </a:lnTo>
                <a:lnTo>
                  <a:pt x="54976" y="158478"/>
                </a:lnTo>
                <a:lnTo>
                  <a:pt x="54975" y="158478"/>
                </a:lnTo>
                <a:lnTo>
                  <a:pt x="54974" y="158478"/>
                </a:lnTo>
                <a:lnTo>
                  <a:pt x="54973" y="158478"/>
                </a:lnTo>
                <a:lnTo>
                  <a:pt x="54972" y="158478"/>
                </a:lnTo>
                <a:lnTo>
                  <a:pt x="54971" y="158478"/>
                </a:lnTo>
                <a:lnTo>
                  <a:pt x="54970" y="158478"/>
                </a:lnTo>
                <a:lnTo>
                  <a:pt x="54969" y="158478"/>
                </a:lnTo>
                <a:lnTo>
                  <a:pt x="54968" y="158478"/>
                </a:lnTo>
                <a:lnTo>
                  <a:pt x="54967" y="158478"/>
                </a:lnTo>
                <a:lnTo>
                  <a:pt x="54965" y="158478"/>
                </a:lnTo>
                <a:lnTo>
                  <a:pt x="54964" y="158478"/>
                </a:lnTo>
                <a:lnTo>
                  <a:pt x="54963" y="158478"/>
                </a:lnTo>
                <a:lnTo>
                  <a:pt x="54962" y="158478"/>
                </a:lnTo>
                <a:lnTo>
                  <a:pt x="54961" y="158478"/>
                </a:lnTo>
                <a:lnTo>
                  <a:pt x="54960" y="158478"/>
                </a:lnTo>
                <a:lnTo>
                  <a:pt x="54959" y="158478"/>
                </a:lnTo>
                <a:lnTo>
                  <a:pt x="54958" y="158478"/>
                </a:lnTo>
                <a:lnTo>
                  <a:pt x="54957" y="158478"/>
                </a:lnTo>
                <a:lnTo>
                  <a:pt x="54956" y="158478"/>
                </a:lnTo>
                <a:lnTo>
                  <a:pt x="54955" y="158478"/>
                </a:lnTo>
                <a:lnTo>
                  <a:pt x="54954" y="158478"/>
                </a:lnTo>
                <a:lnTo>
                  <a:pt x="54953" y="158478"/>
                </a:lnTo>
                <a:lnTo>
                  <a:pt x="54952" y="158478"/>
                </a:lnTo>
                <a:lnTo>
                  <a:pt x="54951" y="158478"/>
                </a:lnTo>
                <a:lnTo>
                  <a:pt x="54950" y="158478"/>
                </a:lnTo>
                <a:lnTo>
                  <a:pt x="54949" y="158478"/>
                </a:lnTo>
                <a:lnTo>
                  <a:pt x="54947" y="158478"/>
                </a:lnTo>
                <a:lnTo>
                  <a:pt x="54946" y="158478"/>
                </a:lnTo>
                <a:lnTo>
                  <a:pt x="54945" y="158478"/>
                </a:lnTo>
                <a:lnTo>
                  <a:pt x="54944" y="158478"/>
                </a:lnTo>
                <a:lnTo>
                  <a:pt x="54943" y="158478"/>
                </a:lnTo>
                <a:lnTo>
                  <a:pt x="54942" y="158478"/>
                </a:lnTo>
                <a:lnTo>
                  <a:pt x="54941" y="158478"/>
                </a:lnTo>
                <a:lnTo>
                  <a:pt x="54940" y="158478"/>
                </a:lnTo>
                <a:lnTo>
                  <a:pt x="54939" y="158478"/>
                </a:lnTo>
                <a:lnTo>
                  <a:pt x="54938" y="158478"/>
                </a:lnTo>
                <a:lnTo>
                  <a:pt x="54937" y="158478"/>
                </a:lnTo>
                <a:lnTo>
                  <a:pt x="54936" y="158478"/>
                </a:lnTo>
                <a:lnTo>
                  <a:pt x="54935" y="158478"/>
                </a:lnTo>
                <a:lnTo>
                  <a:pt x="54934" y="158478"/>
                </a:lnTo>
                <a:lnTo>
                  <a:pt x="54933" y="158478"/>
                </a:lnTo>
                <a:lnTo>
                  <a:pt x="54932" y="158478"/>
                </a:lnTo>
                <a:lnTo>
                  <a:pt x="54931" y="158478"/>
                </a:lnTo>
                <a:lnTo>
                  <a:pt x="54930" y="158478"/>
                </a:lnTo>
                <a:lnTo>
                  <a:pt x="54928" y="158478"/>
                </a:lnTo>
                <a:lnTo>
                  <a:pt x="54927" y="158478"/>
                </a:lnTo>
                <a:lnTo>
                  <a:pt x="54926" y="158478"/>
                </a:lnTo>
                <a:lnTo>
                  <a:pt x="54925" y="158478"/>
                </a:lnTo>
                <a:lnTo>
                  <a:pt x="54924" y="158478"/>
                </a:lnTo>
                <a:lnTo>
                  <a:pt x="54923" y="158478"/>
                </a:lnTo>
                <a:lnTo>
                  <a:pt x="54922" y="158478"/>
                </a:lnTo>
                <a:lnTo>
                  <a:pt x="54921" y="158478"/>
                </a:lnTo>
                <a:lnTo>
                  <a:pt x="54920" y="158478"/>
                </a:lnTo>
                <a:lnTo>
                  <a:pt x="54919" y="158478"/>
                </a:lnTo>
                <a:lnTo>
                  <a:pt x="54918" y="158478"/>
                </a:lnTo>
                <a:lnTo>
                  <a:pt x="54917" y="158478"/>
                </a:lnTo>
                <a:lnTo>
                  <a:pt x="54916" y="158478"/>
                </a:lnTo>
                <a:lnTo>
                  <a:pt x="54915" y="158478"/>
                </a:lnTo>
                <a:lnTo>
                  <a:pt x="54914" y="158478"/>
                </a:lnTo>
                <a:lnTo>
                  <a:pt x="54913" y="158478"/>
                </a:lnTo>
                <a:lnTo>
                  <a:pt x="54912" y="158478"/>
                </a:lnTo>
                <a:lnTo>
                  <a:pt x="54911" y="158478"/>
                </a:lnTo>
                <a:lnTo>
                  <a:pt x="54909" y="158478"/>
                </a:lnTo>
                <a:lnTo>
                  <a:pt x="54908" y="158478"/>
                </a:lnTo>
                <a:lnTo>
                  <a:pt x="54907" y="158478"/>
                </a:lnTo>
                <a:lnTo>
                  <a:pt x="54906" y="158478"/>
                </a:lnTo>
                <a:lnTo>
                  <a:pt x="54905" y="158478"/>
                </a:lnTo>
                <a:lnTo>
                  <a:pt x="54904" y="158478"/>
                </a:lnTo>
                <a:lnTo>
                  <a:pt x="54903" y="158478"/>
                </a:lnTo>
                <a:lnTo>
                  <a:pt x="54902" y="158478"/>
                </a:lnTo>
                <a:lnTo>
                  <a:pt x="54901" y="158478"/>
                </a:lnTo>
                <a:lnTo>
                  <a:pt x="54900" y="158478"/>
                </a:lnTo>
                <a:lnTo>
                  <a:pt x="54899" y="158478"/>
                </a:lnTo>
                <a:lnTo>
                  <a:pt x="54898" y="158478"/>
                </a:lnTo>
                <a:lnTo>
                  <a:pt x="54897" y="158478"/>
                </a:lnTo>
                <a:lnTo>
                  <a:pt x="54896" y="158478"/>
                </a:lnTo>
                <a:lnTo>
                  <a:pt x="54895" y="158478"/>
                </a:lnTo>
                <a:lnTo>
                  <a:pt x="54894" y="158478"/>
                </a:lnTo>
                <a:lnTo>
                  <a:pt x="54893" y="158478"/>
                </a:lnTo>
                <a:lnTo>
                  <a:pt x="54892" y="158478"/>
                </a:lnTo>
                <a:lnTo>
                  <a:pt x="54890" y="158478"/>
                </a:lnTo>
                <a:lnTo>
                  <a:pt x="54889" y="158478"/>
                </a:lnTo>
                <a:lnTo>
                  <a:pt x="54888" y="158478"/>
                </a:lnTo>
                <a:lnTo>
                  <a:pt x="54887" y="158478"/>
                </a:lnTo>
                <a:lnTo>
                  <a:pt x="54886" y="158478"/>
                </a:lnTo>
                <a:lnTo>
                  <a:pt x="54885" y="158478"/>
                </a:lnTo>
                <a:lnTo>
                  <a:pt x="54884" y="158478"/>
                </a:lnTo>
                <a:lnTo>
                  <a:pt x="54883" y="158478"/>
                </a:lnTo>
                <a:lnTo>
                  <a:pt x="54882" y="158478"/>
                </a:lnTo>
                <a:lnTo>
                  <a:pt x="54881" y="158478"/>
                </a:lnTo>
                <a:lnTo>
                  <a:pt x="54880" y="158478"/>
                </a:lnTo>
                <a:lnTo>
                  <a:pt x="54879" y="158478"/>
                </a:lnTo>
                <a:lnTo>
                  <a:pt x="54878" y="158478"/>
                </a:lnTo>
                <a:lnTo>
                  <a:pt x="54877" y="158478"/>
                </a:lnTo>
                <a:lnTo>
                  <a:pt x="54876" y="158478"/>
                </a:lnTo>
                <a:lnTo>
                  <a:pt x="54875" y="158478"/>
                </a:lnTo>
                <a:lnTo>
                  <a:pt x="54874" y="158478"/>
                </a:lnTo>
                <a:lnTo>
                  <a:pt x="54873" y="158478"/>
                </a:lnTo>
                <a:lnTo>
                  <a:pt x="54871" y="158478"/>
                </a:lnTo>
                <a:lnTo>
                  <a:pt x="54870" y="158478"/>
                </a:lnTo>
                <a:lnTo>
                  <a:pt x="54869" y="158478"/>
                </a:lnTo>
                <a:lnTo>
                  <a:pt x="54868" y="158478"/>
                </a:lnTo>
                <a:lnTo>
                  <a:pt x="54867" y="158478"/>
                </a:lnTo>
                <a:lnTo>
                  <a:pt x="54866" y="158478"/>
                </a:lnTo>
                <a:lnTo>
                  <a:pt x="54865" y="158478"/>
                </a:lnTo>
                <a:lnTo>
                  <a:pt x="54864" y="158478"/>
                </a:lnTo>
                <a:lnTo>
                  <a:pt x="54863" y="158478"/>
                </a:lnTo>
                <a:lnTo>
                  <a:pt x="54862" y="158478"/>
                </a:lnTo>
                <a:lnTo>
                  <a:pt x="54861" y="158478"/>
                </a:lnTo>
                <a:lnTo>
                  <a:pt x="54860" y="158478"/>
                </a:lnTo>
                <a:lnTo>
                  <a:pt x="54859" y="158478"/>
                </a:lnTo>
                <a:lnTo>
                  <a:pt x="54858" y="158478"/>
                </a:lnTo>
                <a:lnTo>
                  <a:pt x="54857" y="158478"/>
                </a:lnTo>
                <a:lnTo>
                  <a:pt x="54856" y="158478"/>
                </a:lnTo>
                <a:lnTo>
                  <a:pt x="54855" y="158478"/>
                </a:lnTo>
                <a:lnTo>
                  <a:pt x="54854" y="158478"/>
                </a:lnTo>
                <a:lnTo>
                  <a:pt x="54852" y="158478"/>
                </a:lnTo>
                <a:lnTo>
                  <a:pt x="54851" y="158478"/>
                </a:lnTo>
                <a:lnTo>
                  <a:pt x="54850" y="158478"/>
                </a:lnTo>
                <a:lnTo>
                  <a:pt x="54849" y="158478"/>
                </a:lnTo>
                <a:lnTo>
                  <a:pt x="54848" y="158478"/>
                </a:lnTo>
                <a:lnTo>
                  <a:pt x="54847" y="158478"/>
                </a:lnTo>
                <a:lnTo>
                  <a:pt x="54846" y="158478"/>
                </a:lnTo>
                <a:lnTo>
                  <a:pt x="54845" y="158478"/>
                </a:lnTo>
                <a:lnTo>
                  <a:pt x="54844" y="158478"/>
                </a:lnTo>
                <a:lnTo>
                  <a:pt x="54843" y="158478"/>
                </a:lnTo>
                <a:lnTo>
                  <a:pt x="54842" y="158478"/>
                </a:lnTo>
                <a:lnTo>
                  <a:pt x="54841" y="158478"/>
                </a:lnTo>
                <a:lnTo>
                  <a:pt x="54840" y="158478"/>
                </a:lnTo>
                <a:lnTo>
                  <a:pt x="54839" y="158478"/>
                </a:lnTo>
                <a:lnTo>
                  <a:pt x="54838" y="158478"/>
                </a:lnTo>
                <a:lnTo>
                  <a:pt x="54837" y="158478"/>
                </a:lnTo>
                <a:lnTo>
                  <a:pt x="54836" y="158478"/>
                </a:lnTo>
                <a:lnTo>
                  <a:pt x="54835" y="158478"/>
                </a:lnTo>
                <a:lnTo>
                  <a:pt x="54833" y="158478"/>
                </a:lnTo>
                <a:lnTo>
                  <a:pt x="54832" y="158478"/>
                </a:lnTo>
                <a:lnTo>
                  <a:pt x="54831" y="158478"/>
                </a:lnTo>
                <a:lnTo>
                  <a:pt x="54830" y="158478"/>
                </a:lnTo>
                <a:lnTo>
                  <a:pt x="54829" y="158478"/>
                </a:lnTo>
                <a:lnTo>
                  <a:pt x="54828" y="158478"/>
                </a:lnTo>
                <a:lnTo>
                  <a:pt x="54827" y="158478"/>
                </a:lnTo>
                <a:lnTo>
                  <a:pt x="54826" y="158478"/>
                </a:lnTo>
                <a:lnTo>
                  <a:pt x="54825" y="158478"/>
                </a:lnTo>
                <a:lnTo>
                  <a:pt x="54824" y="158478"/>
                </a:lnTo>
                <a:lnTo>
                  <a:pt x="54823" y="158478"/>
                </a:lnTo>
                <a:lnTo>
                  <a:pt x="54822" y="158478"/>
                </a:lnTo>
                <a:lnTo>
                  <a:pt x="54821" y="158478"/>
                </a:lnTo>
                <a:lnTo>
                  <a:pt x="54820" y="158478"/>
                </a:lnTo>
                <a:lnTo>
                  <a:pt x="54819" y="158478"/>
                </a:lnTo>
                <a:lnTo>
                  <a:pt x="54818" y="158478"/>
                </a:lnTo>
                <a:lnTo>
                  <a:pt x="54817" y="158478"/>
                </a:lnTo>
                <a:lnTo>
                  <a:pt x="54816" y="158478"/>
                </a:lnTo>
                <a:lnTo>
                  <a:pt x="54814" y="158478"/>
                </a:lnTo>
                <a:lnTo>
                  <a:pt x="54813" y="158478"/>
                </a:lnTo>
                <a:lnTo>
                  <a:pt x="54812" y="158478"/>
                </a:lnTo>
                <a:lnTo>
                  <a:pt x="54811" y="158478"/>
                </a:lnTo>
                <a:lnTo>
                  <a:pt x="54810" y="158478"/>
                </a:lnTo>
                <a:lnTo>
                  <a:pt x="54809" y="158478"/>
                </a:lnTo>
                <a:lnTo>
                  <a:pt x="54808" y="158478"/>
                </a:lnTo>
                <a:lnTo>
                  <a:pt x="54807" y="158478"/>
                </a:lnTo>
                <a:lnTo>
                  <a:pt x="54806" y="158478"/>
                </a:lnTo>
                <a:lnTo>
                  <a:pt x="54805" y="158478"/>
                </a:lnTo>
                <a:lnTo>
                  <a:pt x="54804" y="158478"/>
                </a:lnTo>
                <a:lnTo>
                  <a:pt x="54803" y="158478"/>
                </a:lnTo>
                <a:lnTo>
                  <a:pt x="54802" y="158478"/>
                </a:lnTo>
                <a:lnTo>
                  <a:pt x="54801" y="158478"/>
                </a:lnTo>
                <a:lnTo>
                  <a:pt x="54800" y="158478"/>
                </a:lnTo>
                <a:lnTo>
                  <a:pt x="54799" y="158478"/>
                </a:lnTo>
                <a:lnTo>
                  <a:pt x="54798" y="158478"/>
                </a:lnTo>
                <a:lnTo>
                  <a:pt x="54797" y="158478"/>
                </a:lnTo>
                <a:lnTo>
                  <a:pt x="54795" y="158478"/>
                </a:lnTo>
                <a:lnTo>
                  <a:pt x="54794" y="158478"/>
                </a:lnTo>
                <a:lnTo>
                  <a:pt x="54793" y="158478"/>
                </a:lnTo>
                <a:lnTo>
                  <a:pt x="54792" y="158478"/>
                </a:lnTo>
                <a:lnTo>
                  <a:pt x="54791" y="158478"/>
                </a:lnTo>
                <a:lnTo>
                  <a:pt x="54790" y="158478"/>
                </a:lnTo>
                <a:lnTo>
                  <a:pt x="54789" y="158478"/>
                </a:lnTo>
                <a:lnTo>
                  <a:pt x="54788" y="158478"/>
                </a:lnTo>
                <a:lnTo>
                  <a:pt x="54787" y="158478"/>
                </a:lnTo>
                <a:lnTo>
                  <a:pt x="54786" y="158478"/>
                </a:lnTo>
                <a:lnTo>
                  <a:pt x="54785" y="158478"/>
                </a:lnTo>
                <a:lnTo>
                  <a:pt x="54784" y="158478"/>
                </a:lnTo>
                <a:lnTo>
                  <a:pt x="54783" y="158478"/>
                </a:lnTo>
                <a:lnTo>
                  <a:pt x="54782" y="158478"/>
                </a:lnTo>
                <a:lnTo>
                  <a:pt x="54781" y="158478"/>
                </a:lnTo>
                <a:lnTo>
                  <a:pt x="54780" y="158478"/>
                </a:lnTo>
                <a:lnTo>
                  <a:pt x="54779" y="158478"/>
                </a:lnTo>
                <a:lnTo>
                  <a:pt x="54778" y="158478"/>
                </a:lnTo>
                <a:lnTo>
                  <a:pt x="54777" y="158478"/>
                </a:lnTo>
                <a:lnTo>
                  <a:pt x="54775" y="158478"/>
                </a:lnTo>
                <a:lnTo>
                  <a:pt x="54774" y="158478"/>
                </a:lnTo>
                <a:lnTo>
                  <a:pt x="54773" y="158478"/>
                </a:lnTo>
                <a:lnTo>
                  <a:pt x="54772" y="158478"/>
                </a:lnTo>
                <a:lnTo>
                  <a:pt x="54771" y="158478"/>
                </a:lnTo>
                <a:lnTo>
                  <a:pt x="54770" y="158478"/>
                </a:lnTo>
                <a:lnTo>
                  <a:pt x="54769" y="158478"/>
                </a:lnTo>
                <a:lnTo>
                  <a:pt x="54768" y="158478"/>
                </a:lnTo>
                <a:lnTo>
                  <a:pt x="54767" y="158478"/>
                </a:lnTo>
                <a:lnTo>
                  <a:pt x="54766" y="158478"/>
                </a:lnTo>
                <a:lnTo>
                  <a:pt x="54765" y="158478"/>
                </a:lnTo>
                <a:lnTo>
                  <a:pt x="54764" y="158478"/>
                </a:lnTo>
                <a:lnTo>
                  <a:pt x="54763" y="158478"/>
                </a:lnTo>
                <a:lnTo>
                  <a:pt x="54762" y="158478"/>
                </a:lnTo>
                <a:lnTo>
                  <a:pt x="54761" y="158478"/>
                </a:lnTo>
                <a:lnTo>
                  <a:pt x="54760" y="158478"/>
                </a:lnTo>
                <a:lnTo>
                  <a:pt x="54759" y="158478"/>
                </a:lnTo>
                <a:lnTo>
                  <a:pt x="54758" y="158478"/>
                </a:lnTo>
                <a:lnTo>
                  <a:pt x="54757" y="158478"/>
                </a:lnTo>
                <a:lnTo>
                  <a:pt x="54755" y="158478"/>
                </a:lnTo>
                <a:lnTo>
                  <a:pt x="54754" y="158478"/>
                </a:lnTo>
                <a:lnTo>
                  <a:pt x="54753" y="158478"/>
                </a:lnTo>
                <a:lnTo>
                  <a:pt x="54752" y="158478"/>
                </a:lnTo>
                <a:lnTo>
                  <a:pt x="54751" y="158478"/>
                </a:lnTo>
                <a:lnTo>
                  <a:pt x="54750" y="158478"/>
                </a:lnTo>
                <a:lnTo>
                  <a:pt x="54749" y="158478"/>
                </a:lnTo>
                <a:lnTo>
                  <a:pt x="54748" y="158478"/>
                </a:lnTo>
                <a:lnTo>
                  <a:pt x="54747" y="158478"/>
                </a:lnTo>
                <a:lnTo>
                  <a:pt x="54746" y="158478"/>
                </a:lnTo>
                <a:lnTo>
                  <a:pt x="54745" y="158478"/>
                </a:lnTo>
                <a:lnTo>
                  <a:pt x="54744" y="158478"/>
                </a:lnTo>
                <a:lnTo>
                  <a:pt x="54743" y="158478"/>
                </a:lnTo>
                <a:lnTo>
                  <a:pt x="54742" y="158478"/>
                </a:lnTo>
                <a:lnTo>
                  <a:pt x="54741" y="158478"/>
                </a:lnTo>
                <a:lnTo>
                  <a:pt x="54740" y="158478"/>
                </a:lnTo>
                <a:lnTo>
                  <a:pt x="54739" y="158478"/>
                </a:lnTo>
                <a:lnTo>
                  <a:pt x="54738" y="158478"/>
                </a:lnTo>
                <a:lnTo>
                  <a:pt x="54736" y="158478"/>
                </a:lnTo>
                <a:lnTo>
                  <a:pt x="54735" y="158478"/>
                </a:lnTo>
                <a:lnTo>
                  <a:pt x="54734" y="158478"/>
                </a:lnTo>
                <a:lnTo>
                  <a:pt x="54733" y="158478"/>
                </a:lnTo>
                <a:lnTo>
                  <a:pt x="54732" y="158478"/>
                </a:lnTo>
                <a:lnTo>
                  <a:pt x="54731" y="158478"/>
                </a:lnTo>
                <a:lnTo>
                  <a:pt x="54730" y="158478"/>
                </a:lnTo>
                <a:lnTo>
                  <a:pt x="54729" y="158478"/>
                </a:lnTo>
                <a:lnTo>
                  <a:pt x="54728" y="158478"/>
                </a:lnTo>
                <a:lnTo>
                  <a:pt x="54727" y="158478"/>
                </a:lnTo>
                <a:lnTo>
                  <a:pt x="54726" y="158478"/>
                </a:lnTo>
                <a:lnTo>
                  <a:pt x="54725" y="158478"/>
                </a:lnTo>
                <a:lnTo>
                  <a:pt x="54724" y="158478"/>
                </a:lnTo>
                <a:lnTo>
                  <a:pt x="54723" y="158478"/>
                </a:lnTo>
                <a:lnTo>
                  <a:pt x="54722" y="158478"/>
                </a:lnTo>
                <a:lnTo>
                  <a:pt x="54721" y="158478"/>
                </a:lnTo>
                <a:lnTo>
                  <a:pt x="54720" y="158478"/>
                </a:lnTo>
                <a:lnTo>
                  <a:pt x="54719" y="158478"/>
                </a:lnTo>
                <a:lnTo>
                  <a:pt x="54718" y="158478"/>
                </a:lnTo>
                <a:lnTo>
                  <a:pt x="54716" y="158478"/>
                </a:lnTo>
                <a:lnTo>
                  <a:pt x="54715" y="158478"/>
                </a:lnTo>
                <a:lnTo>
                  <a:pt x="54714" y="158478"/>
                </a:lnTo>
                <a:lnTo>
                  <a:pt x="54713" y="158478"/>
                </a:lnTo>
                <a:lnTo>
                  <a:pt x="54712" y="158478"/>
                </a:lnTo>
                <a:lnTo>
                  <a:pt x="54711" y="158478"/>
                </a:lnTo>
                <a:lnTo>
                  <a:pt x="54710" y="158478"/>
                </a:lnTo>
                <a:lnTo>
                  <a:pt x="54709" y="158478"/>
                </a:lnTo>
                <a:lnTo>
                  <a:pt x="54708" y="158478"/>
                </a:lnTo>
                <a:lnTo>
                  <a:pt x="54707" y="158478"/>
                </a:lnTo>
                <a:lnTo>
                  <a:pt x="54706" y="158478"/>
                </a:lnTo>
                <a:lnTo>
                  <a:pt x="54705" y="158478"/>
                </a:lnTo>
                <a:lnTo>
                  <a:pt x="54704" y="158478"/>
                </a:lnTo>
                <a:lnTo>
                  <a:pt x="54703" y="158478"/>
                </a:lnTo>
                <a:lnTo>
                  <a:pt x="54702" y="158478"/>
                </a:lnTo>
                <a:lnTo>
                  <a:pt x="54701" y="158478"/>
                </a:lnTo>
                <a:lnTo>
                  <a:pt x="54700" y="158478"/>
                </a:lnTo>
                <a:lnTo>
                  <a:pt x="54699" y="158478"/>
                </a:lnTo>
                <a:lnTo>
                  <a:pt x="54698" y="158478"/>
                </a:lnTo>
                <a:lnTo>
                  <a:pt x="54696" y="158478"/>
                </a:lnTo>
                <a:lnTo>
                  <a:pt x="54695" y="158478"/>
                </a:lnTo>
                <a:lnTo>
                  <a:pt x="54694" y="158478"/>
                </a:lnTo>
                <a:lnTo>
                  <a:pt x="54693" y="158478"/>
                </a:lnTo>
                <a:lnTo>
                  <a:pt x="54692" y="158478"/>
                </a:lnTo>
                <a:lnTo>
                  <a:pt x="54691" y="158478"/>
                </a:lnTo>
                <a:lnTo>
                  <a:pt x="54690" y="158478"/>
                </a:lnTo>
                <a:lnTo>
                  <a:pt x="54689" y="158478"/>
                </a:lnTo>
                <a:lnTo>
                  <a:pt x="54688" y="158478"/>
                </a:lnTo>
                <a:lnTo>
                  <a:pt x="54687" y="158478"/>
                </a:lnTo>
                <a:lnTo>
                  <a:pt x="54686" y="158478"/>
                </a:lnTo>
                <a:lnTo>
                  <a:pt x="54685" y="158478"/>
                </a:lnTo>
                <a:lnTo>
                  <a:pt x="54684" y="158478"/>
                </a:lnTo>
                <a:lnTo>
                  <a:pt x="54683" y="158478"/>
                </a:lnTo>
                <a:lnTo>
                  <a:pt x="54682" y="158478"/>
                </a:lnTo>
                <a:lnTo>
                  <a:pt x="54681" y="158478"/>
                </a:lnTo>
                <a:lnTo>
                  <a:pt x="54680" y="158478"/>
                </a:lnTo>
                <a:lnTo>
                  <a:pt x="54679" y="158478"/>
                </a:lnTo>
                <a:lnTo>
                  <a:pt x="54678" y="158478"/>
                </a:lnTo>
                <a:lnTo>
                  <a:pt x="54676" y="158478"/>
                </a:lnTo>
                <a:lnTo>
                  <a:pt x="54675" y="158478"/>
                </a:lnTo>
                <a:lnTo>
                  <a:pt x="54674" y="158478"/>
                </a:lnTo>
                <a:lnTo>
                  <a:pt x="54673" y="158478"/>
                </a:lnTo>
                <a:lnTo>
                  <a:pt x="54672" y="158478"/>
                </a:lnTo>
                <a:lnTo>
                  <a:pt x="54671" y="158478"/>
                </a:lnTo>
                <a:lnTo>
                  <a:pt x="54670" y="158478"/>
                </a:lnTo>
                <a:lnTo>
                  <a:pt x="54669" y="158478"/>
                </a:lnTo>
                <a:lnTo>
                  <a:pt x="54668" y="158478"/>
                </a:lnTo>
                <a:lnTo>
                  <a:pt x="54667" y="158478"/>
                </a:lnTo>
                <a:lnTo>
                  <a:pt x="54666" y="158478"/>
                </a:lnTo>
                <a:lnTo>
                  <a:pt x="54665" y="158478"/>
                </a:lnTo>
                <a:lnTo>
                  <a:pt x="54664" y="158478"/>
                </a:lnTo>
                <a:lnTo>
                  <a:pt x="54663" y="158478"/>
                </a:lnTo>
                <a:lnTo>
                  <a:pt x="54662" y="158478"/>
                </a:lnTo>
                <a:lnTo>
                  <a:pt x="54661" y="158478"/>
                </a:lnTo>
                <a:lnTo>
                  <a:pt x="54660" y="158478"/>
                </a:lnTo>
                <a:lnTo>
                  <a:pt x="54659" y="158478"/>
                </a:lnTo>
                <a:lnTo>
                  <a:pt x="54658" y="158478"/>
                </a:lnTo>
                <a:lnTo>
                  <a:pt x="54656" y="158478"/>
                </a:lnTo>
                <a:lnTo>
                  <a:pt x="54655" y="158478"/>
                </a:lnTo>
                <a:lnTo>
                  <a:pt x="54654" y="158478"/>
                </a:lnTo>
                <a:lnTo>
                  <a:pt x="54653" y="158478"/>
                </a:lnTo>
                <a:lnTo>
                  <a:pt x="54652" y="158478"/>
                </a:lnTo>
                <a:lnTo>
                  <a:pt x="54651" y="158478"/>
                </a:lnTo>
                <a:lnTo>
                  <a:pt x="54650" y="158478"/>
                </a:lnTo>
                <a:lnTo>
                  <a:pt x="54649" y="158478"/>
                </a:lnTo>
                <a:lnTo>
                  <a:pt x="54648" y="158478"/>
                </a:lnTo>
                <a:lnTo>
                  <a:pt x="54647" y="158478"/>
                </a:lnTo>
                <a:lnTo>
                  <a:pt x="54646" y="158478"/>
                </a:lnTo>
                <a:lnTo>
                  <a:pt x="54645" y="158478"/>
                </a:lnTo>
                <a:lnTo>
                  <a:pt x="54644" y="158478"/>
                </a:lnTo>
                <a:lnTo>
                  <a:pt x="54643" y="158478"/>
                </a:lnTo>
                <a:lnTo>
                  <a:pt x="54642" y="158478"/>
                </a:lnTo>
                <a:lnTo>
                  <a:pt x="54641" y="158478"/>
                </a:lnTo>
                <a:lnTo>
                  <a:pt x="54640" y="158478"/>
                </a:lnTo>
                <a:lnTo>
                  <a:pt x="54639" y="158478"/>
                </a:lnTo>
                <a:lnTo>
                  <a:pt x="54638" y="158478"/>
                </a:lnTo>
                <a:lnTo>
                  <a:pt x="54637" y="158478"/>
                </a:lnTo>
                <a:lnTo>
                  <a:pt x="54635" y="158478"/>
                </a:lnTo>
                <a:lnTo>
                  <a:pt x="54634" y="158478"/>
                </a:lnTo>
                <a:lnTo>
                  <a:pt x="54633" y="158478"/>
                </a:lnTo>
                <a:lnTo>
                  <a:pt x="54632" y="158478"/>
                </a:lnTo>
                <a:lnTo>
                  <a:pt x="54631" y="158478"/>
                </a:lnTo>
                <a:lnTo>
                  <a:pt x="54630" y="158478"/>
                </a:lnTo>
                <a:lnTo>
                  <a:pt x="54629" y="158478"/>
                </a:lnTo>
                <a:lnTo>
                  <a:pt x="54628" y="158478"/>
                </a:lnTo>
                <a:lnTo>
                  <a:pt x="54627" y="158478"/>
                </a:lnTo>
                <a:lnTo>
                  <a:pt x="54626" y="158478"/>
                </a:lnTo>
                <a:lnTo>
                  <a:pt x="54625" y="158478"/>
                </a:lnTo>
                <a:lnTo>
                  <a:pt x="54624" y="158478"/>
                </a:lnTo>
                <a:lnTo>
                  <a:pt x="54623" y="158478"/>
                </a:lnTo>
                <a:lnTo>
                  <a:pt x="54622" y="158478"/>
                </a:lnTo>
                <a:lnTo>
                  <a:pt x="54621" y="158478"/>
                </a:lnTo>
                <a:lnTo>
                  <a:pt x="54620" y="158478"/>
                </a:lnTo>
                <a:lnTo>
                  <a:pt x="54619" y="158478"/>
                </a:lnTo>
                <a:lnTo>
                  <a:pt x="54618" y="158478"/>
                </a:lnTo>
                <a:lnTo>
                  <a:pt x="54617" y="158478"/>
                </a:lnTo>
                <a:lnTo>
                  <a:pt x="54615" y="158478"/>
                </a:lnTo>
                <a:lnTo>
                  <a:pt x="54614" y="158478"/>
                </a:lnTo>
                <a:lnTo>
                  <a:pt x="54613" y="158478"/>
                </a:lnTo>
                <a:lnTo>
                  <a:pt x="54612" y="158478"/>
                </a:lnTo>
                <a:lnTo>
                  <a:pt x="54611" y="158478"/>
                </a:lnTo>
                <a:lnTo>
                  <a:pt x="54610" y="158478"/>
                </a:lnTo>
                <a:lnTo>
                  <a:pt x="54609" y="158478"/>
                </a:lnTo>
                <a:lnTo>
                  <a:pt x="54608" y="158478"/>
                </a:lnTo>
                <a:lnTo>
                  <a:pt x="54607" y="158478"/>
                </a:lnTo>
                <a:lnTo>
                  <a:pt x="54606" y="158478"/>
                </a:lnTo>
                <a:lnTo>
                  <a:pt x="54605" y="158478"/>
                </a:lnTo>
                <a:lnTo>
                  <a:pt x="54604" y="158478"/>
                </a:lnTo>
                <a:lnTo>
                  <a:pt x="54603" y="158478"/>
                </a:lnTo>
                <a:lnTo>
                  <a:pt x="54602" y="158478"/>
                </a:lnTo>
                <a:lnTo>
                  <a:pt x="54601" y="158478"/>
                </a:lnTo>
                <a:lnTo>
                  <a:pt x="54600" y="158478"/>
                </a:lnTo>
                <a:lnTo>
                  <a:pt x="54599" y="158478"/>
                </a:lnTo>
                <a:lnTo>
                  <a:pt x="54598" y="158478"/>
                </a:lnTo>
                <a:lnTo>
                  <a:pt x="54597" y="158478"/>
                </a:lnTo>
                <a:lnTo>
                  <a:pt x="54595" y="158478"/>
                </a:lnTo>
                <a:lnTo>
                  <a:pt x="54594" y="158478"/>
                </a:lnTo>
                <a:lnTo>
                  <a:pt x="54593" y="158478"/>
                </a:lnTo>
                <a:lnTo>
                  <a:pt x="54592" y="158478"/>
                </a:lnTo>
                <a:lnTo>
                  <a:pt x="54591" y="158478"/>
                </a:lnTo>
                <a:lnTo>
                  <a:pt x="54590" y="158478"/>
                </a:lnTo>
                <a:lnTo>
                  <a:pt x="54589" y="158478"/>
                </a:lnTo>
                <a:lnTo>
                  <a:pt x="54588" y="158478"/>
                </a:lnTo>
                <a:lnTo>
                  <a:pt x="54587" y="158478"/>
                </a:lnTo>
                <a:lnTo>
                  <a:pt x="54586" y="158478"/>
                </a:lnTo>
                <a:lnTo>
                  <a:pt x="54585" y="158478"/>
                </a:lnTo>
                <a:lnTo>
                  <a:pt x="54584" y="158478"/>
                </a:lnTo>
                <a:lnTo>
                  <a:pt x="54583" y="158478"/>
                </a:lnTo>
                <a:lnTo>
                  <a:pt x="54582" y="158478"/>
                </a:lnTo>
                <a:lnTo>
                  <a:pt x="54581" y="158478"/>
                </a:lnTo>
                <a:lnTo>
                  <a:pt x="54580" y="158478"/>
                </a:lnTo>
                <a:lnTo>
                  <a:pt x="54579" y="158478"/>
                </a:lnTo>
                <a:lnTo>
                  <a:pt x="54578" y="158478"/>
                </a:lnTo>
                <a:lnTo>
                  <a:pt x="54577" y="158478"/>
                </a:lnTo>
                <a:lnTo>
                  <a:pt x="54576" y="158478"/>
                </a:lnTo>
                <a:lnTo>
                  <a:pt x="54574" y="158478"/>
                </a:lnTo>
                <a:lnTo>
                  <a:pt x="54573" y="158478"/>
                </a:lnTo>
                <a:lnTo>
                  <a:pt x="54572" y="158478"/>
                </a:lnTo>
                <a:lnTo>
                  <a:pt x="54571" y="158478"/>
                </a:lnTo>
                <a:lnTo>
                  <a:pt x="54570" y="158478"/>
                </a:lnTo>
                <a:lnTo>
                  <a:pt x="54569" y="158478"/>
                </a:lnTo>
                <a:lnTo>
                  <a:pt x="54568" y="158478"/>
                </a:lnTo>
                <a:lnTo>
                  <a:pt x="54567" y="158478"/>
                </a:lnTo>
                <a:lnTo>
                  <a:pt x="54566" y="158478"/>
                </a:lnTo>
                <a:lnTo>
                  <a:pt x="54565" y="158478"/>
                </a:lnTo>
                <a:lnTo>
                  <a:pt x="54564" y="158478"/>
                </a:lnTo>
                <a:lnTo>
                  <a:pt x="54563" y="158478"/>
                </a:lnTo>
                <a:lnTo>
                  <a:pt x="54562" y="158478"/>
                </a:lnTo>
                <a:lnTo>
                  <a:pt x="54561" y="158478"/>
                </a:lnTo>
                <a:lnTo>
                  <a:pt x="54560" y="158478"/>
                </a:lnTo>
                <a:lnTo>
                  <a:pt x="54559" y="158478"/>
                </a:lnTo>
                <a:lnTo>
                  <a:pt x="54558" y="158478"/>
                </a:lnTo>
                <a:lnTo>
                  <a:pt x="54557" y="158478"/>
                </a:lnTo>
                <a:lnTo>
                  <a:pt x="54556" y="158478"/>
                </a:lnTo>
                <a:lnTo>
                  <a:pt x="54555" y="158478"/>
                </a:lnTo>
                <a:lnTo>
                  <a:pt x="54553" y="158478"/>
                </a:lnTo>
                <a:lnTo>
                  <a:pt x="54552" y="158478"/>
                </a:lnTo>
                <a:lnTo>
                  <a:pt x="54551" y="158478"/>
                </a:lnTo>
                <a:lnTo>
                  <a:pt x="54550" y="158478"/>
                </a:lnTo>
                <a:lnTo>
                  <a:pt x="54549" y="158478"/>
                </a:lnTo>
                <a:lnTo>
                  <a:pt x="54548" y="158478"/>
                </a:lnTo>
                <a:lnTo>
                  <a:pt x="54547" y="158478"/>
                </a:lnTo>
                <a:lnTo>
                  <a:pt x="54546" y="158478"/>
                </a:lnTo>
                <a:lnTo>
                  <a:pt x="54545" y="158478"/>
                </a:lnTo>
                <a:lnTo>
                  <a:pt x="54544" y="158478"/>
                </a:lnTo>
                <a:lnTo>
                  <a:pt x="54543" y="158478"/>
                </a:lnTo>
                <a:lnTo>
                  <a:pt x="54542" y="158478"/>
                </a:lnTo>
                <a:lnTo>
                  <a:pt x="54541" y="158478"/>
                </a:lnTo>
                <a:lnTo>
                  <a:pt x="54540" y="158478"/>
                </a:lnTo>
                <a:lnTo>
                  <a:pt x="54539" y="158478"/>
                </a:lnTo>
                <a:lnTo>
                  <a:pt x="54538" y="158478"/>
                </a:lnTo>
                <a:lnTo>
                  <a:pt x="54537" y="158478"/>
                </a:lnTo>
                <a:lnTo>
                  <a:pt x="54536" y="158478"/>
                </a:lnTo>
                <a:lnTo>
                  <a:pt x="54535" y="158478"/>
                </a:lnTo>
                <a:lnTo>
                  <a:pt x="54534" y="158478"/>
                </a:lnTo>
                <a:lnTo>
                  <a:pt x="54532" y="158478"/>
                </a:lnTo>
                <a:lnTo>
                  <a:pt x="54531" y="158478"/>
                </a:lnTo>
                <a:lnTo>
                  <a:pt x="54530" y="158478"/>
                </a:lnTo>
                <a:lnTo>
                  <a:pt x="54529" y="158478"/>
                </a:lnTo>
                <a:lnTo>
                  <a:pt x="54528" y="158478"/>
                </a:lnTo>
                <a:lnTo>
                  <a:pt x="54527" y="158478"/>
                </a:lnTo>
                <a:lnTo>
                  <a:pt x="54526" y="158478"/>
                </a:lnTo>
                <a:lnTo>
                  <a:pt x="54525" y="158478"/>
                </a:lnTo>
                <a:lnTo>
                  <a:pt x="54524" y="158478"/>
                </a:lnTo>
                <a:lnTo>
                  <a:pt x="54523" y="158478"/>
                </a:lnTo>
                <a:lnTo>
                  <a:pt x="54522" y="158478"/>
                </a:lnTo>
                <a:lnTo>
                  <a:pt x="54521" y="158478"/>
                </a:lnTo>
                <a:lnTo>
                  <a:pt x="54520" y="158478"/>
                </a:lnTo>
                <a:lnTo>
                  <a:pt x="54519" y="158478"/>
                </a:lnTo>
                <a:lnTo>
                  <a:pt x="54518" y="158478"/>
                </a:lnTo>
                <a:lnTo>
                  <a:pt x="54517" y="158478"/>
                </a:lnTo>
                <a:lnTo>
                  <a:pt x="54516" y="158478"/>
                </a:lnTo>
                <a:lnTo>
                  <a:pt x="54515" y="158478"/>
                </a:lnTo>
                <a:lnTo>
                  <a:pt x="54514" y="158478"/>
                </a:lnTo>
                <a:lnTo>
                  <a:pt x="54513" y="158478"/>
                </a:lnTo>
                <a:lnTo>
                  <a:pt x="54511" y="158478"/>
                </a:lnTo>
                <a:lnTo>
                  <a:pt x="54510" y="158478"/>
                </a:lnTo>
                <a:lnTo>
                  <a:pt x="54509" y="158478"/>
                </a:lnTo>
                <a:lnTo>
                  <a:pt x="54508" y="158478"/>
                </a:lnTo>
                <a:lnTo>
                  <a:pt x="54507" y="158478"/>
                </a:lnTo>
                <a:lnTo>
                  <a:pt x="54506" y="158478"/>
                </a:lnTo>
                <a:lnTo>
                  <a:pt x="54505" y="158478"/>
                </a:lnTo>
                <a:lnTo>
                  <a:pt x="54504" y="158478"/>
                </a:lnTo>
                <a:lnTo>
                  <a:pt x="54503" y="158478"/>
                </a:lnTo>
                <a:lnTo>
                  <a:pt x="54502" y="158478"/>
                </a:lnTo>
                <a:lnTo>
                  <a:pt x="54501" y="158478"/>
                </a:lnTo>
                <a:lnTo>
                  <a:pt x="54500" y="158478"/>
                </a:lnTo>
                <a:lnTo>
                  <a:pt x="54499" y="158478"/>
                </a:lnTo>
                <a:lnTo>
                  <a:pt x="54498" y="158478"/>
                </a:lnTo>
                <a:lnTo>
                  <a:pt x="54497" y="158478"/>
                </a:lnTo>
                <a:lnTo>
                  <a:pt x="54496" y="158478"/>
                </a:lnTo>
                <a:lnTo>
                  <a:pt x="54495" y="158478"/>
                </a:lnTo>
                <a:lnTo>
                  <a:pt x="54494" y="158478"/>
                </a:lnTo>
                <a:lnTo>
                  <a:pt x="54493" y="158478"/>
                </a:lnTo>
                <a:lnTo>
                  <a:pt x="54492" y="158478"/>
                </a:lnTo>
                <a:lnTo>
                  <a:pt x="54490" y="158478"/>
                </a:lnTo>
                <a:lnTo>
                  <a:pt x="54489" y="158478"/>
                </a:lnTo>
                <a:lnTo>
                  <a:pt x="54488" y="158478"/>
                </a:lnTo>
                <a:lnTo>
                  <a:pt x="54487" y="158478"/>
                </a:lnTo>
                <a:lnTo>
                  <a:pt x="54486" y="158478"/>
                </a:lnTo>
                <a:lnTo>
                  <a:pt x="54485" y="158478"/>
                </a:lnTo>
                <a:lnTo>
                  <a:pt x="54484" y="158478"/>
                </a:lnTo>
                <a:lnTo>
                  <a:pt x="54483" y="158478"/>
                </a:lnTo>
                <a:lnTo>
                  <a:pt x="54482" y="158478"/>
                </a:lnTo>
                <a:lnTo>
                  <a:pt x="54481" y="158478"/>
                </a:lnTo>
                <a:lnTo>
                  <a:pt x="54480" y="158478"/>
                </a:lnTo>
                <a:lnTo>
                  <a:pt x="54479" y="158478"/>
                </a:lnTo>
                <a:lnTo>
                  <a:pt x="54478" y="158478"/>
                </a:lnTo>
                <a:lnTo>
                  <a:pt x="54477" y="158478"/>
                </a:lnTo>
                <a:lnTo>
                  <a:pt x="54476" y="158478"/>
                </a:lnTo>
                <a:lnTo>
                  <a:pt x="54475" y="158478"/>
                </a:lnTo>
                <a:lnTo>
                  <a:pt x="54474" y="158478"/>
                </a:lnTo>
                <a:lnTo>
                  <a:pt x="54473" y="158478"/>
                </a:lnTo>
                <a:lnTo>
                  <a:pt x="54472" y="158478"/>
                </a:lnTo>
                <a:lnTo>
                  <a:pt x="54471" y="158478"/>
                </a:lnTo>
                <a:lnTo>
                  <a:pt x="54469" y="158478"/>
                </a:lnTo>
                <a:lnTo>
                  <a:pt x="54468" y="158478"/>
                </a:lnTo>
                <a:lnTo>
                  <a:pt x="54467" y="158478"/>
                </a:lnTo>
                <a:lnTo>
                  <a:pt x="54466" y="158478"/>
                </a:lnTo>
                <a:lnTo>
                  <a:pt x="54465" y="158478"/>
                </a:lnTo>
                <a:lnTo>
                  <a:pt x="54464" y="158478"/>
                </a:lnTo>
                <a:lnTo>
                  <a:pt x="54463" y="158478"/>
                </a:lnTo>
                <a:lnTo>
                  <a:pt x="54462" y="158478"/>
                </a:lnTo>
                <a:lnTo>
                  <a:pt x="54461" y="158478"/>
                </a:lnTo>
                <a:lnTo>
                  <a:pt x="54460" y="158478"/>
                </a:lnTo>
                <a:lnTo>
                  <a:pt x="54459" y="158478"/>
                </a:lnTo>
                <a:lnTo>
                  <a:pt x="54458" y="158478"/>
                </a:lnTo>
                <a:lnTo>
                  <a:pt x="54457" y="158478"/>
                </a:lnTo>
                <a:lnTo>
                  <a:pt x="54456" y="158478"/>
                </a:lnTo>
                <a:lnTo>
                  <a:pt x="54455" y="158478"/>
                </a:lnTo>
                <a:lnTo>
                  <a:pt x="54454" y="158478"/>
                </a:lnTo>
                <a:lnTo>
                  <a:pt x="54453" y="158478"/>
                </a:lnTo>
                <a:lnTo>
                  <a:pt x="54452" y="158478"/>
                </a:lnTo>
                <a:lnTo>
                  <a:pt x="54451" y="158478"/>
                </a:lnTo>
                <a:lnTo>
                  <a:pt x="54450" y="158478"/>
                </a:lnTo>
                <a:lnTo>
                  <a:pt x="54449" y="158478"/>
                </a:lnTo>
                <a:lnTo>
                  <a:pt x="54447" y="158478"/>
                </a:lnTo>
                <a:lnTo>
                  <a:pt x="54446" y="158478"/>
                </a:lnTo>
                <a:lnTo>
                  <a:pt x="54445" y="158478"/>
                </a:lnTo>
                <a:lnTo>
                  <a:pt x="54444" y="158478"/>
                </a:lnTo>
                <a:lnTo>
                  <a:pt x="54443" y="158478"/>
                </a:lnTo>
                <a:lnTo>
                  <a:pt x="54442" y="158478"/>
                </a:lnTo>
                <a:lnTo>
                  <a:pt x="54441" y="158478"/>
                </a:lnTo>
                <a:lnTo>
                  <a:pt x="54440" y="158478"/>
                </a:lnTo>
                <a:lnTo>
                  <a:pt x="54439" y="158478"/>
                </a:lnTo>
                <a:lnTo>
                  <a:pt x="54438" y="158478"/>
                </a:lnTo>
                <a:lnTo>
                  <a:pt x="54437" y="158478"/>
                </a:lnTo>
                <a:lnTo>
                  <a:pt x="54436" y="158478"/>
                </a:lnTo>
                <a:lnTo>
                  <a:pt x="54435" y="158478"/>
                </a:lnTo>
                <a:lnTo>
                  <a:pt x="54434" y="158478"/>
                </a:lnTo>
                <a:lnTo>
                  <a:pt x="54433" y="158478"/>
                </a:lnTo>
                <a:lnTo>
                  <a:pt x="54432" y="158478"/>
                </a:lnTo>
                <a:lnTo>
                  <a:pt x="54431" y="158478"/>
                </a:lnTo>
                <a:lnTo>
                  <a:pt x="54430" y="158478"/>
                </a:lnTo>
                <a:lnTo>
                  <a:pt x="54429" y="158478"/>
                </a:lnTo>
                <a:lnTo>
                  <a:pt x="54428" y="158478"/>
                </a:lnTo>
                <a:lnTo>
                  <a:pt x="54426" y="158478"/>
                </a:lnTo>
                <a:lnTo>
                  <a:pt x="54425" y="158478"/>
                </a:lnTo>
                <a:lnTo>
                  <a:pt x="54424" y="158478"/>
                </a:lnTo>
                <a:lnTo>
                  <a:pt x="54423" y="158478"/>
                </a:lnTo>
                <a:lnTo>
                  <a:pt x="54422" y="158478"/>
                </a:lnTo>
                <a:lnTo>
                  <a:pt x="54421" y="158478"/>
                </a:lnTo>
                <a:lnTo>
                  <a:pt x="54420" y="158478"/>
                </a:lnTo>
                <a:lnTo>
                  <a:pt x="54419" y="158478"/>
                </a:lnTo>
                <a:lnTo>
                  <a:pt x="54418" y="158478"/>
                </a:lnTo>
                <a:lnTo>
                  <a:pt x="54417" y="158478"/>
                </a:lnTo>
                <a:lnTo>
                  <a:pt x="54416" y="158478"/>
                </a:lnTo>
                <a:lnTo>
                  <a:pt x="54415" y="158478"/>
                </a:lnTo>
                <a:lnTo>
                  <a:pt x="54414" y="158478"/>
                </a:lnTo>
                <a:lnTo>
                  <a:pt x="54413" y="158478"/>
                </a:lnTo>
                <a:lnTo>
                  <a:pt x="54412" y="158478"/>
                </a:lnTo>
                <a:lnTo>
                  <a:pt x="54411" y="158478"/>
                </a:lnTo>
                <a:lnTo>
                  <a:pt x="54410" y="158478"/>
                </a:lnTo>
                <a:lnTo>
                  <a:pt x="54409" y="158478"/>
                </a:lnTo>
                <a:lnTo>
                  <a:pt x="54408" y="158478"/>
                </a:lnTo>
                <a:lnTo>
                  <a:pt x="54407" y="158478"/>
                </a:lnTo>
                <a:lnTo>
                  <a:pt x="54406" y="158478"/>
                </a:lnTo>
                <a:lnTo>
                  <a:pt x="54404" y="158478"/>
                </a:lnTo>
                <a:lnTo>
                  <a:pt x="54403" y="158478"/>
                </a:lnTo>
                <a:lnTo>
                  <a:pt x="54402" y="158478"/>
                </a:lnTo>
                <a:lnTo>
                  <a:pt x="54401" y="158478"/>
                </a:lnTo>
                <a:lnTo>
                  <a:pt x="54400" y="158478"/>
                </a:lnTo>
                <a:lnTo>
                  <a:pt x="54399" y="158478"/>
                </a:lnTo>
                <a:lnTo>
                  <a:pt x="54398" y="158478"/>
                </a:lnTo>
                <a:lnTo>
                  <a:pt x="54397" y="158478"/>
                </a:lnTo>
                <a:lnTo>
                  <a:pt x="54396" y="158478"/>
                </a:lnTo>
                <a:lnTo>
                  <a:pt x="54395" y="158478"/>
                </a:lnTo>
                <a:lnTo>
                  <a:pt x="54394" y="158478"/>
                </a:lnTo>
                <a:lnTo>
                  <a:pt x="54393" y="158478"/>
                </a:lnTo>
                <a:lnTo>
                  <a:pt x="54392" y="158478"/>
                </a:lnTo>
                <a:lnTo>
                  <a:pt x="54391" y="158478"/>
                </a:lnTo>
                <a:lnTo>
                  <a:pt x="54390" y="158478"/>
                </a:lnTo>
                <a:lnTo>
                  <a:pt x="54389" y="158478"/>
                </a:lnTo>
                <a:lnTo>
                  <a:pt x="54388" y="158478"/>
                </a:lnTo>
                <a:lnTo>
                  <a:pt x="54387" y="158478"/>
                </a:lnTo>
                <a:lnTo>
                  <a:pt x="54386" y="158478"/>
                </a:lnTo>
                <a:lnTo>
                  <a:pt x="54385" y="158478"/>
                </a:lnTo>
                <a:lnTo>
                  <a:pt x="54384" y="158478"/>
                </a:lnTo>
                <a:lnTo>
                  <a:pt x="54382" y="158478"/>
                </a:lnTo>
                <a:lnTo>
                  <a:pt x="54381" y="158478"/>
                </a:lnTo>
                <a:lnTo>
                  <a:pt x="54380" y="158478"/>
                </a:lnTo>
                <a:lnTo>
                  <a:pt x="54379" y="158478"/>
                </a:lnTo>
                <a:lnTo>
                  <a:pt x="54378" y="158478"/>
                </a:lnTo>
                <a:lnTo>
                  <a:pt x="54377" y="158478"/>
                </a:lnTo>
                <a:lnTo>
                  <a:pt x="54376" y="158478"/>
                </a:lnTo>
                <a:lnTo>
                  <a:pt x="54375" y="158478"/>
                </a:lnTo>
                <a:lnTo>
                  <a:pt x="54374" y="158478"/>
                </a:lnTo>
                <a:lnTo>
                  <a:pt x="54373" y="158478"/>
                </a:lnTo>
                <a:lnTo>
                  <a:pt x="54372" y="158478"/>
                </a:lnTo>
                <a:lnTo>
                  <a:pt x="54371" y="158478"/>
                </a:lnTo>
                <a:lnTo>
                  <a:pt x="54370" y="158478"/>
                </a:lnTo>
                <a:lnTo>
                  <a:pt x="54369" y="158478"/>
                </a:lnTo>
                <a:lnTo>
                  <a:pt x="54368" y="158478"/>
                </a:lnTo>
                <a:lnTo>
                  <a:pt x="54367" y="158478"/>
                </a:lnTo>
                <a:lnTo>
                  <a:pt x="54366" y="158478"/>
                </a:lnTo>
                <a:lnTo>
                  <a:pt x="54365" y="158478"/>
                </a:lnTo>
                <a:lnTo>
                  <a:pt x="54364" y="158478"/>
                </a:lnTo>
                <a:lnTo>
                  <a:pt x="54363" y="158478"/>
                </a:lnTo>
                <a:lnTo>
                  <a:pt x="54362" y="158478"/>
                </a:lnTo>
                <a:lnTo>
                  <a:pt x="54360" y="158478"/>
                </a:lnTo>
                <a:lnTo>
                  <a:pt x="54359" y="158478"/>
                </a:lnTo>
                <a:lnTo>
                  <a:pt x="54358" y="158478"/>
                </a:lnTo>
                <a:lnTo>
                  <a:pt x="54357" y="158478"/>
                </a:lnTo>
                <a:lnTo>
                  <a:pt x="54356" y="158478"/>
                </a:lnTo>
                <a:lnTo>
                  <a:pt x="54355" y="158478"/>
                </a:lnTo>
                <a:lnTo>
                  <a:pt x="54354" y="158478"/>
                </a:lnTo>
                <a:lnTo>
                  <a:pt x="54353" y="158478"/>
                </a:lnTo>
                <a:lnTo>
                  <a:pt x="54352" y="158478"/>
                </a:lnTo>
                <a:lnTo>
                  <a:pt x="54351" y="158478"/>
                </a:lnTo>
                <a:lnTo>
                  <a:pt x="54350" y="158478"/>
                </a:lnTo>
                <a:lnTo>
                  <a:pt x="54349" y="158478"/>
                </a:lnTo>
                <a:lnTo>
                  <a:pt x="54348" y="158478"/>
                </a:lnTo>
                <a:lnTo>
                  <a:pt x="54347" y="158478"/>
                </a:lnTo>
                <a:lnTo>
                  <a:pt x="54346" y="158478"/>
                </a:lnTo>
                <a:lnTo>
                  <a:pt x="54345" y="158478"/>
                </a:lnTo>
                <a:lnTo>
                  <a:pt x="54344" y="158478"/>
                </a:lnTo>
                <a:lnTo>
                  <a:pt x="54343" y="158478"/>
                </a:lnTo>
                <a:lnTo>
                  <a:pt x="54342" y="158478"/>
                </a:lnTo>
                <a:lnTo>
                  <a:pt x="54341" y="158478"/>
                </a:lnTo>
                <a:lnTo>
                  <a:pt x="54340" y="158478"/>
                </a:lnTo>
                <a:lnTo>
                  <a:pt x="54338" y="158478"/>
                </a:lnTo>
                <a:lnTo>
                  <a:pt x="54337" y="158478"/>
                </a:lnTo>
                <a:lnTo>
                  <a:pt x="54336" y="158478"/>
                </a:lnTo>
                <a:lnTo>
                  <a:pt x="54335" y="158478"/>
                </a:lnTo>
                <a:lnTo>
                  <a:pt x="54334" y="158478"/>
                </a:lnTo>
                <a:lnTo>
                  <a:pt x="54333" y="158478"/>
                </a:lnTo>
                <a:lnTo>
                  <a:pt x="54332" y="158478"/>
                </a:lnTo>
                <a:lnTo>
                  <a:pt x="54331" y="158478"/>
                </a:lnTo>
                <a:lnTo>
                  <a:pt x="54330" y="158478"/>
                </a:lnTo>
                <a:lnTo>
                  <a:pt x="54329" y="158478"/>
                </a:lnTo>
                <a:lnTo>
                  <a:pt x="54328" y="158478"/>
                </a:lnTo>
                <a:lnTo>
                  <a:pt x="54327" y="158478"/>
                </a:lnTo>
                <a:lnTo>
                  <a:pt x="54326" y="158478"/>
                </a:lnTo>
                <a:lnTo>
                  <a:pt x="54325" y="158478"/>
                </a:lnTo>
                <a:lnTo>
                  <a:pt x="54324" y="158478"/>
                </a:lnTo>
                <a:lnTo>
                  <a:pt x="54323" y="158478"/>
                </a:lnTo>
                <a:lnTo>
                  <a:pt x="54322" y="158478"/>
                </a:lnTo>
                <a:lnTo>
                  <a:pt x="54321" y="158478"/>
                </a:lnTo>
                <a:lnTo>
                  <a:pt x="54320" y="158478"/>
                </a:lnTo>
                <a:lnTo>
                  <a:pt x="54319" y="158478"/>
                </a:lnTo>
                <a:lnTo>
                  <a:pt x="54318" y="158478"/>
                </a:lnTo>
                <a:lnTo>
                  <a:pt x="54316" y="158478"/>
                </a:lnTo>
                <a:lnTo>
                  <a:pt x="54315" y="158478"/>
                </a:lnTo>
                <a:lnTo>
                  <a:pt x="54314" y="158478"/>
                </a:lnTo>
                <a:lnTo>
                  <a:pt x="54313" y="158478"/>
                </a:lnTo>
                <a:lnTo>
                  <a:pt x="54312" y="158478"/>
                </a:lnTo>
                <a:lnTo>
                  <a:pt x="54311" y="158478"/>
                </a:lnTo>
                <a:lnTo>
                  <a:pt x="54310" y="158478"/>
                </a:lnTo>
                <a:lnTo>
                  <a:pt x="54309" y="158478"/>
                </a:lnTo>
                <a:lnTo>
                  <a:pt x="54308" y="158478"/>
                </a:lnTo>
                <a:lnTo>
                  <a:pt x="54307" y="158478"/>
                </a:lnTo>
                <a:lnTo>
                  <a:pt x="54306" y="158478"/>
                </a:lnTo>
                <a:lnTo>
                  <a:pt x="54305" y="158478"/>
                </a:lnTo>
                <a:lnTo>
                  <a:pt x="54304" y="158478"/>
                </a:lnTo>
                <a:lnTo>
                  <a:pt x="54303" y="158478"/>
                </a:lnTo>
                <a:lnTo>
                  <a:pt x="54302" y="158478"/>
                </a:lnTo>
                <a:lnTo>
                  <a:pt x="54301" y="158478"/>
                </a:lnTo>
                <a:lnTo>
                  <a:pt x="54300" y="158478"/>
                </a:lnTo>
                <a:lnTo>
                  <a:pt x="54299" y="158478"/>
                </a:lnTo>
                <a:lnTo>
                  <a:pt x="54298" y="158478"/>
                </a:lnTo>
                <a:lnTo>
                  <a:pt x="54297" y="158478"/>
                </a:lnTo>
                <a:lnTo>
                  <a:pt x="54296" y="158478"/>
                </a:lnTo>
                <a:lnTo>
                  <a:pt x="54295" y="158478"/>
                </a:lnTo>
                <a:lnTo>
                  <a:pt x="54293" y="158478"/>
                </a:lnTo>
                <a:lnTo>
                  <a:pt x="54292" y="158478"/>
                </a:lnTo>
                <a:lnTo>
                  <a:pt x="54291" y="158478"/>
                </a:lnTo>
                <a:lnTo>
                  <a:pt x="54290" y="158478"/>
                </a:lnTo>
                <a:lnTo>
                  <a:pt x="54289" y="158478"/>
                </a:lnTo>
                <a:lnTo>
                  <a:pt x="54288" y="158478"/>
                </a:lnTo>
                <a:lnTo>
                  <a:pt x="54287" y="158478"/>
                </a:lnTo>
                <a:lnTo>
                  <a:pt x="54286" y="158478"/>
                </a:lnTo>
                <a:lnTo>
                  <a:pt x="54285" y="158478"/>
                </a:lnTo>
                <a:lnTo>
                  <a:pt x="54284" y="158478"/>
                </a:lnTo>
                <a:lnTo>
                  <a:pt x="54283" y="158478"/>
                </a:lnTo>
                <a:lnTo>
                  <a:pt x="54282" y="158478"/>
                </a:lnTo>
                <a:lnTo>
                  <a:pt x="54281" y="158478"/>
                </a:lnTo>
                <a:lnTo>
                  <a:pt x="54280" y="158478"/>
                </a:lnTo>
                <a:lnTo>
                  <a:pt x="54279" y="158478"/>
                </a:lnTo>
                <a:lnTo>
                  <a:pt x="54278" y="158478"/>
                </a:lnTo>
                <a:lnTo>
                  <a:pt x="54277" y="158478"/>
                </a:lnTo>
                <a:lnTo>
                  <a:pt x="54276" y="158478"/>
                </a:lnTo>
                <a:lnTo>
                  <a:pt x="54275" y="158478"/>
                </a:lnTo>
                <a:lnTo>
                  <a:pt x="54274" y="158478"/>
                </a:lnTo>
                <a:lnTo>
                  <a:pt x="54273" y="158478"/>
                </a:lnTo>
                <a:lnTo>
                  <a:pt x="54271" y="158478"/>
                </a:lnTo>
                <a:lnTo>
                  <a:pt x="54270" y="158478"/>
                </a:lnTo>
                <a:lnTo>
                  <a:pt x="54269" y="158478"/>
                </a:lnTo>
                <a:lnTo>
                  <a:pt x="54268" y="158478"/>
                </a:lnTo>
                <a:lnTo>
                  <a:pt x="54267" y="158478"/>
                </a:lnTo>
                <a:lnTo>
                  <a:pt x="54266" y="158478"/>
                </a:lnTo>
                <a:lnTo>
                  <a:pt x="54265" y="158478"/>
                </a:lnTo>
                <a:lnTo>
                  <a:pt x="54264" y="158478"/>
                </a:lnTo>
                <a:lnTo>
                  <a:pt x="54263" y="158478"/>
                </a:lnTo>
                <a:lnTo>
                  <a:pt x="54262" y="158478"/>
                </a:lnTo>
                <a:lnTo>
                  <a:pt x="54261" y="158478"/>
                </a:lnTo>
                <a:lnTo>
                  <a:pt x="54260" y="158478"/>
                </a:lnTo>
                <a:lnTo>
                  <a:pt x="54259" y="158478"/>
                </a:lnTo>
                <a:lnTo>
                  <a:pt x="54258" y="158478"/>
                </a:lnTo>
                <a:lnTo>
                  <a:pt x="54257" y="158478"/>
                </a:lnTo>
                <a:lnTo>
                  <a:pt x="54256" y="158478"/>
                </a:lnTo>
                <a:lnTo>
                  <a:pt x="54255" y="158478"/>
                </a:lnTo>
                <a:lnTo>
                  <a:pt x="54254" y="158478"/>
                </a:lnTo>
                <a:lnTo>
                  <a:pt x="54253" y="158478"/>
                </a:lnTo>
                <a:lnTo>
                  <a:pt x="54252" y="158478"/>
                </a:lnTo>
                <a:lnTo>
                  <a:pt x="54251" y="158478"/>
                </a:lnTo>
                <a:lnTo>
                  <a:pt x="54250" y="158478"/>
                </a:lnTo>
                <a:lnTo>
                  <a:pt x="54248" y="158478"/>
                </a:lnTo>
                <a:lnTo>
                  <a:pt x="54247" y="158478"/>
                </a:lnTo>
                <a:lnTo>
                  <a:pt x="54246" y="158478"/>
                </a:lnTo>
                <a:lnTo>
                  <a:pt x="54245" y="158478"/>
                </a:lnTo>
                <a:lnTo>
                  <a:pt x="54244" y="158478"/>
                </a:lnTo>
                <a:lnTo>
                  <a:pt x="54243" y="158478"/>
                </a:lnTo>
                <a:lnTo>
                  <a:pt x="54242" y="158478"/>
                </a:lnTo>
                <a:lnTo>
                  <a:pt x="54241" y="158478"/>
                </a:lnTo>
                <a:lnTo>
                  <a:pt x="54240" y="158478"/>
                </a:lnTo>
                <a:lnTo>
                  <a:pt x="54239" y="158478"/>
                </a:lnTo>
                <a:lnTo>
                  <a:pt x="54238" y="158478"/>
                </a:lnTo>
                <a:lnTo>
                  <a:pt x="54237" y="158478"/>
                </a:lnTo>
                <a:lnTo>
                  <a:pt x="54236" y="158478"/>
                </a:lnTo>
                <a:lnTo>
                  <a:pt x="54235" y="158478"/>
                </a:lnTo>
                <a:lnTo>
                  <a:pt x="54234" y="158478"/>
                </a:lnTo>
                <a:lnTo>
                  <a:pt x="54233" y="158478"/>
                </a:lnTo>
                <a:lnTo>
                  <a:pt x="54232" y="158478"/>
                </a:lnTo>
                <a:lnTo>
                  <a:pt x="54231" y="158478"/>
                </a:lnTo>
                <a:lnTo>
                  <a:pt x="54230" y="158478"/>
                </a:lnTo>
                <a:lnTo>
                  <a:pt x="54229" y="158478"/>
                </a:lnTo>
                <a:lnTo>
                  <a:pt x="54228" y="158478"/>
                </a:lnTo>
                <a:lnTo>
                  <a:pt x="54227" y="158478"/>
                </a:lnTo>
                <a:lnTo>
                  <a:pt x="54225" y="158478"/>
                </a:lnTo>
                <a:lnTo>
                  <a:pt x="54224" y="158478"/>
                </a:lnTo>
                <a:lnTo>
                  <a:pt x="54223" y="158478"/>
                </a:lnTo>
                <a:lnTo>
                  <a:pt x="54222" y="158478"/>
                </a:lnTo>
                <a:lnTo>
                  <a:pt x="54221" y="158478"/>
                </a:lnTo>
                <a:lnTo>
                  <a:pt x="54220" y="158478"/>
                </a:lnTo>
                <a:lnTo>
                  <a:pt x="54219" y="158478"/>
                </a:lnTo>
                <a:lnTo>
                  <a:pt x="54218" y="158478"/>
                </a:lnTo>
                <a:lnTo>
                  <a:pt x="54217" y="158478"/>
                </a:lnTo>
                <a:lnTo>
                  <a:pt x="54216" y="158478"/>
                </a:lnTo>
                <a:lnTo>
                  <a:pt x="54215" y="158478"/>
                </a:lnTo>
                <a:lnTo>
                  <a:pt x="54214" y="158478"/>
                </a:lnTo>
                <a:lnTo>
                  <a:pt x="54213" y="158478"/>
                </a:lnTo>
                <a:lnTo>
                  <a:pt x="54212" y="158478"/>
                </a:lnTo>
                <a:lnTo>
                  <a:pt x="54211" y="158478"/>
                </a:lnTo>
                <a:lnTo>
                  <a:pt x="54210" y="158478"/>
                </a:lnTo>
                <a:lnTo>
                  <a:pt x="54209" y="158478"/>
                </a:lnTo>
                <a:lnTo>
                  <a:pt x="54208" y="158478"/>
                </a:lnTo>
                <a:lnTo>
                  <a:pt x="54207" y="158478"/>
                </a:lnTo>
                <a:lnTo>
                  <a:pt x="54206" y="158478"/>
                </a:lnTo>
                <a:lnTo>
                  <a:pt x="54205" y="158478"/>
                </a:lnTo>
                <a:lnTo>
                  <a:pt x="54204" y="158478"/>
                </a:lnTo>
                <a:lnTo>
                  <a:pt x="54202" y="158478"/>
                </a:lnTo>
                <a:lnTo>
                  <a:pt x="54201" y="158478"/>
                </a:lnTo>
                <a:lnTo>
                  <a:pt x="54200" y="158478"/>
                </a:lnTo>
                <a:lnTo>
                  <a:pt x="54199" y="158478"/>
                </a:lnTo>
                <a:lnTo>
                  <a:pt x="54198" y="158478"/>
                </a:lnTo>
                <a:lnTo>
                  <a:pt x="54197" y="158478"/>
                </a:lnTo>
                <a:lnTo>
                  <a:pt x="54196" y="158478"/>
                </a:lnTo>
                <a:lnTo>
                  <a:pt x="54195" y="158478"/>
                </a:lnTo>
                <a:lnTo>
                  <a:pt x="54194" y="158478"/>
                </a:lnTo>
                <a:lnTo>
                  <a:pt x="54193" y="158478"/>
                </a:lnTo>
                <a:lnTo>
                  <a:pt x="54192" y="158478"/>
                </a:lnTo>
                <a:lnTo>
                  <a:pt x="54191" y="158478"/>
                </a:lnTo>
                <a:lnTo>
                  <a:pt x="54190" y="158478"/>
                </a:lnTo>
                <a:lnTo>
                  <a:pt x="54189" y="158478"/>
                </a:lnTo>
                <a:lnTo>
                  <a:pt x="54188" y="158478"/>
                </a:lnTo>
                <a:lnTo>
                  <a:pt x="54187" y="158478"/>
                </a:lnTo>
                <a:lnTo>
                  <a:pt x="54186" y="158478"/>
                </a:lnTo>
                <a:lnTo>
                  <a:pt x="54185" y="158478"/>
                </a:lnTo>
                <a:lnTo>
                  <a:pt x="54184" y="158478"/>
                </a:lnTo>
                <a:lnTo>
                  <a:pt x="54183" y="158478"/>
                </a:lnTo>
                <a:lnTo>
                  <a:pt x="54182" y="158478"/>
                </a:lnTo>
                <a:lnTo>
                  <a:pt x="54181" y="158478"/>
                </a:lnTo>
                <a:lnTo>
                  <a:pt x="54180" y="158478"/>
                </a:lnTo>
                <a:lnTo>
                  <a:pt x="54178" y="158478"/>
                </a:lnTo>
                <a:lnTo>
                  <a:pt x="54177" y="158478"/>
                </a:lnTo>
                <a:lnTo>
                  <a:pt x="54176" y="158478"/>
                </a:lnTo>
                <a:lnTo>
                  <a:pt x="54175" y="158478"/>
                </a:lnTo>
                <a:lnTo>
                  <a:pt x="54174" y="158478"/>
                </a:lnTo>
                <a:lnTo>
                  <a:pt x="54173" y="158478"/>
                </a:lnTo>
                <a:lnTo>
                  <a:pt x="54172" y="158478"/>
                </a:lnTo>
                <a:lnTo>
                  <a:pt x="54171" y="158478"/>
                </a:lnTo>
                <a:lnTo>
                  <a:pt x="54170" y="158478"/>
                </a:lnTo>
                <a:lnTo>
                  <a:pt x="54169" y="158478"/>
                </a:lnTo>
                <a:lnTo>
                  <a:pt x="54168" y="158478"/>
                </a:lnTo>
                <a:lnTo>
                  <a:pt x="54167" y="158478"/>
                </a:lnTo>
                <a:lnTo>
                  <a:pt x="54166" y="158478"/>
                </a:lnTo>
                <a:lnTo>
                  <a:pt x="54165" y="158478"/>
                </a:lnTo>
                <a:lnTo>
                  <a:pt x="54164" y="158478"/>
                </a:lnTo>
                <a:lnTo>
                  <a:pt x="54163" y="158478"/>
                </a:lnTo>
                <a:lnTo>
                  <a:pt x="54162" y="158478"/>
                </a:lnTo>
                <a:lnTo>
                  <a:pt x="54161" y="158478"/>
                </a:lnTo>
                <a:lnTo>
                  <a:pt x="54160" y="158478"/>
                </a:lnTo>
                <a:lnTo>
                  <a:pt x="54159" y="158478"/>
                </a:lnTo>
                <a:lnTo>
                  <a:pt x="54158" y="158478"/>
                </a:lnTo>
                <a:lnTo>
                  <a:pt x="54157" y="158478"/>
                </a:lnTo>
                <a:lnTo>
                  <a:pt x="54155" y="158478"/>
                </a:lnTo>
                <a:lnTo>
                  <a:pt x="54154" y="158478"/>
                </a:lnTo>
                <a:lnTo>
                  <a:pt x="54153" y="158478"/>
                </a:lnTo>
                <a:lnTo>
                  <a:pt x="54152" y="158478"/>
                </a:lnTo>
                <a:lnTo>
                  <a:pt x="54151" y="158478"/>
                </a:lnTo>
                <a:lnTo>
                  <a:pt x="54150" y="158478"/>
                </a:lnTo>
                <a:lnTo>
                  <a:pt x="54149" y="158478"/>
                </a:lnTo>
                <a:lnTo>
                  <a:pt x="54148" y="158478"/>
                </a:lnTo>
                <a:lnTo>
                  <a:pt x="54147" y="158478"/>
                </a:lnTo>
                <a:lnTo>
                  <a:pt x="54146" y="158478"/>
                </a:lnTo>
                <a:lnTo>
                  <a:pt x="54145" y="158478"/>
                </a:lnTo>
                <a:lnTo>
                  <a:pt x="54144" y="158478"/>
                </a:lnTo>
                <a:lnTo>
                  <a:pt x="54143" y="158478"/>
                </a:lnTo>
                <a:lnTo>
                  <a:pt x="54142" y="158478"/>
                </a:lnTo>
                <a:lnTo>
                  <a:pt x="54141" y="158478"/>
                </a:lnTo>
                <a:lnTo>
                  <a:pt x="54140" y="158478"/>
                </a:lnTo>
                <a:lnTo>
                  <a:pt x="54139" y="158478"/>
                </a:lnTo>
                <a:lnTo>
                  <a:pt x="54138" y="158478"/>
                </a:lnTo>
                <a:lnTo>
                  <a:pt x="54137" y="158478"/>
                </a:lnTo>
                <a:lnTo>
                  <a:pt x="54136" y="158478"/>
                </a:lnTo>
                <a:lnTo>
                  <a:pt x="54135" y="158478"/>
                </a:lnTo>
                <a:lnTo>
                  <a:pt x="54134" y="158478"/>
                </a:lnTo>
                <a:lnTo>
                  <a:pt x="54133" y="158478"/>
                </a:lnTo>
                <a:lnTo>
                  <a:pt x="54131" y="158478"/>
                </a:lnTo>
                <a:lnTo>
                  <a:pt x="54130" y="158478"/>
                </a:lnTo>
                <a:lnTo>
                  <a:pt x="54129" y="158478"/>
                </a:lnTo>
                <a:lnTo>
                  <a:pt x="54128" y="158478"/>
                </a:lnTo>
                <a:lnTo>
                  <a:pt x="54127" y="158478"/>
                </a:lnTo>
                <a:lnTo>
                  <a:pt x="54126" y="158478"/>
                </a:lnTo>
                <a:lnTo>
                  <a:pt x="54125" y="158478"/>
                </a:lnTo>
                <a:lnTo>
                  <a:pt x="54124" y="158478"/>
                </a:lnTo>
                <a:lnTo>
                  <a:pt x="54123" y="158478"/>
                </a:lnTo>
                <a:lnTo>
                  <a:pt x="54122" y="158478"/>
                </a:lnTo>
                <a:lnTo>
                  <a:pt x="54121" y="158478"/>
                </a:lnTo>
                <a:lnTo>
                  <a:pt x="54120" y="158478"/>
                </a:lnTo>
                <a:lnTo>
                  <a:pt x="54119" y="158478"/>
                </a:lnTo>
                <a:lnTo>
                  <a:pt x="54118" y="158478"/>
                </a:lnTo>
                <a:lnTo>
                  <a:pt x="54117" y="158478"/>
                </a:lnTo>
                <a:lnTo>
                  <a:pt x="54116" y="158478"/>
                </a:lnTo>
                <a:lnTo>
                  <a:pt x="54115" y="158478"/>
                </a:lnTo>
                <a:lnTo>
                  <a:pt x="54114" y="158478"/>
                </a:lnTo>
                <a:lnTo>
                  <a:pt x="54113" y="158478"/>
                </a:lnTo>
                <a:lnTo>
                  <a:pt x="54112" y="158478"/>
                </a:lnTo>
                <a:lnTo>
                  <a:pt x="54111" y="158478"/>
                </a:lnTo>
                <a:lnTo>
                  <a:pt x="54110" y="158478"/>
                </a:lnTo>
                <a:lnTo>
                  <a:pt x="54109" y="158478"/>
                </a:lnTo>
                <a:lnTo>
                  <a:pt x="54107" y="158478"/>
                </a:lnTo>
                <a:lnTo>
                  <a:pt x="54106" y="158478"/>
                </a:lnTo>
                <a:lnTo>
                  <a:pt x="54105" y="158478"/>
                </a:lnTo>
                <a:lnTo>
                  <a:pt x="54104" y="158478"/>
                </a:lnTo>
                <a:lnTo>
                  <a:pt x="54103" y="158478"/>
                </a:lnTo>
                <a:lnTo>
                  <a:pt x="54102" y="158478"/>
                </a:lnTo>
                <a:lnTo>
                  <a:pt x="54101" y="158478"/>
                </a:lnTo>
                <a:lnTo>
                  <a:pt x="54100" y="158478"/>
                </a:lnTo>
                <a:lnTo>
                  <a:pt x="54099" y="158478"/>
                </a:lnTo>
                <a:lnTo>
                  <a:pt x="54098" y="158478"/>
                </a:lnTo>
                <a:lnTo>
                  <a:pt x="54097" y="158478"/>
                </a:lnTo>
                <a:lnTo>
                  <a:pt x="54096" y="158478"/>
                </a:lnTo>
                <a:lnTo>
                  <a:pt x="54095" y="158478"/>
                </a:lnTo>
                <a:lnTo>
                  <a:pt x="54094" y="158478"/>
                </a:lnTo>
                <a:lnTo>
                  <a:pt x="54093" y="158478"/>
                </a:lnTo>
                <a:lnTo>
                  <a:pt x="54092" y="158478"/>
                </a:lnTo>
                <a:lnTo>
                  <a:pt x="54091" y="158478"/>
                </a:lnTo>
                <a:lnTo>
                  <a:pt x="54090" y="158478"/>
                </a:lnTo>
                <a:lnTo>
                  <a:pt x="54089" y="158478"/>
                </a:lnTo>
                <a:lnTo>
                  <a:pt x="54088" y="158478"/>
                </a:lnTo>
                <a:lnTo>
                  <a:pt x="54087" y="158478"/>
                </a:lnTo>
                <a:lnTo>
                  <a:pt x="54086" y="158478"/>
                </a:lnTo>
                <a:lnTo>
                  <a:pt x="54085" y="158478"/>
                </a:lnTo>
                <a:lnTo>
                  <a:pt x="54083" y="158478"/>
                </a:lnTo>
                <a:lnTo>
                  <a:pt x="54082" y="158478"/>
                </a:lnTo>
                <a:lnTo>
                  <a:pt x="54081" y="158478"/>
                </a:lnTo>
                <a:lnTo>
                  <a:pt x="54080" y="158478"/>
                </a:lnTo>
                <a:lnTo>
                  <a:pt x="54079" y="158478"/>
                </a:lnTo>
                <a:lnTo>
                  <a:pt x="54078" y="158478"/>
                </a:lnTo>
                <a:lnTo>
                  <a:pt x="54077" y="158478"/>
                </a:lnTo>
                <a:lnTo>
                  <a:pt x="54076" y="158478"/>
                </a:lnTo>
                <a:lnTo>
                  <a:pt x="54075" y="158478"/>
                </a:lnTo>
                <a:lnTo>
                  <a:pt x="54074" y="158478"/>
                </a:lnTo>
                <a:lnTo>
                  <a:pt x="54073" y="158478"/>
                </a:lnTo>
                <a:lnTo>
                  <a:pt x="54072" y="158478"/>
                </a:lnTo>
                <a:lnTo>
                  <a:pt x="54071" y="158478"/>
                </a:lnTo>
                <a:lnTo>
                  <a:pt x="54070" y="158478"/>
                </a:lnTo>
                <a:lnTo>
                  <a:pt x="54069" y="158478"/>
                </a:lnTo>
                <a:lnTo>
                  <a:pt x="54068" y="158478"/>
                </a:lnTo>
                <a:lnTo>
                  <a:pt x="54067" y="158478"/>
                </a:lnTo>
                <a:lnTo>
                  <a:pt x="54066" y="158478"/>
                </a:lnTo>
                <a:lnTo>
                  <a:pt x="54065" y="158478"/>
                </a:lnTo>
                <a:lnTo>
                  <a:pt x="54064" y="158478"/>
                </a:lnTo>
                <a:lnTo>
                  <a:pt x="54063" y="158478"/>
                </a:lnTo>
                <a:lnTo>
                  <a:pt x="54062" y="158478"/>
                </a:lnTo>
                <a:lnTo>
                  <a:pt x="54061" y="158478"/>
                </a:lnTo>
                <a:lnTo>
                  <a:pt x="54060" y="158478"/>
                </a:lnTo>
                <a:lnTo>
                  <a:pt x="54058" y="158478"/>
                </a:lnTo>
                <a:lnTo>
                  <a:pt x="54057" y="158478"/>
                </a:lnTo>
                <a:lnTo>
                  <a:pt x="54056" y="158478"/>
                </a:lnTo>
                <a:lnTo>
                  <a:pt x="54055" y="158478"/>
                </a:lnTo>
                <a:lnTo>
                  <a:pt x="54054" y="158478"/>
                </a:lnTo>
                <a:lnTo>
                  <a:pt x="54053" y="158478"/>
                </a:lnTo>
                <a:lnTo>
                  <a:pt x="54052" y="158478"/>
                </a:lnTo>
                <a:lnTo>
                  <a:pt x="54051" y="158478"/>
                </a:lnTo>
                <a:lnTo>
                  <a:pt x="54050" y="158478"/>
                </a:lnTo>
                <a:lnTo>
                  <a:pt x="54049" y="158478"/>
                </a:lnTo>
                <a:lnTo>
                  <a:pt x="54048" y="158478"/>
                </a:lnTo>
                <a:lnTo>
                  <a:pt x="54047" y="158478"/>
                </a:lnTo>
                <a:lnTo>
                  <a:pt x="54046" y="158478"/>
                </a:lnTo>
                <a:lnTo>
                  <a:pt x="54045" y="158478"/>
                </a:lnTo>
                <a:lnTo>
                  <a:pt x="54044" y="158478"/>
                </a:lnTo>
                <a:lnTo>
                  <a:pt x="54043" y="158478"/>
                </a:lnTo>
                <a:lnTo>
                  <a:pt x="54042" y="158478"/>
                </a:lnTo>
                <a:lnTo>
                  <a:pt x="54041" y="158478"/>
                </a:lnTo>
                <a:lnTo>
                  <a:pt x="54040" y="158478"/>
                </a:lnTo>
                <a:lnTo>
                  <a:pt x="54039" y="158478"/>
                </a:lnTo>
                <a:lnTo>
                  <a:pt x="54038" y="158478"/>
                </a:lnTo>
                <a:lnTo>
                  <a:pt x="54037" y="158478"/>
                </a:lnTo>
                <a:lnTo>
                  <a:pt x="54036" y="158478"/>
                </a:lnTo>
                <a:lnTo>
                  <a:pt x="54034" y="158478"/>
                </a:lnTo>
                <a:lnTo>
                  <a:pt x="54033" y="158478"/>
                </a:lnTo>
                <a:lnTo>
                  <a:pt x="54032" y="158478"/>
                </a:lnTo>
                <a:lnTo>
                  <a:pt x="54031" y="158478"/>
                </a:lnTo>
                <a:lnTo>
                  <a:pt x="54030" y="158478"/>
                </a:lnTo>
                <a:lnTo>
                  <a:pt x="54029" y="158478"/>
                </a:lnTo>
                <a:lnTo>
                  <a:pt x="54028" y="158478"/>
                </a:lnTo>
                <a:lnTo>
                  <a:pt x="54027" y="158478"/>
                </a:lnTo>
                <a:lnTo>
                  <a:pt x="54026" y="158478"/>
                </a:lnTo>
                <a:lnTo>
                  <a:pt x="54025" y="158478"/>
                </a:lnTo>
                <a:lnTo>
                  <a:pt x="54024" y="158478"/>
                </a:lnTo>
                <a:lnTo>
                  <a:pt x="54023" y="158478"/>
                </a:lnTo>
                <a:lnTo>
                  <a:pt x="54022" y="158478"/>
                </a:lnTo>
                <a:lnTo>
                  <a:pt x="54021" y="158478"/>
                </a:lnTo>
                <a:lnTo>
                  <a:pt x="54020" y="158478"/>
                </a:lnTo>
                <a:lnTo>
                  <a:pt x="54019" y="158478"/>
                </a:lnTo>
                <a:lnTo>
                  <a:pt x="54018" y="158478"/>
                </a:lnTo>
                <a:lnTo>
                  <a:pt x="54017" y="158478"/>
                </a:lnTo>
                <a:lnTo>
                  <a:pt x="54016" y="158478"/>
                </a:lnTo>
                <a:lnTo>
                  <a:pt x="54015" y="158478"/>
                </a:lnTo>
                <a:lnTo>
                  <a:pt x="54014" y="158478"/>
                </a:lnTo>
                <a:lnTo>
                  <a:pt x="54013" y="158478"/>
                </a:lnTo>
                <a:lnTo>
                  <a:pt x="54012" y="158478"/>
                </a:lnTo>
                <a:lnTo>
                  <a:pt x="54011" y="158478"/>
                </a:lnTo>
                <a:lnTo>
                  <a:pt x="54009" y="158478"/>
                </a:lnTo>
                <a:lnTo>
                  <a:pt x="54008" y="158478"/>
                </a:lnTo>
                <a:lnTo>
                  <a:pt x="54007" y="158478"/>
                </a:lnTo>
                <a:lnTo>
                  <a:pt x="54006" y="158478"/>
                </a:lnTo>
                <a:lnTo>
                  <a:pt x="54005" y="158478"/>
                </a:lnTo>
                <a:lnTo>
                  <a:pt x="54004" y="158478"/>
                </a:lnTo>
                <a:lnTo>
                  <a:pt x="54003" y="158478"/>
                </a:lnTo>
                <a:lnTo>
                  <a:pt x="54002" y="158478"/>
                </a:lnTo>
                <a:lnTo>
                  <a:pt x="54001" y="158478"/>
                </a:lnTo>
                <a:lnTo>
                  <a:pt x="54000" y="158478"/>
                </a:lnTo>
                <a:lnTo>
                  <a:pt x="53999" y="158478"/>
                </a:lnTo>
                <a:lnTo>
                  <a:pt x="53998" y="158478"/>
                </a:lnTo>
                <a:lnTo>
                  <a:pt x="53997" y="158478"/>
                </a:lnTo>
                <a:lnTo>
                  <a:pt x="53996" y="158478"/>
                </a:lnTo>
                <a:lnTo>
                  <a:pt x="53995" y="158478"/>
                </a:lnTo>
                <a:lnTo>
                  <a:pt x="53994" y="158478"/>
                </a:lnTo>
                <a:lnTo>
                  <a:pt x="53993" y="158478"/>
                </a:lnTo>
                <a:lnTo>
                  <a:pt x="53992" y="158478"/>
                </a:lnTo>
                <a:lnTo>
                  <a:pt x="53991" y="158478"/>
                </a:lnTo>
                <a:lnTo>
                  <a:pt x="53990" y="158478"/>
                </a:lnTo>
                <a:lnTo>
                  <a:pt x="53989" y="158478"/>
                </a:lnTo>
                <a:lnTo>
                  <a:pt x="53988" y="158478"/>
                </a:lnTo>
                <a:lnTo>
                  <a:pt x="53987" y="158478"/>
                </a:lnTo>
                <a:lnTo>
                  <a:pt x="53986" y="158478"/>
                </a:lnTo>
                <a:lnTo>
                  <a:pt x="53984" y="158478"/>
                </a:lnTo>
                <a:lnTo>
                  <a:pt x="53983" y="158478"/>
                </a:lnTo>
                <a:lnTo>
                  <a:pt x="53982" y="158478"/>
                </a:lnTo>
                <a:lnTo>
                  <a:pt x="53981" y="158478"/>
                </a:lnTo>
                <a:lnTo>
                  <a:pt x="53980" y="158478"/>
                </a:lnTo>
                <a:lnTo>
                  <a:pt x="53979" y="158478"/>
                </a:lnTo>
                <a:lnTo>
                  <a:pt x="53978" y="158478"/>
                </a:lnTo>
                <a:lnTo>
                  <a:pt x="53977" y="158478"/>
                </a:lnTo>
                <a:lnTo>
                  <a:pt x="53976" y="158478"/>
                </a:lnTo>
                <a:lnTo>
                  <a:pt x="53975" y="158478"/>
                </a:lnTo>
                <a:lnTo>
                  <a:pt x="53974" y="158478"/>
                </a:lnTo>
                <a:lnTo>
                  <a:pt x="53973" y="158478"/>
                </a:lnTo>
                <a:lnTo>
                  <a:pt x="53972" y="158478"/>
                </a:lnTo>
                <a:lnTo>
                  <a:pt x="53971" y="158478"/>
                </a:lnTo>
                <a:lnTo>
                  <a:pt x="53970" y="158478"/>
                </a:lnTo>
                <a:lnTo>
                  <a:pt x="53969" y="158478"/>
                </a:lnTo>
                <a:lnTo>
                  <a:pt x="53968" y="158478"/>
                </a:lnTo>
                <a:lnTo>
                  <a:pt x="53967" y="158478"/>
                </a:lnTo>
                <a:lnTo>
                  <a:pt x="53966" y="158478"/>
                </a:lnTo>
                <a:lnTo>
                  <a:pt x="53965" y="158478"/>
                </a:lnTo>
                <a:lnTo>
                  <a:pt x="53964" y="158478"/>
                </a:lnTo>
                <a:lnTo>
                  <a:pt x="53963" y="158478"/>
                </a:lnTo>
                <a:lnTo>
                  <a:pt x="53962" y="158478"/>
                </a:lnTo>
                <a:lnTo>
                  <a:pt x="53961" y="158478"/>
                </a:lnTo>
                <a:lnTo>
                  <a:pt x="53959" y="158478"/>
                </a:lnTo>
                <a:lnTo>
                  <a:pt x="53958" y="158478"/>
                </a:lnTo>
                <a:lnTo>
                  <a:pt x="53957" y="158478"/>
                </a:lnTo>
                <a:lnTo>
                  <a:pt x="53956" y="158478"/>
                </a:lnTo>
                <a:lnTo>
                  <a:pt x="53955" y="158478"/>
                </a:lnTo>
                <a:lnTo>
                  <a:pt x="53954" y="158478"/>
                </a:lnTo>
                <a:lnTo>
                  <a:pt x="53953" y="158478"/>
                </a:lnTo>
                <a:lnTo>
                  <a:pt x="53952" y="158478"/>
                </a:lnTo>
                <a:lnTo>
                  <a:pt x="53951" y="158478"/>
                </a:lnTo>
                <a:lnTo>
                  <a:pt x="53950" y="158478"/>
                </a:lnTo>
                <a:lnTo>
                  <a:pt x="53949" y="158478"/>
                </a:lnTo>
                <a:lnTo>
                  <a:pt x="53948" y="158478"/>
                </a:lnTo>
                <a:lnTo>
                  <a:pt x="53947" y="158478"/>
                </a:lnTo>
                <a:lnTo>
                  <a:pt x="53946" y="158478"/>
                </a:lnTo>
                <a:lnTo>
                  <a:pt x="53945" y="158478"/>
                </a:lnTo>
                <a:lnTo>
                  <a:pt x="53944" y="158478"/>
                </a:lnTo>
                <a:lnTo>
                  <a:pt x="53943" y="158478"/>
                </a:lnTo>
                <a:lnTo>
                  <a:pt x="53942" y="158478"/>
                </a:lnTo>
                <a:lnTo>
                  <a:pt x="53941" y="158478"/>
                </a:lnTo>
                <a:lnTo>
                  <a:pt x="53940" y="158478"/>
                </a:lnTo>
                <a:lnTo>
                  <a:pt x="53939" y="158478"/>
                </a:lnTo>
                <a:lnTo>
                  <a:pt x="53938" y="158478"/>
                </a:lnTo>
                <a:lnTo>
                  <a:pt x="53937" y="158478"/>
                </a:lnTo>
                <a:lnTo>
                  <a:pt x="53936" y="158478"/>
                </a:lnTo>
                <a:lnTo>
                  <a:pt x="53935" y="158478"/>
                </a:lnTo>
                <a:lnTo>
                  <a:pt x="53933" y="158478"/>
                </a:lnTo>
                <a:lnTo>
                  <a:pt x="53932" y="158478"/>
                </a:lnTo>
                <a:lnTo>
                  <a:pt x="53931" y="158478"/>
                </a:lnTo>
                <a:lnTo>
                  <a:pt x="53930" y="158478"/>
                </a:lnTo>
                <a:lnTo>
                  <a:pt x="53929" y="158478"/>
                </a:lnTo>
                <a:lnTo>
                  <a:pt x="53928" y="158478"/>
                </a:lnTo>
                <a:lnTo>
                  <a:pt x="53927" y="158478"/>
                </a:lnTo>
                <a:lnTo>
                  <a:pt x="53926" y="158478"/>
                </a:lnTo>
                <a:lnTo>
                  <a:pt x="53925" y="158478"/>
                </a:lnTo>
                <a:lnTo>
                  <a:pt x="53924" y="158478"/>
                </a:lnTo>
                <a:lnTo>
                  <a:pt x="53923" y="158478"/>
                </a:lnTo>
                <a:lnTo>
                  <a:pt x="53922" y="158478"/>
                </a:lnTo>
                <a:lnTo>
                  <a:pt x="53921" y="158478"/>
                </a:lnTo>
                <a:lnTo>
                  <a:pt x="53920" y="158478"/>
                </a:lnTo>
                <a:lnTo>
                  <a:pt x="53919" y="158478"/>
                </a:lnTo>
                <a:lnTo>
                  <a:pt x="53918" y="158478"/>
                </a:lnTo>
                <a:lnTo>
                  <a:pt x="53917" y="158478"/>
                </a:lnTo>
                <a:lnTo>
                  <a:pt x="53916" y="158478"/>
                </a:lnTo>
                <a:lnTo>
                  <a:pt x="53915" y="158478"/>
                </a:lnTo>
                <a:lnTo>
                  <a:pt x="53914" y="158478"/>
                </a:lnTo>
                <a:lnTo>
                  <a:pt x="53913" y="158478"/>
                </a:lnTo>
                <a:lnTo>
                  <a:pt x="53912" y="158478"/>
                </a:lnTo>
                <a:lnTo>
                  <a:pt x="53911" y="158478"/>
                </a:lnTo>
                <a:lnTo>
                  <a:pt x="53910" y="158478"/>
                </a:lnTo>
                <a:lnTo>
                  <a:pt x="53908" y="158478"/>
                </a:lnTo>
                <a:lnTo>
                  <a:pt x="53907" y="158478"/>
                </a:lnTo>
                <a:lnTo>
                  <a:pt x="53906" y="158478"/>
                </a:lnTo>
                <a:lnTo>
                  <a:pt x="53905" y="158478"/>
                </a:lnTo>
                <a:lnTo>
                  <a:pt x="53904" y="158478"/>
                </a:lnTo>
                <a:lnTo>
                  <a:pt x="53903" y="158478"/>
                </a:lnTo>
                <a:lnTo>
                  <a:pt x="53902" y="158478"/>
                </a:lnTo>
                <a:lnTo>
                  <a:pt x="53901" y="158478"/>
                </a:lnTo>
                <a:lnTo>
                  <a:pt x="53900" y="158478"/>
                </a:lnTo>
                <a:lnTo>
                  <a:pt x="53899" y="158478"/>
                </a:lnTo>
                <a:lnTo>
                  <a:pt x="53898" y="158478"/>
                </a:lnTo>
                <a:lnTo>
                  <a:pt x="53897" y="158478"/>
                </a:lnTo>
                <a:lnTo>
                  <a:pt x="53896" y="158478"/>
                </a:lnTo>
                <a:lnTo>
                  <a:pt x="53895" y="158478"/>
                </a:lnTo>
                <a:lnTo>
                  <a:pt x="53894" y="158478"/>
                </a:lnTo>
                <a:lnTo>
                  <a:pt x="53893" y="158478"/>
                </a:lnTo>
                <a:lnTo>
                  <a:pt x="53892" y="158478"/>
                </a:lnTo>
                <a:lnTo>
                  <a:pt x="53891" y="158478"/>
                </a:lnTo>
                <a:lnTo>
                  <a:pt x="53890" y="158478"/>
                </a:lnTo>
                <a:lnTo>
                  <a:pt x="53889" y="158478"/>
                </a:lnTo>
                <a:lnTo>
                  <a:pt x="53888" y="158478"/>
                </a:lnTo>
                <a:lnTo>
                  <a:pt x="53887" y="158478"/>
                </a:lnTo>
                <a:lnTo>
                  <a:pt x="53886" y="158478"/>
                </a:lnTo>
                <a:lnTo>
                  <a:pt x="53885" y="158478"/>
                </a:lnTo>
                <a:lnTo>
                  <a:pt x="53884" y="158478"/>
                </a:lnTo>
                <a:lnTo>
                  <a:pt x="53882" y="158478"/>
                </a:lnTo>
                <a:lnTo>
                  <a:pt x="53881" y="158478"/>
                </a:lnTo>
                <a:lnTo>
                  <a:pt x="53880" y="158478"/>
                </a:lnTo>
                <a:lnTo>
                  <a:pt x="53879" y="158478"/>
                </a:lnTo>
                <a:lnTo>
                  <a:pt x="53878" y="158478"/>
                </a:lnTo>
                <a:lnTo>
                  <a:pt x="53877" y="158478"/>
                </a:lnTo>
                <a:lnTo>
                  <a:pt x="53876" y="158478"/>
                </a:lnTo>
                <a:lnTo>
                  <a:pt x="53875" y="158478"/>
                </a:lnTo>
                <a:lnTo>
                  <a:pt x="53874" y="158478"/>
                </a:lnTo>
                <a:lnTo>
                  <a:pt x="53873" y="158478"/>
                </a:lnTo>
                <a:lnTo>
                  <a:pt x="53872" y="158478"/>
                </a:lnTo>
                <a:lnTo>
                  <a:pt x="53871" y="158478"/>
                </a:lnTo>
                <a:lnTo>
                  <a:pt x="53870" y="158478"/>
                </a:lnTo>
                <a:lnTo>
                  <a:pt x="53869" y="158478"/>
                </a:lnTo>
                <a:lnTo>
                  <a:pt x="53868" y="158478"/>
                </a:lnTo>
                <a:lnTo>
                  <a:pt x="53867" y="158478"/>
                </a:lnTo>
                <a:lnTo>
                  <a:pt x="53866" y="158478"/>
                </a:lnTo>
                <a:lnTo>
                  <a:pt x="53865" y="158478"/>
                </a:lnTo>
                <a:lnTo>
                  <a:pt x="53864" y="158478"/>
                </a:lnTo>
                <a:lnTo>
                  <a:pt x="53863" y="158478"/>
                </a:lnTo>
                <a:lnTo>
                  <a:pt x="53862" y="158478"/>
                </a:lnTo>
                <a:lnTo>
                  <a:pt x="53861" y="158478"/>
                </a:lnTo>
                <a:lnTo>
                  <a:pt x="53860" y="158478"/>
                </a:lnTo>
                <a:lnTo>
                  <a:pt x="53859" y="158478"/>
                </a:lnTo>
                <a:lnTo>
                  <a:pt x="53858" y="158478"/>
                </a:lnTo>
                <a:lnTo>
                  <a:pt x="53857" y="158478"/>
                </a:lnTo>
                <a:lnTo>
                  <a:pt x="53855" y="158478"/>
                </a:lnTo>
                <a:lnTo>
                  <a:pt x="53854" y="158478"/>
                </a:lnTo>
                <a:lnTo>
                  <a:pt x="53853" y="158478"/>
                </a:lnTo>
                <a:lnTo>
                  <a:pt x="53852" y="158478"/>
                </a:lnTo>
                <a:lnTo>
                  <a:pt x="53851" y="158478"/>
                </a:lnTo>
                <a:lnTo>
                  <a:pt x="53850" y="158478"/>
                </a:lnTo>
                <a:lnTo>
                  <a:pt x="53849" y="158478"/>
                </a:lnTo>
                <a:lnTo>
                  <a:pt x="53848" y="158478"/>
                </a:lnTo>
                <a:lnTo>
                  <a:pt x="53847" y="158478"/>
                </a:lnTo>
                <a:lnTo>
                  <a:pt x="53846" y="158478"/>
                </a:lnTo>
                <a:lnTo>
                  <a:pt x="53845" y="158478"/>
                </a:lnTo>
                <a:lnTo>
                  <a:pt x="53844" y="158478"/>
                </a:lnTo>
                <a:lnTo>
                  <a:pt x="53843" y="158478"/>
                </a:lnTo>
                <a:lnTo>
                  <a:pt x="53842" y="158478"/>
                </a:lnTo>
                <a:lnTo>
                  <a:pt x="53841" y="158478"/>
                </a:lnTo>
                <a:lnTo>
                  <a:pt x="53840" y="158478"/>
                </a:lnTo>
                <a:lnTo>
                  <a:pt x="53839" y="158478"/>
                </a:lnTo>
                <a:lnTo>
                  <a:pt x="53838" y="158478"/>
                </a:lnTo>
                <a:lnTo>
                  <a:pt x="53837" y="158478"/>
                </a:lnTo>
                <a:lnTo>
                  <a:pt x="53836" y="158478"/>
                </a:lnTo>
                <a:lnTo>
                  <a:pt x="53835" y="158478"/>
                </a:lnTo>
                <a:lnTo>
                  <a:pt x="53834" y="158478"/>
                </a:lnTo>
                <a:lnTo>
                  <a:pt x="53833" y="158478"/>
                </a:lnTo>
                <a:lnTo>
                  <a:pt x="53832" y="158478"/>
                </a:lnTo>
                <a:lnTo>
                  <a:pt x="53831" y="158478"/>
                </a:lnTo>
                <a:lnTo>
                  <a:pt x="53829" y="158478"/>
                </a:lnTo>
                <a:lnTo>
                  <a:pt x="53828" y="158478"/>
                </a:lnTo>
                <a:lnTo>
                  <a:pt x="53827" y="158478"/>
                </a:lnTo>
                <a:lnTo>
                  <a:pt x="53826" y="158478"/>
                </a:lnTo>
                <a:lnTo>
                  <a:pt x="53825" y="158478"/>
                </a:lnTo>
                <a:lnTo>
                  <a:pt x="53824" y="158478"/>
                </a:lnTo>
                <a:lnTo>
                  <a:pt x="53823" y="158478"/>
                </a:lnTo>
                <a:lnTo>
                  <a:pt x="53822" y="158478"/>
                </a:lnTo>
                <a:lnTo>
                  <a:pt x="53821" y="158478"/>
                </a:lnTo>
                <a:lnTo>
                  <a:pt x="53820" y="158478"/>
                </a:lnTo>
                <a:lnTo>
                  <a:pt x="53819" y="158478"/>
                </a:lnTo>
                <a:lnTo>
                  <a:pt x="53818" y="158478"/>
                </a:lnTo>
                <a:lnTo>
                  <a:pt x="53817" y="158478"/>
                </a:lnTo>
                <a:lnTo>
                  <a:pt x="53816" y="158478"/>
                </a:lnTo>
                <a:lnTo>
                  <a:pt x="53815" y="158478"/>
                </a:lnTo>
                <a:lnTo>
                  <a:pt x="53814" y="158478"/>
                </a:lnTo>
                <a:lnTo>
                  <a:pt x="53813" y="158478"/>
                </a:lnTo>
                <a:lnTo>
                  <a:pt x="53812" y="158478"/>
                </a:lnTo>
                <a:lnTo>
                  <a:pt x="53811" y="158478"/>
                </a:lnTo>
                <a:lnTo>
                  <a:pt x="53810" y="158478"/>
                </a:lnTo>
                <a:lnTo>
                  <a:pt x="53809" y="158478"/>
                </a:lnTo>
                <a:lnTo>
                  <a:pt x="53808" y="158478"/>
                </a:lnTo>
                <a:lnTo>
                  <a:pt x="53807" y="158478"/>
                </a:lnTo>
                <a:lnTo>
                  <a:pt x="53806" y="158478"/>
                </a:lnTo>
                <a:lnTo>
                  <a:pt x="53805" y="158478"/>
                </a:lnTo>
                <a:lnTo>
                  <a:pt x="53804" y="158478"/>
                </a:lnTo>
                <a:lnTo>
                  <a:pt x="53802" y="158478"/>
                </a:lnTo>
                <a:lnTo>
                  <a:pt x="53801" y="158478"/>
                </a:lnTo>
                <a:lnTo>
                  <a:pt x="53800" y="158478"/>
                </a:lnTo>
                <a:lnTo>
                  <a:pt x="53799" y="158478"/>
                </a:lnTo>
                <a:lnTo>
                  <a:pt x="53798" y="158478"/>
                </a:lnTo>
                <a:lnTo>
                  <a:pt x="53797" y="158478"/>
                </a:lnTo>
                <a:lnTo>
                  <a:pt x="53796" y="158478"/>
                </a:lnTo>
                <a:lnTo>
                  <a:pt x="53795" y="158478"/>
                </a:lnTo>
                <a:lnTo>
                  <a:pt x="53794" y="158478"/>
                </a:lnTo>
                <a:lnTo>
                  <a:pt x="53793" y="158478"/>
                </a:lnTo>
                <a:lnTo>
                  <a:pt x="53792" y="158478"/>
                </a:lnTo>
                <a:lnTo>
                  <a:pt x="53791" y="158478"/>
                </a:lnTo>
                <a:lnTo>
                  <a:pt x="53790" y="158478"/>
                </a:lnTo>
                <a:lnTo>
                  <a:pt x="53789" y="158478"/>
                </a:lnTo>
                <a:lnTo>
                  <a:pt x="53788" y="158478"/>
                </a:lnTo>
                <a:lnTo>
                  <a:pt x="53787" y="158478"/>
                </a:lnTo>
                <a:lnTo>
                  <a:pt x="53786" y="158478"/>
                </a:lnTo>
                <a:lnTo>
                  <a:pt x="53785" y="158478"/>
                </a:lnTo>
                <a:lnTo>
                  <a:pt x="53784" y="158478"/>
                </a:lnTo>
                <a:lnTo>
                  <a:pt x="53783" y="158478"/>
                </a:lnTo>
                <a:lnTo>
                  <a:pt x="53782" y="158478"/>
                </a:lnTo>
                <a:lnTo>
                  <a:pt x="53781" y="158478"/>
                </a:lnTo>
                <a:lnTo>
                  <a:pt x="53780" y="158478"/>
                </a:lnTo>
                <a:lnTo>
                  <a:pt x="53779" y="158478"/>
                </a:lnTo>
                <a:lnTo>
                  <a:pt x="53778" y="158478"/>
                </a:lnTo>
                <a:lnTo>
                  <a:pt x="53777" y="158478"/>
                </a:lnTo>
                <a:lnTo>
                  <a:pt x="53775" y="158478"/>
                </a:lnTo>
                <a:lnTo>
                  <a:pt x="53774" y="158478"/>
                </a:lnTo>
                <a:lnTo>
                  <a:pt x="53773" y="158478"/>
                </a:lnTo>
                <a:lnTo>
                  <a:pt x="53772" y="158478"/>
                </a:lnTo>
                <a:lnTo>
                  <a:pt x="53771" y="158478"/>
                </a:lnTo>
                <a:lnTo>
                  <a:pt x="53770" y="158478"/>
                </a:lnTo>
                <a:lnTo>
                  <a:pt x="53769" y="158478"/>
                </a:lnTo>
                <a:lnTo>
                  <a:pt x="53768" y="158478"/>
                </a:lnTo>
                <a:lnTo>
                  <a:pt x="53767" y="158478"/>
                </a:lnTo>
                <a:lnTo>
                  <a:pt x="53766" y="158478"/>
                </a:lnTo>
                <a:lnTo>
                  <a:pt x="53765" y="158478"/>
                </a:lnTo>
                <a:lnTo>
                  <a:pt x="53764" y="158478"/>
                </a:lnTo>
                <a:lnTo>
                  <a:pt x="53763" y="158478"/>
                </a:lnTo>
                <a:lnTo>
                  <a:pt x="53762" y="158478"/>
                </a:lnTo>
                <a:lnTo>
                  <a:pt x="53761" y="158478"/>
                </a:lnTo>
                <a:lnTo>
                  <a:pt x="53760" y="158478"/>
                </a:lnTo>
                <a:lnTo>
                  <a:pt x="53759" y="158478"/>
                </a:lnTo>
                <a:lnTo>
                  <a:pt x="53758" y="158478"/>
                </a:lnTo>
                <a:lnTo>
                  <a:pt x="53757" y="158478"/>
                </a:lnTo>
                <a:lnTo>
                  <a:pt x="53756" y="158478"/>
                </a:lnTo>
                <a:lnTo>
                  <a:pt x="53755" y="158478"/>
                </a:lnTo>
                <a:lnTo>
                  <a:pt x="53754" y="158478"/>
                </a:lnTo>
                <a:lnTo>
                  <a:pt x="53753" y="158478"/>
                </a:lnTo>
                <a:lnTo>
                  <a:pt x="53752" y="158478"/>
                </a:lnTo>
                <a:lnTo>
                  <a:pt x="53751" y="158478"/>
                </a:lnTo>
                <a:lnTo>
                  <a:pt x="53750" y="158478"/>
                </a:lnTo>
                <a:lnTo>
                  <a:pt x="53749" y="158478"/>
                </a:lnTo>
                <a:lnTo>
                  <a:pt x="53747" y="158478"/>
                </a:lnTo>
                <a:lnTo>
                  <a:pt x="53746" y="158478"/>
                </a:lnTo>
                <a:lnTo>
                  <a:pt x="53745" y="158478"/>
                </a:lnTo>
                <a:lnTo>
                  <a:pt x="53744" y="158478"/>
                </a:lnTo>
                <a:lnTo>
                  <a:pt x="53743" y="158478"/>
                </a:lnTo>
                <a:lnTo>
                  <a:pt x="53742" y="158478"/>
                </a:lnTo>
                <a:lnTo>
                  <a:pt x="53741" y="158478"/>
                </a:lnTo>
                <a:lnTo>
                  <a:pt x="53740" y="158478"/>
                </a:lnTo>
                <a:lnTo>
                  <a:pt x="53739" y="158478"/>
                </a:lnTo>
                <a:lnTo>
                  <a:pt x="53738" y="158478"/>
                </a:lnTo>
                <a:lnTo>
                  <a:pt x="53737" y="158478"/>
                </a:lnTo>
                <a:lnTo>
                  <a:pt x="53736" y="158478"/>
                </a:lnTo>
                <a:lnTo>
                  <a:pt x="53735" y="158478"/>
                </a:lnTo>
                <a:lnTo>
                  <a:pt x="53734" y="158478"/>
                </a:lnTo>
                <a:lnTo>
                  <a:pt x="53733" y="158478"/>
                </a:lnTo>
                <a:lnTo>
                  <a:pt x="53732" y="158478"/>
                </a:lnTo>
                <a:lnTo>
                  <a:pt x="53731" y="158478"/>
                </a:lnTo>
                <a:lnTo>
                  <a:pt x="53730" y="158478"/>
                </a:lnTo>
                <a:lnTo>
                  <a:pt x="53729" y="158478"/>
                </a:lnTo>
                <a:lnTo>
                  <a:pt x="53728" y="158478"/>
                </a:lnTo>
                <a:lnTo>
                  <a:pt x="53727" y="158478"/>
                </a:lnTo>
                <a:lnTo>
                  <a:pt x="53726" y="158478"/>
                </a:lnTo>
                <a:lnTo>
                  <a:pt x="53725" y="158478"/>
                </a:lnTo>
                <a:lnTo>
                  <a:pt x="53724" y="158478"/>
                </a:lnTo>
                <a:lnTo>
                  <a:pt x="53723" y="158478"/>
                </a:lnTo>
                <a:lnTo>
                  <a:pt x="53722" y="158478"/>
                </a:lnTo>
                <a:lnTo>
                  <a:pt x="53720" y="158478"/>
                </a:lnTo>
                <a:lnTo>
                  <a:pt x="53719" y="158478"/>
                </a:lnTo>
                <a:lnTo>
                  <a:pt x="53718" y="158478"/>
                </a:lnTo>
                <a:lnTo>
                  <a:pt x="53717" y="158478"/>
                </a:lnTo>
                <a:lnTo>
                  <a:pt x="53716" y="158478"/>
                </a:lnTo>
                <a:lnTo>
                  <a:pt x="53715" y="158478"/>
                </a:lnTo>
                <a:lnTo>
                  <a:pt x="53714" y="158478"/>
                </a:lnTo>
                <a:lnTo>
                  <a:pt x="53713" y="158478"/>
                </a:lnTo>
                <a:lnTo>
                  <a:pt x="53712" y="158478"/>
                </a:lnTo>
                <a:lnTo>
                  <a:pt x="53711" y="158478"/>
                </a:lnTo>
                <a:lnTo>
                  <a:pt x="53710" y="158478"/>
                </a:lnTo>
                <a:lnTo>
                  <a:pt x="53709" y="158478"/>
                </a:lnTo>
                <a:lnTo>
                  <a:pt x="53708" y="158478"/>
                </a:lnTo>
                <a:lnTo>
                  <a:pt x="53707" y="158478"/>
                </a:lnTo>
                <a:lnTo>
                  <a:pt x="53706" y="158478"/>
                </a:lnTo>
                <a:lnTo>
                  <a:pt x="53705" y="158478"/>
                </a:lnTo>
                <a:lnTo>
                  <a:pt x="53704" y="158478"/>
                </a:lnTo>
                <a:lnTo>
                  <a:pt x="53703" y="158478"/>
                </a:lnTo>
                <a:lnTo>
                  <a:pt x="53702" y="158478"/>
                </a:lnTo>
                <a:lnTo>
                  <a:pt x="53701" y="158478"/>
                </a:lnTo>
                <a:lnTo>
                  <a:pt x="53700" y="158478"/>
                </a:lnTo>
                <a:lnTo>
                  <a:pt x="53699" y="158478"/>
                </a:lnTo>
                <a:lnTo>
                  <a:pt x="53698" y="158478"/>
                </a:lnTo>
                <a:lnTo>
                  <a:pt x="53697" y="158478"/>
                </a:lnTo>
                <a:lnTo>
                  <a:pt x="53696" y="158478"/>
                </a:lnTo>
                <a:lnTo>
                  <a:pt x="53695" y="158478"/>
                </a:lnTo>
                <a:lnTo>
                  <a:pt x="53694" y="158478"/>
                </a:lnTo>
                <a:lnTo>
                  <a:pt x="53692" y="158478"/>
                </a:lnTo>
                <a:lnTo>
                  <a:pt x="53691" y="158478"/>
                </a:lnTo>
                <a:lnTo>
                  <a:pt x="53690" y="158478"/>
                </a:lnTo>
                <a:lnTo>
                  <a:pt x="53689" y="158478"/>
                </a:lnTo>
                <a:lnTo>
                  <a:pt x="53688" y="158478"/>
                </a:lnTo>
                <a:lnTo>
                  <a:pt x="53687" y="158478"/>
                </a:lnTo>
                <a:lnTo>
                  <a:pt x="53686" y="158478"/>
                </a:lnTo>
                <a:lnTo>
                  <a:pt x="53685" y="158478"/>
                </a:lnTo>
                <a:lnTo>
                  <a:pt x="53684" y="158478"/>
                </a:lnTo>
                <a:lnTo>
                  <a:pt x="53683" y="158478"/>
                </a:lnTo>
                <a:lnTo>
                  <a:pt x="53682" y="158478"/>
                </a:lnTo>
                <a:lnTo>
                  <a:pt x="53681" y="158478"/>
                </a:lnTo>
                <a:lnTo>
                  <a:pt x="53680" y="158478"/>
                </a:lnTo>
                <a:lnTo>
                  <a:pt x="53679" y="158478"/>
                </a:lnTo>
                <a:lnTo>
                  <a:pt x="53678" y="158478"/>
                </a:lnTo>
                <a:lnTo>
                  <a:pt x="53677" y="158478"/>
                </a:lnTo>
                <a:lnTo>
                  <a:pt x="53676" y="158478"/>
                </a:lnTo>
                <a:lnTo>
                  <a:pt x="53675" y="158478"/>
                </a:lnTo>
                <a:lnTo>
                  <a:pt x="53674" y="158478"/>
                </a:lnTo>
                <a:lnTo>
                  <a:pt x="53673" y="158478"/>
                </a:lnTo>
                <a:lnTo>
                  <a:pt x="53672" y="158478"/>
                </a:lnTo>
                <a:lnTo>
                  <a:pt x="53671" y="158478"/>
                </a:lnTo>
                <a:lnTo>
                  <a:pt x="53670" y="158478"/>
                </a:lnTo>
                <a:lnTo>
                  <a:pt x="53669" y="158478"/>
                </a:lnTo>
                <a:lnTo>
                  <a:pt x="53668" y="158478"/>
                </a:lnTo>
                <a:lnTo>
                  <a:pt x="53667" y="158478"/>
                </a:lnTo>
                <a:lnTo>
                  <a:pt x="53666" y="158478"/>
                </a:lnTo>
                <a:lnTo>
                  <a:pt x="53665" y="158478"/>
                </a:lnTo>
                <a:lnTo>
                  <a:pt x="53663" y="158478"/>
                </a:lnTo>
                <a:lnTo>
                  <a:pt x="53662" y="158478"/>
                </a:lnTo>
                <a:lnTo>
                  <a:pt x="53661" y="158478"/>
                </a:lnTo>
                <a:lnTo>
                  <a:pt x="53660" y="158478"/>
                </a:lnTo>
                <a:lnTo>
                  <a:pt x="53659" y="158478"/>
                </a:lnTo>
                <a:lnTo>
                  <a:pt x="53658" y="158478"/>
                </a:lnTo>
                <a:lnTo>
                  <a:pt x="53657" y="158478"/>
                </a:lnTo>
                <a:lnTo>
                  <a:pt x="53656" y="158478"/>
                </a:lnTo>
                <a:lnTo>
                  <a:pt x="53655" y="158478"/>
                </a:lnTo>
                <a:lnTo>
                  <a:pt x="53654" y="158478"/>
                </a:lnTo>
                <a:lnTo>
                  <a:pt x="53653" y="158478"/>
                </a:lnTo>
                <a:lnTo>
                  <a:pt x="53652" y="158478"/>
                </a:lnTo>
                <a:lnTo>
                  <a:pt x="53651" y="158478"/>
                </a:lnTo>
                <a:lnTo>
                  <a:pt x="53650" y="158478"/>
                </a:lnTo>
                <a:lnTo>
                  <a:pt x="53649" y="158478"/>
                </a:lnTo>
                <a:lnTo>
                  <a:pt x="53648" y="158478"/>
                </a:lnTo>
                <a:lnTo>
                  <a:pt x="53647" y="158478"/>
                </a:lnTo>
                <a:lnTo>
                  <a:pt x="53646" y="158478"/>
                </a:lnTo>
                <a:lnTo>
                  <a:pt x="53645" y="158478"/>
                </a:lnTo>
                <a:lnTo>
                  <a:pt x="53644" y="158478"/>
                </a:lnTo>
                <a:lnTo>
                  <a:pt x="53643" y="158478"/>
                </a:lnTo>
                <a:lnTo>
                  <a:pt x="53642" y="158478"/>
                </a:lnTo>
                <a:lnTo>
                  <a:pt x="53641" y="158478"/>
                </a:lnTo>
                <a:lnTo>
                  <a:pt x="53640" y="158478"/>
                </a:lnTo>
                <a:lnTo>
                  <a:pt x="53639" y="158478"/>
                </a:lnTo>
                <a:lnTo>
                  <a:pt x="53638" y="158478"/>
                </a:lnTo>
                <a:lnTo>
                  <a:pt x="53637" y="158478"/>
                </a:lnTo>
                <a:lnTo>
                  <a:pt x="53635" y="158478"/>
                </a:lnTo>
                <a:lnTo>
                  <a:pt x="53634" y="158478"/>
                </a:lnTo>
                <a:lnTo>
                  <a:pt x="53633" y="158478"/>
                </a:lnTo>
                <a:lnTo>
                  <a:pt x="53632" y="158478"/>
                </a:lnTo>
                <a:lnTo>
                  <a:pt x="53631" y="158478"/>
                </a:lnTo>
                <a:lnTo>
                  <a:pt x="53630" y="158478"/>
                </a:lnTo>
                <a:lnTo>
                  <a:pt x="53629" y="158478"/>
                </a:lnTo>
                <a:lnTo>
                  <a:pt x="53628" y="158478"/>
                </a:lnTo>
                <a:lnTo>
                  <a:pt x="53627" y="158478"/>
                </a:lnTo>
                <a:lnTo>
                  <a:pt x="53626" y="158478"/>
                </a:lnTo>
                <a:lnTo>
                  <a:pt x="53625" y="158478"/>
                </a:lnTo>
                <a:lnTo>
                  <a:pt x="53624" y="158478"/>
                </a:lnTo>
                <a:lnTo>
                  <a:pt x="53623" y="158478"/>
                </a:lnTo>
                <a:lnTo>
                  <a:pt x="53622" y="158478"/>
                </a:lnTo>
                <a:lnTo>
                  <a:pt x="53621" y="158478"/>
                </a:lnTo>
                <a:lnTo>
                  <a:pt x="53620" y="158478"/>
                </a:lnTo>
                <a:lnTo>
                  <a:pt x="53619" y="158478"/>
                </a:lnTo>
                <a:lnTo>
                  <a:pt x="53618" y="158478"/>
                </a:lnTo>
                <a:lnTo>
                  <a:pt x="53617" y="158478"/>
                </a:lnTo>
                <a:lnTo>
                  <a:pt x="53616" y="158478"/>
                </a:lnTo>
                <a:lnTo>
                  <a:pt x="53615" y="158478"/>
                </a:lnTo>
                <a:lnTo>
                  <a:pt x="53614" y="158478"/>
                </a:lnTo>
                <a:lnTo>
                  <a:pt x="53613" y="158478"/>
                </a:lnTo>
                <a:lnTo>
                  <a:pt x="53612" y="158478"/>
                </a:lnTo>
                <a:lnTo>
                  <a:pt x="53611" y="158478"/>
                </a:lnTo>
                <a:lnTo>
                  <a:pt x="53610" y="158478"/>
                </a:lnTo>
                <a:lnTo>
                  <a:pt x="53609" y="158478"/>
                </a:lnTo>
                <a:lnTo>
                  <a:pt x="53608" y="158478"/>
                </a:lnTo>
                <a:lnTo>
                  <a:pt x="53606" y="158478"/>
                </a:lnTo>
                <a:lnTo>
                  <a:pt x="53605" y="158478"/>
                </a:lnTo>
                <a:lnTo>
                  <a:pt x="53604" y="158478"/>
                </a:lnTo>
                <a:lnTo>
                  <a:pt x="53603" y="158478"/>
                </a:lnTo>
                <a:lnTo>
                  <a:pt x="53602" y="158478"/>
                </a:lnTo>
                <a:lnTo>
                  <a:pt x="53601" y="158478"/>
                </a:lnTo>
                <a:lnTo>
                  <a:pt x="53600" y="158478"/>
                </a:lnTo>
                <a:lnTo>
                  <a:pt x="53599" y="158478"/>
                </a:lnTo>
                <a:lnTo>
                  <a:pt x="53598" y="158478"/>
                </a:lnTo>
                <a:lnTo>
                  <a:pt x="53597" y="158478"/>
                </a:lnTo>
                <a:lnTo>
                  <a:pt x="53596" y="158478"/>
                </a:lnTo>
                <a:lnTo>
                  <a:pt x="53595" y="158478"/>
                </a:lnTo>
                <a:lnTo>
                  <a:pt x="53594" y="158478"/>
                </a:lnTo>
                <a:lnTo>
                  <a:pt x="53593" y="158478"/>
                </a:lnTo>
                <a:lnTo>
                  <a:pt x="53592" y="158478"/>
                </a:lnTo>
                <a:lnTo>
                  <a:pt x="53591" y="158478"/>
                </a:lnTo>
                <a:lnTo>
                  <a:pt x="53590" y="158478"/>
                </a:lnTo>
                <a:lnTo>
                  <a:pt x="53589" y="158478"/>
                </a:lnTo>
                <a:lnTo>
                  <a:pt x="53588" y="158478"/>
                </a:lnTo>
                <a:lnTo>
                  <a:pt x="53587" y="158478"/>
                </a:lnTo>
                <a:lnTo>
                  <a:pt x="53586" y="158478"/>
                </a:lnTo>
                <a:lnTo>
                  <a:pt x="53585" y="158478"/>
                </a:lnTo>
                <a:lnTo>
                  <a:pt x="53584" y="158478"/>
                </a:lnTo>
                <a:lnTo>
                  <a:pt x="53583" y="158478"/>
                </a:lnTo>
                <a:lnTo>
                  <a:pt x="53582" y="158478"/>
                </a:lnTo>
                <a:lnTo>
                  <a:pt x="53581" y="158478"/>
                </a:lnTo>
                <a:lnTo>
                  <a:pt x="53580" y="158478"/>
                </a:lnTo>
                <a:lnTo>
                  <a:pt x="53579" y="158478"/>
                </a:lnTo>
                <a:lnTo>
                  <a:pt x="53578" y="158478"/>
                </a:lnTo>
                <a:lnTo>
                  <a:pt x="53576" y="158478"/>
                </a:lnTo>
                <a:lnTo>
                  <a:pt x="53575" y="158478"/>
                </a:lnTo>
                <a:lnTo>
                  <a:pt x="53574" y="158478"/>
                </a:lnTo>
                <a:lnTo>
                  <a:pt x="53573" y="158478"/>
                </a:lnTo>
                <a:lnTo>
                  <a:pt x="53572" y="158478"/>
                </a:lnTo>
                <a:lnTo>
                  <a:pt x="53571" y="158478"/>
                </a:lnTo>
                <a:lnTo>
                  <a:pt x="53570" y="158478"/>
                </a:lnTo>
                <a:lnTo>
                  <a:pt x="53569" y="158478"/>
                </a:lnTo>
                <a:lnTo>
                  <a:pt x="53568" y="158478"/>
                </a:lnTo>
                <a:lnTo>
                  <a:pt x="53567" y="158478"/>
                </a:lnTo>
                <a:lnTo>
                  <a:pt x="53566" y="158478"/>
                </a:lnTo>
                <a:lnTo>
                  <a:pt x="53565" y="158478"/>
                </a:lnTo>
                <a:lnTo>
                  <a:pt x="53564" y="158478"/>
                </a:lnTo>
                <a:lnTo>
                  <a:pt x="53563" y="158478"/>
                </a:lnTo>
                <a:lnTo>
                  <a:pt x="53562" y="158478"/>
                </a:lnTo>
                <a:lnTo>
                  <a:pt x="53561" y="158478"/>
                </a:lnTo>
                <a:lnTo>
                  <a:pt x="53560" y="158478"/>
                </a:lnTo>
                <a:lnTo>
                  <a:pt x="53559" y="158478"/>
                </a:lnTo>
                <a:lnTo>
                  <a:pt x="53558" y="158478"/>
                </a:lnTo>
                <a:lnTo>
                  <a:pt x="53557" y="158478"/>
                </a:lnTo>
                <a:lnTo>
                  <a:pt x="53556" y="158478"/>
                </a:lnTo>
                <a:lnTo>
                  <a:pt x="53555" y="158478"/>
                </a:lnTo>
                <a:lnTo>
                  <a:pt x="53554" y="158478"/>
                </a:lnTo>
                <a:lnTo>
                  <a:pt x="53553" y="158478"/>
                </a:lnTo>
                <a:lnTo>
                  <a:pt x="53552" y="158478"/>
                </a:lnTo>
                <a:lnTo>
                  <a:pt x="53551" y="158478"/>
                </a:lnTo>
                <a:lnTo>
                  <a:pt x="53550" y="158478"/>
                </a:lnTo>
                <a:lnTo>
                  <a:pt x="53549" y="158478"/>
                </a:lnTo>
                <a:lnTo>
                  <a:pt x="53548" y="158478"/>
                </a:lnTo>
                <a:lnTo>
                  <a:pt x="53546" y="158478"/>
                </a:lnTo>
                <a:lnTo>
                  <a:pt x="53545" y="158478"/>
                </a:lnTo>
                <a:lnTo>
                  <a:pt x="53544" y="158478"/>
                </a:lnTo>
                <a:lnTo>
                  <a:pt x="53543" y="158478"/>
                </a:lnTo>
                <a:lnTo>
                  <a:pt x="53542" y="158478"/>
                </a:lnTo>
                <a:lnTo>
                  <a:pt x="53541" y="158478"/>
                </a:lnTo>
                <a:lnTo>
                  <a:pt x="53540" y="158478"/>
                </a:lnTo>
                <a:lnTo>
                  <a:pt x="53539" y="158478"/>
                </a:lnTo>
                <a:lnTo>
                  <a:pt x="53538" y="158478"/>
                </a:lnTo>
                <a:lnTo>
                  <a:pt x="53537" y="158478"/>
                </a:lnTo>
                <a:lnTo>
                  <a:pt x="53536" y="158478"/>
                </a:lnTo>
                <a:lnTo>
                  <a:pt x="53535" y="158478"/>
                </a:lnTo>
                <a:lnTo>
                  <a:pt x="53534" y="158478"/>
                </a:lnTo>
                <a:lnTo>
                  <a:pt x="53533" y="158478"/>
                </a:lnTo>
                <a:lnTo>
                  <a:pt x="53532" y="158478"/>
                </a:lnTo>
                <a:lnTo>
                  <a:pt x="53531" y="158478"/>
                </a:lnTo>
                <a:lnTo>
                  <a:pt x="53530" y="158478"/>
                </a:lnTo>
                <a:lnTo>
                  <a:pt x="53529" y="158478"/>
                </a:lnTo>
                <a:lnTo>
                  <a:pt x="53528" y="158478"/>
                </a:lnTo>
                <a:lnTo>
                  <a:pt x="53527" y="158478"/>
                </a:lnTo>
                <a:lnTo>
                  <a:pt x="53526" y="158478"/>
                </a:lnTo>
                <a:lnTo>
                  <a:pt x="53525" y="158478"/>
                </a:lnTo>
                <a:lnTo>
                  <a:pt x="53524" y="158478"/>
                </a:lnTo>
                <a:lnTo>
                  <a:pt x="53523" y="158478"/>
                </a:lnTo>
                <a:lnTo>
                  <a:pt x="53522" y="158478"/>
                </a:lnTo>
                <a:lnTo>
                  <a:pt x="53521" y="158478"/>
                </a:lnTo>
                <a:lnTo>
                  <a:pt x="53520" y="158478"/>
                </a:lnTo>
                <a:lnTo>
                  <a:pt x="53519" y="158478"/>
                </a:lnTo>
                <a:lnTo>
                  <a:pt x="53518" y="158478"/>
                </a:lnTo>
                <a:lnTo>
                  <a:pt x="53516" y="158478"/>
                </a:lnTo>
                <a:lnTo>
                  <a:pt x="53515" y="158478"/>
                </a:lnTo>
                <a:lnTo>
                  <a:pt x="53514" y="158478"/>
                </a:lnTo>
                <a:lnTo>
                  <a:pt x="53513" y="158478"/>
                </a:lnTo>
                <a:lnTo>
                  <a:pt x="53512" y="158478"/>
                </a:lnTo>
                <a:lnTo>
                  <a:pt x="53511" y="158478"/>
                </a:lnTo>
                <a:lnTo>
                  <a:pt x="53510" y="158478"/>
                </a:lnTo>
                <a:lnTo>
                  <a:pt x="53509" y="158478"/>
                </a:lnTo>
                <a:lnTo>
                  <a:pt x="53508" y="158478"/>
                </a:lnTo>
                <a:lnTo>
                  <a:pt x="53507" y="158478"/>
                </a:lnTo>
                <a:lnTo>
                  <a:pt x="53506" y="158478"/>
                </a:lnTo>
                <a:lnTo>
                  <a:pt x="53505" y="158478"/>
                </a:lnTo>
                <a:lnTo>
                  <a:pt x="53504" y="158478"/>
                </a:lnTo>
                <a:lnTo>
                  <a:pt x="53503" y="158478"/>
                </a:lnTo>
                <a:lnTo>
                  <a:pt x="53502" y="158478"/>
                </a:lnTo>
                <a:lnTo>
                  <a:pt x="53501" y="158478"/>
                </a:lnTo>
                <a:lnTo>
                  <a:pt x="53500" y="158478"/>
                </a:lnTo>
                <a:lnTo>
                  <a:pt x="53499" y="158478"/>
                </a:lnTo>
                <a:lnTo>
                  <a:pt x="53498" y="158478"/>
                </a:lnTo>
                <a:lnTo>
                  <a:pt x="53497" y="158478"/>
                </a:lnTo>
                <a:lnTo>
                  <a:pt x="53496" y="158478"/>
                </a:lnTo>
                <a:lnTo>
                  <a:pt x="53495" y="158478"/>
                </a:lnTo>
                <a:lnTo>
                  <a:pt x="53494" y="158478"/>
                </a:lnTo>
                <a:lnTo>
                  <a:pt x="53493" y="158478"/>
                </a:lnTo>
                <a:lnTo>
                  <a:pt x="53492" y="158478"/>
                </a:lnTo>
                <a:lnTo>
                  <a:pt x="53491" y="158478"/>
                </a:lnTo>
                <a:lnTo>
                  <a:pt x="53490" y="158478"/>
                </a:lnTo>
                <a:lnTo>
                  <a:pt x="53489" y="158478"/>
                </a:lnTo>
                <a:lnTo>
                  <a:pt x="53488" y="158478"/>
                </a:lnTo>
                <a:lnTo>
                  <a:pt x="53486" y="158478"/>
                </a:lnTo>
                <a:lnTo>
                  <a:pt x="53485" y="158478"/>
                </a:lnTo>
                <a:lnTo>
                  <a:pt x="53484" y="158478"/>
                </a:lnTo>
                <a:lnTo>
                  <a:pt x="53483" y="158478"/>
                </a:lnTo>
                <a:lnTo>
                  <a:pt x="53482" y="158478"/>
                </a:lnTo>
                <a:lnTo>
                  <a:pt x="53481" y="158478"/>
                </a:lnTo>
                <a:lnTo>
                  <a:pt x="53480" y="158478"/>
                </a:lnTo>
                <a:lnTo>
                  <a:pt x="53479" y="158478"/>
                </a:lnTo>
                <a:lnTo>
                  <a:pt x="53478" y="158478"/>
                </a:lnTo>
                <a:lnTo>
                  <a:pt x="53477" y="158478"/>
                </a:lnTo>
                <a:lnTo>
                  <a:pt x="53476" y="158478"/>
                </a:lnTo>
                <a:lnTo>
                  <a:pt x="53475" y="158478"/>
                </a:lnTo>
                <a:lnTo>
                  <a:pt x="53474" y="158478"/>
                </a:lnTo>
                <a:lnTo>
                  <a:pt x="53473" y="158478"/>
                </a:lnTo>
                <a:lnTo>
                  <a:pt x="53472" y="158478"/>
                </a:lnTo>
                <a:lnTo>
                  <a:pt x="53471" y="158478"/>
                </a:lnTo>
                <a:lnTo>
                  <a:pt x="53470" y="158478"/>
                </a:lnTo>
                <a:lnTo>
                  <a:pt x="53469" y="158478"/>
                </a:lnTo>
                <a:lnTo>
                  <a:pt x="53468" y="158478"/>
                </a:lnTo>
                <a:lnTo>
                  <a:pt x="53467" y="158478"/>
                </a:lnTo>
                <a:lnTo>
                  <a:pt x="53466" y="158478"/>
                </a:lnTo>
                <a:lnTo>
                  <a:pt x="53465" y="158478"/>
                </a:lnTo>
                <a:lnTo>
                  <a:pt x="53464" y="158478"/>
                </a:lnTo>
                <a:lnTo>
                  <a:pt x="53463" y="158478"/>
                </a:lnTo>
                <a:lnTo>
                  <a:pt x="53462" y="158478"/>
                </a:lnTo>
                <a:lnTo>
                  <a:pt x="53461" y="158478"/>
                </a:lnTo>
                <a:lnTo>
                  <a:pt x="53460" y="158478"/>
                </a:lnTo>
                <a:lnTo>
                  <a:pt x="53459" y="158478"/>
                </a:lnTo>
                <a:lnTo>
                  <a:pt x="53458" y="158478"/>
                </a:lnTo>
                <a:lnTo>
                  <a:pt x="53457" y="158478"/>
                </a:lnTo>
                <a:lnTo>
                  <a:pt x="53456" y="158478"/>
                </a:lnTo>
                <a:lnTo>
                  <a:pt x="53454" y="158478"/>
                </a:lnTo>
                <a:lnTo>
                  <a:pt x="53453" y="158478"/>
                </a:lnTo>
                <a:lnTo>
                  <a:pt x="53452" y="158478"/>
                </a:lnTo>
                <a:lnTo>
                  <a:pt x="53451" y="158478"/>
                </a:lnTo>
                <a:lnTo>
                  <a:pt x="53450" y="158478"/>
                </a:lnTo>
                <a:lnTo>
                  <a:pt x="53449" y="158478"/>
                </a:lnTo>
                <a:lnTo>
                  <a:pt x="53448" y="158478"/>
                </a:lnTo>
                <a:lnTo>
                  <a:pt x="53447" y="158478"/>
                </a:lnTo>
                <a:lnTo>
                  <a:pt x="53446" y="158478"/>
                </a:lnTo>
                <a:lnTo>
                  <a:pt x="53445" y="158478"/>
                </a:lnTo>
                <a:lnTo>
                  <a:pt x="53444" y="158478"/>
                </a:lnTo>
                <a:lnTo>
                  <a:pt x="53443" y="158478"/>
                </a:lnTo>
                <a:lnTo>
                  <a:pt x="53442" y="158478"/>
                </a:lnTo>
                <a:lnTo>
                  <a:pt x="53441" y="158478"/>
                </a:lnTo>
                <a:lnTo>
                  <a:pt x="53440" y="158478"/>
                </a:lnTo>
                <a:lnTo>
                  <a:pt x="53439" y="158478"/>
                </a:lnTo>
                <a:lnTo>
                  <a:pt x="53438" y="158478"/>
                </a:lnTo>
                <a:lnTo>
                  <a:pt x="53437" y="158478"/>
                </a:lnTo>
                <a:lnTo>
                  <a:pt x="53436" y="158478"/>
                </a:lnTo>
                <a:lnTo>
                  <a:pt x="53435" y="158478"/>
                </a:lnTo>
                <a:lnTo>
                  <a:pt x="53434" y="158478"/>
                </a:lnTo>
                <a:lnTo>
                  <a:pt x="53433" y="158478"/>
                </a:lnTo>
                <a:lnTo>
                  <a:pt x="53432" y="158478"/>
                </a:lnTo>
                <a:lnTo>
                  <a:pt x="53431" y="158478"/>
                </a:lnTo>
                <a:lnTo>
                  <a:pt x="53430" y="158478"/>
                </a:lnTo>
                <a:lnTo>
                  <a:pt x="53429" y="158478"/>
                </a:lnTo>
                <a:lnTo>
                  <a:pt x="53428" y="158478"/>
                </a:lnTo>
                <a:lnTo>
                  <a:pt x="53427" y="158478"/>
                </a:lnTo>
                <a:lnTo>
                  <a:pt x="53426" y="158478"/>
                </a:lnTo>
                <a:lnTo>
                  <a:pt x="53425" y="158478"/>
                </a:lnTo>
                <a:lnTo>
                  <a:pt x="53423" y="158478"/>
                </a:lnTo>
                <a:lnTo>
                  <a:pt x="53422" y="158478"/>
                </a:lnTo>
                <a:lnTo>
                  <a:pt x="53421" y="158478"/>
                </a:lnTo>
                <a:lnTo>
                  <a:pt x="53420" y="158478"/>
                </a:lnTo>
                <a:lnTo>
                  <a:pt x="53419" y="158478"/>
                </a:lnTo>
                <a:lnTo>
                  <a:pt x="53418" y="158478"/>
                </a:lnTo>
                <a:lnTo>
                  <a:pt x="53417" y="158478"/>
                </a:lnTo>
                <a:lnTo>
                  <a:pt x="53416" y="158478"/>
                </a:lnTo>
                <a:lnTo>
                  <a:pt x="53415" y="158478"/>
                </a:lnTo>
                <a:lnTo>
                  <a:pt x="53414" y="158478"/>
                </a:lnTo>
                <a:lnTo>
                  <a:pt x="53413" y="158478"/>
                </a:lnTo>
                <a:lnTo>
                  <a:pt x="53412" y="158478"/>
                </a:lnTo>
                <a:lnTo>
                  <a:pt x="53411" y="158478"/>
                </a:lnTo>
                <a:lnTo>
                  <a:pt x="53410" y="158478"/>
                </a:lnTo>
                <a:lnTo>
                  <a:pt x="53409" y="158478"/>
                </a:lnTo>
                <a:lnTo>
                  <a:pt x="53408" y="158478"/>
                </a:lnTo>
                <a:lnTo>
                  <a:pt x="53407" y="158478"/>
                </a:lnTo>
                <a:lnTo>
                  <a:pt x="53406" y="158478"/>
                </a:lnTo>
                <a:lnTo>
                  <a:pt x="53405" y="158478"/>
                </a:lnTo>
                <a:lnTo>
                  <a:pt x="53404" y="158478"/>
                </a:lnTo>
                <a:lnTo>
                  <a:pt x="53403" y="158478"/>
                </a:lnTo>
                <a:lnTo>
                  <a:pt x="53402" y="158478"/>
                </a:lnTo>
                <a:lnTo>
                  <a:pt x="53401" y="158478"/>
                </a:lnTo>
                <a:lnTo>
                  <a:pt x="53400" y="158478"/>
                </a:lnTo>
                <a:lnTo>
                  <a:pt x="53399" y="158478"/>
                </a:lnTo>
                <a:lnTo>
                  <a:pt x="53398" y="158478"/>
                </a:lnTo>
                <a:lnTo>
                  <a:pt x="53397" y="158478"/>
                </a:lnTo>
                <a:lnTo>
                  <a:pt x="53396" y="158478"/>
                </a:lnTo>
                <a:lnTo>
                  <a:pt x="53395" y="158478"/>
                </a:lnTo>
                <a:lnTo>
                  <a:pt x="53394" y="158478"/>
                </a:lnTo>
                <a:lnTo>
                  <a:pt x="53393" y="158478"/>
                </a:lnTo>
                <a:lnTo>
                  <a:pt x="53391" y="158478"/>
                </a:lnTo>
                <a:lnTo>
                  <a:pt x="53390" y="158478"/>
                </a:lnTo>
                <a:lnTo>
                  <a:pt x="53389" y="158478"/>
                </a:lnTo>
                <a:lnTo>
                  <a:pt x="53388" y="158478"/>
                </a:lnTo>
                <a:lnTo>
                  <a:pt x="53387" y="158478"/>
                </a:lnTo>
                <a:lnTo>
                  <a:pt x="53386" y="158478"/>
                </a:lnTo>
                <a:lnTo>
                  <a:pt x="53385" y="158478"/>
                </a:lnTo>
                <a:lnTo>
                  <a:pt x="53384" y="158478"/>
                </a:lnTo>
                <a:lnTo>
                  <a:pt x="53383" y="158478"/>
                </a:lnTo>
                <a:lnTo>
                  <a:pt x="53382" y="158478"/>
                </a:lnTo>
                <a:lnTo>
                  <a:pt x="53381" y="158478"/>
                </a:lnTo>
                <a:lnTo>
                  <a:pt x="53380" y="158478"/>
                </a:lnTo>
                <a:lnTo>
                  <a:pt x="53379" y="158478"/>
                </a:lnTo>
                <a:lnTo>
                  <a:pt x="53378" y="158478"/>
                </a:lnTo>
                <a:lnTo>
                  <a:pt x="53377" y="158478"/>
                </a:lnTo>
                <a:lnTo>
                  <a:pt x="53376" y="158478"/>
                </a:lnTo>
                <a:lnTo>
                  <a:pt x="53375" y="158478"/>
                </a:lnTo>
                <a:lnTo>
                  <a:pt x="53374" y="158478"/>
                </a:lnTo>
                <a:lnTo>
                  <a:pt x="53373" y="158478"/>
                </a:lnTo>
                <a:lnTo>
                  <a:pt x="53372" y="158478"/>
                </a:lnTo>
                <a:lnTo>
                  <a:pt x="53371" y="158478"/>
                </a:lnTo>
                <a:lnTo>
                  <a:pt x="53370" y="158478"/>
                </a:lnTo>
                <a:lnTo>
                  <a:pt x="53369" y="158478"/>
                </a:lnTo>
                <a:lnTo>
                  <a:pt x="53368" y="158478"/>
                </a:lnTo>
                <a:lnTo>
                  <a:pt x="53367" y="158478"/>
                </a:lnTo>
                <a:lnTo>
                  <a:pt x="53366" y="158478"/>
                </a:lnTo>
                <a:lnTo>
                  <a:pt x="53365" y="158478"/>
                </a:lnTo>
                <a:lnTo>
                  <a:pt x="53364" y="158478"/>
                </a:lnTo>
                <a:lnTo>
                  <a:pt x="53363" y="158478"/>
                </a:lnTo>
                <a:lnTo>
                  <a:pt x="53362" y="158478"/>
                </a:lnTo>
                <a:lnTo>
                  <a:pt x="53361" y="158478"/>
                </a:lnTo>
                <a:lnTo>
                  <a:pt x="53360" y="158478"/>
                </a:lnTo>
                <a:lnTo>
                  <a:pt x="53358" y="158478"/>
                </a:lnTo>
                <a:lnTo>
                  <a:pt x="53357" y="158478"/>
                </a:lnTo>
                <a:lnTo>
                  <a:pt x="53356" y="158478"/>
                </a:lnTo>
                <a:lnTo>
                  <a:pt x="53355" y="158478"/>
                </a:lnTo>
                <a:lnTo>
                  <a:pt x="53354" y="158478"/>
                </a:lnTo>
                <a:lnTo>
                  <a:pt x="53353" y="158478"/>
                </a:lnTo>
                <a:lnTo>
                  <a:pt x="53352" y="158478"/>
                </a:lnTo>
                <a:lnTo>
                  <a:pt x="53351" y="158478"/>
                </a:lnTo>
                <a:lnTo>
                  <a:pt x="53350" y="158478"/>
                </a:lnTo>
                <a:lnTo>
                  <a:pt x="53349" y="158478"/>
                </a:lnTo>
                <a:lnTo>
                  <a:pt x="53348" y="158478"/>
                </a:lnTo>
                <a:lnTo>
                  <a:pt x="53347" y="158478"/>
                </a:lnTo>
                <a:lnTo>
                  <a:pt x="53346" y="158478"/>
                </a:lnTo>
                <a:lnTo>
                  <a:pt x="53345" y="158478"/>
                </a:lnTo>
                <a:lnTo>
                  <a:pt x="53344" y="158478"/>
                </a:lnTo>
                <a:lnTo>
                  <a:pt x="53343" y="158478"/>
                </a:lnTo>
                <a:lnTo>
                  <a:pt x="53342" y="158478"/>
                </a:lnTo>
                <a:lnTo>
                  <a:pt x="53341" y="158478"/>
                </a:lnTo>
                <a:lnTo>
                  <a:pt x="53340" y="158478"/>
                </a:lnTo>
                <a:lnTo>
                  <a:pt x="53339" y="158478"/>
                </a:lnTo>
                <a:lnTo>
                  <a:pt x="53338" y="158478"/>
                </a:lnTo>
                <a:lnTo>
                  <a:pt x="53337" y="158478"/>
                </a:lnTo>
                <a:lnTo>
                  <a:pt x="53336" y="158478"/>
                </a:lnTo>
                <a:lnTo>
                  <a:pt x="53335" y="158478"/>
                </a:lnTo>
                <a:lnTo>
                  <a:pt x="53334" y="158478"/>
                </a:lnTo>
                <a:lnTo>
                  <a:pt x="53333" y="158478"/>
                </a:lnTo>
                <a:lnTo>
                  <a:pt x="53332" y="158478"/>
                </a:lnTo>
                <a:lnTo>
                  <a:pt x="53331" y="158478"/>
                </a:lnTo>
                <a:lnTo>
                  <a:pt x="53330" y="158478"/>
                </a:lnTo>
                <a:lnTo>
                  <a:pt x="53329" y="158478"/>
                </a:lnTo>
                <a:lnTo>
                  <a:pt x="53328" y="158478"/>
                </a:lnTo>
                <a:lnTo>
                  <a:pt x="53327" y="158478"/>
                </a:lnTo>
                <a:lnTo>
                  <a:pt x="53325" y="158478"/>
                </a:lnTo>
                <a:lnTo>
                  <a:pt x="53324" y="158478"/>
                </a:lnTo>
                <a:lnTo>
                  <a:pt x="53323" y="158478"/>
                </a:lnTo>
                <a:lnTo>
                  <a:pt x="53322" y="158478"/>
                </a:lnTo>
                <a:lnTo>
                  <a:pt x="53321" y="158478"/>
                </a:lnTo>
                <a:lnTo>
                  <a:pt x="53320" y="158478"/>
                </a:lnTo>
                <a:lnTo>
                  <a:pt x="53319" y="158478"/>
                </a:lnTo>
                <a:lnTo>
                  <a:pt x="53318" y="158478"/>
                </a:lnTo>
                <a:lnTo>
                  <a:pt x="53317" y="158478"/>
                </a:lnTo>
                <a:lnTo>
                  <a:pt x="53316" y="158478"/>
                </a:lnTo>
                <a:lnTo>
                  <a:pt x="53315" y="158478"/>
                </a:lnTo>
                <a:lnTo>
                  <a:pt x="53314" y="158478"/>
                </a:lnTo>
                <a:lnTo>
                  <a:pt x="53313" y="158478"/>
                </a:lnTo>
                <a:lnTo>
                  <a:pt x="53312" y="158478"/>
                </a:lnTo>
                <a:lnTo>
                  <a:pt x="53311" y="158478"/>
                </a:lnTo>
                <a:lnTo>
                  <a:pt x="53310" y="158478"/>
                </a:lnTo>
                <a:lnTo>
                  <a:pt x="53309" y="158478"/>
                </a:lnTo>
                <a:lnTo>
                  <a:pt x="53308" y="158478"/>
                </a:lnTo>
                <a:lnTo>
                  <a:pt x="53307" y="158478"/>
                </a:lnTo>
                <a:lnTo>
                  <a:pt x="53306" y="158478"/>
                </a:lnTo>
                <a:lnTo>
                  <a:pt x="53305" y="158478"/>
                </a:lnTo>
                <a:lnTo>
                  <a:pt x="53304" y="158478"/>
                </a:lnTo>
                <a:lnTo>
                  <a:pt x="53303" y="158478"/>
                </a:lnTo>
                <a:lnTo>
                  <a:pt x="53302" y="158478"/>
                </a:lnTo>
                <a:lnTo>
                  <a:pt x="53301" y="158478"/>
                </a:lnTo>
                <a:lnTo>
                  <a:pt x="53300" y="158478"/>
                </a:lnTo>
                <a:lnTo>
                  <a:pt x="53299" y="158478"/>
                </a:lnTo>
                <a:lnTo>
                  <a:pt x="53298" y="158478"/>
                </a:lnTo>
                <a:lnTo>
                  <a:pt x="53297" y="158478"/>
                </a:lnTo>
                <a:lnTo>
                  <a:pt x="53296" y="158478"/>
                </a:lnTo>
                <a:lnTo>
                  <a:pt x="53295" y="158478"/>
                </a:lnTo>
                <a:lnTo>
                  <a:pt x="53294" y="158478"/>
                </a:lnTo>
                <a:lnTo>
                  <a:pt x="53293" y="158478"/>
                </a:lnTo>
                <a:lnTo>
                  <a:pt x="53291" y="158478"/>
                </a:lnTo>
                <a:lnTo>
                  <a:pt x="53290" y="158478"/>
                </a:lnTo>
                <a:lnTo>
                  <a:pt x="53289" y="158478"/>
                </a:lnTo>
                <a:lnTo>
                  <a:pt x="53288" y="158478"/>
                </a:lnTo>
                <a:lnTo>
                  <a:pt x="53287" y="158478"/>
                </a:lnTo>
                <a:lnTo>
                  <a:pt x="53286" y="158478"/>
                </a:lnTo>
                <a:lnTo>
                  <a:pt x="53285" y="158478"/>
                </a:lnTo>
                <a:lnTo>
                  <a:pt x="53284" y="158478"/>
                </a:lnTo>
                <a:lnTo>
                  <a:pt x="53283" y="158478"/>
                </a:lnTo>
                <a:lnTo>
                  <a:pt x="53282" y="158478"/>
                </a:lnTo>
                <a:lnTo>
                  <a:pt x="53281" y="158478"/>
                </a:lnTo>
                <a:lnTo>
                  <a:pt x="53280" y="158478"/>
                </a:lnTo>
                <a:lnTo>
                  <a:pt x="53279" y="158478"/>
                </a:lnTo>
                <a:lnTo>
                  <a:pt x="53278" y="158478"/>
                </a:lnTo>
                <a:lnTo>
                  <a:pt x="53277" y="158478"/>
                </a:lnTo>
                <a:lnTo>
                  <a:pt x="53276" y="158478"/>
                </a:lnTo>
                <a:lnTo>
                  <a:pt x="53275" y="158478"/>
                </a:lnTo>
                <a:lnTo>
                  <a:pt x="53274" y="158478"/>
                </a:lnTo>
                <a:lnTo>
                  <a:pt x="53273" y="158478"/>
                </a:lnTo>
                <a:lnTo>
                  <a:pt x="53272" y="158478"/>
                </a:lnTo>
                <a:lnTo>
                  <a:pt x="53271" y="158478"/>
                </a:lnTo>
                <a:lnTo>
                  <a:pt x="53270" y="158478"/>
                </a:lnTo>
                <a:lnTo>
                  <a:pt x="53269" y="158478"/>
                </a:lnTo>
                <a:lnTo>
                  <a:pt x="53268" y="158478"/>
                </a:lnTo>
                <a:lnTo>
                  <a:pt x="53267" y="158478"/>
                </a:lnTo>
                <a:lnTo>
                  <a:pt x="53266" y="158478"/>
                </a:lnTo>
                <a:lnTo>
                  <a:pt x="53265" y="158478"/>
                </a:lnTo>
                <a:lnTo>
                  <a:pt x="53264" y="158478"/>
                </a:lnTo>
                <a:lnTo>
                  <a:pt x="53263" y="158478"/>
                </a:lnTo>
                <a:lnTo>
                  <a:pt x="53262" y="158478"/>
                </a:lnTo>
                <a:lnTo>
                  <a:pt x="53261" y="158478"/>
                </a:lnTo>
                <a:lnTo>
                  <a:pt x="53260" y="158478"/>
                </a:lnTo>
                <a:lnTo>
                  <a:pt x="53259" y="158478"/>
                </a:lnTo>
                <a:lnTo>
                  <a:pt x="53257" y="158478"/>
                </a:lnTo>
                <a:lnTo>
                  <a:pt x="53256" y="158478"/>
                </a:lnTo>
                <a:lnTo>
                  <a:pt x="53255" y="158478"/>
                </a:lnTo>
                <a:lnTo>
                  <a:pt x="53254" y="158478"/>
                </a:lnTo>
                <a:lnTo>
                  <a:pt x="53253" y="158478"/>
                </a:lnTo>
                <a:lnTo>
                  <a:pt x="53252" y="158478"/>
                </a:lnTo>
                <a:lnTo>
                  <a:pt x="53251" y="158478"/>
                </a:lnTo>
                <a:lnTo>
                  <a:pt x="53250" y="158478"/>
                </a:lnTo>
                <a:lnTo>
                  <a:pt x="53249" y="158478"/>
                </a:lnTo>
                <a:lnTo>
                  <a:pt x="53248" y="158478"/>
                </a:lnTo>
                <a:lnTo>
                  <a:pt x="53247" y="158478"/>
                </a:lnTo>
                <a:lnTo>
                  <a:pt x="53246" y="158478"/>
                </a:lnTo>
                <a:lnTo>
                  <a:pt x="53245" y="158478"/>
                </a:lnTo>
                <a:lnTo>
                  <a:pt x="53244" y="158478"/>
                </a:lnTo>
                <a:lnTo>
                  <a:pt x="53243" y="158478"/>
                </a:lnTo>
                <a:lnTo>
                  <a:pt x="53242" y="158478"/>
                </a:lnTo>
                <a:lnTo>
                  <a:pt x="53241" y="158478"/>
                </a:lnTo>
                <a:lnTo>
                  <a:pt x="53240" y="158478"/>
                </a:lnTo>
                <a:lnTo>
                  <a:pt x="53239" y="158478"/>
                </a:lnTo>
                <a:lnTo>
                  <a:pt x="53238" y="158478"/>
                </a:lnTo>
                <a:lnTo>
                  <a:pt x="53237" y="158478"/>
                </a:lnTo>
                <a:lnTo>
                  <a:pt x="53236" y="158478"/>
                </a:lnTo>
                <a:lnTo>
                  <a:pt x="53235" y="158478"/>
                </a:lnTo>
                <a:lnTo>
                  <a:pt x="53234" y="158478"/>
                </a:lnTo>
                <a:lnTo>
                  <a:pt x="53233" y="158478"/>
                </a:lnTo>
                <a:lnTo>
                  <a:pt x="53232" y="158478"/>
                </a:lnTo>
                <a:lnTo>
                  <a:pt x="53231" y="158478"/>
                </a:lnTo>
                <a:lnTo>
                  <a:pt x="53230" y="158478"/>
                </a:lnTo>
                <a:lnTo>
                  <a:pt x="53229" y="158478"/>
                </a:lnTo>
                <a:lnTo>
                  <a:pt x="53228" y="158478"/>
                </a:lnTo>
                <a:lnTo>
                  <a:pt x="53227" y="158478"/>
                </a:lnTo>
                <a:lnTo>
                  <a:pt x="53226" y="158478"/>
                </a:lnTo>
                <a:lnTo>
                  <a:pt x="53225" y="158478"/>
                </a:lnTo>
                <a:lnTo>
                  <a:pt x="53224" y="158478"/>
                </a:lnTo>
                <a:lnTo>
                  <a:pt x="53222" y="158478"/>
                </a:lnTo>
                <a:lnTo>
                  <a:pt x="53221" y="158478"/>
                </a:lnTo>
                <a:lnTo>
                  <a:pt x="53220" y="158478"/>
                </a:lnTo>
                <a:lnTo>
                  <a:pt x="53219" y="158478"/>
                </a:lnTo>
                <a:lnTo>
                  <a:pt x="53218" y="158478"/>
                </a:lnTo>
                <a:lnTo>
                  <a:pt x="53217" y="158478"/>
                </a:lnTo>
                <a:lnTo>
                  <a:pt x="53216" y="158478"/>
                </a:lnTo>
                <a:lnTo>
                  <a:pt x="53215" y="158478"/>
                </a:lnTo>
                <a:lnTo>
                  <a:pt x="53214" y="158478"/>
                </a:lnTo>
                <a:lnTo>
                  <a:pt x="53213" y="158478"/>
                </a:lnTo>
                <a:lnTo>
                  <a:pt x="53212" y="158478"/>
                </a:lnTo>
                <a:lnTo>
                  <a:pt x="53211" y="158478"/>
                </a:lnTo>
                <a:lnTo>
                  <a:pt x="53210" y="158478"/>
                </a:lnTo>
                <a:lnTo>
                  <a:pt x="53209" y="158478"/>
                </a:lnTo>
                <a:lnTo>
                  <a:pt x="53208" y="158478"/>
                </a:lnTo>
                <a:lnTo>
                  <a:pt x="53207" y="158478"/>
                </a:lnTo>
                <a:lnTo>
                  <a:pt x="53206" y="158478"/>
                </a:lnTo>
                <a:lnTo>
                  <a:pt x="53205" y="158478"/>
                </a:lnTo>
                <a:lnTo>
                  <a:pt x="53204" y="158478"/>
                </a:lnTo>
                <a:lnTo>
                  <a:pt x="53203" y="158478"/>
                </a:lnTo>
                <a:lnTo>
                  <a:pt x="53202" y="158478"/>
                </a:lnTo>
                <a:lnTo>
                  <a:pt x="53201" y="158478"/>
                </a:lnTo>
                <a:lnTo>
                  <a:pt x="53200" y="158478"/>
                </a:lnTo>
                <a:lnTo>
                  <a:pt x="53199" y="158478"/>
                </a:lnTo>
                <a:lnTo>
                  <a:pt x="53198" y="158478"/>
                </a:lnTo>
                <a:lnTo>
                  <a:pt x="53197" y="158478"/>
                </a:lnTo>
                <a:lnTo>
                  <a:pt x="53196" y="158478"/>
                </a:lnTo>
                <a:lnTo>
                  <a:pt x="53195" y="158478"/>
                </a:lnTo>
                <a:lnTo>
                  <a:pt x="53194" y="158478"/>
                </a:lnTo>
                <a:lnTo>
                  <a:pt x="53193" y="158478"/>
                </a:lnTo>
                <a:lnTo>
                  <a:pt x="53192" y="158478"/>
                </a:lnTo>
                <a:lnTo>
                  <a:pt x="53191" y="158478"/>
                </a:lnTo>
                <a:lnTo>
                  <a:pt x="53190" y="158478"/>
                </a:lnTo>
                <a:lnTo>
                  <a:pt x="53189" y="158478"/>
                </a:lnTo>
                <a:lnTo>
                  <a:pt x="53187" y="158478"/>
                </a:lnTo>
                <a:lnTo>
                  <a:pt x="53186" y="158478"/>
                </a:lnTo>
                <a:lnTo>
                  <a:pt x="53185" y="158478"/>
                </a:lnTo>
                <a:lnTo>
                  <a:pt x="53184" y="158478"/>
                </a:lnTo>
                <a:lnTo>
                  <a:pt x="53183" y="158478"/>
                </a:lnTo>
                <a:lnTo>
                  <a:pt x="53182" y="158478"/>
                </a:lnTo>
                <a:lnTo>
                  <a:pt x="53181" y="158478"/>
                </a:lnTo>
                <a:lnTo>
                  <a:pt x="53180" y="158478"/>
                </a:lnTo>
                <a:lnTo>
                  <a:pt x="53179" y="158478"/>
                </a:lnTo>
                <a:lnTo>
                  <a:pt x="53178" y="158478"/>
                </a:lnTo>
                <a:lnTo>
                  <a:pt x="53177" y="158478"/>
                </a:lnTo>
                <a:lnTo>
                  <a:pt x="53176" y="158478"/>
                </a:lnTo>
                <a:lnTo>
                  <a:pt x="53175" y="158478"/>
                </a:lnTo>
                <a:lnTo>
                  <a:pt x="53174" y="158478"/>
                </a:lnTo>
                <a:lnTo>
                  <a:pt x="53173" y="158478"/>
                </a:lnTo>
                <a:lnTo>
                  <a:pt x="53172" y="158478"/>
                </a:lnTo>
                <a:lnTo>
                  <a:pt x="53171" y="158478"/>
                </a:lnTo>
                <a:lnTo>
                  <a:pt x="53170" y="158478"/>
                </a:lnTo>
                <a:lnTo>
                  <a:pt x="53169" y="158478"/>
                </a:lnTo>
                <a:lnTo>
                  <a:pt x="53168" y="158478"/>
                </a:lnTo>
                <a:lnTo>
                  <a:pt x="53167" y="158478"/>
                </a:lnTo>
                <a:lnTo>
                  <a:pt x="53166" y="158478"/>
                </a:lnTo>
                <a:lnTo>
                  <a:pt x="53165" y="158478"/>
                </a:lnTo>
                <a:lnTo>
                  <a:pt x="53164" y="158478"/>
                </a:lnTo>
                <a:lnTo>
                  <a:pt x="53163" y="158478"/>
                </a:lnTo>
                <a:lnTo>
                  <a:pt x="53162" y="158478"/>
                </a:lnTo>
                <a:lnTo>
                  <a:pt x="53161" y="158478"/>
                </a:lnTo>
                <a:lnTo>
                  <a:pt x="53160" y="158478"/>
                </a:lnTo>
                <a:lnTo>
                  <a:pt x="53159" y="158478"/>
                </a:lnTo>
                <a:lnTo>
                  <a:pt x="53158" y="158478"/>
                </a:lnTo>
                <a:lnTo>
                  <a:pt x="53157" y="158478"/>
                </a:lnTo>
                <a:lnTo>
                  <a:pt x="53156" y="158478"/>
                </a:lnTo>
                <a:lnTo>
                  <a:pt x="53155" y="158478"/>
                </a:lnTo>
                <a:lnTo>
                  <a:pt x="53154" y="158478"/>
                </a:lnTo>
                <a:lnTo>
                  <a:pt x="53153" y="158478"/>
                </a:lnTo>
                <a:lnTo>
                  <a:pt x="53151" y="158478"/>
                </a:lnTo>
                <a:lnTo>
                  <a:pt x="53150" y="158478"/>
                </a:lnTo>
                <a:lnTo>
                  <a:pt x="53149" y="158478"/>
                </a:lnTo>
                <a:lnTo>
                  <a:pt x="53148" y="158478"/>
                </a:lnTo>
                <a:lnTo>
                  <a:pt x="53147" y="158478"/>
                </a:lnTo>
                <a:lnTo>
                  <a:pt x="53146" y="158478"/>
                </a:lnTo>
                <a:lnTo>
                  <a:pt x="53145" y="158478"/>
                </a:lnTo>
                <a:lnTo>
                  <a:pt x="53144" y="158478"/>
                </a:lnTo>
                <a:lnTo>
                  <a:pt x="53143" y="158478"/>
                </a:lnTo>
                <a:lnTo>
                  <a:pt x="53142" y="158478"/>
                </a:lnTo>
                <a:lnTo>
                  <a:pt x="53141" y="158478"/>
                </a:lnTo>
                <a:lnTo>
                  <a:pt x="53140" y="158478"/>
                </a:lnTo>
                <a:lnTo>
                  <a:pt x="53139" y="158478"/>
                </a:lnTo>
                <a:lnTo>
                  <a:pt x="53138" y="158478"/>
                </a:lnTo>
                <a:lnTo>
                  <a:pt x="53137" y="158478"/>
                </a:lnTo>
                <a:lnTo>
                  <a:pt x="53136" y="158478"/>
                </a:lnTo>
                <a:lnTo>
                  <a:pt x="53135" y="158478"/>
                </a:lnTo>
                <a:lnTo>
                  <a:pt x="53134" y="158478"/>
                </a:lnTo>
                <a:lnTo>
                  <a:pt x="53133" y="158478"/>
                </a:lnTo>
                <a:lnTo>
                  <a:pt x="53132" y="158478"/>
                </a:lnTo>
                <a:lnTo>
                  <a:pt x="53131" y="158478"/>
                </a:lnTo>
                <a:lnTo>
                  <a:pt x="53130" y="158478"/>
                </a:lnTo>
                <a:lnTo>
                  <a:pt x="53129" y="158478"/>
                </a:lnTo>
                <a:lnTo>
                  <a:pt x="53128" y="158478"/>
                </a:lnTo>
                <a:lnTo>
                  <a:pt x="53127" y="158478"/>
                </a:lnTo>
                <a:lnTo>
                  <a:pt x="53126" y="158478"/>
                </a:lnTo>
                <a:lnTo>
                  <a:pt x="53125" y="158478"/>
                </a:lnTo>
                <a:lnTo>
                  <a:pt x="53124" y="158478"/>
                </a:lnTo>
                <a:lnTo>
                  <a:pt x="53123" y="158478"/>
                </a:lnTo>
                <a:lnTo>
                  <a:pt x="53122" y="158478"/>
                </a:lnTo>
                <a:lnTo>
                  <a:pt x="53121" y="158478"/>
                </a:lnTo>
                <a:lnTo>
                  <a:pt x="53120" y="158478"/>
                </a:lnTo>
                <a:lnTo>
                  <a:pt x="53119" y="158478"/>
                </a:lnTo>
                <a:lnTo>
                  <a:pt x="53118" y="158478"/>
                </a:lnTo>
                <a:lnTo>
                  <a:pt x="53117" y="158478"/>
                </a:lnTo>
                <a:lnTo>
                  <a:pt x="53116" y="158478"/>
                </a:lnTo>
                <a:lnTo>
                  <a:pt x="53114" y="158478"/>
                </a:lnTo>
                <a:lnTo>
                  <a:pt x="53113" y="158478"/>
                </a:lnTo>
                <a:lnTo>
                  <a:pt x="53112" y="158478"/>
                </a:lnTo>
                <a:lnTo>
                  <a:pt x="53111" y="158478"/>
                </a:lnTo>
                <a:lnTo>
                  <a:pt x="53110" y="158478"/>
                </a:lnTo>
                <a:lnTo>
                  <a:pt x="53109" y="158478"/>
                </a:lnTo>
                <a:lnTo>
                  <a:pt x="53108" y="158478"/>
                </a:lnTo>
                <a:lnTo>
                  <a:pt x="53107" y="158478"/>
                </a:lnTo>
                <a:lnTo>
                  <a:pt x="53106" y="158478"/>
                </a:lnTo>
                <a:lnTo>
                  <a:pt x="53105" y="158478"/>
                </a:lnTo>
                <a:lnTo>
                  <a:pt x="53104" y="158478"/>
                </a:lnTo>
                <a:lnTo>
                  <a:pt x="53103" y="158478"/>
                </a:lnTo>
                <a:lnTo>
                  <a:pt x="53102" y="158478"/>
                </a:lnTo>
                <a:lnTo>
                  <a:pt x="53101" y="158478"/>
                </a:lnTo>
                <a:lnTo>
                  <a:pt x="53100" y="158478"/>
                </a:lnTo>
                <a:lnTo>
                  <a:pt x="53099" y="158478"/>
                </a:lnTo>
                <a:lnTo>
                  <a:pt x="53098" y="158478"/>
                </a:lnTo>
                <a:lnTo>
                  <a:pt x="53097" y="158478"/>
                </a:lnTo>
                <a:lnTo>
                  <a:pt x="53096" y="158478"/>
                </a:lnTo>
                <a:lnTo>
                  <a:pt x="53095" y="158478"/>
                </a:lnTo>
                <a:lnTo>
                  <a:pt x="53094" y="158478"/>
                </a:lnTo>
                <a:lnTo>
                  <a:pt x="53093" y="158478"/>
                </a:lnTo>
                <a:lnTo>
                  <a:pt x="53092" y="158478"/>
                </a:lnTo>
                <a:lnTo>
                  <a:pt x="53091" y="158478"/>
                </a:lnTo>
                <a:lnTo>
                  <a:pt x="53090" y="158478"/>
                </a:lnTo>
                <a:lnTo>
                  <a:pt x="53089" y="158478"/>
                </a:lnTo>
                <a:lnTo>
                  <a:pt x="53088" y="158478"/>
                </a:lnTo>
                <a:lnTo>
                  <a:pt x="53087" y="158478"/>
                </a:lnTo>
                <a:lnTo>
                  <a:pt x="53086" y="158478"/>
                </a:lnTo>
                <a:lnTo>
                  <a:pt x="53085" y="158478"/>
                </a:lnTo>
                <a:lnTo>
                  <a:pt x="53084" y="158478"/>
                </a:lnTo>
                <a:lnTo>
                  <a:pt x="53083" y="158478"/>
                </a:lnTo>
                <a:lnTo>
                  <a:pt x="53082" y="158478"/>
                </a:lnTo>
                <a:lnTo>
                  <a:pt x="53081" y="158478"/>
                </a:lnTo>
                <a:lnTo>
                  <a:pt x="53080" y="158478"/>
                </a:lnTo>
                <a:lnTo>
                  <a:pt x="53079" y="158478"/>
                </a:lnTo>
                <a:lnTo>
                  <a:pt x="53078" y="158478"/>
                </a:lnTo>
                <a:lnTo>
                  <a:pt x="53076" y="158478"/>
                </a:lnTo>
                <a:lnTo>
                  <a:pt x="53075" y="158478"/>
                </a:lnTo>
                <a:lnTo>
                  <a:pt x="53074" y="158478"/>
                </a:lnTo>
                <a:lnTo>
                  <a:pt x="53073" y="158478"/>
                </a:lnTo>
                <a:lnTo>
                  <a:pt x="53072" y="158478"/>
                </a:lnTo>
                <a:lnTo>
                  <a:pt x="53071" y="158478"/>
                </a:lnTo>
                <a:lnTo>
                  <a:pt x="53070" y="158478"/>
                </a:lnTo>
                <a:lnTo>
                  <a:pt x="53069" y="158478"/>
                </a:lnTo>
                <a:lnTo>
                  <a:pt x="53068" y="158478"/>
                </a:lnTo>
                <a:lnTo>
                  <a:pt x="53067" y="158478"/>
                </a:lnTo>
                <a:lnTo>
                  <a:pt x="53066" y="158478"/>
                </a:lnTo>
                <a:lnTo>
                  <a:pt x="53065" y="158478"/>
                </a:lnTo>
                <a:lnTo>
                  <a:pt x="53064" y="158478"/>
                </a:lnTo>
                <a:lnTo>
                  <a:pt x="53063" y="158478"/>
                </a:lnTo>
                <a:lnTo>
                  <a:pt x="53062" y="158478"/>
                </a:lnTo>
                <a:lnTo>
                  <a:pt x="53061" y="158478"/>
                </a:lnTo>
                <a:lnTo>
                  <a:pt x="53060" y="158478"/>
                </a:lnTo>
                <a:lnTo>
                  <a:pt x="53059" y="158478"/>
                </a:lnTo>
                <a:lnTo>
                  <a:pt x="53058" y="158478"/>
                </a:lnTo>
                <a:lnTo>
                  <a:pt x="53057" y="158478"/>
                </a:lnTo>
                <a:lnTo>
                  <a:pt x="53056" y="158478"/>
                </a:lnTo>
                <a:lnTo>
                  <a:pt x="53055" y="158478"/>
                </a:lnTo>
                <a:lnTo>
                  <a:pt x="53054" y="158478"/>
                </a:lnTo>
                <a:lnTo>
                  <a:pt x="53053" y="158478"/>
                </a:lnTo>
                <a:lnTo>
                  <a:pt x="53052" y="158478"/>
                </a:lnTo>
                <a:lnTo>
                  <a:pt x="53051" y="158478"/>
                </a:lnTo>
                <a:lnTo>
                  <a:pt x="53050" y="158478"/>
                </a:lnTo>
                <a:lnTo>
                  <a:pt x="53049" y="158478"/>
                </a:lnTo>
                <a:lnTo>
                  <a:pt x="53048" y="158478"/>
                </a:lnTo>
                <a:lnTo>
                  <a:pt x="53047" y="158478"/>
                </a:lnTo>
                <a:lnTo>
                  <a:pt x="53046" y="158478"/>
                </a:lnTo>
                <a:lnTo>
                  <a:pt x="53045" y="158478"/>
                </a:lnTo>
                <a:lnTo>
                  <a:pt x="53044" y="158478"/>
                </a:lnTo>
                <a:lnTo>
                  <a:pt x="53043" y="158478"/>
                </a:lnTo>
                <a:lnTo>
                  <a:pt x="53042" y="158478"/>
                </a:lnTo>
                <a:lnTo>
                  <a:pt x="53041" y="158478"/>
                </a:lnTo>
                <a:lnTo>
                  <a:pt x="53040" y="158478"/>
                </a:lnTo>
                <a:lnTo>
                  <a:pt x="53039" y="158478"/>
                </a:lnTo>
                <a:lnTo>
                  <a:pt x="53037" y="158478"/>
                </a:lnTo>
                <a:lnTo>
                  <a:pt x="53036" y="158478"/>
                </a:lnTo>
                <a:lnTo>
                  <a:pt x="53035" y="158478"/>
                </a:lnTo>
                <a:lnTo>
                  <a:pt x="53034" y="158478"/>
                </a:lnTo>
                <a:lnTo>
                  <a:pt x="53033" y="158478"/>
                </a:lnTo>
                <a:lnTo>
                  <a:pt x="53032" y="158478"/>
                </a:lnTo>
                <a:lnTo>
                  <a:pt x="53031" y="158478"/>
                </a:lnTo>
                <a:lnTo>
                  <a:pt x="53030" y="158478"/>
                </a:lnTo>
                <a:lnTo>
                  <a:pt x="53029" y="158478"/>
                </a:lnTo>
                <a:lnTo>
                  <a:pt x="53028" y="158478"/>
                </a:lnTo>
                <a:lnTo>
                  <a:pt x="53027" y="158478"/>
                </a:lnTo>
                <a:lnTo>
                  <a:pt x="53026" y="158478"/>
                </a:lnTo>
                <a:lnTo>
                  <a:pt x="53025" y="158478"/>
                </a:lnTo>
                <a:lnTo>
                  <a:pt x="53024" y="158478"/>
                </a:lnTo>
                <a:lnTo>
                  <a:pt x="53023" y="158478"/>
                </a:lnTo>
                <a:lnTo>
                  <a:pt x="53022" y="158478"/>
                </a:lnTo>
                <a:lnTo>
                  <a:pt x="53021" y="158478"/>
                </a:lnTo>
                <a:lnTo>
                  <a:pt x="53020" y="158478"/>
                </a:lnTo>
                <a:lnTo>
                  <a:pt x="53019" y="158478"/>
                </a:lnTo>
                <a:lnTo>
                  <a:pt x="53018" y="158478"/>
                </a:lnTo>
                <a:lnTo>
                  <a:pt x="53017" y="158478"/>
                </a:lnTo>
                <a:lnTo>
                  <a:pt x="53016" y="158478"/>
                </a:lnTo>
                <a:lnTo>
                  <a:pt x="53015" y="158478"/>
                </a:lnTo>
                <a:lnTo>
                  <a:pt x="53014" y="158478"/>
                </a:lnTo>
                <a:lnTo>
                  <a:pt x="53013" y="158478"/>
                </a:lnTo>
                <a:lnTo>
                  <a:pt x="53012" y="158478"/>
                </a:lnTo>
                <a:lnTo>
                  <a:pt x="53011" y="158478"/>
                </a:lnTo>
                <a:lnTo>
                  <a:pt x="53010" y="158478"/>
                </a:lnTo>
                <a:lnTo>
                  <a:pt x="53009" y="158478"/>
                </a:lnTo>
                <a:lnTo>
                  <a:pt x="53008" y="158478"/>
                </a:lnTo>
                <a:lnTo>
                  <a:pt x="53007" y="158478"/>
                </a:lnTo>
                <a:lnTo>
                  <a:pt x="53006" y="158478"/>
                </a:lnTo>
                <a:lnTo>
                  <a:pt x="53005" y="158478"/>
                </a:lnTo>
                <a:lnTo>
                  <a:pt x="53004" y="158478"/>
                </a:lnTo>
                <a:lnTo>
                  <a:pt x="53003" y="158478"/>
                </a:lnTo>
                <a:lnTo>
                  <a:pt x="53002" y="158478"/>
                </a:lnTo>
                <a:lnTo>
                  <a:pt x="53001" y="158478"/>
                </a:lnTo>
                <a:lnTo>
                  <a:pt x="53000" y="158478"/>
                </a:lnTo>
                <a:lnTo>
                  <a:pt x="52998" y="158478"/>
                </a:lnTo>
                <a:lnTo>
                  <a:pt x="52997" y="158478"/>
                </a:lnTo>
                <a:lnTo>
                  <a:pt x="52996" y="158478"/>
                </a:lnTo>
                <a:lnTo>
                  <a:pt x="52995" y="158478"/>
                </a:lnTo>
                <a:lnTo>
                  <a:pt x="52994" y="158478"/>
                </a:lnTo>
                <a:lnTo>
                  <a:pt x="52993" y="158478"/>
                </a:lnTo>
                <a:lnTo>
                  <a:pt x="52992" y="158478"/>
                </a:lnTo>
                <a:lnTo>
                  <a:pt x="52991" y="158478"/>
                </a:lnTo>
                <a:lnTo>
                  <a:pt x="52990" y="158478"/>
                </a:lnTo>
                <a:lnTo>
                  <a:pt x="52989" y="158478"/>
                </a:lnTo>
                <a:lnTo>
                  <a:pt x="52988" y="158478"/>
                </a:lnTo>
                <a:lnTo>
                  <a:pt x="52987" y="158478"/>
                </a:lnTo>
                <a:lnTo>
                  <a:pt x="52986" y="158478"/>
                </a:lnTo>
                <a:lnTo>
                  <a:pt x="52985" y="158478"/>
                </a:lnTo>
                <a:lnTo>
                  <a:pt x="52984" y="158478"/>
                </a:lnTo>
                <a:lnTo>
                  <a:pt x="52983" y="158478"/>
                </a:lnTo>
                <a:lnTo>
                  <a:pt x="52982" y="158478"/>
                </a:lnTo>
                <a:lnTo>
                  <a:pt x="52981" y="158478"/>
                </a:lnTo>
                <a:lnTo>
                  <a:pt x="52980" y="158478"/>
                </a:lnTo>
                <a:lnTo>
                  <a:pt x="52979" y="158478"/>
                </a:lnTo>
                <a:lnTo>
                  <a:pt x="52978" y="158478"/>
                </a:lnTo>
                <a:lnTo>
                  <a:pt x="52977" y="158478"/>
                </a:lnTo>
                <a:lnTo>
                  <a:pt x="52976" y="158478"/>
                </a:lnTo>
                <a:lnTo>
                  <a:pt x="52975" y="158478"/>
                </a:lnTo>
                <a:lnTo>
                  <a:pt x="52974" y="158478"/>
                </a:lnTo>
                <a:lnTo>
                  <a:pt x="52973" y="158478"/>
                </a:lnTo>
                <a:lnTo>
                  <a:pt x="52972" y="158478"/>
                </a:lnTo>
                <a:lnTo>
                  <a:pt x="52971" y="158478"/>
                </a:lnTo>
                <a:lnTo>
                  <a:pt x="52970" y="158478"/>
                </a:lnTo>
                <a:lnTo>
                  <a:pt x="52969" y="158478"/>
                </a:lnTo>
                <a:lnTo>
                  <a:pt x="52968" y="158478"/>
                </a:lnTo>
                <a:lnTo>
                  <a:pt x="52967" y="158478"/>
                </a:lnTo>
                <a:lnTo>
                  <a:pt x="52966" y="158478"/>
                </a:lnTo>
                <a:lnTo>
                  <a:pt x="52965" y="158478"/>
                </a:lnTo>
                <a:lnTo>
                  <a:pt x="52964" y="158478"/>
                </a:lnTo>
                <a:lnTo>
                  <a:pt x="52963" y="158478"/>
                </a:lnTo>
                <a:lnTo>
                  <a:pt x="52962" y="158478"/>
                </a:lnTo>
                <a:lnTo>
                  <a:pt x="52961" y="158478"/>
                </a:lnTo>
                <a:lnTo>
                  <a:pt x="52960" y="158478"/>
                </a:lnTo>
                <a:lnTo>
                  <a:pt x="52959" y="158478"/>
                </a:lnTo>
                <a:lnTo>
                  <a:pt x="52957" y="158478"/>
                </a:lnTo>
                <a:lnTo>
                  <a:pt x="52956" y="158478"/>
                </a:lnTo>
                <a:lnTo>
                  <a:pt x="52955" y="158478"/>
                </a:lnTo>
                <a:lnTo>
                  <a:pt x="52954" y="158478"/>
                </a:lnTo>
                <a:lnTo>
                  <a:pt x="52953" y="158478"/>
                </a:lnTo>
                <a:lnTo>
                  <a:pt x="52952" y="158478"/>
                </a:lnTo>
                <a:lnTo>
                  <a:pt x="52951" y="158478"/>
                </a:lnTo>
                <a:lnTo>
                  <a:pt x="52950" y="158478"/>
                </a:lnTo>
                <a:lnTo>
                  <a:pt x="52949" y="158478"/>
                </a:lnTo>
                <a:lnTo>
                  <a:pt x="52948" y="158478"/>
                </a:lnTo>
                <a:lnTo>
                  <a:pt x="52947" y="158478"/>
                </a:lnTo>
                <a:lnTo>
                  <a:pt x="52946" y="158478"/>
                </a:lnTo>
                <a:lnTo>
                  <a:pt x="52945" y="158478"/>
                </a:lnTo>
                <a:lnTo>
                  <a:pt x="52944" y="158478"/>
                </a:lnTo>
                <a:lnTo>
                  <a:pt x="52943" y="158478"/>
                </a:lnTo>
                <a:lnTo>
                  <a:pt x="52942" y="158478"/>
                </a:lnTo>
                <a:lnTo>
                  <a:pt x="52941" y="158478"/>
                </a:lnTo>
                <a:lnTo>
                  <a:pt x="52940" y="158478"/>
                </a:lnTo>
                <a:lnTo>
                  <a:pt x="52939" y="158478"/>
                </a:lnTo>
                <a:lnTo>
                  <a:pt x="52938" y="158478"/>
                </a:lnTo>
                <a:lnTo>
                  <a:pt x="52937" y="158478"/>
                </a:lnTo>
                <a:lnTo>
                  <a:pt x="52936" y="158478"/>
                </a:lnTo>
                <a:lnTo>
                  <a:pt x="52935" y="158478"/>
                </a:lnTo>
                <a:lnTo>
                  <a:pt x="52934" y="158478"/>
                </a:lnTo>
                <a:lnTo>
                  <a:pt x="52933" y="158478"/>
                </a:lnTo>
                <a:lnTo>
                  <a:pt x="52932" y="158478"/>
                </a:lnTo>
                <a:lnTo>
                  <a:pt x="52931" y="158478"/>
                </a:lnTo>
                <a:lnTo>
                  <a:pt x="52930" y="158478"/>
                </a:lnTo>
                <a:lnTo>
                  <a:pt x="52929" y="158478"/>
                </a:lnTo>
                <a:lnTo>
                  <a:pt x="52928" y="158478"/>
                </a:lnTo>
                <a:lnTo>
                  <a:pt x="52927" y="158478"/>
                </a:lnTo>
                <a:lnTo>
                  <a:pt x="52926" y="158478"/>
                </a:lnTo>
                <a:lnTo>
                  <a:pt x="52925" y="158478"/>
                </a:lnTo>
                <a:lnTo>
                  <a:pt x="52924" y="158478"/>
                </a:lnTo>
                <a:lnTo>
                  <a:pt x="52923" y="158478"/>
                </a:lnTo>
                <a:lnTo>
                  <a:pt x="52922" y="158478"/>
                </a:lnTo>
                <a:lnTo>
                  <a:pt x="52921" y="158478"/>
                </a:lnTo>
                <a:lnTo>
                  <a:pt x="52920" y="158478"/>
                </a:lnTo>
                <a:lnTo>
                  <a:pt x="52919" y="158478"/>
                </a:lnTo>
                <a:lnTo>
                  <a:pt x="52918" y="158478"/>
                </a:lnTo>
                <a:lnTo>
                  <a:pt x="52916" y="158478"/>
                </a:lnTo>
                <a:lnTo>
                  <a:pt x="52915" y="158478"/>
                </a:lnTo>
                <a:lnTo>
                  <a:pt x="52914" y="158478"/>
                </a:lnTo>
                <a:lnTo>
                  <a:pt x="52913" y="158478"/>
                </a:lnTo>
                <a:lnTo>
                  <a:pt x="52912" y="158478"/>
                </a:lnTo>
                <a:lnTo>
                  <a:pt x="52911" y="158478"/>
                </a:lnTo>
                <a:lnTo>
                  <a:pt x="52910" y="158478"/>
                </a:lnTo>
                <a:lnTo>
                  <a:pt x="52909" y="158478"/>
                </a:lnTo>
                <a:lnTo>
                  <a:pt x="52908" y="158478"/>
                </a:lnTo>
                <a:lnTo>
                  <a:pt x="52907" y="158478"/>
                </a:lnTo>
                <a:lnTo>
                  <a:pt x="52906" y="158478"/>
                </a:lnTo>
                <a:lnTo>
                  <a:pt x="52905" y="158478"/>
                </a:lnTo>
                <a:lnTo>
                  <a:pt x="52904" y="158478"/>
                </a:lnTo>
                <a:lnTo>
                  <a:pt x="52903" y="158478"/>
                </a:lnTo>
                <a:lnTo>
                  <a:pt x="52902" y="158478"/>
                </a:lnTo>
                <a:lnTo>
                  <a:pt x="52901" y="158478"/>
                </a:lnTo>
                <a:lnTo>
                  <a:pt x="52900" y="158478"/>
                </a:lnTo>
                <a:lnTo>
                  <a:pt x="52899" y="158478"/>
                </a:lnTo>
                <a:lnTo>
                  <a:pt x="52898" y="158478"/>
                </a:lnTo>
                <a:lnTo>
                  <a:pt x="52897" y="158478"/>
                </a:lnTo>
                <a:lnTo>
                  <a:pt x="52896" y="158478"/>
                </a:lnTo>
                <a:lnTo>
                  <a:pt x="52895" y="158478"/>
                </a:lnTo>
                <a:lnTo>
                  <a:pt x="52894" y="158478"/>
                </a:lnTo>
                <a:lnTo>
                  <a:pt x="52893" y="158478"/>
                </a:lnTo>
                <a:lnTo>
                  <a:pt x="52892" y="158478"/>
                </a:lnTo>
                <a:lnTo>
                  <a:pt x="52891" y="158478"/>
                </a:lnTo>
                <a:lnTo>
                  <a:pt x="52890" y="158478"/>
                </a:lnTo>
                <a:lnTo>
                  <a:pt x="52889" y="158478"/>
                </a:lnTo>
                <a:lnTo>
                  <a:pt x="52888" y="158478"/>
                </a:lnTo>
                <a:lnTo>
                  <a:pt x="52887" y="158478"/>
                </a:lnTo>
                <a:lnTo>
                  <a:pt x="52886" y="158478"/>
                </a:lnTo>
                <a:lnTo>
                  <a:pt x="52885" y="158478"/>
                </a:lnTo>
                <a:lnTo>
                  <a:pt x="52884" y="158478"/>
                </a:lnTo>
                <a:lnTo>
                  <a:pt x="52883" y="158478"/>
                </a:lnTo>
                <a:lnTo>
                  <a:pt x="52882" y="158478"/>
                </a:lnTo>
                <a:lnTo>
                  <a:pt x="52881" y="158478"/>
                </a:lnTo>
                <a:lnTo>
                  <a:pt x="52880" y="158478"/>
                </a:lnTo>
                <a:lnTo>
                  <a:pt x="52879" y="158478"/>
                </a:lnTo>
                <a:lnTo>
                  <a:pt x="52878" y="158478"/>
                </a:lnTo>
                <a:lnTo>
                  <a:pt x="52877" y="158478"/>
                </a:lnTo>
                <a:lnTo>
                  <a:pt x="52876" y="158478"/>
                </a:lnTo>
                <a:lnTo>
                  <a:pt x="52875" y="158478"/>
                </a:lnTo>
                <a:lnTo>
                  <a:pt x="52873" y="158478"/>
                </a:lnTo>
                <a:lnTo>
                  <a:pt x="52872" y="158478"/>
                </a:lnTo>
                <a:lnTo>
                  <a:pt x="52871" y="158478"/>
                </a:lnTo>
                <a:lnTo>
                  <a:pt x="52870" y="158478"/>
                </a:lnTo>
                <a:lnTo>
                  <a:pt x="52869" y="158478"/>
                </a:lnTo>
                <a:lnTo>
                  <a:pt x="52868" y="158478"/>
                </a:lnTo>
                <a:lnTo>
                  <a:pt x="52867" y="158478"/>
                </a:lnTo>
                <a:lnTo>
                  <a:pt x="52866" y="158478"/>
                </a:lnTo>
                <a:lnTo>
                  <a:pt x="52865" y="158478"/>
                </a:lnTo>
                <a:lnTo>
                  <a:pt x="52864" y="158478"/>
                </a:lnTo>
                <a:lnTo>
                  <a:pt x="52863" y="158478"/>
                </a:lnTo>
                <a:lnTo>
                  <a:pt x="52862" y="158478"/>
                </a:lnTo>
                <a:lnTo>
                  <a:pt x="52861" y="158478"/>
                </a:lnTo>
                <a:lnTo>
                  <a:pt x="52860" y="158478"/>
                </a:lnTo>
                <a:lnTo>
                  <a:pt x="52859" y="158478"/>
                </a:lnTo>
                <a:lnTo>
                  <a:pt x="52858" y="158478"/>
                </a:lnTo>
                <a:lnTo>
                  <a:pt x="52857" y="158478"/>
                </a:lnTo>
                <a:lnTo>
                  <a:pt x="52856" y="158478"/>
                </a:lnTo>
                <a:lnTo>
                  <a:pt x="52855" y="158478"/>
                </a:lnTo>
                <a:lnTo>
                  <a:pt x="52854" y="158478"/>
                </a:lnTo>
                <a:lnTo>
                  <a:pt x="52853" y="158478"/>
                </a:lnTo>
                <a:lnTo>
                  <a:pt x="52852" y="158478"/>
                </a:lnTo>
                <a:lnTo>
                  <a:pt x="52851" y="158478"/>
                </a:lnTo>
                <a:lnTo>
                  <a:pt x="52850" y="158478"/>
                </a:lnTo>
                <a:lnTo>
                  <a:pt x="52849" y="158478"/>
                </a:lnTo>
                <a:lnTo>
                  <a:pt x="52848" y="158478"/>
                </a:lnTo>
                <a:lnTo>
                  <a:pt x="52847" y="158478"/>
                </a:lnTo>
                <a:lnTo>
                  <a:pt x="52846" y="158478"/>
                </a:lnTo>
                <a:lnTo>
                  <a:pt x="52845" y="158478"/>
                </a:lnTo>
                <a:lnTo>
                  <a:pt x="52844" y="158478"/>
                </a:lnTo>
                <a:lnTo>
                  <a:pt x="52843" y="158478"/>
                </a:lnTo>
                <a:lnTo>
                  <a:pt x="52842" y="158478"/>
                </a:lnTo>
                <a:lnTo>
                  <a:pt x="52841" y="158478"/>
                </a:lnTo>
                <a:lnTo>
                  <a:pt x="52840" y="158478"/>
                </a:lnTo>
                <a:lnTo>
                  <a:pt x="52839" y="158478"/>
                </a:lnTo>
                <a:lnTo>
                  <a:pt x="52838" y="158478"/>
                </a:lnTo>
                <a:lnTo>
                  <a:pt x="52837" y="158478"/>
                </a:lnTo>
                <a:lnTo>
                  <a:pt x="52836" y="158478"/>
                </a:lnTo>
                <a:lnTo>
                  <a:pt x="52835" y="158478"/>
                </a:lnTo>
                <a:lnTo>
                  <a:pt x="52834" y="158478"/>
                </a:lnTo>
                <a:lnTo>
                  <a:pt x="52833" y="158478"/>
                </a:lnTo>
                <a:lnTo>
                  <a:pt x="52832" y="158478"/>
                </a:lnTo>
                <a:lnTo>
                  <a:pt x="52831" y="158478"/>
                </a:lnTo>
                <a:lnTo>
                  <a:pt x="52829" y="158478"/>
                </a:lnTo>
                <a:lnTo>
                  <a:pt x="52828" y="158478"/>
                </a:lnTo>
                <a:lnTo>
                  <a:pt x="52827" y="158478"/>
                </a:lnTo>
                <a:lnTo>
                  <a:pt x="52826" y="158478"/>
                </a:lnTo>
                <a:lnTo>
                  <a:pt x="52825" y="158478"/>
                </a:lnTo>
                <a:lnTo>
                  <a:pt x="52824" y="158478"/>
                </a:lnTo>
                <a:lnTo>
                  <a:pt x="52823" y="158478"/>
                </a:lnTo>
                <a:lnTo>
                  <a:pt x="52822" y="158478"/>
                </a:lnTo>
                <a:lnTo>
                  <a:pt x="52821" y="158478"/>
                </a:lnTo>
                <a:lnTo>
                  <a:pt x="52820" y="158478"/>
                </a:lnTo>
                <a:lnTo>
                  <a:pt x="52819" y="158478"/>
                </a:lnTo>
                <a:lnTo>
                  <a:pt x="52818" y="158478"/>
                </a:lnTo>
                <a:lnTo>
                  <a:pt x="52817" y="158478"/>
                </a:lnTo>
                <a:lnTo>
                  <a:pt x="52816" y="158478"/>
                </a:lnTo>
                <a:lnTo>
                  <a:pt x="52815" y="158478"/>
                </a:lnTo>
                <a:lnTo>
                  <a:pt x="52814" y="158478"/>
                </a:lnTo>
                <a:lnTo>
                  <a:pt x="52813" y="158478"/>
                </a:lnTo>
                <a:lnTo>
                  <a:pt x="52812" y="158478"/>
                </a:lnTo>
                <a:lnTo>
                  <a:pt x="52811" y="158478"/>
                </a:lnTo>
                <a:lnTo>
                  <a:pt x="52810" y="158478"/>
                </a:lnTo>
                <a:lnTo>
                  <a:pt x="52809" y="158478"/>
                </a:lnTo>
                <a:lnTo>
                  <a:pt x="52808" y="158478"/>
                </a:lnTo>
                <a:lnTo>
                  <a:pt x="52807" y="158478"/>
                </a:lnTo>
                <a:lnTo>
                  <a:pt x="52806" y="158478"/>
                </a:lnTo>
                <a:lnTo>
                  <a:pt x="52805" y="158478"/>
                </a:lnTo>
                <a:lnTo>
                  <a:pt x="52804" y="158478"/>
                </a:lnTo>
                <a:lnTo>
                  <a:pt x="52803" y="158478"/>
                </a:lnTo>
                <a:lnTo>
                  <a:pt x="52802" y="158478"/>
                </a:lnTo>
                <a:lnTo>
                  <a:pt x="52801" y="158478"/>
                </a:lnTo>
                <a:lnTo>
                  <a:pt x="52800" y="158478"/>
                </a:lnTo>
                <a:lnTo>
                  <a:pt x="52799" y="158478"/>
                </a:lnTo>
                <a:lnTo>
                  <a:pt x="52798" y="158478"/>
                </a:lnTo>
                <a:lnTo>
                  <a:pt x="52797" y="158478"/>
                </a:lnTo>
                <a:lnTo>
                  <a:pt x="52796" y="158478"/>
                </a:lnTo>
                <a:lnTo>
                  <a:pt x="52795" y="158478"/>
                </a:lnTo>
                <a:lnTo>
                  <a:pt x="52794" y="158478"/>
                </a:lnTo>
                <a:lnTo>
                  <a:pt x="52793" y="158478"/>
                </a:lnTo>
                <a:lnTo>
                  <a:pt x="52792" y="158478"/>
                </a:lnTo>
                <a:lnTo>
                  <a:pt x="52791" y="158478"/>
                </a:lnTo>
                <a:lnTo>
                  <a:pt x="52790" y="158478"/>
                </a:lnTo>
                <a:lnTo>
                  <a:pt x="52789" y="158478"/>
                </a:lnTo>
                <a:lnTo>
                  <a:pt x="52788" y="158478"/>
                </a:lnTo>
                <a:lnTo>
                  <a:pt x="52787" y="158478"/>
                </a:lnTo>
                <a:lnTo>
                  <a:pt x="52786" y="158478"/>
                </a:lnTo>
                <a:lnTo>
                  <a:pt x="52784" y="158478"/>
                </a:lnTo>
                <a:lnTo>
                  <a:pt x="52783" y="158478"/>
                </a:lnTo>
                <a:lnTo>
                  <a:pt x="52782" y="158478"/>
                </a:lnTo>
                <a:lnTo>
                  <a:pt x="52781" y="158478"/>
                </a:lnTo>
                <a:lnTo>
                  <a:pt x="52780" y="158478"/>
                </a:lnTo>
                <a:lnTo>
                  <a:pt x="52779" y="158478"/>
                </a:lnTo>
                <a:lnTo>
                  <a:pt x="52778" y="158478"/>
                </a:lnTo>
                <a:lnTo>
                  <a:pt x="52777" y="158478"/>
                </a:lnTo>
                <a:lnTo>
                  <a:pt x="52776" y="158478"/>
                </a:lnTo>
                <a:lnTo>
                  <a:pt x="52775" y="158478"/>
                </a:lnTo>
                <a:lnTo>
                  <a:pt x="52774" y="158478"/>
                </a:lnTo>
                <a:lnTo>
                  <a:pt x="52773" y="158478"/>
                </a:lnTo>
                <a:lnTo>
                  <a:pt x="52772" y="158478"/>
                </a:lnTo>
                <a:lnTo>
                  <a:pt x="52771" y="158478"/>
                </a:lnTo>
                <a:lnTo>
                  <a:pt x="52770" y="158478"/>
                </a:lnTo>
                <a:lnTo>
                  <a:pt x="52769" y="158478"/>
                </a:lnTo>
                <a:lnTo>
                  <a:pt x="52768" y="158478"/>
                </a:lnTo>
                <a:lnTo>
                  <a:pt x="52767" y="158478"/>
                </a:lnTo>
                <a:lnTo>
                  <a:pt x="52766" y="158478"/>
                </a:lnTo>
                <a:lnTo>
                  <a:pt x="52765" y="158478"/>
                </a:lnTo>
                <a:lnTo>
                  <a:pt x="52764" y="158478"/>
                </a:lnTo>
                <a:lnTo>
                  <a:pt x="52763" y="158478"/>
                </a:lnTo>
                <a:lnTo>
                  <a:pt x="52762" y="158478"/>
                </a:lnTo>
                <a:lnTo>
                  <a:pt x="52761" y="158478"/>
                </a:lnTo>
                <a:lnTo>
                  <a:pt x="52760" y="158478"/>
                </a:lnTo>
                <a:lnTo>
                  <a:pt x="52759" y="158478"/>
                </a:lnTo>
                <a:lnTo>
                  <a:pt x="52758" y="158478"/>
                </a:lnTo>
                <a:lnTo>
                  <a:pt x="52757" y="158478"/>
                </a:lnTo>
                <a:lnTo>
                  <a:pt x="52756" y="158478"/>
                </a:lnTo>
                <a:lnTo>
                  <a:pt x="52755" y="158478"/>
                </a:lnTo>
                <a:lnTo>
                  <a:pt x="52754" y="158478"/>
                </a:lnTo>
                <a:lnTo>
                  <a:pt x="52753" y="158478"/>
                </a:lnTo>
                <a:lnTo>
                  <a:pt x="52752" y="158478"/>
                </a:lnTo>
                <a:lnTo>
                  <a:pt x="52751" y="158478"/>
                </a:lnTo>
                <a:lnTo>
                  <a:pt x="52750" y="158478"/>
                </a:lnTo>
                <a:lnTo>
                  <a:pt x="52749" y="158478"/>
                </a:lnTo>
                <a:lnTo>
                  <a:pt x="52748" y="158478"/>
                </a:lnTo>
                <a:lnTo>
                  <a:pt x="52747" y="158478"/>
                </a:lnTo>
                <a:lnTo>
                  <a:pt x="52746" y="158478"/>
                </a:lnTo>
                <a:lnTo>
                  <a:pt x="52745" y="158478"/>
                </a:lnTo>
                <a:lnTo>
                  <a:pt x="52744" y="158478"/>
                </a:lnTo>
                <a:lnTo>
                  <a:pt x="52743" y="158478"/>
                </a:lnTo>
                <a:lnTo>
                  <a:pt x="52742" y="158478"/>
                </a:lnTo>
                <a:lnTo>
                  <a:pt x="52741" y="158478"/>
                </a:lnTo>
                <a:lnTo>
                  <a:pt x="52740" y="158478"/>
                </a:lnTo>
                <a:lnTo>
                  <a:pt x="52739" y="158478"/>
                </a:lnTo>
                <a:lnTo>
                  <a:pt x="52737" y="158478"/>
                </a:lnTo>
                <a:lnTo>
                  <a:pt x="52736" y="158478"/>
                </a:lnTo>
                <a:lnTo>
                  <a:pt x="52735" y="158478"/>
                </a:lnTo>
                <a:lnTo>
                  <a:pt x="52734" y="158478"/>
                </a:lnTo>
                <a:lnTo>
                  <a:pt x="52733" y="158478"/>
                </a:lnTo>
                <a:lnTo>
                  <a:pt x="52732" y="158478"/>
                </a:lnTo>
                <a:lnTo>
                  <a:pt x="52731" y="158478"/>
                </a:lnTo>
                <a:lnTo>
                  <a:pt x="52730" y="158478"/>
                </a:lnTo>
                <a:lnTo>
                  <a:pt x="52729" y="158478"/>
                </a:lnTo>
                <a:lnTo>
                  <a:pt x="52728" y="158478"/>
                </a:lnTo>
                <a:lnTo>
                  <a:pt x="52727" y="158478"/>
                </a:lnTo>
                <a:lnTo>
                  <a:pt x="52726" y="158478"/>
                </a:lnTo>
                <a:lnTo>
                  <a:pt x="52725" y="158478"/>
                </a:lnTo>
                <a:lnTo>
                  <a:pt x="52724" y="158478"/>
                </a:lnTo>
                <a:lnTo>
                  <a:pt x="52723" y="158478"/>
                </a:lnTo>
                <a:lnTo>
                  <a:pt x="52722" y="158478"/>
                </a:lnTo>
                <a:lnTo>
                  <a:pt x="52721" y="158478"/>
                </a:lnTo>
                <a:lnTo>
                  <a:pt x="52720" y="158478"/>
                </a:lnTo>
                <a:lnTo>
                  <a:pt x="52719" y="158478"/>
                </a:lnTo>
                <a:lnTo>
                  <a:pt x="52718" y="158478"/>
                </a:lnTo>
                <a:lnTo>
                  <a:pt x="52717" y="158478"/>
                </a:lnTo>
                <a:lnTo>
                  <a:pt x="52716" y="158478"/>
                </a:lnTo>
                <a:lnTo>
                  <a:pt x="52715" y="158478"/>
                </a:lnTo>
                <a:lnTo>
                  <a:pt x="52714" y="158478"/>
                </a:lnTo>
                <a:lnTo>
                  <a:pt x="52713" y="158478"/>
                </a:lnTo>
                <a:lnTo>
                  <a:pt x="52712" y="158478"/>
                </a:lnTo>
                <a:lnTo>
                  <a:pt x="52711" y="158478"/>
                </a:lnTo>
                <a:lnTo>
                  <a:pt x="52710" y="158478"/>
                </a:lnTo>
                <a:lnTo>
                  <a:pt x="52709" y="158478"/>
                </a:lnTo>
                <a:lnTo>
                  <a:pt x="52708" y="158478"/>
                </a:lnTo>
                <a:lnTo>
                  <a:pt x="52707" y="158478"/>
                </a:lnTo>
                <a:lnTo>
                  <a:pt x="52706" y="158478"/>
                </a:lnTo>
                <a:lnTo>
                  <a:pt x="52705" y="158478"/>
                </a:lnTo>
                <a:lnTo>
                  <a:pt x="52704" y="158478"/>
                </a:lnTo>
                <a:lnTo>
                  <a:pt x="52703" y="158478"/>
                </a:lnTo>
                <a:lnTo>
                  <a:pt x="52702" y="158478"/>
                </a:lnTo>
                <a:lnTo>
                  <a:pt x="52701" y="158478"/>
                </a:lnTo>
                <a:lnTo>
                  <a:pt x="52700" y="158478"/>
                </a:lnTo>
                <a:lnTo>
                  <a:pt x="52699" y="158478"/>
                </a:lnTo>
                <a:lnTo>
                  <a:pt x="52698" y="158478"/>
                </a:lnTo>
                <a:lnTo>
                  <a:pt x="52697" y="158478"/>
                </a:lnTo>
                <a:lnTo>
                  <a:pt x="52696" y="158478"/>
                </a:lnTo>
                <a:lnTo>
                  <a:pt x="52695" y="158478"/>
                </a:lnTo>
                <a:lnTo>
                  <a:pt x="52694" y="158478"/>
                </a:lnTo>
                <a:lnTo>
                  <a:pt x="52693" y="158478"/>
                </a:lnTo>
                <a:lnTo>
                  <a:pt x="52692" y="158478"/>
                </a:lnTo>
                <a:lnTo>
                  <a:pt x="52691" y="158478"/>
                </a:lnTo>
                <a:lnTo>
                  <a:pt x="52690" y="158478"/>
                </a:lnTo>
                <a:lnTo>
                  <a:pt x="52688" y="158478"/>
                </a:lnTo>
                <a:lnTo>
                  <a:pt x="52687" y="158478"/>
                </a:lnTo>
                <a:lnTo>
                  <a:pt x="52686" y="158478"/>
                </a:lnTo>
                <a:lnTo>
                  <a:pt x="52685" y="158478"/>
                </a:lnTo>
                <a:lnTo>
                  <a:pt x="52684" y="158478"/>
                </a:lnTo>
                <a:lnTo>
                  <a:pt x="52683" y="158478"/>
                </a:lnTo>
                <a:lnTo>
                  <a:pt x="52682" y="158478"/>
                </a:lnTo>
                <a:lnTo>
                  <a:pt x="52681" y="158478"/>
                </a:lnTo>
                <a:lnTo>
                  <a:pt x="52680" y="158478"/>
                </a:lnTo>
                <a:lnTo>
                  <a:pt x="52679" y="158478"/>
                </a:lnTo>
                <a:lnTo>
                  <a:pt x="52678" y="158478"/>
                </a:lnTo>
                <a:lnTo>
                  <a:pt x="52677" y="158478"/>
                </a:lnTo>
                <a:lnTo>
                  <a:pt x="52676" y="158478"/>
                </a:lnTo>
                <a:lnTo>
                  <a:pt x="52675" y="158478"/>
                </a:lnTo>
                <a:lnTo>
                  <a:pt x="52674" y="158478"/>
                </a:lnTo>
                <a:lnTo>
                  <a:pt x="52673" y="158478"/>
                </a:lnTo>
                <a:lnTo>
                  <a:pt x="52672" y="158478"/>
                </a:lnTo>
                <a:lnTo>
                  <a:pt x="52671" y="158478"/>
                </a:lnTo>
                <a:lnTo>
                  <a:pt x="52670" y="158478"/>
                </a:lnTo>
                <a:lnTo>
                  <a:pt x="52669" y="158478"/>
                </a:lnTo>
                <a:lnTo>
                  <a:pt x="52668" y="158478"/>
                </a:lnTo>
                <a:lnTo>
                  <a:pt x="52667" y="158478"/>
                </a:lnTo>
                <a:lnTo>
                  <a:pt x="52666" y="158478"/>
                </a:lnTo>
                <a:lnTo>
                  <a:pt x="52665" y="158478"/>
                </a:lnTo>
                <a:lnTo>
                  <a:pt x="52664" y="158478"/>
                </a:lnTo>
                <a:lnTo>
                  <a:pt x="52663" y="158478"/>
                </a:lnTo>
                <a:lnTo>
                  <a:pt x="52662" y="158478"/>
                </a:lnTo>
                <a:lnTo>
                  <a:pt x="52661" y="158478"/>
                </a:lnTo>
                <a:lnTo>
                  <a:pt x="52660" y="158478"/>
                </a:lnTo>
                <a:lnTo>
                  <a:pt x="52659" y="158478"/>
                </a:lnTo>
                <a:lnTo>
                  <a:pt x="52658" y="158478"/>
                </a:lnTo>
                <a:lnTo>
                  <a:pt x="52657" y="158478"/>
                </a:lnTo>
                <a:lnTo>
                  <a:pt x="52656" y="158478"/>
                </a:lnTo>
                <a:lnTo>
                  <a:pt x="52655" y="158478"/>
                </a:lnTo>
                <a:lnTo>
                  <a:pt x="52654" y="158478"/>
                </a:lnTo>
                <a:lnTo>
                  <a:pt x="52653" y="158478"/>
                </a:lnTo>
                <a:lnTo>
                  <a:pt x="52652" y="158478"/>
                </a:lnTo>
                <a:lnTo>
                  <a:pt x="52651" y="158478"/>
                </a:lnTo>
                <a:lnTo>
                  <a:pt x="52650" y="158478"/>
                </a:lnTo>
                <a:lnTo>
                  <a:pt x="52649" y="158478"/>
                </a:lnTo>
                <a:lnTo>
                  <a:pt x="52648" y="158478"/>
                </a:lnTo>
                <a:lnTo>
                  <a:pt x="52647" y="158478"/>
                </a:lnTo>
                <a:lnTo>
                  <a:pt x="52646" y="158478"/>
                </a:lnTo>
                <a:lnTo>
                  <a:pt x="52645" y="158478"/>
                </a:lnTo>
                <a:lnTo>
                  <a:pt x="52644" y="158478"/>
                </a:lnTo>
                <a:lnTo>
                  <a:pt x="52643" y="158478"/>
                </a:lnTo>
                <a:lnTo>
                  <a:pt x="52642" y="158478"/>
                </a:lnTo>
                <a:lnTo>
                  <a:pt x="52641" y="158478"/>
                </a:lnTo>
                <a:lnTo>
                  <a:pt x="52640" y="158478"/>
                </a:lnTo>
                <a:lnTo>
                  <a:pt x="52638" y="158478"/>
                </a:lnTo>
                <a:lnTo>
                  <a:pt x="52637" y="158478"/>
                </a:lnTo>
                <a:lnTo>
                  <a:pt x="52636" y="158478"/>
                </a:lnTo>
                <a:lnTo>
                  <a:pt x="52635" y="158478"/>
                </a:lnTo>
                <a:lnTo>
                  <a:pt x="52634" y="158478"/>
                </a:lnTo>
                <a:lnTo>
                  <a:pt x="52633" y="158478"/>
                </a:lnTo>
                <a:lnTo>
                  <a:pt x="52632" y="158478"/>
                </a:lnTo>
                <a:lnTo>
                  <a:pt x="52631" y="158478"/>
                </a:lnTo>
                <a:lnTo>
                  <a:pt x="52630" y="158478"/>
                </a:lnTo>
                <a:lnTo>
                  <a:pt x="52629" y="158478"/>
                </a:lnTo>
                <a:lnTo>
                  <a:pt x="52628" y="158478"/>
                </a:lnTo>
                <a:lnTo>
                  <a:pt x="52627" y="158478"/>
                </a:lnTo>
                <a:lnTo>
                  <a:pt x="52626" y="158478"/>
                </a:lnTo>
                <a:lnTo>
                  <a:pt x="52625" y="158478"/>
                </a:lnTo>
                <a:lnTo>
                  <a:pt x="52624" y="158478"/>
                </a:lnTo>
                <a:lnTo>
                  <a:pt x="52623" y="158478"/>
                </a:lnTo>
                <a:lnTo>
                  <a:pt x="52622" y="158478"/>
                </a:lnTo>
                <a:lnTo>
                  <a:pt x="52621" y="158478"/>
                </a:lnTo>
                <a:lnTo>
                  <a:pt x="52620" y="158478"/>
                </a:lnTo>
                <a:lnTo>
                  <a:pt x="52619" y="158478"/>
                </a:lnTo>
                <a:lnTo>
                  <a:pt x="52618" y="158478"/>
                </a:lnTo>
                <a:lnTo>
                  <a:pt x="52617" y="158478"/>
                </a:lnTo>
                <a:lnTo>
                  <a:pt x="52616" y="158478"/>
                </a:lnTo>
                <a:lnTo>
                  <a:pt x="52615" y="158478"/>
                </a:lnTo>
                <a:lnTo>
                  <a:pt x="52614" y="158478"/>
                </a:lnTo>
                <a:lnTo>
                  <a:pt x="52613" y="158478"/>
                </a:lnTo>
                <a:lnTo>
                  <a:pt x="52612" y="158478"/>
                </a:lnTo>
                <a:lnTo>
                  <a:pt x="52611" y="158478"/>
                </a:lnTo>
                <a:lnTo>
                  <a:pt x="52610" y="158478"/>
                </a:lnTo>
                <a:lnTo>
                  <a:pt x="52609" y="158478"/>
                </a:lnTo>
                <a:lnTo>
                  <a:pt x="52608" y="158478"/>
                </a:lnTo>
                <a:lnTo>
                  <a:pt x="52607" y="158478"/>
                </a:lnTo>
                <a:lnTo>
                  <a:pt x="52606" y="158478"/>
                </a:lnTo>
                <a:lnTo>
                  <a:pt x="52605" y="158478"/>
                </a:lnTo>
                <a:lnTo>
                  <a:pt x="52604" y="158478"/>
                </a:lnTo>
                <a:lnTo>
                  <a:pt x="52603" y="158478"/>
                </a:lnTo>
                <a:lnTo>
                  <a:pt x="52602" y="158478"/>
                </a:lnTo>
                <a:lnTo>
                  <a:pt x="52601" y="158478"/>
                </a:lnTo>
                <a:lnTo>
                  <a:pt x="52600" y="158478"/>
                </a:lnTo>
                <a:lnTo>
                  <a:pt x="52599" y="158478"/>
                </a:lnTo>
                <a:lnTo>
                  <a:pt x="52598" y="158478"/>
                </a:lnTo>
                <a:lnTo>
                  <a:pt x="52597" y="158478"/>
                </a:lnTo>
                <a:lnTo>
                  <a:pt x="52596" y="158478"/>
                </a:lnTo>
                <a:lnTo>
                  <a:pt x="52595" y="158478"/>
                </a:lnTo>
                <a:lnTo>
                  <a:pt x="52594" y="158478"/>
                </a:lnTo>
                <a:lnTo>
                  <a:pt x="52593" y="158478"/>
                </a:lnTo>
                <a:lnTo>
                  <a:pt x="52592" y="158478"/>
                </a:lnTo>
                <a:lnTo>
                  <a:pt x="52591" y="158478"/>
                </a:lnTo>
                <a:lnTo>
                  <a:pt x="52590" y="158478"/>
                </a:lnTo>
                <a:lnTo>
                  <a:pt x="52589" y="158478"/>
                </a:lnTo>
                <a:lnTo>
                  <a:pt x="52588" y="158478"/>
                </a:lnTo>
                <a:lnTo>
                  <a:pt x="52587" y="158478"/>
                </a:lnTo>
                <a:lnTo>
                  <a:pt x="52585" y="158478"/>
                </a:lnTo>
                <a:lnTo>
                  <a:pt x="52584" y="158478"/>
                </a:lnTo>
                <a:lnTo>
                  <a:pt x="52583" y="158478"/>
                </a:lnTo>
                <a:lnTo>
                  <a:pt x="52582" y="158478"/>
                </a:lnTo>
                <a:lnTo>
                  <a:pt x="52581" y="158478"/>
                </a:lnTo>
                <a:lnTo>
                  <a:pt x="52580" y="158478"/>
                </a:lnTo>
                <a:lnTo>
                  <a:pt x="52579" y="158478"/>
                </a:lnTo>
                <a:lnTo>
                  <a:pt x="52578" y="158478"/>
                </a:lnTo>
                <a:lnTo>
                  <a:pt x="52577" y="158478"/>
                </a:lnTo>
                <a:lnTo>
                  <a:pt x="52576" y="158478"/>
                </a:lnTo>
                <a:lnTo>
                  <a:pt x="52575" y="158478"/>
                </a:lnTo>
                <a:lnTo>
                  <a:pt x="52574" y="158478"/>
                </a:lnTo>
                <a:lnTo>
                  <a:pt x="52573" y="158478"/>
                </a:lnTo>
                <a:lnTo>
                  <a:pt x="52572" y="158478"/>
                </a:lnTo>
                <a:lnTo>
                  <a:pt x="52571" y="158478"/>
                </a:lnTo>
                <a:lnTo>
                  <a:pt x="52570" y="158478"/>
                </a:lnTo>
                <a:lnTo>
                  <a:pt x="52569" y="158478"/>
                </a:lnTo>
                <a:lnTo>
                  <a:pt x="52568" y="158478"/>
                </a:lnTo>
                <a:lnTo>
                  <a:pt x="52567" y="158478"/>
                </a:lnTo>
                <a:lnTo>
                  <a:pt x="52566" y="158478"/>
                </a:lnTo>
                <a:lnTo>
                  <a:pt x="52565" y="158478"/>
                </a:lnTo>
                <a:lnTo>
                  <a:pt x="52564" y="158478"/>
                </a:lnTo>
                <a:lnTo>
                  <a:pt x="52563" y="158478"/>
                </a:lnTo>
                <a:lnTo>
                  <a:pt x="52562" y="158478"/>
                </a:lnTo>
                <a:lnTo>
                  <a:pt x="52561" y="158478"/>
                </a:lnTo>
                <a:lnTo>
                  <a:pt x="52560" y="158478"/>
                </a:lnTo>
                <a:lnTo>
                  <a:pt x="52559" y="158478"/>
                </a:lnTo>
                <a:lnTo>
                  <a:pt x="52558" y="158478"/>
                </a:lnTo>
                <a:lnTo>
                  <a:pt x="52557" y="158478"/>
                </a:lnTo>
                <a:lnTo>
                  <a:pt x="52556" y="158478"/>
                </a:lnTo>
                <a:lnTo>
                  <a:pt x="52555" y="158478"/>
                </a:lnTo>
                <a:lnTo>
                  <a:pt x="52554" y="158478"/>
                </a:lnTo>
                <a:lnTo>
                  <a:pt x="52553" y="158478"/>
                </a:lnTo>
                <a:lnTo>
                  <a:pt x="52552" y="158478"/>
                </a:lnTo>
                <a:lnTo>
                  <a:pt x="52551" y="158478"/>
                </a:lnTo>
                <a:lnTo>
                  <a:pt x="52550" y="158478"/>
                </a:lnTo>
                <a:lnTo>
                  <a:pt x="52549" y="158478"/>
                </a:lnTo>
                <a:lnTo>
                  <a:pt x="52548" y="158478"/>
                </a:lnTo>
                <a:lnTo>
                  <a:pt x="52547" y="158478"/>
                </a:lnTo>
                <a:lnTo>
                  <a:pt x="52546" y="158478"/>
                </a:lnTo>
                <a:lnTo>
                  <a:pt x="52545" y="158478"/>
                </a:lnTo>
                <a:lnTo>
                  <a:pt x="52544" y="158478"/>
                </a:lnTo>
                <a:lnTo>
                  <a:pt x="52543" y="158478"/>
                </a:lnTo>
                <a:lnTo>
                  <a:pt x="52542" y="158478"/>
                </a:lnTo>
                <a:lnTo>
                  <a:pt x="52541" y="158478"/>
                </a:lnTo>
                <a:lnTo>
                  <a:pt x="52540" y="158478"/>
                </a:lnTo>
                <a:lnTo>
                  <a:pt x="52539" y="158478"/>
                </a:lnTo>
                <a:lnTo>
                  <a:pt x="52538" y="158478"/>
                </a:lnTo>
                <a:lnTo>
                  <a:pt x="52537" y="158478"/>
                </a:lnTo>
                <a:lnTo>
                  <a:pt x="52536" y="158478"/>
                </a:lnTo>
                <a:lnTo>
                  <a:pt x="52535" y="158478"/>
                </a:lnTo>
                <a:lnTo>
                  <a:pt x="52534" y="158478"/>
                </a:lnTo>
                <a:lnTo>
                  <a:pt x="52533" y="158478"/>
                </a:lnTo>
                <a:lnTo>
                  <a:pt x="52532" y="158478"/>
                </a:lnTo>
                <a:lnTo>
                  <a:pt x="52530" y="158478"/>
                </a:lnTo>
                <a:lnTo>
                  <a:pt x="52529" y="158478"/>
                </a:lnTo>
                <a:lnTo>
                  <a:pt x="52528" y="158478"/>
                </a:lnTo>
                <a:lnTo>
                  <a:pt x="52527" y="158478"/>
                </a:lnTo>
                <a:lnTo>
                  <a:pt x="52526" y="158478"/>
                </a:lnTo>
                <a:lnTo>
                  <a:pt x="52525" y="158478"/>
                </a:lnTo>
                <a:lnTo>
                  <a:pt x="52524" y="158478"/>
                </a:lnTo>
                <a:lnTo>
                  <a:pt x="52523" y="158478"/>
                </a:lnTo>
                <a:lnTo>
                  <a:pt x="52522" y="158478"/>
                </a:lnTo>
                <a:lnTo>
                  <a:pt x="52521" y="158478"/>
                </a:lnTo>
                <a:lnTo>
                  <a:pt x="52520" y="158478"/>
                </a:lnTo>
                <a:lnTo>
                  <a:pt x="52519" y="158478"/>
                </a:lnTo>
                <a:lnTo>
                  <a:pt x="52518" y="158478"/>
                </a:lnTo>
                <a:lnTo>
                  <a:pt x="52517" y="158478"/>
                </a:lnTo>
                <a:lnTo>
                  <a:pt x="52516" y="158478"/>
                </a:lnTo>
                <a:lnTo>
                  <a:pt x="52515" y="158478"/>
                </a:lnTo>
                <a:lnTo>
                  <a:pt x="52514" y="158478"/>
                </a:lnTo>
                <a:lnTo>
                  <a:pt x="52513" y="158478"/>
                </a:lnTo>
                <a:lnTo>
                  <a:pt x="52512" y="158478"/>
                </a:lnTo>
                <a:lnTo>
                  <a:pt x="52511" y="158478"/>
                </a:lnTo>
                <a:lnTo>
                  <a:pt x="52510" y="158478"/>
                </a:lnTo>
                <a:lnTo>
                  <a:pt x="52509" y="158478"/>
                </a:lnTo>
                <a:lnTo>
                  <a:pt x="52508" y="158478"/>
                </a:lnTo>
                <a:lnTo>
                  <a:pt x="52507" y="158478"/>
                </a:lnTo>
                <a:lnTo>
                  <a:pt x="52506" y="158478"/>
                </a:lnTo>
                <a:lnTo>
                  <a:pt x="52505" y="158478"/>
                </a:lnTo>
                <a:lnTo>
                  <a:pt x="52504" y="158478"/>
                </a:lnTo>
                <a:lnTo>
                  <a:pt x="52503" y="158478"/>
                </a:lnTo>
                <a:lnTo>
                  <a:pt x="52502" y="158478"/>
                </a:lnTo>
                <a:lnTo>
                  <a:pt x="52501" y="158478"/>
                </a:lnTo>
                <a:lnTo>
                  <a:pt x="52500" y="158478"/>
                </a:lnTo>
                <a:lnTo>
                  <a:pt x="52499" y="158478"/>
                </a:lnTo>
                <a:lnTo>
                  <a:pt x="52498" y="158478"/>
                </a:lnTo>
                <a:lnTo>
                  <a:pt x="52497" y="158478"/>
                </a:lnTo>
                <a:lnTo>
                  <a:pt x="52496" y="158478"/>
                </a:lnTo>
                <a:lnTo>
                  <a:pt x="52495" y="158478"/>
                </a:lnTo>
                <a:lnTo>
                  <a:pt x="52494" y="158478"/>
                </a:lnTo>
                <a:lnTo>
                  <a:pt x="52493" y="158478"/>
                </a:lnTo>
                <a:lnTo>
                  <a:pt x="52492" y="158478"/>
                </a:lnTo>
                <a:lnTo>
                  <a:pt x="52491" y="158478"/>
                </a:lnTo>
                <a:lnTo>
                  <a:pt x="52490" y="158478"/>
                </a:lnTo>
                <a:lnTo>
                  <a:pt x="52489" y="158478"/>
                </a:lnTo>
                <a:lnTo>
                  <a:pt x="52488" y="158478"/>
                </a:lnTo>
                <a:lnTo>
                  <a:pt x="52487" y="158478"/>
                </a:lnTo>
                <a:lnTo>
                  <a:pt x="52486" y="158478"/>
                </a:lnTo>
                <a:lnTo>
                  <a:pt x="52485" y="158478"/>
                </a:lnTo>
                <a:lnTo>
                  <a:pt x="52484" y="158478"/>
                </a:lnTo>
                <a:lnTo>
                  <a:pt x="52483" y="158478"/>
                </a:lnTo>
                <a:lnTo>
                  <a:pt x="52482" y="158478"/>
                </a:lnTo>
                <a:lnTo>
                  <a:pt x="52481" y="158478"/>
                </a:lnTo>
                <a:lnTo>
                  <a:pt x="52480" y="158478"/>
                </a:lnTo>
                <a:lnTo>
                  <a:pt x="52479" y="158478"/>
                </a:lnTo>
                <a:lnTo>
                  <a:pt x="52478" y="158478"/>
                </a:lnTo>
                <a:lnTo>
                  <a:pt x="52477" y="158478"/>
                </a:lnTo>
                <a:lnTo>
                  <a:pt x="52476" y="158478"/>
                </a:lnTo>
                <a:lnTo>
                  <a:pt x="52475" y="158478"/>
                </a:lnTo>
                <a:lnTo>
                  <a:pt x="52474" y="158478"/>
                </a:lnTo>
                <a:lnTo>
                  <a:pt x="52472" y="158478"/>
                </a:lnTo>
                <a:lnTo>
                  <a:pt x="52471" y="158478"/>
                </a:lnTo>
                <a:lnTo>
                  <a:pt x="52470" y="158478"/>
                </a:lnTo>
                <a:lnTo>
                  <a:pt x="52469" y="158478"/>
                </a:lnTo>
                <a:lnTo>
                  <a:pt x="52468" y="158478"/>
                </a:lnTo>
                <a:lnTo>
                  <a:pt x="52467" y="158478"/>
                </a:lnTo>
                <a:lnTo>
                  <a:pt x="52466" y="158478"/>
                </a:lnTo>
                <a:lnTo>
                  <a:pt x="52465" y="158478"/>
                </a:lnTo>
                <a:lnTo>
                  <a:pt x="52464" y="158478"/>
                </a:lnTo>
                <a:lnTo>
                  <a:pt x="52463" y="158478"/>
                </a:lnTo>
                <a:lnTo>
                  <a:pt x="52462" y="158478"/>
                </a:lnTo>
                <a:lnTo>
                  <a:pt x="52461" y="158478"/>
                </a:lnTo>
                <a:lnTo>
                  <a:pt x="52460" y="158478"/>
                </a:lnTo>
                <a:lnTo>
                  <a:pt x="52459" y="158478"/>
                </a:lnTo>
                <a:lnTo>
                  <a:pt x="52458" y="158478"/>
                </a:lnTo>
                <a:lnTo>
                  <a:pt x="52457" y="158478"/>
                </a:lnTo>
                <a:lnTo>
                  <a:pt x="52456" y="158478"/>
                </a:lnTo>
                <a:lnTo>
                  <a:pt x="52455" y="158478"/>
                </a:lnTo>
                <a:lnTo>
                  <a:pt x="52454" y="158478"/>
                </a:lnTo>
                <a:lnTo>
                  <a:pt x="52453" y="158478"/>
                </a:lnTo>
                <a:lnTo>
                  <a:pt x="52452" y="158478"/>
                </a:lnTo>
                <a:lnTo>
                  <a:pt x="52451" y="158478"/>
                </a:lnTo>
                <a:lnTo>
                  <a:pt x="52450" y="158478"/>
                </a:lnTo>
                <a:lnTo>
                  <a:pt x="52449" y="158478"/>
                </a:lnTo>
                <a:lnTo>
                  <a:pt x="52448" y="158478"/>
                </a:lnTo>
                <a:lnTo>
                  <a:pt x="52447" y="158478"/>
                </a:lnTo>
                <a:lnTo>
                  <a:pt x="52446" y="158478"/>
                </a:lnTo>
                <a:lnTo>
                  <a:pt x="52445" y="158478"/>
                </a:lnTo>
                <a:lnTo>
                  <a:pt x="52444" y="158478"/>
                </a:lnTo>
                <a:lnTo>
                  <a:pt x="52443" y="158478"/>
                </a:lnTo>
                <a:lnTo>
                  <a:pt x="52442" y="158478"/>
                </a:lnTo>
                <a:lnTo>
                  <a:pt x="52441" y="158478"/>
                </a:lnTo>
                <a:lnTo>
                  <a:pt x="52440" y="158478"/>
                </a:lnTo>
                <a:lnTo>
                  <a:pt x="52439" y="158478"/>
                </a:lnTo>
                <a:lnTo>
                  <a:pt x="52438" y="158478"/>
                </a:lnTo>
                <a:lnTo>
                  <a:pt x="52437" y="158478"/>
                </a:lnTo>
                <a:lnTo>
                  <a:pt x="52436" y="158478"/>
                </a:lnTo>
                <a:lnTo>
                  <a:pt x="52435" y="158478"/>
                </a:lnTo>
                <a:lnTo>
                  <a:pt x="52434" y="158478"/>
                </a:lnTo>
                <a:lnTo>
                  <a:pt x="52433" y="158478"/>
                </a:lnTo>
                <a:lnTo>
                  <a:pt x="52432" y="158478"/>
                </a:lnTo>
                <a:lnTo>
                  <a:pt x="52431" y="158478"/>
                </a:lnTo>
                <a:lnTo>
                  <a:pt x="52430" y="158478"/>
                </a:lnTo>
                <a:lnTo>
                  <a:pt x="52429" y="158478"/>
                </a:lnTo>
                <a:lnTo>
                  <a:pt x="52428" y="158478"/>
                </a:lnTo>
                <a:lnTo>
                  <a:pt x="52427" y="158478"/>
                </a:lnTo>
                <a:lnTo>
                  <a:pt x="52426" y="158478"/>
                </a:lnTo>
                <a:lnTo>
                  <a:pt x="52425" y="158478"/>
                </a:lnTo>
                <a:lnTo>
                  <a:pt x="52424" y="158478"/>
                </a:lnTo>
                <a:lnTo>
                  <a:pt x="52423" y="158478"/>
                </a:lnTo>
                <a:lnTo>
                  <a:pt x="52422" y="158478"/>
                </a:lnTo>
                <a:lnTo>
                  <a:pt x="52421" y="158478"/>
                </a:lnTo>
                <a:lnTo>
                  <a:pt x="52420" y="158478"/>
                </a:lnTo>
                <a:lnTo>
                  <a:pt x="52419" y="158478"/>
                </a:lnTo>
                <a:lnTo>
                  <a:pt x="52418" y="158478"/>
                </a:lnTo>
                <a:lnTo>
                  <a:pt x="52417" y="158478"/>
                </a:lnTo>
                <a:lnTo>
                  <a:pt x="52416" y="158478"/>
                </a:lnTo>
                <a:lnTo>
                  <a:pt x="52415" y="158478"/>
                </a:lnTo>
                <a:lnTo>
                  <a:pt x="52414" y="158478"/>
                </a:lnTo>
                <a:lnTo>
                  <a:pt x="52413" y="158478"/>
                </a:lnTo>
                <a:lnTo>
                  <a:pt x="52411" y="158478"/>
                </a:lnTo>
                <a:lnTo>
                  <a:pt x="52410" y="158478"/>
                </a:lnTo>
                <a:lnTo>
                  <a:pt x="52409" y="158478"/>
                </a:lnTo>
                <a:lnTo>
                  <a:pt x="52408" y="158478"/>
                </a:lnTo>
                <a:lnTo>
                  <a:pt x="52407" y="158478"/>
                </a:lnTo>
                <a:lnTo>
                  <a:pt x="52406" y="158478"/>
                </a:lnTo>
                <a:lnTo>
                  <a:pt x="52405" y="158478"/>
                </a:lnTo>
                <a:lnTo>
                  <a:pt x="52404" y="158478"/>
                </a:lnTo>
                <a:lnTo>
                  <a:pt x="52403" y="158478"/>
                </a:lnTo>
                <a:lnTo>
                  <a:pt x="52402" y="158478"/>
                </a:lnTo>
                <a:lnTo>
                  <a:pt x="52401" y="158478"/>
                </a:lnTo>
                <a:lnTo>
                  <a:pt x="52400" y="158478"/>
                </a:lnTo>
                <a:lnTo>
                  <a:pt x="52399" y="158478"/>
                </a:lnTo>
                <a:lnTo>
                  <a:pt x="52398" y="158478"/>
                </a:lnTo>
                <a:lnTo>
                  <a:pt x="52397" y="158478"/>
                </a:lnTo>
                <a:lnTo>
                  <a:pt x="52396" y="158478"/>
                </a:lnTo>
                <a:lnTo>
                  <a:pt x="52395" y="158478"/>
                </a:lnTo>
                <a:lnTo>
                  <a:pt x="52394" y="158478"/>
                </a:lnTo>
                <a:lnTo>
                  <a:pt x="52393" y="158478"/>
                </a:lnTo>
                <a:lnTo>
                  <a:pt x="52392" y="158478"/>
                </a:lnTo>
                <a:lnTo>
                  <a:pt x="52391" y="158478"/>
                </a:lnTo>
                <a:lnTo>
                  <a:pt x="52390" y="158478"/>
                </a:lnTo>
                <a:lnTo>
                  <a:pt x="52389" y="158478"/>
                </a:lnTo>
                <a:lnTo>
                  <a:pt x="52388" y="158478"/>
                </a:lnTo>
                <a:lnTo>
                  <a:pt x="52387" y="158478"/>
                </a:lnTo>
                <a:lnTo>
                  <a:pt x="52386" y="158478"/>
                </a:lnTo>
                <a:lnTo>
                  <a:pt x="52385" y="158478"/>
                </a:lnTo>
                <a:lnTo>
                  <a:pt x="52384" y="158478"/>
                </a:lnTo>
                <a:lnTo>
                  <a:pt x="52383" y="158478"/>
                </a:lnTo>
                <a:lnTo>
                  <a:pt x="52382" y="158478"/>
                </a:lnTo>
                <a:lnTo>
                  <a:pt x="52381" y="158478"/>
                </a:lnTo>
                <a:lnTo>
                  <a:pt x="52380" y="158478"/>
                </a:lnTo>
                <a:lnTo>
                  <a:pt x="52379" y="158478"/>
                </a:lnTo>
                <a:lnTo>
                  <a:pt x="52378" y="158478"/>
                </a:lnTo>
                <a:lnTo>
                  <a:pt x="52377" y="158478"/>
                </a:lnTo>
                <a:lnTo>
                  <a:pt x="52376" y="158478"/>
                </a:lnTo>
                <a:lnTo>
                  <a:pt x="52375" y="158478"/>
                </a:lnTo>
                <a:lnTo>
                  <a:pt x="52374" y="158478"/>
                </a:lnTo>
                <a:lnTo>
                  <a:pt x="52373" y="158478"/>
                </a:lnTo>
                <a:lnTo>
                  <a:pt x="52372" y="158478"/>
                </a:lnTo>
                <a:lnTo>
                  <a:pt x="52371" y="158478"/>
                </a:lnTo>
                <a:lnTo>
                  <a:pt x="52370" y="158478"/>
                </a:lnTo>
                <a:lnTo>
                  <a:pt x="52369" y="158478"/>
                </a:lnTo>
                <a:lnTo>
                  <a:pt x="52368" y="158478"/>
                </a:lnTo>
                <a:lnTo>
                  <a:pt x="52367" y="158478"/>
                </a:lnTo>
                <a:lnTo>
                  <a:pt x="52366" y="158478"/>
                </a:lnTo>
                <a:lnTo>
                  <a:pt x="52365" y="158478"/>
                </a:lnTo>
                <a:lnTo>
                  <a:pt x="52364" y="158478"/>
                </a:lnTo>
                <a:lnTo>
                  <a:pt x="52363" y="158478"/>
                </a:lnTo>
                <a:lnTo>
                  <a:pt x="52362" y="158478"/>
                </a:lnTo>
                <a:lnTo>
                  <a:pt x="52361" y="158478"/>
                </a:lnTo>
                <a:lnTo>
                  <a:pt x="52360" y="158478"/>
                </a:lnTo>
                <a:lnTo>
                  <a:pt x="52359" y="158478"/>
                </a:lnTo>
                <a:lnTo>
                  <a:pt x="52358" y="158478"/>
                </a:lnTo>
                <a:lnTo>
                  <a:pt x="52357" y="158478"/>
                </a:lnTo>
                <a:lnTo>
                  <a:pt x="52356" y="158478"/>
                </a:lnTo>
                <a:lnTo>
                  <a:pt x="52355" y="158478"/>
                </a:lnTo>
                <a:lnTo>
                  <a:pt x="52354" y="158478"/>
                </a:lnTo>
                <a:lnTo>
                  <a:pt x="52353" y="158478"/>
                </a:lnTo>
                <a:lnTo>
                  <a:pt x="52352" y="158478"/>
                </a:lnTo>
                <a:lnTo>
                  <a:pt x="52351" y="158478"/>
                </a:lnTo>
                <a:lnTo>
                  <a:pt x="52350" y="158478"/>
                </a:lnTo>
                <a:lnTo>
                  <a:pt x="52349" y="158478"/>
                </a:lnTo>
                <a:lnTo>
                  <a:pt x="52348" y="158478"/>
                </a:lnTo>
                <a:lnTo>
                  <a:pt x="52346" y="158478"/>
                </a:lnTo>
                <a:lnTo>
                  <a:pt x="52345" y="158478"/>
                </a:lnTo>
                <a:lnTo>
                  <a:pt x="52344" y="158478"/>
                </a:lnTo>
                <a:lnTo>
                  <a:pt x="52343" y="158478"/>
                </a:lnTo>
                <a:lnTo>
                  <a:pt x="52342" y="158478"/>
                </a:lnTo>
                <a:lnTo>
                  <a:pt x="52341" y="158478"/>
                </a:lnTo>
                <a:lnTo>
                  <a:pt x="52340" y="158478"/>
                </a:lnTo>
                <a:lnTo>
                  <a:pt x="52339" y="158478"/>
                </a:lnTo>
                <a:lnTo>
                  <a:pt x="52338" y="158478"/>
                </a:lnTo>
                <a:lnTo>
                  <a:pt x="52337" y="158478"/>
                </a:lnTo>
                <a:lnTo>
                  <a:pt x="52336" y="158478"/>
                </a:lnTo>
                <a:lnTo>
                  <a:pt x="52335" y="158478"/>
                </a:lnTo>
                <a:lnTo>
                  <a:pt x="52334" y="158478"/>
                </a:lnTo>
                <a:lnTo>
                  <a:pt x="52333" y="158478"/>
                </a:lnTo>
                <a:lnTo>
                  <a:pt x="52332" y="158478"/>
                </a:lnTo>
                <a:lnTo>
                  <a:pt x="52331" y="158478"/>
                </a:lnTo>
                <a:lnTo>
                  <a:pt x="52330" y="158478"/>
                </a:lnTo>
                <a:lnTo>
                  <a:pt x="52329" y="158478"/>
                </a:lnTo>
                <a:lnTo>
                  <a:pt x="52328" y="158478"/>
                </a:lnTo>
                <a:lnTo>
                  <a:pt x="52327" y="158478"/>
                </a:lnTo>
                <a:lnTo>
                  <a:pt x="52326" y="158478"/>
                </a:lnTo>
                <a:lnTo>
                  <a:pt x="52325" y="158478"/>
                </a:lnTo>
                <a:lnTo>
                  <a:pt x="52324" y="158478"/>
                </a:lnTo>
                <a:lnTo>
                  <a:pt x="52323" y="158478"/>
                </a:lnTo>
                <a:lnTo>
                  <a:pt x="52322" y="158478"/>
                </a:lnTo>
                <a:lnTo>
                  <a:pt x="52321" y="158478"/>
                </a:lnTo>
                <a:lnTo>
                  <a:pt x="52320" y="158478"/>
                </a:lnTo>
                <a:lnTo>
                  <a:pt x="52319" y="158478"/>
                </a:lnTo>
                <a:lnTo>
                  <a:pt x="52318" y="158478"/>
                </a:lnTo>
                <a:lnTo>
                  <a:pt x="52317" y="158478"/>
                </a:lnTo>
                <a:lnTo>
                  <a:pt x="52316" y="158478"/>
                </a:lnTo>
                <a:lnTo>
                  <a:pt x="52315" y="158478"/>
                </a:lnTo>
                <a:lnTo>
                  <a:pt x="52314" y="158478"/>
                </a:lnTo>
                <a:lnTo>
                  <a:pt x="52313" y="158478"/>
                </a:lnTo>
                <a:lnTo>
                  <a:pt x="52312" y="158478"/>
                </a:lnTo>
                <a:lnTo>
                  <a:pt x="52311" y="158478"/>
                </a:lnTo>
                <a:lnTo>
                  <a:pt x="52310" y="158478"/>
                </a:lnTo>
                <a:lnTo>
                  <a:pt x="52309" y="158478"/>
                </a:lnTo>
                <a:lnTo>
                  <a:pt x="52308" y="158478"/>
                </a:lnTo>
                <a:lnTo>
                  <a:pt x="52307" y="158478"/>
                </a:lnTo>
                <a:lnTo>
                  <a:pt x="52306" y="158478"/>
                </a:lnTo>
                <a:lnTo>
                  <a:pt x="52305" y="158478"/>
                </a:lnTo>
                <a:lnTo>
                  <a:pt x="52304" y="158478"/>
                </a:lnTo>
                <a:lnTo>
                  <a:pt x="52303" y="158478"/>
                </a:lnTo>
                <a:lnTo>
                  <a:pt x="52302" y="158478"/>
                </a:lnTo>
                <a:lnTo>
                  <a:pt x="52301" y="158478"/>
                </a:lnTo>
                <a:lnTo>
                  <a:pt x="52300" y="158478"/>
                </a:lnTo>
                <a:lnTo>
                  <a:pt x="52299" y="158478"/>
                </a:lnTo>
                <a:lnTo>
                  <a:pt x="52298" y="158478"/>
                </a:lnTo>
                <a:lnTo>
                  <a:pt x="52297" y="158478"/>
                </a:lnTo>
                <a:lnTo>
                  <a:pt x="52296" y="158478"/>
                </a:lnTo>
                <a:lnTo>
                  <a:pt x="52295" y="158478"/>
                </a:lnTo>
                <a:lnTo>
                  <a:pt x="52294" y="158478"/>
                </a:lnTo>
                <a:lnTo>
                  <a:pt x="52293" y="158478"/>
                </a:lnTo>
                <a:lnTo>
                  <a:pt x="52292" y="158478"/>
                </a:lnTo>
                <a:lnTo>
                  <a:pt x="52291" y="158478"/>
                </a:lnTo>
                <a:lnTo>
                  <a:pt x="52290" y="158478"/>
                </a:lnTo>
                <a:lnTo>
                  <a:pt x="52289" y="158478"/>
                </a:lnTo>
                <a:lnTo>
                  <a:pt x="52288" y="158478"/>
                </a:lnTo>
                <a:lnTo>
                  <a:pt x="52287" y="158478"/>
                </a:lnTo>
                <a:lnTo>
                  <a:pt x="52286" y="158478"/>
                </a:lnTo>
                <a:lnTo>
                  <a:pt x="52285" y="158478"/>
                </a:lnTo>
                <a:lnTo>
                  <a:pt x="52284" y="158478"/>
                </a:lnTo>
                <a:lnTo>
                  <a:pt x="52283" y="158478"/>
                </a:lnTo>
                <a:lnTo>
                  <a:pt x="52282" y="158478"/>
                </a:lnTo>
                <a:lnTo>
                  <a:pt x="52281" y="158478"/>
                </a:lnTo>
                <a:lnTo>
                  <a:pt x="52280" y="158478"/>
                </a:lnTo>
                <a:lnTo>
                  <a:pt x="52279" y="158478"/>
                </a:lnTo>
                <a:lnTo>
                  <a:pt x="52278" y="158478"/>
                </a:lnTo>
                <a:lnTo>
                  <a:pt x="52276" y="158478"/>
                </a:lnTo>
                <a:lnTo>
                  <a:pt x="52275" y="158478"/>
                </a:lnTo>
                <a:lnTo>
                  <a:pt x="52274" y="158478"/>
                </a:lnTo>
                <a:lnTo>
                  <a:pt x="52273" y="158478"/>
                </a:lnTo>
                <a:lnTo>
                  <a:pt x="52272" y="158478"/>
                </a:lnTo>
                <a:lnTo>
                  <a:pt x="52271" y="158478"/>
                </a:lnTo>
                <a:lnTo>
                  <a:pt x="52270" y="158478"/>
                </a:lnTo>
                <a:lnTo>
                  <a:pt x="52269" y="158478"/>
                </a:lnTo>
                <a:lnTo>
                  <a:pt x="52268" y="158478"/>
                </a:lnTo>
                <a:lnTo>
                  <a:pt x="52267" y="158478"/>
                </a:lnTo>
                <a:lnTo>
                  <a:pt x="52266" y="158478"/>
                </a:lnTo>
                <a:lnTo>
                  <a:pt x="52265" y="158478"/>
                </a:lnTo>
                <a:lnTo>
                  <a:pt x="52264" y="158478"/>
                </a:lnTo>
                <a:lnTo>
                  <a:pt x="52263" y="158478"/>
                </a:lnTo>
                <a:lnTo>
                  <a:pt x="52262" y="158478"/>
                </a:lnTo>
                <a:lnTo>
                  <a:pt x="52261" y="158478"/>
                </a:lnTo>
                <a:lnTo>
                  <a:pt x="52260" y="158478"/>
                </a:lnTo>
                <a:lnTo>
                  <a:pt x="52259" y="158478"/>
                </a:lnTo>
                <a:lnTo>
                  <a:pt x="52258" y="158478"/>
                </a:lnTo>
                <a:lnTo>
                  <a:pt x="52257" y="158478"/>
                </a:lnTo>
                <a:lnTo>
                  <a:pt x="52256" y="158478"/>
                </a:lnTo>
                <a:lnTo>
                  <a:pt x="52255" y="158478"/>
                </a:lnTo>
                <a:lnTo>
                  <a:pt x="52254" y="158478"/>
                </a:lnTo>
                <a:lnTo>
                  <a:pt x="52253" y="158478"/>
                </a:lnTo>
                <a:lnTo>
                  <a:pt x="52252" y="158478"/>
                </a:lnTo>
                <a:lnTo>
                  <a:pt x="52251" y="158478"/>
                </a:lnTo>
                <a:lnTo>
                  <a:pt x="52250" y="158478"/>
                </a:lnTo>
                <a:lnTo>
                  <a:pt x="52249" y="158478"/>
                </a:lnTo>
                <a:lnTo>
                  <a:pt x="52248" y="158478"/>
                </a:lnTo>
                <a:lnTo>
                  <a:pt x="52247" y="158478"/>
                </a:lnTo>
                <a:lnTo>
                  <a:pt x="52246" y="158478"/>
                </a:lnTo>
                <a:lnTo>
                  <a:pt x="52245" y="158478"/>
                </a:lnTo>
                <a:lnTo>
                  <a:pt x="52244" y="158478"/>
                </a:lnTo>
                <a:lnTo>
                  <a:pt x="52243" y="158478"/>
                </a:lnTo>
                <a:lnTo>
                  <a:pt x="52242" y="158478"/>
                </a:lnTo>
                <a:lnTo>
                  <a:pt x="52241" y="158478"/>
                </a:lnTo>
                <a:lnTo>
                  <a:pt x="52240" y="158478"/>
                </a:lnTo>
                <a:lnTo>
                  <a:pt x="52239" y="158478"/>
                </a:lnTo>
                <a:lnTo>
                  <a:pt x="52238" y="158478"/>
                </a:lnTo>
                <a:lnTo>
                  <a:pt x="52237" y="158478"/>
                </a:lnTo>
                <a:lnTo>
                  <a:pt x="52236" y="158478"/>
                </a:lnTo>
                <a:lnTo>
                  <a:pt x="52235" y="158478"/>
                </a:lnTo>
                <a:lnTo>
                  <a:pt x="52234" y="158478"/>
                </a:lnTo>
                <a:lnTo>
                  <a:pt x="52233" y="158478"/>
                </a:lnTo>
                <a:lnTo>
                  <a:pt x="52232" y="158478"/>
                </a:lnTo>
                <a:lnTo>
                  <a:pt x="52231" y="158478"/>
                </a:lnTo>
                <a:lnTo>
                  <a:pt x="52230" y="158478"/>
                </a:lnTo>
                <a:lnTo>
                  <a:pt x="52229" y="158478"/>
                </a:lnTo>
                <a:lnTo>
                  <a:pt x="52228" y="158478"/>
                </a:lnTo>
                <a:lnTo>
                  <a:pt x="52227" y="158478"/>
                </a:lnTo>
                <a:lnTo>
                  <a:pt x="52226" y="158478"/>
                </a:lnTo>
                <a:lnTo>
                  <a:pt x="52225" y="158478"/>
                </a:lnTo>
                <a:lnTo>
                  <a:pt x="52224" y="158478"/>
                </a:lnTo>
                <a:lnTo>
                  <a:pt x="52223" y="158478"/>
                </a:lnTo>
                <a:lnTo>
                  <a:pt x="52222" y="158478"/>
                </a:lnTo>
                <a:lnTo>
                  <a:pt x="52221" y="158478"/>
                </a:lnTo>
                <a:lnTo>
                  <a:pt x="52220" y="158478"/>
                </a:lnTo>
                <a:lnTo>
                  <a:pt x="52219" y="158478"/>
                </a:lnTo>
                <a:lnTo>
                  <a:pt x="52218" y="158478"/>
                </a:lnTo>
                <a:lnTo>
                  <a:pt x="52217" y="158478"/>
                </a:lnTo>
                <a:lnTo>
                  <a:pt x="52216" y="158478"/>
                </a:lnTo>
                <a:lnTo>
                  <a:pt x="52215" y="158478"/>
                </a:lnTo>
                <a:lnTo>
                  <a:pt x="52214" y="158478"/>
                </a:lnTo>
                <a:lnTo>
                  <a:pt x="52213" y="158478"/>
                </a:lnTo>
                <a:lnTo>
                  <a:pt x="52212" y="158478"/>
                </a:lnTo>
                <a:lnTo>
                  <a:pt x="52211" y="158478"/>
                </a:lnTo>
                <a:lnTo>
                  <a:pt x="52210" y="158478"/>
                </a:lnTo>
                <a:lnTo>
                  <a:pt x="52209" y="158478"/>
                </a:lnTo>
                <a:lnTo>
                  <a:pt x="52208" y="158478"/>
                </a:lnTo>
                <a:lnTo>
                  <a:pt x="52207" y="158478"/>
                </a:lnTo>
                <a:lnTo>
                  <a:pt x="52206" y="158478"/>
                </a:lnTo>
                <a:lnTo>
                  <a:pt x="52205" y="158478"/>
                </a:lnTo>
                <a:lnTo>
                  <a:pt x="52204" y="158478"/>
                </a:lnTo>
                <a:lnTo>
                  <a:pt x="52203" y="158478"/>
                </a:lnTo>
                <a:lnTo>
                  <a:pt x="52202" y="158478"/>
                </a:lnTo>
                <a:lnTo>
                  <a:pt x="52200" y="158478"/>
                </a:lnTo>
                <a:lnTo>
                  <a:pt x="52199" y="158478"/>
                </a:lnTo>
                <a:lnTo>
                  <a:pt x="52198" y="158478"/>
                </a:lnTo>
                <a:lnTo>
                  <a:pt x="52197" y="158478"/>
                </a:lnTo>
                <a:lnTo>
                  <a:pt x="52196" y="158478"/>
                </a:lnTo>
                <a:lnTo>
                  <a:pt x="52195" y="158478"/>
                </a:lnTo>
                <a:lnTo>
                  <a:pt x="52194" y="158478"/>
                </a:lnTo>
                <a:lnTo>
                  <a:pt x="52193" y="158478"/>
                </a:lnTo>
                <a:lnTo>
                  <a:pt x="52192" y="158478"/>
                </a:lnTo>
                <a:lnTo>
                  <a:pt x="52191" y="158478"/>
                </a:lnTo>
                <a:lnTo>
                  <a:pt x="52190" y="158478"/>
                </a:lnTo>
                <a:lnTo>
                  <a:pt x="52189" y="158478"/>
                </a:lnTo>
                <a:lnTo>
                  <a:pt x="52188" y="158478"/>
                </a:lnTo>
                <a:lnTo>
                  <a:pt x="52187" y="158478"/>
                </a:lnTo>
                <a:lnTo>
                  <a:pt x="52186" y="158478"/>
                </a:lnTo>
                <a:lnTo>
                  <a:pt x="52185" y="158478"/>
                </a:lnTo>
                <a:lnTo>
                  <a:pt x="52184" y="158478"/>
                </a:lnTo>
                <a:lnTo>
                  <a:pt x="52183" y="158478"/>
                </a:lnTo>
                <a:lnTo>
                  <a:pt x="52182" y="158478"/>
                </a:lnTo>
                <a:lnTo>
                  <a:pt x="52181" y="158478"/>
                </a:lnTo>
                <a:lnTo>
                  <a:pt x="52180" y="158478"/>
                </a:lnTo>
                <a:lnTo>
                  <a:pt x="52179" y="158478"/>
                </a:lnTo>
                <a:lnTo>
                  <a:pt x="52178" y="158478"/>
                </a:lnTo>
                <a:lnTo>
                  <a:pt x="52177" y="158478"/>
                </a:lnTo>
                <a:lnTo>
                  <a:pt x="52176" y="158478"/>
                </a:lnTo>
                <a:lnTo>
                  <a:pt x="52175" y="158478"/>
                </a:lnTo>
                <a:lnTo>
                  <a:pt x="52174" y="158478"/>
                </a:lnTo>
                <a:lnTo>
                  <a:pt x="52173" y="158478"/>
                </a:lnTo>
                <a:lnTo>
                  <a:pt x="52172" y="158478"/>
                </a:lnTo>
                <a:lnTo>
                  <a:pt x="52171" y="158478"/>
                </a:lnTo>
                <a:lnTo>
                  <a:pt x="52170" y="158478"/>
                </a:lnTo>
                <a:lnTo>
                  <a:pt x="52169" y="158478"/>
                </a:lnTo>
                <a:lnTo>
                  <a:pt x="52168" y="158478"/>
                </a:lnTo>
                <a:lnTo>
                  <a:pt x="52167" y="158478"/>
                </a:lnTo>
                <a:lnTo>
                  <a:pt x="52166" y="158478"/>
                </a:lnTo>
                <a:lnTo>
                  <a:pt x="52165" y="158478"/>
                </a:lnTo>
                <a:lnTo>
                  <a:pt x="52164" y="158478"/>
                </a:lnTo>
                <a:lnTo>
                  <a:pt x="52163" y="158478"/>
                </a:lnTo>
                <a:lnTo>
                  <a:pt x="52162" y="158478"/>
                </a:lnTo>
                <a:lnTo>
                  <a:pt x="52161" y="158478"/>
                </a:lnTo>
                <a:lnTo>
                  <a:pt x="52160" y="158478"/>
                </a:lnTo>
                <a:lnTo>
                  <a:pt x="52159" y="158478"/>
                </a:lnTo>
                <a:lnTo>
                  <a:pt x="52158" y="158478"/>
                </a:lnTo>
                <a:lnTo>
                  <a:pt x="52157" y="158478"/>
                </a:lnTo>
                <a:lnTo>
                  <a:pt x="52156" y="158478"/>
                </a:lnTo>
                <a:lnTo>
                  <a:pt x="52155" y="158478"/>
                </a:lnTo>
                <a:lnTo>
                  <a:pt x="52154" y="158478"/>
                </a:lnTo>
                <a:lnTo>
                  <a:pt x="52153" y="158478"/>
                </a:lnTo>
                <a:lnTo>
                  <a:pt x="52152" y="158478"/>
                </a:lnTo>
                <a:lnTo>
                  <a:pt x="52151" y="158478"/>
                </a:lnTo>
                <a:lnTo>
                  <a:pt x="52150" y="158478"/>
                </a:lnTo>
                <a:lnTo>
                  <a:pt x="52149" y="158478"/>
                </a:lnTo>
                <a:lnTo>
                  <a:pt x="52148" y="158478"/>
                </a:lnTo>
                <a:lnTo>
                  <a:pt x="52147" y="158478"/>
                </a:lnTo>
                <a:lnTo>
                  <a:pt x="52146" y="158478"/>
                </a:lnTo>
                <a:lnTo>
                  <a:pt x="52145" y="158478"/>
                </a:lnTo>
                <a:lnTo>
                  <a:pt x="52144" y="158478"/>
                </a:lnTo>
                <a:lnTo>
                  <a:pt x="52143" y="158478"/>
                </a:lnTo>
                <a:lnTo>
                  <a:pt x="52142" y="158478"/>
                </a:lnTo>
                <a:lnTo>
                  <a:pt x="52141" y="158478"/>
                </a:lnTo>
                <a:lnTo>
                  <a:pt x="52140" y="158478"/>
                </a:lnTo>
                <a:lnTo>
                  <a:pt x="52139" y="158478"/>
                </a:lnTo>
                <a:lnTo>
                  <a:pt x="52138" y="158478"/>
                </a:lnTo>
                <a:lnTo>
                  <a:pt x="52137" y="158478"/>
                </a:lnTo>
                <a:lnTo>
                  <a:pt x="52136" y="158478"/>
                </a:lnTo>
                <a:lnTo>
                  <a:pt x="52135" y="158478"/>
                </a:lnTo>
                <a:lnTo>
                  <a:pt x="52134" y="158478"/>
                </a:lnTo>
                <a:lnTo>
                  <a:pt x="52133" y="158478"/>
                </a:lnTo>
                <a:lnTo>
                  <a:pt x="52132" y="158478"/>
                </a:lnTo>
                <a:lnTo>
                  <a:pt x="52131" y="158478"/>
                </a:lnTo>
                <a:lnTo>
                  <a:pt x="52130" y="158478"/>
                </a:lnTo>
                <a:lnTo>
                  <a:pt x="52129" y="158478"/>
                </a:lnTo>
                <a:lnTo>
                  <a:pt x="52128" y="158478"/>
                </a:lnTo>
                <a:lnTo>
                  <a:pt x="52127" y="158478"/>
                </a:lnTo>
                <a:lnTo>
                  <a:pt x="52126" y="158478"/>
                </a:lnTo>
                <a:lnTo>
                  <a:pt x="52125" y="158478"/>
                </a:lnTo>
                <a:lnTo>
                  <a:pt x="52124" y="158478"/>
                </a:lnTo>
                <a:lnTo>
                  <a:pt x="52123" y="158478"/>
                </a:lnTo>
                <a:lnTo>
                  <a:pt x="52122" y="158478"/>
                </a:lnTo>
                <a:lnTo>
                  <a:pt x="52121" y="158478"/>
                </a:lnTo>
                <a:lnTo>
                  <a:pt x="52120" y="158478"/>
                </a:lnTo>
                <a:lnTo>
                  <a:pt x="52119" y="158478"/>
                </a:lnTo>
                <a:lnTo>
                  <a:pt x="52118" y="158478"/>
                </a:lnTo>
                <a:lnTo>
                  <a:pt x="52116" y="158478"/>
                </a:lnTo>
                <a:lnTo>
                  <a:pt x="52115" y="158478"/>
                </a:lnTo>
                <a:lnTo>
                  <a:pt x="52114" y="158478"/>
                </a:lnTo>
                <a:lnTo>
                  <a:pt x="52113" y="158478"/>
                </a:lnTo>
                <a:lnTo>
                  <a:pt x="52112" y="158478"/>
                </a:lnTo>
                <a:lnTo>
                  <a:pt x="52111" y="158478"/>
                </a:lnTo>
                <a:lnTo>
                  <a:pt x="52110" y="158478"/>
                </a:lnTo>
                <a:lnTo>
                  <a:pt x="52109" y="158478"/>
                </a:lnTo>
                <a:lnTo>
                  <a:pt x="52108" y="158478"/>
                </a:lnTo>
                <a:lnTo>
                  <a:pt x="52107" y="158478"/>
                </a:lnTo>
                <a:lnTo>
                  <a:pt x="52106" y="158478"/>
                </a:lnTo>
                <a:lnTo>
                  <a:pt x="52105" y="158478"/>
                </a:lnTo>
                <a:lnTo>
                  <a:pt x="52104" y="158478"/>
                </a:lnTo>
                <a:lnTo>
                  <a:pt x="52103" y="158478"/>
                </a:lnTo>
                <a:lnTo>
                  <a:pt x="52102" y="158478"/>
                </a:lnTo>
                <a:lnTo>
                  <a:pt x="52101" y="158478"/>
                </a:lnTo>
                <a:lnTo>
                  <a:pt x="52100" y="158478"/>
                </a:lnTo>
                <a:lnTo>
                  <a:pt x="52099" y="158478"/>
                </a:lnTo>
                <a:lnTo>
                  <a:pt x="52098" y="158478"/>
                </a:lnTo>
                <a:lnTo>
                  <a:pt x="52097" y="158478"/>
                </a:lnTo>
                <a:lnTo>
                  <a:pt x="52096" y="158478"/>
                </a:lnTo>
                <a:lnTo>
                  <a:pt x="52095" y="158478"/>
                </a:lnTo>
                <a:lnTo>
                  <a:pt x="52094" y="158478"/>
                </a:lnTo>
                <a:lnTo>
                  <a:pt x="52093" y="158478"/>
                </a:lnTo>
                <a:lnTo>
                  <a:pt x="52092" y="158478"/>
                </a:lnTo>
                <a:lnTo>
                  <a:pt x="52091" y="158478"/>
                </a:lnTo>
                <a:lnTo>
                  <a:pt x="52090" y="158478"/>
                </a:lnTo>
                <a:lnTo>
                  <a:pt x="52089" y="158478"/>
                </a:lnTo>
                <a:lnTo>
                  <a:pt x="52088" y="158478"/>
                </a:lnTo>
                <a:lnTo>
                  <a:pt x="52087" y="158478"/>
                </a:lnTo>
                <a:lnTo>
                  <a:pt x="52086" y="158478"/>
                </a:lnTo>
                <a:lnTo>
                  <a:pt x="52085" y="158478"/>
                </a:lnTo>
                <a:lnTo>
                  <a:pt x="52084" y="158478"/>
                </a:lnTo>
                <a:lnTo>
                  <a:pt x="52083" y="158478"/>
                </a:lnTo>
                <a:lnTo>
                  <a:pt x="52082" y="158478"/>
                </a:lnTo>
                <a:lnTo>
                  <a:pt x="52081" y="158478"/>
                </a:lnTo>
                <a:lnTo>
                  <a:pt x="52080" y="158478"/>
                </a:lnTo>
                <a:lnTo>
                  <a:pt x="52079" y="158478"/>
                </a:lnTo>
                <a:lnTo>
                  <a:pt x="52078" y="158478"/>
                </a:lnTo>
                <a:lnTo>
                  <a:pt x="52077" y="158478"/>
                </a:lnTo>
                <a:lnTo>
                  <a:pt x="52076" y="158478"/>
                </a:lnTo>
                <a:lnTo>
                  <a:pt x="52075" y="158478"/>
                </a:lnTo>
                <a:lnTo>
                  <a:pt x="52074" y="158478"/>
                </a:lnTo>
                <a:lnTo>
                  <a:pt x="52073" y="158478"/>
                </a:lnTo>
                <a:lnTo>
                  <a:pt x="52072" y="158478"/>
                </a:lnTo>
                <a:lnTo>
                  <a:pt x="52071" y="158478"/>
                </a:lnTo>
                <a:lnTo>
                  <a:pt x="52070" y="158478"/>
                </a:lnTo>
                <a:lnTo>
                  <a:pt x="52069" y="158478"/>
                </a:lnTo>
                <a:lnTo>
                  <a:pt x="52068" y="158478"/>
                </a:lnTo>
                <a:lnTo>
                  <a:pt x="52067" y="158478"/>
                </a:lnTo>
                <a:lnTo>
                  <a:pt x="52066" y="158478"/>
                </a:lnTo>
                <a:lnTo>
                  <a:pt x="52065" y="158478"/>
                </a:lnTo>
                <a:lnTo>
                  <a:pt x="52064" y="158478"/>
                </a:lnTo>
                <a:lnTo>
                  <a:pt x="52063" y="158478"/>
                </a:lnTo>
                <a:lnTo>
                  <a:pt x="52062" y="158478"/>
                </a:lnTo>
                <a:lnTo>
                  <a:pt x="52061" y="158478"/>
                </a:lnTo>
                <a:lnTo>
                  <a:pt x="52060" y="158478"/>
                </a:lnTo>
                <a:lnTo>
                  <a:pt x="52059" y="158478"/>
                </a:lnTo>
                <a:lnTo>
                  <a:pt x="52058" y="158478"/>
                </a:lnTo>
                <a:lnTo>
                  <a:pt x="52057" y="158478"/>
                </a:lnTo>
                <a:lnTo>
                  <a:pt x="52056" y="158478"/>
                </a:lnTo>
                <a:lnTo>
                  <a:pt x="52055" y="158478"/>
                </a:lnTo>
                <a:lnTo>
                  <a:pt x="52054" y="158478"/>
                </a:lnTo>
                <a:lnTo>
                  <a:pt x="52053" y="158478"/>
                </a:lnTo>
                <a:lnTo>
                  <a:pt x="52052" y="158478"/>
                </a:lnTo>
                <a:lnTo>
                  <a:pt x="52051" y="158478"/>
                </a:lnTo>
                <a:lnTo>
                  <a:pt x="52050" y="158478"/>
                </a:lnTo>
                <a:lnTo>
                  <a:pt x="52049" y="158478"/>
                </a:lnTo>
                <a:lnTo>
                  <a:pt x="52048" y="158478"/>
                </a:lnTo>
                <a:lnTo>
                  <a:pt x="52047" y="158478"/>
                </a:lnTo>
                <a:lnTo>
                  <a:pt x="52046" y="158478"/>
                </a:lnTo>
                <a:lnTo>
                  <a:pt x="52045" y="158478"/>
                </a:lnTo>
                <a:lnTo>
                  <a:pt x="52044" y="158478"/>
                </a:lnTo>
                <a:lnTo>
                  <a:pt x="52043" y="158478"/>
                </a:lnTo>
                <a:lnTo>
                  <a:pt x="52042" y="158478"/>
                </a:lnTo>
                <a:lnTo>
                  <a:pt x="52041" y="158478"/>
                </a:lnTo>
                <a:lnTo>
                  <a:pt x="52040" y="158478"/>
                </a:lnTo>
                <a:lnTo>
                  <a:pt x="52039" y="158478"/>
                </a:lnTo>
                <a:lnTo>
                  <a:pt x="52038" y="158478"/>
                </a:lnTo>
                <a:lnTo>
                  <a:pt x="52037" y="158478"/>
                </a:lnTo>
                <a:lnTo>
                  <a:pt x="52036" y="158478"/>
                </a:lnTo>
                <a:lnTo>
                  <a:pt x="52035" y="158478"/>
                </a:lnTo>
                <a:lnTo>
                  <a:pt x="52034" y="158478"/>
                </a:lnTo>
                <a:lnTo>
                  <a:pt x="52033" y="158478"/>
                </a:lnTo>
                <a:lnTo>
                  <a:pt x="52032" y="158478"/>
                </a:lnTo>
                <a:lnTo>
                  <a:pt x="52031" y="158478"/>
                </a:lnTo>
                <a:lnTo>
                  <a:pt x="52030" y="158478"/>
                </a:lnTo>
                <a:lnTo>
                  <a:pt x="52029" y="158478"/>
                </a:lnTo>
                <a:lnTo>
                  <a:pt x="52028" y="158478"/>
                </a:lnTo>
                <a:lnTo>
                  <a:pt x="52027" y="158478"/>
                </a:lnTo>
                <a:lnTo>
                  <a:pt x="52026" y="158478"/>
                </a:lnTo>
                <a:lnTo>
                  <a:pt x="52025" y="158478"/>
                </a:lnTo>
                <a:lnTo>
                  <a:pt x="52024" y="158478"/>
                </a:lnTo>
                <a:lnTo>
                  <a:pt x="52023" y="158478"/>
                </a:lnTo>
                <a:lnTo>
                  <a:pt x="52022" y="158478"/>
                </a:lnTo>
                <a:lnTo>
                  <a:pt x="52021" y="158478"/>
                </a:lnTo>
                <a:lnTo>
                  <a:pt x="52019" y="158478"/>
                </a:lnTo>
                <a:lnTo>
                  <a:pt x="52018" y="158478"/>
                </a:lnTo>
                <a:lnTo>
                  <a:pt x="52017" y="158478"/>
                </a:lnTo>
                <a:lnTo>
                  <a:pt x="52016" y="158478"/>
                </a:lnTo>
                <a:lnTo>
                  <a:pt x="52015" y="158478"/>
                </a:lnTo>
                <a:lnTo>
                  <a:pt x="52014" y="158478"/>
                </a:lnTo>
                <a:lnTo>
                  <a:pt x="52013" y="158478"/>
                </a:lnTo>
                <a:lnTo>
                  <a:pt x="52012" y="158478"/>
                </a:lnTo>
                <a:lnTo>
                  <a:pt x="52011" y="158478"/>
                </a:lnTo>
                <a:lnTo>
                  <a:pt x="52010" y="158478"/>
                </a:lnTo>
                <a:lnTo>
                  <a:pt x="52009" y="158478"/>
                </a:lnTo>
                <a:lnTo>
                  <a:pt x="52008" y="158478"/>
                </a:lnTo>
                <a:lnTo>
                  <a:pt x="52007" y="158478"/>
                </a:lnTo>
                <a:lnTo>
                  <a:pt x="52006" y="158478"/>
                </a:lnTo>
                <a:lnTo>
                  <a:pt x="52005" y="158478"/>
                </a:lnTo>
                <a:lnTo>
                  <a:pt x="52004" y="158478"/>
                </a:lnTo>
                <a:lnTo>
                  <a:pt x="52003" y="158478"/>
                </a:lnTo>
                <a:lnTo>
                  <a:pt x="52002" y="158478"/>
                </a:lnTo>
                <a:lnTo>
                  <a:pt x="52001" y="158478"/>
                </a:lnTo>
                <a:lnTo>
                  <a:pt x="52000" y="158478"/>
                </a:lnTo>
                <a:lnTo>
                  <a:pt x="51999" y="158478"/>
                </a:lnTo>
                <a:lnTo>
                  <a:pt x="51998" y="158478"/>
                </a:lnTo>
                <a:lnTo>
                  <a:pt x="51997" y="158478"/>
                </a:lnTo>
                <a:lnTo>
                  <a:pt x="51996" y="158478"/>
                </a:lnTo>
                <a:lnTo>
                  <a:pt x="51995" y="158478"/>
                </a:lnTo>
                <a:lnTo>
                  <a:pt x="51994" y="158478"/>
                </a:lnTo>
                <a:lnTo>
                  <a:pt x="51993" y="158478"/>
                </a:lnTo>
                <a:lnTo>
                  <a:pt x="51992" y="158478"/>
                </a:lnTo>
                <a:lnTo>
                  <a:pt x="51991" y="158478"/>
                </a:lnTo>
                <a:lnTo>
                  <a:pt x="51990" y="158478"/>
                </a:lnTo>
                <a:lnTo>
                  <a:pt x="51989" y="158478"/>
                </a:lnTo>
                <a:lnTo>
                  <a:pt x="51988" y="158478"/>
                </a:lnTo>
                <a:lnTo>
                  <a:pt x="51987" y="158478"/>
                </a:lnTo>
                <a:lnTo>
                  <a:pt x="51986" y="158478"/>
                </a:lnTo>
                <a:lnTo>
                  <a:pt x="51985" y="158478"/>
                </a:lnTo>
                <a:lnTo>
                  <a:pt x="51984" y="158478"/>
                </a:lnTo>
                <a:lnTo>
                  <a:pt x="51983" y="158478"/>
                </a:lnTo>
                <a:lnTo>
                  <a:pt x="51982" y="158478"/>
                </a:lnTo>
                <a:lnTo>
                  <a:pt x="51981" y="158478"/>
                </a:lnTo>
                <a:lnTo>
                  <a:pt x="51980" y="158478"/>
                </a:lnTo>
                <a:lnTo>
                  <a:pt x="51979" y="158478"/>
                </a:lnTo>
                <a:lnTo>
                  <a:pt x="51978" y="158478"/>
                </a:lnTo>
                <a:lnTo>
                  <a:pt x="51977" y="158478"/>
                </a:lnTo>
                <a:lnTo>
                  <a:pt x="51976" y="158478"/>
                </a:lnTo>
                <a:lnTo>
                  <a:pt x="51975" y="158478"/>
                </a:lnTo>
                <a:lnTo>
                  <a:pt x="51974" y="158478"/>
                </a:lnTo>
                <a:lnTo>
                  <a:pt x="51973" y="158478"/>
                </a:lnTo>
                <a:lnTo>
                  <a:pt x="51972" y="158478"/>
                </a:lnTo>
                <a:lnTo>
                  <a:pt x="51971" y="158478"/>
                </a:lnTo>
                <a:lnTo>
                  <a:pt x="51970" y="158478"/>
                </a:lnTo>
                <a:lnTo>
                  <a:pt x="51969" y="158478"/>
                </a:lnTo>
                <a:lnTo>
                  <a:pt x="51968" y="158478"/>
                </a:lnTo>
                <a:lnTo>
                  <a:pt x="51967" y="158478"/>
                </a:lnTo>
                <a:lnTo>
                  <a:pt x="51966" y="158478"/>
                </a:lnTo>
                <a:lnTo>
                  <a:pt x="51965" y="158478"/>
                </a:lnTo>
                <a:lnTo>
                  <a:pt x="51964" y="158478"/>
                </a:lnTo>
                <a:lnTo>
                  <a:pt x="51963" y="158478"/>
                </a:lnTo>
                <a:lnTo>
                  <a:pt x="51962" y="158478"/>
                </a:lnTo>
                <a:lnTo>
                  <a:pt x="51961" y="158478"/>
                </a:lnTo>
                <a:lnTo>
                  <a:pt x="51960" y="158478"/>
                </a:lnTo>
                <a:lnTo>
                  <a:pt x="51959" y="158478"/>
                </a:lnTo>
                <a:lnTo>
                  <a:pt x="51958" y="158478"/>
                </a:lnTo>
                <a:lnTo>
                  <a:pt x="51957" y="158478"/>
                </a:lnTo>
                <a:lnTo>
                  <a:pt x="51956" y="158478"/>
                </a:lnTo>
                <a:lnTo>
                  <a:pt x="51955" y="158478"/>
                </a:lnTo>
                <a:lnTo>
                  <a:pt x="51954" y="158478"/>
                </a:lnTo>
                <a:lnTo>
                  <a:pt x="51953" y="158478"/>
                </a:lnTo>
                <a:lnTo>
                  <a:pt x="51952" y="158478"/>
                </a:lnTo>
                <a:lnTo>
                  <a:pt x="51951" y="158478"/>
                </a:lnTo>
                <a:lnTo>
                  <a:pt x="51950" y="158478"/>
                </a:lnTo>
                <a:lnTo>
                  <a:pt x="51949" y="158478"/>
                </a:lnTo>
                <a:lnTo>
                  <a:pt x="51948" y="158478"/>
                </a:lnTo>
                <a:lnTo>
                  <a:pt x="51947" y="158478"/>
                </a:lnTo>
                <a:lnTo>
                  <a:pt x="51946" y="158478"/>
                </a:lnTo>
                <a:lnTo>
                  <a:pt x="51945" y="158478"/>
                </a:lnTo>
                <a:lnTo>
                  <a:pt x="51944" y="158478"/>
                </a:lnTo>
                <a:lnTo>
                  <a:pt x="51943" y="158478"/>
                </a:lnTo>
                <a:lnTo>
                  <a:pt x="51942" y="158478"/>
                </a:lnTo>
                <a:lnTo>
                  <a:pt x="51941" y="158478"/>
                </a:lnTo>
                <a:lnTo>
                  <a:pt x="51940" y="158478"/>
                </a:lnTo>
                <a:lnTo>
                  <a:pt x="51939" y="158478"/>
                </a:lnTo>
                <a:lnTo>
                  <a:pt x="51938" y="158478"/>
                </a:lnTo>
                <a:lnTo>
                  <a:pt x="51937" y="158478"/>
                </a:lnTo>
                <a:lnTo>
                  <a:pt x="51936" y="158478"/>
                </a:lnTo>
                <a:lnTo>
                  <a:pt x="51935" y="158478"/>
                </a:lnTo>
                <a:lnTo>
                  <a:pt x="51934" y="158478"/>
                </a:lnTo>
                <a:lnTo>
                  <a:pt x="51933" y="158478"/>
                </a:lnTo>
                <a:lnTo>
                  <a:pt x="51932" y="158478"/>
                </a:lnTo>
                <a:lnTo>
                  <a:pt x="51931" y="158478"/>
                </a:lnTo>
                <a:lnTo>
                  <a:pt x="51930" y="158478"/>
                </a:lnTo>
                <a:lnTo>
                  <a:pt x="51929" y="158478"/>
                </a:lnTo>
                <a:lnTo>
                  <a:pt x="51928" y="158478"/>
                </a:lnTo>
                <a:lnTo>
                  <a:pt x="51927" y="158478"/>
                </a:lnTo>
                <a:lnTo>
                  <a:pt x="51926" y="158478"/>
                </a:lnTo>
                <a:lnTo>
                  <a:pt x="51925" y="158478"/>
                </a:lnTo>
                <a:lnTo>
                  <a:pt x="51924" y="158478"/>
                </a:lnTo>
                <a:lnTo>
                  <a:pt x="51923" y="158478"/>
                </a:lnTo>
                <a:lnTo>
                  <a:pt x="51922" y="158478"/>
                </a:lnTo>
                <a:lnTo>
                  <a:pt x="51921" y="158478"/>
                </a:lnTo>
                <a:lnTo>
                  <a:pt x="51920" y="158478"/>
                </a:lnTo>
                <a:lnTo>
                  <a:pt x="51919" y="158478"/>
                </a:lnTo>
                <a:lnTo>
                  <a:pt x="51918" y="158478"/>
                </a:lnTo>
                <a:lnTo>
                  <a:pt x="51917" y="158478"/>
                </a:lnTo>
                <a:lnTo>
                  <a:pt x="51916" y="158478"/>
                </a:lnTo>
                <a:lnTo>
                  <a:pt x="51915" y="158478"/>
                </a:lnTo>
                <a:lnTo>
                  <a:pt x="51914" y="158478"/>
                </a:lnTo>
                <a:lnTo>
                  <a:pt x="51913" y="158478"/>
                </a:lnTo>
                <a:lnTo>
                  <a:pt x="51912" y="158478"/>
                </a:lnTo>
                <a:lnTo>
                  <a:pt x="51911" y="158478"/>
                </a:lnTo>
                <a:lnTo>
                  <a:pt x="51910" y="158478"/>
                </a:lnTo>
                <a:lnTo>
                  <a:pt x="51909" y="158478"/>
                </a:lnTo>
                <a:lnTo>
                  <a:pt x="51908" y="158478"/>
                </a:lnTo>
                <a:lnTo>
                  <a:pt x="51907" y="158478"/>
                </a:lnTo>
                <a:lnTo>
                  <a:pt x="51905" y="158478"/>
                </a:lnTo>
                <a:lnTo>
                  <a:pt x="51904" y="158478"/>
                </a:lnTo>
                <a:lnTo>
                  <a:pt x="51903" y="158478"/>
                </a:lnTo>
                <a:lnTo>
                  <a:pt x="51902" y="158478"/>
                </a:lnTo>
                <a:lnTo>
                  <a:pt x="51901" y="158478"/>
                </a:lnTo>
                <a:lnTo>
                  <a:pt x="51900" y="158478"/>
                </a:lnTo>
                <a:lnTo>
                  <a:pt x="51899" y="158478"/>
                </a:lnTo>
                <a:lnTo>
                  <a:pt x="51898" y="158478"/>
                </a:lnTo>
                <a:lnTo>
                  <a:pt x="51897" y="158478"/>
                </a:lnTo>
                <a:lnTo>
                  <a:pt x="51896" y="158478"/>
                </a:lnTo>
                <a:lnTo>
                  <a:pt x="51895" y="158478"/>
                </a:lnTo>
                <a:lnTo>
                  <a:pt x="51894" y="158478"/>
                </a:lnTo>
                <a:lnTo>
                  <a:pt x="51893" y="158478"/>
                </a:lnTo>
                <a:lnTo>
                  <a:pt x="51892" y="158478"/>
                </a:lnTo>
                <a:lnTo>
                  <a:pt x="51891" y="158478"/>
                </a:lnTo>
                <a:lnTo>
                  <a:pt x="51890" y="158478"/>
                </a:lnTo>
                <a:lnTo>
                  <a:pt x="51889" y="158478"/>
                </a:lnTo>
                <a:lnTo>
                  <a:pt x="51888" y="158478"/>
                </a:lnTo>
                <a:lnTo>
                  <a:pt x="51887" y="158478"/>
                </a:lnTo>
                <a:lnTo>
                  <a:pt x="51886" y="158478"/>
                </a:lnTo>
                <a:lnTo>
                  <a:pt x="51885" y="158478"/>
                </a:lnTo>
                <a:lnTo>
                  <a:pt x="51884" y="158478"/>
                </a:lnTo>
                <a:lnTo>
                  <a:pt x="51883" y="158478"/>
                </a:lnTo>
                <a:lnTo>
                  <a:pt x="51882" y="158478"/>
                </a:lnTo>
                <a:lnTo>
                  <a:pt x="51881" y="158478"/>
                </a:lnTo>
                <a:lnTo>
                  <a:pt x="51880" y="158478"/>
                </a:lnTo>
                <a:lnTo>
                  <a:pt x="51879" y="158478"/>
                </a:lnTo>
                <a:lnTo>
                  <a:pt x="51878" y="158478"/>
                </a:lnTo>
                <a:lnTo>
                  <a:pt x="51877" y="158478"/>
                </a:lnTo>
                <a:lnTo>
                  <a:pt x="51876" y="158478"/>
                </a:lnTo>
                <a:lnTo>
                  <a:pt x="51875" y="158478"/>
                </a:lnTo>
                <a:lnTo>
                  <a:pt x="51874" y="158478"/>
                </a:lnTo>
                <a:lnTo>
                  <a:pt x="51873" y="158478"/>
                </a:lnTo>
                <a:lnTo>
                  <a:pt x="51872" y="158478"/>
                </a:lnTo>
                <a:lnTo>
                  <a:pt x="51871" y="158478"/>
                </a:lnTo>
                <a:lnTo>
                  <a:pt x="51870" y="158478"/>
                </a:lnTo>
                <a:lnTo>
                  <a:pt x="51869" y="158478"/>
                </a:lnTo>
                <a:lnTo>
                  <a:pt x="51868" y="158478"/>
                </a:lnTo>
                <a:lnTo>
                  <a:pt x="51867" y="158478"/>
                </a:lnTo>
                <a:lnTo>
                  <a:pt x="51866" y="158478"/>
                </a:lnTo>
                <a:lnTo>
                  <a:pt x="51865" y="158478"/>
                </a:lnTo>
                <a:lnTo>
                  <a:pt x="51864" y="158478"/>
                </a:lnTo>
                <a:lnTo>
                  <a:pt x="51863" y="158478"/>
                </a:lnTo>
                <a:lnTo>
                  <a:pt x="51862" y="158478"/>
                </a:lnTo>
                <a:lnTo>
                  <a:pt x="51861" y="158478"/>
                </a:lnTo>
                <a:lnTo>
                  <a:pt x="51860" y="158478"/>
                </a:lnTo>
                <a:lnTo>
                  <a:pt x="51859" y="158478"/>
                </a:lnTo>
                <a:lnTo>
                  <a:pt x="51858" y="158478"/>
                </a:lnTo>
                <a:lnTo>
                  <a:pt x="51857" y="158478"/>
                </a:lnTo>
                <a:lnTo>
                  <a:pt x="51856" y="158478"/>
                </a:lnTo>
                <a:lnTo>
                  <a:pt x="51855" y="158478"/>
                </a:lnTo>
                <a:lnTo>
                  <a:pt x="51854" y="158478"/>
                </a:lnTo>
                <a:lnTo>
                  <a:pt x="51853" y="158478"/>
                </a:lnTo>
                <a:lnTo>
                  <a:pt x="51852" y="158478"/>
                </a:lnTo>
                <a:lnTo>
                  <a:pt x="51851" y="158478"/>
                </a:lnTo>
                <a:lnTo>
                  <a:pt x="51850" y="158478"/>
                </a:lnTo>
                <a:lnTo>
                  <a:pt x="51849" y="158478"/>
                </a:lnTo>
                <a:lnTo>
                  <a:pt x="51848" y="158478"/>
                </a:lnTo>
                <a:lnTo>
                  <a:pt x="51847" y="158478"/>
                </a:lnTo>
                <a:lnTo>
                  <a:pt x="51846" y="158478"/>
                </a:lnTo>
                <a:lnTo>
                  <a:pt x="51845" y="158478"/>
                </a:lnTo>
                <a:lnTo>
                  <a:pt x="51844" y="158478"/>
                </a:lnTo>
                <a:lnTo>
                  <a:pt x="51843" y="158478"/>
                </a:lnTo>
                <a:lnTo>
                  <a:pt x="51842" y="158478"/>
                </a:lnTo>
                <a:lnTo>
                  <a:pt x="51841" y="158478"/>
                </a:lnTo>
                <a:lnTo>
                  <a:pt x="51840" y="158478"/>
                </a:lnTo>
                <a:lnTo>
                  <a:pt x="51839" y="158478"/>
                </a:lnTo>
                <a:lnTo>
                  <a:pt x="51838" y="158478"/>
                </a:lnTo>
                <a:lnTo>
                  <a:pt x="51837" y="158478"/>
                </a:lnTo>
                <a:lnTo>
                  <a:pt x="51836" y="158478"/>
                </a:lnTo>
                <a:lnTo>
                  <a:pt x="51835" y="158478"/>
                </a:lnTo>
                <a:lnTo>
                  <a:pt x="51834" y="158478"/>
                </a:lnTo>
                <a:lnTo>
                  <a:pt x="51833" y="158478"/>
                </a:lnTo>
                <a:lnTo>
                  <a:pt x="51832" y="158478"/>
                </a:lnTo>
                <a:lnTo>
                  <a:pt x="51831" y="158478"/>
                </a:lnTo>
                <a:lnTo>
                  <a:pt x="51830" y="158478"/>
                </a:lnTo>
                <a:lnTo>
                  <a:pt x="51829" y="158478"/>
                </a:lnTo>
                <a:lnTo>
                  <a:pt x="51828" y="158478"/>
                </a:lnTo>
                <a:lnTo>
                  <a:pt x="51827" y="158478"/>
                </a:lnTo>
                <a:lnTo>
                  <a:pt x="51826" y="158478"/>
                </a:lnTo>
                <a:lnTo>
                  <a:pt x="51825" y="158478"/>
                </a:lnTo>
                <a:lnTo>
                  <a:pt x="51824" y="158478"/>
                </a:lnTo>
                <a:lnTo>
                  <a:pt x="51823" y="158478"/>
                </a:lnTo>
                <a:lnTo>
                  <a:pt x="51822" y="158478"/>
                </a:lnTo>
                <a:lnTo>
                  <a:pt x="51821" y="158478"/>
                </a:lnTo>
                <a:lnTo>
                  <a:pt x="51820" y="158478"/>
                </a:lnTo>
                <a:lnTo>
                  <a:pt x="51819" y="158478"/>
                </a:lnTo>
                <a:lnTo>
                  <a:pt x="51818" y="158478"/>
                </a:lnTo>
                <a:lnTo>
                  <a:pt x="51817" y="158478"/>
                </a:lnTo>
                <a:lnTo>
                  <a:pt x="51816" y="158478"/>
                </a:lnTo>
                <a:lnTo>
                  <a:pt x="51815" y="158478"/>
                </a:lnTo>
                <a:lnTo>
                  <a:pt x="51814" y="158478"/>
                </a:lnTo>
                <a:lnTo>
                  <a:pt x="51813" y="158478"/>
                </a:lnTo>
                <a:lnTo>
                  <a:pt x="51812" y="158478"/>
                </a:lnTo>
                <a:lnTo>
                  <a:pt x="51811" y="158478"/>
                </a:lnTo>
                <a:lnTo>
                  <a:pt x="51810" y="158478"/>
                </a:lnTo>
                <a:lnTo>
                  <a:pt x="51809" y="158478"/>
                </a:lnTo>
                <a:lnTo>
                  <a:pt x="51808" y="158478"/>
                </a:lnTo>
                <a:lnTo>
                  <a:pt x="51807" y="158478"/>
                </a:lnTo>
                <a:lnTo>
                  <a:pt x="51806" y="158478"/>
                </a:lnTo>
                <a:lnTo>
                  <a:pt x="51805" y="158478"/>
                </a:lnTo>
                <a:lnTo>
                  <a:pt x="51804" y="158478"/>
                </a:lnTo>
                <a:lnTo>
                  <a:pt x="51803" y="158478"/>
                </a:lnTo>
                <a:lnTo>
                  <a:pt x="51802" y="158478"/>
                </a:lnTo>
                <a:lnTo>
                  <a:pt x="51801" y="158478"/>
                </a:lnTo>
                <a:lnTo>
                  <a:pt x="51800" y="158478"/>
                </a:lnTo>
                <a:lnTo>
                  <a:pt x="51799" y="158478"/>
                </a:lnTo>
                <a:lnTo>
                  <a:pt x="51798" y="158478"/>
                </a:lnTo>
                <a:lnTo>
                  <a:pt x="51797" y="158478"/>
                </a:lnTo>
                <a:lnTo>
                  <a:pt x="51796" y="158478"/>
                </a:lnTo>
                <a:lnTo>
                  <a:pt x="51795" y="158478"/>
                </a:lnTo>
                <a:lnTo>
                  <a:pt x="51794" y="158478"/>
                </a:lnTo>
                <a:lnTo>
                  <a:pt x="51793" y="158478"/>
                </a:lnTo>
                <a:lnTo>
                  <a:pt x="51792" y="158478"/>
                </a:lnTo>
                <a:lnTo>
                  <a:pt x="51791" y="158478"/>
                </a:lnTo>
                <a:lnTo>
                  <a:pt x="51790" y="158478"/>
                </a:lnTo>
                <a:lnTo>
                  <a:pt x="51789" y="158478"/>
                </a:lnTo>
                <a:lnTo>
                  <a:pt x="51788" y="158478"/>
                </a:lnTo>
                <a:lnTo>
                  <a:pt x="51787" y="158478"/>
                </a:lnTo>
                <a:lnTo>
                  <a:pt x="51786" y="158478"/>
                </a:lnTo>
                <a:lnTo>
                  <a:pt x="51785" y="158478"/>
                </a:lnTo>
                <a:lnTo>
                  <a:pt x="51784" y="158478"/>
                </a:lnTo>
                <a:lnTo>
                  <a:pt x="51783" y="158478"/>
                </a:lnTo>
                <a:lnTo>
                  <a:pt x="51782" y="158478"/>
                </a:lnTo>
                <a:lnTo>
                  <a:pt x="51781" y="158478"/>
                </a:lnTo>
                <a:lnTo>
                  <a:pt x="51780" y="158478"/>
                </a:lnTo>
                <a:lnTo>
                  <a:pt x="51779" y="158478"/>
                </a:lnTo>
                <a:lnTo>
                  <a:pt x="51778" y="158478"/>
                </a:lnTo>
                <a:lnTo>
                  <a:pt x="51777" y="158478"/>
                </a:lnTo>
                <a:lnTo>
                  <a:pt x="51776" y="158478"/>
                </a:lnTo>
                <a:lnTo>
                  <a:pt x="51775" y="158478"/>
                </a:lnTo>
                <a:lnTo>
                  <a:pt x="51774" y="158478"/>
                </a:lnTo>
                <a:lnTo>
                  <a:pt x="51773" y="158478"/>
                </a:lnTo>
                <a:lnTo>
                  <a:pt x="51772" y="158478"/>
                </a:lnTo>
                <a:lnTo>
                  <a:pt x="51771" y="158478"/>
                </a:lnTo>
                <a:lnTo>
                  <a:pt x="51770" y="158478"/>
                </a:lnTo>
                <a:lnTo>
                  <a:pt x="51769" y="158478"/>
                </a:lnTo>
                <a:lnTo>
                  <a:pt x="51768" y="158478"/>
                </a:lnTo>
                <a:lnTo>
                  <a:pt x="51767" y="158478"/>
                </a:lnTo>
                <a:lnTo>
                  <a:pt x="51766" y="158478"/>
                </a:lnTo>
                <a:lnTo>
                  <a:pt x="51765" y="158478"/>
                </a:lnTo>
                <a:lnTo>
                  <a:pt x="51764" y="158478"/>
                </a:lnTo>
                <a:lnTo>
                  <a:pt x="51763" y="158478"/>
                </a:lnTo>
                <a:lnTo>
                  <a:pt x="51762" y="158478"/>
                </a:lnTo>
                <a:lnTo>
                  <a:pt x="51761" y="158478"/>
                </a:lnTo>
                <a:lnTo>
                  <a:pt x="51760" y="158478"/>
                </a:lnTo>
                <a:lnTo>
                  <a:pt x="51759" y="158478"/>
                </a:lnTo>
                <a:lnTo>
                  <a:pt x="51758" y="158478"/>
                </a:lnTo>
                <a:lnTo>
                  <a:pt x="51757" y="158478"/>
                </a:lnTo>
                <a:lnTo>
                  <a:pt x="51756" y="158478"/>
                </a:lnTo>
                <a:lnTo>
                  <a:pt x="51755" y="158478"/>
                </a:lnTo>
                <a:lnTo>
                  <a:pt x="51754" y="158478"/>
                </a:lnTo>
                <a:lnTo>
                  <a:pt x="51752" y="158478"/>
                </a:lnTo>
                <a:lnTo>
                  <a:pt x="51751" y="158478"/>
                </a:lnTo>
                <a:lnTo>
                  <a:pt x="51750" y="158478"/>
                </a:lnTo>
                <a:lnTo>
                  <a:pt x="51749" y="158478"/>
                </a:lnTo>
                <a:lnTo>
                  <a:pt x="51748" y="158478"/>
                </a:lnTo>
                <a:lnTo>
                  <a:pt x="51747" y="158478"/>
                </a:lnTo>
                <a:lnTo>
                  <a:pt x="51746" y="158478"/>
                </a:lnTo>
                <a:lnTo>
                  <a:pt x="51745" y="158478"/>
                </a:lnTo>
                <a:lnTo>
                  <a:pt x="51744" y="158478"/>
                </a:lnTo>
                <a:lnTo>
                  <a:pt x="51743" y="158478"/>
                </a:lnTo>
                <a:lnTo>
                  <a:pt x="51742" y="158478"/>
                </a:lnTo>
                <a:lnTo>
                  <a:pt x="51741" y="158478"/>
                </a:lnTo>
                <a:lnTo>
                  <a:pt x="51740" y="158478"/>
                </a:lnTo>
                <a:lnTo>
                  <a:pt x="51739" y="158478"/>
                </a:lnTo>
                <a:lnTo>
                  <a:pt x="51738" y="158478"/>
                </a:lnTo>
                <a:lnTo>
                  <a:pt x="51737" y="158478"/>
                </a:lnTo>
                <a:lnTo>
                  <a:pt x="51736" y="158478"/>
                </a:lnTo>
                <a:lnTo>
                  <a:pt x="51735" y="158478"/>
                </a:lnTo>
                <a:lnTo>
                  <a:pt x="51734" y="158478"/>
                </a:lnTo>
                <a:lnTo>
                  <a:pt x="51733" y="158478"/>
                </a:lnTo>
                <a:lnTo>
                  <a:pt x="51732" y="158478"/>
                </a:lnTo>
                <a:lnTo>
                  <a:pt x="51731" y="158478"/>
                </a:lnTo>
                <a:lnTo>
                  <a:pt x="51730" y="158478"/>
                </a:lnTo>
                <a:lnTo>
                  <a:pt x="51729" y="158478"/>
                </a:lnTo>
                <a:lnTo>
                  <a:pt x="51728" y="158478"/>
                </a:lnTo>
                <a:lnTo>
                  <a:pt x="51727" y="158478"/>
                </a:lnTo>
                <a:lnTo>
                  <a:pt x="51726" y="158478"/>
                </a:lnTo>
                <a:lnTo>
                  <a:pt x="51725" y="158478"/>
                </a:lnTo>
                <a:lnTo>
                  <a:pt x="51724" y="158478"/>
                </a:lnTo>
                <a:lnTo>
                  <a:pt x="51723" y="158478"/>
                </a:lnTo>
                <a:lnTo>
                  <a:pt x="51722" y="158478"/>
                </a:lnTo>
                <a:lnTo>
                  <a:pt x="51721" y="158478"/>
                </a:lnTo>
                <a:lnTo>
                  <a:pt x="51720" y="158478"/>
                </a:lnTo>
                <a:lnTo>
                  <a:pt x="51719" y="158478"/>
                </a:lnTo>
                <a:lnTo>
                  <a:pt x="51718" y="158478"/>
                </a:lnTo>
                <a:lnTo>
                  <a:pt x="51717" y="158478"/>
                </a:lnTo>
                <a:lnTo>
                  <a:pt x="51716" y="158478"/>
                </a:lnTo>
                <a:lnTo>
                  <a:pt x="51715" y="158478"/>
                </a:lnTo>
                <a:lnTo>
                  <a:pt x="51714" y="158478"/>
                </a:lnTo>
                <a:lnTo>
                  <a:pt x="51713" y="158478"/>
                </a:lnTo>
                <a:lnTo>
                  <a:pt x="51712" y="158478"/>
                </a:lnTo>
                <a:lnTo>
                  <a:pt x="51711" y="158478"/>
                </a:lnTo>
                <a:lnTo>
                  <a:pt x="51710" y="158478"/>
                </a:lnTo>
                <a:lnTo>
                  <a:pt x="51709" y="158478"/>
                </a:lnTo>
                <a:lnTo>
                  <a:pt x="51708" y="158478"/>
                </a:lnTo>
                <a:lnTo>
                  <a:pt x="51707" y="158478"/>
                </a:lnTo>
                <a:lnTo>
                  <a:pt x="51706" y="158478"/>
                </a:lnTo>
                <a:lnTo>
                  <a:pt x="51705" y="158478"/>
                </a:lnTo>
                <a:lnTo>
                  <a:pt x="51704" y="158478"/>
                </a:lnTo>
                <a:lnTo>
                  <a:pt x="51703" y="158478"/>
                </a:lnTo>
                <a:lnTo>
                  <a:pt x="51702" y="158478"/>
                </a:lnTo>
                <a:lnTo>
                  <a:pt x="51701" y="158478"/>
                </a:lnTo>
                <a:lnTo>
                  <a:pt x="51700" y="158478"/>
                </a:lnTo>
                <a:lnTo>
                  <a:pt x="51699" y="158478"/>
                </a:lnTo>
                <a:lnTo>
                  <a:pt x="51698" y="158478"/>
                </a:lnTo>
                <a:lnTo>
                  <a:pt x="51697" y="158478"/>
                </a:lnTo>
                <a:lnTo>
                  <a:pt x="51696" y="158478"/>
                </a:lnTo>
                <a:lnTo>
                  <a:pt x="51695" y="158478"/>
                </a:lnTo>
                <a:lnTo>
                  <a:pt x="51694" y="158478"/>
                </a:lnTo>
                <a:lnTo>
                  <a:pt x="51693" y="158478"/>
                </a:lnTo>
                <a:lnTo>
                  <a:pt x="51692" y="158478"/>
                </a:lnTo>
                <a:lnTo>
                  <a:pt x="51691" y="158478"/>
                </a:lnTo>
                <a:lnTo>
                  <a:pt x="51690" y="158478"/>
                </a:lnTo>
                <a:lnTo>
                  <a:pt x="51689" y="158478"/>
                </a:lnTo>
                <a:lnTo>
                  <a:pt x="51688" y="158478"/>
                </a:lnTo>
                <a:lnTo>
                  <a:pt x="51687" y="158478"/>
                </a:lnTo>
                <a:lnTo>
                  <a:pt x="51686" y="158478"/>
                </a:lnTo>
                <a:lnTo>
                  <a:pt x="51685" y="158478"/>
                </a:lnTo>
                <a:lnTo>
                  <a:pt x="51684" y="158478"/>
                </a:lnTo>
                <a:lnTo>
                  <a:pt x="51683" y="158478"/>
                </a:lnTo>
                <a:lnTo>
                  <a:pt x="51682" y="158478"/>
                </a:lnTo>
                <a:lnTo>
                  <a:pt x="51681" y="158478"/>
                </a:lnTo>
                <a:lnTo>
                  <a:pt x="51680" y="158478"/>
                </a:lnTo>
                <a:lnTo>
                  <a:pt x="51679" y="158478"/>
                </a:lnTo>
                <a:lnTo>
                  <a:pt x="51678" y="158478"/>
                </a:lnTo>
                <a:lnTo>
                  <a:pt x="51677" y="158478"/>
                </a:lnTo>
                <a:lnTo>
                  <a:pt x="51676" y="158478"/>
                </a:lnTo>
                <a:lnTo>
                  <a:pt x="51675" y="158478"/>
                </a:lnTo>
                <a:lnTo>
                  <a:pt x="51674" y="158478"/>
                </a:lnTo>
                <a:lnTo>
                  <a:pt x="51673" y="158478"/>
                </a:lnTo>
                <a:lnTo>
                  <a:pt x="51672" y="158478"/>
                </a:lnTo>
                <a:lnTo>
                  <a:pt x="51671" y="158478"/>
                </a:lnTo>
                <a:lnTo>
                  <a:pt x="51670" y="158478"/>
                </a:lnTo>
                <a:lnTo>
                  <a:pt x="51669" y="158478"/>
                </a:lnTo>
                <a:lnTo>
                  <a:pt x="51668" y="158478"/>
                </a:lnTo>
                <a:lnTo>
                  <a:pt x="51667" y="158478"/>
                </a:lnTo>
                <a:lnTo>
                  <a:pt x="51666" y="158478"/>
                </a:lnTo>
                <a:lnTo>
                  <a:pt x="51665" y="158478"/>
                </a:lnTo>
                <a:lnTo>
                  <a:pt x="51664" y="158478"/>
                </a:lnTo>
                <a:lnTo>
                  <a:pt x="51663" y="158478"/>
                </a:lnTo>
                <a:lnTo>
                  <a:pt x="51662" y="158478"/>
                </a:lnTo>
                <a:lnTo>
                  <a:pt x="51661" y="158478"/>
                </a:lnTo>
                <a:lnTo>
                  <a:pt x="51660" y="158478"/>
                </a:lnTo>
                <a:lnTo>
                  <a:pt x="51659" y="158478"/>
                </a:lnTo>
                <a:lnTo>
                  <a:pt x="51658" y="158478"/>
                </a:lnTo>
                <a:lnTo>
                  <a:pt x="51657" y="158478"/>
                </a:lnTo>
                <a:lnTo>
                  <a:pt x="51656" y="158478"/>
                </a:lnTo>
                <a:lnTo>
                  <a:pt x="51655" y="158478"/>
                </a:lnTo>
                <a:lnTo>
                  <a:pt x="51654" y="158478"/>
                </a:lnTo>
                <a:lnTo>
                  <a:pt x="51653" y="158478"/>
                </a:lnTo>
                <a:lnTo>
                  <a:pt x="51652" y="158478"/>
                </a:lnTo>
                <a:lnTo>
                  <a:pt x="51651" y="158478"/>
                </a:lnTo>
                <a:lnTo>
                  <a:pt x="51650" y="158478"/>
                </a:lnTo>
                <a:lnTo>
                  <a:pt x="51649" y="158478"/>
                </a:lnTo>
                <a:lnTo>
                  <a:pt x="51648" y="158478"/>
                </a:lnTo>
                <a:lnTo>
                  <a:pt x="51647" y="158478"/>
                </a:lnTo>
                <a:lnTo>
                  <a:pt x="51646" y="158478"/>
                </a:lnTo>
                <a:lnTo>
                  <a:pt x="51645" y="158478"/>
                </a:lnTo>
                <a:lnTo>
                  <a:pt x="51644" y="158478"/>
                </a:lnTo>
                <a:lnTo>
                  <a:pt x="51643" y="158478"/>
                </a:lnTo>
                <a:lnTo>
                  <a:pt x="51642" y="158478"/>
                </a:lnTo>
                <a:lnTo>
                  <a:pt x="51641" y="158478"/>
                </a:lnTo>
                <a:lnTo>
                  <a:pt x="51640" y="158478"/>
                </a:lnTo>
                <a:lnTo>
                  <a:pt x="51639" y="158478"/>
                </a:lnTo>
                <a:lnTo>
                  <a:pt x="51638" y="158478"/>
                </a:lnTo>
                <a:lnTo>
                  <a:pt x="51637" y="158478"/>
                </a:lnTo>
                <a:lnTo>
                  <a:pt x="51636" y="158478"/>
                </a:lnTo>
                <a:lnTo>
                  <a:pt x="51635" y="158478"/>
                </a:lnTo>
                <a:lnTo>
                  <a:pt x="51634" y="158478"/>
                </a:lnTo>
                <a:lnTo>
                  <a:pt x="51633" y="158478"/>
                </a:lnTo>
                <a:lnTo>
                  <a:pt x="51632" y="158478"/>
                </a:lnTo>
                <a:lnTo>
                  <a:pt x="51631" y="158478"/>
                </a:lnTo>
                <a:lnTo>
                  <a:pt x="51630" y="158478"/>
                </a:lnTo>
                <a:lnTo>
                  <a:pt x="51629" y="158478"/>
                </a:lnTo>
                <a:lnTo>
                  <a:pt x="51628" y="158478"/>
                </a:lnTo>
                <a:lnTo>
                  <a:pt x="51627" y="158478"/>
                </a:lnTo>
                <a:lnTo>
                  <a:pt x="51626" y="158478"/>
                </a:lnTo>
                <a:lnTo>
                  <a:pt x="51625" y="158478"/>
                </a:lnTo>
                <a:lnTo>
                  <a:pt x="51624" y="158478"/>
                </a:lnTo>
                <a:lnTo>
                  <a:pt x="51623" y="158478"/>
                </a:lnTo>
                <a:lnTo>
                  <a:pt x="51622" y="158478"/>
                </a:lnTo>
                <a:lnTo>
                  <a:pt x="51621" y="158478"/>
                </a:lnTo>
                <a:lnTo>
                  <a:pt x="51620" y="158478"/>
                </a:lnTo>
                <a:lnTo>
                  <a:pt x="51619" y="158478"/>
                </a:lnTo>
                <a:lnTo>
                  <a:pt x="51618" y="158478"/>
                </a:lnTo>
                <a:lnTo>
                  <a:pt x="51617" y="158478"/>
                </a:lnTo>
                <a:lnTo>
                  <a:pt x="51616" y="158478"/>
                </a:lnTo>
                <a:lnTo>
                  <a:pt x="51615" y="158478"/>
                </a:lnTo>
                <a:lnTo>
                  <a:pt x="51614" y="158478"/>
                </a:lnTo>
                <a:lnTo>
                  <a:pt x="51613" y="158478"/>
                </a:lnTo>
                <a:lnTo>
                  <a:pt x="51612" y="158478"/>
                </a:lnTo>
                <a:lnTo>
                  <a:pt x="51611" y="158478"/>
                </a:lnTo>
                <a:lnTo>
                  <a:pt x="51610" y="158478"/>
                </a:lnTo>
                <a:lnTo>
                  <a:pt x="51609" y="158478"/>
                </a:lnTo>
                <a:lnTo>
                  <a:pt x="51608" y="158478"/>
                </a:lnTo>
                <a:lnTo>
                  <a:pt x="51607" y="158478"/>
                </a:lnTo>
                <a:lnTo>
                  <a:pt x="51606" y="158478"/>
                </a:lnTo>
                <a:lnTo>
                  <a:pt x="51605" y="158478"/>
                </a:lnTo>
                <a:lnTo>
                  <a:pt x="51604" y="158478"/>
                </a:lnTo>
                <a:lnTo>
                  <a:pt x="51603" y="158478"/>
                </a:lnTo>
                <a:lnTo>
                  <a:pt x="51602" y="158478"/>
                </a:lnTo>
                <a:lnTo>
                  <a:pt x="51601" y="158478"/>
                </a:lnTo>
                <a:lnTo>
                  <a:pt x="51600" y="158478"/>
                </a:lnTo>
                <a:lnTo>
                  <a:pt x="51599" y="158478"/>
                </a:lnTo>
                <a:lnTo>
                  <a:pt x="51598" y="158478"/>
                </a:lnTo>
                <a:lnTo>
                  <a:pt x="51597" y="158478"/>
                </a:lnTo>
                <a:lnTo>
                  <a:pt x="51596" y="158478"/>
                </a:lnTo>
                <a:lnTo>
                  <a:pt x="51595" y="158478"/>
                </a:lnTo>
                <a:lnTo>
                  <a:pt x="51594" y="158478"/>
                </a:lnTo>
                <a:lnTo>
                  <a:pt x="51593" y="158478"/>
                </a:lnTo>
                <a:lnTo>
                  <a:pt x="51592" y="158478"/>
                </a:lnTo>
                <a:lnTo>
                  <a:pt x="51591" y="158478"/>
                </a:lnTo>
                <a:lnTo>
                  <a:pt x="51590" y="158478"/>
                </a:lnTo>
                <a:lnTo>
                  <a:pt x="51589" y="158478"/>
                </a:lnTo>
                <a:lnTo>
                  <a:pt x="51588" y="158478"/>
                </a:lnTo>
                <a:lnTo>
                  <a:pt x="51587" y="158478"/>
                </a:lnTo>
                <a:lnTo>
                  <a:pt x="51586" y="158478"/>
                </a:lnTo>
                <a:lnTo>
                  <a:pt x="51585" y="158478"/>
                </a:lnTo>
                <a:lnTo>
                  <a:pt x="51584" y="158478"/>
                </a:lnTo>
                <a:lnTo>
                  <a:pt x="51583" y="158478"/>
                </a:lnTo>
                <a:lnTo>
                  <a:pt x="51582" y="158478"/>
                </a:lnTo>
                <a:lnTo>
                  <a:pt x="51581" y="158478"/>
                </a:lnTo>
                <a:lnTo>
                  <a:pt x="51580" y="158478"/>
                </a:lnTo>
                <a:lnTo>
                  <a:pt x="51579" y="158478"/>
                </a:lnTo>
                <a:lnTo>
                  <a:pt x="51578" y="158478"/>
                </a:lnTo>
                <a:lnTo>
                  <a:pt x="51577" y="158478"/>
                </a:lnTo>
                <a:lnTo>
                  <a:pt x="51576" y="158478"/>
                </a:lnTo>
                <a:lnTo>
                  <a:pt x="51575" y="158478"/>
                </a:lnTo>
                <a:lnTo>
                  <a:pt x="51574" y="158478"/>
                </a:lnTo>
                <a:lnTo>
                  <a:pt x="51573" y="158478"/>
                </a:lnTo>
                <a:lnTo>
                  <a:pt x="51572" y="158478"/>
                </a:lnTo>
                <a:lnTo>
                  <a:pt x="51571" y="158478"/>
                </a:lnTo>
                <a:lnTo>
                  <a:pt x="51570" y="158478"/>
                </a:lnTo>
                <a:lnTo>
                  <a:pt x="51569" y="158478"/>
                </a:lnTo>
                <a:lnTo>
                  <a:pt x="51568" y="158478"/>
                </a:lnTo>
                <a:lnTo>
                  <a:pt x="51567" y="158478"/>
                </a:lnTo>
                <a:lnTo>
                  <a:pt x="51566" y="158478"/>
                </a:lnTo>
                <a:lnTo>
                  <a:pt x="51565" y="158478"/>
                </a:lnTo>
                <a:lnTo>
                  <a:pt x="51564" y="158478"/>
                </a:lnTo>
                <a:lnTo>
                  <a:pt x="51563" y="158478"/>
                </a:lnTo>
                <a:lnTo>
                  <a:pt x="51562" y="158478"/>
                </a:lnTo>
                <a:lnTo>
                  <a:pt x="51561" y="158478"/>
                </a:lnTo>
                <a:lnTo>
                  <a:pt x="51560" y="158478"/>
                </a:lnTo>
                <a:lnTo>
                  <a:pt x="51559" y="158478"/>
                </a:lnTo>
                <a:lnTo>
                  <a:pt x="51558" y="158478"/>
                </a:lnTo>
                <a:lnTo>
                  <a:pt x="51557" y="158478"/>
                </a:lnTo>
                <a:lnTo>
                  <a:pt x="51556" y="158478"/>
                </a:lnTo>
                <a:lnTo>
                  <a:pt x="51555" y="158478"/>
                </a:lnTo>
                <a:lnTo>
                  <a:pt x="51554" y="158478"/>
                </a:lnTo>
                <a:lnTo>
                  <a:pt x="51553" y="158478"/>
                </a:lnTo>
                <a:lnTo>
                  <a:pt x="51552" y="158478"/>
                </a:lnTo>
                <a:lnTo>
                  <a:pt x="51551" y="158478"/>
                </a:lnTo>
                <a:lnTo>
                  <a:pt x="51550" y="158478"/>
                </a:lnTo>
                <a:lnTo>
                  <a:pt x="51549" y="158478"/>
                </a:lnTo>
                <a:lnTo>
                  <a:pt x="51548" y="158478"/>
                </a:lnTo>
                <a:lnTo>
                  <a:pt x="51547" y="158478"/>
                </a:lnTo>
                <a:lnTo>
                  <a:pt x="51546" y="158478"/>
                </a:lnTo>
                <a:lnTo>
                  <a:pt x="51545" y="158478"/>
                </a:lnTo>
                <a:lnTo>
                  <a:pt x="51544" y="158478"/>
                </a:lnTo>
                <a:lnTo>
                  <a:pt x="51543" y="158478"/>
                </a:lnTo>
                <a:lnTo>
                  <a:pt x="51542" y="158478"/>
                </a:lnTo>
                <a:lnTo>
                  <a:pt x="51541" y="158478"/>
                </a:lnTo>
                <a:lnTo>
                  <a:pt x="51540" y="158478"/>
                </a:lnTo>
                <a:lnTo>
                  <a:pt x="51539" y="158478"/>
                </a:lnTo>
                <a:lnTo>
                  <a:pt x="51538" y="158478"/>
                </a:lnTo>
                <a:lnTo>
                  <a:pt x="51537" y="158478"/>
                </a:lnTo>
                <a:lnTo>
                  <a:pt x="51536" y="158478"/>
                </a:lnTo>
                <a:lnTo>
                  <a:pt x="51535" y="158478"/>
                </a:lnTo>
                <a:lnTo>
                  <a:pt x="51534" y="158478"/>
                </a:lnTo>
                <a:lnTo>
                  <a:pt x="51533" y="158478"/>
                </a:lnTo>
                <a:lnTo>
                  <a:pt x="51532" y="158478"/>
                </a:lnTo>
                <a:lnTo>
                  <a:pt x="51531" y="158478"/>
                </a:lnTo>
                <a:lnTo>
                  <a:pt x="51530" y="158478"/>
                </a:lnTo>
                <a:lnTo>
                  <a:pt x="51529" y="158478"/>
                </a:lnTo>
                <a:lnTo>
                  <a:pt x="51528" y="158478"/>
                </a:lnTo>
                <a:lnTo>
                  <a:pt x="51527" y="158478"/>
                </a:lnTo>
                <a:lnTo>
                  <a:pt x="51526" y="158478"/>
                </a:lnTo>
                <a:lnTo>
                  <a:pt x="51525" y="158478"/>
                </a:lnTo>
                <a:lnTo>
                  <a:pt x="51524" y="158478"/>
                </a:lnTo>
                <a:lnTo>
                  <a:pt x="51523" y="158478"/>
                </a:lnTo>
                <a:lnTo>
                  <a:pt x="51522" y="158478"/>
                </a:lnTo>
                <a:lnTo>
                  <a:pt x="51521" y="158478"/>
                </a:lnTo>
                <a:lnTo>
                  <a:pt x="51520" y="158478"/>
                </a:lnTo>
                <a:lnTo>
                  <a:pt x="51519" y="158478"/>
                </a:lnTo>
                <a:lnTo>
                  <a:pt x="51518" y="158478"/>
                </a:lnTo>
                <a:lnTo>
                  <a:pt x="51517" y="158478"/>
                </a:lnTo>
                <a:lnTo>
                  <a:pt x="51516" y="158478"/>
                </a:lnTo>
                <a:lnTo>
                  <a:pt x="51515" y="158478"/>
                </a:lnTo>
                <a:lnTo>
                  <a:pt x="51514" y="158478"/>
                </a:lnTo>
                <a:lnTo>
                  <a:pt x="51513" y="158478"/>
                </a:lnTo>
                <a:lnTo>
                  <a:pt x="51512" y="158478"/>
                </a:lnTo>
                <a:lnTo>
                  <a:pt x="51511" y="158478"/>
                </a:lnTo>
                <a:lnTo>
                  <a:pt x="51510" y="158478"/>
                </a:lnTo>
                <a:lnTo>
                  <a:pt x="51509" y="158478"/>
                </a:lnTo>
                <a:lnTo>
                  <a:pt x="51508" y="158478"/>
                </a:lnTo>
                <a:lnTo>
                  <a:pt x="51507" y="158478"/>
                </a:lnTo>
                <a:lnTo>
                  <a:pt x="51506" y="158478"/>
                </a:lnTo>
                <a:lnTo>
                  <a:pt x="51505" y="158478"/>
                </a:lnTo>
                <a:lnTo>
                  <a:pt x="51504" y="158478"/>
                </a:lnTo>
                <a:lnTo>
                  <a:pt x="51503" y="158478"/>
                </a:lnTo>
                <a:lnTo>
                  <a:pt x="51502" y="158478"/>
                </a:lnTo>
                <a:lnTo>
                  <a:pt x="51501" y="158478"/>
                </a:lnTo>
                <a:lnTo>
                  <a:pt x="51500" y="158478"/>
                </a:lnTo>
                <a:lnTo>
                  <a:pt x="51499" y="158478"/>
                </a:lnTo>
                <a:lnTo>
                  <a:pt x="51498" y="158478"/>
                </a:lnTo>
                <a:lnTo>
                  <a:pt x="51497" y="158478"/>
                </a:lnTo>
                <a:lnTo>
                  <a:pt x="51496" y="158478"/>
                </a:lnTo>
                <a:lnTo>
                  <a:pt x="51495" y="158478"/>
                </a:lnTo>
                <a:lnTo>
                  <a:pt x="51494" y="158478"/>
                </a:lnTo>
                <a:lnTo>
                  <a:pt x="51493" y="158478"/>
                </a:lnTo>
                <a:lnTo>
                  <a:pt x="51492" y="158478"/>
                </a:lnTo>
                <a:lnTo>
                  <a:pt x="51491" y="158478"/>
                </a:lnTo>
                <a:lnTo>
                  <a:pt x="51490" y="158478"/>
                </a:lnTo>
                <a:lnTo>
                  <a:pt x="51489" y="158478"/>
                </a:lnTo>
                <a:lnTo>
                  <a:pt x="51488" y="158478"/>
                </a:lnTo>
                <a:lnTo>
                  <a:pt x="51487" y="158478"/>
                </a:lnTo>
                <a:lnTo>
                  <a:pt x="51486" y="158478"/>
                </a:lnTo>
                <a:lnTo>
                  <a:pt x="51485" y="158478"/>
                </a:lnTo>
                <a:lnTo>
                  <a:pt x="51484" y="158478"/>
                </a:lnTo>
                <a:lnTo>
                  <a:pt x="51483" y="158478"/>
                </a:lnTo>
                <a:lnTo>
                  <a:pt x="51482" y="158478"/>
                </a:lnTo>
                <a:lnTo>
                  <a:pt x="51481" y="158478"/>
                </a:lnTo>
                <a:lnTo>
                  <a:pt x="51480" y="158478"/>
                </a:lnTo>
                <a:lnTo>
                  <a:pt x="51479" y="158478"/>
                </a:lnTo>
                <a:lnTo>
                  <a:pt x="51478" y="158478"/>
                </a:lnTo>
                <a:lnTo>
                  <a:pt x="51477" y="158478"/>
                </a:lnTo>
                <a:lnTo>
                  <a:pt x="51476" y="158478"/>
                </a:lnTo>
                <a:lnTo>
                  <a:pt x="51475" y="158478"/>
                </a:lnTo>
                <a:lnTo>
                  <a:pt x="51474" y="158478"/>
                </a:lnTo>
                <a:lnTo>
                  <a:pt x="51473" y="158478"/>
                </a:lnTo>
                <a:lnTo>
                  <a:pt x="51472" y="158478"/>
                </a:lnTo>
                <a:lnTo>
                  <a:pt x="51471" y="158478"/>
                </a:lnTo>
                <a:lnTo>
                  <a:pt x="51470" y="158478"/>
                </a:lnTo>
                <a:lnTo>
                  <a:pt x="51469" y="158478"/>
                </a:lnTo>
                <a:lnTo>
                  <a:pt x="51468" y="158478"/>
                </a:lnTo>
                <a:lnTo>
                  <a:pt x="51467" y="158478"/>
                </a:lnTo>
                <a:lnTo>
                  <a:pt x="51466" y="158478"/>
                </a:lnTo>
                <a:lnTo>
                  <a:pt x="51465" y="158478"/>
                </a:lnTo>
                <a:lnTo>
                  <a:pt x="51464" y="158478"/>
                </a:lnTo>
                <a:lnTo>
                  <a:pt x="51463" y="158478"/>
                </a:lnTo>
                <a:lnTo>
                  <a:pt x="51462" y="158478"/>
                </a:lnTo>
                <a:lnTo>
                  <a:pt x="51461" y="158478"/>
                </a:lnTo>
                <a:lnTo>
                  <a:pt x="51460" y="158478"/>
                </a:lnTo>
                <a:lnTo>
                  <a:pt x="51459" y="158478"/>
                </a:lnTo>
                <a:lnTo>
                  <a:pt x="51458" y="158478"/>
                </a:lnTo>
                <a:lnTo>
                  <a:pt x="51457" y="158478"/>
                </a:lnTo>
                <a:lnTo>
                  <a:pt x="51456" y="158478"/>
                </a:lnTo>
                <a:lnTo>
                  <a:pt x="51455" y="158478"/>
                </a:lnTo>
                <a:lnTo>
                  <a:pt x="51454" y="158478"/>
                </a:lnTo>
                <a:lnTo>
                  <a:pt x="51453" y="158478"/>
                </a:lnTo>
                <a:lnTo>
                  <a:pt x="51452" y="158478"/>
                </a:lnTo>
                <a:lnTo>
                  <a:pt x="51451" y="158478"/>
                </a:lnTo>
                <a:lnTo>
                  <a:pt x="51450" y="158478"/>
                </a:lnTo>
                <a:lnTo>
                  <a:pt x="51449" y="158478"/>
                </a:lnTo>
                <a:lnTo>
                  <a:pt x="51448" y="158478"/>
                </a:lnTo>
                <a:lnTo>
                  <a:pt x="51447" y="158478"/>
                </a:lnTo>
                <a:lnTo>
                  <a:pt x="51446" y="158478"/>
                </a:lnTo>
                <a:lnTo>
                  <a:pt x="51445" y="158478"/>
                </a:lnTo>
                <a:lnTo>
                  <a:pt x="51444" y="158478"/>
                </a:lnTo>
                <a:lnTo>
                  <a:pt x="51443" y="158478"/>
                </a:lnTo>
                <a:lnTo>
                  <a:pt x="51442" y="158478"/>
                </a:lnTo>
                <a:lnTo>
                  <a:pt x="51441" y="158478"/>
                </a:lnTo>
                <a:lnTo>
                  <a:pt x="51440" y="158478"/>
                </a:lnTo>
                <a:lnTo>
                  <a:pt x="51439" y="158478"/>
                </a:lnTo>
                <a:lnTo>
                  <a:pt x="51438" y="158478"/>
                </a:lnTo>
                <a:lnTo>
                  <a:pt x="51437" y="158478"/>
                </a:lnTo>
                <a:lnTo>
                  <a:pt x="51436" y="158478"/>
                </a:lnTo>
                <a:lnTo>
                  <a:pt x="51435" y="158478"/>
                </a:lnTo>
                <a:lnTo>
                  <a:pt x="51434" y="158478"/>
                </a:lnTo>
                <a:lnTo>
                  <a:pt x="51433" y="158478"/>
                </a:lnTo>
                <a:lnTo>
                  <a:pt x="51432" y="158478"/>
                </a:lnTo>
                <a:lnTo>
                  <a:pt x="51431" y="158478"/>
                </a:lnTo>
                <a:lnTo>
                  <a:pt x="51430" y="158478"/>
                </a:lnTo>
                <a:lnTo>
                  <a:pt x="51429" y="158478"/>
                </a:lnTo>
                <a:lnTo>
                  <a:pt x="51428" y="158478"/>
                </a:lnTo>
                <a:lnTo>
                  <a:pt x="51427" y="158478"/>
                </a:lnTo>
                <a:lnTo>
                  <a:pt x="51426" y="158478"/>
                </a:lnTo>
                <a:lnTo>
                  <a:pt x="51425" y="158478"/>
                </a:lnTo>
                <a:lnTo>
                  <a:pt x="51424" y="158478"/>
                </a:lnTo>
                <a:lnTo>
                  <a:pt x="51423" y="158478"/>
                </a:lnTo>
                <a:lnTo>
                  <a:pt x="51422" y="158478"/>
                </a:lnTo>
                <a:lnTo>
                  <a:pt x="51421" y="158478"/>
                </a:lnTo>
                <a:lnTo>
                  <a:pt x="51420" y="158478"/>
                </a:lnTo>
                <a:lnTo>
                  <a:pt x="51419" y="158478"/>
                </a:lnTo>
                <a:lnTo>
                  <a:pt x="51418" y="158478"/>
                </a:lnTo>
                <a:lnTo>
                  <a:pt x="51417" y="158478"/>
                </a:lnTo>
                <a:lnTo>
                  <a:pt x="51416" y="158478"/>
                </a:lnTo>
                <a:lnTo>
                  <a:pt x="51415" y="158478"/>
                </a:lnTo>
                <a:lnTo>
                  <a:pt x="51414" y="158478"/>
                </a:lnTo>
                <a:lnTo>
                  <a:pt x="51413" y="158478"/>
                </a:lnTo>
                <a:lnTo>
                  <a:pt x="51412" y="158478"/>
                </a:lnTo>
                <a:lnTo>
                  <a:pt x="51411" y="158478"/>
                </a:lnTo>
                <a:lnTo>
                  <a:pt x="51410" y="158478"/>
                </a:lnTo>
                <a:lnTo>
                  <a:pt x="51409" y="158478"/>
                </a:lnTo>
                <a:lnTo>
                  <a:pt x="51408" y="158478"/>
                </a:lnTo>
                <a:lnTo>
                  <a:pt x="51407" y="158478"/>
                </a:lnTo>
                <a:lnTo>
                  <a:pt x="51406" y="158478"/>
                </a:lnTo>
                <a:lnTo>
                  <a:pt x="51405" y="158478"/>
                </a:lnTo>
                <a:lnTo>
                  <a:pt x="51404" y="158478"/>
                </a:lnTo>
                <a:lnTo>
                  <a:pt x="51403" y="158478"/>
                </a:lnTo>
                <a:lnTo>
                  <a:pt x="51402" y="158478"/>
                </a:lnTo>
                <a:lnTo>
                  <a:pt x="51401" y="158478"/>
                </a:lnTo>
                <a:lnTo>
                  <a:pt x="51400" y="158478"/>
                </a:lnTo>
                <a:lnTo>
                  <a:pt x="51399" y="158478"/>
                </a:lnTo>
                <a:lnTo>
                  <a:pt x="51398" y="158478"/>
                </a:lnTo>
                <a:lnTo>
                  <a:pt x="51397" y="158478"/>
                </a:lnTo>
                <a:lnTo>
                  <a:pt x="51396" y="158478"/>
                </a:lnTo>
                <a:lnTo>
                  <a:pt x="51395" y="158478"/>
                </a:lnTo>
                <a:lnTo>
                  <a:pt x="51394" y="158478"/>
                </a:lnTo>
                <a:lnTo>
                  <a:pt x="51393" y="158478"/>
                </a:lnTo>
                <a:lnTo>
                  <a:pt x="51392" y="158478"/>
                </a:lnTo>
                <a:lnTo>
                  <a:pt x="51391" y="158478"/>
                </a:lnTo>
                <a:lnTo>
                  <a:pt x="51390" y="158478"/>
                </a:lnTo>
                <a:lnTo>
                  <a:pt x="51389" y="158478"/>
                </a:lnTo>
                <a:lnTo>
                  <a:pt x="51388" y="158478"/>
                </a:lnTo>
                <a:lnTo>
                  <a:pt x="51387" y="158478"/>
                </a:lnTo>
                <a:lnTo>
                  <a:pt x="51386" y="158478"/>
                </a:lnTo>
                <a:lnTo>
                  <a:pt x="51385" y="158478"/>
                </a:lnTo>
                <a:lnTo>
                  <a:pt x="51384" y="158478"/>
                </a:lnTo>
                <a:lnTo>
                  <a:pt x="51383" y="158478"/>
                </a:lnTo>
                <a:lnTo>
                  <a:pt x="51382" y="158478"/>
                </a:lnTo>
                <a:lnTo>
                  <a:pt x="51381" y="158478"/>
                </a:lnTo>
                <a:lnTo>
                  <a:pt x="51380" y="158478"/>
                </a:lnTo>
                <a:lnTo>
                  <a:pt x="51379" y="158478"/>
                </a:lnTo>
                <a:lnTo>
                  <a:pt x="51378" y="158478"/>
                </a:lnTo>
                <a:lnTo>
                  <a:pt x="51377" y="158478"/>
                </a:lnTo>
                <a:lnTo>
                  <a:pt x="51376" y="158478"/>
                </a:lnTo>
                <a:lnTo>
                  <a:pt x="51375" y="158478"/>
                </a:lnTo>
                <a:lnTo>
                  <a:pt x="51374" y="158478"/>
                </a:lnTo>
                <a:lnTo>
                  <a:pt x="51373" y="158478"/>
                </a:lnTo>
                <a:lnTo>
                  <a:pt x="51372" y="158478"/>
                </a:lnTo>
                <a:lnTo>
                  <a:pt x="51371" y="158478"/>
                </a:lnTo>
                <a:lnTo>
                  <a:pt x="51370" y="158478"/>
                </a:lnTo>
                <a:lnTo>
                  <a:pt x="51369" y="158478"/>
                </a:lnTo>
                <a:lnTo>
                  <a:pt x="51368" y="158478"/>
                </a:lnTo>
                <a:lnTo>
                  <a:pt x="51367" y="158478"/>
                </a:lnTo>
                <a:lnTo>
                  <a:pt x="51366" y="158478"/>
                </a:lnTo>
                <a:lnTo>
                  <a:pt x="51365" y="158478"/>
                </a:lnTo>
                <a:lnTo>
                  <a:pt x="51364" y="158478"/>
                </a:lnTo>
                <a:lnTo>
                  <a:pt x="51363" y="158478"/>
                </a:lnTo>
                <a:lnTo>
                  <a:pt x="51362" y="158478"/>
                </a:lnTo>
                <a:lnTo>
                  <a:pt x="51361" y="158478"/>
                </a:lnTo>
                <a:lnTo>
                  <a:pt x="51360" y="158478"/>
                </a:lnTo>
                <a:lnTo>
                  <a:pt x="51359" y="158478"/>
                </a:lnTo>
                <a:lnTo>
                  <a:pt x="51358" y="158478"/>
                </a:lnTo>
                <a:lnTo>
                  <a:pt x="51357" y="158478"/>
                </a:lnTo>
                <a:lnTo>
                  <a:pt x="51356" y="158478"/>
                </a:lnTo>
                <a:lnTo>
                  <a:pt x="51355" y="158478"/>
                </a:lnTo>
                <a:lnTo>
                  <a:pt x="51354" y="158478"/>
                </a:lnTo>
                <a:lnTo>
                  <a:pt x="51353" y="158478"/>
                </a:lnTo>
                <a:lnTo>
                  <a:pt x="51352" y="158478"/>
                </a:lnTo>
                <a:lnTo>
                  <a:pt x="51351" y="158478"/>
                </a:lnTo>
                <a:lnTo>
                  <a:pt x="51350" y="158478"/>
                </a:lnTo>
                <a:lnTo>
                  <a:pt x="51349" y="158478"/>
                </a:lnTo>
                <a:lnTo>
                  <a:pt x="51348" y="158478"/>
                </a:lnTo>
                <a:lnTo>
                  <a:pt x="51347" y="158478"/>
                </a:lnTo>
                <a:lnTo>
                  <a:pt x="51346" y="158478"/>
                </a:lnTo>
                <a:lnTo>
                  <a:pt x="51345" y="158478"/>
                </a:lnTo>
                <a:lnTo>
                  <a:pt x="51344" y="158478"/>
                </a:lnTo>
                <a:lnTo>
                  <a:pt x="51343" y="158478"/>
                </a:lnTo>
                <a:lnTo>
                  <a:pt x="51342" y="158478"/>
                </a:lnTo>
                <a:lnTo>
                  <a:pt x="51341" y="158478"/>
                </a:lnTo>
                <a:lnTo>
                  <a:pt x="51340" y="158478"/>
                </a:lnTo>
                <a:lnTo>
                  <a:pt x="51339" y="158478"/>
                </a:lnTo>
                <a:lnTo>
                  <a:pt x="51338" y="158478"/>
                </a:lnTo>
                <a:lnTo>
                  <a:pt x="51337" y="158478"/>
                </a:lnTo>
                <a:lnTo>
                  <a:pt x="51336" y="158478"/>
                </a:lnTo>
                <a:lnTo>
                  <a:pt x="51335" y="158478"/>
                </a:lnTo>
                <a:lnTo>
                  <a:pt x="51334" y="158478"/>
                </a:lnTo>
                <a:lnTo>
                  <a:pt x="51333" y="158478"/>
                </a:lnTo>
                <a:lnTo>
                  <a:pt x="51332" y="158478"/>
                </a:lnTo>
                <a:lnTo>
                  <a:pt x="51331" y="158478"/>
                </a:lnTo>
                <a:lnTo>
                  <a:pt x="51330" y="158478"/>
                </a:lnTo>
                <a:lnTo>
                  <a:pt x="51329" y="158478"/>
                </a:lnTo>
                <a:lnTo>
                  <a:pt x="51328" y="158478"/>
                </a:lnTo>
                <a:lnTo>
                  <a:pt x="51327" y="158478"/>
                </a:lnTo>
                <a:lnTo>
                  <a:pt x="51326" y="158478"/>
                </a:lnTo>
                <a:lnTo>
                  <a:pt x="51325" y="158478"/>
                </a:lnTo>
                <a:lnTo>
                  <a:pt x="51324" y="158478"/>
                </a:lnTo>
                <a:lnTo>
                  <a:pt x="51323" y="158478"/>
                </a:lnTo>
                <a:lnTo>
                  <a:pt x="51322" y="158478"/>
                </a:lnTo>
                <a:lnTo>
                  <a:pt x="51321" y="158478"/>
                </a:lnTo>
                <a:lnTo>
                  <a:pt x="51320" y="158478"/>
                </a:lnTo>
                <a:lnTo>
                  <a:pt x="51319" y="158478"/>
                </a:lnTo>
                <a:lnTo>
                  <a:pt x="51318" y="158478"/>
                </a:lnTo>
                <a:lnTo>
                  <a:pt x="51317" y="158478"/>
                </a:lnTo>
                <a:lnTo>
                  <a:pt x="51316" y="158478"/>
                </a:lnTo>
                <a:lnTo>
                  <a:pt x="51315" y="158478"/>
                </a:lnTo>
                <a:lnTo>
                  <a:pt x="51314" y="158478"/>
                </a:lnTo>
                <a:lnTo>
                  <a:pt x="51313" y="158478"/>
                </a:lnTo>
                <a:lnTo>
                  <a:pt x="51312" y="158478"/>
                </a:lnTo>
                <a:lnTo>
                  <a:pt x="51311" y="158478"/>
                </a:lnTo>
                <a:lnTo>
                  <a:pt x="51310" y="158478"/>
                </a:lnTo>
                <a:lnTo>
                  <a:pt x="51309" y="158478"/>
                </a:lnTo>
                <a:lnTo>
                  <a:pt x="51308" y="158478"/>
                </a:lnTo>
                <a:lnTo>
                  <a:pt x="51307" y="158478"/>
                </a:lnTo>
                <a:lnTo>
                  <a:pt x="51306" y="158478"/>
                </a:lnTo>
                <a:lnTo>
                  <a:pt x="51305" y="158478"/>
                </a:lnTo>
                <a:lnTo>
                  <a:pt x="51304" y="158478"/>
                </a:lnTo>
                <a:lnTo>
                  <a:pt x="51303" y="158478"/>
                </a:lnTo>
                <a:lnTo>
                  <a:pt x="51302" y="158478"/>
                </a:lnTo>
                <a:lnTo>
                  <a:pt x="51301" y="158478"/>
                </a:lnTo>
                <a:lnTo>
                  <a:pt x="51300" y="158478"/>
                </a:lnTo>
                <a:lnTo>
                  <a:pt x="51299" y="158478"/>
                </a:lnTo>
                <a:lnTo>
                  <a:pt x="51298" y="158478"/>
                </a:lnTo>
                <a:lnTo>
                  <a:pt x="51297" y="158478"/>
                </a:lnTo>
                <a:lnTo>
                  <a:pt x="51296" y="158478"/>
                </a:lnTo>
                <a:lnTo>
                  <a:pt x="51295" y="158478"/>
                </a:lnTo>
                <a:lnTo>
                  <a:pt x="51294" y="158478"/>
                </a:lnTo>
                <a:lnTo>
                  <a:pt x="51293" y="158478"/>
                </a:lnTo>
                <a:lnTo>
                  <a:pt x="51292" y="158478"/>
                </a:lnTo>
                <a:lnTo>
                  <a:pt x="51291" y="158478"/>
                </a:lnTo>
                <a:lnTo>
                  <a:pt x="51290" y="158478"/>
                </a:lnTo>
                <a:lnTo>
                  <a:pt x="51289" y="158478"/>
                </a:lnTo>
                <a:lnTo>
                  <a:pt x="51288" y="158478"/>
                </a:lnTo>
                <a:lnTo>
                  <a:pt x="51287" y="158478"/>
                </a:lnTo>
                <a:lnTo>
                  <a:pt x="51286" y="158478"/>
                </a:lnTo>
                <a:lnTo>
                  <a:pt x="51285" y="158478"/>
                </a:lnTo>
                <a:lnTo>
                  <a:pt x="51284" y="158478"/>
                </a:lnTo>
                <a:lnTo>
                  <a:pt x="51283" y="158478"/>
                </a:lnTo>
                <a:lnTo>
                  <a:pt x="51282" y="158478"/>
                </a:lnTo>
                <a:lnTo>
                  <a:pt x="51281" y="158478"/>
                </a:lnTo>
                <a:lnTo>
                  <a:pt x="51280" y="158478"/>
                </a:lnTo>
                <a:lnTo>
                  <a:pt x="51279" y="158478"/>
                </a:lnTo>
                <a:lnTo>
                  <a:pt x="51278" y="158478"/>
                </a:lnTo>
                <a:lnTo>
                  <a:pt x="51277" y="158478"/>
                </a:lnTo>
                <a:lnTo>
                  <a:pt x="51276" y="158478"/>
                </a:lnTo>
                <a:lnTo>
                  <a:pt x="51275" y="158478"/>
                </a:lnTo>
                <a:lnTo>
                  <a:pt x="51274" y="158478"/>
                </a:lnTo>
                <a:lnTo>
                  <a:pt x="51273" y="158478"/>
                </a:lnTo>
                <a:lnTo>
                  <a:pt x="51272" y="158478"/>
                </a:lnTo>
                <a:lnTo>
                  <a:pt x="51271" y="158478"/>
                </a:lnTo>
                <a:lnTo>
                  <a:pt x="51270" y="158478"/>
                </a:lnTo>
                <a:lnTo>
                  <a:pt x="51269" y="158478"/>
                </a:lnTo>
                <a:lnTo>
                  <a:pt x="51268" y="158478"/>
                </a:lnTo>
                <a:lnTo>
                  <a:pt x="51267" y="158478"/>
                </a:lnTo>
                <a:lnTo>
                  <a:pt x="51266" y="158478"/>
                </a:lnTo>
                <a:lnTo>
                  <a:pt x="51265" y="158478"/>
                </a:lnTo>
                <a:lnTo>
                  <a:pt x="51264" y="158478"/>
                </a:lnTo>
                <a:lnTo>
                  <a:pt x="51263" y="158478"/>
                </a:lnTo>
                <a:lnTo>
                  <a:pt x="51262" y="158478"/>
                </a:lnTo>
                <a:lnTo>
                  <a:pt x="51261" y="158478"/>
                </a:lnTo>
                <a:lnTo>
                  <a:pt x="51260" y="158478"/>
                </a:lnTo>
                <a:lnTo>
                  <a:pt x="51259" y="158478"/>
                </a:lnTo>
                <a:lnTo>
                  <a:pt x="51258" y="158478"/>
                </a:lnTo>
                <a:lnTo>
                  <a:pt x="51257" y="158478"/>
                </a:lnTo>
                <a:lnTo>
                  <a:pt x="51256" y="158478"/>
                </a:lnTo>
                <a:lnTo>
                  <a:pt x="51255" y="158478"/>
                </a:lnTo>
                <a:lnTo>
                  <a:pt x="51254" y="158478"/>
                </a:lnTo>
                <a:lnTo>
                  <a:pt x="51253" y="158478"/>
                </a:lnTo>
                <a:lnTo>
                  <a:pt x="51252" y="158478"/>
                </a:lnTo>
                <a:lnTo>
                  <a:pt x="51251" y="158478"/>
                </a:lnTo>
                <a:lnTo>
                  <a:pt x="51250" y="158478"/>
                </a:lnTo>
                <a:lnTo>
                  <a:pt x="51249" y="158478"/>
                </a:lnTo>
                <a:lnTo>
                  <a:pt x="51248" y="158478"/>
                </a:lnTo>
                <a:lnTo>
                  <a:pt x="51247" y="158478"/>
                </a:lnTo>
                <a:lnTo>
                  <a:pt x="51246" y="158478"/>
                </a:lnTo>
                <a:lnTo>
                  <a:pt x="51245" y="158478"/>
                </a:lnTo>
                <a:lnTo>
                  <a:pt x="51244" y="158478"/>
                </a:lnTo>
                <a:lnTo>
                  <a:pt x="51243" y="158478"/>
                </a:lnTo>
                <a:lnTo>
                  <a:pt x="51242" y="158478"/>
                </a:lnTo>
                <a:lnTo>
                  <a:pt x="51241" y="158478"/>
                </a:lnTo>
                <a:lnTo>
                  <a:pt x="51240" y="158478"/>
                </a:lnTo>
                <a:lnTo>
                  <a:pt x="51239" y="158478"/>
                </a:lnTo>
                <a:lnTo>
                  <a:pt x="51238" y="158478"/>
                </a:lnTo>
                <a:lnTo>
                  <a:pt x="51237" y="158478"/>
                </a:lnTo>
                <a:lnTo>
                  <a:pt x="51236" y="158478"/>
                </a:lnTo>
                <a:lnTo>
                  <a:pt x="51235" y="158478"/>
                </a:lnTo>
                <a:lnTo>
                  <a:pt x="51234" y="158478"/>
                </a:lnTo>
                <a:lnTo>
                  <a:pt x="51233" y="158478"/>
                </a:lnTo>
                <a:lnTo>
                  <a:pt x="51232" y="158478"/>
                </a:lnTo>
                <a:lnTo>
                  <a:pt x="51231" y="158478"/>
                </a:lnTo>
                <a:lnTo>
                  <a:pt x="51230" y="158478"/>
                </a:lnTo>
                <a:lnTo>
                  <a:pt x="51229" y="158478"/>
                </a:lnTo>
                <a:lnTo>
                  <a:pt x="51228" y="158478"/>
                </a:lnTo>
                <a:lnTo>
                  <a:pt x="51227" y="158478"/>
                </a:lnTo>
                <a:lnTo>
                  <a:pt x="51226" y="158478"/>
                </a:lnTo>
                <a:lnTo>
                  <a:pt x="51225" y="158478"/>
                </a:lnTo>
                <a:lnTo>
                  <a:pt x="51224" y="158478"/>
                </a:lnTo>
                <a:lnTo>
                  <a:pt x="51223" y="158478"/>
                </a:lnTo>
                <a:lnTo>
                  <a:pt x="51222" y="158478"/>
                </a:lnTo>
                <a:lnTo>
                  <a:pt x="51221" y="158478"/>
                </a:lnTo>
                <a:lnTo>
                  <a:pt x="51220" y="158478"/>
                </a:lnTo>
                <a:lnTo>
                  <a:pt x="51219" y="158478"/>
                </a:lnTo>
                <a:lnTo>
                  <a:pt x="51218" y="158478"/>
                </a:lnTo>
                <a:lnTo>
                  <a:pt x="51217" y="158478"/>
                </a:lnTo>
                <a:lnTo>
                  <a:pt x="51216" y="158478"/>
                </a:lnTo>
                <a:lnTo>
                  <a:pt x="51215" y="158478"/>
                </a:lnTo>
                <a:lnTo>
                  <a:pt x="51214" y="158478"/>
                </a:lnTo>
                <a:lnTo>
                  <a:pt x="51213" y="158478"/>
                </a:lnTo>
                <a:lnTo>
                  <a:pt x="51212" y="158478"/>
                </a:lnTo>
                <a:lnTo>
                  <a:pt x="51211" y="158478"/>
                </a:lnTo>
                <a:lnTo>
                  <a:pt x="51210" y="158478"/>
                </a:lnTo>
                <a:lnTo>
                  <a:pt x="51209" y="158478"/>
                </a:lnTo>
                <a:lnTo>
                  <a:pt x="51208" y="158478"/>
                </a:lnTo>
                <a:lnTo>
                  <a:pt x="51207" y="158478"/>
                </a:lnTo>
                <a:lnTo>
                  <a:pt x="51206" y="158478"/>
                </a:lnTo>
                <a:lnTo>
                  <a:pt x="51205" y="158478"/>
                </a:lnTo>
                <a:lnTo>
                  <a:pt x="51204" y="158478"/>
                </a:lnTo>
                <a:lnTo>
                  <a:pt x="51203" y="158478"/>
                </a:lnTo>
                <a:lnTo>
                  <a:pt x="51202" y="158478"/>
                </a:lnTo>
                <a:lnTo>
                  <a:pt x="51201" y="158478"/>
                </a:lnTo>
                <a:lnTo>
                  <a:pt x="51200" y="158478"/>
                </a:lnTo>
                <a:lnTo>
                  <a:pt x="51199" y="158478"/>
                </a:lnTo>
                <a:lnTo>
                  <a:pt x="51198" y="158478"/>
                </a:lnTo>
                <a:lnTo>
                  <a:pt x="51197" y="158478"/>
                </a:lnTo>
                <a:lnTo>
                  <a:pt x="51196" y="158478"/>
                </a:lnTo>
                <a:lnTo>
                  <a:pt x="51195" y="158478"/>
                </a:lnTo>
                <a:lnTo>
                  <a:pt x="51194" y="158478"/>
                </a:lnTo>
                <a:lnTo>
                  <a:pt x="51193" y="158478"/>
                </a:lnTo>
                <a:lnTo>
                  <a:pt x="51192" y="158478"/>
                </a:lnTo>
                <a:lnTo>
                  <a:pt x="51191" y="158478"/>
                </a:lnTo>
                <a:lnTo>
                  <a:pt x="51190" y="158478"/>
                </a:lnTo>
                <a:lnTo>
                  <a:pt x="51189" y="158478"/>
                </a:lnTo>
                <a:lnTo>
                  <a:pt x="51188" y="158478"/>
                </a:lnTo>
                <a:lnTo>
                  <a:pt x="51187" y="158478"/>
                </a:lnTo>
                <a:lnTo>
                  <a:pt x="51186" y="158478"/>
                </a:lnTo>
                <a:lnTo>
                  <a:pt x="51185" y="158478"/>
                </a:lnTo>
                <a:lnTo>
                  <a:pt x="51184" y="158478"/>
                </a:lnTo>
                <a:lnTo>
                  <a:pt x="51183" y="158478"/>
                </a:lnTo>
                <a:lnTo>
                  <a:pt x="51182" y="158478"/>
                </a:lnTo>
                <a:lnTo>
                  <a:pt x="51181" y="158478"/>
                </a:lnTo>
                <a:lnTo>
                  <a:pt x="51180" y="158478"/>
                </a:lnTo>
                <a:lnTo>
                  <a:pt x="51179" y="158478"/>
                </a:lnTo>
                <a:lnTo>
                  <a:pt x="51178" y="158478"/>
                </a:lnTo>
                <a:lnTo>
                  <a:pt x="51177" y="158478"/>
                </a:lnTo>
                <a:lnTo>
                  <a:pt x="51176" y="158478"/>
                </a:lnTo>
                <a:lnTo>
                  <a:pt x="51175" y="158478"/>
                </a:lnTo>
                <a:lnTo>
                  <a:pt x="51174" y="158478"/>
                </a:lnTo>
                <a:lnTo>
                  <a:pt x="51173" y="158478"/>
                </a:lnTo>
                <a:lnTo>
                  <a:pt x="51172" y="158478"/>
                </a:lnTo>
                <a:lnTo>
                  <a:pt x="51171" y="158478"/>
                </a:lnTo>
                <a:lnTo>
                  <a:pt x="51170" y="158478"/>
                </a:lnTo>
                <a:lnTo>
                  <a:pt x="51169" y="158478"/>
                </a:lnTo>
                <a:lnTo>
                  <a:pt x="51168" y="158478"/>
                </a:lnTo>
                <a:lnTo>
                  <a:pt x="51167" y="158478"/>
                </a:lnTo>
                <a:lnTo>
                  <a:pt x="51166" y="158478"/>
                </a:lnTo>
                <a:lnTo>
                  <a:pt x="51165" y="158478"/>
                </a:lnTo>
                <a:lnTo>
                  <a:pt x="51164" y="158478"/>
                </a:lnTo>
                <a:lnTo>
                  <a:pt x="51163" y="158478"/>
                </a:lnTo>
                <a:lnTo>
                  <a:pt x="51162" y="158478"/>
                </a:lnTo>
                <a:lnTo>
                  <a:pt x="51161" y="158478"/>
                </a:lnTo>
                <a:lnTo>
                  <a:pt x="51160" y="158478"/>
                </a:lnTo>
                <a:lnTo>
                  <a:pt x="51159" y="158478"/>
                </a:lnTo>
                <a:lnTo>
                  <a:pt x="51158" y="158478"/>
                </a:lnTo>
                <a:lnTo>
                  <a:pt x="51157" y="158478"/>
                </a:lnTo>
                <a:lnTo>
                  <a:pt x="51156" y="158478"/>
                </a:lnTo>
                <a:lnTo>
                  <a:pt x="51155" y="158478"/>
                </a:lnTo>
                <a:lnTo>
                  <a:pt x="51154" y="158478"/>
                </a:lnTo>
                <a:lnTo>
                  <a:pt x="51153" y="158478"/>
                </a:lnTo>
                <a:lnTo>
                  <a:pt x="51152" y="158478"/>
                </a:lnTo>
                <a:lnTo>
                  <a:pt x="51151" y="158478"/>
                </a:lnTo>
                <a:lnTo>
                  <a:pt x="51150" y="158478"/>
                </a:lnTo>
                <a:lnTo>
                  <a:pt x="51149" y="158478"/>
                </a:lnTo>
                <a:lnTo>
                  <a:pt x="51148" y="158478"/>
                </a:lnTo>
                <a:lnTo>
                  <a:pt x="51147" y="158478"/>
                </a:lnTo>
                <a:lnTo>
                  <a:pt x="51146" y="158478"/>
                </a:lnTo>
                <a:lnTo>
                  <a:pt x="51145" y="158478"/>
                </a:lnTo>
                <a:lnTo>
                  <a:pt x="51144" y="158478"/>
                </a:lnTo>
                <a:lnTo>
                  <a:pt x="51143" y="158478"/>
                </a:lnTo>
                <a:lnTo>
                  <a:pt x="51142" y="158478"/>
                </a:lnTo>
                <a:lnTo>
                  <a:pt x="51141" y="158478"/>
                </a:lnTo>
                <a:lnTo>
                  <a:pt x="51140" y="158478"/>
                </a:lnTo>
                <a:lnTo>
                  <a:pt x="51139" y="158478"/>
                </a:lnTo>
                <a:lnTo>
                  <a:pt x="51138" y="158478"/>
                </a:lnTo>
                <a:lnTo>
                  <a:pt x="51137" y="158478"/>
                </a:lnTo>
                <a:lnTo>
                  <a:pt x="51136" y="158478"/>
                </a:lnTo>
                <a:lnTo>
                  <a:pt x="51135" y="158478"/>
                </a:lnTo>
                <a:lnTo>
                  <a:pt x="51134" y="158478"/>
                </a:lnTo>
                <a:lnTo>
                  <a:pt x="51133" y="158478"/>
                </a:lnTo>
                <a:lnTo>
                  <a:pt x="51132" y="158478"/>
                </a:lnTo>
                <a:lnTo>
                  <a:pt x="51131" y="158478"/>
                </a:lnTo>
                <a:lnTo>
                  <a:pt x="51130" y="158478"/>
                </a:lnTo>
                <a:lnTo>
                  <a:pt x="51129" y="158478"/>
                </a:lnTo>
                <a:lnTo>
                  <a:pt x="51128" y="158478"/>
                </a:lnTo>
                <a:lnTo>
                  <a:pt x="51127" y="158478"/>
                </a:lnTo>
                <a:lnTo>
                  <a:pt x="51126" y="158478"/>
                </a:lnTo>
                <a:lnTo>
                  <a:pt x="51125" y="158478"/>
                </a:lnTo>
                <a:lnTo>
                  <a:pt x="51124" y="158478"/>
                </a:lnTo>
                <a:lnTo>
                  <a:pt x="51123" y="158478"/>
                </a:lnTo>
                <a:lnTo>
                  <a:pt x="51122" y="158478"/>
                </a:lnTo>
                <a:lnTo>
                  <a:pt x="51121" y="158478"/>
                </a:lnTo>
                <a:lnTo>
                  <a:pt x="51120" y="158478"/>
                </a:lnTo>
                <a:lnTo>
                  <a:pt x="51119" y="158478"/>
                </a:lnTo>
                <a:lnTo>
                  <a:pt x="51118" y="158478"/>
                </a:lnTo>
                <a:lnTo>
                  <a:pt x="51117" y="158478"/>
                </a:lnTo>
                <a:lnTo>
                  <a:pt x="51116" y="158478"/>
                </a:lnTo>
                <a:lnTo>
                  <a:pt x="51115" y="158478"/>
                </a:lnTo>
                <a:lnTo>
                  <a:pt x="51114" y="158478"/>
                </a:lnTo>
                <a:lnTo>
                  <a:pt x="51113" y="158478"/>
                </a:lnTo>
                <a:lnTo>
                  <a:pt x="51112" y="158478"/>
                </a:lnTo>
                <a:lnTo>
                  <a:pt x="51111" y="158478"/>
                </a:lnTo>
                <a:lnTo>
                  <a:pt x="51110" y="158478"/>
                </a:lnTo>
                <a:lnTo>
                  <a:pt x="51109" y="158478"/>
                </a:lnTo>
                <a:lnTo>
                  <a:pt x="51109" y="158478"/>
                </a:lnTo>
                <a:lnTo>
                  <a:pt x="51108" y="158478"/>
                </a:lnTo>
                <a:lnTo>
                  <a:pt x="51107" y="158478"/>
                </a:lnTo>
                <a:lnTo>
                  <a:pt x="51106" y="158478"/>
                </a:lnTo>
                <a:lnTo>
                  <a:pt x="51105" y="158478"/>
                </a:lnTo>
                <a:lnTo>
                  <a:pt x="51104" y="158478"/>
                </a:lnTo>
                <a:lnTo>
                  <a:pt x="51103" y="158478"/>
                </a:lnTo>
                <a:lnTo>
                  <a:pt x="51102" y="158478"/>
                </a:lnTo>
                <a:lnTo>
                  <a:pt x="51101" y="158478"/>
                </a:lnTo>
                <a:lnTo>
                  <a:pt x="51100" y="158478"/>
                </a:lnTo>
                <a:lnTo>
                  <a:pt x="51099" y="158478"/>
                </a:lnTo>
                <a:lnTo>
                  <a:pt x="51098" y="158478"/>
                </a:lnTo>
                <a:lnTo>
                  <a:pt x="51097" y="158478"/>
                </a:lnTo>
                <a:lnTo>
                  <a:pt x="51096" y="158478"/>
                </a:lnTo>
                <a:lnTo>
                  <a:pt x="51095" y="158478"/>
                </a:lnTo>
                <a:lnTo>
                  <a:pt x="51094" y="158478"/>
                </a:lnTo>
                <a:lnTo>
                  <a:pt x="51093" y="158478"/>
                </a:lnTo>
                <a:lnTo>
                  <a:pt x="51092" y="158478"/>
                </a:lnTo>
                <a:lnTo>
                  <a:pt x="51091" y="158478"/>
                </a:lnTo>
                <a:lnTo>
                  <a:pt x="51090" y="158478"/>
                </a:lnTo>
                <a:lnTo>
                  <a:pt x="51089" y="158478"/>
                </a:lnTo>
                <a:lnTo>
                  <a:pt x="51088" y="158478"/>
                </a:lnTo>
                <a:lnTo>
                  <a:pt x="51087" y="158478"/>
                </a:lnTo>
                <a:lnTo>
                  <a:pt x="51086" y="158478"/>
                </a:lnTo>
                <a:lnTo>
                  <a:pt x="51085" y="158478"/>
                </a:lnTo>
                <a:lnTo>
                  <a:pt x="51084" y="158478"/>
                </a:lnTo>
                <a:lnTo>
                  <a:pt x="51083" y="158478"/>
                </a:lnTo>
                <a:lnTo>
                  <a:pt x="51082" y="158478"/>
                </a:lnTo>
                <a:lnTo>
                  <a:pt x="51081" y="158478"/>
                </a:lnTo>
                <a:lnTo>
                  <a:pt x="51080" y="158478"/>
                </a:lnTo>
                <a:lnTo>
                  <a:pt x="51079" y="158478"/>
                </a:lnTo>
                <a:lnTo>
                  <a:pt x="51078" y="158478"/>
                </a:lnTo>
                <a:lnTo>
                  <a:pt x="51077" y="158478"/>
                </a:lnTo>
                <a:lnTo>
                  <a:pt x="51076" y="158478"/>
                </a:lnTo>
                <a:lnTo>
                  <a:pt x="51075" y="158478"/>
                </a:lnTo>
                <a:lnTo>
                  <a:pt x="51074" y="158478"/>
                </a:lnTo>
                <a:lnTo>
                  <a:pt x="51073" y="158478"/>
                </a:lnTo>
                <a:lnTo>
                  <a:pt x="51072" y="158478"/>
                </a:lnTo>
                <a:lnTo>
                  <a:pt x="51071" y="158478"/>
                </a:lnTo>
                <a:lnTo>
                  <a:pt x="51070" y="158478"/>
                </a:lnTo>
                <a:lnTo>
                  <a:pt x="51069" y="158478"/>
                </a:lnTo>
                <a:lnTo>
                  <a:pt x="51068" y="158478"/>
                </a:lnTo>
                <a:lnTo>
                  <a:pt x="51067" y="158478"/>
                </a:lnTo>
                <a:lnTo>
                  <a:pt x="51066" y="158478"/>
                </a:lnTo>
                <a:lnTo>
                  <a:pt x="51065" y="158478"/>
                </a:lnTo>
                <a:lnTo>
                  <a:pt x="51064" y="158478"/>
                </a:lnTo>
                <a:lnTo>
                  <a:pt x="51063" y="158478"/>
                </a:lnTo>
                <a:lnTo>
                  <a:pt x="51062" y="158478"/>
                </a:lnTo>
                <a:lnTo>
                  <a:pt x="51061" y="158478"/>
                </a:lnTo>
                <a:lnTo>
                  <a:pt x="51060" y="158478"/>
                </a:lnTo>
                <a:lnTo>
                  <a:pt x="51059" y="158478"/>
                </a:lnTo>
                <a:lnTo>
                  <a:pt x="51058" y="158478"/>
                </a:lnTo>
                <a:lnTo>
                  <a:pt x="51057" y="158478"/>
                </a:lnTo>
                <a:lnTo>
                  <a:pt x="51056" y="158478"/>
                </a:lnTo>
                <a:lnTo>
                  <a:pt x="51055" y="158478"/>
                </a:lnTo>
                <a:lnTo>
                  <a:pt x="51054" y="158478"/>
                </a:lnTo>
                <a:lnTo>
                  <a:pt x="51053" y="158478"/>
                </a:lnTo>
                <a:lnTo>
                  <a:pt x="51052" y="158478"/>
                </a:lnTo>
                <a:lnTo>
                  <a:pt x="51051" y="158478"/>
                </a:lnTo>
                <a:lnTo>
                  <a:pt x="51050" y="158478"/>
                </a:lnTo>
                <a:lnTo>
                  <a:pt x="51049" y="158478"/>
                </a:lnTo>
                <a:lnTo>
                  <a:pt x="51048" y="158478"/>
                </a:lnTo>
                <a:lnTo>
                  <a:pt x="51047" y="158478"/>
                </a:lnTo>
                <a:lnTo>
                  <a:pt x="51046" y="158478"/>
                </a:lnTo>
                <a:lnTo>
                  <a:pt x="51045" y="158478"/>
                </a:lnTo>
                <a:lnTo>
                  <a:pt x="51044" y="158478"/>
                </a:lnTo>
                <a:lnTo>
                  <a:pt x="51043" y="158478"/>
                </a:lnTo>
                <a:lnTo>
                  <a:pt x="51042" y="158478"/>
                </a:lnTo>
                <a:lnTo>
                  <a:pt x="51041" y="158478"/>
                </a:lnTo>
                <a:lnTo>
                  <a:pt x="51040" y="158478"/>
                </a:lnTo>
                <a:lnTo>
                  <a:pt x="51039" y="158478"/>
                </a:lnTo>
                <a:lnTo>
                  <a:pt x="51038" y="158478"/>
                </a:lnTo>
                <a:lnTo>
                  <a:pt x="51037" y="158478"/>
                </a:lnTo>
                <a:lnTo>
                  <a:pt x="51036" y="158478"/>
                </a:lnTo>
                <a:lnTo>
                  <a:pt x="51035" y="158478"/>
                </a:lnTo>
                <a:lnTo>
                  <a:pt x="51034" y="158478"/>
                </a:lnTo>
                <a:lnTo>
                  <a:pt x="51033" y="158478"/>
                </a:lnTo>
                <a:lnTo>
                  <a:pt x="51032" y="158478"/>
                </a:lnTo>
                <a:lnTo>
                  <a:pt x="51031" y="158478"/>
                </a:lnTo>
                <a:lnTo>
                  <a:pt x="51030" y="158478"/>
                </a:lnTo>
                <a:lnTo>
                  <a:pt x="51029" y="158478"/>
                </a:lnTo>
                <a:lnTo>
                  <a:pt x="51028" y="158478"/>
                </a:lnTo>
                <a:lnTo>
                  <a:pt x="51027" y="158478"/>
                </a:lnTo>
                <a:lnTo>
                  <a:pt x="51026" y="158478"/>
                </a:lnTo>
                <a:lnTo>
                  <a:pt x="51025" y="158478"/>
                </a:lnTo>
                <a:lnTo>
                  <a:pt x="51024" y="158478"/>
                </a:lnTo>
                <a:lnTo>
                  <a:pt x="51023" y="158478"/>
                </a:lnTo>
                <a:lnTo>
                  <a:pt x="51022" y="158478"/>
                </a:lnTo>
                <a:lnTo>
                  <a:pt x="51021" y="158478"/>
                </a:lnTo>
                <a:lnTo>
                  <a:pt x="51020" y="158478"/>
                </a:lnTo>
                <a:lnTo>
                  <a:pt x="51019" y="158478"/>
                </a:lnTo>
                <a:lnTo>
                  <a:pt x="51018" y="158478"/>
                </a:lnTo>
                <a:lnTo>
                  <a:pt x="51017" y="158478"/>
                </a:lnTo>
                <a:lnTo>
                  <a:pt x="51016" y="158478"/>
                </a:lnTo>
                <a:lnTo>
                  <a:pt x="51015" y="158478"/>
                </a:lnTo>
                <a:lnTo>
                  <a:pt x="51014" y="158478"/>
                </a:lnTo>
                <a:lnTo>
                  <a:pt x="51013" y="158478"/>
                </a:lnTo>
                <a:lnTo>
                  <a:pt x="51012" y="158478"/>
                </a:lnTo>
                <a:lnTo>
                  <a:pt x="51011" y="158478"/>
                </a:lnTo>
                <a:lnTo>
                  <a:pt x="51010" y="158478"/>
                </a:lnTo>
                <a:lnTo>
                  <a:pt x="51009" y="158478"/>
                </a:lnTo>
                <a:lnTo>
                  <a:pt x="51008" y="158478"/>
                </a:lnTo>
                <a:lnTo>
                  <a:pt x="51007" y="158478"/>
                </a:lnTo>
                <a:lnTo>
                  <a:pt x="51006" y="158478"/>
                </a:lnTo>
                <a:lnTo>
                  <a:pt x="51005" y="158478"/>
                </a:lnTo>
                <a:lnTo>
                  <a:pt x="51004" y="158478"/>
                </a:lnTo>
                <a:lnTo>
                  <a:pt x="51003" y="158478"/>
                </a:lnTo>
                <a:lnTo>
                  <a:pt x="51002" y="158478"/>
                </a:lnTo>
                <a:lnTo>
                  <a:pt x="51001" y="158478"/>
                </a:lnTo>
                <a:lnTo>
                  <a:pt x="51000" y="158478"/>
                </a:lnTo>
                <a:lnTo>
                  <a:pt x="50999" y="158478"/>
                </a:lnTo>
                <a:lnTo>
                  <a:pt x="50998" y="158478"/>
                </a:lnTo>
                <a:lnTo>
                  <a:pt x="50997" y="158478"/>
                </a:lnTo>
                <a:lnTo>
                  <a:pt x="50996" y="158478"/>
                </a:lnTo>
                <a:lnTo>
                  <a:pt x="50995" y="158478"/>
                </a:lnTo>
                <a:lnTo>
                  <a:pt x="50994" y="158478"/>
                </a:lnTo>
                <a:lnTo>
                  <a:pt x="50993" y="158478"/>
                </a:lnTo>
                <a:lnTo>
                  <a:pt x="50992" y="158478"/>
                </a:lnTo>
                <a:lnTo>
                  <a:pt x="50991" y="158478"/>
                </a:lnTo>
                <a:lnTo>
                  <a:pt x="50990" y="158478"/>
                </a:lnTo>
                <a:lnTo>
                  <a:pt x="50989" y="158478"/>
                </a:lnTo>
                <a:lnTo>
                  <a:pt x="50988" y="158478"/>
                </a:lnTo>
                <a:lnTo>
                  <a:pt x="50987" y="158478"/>
                </a:lnTo>
                <a:lnTo>
                  <a:pt x="50986" y="158478"/>
                </a:lnTo>
                <a:lnTo>
                  <a:pt x="50985" y="158478"/>
                </a:lnTo>
                <a:lnTo>
                  <a:pt x="50984" y="158478"/>
                </a:lnTo>
                <a:lnTo>
                  <a:pt x="50983" y="158478"/>
                </a:lnTo>
                <a:lnTo>
                  <a:pt x="50982" y="158478"/>
                </a:lnTo>
                <a:lnTo>
                  <a:pt x="50981" y="158478"/>
                </a:lnTo>
                <a:lnTo>
                  <a:pt x="50980" y="158478"/>
                </a:lnTo>
                <a:lnTo>
                  <a:pt x="50979" y="158478"/>
                </a:lnTo>
                <a:lnTo>
                  <a:pt x="50978" y="158478"/>
                </a:lnTo>
                <a:lnTo>
                  <a:pt x="50977" y="158478"/>
                </a:lnTo>
                <a:lnTo>
                  <a:pt x="50976" y="158478"/>
                </a:lnTo>
                <a:lnTo>
                  <a:pt x="50975" y="158478"/>
                </a:lnTo>
                <a:lnTo>
                  <a:pt x="50974" y="158478"/>
                </a:lnTo>
                <a:lnTo>
                  <a:pt x="50973" y="158478"/>
                </a:lnTo>
                <a:lnTo>
                  <a:pt x="50972" y="158478"/>
                </a:lnTo>
                <a:lnTo>
                  <a:pt x="50971" y="158478"/>
                </a:lnTo>
                <a:lnTo>
                  <a:pt x="50970" y="158478"/>
                </a:lnTo>
                <a:lnTo>
                  <a:pt x="50969" y="158478"/>
                </a:lnTo>
                <a:lnTo>
                  <a:pt x="50968" y="158478"/>
                </a:lnTo>
                <a:lnTo>
                  <a:pt x="50967" y="158478"/>
                </a:lnTo>
                <a:lnTo>
                  <a:pt x="50966" y="158478"/>
                </a:lnTo>
                <a:lnTo>
                  <a:pt x="50965" y="158478"/>
                </a:lnTo>
                <a:lnTo>
                  <a:pt x="50964" y="158478"/>
                </a:lnTo>
                <a:lnTo>
                  <a:pt x="50963" y="158478"/>
                </a:lnTo>
                <a:lnTo>
                  <a:pt x="50962" y="158478"/>
                </a:lnTo>
                <a:lnTo>
                  <a:pt x="50961" y="158478"/>
                </a:lnTo>
                <a:lnTo>
                  <a:pt x="50960" y="158478"/>
                </a:lnTo>
                <a:lnTo>
                  <a:pt x="50959" y="158478"/>
                </a:lnTo>
                <a:lnTo>
                  <a:pt x="50959" y="158478"/>
                </a:lnTo>
                <a:lnTo>
                  <a:pt x="50958" y="158478"/>
                </a:lnTo>
                <a:lnTo>
                  <a:pt x="50957" y="158478"/>
                </a:lnTo>
                <a:lnTo>
                  <a:pt x="50956" y="158478"/>
                </a:lnTo>
                <a:lnTo>
                  <a:pt x="50955" y="158478"/>
                </a:lnTo>
                <a:lnTo>
                  <a:pt x="50954" y="158478"/>
                </a:lnTo>
                <a:lnTo>
                  <a:pt x="50953" y="158478"/>
                </a:lnTo>
                <a:lnTo>
                  <a:pt x="50952" y="158478"/>
                </a:lnTo>
                <a:lnTo>
                  <a:pt x="50951" y="158478"/>
                </a:lnTo>
                <a:lnTo>
                  <a:pt x="50950" y="158478"/>
                </a:lnTo>
                <a:lnTo>
                  <a:pt x="50949" y="158478"/>
                </a:lnTo>
                <a:lnTo>
                  <a:pt x="50948" y="158478"/>
                </a:lnTo>
                <a:lnTo>
                  <a:pt x="50947" y="158478"/>
                </a:lnTo>
                <a:lnTo>
                  <a:pt x="50946" y="158478"/>
                </a:lnTo>
                <a:lnTo>
                  <a:pt x="50945" y="158478"/>
                </a:lnTo>
                <a:lnTo>
                  <a:pt x="50944" y="158478"/>
                </a:lnTo>
                <a:lnTo>
                  <a:pt x="50943" y="158478"/>
                </a:lnTo>
                <a:lnTo>
                  <a:pt x="50942" y="158478"/>
                </a:lnTo>
                <a:lnTo>
                  <a:pt x="50941" y="158478"/>
                </a:lnTo>
                <a:lnTo>
                  <a:pt x="50940" y="158478"/>
                </a:lnTo>
                <a:lnTo>
                  <a:pt x="50939" y="158478"/>
                </a:lnTo>
                <a:lnTo>
                  <a:pt x="50938" y="158478"/>
                </a:lnTo>
                <a:lnTo>
                  <a:pt x="50937" y="158478"/>
                </a:lnTo>
                <a:lnTo>
                  <a:pt x="50936" y="158478"/>
                </a:lnTo>
                <a:lnTo>
                  <a:pt x="50935" y="158478"/>
                </a:lnTo>
                <a:lnTo>
                  <a:pt x="50934" y="158478"/>
                </a:lnTo>
                <a:lnTo>
                  <a:pt x="50933" y="158478"/>
                </a:lnTo>
                <a:lnTo>
                  <a:pt x="50932" y="158478"/>
                </a:lnTo>
                <a:lnTo>
                  <a:pt x="50931" y="158478"/>
                </a:lnTo>
                <a:lnTo>
                  <a:pt x="50930" y="158478"/>
                </a:lnTo>
                <a:lnTo>
                  <a:pt x="50929" y="158478"/>
                </a:lnTo>
                <a:lnTo>
                  <a:pt x="50928" y="158478"/>
                </a:lnTo>
                <a:lnTo>
                  <a:pt x="50927" y="158478"/>
                </a:lnTo>
                <a:lnTo>
                  <a:pt x="50926" y="158478"/>
                </a:lnTo>
                <a:lnTo>
                  <a:pt x="50925" y="158478"/>
                </a:lnTo>
                <a:lnTo>
                  <a:pt x="50924" y="158478"/>
                </a:lnTo>
                <a:lnTo>
                  <a:pt x="50923" y="158478"/>
                </a:lnTo>
                <a:lnTo>
                  <a:pt x="50922" y="158478"/>
                </a:lnTo>
                <a:lnTo>
                  <a:pt x="50921" y="158478"/>
                </a:lnTo>
                <a:lnTo>
                  <a:pt x="50920" y="158478"/>
                </a:lnTo>
                <a:lnTo>
                  <a:pt x="50919" y="158478"/>
                </a:lnTo>
                <a:lnTo>
                  <a:pt x="50918" y="158478"/>
                </a:lnTo>
                <a:lnTo>
                  <a:pt x="50917" y="158478"/>
                </a:lnTo>
                <a:lnTo>
                  <a:pt x="50916" y="158478"/>
                </a:lnTo>
                <a:lnTo>
                  <a:pt x="50915" y="158478"/>
                </a:lnTo>
                <a:lnTo>
                  <a:pt x="50914" y="158478"/>
                </a:lnTo>
                <a:lnTo>
                  <a:pt x="50913" y="158478"/>
                </a:lnTo>
                <a:lnTo>
                  <a:pt x="50912" y="158478"/>
                </a:lnTo>
                <a:lnTo>
                  <a:pt x="50911" y="158478"/>
                </a:lnTo>
                <a:lnTo>
                  <a:pt x="50910" y="158478"/>
                </a:lnTo>
                <a:lnTo>
                  <a:pt x="50909" y="158478"/>
                </a:lnTo>
                <a:lnTo>
                  <a:pt x="50908" y="158478"/>
                </a:lnTo>
                <a:lnTo>
                  <a:pt x="50907" y="158478"/>
                </a:lnTo>
                <a:lnTo>
                  <a:pt x="50906" y="158478"/>
                </a:lnTo>
                <a:lnTo>
                  <a:pt x="50905" y="158478"/>
                </a:lnTo>
                <a:lnTo>
                  <a:pt x="50904" y="158478"/>
                </a:lnTo>
                <a:lnTo>
                  <a:pt x="50903" y="158478"/>
                </a:lnTo>
                <a:lnTo>
                  <a:pt x="50902" y="158478"/>
                </a:lnTo>
                <a:lnTo>
                  <a:pt x="50901" y="158478"/>
                </a:lnTo>
                <a:lnTo>
                  <a:pt x="50900" y="158478"/>
                </a:lnTo>
                <a:lnTo>
                  <a:pt x="50899" y="158478"/>
                </a:lnTo>
                <a:lnTo>
                  <a:pt x="50898" y="158478"/>
                </a:lnTo>
                <a:lnTo>
                  <a:pt x="50897" y="158478"/>
                </a:lnTo>
                <a:lnTo>
                  <a:pt x="50896" y="158478"/>
                </a:lnTo>
                <a:lnTo>
                  <a:pt x="50895" y="158478"/>
                </a:lnTo>
                <a:lnTo>
                  <a:pt x="50894" y="158478"/>
                </a:lnTo>
                <a:lnTo>
                  <a:pt x="50893" y="158478"/>
                </a:lnTo>
                <a:lnTo>
                  <a:pt x="50892" y="158478"/>
                </a:lnTo>
                <a:lnTo>
                  <a:pt x="50891" y="158478"/>
                </a:lnTo>
                <a:lnTo>
                  <a:pt x="50890" y="158478"/>
                </a:lnTo>
                <a:lnTo>
                  <a:pt x="50889" y="158478"/>
                </a:lnTo>
                <a:lnTo>
                  <a:pt x="50888" y="158478"/>
                </a:lnTo>
                <a:lnTo>
                  <a:pt x="50887" y="158478"/>
                </a:lnTo>
                <a:lnTo>
                  <a:pt x="50886" y="158478"/>
                </a:lnTo>
                <a:lnTo>
                  <a:pt x="50885" y="158478"/>
                </a:lnTo>
                <a:lnTo>
                  <a:pt x="50884" y="158478"/>
                </a:lnTo>
                <a:lnTo>
                  <a:pt x="50883" y="158478"/>
                </a:lnTo>
                <a:lnTo>
                  <a:pt x="50882" y="158478"/>
                </a:lnTo>
                <a:lnTo>
                  <a:pt x="50881" y="158478"/>
                </a:lnTo>
                <a:lnTo>
                  <a:pt x="50880" y="158478"/>
                </a:lnTo>
                <a:lnTo>
                  <a:pt x="50879" y="158478"/>
                </a:lnTo>
                <a:lnTo>
                  <a:pt x="50878" y="158478"/>
                </a:lnTo>
                <a:lnTo>
                  <a:pt x="50877" y="158478"/>
                </a:lnTo>
                <a:lnTo>
                  <a:pt x="50876" y="158478"/>
                </a:lnTo>
                <a:lnTo>
                  <a:pt x="50875" y="158478"/>
                </a:lnTo>
                <a:lnTo>
                  <a:pt x="50874" y="158478"/>
                </a:lnTo>
                <a:lnTo>
                  <a:pt x="50873" y="158478"/>
                </a:lnTo>
                <a:lnTo>
                  <a:pt x="50872" y="158478"/>
                </a:lnTo>
                <a:lnTo>
                  <a:pt x="50871" y="158478"/>
                </a:lnTo>
                <a:lnTo>
                  <a:pt x="50870" y="158478"/>
                </a:lnTo>
                <a:lnTo>
                  <a:pt x="50869" y="158478"/>
                </a:lnTo>
                <a:lnTo>
                  <a:pt x="50868" y="158478"/>
                </a:lnTo>
                <a:lnTo>
                  <a:pt x="50867" y="158478"/>
                </a:lnTo>
                <a:lnTo>
                  <a:pt x="50866" y="158478"/>
                </a:lnTo>
                <a:lnTo>
                  <a:pt x="50865" y="158478"/>
                </a:lnTo>
                <a:lnTo>
                  <a:pt x="50864" y="158478"/>
                </a:lnTo>
                <a:lnTo>
                  <a:pt x="50863" y="158478"/>
                </a:lnTo>
                <a:lnTo>
                  <a:pt x="50862" y="158478"/>
                </a:lnTo>
                <a:lnTo>
                  <a:pt x="50861" y="158478"/>
                </a:lnTo>
                <a:lnTo>
                  <a:pt x="50860" y="158478"/>
                </a:lnTo>
                <a:lnTo>
                  <a:pt x="50859" y="158478"/>
                </a:lnTo>
                <a:lnTo>
                  <a:pt x="50858" y="158478"/>
                </a:lnTo>
                <a:lnTo>
                  <a:pt x="50857" y="158478"/>
                </a:lnTo>
                <a:lnTo>
                  <a:pt x="50856" y="158478"/>
                </a:lnTo>
                <a:lnTo>
                  <a:pt x="50855" y="158478"/>
                </a:lnTo>
                <a:lnTo>
                  <a:pt x="50854" y="158478"/>
                </a:lnTo>
                <a:lnTo>
                  <a:pt x="50853" y="158478"/>
                </a:lnTo>
                <a:lnTo>
                  <a:pt x="50852" y="158478"/>
                </a:lnTo>
                <a:lnTo>
                  <a:pt x="50851" y="158478"/>
                </a:lnTo>
                <a:lnTo>
                  <a:pt x="50850" y="158478"/>
                </a:lnTo>
                <a:lnTo>
                  <a:pt x="50849" y="158478"/>
                </a:lnTo>
                <a:lnTo>
                  <a:pt x="50848" y="158478"/>
                </a:lnTo>
                <a:lnTo>
                  <a:pt x="50847" y="158478"/>
                </a:lnTo>
                <a:lnTo>
                  <a:pt x="50846" y="158478"/>
                </a:lnTo>
                <a:lnTo>
                  <a:pt x="50846" y="158478"/>
                </a:lnTo>
                <a:lnTo>
                  <a:pt x="50845" y="158478"/>
                </a:lnTo>
                <a:lnTo>
                  <a:pt x="50844" y="158478"/>
                </a:lnTo>
                <a:lnTo>
                  <a:pt x="50843" y="158478"/>
                </a:lnTo>
                <a:lnTo>
                  <a:pt x="50842" y="158478"/>
                </a:lnTo>
                <a:lnTo>
                  <a:pt x="50841" y="158478"/>
                </a:lnTo>
                <a:lnTo>
                  <a:pt x="50840" y="158478"/>
                </a:lnTo>
                <a:lnTo>
                  <a:pt x="50839" y="158478"/>
                </a:lnTo>
                <a:lnTo>
                  <a:pt x="50838" y="158478"/>
                </a:lnTo>
                <a:lnTo>
                  <a:pt x="50837" y="158478"/>
                </a:lnTo>
                <a:lnTo>
                  <a:pt x="50836" y="158478"/>
                </a:lnTo>
                <a:lnTo>
                  <a:pt x="50835" y="158478"/>
                </a:lnTo>
                <a:lnTo>
                  <a:pt x="50834" y="158478"/>
                </a:lnTo>
                <a:lnTo>
                  <a:pt x="50833" y="158478"/>
                </a:lnTo>
                <a:lnTo>
                  <a:pt x="50832" y="158478"/>
                </a:lnTo>
                <a:lnTo>
                  <a:pt x="50831" y="158478"/>
                </a:lnTo>
                <a:lnTo>
                  <a:pt x="50830" y="158478"/>
                </a:lnTo>
                <a:lnTo>
                  <a:pt x="50829" y="158478"/>
                </a:lnTo>
                <a:lnTo>
                  <a:pt x="50828" y="158478"/>
                </a:lnTo>
                <a:lnTo>
                  <a:pt x="50827" y="158478"/>
                </a:lnTo>
                <a:lnTo>
                  <a:pt x="50826" y="158478"/>
                </a:lnTo>
                <a:lnTo>
                  <a:pt x="50825" y="158478"/>
                </a:lnTo>
                <a:lnTo>
                  <a:pt x="50824" y="158478"/>
                </a:lnTo>
                <a:lnTo>
                  <a:pt x="50823" y="158478"/>
                </a:lnTo>
                <a:lnTo>
                  <a:pt x="50822" y="158478"/>
                </a:lnTo>
                <a:lnTo>
                  <a:pt x="50821" y="158478"/>
                </a:lnTo>
                <a:lnTo>
                  <a:pt x="50820" y="158478"/>
                </a:lnTo>
                <a:lnTo>
                  <a:pt x="50819" y="158478"/>
                </a:lnTo>
                <a:lnTo>
                  <a:pt x="50818" y="158478"/>
                </a:lnTo>
                <a:lnTo>
                  <a:pt x="50817" y="158478"/>
                </a:lnTo>
                <a:lnTo>
                  <a:pt x="50816" y="158478"/>
                </a:lnTo>
                <a:lnTo>
                  <a:pt x="50815" y="158478"/>
                </a:lnTo>
                <a:lnTo>
                  <a:pt x="50814" y="158478"/>
                </a:lnTo>
                <a:lnTo>
                  <a:pt x="50813" y="158478"/>
                </a:lnTo>
                <a:lnTo>
                  <a:pt x="50812" y="158478"/>
                </a:lnTo>
                <a:lnTo>
                  <a:pt x="50811" y="158478"/>
                </a:lnTo>
                <a:lnTo>
                  <a:pt x="50810" y="158478"/>
                </a:lnTo>
                <a:lnTo>
                  <a:pt x="50809" y="158478"/>
                </a:lnTo>
                <a:lnTo>
                  <a:pt x="50808" y="158478"/>
                </a:lnTo>
                <a:lnTo>
                  <a:pt x="50807" y="158478"/>
                </a:lnTo>
                <a:lnTo>
                  <a:pt x="50806" y="158478"/>
                </a:lnTo>
                <a:lnTo>
                  <a:pt x="50805" y="158478"/>
                </a:lnTo>
                <a:lnTo>
                  <a:pt x="50804" y="158478"/>
                </a:lnTo>
                <a:lnTo>
                  <a:pt x="50803" y="158478"/>
                </a:lnTo>
                <a:lnTo>
                  <a:pt x="50802" y="158478"/>
                </a:lnTo>
                <a:lnTo>
                  <a:pt x="50801" y="158478"/>
                </a:lnTo>
                <a:lnTo>
                  <a:pt x="50800" y="158478"/>
                </a:lnTo>
                <a:lnTo>
                  <a:pt x="50799" y="158478"/>
                </a:lnTo>
                <a:lnTo>
                  <a:pt x="50798" y="158478"/>
                </a:lnTo>
                <a:lnTo>
                  <a:pt x="50797" y="158478"/>
                </a:lnTo>
                <a:lnTo>
                  <a:pt x="50796" y="158478"/>
                </a:lnTo>
                <a:lnTo>
                  <a:pt x="50795" y="158478"/>
                </a:lnTo>
                <a:lnTo>
                  <a:pt x="50794" y="158478"/>
                </a:lnTo>
                <a:lnTo>
                  <a:pt x="50793" y="158478"/>
                </a:lnTo>
                <a:lnTo>
                  <a:pt x="50792" y="158478"/>
                </a:lnTo>
                <a:lnTo>
                  <a:pt x="50791" y="158478"/>
                </a:lnTo>
                <a:lnTo>
                  <a:pt x="50790" y="158478"/>
                </a:lnTo>
                <a:lnTo>
                  <a:pt x="50789" y="158478"/>
                </a:lnTo>
                <a:lnTo>
                  <a:pt x="50788" y="158478"/>
                </a:lnTo>
                <a:lnTo>
                  <a:pt x="50787" y="158478"/>
                </a:lnTo>
                <a:lnTo>
                  <a:pt x="50786" y="158478"/>
                </a:lnTo>
                <a:lnTo>
                  <a:pt x="50785" y="158478"/>
                </a:lnTo>
                <a:lnTo>
                  <a:pt x="50784" y="158478"/>
                </a:lnTo>
                <a:lnTo>
                  <a:pt x="50783" y="158478"/>
                </a:lnTo>
                <a:lnTo>
                  <a:pt x="50782" y="158478"/>
                </a:lnTo>
                <a:lnTo>
                  <a:pt x="50781" y="158478"/>
                </a:lnTo>
                <a:lnTo>
                  <a:pt x="50780" y="158478"/>
                </a:lnTo>
                <a:lnTo>
                  <a:pt x="50779" y="158478"/>
                </a:lnTo>
                <a:lnTo>
                  <a:pt x="50778" y="158478"/>
                </a:lnTo>
                <a:lnTo>
                  <a:pt x="50777" y="158478"/>
                </a:lnTo>
                <a:lnTo>
                  <a:pt x="50776" y="158478"/>
                </a:lnTo>
                <a:lnTo>
                  <a:pt x="50775" y="158478"/>
                </a:lnTo>
                <a:lnTo>
                  <a:pt x="50774" y="158478"/>
                </a:lnTo>
                <a:lnTo>
                  <a:pt x="50773" y="158478"/>
                </a:lnTo>
                <a:lnTo>
                  <a:pt x="50772" y="158478"/>
                </a:lnTo>
                <a:lnTo>
                  <a:pt x="50771" y="158478"/>
                </a:lnTo>
                <a:lnTo>
                  <a:pt x="50770" y="158478"/>
                </a:lnTo>
                <a:lnTo>
                  <a:pt x="50769" y="158478"/>
                </a:lnTo>
                <a:lnTo>
                  <a:pt x="50768" y="158478"/>
                </a:lnTo>
                <a:lnTo>
                  <a:pt x="50767" y="158478"/>
                </a:lnTo>
                <a:lnTo>
                  <a:pt x="50766" y="158478"/>
                </a:lnTo>
                <a:lnTo>
                  <a:pt x="50765" y="158478"/>
                </a:lnTo>
                <a:lnTo>
                  <a:pt x="50764" y="158478"/>
                </a:lnTo>
                <a:lnTo>
                  <a:pt x="50763" y="158478"/>
                </a:lnTo>
                <a:lnTo>
                  <a:pt x="50762" y="158478"/>
                </a:lnTo>
                <a:lnTo>
                  <a:pt x="50761" y="158478"/>
                </a:lnTo>
                <a:lnTo>
                  <a:pt x="50760" y="158478"/>
                </a:lnTo>
                <a:lnTo>
                  <a:pt x="50759" y="158478"/>
                </a:lnTo>
                <a:lnTo>
                  <a:pt x="50758" y="158478"/>
                </a:lnTo>
                <a:lnTo>
                  <a:pt x="50757" y="158478"/>
                </a:lnTo>
                <a:lnTo>
                  <a:pt x="50756" y="158478"/>
                </a:lnTo>
                <a:lnTo>
                  <a:pt x="50755" y="158478"/>
                </a:lnTo>
                <a:lnTo>
                  <a:pt x="50754" y="158478"/>
                </a:lnTo>
                <a:lnTo>
                  <a:pt x="50753" y="158478"/>
                </a:lnTo>
                <a:lnTo>
                  <a:pt x="50752" y="158478"/>
                </a:lnTo>
                <a:lnTo>
                  <a:pt x="50751" y="158478"/>
                </a:lnTo>
                <a:lnTo>
                  <a:pt x="50751" y="158478"/>
                </a:lnTo>
                <a:lnTo>
                  <a:pt x="50750" y="158478"/>
                </a:lnTo>
                <a:lnTo>
                  <a:pt x="50749" y="158478"/>
                </a:lnTo>
                <a:lnTo>
                  <a:pt x="50748" y="158478"/>
                </a:lnTo>
                <a:lnTo>
                  <a:pt x="50747" y="158478"/>
                </a:lnTo>
                <a:lnTo>
                  <a:pt x="50746" y="158478"/>
                </a:lnTo>
                <a:lnTo>
                  <a:pt x="50745" y="158478"/>
                </a:lnTo>
                <a:lnTo>
                  <a:pt x="50744" y="158478"/>
                </a:lnTo>
                <a:lnTo>
                  <a:pt x="50743" y="158478"/>
                </a:lnTo>
                <a:lnTo>
                  <a:pt x="50742" y="158478"/>
                </a:lnTo>
                <a:lnTo>
                  <a:pt x="50741" y="158478"/>
                </a:lnTo>
                <a:lnTo>
                  <a:pt x="50740" y="158478"/>
                </a:lnTo>
                <a:lnTo>
                  <a:pt x="50739" y="158478"/>
                </a:lnTo>
                <a:lnTo>
                  <a:pt x="50738" y="158478"/>
                </a:lnTo>
                <a:lnTo>
                  <a:pt x="50737" y="158478"/>
                </a:lnTo>
                <a:lnTo>
                  <a:pt x="50736" y="158478"/>
                </a:lnTo>
                <a:lnTo>
                  <a:pt x="50735" y="158478"/>
                </a:lnTo>
                <a:lnTo>
                  <a:pt x="50734" y="158478"/>
                </a:lnTo>
                <a:lnTo>
                  <a:pt x="50733" y="158478"/>
                </a:lnTo>
                <a:lnTo>
                  <a:pt x="50732" y="158478"/>
                </a:lnTo>
                <a:lnTo>
                  <a:pt x="50731" y="158478"/>
                </a:lnTo>
                <a:lnTo>
                  <a:pt x="50730" y="158478"/>
                </a:lnTo>
                <a:lnTo>
                  <a:pt x="50729" y="158478"/>
                </a:lnTo>
                <a:lnTo>
                  <a:pt x="50728" y="158478"/>
                </a:lnTo>
                <a:lnTo>
                  <a:pt x="50727" y="158478"/>
                </a:lnTo>
                <a:lnTo>
                  <a:pt x="50726" y="158478"/>
                </a:lnTo>
                <a:lnTo>
                  <a:pt x="50725" y="158478"/>
                </a:lnTo>
                <a:lnTo>
                  <a:pt x="50724" y="158478"/>
                </a:lnTo>
                <a:lnTo>
                  <a:pt x="50723" y="158478"/>
                </a:lnTo>
                <a:lnTo>
                  <a:pt x="50722" y="158478"/>
                </a:lnTo>
                <a:lnTo>
                  <a:pt x="50721" y="158478"/>
                </a:lnTo>
                <a:lnTo>
                  <a:pt x="50720" y="158478"/>
                </a:lnTo>
                <a:lnTo>
                  <a:pt x="50719" y="158478"/>
                </a:lnTo>
                <a:lnTo>
                  <a:pt x="50718" y="158478"/>
                </a:lnTo>
                <a:lnTo>
                  <a:pt x="50717" y="158478"/>
                </a:lnTo>
                <a:lnTo>
                  <a:pt x="50716" y="158478"/>
                </a:lnTo>
                <a:lnTo>
                  <a:pt x="50715" y="158478"/>
                </a:lnTo>
                <a:lnTo>
                  <a:pt x="50714" y="158478"/>
                </a:lnTo>
                <a:lnTo>
                  <a:pt x="50713" y="158478"/>
                </a:lnTo>
                <a:lnTo>
                  <a:pt x="50712" y="158478"/>
                </a:lnTo>
                <a:lnTo>
                  <a:pt x="50711" y="158478"/>
                </a:lnTo>
                <a:lnTo>
                  <a:pt x="50710" y="158478"/>
                </a:lnTo>
                <a:lnTo>
                  <a:pt x="50709" y="158478"/>
                </a:lnTo>
                <a:lnTo>
                  <a:pt x="50708" y="158478"/>
                </a:lnTo>
                <a:lnTo>
                  <a:pt x="50707" y="158478"/>
                </a:lnTo>
                <a:lnTo>
                  <a:pt x="50706" y="158478"/>
                </a:lnTo>
                <a:lnTo>
                  <a:pt x="50705" y="158478"/>
                </a:lnTo>
                <a:lnTo>
                  <a:pt x="50704" y="158478"/>
                </a:lnTo>
                <a:lnTo>
                  <a:pt x="50703" y="158478"/>
                </a:lnTo>
                <a:lnTo>
                  <a:pt x="50702" y="158478"/>
                </a:lnTo>
                <a:lnTo>
                  <a:pt x="50701" y="158478"/>
                </a:lnTo>
                <a:lnTo>
                  <a:pt x="50700" y="158478"/>
                </a:lnTo>
                <a:lnTo>
                  <a:pt x="50699" y="158478"/>
                </a:lnTo>
                <a:lnTo>
                  <a:pt x="50698" y="158478"/>
                </a:lnTo>
                <a:lnTo>
                  <a:pt x="50697" y="158478"/>
                </a:lnTo>
                <a:lnTo>
                  <a:pt x="50696" y="158478"/>
                </a:lnTo>
                <a:lnTo>
                  <a:pt x="50695" y="158478"/>
                </a:lnTo>
                <a:lnTo>
                  <a:pt x="50694" y="158478"/>
                </a:lnTo>
                <a:lnTo>
                  <a:pt x="50693" y="158478"/>
                </a:lnTo>
                <a:lnTo>
                  <a:pt x="50692" y="158478"/>
                </a:lnTo>
                <a:lnTo>
                  <a:pt x="50691" y="158478"/>
                </a:lnTo>
                <a:lnTo>
                  <a:pt x="50690" y="158478"/>
                </a:lnTo>
                <a:lnTo>
                  <a:pt x="50689" y="158478"/>
                </a:lnTo>
                <a:lnTo>
                  <a:pt x="50688" y="158478"/>
                </a:lnTo>
                <a:lnTo>
                  <a:pt x="50687" y="158478"/>
                </a:lnTo>
                <a:lnTo>
                  <a:pt x="50686" y="158478"/>
                </a:lnTo>
                <a:lnTo>
                  <a:pt x="50685" y="158478"/>
                </a:lnTo>
                <a:lnTo>
                  <a:pt x="50684" y="158478"/>
                </a:lnTo>
                <a:lnTo>
                  <a:pt x="50683" y="158478"/>
                </a:lnTo>
                <a:lnTo>
                  <a:pt x="50682" y="158478"/>
                </a:lnTo>
                <a:lnTo>
                  <a:pt x="50681" y="158478"/>
                </a:lnTo>
                <a:lnTo>
                  <a:pt x="50680" y="158478"/>
                </a:lnTo>
                <a:lnTo>
                  <a:pt x="50679" y="158478"/>
                </a:lnTo>
                <a:lnTo>
                  <a:pt x="50678" y="158478"/>
                </a:lnTo>
                <a:lnTo>
                  <a:pt x="50677" y="158478"/>
                </a:lnTo>
                <a:lnTo>
                  <a:pt x="50676" y="158478"/>
                </a:lnTo>
                <a:lnTo>
                  <a:pt x="50675" y="158478"/>
                </a:lnTo>
                <a:lnTo>
                  <a:pt x="50674" y="158478"/>
                </a:lnTo>
                <a:lnTo>
                  <a:pt x="50673" y="158478"/>
                </a:lnTo>
                <a:lnTo>
                  <a:pt x="50672" y="158478"/>
                </a:lnTo>
                <a:lnTo>
                  <a:pt x="50671" y="158478"/>
                </a:lnTo>
                <a:lnTo>
                  <a:pt x="50670" y="158478"/>
                </a:lnTo>
                <a:lnTo>
                  <a:pt x="50669" y="158478"/>
                </a:lnTo>
                <a:lnTo>
                  <a:pt x="50669" y="158478"/>
                </a:lnTo>
                <a:lnTo>
                  <a:pt x="50668" y="158478"/>
                </a:lnTo>
                <a:lnTo>
                  <a:pt x="50667" y="158478"/>
                </a:lnTo>
                <a:lnTo>
                  <a:pt x="50666" y="158478"/>
                </a:lnTo>
                <a:lnTo>
                  <a:pt x="50665" y="158478"/>
                </a:lnTo>
                <a:lnTo>
                  <a:pt x="50664" y="158478"/>
                </a:lnTo>
                <a:lnTo>
                  <a:pt x="50663" y="158478"/>
                </a:lnTo>
                <a:lnTo>
                  <a:pt x="50662" y="158478"/>
                </a:lnTo>
                <a:lnTo>
                  <a:pt x="50661" y="158478"/>
                </a:lnTo>
                <a:lnTo>
                  <a:pt x="50660" y="158478"/>
                </a:lnTo>
                <a:lnTo>
                  <a:pt x="50659" y="158478"/>
                </a:lnTo>
                <a:lnTo>
                  <a:pt x="50658" y="158478"/>
                </a:lnTo>
                <a:lnTo>
                  <a:pt x="50657" y="158478"/>
                </a:lnTo>
                <a:lnTo>
                  <a:pt x="50656" y="158478"/>
                </a:lnTo>
                <a:lnTo>
                  <a:pt x="50655" y="158478"/>
                </a:lnTo>
                <a:lnTo>
                  <a:pt x="50654" y="158478"/>
                </a:lnTo>
                <a:lnTo>
                  <a:pt x="50653" y="158478"/>
                </a:lnTo>
                <a:lnTo>
                  <a:pt x="50652" y="158478"/>
                </a:lnTo>
                <a:lnTo>
                  <a:pt x="50651" y="158478"/>
                </a:lnTo>
                <a:lnTo>
                  <a:pt x="50650" y="158478"/>
                </a:lnTo>
                <a:lnTo>
                  <a:pt x="50649" y="158478"/>
                </a:lnTo>
                <a:lnTo>
                  <a:pt x="50648" y="158478"/>
                </a:lnTo>
                <a:lnTo>
                  <a:pt x="50647" y="158478"/>
                </a:lnTo>
                <a:lnTo>
                  <a:pt x="50646" y="158478"/>
                </a:lnTo>
                <a:lnTo>
                  <a:pt x="50645" y="158478"/>
                </a:lnTo>
                <a:lnTo>
                  <a:pt x="50644" y="158478"/>
                </a:lnTo>
                <a:lnTo>
                  <a:pt x="50643" y="158478"/>
                </a:lnTo>
                <a:lnTo>
                  <a:pt x="50642" y="158478"/>
                </a:lnTo>
                <a:lnTo>
                  <a:pt x="50641" y="158478"/>
                </a:lnTo>
                <a:lnTo>
                  <a:pt x="50640" y="158478"/>
                </a:lnTo>
                <a:lnTo>
                  <a:pt x="50639" y="158478"/>
                </a:lnTo>
                <a:lnTo>
                  <a:pt x="50638" y="158478"/>
                </a:lnTo>
                <a:lnTo>
                  <a:pt x="50637" y="158478"/>
                </a:lnTo>
                <a:lnTo>
                  <a:pt x="50636" y="158478"/>
                </a:lnTo>
                <a:lnTo>
                  <a:pt x="50635" y="158478"/>
                </a:lnTo>
                <a:lnTo>
                  <a:pt x="50634" y="158478"/>
                </a:lnTo>
                <a:lnTo>
                  <a:pt x="50633" y="158478"/>
                </a:lnTo>
                <a:lnTo>
                  <a:pt x="50632" y="158478"/>
                </a:lnTo>
                <a:lnTo>
                  <a:pt x="50631" y="158478"/>
                </a:lnTo>
                <a:lnTo>
                  <a:pt x="50630" y="158478"/>
                </a:lnTo>
                <a:lnTo>
                  <a:pt x="50629" y="158478"/>
                </a:lnTo>
                <a:lnTo>
                  <a:pt x="50628" y="158478"/>
                </a:lnTo>
                <a:lnTo>
                  <a:pt x="50627" y="158478"/>
                </a:lnTo>
                <a:lnTo>
                  <a:pt x="50626" y="158478"/>
                </a:lnTo>
                <a:lnTo>
                  <a:pt x="50625" y="158478"/>
                </a:lnTo>
                <a:lnTo>
                  <a:pt x="50624" y="158478"/>
                </a:lnTo>
                <a:lnTo>
                  <a:pt x="50623" y="158478"/>
                </a:lnTo>
                <a:lnTo>
                  <a:pt x="50622" y="158478"/>
                </a:lnTo>
                <a:lnTo>
                  <a:pt x="50621" y="158478"/>
                </a:lnTo>
                <a:lnTo>
                  <a:pt x="50620" y="158478"/>
                </a:lnTo>
                <a:lnTo>
                  <a:pt x="50619" y="158478"/>
                </a:lnTo>
                <a:lnTo>
                  <a:pt x="50618" y="158478"/>
                </a:lnTo>
                <a:lnTo>
                  <a:pt x="50617" y="158478"/>
                </a:lnTo>
                <a:lnTo>
                  <a:pt x="50616" y="158478"/>
                </a:lnTo>
                <a:lnTo>
                  <a:pt x="50615" y="158478"/>
                </a:lnTo>
                <a:lnTo>
                  <a:pt x="50614" y="158478"/>
                </a:lnTo>
                <a:lnTo>
                  <a:pt x="50613" y="158478"/>
                </a:lnTo>
                <a:lnTo>
                  <a:pt x="50612" y="158478"/>
                </a:lnTo>
                <a:lnTo>
                  <a:pt x="50611" y="158478"/>
                </a:lnTo>
                <a:lnTo>
                  <a:pt x="50610" y="158478"/>
                </a:lnTo>
                <a:lnTo>
                  <a:pt x="50609" y="158478"/>
                </a:lnTo>
                <a:lnTo>
                  <a:pt x="50608" y="158478"/>
                </a:lnTo>
                <a:lnTo>
                  <a:pt x="50607" y="158478"/>
                </a:lnTo>
                <a:lnTo>
                  <a:pt x="50606" y="158478"/>
                </a:lnTo>
                <a:lnTo>
                  <a:pt x="50605" y="158478"/>
                </a:lnTo>
                <a:lnTo>
                  <a:pt x="50604" y="158478"/>
                </a:lnTo>
                <a:lnTo>
                  <a:pt x="50603" y="158478"/>
                </a:lnTo>
                <a:lnTo>
                  <a:pt x="50602" y="158478"/>
                </a:lnTo>
                <a:lnTo>
                  <a:pt x="50601" y="158478"/>
                </a:lnTo>
                <a:lnTo>
                  <a:pt x="50600" y="158478"/>
                </a:lnTo>
                <a:lnTo>
                  <a:pt x="50599" y="158478"/>
                </a:lnTo>
                <a:lnTo>
                  <a:pt x="50598" y="158478"/>
                </a:lnTo>
                <a:lnTo>
                  <a:pt x="50597" y="158478"/>
                </a:lnTo>
                <a:lnTo>
                  <a:pt x="50596" y="158478"/>
                </a:lnTo>
                <a:lnTo>
                  <a:pt x="50595" y="158478"/>
                </a:lnTo>
                <a:lnTo>
                  <a:pt x="50595" y="158478"/>
                </a:lnTo>
                <a:lnTo>
                  <a:pt x="50594" y="158478"/>
                </a:lnTo>
                <a:lnTo>
                  <a:pt x="50593" y="158478"/>
                </a:lnTo>
                <a:lnTo>
                  <a:pt x="50592" y="158478"/>
                </a:lnTo>
                <a:lnTo>
                  <a:pt x="50591" y="158478"/>
                </a:lnTo>
                <a:lnTo>
                  <a:pt x="50590" y="158478"/>
                </a:lnTo>
                <a:lnTo>
                  <a:pt x="50589" y="158478"/>
                </a:lnTo>
                <a:lnTo>
                  <a:pt x="50588" y="158478"/>
                </a:lnTo>
                <a:lnTo>
                  <a:pt x="50587" y="158478"/>
                </a:lnTo>
                <a:lnTo>
                  <a:pt x="50586" y="158478"/>
                </a:lnTo>
                <a:lnTo>
                  <a:pt x="50585" y="158478"/>
                </a:lnTo>
                <a:lnTo>
                  <a:pt x="50584" y="158478"/>
                </a:lnTo>
                <a:lnTo>
                  <a:pt x="50583" y="158478"/>
                </a:lnTo>
                <a:lnTo>
                  <a:pt x="50582" y="158478"/>
                </a:lnTo>
                <a:lnTo>
                  <a:pt x="50581" y="158478"/>
                </a:lnTo>
                <a:lnTo>
                  <a:pt x="50580" y="158478"/>
                </a:lnTo>
                <a:lnTo>
                  <a:pt x="50579" y="158478"/>
                </a:lnTo>
                <a:lnTo>
                  <a:pt x="50578" y="158478"/>
                </a:lnTo>
                <a:lnTo>
                  <a:pt x="50577" y="158478"/>
                </a:lnTo>
                <a:lnTo>
                  <a:pt x="50576" y="158478"/>
                </a:lnTo>
                <a:lnTo>
                  <a:pt x="50575" y="158478"/>
                </a:lnTo>
                <a:lnTo>
                  <a:pt x="50574" y="158478"/>
                </a:lnTo>
                <a:lnTo>
                  <a:pt x="50573" y="158478"/>
                </a:lnTo>
                <a:lnTo>
                  <a:pt x="50572" y="158478"/>
                </a:lnTo>
                <a:lnTo>
                  <a:pt x="50571" y="158478"/>
                </a:lnTo>
                <a:lnTo>
                  <a:pt x="50570" y="158478"/>
                </a:lnTo>
                <a:lnTo>
                  <a:pt x="50569" y="158478"/>
                </a:lnTo>
                <a:lnTo>
                  <a:pt x="50568" y="158478"/>
                </a:lnTo>
                <a:lnTo>
                  <a:pt x="50567" y="158478"/>
                </a:lnTo>
                <a:lnTo>
                  <a:pt x="50566" y="158478"/>
                </a:lnTo>
                <a:lnTo>
                  <a:pt x="50565" y="158478"/>
                </a:lnTo>
                <a:lnTo>
                  <a:pt x="50564" y="158478"/>
                </a:lnTo>
                <a:lnTo>
                  <a:pt x="50563" y="158478"/>
                </a:lnTo>
                <a:lnTo>
                  <a:pt x="50562" y="158478"/>
                </a:lnTo>
                <a:lnTo>
                  <a:pt x="50561" y="158478"/>
                </a:lnTo>
                <a:lnTo>
                  <a:pt x="50560" y="158478"/>
                </a:lnTo>
                <a:lnTo>
                  <a:pt x="50559" y="158478"/>
                </a:lnTo>
                <a:lnTo>
                  <a:pt x="50558" y="158478"/>
                </a:lnTo>
                <a:lnTo>
                  <a:pt x="50557" y="158478"/>
                </a:lnTo>
                <a:lnTo>
                  <a:pt x="50556" y="158478"/>
                </a:lnTo>
                <a:lnTo>
                  <a:pt x="50555" y="158478"/>
                </a:lnTo>
                <a:lnTo>
                  <a:pt x="50554" y="158478"/>
                </a:lnTo>
                <a:lnTo>
                  <a:pt x="50553" y="158478"/>
                </a:lnTo>
                <a:lnTo>
                  <a:pt x="50552" y="158478"/>
                </a:lnTo>
                <a:lnTo>
                  <a:pt x="50551" y="158478"/>
                </a:lnTo>
                <a:lnTo>
                  <a:pt x="50550" y="158478"/>
                </a:lnTo>
                <a:lnTo>
                  <a:pt x="50549" y="158478"/>
                </a:lnTo>
                <a:lnTo>
                  <a:pt x="50548" y="158478"/>
                </a:lnTo>
                <a:lnTo>
                  <a:pt x="50547" y="158478"/>
                </a:lnTo>
                <a:lnTo>
                  <a:pt x="50546" y="158478"/>
                </a:lnTo>
                <a:lnTo>
                  <a:pt x="50545" y="158478"/>
                </a:lnTo>
                <a:lnTo>
                  <a:pt x="50544" y="158478"/>
                </a:lnTo>
                <a:lnTo>
                  <a:pt x="50543" y="158478"/>
                </a:lnTo>
                <a:lnTo>
                  <a:pt x="50542" y="158478"/>
                </a:lnTo>
                <a:lnTo>
                  <a:pt x="50541" y="158478"/>
                </a:lnTo>
                <a:lnTo>
                  <a:pt x="50540" y="158478"/>
                </a:lnTo>
                <a:lnTo>
                  <a:pt x="50539" y="158478"/>
                </a:lnTo>
                <a:lnTo>
                  <a:pt x="50538" y="158478"/>
                </a:lnTo>
                <a:lnTo>
                  <a:pt x="50537" y="158478"/>
                </a:lnTo>
                <a:lnTo>
                  <a:pt x="50536" y="158478"/>
                </a:lnTo>
                <a:lnTo>
                  <a:pt x="50535" y="158478"/>
                </a:lnTo>
                <a:lnTo>
                  <a:pt x="50534" y="158478"/>
                </a:lnTo>
                <a:lnTo>
                  <a:pt x="50533" y="158478"/>
                </a:lnTo>
                <a:lnTo>
                  <a:pt x="50532" y="158478"/>
                </a:lnTo>
                <a:lnTo>
                  <a:pt x="50531" y="158478"/>
                </a:lnTo>
                <a:lnTo>
                  <a:pt x="50530" y="158478"/>
                </a:lnTo>
                <a:lnTo>
                  <a:pt x="50529" y="158478"/>
                </a:lnTo>
                <a:lnTo>
                  <a:pt x="50528" y="158478"/>
                </a:lnTo>
                <a:lnTo>
                  <a:pt x="50527" y="158478"/>
                </a:lnTo>
                <a:lnTo>
                  <a:pt x="50527" y="158478"/>
                </a:lnTo>
                <a:lnTo>
                  <a:pt x="50526" y="158478"/>
                </a:lnTo>
                <a:lnTo>
                  <a:pt x="50525" y="158478"/>
                </a:lnTo>
                <a:lnTo>
                  <a:pt x="50524" y="158478"/>
                </a:lnTo>
                <a:lnTo>
                  <a:pt x="50523" y="158478"/>
                </a:lnTo>
                <a:lnTo>
                  <a:pt x="50522" y="158478"/>
                </a:lnTo>
                <a:lnTo>
                  <a:pt x="50521" y="158478"/>
                </a:lnTo>
                <a:lnTo>
                  <a:pt x="50520" y="158478"/>
                </a:lnTo>
                <a:lnTo>
                  <a:pt x="50519" y="158478"/>
                </a:lnTo>
                <a:lnTo>
                  <a:pt x="50518" y="158478"/>
                </a:lnTo>
                <a:lnTo>
                  <a:pt x="50517" y="158478"/>
                </a:lnTo>
                <a:lnTo>
                  <a:pt x="50516" y="158478"/>
                </a:lnTo>
                <a:lnTo>
                  <a:pt x="50515" y="158478"/>
                </a:lnTo>
                <a:lnTo>
                  <a:pt x="50514" y="158478"/>
                </a:lnTo>
                <a:lnTo>
                  <a:pt x="50513" y="158478"/>
                </a:lnTo>
                <a:lnTo>
                  <a:pt x="50512" y="158478"/>
                </a:lnTo>
                <a:lnTo>
                  <a:pt x="50511" y="158478"/>
                </a:lnTo>
                <a:lnTo>
                  <a:pt x="50510" y="158478"/>
                </a:lnTo>
                <a:lnTo>
                  <a:pt x="50509" y="158478"/>
                </a:lnTo>
                <a:lnTo>
                  <a:pt x="50508" y="158478"/>
                </a:lnTo>
                <a:lnTo>
                  <a:pt x="50507" y="158478"/>
                </a:lnTo>
                <a:lnTo>
                  <a:pt x="50506" y="158478"/>
                </a:lnTo>
                <a:lnTo>
                  <a:pt x="50505" y="158478"/>
                </a:lnTo>
                <a:lnTo>
                  <a:pt x="50504" y="158478"/>
                </a:lnTo>
                <a:lnTo>
                  <a:pt x="50503" y="158478"/>
                </a:lnTo>
                <a:lnTo>
                  <a:pt x="50502" y="158478"/>
                </a:lnTo>
                <a:lnTo>
                  <a:pt x="50501" y="158478"/>
                </a:lnTo>
                <a:lnTo>
                  <a:pt x="50500" y="158478"/>
                </a:lnTo>
                <a:lnTo>
                  <a:pt x="50499" y="158478"/>
                </a:lnTo>
                <a:lnTo>
                  <a:pt x="50498" y="158478"/>
                </a:lnTo>
                <a:lnTo>
                  <a:pt x="50497" y="158478"/>
                </a:lnTo>
                <a:lnTo>
                  <a:pt x="50496" y="158478"/>
                </a:lnTo>
                <a:lnTo>
                  <a:pt x="50495" y="158478"/>
                </a:lnTo>
                <a:lnTo>
                  <a:pt x="50494" y="158478"/>
                </a:lnTo>
                <a:lnTo>
                  <a:pt x="50493" y="158478"/>
                </a:lnTo>
                <a:lnTo>
                  <a:pt x="50492" y="158478"/>
                </a:lnTo>
                <a:lnTo>
                  <a:pt x="50491" y="158478"/>
                </a:lnTo>
                <a:lnTo>
                  <a:pt x="50490" y="158478"/>
                </a:lnTo>
                <a:lnTo>
                  <a:pt x="50489" y="158478"/>
                </a:lnTo>
                <a:lnTo>
                  <a:pt x="50488" y="158478"/>
                </a:lnTo>
                <a:lnTo>
                  <a:pt x="50487" y="158478"/>
                </a:lnTo>
                <a:lnTo>
                  <a:pt x="50486" y="158478"/>
                </a:lnTo>
                <a:lnTo>
                  <a:pt x="50485" y="158478"/>
                </a:lnTo>
                <a:lnTo>
                  <a:pt x="50484" y="158478"/>
                </a:lnTo>
                <a:lnTo>
                  <a:pt x="50483" y="158478"/>
                </a:lnTo>
                <a:lnTo>
                  <a:pt x="50482" y="158478"/>
                </a:lnTo>
                <a:lnTo>
                  <a:pt x="50481" y="158478"/>
                </a:lnTo>
                <a:lnTo>
                  <a:pt x="50480" y="158478"/>
                </a:lnTo>
                <a:lnTo>
                  <a:pt x="50479" y="158478"/>
                </a:lnTo>
                <a:lnTo>
                  <a:pt x="50478" y="158478"/>
                </a:lnTo>
                <a:lnTo>
                  <a:pt x="50477" y="158478"/>
                </a:lnTo>
                <a:lnTo>
                  <a:pt x="50476" y="158478"/>
                </a:lnTo>
                <a:lnTo>
                  <a:pt x="50475" y="158478"/>
                </a:lnTo>
                <a:lnTo>
                  <a:pt x="50474" y="158478"/>
                </a:lnTo>
                <a:lnTo>
                  <a:pt x="50473" y="158478"/>
                </a:lnTo>
                <a:lnTo>
                  <a:pt x="50472" y="158478"/>
                </a:lnTo>
                <a:lnTo>
                  <a:pt x="50471" y="158478"/>
                </a:lnTo>
                <a:lnTo>
                  <a:pt x="50470" y="158478"/>
                </a:lnTo>
                <a:lnTo>
                  <a:pt x="50469" y="158478"/>
                </a:lnTo>
                <a:lnTo>
                  <a:pt x="50468" y="158478"/>
                </a:lnTo>
                <a:lnTo>
                  <a:pt x="50467" y="158478"/>
                </a:lnTo>
                <a:lnTo>
                  <a:pt x="50466" y="158478"/>
                </a:lnTo>
                <a:lnTo>
                  <a:pt x="50465" y="158478"/>
                </a:lnTo>
                <a:lnTo>
                  <a:pt x="50464" y="158478"/>
                </a:lnTo>
                <a:lnTo>
                  <a:pt x="50464" y="158478"/>
                </a:lnTo>
                <a:lnTo>
                  <a:pt x="50463" y="158478"/>
                </a:lnTo>
                <a:lnTo>
                  <a:pt x="50462" y="158478"/>
                </a:lnTo>
                <a:lnTo>
                  <a:pt x="50461" y="158478"/>
                </a:lnTo>
                <a:lnTo>
                  <a:pt x="50460" y="158478"/>
                </a:lnTo>
                <a:lnTo>
                  <a:pt x="50459" y="158478"/>
                </a:lnTo>
                <a:lnTo>
                  <a:pt x="50458" y="158478"/>
                </a:lnTo>
                <a:lnTo>
                  <a:pt x="50457" y="158478"/>
                </a:lnTo>
                <a:lnTo>
                  <a:pt x="50456" y="158478"/>
                </a:lnTo>
                <a:lnTo>
                  <a:pt x="50455" y="158478"/>
                </a:lnTo>
                <a:lnTo>
                  <a:pt x="50454" y="158478"/>
                </a:lnTo>
                <a:lnTo>
                  <a:pt x="50453" y="158478"/>
                </a:lnTo>
                <a:lnTo>
                  <a:pt x="50452" y="158478"/>
                </a:lnTo>
                <a:lnTo>
                  <a:pt x="50451" y="158478"/>
                </a:lnTo>
                <a:lnTo>
                  <a:pt x="50450" y="158478"/>
                </a:lnTo>
                <a:lnTo>
                  <a:pt x="50449" y="158478"/>
                </a:lnTo>
                <a:lnTo>
                  <a:pt x="50448" y="158478"/>
                </a:lnTo>
                <a:lnTo>
                  <a:pt x="50447" y="158478"/>
                </a:lnTo>
                <a:lnTo>
                  <a:pt x="50446" y="158478"/>
                </a:lnTo>
                <a:lnTo>
                  <a:pt x="50445" y="158478"/>
                </a:lnTo>
                <a:lnTo>
                  <a:pt x="50444" y="158478"/>
                </a:lnTo>
                <a:lnTo>
                  <a:pt x="50443" y="158478"/>
                </a:lnTo>
                <a:lnTo>
                  <a:pt x="50442" y="158478"/>
                </a:lnTo>
                <a:lnTo>
                  <a:pt x="50441" y="158478"/>
                </a:lnTo>
                <a:lnTo>
                  <a:pt x="50440" y="158478"/>
                </a:lnTo>
                <a:lnTo>
                  <a:pt x="50439" y="158478"/>
                </a:lnTo>
                <a:lnTo>
                  <a:pt x="50438" y="158478"/>
                </a:lnTo>
                <a:lnTo>
                  <a:pt x="50437" y="158478"/>
                </a:lnTo>
                <a:lnTo>
                  <a:pt x="50436" y="158478"/>
                </a:lnTo>
                <a:lnTo>
                  <a:pt x="50435" y="158478"/>
                </a:lnTo>
                <a:lnTo>
                  <a:pt x="50434" y="158478"/>
                </a:lnTo>
                <a:lnTo>
                  <a:pt x="50433" y="158478"/>
                </a:lnTo>
                <a:lnTo>
                  <a:pt x="50432" y="158478"/>
                </a:lnTo>
                <a:lnTo>
                  <a:pt x="50431" y="158478"/>
                </a:lnTo>
                <a:lnTo>
                  <a:pt x="50430" y="158478"/>
                </a:lnTo>
                <a:lnTo>
                  <a:pt x="50429" y="158478"/>
                </a:lnTo>
                <a:lnTo>
                  <a:pt x="50428" y="158478"/>
                </a:lnTo>
                <a:lnTo>
                  <a:pt x="50427" y="158478"/>
                </a:lnTo>
                <a:lnTo>
                  <a:pt x="50426" y="158478"/>
                </a:lnTo>
                <a:lnTo>
                  <a:pt x="50425" y="158478"/>
                </a:lnTo>
                <a:lnTo>
                  <a:pt x="50424" y="158478"/>
                </a:lnTo>
                <a:lnTo>
                  <a:pt x="50423" y="158478"/>
                </a:lnTo>
                <a:lnTo>
                  <a:pt x="50422" y="158478"/>
                </a:lnTo>
                <a:lnTo>
                  <a:pt x="50421" y="158478"/>
                </a:lnTo>
                <a:lnTo>
                  <a:pt x="50420" y="158478"/>
                </a:lnTo>
                <a:lnTo>
                  <a:pt x="50419" y="158478"/>
                </a:lnTo>
                <a:lnTo>
                  <a:pt x="50418" y="158478"/>
                </a:lnTo>
                <a:lnTo>
                  <a:pt x="50417" y="158478"/>
                </a:lnTo>
                <a:lnTo>
                  <a:pt x="50416" y="158478"/>
                </a:lnTo>
                <a:lnTo>
                  <a:pt x="50415" y="158478"/>
                </a:lnTo>
                <a:lnTo>
                  <a:pt x="50414" y="158478"/>
                </a:lnTo>
                <a:lnTo>
                  <a:pt x="50413" y="158478"/>
                </a:lnTo>
                <a:lnTo>
                  <a:pt x="50412" y="158478"/>
                </a:lnTo>
                <a:lnTo>
                  <a:pt x="50411" y="158478"/>
                </a:lnTo>
                <a:lnTo>
                  <a:pt x="50410" y="158478"/>
                </a:lnTo>
                <a:lnTo>
                  <a:pt x="50409" y="158478"/>
                </a:lnTo>
                <a:lnTo>
                  <a:pt x="50408" y="158478"/>
                </a:lnTo>
                <a:lnTo>
                  <a:pt x="50407" y="158478"/>
                </a:lnTo>
                <a:lnTo>
                  <a:pt x="50406" y="158478"/>
                </a:lnTo>
                <a:lnTo>
                  <a:pt x="50405" y="158478"/>
                </a:lnTo>
                <a:lnTo>
                  <a:pt x="50405" y="158478"/>
                </a:lnTo>
                <a:lnTo>
                  <a:pt x="50404" y="158478"/>
                </a:lnTo>
                <a:lnTo>
                  <a:pt x="50403" y="158478"/>
                </a:lnTo>
                <a:lnTo>
                  <a:pt x="50402" y="158478"/>
                </a:lnTo>
                <a:lnTo>
                  <a:pt x="50401" y="158478"/>
                </a:lnTo>
                <a:lnTo>
                  <a:pt x="50400" y="158478"/>
                </a:lnTo>
                <a:lnTo>
                  <a:pt x="50399" y="158478"/>
                </a:lnTo>
                <a:lnTo>
                  <a:pt x="50398" y="158478"/>
                </a:lnTo>
                <a:lnTo>
                  <a:pt x="50397" y="158478"/>
                </a:lnTo>
                <a:lnTo>
                  <a:pt x="50396" y="158478"/>
                </a:lnTo>
                <a:lnTo>
                  <a:pt x="50395" y="158478"/>
                </a:lnTo>
                <a:lnTo>
                  <a:pt x="50394" y="158478"/>
                </a:lnTo>
                <a:lnTo>
                  <a:pt x="50393" y="158478"/>
                </a:lnTo>
                <a:lnTo>
                  <a:pt x="50392" y="158478"/>
                </a:lnTo>
                <a:lnTo>
                  <a:pt x="50391" y="158478"/>
                </a:lnTo>
                <a:lnTo>
                  <a:pt x="50390" y="158478"/>
                </a:lnTo>
                <a:lnTo>
                  <a:pt x="50389" y="158478"/>
                </a:lnTo>
                <a:lnTo>
                  <a:pt x="50388" y="158478"/>
                </a:lnTo>
                <a:lnTo>
                  <a:pt x="50387" y="158478"/>
                </a:lnTo>
                <a:lnTo>
                  <a:pt x="50386" y="158478"/>
                </a:lnTo>
                <a:lnTo>
                  <a:pt x="50385" y="158478"/>
                </a:lnTo>
                <a:lnTo>
                  <a:pt x="50384" y="158478"/>
                </a:lnTo>
                <a:lnTo>
                  <a:pt x="50383" y="158478"/>
                </a:lnTo>
                <a:lnTo>
                  <a:pt x="50382" y="158478"/>
                </a:lnTo>
                <a:lnTo>
                  <a:pt x="50381" y="158478"/>
                </a:lnTo>
                <a:lnTo>
                  <a:pt x="50380" y="158478"/>
                </a:lnTo>
                <a:lnTo>
                  <a:pt x="50379" y="158478"/>
                </a:lnTo>
                <a:lnTo>
                  <a:pt x="50378" y="158478"/>
                </a:lnTo>
                <a:lnTo>
                  <a:pt x="50377" y="158478"/>
                </a:lnTo>
                <a:lnTo>
                  <a:pt x="50376" y="158478"/>
                </a:lnTo>
                <a:lnTo>
                  <a:pt x="50375" y="158478"/>
                </a:lnTo>
                <a:lnTo>
                  <a:pt x="50374" y="158478"/>
                </a:lnTo>
                <a:lnTo>
                  <a:pt x="50373" y="158478"/>
                </a:lnTo>
                <a:lnTo>
                  <a:pt x="50372" y="158478"/>
                </a:lnTo>
                <a:lnTo>
                  <a:pt x="50371" y="158478"/>
                </a:lnTo>
                <a:lnTo>
                  <a:pt x="50370" y="158478"/>
                </a:lnTo>
                <a:lnTo>
                  <a:pt x="50369" y="158478"/>
                </a:lnTo>
                <a:lnTo>
                  <a:pt x="50368" y="158478"/>
                </a:lnTo>
                <a:lnTo>
                  <a:pt x="50367" y="158478"/>
                </a:lnTo>
                <a:lnTo>
                  <a:pt x="50366" y="158478"/>
                </a:lnTo>
                <a:lnTo>
                  <a:pt x="50365" y="158478"/>
                </a:lnTo>
                <a:lnTo>
                  <a:pt x="50364" y="158478"/>
                </a:lnTo>
                <a:lnTo>
                  <a:pt x="50363" y="158478"/>
                </a:lnTo>
                <a:lnTo>
                  <a:pt x="50362" y="158478"/>
                </a:lnTo>
                <a:lnTo>
                  <a:pt x="50361" y="158478"/>
                </a:lnTo>
                <a:lnTo>
                  <a:pt x="50360" y="158478"/>
                </a:lnTo>
                <a:lnTo>
                  <a:pt x="50359" y="158478"/>
                </a:lnTo>
                <a:lnTo>
                  <a:pt x="50358" y="158478"/>
                </a:lnTo>
                <a:lnTo>
                  <a:pt x="50357" y="158478"/>
                </a:lnTo>
                <a:lnTo>
                  <a:pt x="50356" y="158478"/>
                </a:lnTo>
                <a:lnTo>
                  <a:pt x="50355" y="158478"/>
                </a:lnTo>
                <a:lnTo>
                  <a:pt x="50354" y="158478"/>
                </a:lnTo>
                <a:lnTo>
                  <a:pt x="50353" y="158478"/>
                </a:lnTo>
                <a:lnTo>
                  <a:pt x="50352" y="158478"/>
                </a:lnTo>
                <a:lnTo>
                  <a:pt x="50351" y="158478"/>
                </a:lnTo>
                <a:lnTo>
                  <a:pt x="50350" y="158478"/>
                </a:lnTo>
                <a:lnTo>
                  <a:pt x="50349" y="158478"/>
                </a:lnTo>
                <a:lnTo>
                  <a:pt x="50349" y="158478"/>
                </a:lnTo>
                <a:lnTo>
                  <a:pt x="50348" y="158478"/>
                </a:lnTo>
                <a:lnTo>
                  <a:pt x="50347" y="158478"/>
                </a:lnTo>
                <a:lnTo>
                  <a:pt x="50346" y="158478"/>
                </a:lnTo>
                <a:lnTo>
                  <a:pt x="50345" y="158478"/>
                </a:lnTo>
                <a:lnTo>
                  <a:pt x="50344" y="158478"/>
                </a:lnTo>
                <a:lnTo>
                  <a:pt x="50343" y="158478"/>
                </a:lnTo>
                <a:lnTo>
                  <a:pt x="50342" y="158478"/>
                </a:lnTo>
                <a:lnTo>
                  <a:pt x="50341" y="158478"/>
                </a:lnTo>
                <a:lnTo>
                  <a:pt x="50340" y="158478"/>
                </a:lnTo>
                <a:lnTo>
                  <a:pt x="50339" y="158478"/>
                </a:lnTo>
                <a:lnTo>
                  <a:pt x="50338" y="158478"/>
                </a:lnTo>
                <a:lnTo>
                  <a:pt x="50337" y="158478"/>
                </a:lnTo>
                <a:lnTo>
                  <a:pt x="50336" y="158478"/>
                </a:lnTo>
                <a:lnTo>
                  <a:pt x="50335" y="158478"/>
                </a:lnTo>
                <a:lnTo>
                  <a:pt x="50334" y="158478"/>
                </a:lnTo>
                <a:lnTo>
                  <a:pt x="50333" y="158478"/>
                </a:lnTo>
                <a:lnTo>
                  <a:pt x="50332" y="158478"/>
                </a:lnTo>
                <a:lnTo>
                  <a:pt x="50331" y="158478"/>
                </a:lnTo>
                <a:lnTo>
                  <a:pt x="50330" y="158478"/>
                </a:lnTo>
                <a:lnTo>
                  <a:pt x="50329" y="158478"/>
                </a:lnTo>
                <a:lnTo>
                  <a:pt x="50328" y="158478"/>
                </a:lnTo>
                <a:lnTo>
                  <a:pt x="50327" y="158478"/>
                </a:lnTo>
                <a:lnTo>
                  <a:pt x="50326" y="158478"/>
                </a:lnTo>
                <a:lnTo>
                  <a:pt x="50325" y="158478"/>
                </a:lnTo>
                <a:lnTo>
                  <a:pt x="50324" y="158478"/>
                </a:lnTo>
                <a:lnTo>
                  <a:pt x="50323" y="158478"/>
                </a:lnTo>
                <a:lnTo>
                  <a:pt x="50322" y="158478"/>
                </a:lnTo>
                <a:lnTo>
                  <a:pt x="50321" y="158478"/>
                </a:lnTo>
                <a:lnTo>
                  <a:pt x="50320" y="158478"/>
                </a:lnTo>
                <a:lnTo>
                  <a:pt x="50319" y="158478"/>
                </a:lnTo>
                <a:lnTo>
                  <a:pt x="50318" y="158478"/>
                </a:lnTo>
                <a:lnTo>
                  <a:pt x="50317" y="158478"/>
                </a:lnTo>
                <a:lnTo>
                  <a:pt x="50316" y="158478"/>
                </a:lnTo>
                <a:lnTo>
                  <a:pt x="50315" y="158478"/>
                </a:lnTo>
                <a:lnTo>
                  <a:pt x="50314" y="158478"/>
                </a:lnTo>
                <a:lnTo>
                  <a:pt x="50313" y="158478"/>
                </a:lnTo>
                <a:lnTo>
                  <a:pt x="50312" y="158478"/>
                </a:lnTo>
                <a:lnTo>
                  <a:pt x="50311" y="158478"/>
                </a:lnTo>
                <a:lnTo>
                  <a:pt x="50310" y="158478"/>
                </a:lnTo>
                <a:lnTo>
                  <a:pt x="50309" y="158478"/>
                </a:lnTo>
                <a:lnTo>
                  <a:pt x="50308" y="158478"/>
                </a:lnTo>
                <a:lnTo>
                  <a:pt x="50307" y="158478"/>
                </a:lnTo>
                <a:lnTo>
                  <a:pt x="50306" y="158478"/>
                </a:lnTo>
                <a:lnTo>
                  <a:pt x="50305" y="158478"/>
                </a:lnTo>
                <a:lnTo>
                  <a:pt x="50304" y="158478"/>
                </a:lnTo>
                <a:lnTo>
                  <a:pt x="50303" y="158478"/>
                </a:lnTo>
                <a:lnTo>
                  <a:pt x="50302" y="158478"/>
                </a:lnTo>
                <a:lnTo>
                  <a:pt x="50301" y="158478"/>
                </a:lnTo>
                <a:lnTo>
                  <a:pt x="50300" y="158478"/>
                </a:lnTo>
                <a:lnTo>
                  <a:pt x="50299" y="158478"/>
                </a:lnTo>
                <a:lnTo>
                  <a:pt x="50298" y="158478"/>
                </a:lnTo>
                <a:lnTo>
                  <a:pt x="50297" y="158478"/>
                </a:lnTo>
                <a:lnTo>
                  <a:pt x="50296" y="158478"/>
                </a:lnTo>
                <a:lnTo>
                  <a:pt x="50296" y="158478"/>
                </a:lnTo>
                <a:lnTo>
                  <a:pt x="50295" y="158478"/>
                </a:lnTo>
                <a:lnTo>
                  <a:pt x="50294" y="158478"/>
                </a:lnTo>
                <a:lnTo>
                  <a:pt x="50293" y="158478"/>
                </a:lnTo>
                <a:lnTo>
                  <a:pt x="50292" y="158478"/>
                </a:lnTo>
                <a:lnTo>
                  <a:pt x="50291" y="158478"/>
                </a:lnTo>
                <a:lnTo>
                  <a:pt x="50290" y="158478"/>
                </a:lnTo>
                <a:lnTo>
                  <a:pt x="50289" y="158478"/>
                </a:lnTo>
                <a:lnTo>
                  <a:pt x="50288" y="158478"/>
                </a:lnTo>
                <a:lnTo>
                  <a:pt x="50287" y="158478"/>
                </a:lnTo>
                <a:lnTo>
                  <a:pt x="50286" y="158478"/>
                </a:lnTo>
                <a:lnTo>
                  <a:pt x="50285" y="158478"/>
                </a:lnTo>
                <a:lnTo>
                  <a:pt x="50284" y="158478"/>
                </a:lnTo>
                <a:lnTo>
                  <a:pt x="50283" y="158478"/>
                </a:lnTo>
                <a:lnTo>
                  <a:pt x="50282" y="158478"/>
                </a:lnTo>
                <a:lnTo>
                  <a:pt x="50281" y="158478"/>
                </a:lnTo>
                <a:lnTo>
                  <a:pt x="50280" y="158478"/>
                </a:lnTo>
                <a:lnTo>
                  <a:pt x="50279" y="158478"/>
                </a:lnTo>
                <a:lnTo>
                  <a:pt x="50278" y="158478"/>
                </a:lnTo>
                <a:lnTo>
                  <a:pt x="50277" y="158478"/>
                </a:lnTo>
                <a:lnTo>
                  <a:pt x="50276" y="158478"/>
                </a:lnTo>
                <a:lnTo>
                  <a:pt x="50275" y="158478"/>
                </a:lnTo>
                <a:lnTo>
                  <a:pt x="50274" y="158478"/>
                </a:lnTo>
                <a:lnTo>
                  <a:pt x="50273" y="158478"/>
                </a:lnTo>
                <a:lnTo>
                  <a:pt x="50272" y="158478"/>
                </a:lnTo>
                <a:lnTo>
                  <a:pt x="50271" y="158478"/>
                </a:lnTo>
                <a:lnTo>
                  <a:pt x="50270" y="158478"/>
                </a:lnTo>
                <a:lnTo>
                  <a:pt x="50269" y="158478"/>
                </a:lnTo>
                <a:lnTo>
                  <a:pt x="50268" y="158478"/>
                </a:lnTo>
                <a:lnTo>
                  <a:pt x="50267" y="158478"/>
                </a:lnTo>
                <a:lnTo>
                  <a:pt x="50266" y="158478"/>
                </a:lnTo>
                <a:lnTo>
                  <a:pt x="50265" y="158478"/>
                </a:lnTo>
                <a:lnTo>
                  <a:pt x="50264" y="158478"/>
                </a:lnTo>
                <a:lnTo>
                  <a:pt x="50263" y="158478"/>
                </a:lnTo>
                <a:lnTo>
                  <a:pt x="50262" y="158478"/>
                </a:lnTo>
                <a:lnTo>
                  <a:pt x="50261" y="158478"/>
                </a:lnTo>
                <a:lnTo>
                  <a:pt x="50260" y="158478"/>
                </a:lnTo>
                <a:lnTo>
                  <a:pt x="50259" y="158478"/>
                </a:lnTo>
                <a:lnTo>
                  <a:pt x="50258" y="158478"/>
                </a:lnTo>
                <a:lnTo>
                  <a:pt x="50257" y="158478"/>
                </a:lnTo>
                <a:lnTo>
                  <a:pt x="50256" y="158478"/>
                </a:lnTo>
                <a:lnTo>
                  <a:pt x="50255" y="158478"/>
                </a:lnTo>
                <a:lnTo>
                  <a:pt x="50254" y="158478"/>
                </a:lnTo>
                <a:lnTo>
                  <a:pt x="50253" y="158478"/>
                </a:lnTo>
                <a:lnTo>
                  <a:pt x="50252" y="158478"/>
                </a:lnTo>
                <a:lnTo>
                  <a:pt x="50251" y="158478"/>
                </a:lnTo>
                <a:lnTo>
                  <a:pt x="50250" y="158478"/>
                </a:lnTo>
                <a:lnTo>
                  <a:pt x="50249" y="158478"/>
                </a:lnTo>
                <a:lnTo>
                  <a:pt x="50248" y="158478"/>
                </a:lnTo>
                <a:lnTo>
                  <a:pt x="50247" y="158478"/>
                </a:lnTo>
                <a:lnTo>
                  <a:pt x="50246" y="158478"/>
                </a:lnTo>
                <a:lnTo>
                  <a:pt x="50245" y="158478"/>
                </a:lnTo>
                <a:lnTo>
                  <a:pt x="50245" y="158478"/>
                </a:lnTo>
                <a:lnTo>
                  <a:pt x="50244" y="158478"/>
                </a:lnTo>
                <a:lnTo>
                  <a:pt x="50243" y="158478"/>
                </a:lnTo>
                <a:lnTo>
                  <a:pt x="50242" y="158478"/>
                </a:lnTo>
                <a:lnTo>
                  <a:pt x="50241" y="158478"/>
                </a:lnTo>
                <a:lnTo>
                  <a:pt x="50240" y="158478"/>
                </a:lnTo>
                <a:lnTo>
                  <a:pt x="50239" y="158478"/>
                </a:lnTo>
                <a:lnTo>
                  <a:pt x="50238" y="158478"/>
                </a:lnTo>
                <a:lnTo>
                  <a:pt x="50237" y="158478"/>
                </a:lnTo>
                <a:lnTo>
                  <a:pt x="50236" y="158478"/>
                </a:lnTo>
                <a:lnTo>
                  <a:pt x="50235" y="158478"/>
                </a:lnTo>
                <a:lnTo>
                  <a:pt x="50234" y="158478"/>
                </a:lnTo>
                <a:lnTo>
                  <a:pt x="50233" y="158478"/>
                </a:lnTo>
                <a:lnTo>
                  <a:pt x="50232" y="158478"/>
                </a:lnTo>
                <a:lnTo>
                  <a:pt x="50231" y="158478"/>
                </a:lnTo>
                <a:lnTo>
                  <a:pt x="50230" y="158478"/>
                </a:lnTo>
                <a:lnTo>
                  <a:pt x="50229" y="158478"/>
                </a:lnTo>
                <a:lnTo>
                  <a:pt x="50228" y="158478"/>
                </a:lnTo>
                <a:lnTo>
                  <a:pt x="50227" y="158478"/>
                </a:lnTo>
                <a:lnTo>
                  <a:pt x="50226" y="158478"/>
                </a:lnTo>
                <a:lnTo>
                  <a:pt x="50225" y="158478"/>
                </a:lnTo>
                <a:lnTo>
                  <a:pt x="50224" y="158478"/>
                </a:lnTo>
                <a:lnTo>
                  <a:pt x="50223" y="158478"/>
                </a:lnTo>
                <a:lnTo>
                  <a:pt x="50222" y="158478"/>
                </a:lnTo>
                <a:lnTo>
                  <a:pt x="50221" y="158478"/>
                </a:lnTo>
                <a:lnTo>
                  <a:pt x="50220" y="158478"/>
                </a:lnTo>
                <a:lnTo>
                  <a:pt x="50219" y="158478"/>
                </a:lnTo>
                <a:lnTo>
                  <a:pt x="50218" y="158478"/>
                </a:lnTo>
                <a:lnTo>
                  <a:pt x="50217" y="158478"/>
                </a:lnTo>
                <a:lnTo>
                  <a:pt x="50216" y="158478"/>
                </a:lnTo>
                <a:lnTo>
                  <a:pt x="50215" y="158478"/>
                </a:lnTo>
                <a:lnTo>
                  <a:pt x="50214" y="158478"/>
                </a:lnTo>
                <a:lnTo>
                  <a:pt x="50213" y="158478"/>
                </a:lnTo>
                <a:lnTo>
                  <a:pt x="50212" y="158478"/>
                </a:lnTo>
                <a:lnTo>
                  <a:pt x="50211" y="158478"/>
                </a:lnTo>
                <a:lnTo>
                  <a:pt x="50210" y="158478"/>
                </a:lnTo>
                <a:lnTo>
                  <a:pt x="50209" y="158478"/>
                </a:lnTo>
                <a:lnTo>
                  <a:pt x="50208" y="158478"/>
                </a:lnTo>
                <a:lnTo>
                  <a:pt x="50207" y="158478"/>
                </a:lnTo>
                <a:lnTo>
                  <a:pt x="50206" y="158478"/>
                </a:lnTo>
                <a:lnTo>
                  <a:pt x="50205" y="158478"/>
                </a:lnTo>
                <a:lnTo>
                  <a:pt x="50204" y="158478"/>
                </a:lnTo>
                <a:lnTo>
                  <a:pt x="50203" y="158478"/>
                </a:lnTo>
                <a:lnTo>
                  <a:pt x="50202" y="158478"/>
                </a:lnTo>
                <a:lnTo>
                  <a:pt x="50201" y="158478"/>
                </a:lnTo>
                <a:lnTo>
                  <a:pt x="50200" y="158478"/>
                </a:lnTo>
                <a:lnTo>
                  <a:pt x="50199" y="158478"/>
                </a:lnTo>
                <a:lnTo>
                  <a:pt x="50198" y="158478"/>
                </a:lnTo>
                <a:lnTo>
                  <a:pt x="50197" y="158478"/>
                </a:lnTo>
                <a:lnTo>
                  <a:pt x="50197" y="158478"/>
                </a:lnTo>
                <a:lnTo>
                  <a:pt x="50196" y="158478"/>
                </a:lnTo>
                <a:lnTo>
                  <a:pt x="50195" y="158478"/>
                </a:lnTo>
                <a:lnTo>
                  <a:pt x="50194" y="158478"/>
                </a:lnTo>
                <a:lnTo>
                  <a:pt x="50193" y="158478"/>
                </a:lnTo>
                <a:lnTo>
                  <a:pt x="50192" y="158478"/>
                </a:lnTo>
                <a:lnTo>
                  <a:pt x="50191" y="158478"/>
                </a:lnTo>
                <a:lnTo>
                  <a:pt x="50190" y="158478"/>
                </a:lnTo>
                <a:lnTo>
                  <a:pt x="50189" y="158478"/>
                </a:lnTo>
                <a:lnTo>
                  <a:pt x="50188" y="158478"/>
                </a:lnTo>
                <a:lnTo>
                  <a:pt x="50187" y="158478"/>
                </a:lnTo>
                <a:lnTo>
                  <a:pt x="50186" y="158478"/>
                </a:lnTo>
                <a:lnTo>
                  <a:pt x="50185" y="158478"/>
                </a:lnTo>
                <a:lnTo>
                  <a:pt x="50184" y="158478"/>
                </a:lnTo>
                <a:lnTo>
                  <a:pt x="50183" y="158478"/>
                </a:lnTo>
                <a:lnTo>
                  <a:pt x="50182" y="158478"/>
                </a:lnTo>
                <a:lnTo>
                  <a:pt x="50181" y="158478"/>
                </a:lnTo>
                <a:lnTo>
                  <a:pt x="50180" y="158478"/>
                </a:lnTo>
                <a:lnTo>
                  <a:pt x="50179" y="158478"/>
                </a:lnTo>
                <a:lnTo>
                  <a:pt x="50178" y="158478"/>
                </a:lnTo>
                <a:lnTo>
                  <a:pt x="50177" y="158478"/>
                </a:lnTo>
                <a:lnTo>
                  <a:pt x="50176" y="158478"/>
                </a:lnTo>
                <a:lnTo>
                  <a:pt x="50175" y="158478"/>
                </a:lnTo>
                <a:lnTo>
                  <a:pt x="50174" y="158478"/>
                </a:lnTo>
                <a:lnTo>
                  <a:pt x="50173" y="158478"/>
                </a:lnTo>
                <a:lnTo>
                  <a:pt x="50172" y="158478"/>
                </a:lnTo>
                <a:lnTo>
                  <a:pt x="50171" y="158478"/>
                </a:lnTo>
                <a:lnTo>
                  <a:pt x="50170" y="158478"/>
                </a:lnTo>
                <a:lnTo>
                  <a:pt x="50169" y="158478"/>
                </a:lnTo>
                <a:lnTo>
                  <a:pt x="50168" y="158478"/>
                </a:lnTo>
                <a:lnTo>
                  <a:pt x="50167" y="158478"/>
                </a:lnTo>
                <a:lnTo>
                  <a:pt x="50166" y="158478"/>
                </a:lnTo>
                <a:lnTo>
                  <a:pt x="50165" y="158478"/>
                </a:lnTo>
                <a:lnTo>
                  <a:pt x="50164" y="158478"/>
                </a:lnTo>
                <a:lnTo>
                  <a:pt x="50163" y="158478"/>
                </a:lnTo>
                <a:lnTo>
                  <a:pt x="50162" y="158478"/>
                </a:lnTo>
                <a:lnTo>
                  <a:pt x="50161" y="158478"/>
                </a:lnTo>
                <a:lnTo>
                  <a:pt x="50160" y="158478"/>
                </a:lnTo>
                <a:lnTo>
                  <a:pt x="50159" y="158478"/>
                </a:lnTo>
                <a:lnTo>
                  <a:pt x="50158" y="158478"/>
                </a:lnTo>
                <a:lnTo>
                  <a:pt x="50157" y="158478"/>
                </a:lnTo>
                <a:lnTo>
                  <a:pt x="50156" y="158478"/>
                </a:lnTo>
                <a:lnTo>
                  <a:pt x="50155" y="158478"/>
                </a:lnTo>
                <a:lnTo>
                  <a:pt x="50154" y="158478"/>
                </a:lnTo>
                <a:lnTo>
                  <a:pt x="50153" y="158478"/>
                </a:lnTo>
                <a:lnTo>
                  <a:pt x="50152" y="158478"/>
                </a:lnTo>
                <a:lnTo>
                  <a:pt x="50151" y="158478"/>
                </a:lnTo>
                <a:lnTo>
                  <a:pt x="50150" y="158478"/>
                </a:lnTo>
                <a:lnTo>
                  <a:pt x="50150" y="158478"/>
                </a:lnTo>
                <a:lnTo>
                  <a:pt x="50149" y="158478"/>
                </a:lnTo>
                <a:lnTo>
                  <a:pt x="50148" y="158478"/>
                </a:lnTo>
                <a:lnTo>
                  <a:pt x="50147" y="158478"/>
                </a:lnTo>
                <a:lnTo>
                  <a:pt x="50146" y="158478"/>
                </a:lnTo>
                <a:lnTo>
                  <a:pt x="50145" y="158478"/>
                </a:lnTo>
                <a:lnTo>
                  <a:pt x="50144" y="158478"/>
                </a:lnTo>
                <a:lnTo>
                  <a:pt x="50143" y="158478"/>
                </a:lnTo>
                <a:lnTo>
                  <a:pt x="50142" y="158478"/>
                </a:lnTo>
                <a:lnTo>
                  <a:pt x="50141" y="158478"/>
                </a:lnTo>
                <a:lnTo>
                  <a:pt x="50140" y="158478"/>
                </a:lnTo>
                <a:lnTo>
                  <a:pt x="50139" y="158478"/>
                </a:lnTo>
                <a:lnTo>
                  <a:pt x="50138" y="158478"/>
                </a:lnTo>
                <a:lnTo>
                  <a:pt x="50137" y="158478"/>
                </a:lnTo>
                <a:lnTo>
                  <a:pt x="50136" y="158478"/>
                </a:lnTo>
                <a:lnTo>
                  <a:pt x="50135" y="158478"/>
                </a:lnTo>
                <a:lnTo>
                  <a:pt x="50134" y="158478"/>
                </a:lnTo>
                <a:lnTo>
                  <a:pt x="50133" y="158478"/>
                </a:lnTo>
                <a:lnTo>
                  <a:pt x="50132" y="158478"/>
                </a:lnTo>
                <a:lnTo>
                  <a:pt x="50131" y="158478"/>
                </a:lnTo>
                <a:lnTo>
                  <a:pt x="50130" y="158478"/>
                </a:lnTo>
                <a:lnTo>
                  <a:pt x="50129" y="158478"/>
                </a:lnTo>
                <a:lnTo>
                  <a:pt x="50128" y="158478"/>
                </a:lnTo>
                <a:lnTo>
                  <a:pt x="50127" y="158478"/>
                </a:lnTo>
                <a:lnTo>
                  <a:pt x="50126" y="158478"/>
                </a:lnTo>
                <a:lnTo>
                  <a:pt x="50125" y="158478"/>
                </a:lnTo>
                <a:lnTo>
                  <a:pt x="50124" y="158478"/>
                </a:lnTo>
                <a:lnTo>
                  <a:pt x="50123" y="158478"/>
                </a:lnTo>
                <a:lnTo>
                  <a:pt x="50122" y="158478"/>
                </a:lnTo>
                <a:lnTo>
                  <a:pt x="50121" y="158478"/>
                </a:lnTo>
                <a:lnTo>
                  <a:pt x="50120" y="158478"/>
                </a:lnTo>
                <a:lnTo>
                  <a:pt x="50119" y="158478"/>
                </a:lnTo>
                <a:lnTo>
                  <a:pt x="50118" y="158478"/>
                </a:lnTo>
                <a:lnTo>
                  <a:pt x="50117" y="158478"/>
                </a:lnTo>
                <a:lnTo>
                  <a:pt x="50116" y="158478"/>
                </a:lnTo>
                <a:lnTo>
                  <a:pt x="50115" y="158478"/>
                </a:lnTo>
                <a:lnTo>
                  <a:pt x="50114" y="158478"/>
                </a:lnTo>
                <a:lnTo>
                  <a:pt x="50113" y="158478"/>
                </a:lnTo>
                <a:lnTo>
                  <a:pt x="50112" y="158478"/>
                </a:lnTo>
                <a:lnTo>
                  <a:pt x="50111" y="158478"/>
                </a:lnTo>
                <a:lnTo>
                  <a:pt x="50110" y="158478"/>
                </a:lnTo>
                <a:lnTo>
                  <a:pt x="50109" y="158478"/>
                </a:lnTo>
                <a:lnTo>
                  <a:pt x="50108" y="158478"/>
                </a:lnTo>
                <a:lnTo>
                  <a:pt x="50107" y="158478"/>
                </a:lnTo>
                <a:lnTo>
                  <a:pt x="50106" y="158478"/>
                </a:lnTo>
                <a:lnTo>
                  <a:pt x="50105" y="158478"/>
                </a:lnTo>
                <a:lnTo>
                  <a:pt x="50105" y="158478"/>
                </a:lnTo>
                <a:lnTo>
                  <a:pt x="50104" y="158478"/>
                </a:lnTo>
                <a:lnTo>
                  <a:pt x="50103" y="158478"/>
                </a:lnTo>
                <a:lnTo>
                  <a:pt x="50102" y="158478"/>
                </a:lnTo>
                <a:lnTo>
                  <a:pt x="50101" y="158478"/>
                </a:lnTo>
                <a:lnTo>
                  <a:pt x="50100" y="158478"/>
                </a:lnTo>
                <a:lnTo>
                  <a:pt x="50099" y="158478"/>
                </a:lnTo>
                <a:lnTo>
                  <a:pt x="50098" y="158478"/>
                </a:lnTo>
                <a:lnTo>
                  <a:pt x="50097" y="158478"/>
                </a:lnTo>
                <a:lnTo>
                  <a:pt x="50096" y="158478"/>
                </a:lnTo>
                <a:lnTo>
                  <a:pt x="50095" y="158478"/>
                </a:lnTo>
                <a:lnTo>
                  <a:pt x="50094" y="158478"/>
                </a:lnTo>
                <a:lnTo>
                  <a:pt x="50093" y="158478"/>
                </a:lnTo>
                <a:lnTo>
                  <a:pt x="50092" y="158478"/>
                </a:lnTo>
                <a:lnTo>
                  <a:pt x="50091" y="158478"/>
                </a:lnTo>
                <a:lnTo>
                  <a:pt x="50090" y="158478"/>
                </a:lnTo>
                <a:lnTo>
                  <a:pt x="50089" y="158478"/>
                </a:lnTo>
                <a:lnTo>
                  <a:pt x="50088" y="158478"/>
                </a:lnTo>
                <a:lnTo>
                  <a:pt x="50087" y="158478"/>
                </a:lnTo>
                <a:lnTo>
                  <a:pt x="50086" y="158478"/>
                </a:lnTo>
                <a:lnTo>
                  <a:pt x="50085" y="158478"/>
                </a:lnTo>
                <a:lnTo>
                  <a:pt x="50084" y="158478"/>
                </a:lnTo>
                <a:lnTo>
                  <a:pt x="50083" y="158478"/>
                </a:lnTo>
                <a:lnTo>
                  <a:pt x="50082" y="158478"/>
                </a:lnTo>
                <a:lnTo>
                  <a:pt x="50081" y="158478"/>
                </a:lnTo>
                <a:lnTo>
                  <a:pt x="50080" y="158478"/>
                </a:lnTo>
                <a:lnTo>
                  <a:pt x="50079" y="158478"/>
                </a:lnTo>
                <a:lnTo>
                  <a:pt x="50078" y="158478"/>
                </a:lnTo>
                <a:lnTo>
                  <a:pt x="50077" y="158478"/>
                </a:lnTo>
                <a:lnTo>
                  <a:pt x="50076" y="158478"/>
                </a:lnTo>
                <a:lnTo>
                  <a:pt x="50075" y="158478"/>
                </a:lnTo>
                <a:lnTo>
                  <a:pt x="50074" y="158478"/>
                </a:lnTo>
                <a:lnTo>
                  <a:pt x="50073" y="158478"/>
                </a:lnTo>
                <a:lnTo>
                  <a:pt x="50072" y="158478"/>
                </a:lnTo>
                <a:lnTo>
                  <a:pt x="50071" y="158478"/>
                </a:lnTo>
                <a:lnTo>
                  <a:pt x="50070" y="158478"/>
                </a:lnTo>
                <a:lnTo>
                  <a:pt x="50069" y="158478"/>
                </a:lnTo>
                <a:lnTo>
                  <a:pt x="50068" y="158478"/>
                </a:lnTo>
                <a:lnTo>
                  <a:pt x="50067" y="158478"/>
                </a:lnTo>
                <a:lnTo>
                  <a:pt x="50066" y="158478"/>
                </a:lnTo>
                <a:lnTo>
                  <a:pt x="50065" y="158478"/>
                </a:lnTo>
                <a:lnTo>
                  <a:pt x="50064" y="158478"/>
                </a:lnTo>
                <a:lnTo>
                  <a:pt x="50063" y="158478"/>
                </a:lnTo>
                <a:lnTo>
                  <a:pt x="50062" y="158478"/>
                </a:lnTo>
                <a:lnTo>
                  <a:pt x="50062" y="158478"/>
                </a:lnTo>
                <a:lnTo>
                  <a:pt x="50061" y="158478"/>
                </a:lnTo>
                <a:lnTo>
                  <a:pt x="50060" y="158478"/>
                </a:lnTo>
                <a:lnTo>
                  <a:pt x="50059" y="158478"/>
                </a:lnTo>
                <a:lnTo>
                  <a:pt x="50058" y="158478"/>
                </a:lnTo>
                <a:lnTo>
                  <a:pt x="50057" y="158478"/>
                </a:lnTo>
                <a:lnTo>
                  <a:pt x="50056" y="158478"/>
                </a:lnTo>
                <a:lnTo>
                  <a:pt x="50055" y="158478"/>
                </a:lnTo>
                <a:lnTo>
                  <a:pt x="50054" y="158478"/>
                </a:lnTo>
                <a:lnTo>
                  <a:pt x="50053" y="158478"/>
                </a:lnTo>
                <a:lnTo>
                  <a:pt x="50052" y="158478"/>
                </a:lnTo>
                <a:lnTo>
                  <a:pt x="50051" y="158478"/>
                </a:lnTo>
                <a:lnTo>
                  <a:pt x="50050" y="158478"/>
                </a:lnTo>
                <a:lnTo>
                  <a:pt x="50049" y="158478"/>
                </a:lnTo>
                <a:lnTo>
                  <a:pt x="50048" y="158478"/>
                </a:lnTo>
                <a:lnTo>
                  <a:pt x="50047" y="158478"/>
                </a:lnTo>
                <a:lnTo>
                  <a:pt x="50046" y="158478"/>
                </a:lnTo>
                <a:lnTo>
                  <a:pt x="50045" y="158478"/>
                </a:lnTo>
                <a:lnTo>
                  <a:pt x="50044" y="158478"/>
                </a:lnTo>
                <a:lnTo>
                  <a:pt x="50043" y="158478"/>
                </a:lnTo>
                <a:lnTo>
                  <a:pt x="50042" y="158478"/>
                </a:lnTo>
                <a:lnTo>
                  <a:pt x="50041" y="158478"/>
                </a:lnTo>
                <a:lnTo>
                  <a:pt x="50040" y="158478"/>
                </a:lnTo>
                <a:lnTo>
                  <a:pt x="50039" y="158478"/>
                </a:lnTo>
                <a:lnTo>
                  <a:pt x="50038" y="158478"/>
                </a:lnTo>
                <a:lnTo>
                  <a:pt x="50037" y="158478"/>
                </a:lnTo>
                <a:lnTo>
                  <a:pt x="50036" y="158478"/>
                </a:lnTo>
                <a:lnTo>
                  <a:pt x="50035" y="158478"/>
                </a:lnTo>
                <a:lnTo>
                  <a:pt x="50034" y="158478"/>
                </a:lnTo>
                <a:lnTo>
                  <a:pt x="50033" y="158478"/>
                </a:lnTo>
                <a:lnTo>
                  <a:pt x="50032" y="158478"/>
                </a:lnTo>
                <a:lnTo>
                  <a:pt x="50031" y="158478"/>
                </a:lnTo>
                <a:lnTo>
                  <a:pt x="50030" y="158478"/>
                </a:lnTo>
                <a:lnTo>
                  <a:pt x="50029" y="158478"/>
                </a:lnTo>
                <a:lnTo>
                  <a:pt x="50028" y="158478"/>
                </a:lnTo>
                <a:lnTo>
                  <a:pt x="50027" y="158478"/>
                </a:lnTo>
                <a:lnTo>
                  <a:pt x="50026" y="158478"/>
                </a:lnTo>
                <a:lnTo>
                  <a:pt x="50025" y="158478"/>
                </a:lnTo>
                <a:lnTo>
                  <a:pt x="50024" y="158478"/>
                </a:lnTo>
                <a:lnTo>
                  <a:pt x="50023" y="158478"/>
                </a:lnTo>
                <a:lnTo>
                  <a:pt x="50022" y="158478"/>
                </a:lnTo>
                <a:lnTo>
                  <a:pt x="50021" y="158478"/>
                </a:lnTo>
                <a:lnTo>
                  <a:pt x="50020" y="158478"/>
                </a:lnTo>
                <a:lnTo>
                  <a:pt x="50020" y="158478"/>
                </a:lnTo>
                <a:lnTo>
                  <a:pt x="50019" y="158478"/>
                </a:lnTo>
                <a:lnTo>
                  <a:pt x="50018" y="158478"/>
                </a:lnTo>
                <a:lnTo>
                  <a:pt x="50017" y="158478"/>
                </a:lnTo>
                <a:lnTo>
                  <a:pt x="50016" y="158478"/>
                </a:lnTo>
                <a:lnTo>
                  <a:pt x="50015" y="158478"/>
                </a:lnTo>
                <a:lnTo>
                  <a:pt x="50014" y="158478"/>
                </a:lnTo>
                <a:lnTo>
                  <a:pt x="50013" y="158478"/>
                </a:lnTo>
                <a:lnTo>
                  <a:pt x="50012" y="158478"/>
                </a:lnTo>
                <a:lnTo>
                  <a:pt x="50011" y="158478"/>
                </a:lnTo>
                <a:lnTo>
                  <a:pt x="50010" y="158478"/>
                </a:lnTo>
                <a:lnTo>
                  <a:pt x="50009" y="158478"/>
                </a:lnTo>
                <a:lnTo>
                  <a:pt x="50008" y="158478"/>
                </a:lnTo>
                <a:lnTo>
                  <a:pt x="50007" y="158478"/>
                </a:lnTo>
                <a:lnTo>
                  <a:pt x="50006" y="158478"/>
                </a:lnTo>
                <a:lnTo>
                  <a:pt x="50005" y="158478"/>
                </a:lnTo>
                <a:lnTo>
                  <a:pt x="50004" y="158478"/>
                </a:lnTo>
                <a:lnTo>
                  <a:pt x="50003" y="158478"/>
                </a:lnTo>
                <a:lnTo>
                  <a:pt x="50002" y="158478"/>
                </a:lnTo>
                <a:lnTo>
                  <a:pt x="50001" y="158478"/>
                </a:lnTo>
                <a:lnTo>
                  <a:pt x="50000" y="158478"/>
                </a:lnTo>
                <a:lnTo>
                  <a:pt x="49999" y="158478"/>
                </a:lnTo>
                <a:lnTo>
                  <a:pt x="49998" y="158478"/>
                </a:lnTo>
                <a:lnTo>
                  <a:pt x="49997" y="158478"/>
                </a:lnTo>
                <a:lnTo>
                  <a:pt x="49996" y="158478"/>
                </a:lnTo>
                <a:lnTo>
                  <a:pt x="49995" y="158478"/>
                </a:lnTo>
                <a:lnTo>
                  <a:pt x="49994" y="158478"/>
                </a:lnTo>
                <a:lnTo>
                  <a:pt x="49993" y="158478"/>
                </a:lnTo>
                <a:lnTo>
                  <a:pt x="49992" y="158478"/>
                </a:lnTo>
                <a:lnTo>
                  <a:pt x="49991" y="158478"/>
                </a:lnTo>
                <a:lnTo>
                  <a:pt x="49990" y="158478"/>
                </a:lnTo>
                <a:lnTo>
                  <a:pt x="49989" y="158478"/>
                </a:lnTo>
                <a:lnTo>
                  <a:pt x="49988" y="158478"/>
                </a:lnTo>
                <a:lnTo>
                  <a:pt x="49987" y="158478"/>
                </a:lnTo>
                <a:lnTo>
                  <a:pt x="49986" y="158478"/>
                </a:lnTo>
                <a:lnTo>
                  <a:pt x="49985" y="158478"/>
                </a:lnTo>
                <a:lnTo>
                  <a:pt x="49984" y="158478"/>
                </a:lnTo>
                <a:lnTo>
                  <a:pt x="49983" y="158478"/>
                </a:lnTo>
                <a:lnTo>
                  <a:pt x="49982" y="158478"/>
                </a:lnTo>
                <a:lnTo>
                  <a:pt x="49981" y="158478"/>
                </a:lnTo>
                <a:lnTo>
                  <a:pt x="49980" y="158478"/>
                </a:lnTo>
                <a:lnTo>
                  <a:pt x="49979" y="158478"/>
                </a:lnTo>
                <a:lnTo>
                  <a:pt x="49979" y="158478"/>
                </a:lnTo>
                <a:lnTo>
                  <a:pt x="49978" y="158478"/>
                </a:lnTo>
                <a:lnTo>
                  <a:pt x="49977" y="158478"/>
                </a:lnTo>
                <a:lnTo>
                  <a:pt x="49976" y="158478"/>
                </a:lnTo>
                <a:lnTo>
                  <a:pt x="49975" y="158478"/>
                </a:lnTo>
                <a:lnTo>
                  <a:pt x="49974" y="158478"/>
                </a:lnTo>
                <a:lnTo>
                  <a:pt x="49973" y="158478"/>
                </a:lnTo>
                <a:lnTo>
                  <a:pt x="49972" y="158478"/>
                </a:lnTo>
                <a:lnTo>
                  <a:pt x="49971" y="158478"/>
                </a:lnTo>
                <a:lnTo>
                  <a:pt x="49970" y="158478"/>
                </a:lnTo>
                <a:lnTo>
                  <a:pt x="49969" y="158478"/>
                </a:lnTo>
                <a:lnTo>
                  <a:pt x="49968" y="158478"/>
                </a:lnTo>
                <a:lnTo>
                  <a:pt x="49967" y="158478"/>
                </a:lnTo>
                <a:lnTo>
                  <a:pt x="49966" y="158478"/>
                </a:lnTo>
                <a:lnTo>
                  <a:pt x="49965" y="158478"/>
                </a:lnTo>
                <a:lnTo>
                  <a:pt x="49964" y="158478"/>
                </a:lnTo>
                <a:lnTo>
                  <a:pt x="49963" y="158478"/>
                </a:lnTo>
                <a:lnTo>
                  <a:pt x="49962" y="158478"/>
                </a:lnTo>
                <a:lnTo>
                  <a:pt x="49961" y="158478"/>
                </a:lnTo>
                <a:lnTo>
                  <a:pt x="49960" y="158478"/>
                </a:lnTo>
                <a:lnTo>
                  <a:pt x="49959" y="158478"/>
                </a:lnTo>
                <a:lnTo>
                  <a:pt x="49958" y="158478"/>
                </a:lnTo>
                <a:lnTo>
                  <a:pt x="49957" y="158478"/>
                </a:lnTo>
                <a:lnTo>
                  <a:pt x="49956" y="158478"/>
                </a:lnTo>
                <a:lnTo>
                  <a:pt x="49955" y="158478"/>
                </a:lnTo>
                <a:lnTo>
                  <a:pt x="49954" y="158478"/>
                </a:lnTo>
                <a:lnTo>
                  <a:pt x="49953" y="158478"/>
                </a:lnTo>
                <a:lnTo>
                  <a:pt x="49952" y="158478"/>
                </a:lnTo>
                <a:lnTo>
                  <a:pt x="49951" y="158478"/>
                </a:lnTo>
                <a:lnTo>
                  <a:pt x="49950" y="158478"/>
                </a:lnTo>
                <a:lnTo>
                  <a:pt x="49949" y="158478"/>
                </a:lnTo>
                <a:lnTo>
                  <a:pt x="49948" y="158478"/>
                </a:lnTo>
                <a:lnTo>
                  <a:pt x="49947" y="158478"/>
                </a:lnTo>
                <a:lnTo>
                  <a:pt x="49946" y="158478"/>
                </a:lnTo>
                <a:lnTo>
                  <a:pt x="49945" y="158478"/>
                </a:lnTo>
                <a:lnTo>
                  <a:pt x="49944" y="158478"/>
                </a:lnTo>
                <a:lnTo>
                  <a:pt x="49943" y="158478"/>
                </a:lnTo>
                <a:lnTo>
                  <a:pt x="49942" y="158478"/>
                </a:lnTo>
                <a:lnTo>
                  <a:pt x="49941" y="158478"/>
                </a:lnTo>
                <a:lnTo>
                  <a:pt x="49940" y="158478"/>
                </a:lnTo>
                <a:lnTo>
                  <a:pt x="49940" y="158478"/>
                </a:lnTo>
                <a:lnTo>
                  <a:pt x="49939" y="158478"/>
                </a:lnTo>
                <a:lnTo>
                  <a:pt x="49938" y="158478"/>
                </a:lnTo>
                <a:lnTo>
                  <a:pt x="49937" y="158478"/>
                </a:lnTo>
                <a:lnTo>
                  <a:pt x="49936" y="158478"/>
                </a:lnTo>
                <a:lnTo>
                  <a:pt x="49935" y="158478"/>
                </a:lnTo>
                <a:lnTo>
                  <a:pt x="49934" y="158478"/>
                </a:lnTo>
                <a:lnTo>
                  <a:pt x="49933" y="158478"/>
                </a:lnTo>
                <a:lnTo>
                  <a:pt x="49932" y="158478"/>
                </a:lnTo>
                <a:lnTo>
                  <a:pt x="49931" y="158478"/>
                </a:lnTo>
                <a:lnTo>
                  <a:pt x="49930" y="158478"/>
                </a:lnTo>
                <a:lnTo>
                  <a:pt x="49929" y="158478"/>
                </a:lnTo>
                <a:lnTo>
                  <a:pt x="49928" y="158478"/>
                </a:lnTo>
                <a:lnTo>
                  <a:pt x="49927" y="158478"/>
                </a:lnTo>
                <a:lnTo>
                  <a:pt x="49926" y="158478"/>
                </a:lnTo>
                <a:lnTo>
                  <a:pt x="49925" y="158478"/>
                </a:lnTo>
                <a:lnTo>
                  <a:pt x="49924" y="158478"/>
                </a:lnTo>
                <a:lnTo>
                  <a:pt x="49923" y="158478"/>
                </a:lnTo>
                <a:lnTo>
                  <a:pt x="49922" y="158478"/>
                </a:lnTo>
                <a:lnTo>
                  <a:pt x="49921" y="158478"/>
                </a:lnTo>
                <a:lnTo>
                  <a:pt x="49920" y="158478"/>
                </a:lnTo>
                <a:lnTo>
                  <a:pt x="49919" y="158478"/>
                </a:lnTo>
                <a:lnTo>
                  <a:pt x="49918" y="158478"/>
                </a:lnTo>
                <a:lnTo>
                  <a:pt x="49917" y="158478"/>
                </a:lnTo>
                <a:lnTo>
                  <a:pt x="49916" y="158478"/>
                </a:lnTo>
                <a:lnTo>
                  <a:pt x="49915" y="158478"/>
                </a:lnTo>
                <a:lnTo>
                  <a:pt x="49914" y="158478"/>
                </a:lnTo>
                <a:lnTo>
                  <a:pt x="49913" y="158478"/>
                </a:lnTo>
                <a:lnTo>
                  <a:pt x="49912" y="158478"/>
                </a:lnTo>
                <a:lnTo>
                  <a:pt x="49911" y="158478"/>
                </a:lnTo>
                <a:lnTo>
                  <a:pt x="49910" y="158478"/>
                </a:lnTo>
                <a:lnTo>
                  <a:pt x="49909" y="158478"/>
                </a:lnTo>
                <a:lnTo>
                  <a:pt x="49908" y="158478"/>
                </a:lnTo>
                <a:lnTo>
                  <a:pt x="49907" y="158478"/>
                </a:lnTo>
                <a:lnTo>
                  <a:pt x="49906" y="158478"/>
                </a:lnTo>
                <a:lnTo>
                  <a:pt x="49905" y="158478"/>
                </a:lnTo>
                <a:lnTo>
                  <a:pt x="49904" y="158478"/>
                </a:lnTo>
                <a:lnTo>
                  <a:pt x="49903" y="158478"/>
                </a:lnTo>
                <a:lnTo>
                  <a:pt x="49902" y="158478"/>
                </a:lnTo>
                <a:lnTo>
                  <a:pt x="49901" y="158478"/>
                </a:lnTo>
                <a:lnTo>
                  <a:pt x="49901" y="158478"/>
                </a:lnTo>
                <a:lnTo>
                  <a:pt x="49900" y="158478"/>
                </a:lnTo>
                <a:lnTo>
                  <a:pt x="49899" y="158478"/>
                </a:lnTo>
                <a:lnTo>
                  <a:pt x="49898" y="158478"/>
                </a:lnTo>
                <a:lnTo>
                  <a:pt x="49897" y="158478"/>
                </a:lnTo>
                <a:lnTo>
                  <a:pt x="49896" y="158478"/>
                </a:lnTo>
                <a:lnTo>
                  <a:pt x="49895" y="158478"/>
                </a:lnTo>
                <a:lnTo>
                  <a:pt x="49894" y="158478"/>
                </a:lnTo>
                <a:lnTo>
                  <a:pt x="49893" y="158478"/>
                </a:lnTo>
                <a:lnTo>
                  <a:pt x="49892" y="158478"/>
                </a:lnTo>
                <a:lnTo>
                  <a:pt x="49891" y="158478"/>
                </a:lnTo>
                <a:lnTo>
                  <a:pt x="49890" y="158478"/>
                </a:lnTo>
                <a:lnTo>
                  <a:pt x="49889" y="158478"/>
                </a:lnTo>
                <a:lnTo>
                  <a:pt x="49888" y="158478"/>
                </a:lnTo>
                <a:lnTo>
                  <a:pt x="49887" y="158478"/>
                </a:lnTo>
                <a:lnTo>
                  <a:pt x="49886" y="158478"/>
                </a:lnTo>
                <a:lnTo>
                  <a:pt x="49885" y="158478"/>
                </a:lnTo>
                <a:lnTo>
                  <a:pt x="49884" y="158478"/>
                </a:lnTo>
                <a:lnTo>
                  <a:pt x="49883" y="158478"/>
                </a:lnTo>
                <a:lnTo>
                  <a:pt x="49882" y="158478"/>
                </a:lnTo>
                <a:lnTo>
                  <a:pt x="49881" y="158478"/>
                </a:lnTo>
                <a:lnTo>
                  <a:pt x="49880" y="158478"/>
                </a:lnTo>
                <a:lnTo>
                  <a:pt x="49879" y="158478"/>
                </a:lnTo>
                <a:lnTo>
                  <a:pt x="49878" y="158478"/>
                </a:lnTo>
                <a:lnTo>
                  <a:pt x="49877" y="158478"/>
                </a:lnTo>
                <a:lnTo>
                  <a:pt x="49876" y="158478"/>
                </a:lnTo>
                <a:lnTo>
                  <a:pt x="49875" y="158478"/>
                </a:lnTo>
                <a:lnTo>
                  <a:pt x="49874" y="158478"/>
                </a:lnTo>
                <a:lnTo>
                  <a:pt x="49873" y="158478"/>
                </a:lnTo>
                <a:lnTo>
                  <a:pt x="49872" y="158478"/>
                </a:lnTo>
                <a:lnTo>
                  <a:pt x="49871" y="158478"/>
                </a:lnTo>
                <a:lnTo>
                  <a:pt x="49870" y="158478"/>
                </a:lnTo>
                <a:lnTo>
                  <a:pt x="49869" y="158478"/>
                </a:lnTo>
                <a:lnTo>
                  <a:pt x="49868" y="158478"/>
                </a:lnTo>
                <a:lnTo>
                  <a:pt x="49867" y="158478"/>
                </a:lnTo>
                <a:lnTo>
                  <a:pt x="49866" y="158478"/>
                </a:lnTo>
                <a:lnTo>
                  <a:pt x="49865" y="158478"/>
                </a:lnTo>
                <a:lnTo>
                  <a:pt x="49864" y="158478"/>
                </a:lnTo>
                <a:lnTo>
                  <a:pt x="49864" y="158478"/>
                </a:lnTo>
                <a:lnTo>
                  <a:pt x="49863" y="158478"/>
                </a:lnTo>
                <a:lnTo>
                  <a:pt x="49862" y="158478"/>
                </a:lnTo>
                <a:lnTo>
                  <a:pt x="49861" y="158478"/>
                </a:lnTo>
                <a:lnTo>
                  <a:pt x="49860" y="158478"/>
                </a:lnTo>
                <a:lnTo>
                  <a:pt x="49859" y="158478"/>
                </a:lnTo>
                <a:lnTo>
                  <a:pt x="49858" y="158478"/>
                </a:lnTo>
                <a:lnTo>
                  <a:pt x="49857" y="158478"/>
                </a:lnTo>
                <a:lnTo>
                  <a:pt x="49856" y="158478"/>
                </a:lnTo>
                <a:lnTo>
                  <a:pt x="49855" y="158478"/>
                </a:lnTo>
                <a:lnTo>
                  <a:pt x="49854" y="158478"/>
                </a:lnTo>
                <a:lnTo>
                  <a:pt x="49853" y="158478"/>
                </a:lnTo>
                <a:lnTo>
                  <a:pt x="49852" y="158478"/>
                </a:lnTo>
                <a:lnTo>
                  <a:pt x="49851" y="158478"/>
                </a:lnTo>
                <a:lnTo>
                  <a:pt x="49850" y="158478"/>
                </a:lnTo>
                <a:lnTo>
                  <a:pt x="49849" y="158478"/>
                </a:lnTo>
                <a:lnTo>
                  <a:pt x="49848" y="158478"/>
                </a:lnTo>
                <a:lnTo>
                  <a:pt x="49847" y="158478"/>
                </a:lnTo>
                <a:lnTo>
                  <a:pt x="49846" y="158478"/>
                </a:lnTo>
                <a:lnTo>
                  <a:pt x="49845" y="158478"/>
                </a:lnTo>
                <a:lnTo>
                  <a:pt x="49844" y="158478"/>
                </a:lnTo>
                <a:lnTo>
                  <a:pt x="49843" y="158478"/>
                </a:lnTo>
                <a:lnTo>
                  <a:pt x="49842" y="158478"/>
                </a:lnTo>
                <a:lnTo>
                  <a:pt x="49841" y="158478"/>
                </a:lnTo>
                <a:lnTo>
                  <a:pt x="49840" y="158478"/>
                </a:lnTo>
                <a:lnTo>
                  <a:pt x="49839" y="158478"/>
                </a:lnTo>
                <a:lnTo>
                  <a:pt x="49838" y="158478"/>
                </a:lnTo>
                <a:lnTo>
                  <a:pt x="49837" y="158478"/>
                </a:lnTo>
                <a:lnTo>
                  <a:pt x="49836" y="158478"/>
                </a:lnTo>
                <a:lnTo>
                  <a:pt x="49835" y="158478"/>
                </a:lnTo>
                <a:lnTo>
                  <a:pt x="49834" y="158478"/>
                </a:lnTo>
                <a:lnTo>
                  <a:pt x="49833" y="158478"/>
                </a:lnTo>
                <a:lnTo>
                  <a:pt x="49832" y="158478"/>
                </a:lnTo>
                <a:lnTo>
                  <a:pt x="49831" y="158478"/>
                </a:lnTo>
                <a:lnTo>
                  <a:pt x="49830" y="158478"/>
                </a:lnTo>
                <a:lnTo>
                  <a:pt x="49829" y="158478"/>
                </a:lnTo>
                <a:lnTo>
                  <a:pt x="49828" y="158478"/>
                </a:lnTo>
                <a:lnTo>
                  <a:pt x="49827" y="158478"/>
                </a:lnTo>
                <a:lnTo>
                  <a:pt x="49827" y="158478"/>
                </a:lnTo>
                <a:lnTo>
                  <a:pt x="49826" y="158478"/>
                </a:lnTo>
                <a:lnTo>
                  <a:pt x="49825" y="158478"/>
                </a:lnTo>
                <a:lnTo>
                  <a:pt x="49824" y="158478"/>
                </a:lnTo>
                <a:lnTo>
                  <a:pt x="49823" y="158478"/>
                </a:lnTo>
                <a:lnTo>
                  <a:pt x="49822" y="158478"/>
                </a:lnTo>
                <a:lnTo>
                  <a:pt x="49821" y="158478"/>
                </a:lnTo>
                <a:lnTo>
                  <a:pt x="49820" y="158478"/>
                </a:lnTo>
                <a:lnTo>
                  <a:pt x="49819" y="158478"/>
                </a:lnTo>
                <a:lnTo>
                  <a:pt x="49818" y="158478"/>
                </a:lnTo>
                <a:lnTo>
                  <a:pt x="49817" y="158478"/>
                </a:lnTo>
                <a:lnTo>
                  <a:pt x="49816" y="158478"/>
                </a:lnTo>
                <a:lnTo>
                  <a:pt x="49815" y="158478"/>
                </a:lnTo>
                <a:lnTo>
                  <a:pt x="49814" y="158478"/>
                </a:lnTo>
                <a:lnTo>
                  <a:pt x="49813" y="158478"/>
                </a:lnTo>
                <a:lnTo>
                  <a:pt x="49812" y="158478"/>
                </a:lnTo>
                <a:lnTo>
                  <a:pt x="49811" y="158478"/>
                </a:lnTo>
                <a:lnTo>
                  <a:pt x="49810" y="158478"/>
                </a:lnTo>
                <a:lnTo>
                  <a:pt x="49809" y="158478"/>
                </a:lnTo>
                <a:lnTo>
                  <a:pt x="49808" y="158478"/>
                </a:lnTo>
                <a:lnTo>
                  <a:pt x="49807" y="158478"/>
                </a:lnTo>
                <a:lnTo>
                  <a:pt x="49806" y="158478"/>
                </a:lnTo>
                <a:lnTo>
                  <a:pt x="49805" y="158478"/>
                </a:lnTo>
                <a:lnTo>
                  <a:pt x="49804" y="158478"/>
                </a:lnTo>
                <a:lnTo>
                  <a:pt x="49803" y="158478"/>
                </a:lnTo>
                <a:lnTo>
                  <a:pt x="49802" y="158478"/>
                </a:lnTo>
                <a:lnTo>
                  <a:pt x="49801" y="158478"/>
                </a:lnTo>
                <a:lnTo>
                  <a:pt x="49800" y="158478"/>
                </a:lnTo>
                <a:lnTo>
                  <a:pt x="49799" y="158478"/>
                </a:lnTo>
                <a:lnTo>
                  <a:pt x="49798" y="158478"/>
                </a:lnTo>
                <a:lnTo>
                  <a:pt x="49797" y="158478"/>
                </a:lnTo>
                <a:lnTo>
                  <a:pt x="49796" y="158478"/>
                </a:lnTo>
                <a:lnTo>
                  <a:pt x="49795" y="158478"/>
                </a:lnTo>
                <a:lnTo>
                  <a:pt x="49794" y="158478"/>
                </a:lnTo>
                <a:lnTo>
                  <a:pt x="49793" y="158478"/>
                </a:lnTo>
                <a:lnTo>
                  <a:pt x="49792" y="158478"/>
                </a:lnTo>
                <a:lnTo>
                  <a:pt x="49791" y="158478"/>
                </a:lnTo>
                <a:lnTo>
                  <a:pt x="49791" y="158478"/>
                </a:lnTo>
                <a:lnTo>
                  <a:pt x="49790" y="158478"/>
                </a:lnTo>
                <a:lnTo>
                  <a:pt x="49789" y="158478"/>
                </a:lnTo>
                <a:lnTo>
                  <a:pt x="49788" y="158478"/>
                </a:lnTo>
                <a:lnTo>
                  <a:pt x="49787" y="158478"/>
                </a:lnTo>
                <a:lnTo>
                  <a:pt x="49786" y="158478"/>
                </a:lnTo>
                <a:lnTo>
                  <a:pt x="49785" y="158478"/>
                </a:lnTo>
                <a:lnTo>
                  <a:pt x="49784" y="158478"/>
                </a:lnTo>
                <a:lnTo>
                  <a:pt x="49783" y="158478"/>
                </a:lnTo>
                <a:lnTo>
                  <a:pt x="49782" y="158478"/>
                </a:lnTo>
                <a:lnTo>
                  <a:pt x="49781" y="158478"/>
                </a:lnTo>
                <a:lnTo>
                  <a:pt x="49780" y="158478"/>
                </a:lnTo>
                <a:lnTo>
                  <a:pt x="49779" y="158478"/>
                </a:lnTo>
                <a:lnTo>
                  <a:pt x="49778" y="158478"/>
                </a:lnTo>
                <a:lnTo>
                  <a:pt x="49777" y="158478"/>
                </a:lnTo>
                <a:lnTo>
                  <a:pt x="49776" y="158478"/>
                </a:lnTo>
                <a:lnTo>
                  <a:pt x="49775" y="158478"/>
                </a:lnTo>
                <a:lnTo>
                  <a:pt x="49774" y="158478"/>
                </a:lnTo>
                <a:lnTo>
                  <a:pt x="49773" y="158478"/>
                </a:lnTo>
                <a:lnTo>
                  <a:pt x="49772" y="158478"/>
                </a:lnTo>
                <a:lnTo>
                  <a:pt x="49771" y="158478"/>
                </a:lnTo>
                <a:lnTo>
                  <a:pt x="49770" y="158478"/>
                </a:lnTo>
                <a:lnTo>
                  <a:pt x="49769" y="158478"/>
                </a:lnTo>
                <a:lnTo>
                  <a:pt x="49768" y="158478"/>
                </a:lnTo>
                <a:lnTo>
                  <a:pt x="49767" y="158478"/>
                </a:lnTo>
                <a:lnTo>
                  <a:pt x="49766" y="158478"/>
                </a:lnTo>
                <a:lnTo>
                  <a:pt x="49765" y="158478"/>
                </a:lnTo>
                <a:lnTo>
                  <a:pt x="49764" y="158478"/>
                </a:lnTo>
                <a:lnTo>
                  <a:pt x="49763" y="158478"/>
                </a:lnTo>
                <a:lnTo>
                  <a:pt x="49762" y="158478"/>
                </a:lnTo>
                <a:lnTo>
                  <a:pt x="49761" y="158478"/>
                </a:lnTo>
                <a:lnTo>
                  <a:pt x="49760" y="158478"/>
                </a:lnTo>
                <a:lnTo>
                  <a:pt x="49759" y="158478"/>
                </a:lnTo>
                <a:lnTo>
                  <a:pt x="49758" y="158478"/>
                </a:lnTo>
                <a:lnTo>
                  <a:pt x="49757" y="158478"/>
                </a:lnTo>
                <a:lnTo>
                  <a:pt x="49756" y="158478"/>
                </a:lnTo>
                <a:lnTo>
                  <a:pt x="49756" y="158478"/>
                </a:lnTo>
                <a:lnTo>
                  <a:pt x="49755" y="158478"/>
                </a:lnTo>
                <a:lnTo>
                  <a:pt x="49754" y="158478"/>
                </a:lnTo>
                <a:lnTo>
                  <a:pt x="49753" y="158478"/>
                </a:lnTo>
                <a:lnTo>
                  <a:pt x="49752" y="158478"/>
                </a:lnTo>
                <a:lnTo>
                  <a:pt x="49751" y="158478"/>
                </a:lnTo>
                <a:lnTo>
                  <a:pt x="49750" y="158478"/>
                </a:lnTo>
                <a:lnTo>
                  <a:pt x="49749" y="158478"/>
                </a:lnTo>
                <a:lnTo>
                  <a:pt x="49748" y="158478"/>
                </a:lnTo>
                <a:lnTo>
                  <a:pt x="49747" y="158478"/>
                </a:lnTo>
                <a:lnTo>
                  <a:pt x="49746" y="158478"/>
                </a:lnTo>
                <a:lnTo>
                  <a:pt x="49745" y="158478"/>
                </a:lnTo>
                <a:lnTo>
                  <a:pt x="49744" y="158478"/>
                </a:lnTo>
                <a:lnTo>
                  <a:pt x="49743" y="158478"/>
                </a:lnTo>
                <a:lnTo>
                  <a:pt x="49742" y="158478"/>
                </a:lnTo>
                <a:lnTo>
                  <a:pt x="49741" y="158478"/>
                </a:lnTo>
                <a:lnTo>
                  <a:pt x="49740" y="158478"/>
                </a:lnTo>
                <a:lnTo>
                  <a:pt x="49739" y="158478"/>
                </a:lnTo>
                <a:lnTo>
                  <a:pt x="49738" y="158478"/>
                </a:lnTo>
                <a:lnTo>
                  <a:pt x="49737" y="158478"/>
                </a:lnTo>
                <a:lnTo>
                  <a:pt x="49736" y="158478"/>
                </a:lnTo>
                <a:lnTo>
                  <a:pt x="49735" y="158478"/>
                </a:lnTo>
                <a:lnTo>
                  <a:pt x="49734" y="158478"/>
                </a:lnTo>
                <a:lnTo>
                  <a:pt x="49733" y="158478"/>
                </a:lnTo>
                <a:lnTo>
                  <a:pt x="49732" y="158478"/>
                </a:lnTo>
                <a:lnTo>
                  <a:pt x="49731" y="158478"/>
                </a:lnTo>
                <a:lnTo>
                  <a:pt x="49730" y="158478"/>
                </a:lnTo>
                <a:lnTo>
                  <a:pt x="49729" y="158478"/>
                </a:lnTo>
                <a:lnTo>
                  <a:pt x="49728" y="158478"/>
                </a:lnTo>
                <a:lnTo>
                  <a:pt x="49727" y="158478"/>
                </a:lnTo>
                <a:lnTo>
                  <a:pt x="49726" y="158478"/>
                </a:lnTo>
                <a:lnTo>
                  <a:pt x="49725" y="158478"/>
                </a:lnTo>
                <a:lnTo>
                  <a:pt x="49724" y="158478"/>
                </a:lnTo>
                <a:lnTo>
                  <a:pt x="49723" y="158478"/>
                </a:lnTo>
                <a:lnTo>
                  <a:pt x="49722" y="158478"/>
                </a:lnTo>
                <a:lnTo>
                  <a:pt x="49722" y="158478"/>
                </a:lnTo>
                <a:lnTo>
                  <a:pt x="49721" y="158478"/>
                </a:lnTo>
                <a:lnTo>
                  <a:pt x="49720" y="158478"/>
                </a:lnTo>
                <a:lnTo>
                  <a:pt x="49719" y="158478"/>
                </a:lnTo>
                <a:lnTo>
                  <a:pt x="49718" y="158478"/>
                </a:lnTo>
                <a:lnTo>
                  <a:pt x="49717" y="158478"/>
                </a:lnTo>
                <a:lnTo>
                  <a:pt x="49716" y="158478"/>
                </a:lnTo>
                <a:lnTo>
                  <a:pt x="49715" y="158478"/>
                </a:lnTo>
                <a:lnTo>
                  <a:pt x="49714" y="158478"/>
                </a:lnTo>
                <a:lnTo>
                  <a:pt x="49713" y="158478"/>
                </a:lnTo>
                <a:lnTo>
                  <a:pt x="49712" y="158478"/>
                </a:lnTo>
                <a:lnTo>
                  <a:pt x="49711" y="158478"/>
                </a:lnTo>
                <a:lnTo>
                  <a:pt x="49710" y="158478"/>
                </a:lnTo>
                <a:lnTo>
                  <a:pt x="49709" y="158478"/>
                </a:lnTo>
                <a:lnTo>
                  <a:pt x="49708" y="158478"/>
                </a:lnTo>
                <a:lnTo>
                  <a:pt x="49707" y="158478"/>
                </a:lnTo>
                <a:lnTo>
                  <a:pt x="49706" y="158478"/>
                </a:lnTo>
                <a:lnTo>
                  <a:pt x="49705" y="158478"/>
                </a:lnTo>
                <a:lnTo>
                  <a:pt x="49704" y="158478"/>
                </a:lnTo>
                <a:lnTo>
                  <a:pt x="49703" y="158478"/>
                </a:lnTo>
                <a:lnTo>
                  <a:pt x="49702" y="158478"/>
                </a:lnTo>
                <a:lnTo>
                  <a:pt x="49701" y="158478"/>
                </a:lnTo>
                <a:lnTo>
                  <a:pt x="49700" y="158478"/>
                </a:lnTo>
                <a:lnTo>
                  <a:pt x="49699" y="158478"/>
                </a:lnTo>
                <a:lnTo>
                  <a:pt x="49698" y="158478"/>
                </a:lnTo>
                <a:lnTo>
                  <a:pt x="49697" y="158478"/>
                </a:lnTo>
                <a:lnTo>
                  <a:pt x="49696" y="158478"/>
                </a:lnTo>
                <a:lnTo>
                  <a:pt x="49695" y="158478"/>
                </a:lnTo>
                <a:lnTo>
                  <a:pt x="49694" y="158478"/>
                </a:lnTo>
                <a:lnTo>
                  <a:pt x="49693" y="158478"/>
                </a:lnTo>
                <a:lnTo>
                  <a:pt x="49692" y="158478"/>
                </a:lnTo>
                <a:lnTo>
                  <a:pt x="49691" y="158478"/>
                </a:lnTo>
                <a:lnTo>
                  <a:pt x="49690" y="158478"/>
                </a:lnTo>
                <a:lnTo>
                  <a:pt x="49689" y="158478"/>
                </a:lnTo>
                <a:lnTo>
                  <a:pt x="49689" y="158478"/>
                </a:lnTo>
                <a:lnTo>
                  <a:pt x="49688" y="158478"/>
                </a:lnTo>
                <a:lnTo>
                  <a:pt x="49687" y="158478"/>
                </a:lnTo>
                <a:lnTo>
                  <a:pt x="49686" y="158478"/>
                </a:lnTo>
                <a:lnTo>
                  <a:pt x="49685" y="158478"/>
                </a:lnTo>
                <a:lnTo>
                  <a:pt x="49684" y="158478"/>
                </a:lnTo>
                <a:lnTo>
                  <a:pt x="49683" y="158478"/>
                </a:lnTo>
                <a:lnTo>
                  <a:pt x="49682" y="158478"/>
                </a:lnTo>
                <a:lnTo>
                  <a:pt x="49681" y="158478"/>
                </a:lnTo>
                <a:lnTo>
                  <a:pt x="49680" y="158478"/>
                </a:lnTo>
                <a:lnTo>
                  <a:pt x="49679" y="158478"/>
                </a:lnTo>
                <a:lnTo>
                  <a:pt x="49678" y="158478"/>
                </a:lnTo>
                <a:lnTo>
                  <a:pt x="49677" y="158478"/>
                </a:lnTo>
                <a:lnTo>
                  <a:pt x="49676" y="158478"/>
                </a:lnTo>
                <a:lnTo>
                  <a:pt x="49675" y="158478"/>
                </a:lnTo>
                <a:lnTo>
                  <a:pt x="49674" y="158478"/>
                </a:lnTo>
                <a:lnTo>
                  <a:pt x="49673" y="158478"/>
                </a:lnTo>
                <a:lnTo>
                  <a:pt x="49672" y="158478"/>
                </a:lnTo>
                <a:lnTo>
                  <a:pt x="49671" y="158478"/>
                </a:lnTo>
                <a:lnTo>
                  <a:pt x="49670" y="158478"/>
                </a:lnTo>
                <a:lnTo>
                  <a:pt x="49669" y="158478"/>
                </a:lnTo>
                <a:lnTo>
                  <a:pt x="49668" y="158478"/>
                </a:lnTo>
                <a:lnTo>
                  <a:pt x="49667" y="158478"/>
                </a:lnTo>
                <a:lnTo>
                  <a:pt x="49666" y="158478"/>
                </a:lnTo>
                <a:lnTo>
                  <a:pt x="49665" y="158478"/>
                </a:lnTo>
                <a:lnTo>
                  <a:pt x="49664" y="158478"/>
                </a:lnTo>
                <a:lnTo>
                  <a:pt x="49663" y="158478"/>
                </a:lnTo>
                <a:lnTo>
                  <a:pt x="49662" y="158478"/>
                </a:lnTo>
                <a:lnTo>
                  <a:pt x="49661" y="158478"/>
                </a:lnTo>
                <a:lnTo>
                  <a:pt x="49660" y="158478"/>
                </a:lnTo>
                <a:lnTo>
                  <a:pt x="49659" y="158478"/>
                </a:lnTo>
                <a:lnTo>
                  <a:pt x="49658" y="158478"/>
                </a:lnTo>
                <a:lnTo>
                  <a:pt x="49657" y="158478"/>
                </a:lnTo>
                <a:lnTo>
                  <a:pt x="49656" y="158478"/>
                </a:lnTo>
                <a:lnTo>
                  <a:pt x="49656" y="158478"/>
                </a:lnTo>
                <a:lnTo>
                  <a:pt x="49655" y="158478"/>
                </a:lnTo>
                <a:lnTo>
                  <a:pt x="49654" y="158478"/>
                </a:lnTo>
                <a:lnTo>
                  <a:pt x="49653" y="158478"/>
                </a:lnTo>
                <a:lnTo>
                  <a:pt x="49652" y="158478"/>
                </a:lnTo>
                <a:lnTo>
                  <a:pt x="49651" y="158478"/>
                </a:lnTo>
                <a:lnTo>
                  <a:pt x="49650" y="158478"/>
                </a:lnTo>
                <a:lnTo>
                  <a:pt x="49649" y="158478"/>
                </a:lnTo>
                <a:lnTo>
                  <a:pt x="49648" y="158478"/>
                </a:lnTo>
                <a:lnTo>
                  <a:pt x="49647" y="158478"/>
                </a:lnTo>
                <a:lnTo>
                  <a:pt x="49646" y="158478"/>
                </a:lnTo>
                <a:lnTo>
                  <a:pt x="49645" y="158478"/>
                </a:lnTo>
                <a:lnTo>
                  <a:pt x="49644" y="158478"/>
                </a:lnTo>
                <a:lnTo>
                  <a:pt x="49643" y="158478"/>
                </a:lnTo>
                <a:lnTo>
                  <a:pt x="49642" y="158478"/>
                </a:lnTo>
                <a:lnTo>
                  <a:pt x="49641" y="158478"/>
                </a:lnTo>
                <a:lnTo>
                  <a:pt x="49640" y="158478"/>
                </a:lnTo>
                <a:lnTo>
                  <a:pt x="49639" y="158478"/>
                </a:lnTo>
                <a:lnTo>
                  <a:pt x="49638" y="158478"/>
                </a:lnTo>
                <a:lnTo>
                  <a:pt x="49637" y="158478"/>
                </a:lnTo>
                <a:lnTo>
                  <a:pt x="49636" y="158478"/>
                </a:lnTo>
                <a:lnTo>
                  <a:pt x="49635" y="158478"/>
                </a:lnTo>
                <a:lnTo>
                  <a:pt x="49634" y="158478"/>
                </a:lnTo>
                <a:lnTo>
                  <a:pt x="49633" y="158478"/>
                </a:lnTo>
                <a:lnTo>
                  <a:pt x="49632" y="158478"/>
                </a:lnTo>
                <a:lnTo>
                  <a:pt x="49631" y="158478"/>
                </a:lnTo>
                <a:lnTo>
                  <a:pt x="49630" y="158478"/>
                </a:lnTo>
                <a:lnTo>
                  <a:pt x="49629" y="158478"/>
                </a:lnTo>
                <a:lnTo>
                  <a:pt x="49628" y="158478"/>
                </a:lnTo>
                <a:lnTo>
                  <a:pt x="49627" y="158478"/>
                </a:lnTo>
                <a:lnTo>
                  <a:pt x="49626" y="158478"/>
                </a:lnTo>
                <a:lnTo>
                  <a:pt x="49625" y="158478"/>
                </a:lnTo>
                <a:lnTo>
                  <a:pt x="49624" y="158478"/>
                </a:lnTo>
                <a:lnTo>
                  <a:pt x="49624" y="158478"/>
                </a:lnTo>
                <a:lnTo>
                  <a:pt x="49623" y="158478"/>
                </a:lnTo>
                <a:lnTo>
                  <a:pt x="49622" y="158478"/>
                </a:lnTo>
                <a:lnTo>
                  <a:pt x="49621" y="158478"/>
                </a:lnTo>
                <a:lnTo>
                  <a:pt x="49620" y="158478"/>
                </a:lnTo>
                <a:lnTo>
                  <a:pt x="49619" y="158478"/>
                </a:lnTo>
                <a:lnTo>
                  <a:pt x="49618" y="158478"/>
                </a:lnTo>
                <a:lnTo>
                  <a:pt x="49617" y="158478"/>
                </a:lnTo>
                <a:lnTo>
                  <a:pt x="49616" y="158478"/>
                </a:lnTo>
                <a:lnTo>
                  <a:pt x="49615" y="158478"/>
                </a:lnTo>
                <a:lnTo>
                  <a:pt x="49614" y="158478"/>
                </a:lnTo>
                <a:lnTo>
                  <a:pt x="49613" y="158478"/>
                </a:lnTo>
                <a:lnTo>
                  <a:pt x="49612" y="158478"/>
                </a:lnTo>
                <a:lnTo>
                  <a:pt x="49611" y="158478"/>
                </a:lnTo>
                <a:lnTo>
                  <a:pt x="49610" y="158478"/>
                </a:lnTo>
                <a:lnTo>
                  <a:pt x="49609" y="158478"/>
                </a:lnTo>
                <a:lnTo>
                  <a:pt x="49608" y="158478"/>
                </a:lnTo>
                <a:lnTo>
                  <a:pt x="49607" y="158478"/>
                </a:lnTo>
                <a:lnTo>
                  <a:pt x="49606" y="158478"/>
                </a:lnTo>
                <a:lnTo>
                  <a:pt x="49605" y="158478"/>
                </a:lnTo>
                <a:lnTo>
                  <a:pt x="49604" y="158478"/>
                </a:lnTo>
                <a:lnTo>
                  <a:pt x="49603" y="158478"/>
                </a:lnTo>
                <a:lnTo>
                  <a:pt x="49602" y="158478"/>
                </a:lnTo>
                <a:lnTo>
                  <a:pt x="49601" y="158478"/>
                </a:lnTo>
                <a:lnTo>
                  <a:pt x="49600" y="158478"/>
                </a:lnTo>
                <a:lnTo>
                  <a:pt x="49599" y="158478"/>
                </a:lnTo>
                <a:lnTo>
                  <a:pt x="49598" y="158478"/>
                </a:lnTo>
                <a:lnTo>
                  <a:pt x="49597" y="158478"/>
                </a:lnTo>
                <a:lnTo>
                  <a:pt x="49596" y="158478"/>
                </a:lnTo>
                <a:lnTo>
                  <a:pt x="49595" y="158478"/>
                </a:lnTo>
                <a:lnTo>
                  <a:pt x="49594" y="158478"/>
                </a:lnTo>
                <a:lnTo>
                  <a:pt x="49593" y="158478"/>
                </a:lnTo>
                <a:lnTo>
                  <a:pt x="49592" y="158478"/>
                </a:lnTo>
                <a:lnTo>
                  <a:pt x="49592" y="158478"/>
                </a:lnTo>
                <a:lnTo>
                  <a:pt x="49591" y="158478"/>
                </a:lnTo>
                <a:lnTo>
                  <a:pt x="49590" y="158478"/>
                </a:lnTo>
                <a:lnTo>
                  <a:pt x="49589" y="158478"/>
                </a:lnTo>
                <a:lnTo>
                  <a:pt x="49588" y="158478"/>
                </a:lnTo>
                <a:lnTo>
                  <a:pt x="49587" y="158478"/>
                </a:lnTo>
                <a:lnTo>
                  <a:pt x="49586" y="158478"/>
                </a:lnTo>
                <a:lnTo>
                  <a:pt x="49585" y="158478"/>
                </a:lnTo>
                <a:lnTo>
                  <a:pt x="49584" y="158478"/>
                </a:lnTo>
                <a:lnTo>
                  <a:pt x="49583" y="158478"/>
                </a:lnTo>
                <a:lnTo>
                  <a:pt x="49582" y="158478"/>
                </a:lnTo>
                <a:lnTo>
                  <a:pt x="49581" y="158478"/>
                </a:lnTo>
                <a:lnTo>
                  <a:pt x="49580" y="158478"/>
                </a:lnTo>
                <a:lnTo>
                  <a:pt x="49579" y="158478"/>
                </a:lnTo>
                <a:lnTo>
                  <a:pt x="49578" y="158478"/>
                </a:lnTo>
                <a:lnTo>
                  <a:pt x="49577" y="158478"/>
                </a:lnTo>
                <a:lnTo>
                  <a:pt x="49576" y="158478"/>
                </a:lnTo>
                <a:lnTo>
                  <a:pt x="49575" y="158478"/>
                </a:lnTo>
                <a:lnTo>
                  <a:pt x="49574" y="158478"/>
                </a:lnTo>
                <a:lnTo>
                  <a:pt x="49573" y="158478"/>
                </a:lnTo>
                <a:lnTo>
                  <a:pt x="49572" y="158478"/>
                </a:lnTo>
                <a:lnTo>
                  <a:pt x="49571" y="158478"/>
                </a:lnTo>
                <a:lnTo>
                  <a:pt x="49570" y="158478"/>
                </a:lnTo>
                <a:lnTo>
                  <a:pt x="49569" y="158478"/>
                </a:lnTo>
                <a:lnTo>
                  <a:pt x="49568" y="158478"/>
                </a:lnTo>
                <a:lnTo>
                  <a:pt x="49567" y="158478"/>
                </a:lnTo>
                <a:lnTo>
                  <a:pt x="49566" y="158478"/>
                </a:lnTo>
                <a:lnTo>
                  <a:pt x="49565" y="158478"/>
                </a:lnTo>
                <a:lnTo>
                  <a:pt x="49564" y="158478"/>
                </a:lnTo>
                <a:lnTo>
                  <a:pt x="49563" y="158478"/>
                </a:lnTo>
                <a:lnTo>
                  <a:pt x="49562" y="158478"/>
                </a:lnTo>
                <a:lnTo>
                  <a:pt x="49561" y="158478"/>
                </a:lnTo>
                <a:lnTo>
                  <a:pt x="49561" y="158478"/>
                </a:lnTo>
                <a:lnTo>
                  <a:pt x="49560" y="158478"/>
                </a:lnTo>
                <a:lnTo>
                  <a:pt x="49559" y="158478"/>
                </a:lnTo>
                <a:lnTo>
                  <a:pt x="49558" y="158478"/>
                </a:lnTo>
                <a:lnTo>
                  <a:pt x="49557" y="158478"/>
                </a:lnTo>
                <a:lnTo>
                  <a:pt x="49556" y="158478"/>
                </a:lnTo>
                <a:lnTo>
                  <a:pt x="49555" y="158478"/>
                </a:lnTo>
                <a:lnTo>
                  <a:pt x="49554" y="158478"/>
                </a:lnTo>
                <a:lnTo>
                  <a:pt x="49553" y="158478"/>
                </a:lnTo>
                <a:lnTo>
                  <a:pt x="49552" y="158478"/>
                </a:lnTo>
                <a:lnTo>
                  <a:pt x="49551" y="158478"/>
                </a:lnTo>
                <a:lnTo>
                  <a:pt x="49550" y="158478"/>
                </a:lnTo>
                <a:lnTo>
                  <a:pt x="49549" y="158478"/>
                </a:lnTo>
                <a:lnTo>
                  <a:pt x="49548" y="158478"/>
                </a:lnTo>
                <a:lnTo>
                  <a:pt x="49547" y="158478"/>
                </a:lnTo>
                <a:lnTo>
                  <a:pt x="49546" y="158478"/>
                </a:lnTo>
                <a:lnTo>
                  <a:pt x="49545" y="158478"/>
                </a:lnTo>
                <a:lnTo>
                  <a:pt x="49544" y="158478"/>
                </a:lnTo>
                <a:lnTo>
                  <a:pt x="49543" y="158478"/>
                </a:lnTo>
                <a:lnTo>
                  <a:pt x="49542" y="158478"/>
                </a:lnTo>
                <a:lnTo>
                  <a:pt x="49541" y="158478"/>
                </a:lnTo>
                <a:lnTo>
                  <a:pt x="49540" y="158478"/>
                </a:lnTo>
                <a:lnTo>
                  <a:pt x="49539" y="158478"/>
                </a:lnTo>
                <a:lnTo>
                  <a:pt x="49538" y="158478"/>
                </a:lnTo>
                <a:lnTo>
                  <a:pt x="49537" y="158478"/>
                </a:lnTo>
                <a:lnTo>
                  <a:pt x="49536" y="158478"/>
                </a:lnTo>
                <a:lnTo>
                  <a:pt x="49535" y="158478"/>
                </a:lnTo>
                <a:lnTo>
                  <a:pt x="49534" y="158478"/>
                </a:lnTo>
                <a:lnTo>
                  <a:pt x="49533" y="158478"/>
                </a:lnTo>
                <a:lnTo>
                  <a:pt x="49532" y="158478"/>
                </a:lnTo>
                <a:lnTo>
                  <a:pt x="49531" y="158478"/>
                </a:lnTo>
                <a:lnTo>
                  <a:pt x="49530" y="158478"/>
                </a:lnTo>
                <a:lnTo>
                  <a:pt x="49530" y="158478"/>
                </a:lnTo>
                <a:lnTo>
                  <a:pt x="49529" y="158478"/>
                </a:lnTo>
                <a:lnTo>
                  <a:pt x="49528" y="158478"/>
                </a:lnTo>
                <a:lnTo>
                  <a:pt x="49527" y="158478"/>
                </a:lnTo>
                <a:lnTo>
                  <a:pt x="49526" y="158478"/>
                </a:lnTo>
                <a:lnTo>
                  <a:pt x="49525" y="158478"/>
                </a:lnTo>
                <a:lnTo>
                  <a:pt x="49524" y="158478"/>
                </a:lnTo>
                <a:lnTo>
                  <a:pt x="49523" y="158478"/>
                </a:lnTo>
                <a:lnTo>
                  <a:pt x="49522" y="158478"/>
                </a:lnTo>
                <a:lnTo>
                  <a:pt x="49521" y="158478"/>
                </a:lnTo>
                <a:lnTo>
                  <a:pt x="49520" y="158478"/>
                </a:lnTo>
                <a:lnTo>
                  <a:pt x="49519" y="158478"/>
                </a:lnTo>
                <a:lnTo>
                  <a:pt x="49518" y="158478"/>
                </a:lnTo>
                <a:lnTo>
                  <a:pt x="49517" y="158478"/>
                </a:lnTo>
                <a:lnTo>
                  <a:pt x="49516" y="158478"/>
                </a:lnTo>
                <a:lnTo>
                  <a:pt x="49515" y="158478"/>
                </a:lnTo>
                <a:lnTo>
                  <a:pt x="49514" y="158478"/>
                </a:lnTo>
                <a:lnTo>
                  <a:pt x="49513" y="158478"/>
                </a:lnTo>
                <a:lnTo>
                  <a:pt x="49512" y="158478"/>
                </a:lnTo>
                <a:lnTo>
                  <a:pt x="49511" y="158478"/>
                </a:lnTo>
                <a:lnTo>
                  <a:pt x="49510" y="158478"/>
                </a:lnTo>
                <a:lnTo>
                  <a:pt x="49509" y="158478"/>
                </a:lnTo>
                <a:lnTo>
                  <a:pt x="49508" y="158478"/>
                </a:lnTo>
                <a:lnTo>
                  <a:pt x="49507" y="158478"/>
                </a:lnTo>
                <a:lnTo>
                  <a:pt x="49506" y="158478"/>
                </a:lnTo>
                <a:lnTo>
                  <a:pt x="49505" y="158478"/>
                </a:lnTo>
                <a:lnTo>
                  <a:pt x="49504" y="158478"/>
                </a:lnTo>
                <a:lnTo>
                  <a:pt x="49503" y="158478"/>
                </a:lnTo>
                <a:lnTo>
                  <a:pt x="49502" y="158478"/>
                </a:lnTo>
                <a:lnTo>
                  <a:pt x="49501" y="158478"/>
                </a:lnTo>
                <a:lnTo>
                  <a:pt x="49500" y="158478"/>
                </a:lnTo>
                <a:lnTo>
                  <a:pt x="49500" y="158478"/>
                </a:lnTo>
                <a:lnTo>
                  <a:pt x="49499" y="158478"/>
                </a:lnTo>
                <a:lnTo>
                  <a:pt x="49498" y="158478"/>
                </a:lnTo>
                <a:lnTo>
                  <a:pt x="49497" y="158478"/>
                </a:lnTo>
                <a:lnTo>
                  <a:pt x="49496" y="158478"/>
                </a:lnTo>
                <a:lnTo>
                  <a:pt x="49495" y="158478"/>
                </a:lnTo>
                <a:lnTo>
                  <a:pt x="49494" y="158478"/>
                </a:lnTo>
                <a:lnTo>
                  <a:pt x="49493" y="158478"/>
                </a:lnTo>
                <a:lnTo>
                  <a:pt x="49492" y="158478"/>
                </a:lnTo>
                <a:lnTo>
                  <a:pt x="49491" y="158478"/>
                </a:lnTo>
                <a:lnTo>
                  <a:pt x="49490" y="158478"/>
                </a:lnTo>
                <a:lnTo>
                  <a:pt x="49489" y="158478"/>
                </a:lnTo>
                <a:lnTo>
                  <a:pt x="49488" y="158478"/>
                </a:lnTo>
                <a:lnTo>
                  <a:pt x="49487" y="158478"/>
                </a:lnTo>
                <a:lnTo>
                  <a:pt x="49486" y="158478"/>
                </a:lnTo>
                <a:lnTo>
                  <a:pt x="49485" y="158478"/>
                </a:lnTo>
                <a:lnTo>
                  <a:pt x="49484" y="158478"/>
                </a:lnTo>
                <a:lnTo>
                  <a:pt x="49483" y="158478"/>
                </a:lnTo>
                <a:lnTo>
                  <a:pt x="49482" y="158478"/>
                </a:lnTo>
                <a:lnTo>
                  <a:pt x="49481" y="158478"/>
                </a:lnTo>
                <a:lnTo>
                  <a:pt x="49480" y="158478"/>
                </a:lnTo>
                <a:lnTo>
                  <a:pt x="49479" y="158478"/>
                </a:lnTo>
                <a:lnTo>
                  <a:pt x="49478" y="158478"/>
                </a:lnTo>
                <a:lnTo>
                  <a:pt x="49477" y="158478"/>
                </a:lnTo>
                <a:lnTo>
                  <a:pt x="49476" y="158478"/>
                </a:lnTo>
                <a:lnTo>
                  <a:pt x="49475" y="158478"/>
                </a:lnTo>
                <a:lnTo>
                  <a:pt x="49474" y="158478"/>
                </a:lnTo>
                <a:lnTo>
                  <a:pt x="49473" y="158478"/>
                </a:lnTo>
                <a:lnTo>
                  <a:pt x="49472" y="158478"/>
                </a:lnTo>
                <a:lnTo>
                  <a:pt x="49471" y="158478"/>
                </a:lnTo>
                <a:lnTo>
                  <a:pt x="49471" y="158478"/>
                </a:lnTo>
                <a:lnTo>
                  <a:pt x="49470" y="158478"/>
                </a:lnTo>
                <a:lnTo>
                  <a:pt x="49469" y="158478"/>
                </a:lnTo>
                <a:lnTo>
                  <a:pt x="49468" y="158478"/>
                </a:lnTo>
                <a:lnTo>
                  <a:pt x="49467" y="158478"/>
                </a:lnTo>
                <a:lnTo>
                  <a:pt x="49466" y="158478"/>
                </a:lnTo>
                <a:lnTo>
                  <a:pt x="49465" y="158478"/>
                </a:lnTo>
                <a:lnTo>
                  <a:pt x="49464" y="158478"/>
                </a:lnTo>
                <a:lnTo>
                  <a:pt x="49463" y="158478"/>
                </a:lnTo>
                <a:lnTo>
                  <a:pt x="49462" y="158478"/>
                </a:lnTo>
                <a:lnTo>
                  <a:pt x="49461" y="158478"/>
                </a:lnTo>
                <a:lnTo>
                  <a:pt x="49460" y="158478"/>
                </a:lnTo>
                <a:lnTo>
                  <a:pt x="49459" y="158478"/>
                </a:lnTo>
                <a:lnTo>
                  <a:pt x="49458" y="158478"/>
                </a:lnTo>
                <a:lnTo>
                  <a:pt x="49457" y="158478"/>
                </a:lnTo>
                <a:lnTo>
                  <a:pt x="49456" y="158478"/>
                </a:lnTo>
                <a:lnTo>
                  <a:pt x="49455" y="158478"/>
                </a:lnTo>
                <a:lnTo>
                  <a:pt x="49454" y="158478"/>
                </a:lnTo>
                <a:lnTo>
                  <a:pt x="49453" y="158478"/>
                </a:lnTo>
                <a:lnTo>
                  <a:pt x="49452" y="158478"/>
                </a:lnTo>
                <a:lnTo>
                  <a:pt x="49451" y="158478"/>
                </a:lnTo>
                <a:lnTo>
                  <a:pt x="49450" y="158478"/>
                </a:lnTo>
                <a:lnTo>
                  <a:pt x="49449" y="158478"/>
                </a:lnTo>
                <a:lnTo>
                  <a:pt x="49448" y="158478"/>
                </a:lnTo>
                <a:lnTo>
                  <a:pt x="49447" y="158478"/>
                </a:lnTo>
                <a:lnTo>
                  <a:pt x="49446" y="158478"/>
                </a:lnTo>
                <a:lnTo>
                  <a:pt x="49445" y="158478"/>
                </a:lnTo>
                <a:lnTo>
                  <a:pt x="49444" y="158478"/>
                </a:lnTo>
                <a:lnTo>
                  <a:pt x="49443" y="158478"/>
                </a:lnTo>
                <a:lnTo>
                  <a:pt x="49442" y="158478"/>
                </a:lnTo>
                <a:lnTo>
                  <a:pt x="49442" y="158478"/>
                </a:lnTo>
                <a:lnTo>
                  <a:pt x="49441" y="158478"/>
                </a:lnTo>
                <a:lnTo>
                  <a:pt x="49440" y="158478"/>
                </a:lnTo>
                <a:lnTo>
                  <a:pt x="49439" y="158478"/>
                </a:lnTo>
                <a:lnTo>
                  <a:pt x="49438" y="158478"/>
                </a:lnTo>
                <a:lnTo>
                  <a:pt x="49437" y="158478"/>
                </a:lnTo>
                <a:lnTo>
                  <a:pt x="49436" y="158478"/>
                </a:lnTo>
                <a:lnTo>
                  <a:pt x="49435" y="158478"/>
                </a:lnTo>
                <a:lnTo>
                  <a:pt x="49434" y="158478"/>
                </a:lnTo>
                <a:lnTo>
                  <a:pt x="49433" y="158478"/>
                </a:lnTo>
                <a:lnTo>
                  <a:pt x="49432" y="158478"/>
                </a:lnTo>
                <a:lnTo>
                  <a:pt x="49431" y="158478"/>
                </a:lnTo>
                <a:lnTo>
                  <a:pt x="49430" y="158478"/>
                </a:lnTo>
                <a:lnTo>
                  <a:pt x="49429" y="158478"/>
                </a:lnTo>
                <a:lnTo>
                  <a:pt x="49428" y="158478"/>
                </a:lnTo>
                <a:lnTo>
                  <a:pt x="49427" y="158478"/>
                </a:lnTo>
                <a:lnTo>
                  <a:pt x="49426" y="158478"/>
                </a:lnTo>
                <a:lnTo>
                  <a:pt x="49425" y="158478"/>
                </a:lnTo>
                <a:lnTo>
                  <a:pt x="49424" y="158478"/>
                </a:lnTo>
                <a:lnTo>
                  <a:pt x="49423" y="158478"/>
                </a:lnTo>
                <a:lnTo>
                  <a:pt x="49422" y="158478"/>
                </a:lnTo>
                <a:lnTo>
                  <a:pt x="49421" y="158478"/>
                </a:lnTo>
                <a:lnTo>
                  <a:pt x="49420" y="158478"/>
                </a:lnTo>
                <a:lnTo>
                  <a:pt x="49419" y="158478"/>
                </a:lnTo>
                <a:lnTo>
                  <a:pt x="49418" y="158478"/>
                </a:lnTo>
                <a:lnTo>
                  <a:pt x="49417" y="158478"/>
                </a:lnTo>
                <a:lnTo>
                  <a:pt x="49416" y="158478"/>
                </a:lnTo>
                <a:lnTo>
                  <a:pt x="49415" y="158478"/>
                </a:lnTo>
                <a:lnTo>
                  <a:pt x="49414" y="158478"/>
                </a:lnTo>
                <a:lnTo>
                  <a:pt x="49413" y="158478"/>
                </a:lnTo>
                <a:lnTo>
                  <a:pt x="49413" y="158478"/>
                </a:lnTo>
                <a:lnTo>
                  <a:pt x="49412" y="158478"/>
                </a:lnTo>
                <a:lnTo>
                  <a:pt x="49411" y="158478"/>
                </a:lnTo>
                <a:lnTo>
                  <a:pt x="49410" y="158478"/>
                </a:lnTo>
                <a:lnTo>
                  <a:pt x="49409" y="158478"/>
                </a:lnTo>
                <a:lnTo>
                  <a:pt x="49408" y="158478"/>
                </a:lnTo>
                <a:lnTo>
                  <a:pt x="49407" y="158478"/>
                </a:lnTo>
                <a:lnTo>
                  <a:pt x="49406" y="158478"/>
                </a:lnTo>
                <a:lnTo>
                  <a:pt x="49405" y="158478"/>
                </a:lnTo>
                <a:lnTo>
                  <a:pt x="49404" y="158478"/>
                </a:lnTo>
                <a:lnTo>
                  <a:pt x="49403" y="158478"/>
                </a:lnTo>
                <a:lnTo>
                  <a:pt x="49402" y="158478"/>
                </a:lnTo>
                <a:lnTo>
                  <a:pt x="49401" y="158478"/>
                </a:lnTo>
                <a:lnTo>
                  <a:pt x="49400" y="158478"/>
                </a:lnTo>
                <a:lnTo>
                  <a:pt x="49399" y="158478"/>
                </a:lnTo>
                <a:lnTo>
                  <a:pt x="49398" y="158478"/>
                </a:lnTo>
                <a:lnTo>
                  <a:pt x="49397" y="158478"/>
                </a:lnTo>
                <a:lnTo>
                  <a:pt x="49396" y="158478"/>
                </a:lnTo>
                <a:lnTo>
                  <a:pt x="49395" y="158478"/>
                </a:lnTo>
                <a:lnTo>
                  <a:pt x="49394" y="158478"/>
                </a:lnTo>
                <a:lnTo>
                  <a:pt x="49393" y="158478"/>
                </a:lnTo>
                <a:lnTo>
                  <a:pt x="49392" y="158478"/>
                </a:lnTo>
                <a:lnTo>
                  <a:pt x="49391" y="158478"/>
                </a:lnTo>
                <a:lnTo>
                  <a:pt x="49390" y="158478"/>
                </a:lnTo>
                <a:lnTo>
                  <a:pt x="49389" y="158478"/>
                </a:lnTo>
                <a:lnTo>
                  <a:pt x="49388" y="158478"/>
                </a:lnTo>
                <a:lnTo>
                  <a:pt x="49387" y="158478"/>
                </a:lnTo>
                <a:lnTo>
                  <a:pt x="49386" y="158478"/>
                </a:lnTo>
                <a:lnTo>
                  <a:pt x="49385" y="158478"/>
                </a:lnTo>
                <a:lnTo>
                  <a:pt x="49385" y="158478"/>
                </a:lnTo>
                <a:lnTo>
                  <a:pt x="49384" y="158478"/>
                </a:lnTo>
                <a:lnTo>
                  <a:pt x="49383" y="158478"/>
                </a:lnTo>
                <a:lnTo>
                  <a:pt x="49382" y="158478"/>
                </a:lnTo>
                <a:lnTo>
                  <a:pt x="49381" y="158478"/>
                </a:lnTo>
                <a:lnTo>
                  <a:pt x="49380" y="158478"/>
                </a:lnTo>
                <a:lnTo>
                  <a:pt x="49379" y="158478"/>
                </a:lnTo>
                <a:lnTo>
                  <a:pt x="49378" y="158478"/>
                </a:lnTo>
                <a:lnTo>
                  <a:pt x="49377" y="158478"/>
                </a:lnTo>
                <a:lnTo>
                  <a:pt x="49376" y="158478"/>
                </a:lnTo>
                <a:lnTo>
                  <a:pt x="49375" y="158478"/>
                </a:lnTo>
                <a:lnTo>
                  <a:pt x="49374" y="158478"/>
                </a:lnTo>
                <a:lnTo>
                  <a:pt x="49373" y="158478"/>
                </a:lnTo>
                <a:lnTo>
                  <a:pt x="49372" y="158478"/>
                </a:lnTo>
                <a:lnTo>
                  <a:pt x="49371" y="158478"/>
                </a:lnTo>
                <a:lnTo>
                  <a:pt x="49370" y="158478"/>
                </a:lnTo>
                <a:lnTo>
                  <a:pt x="49369" y="158478"/>
                </a:lnTo>
                <a:lnTo>
                  <a:pt x="49368" y="158478"/>
                </a:lnTo>
                <a:lnTo>
                  <a:pt x="49367" y="158478"/>
                </a:lnTo>
                <a:lnTo>
                  <a:pt x="49366" y="158478"/>
                </a:lnTo>
                <a:lnTo>
                  <a:pt x="49365" y="158478"/>
                </a:lnTo>
                <a:lnTo>
                  <a:pt x="49364" y="158478"/>
                </a:lnTo>
                <a:lnTo>
                  <a:pt x="49363" y="158478"/>
                </a:lnTo>
                <a:lnTo>
                  <a:pt x="49362" y="158478"/>
                </a:lnTo>
                <a:lnTo>
                  <a:pt x="49361" y="158478"/>
                </a:lnTo>
                <a:lnTo>
                  <a:pt x="49360" y="158478"/>
                </a:lnTo>
                <a:lnTo>
                  <a:pt x="49359" y="158478"/>
                </a:lnTo>
                <a:lnTo>
                  <a:pt x="49358" y="158478"/>
                </a:lnTo>
                <a:lnTo>
                  <a:pt x="49357" y="158478"/>
                </a:lnTo>
                <a:lnTo>
                  <a:pt x="49357" y="158478"/>
                </a:lnTo>
                <a:lnTo>
                  <a:pt x="49356" y="158478"/>
                </a:lnTo>
                <a:lnTo>
                  <a:pt x="49355" y="158478"/>
                </a:lnTo>
                <a:lnTo>
                  <a:pt x="49354" y="158478"/>
                </a:lnTo>
                <a:lnTo>
                  <a:pt x="49353" y="158478"/>
                </a:lnTo>
                <a:lnTo>
                  <a:pt x="49352" y="158478"/>
                </a:lnTo>
                <a:lnTo>
                  <a:pt x="49351" y="158478"/>
                </a:lnTo>
                <a:lnTo>
                  <a:pt x="49350" y="158478"/>
                </a:lnTo>
                <a:lnTo>
                  <a:pt x="49349" y="158478"/>
                </a:lnTo>
                <a:lnTo>
                  <a:pt x="49348" y="158478"/>
                </a:lnTo>
                <a:lnTo>
                  <a:pt x="49347" y="158478"/>
                </a:lnTo>
                <a:lnTo>
                  <a:pt x="49346" y="158478"/>
                </a:lnTo>
                <a:lnTo>
                  <a:pt x="49345" y="158478"/>
                </a:lnTo>
                <a:lnTo>
                  <a:pt x="49344" y="158478"/>
                </a:lnTo>
                <a:lnTo>
                  <a:pt x="49343" y="158478"/>
                </a:lnTo>
                <a:lnTo>
                  <a:pt x="49342" y="158478"/>
                </a:lnTo>
                <a:lnTo>
                  <a:pt x="49341" y="158478"/>
                </a:lnTo>
                <a:lnTo>
                  <a:pt x="49340" y="158478"/>
                </a:lnTo>
                <a:lnTo>
                  <a:pt x="49339" y="158478"/>
                </a:lnTo>
                <a:lnTo>
                  <a:pt x="49338" y="158478"/>
                </a:lnTo>
                <a:lnTo>
                  <a:pt x="49337" y="158478"/>
                </a:lnTo>
                <a:lnTo>
                  <a:pt x="49336" y="158478"/>
                </a:lnTo>
                <a:lnTo>
                  <a:pt x="49335" y="158478"/>
                </a:lnTo>
                <a:lnTo>
                  <a:pt x="49334" y="158478"/>
                </a:lnTo>
                <a:lnTo>
                  <a:pt x="49333" y="158478"/>
                </a:lnTo>
                <a:lnTo>
                  <a:pt x="49332" y="158478"/>
                </a:lnTo>
                <a:lnTo>
                  <a:pt x="49331" y="158478"/>
                </a:lnTo>
                <a:lnTo>
                  <a:pt x="49330" y="158478"/>
                </a:lnTo>
                <a:lnTo>
                  <a:pt x="49330" y="158478"/>
                </a:lnTo>
                <a:lnTo>
                  <a:pt x="49329" y="158478"/>
                </a:lnTo>
                <a:lnTo>
                  <a:pt x="49328" y="158478"/>
                </a:lnTo>
                <a:lnTo>
                  <a:pt x="49327" y="158478"/>
                </a:lnTo>
                <a:lnTo>
                  <a:pt x="49326" y="158478"/>
                </a:lnTo>
                <a:lnTo>
                  <a:pt x="49325" y="158478"/>
                </a:lnTo>
                <a:lnTo>
                  <a:pt x="49324" y="158478"/>
                </a:lnTo>
                <a:lnTo>
                  <a:pt x="49323" y="158478"/>
                </a:lnTo>
                <a:lnTo>
                  <a:pt x="49322" y="158478"/>
                </a:lnTo>
                <a:lnTo>
                  <a:pt x="49321" y="158478"/>
                </a:lnTo>
                <a:lnTo>
                  <a:pt x="49320" y="158478"/>
                </a:lnTo>
                <a:lnTo>
                  <a:pt x="49319" y="158478"/>
                </a:lnTo>
                <a:lnTo>
                  <a:pt x="49318" y="158478"/>
                </a:lnTo>
                <a:lnTo>
                  <a:pt x="49317" y="158478"/>
                </a:lnTo>
                <a:lnTo>
                  <a:pt x="49316" y="158478"/>
                </a:lnTo>
                <a:lnTo>
                  <a:pt x="49315" y="158478"/>
                </a:lnTo>
                <a:lnTo>
                  <a:pt x="49314" y="158478"/>
                </a:lnTo>
                <a:lnTo>
                  <a:pt x="49313" y="158478"/>
                </a:lnTo>
                <a:lnTo>
                  <a:pt x="49312" y="158478"/>
                </a:lnTo>
                <a:lnTo>
                  <a:pt x="49311" y="158478"/>
                </a:lnTo>
                <a:lnTo>
                  <a:pt x="49310" y="158478"/>
                </a:lnTo>
                <a:lnTo>
                  <a:pt x="49309" y="158478"/>
                </a:lnTo>
                <a:lnTo>
                  <a:pt x="49308" y="158478"/>
                </a:lnTo>
                <a:lnTo>
                  <a:pt x="49307" y="158478"/>
                </a:lnTo>
                <a:lnTo>
                  <a:pt x="49306" y="158478"/>
                </a:lnTo>
                <a:lnTo>
                  <a:pt x="49305" y="158478"/>
                </a:lnTo>
                <a:lnTo>
                  <a:pt x="49304" y="158478"/>
                </a:lnTo>
                <a:lnTo>
                  <a:pt x="49303" y="158478"/>
                </a:lnTo>
                <a:lnTo>
                  <a:pt x="49302" y="158478"/>
                </a:lnTo>
                <a:lnTo>
                  <a:pt x="49302" y="158478"/>
                </a:lnTo>
                <a:lnTo>
                  <a:pt x="49301" y="158478"/>
                </a:lnTo>
                <a:lnTo>
                  <a:pt x="49300" y="158478"/>
                </a:lnTo>
                <a:lnTo>
                  <a:pt x="49299" y="158478"/>
                </a:lnTo>
                <a:lnTo>
                  <a:pt x="49298" y="158478"/>
                </a:lnTo>
                <a:lnTo>
                  <a:pt x="49297" y="158478"/>
                </a:lnTo>
                <a:lnTo>
                  <a:pt x="49296" y="158478"/>
                </a:lnTo>
                <a:lnTo>
                  <a:pt x="49295" y="158478"/>
                </a:lnTo>
                <a:lnTo>
                  <a:pt x="49294" y="158478"/>
                </a:lnTo>
                <a:lnTo>
                  <a:pt x="49293" y="158478"/>
                </a:lnTo>
                <a:lnTo>
                  <a:pt x="49292" y="158478"/>
                </a:lnTo>
                <a:lnTo>
                  <a:pt x="49291" y="158478"/>
                </a:lnTo>
                <a:lnTo>
                  <a:pt x="49290" y="158478"/>
                </a:lnTo>
                <a:lnTo>
                  <a:pt x="49289" y="158478"/>
                </a:lnTo>
                <a:lnTo>
                  <a:pt x="49288" y="158478"/>
                </a:lnTo>
                <a:lnTo>
                  <a:pt x="49287" y="158478"/>
                </a:lnTo>
                <a:lnTo>
                  <a:pt x="49286" y="158478"/>
                </a:lnTo>
                <a:lnTo>
                  <a:pt x="49285" y="158478"/>
                </a:lnTo>
                <a:lnTo>
                  <a:pt x="49284" y="158478"/>
                </a:lnTo>
                <a:lnTo>
                  <a:pt x="49283" y="158478"/>
                </a:lnTo>
                <a:lnTo>
                  <a:pt x="49282" y="158478"/>
                </a:lnTo>
                <a:lnTo>
                  <a:pt x="49281" y="158478"/>
                </a:lnTo>
                <a:lnTo>
                  <a:pt x="49280" y="158478"/>
                </a:lnTo>
                <a:lnTo>
                  <a:pt x="49279" y="158478"/>
                </a:lnTo>
                <a:lnTo>
                  <a:pt x="49278" y="158478"/>
                </a:lnTo>
                <a:lnTo>
                  <a:pt x="49277" y="158478"/>
                </a:lnTo>
                <a:lnTo>
                  <a:pt x="49276" y="158478"/>
                </a:lnTo>
                <a:lnTo>
                  <a:pt x="49276" y="158478"/>
                </a:lnTo>
                <a:lnTo>
                  <a:pt x="49275" y="158478"/>
                </a:lnTo>
                <a:lnTo>
                  <a:pt x="49274" y="158478"/>
                </a:lnTo>
                <a:lnTo>
                  <a:pt x="49273" y="158478"/>
                </a:lnTo>
                <a:lnTo>
                  <a:pt x="49272" y="158478"/>
                </a:lnTo>
                <a:lnTo>
                  <a:pt x="49271" y="158478"/>
                </a:lnTo>
                <a:lnTo>
                  <a:pt x="49270" y="158478"/>
                </a:lnTo>
                <a:lnTo>
                  <a:pt x="49269" y="158478"/>
                </a:lnTo>
                <a:lnTo>
                  <a:pt x="49268" y="158478"/>
                </a:lnTo>
                <a:lnTo>
                  <a:pt x="49267" y="158478"/>
                </a:lnTo>
                <a:lnTo>
                  <a:pt x="49266" y="158478"/>
                </a:lnTo>
                <a:lnTo>
                  <a:pt x="49265" y="158478"/>
                </a:lnTo>
                <a:lnTo>
                  <a:pt x="49264" y="158478"/>
                </a:lnTo>
                <a:lnTo>
                  <a:pt x="49263" y="158478"/>
                </a:lnTo>
                <a:lnTo>
                  <a:pt x="49262" y="158478"/>
                </a:lnTo>
                <a:lnTo>
                  <a:pt x="49261" y="158478"/>
                </a:lnTo>
                <a:lnTo>
                  <a:pt x="49260" y="158478"/>
                </a:lnTo>
                <a:lnTo>
                  <a:pt x="49259" y="158478"/>
                </a:lnTo>
                <a:lnTo>
                  <a:pt x="49258" y="158478"/>
                </a:lnTo>
                <a:lnTo>
                  <a:pt x="49257" y="158478"/>
                </a:lnTo>
                <a:lnTo>
                  <a:pt x="49256" y="158478"/>
                </a:lnTo>
                <a:lnTo>
                  <a:pt x="49255" y="158478"/>
                </a:lnTo>
                <a:lnTo>
                  <a:pt x="49254" y="158478"/>
                </a:lnTo>
                <a:lnTo>
                  <a:pt x="49253" y="158478"/>
                </a:lnTo>
                <a:lnTo>
                  <a:pt x="49252" y="158478"/>
                </a:lnTo>
                <a:lnTo>
                  <a:pt x="49251" y="158478"/>
                </a:lnTo>
                <a:lnTo>
                  <a:pt x="49250" y="158478"/>
                </a:lnTo>
                <a:lnTo>
                  <a:pt x="49249" y="158478"/>
                </a:lnTo>
                <a:lnTo>
                  <a:pt x="49249" y="158478"/>
                </a:lnTo>
                <a:lnTo>
                  <a:pt x="49248" y="158478"/>
                </a:lnTo>
                <a:lnTo>
                  <a:pt x="49247" y="158478"/>
                </a:lnTo>
                <a:lnTo>
                  <a:pt x="49246" y="158478"/>
                </a:lnTo>
                <a:lnTo>
                  <a:pt x="49245" y="158478"/>
                </a:lnTo>
                <a:lnTo>
                  <a:pt x="49244" y="158478"/>
                </a:lnTo>
                <a:lnTo>
                  <a:pt x="49243" y="158478"/>
                </a:lnTo>
                <a:lnTo>
                  <a:pt x="49242" y="158478"/>
                </a:lnTo>
                <a:lnTo>
                  <a:pt x="49241" y="158478"/>
                </a:lnTo>
                <a:lnTo>
                  <a:pt x="49240" y="158478"/>
                </a:lnTo>
                <a:lnTo>
                  <a:pt x="49239" y="158478"/>
                </a:lnTo>
                <a:lnTo>
                  <a:pt x="49238" y="158478"/>
                </a:lnTo>
                <a:lnTo>
                  <a:pt x="49237" y="158478"/>
                </a:lnTo>
                <a:lnTo>
                  <a:pt x="49236" y="158478"/>
                </a:lnTo>
                <a:lnTo>
                  <a:pt x="49235" y="158478"/>
                </a:lnTo>
                <a:lnTo>
                  <a:pt x="49234" y="158478"/>
                </a:lnTo>
                <a:lnTo>
                  <a:pt x="49233" y="158478"/>
                </a:lnTo>
                <a:lnTo>
                  <a:pt x="49232" y="158478"/>
                </a:lnTo>
                <a:lnTo>
                  <a:pt x="49231" y="158478"/>
                </a:lnTo>
                <a:lnTo>
                  <a:pt x="49230" y="158478"/>
                </a:lnTo>
                <a:lnTo>
                  <a:pt x="49229" y="158478"/>
                </a:lnTo>
                <a:lnTo>
                  <a:pt x="49228" y="158478"/>
                </a:lnTo>
                <a:lnTo>
                  <a:pt x="49227" y="158478"/>
                </a:lnTo>
                <a:lnTo>
                  <a:pt x="49226" y="158478"/>
                </a:lnTo>
                <a:lnTo>
                  <a:pt x="49225" y="158478"/>
                </a:lnTo>
                <a:lnTo>
                  <a:pt x="49224" y="158478"/>
                </a:lnTo>
                <a:lnTo>
                  <a:pt x="49223" y="158478"/>
                </a:lnTo>
                <a:lnTo>
                  <a:pt x="49223" y="158478"/>
                </a:lnTo>
                <a:lnTo>
                  <a:pt x="49222" y="158478"/>
                </a:lnTo>
                <a:lnTo>
                  <a:pt x="49221" y="158478"/>
                </a:lnTo>
                <a:lnTo>
                  <a:pt x="49220" y="158478"/>
                </a:lnTo>
                <a:lnTo>
                  <a:pt x="49219" y="158478"/>
                </a:lnTo>
                <a:lnTo>
                  <a:pt x="49218" y="158478"/>
                </a:lnTo>
                <a:lnTo>
                  <a:pt x="49217" y="158478"/>
                </a:lnTo>
                <a:lnTo>
                  <a:pt x="49216" y="158478"/>
                </a:lnTo>
                <a:lnTo>
                  <a:pt x="49215" y="158478"/>
                </a:lnTo>
                <a:lnTo>
                  <a:pt x="49214" y="158478"/>
                </a:lnTo>
                <a:lnTo>
                  <a:pt x="49213" y="158478"/>
                </a:lnTo>
                <a:lnTo>
                  <a:pt x="49212" y="158478"/>
                </a:lnTo>
                <a:lnTo>
                  <a:pt x="49211" y="158478"/>
                </a:lnTo>
                <a:lnTo>
                  <a:pt x="49210" y="158478"/>
                </a:lnTo>
                <a:lnTo>
                  <a:pt x="49209" y="158478"/>
                </a:lnTo>
                <a:lnTo>
                  <a:pt x="49208" y="158478"/>
                </a:lnTo>
                <a:lnTo>
                  <a:pt x="49207" y="158478"/>
                </a:lnTo>
                <a:lnTo>
                  <a:pt x="49206" y="158478"/>
                </a:lnTo>
                <a:lnTo>
                  <a:pt x="49205" y="158478"/>
                </a:lnTo>
                <a:lnTo>
                  <a:pt x="49204" y="158478"/>
                </a:lnTo>
                <a:lnTo>
                  <a:pt x="49203" y="158478"/>
                </a:lnTo>
                <a:lnTo>
                  <a:pt x="49202" y="158478"/>
                </a:lnTo>
                <a:lnTo>
                  <a:pt x="49201" y="158478"/>
                </a:lnTo>
                <a:lnTo>
                  <a:pt x="49200" y="158478"/>
                </a:lnTo>
                <a:lnTo>
                  <a:pt x="49199" y="158478"/>
                </a:lnTo>
                <a:lnTo>
                  <a:pt x="49198" y="158478"/>
                </a:lnTo>
                <a:lnTo>
                  <a:pt x="49198" y="158478"/>
                </a:lnTo>
                <a:lnTo>
                  <a:pt x="49197" y="158478"/>
                </a:lnTo>
                <a:lnTo>
                  <a:pt x="49196" y="158478"/>
                </a:lnTo>
                <a:lnTo>
                  <a:pt x="49195" y="158478"/>
                </a:lnTo>
                <a:lnTo>
                  <a:pt x="49194" y="158478"/>
                </a:lnTo>
                <a:lnTo>
                  <a:pt x="49193" y="158478"/>
                </a:lnTo>
                <a:lnTo>
                  <a:pt x="49192" y="158478"/>
                </a:lnTo>
                <a:lnTo>
                  <a:pt x="49191" y="158478"/>
                </a:lnTo>
                <a:lnTo>
                  <a:pt x="49190" y="158478"/>
                </a:lnTo>
                <a:lnTo>
                  <a:pt x="49189" y="158478"/>
                </a:lnTo>
                <a:lnTo>
                  <a:pt x="49188" y="158478"/>
                </a:lnTo>
                <a:lnTo>
                  <a:pt x="49187" y="158478"/>
                </a:lnTo>
                <a:lnTo>
                  <a:pt x="49186" y="158478"/>
                </a:lnTo>
                <a:lnTo>
                  <a:pt x="49185" y="158478"/>
                </a:lnTo>
                <a:lnTo>
                  <a:pt x="49184" y="158478"/>
                </a:lnTo>
                <a:lnTo>
                  <a:pt x="49183" y="158478"/>
                </a:lnTo>
                <a:lnTo>
                  <a:pt x="49182" y="158478"/>
                </a:lnTo>
                <a:lnTo>
                  <a:pt x="49181" y="158478"/>
                </a:lnTo>
                <a:lnTo>
                  <a:pt x="49180" y="158478"/>
                </a:lnTo>
                <a:lnTo>
                  <a:pt x="49179" y="158478"/>
                </a:lnTo>
                <a:lnTo>
                  <a:pt x="49178" y="158478"/>
                </a:lnTo>
                <a:lnTo>
                  <a:pt x="49177" y="158478"/>
                </a:lnTo>
                <a:lnTo>
                  <a:pt x="49176" y="158478"/>
                </a:lnTo>
                <a:lnTo>
                  <a:pt x="49175" y="158478"/>
                </a:lnTo>
                <a:lnTo>
                  <a:pt x="49174" y="158478"/>
                </a:lnTo>
                <a:lnTo>
                  <a:pt x="49173" y="158478"/>
                </a:lnTo>
                <a:lnTo>
                  <a:pt x="49172" y="158478"/>
                </a:lnTo>
                <a:lnTo>
                  <a:pt x="49172" y="158478"/>
                </a:lnTo>
                <a:lnTo>
                  <a:pt x="49171" y="158478"/>
                </a:lnTo>
                <a:lnTo>
                  <a:pt x="49170" y="158478"/>
                </a:lnTo>
                <a:lnTo>
                  <a:pt x="49169" y="158478"/>
                </a:lnTo>
                <a:lnTo>
                  <a:pt x="49168" y="158478"/>
                </a:lnTo>
                <a:lnTo>
                  <a:pt x="49167" y="158478"/>
                </a:lnTo>
                <a:lnTo>
                  <a:pt x="49166" y="158478"/>
                </a:lnTo>
                <a:lnTo>
                  <a:pt x="49165" y="158478"/>
                </a:lnTo>
                <a:lnTo>
                  <a:pt x="49164" y="158478"/>
                </a:lnTo>
                <a:lnTo>
                  <a:pt x="49163" y="158478"/>
                </a:lnTo>
                <a:lnTo>
                  <a:pt x="49162" y="158478"/>
                </a:lnTo>
                <a:lnTo>
                  <a:pt x="49161" y="158478"/>
                </a:lnTo>
                <a:lnTo>
                  <a:pt x="49160" y="158478"/>
                </a:lnTo>
                <a:lnTo>
                  <a:pt x="49159" y="158478"/>
                </a:lnTo>
                <a:lnTo>
                  <a:pt x="49158" y="158478"/>
                </a:lnTo>
                <a:lnTo>
                  <a:pt x="49157" y="158478"/>
                </a:lnTo>
                <a:lnTo>
                  <a:pt x="49156" y="158478"/>
                </a:lnTo>
                <a:lnTo>
                  <a:pt x="49155" y="158478"/>
                </a:lnTo>
                <a:lnTo>
                  <a:pt x="49154" y="158478"/>
                </a:lnTo>
                <a:lnTo>
                  <a:pt x="49153" y="158478"/>
                </a:lnTo>
                <a:lnTo>
                  <a:pt x="49152" y="158478"/>
                </a:lnTo>
                <a:lnTo>
                  <a:pt x="49151" y="158478"/>
                </a:lnTo>
                <a:lnTo>
                  <a:pt x="49150" y="158478"/>
                </a:lnTo>
                <a:lnTo>
                  <a:pt x="49149" y="158478"/>
                </a:lnTo>
                <a:lnTo>
                  <a:pt x="49148" y="158478"/>
                </a:lnTo>
                <a:lnTo>
                  <a:pt x="49147" y="158478"/>
                </a:lnTo>
                <a:lnTo>
                  <a:pt x="49147" y="158478"/>
                </a:lnTo>
                <a:lnTo>
                  <a:pt x="49146" y="158478"/>
                </a:lnTo>
                <a:lnTo>
                  <a:pt x="49145" y="158478"/>
                </a:lnTo>
                <a:lnTo>
                  <a:pt x="49144" y="158478"/>
                </a:lnTo>
                <a:lnTo>
                  <a:pt x="49143" y="158478"/>
                </a:lnTo>
                <a:lnTo>
                  <a:pt x="49142" y="158478"/>
                </a:lnTo>
                <a:lnTo>
                  <a:pt x="49141" y="158478"/>
                </a:lnTo>
                <a:lnTo>
                  <a:pt x="49140" y="158478"/>
                </a:lnTo>
                <a:lnTo>
                  <a:pt x="49139" y="158478"/>
                </a:lnTo>
                <a:lnTo>
                  <a:pt x="49138" y="158478"/>
                </a:lnTo>
                <a:lnTo>
                  <a:pt x="49137" y="158478"/>
                </a:lnTo>
                <a:lnTo>
                  <a:pt x="49136" y="158478"/>
                </a:lnTo>
                <a:lnTo>
                  <a:pt x="49135" y="158478"/>
                </a:lnTo>
                <a:lnTo>
                  <a:pt x="49134" y="158478"/>
                </a:lnTo>
                <a:lnTo>
                  <a:pt x="49133" y="158478"/>
                </a:lnTo>
                <a:lnTo>
                  <a:pt x="49132" y="158478"/>
                </a:lnTo>
                <a:lnTo>
                  <a:pt x="49131" y="158478"/>
                </a:lnTo>
                <a:lnTo>
                  <a:pt x="49130" y="158478"/>
                </a:lnTo>
                <a:lnTo>
                  <a:pt x="49129" y="158478"/>
                </a:lnTo>
                <a:lnTo>
                  <a:pt x="49128" y="158478"/>
                </a:lnTo>
                <a:lnTo>
                  <a:pt x="49127" y="158478"/>
                </a:lnTo>
                <a:lnTo>
                  <a:pt x="49126" y="158478"/>
                </a:lnTo>
                <a:lnTo>
                  <a:pt x="49125" y="158478"/>
                </a:lnTo>
                <a:lnTo>
                  <a:pt x="49124" y="158478"/>
                </a:lnTo>
                <a:lnTo>
                  <a:pt x="49123" y="158478"/>
                </a:lnTo>
                <a:lnTo>
                  <a:pt x="49122" y="158478"/>
                </a:lnTo>
                <a:lnTo>
                  <a:pt x="49122" y="158478"/>
                </a:lnTo>
                <a:lnTo>
                  <a:pt x="49121" y="158478"/>
                </a:lnTo>
                <a:lnTo>
                  <a:pt x="49120" y="158478"/>
                </a:lnTo>
                <a:lnTo>
                  <a:pt x="49119" y="158478"/>
                </a:lnTo>
                <a:lnTo>
                  <a:pt x="49118" y="158478"/>
                </a:lnTo>
                <a:lnTo>
                  <a:pt x="49117" y="158478"/>
                </a:lnTo>
                <a:lnTo>
                  <a:pt x="49116" y="158478"/>
                </a:lnTo>
                <a:lnTo>
                  <a:pt x="49115" y="158478"/>
                </a:lnTo>
                <a:lnTo>
                  <a:pt x="49114" y="158478"/>
                </a:lnTo>
                <a:lnTo>
                  <a:pt x="49113" y="158478"/>
                </a:lnTo>
                <a:lnTo>
                  <a:pt x="49112" y="158478"/>
                </a:lnTo>
                <a:lnTo>
                  <a:pt x="49111" y="158478"/>
                </a:lnTo>
                <a:lnTo>
                  <a:pt x="49110" y="158478"/>
                </a:lnTo>
                <a:lnTo>
                  <a:pt x="49109" y="158478"/>
                </a:lnTo>
                <a:lnTo>
                  <a:pt x="49108" y="158478"/>
                </a:lnTo>
                <a:lnTo>
                  <a:pt x="49107" y="158478"/>
                </a:lnTo>
                <a:lnTo>
                  <a:pt x="49106" y="158478"/>
                </a:lnTo>
                <a:lnTo>
                  <a:pt x="49105" y="158478"/>
                </a:lnTo>
                <a:lnTo>
                  <a:pt x="49104" y="158478"/>
                </a:lnTo>
                <a:lnTo>
                  <a:pt x="49103" y="158478"/>
                </a:lnTo>
                <a:lnTo>
                  <a:pt x="49102" y="158478"/>
                </a:lnTo>
                <a:lnTo>
                  <a:pt x="49101" y="158478"/>
                </a:lnTo>
                <a:lnTo>
                  <a:pt x="49100" y="158478"/>
                </a:lnTo>
                <a:lnTo>
                  <a:pt x="49099" y="158478"/>
                </a:lnTo>
                <a:lnTo>
                  <a:pt x="49098" y="158478"/>
                </a:lnTo>
                <a:lnTo>
                  <a:pt x="49098" y="158478"/>
                </a:lnTo>
                <a:lnTo>
                  <a:pt x="49097" y="158478"/>
                </a:lnTo>
                <a:lnTo>
                  <a:pt x="49096" y="158478"/>
                </a:lnTo>
                <a:lnTo>
                  <a:pt x="49095" y="158478"/>
                </a:lnTo>
                <a:lnTo>
                  <a:pt x="49094" y="158478"/>
                </a:lnTo>
                <a:lnTo>
                  <a:pt x="49093" y="158478"/>
                </a:lnTo>
                <a:lnTo>
                  <a:pt x="49092" y="158478"/>
                </a:lnTo>
                <a:lnTo>
                  <a:pt x="49091" y="158478"/>
                </a:lnTo>
                <a:lnTo>
                  <a:pt x="49090" y="158478"/>
                </a:lnTo>
                <a:lnTo>
                  <a:pt x="49089" y="158478"/>
                </a:lnTo>
                <a:lnTo>
                  <a:pt x="49088" y="158478"/>
                </a:lnTo>
                <a:lnTo>
                  <a:pt x="49087" y="158478"/>
                </a:lnTo>
                <a:lnTo>
                  <a:pt x="49086" y="158478"/>
                </a:lnTo>
                <a:lnTo>
                  <a:pt x="49085" y="158478"/>
                </a:lnTo>
                <a:lnTo>
                  <a:pt x="49084" y="158478"/>
                </a:lnTo>
                <a:lnTo>
                  <a:pt x="49083" y="158478"/>
                </a:lnTo>
                <a:lnTo>
                  <a:pt x="49082" y="158478"/>
                </a:lnTo>
                <a:lnTo>
                  <a:pt x="49081" y="158478"/>
                </a:lnTo>
                <a:lnTo>
                  <a:pt x="49080" y="158478"/>
                </a:lnTo>
                <a:lnTo>
                  <a:pt x="49079" y="158478"/>
                </a:lnTo>
                <a:lnTo>
                  <a:pt x="49078" y="158478"/>
                </a:lnTo>
                <a:lnTo>
                  <a:pt x="49077" y="158478"/>
                </a:lnTo>
                <a:lnTo>
                  <a:pt x="49076" y="158478"/>
                </a:lnTo>
                <a:lnTo>
                  <a:pt x="49075" y="158478"/>
                </a:lnTo>
                <a:lnTo>
                  <a:pt x="49074" y="158478"/>
                </a:lnTo>
                <a:lnTo>
                  <a:pt x="49074" y="158478"/>
                </a:lnTo>
                <a:lnTo>
                  <a:pt x="49073" y="158478"/>
                </a:lnTo>
                <a:lnTo>
                  <a:pt x="49072" y="158478"/>
                </a:lnTo>
                <a:lnTo>
                  <a:pt x="49071" y="158478"/>
                </a:lnTo>
                <a:lnTo>
                  <a:pt x="49070" y="158478"/>
                </a:lnTo>
                <a:lnTo>
                  <a:pt x="49069" y="158478"/>
                </a:lnTo>
                <a:lnTo>
                  <a:pt x="49068" y="158478"/>
                </a:lnTo>
                <a:lnTo>
                  <a:pt x="49067" y="158478"/>
                </a:lnTo>
                <a:lnTo>
                  <a:pt x="49066" y="158478"/>
                </a:lnTo>
                <a:lnTo>
                  <a:pt x="49065" y="158478"/>
                </a:lnTo>
                <a:lnTo>
                  <a:pt x="49064" y="158478"/>
                </a:lnTo>
                <a:lnTo>
                  <a:pt x="49063" y="158478"/>
                </a:lnTo>
                <a:lnTo>
                  <a:pt x="49062" y="158478"/>
                </a:lnTo>
                <a:lnTo>
                  <a:pt x="49061" y="158478"/>
                </a:lnTo>
                <a:lnTo>
                  <a:pt x="49060" y="158478"/>
                </a:lnTo>
                <a:lnTo>
                  <a:pt x="49059" y="158478"/>
                </a:lnTo>
                <a:lnTo>
                  <a:pt x="49058" y="158478"/>
                </a:lnTo>
                <a:lnTo>
                  <a:pt x="49057" y="158478"/>
                </a:lnTo>
                <a:lnTo>
                  <a:pt x="49056" y="158478"/>
                </a:lnTo>
                <a:lnTo>
                  <a:pt x="49055" y="158478"/>
                </a:lnTo>
                <a:lnTo>
                  <a:pt x="49054" y="158478"/>
                </a:lnTo>
                <a:lnTo>
                  <a:pt x="49053" y="158478"/>
                </a:lnTo>
                <a:lnTo>
                  <a:pt x="49052" y="158478"/>
                </a:lnTo>
                <a:lnTo>
                  <a:pt x="49051" y="158478"/>
                </a:lnTo>
                <a:lnTo>
                  <a:pt x="49050" y="158478"/>
                </a:lnTo>
                <a:lnTo>
                  <a:pt x="49050" y="158478"/>
                </a:lnTo>
                <a:lnTo>
                  <a:pt x="49049" y="158478"/>
                </a:lnTo>
                <a:lnTo>
                  <a:pt x="49048" y="158478"/>
                </a:lnTo>
                <a:lnTo>
                  <a:pt x="49047" y="158478"/>
                </a:lnTo>
                <a:lnTo>
                  <a:pt x="49046" y="158478"/>
                </a:lnTo>
                <a:lnTo>
                  <a:pt x="49045" y="158478"/>
                </a:lnTo>
                <a:lnTo>
                  <a:pt x="49044" y="158478"/>
                </a:lnTo>
                <a:lnTo>
                  <a:pt x="49043" y="158478"/>
                </a:lnTo>
                <a:lnTo>
                  <a:pt x="49042" y="158478"/>
                </a:lnTo>
                <a:lnTo>
                  <a:pt x="49041" y="158478"/>
                </a:lnTo>
                <a:lnTo>
                  <a:pt x="49040" y="158478"/>
                </a:lnTo>
                <a:lnTo>
                  <a:pt x="49039" y="158478"/>
                </a:lnTo>
                <a:lnTo>
                  <a:pt x="49038" y="158478"/>
                </a:lnTo>
                <a:lnTo>
                  <a:pt x="49037" y="158478"/>
                </a:lnTo>
                <a:lnTo>
                  <a:pt x="49036" y="158478"/>
                </a:lnTo>
                <a:lnTo>
                  <a:pt x="49035" y="158478"/>
                </a:lnTo>
                <a:lnTo>
                  <a:pt x="49034" y="158478"/>
                </a:lnTo>
                <a:lnTo>
                  <a:pt x="49033" y="158478"/>
                </a:lnTo>
                <a:lnTo>
                  <a:pt x="49032" y="158478"/>
                </a:lnTo>
                <a:lnTo>
                  <a:pt x="49031" y="158478"/>
                </a:lnTo>
                <a:lnTo>
                  <a:pt x="49030" y="158478"/>
                </a:lnTo>
                <a:lnTo>
                  <a:pt x="49029" y="158478"/>
                </a:lnTo>
                <a:lnTo>
                  <a:pt x="49028" y="158478"/>
                </a:lnTo>
                <a:lnTo>
                  <a:pt x="49027" y="158478"/>
                </a:lnTo>
                <a:lnTo>
                  <a:pt x="49026" y="158478"/>
                </a:lnTo>
                <a:lnTo>
                  <a:pt x="49026" y="158478"/>
                </a:lnTo>
                <a:lnTo>
                  <a:pt x="49025" y="158478"/>
                </a:lnTo>
                <a:lnTo>
                  <a:pt x="49024" y="158478"/>
                </a:lnTo>
                <a:lnTo>
                  <a:pt x="49023" y="158478"/>
                </a:lnTo>
                <a:lnTo>
                  <a:pt x="49022" y="158478"/>
                </a:lnTo>
                <a:lnTo>
                  <a:pt x="49021" y="158478"/>
                </a:lnTo>
                <a:lnTo>
                  <a:pt x="49020" y="158478"/>
                </a:lnTo>
                <a:lnTo>
                  <a:pt x="49019" y="158478"/>
                </a:lnTo>
                <a:lnTo>
                  <a:pt x="49018" y="158478"/>
                </a:lnTo>
                <a:lnTo>
                  <a:pt x="49017" y="158478"/>
                </a:lnTo>
                <a:lnTo>
                  <a:pt x="49016" y="158478"/>
                </a:lnTo>
                <a:lnTo>
                  <a:pt x="49015" y="158478"/>
                </a:lnTo>
                <a:lnTo>
                  <a:pt x="49014" y="158478"/>
                </a:lnTo>
                <a:lnTo>
                  <a:pt x="49013" y="158478"/>
                </a:lnTo>
                <a:lnTo>
                  <a:pt x="49012" y="158478"/>
                </a:lnTo>
                <a:lnTo>
                  <a:pt x="49011" y="158478"/>
                </a:lnTo>
                <a:lnTo>
                  <a:pt x="49010" y="158478"/>
                </a:lnTo>
                <a:lnTo>
                  <a:pt x="49009" y="158478"/>
                </a:lnTo>
                <a:lnTo>
                  <a:pt x="49008" y="158478"/>
                </a:lnTo>
                <a:lnTo>
                  <a:pt x="49007" y="158478"/>
                </a:lnTo>
                <a:lnTo>
                  <a:pt x="49006" y="158478"/>
                </a:lnTo>
                <a:lnTo>
                  <a:pt x="49005" y="158478"/>
                </a:lnTo>
                <a:lnTo>
                  <a:pt x="49004" y="158478"/>
                </a:lnTo>
                <a:lnTo>
                  <a:pt x="49003" y="158478"/>
                </a:lnTo>
                <a:lnTo>
                  <a:pt x="49002" y="158478"/>
                </a:lnTo>
                <a:lnTo>
                  <a:pt x="49002" y="158478"/>
                </a:lnTo>
                <a:lnTo>
                  <a:pt x="49001" y="158478"/>
                </a:lnTo>
                <a:lnTo>
                  <a:pt x="49000" y="158478"/>
                </a:lnTo>
                <a:lnTo>
                  <a:pt x="48999" y="158478"/>
                </a:lnTo>
                <a:lnTo>
                  <a:pt x="48998" y="158478"/>
                </a:lnTo>
                <a:lnTo>
                  <a:pt x="48997" y="158478"/>
                </a:lnTo>
                <a:lnTo>
                  <a:pt x="48996" y="158478"/>
                </a:lnTo>
                <a:lnTo>
                  <a:pt x="48995" y="158478"/>
                </a:lnTo>
                <a:lnTo>
                  <a:pt x="48994" y="158478"/>
                </a:lnTo>
                <a:lnTo>
                  <a:pt x="48993" y="158478"/>
                </a:lnTo>
                <a:lnTo>
                  <a:pt x="48992" y="158478"/>
                </a:lnTo>
                <a:lnTo>
                  <a:pt x="48991" y="158478"/>
                </a:lnTo>
                <a:lnTo>
                  <a:pt x="48990" y="158478"/>
                </a:lnTo>
                <a:lnTo>
                  <a:pt x="48989" y="158478"/>
                </a:lnTo>
                <a:lnTo>
                  <a:pt x="48988" y="158478"/>
                </a:lnTo>
                <a:lnTo>
                  <a:pt x="48987" y="158478"/>
                </a:lnTo>
                <a:lnTo>
                  <a:pt x="48986" y="158478"/>
                </a:lnTo>
                <a:lnTo>
                  <a:pt x="48985" y="158478"/>
                </a:lnTo>
                <a:lnTo>
                  <a:pt x="48984" y="158478"/>
                </a:lnTo>
                <a:lnTo>
                  <a:pt x="48983" y="158478"/>
                </a:lnTo>
                <a:lnTo>
                  <a:pt x="48982" y="158478"/>
                </a:lnTo>
                <a:lnTo>
                  <a:pt x="48981" y="158478"/>
                </a:lnTo>
                <a:lnTo>
                  <a:pt x="48980" y="158478"/>
                </a:lnTo>
                <a:lnTo>
                  <a:pt x="48979" y="158478"/>
                </a:lnTo>
                <a:lnTo>
                  <a:pt x="48979" y="158478"/>
                </a:lnTo>
                <a:lnTo>
                  <a:pt x="48978" y="158478"/>
                </a:lnTo>
                <a:lnTo>
                  <a:pt x="48977" y="158478"/>
                </a:lnTo>
                <a:lnTo>
                  <a:pt x="48976" y="158478"/>
                </a:lnTo>
                <a:lnTo>
                  <a:pt x="48975" y="158478"/>
                </a:lnTo>
                <a:lnTo>
                  <a:pt x="48974" y="158478"/>
                </a:lnTo>
                <a:lnTo>
                  <a:pt x="48973" y="158478"/>
                </a:lnTo>
                <a:lnTo>
                  <a:pt x="48972" y="158478"/>
                </a:lnTo>
                <a:lnTo>
                  <a:pt x="48971" y="158478"/>
                </a:lnTo>
                <a:lnTo>
                  <a:pt x="48970" y="158478"/>
                </a:lnTo>
                <a:lnTo>
                  <a:pt x="48969" y="158478"/>
                </a:lnTo>
                <a:lnTo>
                  <a:pt x="48968" y="158478"/>
                </a:lnTo>
                <a:lnTo>
                  <a:pt x="48967" y="158478"/>
                </a:lnTo>
                <a:lnTo>
                  <a:pt x="48966" y="158478"/>
                </a:lnTo>
                <a:lnTo>
                  <a:pt x="48965" y="158478"/>
                </a:lnTo>
                <a:lnTo>
                  <a:pt x="48964" y="158478"/>
                </a:lnTo>
                <a:lnTo>
                  <a:pt x="48963" y="158478"/>
                </a:lnTo>
                <a:lnTo>
                  <a:pt x="48962" y="158478"/>
                </a:lnTo>
                <a:lnTo>
                  <a:pt x="48961" y="158478"/>
                </a:lnTo>
                <a:lnTo>
                  <a:pt x="48960" y="158478"/>
                </a:lnTo>
                <a:lnTo>
                  <a:pt x="48959" y="158478"/>
                </a:lnTo>
                <a:lnTo>
                  <a:pt x="48958" y="158478"/>
                </a:lnTo>
                <a:lnTo>
                  <a:pt x="48957" y="158478"/>
                </a:lnTo>
                <a:lnTo>
                  <a:pt x="48956" y="158478"/>
                </a:lnTo>
                <a:lnTo>
                  <a:pt x="48956" y="158478"/>
                </a:lnTo>
                <a:lnTo>
                  <a:pt x="48955" y="158478"/>
                </a:lnTo>
                <a:lnTo>
                  <a:pt x="48954" y="158478"/>
                </a:lnTo>
                <a:lnTo>
                  <a:pt x="48953" y="158478"/>
                </a:lnTo>
                <a:lnTo>
                  <a:pt x="48952" y="158478"/>
                </a:lnTo>
                <a:lnTo>
                  <a:pt x="48951" y="158478"/>
                </a:lnTo>
                <a:lnTo>
                  <a:pt x="48950" y="158478"/>
                </a:lnTo>
                <a:lnTo>
                  <a:pt x="48949" y="158478"/>
                </a:lnTo>
                <a:lnTo>
                  <a:pt x="48948" y="158478"/>
                </a:lnTo>
                <a:lnTo>
                  <a:pt x="48947" y="158478"/>
                </a:lnTo>
                <a:lnTo>
                  <a:pt x="48946" y="158478"/>
                </a:lnTo>
                <a:lnTo>
                  <a:pt x="48945" y="158478"/>
                </a:lnTo>
                <a:lnTo>
                  <a:pt x="48944" y="158478"/>
                </a:lnTo>
                <a:lnTo>
                  <a:pt x="48943" y="158478"/>
                </a:lnTo>
                <a:lnTo>
                  <a:pt x="48942" y="158478"/>
                </a:lnTo>
                <a:lnTo>
                  <a:pt x="48941" y="158478"/>
                </a:lnTo>
                <a:lnTo>
                  <a:pt x="48940" y="158478"/>
                </a:lnTo>
                <a:lnTo>
                  <a:pt x="48939" y="158478"/>
                </a:lnTo>
                <a:lnTo>
                  <a:pt x="48938" y="158478"/>
                </a:lnTo>
                <a:lnTo>
                  <a:pt x="48937" y="158478"/>
                </a:lnTo>
                <a:lnTo>
                  <a:pt x="48936" y="158478"/>
                </a:lnTo>
                <a:lnTo>
                  <a:pt x="48935" y="158478"/>
                </a:lnTo>
                <a:lnTo>
                  <a:pt x="48934" y="158478"/>
                </a:lnTo>
                <a:lnTo>
                  <a:pt x="48933" y="158478"/>
                </a:lnTo>
                <a:lnTo>
                  <a:pt x="48933" y="158478"/>
                </a:lnTo>
                <a:lnTo>
                  <a:pt x="48932" y="158478"/>
                </a:lnTo>
                <a:lnTo>
                  <a:pt x="48931" y="158478"/>
                </a:lnTo>
                <a:lnTo>
                  <a:pt x="48930" y="158478"/>
                </a:lnTo>
                <a:lnTo>
                  <a:pt x="48929" y="158478"/>
                </a:lnTo>
                <a:lnTo>
                  <a:pt x="48928" y="158478"/>
                </a:lnTo>
                <a:lnTo>
                  <a:pt x="48927" y="158478"/>
                </a:lnTo>
                <a:lnTo>
                  <a:pt x="48926" y="158478"/>
                </a:lnTo>
                <a:lnTo>
                  <a:pt x="48925" y="158478"/>
                </a:lnTo>
                <a:lnTo>
                  <a:pt x="48924" y="158478"/>
                </a:lnTo>
                <a:lnTo>
                  <a:pt x="48923" y="158478"/>
                </a:lnTo>
                <a:lnTo>
                  <a:pt x="48922" y="158478"/>
                </a:lnTo>
                <a:lnTo>
                  <a:pt x="48921" y="158478"/>
                </a:lnTo>
                <a:lnTo>
                  <a:pt x="48920" y="158478"/>
                </a:lnTo>
                <a:lnTo>
                  <a:pt x="48919" y="158478"/>
                </a:lnTo>
                <a:lnTo>
                  <a:pt x="48918" y="158478"/>
                </a:lnTo>
                <a:lnTo>
                  <a:pt x="48917" y="158478"/>
                </a:lnTo>
                <a:lnTo>
                  <a:pt x="48916" y="158478"/>
                </a:lnTo>
                <a:lnTo>
                  <a:pt x="48915" y="158478"/>
                </a:lnTo>
                <a:lnTo>
                  <a:pt x="48914" y="158478"/>
                </a:lnTo>
                <a:lnTo>
                  <a:pt x="48913" y="158478"/>
                </a:lnTo>
                <a:lnTo>
                  <a:pt x="48912" y="158478"/>
                </a:lnTo>
                <a:lnTo>
                  <a:pt x="48911" y="158478"/>
                </a:lnTo>
                <a:lnTo>
                  <a:pt x="48911" y="158478"/>
                </a:lnTo>
                <a:lnTo>
                  <a:pt x="48910" y="158478"/>
                </a:lnTo>
                <a:lnTo>
                  <a:pt x="48909" y="158478"/>
                </a:lnTo>
                <a:lnTo>
                  <a:pt x="48908" y="158478"/>
                </a:lnTo>
                <a:lnTo>
                  <a:pt x="48907" y="158478"/>
                </a:lnTo>
                <a:lnTo>
                  <a:pt x="48906" y="158478"/>
                </a:lnTo>
                <a:lnTo>
                  <a:pt x="48905" y="158478"/>
                </a:lnTo>
                <a:lnTo>
                  <a:pt x="48904" y="158478"/>
                </a:lnTo>
                <a:lnTo>
                  <a:pt x="48903" y="158478"/>
                </a:lnTo>
                <a:lnTo>
                  <a:pt x="48902" y="158478"/>
                </a:lnTo>
                <a:lnTo>
                  <a:pt x="48901" y="158478"/>
                </a:lnTo>
                <a:lnTo>
                  <a:pt x="48900" y="158478"/>
                </a:lnTo>
                <a:lnTo>
                  <a:pt x="48899" y="158478"/>
                </a:lnTo>
                <a:lnTo>
                  <a:pt x="48898" y="158478"/>
                </a:lnTo>
                <a:lnTo>
                  <a:pt x="48897" y="158478"/>
                </a:lnTo>
                <a:lnTo>
                  <a:pt x="48896" y="158478"/>
                </a:lnTo>
                <a:lnTo>
                  <a:pt x="48895" y="158478"/>
                </a:lnTo>
                <a:lnTo>
                  <a:pt x="48894" y="158478"/>
                </a:lnTo>
                <a:lnTo>
                  <a:pt x="48893" y="158478"/>
                </a:lnTo>
                <a:lnTo>
                  <a:pt x="48892" y="158478"/>
                </a:lnTo>
                <a:lnTo>
                  <a:pt x="48891" y="158478"/>
                </a:lnTo>
                <a:lnTo>
                  <a:pt x="48890" y="158478"/>
                </a:lnTo>
                <a:lnTo>
                  <a:pt x="48889" y="158478"/>
                </a:lnTo>
                <a:lnTo>
                  <a:pt x="48888" y="158478"/>
                </a:lnTo>
                <a:lnTo>
                  <a:pt x="48888" y="158478"/>
                </a:lnTo>
                <a:lnTo>
                  <a:pt x="48887" y="158478"/>
                </a:lnTo>
                <a:lnTo>
                  <a:pt x="48886" y="158478"/>
                </a:lnTo>
                <a:lnTo>
                  <a:pt x="48885" y="158478"/>
                </a:lnTo>
                <a:lnTo>
                  <a:pt x="48884" y="158478"/>
                </a:lnTo>
                <a:lnTo>
                  <a:pt x="48883" y="158478"/>
                </a:lnTo>
                <a:lnTo>
                  <a:pt x="48882" y="158478"/>
                </a:lnTo>
                <a:lnTo>
                  <a:pt x="48881" y="158478"/>
                </a:lnTo>
                <a:lnTo>
                  <a:pt x="48880" y="158478"/>
                </a:lnTo>
                <a:lnTo>
                  <a:pt x="48879" y="158478"/>
                </a:lnTo>
                <a:lnTo>
                  <a:pt x="48878" y="158478"/>
                </a:lnTo>
                <a:lnTo>
                  <a:pt x="48877" y="158478"/>
                </a:lnTo>
                <a:lnTo>
                  <a:pt x="48876" y="158478"/>
                </a:lnTo>
                <a:lnTo>
                  <a:pt x="48875" y="158478"/>
                </a:lnTo>
                <a:lnTo>
                  <a:pt x="48874" y="158478"/>
                </a:lnTo>
                <a:lnTo>
                  <a:pt x="48873" y="158478"/>
                </a:lnTo>
                <a:lnTo>
                  <a:pt x="48872" y="158478"/>
                </a:lnTo>
                <a:lnTo>
                  <a:pt x="48871" y="158478"/>
                </a:lnTo>
                <a:lnTo>
                  <a:pt x="48870" y="158478"/>
                </a:lnTo>
                <a:lnTo>
                  <a:pt x="48869" y="158478"/>
                </a:lnTo>
                <a:lnTo>
                  <a:pt x="48868" y="158478"/>
                </a:lnTo>
                <a:lnTo>
                  <a:pt x="48867" y="158478"/>
                </a:lnTo>
                <a:lnTo>
                  <a:pt x="48866" y="158478"/>
                </a:lnTo>
                <a:lnTo>
                  <a:pt x="48866" y="158478"/>
                </a:lnTo>
                <a:lnTo>
                  <a:pt x="48865" y="158478"/>
                </a:lnTo>
                <a:lnTo>
                  <a:pt x="48864" y="158478"/>
                </a:lnTo>
                <a:lnTo>
                  <a:pt x="48863" y="158478"/>
                </a:lnTo>
                <a:lnTo>
                  <a:pt x="48862" y="158478"/>
                </a:lnTo>
                <a:lnTo>
                  <a:pt x="48861" y="158478"/>
                </a:lnTo>
                <a:lnTo>
                  <a:pt x="48860" y="158478"/>
                </a:lnTo>
                <a:lnTo>
                  <a:pt x="48859" y="158478"/>
                </a:lnTo>
                <a:lnTo>
                  <a:pt x="48858" y="158478"/>
                </a:lnTo>
                <a:lnTo>
                  <a:pt x="48857" y="158478"/>
                </a:lnTo>
                <a:lnTo>
                  <a:pt x="48856" y="158478"/>
                </a:lnTo>
                <a:lnTo>
                  <a:pt x="48855" y="158478"/>
                </a:lnTo>
                <a:lnTo>
                  <a:pt x="48854" y="158478"/>
                </a:lnTo>
                <a:lnTo>
                  <a:pt x="48853" y="158478"/>
                </a:lnTo>
                <a:lnTo>
                  <a:pt x="48852" y="158478"/>
                </a:lnTo>
                <a:lnTo>
                  <a:pt x="48851" y="158478"/>
                </a:lnTo>
                <a:lnTo>
                  <a:pt x="48850" y="158478"/>
                </a:lnTo>
                <a:lnTo>
                  <a:pt x="48849" y="158478"/>
                </a:lnTo>
                <a:lnTo>
                  <a:pt x="48848" y="158478"/>
                </a:lnTo>
                <a:lnTo>
                  <a:pt x="48847" y="158478"/>
                </a:lnTo>
                <a:lnTo>
                  <a:pt x="48846" y="158478"/>
                </a:lnTo>
                <a:lnTo>
                  <a:pt x="48845" y="158478"/>
                </a:lnTo>
                <a:lnTo>
                  <a:pt x="48844" y="158478"/>
                </a:lnTo>
                <a:lnTo>
                  <a:pt x="48844" y="158478"/>
                </a:lnTo>
                <a:lnTo>
                  <a:pt x="48843" y="158478"/>
                </a:lnTo>
                <a:lnTo>
                  <a:pt x="48842" y="158478"/>
                </a:lnTo>
                <a:lnTo>
                  <a:pt x="48841" y="158478"/>
                </a:lnTo>
                <a:lnTo>
                  <a:pt x="48840" y="158478"/>
                </a:lnTo>
                <a:lnTo>
                  <a:pt x="48839" y="158478"/>
                </a:lnTo>
                <a:lnTo>
                  <a:pt x="48838" y="158478"/>
                </a:lnTo>
                <a:lnTo>
                  <a:pt x="48837" y="158478"/>
                </a:lnTo>
                <a:lnTo>
                  <a:pt x="48836" y="158478"/>
                </a:lnTo>
                <a:lnTo>
                  <a:pt x="48835" y="158478"/>
                </a:lnTo>
                <a:lnTo>
                  <a:pt x="48834" y="158478"/>
                </a:lnTo>
                <a:lnTo>
                  <a:pt x="48833" y="158478"/>
                </a:lnTo>
                <a:lnTo>
                  <a:pt x="48832" y="158478"/>
                </a:lnTo>
                <a:lnTo>
                  <a:pt x="48831" y="158478"/>
                </a:lnTo>
                <a:lnTo>
                  <a:pt x="48830" y="158478"/>
                </a:lnTo>
                <a:lnTo>
                  <a:pt x="48829" y="158478"/>
                </a:lnTo>
                <a:lnTo>
                  <a:pt x="48828" y="158478"/>
                </a:lnTo>
                <a:lnTo>
                  <a:pt x="48827" y="158478"/>
                </a:lnTo>
                <a:lnTo>
                  <a:pt x="48826" y="158478"/>
                </a:lnTo>
                <a:lnTo>
                  <a:pt x="48825" y="158478"/>
                </a:lnTo>
                <a:lnTo>
                  <a:pt x="48824" y="158478"/>
                </a:lnTo>
                <a:lnTo>
                  <a:pt x="48823" y="158478"/>
                </a:lnTo>
                <a:lnTo>
                  <a:pt x="48823" y="158478"/>
                </a:lnTo>
                <a:lnTo>
                  <a:pt x="48822" y="158478"/>
                </a:lnTo>
                <a:lnTo>
                  <a:pt x="48821" y="158478"/>
                </a:lnTo>
                <a:lnTo>
                  <a:pt x="48820" y="158478"/>
                </a:lnTo>
                <a:lnTo>
                  <a:pt x="48819" y="158478"/>
                </a:lnTo>
                <a:lnTo>
                  <a:pt x="48818" y="158478"/>
                </a:lnTo>
                <a:lnTo>
                  <a:pt x="48817" y="158478"/>
                </a:lnTo>
                <a:lnTo>
                  <a:pt x="48816" y="158478"/>
                </a:lnTo>
                <a:lnTo>
                  <a:pt x="48815" y="158478"/>
                </a:lnTo>
                <a:lnTo>
                  <a:pt x="48814" y="158478"/>
                </a:lnTo>
                <a:lnTo>
                  <a:pt x="48813" y="158478"/>
                </a:lnTo>
                <a:lnTo>
                  <a:pt x="48812" y="158478"/>
                </a:lnTo>
                <a:lnTo>
                  <a:pt x="48811" y="158478"/>
                </a:lnTo>
                <a:lnTo>
                  <a:pt x="48810" y="158478"/>
                </a:lnTo>
                <a:lnTo>
                  <a:pt x="48809" y="158478"/>
                </a:lnTo>
                <a:lnTo>
                  <a:pt x="48808" y="158478"/>
                </a:lnTo>
                <a:lnTo>
                  <a:pt x="48807" y="158478"/>
                </a:lnTo>
                <a:lnTo>
                  <a:pt x="48806" y="158478"/>
                </a:lnTo>
                <a:lnTo>
                  <a:pt x="48805" y="158478"/>
                </a:lnTo>
                <a:lnTo>
                  <a:pt x="48804" y="158478"/>
                </a:lnTo>
                <a:lnTo>
                  <a:pt x="48803" y="158478"/>
                </a:lnTo>
                <a:lnTo>
                  <a:pt x="48802" y="158478"/>
                </a:lnTo>
                <a:lnTo>
                  <a:pt x="48801" y="158478"/>
                </a:lnTo>
                <a:lnTo>
                  <a:pt x="48801" y="158478"/>
                </a:lnTo>
                <a:lnTo>
                  <a:pt x="48800" y="158478"/>
                </a:lnTo>
                <a:lnTo>
                  <a:pt x="48799" y="158478"/>
                </a:lnTo>
                <a:lnTo>
                  <a:pt x="48798" y="158478"/>
                </a:lnTo>
                <a:lnTo>
                  <a:pt x="48797" y="158478"/>
                </a:lnTo>
                <a:lnTo>
                  <a:pt x="48796" y="158478"/>
                </a:lnTo>
                <a:lnTo>
                  <a:pt x="48795" y="158478"/>
                </a:lnTo>
                <a:lnTo>
                  <a:pt x="48794" y="158478"/>
                </a:lnTo>
                <a:lnTo>
                  <a:pt x="48793" y="158478"/>
                </a:lnTo>
                <a:lnTo>
                  <a:pt x="48792" y="158478"/>
                </a:lnTo>
                <a:lnTo>
                  <a:pt x="48791" y="158478"/>
                </a:lnTo>
                <a:lnTo>
                  <a:pt x="48790" y="158478"/>
                </a:lnTo>
                <a:lnTo>
                  <a:pt x="48789" y="158478"/>
                </a:lnTo>
                <a:lnTo>
                  <a:pt x="48788" y="158478"/>
                </a:lnTo>
                <a:lnTo>
                  <a:pt x="48787" y="158478"/>
                </a:lnTo>
                <a:lnTo>
                  <a:pt x="48786" y="158478"/>
                </a:lnTo>
                <a:lnTo>
                  <a:pt x="48785" y="158478"/>
                </a:lnTo>
                <a:lnTo>
                  <a:pt x="48784" y="158478"/>
                </a:lnTo>
                <a:lnTo>
                  <a:pt x="48783" y="158478"/>
                </a:lnTo>
                <a:lnTo>
                  <a:pt x="48782" y="158478"/>
                </a:lnTo>
                <a:lnTo>
                  <a:pt x="48781" y="158478"/>
                </a:lnTo>
                <a:lnTo>
                  <a:pt x="48780" y="158478"/>
                </a:lnTo>
                <a:lnTo>
                  <a:pt x="48780" y="158478"/>
                </a:lnTo>
                <a:lnTo>
                  <a:pt x="48779" y="158478"/>
                </a:lnTo>
                <a:lnTo>
                  <a:pt x="48778" y="158478"/>
                </a:lnTo>
                <a:lnTo>
                  <a:pt x="48777" y="158478"/>
                </a:lnTo>
                <a:lnTo>
                  <a:pt x="48776" y="158478"/>
                </a:lnTo>
                <a:lnTo>
                  <a:pt x="48775" y="158478"/>
                </a:lnTo>
                <a:lnTo>
                  <a:pt x="48774" y="158478"/>
                </a:lnTo>
                <a:lnTo>
                  <a:pt x="48773" y="158478"/>
                </a:lnTo>
                <a:lnTo>
                  <a:pt x="48772" y="158478"/>
                </a:lnTo>
                <a:lnTo>
                  <a:pt x="48771" y="158478"/>
                </a:lnTo>
                <a:lnTo>
                  <a:pt x="48770" y="158478"/>
                </a:lnTo>
                <a:lnTo>
                  <a:pt x="48769" y="158478"/>
                </a:lnTo>
                <a:lnTo>
                  <a:pt x="48768" y="158478"/>
                </a:lnTo>
                <a:lnTo>
                  <a:pt x="48767" y="158478"/>
                </a:lnTo>
                <a:lnTo>
                  <a:pt x="48766" y="158478"/>
                </a:lnTo>
                <a:lnTo>
                  <a:pt x="48765" y="158478"/>
                </a:lnTo>
                <a:lnTo>
                  <a:pt x="48764" y="158478"/>
                </a:lnTo>
                <a:lnTo>
                  <a:pt x="48763" y="158478"/>
                </a:lnTo>
                <a:lnTo>
                  <a:pt x="48762" y="158478"/>
                </a:lnTo>
                <a:lnTo>
                  <a:pt x="48761" y="158478"/>
                </a:lnTo>
                <a:lnTo>
                  <a:pt x="48760" y="158478"/>
                </a:lnTo>
                <a:lnTo>
                  <a:pt x="48759" y="158478"/>
                </a:lnTo>
                <a:lnTo>
                  <a:pt x="48758" y="158478"/>
                </a:lnTo>
                <a:lnTo>
                  <a:pt x="48758" y="158478"/>
                </a:lnTo>
                <a:lnTo>
                  <a:pt x="48757" y="158478"/>
                </a:lnTo>
                <a:lnTo>
                  <a:pt x="48756" y="158478"/>
                </a:lnTo>
                <a:lnTo>
                  <a:pt x="48755" y="158478"/>
                </a:lnTo>
                <a:lnTo>
                  <a:pt x="48754" y="158478"/>
                </a:lnTo>
                <a:lnTo>
                  <a:pt x="48753" y="158478"/>
                </a:lnTo>
                <a:lnTo>
                  <a:pt x="48752" y="158478"/>
                </a:lnTo>
                <a:lnTo>
                  <a:pt x="48751" y="158478"/>
                </a:lnTo>
                <a:lnTo>
                  <a:pt x="48750" y="158478"/>
                </a:lnTo>
                <a:lnTo>
                  <a:pt x="48749" y="158478"/>
                </a:lnTo>
                <a:lnTo>
                  <a:pt x="48748" y="158478"/>
                </a:lnTo>
                <a:lnTo>
                  <a:pt x="48747" y="158478"/>
                </a:lnTo>
                <a:lnTo>
                  <a:pt x="48746" y="158478"/>
                </a:lnTo>
                <a:lnTo>
                  <a:pt x="48745" y="158478"/>
                </a:lnTo>
                <a:lnTo>
                  <a:pt x="48744" y="158478"/>
                </a:lnTo>
                <a:lnTo>
                  <a:pt x="48743" y="158478"/>
                </a:lnTo>
                <a:lnTo>
                  <a:pt x="48742" y="158478"/>
                </a:lnTo>
                <a:lnTo>
                  <a:pt x="48741" y="158478"/>
                </a:lnTo>
                <a:lnTo>
                  <a:pt x="48740" y="158478"/>
                </a:lnTo>
                <a:lnTo>
                  <a:pt x="48739" y="158478"/>
                </a:lnTo>
                <a:lnTo>
                  <a:pt x="48738" y="158478"/>
                </a:lnTo>
                <a:lnTo>
                  <a:pt x="48737" y="158478"/>
                </a:lnTo>
                <a:lnTo>
                  <a:pt x="48737" y="158478"/>
                </a:lnTo>
                <a:lnTo>
                  <a:pt x="48736" y="158478"/>
                </a:lnTo>
                <a:lnTo>
                  <a:pt x="48735" y="158478"/>
                </a:lnTo>
                <a:lnTo>
                  <a:pt x="48734" y="158478"/>
                </a:lnTo>
                <a:lnTo>
                  <a:pt x="48733" y="158478"/>
                </a:lnTo>
                <a:lnTo>
                  <a:pt x="48732" y="158478"/>
                </a:lnTo>
                <a:lnTo>
                  <a:pt x="48731" y="158478"/>
                </a:lnTo>
                <a:lnTo>
                  <a:pt x="48730" y="158478"/>
                </a:lnTo>
                <a:lnTo>
                  <a:pt x="48729" y="158478"/>
                </a:lnTo>
                <a:lnTo>
                  <a:pt x="48728" y="158478"/>
                </a:lnTo>
                <a:lnTo>
                  <a:pt x="48727" y="158478"/>
                </a:lnTo>
                <a:lnTo>
                  <a:pt x="48726" y="158478"/>
                </a:lnTo>
                <a:lnTo>
                  <a:pt x="48725" y="158478"/>
                </a:lnTo>
                <a:lnTo>
                  <a:pt x="48724" y="158478"/>
                </a:lnTo>
                <a:lnTo>
                  <a:pt x="48723" y="158478"/>
                </a:lnTo>
                <a:lnTo>
                  <a:pt x="48722" y="158478"/>
                </a:lnTo>
                <a:lnTo>
                  <a:pt x="48721" y="158478"/>
                </a:lnTo>
                <a:lnTo>
                  <a:pt x="48720" y="158478"/>
                </a:lnTo>
                <a:lnTo>
                  <a:pt x="48719" y="158478"/>
                </a:lnTo>
                <a:lnTo>
                  <a:pt x="48718" y="158478"/>
                </a:lnTo>
                <a:lnTo>
                  <a:pt x="48717" y="158478"/>
                </a:lnTo>
                <a:lnTo>
                  <a:pt x="48717" y="158478"/>
                </a:lnTo>
                <a:lnTo>
                  <a:pt x="48716" y="158478"/>
                </a:lnTo>
                <a:lnTo>
                  <a:pt x="48715" y="158478"/>
                </a:lnTo>
                <a:lnTo>
                  <a:pt x="48714" y="158478"/>
                </a:lnTo>
                <a:lnTo>
                  <a:pt x="48713" y="158478"/>
                </a:lnTo>
                <a:lnTo>
                  <a:pt x="48712" y="158478"/>
                </a:lnTo>
                <a:lnTo>
                  <a:pt x="48711" y="158478"/>
                </a:lnTo>
                <a:lnTo>
                  <a:pt x="48710" y="158478"/>
                </a:lnTo>
                <a:lnTo>
                  <a:pt x="48709" y="158478"/>
                </a:lnTo>
                <a:lnTo>
                  <a:pt x="48708" y="158478"/>
                </a:lnTo>
                <a:lnTo>
                  <a:pt x="48707" y="158478"/>
                </a:lnTo>
                <a:lnTo>
                  <a:pt x="48706" y="158478"/>
                </a:lnTo>
                <a:lnTo>
                  <a:pt x="48705" y="158478"/>
                </a:lnTo>
                <a:lnTo>
                  <a:pt x="48704" y="158478"/>
                </a:lnTo>
                <a:lnTo>
                  <a:pt x="48703" y="158478"/>
                </a:lnTo>
                <a:lnTo>
                  <a:pt x="48702" y="158478"/>
                </a:lnTo>
                <a:lnTo>
                  <a:pt x="48701" y="158478"/>
                </a:lnTo>
                <a:lnTo>
                  <a:pt x="48700" y="158478"/>
                </a:lnTo>
                <a:lnTo>
                  <a:pt x="48699" y="158478"/>
                </a:lnTo>
                <a:lnTo>
                  <a:pt x="48698" y="158478"/>
                </a:lnTo>
                <a:lnTo>
                  <a:pt x="48697" y="158478"/>
                </a:lnTo>
                <a:lnTo>
                  <a:pt x="48696" y="158478"/>
                </a:lnTo>
                <a:lnTo>
                  <a:pt x="48696" y="158478"/>
                </a:lnTo>
                <a:lnTo>
                  <a:pt x="48695" y="158478"/>
                </a:lnTo>
                <a:lnTo>
                  <a:pt x="48694" y="158478"/>
                </a:lnTo>
                <a:lnTo>
                  <a:pt x="48693" y="158478"/>
                </a:lnTo>
                <a:lnTo>
                  <a:pt x="48692" y="158478"/>
                </a:lnTo>
                <a:lnTo>
                  <a:pt x="48691" y="158478"/>
                </a:lnTo>
                <a:lnTo>
                  <a:pt x="48690" y="158478"/>
                </a:lnTo>
                <a:lnTo>
                  <a:pt x="48689" y="158478"/>
                </a:lnTo>
                <a:lnTo>
                  <a:pt x="48688" y="158478"/>
                </a:lnTo>
                <a:lnTo>
                  <a:pt x="48687" y="158478"/>
                </a:lnTo>
                <a:lnTo>
                  <a:pt x="48686" y="158478"/>
                </a:lnTo>
                <a:lnTo>
                  <a:pt x="48685" y="158478"/>
                </a:lnTo>
                <a:lnTo>
                  <a:pt x="48684" y="158478"/>
                </a:lnTo>
                <a:lnTo>
                  <a:pt x="48683" y="158478"/>
                </a:lnTo>
                <a:lnTo>
                  <a:pt x="48682" y="158478"/>
                </a:lnTo>
                <a:lnTo>
                  <a:pt x="48681" y="158478"/>
                </a:lnTo>
                <a:lnTo>
                  <a:pt x="48680" y="158478"/>
                </a:lnTo>
                <a:lnTo>
                  <a:pt x="48679" y="158478"/>
                </a:lnTo>
                <a:lnTo>
                  <a:pt x="48678" y="158478"/>
                </a:lnTo>
                <a:lnTo>
                  <a:pt x="48677" y="158478"/>
                </a:lnTo>
                <a:lnTo>
                  <a:pt x="48676" y="158478"/>
                </a:lnTo>
                <a:lnTo>
                  <a:pt x="48675" y="158478"/>
                </a:lnTo>
                <a:lnTo>
                  <a:pt x="48675" y="158478"/>
                </a:lnTo>
                <a:lnTo>
                  <a:pt x="48674" y="158478"/>
                </a:lnTo>
                <a:lnTo>
                  <a:pt x="48673" y="158478"/>
                </a:lnTo>
                <a:lnTo>
                  <a:pt x="48672" y="158478"/>
                </a:lnTo>
                <a:lnTo>
                  <a:pt x="48671" y="158478"/>
                </a:lnTo>
                <a:lnTo>
                  <a:pt x="48670" y="158478"/>
                </a:lnTo>
                <a:lnTo>
                  <a:pt x="48669" y="158478"/>
                </a:lnTo>
                <a:lnTo>
                  <a:pt x="48668" y="158478"/>
                </a:lnTo>
                <a:lnTo>
                  <a:pt x="48667" y="158478"/>
                </a:lnTo>
                <a:lnTo>
                  <a:pt x="48666" y="158478"/>
                </a:lnTo>
                <a:lnTo>
                  <a:pt x="48665" y="158478"/>
                </a:lnTo>
                <a:lnTo>
                  <a:pt x="48664" y="158478"/>
                </a:lnTo>
                <a:lnTo>
                  <a:pt x="48663" y="158478"/>
                </a:lnTo>
                <a:lnTo>
                  <a:pt x="48662" y="158478"/>
                </a:lnTo>
                <a:lnTo>
                  <a:pt x="48661" y="158478"/>
                </a:lnTo>
                <a:lnTo>
                  <a:pt x="48660" y="158478"/>
                </a:lnTo>
                <a:lnTo>
                  <a:pt x="48659" y="158478"/>
                </a:lnTo>
                <a:lnTo>
                  <a:pt x="48658" y="158478"/>
                </a:lnTo>
                <a:lnTo>
                  <a:pt x="48657" y="158478"/>
                </a:lnTo>
                <a:lnTo>
                  <a:pt x="48656" y="158478"/>
                </a:lnTo>
                <a:lnTo>
                  <a:pt x="48655" y="158478"/>
                </a:lnTo>
                <a:lnTo>
                  <a:pt x="48655" y="158478"/>
                </a:lnTo>
                <a:lnTo>
                  <a:pt x="48654" y="158478"/>
                </a:lnTo>
                <a:lnTo>
                  <a:pt x="48653" y="158478"/>
                </a:lnTo>
                <a:lnTo>
                  <a:pt x="48652" y="158478"/>
                </a:lnTo>
                <a:lnTo>
                  <a:pt x="48651" y="158478"/>
                </a:lnTo>
                <a:lnTo>
                  <a:pt x="48650" y="158478"/>
                </a:lnTo>
                <a:lnTo>
                  <a:pt x="48649" y="158478"/>
                </a:lnTo>
                <a:lnTo>
                  <a:pt x="48648" y="158478"/>
                </a:lnTo>
                <a:lnTo>
                  <a:pt x="48647" y="158478"/>
                </a:lnTo>
                <a:lnTo>
                  <a:pt x="48646" y="158478"/>
                </a:lnTo>
                <a:lnTo>
                  <a:pt x="48645" y="158478"/>
                </a:lnTo>
                <a:lnTo>
                  <a:pt x="48644" y="158478"/>
                </a:lnTo>
                <a:lnTo>
                  <a:pt x="48643" y="158478"/>
                </a:lnTo>
                <a:lnTo>
                  <a:pt x="48642" y="158478"/>
                </a:lnTo>
                <a:lnTo>
                  <a:pt x="48641" y="158478"/>
                </a:lnTo>
                <a:lnTo>
                  <a:pt x="48640" y="158478"/>
                </a:lnTo>
                <a:lnTo>
                  <a:pt x="48639" y="158478"/>
                </a:lnTo>
                <a:lnTo>
                  <a:pt x="48638" y="158478"/>
                </a:lnTo>
                <a:lnTo>
                  <a:pt x="48637" y="158478"/>
                </a:lnTo>
                <a:lnTo>
                  <a:pt x="48636" y="158478"/>
                </a:lnTo>
                <a:lnTo>
                  <a:pt x="48635" y="158478"/>
                </a:lnTo>
                <a:lnTo>
                  <a:pt x="48635" y="158478"/>
                </a:lnTo>
                <a:lnTo>
                  <a:pt x="48634" y="158478"/>
                </a:lnTo>
                <a:lnTo>
                  <a:pt x="48633" y="158478"/>
                </a:lnTo>
                <a:lnTo>
                  <a:pt x="48632" y="158478"/>
                </a:lnTo>
                <a:lnTo>
                  <a:pt x="48631" y="158478"/>
                </a:lnTo>
                <a:lnTo>
                  <a:pt x="48630" y="158478"/>
                </a:lnTo>
                <a:lnTo>
                  <a:pt x="48629" y="158478"/>
                </a:lnTo>
                <a:lnTo>
                  <a:pt x="48628" y="158478"/>
                </a:lnTo>
                <a:lnTo>
                  <a:pt x="48627" y="158478"/>
                </a:lnTo>
                <a:lnTo>
                  <a:pt x="48626" y="158478"/>
                </a:lnTo>
                <a:lnTo>
                  <a:pt x="48625" y="158478"/>
                </a:lnTo>
                <a:lnTo>
                  <a:pt x="48624" y="158478"/>
                </a:lnTo>
                <a:lnTo>
                  <a:pt x="48623" y="158478"/>
                </a:lnTo>
                <a:lnTo>
                  <a:pt x="48622" y="158478"/>
                </a:lnTo>
                <a:lnTo>
                  <a:pt x="48621" y="158478"/>
                </a:lnTo>
                <a:lnTo>
                  <a:pt x="48620" y="158478"/>
                </a:lnTo>
                <a:lnTo>
                  <a:pt x="48619" y="158478"/>
                </a:lnTo>
                <a:lnTo>
                  <a:pt x="48618" y="158478"/>
                </a:lnTo>
                <a:lnTo>
                  <a:pt x="48617" y="158478"/>
                </a:lnTo>
                <a:lnTo>
                  <a:pt x="48616" y="158478"/>
                </a:lnTo>
                <a:lnTo>
                  <a:pt x="48615" y="158478"/>
                </a:lnTo>
                <a:lnTo>
                  <a:pt x="48615" y="158478"/>
                </a:lnTo>
                <a:lnTo>
                  <a:pt x="48614" y="158478"/>
                </a:lnTo>
                <a:lnTo>
                  <a:pt x="48613" y="158478"/>
                </a:lnTo>
                <a:lnTo>
                  <a:pt x="48612" y="158478"/>
                </a:lnTo>
                <a:lnTo>
                  <a:pt x="48611" y="158478"/>
                </a:lnTo>
                <a:lnTo>
                  <a:pt x="48610" y="158478"/>
                </a:lnTo>
                <a:lnTo>
                  <a:pt x="48609" y="158478"/>
                </a:lnTo>
                <a:lnTo>
                  <a:pt x="48608" y="158478"/>
                </a:lnTo>
                <a:lnTo>
                  <a:pt x="48607" y="158478"/>
                </a:lnTo>
                <a:lnTo>
                  <a:pt x="48606" y="158478"/>
                </a:lnTo>
                <a:lnTo>
                  <a:pt x="48605" y="158478"/>
                </a:lnTo>
                <a:lnTo>
                  <a:pt x="48604" y="158478"/>
                </a:lnTo>
                <a:lnTo>
                  <a:pt x="48603" y="158478"/>
                </a:lnTo>
                <a:lnTo>
                  <a:pt x="48602" y="158478"/>
                </a:lnTo>
                <a:lnTo>
                  <a:pt x="48601" y="158478"/>
                </a:lnTo>
                <a:lnTo>
                  <a:pt x="48600" y="158478"/>
                </a:lnTo>
                <a:lnTo>
                  <a:pt x="48599" y="158478"/>
                </a:lnTo>
                <a:lnTo>
                  <a:pt x="48598" y="158478"/>
                </a:lnTo>
                <a:lnTo>
                  <a:pt x="48597" y="158478"/>
                </a:lnTo>
                <a:lnTo>
                  <a:pt x="48596" y="158478"/>
                </a:lnTo>
                <a:lnTo>
                  <a:pt x="48595" y="158478"/>
                </a:lnTo>
                <a:lnTo>
                  <a:pt x="48595" y="158478"/>
                </a:lnTo>
                <a:lnTo>
                  <a:pt x="48594" y="158478"/>
                </a:lnTo>
                <a:lnTo>
                  <a:pt x="48593" y="158478"/>
                </a:lnTo>
                <a:lnTo>
                  <a:pt x="48592" y="158478"/>
                </a:lnTo>
                <a:lnTo>
                  <a:pt x="48591" y="158478"/>
                </a:lnTo>
                <a:lnTo>
                  <a:pt x="48590" y="158478"/>
                </a:lnTo>
                <a:lnTo>
                  <a:pt x="48589" y="158478"/>
                </a:lnTo>
                <a:lnTo>
                  <a:pt x="48588" y="158478"/>
                </a:lnTo>
                <a:lnTo>
                  <a:pt x="48587" y="158478"/>
                </a:lnTo>
                <a:lnTo>
                  <a:pt x="48586" y="158478"/>
                </a:lnTo>
                <a:lnTo>
                  <a:pt x="48585" y="158478"/>
                </a:lnTo>
                <a:lnTo>
                  <a:pt x="48584" y="158478"/>
                </a:lnTo>
                <a:lnTo>
                  <a:pt x="48583" y="158478"/>
                </a:lnTo>
                <a:lnTo>
                  <a:pt x="48582" y="158478"/>
                </a:lnTo>
                <a:lnTo>
                  <a:pt x="48581" y="158478"/>
                </a:lnTo>
                <a:lnTo>
                  <a:pt x="48580" y="158478"/>
                </a:lnTo>
                <a:lnTo>
                  <a:pt x="48579" y="158478"/>
                </a:lnTo>
                <a:lnTo>
                  <a:pt x="48578" y="158478"/>
                </a:lnTo>
                <a:lnTo>
                  <a:pt x="48577" y="158478"/>
                </a:lnTo>
                <a:lnTo>
                  <a:pt x="48576" y="158478"/>
                </a:lnTo>
                <a:lnTo>
                  <a:pt x="48575" y="158478"/>
                </a:lnTo>
                <a:lnTo>
                  <a:pt x="48575" y="158478"/>
                </a:lnTo>
                <a:lnTo>
                  <a:pt x="48574" y="158478"/>
                </a:lnTo>
                <a:lnTo>
                  <a:pt x="48573" y="158478"/>
                </a:lnTo>
                <a:lnTo>
                  <a:pt x="48572" y="158478"/>
                </a:lnTo>
                <a:lnTo>
                  <a:pt x="48571" y="158478"/>
                </a:lnTo>
                <a:lnTo>
                  <a:pt x="48570" y="158478"/>
                </a:lnTo>
                <a:lnTo>
                  <a:pt x="48569" y="158478"/>
                </a:lnTo>
                <a:lnTo>
                  <a:pt x="48568" y="158478"/>
                </a:lnTo>
                <a:lnTo>
                  <a:pt x="48567" y="158478"/>
                </a:lnTo>
                <a:lnTo>
                  <a:pt x="48566" y="158478"/>
                </a:lnTo>
                <a:lnTo>
                  <a:pt x="48565" y="158478"/>
                </a:lnTo>
                <a:lnTo>
                  <a:pt x="48564" y="158478"/>
                </a:lnTo>
                <a:lnTo>
                  <a:pt x="48563" y="158478"/>
                </a:lnTo>
                <a:lnTo>
                  <a:pt x="48562" y="158478"/>
                </a:lnTo>
                <a:lnTo>
                  <a:pt x="48561" y="158478"/>
                </a:lnTo>
                <a:lnTo>
                  <a:pt x="48560" y="158478"/>
                </a:lnTo>
                <a:lnTo>
                  <a:pt x="48559" y="158478"/>
                </a:lnTo>
                <a:lnTo>
                  <a:pt x="48558" y="158478"/>
                </a:lnTo>
                <a:lnTo>
                  <a:pt x="48557" y="158478"/>
                </a:lnTo>
                <a:lnTo>
                  <a:pt x="48556" y="158478"/>
                </a:lnTo>
                <a:lnTo>
                  <a:pt x="48556" y="158478"/>
                </a:lnTo>
                <a:lnTo>
                  <a:pt x="48555" y="158478"/>
                </a:lnTo>
                <a:lnTo>
                  <a:pt x="48554" y="158478"/>
                </a:lnTo>
                <a:lnTo>
                  <a:pt x="48553" y="158478"/>
                </a:lnTo>
                <a:lnTo>
                  <a:pt x="48552" y="158478"/>
                </a:lnTo>
                <a:lnTo>
                  <a:pt x="48551" y="158478"/>
                </a:lnTo>
                <a:lnTo>
                  <a:pt x="48550" y="158478"/>
                </a:lnTo>
                <a:lnTo>
                  <a:pt x="48549" y="158478"/>
                </a:lnTo>
                <a:lnTo>
                  <a:pt x="48548" y="158478"/>
                </a:lnTo>
                <a:lnTo>
                  <a:pt x="48547" y="158478"/>
                </a:lnTo>
                <a:lnTo>
                  <a:pt x="48546" y="158478"/>
                </a:lnTo>
                <a:lnTo>
                  <a:pt x="48545" y="158478"/>
                </a:lnTo>
                <a:lnTo>
                  <a:pt x="48544" y="158478"/>
                </a:lnTo>
                <a:lnTo>
                  <a:pt x="48543" y="158478"/>
                </a:lnTo>
                <a:lnTo>
                  <a:pt x="48542" y="158478"/>
                </a:lnTo>
                <a:lnTo>
                  <a:pt x="48541" y="158478"/>
                </a:lnTo>
                <a:lnTo>
                  <a:pt x="48540" y="158478"/>
                </a:lnTo>
                <a:lnTo>
                  <a:pt x="48539" y="158478"/>
                </a:lnTo>
                <a:lnTo>
                  <a:pt x="48538" y="158478"/>
                </a:lnTo>
                <a:lnTo>
                  <a:pt x="48537" y="158478"/>
                </a:lnTo>
                <a:lnTo>
                  <a:pt x="48536" y="158478"/>
                </a:lnTo>
                <a:lnTo>
                  <a:pt x="48536" y="158478"/>
                </a:lnTo>
                <a:lnTo>
                  <a:pt x="48535" y="158478"/>
                </a:lnTo>
                <a:lnTo>
                  <a:pt x="48534" y="158478"/>
                </a:lnTo>
                <a:lnTo>
                  <a:pt x="48533" y="158478"/>
                </a:lnTo>
                <a:lnTo>
                  <a:pt x="48532" y="158478"/>
                </a:lnTo>
                <a:lnTo>
                  <a:pt x="48531" y="158478"/>
                </a:lnTo>
                <a:lnTo>
                  <a:pt x="48530" y="158478"/>
                </a:lnTo>
                <a:lnTo>
                  <a:pt x="48529" y="158478"/>
                </a:lnTo>
                <a:lnTo>
                  <a:pt x="48528" y="158478"/>
                </a:lnTo>
                <a:lnTo>
                  <a:pt x="48527" y="158478"/>
                </a:lnTo>
                <a:lnTo>
                  <a:pt x="48526" y="158478"/>
                </a:lnTo>
                <a:lnTo>
                  <a:pt x="48525" y="158478"/>
                </a:lnTo>
                <a:lnTo>
                  <a:pt x="48524" y="158478"/>
                </a:lnTo>
                <a:lnTo>
                  <a:pt x="48523" y="158478"/>
                </a:lnTo>
                <a:lnTo>
                  <a:pt x="48522" y="158478"/>
                </a:lnTo>
                <a:lnTo>
                  <a:pt x="48521" y="158478"/>
                </a:lnTo>
                <a:lnTo>
                  <a:pt x="48520" y="158478"/>
                </a:lnTo>
                <a:lnTo>
                  <a:pt x="48519" y="158478"/>
                </a:lnTo>
                <a:lnTo>
                  <a:pt x="48518" y="158478"/>
                </a:lnTo>
                <a:lnTo>
                  <a:pt x="48517" y="158478"/>
                </a:lnTo>
                <a:lnTo>
                  <a:pt x="48517" y="158478"/>
                </a:lnTo>
                <a:lnTo>
                  <a:pt x="48516" y="158478"/>
                </a:lnTo>
                <a:lnTo>
                  <a:pt x="48515" y="158478"/>
                </a:lnTo>
                <a:lnTo>
                  <a:pt x="48514" y="158478"/>
                </a:lnTo>
                <a:lnTo>
                  <a:pt x="48513" y="158478"/>
                </a:lnTo>
                <a:lnTo>
                  <a:pt x="48512" y="158478"/>
                </a:lnTo>
                <a:lnTo>
                  <a:pt x="48511" y="158478"/>
                </a:lnTo>
                <a:lnTo>
                  <a:pt x="48510" y="158478"/>
                </a:lnTo>
                <a:lnTo>
                  <a:pt x="48509" y="158478"/>
                </a:lnTo>
                <a:lnTo>
                  <a:pt x="48508" y="158478"/>
                </a:lnTo>
                <a:lnTo>
                  <a:pt x="48507" y="158478"/>
                </a:lnTo>
                <a:lnTo>
                  <a:pt x="48506" y="158478"/>
                </a:lnTo>
                <a:lnTo>
                  <a:pt x="48505" y="158478"/>
                </a:lnTo>
                <a:lnTo>
                  <a:pt x="48504" y="158478"/>
                </a:lnTo>
                <a:lnTo>
                  <a:pt x="48503" y="158478"/>
                </a:lnTo>
                <a:lnTo>
                  <a:pt x="48502" y="158478"/>
                </a:lnTo>
                <a:lnTo>
                  <a:pt x="48501" y="158478"/>
                </a:lnTo>
                <a:lnTo>
                  <a:pt x="48500" y="158478"/>
                </a:lnTo>
                <a:lnTo>
                  <a:pt x="48499" y="158478"/>
                </a:lnTo>
                <a:lnTo>
                  <a:pt x="48498" y="158478"/>
                </a:lnTo>
                <a:lnTo>
                  <a:pt x="48498" y="158478"/>
                </a:lnTo>
                <a:lnTo>
                  <a:pt x="48497" y="158478"/>
                </a:lnTo>
                <a:lnTo>
                  <a:pt x="48496" y="158478"/>
                </a:lnTo>
                <a:lnTo>
                  <a:pt x="48495" y="158478"/>
                </a:lnTo>
                <a:lnTo>
                  <a:pt x="48494" y="158478"/>
                </a:lnTo>
                <a:lnTo>
                  <a:pt x="48493" y="158478"/>
                </a:lnTo>
                <a:lnTo>
                  <a:pt x="48492" y="158478"/>
                </a:lnTo>
                <a:lnTo>
                  <a:pt x="48491" y="158478"/>
                </a:lnTo>
                <a:lnTo>
                  <a:pt x="48490" y="158478"/>
                </a:lnTo>
                <a:lnTo>
                  <a:pt x="48489" y="158478"/>
                </a:lnTo>
                <a:lnTo>
                  <a:pt x="48488" y="158478"/>
                </a:lnTo>
                <a:lnTo>
                  <a:pt x="48487" y="158478"/>
                </a:lnTo>
                <a:lnTo>
                  <a:pt x="48486" y="158478"/>
                </a:lnTo>
                <a:lnTo>
                  <a:pt x="48485" y="158478"/>
                </a:lnTo>
                <a:lnTo>
                  <a:pt x="48484" y="158478"/>
                </a:lnTo>
                <a:lnTo>
                  <a:pt x="48483" y="158478"/>
                </a:lnTo>
                <a:lnTo>
                  <a:pt x="48482" y="158478"/>
                </a:lnTo>
                <a:lnTo>
                  <a:pt x="48481" y="158478"/>
                </a:lnTo>
                <a:lnTo>
                  <a:pt x="48480" y="158478"/>
                </a:lnTo>
                <a:lnTo>
                  <a:pt x="48479" y="158478"/>
                </a:lnTo>
                <a:lnTo>
                  <a:pt x="48479" y="158478"/>
                </a:lnTo>
                <a:lnTo>
                  <a:pt x="48478" y="158478"/>
                </a:lnTo>
                <a:lnTo>
                  <a:pt x="48477" y="158478"/>
                </a:lnTo>
                <a:lnTo>
                  <a:pt x="48476" y="158478"/>
                </a:lnTo>
                <a:lnTo>
                  <a:pt x="48475" y="158478"/>
                </a:lnTo>
                <a:lnTo>
                  <a:pt x="48474" y="158478"/>
                </a:lnTo>
                <a:lnTo>
                  <a:pt x="48473" y="158478"/>
                </a:lnTo>
                <a:lnTo>
                  <a:pt x="48472" y="158478"/>
                </a:lnTo>
                <a:lnTo>
                  <a:pt x="48471" y="158478"/>
                </a:lnTo>
                <a:lnTo>
                  <a:pt x="48470" y="158478"/>
                </a:lnTo>
                <a:lnTo>
                  <a:pt x="48469" y="158478"/>
                </a:lnTo>
                <a:lnTo>
                  <a:pt x="48468" y="158478"/>
                </a:lnTo>
                <a:lnTo>
                  <a:pt x="48467" y="158478"/>
                </a:lnTo>
                <a:lnTo>
                  <a:pt x="48466" y="158478"/>
                </a:lnTo>
                <a:lnTo>
                  <a:pt x="48465" y="158478"/>
                </a:lnTo>
                <a:lnTo>
                  <a:pt x="48464" y="158478"/>
                </a:lnTo>
                <a:lnTo>
                  <a:pt x="48463" y="158478"/>
                </a:lnTo>
                <a:lnTo>
                  <a:pt x="48462" y="158478"/>
                </a:lnTo>
                <a:lnTo>
                  <a:pt x="48461" y="158478"/>
                </a:lnTo>
                <a:lnTo>
                  <a:pt x="48460" y="158478"/>
                </a:lnTo>
                <a:lnTo>
                  <a:pt x="48460" y="158478"/>
                </a:lnTo>
                <a:lnTo>
                  <a:pt x="48459" y="158478"/>
                </a:lnTo>
                <a:lnTo>
                  <a:pt x="48458" y="158478"/>
                </a:lnTo>
                <a:lnTo>
                  <a:pt x="48457" y="158478"/>
                </a:lnTo>
                <a:lnTo>
                  <a:pt x="48456" y="158478"/>
                </a:lnTo>
                <a:lnTo>
                  <a:pt x="48455" y="158478"/>
                </a:lnTo>
                <a:lnTo>
                  <a:pt x="48454" y="158478"/>
                </a:lnTo>
                <a:lnTo>
                  <a:pt x="48453" y="158478"/>
                </a:lnTo>
                <a:lnTo>
                  <a:pt x="48452" y="158478"/>
                </a:lnTo>
                <a:lnTo>
                  <a:pt x="48451" y="158478"/>
                </a:lnTo>
                <a:lnTo>
                  <a:pt x="48450" y="158478"/>
                </a:lnTo>
                <a:lnTo>
                  <a:pt x="48449" y="158478"/>
                </a:lnTo>
                <a:lnTo>
                  <a:pt x="48448" y="158478"/>
                </a:lnTo>
                <a:lnTo>
                  <a:pt x="48447" y="158478"/>
                </a:lnTo>
                <a:lnTo>
                  <a:pt x="48446" y="158478"/>
                </a:lnTo>
                <a:lnTo>
                  <a:pt x="48445" y="158478"/>
                </a:lnTo>
                <a:lnTo>
                  <a:pt x="48444" y="158478"/>
                </a:lnTo>
                <a:lnTo>
                  <a:pt x="48443" y="158478"/>
                </a:lnTo>
                <a:lnTo>
                  <a:pt x="48442" y="158478"/>
                </a:lnTo>
                <a:lnTo>
                  <a:pt x="48441" y="158478"/>
                </a:lnTo>
                <a:lnTo>
                  <a:pt x="48441" y="158478"/>
                </a:lnTo>
                <a:lnTo>
                  <a:pt x="48440" y="158478"/>
                </a:lnTo>
                <a:lnTo>
                  <a:pt x="48439" y="158478"/>
                </a:lnTo>
                <a:lnTo>
                  <a:pt x="48438" y="158478"/>
                </a:lnTo>
                <a:lnTo>
                  <a:pt x="48437" y="158478"/>
                </a:lnTo>
                <a:lnTo>
                  <a:pt x="48436" y="158478"/>
                </a:lnTo>
                <a:lnTo>
                  <a:pt x="48435" y="158478"/>
                </a:lnTo>
                <a:lnTo>
                  <a:pt x="48434" y="158478"/>
                </a:lnTo>
                <a:lnTo>
                  <a:pt x="48433" y="158478"/>
                </a:lnTo>
                <a:lnTo>
                  <a:pt x="48432" y="158478"/>
                </a:lnTo>
                <a:lnTo>
                  <a:pt x="48431" y="158478"/>
                </a:lnTo>
                <a:lnTo>
                  <a:pt x="48430" y="158478"/>
                </a:lnTo>
                <a:lnTo>
                  <a:pt x="48429" y="158478"/>
                </a:lnTo>
                <a:lnTo>
                  <a:pt x="48428" y="158478"/>
                </a:lnTo>
                <a:lnTo>
                  <a:pt x="48427" y="158478"/>
                </a:lnTo>
                <a:lnTo>
                  <a:pt x="48426" y="158478"/>
                </a:lnTo>
                <a:lnTo>
                  <a:pt x="48425" y="158478"/>
                </a:lnTo>
                <a:lnTo>
                  <a:pt x="48424" y="158478"/>
                </a:lnTo>
                <a:lnTo>
                  <a:pt x="48423" y="158478"/>
                </a:lnTo>
                <a:lnTo>
                  <a:pt x="48423" y="158478"/>
                </a:lnTo>
                <a:lnTo>
                  <a:pt x="48422" y="158478"/>
                </a:lnTo>
                <a:lnTo>
                  <a:pt x="48421" y="158478"/>
                </a:lnTo>
                <a:lnTo>
                  <a:pt x="48420" y="158478"/>
                </a:lnTo>
                <a:lnTo>
                  <a:pt x="48419" y="158478"/>
                </a:lnTo>
                <a:lnTo>
                  <a:pt x="48418" y="158478"/>
                </a:lnTo>
                <a:lnTo>
                  <a:pt x="48417" y="158478"/>
                </a:lnTo>
                <a:lnTo>
                  <a:pt x="48416" y="158478"/>
                </a:lnTo>
                <a:lnTo>
                  <a:pt x="48415" y="158478"/>
                </a:lnTo>
                <a:lnTo>
                  <a:pt x="48414" y="158478"/>
                </a:lnTo>
                <a:lnTo>
                  <a:pt x="48413" y="158478"/>
                </a:lnTo>
                <a:lnTo>
                  <a:pt x="48412" y="158478"/>
                </a:lnTo>
                <a:lnTo>
                  <a:pt x="48411" y="158478"/>
                </a:lnTo>
                <a:lnTo>
                  <a:pt x="48410" y="158478"/>
                </a:lnTo>
                <a:lnTo>
                  <a:pt x="48409" y="158478"/>
                </a:lnTo>
                <a:lnTo>
                  <a:pt x="48408" y="158478"/>
                </a:lnTo>
                <a:lnTo>
                  <a:pt x="48407" y="158478"/>
                </a:lnTo>
                <a:lnTo>
                  <a:pt x="48406" y="158478"/>
                </a:lnTo>
                <a:lnTo>
                  <a:pt x="48405" y="158478"/>
                </a:lnTo>
                <a:lnTo>
                  <a:pt x="48404" y="158478"/>
                </a:lnTo>
                <a:lnTo>
                  <a:pt x="48404" y="158478"/>
                </a:lnTo>
                <a:lnTo>
                  <a:pt x="48403" y="158478"/>
                </a:lnTo>
                <a:lnTo>
                  <a:pt x="48402" y="158478"/>
                </a:lnTo>
                <a:lnTo>
                  <a:pt x="48401" y="158478"/>
                </a:lnTo>
                <a:lnTo>
                  <a:pt x="48400" y="158478"/>
                </a:lnTo>
                <a:lnTo>
                  <a:pt x="48399" y="158478"/>
                </a:lnTo>
                <a:lnTo>
                  <a:pt x="48398" y="158478"/>
                </a:lnTo>
                <a:lnTo>
                  <a:pt x="48397" y="158478"/>
                </a:lnTo>
                <a:lnTo>
                  <a:pt x="48396" y="158478"/>
                </a:lnTo>
                <a:lnTo>
                  <a:pt x="48395" y="158478"/>
                </a:lnTo>
                <a:lnTo>
                  <a:pt x="48394" y="158478"/>
                </a:lnTo>
                <a:lnTo>
                  <a:pt x="48393" y="158478"/>
                </a:lnTo>
                <a:lnTo>
                  <a:pt x="48392" y="158478"/>
                </a:lnTo>
                <a:lnTo>
                  <a:pt x="48391" y="158478"/>
                </a:lnTo>
                <a:lnTo>
                  <a:pt x="48390" y="158478"/>
                </a:lnTo>
                <a:lnTo>
                  <a:pt x="48389" y="158478"/>
                </a:lnTo>
                <a:lnTo>
                  <a:pt x="48388" y="158478"/>
                </a:lnTo>
                <a:lnTo>
                  <a:pt x="48387" y="158478"/>
                </a:lnTo>
                <a:lnTo>
                  <a:pt x="48386" y="158478"/>
                </a:lnTo>
                <a:lnTo>
                  <a:pt x="48386" y="158478"/>
                </a:lnTo>
                <a:lnTo>
                  <a:pt x="48385" y="158478"/>
                </a:lnTo>
                <a:lnTo>
                  <a:pt x="48384" y="158478"/>
                </a:lnTo>
                <a:lnTo>
                  <a:pt x="48383" y="158478"/>
                </a:lnTo>
                <a:lnTo>
                  <a:pt x="48382" y="158478"/>
                </a:lnTo>
                <a:lnTo>
                  <a:pt x="48381" y="158478"/>
                </a:lnTo>
                <a:lnTo>
                  <a:pt x="48380" y="158478"/>
                </a:lnTo>
                <a:lnTo>
                  <a:pt x="48379" y="158478"/>
                </a:lnTo>
                <a:lnTo>
                  <a:pt x="48378" y="158478"/>
                </a:lnTo>
                <a:lnTo>
                  <a:pt x="48377" y="158478"/>
                </a:lnTo>
                <a:lnTo>
                  <a:pt x="48376" y="158478"/>
                </a:lnTo>
                <a:lnTo>
                  <a:pt x="48375" y="158478"/>
                </a:lnTo>
                <a:lnTo>
                  <a:pt x="48374" y="158478"/>
                </a:lnTo>
                <a:lnTo>
                  <a:pt x="48373" y="158478"/>
                </a:lnTo>
                <a:lnTo>
                  <a:pt x="48372" y="158478"/>
                </a:lnTo>
                <a:lnTo>
                  <a:pt x="48371" y="158478"/>
                </a:lnTo>
                <a:lnTo>
                  <a:pt x="48370" y="158478"/>
                </a:lnTo>
                <a:lnTo>
                  <a:pt x="48369" y="158478"/>
                </a:lnTo>
                <a:lnTo>
                  <a:pt x="48368" y="158478"/>
                </a:lnTo>
                <a:lnTo>
                  <a:pt x="48367" y="158478"/>
                </a:lnTo>
                <a:lnTo>
                  <a:pt x="48367" y="158478"/>
                </a:lnTo>
                <a:lnTo>
                  <a:pt x="48366" y="158478"/>
                </a:lnTo>
                <a:lnTo>
                  <a:pt x="48365" y="158478"/>
                </a:lnTo>
                <a:lnTo>
                  <a:pt x="48364" y="158478"/>
                </a:lnTo>
                <a:lnTo>
                  <a:pt x="48363" y="158478"/>
                </a:lnTo>
                <a:lnTo>
                  <a:pt x="48362" y="158478"/>
                </a:lnTo>
                <a:lnTo>
                  <a:pt x="48361" y="158478"/>
                </a:lnTo>
                <a:lnTo>
                  <a:pt x="48360" y="158478"/>
                </a:lnTo>
                <a:lnTo>
                  <a:pt x="48359" y="158478"/>
                </a:lnTo>
                <a:lnTo>
                  <a:pt x="48358" y="158478"/>
                </a:lnTo>
                <a:lnTo>
                  <a:pt x="48357" y="158478"/>
                </a:lnTo>
                <a:lnTo>
                  <a:pt x="48356" y="158478"/>
                </a:lnTo>
                <a:lnTo>
                  <a:pt x="48355" y="158478"/>
                </a:lnTo>
                <a:lnTo>
                  <a:pt x="48354" y="158478"/>
                </a:lnTo>
                <a:lnTo>
                  <a:pt x="48353" y="158478"/>
                </a:lnTo>
                <a:lnTo>
                  <a:pt x="48352" y="158478"/>
                </a:lnTo>
                <a:lnTo>
                  <a:pt x="48351" y="158478"/>
                </a:lnTo>
                <a:lnTo>
                  <a:pt x="48350" y="158478"/>
                </a:lnTo>
                <a:lnTo>
                  <a:pt x="48349" y="158478"/>
                </a:lnTo>
                <a:lnTo>
                  <a:pt x="48349" y="158478"/>
                </a:lnTo>
                <a:lnTo>
                  <a:pt x="48348" y="158478"/>
                </a:lnTo>
                <a:lnTo>
                  <a:pt x="48347" y="158478"/>
                </a:lnTo>
                <a:lnTo>
                  <a:pt x="48346" y="158478"/>
                </a:lnTo>
                <a:lnTo>
                  <a:pt x="48345" y="158478"/>
                </a:lnTo>
                <a:lnTo>
                  <a:pt x="48344" y="158478"/>
                </a:lnTo>
                <a:lnTo>
                  <a:pt x="48343" y="158478"/>
                </a:lnTo>
                <a:lnTo>
                  <a:pt x="48342" y="158478"/>
                </a:lnTo>
                <a:lnTo>
                  <a:pt x="48341" y="158478"/>
                </a:lnTo>
                <a:lnTo>
                  <a:pt x="48340" y="158478"/>
                </a:lnTo>
                <a:lnTo>
                  <a:pt x="48339" y="158478"/>
                </a:lnTo>
                <a:lnTo>
                  <a:pt x="48338" y="158478"/>
                </a:lnTo>
                <a:lnTo>
                  <a:pt x="48337" y="158478"/>
                </a:lnTo>
                <a:lnTo>
                  <a:pt x="48336" y="158478"/>
                </a:lnTo>
                <a:lnTo>
                  <a:pt x="48335" y="158478"/>
                </a:lnTo>
                <a:lnTo>
                  <a:pt x="48334" y="158478"/>
                </a:lnTo>
                <a:lnTo>
                  <a:pt x="48333" y="158478"/>
                </a:lnTo>
                <a:lnTo>
                  <a:pt x="48332" y="158478"/>
                </a:lnTo>
                <a:lnTo>
                  <a:pt x="48331" y="158478"/>
                </a:lnTo>
                <a:lnTo>
                  <a:pt x="48331" y="158478"/>
                </a:lnTo>
                <a:lnTo>
                  <a:pt x="48330" y="158478"/>
                </a:lnTo>
                <a:lnTo>
                  <a:pt x="48329" y="158478"/>
                </a:lnTo>
                <a:lnTo>
                  <a:pt x="48328" y="158478"/>
                </a:lnTo>
                <a:lnTo>
                  <a:pt x="48327" y="158478"/>
                </a:lnTo>
                <a:lnTo>
                  <a:pt x="48326" y="158478"/>
                </a:lnTo>
                <a:lnTo>
                  <a:pt x="48325" y="158478"/>
                </a:lnTo>
                <a:lnTo>
                  <a:pt x="48324" y="158478"/>
                </a:lnTo>
                <a:lnTo>
                  <a:pt x="48323" y="158478"/>
                </a:lnTo>
                <a:lnTo>
                  <a:pt x="48322" y="158478"/>
                </a:lnTo>
                <a:lnTo>
                  <a:pt x="48321" y="158478"/>
                </a:lnTo>
                <a:lnTo>
                  <a:pt x="48320" y="158478"/>
                </a:lnTo>
                <a:lnTo>
                  <a:pt x="48319" y="158478"/>
                </a:lnTo>
                <a:lnTo>
                  <a:pt x="48318" y="158478"/>
                </a:lnTo>
                <a:lnTo>
                  <a:pt x="48317" y="158478"/>
                </a:lnTo>
                <a:lnTo>
                  <a:pt x="48316" y="158478"/>
                </a:lnTo>
                <a:lnTo>
                  <a:pt x="48315" y="158478"/>
                </a:lnTo>
                <a:lnTo>
                  <a:pt x="48314" y="158478"/>
                </a:lnTo>
                <a:lnTo>
                  <a:pt x="48313" y="158478"/>
                </a:lnTo>
                <a:lnTo>
                  <a:pt x="48313" y="158478"/>
                </a:lnTo>
                <a:lnTo>
                  <a:pt x="48312" y="158478"/>
                </a:lnTo>
                <a:lnTo>
                  <a:pt x="48311" y="158478"/>
                </a:lnTo>
                <a:lnTo>
                  <a:pt x="48310" y="158478"/>
                </a:lnTo>
                <a:lnTo>
                  <a:pt x="48309" y="158478"/>
                </a:lnTo>
                <a:lnTo>
                  <a:pt x="48308" y="158478"/>
                </a:lnTo>
                <a:lnTo>
                  <a:pt x="48307" y="158478"/>
                </a:lnTo>
                <a:lnTo>
                  <a:pt x="48306" y="158478"/>
                </a:lnTo>
                <a:lnTo>
                  <a:pt x="48305" y="158478"/>
                </a:lnTo>
                <a:lnTo>
                  <a:pt x="48304" y="158478"/>
                </a:lnTo>
                <a:lnTo>
                  <a:pt x="48303" y="158478"/>
                </a:lnTo>
                <a:lnTo>
                  <a:pt x="48302" y="158478"/>
                </a:lnTo>
                <a:lnTo>
                  <a:pt x="48301" y="158478"/>
                </a:lnTo>
                <a:lnTo>
                  <a:pt x="48300" y="158478"/>
                </a:lnTo>
                <a:lnTo>
                  <a:pt x="48299" y="158478"/>
                </a:lnTo>
                <a:lnTo>
                  <a:pt x="48298" y="158478"/>
                </a:lnTo>
                <a:lnTo>
                  <a:pt x="48297" y="158478"/>
                </a:lnTo>
                <a:lnTo>
                  <a:pt x="48296" y="158478"/>
                </a:lnTo>
                <a:lnTo>
                  <a:pt x="48295" y="158478"/>
                </a:lnTo>
                <a:lnTo>
                  <a:pt x="48295" y="158478"/>
                </a:lnTo>
                <a:lnTo>
                  <a:pt x="48294" y="158478"/>
                </a:lnTo>
                <a:lnTo>
                  <a:pt x="48293" y="158478"/>
                </a:lnTo>
                <a:lnTo>
                  <a:pt x="48292" y="158478"/>
                </a:lnTo>
                <a:lnTo>
                  <a:pt x="48291" y="158478"/>
                </a:lnTo>
                <a:lnTo>
                  <a:pt x="48290" y="158478"/>
                </a:lnTo>
                <a:lnTo>
                  <a:pt x="48289" y="158478"/>
                </a:lnTo>
                <a:lnTo>
                  <a:pt x="48288" y="158478"/>
                </a:lnTo>
                <a:lnTo>
                  <a:pt x="48287" y="158478"/>
                </a:lnTo>
                <a:lnTo>
                  <a:pt x="48286" y="158478"/>
                </a:lnTo>
                <a:lnTo>
                  <a:pt x="48285" y="158478"/>
                </a:lnTo>
                <a:lnTo>
                  <a:pt x="48284" y="158478"/>
                </a:lnTo>
                <a:lnTo>
                  <a:pt x="48283" y="158478"/>
                </a:lnTo>
                <a:lnTo>
                  <a:pt x="48282" y="158478"/>
                </a:lnTo>
                <a:lnTo>
                  <a:pt x="48281" y="158478"/>
                </a:lnTo>
                <a:lnTo>
                  <a:pt x="48280" y="158478"/>
                </a:lnTo>
                <a:lnTo>
                  <a:pt x="48279" y="158478"/>
                </a:lnTo>
                <a:lnTo>
                  <a:pt x="48278" y="158478"/>
                </a:lnTo>
                <a:lnTo>
                  <a:pt x="48278" y="158478"/>
                </a:lnTo>
                <a:lnTo>
                  <a:pt x="48277" y="158478"/>
                </a:lnTo>
                <a:lnTo>
                  <a:pt x="48276" y="158478"/>
                </a:lnTo>
                <a:lnTo>
                  <a:pt x="48275" y="158478"/>
                </a:lnTo>
                <a:lnTo>
                  <a:pt x="48274" y="158478"/>
                </a:lnTo>
                <a:lnTo>
                  <a:pt x="48273" y="158478"/>
                </a:lnTo>
                <a:lnTo>
                  <a:pt x="48272" y="158478"/>
                </a:lnTo>
                <a:lnTo>
                  <a:pt x="48271" y="158478"/>
                </a:lnTo>
                <a:lnTo>
                  <a:pt x="48270" y="158478"/>
                </a:lnTo>
                <a:lnTo>
                  <a:pt x="48269" y="158478"/>
                </a:lnTo>
                <a:lnTo>
                  <a:pt x="48268" y="158478"/>
                </a:lnTo>
                <a:lnTo>
                  <a:pt x="48267" y="158478"/>
                </a:lnTo>
                <a:lnTo>
                  <a:pt x="48266" y="158478"/>
                </a:lnTo>
                <a:lnTo>
                  <a:pt x="48265" y="158478"/>
                </a:lnTo>
                <a:lnTo>
                  <a:pt x="48264" y="158478"/>
                </a:lnTo>
                <a:lnTo>
                  <a:pt x="48263" y="158478"/>
                </a:lnTo>
                <a:lnTo>
                  <a:pt x="48262" y="158478"/>
                </a:lnTo>
                <a:lnTo>
                  <a:pt x="48261" y="158478"/>
                </a:lnTo>
                <a:lnTo>
                  <a:pt x="48260" y="158478"/>
                </a:lnTo>
                <a:lnTo>
                  <a:pt x="48260" y="158478"/>
                </a:lnTo>
                <a:lnTo>
                  <a:pt x="48259" y="158478"/>
                </a:lnTo>
                <a:lnTo>
                  <a:pt x="48258" y="158478"/>
                </a:lnTo>
                <a:lnTo>
                  <a:pt x="48257" y="158478"/>
                </a:lnTo>
                <a:lnTo>
                  <a:pt x="48256" y="158478"/>
                </a:lnTo>
                <a:lnTo>
                  <a:pt x="48255" y="158478"/>
                </a:lnTo>
                <a:lnTo>
                  <a:pt x="48254" y="158478"/>
                </a:lnTo>
                <a:lnTo>
                  <a:pt x="48253" y="158478"/>
                </a:lnTo>
                <a:lnTo>
                  <a:pt x="48252" y="158478"/>
                </a:lnTo>
                <a:lnTo>
                  <a:pt x="48251" y="158478"/>
                </a:lnTo>
                <a:lnTo>
                  <a:pt x="48250" y="158478"/>
                </a:lnTo>
                <a:lnTo>
                  <a:pt x="48249" y="158478"/>
                </a:lnTo>
                <a:lnTo>
                  <a:pt x="48248" y="158478"/>
                </a:lnTo>
                <a:lnTo>
                  <a:pt x="48247" y="158478"/>
                </a:lnTo>
                <a:lnTo>
                  <a:pt x="48246" y="158478"/>
                </a:lnTo>
                <a:lnTo>
                  <a:pt x="48245" y="158478"/>
                </a:lnTo>
                <a:lnTo>
                  <a:pt x="48244" y="158478"/>
                </a:lnTo>
                <a:lnTo>
                  <a:pt x="48243" y="158478"/>
                </a:lnTo>
                <a:lnTo>
                  <a:pt x="48243" y="158478"/>
                </a:lnTo>
                <a:lnTo>
                  <a:pt x="48242" y="158478"/>
                </a:lnTo>
                <a:lnTo>
                  <a:pt x="48241" y="158478"/>
                </a:lnTo>
                <a:lnTo>
                  <a:pt x="48240" y="158478"/>
                </a:lnTo>
                <a:lnTo>
                  <a:pt x="48239" y="158478"/>
                </a:lnTo>
                <a:lnTo>
                  <a:pt x="48238" y="158478"/>
                </a:lnTo>
                <a:lnTo>
                  <a:pt x="48237" y="158478"/>
                </a:lnTo>
                <a:lnTo>
                  <a:pt x="48236" y="158478"/>
                </a:lnTo>
                <a:lnTo>
                  <a:pt x="48235" y="158478"/>
                </a:lnTo>
                <a:lnTo>
                  <a:pt x="48234" y="158478"/>
                </a:lnTo>
                <a:lnTo>
                  <a:pt x="48233" y="158478"/>
                </a:lnTo>
                <a:lnTo>
                  <a:pt x="48232" y="158478"/>
                </a:lnTo>
                <a:lnTo>
                  <a:pt x="48231" y="158478"/>
                </a:lnTo>
                <a:lnTo>
                  <a:pt x="48230" y="158478"/>
                </a:lnTo>
                <a:lnTo>
                  <a:pt x="48229" y="158478"/>
                </a:lnTo>
                <a:lnTo>
                  <a:pt x="48228" y="158478"/>
                </a:lnTo>
                <a:lnTo>
                  <a:pt x="48227" y="158478"/>
                </a:lnTo>
                <a:lnTo>
                  <a:pt x="48226" y="158478"/>
                </a:lnTo>
                <a:lnTo>
                  <a:pt x="48225" y="158478"/>
                </a:lnTo>
                <a:lnTo>
                  <a:pt x="48225" y="158478"/>
                </a:lnTo>
                <a:lnTo>
                  <a:pt x="48224" y="158478"/>
                </a:lnTo>
                <a:lnTo>
                  <a:pt x="48223" y="158478"/>
                </a:lnTo>
                <a:lnTo>
                  <a:pt x="48222" y="158478"/>
                </a:lnTo>
                <a:lnTo>
                  <a:pt x="48221" y="158478"/>
                </a:lnTo>
                <a:lnTo>
                  <a:pt x="48220" y="158478"/>
                </a:lnTo>
                <a:lnTo>
                  <a:pt x="48219" y="158478"/>
                </a:lnTo>
                <a:lnTo>
                  <a:pt x="48218" y="158478"/>
                </a:lnTo>
                <a:lnTo>
                  <a:pt x="48217" y="158478"/>
                </a:lnTo>
                <a:lnTo>
                  <a:pt x="48216" y="158478"/>
                </a:lnTo>
                <a:lnTo>
                  <a:pt x="48215" y="158478"/>
                </a:lnTo>
                <a:lnTo>
                  <a:pt x="48214" y="158478"/>
                </a:lnTo>
                <a:lnTo>
                  <a:pt x="48213" y="158478"/>
                </a:lnTo>
                <a:lnTo>
                  <a:pt x="48212" y="158478"/>
                </a:lnTo>
                <a:lnTo>
                  <a:pt x="48211" y="158478"/>
                </a:lnTo>
                <a:lnTo>
                  <a:pt x="48210" y="158478"/>
                </a:lnTo>
                <a:lnTo>
                  <a:pt x="48209" y="158478"/>
                </a:lnTo>
                <a:lnTo>
                  <a:pt x="48208" y="158478"/>
                </a:lnTo>
                <a:lnTo>
                  <a:pt x="48208" y="158478"/>
                </a:lnTo>
                <a:lnTo>
                  <a:pt x="48207" y="158478"/>
                </a:lnTo>
                <a:lnTo>
                  <a:pt x="48206" y="158478"/>
                </a:lnTo>
                <a:lnTo>
                  <a:pt x="48205" y="158478"/>
                </a:lnTo>
                <a:lnTo>
                  <a:pt x="48204" y="158478"/>
                </a:lnTo>
                <a:lnTo>
                  <a:pt x="48203" y="158478"/>
                </a:lnTo>
                <a:lnTo>
                  <a:pt x="48202" y="158478"/>
                </a:lnTo>
                <a:lnTo>
                  <a:pt x="48201" y="158478"/>
                </a:lnTo>
                <a:lnTo>
                  <a:pt x="48200" y="158478"/>
                </a:lnTo>
                <a:lnTo>
                  <a:pt x="48199" y="158478"/>
                </a:lnTo>
                <a:lnTo>
                  <a:pt x="48198" y="158478"/>
                </a:lnTo>
                <a:lnTo>
                  <a:pt x="48197" y="158478"/>
                </a:lnTo>
                <a:lnTo>
                  <a:pt x="48196" y="158478"/>
                </a:lnTo>
                <a:lnTo>
                  <a:pt x="48195" y="158478"/>
                </a:lnTo>
                <a:lnTo>
                  <a:pt x="48194" y="158478"/>
                </a:lnTo>
                <a:lnTo>
                  <a:pt x="48193" y="158478"/>
                </a:lnTo>
                <a:lnTo>
                  <a:pt x="48192" y="158478"/>
                </a:lnTo>
                <a:lnTo>
                  <a:pt x="48191" y="158478"/>
                </a:lnTo>
                <a:lnTo>
                  <a:pt x="48191" y="158478"/>
                </a:lnTo>
                <a:lnTo>
                  <a:pt x="48190" y="158478"/>
                </a:lnTo>
                <a:lnTo>
                  <a:pt x="48189" y="158478"/>
                </a:lnTo>
                <a:lnTo>
                  <a:pt x="48188" y="158478"/>
                </a:lnTo>
                <a:lnTo>
                  <a:pt x="48187" y="158478"/>
                </a:lnTo>
                <a:lnTo>
                  <a:pt x="48186" y="158478"/>
                </a:lnTo>
                <a:lnTo>
                  <a:pt x="48185" y="158478"/>
                </a:lnTo>
                <a:lnTo>
                  <a:pt x="48184" y="158478"/>
                </a:lnTo>
                <a:lnTo>
                  <a:pt x="48183" y="158478"/>
                </a:lnTo>
                <a:lnTo>
                  <a:pt x="48182" y="158478"/>
                </a:lnTo>
                <a:lnTo>
                  <a:pt x="48181" y="158478"/>
                </a:lnTo>
                <a:lnTo>
                  <a:pt x="48180" y="158478"/>
                </a:lnTo>
                <a:lnTo>
                  <a:pt x="48179" y="158478"/>
                </a:lnTo>
                <a:lnTo>
                  <a:pt x="48178" y="158478"/>
                </a:lnTo>
                <a:lnTo>
                  <a:pt x="48177" y="158478"/>
                </a:lnTo>
                <a:lnTo>
                  <a:pt x="48176" y="158478"/>
                </a:lnTo>
                <a:lnTo>
                  <a:pt x="48175" y="158478"/>
                </a:lnTo>
                <a:lnTo>
                  <a:pt x="48174" y="158478"/>
                </a:lnTo>
                <a:lnTo>
                  <a:pt x="48174" y="158478"/>
                </a:lnTo>
                <a:lnTo>
                  <a:pt x="48173" y="158478"/>
                </a:lnTo>
                <a:lnTo>
                  <a:pt x="48172" y="158478"/>
                </a:lnTo>
                <a:lnTo>
                  <a:pt x="48171" y="158478"/>
                </a:lnTo>
                <a:lnTo>
                  <a:pt x="48170" y="158478"/>
                </a:lnTo>
                <a:lnTo>
                  <a:pt x="48169" y="158478"/>
                </a:lnTo>
                <a:lnTo>
                  <a:pt x="48168" y="158478"/>
                </a:lnTo>
                <a:lnTo>
                  <a:pt x="48167" y="158478"/>
                </a:lnTo>
                <a:lnTo>
                  <a:pt x="48166" y="158478"/>
                </a:lnTo>
                <a:lnTo>
                  <a:pt x="48165" y="158478"/>
                </a:lnTo>
                <a:lnTo>
                  <a:pt x="48164" y="158478"/>
                </a:lnTo>
                <a:lnTo>
                  <a:pt x="48163" y="158478"/>
                </a:lnTo>
                <a:lnTo>
                  <a:pt x="48162" y="158478"/>
                </a:lnTo>
                <a:lnTo>
                  <a:pt x="48161" y="158478"/>
                </a:lnTo>
                <a:lnTo>
                  <a:pt x="48160" y="158478"/>
                </a:lnTo>
                <a:lnTo>
                  <a:pt x="48159" y="158478"/>
                </a:lnTo>
                <a:lnTo>
                  <a:pt x="48158" y="158478"/>
                </a:lnTo>
                <a:lnTo>
                  <a:pt x="48157" y="158478"/>
                </a:lnTo>
                <a:lnTo>
                  <a:pt x="48157" y="158478"/>
                </a:lnTo>
                <a:lnTo>
                  <a:pt x="48156" y="158478"/>
                </a:lnTo>
                <a:lnTo>
                  <a:pt x="48155" y="158478"/>
                </a:lnTo>
                <a:lnTo>
                  <a:pt x="48154" y="158478"/>
                </a:lnTo>
                <a:lnTo>
                  <a:pt x="48153" y="158478"/>
                </a:lnTo>
                <a:lnTo>
                  <a:pt x="48152" y="158478"/>
                </a:lnTo>
                <a:lnTo>
                  <a:pt x="48151" y="158478"/>
                </a:lnTo>
                <a:lnTo>
                  <a:pt x="48150" y="158478"/>
                </a:lnTo>
                <a:lnTo>
                  <a:pt x="48149" y="158478"/>
                </a:lnTo>
                <a:lnTo>
                  <a:pt x="48148" y="158478"/>
                </a:lnTo>
                <a:lnTo>
                  <a:pt x="48147" y="158478"/>
                </a:lnTo>
                <a:lnTo>
                  <a:pt x="48146" y="158478"/>
                </a:lnTo>
                <a:lnTo>
                  <a:pt x="48145" y="158478"/>
                </a:lnTo>
                <a:lnTo>
                  <a:pt x="48144" y="158478"/>
                </a:lnTo>
                <a:lnTo>
                  <a:pt x="48143" y="158478"/>
                </a:lnTo>
                <a:lnTo>
                  <a:pt x="48142" y="158478"/>
                </a:lnTo>
                <a:lnTo>
                  <a:pt x="48141" y="158478"/>
                </a:lnTo>
                <a:lnTo>
                  <a:pt x="48140" y="158478"/>
                </a:lnTo>
                <a:lnTo>
                  <a:pt x="48140" y="158478"/>
                </a:lnTo>
                <a:lnTo>
                  <a:pt x="48139" y="158478"/>
                </a:lnTo>
                <a:lnTo>
                  <a:pt x="48138" y="158478"/>
                </a:lnTo>
                <a:lnTo>
                  <a:pt x="48137" y="158478"/>
                </a:lnTo>
                <a:lnTo>
                  <a:pt x="48136" y="158478"/>
                </a:lnTo>
                <a:lnTo>
                  <a:pt x="48135" y="158478"/>
                </a:lnTo>
                <a:lnTo>
                  <a:pt x="48134" y="158478"/>
                </a:lnTo>
                <a:lnTo>
                  <a:pt x="48133" y="158478"/>
                </a:lnTo>
                <a:lnTo>
                  <a:pt x="48132" y="158478"/>
                </a:lnTo>
                <a:lnTo>
                  <a:pt x="48131" y="158478"/>
                </a:lnTo>
                <a:lnTo>
                  <a:pt x="48130" y="158478"/>
                </a:lnTo>
                <a:lnTo>
                  <a:pt x="48129" y="158478"/>
                </a:lnTo>
                <a:lnTo>
                  <a:pt x="48128" y="158478"/>
                </a:lnTo>
                <a:lnTo>
                  <a:pt x="48127" y="158478"/>
                </a:lnTo>
                <a:lnTo>
                  <a:pt x="48126" y="158478"/>
                </a:lnTo>
                <a:lnTo>
                  <a:pt x="48125" y="158478"/>
                </a:lnTo>
                <a:lnTo>
                  <a:pt x="48124" y="158478"/>
                </a:lnTo>
                <a:lnTo>
                  <a:pt x="48123" y="158478"/>
                </a:lnTo>
                <a:lnTo>
                  <a:pt x="48123" y="158478"/>
                </a:lnTo>
                <a:lnTo>
                  <a:pt x="48122" y="158478"/>
                </a:lnTo>
                <a:lnTo>
                  <a:pt x="48121" y="158478"/>
                </a:lnTo>
                <a:lnTo>
                  <a:pt x="48120" y="158478"/>
                </a:lnTo>
                <a:lnTo>
                  <a:pt x="48119" y="158478"/>
                </a:lnTo>
                <a:lnTo>
                  <a:pt x="48118" y="158478"/>
                </a:lnTo>
                <a:lnTo>
                  <a:pt x="48117" y="158478"/>
                </a:lnTo>
                <a:lnTo>
                  <a:pt x="48116" y="158478"/>
                </a:lnTo>
                <a:lnTo>
                  <a:pt x="48115" y="158478"/>
                </a:lnTo>
                <a:lnTo>
                  <a:pt x="48114" y="158478"/>
                </a:lnTo>
                <a:lnTo>
                  <a:pt x="48113" y="158478"/>
                </a:lnTo>
                <a:lnTo>
                  <a:pt x="48112" y="158478"/>
                </a:lnTo>
                <a:lnTo>
                  <a:pt x="48111" y="158478"/>
                </a:lnTo>
                <a:lnTo>
                  <a:pt x="48110" y="158478"/>
                </a:lnTo>
                <a:lnTo>
                  <a:pt x="48109" y="158478"/>
                </a:lnTo>
                <a:lnTo>
                  <a:pt x="48108" y="158478"/>
                </a:lnTo>
                <a:lnTo>
                  <a:pt x="48107" y="158478"/>
                </a:lnTo>
                <a:lnTo>
                  <a:pt x="48106" y="158478"/>
                </a:lnTo>
                <a:lnTo>
                  <a:pt x="48106" y="158478"/>
                </a:lnTo>
                <a:lnTo>
                  <a:pt x="48105" y="158478"/>
                </a:lnTo>
                <a:lnTo>
                  <a:pt x="48104" y="158478"/>
                </a:lnTo>
                <a:lnTo>
                  <a:pt x="48103" y="158478"/>
                </a:lnTo>
                <a:lnTo>
                  <a:pt x="48102" y="158478"/>
                </a:lnTo>
                <a:lnTo>
                  <a:pt x="48101" y="158478"/>
                </a:lnTo>
                <a:lnTo>
                  <a:pt x="48100" y="158478"/>
                </a:lnTo>
                <a:lnTo>
                  <a:pt x="48099" y="158478"/>
                </a:lnTo>
                <a:lnTo>
                  <a:pt x="48098" y="158478"/>
                </a:lnTo>
                <a:lnTo>
                  <a:pt x="48097" y="158478"/>
                </a:lnTo>
                <a:lnTo>
                  <a:pt x="48096" y="158478"/>
                </a:lnTo>
                <a:lnTo>
                  <a:pt x="48095" y="158478"/>
                </a:lnTo>
                <a:lnTo>
                  <a:pt x="48094" y="158478"/>
                </a:lnTo>
                <a:lnTo>
                  <a:pt x="48093" y="158478"/>
                </a:lnTo>
                <a:lnTo>
                  <a:pt x="48092" y="158478"/>
                </a:lnTo>
                <a:lnTo>
                  <a:pt x="48091" y="158478"/>
                </a:lnTo>
                <a:lnTo>
                  <a:pt x="48090" y="158478"/>
                </a:lnTo>
                <a:lnTo>
                  <a:pt x="48090" y="158478"/>
                </a:lnTo>
                <a:lnTo>
                  <a:pt x="48089" y="158478"/>
                </a:lnTo>
                <a:lnTo>
                  <a:pt x="48088" y="158478"/>
                </a:lnTo>
                <a:lnTo>
                  <a:pt x="48087" y="158478"/>
                </a:lnTo>
                <a:lnTo>
                  <a:pt x="48086" y="158478"/>
                </a:lnTo>
                <a:lnTo>
                  <a:pt x="48085" y="158478"/>
                </a:lnTo>
                <a:lnTo>
                  <a:pt x="48084" y="158478"/>
                </a:lnTo>
                <a:lnTo>
                  <a:pt x="48083" y="158478"/>
                </a:lnTo>
                <a:lnTo>
                  <a:pt x="48082" y="158478"/>
                </a:lnTo>
                <a:lnTo>
                  <a:pt x="48081" y="158478"/>
                </a:lnTo>
                <a:lnTo>
                  <a:pt x="48080" y="158478"/>
                </a:lnTo>
                <a:lnTo>
                  <a:pt x="48079" y="158478"/>
                </a:lnTo>
                <a:lnTo>
                  <a:pt x="48078" y="158478"/>
                </a:lnTo>
                <a:lnTo>
                  <a:pt x="48077" y="158478"/>
                </a:lnTo>
                <a:lnTo>
                  <a:pt x="48076" y="158478"/>
                </a:lnTo>
                <a:lnTo>
                  <a:pt x="48075" y="158478"/>
                </a:lnTo>
                <a:lnTo>
                  <a:pt x="48074" y="158478"/>
                </a:lnTo>
                <a:lnTo>
                  <a:pt x="48073" y="158478"/>
                </a:lnTo>
                <a:lnTo>
                  <a:pt x="48073" y="158478"/>
                </a:lnTo>
                <a:lnTo>
                  <a:pt x="48072" y="158478"/>
                </a:lnTo>
                <a:lnTo>
                  <a:pt x="48071" y="158478"/>
                </a:lnTo>
                <a:lnTo>
                  <a:pt x="48070" y="158478"/>
                </a:lnTo>
                <a:lnTo>
                  <a:pt x="48069" y="158478"/>
                </a:lnTo>
                <a:lnTo>
                  <a:pt x="48068" y="158478"/>
                </a:lnTo>
                <a:lnTo>
                  <a:pt x="48067" y="158478"/>
                </a:lnTo>
                <a:lnTo>
                  <a:pt x="48066" y="158478"/>
                </a:lnTo>
                <a:lnTo>
                  <a:pt x="48065" y="158478"/>
                </a:lnTo>
                <a:lnTo>
                  <a:pt x="48064" y="158478"/>
                </a:lnTo>
                <a:lnTo>
                  <a:pt x="48063" y="158478"/>
                </a:lnTo>
                <a:lnTo>
                  <a:pt x="48062" y="158478"/>
                </a:lnTo>
                <a:lnTo>
                  <a:pt x="48061" y="158478"/>
                </a:lnTo>
                <a:lnTo>
                  <a:pt x="48060" y="158478"/>
                </a:lnTo>
                <a:lnTo>
                  <a:pt x="48059" y="158478"/>
                </a:lnTo>
                <a:lnTo>
                  <a:pt x="48058" y="158478"/>
                </a:lnTo>
                <a:lnTo>
                  <a:pt x="48057" y="158478"/>
                </a:lnTo>
                <a:lnTo>
                  <a:pt x="48057" y="158478"/>
                </a:lnTo>
                <a:lnTo>
                  <a:pt x="48056" y="158478"/>
                </a:lnTo>
                <a:lnTo>
                  <a:pt x="48055" y="158478"/>
                </a:lnTo>
                <a:lnTo>
                  <a:pt x="48054" y="158478"/>
                </a:lnTo>
                <a:lnTo>
                  <a:pt x="48053" y="158478"/>
                </a:lnTo>
                <a:lnTo>
                  <a:pt x="48052" y="158478"/>
                </a:lnTo>
                <a:lnTo>
                  <a:pt x="48051" y="158478"/>
                </a:lnTo>
                <a:lnTo>
                  <a:pt x="48050" y="158478"/>
                </a:lnTo>
                <a:lnTo>
                  <a:pt x="48049" y="158478"/>
                </a:lnTo>
                <a:lnTo>
                  <a:pt x="48048" y="158478"/>
                </a:lnTo>
                <a:lnTo>
                  <a:pt x="48047" y="158478"/>
                </a:lnTo>
                <a:lnTo>
                  <a:pt x="48046" y="158478"/>
                </a:lnTo>
                <a:lnTo>
                  <a:pt x="48045" y="158478"/>
                </a:lnTo>
                <a:lnTo>
                  <a:pt x="48044" y="158478"/>
                </a:lnTo>
                <a:lnTo>
                  <a:pt x="48043" y="158478"/>
                </a:lnTo>
                <a:lnTo>
                  <a:pt x="48042" y="158478"/>
                </a:lnTo>
                <a:lnTo>
                  <a:pt x="48041" y="158478"/>
                </a:lnTo>
                <a:lnTo>
                  <a:pt x="48040" y="158478"/>
                </a:lnTo>
                <a:lnTo>
                  <a:pt x="48040" y="158478"/>
                </a:lnTo>
                <a:lnTo>
                  <a:pt x="48039" y="158478"/>
                </a:lnTo>
                <a:lnTo>
                  <a:pt x="48038" y="158478"/>
                </a:lnTo>
                <a:lnTo>
                  <a:pt x="48037" y="158478"/>
                </a:lnTo>
                <a:lnTo>
                  <a:pt x="48036" y="158478"/>
                </a:lnTo>
                <a:lnTo>
                  <a:pt x="48035" y="158478"/>
                </a:lnTo>
                <a:lnTo>
                  <a:pt x="48034" y="158478"/>
                </a:lnTo>
                <a:lnTo>
                  <a:pt x="48033" y="158478"/>
                </a:lnTo>
                <a:lnTo>
                  <a:pt x="48032" y="158478"/>
                </a:lnTo>
                <a:lnTo>
                  <a:pt x="48031" y="158478"/>
                </a:lnTo>
                <a:lnTo>
                  <a:pt x="48030" y="158478"/>
                </a:lnTo>
                <a:lnTo>
                  <a:pt x="48029" y="158478"/>
                </a:lnTo>
                <a:lnTo>
                  <a:pt x="48028" y="158478"/>
                </a:lnTo>
                <a:lnTo>
                  <a:pt x="48027" y="158478"/>
                </a:lnTo>
                <a:lnTo>
                  <a:pt x="48026" y="158478"/>
                </a:lnTo>
                <a:lnTo>
                  <a:pt x="48025" y="158478"/>
                </a:lnTo>
                <a:lnTo>
                  <a:pt x="48024" y="158478"/>
                </a:lnTo>
                <a:lnTo>
                  <a:pt x="48024" y="158478"/>
                </a:lnTo>
                <a:lnTo>
                  <a:pt x="48023" y="158478"/>
                </a:lnTo>
                <a:lnTo>
                  <a:pt x="48022" y="158478"/>
                </a:lnTo>
                <a:lnTo>
                  <a:pt x="48021" y="158478"/>
                </a:lnTo>
                <a:lnTo>
                  <a:pt x="48020" y="158478"/>
                </a:lnTo>
                <a:lnTo>
                  <a:pt x="48019" y="158478"/>
                </a:lnTo>
                <a:lnTo>
                  <a:pt x="48018" y="158478"/>
                </a:lnTo>
                <a:lnTo>
                  <a:pt x="48017" y="158478"/>
                </a:lnTo>
                <a:lnTo>
                  <a:pt x="48016" y="158478"/>
                </a:lnTo>
                <a:lnTo>
                  <a:pt x="48015" y="158478"/>
                </a:lnTo>
                <a:lnTo>
                  <a:pt x="48014" y="158478"/>
                </a:lnTo>
                <a:lnTo>
                  <a:pt x="48013" y="158478"/>
                </a:lnTo>
                <a:lnTo>
                  <a:pt x="48012" y="158478"/>
                </a:lnTo>
                <a:lnTo>
                  <a:pt x="48011" y="158478"/>
                </a:lnTo>
                <a:lnTo>
                  <a:pt x="48010" y="158478"/>
                </a:lnTo>
                <a:lnTo>
                  <a:pt x="48009" y="158478"/>
                </a:lnTo>
                <a:lnTo>
                  <a:pt x="48008" y="158478"/>
                </a:lnTo>
                <a:lnTo>
                  <a:pt x="48008" y="158478"/>
                </a:lnTo>
                <a:lnTo>
                  <a:pt x="48007" y="158478"/>
                </a:lnTo>
                <a:lnTo>
                  <a:pt x="48006" y="158478"/>
                </a:lnTo>
                <a:lnTo>
                  <a:pt x="48005" y="158478"/>
                </a:lnTo>
                <a:lnTo>
                  <a:pt x="48004" y="158478"/>
                </a:lnTo>
                <a:lnTo>
                  <a:pt x="48003" y="158478"/>
                </a:lnTo>
                <a:lnTo>
                  <a:pt x="48002" y="158478"/>
                </a:lnTo>
                <a:lnTo>
                  <a:pt x="48001" y="158478"/>
                </a:lnTo>
                <a:lnTo>
                  <a:pt x="48000" y="158478"/>
                </a:lnTo>
                <a:lnTo>
                  <a:pt x="47999" y="158478"/>
                </a:lnTo>
                <a:lnTo>
                  <a:pt x="47998" y="158478"/>
                </a:lnTo>
                <a:lnTo>
                  <a:pt x="47997" y="158478"/>
                </a:lnTo>
                <a:lnTo>
                  <a:pt x="47996" y="158478"/>
                </a:lnTo>
                <a:lnTo>
                  <a:pt x="47995" y="158478"/>
                </a:lnTo>
                <a:lnTo>
                  <a:pt x="47994" y="158478"/>
                </a:lnTo>
                <a:lnTo>
                  <a:pt x="47993" y="158478"/>
                </a:lnTo>
                <a:lnTo>
                  <a:pt x="47992" y="158478"/>
                </a:lnTo>
                <a:lnTo>
                  <a:pt x="47992" y="158478"/>
                </a:lnTo>
                <a:lnTo>
                  <a:pt x="47991" y="158478"/>
                </a:lnTo>
                <a:lnTo>
                  <a:pt x="47990" y="158478"/>
                </a:lnTo>
                <a:lnTo>
                  <a:pt x="47989" y="158478"/>
                </a:lnTo>
                <a:lnTo>
                  <a:pt x="47988" y="158478"/>
                </a:lnTo>
                <a:lnTo>
                  <a:pt x="47987" y="158478"/>
                </a:lnTo>
                <a:lnTo>
                  <a:pt x="47986" y="158478"/>
                </a:lnTo>
                <a:lnTo>
                  <a:pt x="47985" y="158478"/>
                </a:lnTo>
                <a:lnTo>
                  <a:pt x="47984" y="158478"/>
                </a:lnTo>
                <a:lnTo>
                  <a:pt x="47983" y="158478"/>
                </a:lnTo>
                <a:lnTo>
                  <a:pt x="47982" y="158478"/>
                </a:lnTo>
                <a:lnTo>
                  <a:pt x="47981" y="158478"/>
                </a:lnTo>
                <a:lnTo>
                  <a:pt x="47980" y="158478"/>
                </a:lnTo>
                <a:lnTo>
                  <a:pt x="47979" y="158478"/>
                </a:lnTo>
                <a:lnTo>
                  <a:pt x="47978" y="158478"/>
                </a:lnTo>
                <a:lnTo>
                  <a:pt x="47977" y="158478"/>
                </a:lnTo>
                <a:lnTo>
                  <a:pt x="47976" y="158478"/>
                </a:lnTo>
                <a:lnTo>
                  <a:pt x="47976" y="158478"/>
                </a:lnTo>
                <a:lnTo>
                  <a:pt x="47975" y="158478"/>
                </a:lnTo>
                <a:lnTo>
                  <a:pt x="47974" y="158478"/>
                </a:lnTo>
                <a:lnTo>
                  <a:pt x="47973" y="158478"/>
                </a:lnTo>
                <a:lnTo>
                  <a:pt x="47972" y="158478"/>
                </a:lnTo>
                <a:lnTo>
                  <a:pt x="47971" y="158478"/>
                </a:lnTo>
                <a:lnTo>
                  <a:pt x="47970" y="158478"/>
                </a:lnTo>
                <a:lnTo>
                  <a:pt x="47969" y="158478"/>
                </a:lnTo>
                <a:lnTo>
                  <a:pt x="47968" y="158478"/>
                </a:lnTo>
                <a:lnTo>
                  <a:pt x="47967" y="158478"/>
                </a:lnTo>
                <a:lnTo>
                  <a:pt x="47966" y="158478"/>
                </a:lnTo>
                <a:lnTo>
                  <a:pt x="47965" y="158478"/>
                </a:lnTo>
                <a:lnTo>
                  <a:pt x="47964" y="158478"/>
                </a:lnTo>
                <a:lnTo>
                  <a:pt x="47963" y="158478"/>
                </a:lnTo>
                <a:lnTo>
                  <a:pt x="47962" y="158478"/>
                </a:lnTo>
                <a:lnTo>
                  <a:pt x="47961" y="158478"/>
                </a:lnTo>
                <a:lnTo>
                  <a:pt x="47960" y="158478"/>
                </a:lnTo>
                <a:lnTo>
                  <a:pt x="47960" y="158478"/>
                </a:lnTo>
                <a:lnTo>
                  <a:pt x="47959" y="158478"/>
                </a:lnTo>
                <a:lnTo>
                  <a:pt x="47958" y="158478"/>
                </a:lnTo>
                <a:lnTo>
                  <a:pt x="47957" y="158478"/>
                </a:lnTo>
                <a:lnTo>
                  <a:pt x="47956" y="158478"/>
                </a:lnTo>
                <a:lnTo>
                  <a:pt x="47955" y="158478"/>
                </a:lnTo>
                <a:lnTo>
                  <a:pt x="47954" y="158478"/>
                </a:lnTo>
                <a:lnTo>
                  <a:pt x="47953" y="158478"/>
                </a:lnTo>
                <a:lnTo>
                  <a:pt x="47952" y="158478"/>
                </a:lnTo>
                <a:lnTo>
                  <a:pt x="47951" y="158478"/>
                </a:lnTo>
                <a:lnTo>
                  <a:pt x="47950" y="158478"/>
                </a:lnTo>
                <a:lnTo>
                  <a:pt x="47949" y="158478"/>
                </a:lnTo>
                <a:lnTo>
                  <a:pt x="47948" y="158478"/>
                </a:lnTo>
                <a:lnTo>
                  <a:pt x="47947" y="158478"/>
                </a:lnTo>
                <a:lnTo>
                  <a:pt x="47946" y="158478"/>
                </a:lnTo>
                <a:lnTo>
                  <a:pt x="47945" y="158478"/>
                </a:lnTo>
                <a:lnTo>
                  <a:pt x="47944" y="158478"/>
                </a:lnTo>
                <a:lnTo>
                  <a:pt x="47944" y="158478"/>
                </a:lnTo>
                <a:lnTo>
                  <a:pt x="47943" y="158478"/>
                </a:lnTo>
                <a:lnTo>
                  <a:pt x="47942" y="158478"/>
                </a:lnTo>
                <a:lnTo>
                  <a:pt x="47941" y="158478"/>
                </a:lnTo>
                <a:lnTo>
                  <a:pt x="47940" y="158478"/>
                </a:lnTo>
                <a:lnTo>
                  <a:pt x="47939" y="158478"/>
                </a:lnTo>
                <a:lnTo>
                  <a:pt x="47938" y="158478"/>
                </a:lnTo>
                <a:lnTo>
                  <a:pt x="47937" y="158478"/>
                </a:lnTo>
                <a:lnTo>
                  <a:pt x="47936" y="158478"/>
                </a:lnTo>
                <a:lnTo>
                  <a:pt x="47935" y="158478"/>
                </a:lnTo>
                <a:lnTo>
                  <a:pt x="47934" y="158478"/>
                </a:lnTo>
                <a:lnTo>
                  <a:pt x="47933" y="158478"/>
                </a:lnTo>
                <a:lnTo>
                  <a:pt x="47932" y="158478"/>
                </a:lnTo>
                <a:lnTo>
                  <a:pt x="47931" y="158478"/>
                </a:lnTo>
                <a:lnTo>
                  <a:pt x="47930" y="158478"/>
                </a:lnTo>
                <a:lnTo>
                  <a:pt x="47929" y="158478"/>
                </a:lnTo>
                <a:lnTo>
                  <a:pt x="47928" y="158478"/>
                </a:lnTo>
                <a:lnTo>
                  <a:pt x="47928" y="158478"/>
                </a:lnTo>
                <a:lnTo>
                  <a:pt x="47927" y="158478"/>
                </a:lnTo>
                <a:lnTo>
                  <a:pt x="47926" y="158478"/>
                </a:lnTo>
                <a:lnTo>
                  <a:pt x="47925" y="158478"/>
                </a:lnTo>
                <a:lnTo>
                  <a:pt x="47924" y="158478"/>
                </a:lnTo>
                <a:lnTo>
                  <a:pt x="47923" y="158478"/>
                </a:lnTo>
                <a:lnTo>
                  <a:pt x="47922" y="158478"/>
                </a:lnTo>
                <a:lnTo>
                  <a:pt x="47921" y="158478"/>
                </a:lnTo>
                <a:lnTo>
                  <a:pt x="47920" y="158478"/>
                </a:lnTo>
                <a:lnTo>
                  <a:pt x="47919" y="158478"/>
                </a:lnTo>
                <a:lnTo>
                  <a:pt x="47918" y="158478"/>
                </a:lnTo>
                <a:lnTo>
                  <a:pt x="47917" y="158478"/>
                </a:lnTo>
                <a:lnTo>
                  <a:pt x="47916" y="158478"/>
                </a:lnTo>
                <a:lnTo>
                  <a:pt x="47915" y="158478"/>
                </a:lnTo>
                <a:lnTo>
                  <a:pt x="47914" y="158478"/>
                </a:lnTo>
                <a:lnTo>
                  <a:pt x="47913" y="158478"/>
                </a:lnTo>
                <a:lnTo>
                  <a:pt x="47913" y="158478"/>
                </a:lnTo>
                <a:lnTo>
                  <a:pt x="47912" y="158478"/>
                </a:lnTo>
                <a:lnTo>
                  <a:pt x="47911" y="158478"/>
                </a:lnTo>
                <a:lnTo>
                  <a:pt x="47910" y="158478"/>
                </a:lnTo>
                <a:lnTo>
                  <a:pt x="47909" y="158478"/>
                </a:lnTo>
                <a:lnTo>
                  <a:pt x="47908" y="158478"/>
                </a:lnTo>
                <a:lnTo>
                  <a:pt x="47907" y="158478"/>
                </a:lnTo>
                <a:lnTo>
                  <a:pt x="47906" y="158478"/>
                </a:lnTo>
                <a:lnTo>
                  <a:pt x="47905" y="158478"/>
                </a:lnTo>
                <a:lnTo>
                  <a:pt x="47904" y="158478"/>
                </a:lnTo>
                <a:lnTo>
                  <a:pt x="47903" y="158478"/>
                </a:lnTo>
                <a:lnTo>
                  <a:pt x="47902" y="158478"/>
                </a:lnTo>
                <a:lnTo>
                  <a:pt x="47901" y="158478"/>
                </a:lnTo>
                <a:lnTo>
                  <a:pt x="47900" y="158478"/>
                </a:lnTo>
                <a:lnTo>
                  <a:pt x="47899" y="158478"/>
                </a:lnTo>
                <a:lnTo>
                  <a:pt x="47898" y="158478"/>
                </a:lnTo>
                <a:lnTo>
                  <a:pt x="47897" y="158478"/>
                </a:lnTo>
                <a:lnTo>
                  <a:pt x="47897" y="158478"/>
                </a:lnTo>
                <a:lnTo>
                  <a:pt x="47896" y="158478"/>
                </a:lnTo>
                <a:lnTo>
                  <a:pt x="47895" y="158478"/>
                </a:lnTo>
                <a:lnTo>
                  <a:pt x="47894" y="158478"/>
                </a:lnTo>
                <a:lnTo>
                  <a:pt x="47893" y="158478"/>
                </a:lnTo>
                <a:lnTo>
                  <a:pt x="47892" y="158478"/>
                </a:lnTo>
                <a:lnTo>
                  <a:pt x="47891" y="158478"/>
                </a:lnTo>
                <a:lnTo>
                  <a:pt x="47890" y="158478"/>
                </a:lnTo>
                <a:lnTo>
                  <a:pt x="47889" y="158478"/>
                </a:lnTo>
                <a:lnTo>
                  <a:pt x="47888" y="158478"/>
                </a:lnTo>
                <a:lnTo>
                  <a:pt x="47887" y="158478"/>
                </a:lnTo>
                <a:lnTo>
                  <a:pt x="47886" y="158478"/>
                </a:lnTo>
                <a:lnTo>
                  <a:pt x="47885" y="158478"/>
                </a:lnTo>
                <a:lnTo>
                  <a:pt x="47884" y="158478"/>
                </a:lnTo>
                <a:lnTo>
                  <a:pt x="47883" y="158478"/>
                </a:lnTo>
                <a:lnTo>
                  <a:pt x="47882" y="158478"/>
                </a:lnTo>
                <a:lnTo>
                  <a:pt x="47881" y="158478"/>
                </a:lnTo>
                <a:lnTo>
                  <a:pt x="47881" y="158478"/>
                </a:lnTo>
                <a:lnTo>
                  <a:pt x="47880" y="158478"/>
                </a:lnTo>
                <a:lnTo>
                  <a:pt x="47879" y="158478"/>
                </a:lnTo>
                <a:lnTo>
                  <a:pt x="47878" y="158478"/>
                </a:lnTo>
                <a:lnTo>
                  <a:pt x="47877" y="158478"/>
                </a:lnTo>
                <a:lnTo>
                  <a:pt x="47876" y="158478"/>
                </a:lnTo>
                <a:lnTo>
                  <a:pt x="47875" y="158478"/>
                </a:lnTo>
                <a:lnTo>
                  <a:pt x="47874" y="158478"/>
                </a:lnTo>
                <a:lnTo>
                  <a:pt x="47873" y="158478"/>
                </a:lnTo>
                <a:lnTo>
                  <a:pt x="47872" y="158478"/>
                </a:lnTo>
                <a:lnTo>
                  <a:pt x="47871" y="158478"/>
                </a:lnTo>
                <a:lnTo>
                  <a:pt x="47870" y="158478"/>
                </a:lnTo>
                <a:lnTo>
                  <a:pt x="47869" y="158478"/>
                </a:lnTo>
                <a:lnTo>
                  <a:pt x="47868" y="158478"/>
                </a:lnTo>
                <a:lnTo>
                  <a:pt x="47867" y="158478"/>
                </a:lnTo>
                <a:lnTo>
                  <a:pt x="47866" y="158478"/>
                </a:lnTo>
                <a:lnTo>
                  <a:pt x="47866" y="158478"/>
                </a:lnTo>
                <a:lnTo>
                  <a:pt x="47865" y="158478"/>
                </a:lnTo>
                <a:lnTo>
                  <a:pt x="47864" y="158478"/>
                </a:lnTo>
                <a:lnTo>
                  <a:pt x="47863" y="158478"/>
                </a:lnTo>
                <a:lnTo>
                  <a:pt x="47862" y="158478"/>
                </a:lnTo>
                <a:lnTo>
                  <a:pt x="47861" y="158478"/>
                </a:lnTo>
                <a:lnTo>
                  <a:pt x="47860" y="158478"/>
                </a:lnTo>
                <a:lnTo>
                  <a:pt x="47859" y="158478"/>
                </a:lnTo>
                <a:lnTo>
                  <a:pt x="47858" y="158478"/>
                </a:lnTo>
                <a:lnTo>
                  <a:pt x="47857" y="158478"/>
                </a:lnTo>
                <a:lnTo>
                  <a:pt x="47856" y="158478"/>
                </a:lnTo>
                <a:lnTo>
                  <a:pt x="47855" y="158478"/>
                </a:lnTo>
                <a:lnTo>
                  <a:pt x="47854" y="158478"/>
                </a:lnTo>
                <a:lnTo>
                  <a:pt x="47853" y="158478"/>
                </a:lnTo>
                <a:lnTo>
                  <a:pt x="47852" y="158478"/>
                </a:lnTo>
                <a:lnTo>
                  <a:pt x="47851" y="158478"/>
                </a:lnTo>
                <a:lnTo>
                  <a:pt x="47851" y="158478"/>
                </a:lnTo>
                <a:lnTo>
                  <a:pt x="47850" y="158478"/>
                </a:lnTo>
                <a:lnTo>
                  <a:pt x="47849" y="158478"/>
                </a:lnTo>
                <a:lnTo>
                  <a:pt x="47848" y="158478"/>
                </a:lnTo>
                <a:lnTo>
                  <a:pt x="47847" y="158478"/>
                </a:lnTo>
                <a:lnTo>
                  <a:pt x="47846" y="158478"/>
                </a:lnTo>
                <a:lnTo>
                  <a:pt x="47845" y="158478"/>
                </a:lnTo>
                <a:lnTo>
                  <a:pt x="47844" y="158478"/>
                </a:lnTo>
                <a:lnTo>
                  <a:pt x="47843" y="158478"/>
                </a:lnTo>
                <a:lnTo>
                  <a:pt x="47842" y="158478"/>
                </a:lnTo>
                <a:lnTo>
                  <a:pt x="47841" y="158478"/>
                </a:lnTo>
                <a:lnTo>
                  <a:pt x="47840" y="158478"/>
                </a:lnTo>
                <a:lnTo>
                  <a:pt x="47839" y="158478"/>
                </a:lnTo>
                <a:lnTo>
                  <a:pt x="47838" y="158478"/>
                </a:lnTo>
                <a:lnTo>
                  <a:pt x="47837" y="158478"/>
                </a:lnTo>
                <a:lnTo>
                  <a:pt x="47836" y="158478"/>
                </a:lnTo>
                <a:lnTo>
                  <a:pt x="47835" y="158478"/>
                </a:lnTo>
                <a:lnTo>
                  <a:pt x="47835" y="158478"/>
                </a:lnTo>
                <a:lnTo>
                  <a:pt x="47834" y="158478"/>
                </a:lnTo>
                <a:lnTo>
                  <a:pt x="47833" y="158478"/>
                </a:lnTo>
                <a:lnTo>
                  <a:pt x="47832" y="158478"/>
                </a:lnTo>
                <a:lnTo>
                  <a:pt x="47831" y="158478"/>
                </a:lnTo>
                <a:lnTo>
                  <a:pt x="47830" y="158478"/>
                </a:lnTo>
                <a:lnTo>
                  <a:pt x="47829" y="158478"/>
                </a:lnTo>
                <a:lnTo>
                  <a:pt x="47828" y="158478"/>
                </a:lnTo>
                <a:lnTo>
                  <a:pt x="47827" y="158478"/>
                </a:lnTo>
                <a:lnTo>
                  <a:pt x="47826" y="158478"/>
                </a:lnTo>
                <a:lnTo>
                  <a:pt x="47825" y="158478"/>
                </a:lnTo>
                <a:lnTo>
                  <a:pt x="47824" y="158478"/>
                </a:lnTo>
                <a:lnTo>
                  <a:pt x="47823" y="158478"/>
                </a:lnTo>
                <a:lnTo>
                  <a:pt x="47822" y="158478"/>
                </a:lnTo>
                <a:lnTo>
                  <a:pt x="47821" y="158478"/>
                </a:lnTo>
                <a:lnTo>
                  <a:pt x="47820" y="158478"/>
                </a:lnTo>
                <a:lnTo>
                  <a:pt x="47820" y="158478"/>
                </a:lnTo>
                <a:lnTo>
                  <a:pt x="47819" y="158478"/>
                </a:lnTo>
                <a:lnTo>
                  <a:pt x="47818" y="158478"/>
                </a:lnTo>
                <a:lnTo>
                  <a:pt x="47817" y="158478"/>
                </a:lnTo>
                <a:lnTo>
                  <a:pt x="47816" y="158478"/>
                </a:lnTo>
                <a:lnTo>
                  <a:pt x="47815" y="158478"/>
                </a:lnTo>
                <a:lnTo>
                  <a:pt x="47814" y="158478"/>
                </a:lnTo>
                <a:lnTo>
                  <a:pt x="47813" y="158478"/>
                </a:lnTo>
                <a:lnTo>
                  <a:pt x="47812" y="158478"/>
                </a:lnTo>
                <a:lnTo>
                  <a:pt x="47811" y="158478"/>
                </a:lnTo>
                <a:lnTo>
                  <a:pt x="47810" y="158478"/>
                </a:lnTo>
                <a:lnTo>
                  <a:pt x="47809" y="158478"/>
                </a:lnTo>
                <a:lnTo>
                  <a:pt x="47808" y="158478"/>
                </a:lnTo>
                <a:lnTo>
                  <a:pt x="47807" y="158478"/>
                </a:lnTo>
                <a:lnTo>
                  <a:pt x="47806" y="158478"/>
                </a:lnTo>
                <a:lnTo>
                  <a:pt x="47805" y="158478"/>
                </a:lnTo>
                <a:lnTo>
                  <a:pt x="47805" y="158478"/>
                </a:lnTo>
                <a:lnTo>
                  <a:pt x="47804" y="158478"/>
                </a:lnTo>
                <a:lnTo>
                  <a:pt x="47803" y="158478"/>
                </a:lnTo>
                <a:lnTo>
                  <a:pt x="47802" y="158478"/>
                </a:lnTo>
                <a:lnTo>
                  <a:pt x="47801" y="158478"/>
                </a:lnTo>
                <a:lnTo>
                  <a:pt x="47800" y="158478"/>
                </a:lnTo>
                <a:lnTo>
                  <a:pt x="47799" y="158478"/>
                </a:lnTo>
                <a:lnTo>
                  <a:pt x="47798" y="158478"/>
                </a:lnTo>
                <a:lnTo>
                  <a:pt x="47797" y="158478"/>
                </a:lnTo>
                <a:lnTo>
                  <a:pt x="47796" y="158478"/>
                </a:lnTo>
                <a:lnTo>
                  <a:pt x="47795" y="158478"/>
                </a:lnTo>
                <a:lnTo>
                  <a:pt x="47794" y="158478"/>
                </a:lnTo>
                <a:lnTo>
                  <a:pt x="47793" y="158478"/>
                </a:lnTo>
                <a:lnTo>
                  <a:pt x="47792" y="158478"/>
                </a:lnTo>
                <a:lnTo>
                  <a:pt x="47791" y="158478"/>
                </a:lnTo>
                <a:lnTo>
                  <a:pt x="47790" y="158478"/>
                </a:lnTo>
                <a:lnTo>
                  <a:pt x="47790" y="158478"/>
                </a:lnTo>
                <a:lnTo>
                  <a:pt x="47789" y="158478"/>
                </a:lnTo>
                <a:lnTo>
                  <a:pt x="47788" y="158478"/>
                </a:lnTo>
                <a:lnTo>
                  <a:pt x="47787" y="158478"/>
                </a:lnTo>
                <a:lnTo>
                  <a:pt x="47786" y="158478"/>
                </a:lnTo>
                <a:lnTo>
                  <a:pt x="47785" y="158478"/>
                </a:lnTo>
                <a:lnTo>
                  <a:pt x="47784" y="158478"/>
                </a:lnTo>
                <a:lnTo>
                  <a:pt x="47783" y="158478"/>
                </a:lnTo>
                <a:lnTo>
                  <a:pt x="47782" y="158478"/>
                </a:lnTo>
                <a:lnTo>
                  <a:pt x="47781" y="158478"/>
                </a:lnTo>
                <a:lnTo>
                  <a:pt x="47780" y="158478"/>
                </a:lnTo>
                <a:lnTo>
                  <a:pt x="47779" y="158478"/>
                </a:lnTo>
                <a:lnTo>
                  <a:pt x="47778" y="158478"/>
                </a:lnTo>
                <a:lnTo>
                  <a:pt x="47777" y="158478"/>
                </a:lnTo>
                <a:lnTo>
                  <a:pt x="47776" y="158478"/>
                </a:lnTo>
                <a:lnTo>
                  <a:pt x="47775" y="158478"/>
                </a:lnTo>
                <a:lnTo>
                  <a:pt x="47775" y="158478"/>
                </a:lnTo>
                <a:lnTo>
                  <a:pt x="47774" y="158478"/>
                </a:lnTo>
                <a:lnTo>
                  <a:pt x="47773" y="158478"/>
                </a:lnTo>
                <a:lnTo>
                  <a:pt x="47772" y="158478"/>
                </a:lnTo>
                <a:lnTo>
                  <a:pt x="47771" y="158478"/>
                </a:lnTo>
                <a:lnTo>
                  <a:pt x="47770" y="158478"/>
                </a:lnTo>
                <a:lnTo>
                  <a:pt x="47769" y="158478"/>
                </a:lnTo>
                <a:lnTo>
                  <a:pt x="47768" y="158478"/>
                </a:lnTo>
                <a:lnTo>
                  <a:pt x="47767" y="158478"/>
                </a:lnTo>
                <a:lnTo>
                  <a:pt x="47766" y="158478"/>
                </a:lnTo>
                <a:lnTo>
                  <a:pt x="47765" y="158478"/>
                </a:lnTo>
                <a:lnTo>
                  <a:pt x="47764" y="158478"/>
                </a:lnTo>
                <a:lnTo>
                  <a:pt x="47763" y="158478"/>
                </a:lnTo>
                <a:lnTo>
                  <a:pt x="47762" y="158478"/>
                </a:lnTo>
                <a:lnTo>
                  <a:pt x="47761" y="158478"/>
                </a:lnTo>
                <a:lnTo>
                  <a:pt x="47760" y="158478"/>
                </a:lnTo>
                <a:lnTo>
                  <a:pt x="47760" y="158478"/>
                </a:lnTo>
                <a:lnTo>
                  <a:pt x="47759" y="158478"/>
                </a:lnTo>
                <a:lnTo>
                  <a:pt x="47758" y="158478"/>
                </a:lnTo>
                <a:lnTo>
                  <a:pt x="47757" y="158478"/>
                </a:lnTo>
                <a:lnTo>
                  <a:pt x="47756" y="158478"/>
                </a:lnTo>
                <a:lnTo>
                  <a:pt x="47755" y="158478"/>
                </a:lnTo>
                <a:lnTo>
                  <a:pt x="47754" y="158478"/>
                </a:lnTo>
                <a:lnTo>
                  <a:pt x="47753" y="158478"/>
                </a:lnTo>
                <a:lnTo>
                  <a:pt x="47752" y="158478"/>
                </a:lnTo>
                <a:lnTo>
                  <a:pt x="47751" y="158478"/>
                </a:lnTo>
                <a:lnTo>
                  <a:pt x="47750" y="158478"/>
                </a:lnTo>
                <a:lnTo>
                  <a:pt x="47749" y="158478"/>
                </a:lnTo>
                <a:lnTo>
                  <a:pt x="47748" y="158478"/>
                </a:lnTo>
                <a:lnTo>
                  <a:pt x="47747" y="158478"/>
                </a:lnTo>
                <a:lnTo>
                  <a:pt x="47746" y="158478"/>
                </a:lnTo>
                <a:lnTo>
                  <a:pt x="47745" y="158478"/>
                </a:lnTo>
                <a:lnTo>
                  <a:pt x="47745" y="158478"/>
                </a:lnTo>
                <a:lnTo>
                  <a:pt x="47744" y="158478"/>
                </a:lnTo>
                <a:lnTo>
                  <a:pt x="47743" y="158478"/>
                </a:lnTo>
                <a:lnTo>
                  <a:pt x="47742" y="158478"/>
                </a:lnTo>
                <a:lnTo>
                  <a:pt x="47741" y="158478"/>
                </a:lnTo>
                <a:lnTo>
                  <a:pt x="47740" y="158478"/>
                </a:lnTo>
                <a:lnTo>
                  <a:pt x="47739" y="158478"/>
                </a:lnTo>
                <a:lnTo>
                  <a:pt x="47738" y="158478"/>
                </a:lnTo>
                <a:lnTo>
                  <a:pt x="47737" y="158478"/>
                </a:lnTo>
                <a:lnTo>
                  <a:pt x="47736" y="158478"/>
                </a:lnTo>
                <a:lnTo>
                  <a:pt x="47735" y="158478"/>
                </a:lnTo>
                <a:lnTo>
                  <a:pt x="47734" y="158478"/>
                </a:lnTo>
                <a:lnTo>
                  <a:pt x="47733" y="158478"/>
                </a:lnTo>
                <a:lnTo>
                  <a:pt x="47732" y="158478"/>
                </a:lnTo>
                <a:lnTo>
                  <a:pt x="47731" y="158478"/>
                </a:lnTo>
                <a:lnTo>
                  <a:pt x="47730" y="158478"/>
                </a:lnTo>
                <a:lnTo>
                  <a:pt x="47730" y="158478"/>
                </a:lnTo>
                <a:lnTo>
                  <a:pt x="47729" y="158478"/>
                </a:lnTo>
                <a:lnTo>
                  <a:pt x="47728" y="158478"/>
                </a:lnTo>
                <a:lnTo>
                  <a:pt x="47727" y="158478"/>
                </a:lnTo>
                <a:lnTo>
                  <a:pt x="47726" y="158478"/>
                </a:lnTo>
                <a:lnTo>
                  <a:pt x="47725" y="158478"/>
                </a:lnTo>
                <a:lnTo>
                  <a:pt x="47724" y="158478"/>
                </a:lnTo>
                <a:lnTo>
                  <a:pt x="47723" y="158478"/>
                </a:lnTo>
                <a:lnTo>
                  <a:pt x="47722" y="158478"/>
                </a:lnTo>
                <a:lnTo>
                  <a:pt x="47721" y="158478"/>
                </a:lnTo>
                <a:lnTo>
                  <a:pt x="47720" y="158478"/>
                </a:lnTo>
                <a:lnTo>
                  <a:pt x="47719" y="158478"/>
                </a:lnTo>
                <a:lnTo>
                  <a:pt x="47718" y="158478"/>
                </a:lnTo>
                <a:lnTo>
                  <a:pt x="47717" y="158478"/>
                </a:lnTo>
                <a:lnTo>
                  <a:pt x="47716" y="158478"/>
                </a:lnTo>
                <a:lnTo>
                  <a:pt x="47715" y="158478"/>
                </a:lnTo>
                <a:lnTo>
                  <a:pt x="47715" y="158478"/>
                </a:lnTo>
                <a:lnTo>
                  <a:pt x="47714" y="158478"/>
                </a:lnTo>
                <a:lnTo>
                  <a:pt x="47713" y="158478"/>
                </a:lnTo>
                <a:lnTo>
                  <a:pt x="47712" y="158478"/>
                </a:lnTo>
                <a:lnTo>
                  <a:pt x="47711" y="158478"/>
                </a:lnTo>
                <a:lnTo>
                  <a:pt x="47710" y="158478"/>
                </a:lnTo>
                <a:lnTo>
                  <a:pt x="47709" y="158478"/>
                </a:lnTo>
                <a:lnTo>
                  <a:pt x="47708" y="158478"/>
                </a:lnTo>
                <a:lnTo>
                  <a:pt x="47707" y="158478"/>
                </a:lnTo>
                <a:lnTo>
                  <a:pt x="47706" y="158478"/>
                </a:lnTo>
                <a:lnTo>
                  <a:pt x="47705" y="158478"/>
                </a:lnTo>
                <a:lnTo>
                  <a:pt x="47704" y="158478"/>
                </a:lnTo>
                <a:lnTo>
                  <a:pt x="47703" y="158478"/>
                </a:lnTo>
                <a:lnTo>
                  <a:pt x="47702" y="158478"/>
                </a:lnTo>
                <a:lnTo>
                  <a:pt x="47701" y="158478"/>
                </a:lnTo>
                <a:lnTo>
                  <a:pt x="47700" y="158478"/>
                </a:lnTo>
                <a:lnTo>
                  <a:pt x="47700" y="158478"/>
                </a:lnTo>
                <a:lnTo>
                  <a:pt x="47699" y="158478"/>
                </a:lnTo>
                <a:lnTo>
                  <a:pt x="47698" y="158478"/>
                </a:lnTo>
                <a:lnTo>
                  <a:pt x="47697" y="158478"/>
                </a:lnTo>
                <a:lnTo>
                  <a:pt x="47696" y="158478"/>
                </a:lnTo>
                <a:lnTo>
                  <a:pt x="47695" y="158478"/>
                </a:lnTo>
                <a:lnTo>
                  <a:pt x="47694" y="158478"/>
                </a:lnTo>
                <a:lnTo>
                  <a:pt x="47693" y="158478"/>
                </a:lnTo>
                <a:lnTo>
                  <a:pt x="47692" y="158478"/>
                </a:lnTo>
                <a:lnTo>
                  <a:pt x="47691" y="158478"/>
                </a:lnTo>
                <a:lnTo>
                  <a:pt x="47690" y="158478"/>
                </a:lnTo>
                <a:lnTo>
                  <a:pt x="47689" y="158478"/>
                </a:lnTo>
                <a:lnTo>
                  <a:pt x="47688" y="158478"/>
                </a:lnTo>
                <a:lnTo>
                  <a:pt x="47687" y="158478"/>
                </a:lnTo>
                <a:lnTo>
                  <a:pt x="47686" y="158478"/>
                </a:lnTo>
                <a:lnTo>
                  <a:pt x="47686" y="158478"/>
                </a:lnTo>
                <a:lnTo>
                  <a:pt x="47685" y="158478"/>
                </a:lnTo>
                <a:lnTo>
                  <a:pt x="47684" y="158478"/>
                </a:lnTo>
                <a:lnTo>
                  <a:pt x="47683" y="158478"/>
                </a:lnTo>
                <a:lnTo>
                  <a:pt x="47682" y="158478"/>
                </a:lnTo>
                <a:lnTo>
                  <a:pt x="47681" y="158478"/>
                </a:lnTo>
                <a:lnTo>
                  <a:pt x="47680" y="158478"/>
                </a:lnTo>
                <a:lnTo>
                  <a:pt x="47679" y="158478"/>
                </a:lnTo>
                <a:lnTo>
                  <a:pt x="47678" y="158478"/>
                </a:lnTo>
                <a:lnTo>
                  <a:pt x="47677" y="158478"/>
                </a:lnTo>
                <a:lnTo>
                  <a:pt x="47676" y="158478"/>
                </a:lnTo>
                <a:lnTo>
                  <a:pt x="47675" y="158478"/>
                </a:lnTo>
                <a:lnTo>
                  <a:pt x="47674" y="158478"/>
                </a:lnTo>
                <a:lnTo>
                  <a:pt x="47673" y="158478"/>
                </a:lnTo>
                <a:lnTo>
                  <a:pt x="47672" y="158478"/>
                </a:lnTo>
                <a:lnTo>
                  <a:pt x="47671" y="158478"/>
                </a:lnTo>
                <a:lnTo>
                  <a:pt x="47671" y="158478"/>
                </a:lnTo>
                <a:lnTo>
                  <a:pt x="47670" y="158478"/>
                </a:lnTo>
                <a:lnTo>
                  <a:pt x="47669" y="158478"/>
                </a:lnTo>
                <a:lnTo>
                  <a:pt x="47668" y="158478"/>
                </a:lnTo>
                <a:lnTo>
                  <a:pt x="47667" y="158478"/>
                </a:lnTo>
                <a:lnTo>
                  <a:pt x="47666" y="158478"/>
                </a:lnTo>
                <a:lnTo>
                  <a:pt x="47665" y="158478"/>
                </a:lnTo>
                <a:lnTo>
                  <a:pt x="47664" y="158478"/>
                </a:lnTo>
                <a:lnTo>
                  <a:pt x="47663" y="158478"/>
                </a:lnTo>
                <a:lnTo>
                  <a:pt x="47662" y="158478"/>
                </a:lnTo>
                <a:lnTo>
                  <a:pt x="47661" y="158478"/>
                </a:lnTo>
                <a:lnTo>
                  <a:pt x="47660" y="158478"/>
                </a:lnTo>
                <a:lnTo>
                  <a:pt x="47659" y="158478"/>
                </a:lnTo>
                <a:lnTo>
                  <a:pt x="47658" y="158478"/>
                </a:lnTo>
                <a:lnTo>
                  <a:pt x="47657" y="158478"/>
                </a:lnTo>
                <a:lnTo>
                  <a:pt x="47657" y="158478"/>
                </a:lnTo>
                <a:lnTo>
                  <a:pt x="47656" y="158478"/>
                </a:lnTo>
                <a:lnTo>
                  <a:pt x="47655" y="158478"/>
                </a:lnTo>
                <a:lnTo>
                  <a:pt x="47654" y="158478"/>
                </a:lnTo>
                <a:lnTo>
                  <a:pt x="47653" y="158478"/>
                </a:lnTo>
                <a:lnTo>
                  <a:pt x="47652" y="158478"/>
                </a:lnTo>
                <a:lnTo>
                  <a:pt x="47651" y="158478"/>
                </a:lnTo>
                <a:lnTo>
                  <a:pt x="47650" y="158478"/>
                </a:lnTo>
                <a:lnTo>
                  <a:pt x="47649" y="158478"/>
                </a:lnTo>
                <a:lnTo>
                  <a:pt x="47648" y="158478"/>
                </a:lnTo>
                <a:lnTo>
                  <a:pt x="47647" y="158478"/>
                </a:lnTo>
                <a:lnTo>
                  <a:pt x="47646" y="158478"/>
                </a:lnTo>
                <a:lnTo>
                  <a:pt x="47645" y="158478"/>
                </a:lnTo>
                <a:lnTo>
                  <a:pt x="47644" y="158478"/>
                </a:lnTo>
                <a:lnTo>
                  <a:pt x="47643" y="158478"/>
                </a:lnTo>
                <a:lnTo>
                  <a:pt x="47642" y="158478"/>
                </a:lnTo>
                <a:lnTo>
                  <a:pt x="47642" y="158478"/>
                </a:lnTo>
                <a:lnTo>
                  <a:pt x="47641" y="158478"/>
                </a:lnTo>
                <a:lnTo>
                  <a:pt x="47640" y="158478"/>
                </a:lnTo>
                <a:lnTo>
                  <a:pt x="47639" y="158478"/>
                </a:lnTo>
                <a:lnTo>
                  <a:pt x="47638" y="158478"/>
                </a:lnTo>
                <a:lnTo>
                  <a:pt x="47637" y="158478"/>
                </a:lnTo>
                <a:lnTo>
                  <a:pt x="47636" y="158478"/>
                </a:lnTo>
                <a:lnTo>
                  <a:pt x="47635" y="158478"/>
                </a:lnTo>
                <a:lnTo>
                  <a:pt x="47634" y="158478"/>
                </a:lnTo>
                <a:lnTo>
                  <a:pt x="47633" y="158478"/>
                </a:lnTo>
                <a:lnTo>
                  <a:pt x="47632" y="158478"/>
                </a:lnTo>
                <a:lnTo>
                  <a:pt x="47631" y="158478"/>
                </a:lnTo>
                <a:lnTo>
                  <a:pt x="47630" y="158478"/>
                </a:lnTo>
                <a:lnTo>
                  <a:pt x="47629" y="158478"/>
                </a:lnTo>
                <a:lnTo>
                  <a:pt x="47628" y="158478"/>
                </a:lnTo>
                <a:lnTo>
                  <a:pt x="47628" y="158478"/>
                </a:lnTo>
                <a:lnTo>
                  <a:pt x="47627" y="158478"/>
                </a:lnTo>
                <a:lnTo>
                  <a:pt x="47626" y="158478"/>
                </a:lnTo>
                <a:lnTo>
                  <a:pt x="47625" y="158478"/>
                </a:lnTo>
                <a:lnTo>
                  <a:pt x="47624" y="158478"/>
                </a:lnTo>
                <a:lnTo>
                  <a:pt x="47623" y="158478"/>
                </a:lnTo>
                <a:lnTo>
                  <a:pt x="47622" y="158478"/>
                </a:lnTo>
                <a:lnTo>
                  <a:pt x="47621" y="158478"/>
                </a:lnTo>
                <a:lnTo>
                  <a:pt x="47620" y="158478"/>
                </a:lnTo>
                <a:lnTo>
                  <a:pt x="47619" y="158478"/>
                </a:lnTo>
                <a:lnTo>
                  <a:pt x="47618" y="158478"/>
                </a:lnTo>
                <a:lnTo>
                  <a:pt x="47617" y="158478"/>
                </a:lnTo>
                <a:lnTo>
                  <a:pt x="47616" y="158478"/>
                </a:lnTo>
                <a:lnTo>
                  <a:pt x="47615" y="158478"/>
                </a:lnTo>
                <a:lnTo>
                  <a:pt x="47614" y="158478"/>
                </a:lnTo>
                <a:lnTo>
                  <a:pt x="47614" y="158478"/>
                </a:lnTo>
                <a:lnTo>
                  <a:pt x="47613" y="158478"/>
                </a:lnTo>
                <a:lnTo>
                  <a:pt x="47612" y="158478"/>
                </a:lnTo>
                <a:lnTo>
                  <a:pt x="47611" y="158478"/>
                </a:lnTo>
                <a:lnTo>
                  <a:pt x="47610" y="158478"/>
                </a:lnTo>
                <a:lnTo>
                  <a:pt x="47609" y="158478"/>
                </a:lnTo>
                <a:lnTo>
                  <a:pt x="47608" y="158478"/>
                </a:lnTo>
                <a:lnTo>
                  <a:pt x="47607" y="158478"/>
                </a:lnTo>
                <a:lnTo>
                  <a:pt x="47606" y="158478"/>
                </a:lnTo>
                <a:lnTo>
                  <a:pt x="47605" y="158478"/>
                </a:lnTo>
                <a:lnTo>
                  <a:pt x="47604" y="158478"/>
                </a:lnTo>
                <a:lnTo>
                  <a:pt x="47603" y="158478"/>
                </a:lnTo>
                <a:lnTo>
                  <a:pt x="47602" y="158478"/>
                </a:lnTo>
                <a:lnTo>
                  <a:pt x="47601" y="158478"/>
                </a:lnTo>
                <a:lnTo>
                  <a:pt x="47600" y="158478"/>
                </a:lnTo>
                <a:lnTo>
                  <a:pt x="47600" y="158478"/>
                </a:lnTo>
                <a:lnTo>
                  <a:pt x="47599" y="158478"/>
                </a:lnTo>
                <a:lnTo>
                  <a:pt x="47598" y="158478"/>
                </a:lnTo>
                <a:lnTo>
                  <a:pt x="47597" y="158478"/>
                </a:lnTo>
                <a:lnTo>
                  <a:pt x="47596" y="158478"/>
                </a:lnTo>
                <a:lnTo>
                  <a:pt x="47595" y="158478"/>
                </a:lnTo>
                <a:lnTo>
                  <a:pt x="47594" y="158478"/>
                </a:lnTo>
                <a:lnTo>
                  <a:pt x="47593" y="158478"/>
                </a:lnTo>
                <a:lnTo>
                  <a:pt x="47592" y="158478"/>
                </a:lnTo>
                <a:lnTo>
                  <a:pt x="47591" y="158478"/>
                </a:lnTo>
                <a:lnTo>
                  <a:pt x="47590" y="158478"/>
                </a:lnTo>
                <a:lnTo>
                  <a:pt x="47589" y="158478"/>
                </a:lnTo>
                <a:lnTo>
                  <a:pt x="47588" y="158478"/>
                </a:lnTo>
                <a:lnTo>
                  <a:pt x="47587" y="158478"/>
                </a:lnTo>
                <a:lnTo>
                  <a:pt x="47586" y="158478"/>
                </a:lnTo>
                <a:lnTo>
                  <a:pt x="47586" y="158478"/>
                </a:lnTo>
                <a:lnTo>
                  <a:pt x="47585" y="158478"/>
                </a:lnTo>
                <a:lnTo>
                  <a:pt x="47584" y="158478"/>
                </a:lnTo>
                <a:lnTo>
                  <a:pt x="47583" y="158478"/>
                </a:lnTo>
                <a:lnTo>
                  <a:pt x="47582" y="158478"/>
                </a:lnTo>
                <a:lnTo>
                  <a:pt x="47581" y="158478"/>
                </a:lnTo>
                <a:lnTo>
                  <a:pt x="47580" y="158478"/>
                </a:lnTo>
                <a:lnTo>
                  <a:pt x="47579" y="158478"/>
                </a:lnTo>
                <a:lnTo>
                  <a:pt x="47578" y="158478"/>
                </a:lnTo>
                <a:lnTo>
                  <a:pt x="47577" y="158478"/>
                </a:lnTo>
                <a:lnTo>
                  <a:pt x="47576" y="158478"/>
                </a:lnTo>
                <a:lnTo>
                  <a:pt x="47575" y="158478"/>
                </a:lnTo>
                <a:lnTo>
                  <a:pt x="47574" y="158478"/>
                </a:lnTo>
                <a:lnTo>
                  <a:pt x="47573" y="158478"/>
                </a:lnTo>
                <a:lnTo>
                  <a:pt x="47572" y="158478"/>
                </a:lnTo>
                <a:lnTo>
                  <a:pt x="47572" y="158478"/>
                </a:lnTo>
                <a:lnTo>
                  <a:pt x="47571" y="158478"/>
                </a:lnTo>
                <a:lnTo>
                  <a:pt x="47570" y="158478"/>
                </a:lnTo>
                <a:lnTo>
                  <a:pt x="47569" y="158478"/>
                </a:lnTo>
                <a:lnTo>
                  <a:pt x="47568" y="158478"/>
                </a:lnTo>
                <a:lnTo>
                  <a:pt x="47567" y="158478"/>
                </a:lnTo>
                <a:lnTo>
                  <a:pt x="47566" y="158478"/>
                </a:lnTo>
                <a:lnTo>
                  <a:pt x="47565" y="158478"/>
                </a:lnTo>
                <a:lnTo>
                  <a:pt x="47564" y="158478"/>
                </a:lnTo>
                <a:lnTo>
                  <a:pt x="47563" y="158478"/>
                </a:lnTo>
                <a:lnTo>
                  <a:pt x="47562" y="158478"/>
                </a:lnTo>
                <a:lnTo>
                  <a:pt x="47561" y="158478"/>
                </a:lnTo>
                <a:lnTo>
                  <a:pt x="47560" y="158478"/>
                </a:lnTo>
                <a:lnTo>
                  <a:pt x="47559" y="158478"/>
                </a:lnTo>
                <a:lnTo>
                  <a:pt x="47558" y="158478"/>
                </a:lnTo>
                <a:lnTo>
                  <a:pt x="47558" y="158478"/>
                </a:lnTo>
                <a:lnTo>
                  <a:pt x="47557" y="158478"/>
                </a:lnTo>
                <a:lnTo>
                  <a:pt x="47556" y="158478"/>
                </a:lnTo>
                <a:lnTo>
                  <a:pt x="47555" y="158478"/>
                </a:lnTo>
                <a:lnTo>
                  <a:pt x="47554" y="158478"/>
                </a:lnTo>
                <a:lnTo>
                  <a:pt x="47553" y="158478"/>
                </a:lnTo>
                <a:lnTo>
                  <a:pt x="47552" y="158478"/>
                </a:lnTo>
                <a:lnTo>
                  <a:pt x="47551" y="158478"/>
                </a:lnTo>
                <a:lnTo>
                  <a:pt x="47550" y="158478"/>
                </a:lnTo>
                <a:lnTo>
                  <a:pt x="47549" y="158478"/>
                </a:lnTo>
                <a:lnTo>
                  <a:pt x="47548" y="158478"/>
                </a:lnTo>
                <a:lnTo>
                  <a:pt x="47547" y="158478"/>
                </a:lnTo>
                <a:lnTo>
                  <a:pt x="47546" y="158478"/>
                </a:lnTo>
                <a:lnTo>
                  <a:pt x="47545" y="158478"/>
                </a:lnTo>
                <a:lnTo>
                  <a:pt x="47545" y="158478"/>
                </a:lnTo>
                <a:lnTo>
                  <a:pt x="47544" y="158478"/>
                </a:lnTo>
                <a:lnTo>
                  <a:pt x="47543" y="158478"/>
                </a:lnTo>
                <a:lnTo>
                  <a:pt x="47542" y="158478"/>
                </a:lnTo>
                <a:lnTo>
                  <a:pt x="47541" y="158478"/>
                </a:lnTo>
                <a:lnTo>
                  <a:pt x="47540" y="158478"/>
                </a:lnTo>
                <a:lnTo>
                  <a:pt x="47539" y="158478"/>
                </a:lnTo>
                <a:lnTo>
                  <a:pt x="47538" y="158478"/>
                </a:lnTo>
                <a:lnTo>
                  <a:pt x="47537" y="158478"/>
                </a:lnTo>
                <a:lnTo>
                  <a:pt x="47536" y="158478"/>
                </a:lnTo>
                <a:lnTo>
                  <a:pt x="47535" y="158478"/>
                </a:lnTo>
                <a:lnTo>
                  <a:pt x="47534" y="158478"/>
                </a:lnTo>
                <a:lnTo>
                  <a:pt x="47533" y="158478"/>
                </a:lnTo>
                <a:lnTo>
                  <a:pt x="47532" y="158478"/>
                </a:lnTo>
                <a:lnTo>
                  <a:pt x="47531" y="158478"/>
                </a:lnTo>
                <a:lnTo>
                  <a:pt x="47531" y="158478"/>
                </a:lnTo>
                <a:lnTo>
                  <a:pt x="47530" y="158478"/>
                </a:lnTo>
                <a:lnTo>
                  <a:pt x="47529" y="158478"/>
                </a:lnTo>
                <a:lnTo>
                  <a:pt x="47528" y="158478"/>
                </a:lnTo>
                <a:lnTo>
                  <a:pt x="47527" y="158478"/>
                </a:lnTo>
                <a:lnTo>
                  <a:pt x="47526" y="158478"/>
                </a:lnTo>
                <a:lnTo>
                  <a:pt x="47525" y="158478"/>
                </a:lnTo>
                <a:lnTo>
                  <a:pt x="47524" y="158478"/>
                </a:lnTo>
                <a:lnTo>
                  <a:pt x="47523" y="158478"/>
                </a:lnTo>
                <a:lnTo>
                  <a:pt x="47522" y="158478"/>
                </a:lnTo>
                <a:lnTo>
                  <a:pt x="47521" y="158478"/>
                </a:lnTo>
                <a:lnTo>
                  <a:pt x="47520" y="158478"/>
                </a:lnTo>
                <a:lnTo>
                  <a:pt x="47519" y="158478"/>
                </a:lnTo>
                <a:lnTo>
                  <a:pt x="47518" y="158478"/>
                </a:lnTo>
                <a:lnTo>
                  <a:pt x="47517" y="158478"/>
                </a:lnTo>
                <a:lnTo>
                  <a:pt x="47517" y="158478"/>
                </a:lnTo>
                <a:lnTo>
                  <a:pt x="47516" y="158478"/>
                </a:lnTo>
                <a:lnTo>
                  <a:pt x="47515" y="158478"/>
                </a:lnTo>
                <a:lnTo>
                  <a:pt x="47514" y="158478"/>
                </a:lnTo>
                <a:lnTo>
                  <a:pt x="47513" y="158478"/>
                </a:lnTo>
                <a:lnTo>
                  <a:pt x="47512" y="158478"/>
                </a:lnTo>
                <a:lnTo>
                  <a:pt x="47511" y="158478"/>
                </a:lnTo>
                <a:lnTo>
                  <a:pt x="47510" y="158478"/>
                </a:lnTo>
                <a:lnTo>
                  <a:pt x="47509" y="158478"/>
                </a:lnTo>
                <a:lnTo>
                  <a:pt x="47508" y="158478"/>
                </a:lnTo>
                <a:lnTo>
                  <a:pt x="47507" y="158478"/>
                </a:lnTo>
                <a:lnTo>
                  <a:pt x="47506" y="158478"/>
                </a:lnTo>
                <a:lnTo>
                  <a:pt x="47505" y="158478"/>
                </a:lnTo>
                <a:lnTo>
                  <a:pt x="47504" y="158478"/>
                </a:lnTo>
                <a:lnTo>
                  <a:pt x="47504" y="158478"/>
                </a:lnTo>
                <a:lnTo>
                  <a:pt x="47503" y="158478"/>
                </a:lnTo>
                <a:lnTo>
                  <a:pt x="47502" y="158478"/>
                </a:lnTo>
                <a:lnTo>
                  <a:pt x="47501" y="158478"/>
                </a:lnTo>
                <a:lnTo>
                  <a:pt x="47500" y="158478"/>
                </a:lnTo>
                <a:lnTo>
                  <a:pt x="47499" y="158478"/>
                </a:lnTo>
                <a:lnTo>
                  <a:pt x="47498" y="158478"/>
                </a:lnTo>
                <a:lnTo>
                  <a:pt x="47497" y="158478"/>
                </a:lnTo>
                <a:lnTo>
                  <a:pt x="47496" y="158478"/>
                </a:lnTo>
                <a:lnTo>
                  <a:pt x="47495" y="158478"/>
                </a:lnTo>
                <a:lnTo>
                  <a:pt x="47494" y="158478"/>
                </a:lnTo>
                <a:lnTo>
                  <a:pt x="47493" y="158478"/>
                </a:lnTo>
                <a:lnTo>
                  <a:pt x="47492" y="158478"/>
                </a:lnTo>
                <a:lnTo>
                  <a:pt x="47491" y="158478"/>
                </a:lnTo>
                <a:lnTo>
                  <a:pt x="47491" y="158478"/>
                </a:lnTo>
                <a:lnTo>
                  <a:pt x="47490" y="158478"/>
                </a:lnTo>
                <a:lnTo>
                  <a:pt x="47489" y="158478"/>
                </a:lnTo>
                <a:lnTo>
                  <a:pt x="47488" y="158478"/>
                </a:lnTo>
                <a:lnTo>
                  <a:pt x="47487" y="158478"/>
                </a:lnTo>
                <a:lnTo>
                  <a:pt x="47486" y="158478"/>
                </a:lnTo>
                <a:lnTo>
                  <a:pt x="47485" y="158478"/>
                </a:lnTo>
                <a:lnTo>
                  <a:pt x="47484" y="158478"/>
                </a:lnTo>
                <a:lnTo>
                  <a:pt x="47483" y="158478"/>
                </a:lnTo>
                <a:lnTo>
                  <a:pt x="47482" y="158478"/>
                </a:lnTo>
                <a:lnTo>
                  <a:pt x="47481" y="158478"/>
                </a:lnTo>
                <a:lnTo>
                  <a:pt x="47480" y="158478"/>
                </a:lnTo>
                <a:lnTo>
                  <a:pt x="47479" y="158478"/>
                </a:lnTo>
                <a:lnTo>
                  <a:pt x="47478" y="158478"/>
                </a:lnTo>
                <a:lnTo>
                  <a:pt x="47478" y="158478"/>
                </a:lnTo>
                <a:lnTo>
                  <a:pt x="47477" y="158478"/>
                </a:lnTo>
                <a:lnTo>
                  <a:pt x="47476" y="158478"/>
                </a:lnTo>
                <a:lnTo>
                  <a:pt x="47475" y="158478"/>
                </a:lnTo>
                <a:lnTo>
                  <a:pt x="47474" y="158478"/>
                </a:lnTo>
                <a:lnTo>
                  <a:pt x="47473" y="158478"/>
                </a:lnTo>
                <a:lnTo>
                  <a:pt x="47472" y="158478"/>
                </a:lnTo>
                <a:lnTo>
                  <a:pt x="47471" y="158478"/>
                </a:lnTo>
                <a:lnTo>
                  <a:pt x="47470" y="158478"/>
                </a:lnTo>
                <a:lnTo>
                  <a:pt x="47469" y="158478"/>
                </a:lnTo>
                <a:lnTo>
                  <a:pt x="47468" y="158478"/>
                </a:lnTo>
                <a:lnTo>
                  <a:pt x="47467" y="158478"/>
                </a:lnTo>
                <a:lnTo>
                  <a:pt x="47466" y="158478"/>
                </a:lnTo>
                <a:lnTo>
                  <a:pt x="47465" y="158478"/>
                </a:lnTo>
                <a:lnTo>
                  <a:pt x="47464" y="158478"/>
                </a:lnTo>
                <a:lnTo>
                  <a:pt x="47464" y="158478"/>
                </a:lnTo>
                <a:lnTo>
                  <a:pt x="47463" y="158478"/>
                </a:lnTo>
                <a:lnTo>
                  <a:pt x="47462" y="158478"/>
                </a:lnTo>
                <a:lnTo>
                  <a:pt x="47461" y="158478"/>
                </a:lnTo>
                <a:lnTo>
                  <a:pt x="47460" y="158478"/>
                </a:lnTo>
                <a:lnTo>
                  <a:pt x="47459" y="158478"/>
                </a:lnTo>
                <a:lnTo>
                  <a:pt x="47458" y="158478"/>
                </a:lnTo>
                <a:lnTo>
                  <a:pt x="47457" y="158478"/>
                </a:lnTo>
                <a:lnTo>
                  <a:pt x="47456" y="158478"/>
                </a:lnTo>
                <a:lnTo>
                  <a:pt x="47455" y="158478"/>
                </a:lnTo>
                <a:lnTo>
                  <a:pt x="47454" y="158478"/>
                </a:lnTo>
                <a:lnTo>
                  <a:pt x="47453" y="158478"/>
                </a:lnTo>
                <a:lnTo>
                  <a:pt x="47452" y="158478"/>
                </a:lnTo>
                <a:lnTo>
                  <a:pt x="47451" y="158478"/>
                </a:lnTo>
                <a:lnTo>
                  <a:pt x="47451" y="158478"/>
                </a:lnTo>
                <a:lnTo>
                  <a:pt x="47450" y="158478"/>
                </a:lnTo>
                <a:lnTo>
                  <a:pt x="47449" y="158478"/>
                </a:lnTo>
                <a:lnTo>
                  <a:pt x="47448" y="158478"/>
                </a:lnTo>
                <a:lnTo>
                  <a:pt x="47447" y="158478"/>
                </a:lnTo>
                <a:lnTo>
                  <a:pt x="47446" y="158478"/>
                </a:lnTo>
                <a:lnTo>
                  <a:pt x="47445" y="158478"/>
                </a:lnTo>
                <a:lnTo>
                  <a:pt x="47444" y="158478"/>
                </a:lnTo>
                <a:lnTo>
                  <a:pt x="47443" y="158478"/>
                </a:lnTo>
                <a:lnTo>
                  <a:pt x="47442" y="158478"/>
                </a:lnTo>
                <a:lnTo>
                  <a:pt x="47441" y="158478"/>
                </a:lnTo>
                <a:lnTo>
                  <a:pt x="47440" y="158478"/>
                </a:lnTo>
                <a:lnTo>
                  <a:pt x="47439" y="158478"/>
                </a:lnTo>
                <a:lnTo>
                  <a:pt x="47438" y="158478"/>
                </a:lnTo>
                <a:lnTo>
                  <a:pt x="47438" y="158478"/>
                </a:lnTo>
                <a:lnTo>
                  <a:pt x="47437" y="158478"/>
                </a:lnTo>
                <a:lnTo>
                  <a:pt x="47436" y="158478"/>
                </a:lnTo>
                <a:lnTo>
                  <a:pt x="47435" y="158478"/>
                </a:lnTo>
                <a:lnTo>
                  <a:pt x="47434" y="158478"/>
                </a:lnTo>
                <a:lnTo>
                  <a:pt x="47433" y="158478"/>
                </a:lnTo>
                <a:lnTo>
                  <a:pt x="47432" y="158478"/>
                </a:lnTo>
                <a:lnTo>
                  <a:pt x="47431" y="158478"/>
                </a:lnTo>
                <a:lnTo>
                  <a:pt x="47430" y="158478"/>
                </a:lnTo>
                <a:lnTo>
                  <a:pt x="47429" y="158478"/>
                </a:lnTo>
                <a:lnTo>
                  <a:pt x="47428" y="158478"/>
                </a:lnTo>
                <a:lnTo>
                  <a:pt x="47427" y="158478"/>
                </a:lnTo>
                <a:lnTo>
                  <a:pt x="47426" y="158478"/>
                </a:lnTo>
                <a:lnTo>
                  <a:pt x="47426" y="158478"/>
                </a:lnTo>
                <a:lnTo>
                  <a:pt x="47425" y="158478"/>
                </a:lnTo>
                <a:lnTo>
                  <a:pt x="47424" y="158478"/>
                </a:lnTo>
                <a:lnTo>
                  <a:pt x="47423" y="158478"/>
                </a:lnTo>
                <a:lnTo>
                  <a:pt x="47422" y="158478"/>
                </a:lnTo>
                <a:lnTo>
                  <a:pt x="47421" y="158478"/>
                </a:lnTo>
                <a:lnTo>
                  <a:pt x="47420" y="158478"/>
                </a:lnTo>
                <a:lnTo>
                  <a:pt x="47419" y="158478"/>
                </a:lnTo>
                <a:lnTo>
                  <a:pt x="47418" y="158478"/>
                </a:lnTo>
                <a:lnTo>
                  <a:pt x="47417" y="158478"/>
                </a:lnTo>
                <a:lnTo>
                  <a:pt x="47416" y="158478"/>
                </a:lnTo>
                <a:lnTo>
                  <a:pt x="47415" y="158478"/>
                </a:lnTo>
                <a:lnTo>
                  <a:pt x="47414" y="158478"/>
                </a:lnTo>
                <a:lnTo>
                  <a:pt x="47413" y="158478"/>
                </a:lnTo>
                <a:lnTo>
                  <a:pt x="47413" y="158478"/>
                </a:lnTo>
                <a:lnTo>
                  <a:pt x="47412" y="158478"/>
                </a:lnTo>
                <a:lnTo>
                  <a:pt x="47411" y="158478"/>
                </a:lnTo>
                <a:lnTo>
                  <a:pt x="47410" y="158478"/>
                </a:lnTo>
                <a:lnTo>
                  <a:pt x="47409" y="158478"/>
                </a:lnTo>
                <a:lnTo>
                  <a:pt x="47408" y="158478"/>
                </a:lnTo>
                <a:lnTo>
                  <a:pt x="47407" y="158478"/>
                </a:lnTo>
                <a:lnTo>
                  <a:pt x="47406" y="158478"/>
                </a:lnTo>
                <a:lnTo>
                  <a:pt x="47405" y="158478"/>
                </a:lnTo>
                <a:lnTo>
                  <a:pt x="47404" y="158478"/>
                </a:lnTo>
                <a:lnTo>
                  <a:pt x="47403" y="158478"/>
                </a:lnTo>
                <a:lnTo>
                  <a:pt x="47402" y="158478"/>
                </a:lnTo>
                <a:lnTo>
                  <a:pt x="47401" y="158478"/>
                </a:lnTo>
                <a:lnTo>
                  <a:pt x="47400" y="158478"/>
                </a:lnTo>
                <a:lnTo>
                  <a:pt x="47400" y="158478"/>
                </a:lnTo>
                <a:lnTo>
                  <a:pt x="47399" y="158478"/>
                </a:lnTo>
                <a:lnTo>
                  <a:pt x="47398" y="158478"/>
                </a:lnTo>
                <a:lnTo>
                  <a:pt x="47397" y="158478"/>
                </a:lnTo>
                <a:lnTo>
                  <a:pt x="47396" y="158478"/>
                </a:lnTo>
                <a:lnTo>
                  <a:pt x="47395" y="158478"/>
                </a:lnTo>
                <a:lnTo>
                  <a:pt x="47394" y="158478"/>
                </a:lnTo>
                <a:lnTo>
                  <a:pt x="47393" y="158478"/>
                </a:lnTo>
                <a:lnTo>
                  <a:pt x="47392" y="158478"/>
                </a:lnTo>
                <a:lnTo>
                  <a:pt x="47391" y="158478"/>
                </a:lnTo>
                <a:lnTo>
                  <a:pt x="47390" y="158478"/>
                </a:lnTo>
                <a:lnTo>
                  <a:pt x="47389" y="158478"/>
                </a:lnTo>
                <a:lnTo>
                  <a:pt x="47388" y="158478"/>
                </a:lnTo>
                <a:lnTo>
                  <a:pt x="47387" y="158478"/>
                </a:lnTo>
                <a:lnTo>
                  <a:pt x="47387" y="158478"/>
                </a:lnTo>
                <a:lnTo>
                  <a:pt x="47386" y="158478"/>
                </a:lnTo>
                <a:lnTo>
                  <a:pt x="47385" y="158478"/>
                </a:lnTo>
                <a:lnTo>
                  <a:pt x="47384" y="158478"/>
                </a:lnTo>
                <a:lnTo>
                  <a:pt x="47383" y="158478"/>
                </a:lnTo>
                <a:lnTo>
                  <a:pt x="47382" y="158478"/>
                </a:lnTo>
                <a:lnTo>
                  <a:pt x="47381" y="158478"/>
                </a:lnTo>
                <a:lnTo>
                  <a:pt x="47380" y="158478"/>
                </a:lnTo>
                <a:lnTo>
                  <a:pt x="47379" y="158478"/>
                </a:lnTo>
                <a:lnTo>
                  <a:pt x="47378" y="158478"/>
                </a:lnTo>
                <a:lnTo>
                  <a:pt x="47377" y="158478"/>
                </a:lnTo>
                <a:lnTo>
                  <a:pt x="47376" y="158478"/>
                </a:lnTo>
                <a:lnTo>
                  <a:pt x="47375" y="158478"/>
                </a:lnTo>
                <a:lnTo>
                  <a:pt x="47375" y="158478"/>
                </a:lnTo>
                <a:lnTo>
                  <a:pt x="47374" y="158478"/>
                </a:lnTo>
                <a:lnTo>
                  <a:pt x="47373" y="158478"/>
                </a:lnTo>
                <a:lnTo>
                  <a:pt x="47372" y="158478"/>
                </a:lnTo>
                <a:lnTo>
                  <a:pt x="47371" y="158478"/>
                </a:lnTo>
                <a:lnTo>
                  <a:pt x="47370" y="158478"/>
                </a:lnTo>
                <a:lnTo>
                  <a:pt x="47369" y="158478"/>
                </a:lnTo>
                <a:lnTo>
                  <a:pt x="47368" y="158478"/>
                </a:lnTo>
                <a:lnTo>
                  <a:pt x="47367" y="158478"/>
                </a:lnTo>
                <a:lnTo>
                  <a:pt x="47366" y="158478"/>
                </a:lnTo>
                <a:lnTo>
                  <a:pt x="47365" y="158478"/>
                </a:lnTo>
                <a:lnTo>
                  <a:pt x="47364" y="158478"/>
                </a:lnTo>
                <a:lnTo>
                  <a:pt x="47363" y="158478"/>
                </a:lnTo>
                <a:lnTo>
                  <a:pt x="47362" y="158478"/>
                </a:lnTo>
                <a:lnTo>
                  <a:pt x="47362" y="158478"/>
                </a:lnTo>
                <a:lnTo>
                  <a:pt x="47361" y="158478"/>
                </a:lnTo>
                <a:lnTo>
                  <a:pt x="47360" y="158478"/>
                </a:lnTo>
                <a:lnTo>
                  <a:pt x="47359" y="158478"/>
                </a:lnTo>
                <a:lnTo>
                  <a:pt x="47358" y="158478"/>
                </a:lnTo>
                <a:lnTo>
                  <a:pt x="47357" y="158478"/>
                </a:lnTo>
                <a:lnTo>
                  <a:pt x="47356" y="158478"/>
                </a:lnTo>
                <a:lnTo>
                  <a:pt x="47355" y="158478"/>
                </a:lnTo>
                <a:lnTo>
                  <a:pt x="47354" y="158478"/>
                </a:lnTo>
                <a:lnTo>
                  <a:pt x="47353" y="158478"/>
                </a:lnTo>
                <a:lnTo>
                  <a:pt x="47352" y="158478"/>
                </a:lnTo>
                <a:lnTo>
                  <a:pt x="47351" y="158478"/>
                </a:lnTo>
                <a:lnTo>
                  <a:pt x="47350" y="158478"/>
                </a:lnTo>
                <a:lnTo>
                  <a:pt x="47350" y="158478"/>
                </a:lnTo>
                <a:lnTo>
                  <a:pt x="47349" y="158478"/>
                </a:lnTo>
                <a:lnTo>
                  <a:pt x="47348" y="158478"/>
                </a:lnTo>
                <a:lnTo>
                  <a:pt x="47347" y="158478"/>
                </a:lnTo>
                <a:lnTo>
                  <a:pt x="47346" y="158478"/>
                </a:lnTo>
                <a:lnTo>
                  <a:pt x="47345" y="158478"/>
                </a:lnTo>
                <a:lnTo>
                  <a:pt x="47344" y="158478"/>
                </a:lnTo>
                <a:lnTo>
                  <a:pt x="47343" y="158478"/>
                </a:lnTo>
                <a:lnTo>
                  <a:pt x="47342" y="158478"/>
                </a:lnTo>
                <a:lnTo>
                  <a:pt x="47341" y="158478"/>
                </a:lnTo>
                <a:lnTo>
                  <a:pt x="47340" y="158478"/>
                </a:lnTo>
                <a:lnTo>
                  <a:pt x="47339" y="158478"/>
                </a:lnTo>
                <a:lnTo>
                  <a:pt x="47338" y="158478"/>
                </a:lnTo>
                <a:lnTo>
                  <a:pt x="47337" y="158478"/>
                </a:lnTo>
                <a:lnTo>
                  <a:pt x="47337" y="158478"/>
                </a:lnTo>
                <a:lnTo>
                  <a:pt x="47336" y="158478"/>
                </a:lnTo>
                <a:lnTo>
                  <a:pt x="47335" y="158478"/>
                </a:lnTo>
                <a:lnTo>
                  <a:pt x="47334" y="158478"/>
                </a:lnTo>
                <a:lnTo>
                  <a:pt x="47333" y="158478"/>
                </a:lnTo>
                <a:lnTo>
                  <a:pt x="47332" y="158478"/>
                </a:lnTo>
                <a:lnTo>
                  <a:pt x="47331" y="158478"/>
                </a:lnTo>
                <a:lnTo>
                  <a:pt x="47330" y="158478"/>
                </a:lnTo>
                <a:lnTo>
                  <a:pt x="47329" y="158478"/>
                </a:lnTo>
                <a:lnTo>
                  <a:pt x="47328" y="158478"/>
                </a:lnTo>
                <a:lnTo>
                  <a:pt x="47327" y="158478"/>
                </a:lnTo>
                <a:lnTo>
                  <a:pt x="47326" y="158478"/>
                </a:lnTo>
                <a:lnTo>
                  <a:pt x="47325" y="158478"/>
                </a:lnTo>
                <a:lnTo>
                  <a:pt x="47325" y="158478"/>
                </a:lnTo>
                <a:lnTo>
                  <a:pt x="47324" y="158478"/>
                </a:lnTo>
                <a:lnTo>
                  <a:pt x="47323" y="158478"/>
                </a:lnTo>
                <a:lnTo>
                  <a:pt x="47322" y="158478"/>
                </a:lnTo>
                <a:lnTo>
                  <a:pt x="47321" y="158478"/>
                </a:lnTo>
                <a:lnTo>
                  <a:pt x="47320" y="158478"/>
                </a:lnTo>
                <a:lnTo>
                  <a:pt x="47319" y="158478"/>
                </a:lnTo>
                <a:lnTo>
                  <a:pt x="47318" y="158478"/>
                </a:lnTo>
                <a:lnTo>
                  <a:pt x="47317" y="158478"/>
                </a:lnTo>
                <a:lnTo>
                  <a:pt x="47316" y="158478"/>
                </a:lnTo>
                <a:lnTo>
                  <a:pt x="47315" y="158478"/>
                </a:lnTo>
                <a:lnTo>
                  <a:pt x="47314" y="158478"/>
                </a:lnTo>
                <a:lnTo>
                  <a:pt x="47313" y="158478"/>
                </a:lnTo>
                <a:lnTo>
                  <a:pt x="47313" y="158478"/>
                </a:lnTo>
                <a:lnTo>
                  <a:pt x="47312" y="158478"/>
                </a:lnTo>
                <a:lnTo>
                  <a:pt x="47311" y="158478"/>
                </a:lnTo>
                <a:lnTo>
                  <a:pt x="47310" y="158478"/>
                </a:lnTo>
                <a:lnTo>
                  <a:pt x="47309" y="158478"/>
                </a:lnTo>
                <a:lnTo>
                  <a:pt x="47308" y="158478"/>
                </a:lnTo>
                <a:lnTo>
                  <a:pt x="47307" y="158478"/>
                </a:lnTo>
                <a:lnTo>
                  <a:pt x="47306" y="158478"/>
                </a:lnTo>
                <a:lnTo>
                  <a:pt x="47305" y="158478"/>
                </a:lnTo>
                <a:lnTo>
                  <a:pt x="47304" y="158478"/>
                </a:lnTo>
                <a:lnTo>
                  <a:pt x="47303" y="158478"/>
                </a:lnTo>
                <a:lnTo>
                  <a:pt x="47302" y="158478"/>
                </a:lnTo>
                <a:lnTo>
                  <a:pt x="47301" y="158478"/>
                </a:lnTo>
                <a:lnTo>
                  <a:pt x="47301" y="158478"/>
                </a:lnTo>
                <a:lnTo>
                  <a:pt x="47300" y="158478"/>
                </a:lnTo>
                <a:lnTo>
                  <a:pt x="47299" y="158478"/>
                </a:lnTo>
                <a:lnTo>
                  <a:pt x="47298" y="158478"/>
                </a:lnTo>
                <a:lnTo>
                  <a:pt x="47297" y="158478"/>
                </a:lnTo>
                <a:lnTo>
                  <a:pt x="47296" y="158478"/>
                </a:lnTo>
                <a:lnTo>
                  <a:pt x="47295" y="158478"/>
                </a:lnTo>
                <a:lnTo>
                  <a:pt x="47294" y="158478"/>
                </a:lnTo>
                <a:lnTo>
                  <a:pt x="47293" y="158478"/>
                </a:lnTo>
                <a:lnTo>
                  <a:pt x="47292" y="158478"/>
                </a:lnTo>
                <a:lnTo>
                  <a:pt x="47291" y="158478"/>
                </a:lnTo>
                <a:lnTo>
                  <a:pt x="47290" y="158478"/>
                </a:lnTo>
                <a:lnTo>
                  <a:pt x="47289" y="158478"/>
                </a:lnTo>
                <a:lnTo>
                  <a:pt x="47289" y="158478"/>
                </a:lnTo>
                <a:lnTo>
                  <a:pt x="47288" y="158478"/>
                </a:lnTo>
                <a:lnTo>
                  <a:pt x="47287" y="158478"/>
                </a:lnTo>
                <a:lnTo>
                  <a:pt x="47286" y="158478"/>
                </a:lnTo>
                <a:lnTo>
                  <a:pt x="47285" y="158478"/>
                </a:lnTo>
                <a:lnTo>
                  <a:pt x="47284" y="158478"/>
                </a:lnTo>
                <a:lnTo>
                  <a:pt x="47283" y="158478"/>
                </a:lnTo>
                <a:lnTo>
                  <a:pt x="47282" y="158478"/>
                </a:lnTo>
                <a:lnTo>
                  <a:pt x="47281" y="158478"/>
                </a:lnTo>
                <a:lnTo>
                  <a:pt x="47280" y="158478"/>
                </a:lnTo>
                <a:lnTo>
                  <a:pt x="47279" y="158478"/>
                </a:lnTo>
                <a:lnTo>
                  <a:pt x="47278" y="158478"/>
                </a:lnTo>
                <a:lnTo>
                  <a:pt x="47277" y="158478"/>
                </a:lnTo>
                <a:lnTo>
                  <a:pt x="47277" y="158478"/>
                </a:lnTo>
                <a:lnTo>
                  <a:pt x="47276" y="158478"/>
                </a:lnTo>
                <a:lnTo>
                  <a:pt x="47275" y="158478"/>
                </a:lnTo>
                <a:lnTo>
                  <a:pt x="47274" y="158478"/>
                </a:lnTo>
                <a:lnTo>
                  <a:pt x="47273" y="158478"/>
                </a:lnTo>
                <a:lnTo>
                  <a:pt x="47272" y="158478"/>
                </a:lnTo>
                <a:lnTo>
                  <a:pt x="47271" y="158478"/>
                </a:lnTo>
                <a:lnTo>
                  <a:pt x="47270" y="158478"/>
                </a:lnTo>
                <a:lnTo>
                  <a:pt x="47269" y="158478"/>
                </a:lnTo>
                <a:lnTo>
                  <a:pt x="47268" y="158478"/>
                </a:lnTo>
                <a:lnTo>
                  <a:pt x="47267" y="158478"/>
                </a:lnTo>
                <a:lnTo>
                  <a:pt x="47266" y="158478"/>
                </a:lnTo>
                <a:lnTo>
                  <a:pt x="47265" y="158478"/>
                </a:lnTo>
                <a:lnTo>
                  <a:pt x="47265" y="158478"/>
                </a:lnTo>
                <a:lnTo>
                  <a:pt x="47264" y="158478"/>
                </a:lnTo>
                <a:lnTo>
                  <a:pt x="47263" y="158478"/>
                </a:lnTo>
                <a:lnTo>
                  <a:pt x="47262" y="158478"/>
                </a:lnTo>
                <a:lnTo>
                  <a:pt x="47261" y="158478"/>
                </a:lnTo>
                <a:lnTo>
                  <a:pt x="47260" y="158478"/>
                </a:lnTo>
                <a:lnTo>
                  <a:pt x="47259" y="158478"/>
                </a:lnTo>
                <a:lnTo>
                  <a:pt x="47258" y="158478"/>
                </a:lnTo>
                <a:lnTo>
                  <a:pt x="47257" y="158478"/>
                </a:lnTo>
                <a:lnTo>
                  <a:pt x="47256" y="158478"/>
                </a:lnTo>
                <a:lnTo>
                  <a:pt x="47255" y="158478"/>
                </a:lnTo>
                <a:lnTo>
                  <a:pt x="47254" y="158478"/>
                </a:lnTo>
                <a:lnTo>
                  <a:pt x="47253" y="158478"/>
                </a:lnTo>
                <a:lnTo>
                  <a:pt x="47253" y="158478"/>
                </a:lnTo>
                <a:lnTo>
                  <a:pt x="47252" y="158478"/>
                </a:lnTo>
                <a:lnTo>
                  <a:pt x="47251" y="158478"/>
                </a:lnTo>
                <a:lnTo>
                  <a:pt x="47250" y="158478"/>
                </a:lnTo>
                <a:lnTo>
                  <a:pt x="47249" y="158478"/>
                </a:lnTo>
                <a:lnTo>
                  <a:pt x="47248" y="158478"/>
                </a:lnTo>
                <a:lnTo>
                  <a:pt x="47247" y="158478"/>
                </a:lnTo>
                <a:lnTo>
                  <a:pt x="47246" y="158478"/>
                </a:lnTo>
                <a:lnTo>
                  <a:pt x="47245" y="158478"/>
                </a:lnTo>
                <a:lnTo>
                  <a:pt x="47244" y="158478"/>
                </a:lnTo>
                <a:lnTo>
                  <a:pt x="47243" y="158478"/>
                </a:lnTo>
                <a:lnTo>
                  <a:pt x="47242" y="158478"/>
                </a:lnTo>
                <a:lnTo>
                  <a:pt x="47241" y="158478"/>
                </a:lnTo>
                <a:lnTo>
                  <a:pt x="47241" y="158478"/>
                </a:lnTo>
                <a:lnTo>
                  <a:pt x="47240" y="158478"/>
                </a:lnTo>
                <a:lnTo>
                  <a:pt x="47239" y="158478"/>
                </a:lnTo>
                <a:lnTo>
                  <a:pt x="47238" y="158478"/>
                </a:lnTo>
                <a:lnTo>
                  <a:pt x="47237" y="158478"/>
                </a:lnTo>
                <a:lnTo>
                  <a:pt x="47236" y="158478"/>
                </a:lnTo>
                <a:lnTo>
                  <a:pt x="47235" y="158478"/>
                </a:lnTo>
                <a:lnTo>
                  <a:pt x="47234" y="158478"/>
                </a:lnTo>
                <a:lnTo>
                  <a:pt x="47233" y="158478"/>
                </a:lnTo>
                <a:lnTo>
                  <a:pt x="47232" y="158478"/>
                </a:lnTo>
                <a:lnTo>
                  <a:pt x="47231" y="158478"/>
                </a:lnTo>
                <a:lnTo>
                  <a:pt x="47230" y="158478"/>
                </a:lnTo>
                <a:lnTo>
                  <a:pt x="47229" y="158478"/>
                </a:lnTo>
                <a:lnTo>
                  <a:pt x="47229" y="158478"/>
                </a:lnTo>
                <a:lnTo>
                  <a:pt x="47228" y="158478"/>
                </a:lnTo>
                <a:lnTo>
                  <a:pt x="47227" y="158478"/>
                </a:lnTo>
                <a:lnTo>
                  <a:pt x="47226" y="158478"/>
                </a:lnTo>
                <a:lnTo>
                  <a:pt x="47225" y="158478"/>
                </a:lnTo>
                <a:lnTo>
                  <a:pt x="47224" y="158478"/>
                </a:lnTo>
                <a:lnTo>
                  <a:pt x="47223" y="158478"/>
                </a:lnTo>
                <a:lnTo>
                  <a:pt x="47222" y="158478"/>
                </a:lnTo>
                <a:lnTo>
                  <a:pt x="47221" y="158478"/>
                </a:lnTo>
                <a:lnTo>
                  <a:pt x="47220" y="158478"/>
                </a:lnTo>
                <a:lnTo>
                  <a:pt x="47219" y="158478"/>
                </a:lnTo>
                <a:lnTo>
                  <a:pt x="47218" y="158478"/>
                </a:lnTo>
                <a:lnTo>
                  <a:pt x="47217" y="158478"/>
                </a:lnTo>
                <a:lnTo>
                  <a:pt x="47217" y="158478"/>
                </a:lnTo>
                <a:lnTo>
                  <a:pt x="47216" y="158478"/>
                </a:lnTo>
                <a:lnTo>
                  <a:pt x="47215" y="158478"/>
                </a:lnTo>
                <a:lnTo>
                  <a:pt x="47214" y="158478"/>
                </a:lnTo>
                <a:lnTo>
                  <a:pt x="47213" y="158478"/>
                </a:lnTo>
                <a:lnTo>
                  <a:pt x="47212" y="158478"/>
                </a:lnTo>
                <a:lnTo>
                  <a:pt x="47211" y="158478"/>
                </a:lnTo>
                <a:lnTo>
                  <a:pt x="47210" y="158478"/>
                </a:lnTo>
                <a:lnTo>
                  <a:pt x="47209" y="158478"/>
                </a:lnTo>
                <a:lnTo>
                  <a:pt x="47208" y="158478"/>
                </a:lnTo>
                <a:lnTo>
                  <a:pt x="47207" y="158478"/>
                </a:lnTo>
                <a:lnTo>
                  <a:pt x="47206" y="158478"/>
                </a:lnTo>
                <a:lnTo>
                  <a:pt x="47206" y="158478"/>
                </a:lnTo>
                <a:lnTo>
                  <a:pt x="47205" y="158478"/>
                </a:lnTo>
                <a:lnTo>
                  <a:pt x="47204" y="158478"/>
                </a:lnTo>
                <a:lnTo>
                  <a:pt x="47203" y="158478"/>
                </a:lnTo>
                <a:lnTo>
                  <a:pt x="47202" y="158478"/>
                </a:lnTo>
                <a:lnTo>
                  <a:pt x="47201" y="158478"/>
                </a:lnTo>
                <a:lnTo>
                  <a:pt x="47200" y="158478"/>
                </a:lnTo>
                <a:lnTo>
                  <a:pt x="47199" y="158478"/>
                </a:lnTo>
                <a:lnTo>
                  <a:pt x="47198" y="158478"/>
                </a:lnTo>
                <a:lnTo>
                  <a:pt x="47197" y="158478"/>
                </a:lnTo>
                <a:lnTo>
                  <a:pt x="47196" y="158478"/>
                </a:lnTo>
                <a:lnTo>
                  <a:pt x="47195" y="158478"/>
                </a:lnTo>
                <a:lnTo>
                  <a:pt x="47194" y="158478"/>
                </a:lnTo>
                <a:lnTo>
                  <a:pt x="47194" y="158478"/>
                </a:lnTo>
                <a:lnTo>
                  <a:pt x="47193" y="158478"/>
                </a:lnTo>
                <a:lnTo>
                  <a:pt x="47192" y="158478"/>
                </a:lnTo>
                <a:lnTo>
                  <a:pt x="47191" y="158478"/>
                </a:lnTo>
                <a:lnTo>
                  <a:pt x="47190" y="158478"/>
                </a:lnTo>
                <a:lnTo>
                  <a:pt x="47189" y="158478"/>
                </a:lnTo>
                <a:lnTo>
                  <a:pt x="47188" y="158478"/>
                </a:lnTo>
                <a:lnTo>
                  <a:pt x="47187" y="158478"/>
                </a:lnTo>
                <a:lnTo>
                  <a:pt x="47186" y="158478"/>
                </a:lnTo>
                <a:lnTo>
                  <a:pt x="47185" y="158478"/>
                </a:lnTo>
                <a:lnTo>
                  <a:pt x="47184" y="158478"/>
                </a:lnTo>
                <a:lnTo>
                  <a:pt x="47183" y="158478"/>
                </a:lnTo>
                <a:lnTo>
                  <a:pt x="47183" y="158478"/>
                </a:lnTo>
                <a:lnTo>
                  <a:pt x="47182" y="158478"/>
                </a:lnTo>
                <a:lnTo>
                  <a:pt x="47181" y="158478"/>
                </a:lnTo>
                <a:lnTo>
                  <a:pt x="47180" y="158478"/>
                </a:lnTo>
                <a:lnTo>
                  <a:pt x="47179" y="158478"/>
                </a:lnTo>
                <a:lnTo>
                  <a:pt x="47178" y="158478"/>
                </a:lnTo>
                <a:lnTo>
                  <a:pt x="47177" y="158478"/>
                </a:lnTo>
                <a:lnTo>
                  <a:pt x="47176" y="158478"/>
                </a:lnTo>
                <a:lnTo>
                  <a:pt x="47175" y="158478"/>
                </a:lnTo>
                <a:lnTo>
                  <a:pt x="47174" y="158478"/>
                </a:lnTo>
                <a:lnTo>
                  <a:pt x="47173" y="158478"/>
                </a:lnTo>
                <a:lnTo>
                  <a:pt x="47172" y="158478"/>
                </a:lnTo>
                <a:lnTo>
                  <a:pt x="47171" y="158478"/>
                </a:lnTo>
                <a:lnTo>
                  <a:pt x="47171" y="158478"/>
                </a:lnTo>
                <a:lnTo>
                  <a:pt x="47170" y="158478"/>
                </a:lnTo>
                <a:lnTo>
                  <a:pt x="47169" y="158478"/>
                </a:lnTo>
                <a:lnTo>
                  <a:pt x="47168" y="158478"/>
                </a:lnTo>
                <a:lnTo>
                  <a:pt x="47167" y="158478"/>
                </a:lnTo>
                <a:lnTo>
                  <a:pt x="47166" y="158478"/>
                </a:lnTo>
                <a:lnTo>
                  <a:pt x="47165" y="158478"/>
                </a:lnTo>
                <a:lnTo>
                  <a:pt x="47164" y="158478"/>
                </a:lnTo>
                <a:lnTo>
                  <a:pt x="47163" y="158478"/>
                </a:lnTo>
                <a:lnTo>
                  <a:pt x="47162" y="158478"/>
                </a:lnTo>
                <a:lnTo>
                  <a:pt x="47161" y="158478"/>
                </a:lnTo>
                <a:lnTo>
                  <a:pt x="47160" y="158478"/>
                </a:lnTo>
                <a:lnTo>
                  <a:pt x="47160" y="158478"/>
                </a:lnTo>
                <a:lnTo>
                  <a:pt x="47159" y="158478"/>
                </a:lnTo>
                <a:lnTo>
                  <a:pt x="47158" y="158478"/>
                </a:lnTo>
                <a:lnTo>
                  <a:pt x="47157" y="158478"/>
                </a:lnTo>
                <a:lnTo>
                  <a:pt x="47156" y="158478"/>
                </a:lnTo>
                <a:lnTo>
                  <a:pt x="47155" y="158478"/>
                </a:lnTo>
                <a:lnTo>
                  <a:pt x="47154" y="158478"/>
                </a:lnTo>
                <a:lnTo>
                  <a:pt x="47153" y="158478"/>
                </a:lnTo>
                <a:lnTo>
                  <a:pt x="47152" y="158478"/>
                </a:lnTo>
                <a:lnTo>
                  <a:pt x="47151" y="158478"/>
                </a:lnTo>
                <a:lnTo>
                  <a:pt x="47150" y="158478"/>
                </a:lnTo>
                <a:lnTo>
                  <a:pt x="47149" y="158478"/>
                </a:lnTo>
                <a:lnTo>
                  <a:pt x="47148" y="158478"/>
                </a:lnTo>
                <a:lnTo>
                  <a:pt x="47148" y="158478"/>
                </a:lnTo>
                <a:lnTo>
                  <a:pt x="47147" y="158478"/>
                </a:lnTo>
                <a:lnTo>
                  <a:pt x="47146" y="158478"/>
                </a:lnTo>
                <a:lnTo>
                  <a:pt x="47145" y="158478"/>
                </a:lnTo>
                <a:lnTo>
                  <a:pt x="47144" y="158478"/>
                </a:lnTo>
                <a:lnTo>
                  <a:pt x="47143" y="158478"/>
                </a:lnTo>
                <a:lnTo>
                  <a:pt x="47142" y="158478"/>
                </a:lnTo>
                <a:lnTo>
                  <a:pt x="47141" y="158478"/>
                </a:lnTo>
                <a:lnTo>
                  <a:pt x="47140" y="158478"/>
                </a:lnTo>
                <a:lnTo>
                  <a:pt x="47139" y="158478"/>
                </a:lnTo>
                <a:lnTo>
                  <a:pt x="47138" y="158478"/>
                </a:lnTo>
                <a:lnTo>
                  <a:pt x="47137" y="158478"/>
                </a:lnTo>
                <a:lnTo>
                  <a:pt x="47137" y="158478"/>
                </a:lnTo>
                <a:lnTo>
                  <a:pt x="47136" y="158478"/>
                </a:lnTo>
                <a:lnTo>
                  <a:pt x="47135" y="158478"/>
                </a:lnTo>
                <a:lnTo>
                  <a:pt x="47134" y="158478"/>
                </a:lnTo>
                <a:lnTo>
                  <a:pt x="47133" y="158478"/>
                </a:lnTo>
                <a:lnTo>
                  <a:pt x="47132" y="158478"/>
                </a:lnTo>
                <a:lnTo>
                  <a:pt x="47131" y="158478"/>
                </a:lnTo>
                <a:lnTo>
                  <a:pt x="47130" y="158478"/>
                </a:lnTo>
                <a:lnTo>
                  <a:pt x="47129" y="158478"/>
                </a:lnTo>
                <a:lnTo>
                  <a:pt x="47128" y="158478"/>
                </a:lnTo>
                <a:lnTo>
                  <a:pt x="47127" y="158478"/>
                </a:lnTo>
                <a:lnTo>
                  <a:pt x="47126" y="158478"/>
                </a:lnTo>
                <a:lnTo>
                  <a:pt x="47126" y="158478"/>
                </a:lnTo>
                <a:lnTo>
                  <a:pt x="47125" y="158478"/>
                </a:lnTo>
                <a:lnTo>
                  <a:pt x="47124" y="158478"/>
                </a:lnTo>
                <a:lnTo>
                  <a:pt x="47123" y="158478"/>
                </a:lnTo>
                <a:lnTo>
                  <a:pt x="47122" y="158478"/>
                </a:lnTo>
                <a:lnTo>
                  <a:pt x="47121" y="158478"/>
                </a:lnTo>
                <a:lnTo>
                  <a:pt x="47120" y="158478"/>
                </a:lnTo>
                <a:lnTo>
                  <a:pt x="47119" y="158478"/>
                </a:lnTo>
                <a:lnTo>
                  <a:pt x="47118" y="158478"/>
                </a:lnTo>
                <a:lnTo>
                  <a:pt x="47117" y="158478"/>
                </a:lnTo>
                <a:lnTo>
                  <a:pt x="47116" y="158478"/>
                </a:lnTo>
                <a:lnTo>
                  <a:pt x="47115" y="158478"/>
                </a:lnTo>
                <a:lnTo>
                  <a:pt x="47115" y="158478"/>
                </a:lnTo>
                <a:lnTo>
                  <a:pt x="47114" y="158478"/>
                </a:lnTo>
                <a:lnTo>
                  <a:pt x="47113" y="158478"/>
                </a:lnTo>
                <a:lnTo>
                  <a:pt x="47112" y="158478"/>
                </a:lnTo>
                <a:lnTo>
                  <a:pt x="47111" y="158478"/>
                </a:lnTo>
                <a:lnTo>
                  <a:pt x="47110" y="158478"/>
                </a:lnTo>
                <a:lnTo>
                  <a:pt x="47109" y="158478"/>
                </a:lnTo>
                <a:lnTo>
                  <a:pt x="47108" y="158478"/>
                </a:lnTo>
                <a:lnTo>
                  <a:pt x="47107" y="158478"/>
                </a:lnTo>
                <a:lnTo>
                  <a:pt x="47106" y="158478"/>
                </a:lnTo>
                <a:lnTo>
                  <a:pt x="47105" y="158478"/>
                </a:lnTo>
                <a:lnTo>
                  <a:pt x="47104" y="158478"/>
                </a:lnTo>
                <a:lnTo>
                  <a:pt x="47104" y="158478"/>
                </a:lnTo>
                <a:lnTo>
                  <a:pt x="47103" y="158478"/>
                </a:lnTo>
                <a:lnTo>
                  <a:pt x="47102" y="158478"/>
                </a:lnTo>
                <a:lnTo>
                  <a:pt x="47101" y="158478"/>
                </a:lnTo>
                <a:lnTo>
                  <a:pt x="47100" y="158478"/>
                </a:lnTo>
                <a:lnTo>
                  <a:pt x="47099" y="158478"/>
                </a:lnTo>
                <a:lnTo>
                  <a:pt x="47098" y="158478"/>
                </a:lnTo>
                <a:lnTo>
                  <a:pt x="47097" y="158478"/>
                </a:lnTo>
                <a:lnTo>
                  <a:pt x="47096" y="158478"/>
                </a:lnTo>
                <a:lnTo>
                  <a:pt x="47095" y="158478"/>
                </a:lnTo>
                <a:lnTo>
                  <a:pt x="47094" y="158478"/>
                </a:lnTo>
                <a:lnTo>
                  <a:pt x="47093" y="158478"/>
                </a:lnTo>
                <a:lnTo>
                  <a:pt x="47093" y="158478"/>
                </a:lnTo>
                <a:lnTo>
                  <a:pt x="47092" y="158478"/>
                </a:lnTo>
                <a:lnTo>
                  <a:pt x="47091" y="158478"/>
                </a:lnTo>
                <a:lnTo>
                  <a:pt x="47090" y="158478"/>
                </a:lnTo>
                <a:lnTo>
                  <a:pt x="47089" y="158478"/>
                </a:lnTo>
                <a:lnTo>
                  <a:pt x="47088" y="158478"/>
                </a:lnTo>
                <a:lnTo>
                  <a:pt x="47087" y="158478"/>
                </a:lnTo>
                <a:lnTo>
                  <a:pt x="47086" y="158478"/>
                </a:lnTo>
                <a:lnTo>
                  <a:pt x="47085" y="158478"/>
                </a:lnTo>
                <a:lnTo>
                  <a:pt x="47084" y="158478"/>
                </a:lnTo>
                <a:lnTo>
                  <a:pt x="47083" y="158478"/>
                </a:lnTo>
                <a:lnTo>
                  <a:pt x="47082" y="158478"/>
                </a:lnTo>
                <a:lnTo>
                  <a:pt x="47082" y="158478"/>
                </a:lnTo>
                <a:lnTo>
                  <a:pt x="47081" y="158478"/>
                </a:lnTo>
                <a:lnTo>
                  <a:pt x="47080" y="158478"/>
                </a:lnTo>
                <a:lnTo>
                  <a:pt x="47079" y="158478"/>
                </a:lnTo>
                <a:lnTo>
                  <a:pt x="47078" y="158478"/>
                </a:lnTo>
                <a:lnTo>
                  <a:pt x="47077" y="158478"/>
                </a:lnTo>
                <a:lnTo>
                  <a:pt x="47076" y="158478"/>
                </a:lnTo>
                <a:lnTo>
                  <a:pt x="47075" y="158478"/>
                </a:lnTo>
                <a:lnTo>
                  <a:pt x="47074" y="158478"/>
                </a:lnTo>
                <a:lnTo>
                  <a:pt x="47073" y="158478"/>
                </a:lnTo>
                <a:lnTo>
                  <a:pt x="47072" y="158478"/>
                </a:lnTo>
                <a:lnTo>
                  <a:pt x="47071" y="158478"/>
                </a:lnTo>
                <a:lnTo>
                  <a:pt x="47071" y="158478"/>
                </a:lnTo>
                <a:lnTo>
                  <a:pt x="47070" y="158478"/>
                </a:lnTo>
                <a:lnTo>
                  <a:pt x="47069" y="158478"/>
                </a:lnTo>
                <a:lnTo>
                  <a:pt x="47068" y="158478"/>
                </a:lnTo>
                <a:lnTo>
                  <a:pt x="47067" y="158478"/>
                </a:lnTo>
                <a:lnTo>
                  <a:pt x="47066" y="158478"/>
                </a:lnTo>
                <a:lnTo>
                  <a:pt x="47065" y="158478"/>
                </a:lnTo>
                <a:lnTo>
                  <a:pt x="47064" y="158478"/>
                </a:lnTo>
                <a:lnTo>
                  <a:pt x="47063" y="158478"/>
                </a:lnTo>
                <a:lnTo>
                  <a:pt x="47062" y="158478"/>
                </a:lnTo>
                <a:lnTo>
                  <a:pt x="47061" y="158478"/>
                </a:lnTo>
                <a:lnTo>
                  <a:pt x="47060" y="158478"/>
                </a:lnTo>
                <a:lnTo>
                  <a:pt x="47060" y="158478"/>
                </a:lnTo>
                <a:lnTo>
                  <a:pt x="47059" y="158478"/>
                </a:lnTo>
                <a:lnTo>
                  <a:pt x="47058" y="158478"/>
                </a:lnTo>
                <a:lnTo>
                  <a:pt x="47057" y="158478"/>
                </a:lnTo>
                <a:lnTo>
                  <a:pt x="47056" y="158478"/>
                </a:lnTo>
                <a:lnTo>
                  <a:pt x="47055" y="158478"/>
                </a:lnTo>
                <a:lnTo>
                  <a:pt x="47054" y="158478"/>
                </a:lnTo>
                <a:lnTo>
                  <a:pt x="47053" y="158478"/>
                </a:lnTo>
                <a:lnTo>
                  <a:pt x="47052" y="158478"/>
                </a:lnTo>
                <a:lnTo>
                  <a:pt x="47051" y="158478"/>
                </a:lnTo>
                <a:lnTo>
                  <a:pt x="47050" y="158478"/>
                </a:lnTo>
                <a:lnTo>
                  <a:pt x="47049" y="158478"/>
                </a:lnTo>
                <a:lnTo>
                  <a:pt x="47049" y="158478"/>
                </a:lnTo>
                <a:lnTo>
                  <a:pt x="47048" y="158478"/>
                </a:lnTo>
                <a:lnTo>
                  <a:pt x="47047" y="158478"/>
                </a:lnTo>
                <a:lnTo>
                  <a:pt x="47046" y="158478"/>
                </a:lnTo>
                <a:lnTo>
                  <a:pt x="47045" y="158478"/>
                </a:lnTo>
                <a:lnTo>
                  <a:pt x="47044" y="158478"/>
                </a:lnTo>
                <a:lnTo>
                  <a:pt x="47043" y="158478"/>
                </a:lnTo>
                <a:lnTo>
                  <a:pt x="47042" y="158478"/>
                </a:lnTo>
                <a:lnTo>
                  <a:pt x="47041" y="158478"/>
                </a:lnTo>
                <a:lnTo>
                  <a:pt x="47040" y="158478"/>
                </a:lnTo>
                <a:lnTo>
                  <a:pt x="47039" y="158478"/>
                </a:lnTo>
                <a:lnTo>
                  <a:pt x="47038" y="158478"/>
                </a:lnTo>
                <a:lnTo>
                  <a:pt x="47038" y="158478"/>
                </a:lnTo>
                <a:lnTo>
                  <a:pt x="47037" y="158478"/>
                </a:lnTo>
                <a:lnTo>
                  <a:pt x="47036" y="158478"/>
                </a:lnTo>
                <a:lnTo>
                  <a:pt x="47035" y="158478"/>
                </a:lnTo>
                <a:lnTo>
                  <a:pt x="47034" y="158478"/>
                </a:lnTo>
                <a:lnTo>
                  <a:pt x="47033" y="158478"/>
                </a:lnTo>
                <a:lnTo>
                  <a:pt x="47032" y="158478"/>
                </a:lnTo>
                <a:lnTo>
                  <a:pt x="47031" y="158478"/>
                </a:lnTo>
                <a:lnTo>
                  <a:pt x="47030" y="158478"/>
                </a:lnTo>
                <a:lnTo>
                  <a:pt x="47029" y="158478"/>
                </a:lnTo>
                <a:lnTo>
                  <a:pt x="47028" y="158478"/>
                </a:lnTo>
                <a:lnTo>
                  <a:pt x="47027" y="158478"/>
                </a:lnTo>
                <a:lnTo>
                  <a:pt x="47027" y="158478"/>
                </a:lnTo>
                <a:lnTo>
                  <a:pt x="47026" y="158478"/>
                </a:lnTo>
                <a:lnTo>
                  <a:pt x="47025" y="158478"/>
                </a:lnTo>
                <a:lnTo>
                  <a:pt x="47024" y="158478"/>
                </a:lnTo>
                <a:lnTo>
                  <a:pt x="47023" y="158478"/>
                </a:lnTo>
                <a:lnTo>
                  <a:pt x="47022" y="158478"/>
                </a:lnTo>
                <a:lnTo>
                  <a:pt x="47021" y="158478"/>
                </a:lnTo>
                <a:lnTo>
                  <a:pt x="47020" y="158478"/>
                </a:lnTo>
                <a:lnTo>
                  <a:pt x="47019" y="158478"/>
                </a:lnTo>
                <a:lnTo>
                  <a:pt x="47018" y="158478"/>
                </a:lnTo>
                <a:lnTo>
                  <a:pt x="47017" y="158478"/>
                </a:lnTo>
                <a:lnTo>
                  <a:pt x="47016" y="158478"/>
                </a:lnTo>
                <a:lnTo>
                  <a:pt x="47016" y="158478"/>
                </a:lnTo>
                <a:lnTo>
                  <a:pt x="47015" y="158478"/>
                </a:lnTo>
                <a:lnTo>
                  <a:pt x="47014" y="158478"/>
                </a:lnTo>
                <a:lnTo>
                  <a:pt x="47013" y="158478"/>
                </a:lnTo>
                <a:lnTo>
                  <a:pt x="47012" y="158478"/>
                </a:lnTo>
                <a:lnTo>
                  <a:pt x="47011" y="158478"/>
                </a:lnTo>
                <a:lnTo>
                  <a:pt x="47010" y="158478"/>
                </a:lnTo>
                <a:lnTo>
                  <a:pt x="47009" y="158478"/>
                </a:lnTo>
                <a:lnTo>
                  <a:pt x="47008" y="158478"/>
                </a:lnTo>
                <a:lnTo>
                  <a:pt x="47007" y="158478"/>
                </a:lnTo>
                <a:lnTo>
                  <a:pt x="47006" y="158478"/>
                </a:lnTo>
                <a:lnTo>
                  <a:pt x="47006" y="158478"/>
                </a:lnTo>
                <a:lnTo>
                  <a:pt x="47005" y="158478"/>
                </a:lnTo>
                <a:lnTo>
                  <a:pt x="47004" y="158478"/>
                </a:lnTo>
                <a:lnTo>
                  <a:pt x="47003" y="158478"/>
                </a:lnTo>
                <a:lnTo>
                  <a:pt x="47002" y="158478"/>
                </a:lnTo>
                <a:lnTo>
                  <a:pt x="47001" y="158478"/>
                </a:lnTo>
                <a:lnTo>
                  <a:pt x="47000" y="158478"/>
                </a:lnTo>
                <a:lnTo>
                  <a:pt x="46999" y="158478"/>
                </a:lnTo>
                <a:lnTo>
                  <a:pt x="46998" y="158478"/>
                </a:lnTo>
                <a:lnTo>
                  <a:pt x="46997" y="158478"/>
                </a:lnTo>
                <a:lnTo>
                  <a:pt x="46996" y="158478"/>
                </a:lnTo>
                <a:lnTo>
                  <a:pt x="46995" y="158478"/>
                </a:lnTo>
                <a:lnTo>
                  <a:pt x="46995" y="158478"/>
                </a:lnTo>
                <a:lnTo>
                  <a:pt x="46994" y="158478"/>
                </a:lnTo>
                <a:lnTo>
                  <a:pt x="46993" y="158478"/>
                </a:lnTo>
                <a:lnTo>
                  <a:pt x="46992" y="158478"/>
                </a:lnTo>
                <a:lnTo>
                  <a:pt x="46991" y="158478"/>
                </a:lnTo>
                <a:lnTo>
                  <a:pt x="46990" y="158478"/>
                </a:lnTo>
                <a:lnTo>
                  <a:pt x="46989" y="158478"/>
                </a:lnTo>
                <a:lnTo>
                  <a:pt x="46988" y="158478"/>
                </a:lnTo>
                <a:lnTo>
                  <a:pt x="46987" y="158478"/>
                </a:lnTo>
                <a:lnTo>
                  <a:pt x="46986" y="158478"/>
                </a:lnTo>
                <a:lnTo>
                  <a:pt x="46985" y="158478"/>
                </a:lnTo>
                <a:lnTo>
                  <a:pt x="46984" y="158478"/>
                </a:lnTo>
                <a:lnTo>
                  <a:pt x="46984" y="158478"/>
                </a:lnTo>
                <a:lnTo>
                  <a:pt x="46983" y="158478"/>
                </a:lnTo>
                <a:lnTo>
                  <a:pt x="46982" y="158478"/>
                </a:lnTo>
                <a:lnTo>
                  <a:pt x="46981" y="158478"/>
                </a:lnTo>
                <a:lnTo>
                  <a:pt x="46980" y="158478"/>
                </a:lnTo>
                <a:lnTo>
                  <a:pt x="46979" y="158478"/>
                </a:lnTo>
                <a:lnTo>
                  <a:pt x="46978" y="158478"/>
                </a:lnTo>
                <a:lnTo>
                  <a:pt x="46977" y="158478"/>
                </a:lnTo>
                <a:lnTo>
                  <a:pt x="46976" y="158478"/>
                </a:lnTo>
                <a:lnTo>
                  <a:pt x="46975" y="158478"/>
                </a:lnTo>
                <a:lnTo>
                  <a:pt x="46974" y="158478"/>
                </a:lnTo>
                <a:lnTo>
                  <a:pt x="46974" y="158478"/>
                </a:lnTo>
                <a:lnTo>
                  <a:pt x="46973" y="158478"/>
                </a:lnTo>
                <a:lnTo>
                  <a:pt x="46972" y="158478"/>
                </a:lnTo>
                <a:lnTo>
                  <a:pt x="46971" y="158478"/>
                </a:lnTo>
                <a:lnTo>
                  <a:pt x="46970" y="158478"/>
                </a:lnTo>
                <a:lnTo>
                  <a:pt x="46969" y="158478"/>
                </a:lnTo>
                <a:lnTo>
                  <a:pt x="46968" y="158478"/>
                </a:lnTo>
                <a:lnTo>
                  <a:pt x="46967" y="158478"/>
                </a:lnTo>
                <a:lnTo>
                  <a:pt x="46966" y="158478"/>
                </a:lnTo>
                <a:lnTo>
                  <a:pt x="46965" y="158478"/>
                </a:lnTo>
                <a:lnTo>
                  <a:pt x="46964" y="158478"/>
                </a:lnTo>
                <a:lnTo>
                  <a:pt x="46963" y="158478"/>
                </a:lnTo>
                <a:lnTo>
                  <a:pt x="46963" y="158478"/>
                </a:lnTo>
                <a:lnTo>
                  <a:pt x="46962" y="158478"/>
                </a:lnTo>
                <a:lnTo>
                  <a:pt x="46961" y="158478"/>
                </a:lnTo>
                <a:lnTo>
                  <a:pt x="46960" y="158478"/>
                </a:lnTo>
                <a:lnTo>
                  <a:pt x="46959" y="158478"/>
                </a:lnTo>
                <a:lnTo>
                  <a:pt x="46958" y="158478"/>
                </a:lnTo>
                <a:lnTo>
                  <a:pt x="46957" y="158478"/>
                </a:lnTo>
                <a:lnTo>
                  <a:pt x="46956" y="158478"/>
                </a:lnTo>
                <a:lnTo>
                  <a:pt x="46955" y="158478"/>
                </a:lnTo>
                <a:lnTo>
                  <a:pt x="46954" y="158478"/>
                </a:lnTo>
                <a:lnTo>
                  <a:pt x="46953" y="158478"/>
                </a:lnTo>
                <a:lnTo>
                  <a:pt x="46953" y="158478"/>
                </a:lnTo>
                <a:lnTo>
                  <a:pt x="46952" y="158478"/>
                </a:lnTo>
                <a:lnTo>
                  <a:pt x="46951" y="158478"/>
                </a:lnTo>
                <a:lnTo>
                  <a:pt x="46950" y="158478"/>
                </a:lnTo>
                <a:lnTo>
                  <a:pt x="46949" y="158478"/>
                </a:lnTo>
                <a:lnTo>
                  <a:pt x="46948" y="158478"/>
                </a:lnTo>
                <a:lnTo>
                  <a:pt x="46947" y="158478"/>
                </a:lnTo>
                <a:lnTo>
                  <a:pt x="46946" y="158478"/>
                </a:lnTo>
                <a:lnTo>
                  <a:pt x="46945" y="158478"/>
                </a:lnTo>
                <a:lnTo>
                  <a:pt x="46944" y="158478"/>
                </a:lnTo>
                <a:lnTo>
                  <a:pt x="46943" y="158478"/>
                </a:lnTo>
                <a:lnTo>
                  <a:pt x="46943" y="158478"/>
                </a:lnTo>
                <a:lnTo>
                  <a:pt x="46942" y="158478"/>
                </a:lnTo>
                <a:lnTo>
                  <a:pt x="46941" y="158478"/>
                </a:lnTo>
                <a:lnTo>
                  <a:pt x="46940" y="158478"/>
                </a:lnTo>
                <a:lnTo>
                  <a:pt x="46939" y="158478"/>
                </a:lnTo>
                <a:lnTo>
                  <a:pt x="46938" y="158478"/>
                </a:lnTo>
                <a:lnTo>
                  <a:pt x="46937" y="158478"/>
                </a:lnTo>
                <a:lnTo>
                  <a:pt x="46936" y="158478"/>
                </a:lnTo>
                <a:lnTo>
                  <a:pt x="46935" y="158478"/>
                </a:lnTo>
                <a:lnTo>
                  <a:pt x="46934" y="158478"/>
                </a:lnTo>
                <a:lnTo>
                  <a:pt x="46933" y="158478"/>
                </a:lnTo>
                <a:lnTo>
                  <a:pt x="46932" y="158478"/>
                </a:lnTo>
                <a:lnTo>
                  <a:pt x="46932" y="158478"/>
                </a:lnTo>
                <a:lnTo>
                  <a:pt x="46931" y="158478"/>
                </a:lnTo>
                <a:lnTo>
                  <a:pt x="46930" y="158478"/>
                </a:lnTo>
                <a:lnTo>
                  <a:pt x="46929" y="158478"/>
                </a:lnTo>
                <a:lnTo>
                  <a:pt x="46928" y="158478"/>
                </a:lnTo>
                <a:lnTo>
                  <a:pt x="46927" y="158478"/>
                </a:lnTo>
                <a:lnTo>
                  <a:pt x="46926" y="158478"/>
                </a:lnTo>
                <a:lnTo>
                  <a:pt x="46925" y="158478"/>
                </a:lnTo>
                <a:lnTo>
                  <a:pt x="46924" y="158478"/>
                </a:lnTo>
                <a:lnTo>
                  <a:pt x="46923" y="158478"/>
                </a:lnTo>
                <a:lnTo>
                  <a:pt x="46922" y="158478"/>
                </a:lnTo>
                <a:lnTo>
                  <a:pt x="46922" y="158478"/>
                </a:lnTo>
                <a:lnTo>
                  <a:pt x="46921" y="158478"/>
                </a:lnTo>
                <a:lnTo>
                  <a:pt x="46920" y="158478"/>
                </a:lnTo>
                <a:lnTo>
                  <a:pt x="46919" y="158478"/>
                </a:lnTo>
                <a:lnTo>
                  <a:pt x="46918" y="158478"/>
                </a:lnTo>
                <a:lnTo>
                  <a:pt x="46917" y="158478"/>
                </a:lnTo>
                <a:lnTo>
                  <a:pt x="46916" y="158478"/>
                </a:lnTo>
                <a:lnTo>
                  <a:pt x="46915" y="158478"/>
                </a:lnTo>
                <a:lnTo>
                  <a:pt x="46914" y="158478"/>
                </a:lnTo>
                <a:lnTo>
                  <a:pt x="46913" y="158478"/>
                </a:lnTo>
                <a:lnTo>
                  <a:pt x="46912" y="158478"/>
                </a:lnTo>
                <a:lnTo>
                  <a:pt x="46912" y="158478"/>
                </a:lnTo>
                <a:lnTo>
                  <a:pt x="46911" y="158478"/>
                </a:lnTo>
                <a:lnTo>
                  <a:pt x="46910" y="158478"/>
                </a:lnTo>
                <a:lnTo>
                  <a:pt x="46909" y="158478"/>
                </a:lnTo>
                <a:lnTo>
                  <a:pt x="46908" y="158478"/>
                </a:lnTo>
                <a:lnTo>
                  <a:pt x="46907" y="158478"/>
                </a:lnTo>
                <a:lnTo>
                  <a:pt x="46906" y="158478"/>
                </a:lnTo>
                <a:lnTo>
                  <a:pt x="46905" y="158478"/>
                </a:lnTo>
                <a:lnTo>
                  <a:pt x="46904" y="158478"/>
                </a:lnTo>
                <a:lnTo>
                  <a:pt x="46903" y="158478"/>
                </a:lnTo>
                <a:lnTo>
                  <a:pt x="46902" y="158478"/>
                </a:lnTo>
                <a:lnTo>
                  <a:pt x="46901" y="158478"/>
                </a:lnTo>
                <a:lnTo>
                  <a:pt x="46901" y="158478"/>
                </a:lnTo>
                <a:lnTo>
                  <a:pt x="46900" y="158478"/>
                </a:lnTo>
                <a:lnTo>
                  <a:pt x="46899" y="158478"/>
                </a:lnTo>
                <a:lnTo>
                  <a:pt x="46898" y="158478"/>
                </a:lnTo>
                <a:lnTo>
                  <a:pt x="46897" y="158478"/>
                </a:lnTo>
                <a:lnTo>
                  <a:pt x="46896" y="158478"/>
                </a:lnTo>
                <a:lnTo>
                  <a:pt x="46895" y="158478"/>
                </a:lnTo>
                <a:lnTo>
                  <a:pt x="46894" y="158478"/>
                </a:lnTo>
                <a:lnTo>
                  <a:pt x="46893" y="158478"/>
                </a:lnTo>
                <a:lnTo>
                  <a:pt x="46892" y="158478"/>
                </a:lnTo>
                <a:lnTo>
                  <a:pt x="46891" y="158478"/>
                </a:lnTo>
                <a:lnTo>
                  <a:pt x="46891" y="158478"/>
                </a:lnTo>
                <a:lnTo>
                  <a:pt x="46890" y="158478"/>
                </a:lnTo>
                <a:lnTo>
                  <a:pt x="46889" y="158478"/>
                </a:lnTo>
                <a:lnTo>
                  <a:pt x="46888" y="158478"/>
                </a:lnTo>
                <a:lnTo>
                  <a:pt x="46887" y="158478"/>
                </a:lnTo>
                <a:lnTo>
                  <a:pt x="46886" y="158478"/>
                </a:lnTo>
                <a:lnTo>
                  <a:pt x="46885" y="158478"/>
                </a:lnTo>
                <a:lnTo>
                  <a:pt x="46884" y="158478"/>
                </a:lnTo>
                <a:lnTo>
                  <a:pt x="46883" y="158478"/>
                </a:lnTo>
                <a:lnTo>
                  <a:pt x="46882" y="158478"/>
                </a:lnTo>
                <a:lnTo>
                  <a:pt x="46881" y="158478"/>
                </a:lnTo>
                <a:lnTo>
                  <a:pt x="46881" y="158478"/>
                </a:lnTo>
                <a:lnTo>
                  <a:pt x="46880" y="158478"/>
                </a:lnTo>
                <a:lnTo>
                  <a:pt x="46879" y="158478"/>
                </a:lnTo>
                <a:lnTo>
                  <a:pt x="46878" y="158478"/>
                </a:lnTo>
                <a:lnTo>
                  <a:pt x="46877" y="158478"/>
                </a:lnTo>
                <a:lnTo>
                  <a:pt x="46876" y="158478"/>
                </a:lnTo>
                <a:lnTo>
                  <a:pt x="46875" y="158478"/>
                </a:lnTo>
                <a:lnTo>
                  <a:pt x="46874" y="158478"/>
                </a:lnTo>
                <a:lnTo>
                  <a:pt x="46873" y="158478"/>
                </a:lnTo>
                <a:lnTo>
                  <a:pt x="46872" y="158478"/>
                </a:lnTo>
                <a:lnTo>
                  <a:pt x="46871" y="158478"/>
                </a:lnTo>
                <a:lnTo>
                  <a:pt x="46871" y="158478"/>
                </a:lnTo>
                <a:lnTo>
                  <a:pt x="46870" y="158478"/>
                </a:lnTo>
                <a:lnTo>
                  <a:pt x="46869" y="158478"/>
                </a:lnTo>
                <a:lnTo>
                  <a:pt x="46868" y="158478"/>
                </a:lnTo>
                <a:lnTo>
                  <a:pt x="46867" y="158478"/>
                </a:lnTo>
                <a:lnTo>
                  <a:pt x="46866" y="158478"/>
                </a:lnTo>
                <a:lnTo>
                  <a:pt x="46865" y="158478"/>
                </a:lnTo>
                <a:lnTo>
                  <a:pt x="46864" y="158478"/>
                </a:lnTo>
                <a:lnTo>
                  <a:pt x="46863" y="158478"/>
                </a:lnTo>
                <a:lnTo>
                  <a:pt x="46862" y="158478"/>
                </a:lnTo>
                <a:lnTo>
                  <a:pt x="46861" y="158478"/>
                </a:lnTo>
                <a:lnTo>
                  <a:pt x="46861" y="158478"/>
                </a:lnTo>
                <a:lnTo>
                  <a:pt x="46860" y="158478"/>
                </a:lnTo>
                <a:lnTo>
                  <a:pt x="46859" y="158478"/>
                </a:lnTo>
                <a:lnTo>
                  <a:pt x="46858" y="158478"/>
                </a:lnTo>
                <a:lnTo>
                  <a:pt x="46857" y="158478"/>
                </a:lnTo>
                <a:lnTo>
                  <a:pt x="46856" y="158478"/>
                </a:lnTo>
                <a:lnTo>
                  <a:pt x="46855" y="158478"/>
                </a:lnTo>
                <a:lnTo>
                  <a:pt x="46854" y="158478"/>
                </a:lnTo>
                <a:lnTo>
                  <a:pt x="46853" y="158478"/>
                </a:lnTo>
                <a:lnTo>
                  <a:pt x="46852" y="158478"/>
                </a:lnTo>
                <a:lnTo>
                  <a:pt x="46851" y="158478"/>
                </a:lnTo>
                <a:lnTo>
                  <a:pt x="46851" y="158478"/>
                </a:lnTo>
                <a:lnTo>
                  <a:pt x="46850" y="158478"/>
                </a:lnTo>
                <a:lnTo>
                  <a:pt x="46849" y="158478"/>
                </a:lnTo>
                <a:lnTo>
                  <a:pt x="46848" y="158478"/>
                </a:lnTo>
                <a:lnTo>
                  <a:pt x="46847" y="158478"/>
                </a:lnTo>
                <a:lnTo>
                  <a:pt x="46846" y="158478"/>
                </a:lnTo>
                <a:lnTo>
                  <a:pt x="46845" y="158478"/>
                </a:lnTo>
                <a:lnTo>
                  <a:pt x="46844" y="158478"/>
                </a:lnTo>
                <a:lnTo>
                  <a:pt x="46843" y="158478"/>
                </a:lnTo>
                <a:lnTo>
                  <a:pt x="46842" y="158478"/>
                </a:lnTo>
                <a:lnTo>
                  <a:pt x="46841" y="158478"/>
                </a:lnTo>
                <a:lnTo>
                  <a:pt x="46841" y="158478"/>
                </a:lnTo>
                <a:lnTo>
                  <a:pt x="46840" y="158478"/>
                </a:lnTo>
                <a:lnTo>
                  <a:pt x="46839" y="158478"/>
                </a:lnTo>
                <a:lnTo>
                  <a:pt x="46838" y="158478"/>
                </a:lnTo>
                <a:lnTo>
                  <a:pt x="46837" y="158478"/>
                </a:lnTo>
                <a:lnTo>
                  <a:pt x="46836" y="158478"/>
                </a:lnTo>
                <a:lnTo>
                  <a:pt x="46835" y="158478"/>
                </a:lnTo>
                <a:lnTo>
                  <a:pt x="46834" y="158478"/>
                </a:lnTo>
                <a:lnTo>
                  <a:pt x="46833" y="158478"/>
                </a:lnTo>
                <a:lnTo>
                  <a:pt x="46832" y="158478"/>
                </a:lnTo>
                <a:lnTo>
                  <a:pt x="46831" y="158478"/>
                </a:lnTo>
                <a:lnTo>
                  <a:pt x="46831" y="158478"/>
                </a:lnTo>
                <a:lnTo>
                  <a:pt x="46830" y="158478"/>
                </a:lnTo>
                <a:lnTo>
                  <a:pt x="46829" y="158478"/>
                </a:lnTo>
                <a:lnTo>
                  <a:pt x="46828" y="158478"/>
                </a:lnTo>
                <a:lnTo>
                  <a:pt x="46827" y="158478"/>
                </a:lnTo>
                <a:lnTo>
                  <a:pt x="46826" y="158478"/>
                </a:lnTo>
                <a:lnTo>
                  <a:pt x="46825" y="158478"/>
                </a:lnTo>
                <a:lnTo>
                  <a:pt x="46824" y="158478"/>
                </a:lnTo>
                <a:lnTo>
                  <a:pt x="46823" y="158478"/>
                </a:lnTo>
                <a:lnTo>
                  <a:pt x="46822" y="158478"/>
                </a:lnTo>
                <a:lnTo>
                  <a:pt x="46821" y="158478"/>
                </a:lnTo>
                <a:lnTo>
                  <a:pt x="46821" y="158478"/>
                </a:lnTo>
                <a:lnTo>
                  <a:pt x="46820" y="158478"/>
                </a:lnTo>
                <a:lnTo>
                  <a:pt x="46819" y="158478"/>
                </a:lnTo>
                <a:lnTo>
                  <a:pt x="46818" y="158478"/>
                </a:lnTo>
                <a:lnTo>
                  <a:pt x="46817" y="158478"/>
                </a:lnTo>
                <a:lnTo>
                  <a:pt x="46816" y="158478"/>
                </a:lnTo>
                <a:lnTo>
                  <a:pt x="46815" y="158478"/>
                </a:lnTo>
                <a:lnTo>
                  <a:pt x="46814" y="158478"/>
                </a:lnTo>
                <a:lnTo>
                  <a:pt x="46813" y="158478"/>
                </a:lnTo>
                <a:lnTo>
                  <a:pt x="46812" y="158478"/>
                </a:lnTo>
                <a:lnTo>
                  <a:pt x="46811" y="158478"/>
                </a:lnTo>
                <a:lnTo>
                  <a:pt x="46811" y="158478"/>
                </a:lnTo>
                <a:lnTo>
                  <a:pt x="46810" y="158478"/>
                </a:lnTo>
                <a:lnTo>
                  <a:pt x="46809" y="158478"/>
                </a:lnTo>
                <a:lnTo>
                  <a:pt x="46808" y="158478"/>
                </a:lnTo>
                <a:lnTo>
                  <a:pt x="46807" y="158478"/>
                </a:lnTo>
                <a:lnTo>
                  <a:pt x="46806" y="158478"/>
                </a:lnTo>
                <a:lnTo>
                  <a:pt x="46805" y="158478"/>
                </a:lnTo>
                <a:lnTo>
                  <a:pt x="46804" y="158478"/>
                </a:lnTo>
                <a:lnTo>
                  <a:pt x="46803" y="158478"/>
                </a:lnTo>
                <a:lnTo>
                  <a:pt x="46802" y="158478"/>
                </a:lnTo>
                <a:lnTo>
                  <a:pt x="46801" y="158478"/>
                </a:lnTo>
                <a:lnTo>
                  <a:pt x="46801" y="158478"/>
                </a:lnTo>
                <a:lnTo>
                  <a:pt x="46800" y="158478"/>
                </a:lnTo>
                <a:lnTo>
                  <a:pt x="46799" y="158478"/>
                </a:lnTo>
                <a:lnTo>
                  <a:pt x="46798" y="158478"/>
                </a:lnTo>
                <a:lnTo>
                  <a:pt x="46797" y="158478"/>
                </a:lnTo>
                <a:lnTo>
                  <a:pt x="46796" y="158478"/>
                </a:lnTo>
                <a:lnTo>
                  <a:pt x="46795" y="158478"/>
                </a:lnTo>
                <a:lnTo>
                  <a:pt x="46794" y="158478"/>
                </a:lnTo>
                <a:lnTo>
                  <a:pt x="46793" y="158478"/>
                </a:lnTo>
                <a:lnTo>
                  <a:pt x="46792" y="158478"/>
                </a:lnTo>
                <a:lnTo>
                  <a:pt x="46791" y="158478"/>
                </a:lnTo>
                <a:lnTo>
                  <a:pt x="46791" y="158478"/>
                </a:lnTo>
                <a:lnTo>
                  <a:pt x="46790" y="158478"/>
                </a:lnTo>
                <a:lnTo>
                  <a:pt x="46789" y="158478"/>
                </a:lnTo>
                <a:lnTo>
                  <a:pt x="46788" y="158478"/>
                </a:lnTo>
                <a:lnTo>
                  <a:pt x="46787" y="158478"/>
                </a:lnTo>
                <a:lnTo>
                  <a:pt x="46786" y="158478"/>
                </a:lnTo>
                <a:lnTo>
                  <a:pt x="46785" y="158478"/>
                </a:lnTo>
                <a:lnTo>
                  <a:pt x="46784" y="158478"/>
                </a:lnTo>
                <a:lnTo>
                  <a:pt x="46783" y="158478"/>
                </a:lnTo>
                <a:lnTo>
                  <a:pt x="46782" y="158478"/>
                </a:lnTo>
                <a:lnTo>
                  <a:pt x="46782" y="158478"/>
                </a:lnTo>
                <a:lnTo>
                  <a:pt x="46781" y="158478"/>
                </a:lnTo>
                <a:lnTo>
                  <a:pt x="46780" y="158478"/>
                </a:lnTo>
                <a:lnTo>
                  <a:pt x="46779" y="158478"/>
                </a:lnTo>
                <a:lnTo>
                  <a:pt x="46778" y="158478"/>
                </a:lnTo>
                <a:lnTo>
                  <a:pt x="46777" y="158478"/>
                </a:lnTo>
                <a:lnTo>
                  <a:pt x="46776" y="158478"/>
                </a:lnTo>
                <a:lnTo>
                  <a:pt x="46775" y="158478"/>
                </a:lnTo>
                <a:lnTo>
                  <a:pt x="46774" y="158478"/>
                </a:lnTo>
                <a:lnTo>
                  <a:pt x="46773" y="158478"/>
                </a:lnTo>
                <a:lnTo>
                  <a:pt x="46772" y="158478"/>
                </a:lnTo>
                <a:lnTo>
                  <a:pt x="46772" y="158478"/>
                </a:lnTo>
                <a:lnTo>
                  <a:pt x="46771" y="158478"/>
                </a:lnTo>
                <a:lnTo>
                  <a:pt x="46770" y="158478"/>
                </a:lnTo>
                <a:lnTo>
                  <a:pt x="46769" y="158478"/>
                </a:lnTo>
                <a:lnTo>
                  <a:pt x="46768" y="158478"/>
                </a:lnTo>
                <a:lnTo>
                  <a:pt x="46767" y="158478"/>
                </a:lnTo>
                <a:lnTo>
                  <a:pt x="46766" y="158478"/>
                </a:lnTo>
                <a:lnTo>
                  <a:pt x="46765" y="158478"/>
                </a:lnTo>
                <a:lnTo>
                  <a:pt x="46764" y="158478"/>
                </a:lnTo>
                <a:lnTo>
                  <a:pt x="46763" y="158478"/>
                </a:lnTo>
                <a:lnTo>
                  <a:pt x="46762" y="158478"/>
                </a:lnTo>
                <a:lnTo>
                  <a:pt x="46762" y="158478"/>
                </a:lnTo>
                <a:lnTo>
                  <a:pt x="46761" y="158478"/>
                </a:lnTo>
                <a:lnTo>
                  <a:pt x="46760" y="158478"/>
                </a:lnTo>
                <a:lnTo>
                  <a:pt x="46759" y="158478"/>
                </a:lnTo>
                <a:lnTo>
                  <a:pt x="46758" y="158478"/>
                </a:lnTo>
                <a:lnTo>
                  <a:pt x="46757" y="158478"/>
                </a:lnTo>
                <a:lnTo>
                  <a:pt x="46756" y="158478"/>
                </a:lnTo>
                <a:lnTo>
                  <a:pt x="46755" y="158478"/>
                </a:lnTo>
                <a:lnTo>
                  <a:pt x="46754" y="158478"/>
                </a:lnTo>
                <a:lnTo>
                  <a:pt x="46753" y="158478"/>
                </a:lnTo>
                <a:lnTo>
                  <a:pt x="46753" y="158478"/>
                </a:lnTo>
                <a:lnTo>
                  <a:pt x="46752" y="158478"/>
                </a:lnTo>
                <a:lnTo>
                  <a:pt x="46751" y="158478"/>
                </a:lnTo>
                <a:lnTo>
                  <a:pt x="46750" y="158478"/>
                </a:lnTo>
                <a:lnTo>
                  <a:pt x="46749" y="158478"/>
                </a:lnTo>
                <a:lnTo>
                  <a:pt x="46748" y="158478"/>
                </a:lnTo>
                <a:lnTo>
                  <a:pt x="46747" y="158478"/>
                </a:lnTo>
                <a:lnTo>
                  <a:pt x="46746" y="158478"/>
                </a:lnTo>
                <a:lnTo>
                  <a:pt x="46745" y="158478"/>
                </a:lnTo>
                <a:lnTo>
                  <a:pt x="46744" y="158478"/>
                </a:lnTo>
                <a:lnTo>
                  <a:pt x="46743" y="158478"/>
                </a:lnTo>
                <a:lnTo>
                  <a:pt x="46743" y="158478"/>
                </a:lnTo>
                <a:lnTo>
                  <a:pt x="46742" y="158478"/>
                </a:lnTo>
                <a:lnTo>
                  <a:pt x="46741" y="158478"/>
                </a:lnTo>
                <a:lnTo>
                  <a:pt x="46740" y="158478"/>
                </a:lnTo>
                <a:lnTo>
                  <a:pt x="46739" y="158478"/>
                </a:lnTo>
                <a:lnTo>
                  <a:pt x="46738" y="158478"/>
                </a:lnTo>
                <a:lnTo>
                  <a:pt x="46737" y="158478"/>
                </a:lnTo>
                <a:lnTo>
                  <a:pt x="46736" y="158478"/>
                </a:lnTo>
                <a:lnTo>
                  <a:pt x="46735" y="158478"/>
                </a:lnTo>
                <a:lnTo>
                  <a:pt x="46734" y="158478"/>
                </a:lnTo>
                <a:lnTo>
                  <a:pt x="46733" y="158478"/>
                </a:lnTo>
                <a:lnTo>
                  <a:pt x="46733" y="158478"/>
                </a:lnTo>
                <a:lnTo>
                  <a:pt x="46732" y="158478"/>
                </a:lnTo>
                <a:lnTo>
                  <a:pt x="46731" y="158478"/>
                </a:lnTo>
                <a:lnTo>
                  <a:pt x="46730" y="158478"/>
                </a:lnTo>
                <a:lnTo>
                  <a:pt x="46729" y="158478"/>
                </a:lnTo>
                <a:lnTo>
                  <a:pt x="46728" y="158478"/>
                </a:lnTo>
                <a:lnTo>
                  <a:pt x="46727" y="158478"/>
                </a:lnTo>
                <a:lnTo>
                  <a:pt x="46726" y="158478"/>
                </a:lnTo>
                <a:lnTo>
                  <a:pt x="46725" y="158478"/>
                </a:lnTo>
                <a:lnTo>
                  <a:pt x="46724" y="158478"/>
                </a:lnTo>
                <a:lnTo>
                  <a:pt x="46724" y="158478"/>
                </a:lnTo>
                <a:lnTo>
                  <a:pt x="46723" y="158478"/>
                </a:lnTo>
                <a:lnTo>
                  <a:pt x="46722" y="158478"/>
                </a:lnTo>
                <a:lnTo>
                  <a:pt x="46721" y="158478"/>
                </a:lnTo>
                <a:lnTo>
                  <a:pt x="46720" y="158478"/>
                </a:lnTo>
                <a:lnTo>
                  <a:pt x="46719" y="158478"/>
                </a:lnTo>
                <a:lnTo>
                  <a:pt x="46718" y="158478"/>
                </a:lnTo>
                <a:lnTo>
                  <a:pt x="46717" y="158478"/>
                </a:lnTo>
                <a:lnTo>
                  <a:pt x="46716" y="158478"/>
                </a:lnTo>
                <a:lnTo>
                  <a:pt x="46715" y="158478"/>
                </a:lnTo>
                <a:lnTo>
                  <a:pt x="46714" y="158478"/>
                </a:lnTo>
                <a:lnTo>
                  <a:pt x="46714" y="158478"/>
                </a:lnTo>
                <a:lnTo>
                  <a:pt x="46713" y="158478"/>
                </a:lnTo>
                <a:lnTo>
                  <a:pt x="46712" y="158478"/>
                </a:lnTo>
                <a:lnTo>
                  <a:pt x="46711" y="158478"/>
                </a:lnTo>
                <a:lnTo>
                  <a:pt x="46710" y="158478"/>
                </a:lnTo>
                <a:lnTo>
                  <a:pt x="46709" y="158478"/>
                </a:lnTo>
                <a:lnTo>
                  <a:pt x="46708" y="158478"/>
                </a:lnTo>
                <a:lnTo>
                  <a:pt x="46707" y="158478"/>
                </a:lnTo>
                <a:lnTo>
                  <a:pt x="46706" y="158478"/>
                </a:lnTo>
                <a:lnTo>
                  <a:pt x="46705" y="158478"/>
                </a:lnTo>
                <a:lnTo>
                  <a:pt x="46705" y="158478"/>
                </a:lnTo>
                <a:lnTo>
                  <a:pt x="46704" y="158478"/>
                </a:lnTo>
                <a:lnTo>
                  <a:pt x="46703" y="158478"/>
                </a:lnTo>
                <a:lnTo>
                  <a:pt x="46702" y="158478"/>
                </a:lnTo>
                <a:lnTo>
                  <a:pt x="46701" y="158478"/>
                </a:lnTo>
                <a:lnTo>
                  <a:pt x="46700" y="158478"/>
                </a:lnTo>
                <a:lnTo>
                  <a:pt x="46699" y="158478"/>
                </a:lnTo>
                <a:lnTo>
                  <a:pt x="46698" y="158478"/>
                </a:lnTo>
                <a:lnTo>
                  <a:pt x="46697" y="158478"/>
                </a:lnTo>
                <a:lnTo>
                  <a:pt x="46696" y="158478"/>
                </a:lnTo>
                <a:lnTo>
                  <a:pt x="46695" y="158478"/>
                </a:lnTo>
                <a:lnTo>
                  <a:pt x="46695" y="158478"/>
                </a:lnTo>
                <a:lnTo>
                  <a:pt x="46694" y="158478"/>
                </a:lnTo>
                <a:lnTo>
                  <a:pt x="46693" y="158478"/>
                </a:lnTo>
                <a:lnTo>
                  <a:pt x="46692" y="158478"/>
                </a:lnTo>
                <a:lnTo>
                  <a:pt x="46691" y="158478"/>
                </a:lnTo>
                <a:lnTo>
                  <a:pt x="46690" y="158478"/>
                </a:lnTo>
                <a:lnTo>
                  <a:pt x="46689" y="158478"/>
                </a:lnTo>
                <a:lnTo>
                  <a:pt x="46688" y="158478"/>
                </a:lnTo>
                <a:lnTo>
                  <a:pt x="46687" y="158478"/>
                </a:lnTo>
                <a:lnTo>
                  <a:pt x="46686" y="158478"/>
                </a:lnTo>
                <a:lnTo>
                  <a:pt x="46686" y="158478"/>
                </a:lnTo>
                <a:lnTo>
                  <a:pt x="46685" y="158478"/>
                </a:lnTo>
                <a:lnTo>
                  <a:pt x="46684" y="158478"/>
                </a:lnTo>
                <a:lnTo>
                  <a:pt x="46683" y="158478"/>
                </a:lnTo>
                <a:lnTo>
                  <a:pt x="46682" y="158478"/>
                </a:lnTo>
                <a:lnTo>
                  <a:pt x="46681" y="158478"/>
                </a:lnTo>
                <a:lnTo>
                  <a:pt x="46680" y="158478"/>
                </a:lnTo>
                <a:lnTo>
                  <a:pt x="46679" y="158478"/>
                </a:lnTo>
                <a:lnTo>
                  <a:pt x="46678" y="158478"/>
                </a:lnTo>
                <a:lnTo>
                  <a:pt x="46677" y="158478"/>
                </a:lnTo>
                <a:lnTo>
                  <a:pt x="46677" y="158478"/>
                </a:lnTo>
                <a:lnTo>
                  <a:pt x="46676" y="158478"/>
                </a:lnTo>
                <a:lnTo>
                  <a:pt x="46675" y="158478"/>
                </a:lnTo>
                <a:lnTo>
                  <a:pt x="46674" y="158478"/>
                </a:lnTo>
                <a:lnTo>
                  <a:pt x="46673" y="158478"/>
                </a:lnTo>
                <a:lnTo>
                  <a:pt x="46672" y="158478"/>
                </a:lnTo>
                <a:lnTo>
                  <a:pt x="46671" y="158478"/>
                </a:lnTo>
                <a:lnTo>
                  <a:pt x="46670" y="158478"/>
                </a:lnTo>
                <a:lnTo>
                  <a:pt x="46669" y="158478"/>
                </a:lnTo>
                <a:lnTo>
                  <a:pt x="46668" y="158478"/>
                </a:lnTo>
                <a:lnTo>
                  <a:pt x="46667" y="158478"/>
                </a:lnTo>
                <a:lnTo>
                  <a:pt x="46667" y="158478"/>
                </a:lnTo>
                <a:lnTo>
                  <a:pt x="46666" y="158478"/>
                </a:lnTo>
                <a:lnTo>
                  <a:pt x="46665" y="158478"/>
                </a:lnTo>
                <a:lnTo>
                  <a:pt x="46664" y="158478"/>
                </a:lnTo>
                <a:lnTo>
                  <a:pt x="46663" y="158478"/>
                </a:lnTo>
                <a:lnTo>
                  <a:pt x="46662" y="158478"/>
                </a:lnTo>
                <a:lnTo>
                  <a:pt x="46661" y="158478"/>
                </a:lnTo>
                <a:lnTo>
                  <a:pt x="46660" y="158478"/>
                </a:lnTo>
                <a:lnTo>
                  <a:pt x="46659" y="158478"/>
                </a:lnTo>
                <a:lnTo>
                  <a:pt x="46658" y="158478"/>
                </a:lnTo>
                <a:lnTo>
                  <a:pt x="46658" y="158478"/>
                </a:lnTo>
                <a:lnTo>
                  <a:pt x="46657" y="158478"/>
                </a:lnTo>
                <a:lnTo>
                  <a:pt x="46656" y="158478"/>
                </a:lnTo>
                <a:lnTo>
                  <a:pt x="46655" y="158478"/>
                </a:lnTo>
                <a:lnTo>
                  <a:pt x="46654" y="158478"/>
                </a:lnTo>
                <a:lnTo>
                  <a:pt x="46653" y="158478"/>
                </a:lnTo>
                <a:lnTo>
                  <a:pt x="46652" y="158478"/>
                </a:lnTo>
                <a:lnTo>
                  <a:pt x="46651" y="158478"/>
                </a:lnTo>
                <a:lnTo>
                  <a:pt x="46650" y="158478"/>
                </a:lnTo>
                <a:lnTo>
                  <a:pt x="46649" y="158478"/>
                </a:lnTo>
                <a:lnTo>
                  <a:pt x="46649" y="158478"/>
                </a:lnTo>
                <a:lnTo>
                  <a:pt x="46648" y="158478"/>
                </a:lnTo>
                <a:lnTo>
                  <a:pt x="46647" y="158478"/>
                </a:lnTo>
                <a:lnTo>
                  <a:pt x="46646" y="158478"/>
                </a:lnTo>
                <a:lnTo>
                  <a:pt x="46645" y="158478"/>
                </a:lnTo>
                <a:lnTo>
                  <a:pt x="46644" y="158478"/>
                </a:lnTo>
                <a:lnTo>
                  <a:pt x="46643" y="158478"/>
                </a:lnTo>
                <a:lnTo>
                  <a:pt x="46642" y="158478"/>
                </a:lnTo>
                <a:lnTo>
                  <a:pt x="46641" y="158478"/>
                </a:lnTo>
                <a:lnTo>
                  <a:pt x="46640" y="158478"/>
                </a:lnTo>
                <a:lnTo>
                  <a:pt x="46640" y="158478"/>
                </a:lnTo>
                <a:lnTo>
                  <a:pt x="46639" y="158478"/>
                </a:lnTo>
                <a:lnTo>
                  <a:pt x="46638" y="158478"/>
                </a:lnTo>
                <a:lnTo>
                  <a:pt x="46637" y="158478"/>
                </a:lnTo>
                <a:lnTo>
                  <a:pt x="46636" y="158478"/>
                </a:lnTo>
                <a:lnTo>
                  <a:pt x="46635" y="158478"/>
                </a:lnTo>
                <a:lnTo>
                  <a:pt x="46634" y="158478"/>
                </a:lnTo>
                <a:lnTo>
                  <a:pt x="46633" y="158478"/>
                </a:lnTo>
                <a:lnTo>
                  <a:pt x="46632" y="158478"/>
                </a:lnTo>
                <a:lnTo>
                  <a:pt x="46631" y="158478"/>
                </a:lnTo>
                <a:lnTo>
                  <a:pt x="46630" y="158478"/>
                </a:lnTo>
                <a:lnTo>
                  <a:pt x="46630" y="158478"/>
                </a:lnTo>
                <a:lnTo>
                  <a:pt x="46629" y="158478"/>
                </a:lnTo>
                <a:lnTo>
                  <a:pt x="46628" y="158478"/>
                </a:lnTo>
                <a:lnTo>
                  <a:pt x="46627" y="158478"/>
                </a:lnTo>
                <a:lnTo>
                  <a:pt x="46626" y="158478"/>
                </a:lnTo>
                <a:lnTo>
                  <a:pt x="46625" y="158478"/>
                </a:lnTo>
                <a:lnTo>
                  <a:pt x="46624" y="158478"/>
                </a:lnTo>
                <a:lnTo>
                  <a:pt x="46623" y="158478"/>
                </a:lnTo>
                <a:lnTo>
                  <a:pt x="46622" y="158478"/>
                </a:lnTo>
                <a:lnTo>
                  <a:pt x="46621" y="158478"/>
                </a:lnTo>
                <a:lnTo>
                  <a:pt x="46621" y="158478"/>
                </a:lnTo>
                <a:lnTo>
                  <a:pt x="46620" y="158478"/>
                </a:lnTo>
                <a:lnTo>
                  <a:pt x="46619" y="158478"/>
                </a:lnTo>
                <a:lnTo>
                  <a:pt x="46618" y="158478"/>
                </a:lnTo>
                <a:lnTo>
                  <a:pt x="46617" y="158478"/>
                </a:lnTo>
                <a:lnTo>
                  <a:pt x="46616" y="158478"/>
                </a:lnTo>
                <a:lnTo>
                  <a:pt x="46615" y="158478"/>
                </a:lnTo>
                <a:lnTo>
                  <a:pt x="46614" y="158478"/>
                </a:lnTo>
                <a:lnTo>
                  <a:pt x="46613" y="158478"/>
                </a:lnTo>
                <a:lnTo>
                  <a:pt x="46612" y="158478"/>
                </a:lnTo>
                <a:lnTo>
                  <a:pt x="46612" y="158478"/>
                </a:lnTo>
                <a:lnTo>
                  <a:pt x="46611" y="158478"/>
                </a:lnTo>
                <a:lnTo>
                  <a:pt x="46610" y="158478"/>
                </a:lnTo>
                <a:lnTo>
                  <a:pt x="46609" y="158478"/>
                </a:lnTo>
                <a:lnTo>
                  <a:pt x="46608" y="158478"/>
                </a:lnTo>
                <a:lnTo>
                  <a:pt x="46607" y="158478"/>
                </a:lnTo>
                <a:lnTo>
                  <a:pt x="46606" y="158478"/>
                </a:lnTo>
                <a:lnTo>
                  <a:pt x="46605" y="158478"/>
                </a:lnTo>
                <a:lnTo>
                  <a:pt x="46604" y="158478"/>
                </a:lnTo>
                <a:lnTo>
                  <a:pt x="46603" y="158478"/>
                </a:lnTo>
                <a:lnTo>
                  <a:pt x="46603" y="158478"/>
                </a:lnTo>
                <a:lnTo>
                  <a:pt x="46602" y="158478"/>
                </a:lnTo>
                <a:lnTo>
                  <a:pt x="46601" y="158478"/>
                </a:lnTo>
                <a:lnTo>
                  <a:pt x="46600" y="158478"/>
                </a:lnTo>
                <a:lnTo>
                  <a:pt x="46599" y="158478"/>
                </a:lnTo>
                <a:lnTo>
                  <a:pt x="46598" y="158478"/>
                </a:lnTo>
                <a:lnTo>
                  <a:pt x="46597" y="158478"/>
                </a:lnTo>
                <a:lnTo>
                  <a:pt x="46596" y="158478"/>
                </a:lnTo>
                <a:lnTo>
                  <a:pt x="46595" y="158478"/>
                </a:lnTo>
                <a:lnTo>
                  <a:pt x="46594" y="158478"/>
                </a:lnTo>
                <a:lnTo>
                  <a:pt x="46594" y="158478"/>
                </a:lnTo>
                <a:lnTo>
                  <a:pt x="46593" y="158478"/>
                </a:lnTo>
                <a:lnTo>
                  <a:pt x="46592" y="158478"/>
                </a:lnTo>
                <a:lnTo>
                  <a:pt x="46591" y="158478"/>
                </a:lnTo>
                <a:lnTo>
                  <a:pt x="46590" y="158478"/>
                </a:lnTo>
                <a:lnTo>
                  <a:pt x="46589" y="158478"/>
                </a:lnTo>
                <a:lnTo>
                  <a:pt x="46588" y="158478"/>
                </a:lnTo>
                <a:lnTo>
                  <a:pt x="46587" y="158478"/>
                </a:lnTo>
                <a:lnTo>
                  <a:pt x="46586" y="158478"/>
                </a:lnTo>
                <a:lnTo>
                  <a:pt x="46585" y="158478"/>
                </a:lnTo>
                <a:lnTo>
                  <a:pt x="46585" y="158478"/>
                </a:lnTo>
                <a:lnTo>
                  <a:pt x="46584" y="158478"/>
                </a:lnTo>
                <a:lnTo>
                  <a:pt x="46583" y="158478"/>
                </a:lnTo>
                <a:lnTo>
                  <a:pt x="46582" y="158478"/>
                </a:lnTo>
                <a:lnTo>
                  <a:pt x="46581" y="158478"/>
                </a:lnTo>
                <a:lnTo>
                  <a:pt x="46580" y="158478"/>
                </a:lnTo>
                <a:lnTo>
                  <a:pt x="46579" y="158478"/>
                </a:lnTo>
                <a:lnTo>
                  <a:pt x="46578" y="158478"/>
                </a:lnTo>
                <a:lnTo>
                  <a:pt x="46577" y="158478"/>
                </a:lnTo>
                <a:lnTo>
                  <a:pt x="46576" y="158478"/>
                </a:lnTo>
                <a:lnTo>
                  <a:pt x="46576" y="158478"/>
                </a:lnTo>
                <a:lnTo>
                  <a:pt x="46575" y="158478"/>
                </a:lnTo>
                <a:lnTo>
                  <a:pt x="46574" y="158478"/>
                </a:lnTo>
                <a:lnTo>
                  <a:pt x="46573" y="158478"/>
                </a:lnTo>
                <a:lnTo>
                  <a:pt x="46572" y="158478"/>
                </a:lnTo>
                <a:lnTo>
                  <a:pt x="46571" y="158478"/>
                </a:lnTo>
                <a:lnTo>
                  <a:pt x="46570" y="158478"/>
                </a:lnTo>
                <a:lnTo>
                  <a:pt x="46569" y="158478"/>
                </a:lnTo>
                <a:lnTo>
                  <a:pt x="46568" y="158478"/>
                </a:lnTo>
                <a:lnTo>
                  <a:pt x="46567" y="158478"/>
                </a:lnTo>
                <a:lnTo>
                  <a:pt x="46567" y="158478"/>
                </a:lnTo>
                <a:lnTo>
                  <a:pt x="46566" y="158478"/>
                </a:lnTo>
                <a:lnTo>
                  <a:pt x="46565" y="158478"/>
                </a:lnTo>
                <a:lnTo>
                  <a:pt x="46564" y="158478"/>
                </a:lnTo>
                <a:lnTo>
                  <a:pt x="46563" y="158478"/>
                </a:lnTo>
                <a:lnTo>
                  <a:pt x="46562" y="158478"/>
                </a:lnTo>
                <a:lnTo>
                  <a:pt x="46561" y="158478"/>
                </a:lnTo>
                <a:lnTo>
                  <a:pt x="46560" y="158478"/>
                </a:lnTo>
                <a:lnTo>
                  <a:pt x="46559" y="158478"/>
                </a:lnTo>
                <a:lnTo>
                  <a:pt x="46558" y="158478"/>
                </a:lnTo>
                <a:lnTo>
                  <a:pt x="46558" y="158478"/>
                </a:lnTo>
                <a:lnTo>
                  <a:pt x="46557" y="158478"/>
                </a:lnTo>
                <a:lnTo>
                  <a:pt x="46556" y="158478"/>
                </a:lnTo>
                <a:lnTo>
                  <a:pt x="46555" y="158478"/>
                </a:lnTo>
                <a:lnTo>
                  <a:pt x="46554" y="158478"/>
                </a:lnTo>
                <a:lnTo>
                  <a:pt x="46553" y="158478"/>
                </a:lnTo>
                <a:lnTo>
                  <a:pt x="46552" y="158478"/>
                </a:lnTo>
                <a:lnTo>
                  <a:pt x="46551" y="158478"/>
                </a:lnTo>
                <a:lnTo>
                  <a:pt x="46550" y="158478"/>
                </a:lnTo>
                <a:lnTo>
                  <a:pt x="46549" y="158478"/>
                </a:lnTo>
                <a:lnTo>
                  <a:pt x="46549" y="158478"/>
                </a:lnTo>
                <a:lnTo>
                  <a:pt x="46548" y="158478"/>
                </a:lnTo>
                <a:lnTo>
                  <a:pt x="46547" y="158478"/>
                </a:lnTo>
                <a:lnTo>
                  <a:pt x="46546" y="158478"/>
                </a:lnTo>
                <a:lnTo>
                  <a:pt x="46545" y="158478"/>
                </a:lnTo>
                <a:lnTo>
                  <a:pt x="46544" y="158478"/>
                </a:lnTo>
                <a:lnTo>
                  <a:pt x="46543" y="158478"/>
                </a:lnTo>
                <a:lnTo>
                  <a:pt x="46542" y="158478"/>
                </a:lnTo>
                <a:lnTo>
                  <a:pt x="46541" y="158478"/>
                </a:lnTo>
                <a:lnTo>
                  <a:pt x="46540" y="158478"/>
                </a:lnTo>
                <a:lnTo>
                  <a:pt x="46540" y="158478"/>
                </a:lnTo>
                <a:lnTo>
                  <a:pt x="46539" y="158478"/>
                </a:lnTo>
                <a:lnTo>
                  <a:pt x="46538" y="158478"/>
                </a:lnTo>
                <a:lnTo>
                  <a:pt x="46537" y="158478"/>
                </a:lnTo>
                <a:lnTo>
                  <a:pt x="46536" y="158478"/>
                </a:lnTo>
                <a:lnTo>
                  <a:pt x="46535" y="158478"/>
                </a:lnTo>
                <a:lnTo>
                  <a:pt x="46534" y="158478"/>
                </a:lnTo>
                <a:lnTo>
                  <a:pt x="46533" y="158478"/>
                </a:lnTo>
                <a:lnTo>
                  <a:pt x="46532" y="158478"/>
                </a:lnTo>
                <a:lnTo>
                  <a:pt x="46531" y="158478"/>
                </a:lnTo>
                <a:lnTo>
                  <a:pt x="46531" y="158478"/>
                </a:lnTo>
                <a:lnTo>
                  <a:pt x="46530" y="158478"/>
                </a:lnTo>
                <a:lnTo>
                  <a:pt x="46529" y="158478"/>
                </a:lnTo>
                <a:lnTo>
                  <a:pt x="46528" y="158478"/>
                </a:lnTo>
                <a:lnTo>
                  <a:pt x="46527" y="158478"/>
                </a:lnTo>
                <a:lnTo>
                  <a:pt x="46526" y="158478"/>
                </a:lnTo>
                <a:lnTo>
                  <a:pt x="46525" y="158478"/>
                </a:lnTo>
                <a:lnTo>
                  <a:pt x="46524" y="158478"/>
                </a:lnTo>
                <a:lnTo>
                  <a:pt x="46523" y="158478"/>
                </a:lnTo>
                <a:lnTo>
                  <a:pt x="46522" y="158478"/>
                </a:lnTo>
                <a:lnTo>
                  <a:pt x="46522" y="158478"/>
                </a:lnTo>
                <a:lnTo>
                  <a:pt x="46521" y="158478"/>
                </a:lnTo>
                <a:lnTo>
                  <a:pt x="46520" y="158478"/>
                </a:lnTo>
                <a:lnTo>
                  <a:pt x="46519" y="158478"/>
                </a:lnTo>
                <a:lnTo>
                  <a:pt x="46518" y="158478"/>
                </a:lnTo>
                <a:lnTo>
                  <a:pt x="46517" y="158478"/>
                </a:lnTo>
                <a:lnTo>
                  <a:pt x="46516" y="158478"/>
                </a:lnTo>
                <a:lnTo>
                  <a:pt x="46515" y="158478"/>
                </a:lnTo>
                <a:lnTo>
                  <a:pt x="46514" y="158478"/>
                </a:lnTo>
                <a:lnTo>
                  <a:pt x="46513" y="158478"/>
                </a:lnTo>
                <a:lnTo>
                  <a:pt x="46513" y="158478"/>
                </a:lnTo>
                <a:lnTo>
                  <a:pt x="46512" y="158478"/>
                </a:lnTo>
                <a:lnTo>
                  <a:pt x="46511" y="158478"/>
                </a:lnTo>
                <a:lnTo>
                  <a:pt x="46510" y="158478"/>
                </a:lnTo>
                <a:lnTo>
                  <a:pt x="46509" y="158478"/>
                </a:lnTo>
                <a:lnTo>
                  <a:pt x="46508" y="158478"/>
                </a:lnTo>
                <a:lnTo>
                  <a:pt x="46507" y="158478"/>
                </a:lnTo>
                <a:lnTo>
                  <a:pt x="46506" y="158478"/>
                </a:lnTo>
                <a:lnTo>
                  <a:pt x="46505" y="158478"/>
                </a:lnTo>
                <a:lnTo>
                  <a:pt x="46505" y="158478"/>
                </a:lnTo>
                <a:lnTo>
                  <a:pt x="46504" y="158478"/>
                </a:lnTo>
                <a:lnTo>
                  <a:pt x="46503" y="158478"/>
                </a:lnTo>
                <a:lnTo>
                  <a:pt x="46502" y="158478"/>
                </a:lnTo>
                <a:lnTo>
                  <a:pt x="46501" y="158478"/>
                </a:lnTo>
                <a:lnTo>
                  <a:pt x="46500" y="158478"/>
                </a:lnTo>
                <a:lnTo>
                  <a:pt x="46499" y="158478"/>
                </a:lnTo>
                <a:lnTo>
                  <a:pt x="46498" y="158478"/>
                </a:lnTo>
                <a:lnTo>
                  <a:pt x="46497" y="158478"/>
                </a:lnTo>
                <a:lnTo>
                  <a:pt x="46496" y="158478"/>
                </a:lnTo>
                <a:lnTo>
                  <a:pt x="46496" y="158478"/>
                </a:lnTo>
                <a:lnTo>
                  <a:pt x="46495" y="158478"/>
                </a:lnTo>
                <a:lnTo>
                  <a:pt x="46494" y="158478"/>
                </a:lnTo>
                <a:lnTo>
                  <a:pt x="46493" y="158478"/>
                </a:lnTo>
                <a:lnTo>
                  <a:pt x="46492" y="158478"/>
                </a:lnTo>
                <a:lnTo>
                  <a:pt x="46491" y="158478"/>
                </a:lnTo>
                <a:lnTo>
                  <a:pt x="46490" y="158478"/>
                </a:lnTo>
                <a:lnTo>
                  <a:pt x="46489" y="158478"/>
                </a:lnTo>
                <a:lnTo>
                  <a:pt x="46488" y="158478"/>
                </a:lnTo>
                <a:lnTo>
                  <a:pt x="46487" y="158478"/>
                </a:lnTo>
                <a:lnTo>
                  <a:pt x="46487" y="158478"/>
                </a:lnTo>
                <a:lnTo>
                  <a:pt x="46486" y="158478"/>
                </a:lnTo>
                <a:lnTo>
                  <a:pt x="46485" y="158478"/>
                </a:lnTo>
                <a:lnTo>
                  <a:pt x="46484" y="158478"/>
                </a:lnTo>
                <a:lnTo>
                  <a:pt x="46483" y="158478"/>
                </a:lnTo>
                <a:lnTo>
                  <a:pt x="46482" y="158478"/>
                </a:lnTo>
                <a:lnTo>
                  <a:pt x="46481" y="158478"/>
                </a:lnTo>
                <a:lnTo>
                  <a:pt x="46480" y="158478"/>
                </a:lnTo>
                <a:lnTo>
                  <a:pt x="46479" y="158478"/>
                </a:lnTo>
                <a:lnTo>
                  <a:pt x="46478" y="158478"/>
                </a:lnTo>
                <a:lnTo>
                  <a:pt x="46478" y="158478"/>
                </a:lnTo>
                <a:lnTo>
                  <a:pt x="46477" y="158478"/>
                </a:lnTo>
                <a:lnTo>
                  <a:pt x="46476" y="158478"/>
                </a:lnTo>
                <a:lnTo>
                  <a:pt x="46475" y="158478"/>
                </a:lnTo>
                <a:lnTo>
                  <a:pt x="46474" y="158478"/>
                </a:lnTo>
                <a:lnTo>
                  <a:pt x="46473" y="158478"/>
                </a:lnTo>
                <a:lnTo>
                  <a:pt x="46472" y="158478"/>
                </a:lnTo>
                <a:lnTo>
                  <a:pt x="46471" y="158478"/>
                </a:lnTo>
                <a:lnTo>
                  <a:pt x="46470" y="158478"/>
                </a:lnTo>
                <a:lnTo>
                  <a:pt x="46470" y="158478"/>
                </a:lnTo>
                <a:lnTo>
                  <a:pt x="46469" y="158478"/>
                </a:lnTo>
                <a:lnTo>
                  <a:pt x="46468" y="158478"/>
                </a:lnTo>
                <a:lnTo>
                  <a:pt x="46467" y="158478"/>
                </a:lnTo>
                <a:lnTo>
                  <a:pt x="46466" y="158478"/>
                </a:lnTo>
                <a:lnTo>
                  <a:pt x="46465" y="158478"/>
                </a:lnTo>
                <a:lnTo>
                  <a:pt x="46464" y="158478"/>
                </a:lnTo>
                <a:lnTo>
                  <a:pt x="46463" y="158478"/>
                </a:lnTo>
                <a:lnTo>
                  <a:pt x="46462" y="158478"/>
                </a:lnTo>
                <a:lnTo>
                  <a:pt x="46461" y="158478"/>
                </a:lnTo>
                <a:lnTo>
                  <a:pt x="46461" y="158478"/>
                </a:lnTo>
                <a:lnTo>
                  <a:pt x="46460" y="158478"/>
                </a:lnTo>
                <a:lnTo>
                  <a:pt x="46459" y="158478"/>
                </a:lnTo>
                <a:lnTo>
                  <a:pt x="46458" y="158478"/>
                </a:lnTo>
                <a:lnTo>
                  <a:pt x="46457" y="158478"/>
                </a:lnTo>
                <a:lnTo>
                  <a:pt x="46456" y="158478"/>
                </a:lnTo>
                <a:lnTo>
                  <a:pt x="46455" y="158478"/>
                </a:lnTo>
                <a:lnTo>
                  <a:pt x="46454" y="158478"/>
                </a:lnTo>
                <a:lnTo>
                  <a:pt x="46453" y="158478"/>
                </a:lnTo>
                <a:lnTo>
                  <a:pt x="46452" y="158478"/>
                </a:lnTo>
                <a:lnTo>
                  <a:pt x="46452" y="158478"/>
                </a:lnTo>
                <a:lnTo>
                  <a:pt x="46451" y="158478"/>
                </a:lnTo>
                <a:lnTo>
                  <a:pt x="46450" y="158478"/>
                </a:lnTo>
                <a:lnTo>
                  <a:pt x="46449" y="158478"/>
                </a:lnTo>
                <a:lnTo>
                  <a:pt x="46448" y="158478"/>
                </a:lnTo>
                <a:lnTo>
                  <a:pt x="46447" y="158478"/>
                </a:lnTo>
                <a:lnTo>
                  <a:pt x="46446" y="158478"/>
                </a:lnTo>
                <a:lnTo>
                  <a:pt x="46445" y="158478"/>
                </a:lnTo>
                <a:lnTo>
                  <a:pt x="46444" y="158478"/>
                </a:lnTo>
                <a:lnTo>
                  <a:pt x="46444" y="158478"/>
                </a:lnTo>
                <a:lnTo>
                  <a:pt x="46443" y="158478"/>
                </a:lnTo>
                <a:lnTo>
                  <a:pt x="46442" y="158478"/>
                </a:lnTo>
                <a:lnTo>
                  <a:pt x="46441" y="158478"/>
                </a:lnTo>
                <a:lnTo>
                  <a:pt x="46440" y="158478"/>
                </a:lnTo>
                <a:lnTo>
                  <a:pt x="46439" y="158478"/>
                </a:lnTo>
                <a:lnTo>
                  <a:pt x="46438" y="158478"/>
                </a:lnTo>
                <a:lnTo>
                  <a:pt x="46437" y="158478"/>
                </a:lnTo>
                <a:lnTo>
                  <a:pt x="46436" y="158478"/>
                </a:lnTo>
                <a:lnTo>
                  <a:pt x="46435" y="158478"/>
                </a:lnTo>
                <a:lnTo>
                  <a:pt x="46435" y="158478"/>
                </a:lnTo>
                <a:lnTo>
                  <a:pt x="46434" y="158478"/>
                </a:lnTo>
                <a:lnTo>
                  <a:pt x="46433" y="158478"/>
                </a:lnTo>
                <a:lnTo>
                  <a:pt x="46432" y="158478"/>
                </a:lnTo>
                <a:lnTo>
                  <a:pt x="46431" y="158478"/>
                </a:lnTo>
                <a:lnTo>
                  <a:pt x="46430" y="158478"/>
                </a:lnTo>
                <a:lnTo>
                  <a:pt x="46429" y="158478"/>
                </a:lnTo>
                <a:lnTo>
                  <a:pt x="46428" y="158478"/>
                </a:lnTo>
                <a:lnTo>
                  <a:pt x="46427" y="158478"/>
                </a:lnTo>
                <a:lnTo>
                  <a:pt x="46427" y="158478"/>
                </a:lnTo>
                <a:lnTo>
                  <a:pt x="46426" y="158478"/>
                </a:lnTo>
                <a:lnTo>
                  <a:pt x="46425" y="158478"/>
                </a:lnTo>
                <a:lnTo>
                  <a:pt x="46424" y="158478"/>
                </a:lnTo>
                <a:lnTo>
                  <a:pt x="46423" y="158478"/>
                </a:lnTo>
                <a:lnTo>
                  <a:pt x="46422" y="158478"/>
                </a:lnTo>
                <a:lnTo>
                  <a:pt x="46421" y="158478"/>
                </a:lnTo>
                <a:lnTo>
                  <a:pt x="46420" y="158478"/>
                </a:lnTo>
                <a:lnTo>
                  <a:pt x="46419" y="158478"/>
                </a:lnTo>
                <a:lnTo>
                  <a:pt x="46418" y="158478"/>
                </a:lnTo>
                <a:lnTo>
                  <a:pt x="46418" y="158478"/>
                </a:lnTo>
                <a:lnTo>
                  <a:pt x="46417" y="158478"/>
                </a:lnTo>
                <a:lnTo>
                  <a:pt x="46416" y="158478"/>
                </a:lnTo>
                <a:lnTo>
                  <a:pt x="46415" y="158478"/>
                </a:lnTo>
                <a:lnTo>
                  <a:pt x="46414" y="158478"/>
                </a:lnTo>
                <a:lnTo>
                  <a:pt x="46413" y="158478"/>
                </a:lnTo>
                <a:lnTo>
                  <a:pt x="46412" y="158478"/>
                </a:lnTo>
                <a:lnTo>
                  <a:pt x="46411" y="158478"/>
                </a:lnTo>
                <a:lnTo>
                  <a:pt x="46410" y="158478"/>
                </a:lnTo>
                <a:lnTo>
                  <a:pt x="46410" y="158478"/>
                </a:lnTo>
                <a:lnTo>
                  <a:pt x="46409" y="158478"/>
                </a:lnTo>
                <a:lnTo>
                  <a:pt x="46408" y="158478"/>
                </a:lnTo>
                <a:lnTo>
                  <a:pt x="46407" y="158478"/>
                </a:lnTo>
                <a:lnTo>
                  <a:pt x="46406" y="158478"/>
                </a:lnTo>
                <a:lnTo>
                  <a:pt x="46405" y="158478"/>
                </a:lnTo>
                <a:lnTo>
                  <a:pt x="46404" y="158478"/>
                </a:lnTo>
                <a:lnTo>
                  <a:pt x="46403" y="158478"/>
                </a:lnTo>
                <a:lnTo>
                  <a:pt x="46402" y="158478"/>
                </a:lnTo>
                <a:lnTo>
                  <a:pt x="46401" y="158478"/>
                </a:lnTo>
                <a:lnTo>
                  <a:pt x="46401" y="158478"/>
                </a:lnTo>
                <a:lnTo>
                  <a:pt x="46400" y="158478"/>
                </a:lnTo>
                <a:lnTo>
                  <a:pt x="46399" y="158478"/>
                </a:lnTo>
                <a:lnTo>
                  <a:pt x="46398" y="158478"/>
                </a:lnTo>
                <a:lnTo>
                  <a:pt x="46397" y="158478"/>
                </a:lnTo>
                <a:lnTo>
                  <a:pt x="46396" y="158478"/>
                </a:lnTo>
                <a:lnTo>
                  <a:pt x="46395" y="158478"/>
                </a:lnTo>
                <a:lnTo>
                  <a:pt x="46394" y="158478"/>
                </a:lnTo>
                <a:lnTo>
                  <a:pt x="46393" y="158478"/>
                </a:lnTo>
                <a:lnTo>
                  <a:pt x="46393" y="158478"/>
                </a:lnTo>
                <a:lnTo>
                  <a:pt x="46392" y="158478"/>
                </a:lnTo>
                <a:lnTo>
                  <a:pt x="46391" y="158478"/>
                </a:lnTo>
                <a:lnTo>
                  <a:pt x="46390" y="158478"/>
                </a:lnTo>
                <a:lnTo>
                  <a:pt x="46389" y="158478"/>
                </a:lnTo>
                <a:lnTo>
                  <a:pt x="46388" y="158478"/>
                </a:lnTo>
                <a:lnTo>
                  <a:pt x="46387" y="158478"/>
                </a:lnTo>
                <a:lnTo>
                  <a:pt x="46386" y="158478"/>
                </a:lnTo>
                <a:lnTo>
                  <a:pt x="46385" y="158478"/>
                </a:lnTo>
                <a:lnTo>
                  <a:pt x="46384" y="158478"/>
                </a:lnTo>
                <a:lnTo>
                  <a:pt x="46384" y="158478"/>
                </a:lnTo>
                <a:lnTo>
                  <a:pt x="46383" y="158478"/>
                </a:lnTo>
                <a:lnTo>
                  <a:pt x="46382" y="158478"/>
                </a:lnTo>
                <a:lnTo>
                  <a:pt x="46381" y="158478"/>
                </a:lnTo>
                <a:lnTo>
                  <a:pt x="46380" y="158478"/>
                </a:lnTo>
                <a:lnTo>
                  <a:pt x="46379" y="158478"/>
                </a:lnTo>
                <a:lnTo>
                  <a:pt x="46378" y="158478"/>
                </a:lnTo>
                <a:lnTo>
                  <a:pt x="46377" y="158478"/>
                </a:lnTo>
                <a:lnTo>
                  <a:pt x="46376" y="158478"/>
                </a:lnTo>
                <a:lnTo>
                  <a:pt x="46376" y="158478"/>
                </a:lnTo>
                <a:lnTo>
                  <a:pt x="46375" y="158478"/>
                </a:lnTo>
                <a:lnTo>
                  <a:pt x="46374" y="158478"/>
                </a:lnTo>
                <a:lnTo>
                  <a:pt x="46373" y="158478"/>
                </a:lnTo>
                <a:lnTo>
                  <a:pt x="46372" y="158478"/>
                </a:lnTo>
                <a:lnTo>
                  <a:pt x="46371" y="158478"/>
                </a:lnTo>
                <a:lnTo>
                  <a:pt x="46370" y="158478"/>
                </a:lnTo>
                <a:lnTo>
                  <a:pt x="46369" y="158478"/>
                </a:lnTo>
                <a:lnTo>
                  <a:pt x="46368" y="158478"/>
                </a:lnTo>
                <a:lnTo>
                  <a:pt x="46367" y="158478"/>
                </a:lnTo>
                <a:lnTo>
                  <a:pt x="46367" y="158478"/>
                </a:lnTo>
                <a:lnTo>
                  <a:pt x="46366" y="158478"/>
                </a:lnTo>
                <a:lnTo>
                  <a:pt x="46365" y="158478"/>
                </a:lnTo>
                <a:lnTo>
                  <a:pt x="46364" y="158478"/>
                </a:lnTo>
                <a:lnTo>
                  <a:pt x="46363" y="158478"/>
                </a:lnTo>
                <a:lnTo>
                  <a:pt x="46362" y="158478"/>
                </a:lnTo>
                <a:lnTo>
                  <a:pt x="46361" y="158478"/>
                </a:lnTo>
                <a:lnTo>
                  <a:pt x="46360" y="158478"/>
                </a:lnTo>
                <a:lnTo>
                  <a:pt x="46359" y="158478"/>
                </a:lnTo>
                <a:lnTo>
                  <a:pt x="46359" y="158478"/>
                </a:lnTo>
                <a:lnTo>
                  <a:pt x="46358" y="158478"/>
                </a:lnTo>
                <a:lnTo>
                  <a:pt x="46357" y="158478"/>
                </a:lnTo>
                <a:lnTo>
                  <a:pt x="46356" y="158478"/>
                </a:lnTo>
                <a:lnTo>
                  <a:pt x="46355" y="158478"/>
                </a:lnTo>
                <a:lnTo>
                  <a:pt x="46354" y="158478"/>
                </a:lnTo>
                <a:lnTo>
                  <a:pt x="46353" y="158478"/>
                </a:lnTo>
                <a:lnTo>
                  <a:pt x="46352" y="158478"/>
                </a:lnTo>
                <a:lnTo>
                  <a:pt x="46351" y="158478"/>
                </a:lnTo>
                <a:lnTo>
                  <a:pt x="46351" y="158478"/>
                </a:lnTo>
                <a:lnTo>
                  <a:pt x="46350" y="158478"/>
                </a:lnTo>
                <a:lnTo>
                  <a:pt x="46349" y="158478"/>
                </a:lnTo>
                <a:lnTo>
                  <a:pt x="46348" y="158478"/>
                </a:lnTo>
                <a:lnTo>
                  <a:pt x="46347" y="158478"/>
                </a:lnTo>
                <a:lnTo>
                  <a:pt x="46346" y="158478"/>
                </a:lnTo>
                <a:lnTo>
                  <a:pt x="46345" y="158478"/>
                </a:lnTo>
                <a:lnTo>
                  <a:pt x="46344" y="158478"/>
                </a:lnTo>
                <a:lnTo>
                  <a:pt x="46343" y="158478"/>
                </a:lnTo>
                <a:lnTo>
                  <a:pt x="46343" y="158478"/>
                </a:lnTo>
                <a:lnTo>
                  <a:pt x="46342" y="158478"/>
                </a:lnTo>
                <a:lnTo>
                  <a:pt x="46341" y="158478"/>
                </a:lnTo>
                <a:lnTo>
                  <a:pt x="46340" y="158478"/>
                </a:lnTo>
                <a:lnTo>
                  <a:pt x="46339" y="158478"/>
                </a:lnTo>
                <a:lnTo>
                  <a:pt x="46338" y="158478"/>
                </a:lnTo>
                <a:lnTo>
                  <a:pt x="46337" y="158478"/>
                </a:lnTo>
                <a:lnTo>
                  <a:pt x="46336" y="158478"/>
                </a:lnTo>
                <a:lnTo>
                  <a:pt x="46335" y="158478"/>
                </a:lnTo>
                <a:lnTo>
                  <a:pt x="46334" y="158478"/>
                </a:lnTo>
                <a:lnTo>
                  <a:pt x="46334" y="158478"/>
                </a:lnTo>
                <a:lnTo>
                  <a:pt x="46333" y="158478"/>
                </a:lnTo>
                <a:lnTo>
                  <a:pt x="46332" y="158478"/>
                </a:lnTo>
                <a:lnTo>
                  <a:pt x="46331" y="158478"/>
                </a:lnTo>
                <a:lnTo>
                  <a:pt x="46330" y="158478"/>
                </a:lnTo>
                <a:lnTo>
                  <a:pt x="46329" y="158478"/>
                </a:lnTo>
                <a:lnTo>
                  <a:pt x="46328" y="158478"/>
                </a:lnTo>
                <a:lnTo>
                  <a:pt x="46327" y="158478"/>
                </a:lnTo>
                <a:lnTo>
                  <a:pt x="46326" y="158478"/>
                </a:lnTo>
                <a:lnTo>
                  <a:pt x="46326" y="158478"/>
                </a:lnTo>
                <a:lnTo>
                  <a:pt x="46325" y="158478"/>
                </a:lnTo>
                <a:lnTo>
                  <a:pt x="46324" y="158478"/>
                </a:lnTo>
                <a:lnTo>
                  <a:pt x="46323" y="158478"/>
                </a:lnTo>
                <a:lnTo>
                  <a:pt x="46322" y="158478"/>
                </a:lnTo>
                <a:lnTo>
                  <a:pt x="46321" y="158478"/>
                </a:lnTo>
                <a:lnTo>
                  <a:pt x="46320" y="158478"/>
                </a:lnTo>
                <a:lnTo>
                  <a:pt x="46319" y="158478"/>
                </a:lnTo>
                <a:lnTo>
                  <a:pt x="46318" y="158478"/>
                </a:lnTo>
                <a:lnTo>
                  <a:pt x="46318" y="158478"/>
                </a:lnTo>
                <a:lnTo>
                  <a:pt x="46317" y="158478"/>
                </a:lnTo>
                <a:lnTo>
                  <a:pt x="46316" y="158478"/>
                </a:lnTo>
                <a:lnTo>
                  <a:pt x="46315" y="158478"/>
                </a:lnTo>
                <a:lnTo>
                  <a:pt x="46314" y="158478"/>
                </a:lnTo>
                <a:lnTo>
                  <a:pt x="46313" y="158478"/>
                </a:lnTo>
                <a:lnTo>
                  <a:pt x="46312" y="158478"/>
                </a:lnTo>
                <a:lnTo>
                  <a:pt x="46311" y="158478"/>
                </a:lnTo>
                <a:lnTo>
                  <a:pt x="46310" y="158478"/>
                </a:lnTo>
                <a:lnTo>
                  <a:pt x="46310" y="158478"/>
                </a:lnTo>
                <a:lnTo>
                  <a:pt x="46309" y="158478"/>
                </a:lnTo>
                <a:lnTo>
                  <a:pt x="46308" y="158478"/>
                </a:lnTo>
                <a:lnTo>
                  <a:pt x="46307" y="158478"/>
                </a:lnTo>
                <a:lnTo>
                  <a:pt x="46306" y="158478"/>
                </a:lnTo>
                <a:lnTo>
                  <a:pt x="46305" y="158478"/>
                </a:lnTo>
                <a:lnTo>
                  <a:pt x="46304" y="158478"/>
                </a:lnTo>
                <a:lnTo>
                  <a:pt x="46303" y="158478"/>
                </a:lnTo>
                <a:lnTo>
                  <a:pt x="46302" y="158478"/>
                </a:lnTo>
                <a:lnTo>
                  <a:pt x="46301" y="158478"/>
                </a:lnTo>
                <a:lnTo>
                  <a:pt x="46301" y="158478"/>
                </a:lnTo>
                <a:lnTo>
                  <a:pt x="46300" y="158478"/>
                </a:lnTo>
                <a:lnTo>
                  <a:pt x="46299" y="158478"/>
                </a:lnTo>
                <a:lnTo>
                  <a:pt x="46298" y="158478"/>
                </a:lnTo>
                <a:lnTo>
                  <a:pt x="46297" y="158478"/>
                </a:lnTo>
                <a:lnTo>
                  <a:pt x="46296" y="158478"/>
                </a:lnTo>
                <a:lnTo>
                  <a:pt x="46295" y="158478"/>
                </a:lnTo>
                <a:lnTo>
                  <a:pt x="46294" y="158478"/>
                </a:lnTo>
                <a:lnTo>
                  <a:pt x="46293" y="158478"/>
                </a:lnTo>
                <a:lnTo>
                  <a:pt x="46293" y="158478"/>
                </a:lnTo>
                <a:lnTo>
                  <a:pt x="46292" y="158478"/>
                </a:lnTo>
                <a:lnTo>
                  <a:pt x="46291" y="158478"/>
                </a:lnTo>
                <a:lnTo>
                  <a:pt x="46290" y="158478"/>
                </a:lnTo>
                <a:lnTo>
                  <a:pt x="46289" y="158478"/>
                </a:lnTo>
                <a:lnTo>
                  <a:pt x="46288" y="158478"/>
                </a:lnTo>
                <a:lnTo>
                  <a:pt x="46287" y="158478"/>
                </a:lnTo>
                <a:lnTo>
                  <a:pt x="46286" y="158478"/>
                </a:lnTo>
                <a:lnTo>
                  <a:pt x="46285" y="158478"/>
                </a:lnTo>
                <a:lnTo>
                  <a:pt x="46285" y="158478"/>
                </a:lnTo>
                <a:lnTo>
                  <a:pt x="46284" y="158478"/>
                </a:lnTo>
                <a:lnTo>
                  <a:pt x="46283" y="158478"/>
                </a:lnTo>
                <a:lnTo>
                  <a:pt x="46282" y="158478"/>
                </a:lnTo>
                <a:lnTo>
                  <a:pt x="46281" y="158478"/>
                </a:lnTo>
                <a:lnTo>
                  <a:pt x="46280" y="158478"/>
                </a:lnTo>
                <a:lnTo>
                  <a:pt x="46279" y="158478"/>
                </a:lnTo>
                <a:lnTo>
                  <a:pt x="46278" y="158478"/>
                </a:lnTo>
                <a:lnTo>
                  <a:pt x="46277" y="158478"/>
                </a:lnTo>
                <a:lnTo>
                  <a:pt x="46277" y="158478"/>
                </a:lnTo>
                <a:lnTo>
                  <a:pt x="46276" y="158478"/>
                </a:lnTo>
                <a:lnTo>
                  <a:pt x="46275" y="158478"/>
                </a:lnTo>
                <a:lnTo>
                  <a:pt x="46274" y="158478"/>
                </a:lnTo>
                <a:lnTo>
                  <a:pt x="46273" y="158478"/>
                </a:lnTo>
                <a:lnTo>
                  <a:pt x="46272" y="158478"/>
                </a:lnTo>
                <a:lnTo>
                  <a:pt x="46271" y="158478"/>
                </a:lnTo>
                <a:lnTo>
                  <a:pt x="46270" y="158478"/>
                </a:lnTo>
                <a:lnTo>
                  <a:pt x="46269" y="158478"/>
                </a:lnTo>
                <a:lnTo>
                  <a:pt x="46269" y="158478"/>
                </a:lnTo>
                <a:lnTo>
                  <a:pt x="46268" y="158478"/>
                </a:lnTo>
                <a:lnTo>
                  <a:pt x="46267" y="158478"/>
                </a:lnTo>
                <a:lnTo>
                  <a:pt x="46266" y="158478"/>
                </a:lnTo>
                <a:lnTo>
                  <a:pt x="46265" y="158478"/>
                </a:lnTo>
                <a:lnTo>
                  <a:pt x="46264" y="158478"/>
                </a:lnTo>
                <a:lnTo>
                  <a:pt x="46263" y="158478"/>
                </a:lnTo>
                <a:lnTo>
                  <a:pt x="46262" y="158478"/>
                </a:lnTo>
                <a:lnTo>
                  <a:pt x="46261" y="158478"/>
                </a:lnTo>
                <a:lnTo>
                  <a:pt x="46261" y="158478"/>
                </a:lnTo>
                <a:lnTo>
                  <a:pt x="46260" y="158478"/>
                </a:lnTo>
                <a:lnTo>
                  <a:pt x="46259" y="158478"/>
                </a:lnTo>
                <a:lnTo>
                  <a:pt x="46258" y="158478"/>
                </a:lnTo>
                <a:lnTo>
                  <a:pt x="46257" y="158478"/>
                </a:lnTo>
                <a:lnTo>
                  <a:pt x="46256" y="158478"/>
                </a:lnTo>
                <a:lnTo>
                  <a:pt x="46255" y="158478"/>
                </a:lnTo>
                <a:lnTo>
                  <a:pt x="46254" y="158478"/>
                </a:lnTo>
                <a:lnTo>
                  <a:pt x="46253" y="158478"/>
                </a:lnTo>
                <a:lnTo>
                  <a:pt x="46253" y="158478"/>
                </a:lnTo>
                <a:lnTo>
                  <a:pt x="46252" y="158478"/>
                </a:lnTo>
                <a:lnTo>
                  <a:pt x="46251" y="158478"/>
                </a:lnTo>
                <a:lnTo>
                  <a:pt x="46250" y="158478"/>
                </a:lnTo>
                <a:lnTo>
                  <a:pt x="46249" y="158478"/>
                </a:lnTo>
                <a:lnTo>
                  <a:pt x="46248" y="158478"/>
                </a:lnTo>
                <a:lnTo>
                  <a:pt x="46247" y="158478"/>
                </a:lnTo>
                <a:lnTo>
                  <a:pt x="46246" y="158478"/>
                </a:lnTo>
                <a:lnTo>
                  <a:pt x="46245" y="158478"/>
                </a:lnTo>
                <a:lnTo>
                  <a:pt x="46245" y="158478"/>
                </a:lnTo>
                <a:lnTo>
                  <a:pt x="46244" y="158478"/>
                </a:lnTo>
                <a:lnTo>
                  <a:pt x="46243" y="158478"/>
                </a:lnTo>
                <a:lnTo>
                  <a:pt x="46242" y="158478"/>
                </a:lnTo>
                <a:lnTo>
                  <a:pt x="46241" y="158478"/>
                </a:lnTo>
                <a:lnTo>
                  <a:pt x="46240" y="158478"/>
                </a:lnTo>
                <a:lnTo>
                  <a:pt x="46239" y="158478"/>
                </a:lnTo>
                <a:lnTo>
                  <a:pt x="46238" y="158478"/>
                </a:lnTo>
                <a:lnTo>
                  <a:pt x="46237" y="158478"/>
                </a:lnTo>
                <a:lnTo>
                  <a:pt x="46237" y="158478"/>
                </a:lnTo>
                <a:lnTo>
                  <a:pt x="46236" y="158478"/>
                </a:lnTo>
                <a:lnTo>
                  <a:pt x="46235" y="158478"/>
                </a:lnTo>
                <a:lnTo>
                  <a:pt x="46234" y="158478"/>
                </a:lnTo>
                <a:lnTo>
                  <a:pt x="46233" y="158478"/>
                </a:lnTo>
                <a:lnTo>
                  <a:pt x="46232" y="158478"/>
                </a:lnTo>
                <a:lnTo>
                  <a:pt x="46231" y="158478"/>
                </a:lnTo>
                <a:lnTo>
                  <a:pt x="46230" y="158478"/>
                </a:lnTo>
                <a:lnTo>
                  <a:pt x="46229" y="158478"/>
                </a:lnTo>
                <a:lnTo>
                  <a:pt x="46229" y="158478"/>
                </a:lnTo>
                <a:lnTo>
                  <a:pt x="46228" y="158478"/>
                </a:lnTo>
                <a:lnTo>
                  <a:pt x="46227" y="158478"/>
                </a:lnTo>
                <a:lnTo>
                  <a:pt x="46226" y="158478"/>
                </a:lnTo>
                <a:lnTo>
                  <a:pt x="46225" y="158478"/>
                </a:lnTo>
                <a:lnTo>
                  <a:pt x="46224" y="158478"/>
                </a:lnTo>
                <a:lnTo>
                  <a:pt x="46223" y="158478"/>
                </a:lnTo>
                <a:lnTo>
                  <a:pt x="46222" y="158478"/>
                </a:lnTo>
                <a:lnTo>
                  <a:pt x="46221" y="158478"/>
                </a:lnTo>
                <a:lnTo>
                  <a:pt x="46221" y="158478"/>
                </a:lnTo>
                <a:lnTo>
                  <a:pt x="46220" y="158478"/>
                </a:lnTo>
                <a:lnTo>
                  <a:pt x="46219" y="158478"/>
                </a:lnTo>
                <a:lnTo>
                  <a:pt x="46218" y="158478"/>
                </a:lnTo>
                <a:lnTo>
                  <a:pt x="46217" y="158478"/>
                </a:lnTo>
                <a:lnTo>
                  <a:pt x="46216" y="158478"/>
                </a:lnTo>
                <a:lnTo>
                  <a:pt x="46215" y="158478"/>
                </a:lnTo>
                <a:lnTo>
                  <a:pt x="46214" y="158478"/>
                </a:lnTo>
                <a:lnTo>
                  <a:pt x="46213" y="158478"/>
                </a:lnTo>
                <a:lnTo>
                  <a:pt x="46213" y="158478"/>
                </a:lnTo>
                <a:lnTo>
                  <a:pt x="46212" y="158478"/>
                </a:lnTo>
                <a:lnTo>
                  <a:pt x="46211" y="158478"/>
                </a:lnTo>
                <a:lnTo>
                  <a:pt x="46210" y="158478"/>
                </a:lnTo>
                <a:lnTo>
                  <a:pt x="46209" y="158478"/>
                </a:lnTo>
                <a:lnTo>
                  <a:pt x="46208" y="158478"/>
                </a:lnTo>
                <a:lnTo>
                  <a:pt x="46207" y="158478"/>
                </a:lnTo>
                <a:lnTo>
                  <a:pt x="46206" y="158478"/>
                </a:lnTo>
                <a:lnTo>
                  <a:pt x="46205" y="158478"/>
                </a:lnTo>
                <a:lnTo>
                  <a:pt x="46205" y="158478"/>
                </a:lnTo>
                <a:lnTo>
                  <a:pt x="46204" y="158478"/>
                </a:lnTo>
                <a:lnTo>
                  <a:pt x="46203" y="158478"/>
                </a:lnTo>
                <a:lnTo>
                  <a:pt x="46202" y="158478"/>
                </a:lnTo>
                <a:lnTo>
                  <a:pt x="46201" y="158478"/>
                </a:lnTo>
                <a:lnTo>
                  <a:pt x="46200" y="158478"/>
                </a:lnTo>
                <a:lnTo>
                  <a:pt x="46199" y="158478"/>
                </a:lnTo>
                <a:lnTo>
                  <a:pt x="46198" y="158478"/>
                </a:lnTo>
                <a:lnTo>
                  <a:pt x="46197" y="158478"/>
                </a:lnTo>
                <a:lnTo>
                  <a:pt x="46197" y="158478"/>
                </a:lnTo>
                <a:lnTo>
                  <a:pt x="46196" y="158478"/>
                </a:lnTo>
                <a:lnTo>
                  <a:pt x="46195" y="158478"/>
                </a:lnTo>
                <a:lnTo>
                  <a:pt x="46194" y="158478"/>
                </a:lnTo>
                <a:lnTo>
                  <a:pt x="46193" y="158478"/>
                </a:lnTo>
                <a:lnTo>
                  <a:pt x="46192" y="158478"/>
                </a:lnTo>
                <a:lnTo>
                  <a:pt x="46191" y="158478"/>
                </a:lnTo>
                <a:lnTo>
                  <a:pt x="46190" y="158478"/>
                </a:lnTo>
                <a:lnTo>
                  <a:pt x="46189" y="158478"/>
                </a:lnTo>
                <a:lnTo>
                  <a:pt x="46189" y="158478"/>
                </a:lnTo>
                <a:lnTo>
                  <a:pt x="46188" y="158478"/>
                </a:lnTo>
                <a:lnTo>
                  <a:pt x="46187" y="158478"/>
                </a:lnTo>
                <a:lnTo>
                  <a:pt x="46186" y="158478"/>
                </a:lnTo>
                <a:lnTo>
                  <a:pt x="46185" y="158478"/>
                </a:lnTo>
                <a:lnTo>
                  <a:pt x="46184" y="158478"/>
                </a:lnTo>
                <a:lnTo>
                  <a:pt x="46183" y="158478"/>
                </a:lnTo>
                <a:lnTo>
                  <a:pt x="46182" y="158478"/>
                </a:lnTo>
                <a:lnTo>
                  <a:pt x="46181" y="158478"/>
                </a:lnTo>
                <a:lnTo>
                  <a:pt x="46181" y="158478"/>
                </a:lnTo>
                <a:lnTo>
                  <a:pt x="46180" y="158478"/>
                </a:lnTo>
                <a:lnTo>
                  <a:pt x="46179" y="158478"/>
                </a:lnTo>
                <a:lnTo>
                  <a:pt x="46178" y="158478"/>
                </a:lnTo>
                <a:lnTo>
                  <a:pt x="46177" y="158478"/>
                </a:lnTo>
                <a:lnTo>
                  <a:pt x="46176" y="158478"/>
                </a:lnTo>
                <a:lnTo>
                  <a:pt x="46175" y="158478"/>
                </a:lnTo>
                <a:lnTo>
                  <a:pt x="46174" y="158478"/>
                </a:lnTo>
                <a:lnTo>
                  <a:pt x="46173" y="158478"/>
                </a:lnTo>
                <a:lnTo>
                  <a:pt x="46173" y="158478"/>
                </a:lnTo>
                <a:lnTo>
                  <a:pt x="46172" y="158478"/>
                </a:lnTo>
                <a:lnTo>
                  <a:pt x="46171" y="158478"/>
                </a:lnTo>
                <a:lnTo>
                  <a:pt x="46170" y="158478"/>
                </a:lnTo>
                <a:lnTo>
                  <a:pt x="46169" y="158478"/>
                </a:lnTo>
                <a:lnTo>
                  <a:pt x="46168" y="158478"/>
                </a:lnTo>
                <a:lnTo>
                  <a:pt x="46167" y="158478"/>
                </a:lnTo>
                <a:lnTo>
                  <a:pt x="46166" y="158478"/>
                </a:lnTo>
                <a:lnTo>
                  <a:pt x="46166" y="158478"/>
                </a:lnTo>
                <a:lnTo>
                  <a:pt x="46165" y="158478"/>
                </a:lnTo>
                <a:lnTo>
                  <a:pt x="46164" y="158478"/>
                </a:lnTo>
                <a:lnTo>
                  <a:pt x="46163" y="158478"/>
                </a:lnTo>
                <a:lnTo>
                  <a:pt x="46162" y="158478"/>
                </a:lnTo>
                <a:lnTo>
                  <a:pt x="46161" y="158478"/>
                </a:lnTo>
                <a:lnTo>
                  <a:pt x="46160" y="158478"/>
                </a:lnTo>
                <a:lnTo>
                  <a:pt x="46159" y="158478"/>
                </a:lnTo>
                <a:lnTo>
                  <a:pt x="46158" y="158478"/>
                </a:lnTo>
                <a:lnTo>
                  <a:pt x="46158" y="158478"/>
                </a:lnTo>
                <a:lnTo>
                  <a:pt x="46157" y="158478"/>
                </a:lnTo>
                <a:lnTo>
                  <a:pt x="46156" y="158478"/>
                </a:lnTo>
                <a:lnTo>
                  <a:pt x="46155" y="158478"/>
                </a:lnTo>
                <a:lnTo>
                  <a:pt x="46154" y="158478"/>
                </a:lnTo>
                <a:lnTo>
                  <a:pt x="46153" y="158478"/>
                </a:lnTo>
                <a:lnTo>
                  <a:pt x="46152" y="158478"/>
                </a:lnTo>
                <a:lnTo>
                  <a:pt x="46151" y="158478"/>
                </a:lnTo>
                <a:lnTo>
                  <a:pt x="46150" y="158478"/>
                </a:lnTo>
                <a:lnTo>
                  <a:pt x="46150" y="158478"/>
                </a:lnTo>
                <a:lnTo>
                  <a:pt x="46149" y="158478"/>
                </a:lnTo>
                <a:lnTo>
                  <a:pt x="46148" y="158478"/>
                </a:lnTo>
                <a:lnTo>
                  <a:pt x="46147" y="158478"/>
                </a:lnTo>
                <a:lnTo>
                  <a:pt x="46146" y="158478"/>
                </a:lnTo>
                <a:lnTo>
                  <a:pt x="46145" y="158478"/>
                </a:lnTo>
                <a:lnTo>
                  <a:pt x="46144" y="158478"/>
                </a:lnTo>
                <a:lnTo>
                  <a:pt x="46143" y="158478"/>
                </a:lnTo>
                <a:lnTo>
                  <a:pt x="46142" y="158478"/>
                </a:lnTo>
                <a:lnTo>
                  <a:pt x="46142" y="158478"/>
                </a:lnTo>
                <a:lnTo>
                  <a:pt x="46141" y="158478"/>
                </a:lnTo>
                <a:lnTo>
                  <a:pt x="46140" y="158478"/>
                </a:lnTo>
                <a:lnTo>
                  <a:pt x="46139" y="158478"/>
                </a:lnTo>
                <a:lnTo>
                  <a:pt x="46138" y="158478"/>
                </a:lnTo>
                <a:lnTo>
                  <a:pt x="46137" y="158478"/>
                </a:lnTo>
                <a:lnTo>
                  <a:pt x="46136" y="158478"/>
                </a:lnTo>
                <a:lnTo>
                  <a:pt x="46135" y="158478"/>
                </a:lnTo>
                <a:lnTo>
                  <a:pt x="46135" y="158478"/>
                </a:lnTo>
                <a:lnTo>
                  <a:pt x="46134" y="158478"/>
                </a:lnTo>
                <a:lnTo>
                  <a:pt x="46133" y="158478"/>
                </a:lnTo>
                <a:lnTo>
                  <a:pt x="46132" y="158478"/>
                </a:lnTo>
                <a:lnTo>
                  <a:pt x="46131" y="158478"/>
                </a:lnTo>
                <a:lnTo>
                  <a:pt x="46130" y="158478"/>
                </a:lnTo>
                <a:lnTo>
                  <a:pt x="46129" y="158478"/>
                </a:lnTo>
                <a:lnTo>
                  <a:pt x="46128" y="158478"/>
                </a:lnTo>
                <a:lnTo>
                  <a:pt x="46127" y="158478"/>
                </a:lnTo>
                <a:lnTo>
                  <a:pt x="46127" y="158478"/>
                </a:lnTo>
                <a:lnTo>
                  <a:pt x="46126" y="158478"/>
                </a:lnTo>
                <a:lnTo>
                  <a:pt x="46125" y="158478"/>
                </a:lnTo>
                <a:lnTo>
                  <a:pt x="46124" y="158478"/>
                </a:lnTo>
                <a:lnTo>
                  <a:pt x="46123" y="158478"/>
                </a:lnTo>
                <a:lnTo>
                  <a:pt x="46122" y="158478"/>
                </a:lnTo>
                <a:lnTo>
                  <a:pt x="46121" y="158478"/>
                </a:lnTo>
                <a:lnTo>
                  <a:pt x="46120" y="158478"/>
                </a:lnTo>
                <a:lnTo>
                  <a:pt x="46119" y="158478"/>
                </a:lnTo>
                <a:lnTo>
                  <a:pt x="46119" y="158478"/>
                </a:lnTo>
                <a:lnTo>
                  <a:pt x="46118" y="158478"/>
                </a:lnTo>
                <a:lnTo>
                  <a:pt x="46117" y="158478"/>
                </a:lnTo>
                <a:lnTo>
                  <a:pt x="46116" y="158478"/>
                </a:lnTo>
                <a:lnTo>
                  <a:pt x="46115" y="158478"/>
                </a:lnTo>
                <a:lnTo>
                  <a:pt x="46114" y="158478"/>
                </a:lnTo>
                <a:lnTo>
                  <a:pt x="46113" y="158478"/>
                </a:lnTo>
                <a:lnTo>
                  <a:pt x="46112" y="158478"/>
                </a:lnTo>
                <a:lnTo>
                  <a:pt x="46111" y="158478"/>
                </a:lnTo>
                <a:lnTo>
                  <a:pt x="46111" y="158478"/>
                </a:lnTo>
                <a:lnTo>
                  <a:pt x="46110" y="158478"/>
                </a:lnTo>
                <a:lnTo>
                  <a:pt x="46109" y="158478"/>
                </a:lnTo>
                <a:lnTo>
                  <a:pt x="46108" y="158478"/>
                </a:lnTo>
                <a:lnTo>
                  <a:pt x="46107" y="158478"/>
                </a:lnTo>
                <a:lnTo>
                  <a:pt x="46106" y="158478"/>
                </a:lnTo>
                <a:lnTo>
                  <a:pt x="46105" y="158478"/>
                </a:lnTo>
                <a:lnTo>
                  <a:pt x="46104" y="158478"/>
                </a:lnTo>
                <a:lnTo>
                  <a:pt x="46104" y="158478"/>
                </a:lnTo>
                <a:lnTo>
                  <a:pt x="46103" y="158478"/>
                </a:lnTo>
                <a:lnTo>
                  <a:pt x="46102" y="158478"/>
                </a:lnTo>
                <a:lnTo>
                  <a:pt x="46101" y="158478"/>
                </a:lnTo>
                <a:lnTo>
                  <a:pt x="46100" y="158478"/>
                </a:lnTo>
                <a:lnTo>
                  <a:pt x="46099" y="158478"/>
                </a:lnTo>
                <a:lnTo>
                  <a:pt x="46098" y="158478"/>
                </a:lnTo>
                <a:lnTo>
                  <a:pt x="46097" y="158478"/>
                </a:lnTo>
                <a:lnTo>
                  <a:pt x="46096" y="158478"/>
                </a:lnTo>
                <a:lnTo>
                  <a:pt x="46096" y="158478"/>
                </a:lnTo>
                <a:lnTo>
                  <a:pt x="46095" y="158478"/>
                </a:lnTo>
                <a:lnTo>
                  <a:pt x="46094" y="158478"/>
                </a:lnTo>
                <a:lnTo>
                  <a:pt x="46093" y="158478"/>
                </a:lnTo>
                <a:lnTo>
                  <a:pt x="46092" y="158478"/>
                </a:lnTo>
                <a:lnTo>
                  <a:pt x="46091" y="158478"/>
                </a:lnTo>
                <a:lnTo>
                  <a:pt x="46090" y="158478"/>
                </a:lnTo>
                <a:lnTo>
                  <a:pt x="46089" y="158478"/>
                </a:lnTo>
                <a:lnTo>
                  <a:pt x="46089" y="158478"/>
                </a:lnTo>
                <a:lnTo>
                  <a:pt x="46088" y="158478"/>
                </a:lnTo>
                <a:lnTo>
                  <a:pt x="46087" y="158478"/>
                </a:lnTo>
                <a:lnTo>
                  <a:pt x="46086" y="158478"/>
                </a:lnTo>
                <a:lnTo>
                  <a:pt x="46085" y="158478"/>
                </a:lnTo>
                <a:lnTo>
                  <a:pt x="46084" y="158478"/>
                </a:lnTo>
                <a:lnTo>
                  <a:pt x="46083" y="158478"/>
                </a:lnTo>
                <a:lnTo>
                  <a:pt x="46082" y="158478"/>
                </a:lnTo>
                <a:lnTo>
                  <a:pt x="46081" y="158478"/>
                </a:lnTo>
                <a:lnTo>
                  <a:pt x="46081" y="158478"/>
                </a:lnTo>
                <a:lnTo>
                  <a:pt x="46080" y="158478"/>
                </a:lnTo>
                <a:lnTo>
                  <a:pt x="46079" y="158478"/>
                </a:lnTo>
                <a:lnTo>
                  <a:pt x="46078" y="158478"/>
                </a:lnTo>
                <a:lnTo>
                  <a:pt x="46077" y="158478"/>
                </a:lnTo>
                <a:lnTo>
                  <a:pt x="46076" y="158478"/>
                </a:lnTo>
                <a:lnTo>
                  <a:pt x="46075" y="158478"/>
                </a:lnTo>
                <a:lnTo>
                  <a:pt x="46074" y="158478"/>
                </a:lnTo>
                <a:lnTo>
                  <a:pt x="46073" y="158478"/>
                </a:lnTo>
                <a:lnTo>
                  <a:pt x="46073" y="158478"/>
                </a:lnTo>
                <a:lnTo>
                  <a:pt x="46072" y="158478"/>
                </a:lnTo>
                <a:lnTo>
                  <a:pt x="46071" y="158478"/>
                </a:lnTo>
                <a:lnTo>
                  <a:pt x="46070" y="158478"/>
                </a:lnTo>
                <a:lnTo>
                  <a:pt x="46069" y="158478"/>
                </a:lnTo>
                <a:lnTo>
                  <a:pt x="46068" y="158478"/>
                </a:lnTo>
                <a:lnTo>
                  <a:pt x="46067" y="158478"/>
                </a:lnTo>
                <a:lnTo>
                  <a:pt x="46066" y="158478"/>
                </a:lnTo>
                <a:lnTo>
                  <a:pt x="46066" y="158478"/>
                </a:lnTo>
                <a:lnTo>
                  <a:pt x="46065" y="158478"/>
                </a:lnTo>
                <a:lnTo>
                  <a:pt x="46064" y="158478"/>
                </a:lnTo>
                <a:lnTo>
                  <a:pt x="46063" y="158478"/>
                </a:lnTo>
                <a:lnTo>
                  <a:pt x="46062" y="158478"/>
                </a:lnTo>
                <a:lnTo>
                  <a:pt x="46061" y="158478"/>
                </a:lnTo>
                <a:lnTo>
                  <a:pt x="46060" y="158478"/>
                </a:lnTo>
                <a:lnTo>
                  <a:pt x="46059" y="158478"/>
                </a:lnTo>
                <a:lnTo>
                  <a:pt x="46058" y="158478"/>
                </a:lnTo>
                <a:lnTo>
                  <a:pt x="46058" y="158478"/>
                </a:lnTo>
                <a:lnTo>
                  <a:pt x="46057" y="158478"/>
                </a:lnTo>
                <a:lnTo>
                  <a:pt x="46056" y="158478"/>
                </a:lnTo>
                <a:lnTo>
                  <a:pt x="46055" y="158478"/>
                </a:lnTo>
                <a:lnTo>
                  <a:pt x="46054" y="158478"/>
                </a:lnTo>
                <a:lnTo>
                  <a:pt x="46053" y="158478"/>
                </a:lnTo>
                <a:lnTo>
                  <a:pt x="46052" y="158478"/>
                </a:lnTo>
                <a:lnTo>
                  <a:pt x="46051" y="158478"/>
                </a:lnTo>
                <a:lnTo>
                  <a:pt x="46051" y="158478"/>
                </a:lnTo>
                <a:lnTo>
                  <a:pt x="46050" y="158478"/>
                </a:lnTo>
                <a:lnTo>
                  <a:pt x="46049" y="158478"/>
                </a:lnTo>
                <a:lnTo>
                  <a:pt x="46048" y="158478"/>
                </a:lnTo>
                <a:lnTo>
                  <a:pt x="46047" y="158478"/>
                </a:lnTo>
                <a:lnTo>
                  <a:pt x="46046" y="158478"/>
                </a:lnTo>
                <a:lnTo>
                  <a:pt x="46045" y="158478"/>
                </a:lnTo>
                <a:lnTo>
                  <a:pt x="46044" y="158478"/>
                </a:lnTo>
                <a:lnTo>
                  <a:pt x="46043" y="158478"/>
                </a:lnTo>
                <a:lnTo>
                  <a:pt x="46043" y="158478"/>
                </a:lnTo>
                <a:lnTo>
                  <a:pt x="46042" y="158478"/>
                </a:lnTo>
                <a:lnTo>
                  <a:pt x="46041" y="158478"/>
                </a:lnTo>
                <a:lnTo>
                  <a:pt x="46040" y="158478"/>
                </a:lnTo>
                <a:lnTo>
                  <a:pt x="46039" y="158478"/>
                </a:lnTo>
                <a:lnTo>
                  <a:pt x="46038" y="158478"/>
                </a:lnTo>
                <a:lnTo>
                  <a:pt x="46037" y="158478"/>
                </a:lnTo>
                <a:lnTo>
                  <a:pt x="46036" y="158478"/>
                </a:lnTo>
                <a:lnTo>
                  <a:pt x="46036" y="158478"/>
                </a:lnTo>
                <a:lnTo>
                  <a:pt x="46035" y="158478"/>
                </a:lnTo>
                <a:lnTo>
                  <a:pt x="46034" y="158478"/>
                </a:lnTo>
                <a:lnTo>
                  <a:pt x="46033" y="158478"/>
                </a:lnTo>
                <a:lnTo>
                  <a:pt x="46032" y="158478"/>
                </a:lnTo>
                <a:lnTo>
                  <a:pt x="46031" y="158478"/>
                </a:lnTo>
                <a:lnTo>
                  <a:pt x="46030" y="158478"/>
                </a:lnTo>
                <a:lnTo>
                  <a:pt x="46029" y="158478"/>
                </a:lnTo>
                <a:lnTo>
                  <a:pt x="46028" y="158478"/>
                </a:lnTo>
                <a:lnTo>
                  <a:pt x="46028" y="158478"/>
                </a:lnTo>
                <a:lnTo>
                  <a:pt x="46027" y="158478"/>
                </a:lnTo>
                <a:lnTo>
                  <a:pt x="46026" y="158478"/>
                </a:lnTo>
                <a:lnTo>
                  <a:pt x="46025" y="158478"/>
                </a:lnTo>
                <a:lnTo>
                  <a:pt x="46024" y="158478"/>
                </a:lnTo>
                <a:lnTo>
                  <a:pt x="46023" y="158478"/>
                </a:lnTo>
                <a:lnTo>
                  <a:pt x="46022" y="158478"/>
                </a:lnTo>
                <a:lnTo>
                  <a:pt x="46021" y="158478"/>
                </a:lnTo>
                <a:lnTo>
                  <a:pt x="46021" y="158478"/>
                </a:lnTo>
                <a:lnTo>
                  <a:pt x="46020" y="158478"/>
                </a:lnTo>
                <a:lnTo>
                  <a:pt x="46019" y="158478"/>
                </a:lnTo>
                <a:lnTo>
                  <a:pt x="46018" y="158478"/>
                </a:lnTo>
                <a:lnTo>
                  <a:pt x="46017" y="158478"/>
                </a:lnTo>
                <a:lnTo>
                  <a:pt x="46016" y="158478"/>
                </a:lnTo>
                <a:lnTo>
                  <a:pt x="46015" y="158478"/>
                </a:lnTo>
                <a:lnTo>
                  <a:pt x="46014" y="158478"/>
                </a:lnTo>
                <a:lnTo>
                  <a:pt x="46013" y="158478"/>
                </a:lnTo>
                <a:lnTo>
                  <a:pt x="46013" y="158478"/>
                </a:lnTo>
                <a:lnTo>
                  <a:pt x="46012" y="158478"/>
                </a:lnTo>
                <a:lnTo>
                  <a:pt x="46011" y="158478"/>
                </a:lnTo>
                <a:lnTo>
                  <a:pt x="46010" y="158478"/>
                </a:lnTo>
                <a:lnTo>
                  <a:pt x="46009" y="158478"/>
                </a:lnTo>
                <a:lnTo>
                  <a:pt x="46008" y="158478"/>
                </a:lnTo>
                <a:lnTo>
                  <a:pt x="46007" y="158478"/>
                </a:lnTo>
                <a:lnTo>
                  <a:pt x="46006" y="158478"/>
                </a:lnTo>
                <a:lnTo>
                  <a:pt x="46006" y="158478"/>
                </a:lnTo>
                <a:lnTo>
                  <a:pt x="46005" y="158478"/>
                </a:lnTo>
                <a:lnTo>
                  <a:pt x="46004" y="158478"/>
                </a:lnTo>
                <a:lnTo>
                  <a:pt x="46003" y="158478"/>
                </a:lnTo>
                <a:lnTo>
                  <a:pt x="46002" y="158478"/>
                </a:lnTo>
                <a:lnTo>
                  <a:pt x="46001" y="158478"/>
                </a:lnTo>
                <a:lnTo>
                  <a:pt x="46000" y="158478"/>
                </a:lnTo>
                <a:lnTo>
                  <a:pt x="45999" y="158478"/>
                </a:lnTo>
                <a:lnTo>
                  <a:pt x="45999" y="158478"/>
                </a:lnTo>
                <a:lnTo>
                  <a:pt x="45998" y="158478"/>
                </a:lnTo>
                <a:lnTo>
                  <a:pt x="45997" y="158478"/>
                </a:lnTo>
                <a:lnTo>
                  <a:pt x="45996" y="158478"/>
                </a:lnTo>
                <a:lnTo>
                  <a:pt x="45995" y="158478"/>
                </a:lnTo>
                <a:lnTo>
                  <a:pt x="45994" y="158478"/>
                </a:lnTo>
                <a:lnTo>
                  <a:pt x="45993" y="158478"/>
                </a:lnTo>
                <a:lnTo>
                  <a:pt x="45992" y="158478"/>
                </a:lnTo>
                <a:lnTo>
                  <a:pt x="45991" y="158478"/>
                </a:lnTo>
                <a:lnTo>
                  <a:pt x="45991" y="158478"/>
                </a:lnTo>
                <a:lnTo>
                  <a:pt x="45990" y="158478"/>
                </a:lnTo>
                <a:lnTo>
                  <a:pt x="45989" y="158478"/>
                </a:lnTo>
                <a:lnTo>
                  <a:pt x="45988" y="158478"/>
                </a:lnTo>
                <a:lnTo>
                  <a:pt x="45987" y="158478"/>
                </a:lnTo>
                <a:lnTo>
                  <a:pt x="45986" y="158478"/>
                </a:lnTo>
                <a:lnTo>
                  <a:pt x="45985" y="158478"/>
                </a:lnTo>
                <a:lnTo>
                  <a:pt x="45984" y="158478"/>
                </a:lnTo>
                <a:lnTo>
                  <a:pt x="45984" y="158478"/>
                </a:lnTo>
                <a:lnTo>
                  <a:pt x="45983" y="158478"/>
                </a:lnTo>
                <a:lnTo>
                  <a:pt x="45982" y="158478"/>
                </a:lnTo>
                <a:lnTo>
                  <a:pt x="45981" y="158478"/>
                </a:lnTo>
                <a:lnTo>
                  <a:pt x="45980" y="158478"/>
                </a:lnTo>
                <a:lnTo>
                  <a:pt x="45979" y="158478"/>
                </a:lnTo>
                <a:lnTo>
                  <a:pt x="45978" y="158478"/>
                </a:lnTo>
                <a:lnTo>
                  <a:pt x="45977" y="158478"/>
                </a:lnTo>
                <a:lnTo>
                  <a:pt x="45977" y="158478"/>
                </a:lnTo>
                <a:lnTo>
                  <a:pt x="45976" y="158478"/>
                </a:lnTo>
                <a:lnTo>
                  <a:pt x="45975" y="158478"/>
                </a:lnTo>
                <a:lnTo>
                  <a:pt x="45974" y="158478"/>
                </a:lnTo>
                <a:lnTo>
                  <a:pt x="45973" y="158478"/>
                </a:lnTo>
                <a:lnTo>
                  <a:pt x="45972" y="158478"/>
                </a:lnTo>
                <a:lnTo>
                  <a:pt x="45971" y="158478"/>
                </a:lnTo>
                <a:lnTo>
                  <a:pt x="45970" y="158478"/>
                </a:lnTo>
                <a:lnTo>
                  <a:pt x="45969" y="158478"/>
                </a:lnTo>
                <a:lnTo>
                  <a:pt x="45969" y="158478"/>
                </a:lnTo>
                <a:lnTo>
                  <a:pt x="45968" y="158478"/>
                </a:lnTo>
                <a:lnTo>
                  <a:pt x="45967" y="158478"/>
                </a:lnTo>
                <a:lnTo>
                  <a:pt x="45966" y="158478"/>
                </a:lnTo>
                <a:lnTo>
                  <a:pt x="45965" y="158478"/>
                </a:lnTo>
                <a:lnTo>
                  <a:pt x="45964" y="158478"/>
                </a:lnTo>
                <a:lnTo>
                  <a:pt x="45963" y="158478"/>
                </a:lnTo>
                <a:lnTo>
                  <a:pt x="45962" y="158478"/>
                </a:lnTo>
                <a:lnTo>
                  <a:pt x="45962" y="158478"/>
                </a:lnTo>
                <a:lnTo>
                  <a:pt x="45961" y="158478"/>
                </a:lnTo>
                <a:lnTo>
                  <a:pt x="45960" y="158478"/>
                </a:lnTo>
                <a:lnTo>
                  <a:pt x="45959" y="158478"/>
                </a:lnTo>
                <a:lnTo>
                  <a:pt x="45958" y="158478"/>
                </a:lnTo>
                <a:lnTo>
                  <a:pt x="45957" y="158478"/>
                </a:lnTo>
                <a:lnTo>
                  <a:pt x="45956" y="158478"/>
                </a:lnTo>
                <a:lnTo>
                  <a:pt x="45955" y="158478"/>
                </a:lnTo>
                <a:lnTo>
                  <a:pt x="45955" y="158478"/>
                </a:lnTo>
                <a:lnTo>
                  <a:pt x="45954" y="158478"/>
                </a:lnTo>
                <a:lnTo>
                  <a:pt x="45953" y="158478"/>
                </a:lnTo>
                <a:lnTo>
                  <a:pt x="45952" y="158478"/>
                </a:lnTo>
                <a:lnTo>
                  <a:pt x="45951" y="158478"/>
                </a:lnTo>
                <a:lnTo>
                  <a:pt x="45950" y="158478"/>
                </a:lnTo>
                <a:lnTo>
                  <a:pt x="45949" y="158478"/>
                </a:lnTo>
                <a:lnTo>
                  <a:pt x="45948" y="158478"/>
                </a:lnTo>
                <a:lnTo>
                  <a:pt x="45947" y="158478"/>
                </a:lnTo>
                <a:lnTo>
                  <a:pt x="45947" y="158478"/>
                </a:lnTo>
                <a:lnTo>
                  <a:pt x="45946" y="158478"/>
                </a:lnTo>
                <a:lnTo>
                  <a:pt x="45945" y="158478"/>
                </a:lnTo>
                <a:lnTo>
                  <a:pt x="45944" y="158478"/>
                </a:lnTo>
                <a:lnTo>
                  <a:pt x="45943" y="158478"/>
                </a:lnTo>
                <a:lnTo>
                  <a:pt x="45942" y="158478"/>
                </a:lnTo>
                <a:lnTo>
                  <a:pt x="45941" y="158478"/>
                </a:lnTo>
                <a:lnTo>
                  <a:pt x="45940" y="158478"/>
                </a:lnTo>
                <a:lnTo>
                  <a:pt x="45940" y="158478"/>
                </a:lnTo>
                <a:lnTo>
                  <a:pt x="45939" y="158478"/>
                </a:lnTo>
                <a:lnTo>
                  <a:pt x="45938" y="158478"/>
                </a:lnTo>
                <a:lnTo>
                  <a:pt x="45937" y="158478"/>
                </a:lnTo>
                <a:lnTo>
                  <a:pt x="45936" y="158478"/>
                </a:lnTo>
                <a:lnTo>
                  <a:pt x="45935" y="158478"/>
                </a:lnTo>
                <a:lnTo>
                  <a:pt x="45934" y="158478"/>
                </a:lnTo>
                <a:lnTo>
                  <a:pt x="45933" y="158478"/>
                </a:lnTo>
                <a:lnTo>
                  <a:pt x="45933" y="158478"/>
                </a:lnTo>
                <a:lnTo>
                  <a:pt x="45932" y="158478"/>
                </a:lnTo>
                <a:lnTo>
                  <a:pt x="45931" y="158478"/>
                </a:lnTo>
                <a:lnTo>
                  <a:pt x="45930" y="158478"/>
                </a:lnTo>
                <a:lnTo>
                  <a:pt x="45929" y="158478"/>
                </a:lnTo>
                <a:lnTo>
                  <a:pt x="45928" y="158478"/>
                </a:lnTo>
                <a:lnTo>
                  <a:pt x="45927" y="158478"/>
                </a:lnTo>
                <a:lnTo>
                  <a:pt x="45926" y="158478"/>
                </a:lnTo>
                <a:lnTo>
                  <a:pt x="45926" y="158478"/>
                </a:lnTo>
                <a:lnTo>
                  <a:pt x="45925" y="158478"/>
                </a:lnTo>
                <a:lnTo>
                  <a:pt x="45924" y="158478"/>
                </a:lnTo>
                <a:lnTo>
                  <a:pt x="45923" y="158478"/>
                </a:lnTo>
                <a:lnTo>
                  <a:pt x="45922" y="158478"/>
                </a:lnTo>
                <a:lnTo>
                  <a:pt x="45921" y="158478"/>
                </a:lnTo>
                <a:lnTo>
                  <a:pt x="45920" y="158478"/>
                </a:lnTo>
                <a:lnTo>
                  <a:pt x="45919" y="158478"/>
                </a:lnTo>
                <a:lnTo>
                  <a:pt x="45918" y="158478"/>
                </a:lnTo>
                <a:lnTo>
                  <a:pt x="45918" y="158478"/>
                </a:lnTo>
                <a:lnTo>
                  <a:pt x="45917" y="158478"/>
                </a:lnTo>
                <a:lnTo>
                  <a:pt x="45916" y="158478"/>
                </a:lnTo>
                <a:lnTo>
                  <a:pt x="45915" y="158478"/>
                </a:lnTo>
                <a:lnTo>
                  <a:pt x="45914" y="158478"/>
                </a:lnTo>
                <a:lnTo>
                  <a:pt x="45913" y="158478"/>
                </a:lnTo>
                <a:lnTo>
                  <a:pt x="45912" y="158478"/>
                </a:lnTo>
                <a:lnTo>
                  <a:pt x="45911" y="158478"/>
                </a:lnTo>
                <a:lnTo>
                  <a:pt x="45911" y="158478"/>
                </a:lnTo>
                <a:lnTo>
                  <a:pt x="45910" y="158478"/>
                </a:lnTo>
                <a:lnTo>
                  <a:pt x="45909" y="158478"/>
                </a:lnTo>
                <a:lnTo>
                  <a:pt x="45908" y="158478"/>
                </a:lnTo>
                <a:lnTo>
                  <a:pt x="45907" y="158478"/>
                </a:lnTo>
                <a:lnTo>
                  <a:pt x="45906" y="158478"/>
                </a:lnTo>
                <a:lnTo>
                  <a:pt x="45905" y="158478"/>
                </a:lnTo>
                <a:lnTo>
                  <a:pt x="45904" y="158478"/>
                </a:lnTo>
                <a:lnTo>
                  <a:pt x="45904" y="158478"/>
                </a:lnTo>
                <a:lnTo>
                  <a:pt x="45903" y="158478"/>
                </a:lnTo>
                <a:lnTo>
                  <a:pt x="45902" y="158478"/>
                </a:lnTo>
                <a:lnTo>
                  <a:pt x="45901" y="158478"/>
                </a:lnTo>
                <a:lnTo>
                  <a:pt x="45900" y="158478"/>
                </a:lnTo>
                <a:lnTo>
                  <a:pt x="45899" y="158478"/>
                </a:lnTo>
                <a:lnTo>
                  <a:pt x="45898" y="158478"/>
                </a:lnTo>
                <a:lnTo>
                  <a:pt x="45897" y="158478"/>
                </a:lnTo>
                <a:lnTo>
                  <a:pt x="45897" y="158478"/>
                </a:lnTo>
                <a:lnTo>
                  <a:pt x="45896" y="158478"/>
                </a:lnTo>
                <a:lnTo>
                  <a:pt x="45895" y="158478"/>
                </a:lnTo>
                <a:lnTo>
                  <a:pt x="45894" y="158478"/>
                </a:lnTo>
                <a:lnTo>
                  <a:pt x="45893" y="158478"/>
                </a:lnTo>
                <a:lnTo>
                  <a:pt x="45892" y="158478"/>
                </a:lnTo>
                <a:lnTo>
                  <a:pt x="45891" y="158478"/>
                </a:lnTo>
                <a:lnTo>
                  <a:pt x="45890" y="158478"/>
                </a:lnTo>
                <a:lnTo>
                  <a:pt x="45890" y="158478"/>
                </a:lnTo>
                <a:lnTo>
                  <a:pt x="45889" y="158478"/>
                </a:lnTo>
                <a:lnTo>
                  <a:pt x="45888" y="158478"/>
                </a:lnTo>
                <a:lnTo>
                  <a:pt x="45887" y="158478"/>
                </a:lnTo>
                <a:lnTo>
                  <a:pt x="45886" y="158478"/>
                </a:lnTo>
                <a:lnTo>
                  <a:pt x="45885" y="158478"/>
                </a:lnTo>
                <a:lnTo>
                  <a:pt x="45884" y="158478"/>
                </a:lnTo>
                <a:lnTo>
                  <a:pt x="45883" y="158478"/>
                </a:lnTo>
                <a:lnTo>
                  <a:pt x="45883" y="158478"/>
                </a:lnTo>
                <a:lnTo>
                  <a:pt x="45882" y="158478"/>
                </a:lnTo>
                <a:lnTo>
                  <a:pt x="45881" y="158478"/>
                </a:lnTo>
                <a:lnTo>
                  <a:pt x="45880" y="158478"/>
                </a:lnTo>
                <a:lnTo>
                  <a:pt x="45879" y="158478"/>
                </a:lnTo>
                <a:lnTo>
                  <a:pt x="45878" y="158478"/>
                </a:lnTo>
                <a:lnTo>
                  <a:pt x="45877" y="158478"/>
                </a:lnTo>
                <a:lnTo>
                  <a:pt x="45876" y="158478"/>
                </a:lnTo>
                <a:lnTo>
                  <a:pt x="45875" y="158478"/>
                </a:lnTo>
                <a:lnTo>
                  <a:pt x="45875" y="158478"/>
                </a:lnTo>
                <a:lnTo>
                  <a:pt x="45874" y="158478"/>
                </a:lnTo>
                <a:lnTo>
                  <a:pt x="45873" y="158478"/>
                </a:lnTo>
                <a:lnTo>
                  <a:pt x="45872" y="158478"/>
                </a:lnTo>
                <a:lnTo>
                  <a:pt x="45871" y="158478"/>
                </a:lnTo>
                <a:lnTo>
                  <a:pt x="45870" y="158478"/>
                </a:lnTo>
                <a:lnTo>
                  <a:pt x="45869" y="158478"/>
                </a:lnTo>
                <a:lnTo>
                  <a:pt x="45868" y="158478"/>
                </a:lnTo>
                <a:lnTo>
                  <a:pt x="45868" y="158478"/>
                </a:lnTo>
                <a:lnTo>
                  <a:pt x="45867" y="158478"/>
                </a:lnTo>
                <a:lnTo>
                  <a:pt x="45866" y="158478"/>
                </a:lnTo>
                <a:lnTo>
                  <a:pt x="45865" y="158478"/>
                </a:lnTo>
                <a:lnTo>
                  <a:pt x="45864" y="158478"/>
                </a:lnTo>
                <a:lnTo>
                  <a:pt x="45863" y="158478"/>
                </a:lnTo>
                <a:lnTo>
                  <a:pt x="45862" y="158478"/>
                </a:lnTo>
                <a:lnTo>
                  <a:pt x="45861" y="158478"/>
                </a:lnTo>
                <a:lnTo>
                  <a:pt x="45861" y="158478"/>
                </a:lnTo>
                <a:lnTo>
                  <a:pt x="45860" y="158478"/>
                </a:lnTo>
                <a:lnTo>
                  <a:pt x="45859" y="158478"/>
                </a:lnTo>
                <a:lnTo>
                  <a:pt x="45858" y="158478"/>
                </a:lnTo>
                <a:lnTo>
                  <a:pt x="45857" y="158478"/>
                </a:lnTo>
                <a:lnTo>
                  <a:pt x="45856" y="158478"/>
                </a:lnTo>
                <a:lnTo>
                  <a:pt x="45855" y="158478"/>
                </a:lnTo>
                <a:lnTo>
                  <a:pt x="45854" y="158478"/>
                </a:lnTo>
                <a:lnTo>
                  <a:pt x="45854" y="158478"/>
                </a:lnTo>
                <a:lnTo>
                  <a:pt x="45853" y="158478"/>
                </a:lnTo>
                <a:lnTo>
                  <a:pt x="45852" y="158478"/>
                </a:lnTo>
                <a:lnTo>
                  <a:pt x="45851" y="158478"/>
                </a:lnTo>
                <a:lnTo>
                  <a:pt x="45850" y="158478"/>
                </a:lnTo>
                <a:lnTo>
                  <a:pt x="45849" y="158478"/>
                </a:lnTo>
                <a:lnTo>
                  <a:pt x="45848" y="158478"/>
                </a:lnTo>
                <a:lnTo>
                  <a:pt x="45847" y="158478"/>
                </a:lnTo>
                <a:lnTo>
                  <a:pt x="45847" y="158478"/>
                </a:lnTo>
                <a:lnTo>
                  <a:pt x="45846" y="158478"/>
                </a:lnTo>
                <a:lnTo>
                  <a:pt x="45845" y="158478"/>
                </a:lnTo>
                <a:lnTo>
                  <a:pt x="45844" y="158478"/>
                </a:lnTo>
                <a:lnTo>
                  <a:pt x="45843" y="158478"/>
                </a:lnTo>
                <a:lnTo>
                  <a:pt x="45842" y="158478"/>
                </a:lnTo>
                <a:lnTo>
                  <a:pt x="45841" y="158478"/>
                </a:lnTo>
                <a:lnTo>
                  <a:pt x="45840" y="158478"/>
                </a:lnTo>
                <a:lnTo>
                  <a:pt x="45840" y="158478"/>
                </a:lnTo>
                <a:lnTo>
                  <a:pt x="45839" y="158478"/>
                </a:lnTo>
                <a:lnTo>
                  <a:pt x="45838" y="158478"/>
                </a:lnTo>
                <a:lnTo>
                  <a:pt x="45837" y="158478"/>
                </a:lnTo>
                <a:lnTo>
                  <a:pt x="45836" y="158478"/>
                </a:lnTo>
                <a:lnTo>
                  <a:pt x="45835" y="158478"/>
                </a:lnTo>
                <a:lnTo>
                  <a:pt x="45834" y="158478"/>
                </a:lnTo>
                <a:lnTo>
                  <a:pt x="45833" y="158478"/>
                </a:lnTo>
                <a:lnTo>
                  <a:pt x="45833" y="158478"/>
                </a:lnTo>
                <a:lnTo>
                  <a:pt x="45832" y="158478"/>
                </a:lnTo>
                <a:lnTo>
                  <a:pt x="45831" y="158478"/>
                </a:lnTo>
                <a:lnTo>
                  <a:pt x="45830" y="158478"/>
                </a:lnTo>
                <a:lnTo>
                  <a:pt x="45829" y="158478"/>
                </a:lnTo>
                <a:lnTo>
                  <a:pt x="45828" y="158478"/>
                </a:lnTo>
                <a:lnTo>
                  <a:pt x="45827" y="158478"/>
                </a:lnTo>
                <a:lnTo>
                  <a:pt x="45826" y="158478"/>
                </a:lnTo>
                <a:lnTo>
                  <a:pt x="45826" y="158478"/>
                </a:lnTo>
                <a:lnTo>
                  <a:pt x="45825" y="158478"/>
                </a:lnTo>
                <a:lnTo>
                  <a:pt x="45824" y="158478"/>
                </a:lnTo>
                <a:lnTo>
                  <a:pt x="45823" y="158478"/>
                </a:lnTo>
                <a:lnTo>
                  <a:pt x="45822" y="158478"/>
                </a:lnTo>
                <a:lnTo>
                  <a:pt x="45821" y="158478"/>
                </a:lnTo>
                <a:lnTo>
                  <a:pt x="45820" y="158478"/>
                </a:lnTo>
                <a:lnTo>
                  <a:pt x="45819" y="158478"/>
                </a:lnTo>
                <a:lnTo>
                  <a:pt x="45819" y="158478"/>
                </a:lnTo>
                <a:lnTo>
                  <a:pt x="45818" y="158478"/>
                </a:lnTo>
                <a:lnTo>
                  <a:pt x="45817" y="158478"/>
                </a:lnTo>
                <a:lnTo>
                  <a:pt x="45816" y="158478"/>
                </a:lnTo>
                <a:lnTo>
                  <a:pt x="45815" y="158478"/>
                </a:lnTo>
                <a:lnTo>
                  <a:pt x="45814" y="158478"/>
                </a:lnTo>
                <a:lnTo>
                  <a:pt x="45813" y="158478"/>
                </a:lnTo>
                <a:lnTo>
                  <a:pt x="45812" y="158478"/>
                </a:lnTo>
                <a:lnTo>
                  <a:pt x="45812" y="158478"/>
                </a:lnTo>
                <a:lnTo>
                  <a:pt x="45811" y="158478"/>
                </a:lnTo>
                <a:lnTo>
                  <a:pt x="45810" y="158478"/>
                </a:lnTo>
                <a:lnTo>
                  <a:pt x="45809" y="158478"/>
                </a:lnTo>
                <a:lnTo>
                  <a:pt x="45808" y="158478"/>
                </a:lnTo>
                <a:lnTo>
                  <a:pt x="45807" y="158478"/>
                </a:lnTo>
                <a:lnTo>
                  <a:pt x="45806" y="158478"/>
                </a:lnTo>
                <a:lnTo>
                  <a:pt x="45805" y="158478"/>
                </a:lnTo>
                <a:lnTo>
                  <a:pt x="45805" y="158478"/>
                </a:lnTo>
                <a:lnTo>
                  <a:pt x="45804" y="158478"/>
                </a:lnTo>
                <a:lnTo>
                  <a:pt x="45803" y="158478"/>
                </a:lnTo>
                <a:lnTo>
                  <a:pt x="45802" y="158478"/>
                </a:lnTo>
                <a:lnTo>
                  <a:pt x="45801" y="158478"/>
                </a:lnTo>
                <a:lnTo>
                  <a:pt x="45800" y="158478"/>
                </a:lnTo>
                <a:lnTo>
                  <a:pt x="45799" y="158478"/>
                </a:lnTo>
                <a:lnTo>
                  <a:pt x="45798" y="158478"/>
                </a:lnTo>
                <a:lnTo>
                  <a:pt x="45798" y="158478"/>
                </a:lnTo>
                <a:lnTo>
                  <a:pt x="45797" y="158478"/>
                </a:lnTo>
                <a:lnTo>
                  <a:pt x="45796" y="158478"/>
                </a:lnTo>
                <a:lnTo>
                  <a:pt x="45795" y="158478"/>
                </a:lnTo>
                <a:lnTo>
                  <a:pt x="45794" y="158478"/>
                </a:lnTo>
                <a:lnTo>
                  <a:pt x="45793" y="158478"/>
                </a:lnTo>
                <a:lnTo>
                  <a:pt x="45792" y="158478"/>
                </a:lnTo>
                <a:lnTo>
                  <a:pt x="45791" y="158478"/>
                </a:lnTo>
                <a:lnTo>
                  <a:pt x="45791" y="158478"/>
                </a:lnTo>
                <a:lnTo>
                  <a:pt x="45790" y="158478"/>
                </a:lnTo>
                <a:lnTo>
                  <a:pt x="45789" y="158478"/>
                </a:lnTo>
                <a:lnTo>
                  <a:pt x="45788" y="158478"/>
                </a:lnTo>
                <a:lnTo>
                  <a:pt x="45787" y="158478"/>
                </a:lnTo>
                <a:lnTo>
                  <a:pt x="45786" y="158478"/>
                </a:lnTo>
                <a:lnTo>
                  <a:pt x="45785" y="158478"/>
                </a:lnTo>
                <a:lnTo>
                  <a:pt x="45784" y="158478"/>
                </a:lnTo>
                <a:lnTo>
                  <a:pt x="45784" y="158478"/>
                </a:lnTo>
                <a:lnTo>
                  <a:pt x="45783" y="158478"/>
                </a:lnTo>
                <a:lnTo>
                  <a:pt x="45782" y="158478"/>
                </a:lnTo>
                <a:lnTo>
                  <a:pt x="45781" y="158478"/>
                </a:lnTo>
                <a:lnTo>
                  <a:pt x="45780" y="158478"/>
                </a:lnTo>
                <a:lnTo>
                  <a:pt x="45779" y="158478"/>
                </a:lnTo>
                <a:lnTo>
                  <a:pt x="45778" y="158478"/>
                </a:lnTo>
                <a:lnTo>
                  <a:pt x="45777" y="158478"/>
                </a:lnTo>
                <a:lnTo>
                  <a:pt x="45777" y="158478"/>
                </a:lnTo>
                <a:lnTo>
                  <a:pt x="45776" y="158478"/>
                </a:lnTo>
                <a:lnTo>
                  <a:pt x="45775" y="158478"/>
                </a:lnTo>
                <a:lnTo>
                  <a:pt x="45774" y="158478"/>
                </a:lnTo>
                <a:lnTo>
                  <a:pt x="45773" y="158478"/>
                </a:lnTo>
                <a:lnTo>
                  <a:pt x="45772" y="158478"/>
                </a:lnTo>
                <a:lnTo>
                  <a:pt x="45771" y="158478"/>
                </a:lnTo>
                <a:lnTo>
                  <a:pt x="45771" y="158478"/>
                </a:lnTo>
                <a:lnTo>
                  <a:pt x="45770" y="158478"/>
                </a:lnTo>
                <a:lnTo>
                  <a:pt x="45769" y="158478"/>
                </a:lnTo>
                <a:lnTo>
                  <a:pt x="45768" y="158478"/>
                </a:lnTo>
                <a:lnTo>
                  <a:pt x="45767" y="158478"/>
                </a:lnTo>
                <a:lnTo>
                  <a:pt x="45766" y="158478"/>
                </a:lnTo>
                <a:lnTo>
                  <a:pt x="45765" y="158478"/>
                </a:lnTo>
                <a:lnTo>
                  <a:pt x="45764" y="158478"/>
                </a:lnTo>
                <a:lnTo>
                  <a:pt x="45764" y="158478"/>
                </a:lnTo>
                <a:lnTo>
                  <a:pt x="45763" y="158478"/>
                </a:lnTo>
                <a:lnTo>
                  <a:pt x="45762" y="158478"/>
                </a:lnTo>
                <a:lnTo>
                  <a:pt x="45761" y="158478"/>
                </a:lnTo>
                <a:lnTo>
                  <a:pt x="45760" y="158478"/>
                </a:lnTo>
                <a:lnTo>
                  <a:pt x="45759" y="158478"/>
                </a:lnTo>
                <a:lnTo>
                  <a:pt x="45758" y="158478"/>
                </a:lnTo>
                <a:lnTo>
                  <a:pt x="45757" y="158478"/>
                </a:lnTo>
                <a:lnTo>
                  <a:pt x="45757" y="158478"/>
                </a:lnTo>
                <a:lnTo>
                  <a:pt x="45756" y="158478"/>
                </a:lnTo>
                <a:lnTo>
                  <a:pt x="45755" y="158478"/>
                </a:lnTo>
                <a:lnTo>
                  <a:pt x="45754" y="158478"/>
                </a:lnTo>
                <a:lnTo>
                  <a:pt x="45753" y="158478"/>
                </a:lnTo>
                <a:lnTo>
                  <a:pt x="45752" y="158478"/>
                </a:lnTo>
                <a:lnTo>
                  <a:pt x="45751" y="158478"/>
                </a:lnTo>
                <a:lnTo>
                  <a:pt x="45750" y="158478"/>
                </a:lnTo>
                <a:lnTo>
                  <a:pt x="45750" y="158478"/>
                </a:lnTo>
                <a:lnTo>
                  <a:pt x="45749" y="158478"/>
                </a:lnTo>
                <a:lnTo>
                  <a:pt x="45748" y="158478"/>
                </a:lnTo>
                <a:lnTo>
                  <a:pt x="45747" y="158478"/>
                </a:lnTo>
                <a:lnTo>
                  <a:pt x="45746" y="158478"/>
                </a:lnTo>
                <a:lnTo>
                  <a:pt x="45745" y="158478"/>
                </a:lnTo>
                <a:lnTo>
                  <a:pt x="45744" y="158478"/>
                </a:lnTo>
                <a:lnTo>
                  <a:pt x="45743" y="158478"/>
                </a:lnTo>
                <a:lnTo>
                  <a:pt x="45743" y="158478"/>
                </a:lnTo>
                <a:lnTo>
                  <a:pt x="45742" y="158478"/>
                </a:lnTo>
                <a:lnTo>
                  <a:pt x="45741" y="158478"/>
                </a:lnTo>
                <a:lnTo>
                  <a:pt x="45740" y="158478"/>
                </a:lnTo>
                <a:lnTo>
                  <a:pt x="45739" y="158478"/>
                </a:lnTo>
                <a:lnTo>
                  <a:pt x="45738" y="158478"/>
                </a:lnTo>
                <a:lnTo>
                  <a:pt x="45737" y="158478"/>
                </a:lnTo>
                <a:lnTo>
                  <a:pt x="45736" y="158478"/>
                </a:lnTo>
                <a:lnTo>
                  <a:pt x="45736" y="158478"/>
                </a:lnTo>
                <a:lnTo>
                  <a:pt x="45735" y="158478"/>
                </a:lnTo>
                <a:lnTo>
                  <a:pt x="45734" y="158478"/>
                </a:lnTo>
                <a:lnTo>
                  <a:pt x="45733" y="158478"/>
                </a:lnTo>
                <a:lnTo>
                  <a:pt x="45732" y="158478"/>
                </a:lnTo>
                <a:lnTo>
                  <a:pt x="45731" y="158478"/>
                </a:lnTo>
                <a:lnTo>
                  <a:pt x="45730" y="158478"/>
                </a:lnTo>
                <a:lnTo>
                  <a:pt x="45730" y="158478"/>
                </a:lnTo>
                <a:lnTo>
                  <a:pt x="45729" y="158478"/>
                </a:lnTo>
                <a:lnTo>
                  <a:pt x="45728" y="158478"/>
                </a:lnTo>
                <a:lnTo>
                  <a:pt x="45727" y="158478"/>
                </a:lnTo>
                <a:lnTo>
                  <a:pt x="45726" y="158478"/>
                </a:lnTo>
                <a:lnTo>
                  <a:pt x="45725" y="158478"/>
                </a:lnTo>
                <a:lnTo>
                  <a:pt x="45724" y="158478"/>
                </a:lnTo>
                <a:lnTo>
                  <a:pt x="45723" y="158478"/>
                </a:lnTo>
                <a:lnTo>
                  <a:pt x="45723" y="158478"/>
                </a:lnTo>
                <a:lnTo>
                  <a:pt x="45722" y="158478"/>
                </a:lnTo>
                <a:lnTo>
                  <a:pt x="45721" y="158478"/>
                </a:lnTo>
                <a:lnTo>
                  <a:pt x="45720" y="158478"/>
                </a:lnTo>
                <a:lnTo>
                  <a:pt x="45719" y="158478"/>
                </a:lnTo>
                <a:lnTo>
                  <a:pt x="45718" y="158478"/>
                </a:lnTo>
                <a:lnTo>
                  <a:pt x="45717" y="158478"/>
                </a:lnTo>
                <a:lnTo>
                  <a:pt x="45716" y="158478"/>
                </a:lnTo>
                <a:lnTo>
                  <a:pt x="45716" y="158478"/>
                </a:lnTo>
                <a:lnTo>
                  <a:pt x="45715" y="158478"/>
                </a:lnTo>
                <a:lnTo>
                  <a:pt x="45714" y="158478"/>
                </a:lnTo>
                <a:lnTo>
                  <a:pt x="45713" y="158478"/>
                </a:lnTo>
                <a:lnTo>
                  <a:pt x="45712" y="158478"/>
                </a:lnTo>
                <a:lnTo>
                  <a:pt x="45711" y="158478"/>
                </a:lnTo>
                <a:lnTo>
                  <a:pt x="45710" y="158478"/>
                </a:lnTo>
                <a:lnTo>
                  <a:pt x="45709" y="158478"/>
                </a:lnTo>
                <a:lnTo>
                  <a:pt x="45709" y="158478"/>
                </a:lnTo>
                <a:lnTo>
                  <a:pt x="45708" y="158478"/>
                </a:lnTo>
                <a:lnTo>
                  <a:pt x="45707" y="158478"/>
                </a:lnTo>
                <a:lnTo>
                  <a:pt x="45706" y="158478"/>
                </a:lnTo>
                <a:lnTo>
                  <a:pt x="45705" y="158478"/>
                </a:lnTo>
                <a:lnTo>
                  <a:pt x="45704" y="158478"/>
                </a:lnTo>
                <a:lnTo>
                  <a:pt x="45703" y="158478"/>
                </a:lnTo>
                <a:lnTo>
                  <a:pt x="45703" y="158478"/>
                </a:lnTo>
                <a:lnTo>
                  <a:pt x="45702" y="158478"/>
                </a:lnTo>
                <a:lnTo>
                  <a:pt x="45701" y="158478"/>
                </a:lnTo>
                <a:lnTo>
                  <a:pt x="45700" y="158478"/>
                </a:lnTo>
                <a:lnTo>
                  <a:pt x="45699" y="158478"/>
                </a:lnTo>
                <a:lnTo>
                  <a:pt x="45698" y="158478"/>
                </a:lnTo>
                <a:lnTo>
                  <a:pt x="45697" y="158478"/>
                </a:lnTo>
                <a:lnTo>
                  <a:pt x="45696" y="158478"/>
                </a:lnTo>
                <a:lnTo>
                  <a:pt x="45696" y="158478"/>
                </a:lnTo>
                <a:lnTo>
                  <a:pt x="45695" y="158478"/>
                </a:lnTo>
                <a:lnTo>
                  <a:pt x="45694" y="158478"/>
                </a:lnTo>
                <a:lnTo>
                  <a:pt x="45693" y="158478"/>
                </a:lnTo>
                <a:lnTo>
                  <a:pt x="45692" y="158478"/>
                </a:lnTo>
                <a:lnTo>
                  <a:pt x="45691" y="158478"/>
                </a:lnTo>
                <a:lnTo>
                  <a:pt x="45690" y="158478"/>
                </a:lnTo>
                <a:lnTo>
                  <a:pt x="45689" y="158478"/>
                </a:lnTo>
                <a:lnTo>
                  <a:pt x="45689" y="158478"/>
                </a:lnTo>
                <a:lnTo>
                  <a:pt x="45688" y="158478"/>
                </a:lnTo>
                <a:lnTo>
                  <a:pt x="45687" y="158478"/>
                </a:lnTo>
                <a:lnTo>
                  <a:pt x="45686" y="158478"/>
                </a:lnTo>
                <a:lnTo>
                  <a:pt x="45685" y="158478"/>
                </a:lnTo>
                <a:lnTo>
                  <a:pt x="45684" y="158478"/>
                </a:lnTo>
                <a:lnTo>
                  <a:pt x="45683" y="158478"/>
                </a:lnTo>
                <a:lnTo>
                  <a:pt x="45682" y="158478"/>
                </a:lnTo>
                <a:lnTo>
                  <a:pt x="45682" y="158478"/>
                </a:lnTo>
                <a:lnTo>
                  <a:pt x="45681" y="158478"/>
                </a:lnTo>
                <a:lnTo>
                  <a:pt x="45680" y="158478"/>
                </a:lnTo>
                <a:lnTo>
                  <a:pt x="45679" y="158478"/>
                </a:lnTo>
                <a:lnTo>
                  <a:pt x="45678" y="158478"/>
                </a:lnTo>
                <a:lnTo>
                  <a:pt x="45677" y="158478"/>
                </a:lnTo>
                <a:lnTo>
                  <a:pt x="45676" y="158478"/>
                </a:lnTo>
                <a:lnTo>
                  <a:pt x="45676" y="158478"/>
                </a:lnTo>
                <a:lnTo>
                  <a:pt x="45675" y="158478"/>
                </a:lnTo>
                <a:lnTo>
                  <a:pt x="45674" y="158478"/>
                </a:lnTo>
                <a:lnTo>
                  <a:pt x="45673" y="158478"/>
                </a:lnTo>
                <a:lnTo>
                  <a:pt x="45672" y="158478"/>
                </a:lnTo>
                <a:lnTo>
                  <a:pt x="45671" y="158478"/>
                </a:lnTo>
                <a:lnTo>
                  <a:pt x="45670" y="158478"/>
                </a:lnTo>
                <a:lnTo>
                  <a:pt x="45669" y="158478"/>
                </a:lnTo>
                <a:lnTo>
                  <a:pt x="45669" y="158478"/>
                </a:lnTo>
                <a:lnTo>
                  <a:pt x="45668" y="158478"/>
                </a:lnTo>
                <a:lnTo>
                  <a:pt x="45667" y="158478"/>
                </a:lnTo>
                <a:lnTo>
                  <a:pt x="45666" y="158478"/>
                </a:lnTo>
                <a:lnTo>
                  <a:pt x="45665" y="158478"/>
                </a:lnTo>
                <a:lnTo>
                  <a:pt x="45664" y="158478"/>
                </a:lnTo>
                <a:lnTo>
                  <a:pt x="45663" y="158478"/>
                </a:lnTo>
                <a:lnTo>
                  <a:pt x="45662" y="158478"/>
                </a:lnTo>
                <a:lnTo>
                  <a:pt x="45662" y="158478"/>
                </a:lnTo>
                <a:lnTo>
                  <a:pt x="45661" y="158478"/>
                </a:lnTo>
                <a:lnTo>
                  <a:pt x="45660" y="158478"/>
                </a:lnTo>
                <a:lnTo>
                  <a:pt x="45659" y="158478"/>
                </a:lnTo>
                <a:lnTo>
                  <a:pt x="45658" y="158478"/>
                </a:lnTo>
                <a:lnTo>
                  <a:pt x="45657" y="158478"/>
                </a:lnTo>
                <a:lnTo>
                  <a:pt x="45656" y="158478"/>
                </a:lnTo>
                <a:lnTo>
                  <a:pt x="45656" y="158478"/>
                </a:lnTo>
                <a:lnTo>
                  <a:pt x="45655" y="158478"/>
                </a:lnTo>
                <a:lnTo>
                  <a:pt x="45654" y="158478"/>
                </a:lnTo>
                <a:lnTo>
                  <a:pt x="45653" y="158478"/>
                </a:lnTo>
                <a:lnTo>
                  <a:pt x="45652" y="158478"/>
                </a:lnTo>
                <a:lnTo>
                  <a:pt x="45651" y="158478"/>
                </a:lnTo>
                <a:lnTo>
                  <a:pt x="45650" y="158478"/>
                </a:lnTo>
                <a:lnTo>
                  <a:pt x="45649" y="158478"/>
                </a:lnTo>
                <a:lnTo>
                  <a:pt x="45649" y="158478"/>
                </a:lnTo>
                <a:lnTo>
                  <a:pt x="45648" y="158478"/>
                </a:lnTo>
                <a:lnTo>
                  <a:pt x="45647" y="158478"/>
                </a:lnTo>
                <a:lnTo>
                  <a:pt x="45646" y="158478"/>
                </a:lnTo>
                <a:lnTo>
                  <a:pt x="45645" y="158478"/>
                </a:lnTo>
                <a:lnTo>
                  <a:pt x="45644" y="158478"/>
                </a:lnTo>
                <a:lnTo>
                  <a:pt x="45643" y="158478"/>
                </a:lnTo>
                <a:lnTo>
                  <a:pt x="45642" y="158478"/>
                </a:lnTo>
                <a:lnTo>
                  <a:pt x="45642" y="158478"/>
                </a:lnTo>
                <a:lnTo>
                  <a:pt x="45641" y="158478"/>
                </a:lnTo>
                <a:lnTo>
                  <a:pt x="45640" y="158478"/>
                </a:lnTo>
                <a:lnTo>
                  <a:pt x="45639" y="158478"/>
                </a:lnTo>
                <a:lnTo>
                  <a:pt x="45638" y="158478"/>
                </a:lnTo>
                <a:lnTo>
                  <a:pt x="45637" y="158478"/>
                </a:lnTo>
                <a:lnTo>
                  <a:pt x="45636" y="158478"/>
                </a:lnTo>
                <a:lnTo>
                  <a:pt x="45636" y="158478"/>
                </a:lnTo>
                <a:lnTo>
                  <a:pt x="45635" y="158478"/>
                </a:lnTo>
                <a:lnTo>
                  <a:pt x="45634" y="158478"/>
                </a:lnTo>
                <a:lnTo>
                  <a:pt x="45633" y="158478"/>
                </a:lnTo>
                <a:lnTo>
                  <a:pt x="45632" y="158478"/>
                </a:lnTo>
                <a:lnTo>
                  <a:pt x="45631" y="158478"/>
                </a:lnTo>
                <a:lnTo>
                  <a:pt x="45630" y="158478"/>
                </a:lnTo>
                <a:lnTo>
                  <a:pt x="45629" y="158478"/>
                </a:lnTo>
                <a:lnTo>
                  <a:pt x="45629" y="158478"/>
                </a:lnTo>
                <a:lnTo>
                  <a:pt x="45628" y="158478"/>
                </a:lnTo>
                <a:lnTo>
                  <a:pt x="45627" y="158478"/>
                </a:lnTo>
                <a:lnTo>
                  <a:pt x="45626" y="158478"/>
                </a:lnTo>
                <a:lnTo>
                  <a:pt x="45625" y="158478"/>
                </a:lnTo>
                <a:lnTo>
                  <a:pt x="45624" y="158478"/>
                </a:lnTo>
                <a:lnTo>
                  <a:pt x="45623" y="158478"/>
                </a:lnTo>
                <a:lnTo>
                  <a:pt x="45623" y="158478"/>
                </a:lnTo>
                <a:lnTo>
                  <a:pt x="45622" y="158478"/>
                </a:lnTo>
                <a:lnTo>
                  <a:pt x="45621" y="158478"/>
                </a:lnTo>
                <a:lnTo>
                  <a:pt x="45620" y="158478"/>
                </a:lnTo>
                <a:lnTo>
                  <a:pt x="45619" y="158478"/>
                </a:lnTo>
                <a:lnTo>
                  <a:pt x="45618" y="158478"/>
                </a:lnTo>
                <a:lnTo>
                  <a:pt x="45617" y="158478"/>
                </a:lnTo>
                <a:lnTo>
                  <a:pt x="45616" y="158478"/>
                </a:lnTo>
                <a:lnTo>
                  <a:pt x="45616" y="158478"/>
                </a:lnTo>
                <a:lnTo>
                  <a:pt x="45615" y="158478"/>
                </a:lnTo>
                <a:lnTo>
                  <a:pt x="45614" y="158478"/>
                </a:lnTo>
                <a:lnTo>
                  <a:pt x="45613" y="158478"/>
                </a:lnTo>
                <a:lnTo>
                  <a:pt x="45612" y="158478"/>
                </a:lnTo>
                <a:lnTo>
                  <a:pt x="45611" y="158478"/>
                </a:lnTo>
                <a:lnTo>
                  <a:pt x="45610" y="158478"/>
                </a:lnTo>
                <a:lnTo>
                  <a:pt x="45610" y="158478"/>
                </a:lnTo>
                <a:lnTo>
                  <a:pt x="45609" y="158478"/>
                </a:lnTo>
                <a:lnTo>
                  <a:pt x="45608" y="158478"/>
                </a:lnTo>
                <a:lnTo>
                  <a:pt x="45607" y="158478"/>
                </a:lnTo>
                <a:lnTo>
                  <a:pt x="45606" y="158478"/>
                </a:lnTo>
                <a:lnTo>
                  <a:pt x="45605" y="158478"/>
                </a:lnTo>
                <a:lnTo>
                  <a:pt x="45604" y="158478"/>
                </a:lnTo>
                <a:lnTo>
                  <a:pt x="45603" y="158478"/>
                </a:lnTo>
                <a:lnTo>
                  <a:pt x="45603" y="158478"/>
                </a:lnTo>
                <a:lnTo>
                  <a:pt x="45602" y="158478"/>
                </a:lnTo>
                <a:lnTo>
                  <a:pt x="45601" y="158478"/>
                </a:lnTo>
                <a:lnTo>
                  <a:pt x="45600" y="158478"/>
                </a:lnTo>
                <a:lnTo>
                  <a:pt x="45599" y="158478"/>
                </a:lnTo>
                <a:lnTo>
                  <a:pt x="45598" y="158478"/>
                </a:lnTo>
                <a:lnTo>
                  <a:pt x="45597" y="158478"/>
                </a:lnTo>
                <a:lnTo>
                  <a:pt x="45596" y="158478"/>
                </a:lnTo>
                <a:lnTo>
                  <a:pt x="45596" y="158478"/>
                </a:lnTo>
                <a:lnTo>
                  <a:pt x="45595" y="158478"/>
                </a:lnTo>
                <a:lnTo>
                  <a:pt x="45594" y="158478"/>
                </a:lnTo>
                <a:lnTo>
                  <a:pt x="45593" y="158478"/>
                </a:lnTo>
                <a:lnTo>
                  <a:pt x="45592" y="158478"/>
                </a:lnTo>
                <a:lnTo>
                  <a:pt x="45591" y="158478"/>
                </a:lnTo>
                <a:lnTo>
                  <a:pt x="45590" y="158478"/>
                </a:lnTo>
                <a:lnTo>
                  <a:pt x="45590" y="158478"/>
                </a:lnTo>
                <a:lnTo>
                  <a:pt x="45589" y="158478"/>
                </a:lnTo>
                <a:lnTo>
                  <a:pt x="45588" y="158478"/>
                </a:lnTo>
                <a:lnTo>
                  <a:pt x="45587" y="158478"/>
                </a:lnTo>
                <a:lnTo>
                  <a:pt x="45586" y="158478"/>
                </a:lnTo>
                <a:lnTo>
                  <a:pt x="45585" y="158478"/>
                </a:lnTo>
                <a:lnTo>
                  <a:pt x="45584" y="158478"/>
                </a:lnTo>
                <a:lnTo>
                  <a:pt x="45583" y="158478"/>
                </a:lnTo>
                <a:lnTo>
                  <a:pt x="45583" y="158478"/>
                </a:lnTo>
                <a:lnTo>
                  <a:pt x="45582" y="158478"/>
                </a:lnTo>
                <a:lnTo>
                  <a:pt x="45581" y="158478"/>
                </a:lnTo>
                <a:lnTo>
                  <a:pt x="45580" y="158478"/>
                </a:lnTo>
                <a:lnTo>
                  <a:pt x="45579" y="158478"/>
                </a:lnTo>
                <a:lnTo>
                  <a:pt x="45578" y="158478"/>
                </a:lnTo>
                <a:lnTo>
                  <a:pt x="45577" y="158478"/>
                </a:lnTo>
                <a:lnTo>
                  <a:pt x="45577" y="158478"/>
                </a:lnTo>
                <a:lnTo>
                  <a:pt x="45576" y="158478"/>
                </a:lnTo>
                <a:lnTo>
                  <a:pt x="45575" y="158478"/>
                </a:lnTo>
                <a:lnTo>
                  <a:pt x="45574" y="158478"/>
                </a:lnTo>
                <a:lnTo>
                  <a:pt x="45573" y="158478"/>
                </a:lnTo>
                <a:lnTo>
                  <a:pt x="45572" y="158478"/>
                </a:lnTo>
                <a:lnTo>
                  <a:pt x="45571" y="158478"/>
                </a:lnTo>
                <a:lnTo>
                  <a:pt x="45570" y="158478"/>
                </a:lnTo>
                <a:lnTo>
                  <a:pt x="45570" y="158478"/>
                </a:lnTo>
                <a:lnTo>
                  <a:pt x="45569" y="158478"/>
                </a:lnTo>
                <a:lnTo>
                  <a:pt x="45568" y="158478"/>
                </a:lnTo>
                <a:lnTo>
                  <a:pt x="45567" y="158478"/>
                </a:lnTo>
                <a:lnTo>
                  <a:pt x="45566" y="158478"/>
                </a:lnTo>
                <a:lnTo>
                  <a:pt x="45565" y="158478"/>
                </a:lnTo>
                <a:lnTo>
                  <a:pt x="45564" y="158478"/>
                </a:lnTo>
                <a:lnTo>
                  <a:pt x="45564" y="158478"/>
                </a:lnTo>
                <a:lnTo>
                  <a:pt x="45563" y="158478"/>
                </a:lnTo>
                <a:lnTo>
                  <a:pt x="45562" y="158478"/>
                </a:lnTo>
                <a:lnTo>
                  <a:pt x="45561" y="158478"/>
                </a:lnTo>
                <a:lnTo>
                  <a:pt x="45560" y="158478"/>
                </a:lnTo>
                <a:lnTo>
                  <a:pt x="45559" y="158478"/>
                </a:lnTo>
                <a:lnTo>
                  <a:pt x="45558" y="158478"/>
                </a:lnTo>
                <a:lnTo>
                  <a:pt x="45558" y="158478"/>
                </a:lnTo>
                <a:lnTo>
                  <a:pt x="45557" y="158478"/>
                </a:lnTo>
                <a:lnTo>
                  <a:pt x="45556" y="158478"/>
                </a:lnTo>
                <a:lnTo>
                  <a:pt x="45555" y="158478"/>
                </a:lnTo>
                <a:lnTo>
                  <a:pt x="45554" y="158478"/>
                </a:lnTo>
                <a:lnTo>
                  <a:pt x="45553" y="158478"/>
                </a:lnTo>
                <a:lnTo>
                  <a:pt x="45552" y="158478"/>
                </a:lnTo>
                <a:lnTo>
                  <a:pt x="45551" y="158478"/>
                </a:lnTo>
                <a:lnTo>
                  <a:pt x="45551" y="158478"/>
                </a:lnTo>
                <a:lnTo>
                  <a:pt x="45550" y="158478"/>
                </a:lnTo>
                <a:lnTo>
                  <a:pt x="45549" y="158478"/>
                </a:lnTo>
                <a:lnTo>
                  <a:pt x="45548" y="158478"/>
                </a:lnTo>
                <a:lnTo>
                  <a:pt x="45547" y="158478"/>
                </a:lnTo>
                <a:lnTo>
                  <a:pt x="45546" y="158478"/>
                </a:lnTo>
                <a:lnTo>
                  <a:pt x="45545" y="158478"/>
                </a:lnTo>
                <a:lnTo>
                  <a:pt x="45545" y="158478"/>
                </a:lnTo>
                <a:lnTo>
                  <a:pt x="45544" y="158478"/>
                </a:lnTo>
                <a:lnTo>
                  <a:pt x="45543" y="158478"/>
                </a:lnTo>
                <a:lnTo>
                  <a:pt x="45542" y="158478"/>
                </a:lnTo>
                <a:lnTo>
                  <a:pt x="45541" y="158478"/>
                </a:lnTo>
                <a:lnTo>
                  <a:pt x="45540" y="158478"/>
                </a:lnTo>
                <a:lnTo>
                  <a:pt x="45539" y="158478"/>
                </a:lnTo>
                <a:lnTo>
                  <a:pt x="45538" y="158478"/>
                </a:lnTo>
                <a:lnTo>
                  <a:pt x="45538" y="158478"/>
                </a:lnTo>
                <a:lnTo>
                  <a:pt x="45537" y="158478"/>
                </a:lnTo>
                <a:lnTo>
                  <a:pt x="45536" y="158478"/>
                </a:lnTo>
                <a:lnTo>
                  <a:pt x="45535" y="158478"/>
                </a:lnTo>
                <a:lnTo>
                  <a:pt x="45534" y="158478"/>
                </a:lnTo>
                <a:lnTo>
                  <a:pt x="45533" y="158478"/>
                </a:lnTo>
                <a:lnTo>
                  <a:pt x="45532" y="158478"/>
                </a:lnTo>
                <a:lnTo>
                  <a:pt x="45532" y="158478"/>
                </a:lnTo>
                <a:lnTo>
                  <a:pt x="45531" y="158478"/>
                </a:lnTo>
                <a:lnTo>
                  <a:pt x="45530" y="158478"/>
                </a:lnTo>
                <a:lnTo>
                  <a:pt x="45529" y="158478"/>
                </a:lnTo>
                <a:lnTo>
                  <a:pt x="45528" y="158478"/>
                </a:lnTo>
                <a:lnTo>
                  <a:pt x="45527" y="158478"/>
                </a:lnTo>
                <a:lnTo>
                  <a:pt x="45526" y="158478"/>
                </a:lnTo>
                <a:lnTo>
                  <a:pt x="45525" y="158478"/>
                </a:lnTo>
                <a:lnTo>
                  <a:pt x="45525" y="158478"/>
                </a:lnTo>
                <a:lnTo>
                  <a:pt x="45524" y="158478"/>
                </a:lnTo>
                <a:lnTo>
                  <a:pt x="45523" y="158478"/>
                </a:lnTo>
                <a:lnTo>
                  <a:pt x="45522" y="158478"/>
                </a:lnTo>
                <a:lnTo>
                  <a:pt x="45521" y="158478"/>
                </a:lnTo>
                <a:lnTo>
                  <a:pt x="45520" y="158478"/>
                </a:lnTo>
                <a:lnTo>
                  <a:pt x="45519" y="158478"/>
                </a:lnTo>
                <a:lnTo>
                  <a:pt x="45519" y="158478"/>
                </a:lnTo>
                <a:lnTo>
                  <a:pt x="45518" y="158478"/>
                </a:lnTo>
                <a:lnTo>
                  <a:pt x="45517" y="158478"/>
                </a:lnTo>
                <a:lnTo>
                  <a:pt x="45516" y="158478"/>
                </a:lnTo>
                <a:lnTo>
                  <a:pt x="45515" y="158478"/>
                </a:lnTo>
                <a:lnTo>
                  <a:pt x="45514" y="158478"/>
                </a:lnTo>
                <a:lnTo>
                  <a:pt x="45513" y="158478"/>
                </a:lnTo>
                <a:lnTo>
                  <a:pt x="45513" y="158478"/>
                </a:lnTo>
                <a:lnTo>
                  <a:pt x="45512" y="158478"/>
                </a:lnTo>
                <a:lnTo>
                  <a:pt x="45511" y="158478"/>
                </a:lnTo>
                <a:lnTo>
                  <a:pt x="45510" y="158478"/>
                </a:lnTo>
                <a:lnTo>
                  <a:pt x="45509" y="158478"/>
                </a:lnTo>
                <a:lnTo>
                  <a:pt x="45508" y="158478"/>
                </a:lnTo>
                <a:lnTo>
                  <a:pt x="45507" y="158478"/>
                </a:lnTo>
                <a:lnTo>
                  <a:pt x="45506" y="158478"/>
                </a:lnTo>
                <a:lnTo>
                  <a:pt x="45506" y="158478"/>
                </a:lnTo>
                <a:lnTo>
                  <a:pt x="45505" y="158478"/>
                </a:lnTo>
                <a:lnTo>
                  <a:pt x="45504" y="158478"/>
                </a:lnTo>
                <a:lnTo>
                  <a:pt x="45503" y="158478"/>
                </a:lnTo>
                <a:lnTo>
                  <a:pt x="45502" y="158478"/>
                </a:lnTo>
                <a:lnTo>
                  <a:pt x="45501" y="158478"/>
                </a:lnTo>
                <a:lnTo>
                  <a:pt x="45500" y="158478"/>
                </a:lnTo>
                <a:lnTo>
                  <a:pt x="45500" y="158478"/>
                </a:lnTo>
                <a:lnTo>
                  <a:pt x="45499" y="158478"/>
                </a:lnTo>
                <a:lnTo>
                  <a:pt x="45498" y="158478"/>
                </a:lnTo>
                <a:lnTo>
                  <a:pt x="45497" y="158478"/>
                </a:lnTo>
                <a:lnTo>
                  <a:pt x="45496" y="158478"/>
                </a:lnTo>
                <a:lnTo>
                  <a:pt x="45495" y="158478"/>
                </a:lnTo>
                <a:lnTo>
                  <a:pt x="45494" y="158478"/>
                </a:lnTo>
                <a:lnTo>
                  <a:pt x="45494" y="158478"/>
                </a:lnTo>
                <a:lnTo>
                  <a:pt x="45493" y="158478"/>
                </a:lnTo>
                <a:lnTo>
                  <a:pt x="45492" y="158478"/>
                </a:lnTo>
                <a:lnTo>
                  <a:pt x="45491" y="158478"/>
                </a:lnTo>
                <a:lnTo>
                  <a:pt x="45490" y="158478"/>
                </a:lnTo>
                <a:lnTo>
                  <a:pt x="45489" y="158478"/>
                </a:lnTo>
                <a:lnTo>
                  <a:pt x="45488" y="158478"/>
                </a:lnTo>
                <a:lnTo>
                  <a:pt x="45487" y="158478"/>
                </a:lnTo>
                <a:lnTo>
                  <a:pt x="45487" y="158478"/>
                </a:lnTo>
                <a:lnTo>
                  <a:pt x="45486" y="158478"/>
                </a:lnTo>
                <a:lnTo>
                  <a:pt x="45485" y="158478"/>
                </a:lnTo>
                <a:lnTo>
                  <a:pt x="45484" y="158478"/>
                </a:lnTo>
                <a:lnTo>
                  <a:pt x="45483" y="158478"/>
                </a:lnTo>
                <a:lnTo>
                  <a:pt x="45482" y="158478"/>
                </a:lnTo>
                <a:lnTo>
                  <a:pt x="45481" y="158478"/>
                </a:lnTo>
                <a:lnTo>
                  <a:pt x="45481" y="158478"/>
                </a:lnTo>
                <a:lnTo>
                  <a:pt x="45480" y="158478"/>
                </a:lnTo>
                <a:lnTo>
                  <a:pt x="45479" y="158478"/>
                </a:lnTo>
                <a:lnTo>
                  <a:pt x="45478" y="158478"/>
                </a:lnTo>
                <a:lnTo>
                  <a:pt x="45477" y="158478"/>
                </a:lnTo>
                <a:lnTo>
                  <a:pt x="45476" y="158478"/>
                </a:lnTo>
                <a:lnTo>
                  <a:pt x="45475" y="158478"/>
                </a:lnTo>
                <a:lnTo>
                  <a:pt x="45475" y="158478"/>
                </a:lnTo>
                <a:lnTo>
                  <a:pt x="45474" y="158478"/>
                </a:lnTo>
                <a:lnTo>
                  <a:pt x="45473" y="158478"/>
                </a:lnTo>
                <a:lnTo>
                  <a:pt x="45472" y="158478"/>
                </a:lnTo>
                <a:lnTo>
                  <a:pt x="45471" y="158478"/>
                </a:lnTo>
                <a:lnTo>
                  <a:pt x="45470" y="158478"/>
                </a:lnTo>
                <a:lnTo>
                  <a:pt x="45469" y="158478"/>
                </a:lnTo>
                <a:lnTo>
                  <a:pt x="45468" y="158478"/>
                </a:lnTo>
                <a:lnTo>
                  <a:pt x="45468" y="158478"/>
                </a:lnTo>
                <a:lnTo>
                  <a:pt x="45467" y="158478"/>
                </a:lnTo>
                <a:lnTo>
                  <a:pt x="45466" y="158478"/>
                </a:lnTo>
                <a:lnTo>
                  <a:pt x="45465" y="158478"/>
                </a:lnTo>
                <a:lnTo>
                  <a:pt x="45464" y="158478"/>
                </a:lnTo>
                <a:lnTo>
                  <a:pt x="45463" y="158478"/>
                </a:lnTo>
                <a:lnTo>
                  <a:pt x="45462" y="158478"/>
                </a:lnTo>
                <a:lnTo>
                  <a:pt x="45462" y="158478"/>
                </a:lnTo>
                <a:lnTo>
                  <a:pt x="45461" y="158478"/>
                </a:lnTo>
                <a:lnTo>
                  <a:pt x="45460" y="158478"/>
                </a:lnTo>
                <a:lnTo>
                  <a:pt x="45459" y="158478"/>
                </a:lnTo>
                <a:lnTo>
                  <a:pt x="45458" y="158478"/>
                </a:lnTo>
                <a:lnTo>
                  <a:pt x="45457" y="158478"/>
                </a:lnTo>
                <a:lnTo>
                  <a:pt x="45456" y="158478"/>
                </a:lnTo>
                <a:lnTo>
                  <a:pt x="45456" y="158478"/>
                </a:lnTo>
                <a:lnTo>
                  <a:pt x="45455" y="158478"/>
                </a:lnTo>
                <a:lnTo>
                  <a:pt x="45454" y="158478"/>
                </a:lnTo>
                <a:lnTo>
                  <a:pt x="45453" y="158478"/>
                </a:lnTo>
                <a:lnTo>
                  <a:pt x="45452" y="158478"/>
                </a:lnTo>
                <a:lnTo>
                  <a:pt x="45451" y="158478"/>
                </a:lnTo>
                <a:lnTo>
                  <a:pt x="45450" y="158478"/>
                </a:lnTo>
                <a:lnTo>
                  <a:pt x="45450" y="158478"/>
                </a:lnTo>
                <a:lnTo>
                  <a:pt x="45449" y="158478"/>
                </a:lnTo>
                <a:lnTo>
                  <a:pt x="45448" y="158478"/>
                </a:lnTo>
                <a:lnTo>
                  <a:pt x="45447" y="158478"/>
                </a:lnTo>
                <a:lnTo>
                  <a:pt x="45446" y="158478"/>
                </a:lnTo>
                <a:lnTo>
                  <a:pt x="45445" y="158478"/>
                </a:lnTo>
                <a:lnTo>
                  <a:pt x="45444" y="158478"/>
                </a:lnTo>
                <a:lnTo>
                  <a:pt x="45443" y="158478"/>
                </a:lnTo>
                <a:lnTo>
                  <a:pt x="45443" y="158478"/>
                </a:lnTo>
                <a:lnTo>
                  <a:pt x="45442" y="158478"/>
                </a:lnTo>
                <a:lnTo>
                  <a:pt x="45441" y="158478"/>
                </a:lnTo>
                <a:lnTo>
                  <a:pt x="45440" y="158478"/>
                </a:lnTo>
                <a:lnTo>
                  <a:pt x="45439" y="158478"/>
                </a:lnTo>
                <a:lnTo>
                  <a:pt x="45438" y="158478"/>
                </a:lnTo>
                <a:lnTo>
                  <a:pt x="45437" y="158478"/>
                </a:lnTo>
                <a:lnTo>
                  <a:pt x="45437" y="158478"/>
                </a:lnTo>
                <a:lnTo>
                  <a:pt x="45436" y="158478"/>
                </a:lnTo>
                <a:lnTo>
                  <a:pt x="45435" y="158478"/>
                </a:lnTo>
                <a:lnTo>
                  <a:pt x="45434" y="158478"/>
                </a:lnTo>
                <a:lnTo>
                  <a:pt x="45433" y="158478"/>
                </a:lnTo>
                <a:lnTo>
                  <a:pt x="45432" y="158478"/>
                </a:lnTo>
                <a:lnTo>
                  <a:pt x="45431" y="158478"/>
                </a:lnTo>
                <a:lnTo>
                  <a:pt x="45431" y="158478"/>
                </a:lnTo>
                <a:lnTo>
                  <a:pt x="45430" y="158478"/>
                </a:lnTo>
                <a:lnTo>
                  <a:pt x="45429" y="158478"/>
                </a:lnTo>
                <a:lnTo>
                  <a:pt x="45428" y="158478"/>
                </a:lnTo>
                <a:lnTo>
                  <a:pt x="45427" y="158478"/>
                </a:lnTo>
                <a:lnTo>
                  <a:pt x="45426" y="158478"/>
                </a:lnTo>
                <a:lnTo>
                  <a:pt x="45425" y="158478"/>
                </a:lnTo>
                <a:lnTo>
                  <a:pt x="45425" y="158478"/>
                </a:lnTo>
                <a:lnTo>
                  <a:pt x="45424" y="158478"/>
                </a:lnTo>
                <a:lnTo>
                  <a:pt x="45423" y="158478"/>
                </a:lnTo>
                <a:lnTo>
                  <a:pt x="45422" y="158478"/>
                </a:lnTo>
                <a:lnTo>
                  <a:pt x="45421" y="158478"/>
                </a:lnTo>
                <a:lnTo>
                  <a:pt x="45420" y="158478"/>
                </a:lnTo>
                <a:lnTo>
                  <a:pt x="45419" y="158478"/>
                </a:lnTo>
                <a:lnTo>
                  <a:pt x="45419" y="158478"/>
                </a:lnTo>
                <a:lnTo>
                  <a:pt x="45418" y="158478"/>
                </a:lnTo>
                <a:lnTo>
                  <a:pt x="45417" y="158478"/>
                </a:lnTo>
                <a:lnTo>
                  <a:pt x="45416" y="158478"/>
                </a:lnTo>
                <a:lnTo>
                  <a:pt x="45415" y="158478"/>
                </a:lnTo>
                <a:lnTo>
                  <a:pt x="45414" y="158478"/>
                </a:lnTo>
                <a:lnTo>
                  <a:pt x="45413" y="158478"/>
                </a:lnTo>
                <a:lnTo>
                  <a:pt x="45412" y="158478"/>
                </a:lnTo>
                <a:lnTo>
                  <a:pt x="45412" y="158478"/>
                </a:lnTo>
                <a:lnTo>
                  <a:pt x="45411" y="158478"/>
                </a:lnTo>
                <a:lnTo>
                  <a:pt x="45410" y="158478"/>
                </a:lnTo>
                <a:lnTo>
                  <a:pt x="45409" y="158478"/>
                </a:lnTo>
                <a:lnTo>
                  <a:pt x="45408" y="158478"/>
                </a:lnTo>
                <a:lnTo>
                  <a:pt x="45407" y="158478"/>
                </a:lnTo>
                <a:lnTo>
                  <a:pt x="45406" y="158478"/>
                </a:lnTo>
                <a:lnTo>
                  <a:pt x="45406" y="158478"/>
                </a:lnTo>
                <a:lnTo>
                  <a:pt x="45405" y="158478"/>
                </a:lnTo>
                <a:lnTo>
                  <a:pt x="45404" y="158478"/>
                </a:lnTo>
                <a:lnTo>
                  <a:pt x="45403" y="158478"/>
                </a:lnTo>
                <a:lnTo>
                  <a:pt x="45402" y="158478"/>
                </a:lnTo>
                <a:lnTo>
                  <a:pt x="45401" y="158478"/>
                </a:lnTo>
                <a:lnTo>
                  <a:pt x="45400" y="158478"/>
                </a:lnTo>
                <a:lnTo>
                  <a:pt x="45400" y="158478"/>
                </a:lnTo>
                <a:lnTo>
                  <a:pt x="45399" y="158478"/>
                </a:lnTo>
                <a:lnTo>
                  <a:pt x="45398" y="158478"/>
                </a:lnTo>
                <a:lnTo>
                  <a:pt x="45397" y="158478"/>
                </a:lnTo>
                <a:lnTo>
                  <a:pt x="45396" y="158478"/>
                </a:lnTo>
                <a:lnTo>
                  <a:pt x="45395" y="158478"/>
                </a:lnTo>
                <a:lnTo>
                  <a:pt x="45394" y="158478"/>
                </a:lnTo>
                <a:lnTo>
                  <a:pt x="45394" y="158478"/>
                </a:lnTo>
                <a:lnTo>
                  <a:pt x="45393" y="158478"/>
                </a:lnTo>
                <a:lnTo>
                  <a:pt x="45392" y="158478"/>
                </a:lnTo>
                <a:lnTo>
                  <a:pt x="45391" y="158478"/>
                </a:lnTo>
                <a:lnTo>
                  <a:pt x="45390" y="158478"/>
                </a:lnTo>
                <a:lnTo>
                  <a:pt x="45389" y="158478"/>
                </a:lnTo>
                <a:lnTo>
                  <a:pt x="45388" y="158478"/>
                </a:lnTo>
                <a:lnTo>
                  <a:pt x="45388" y="158478"/>
                </a:lnTo>
                <a:lnTo>
                  <a:pt x="45387" y="158478"/>
                </a:lnTo>
                <a:lnTo>
                  <a:pt x="45386" y="158478"/>
                </a:lnTo>
                <a:lnTo>
                  <a:pt x="45385" y="158478"/>
                </a:lnTo>
                <a:lnTo>
                  <a:pt x="45384" y="158478"/>
                </a:lnTo>
                <a:lnTo>
                  <a:pt x="45383" y="158478"/>
                </a:lnTo>
                <a:lnTo>
                  <a:pt x="45382" y="158478"/>
                </a:lnTo>
                <a:lnTo>
                  <a:pt x="45382" y="158478"/>
                </a:lnTo>
                <a:lnTo>
                  <a:pt x="45381" y="158478"/>
                </a:lnTo>
                <a:lnTo>
                  <a:pt x="45380" y="158478"/>
                </a:lnTo>
                <a:lnTo>
                  <a:pt x="45379" y="158478"/>
                </a:lnTo>
                <a:lnTo>
                  <a:pt x="45378" y="158478"/>
                </a:lnTo>
                <a:lnTo>
                  <a:pt x="45377" y="158478"/>
                </a:lnTo>
                <a:lnTo>
                  <a:pt x="45376" y="158478"/>
                </a:lnTo>
                <a:lnTo>
                  <a:pt x="45376" y="158478"/>
                </a:lnTo>
                <a:lnTo>
                  <a:pt x="45375" y="158478"/>
                </a:lnTo>
                <a:lnTo>
                  <a:pt x="45374" y="158478"/>
                </a:lnTo>
                <a:lnTo>
                  <a:pt x="45373" y="158478"/>
                </a:lnTo>
                <a:lnTo>
                  <a:pt x="45372" y="158478"/>
                </a:lnTo>
                <a:lnTo>
                  <a:pt x="45371" y="158478"/>
                </a:lnTo>
                <a:lnTo>
                  <a:pt x="45370" y="158478"/>
                </a:lnTo>
                <a:lnTo>
                  <a:pt x="45369" y="158478"/>
                </a:lnTo>
                <a:lnTo>
                  <a:pt x="45369" y="158478"/>
                </a:lnTo>
                <a:lnTo>
                  <a:pt x="45368" y="158478"/>
                </a:lnTo>
                <a:lnTo>
                  <a:pt x="45367" y="158478"/>
                </a:lnTo>
                <a:lnTo>
                  <a:pt x="45366" y="158478"/>
                </a:lnTo>
                <a:lnTo>
                  <a:pt x="45365" y="158478"/>
                </a:lnTo>
                <a:lnTo>
                  <a:pt x="45364" y="158478"/>
                </a:lnTo>
                <a:lnTo>
                  <a:pt x="45363" y="158478"/>
                </a:lnTo>
                <a:lnTo>
                  <a:pt x="45363" y="158478"/>
                </a:lnTo>
                <a:lnTo>
                  <a:pt x="45362" y="158478"/>
                </a:lnTo>
                <a:lnTo>
                  <a:pt x="45361" y="158478"/>
                </a:lnTo>
                <a:lnTo>
                  <a:pt x="45360" y="158478"/>
                </a:lnTo>
                <a:lnTo>
                  <a:pt x="45359" y="158478"/>
                </a:lnTo>
                <a:lnTo>
                  <a:pt x="45358" y="158478"/>
                </a:lnTo>
                <a:lnTo>
                  <a:pt x="45357" y="158478"/>
                </a:lnTo>
                <a:lnTo>
                  <a:pt x="45357" y="158478"/>
                </a:lnTo>
                <a:lnTo>
                  <a:pt x="45356" y="158478"/>
                </a:lnTo>
                <a:lnTo>
                  <a:pt x="45355" y="158478"/>
                </a:lnTo>
                <a:lnTo>
                  <a:pt x="45354" y="158478"/>
                </a:lnTo>
                <a:lnTo>
                  <a:pt x="45353" y="158478"/>
                </a:lnTo>
                <a:lnTo>
                  <a:pt x="45352" y="158478"/>
                </a:lnTo>
                <a:lnTo>
                  <a:pt x="45351" y="158478"/>
                </a:lnTo>
                <a:lnTo>
                  <a:pt x="45351" y="158478"/>
                </a:lnTo>
                <a:lnTo>
                  <a:pt x="45350" y="158478"/>
                </a:lnTo>
                <a:lnTo>
                  <a:pt x="45349" y="158478"/>
                </a:lnTo>
                <a:lnTo>
                  <a:pt x="45348" y="158478"/>
                </a:lnTo>
                <a:lnTo>
                  <a:pt x="45347" y="158478"/>
                </a:lnTo>
                <a:lnTo>
                  <a:pt x="45346" y="158478"/>
                </a:lnTo>
                <a:lnTo>
                  <a:pt x="45345" y="158478"/>
                </a:lnTo>
                <a:lnTo>
                  <a:pt x="45345" y="158478"/>
                </a:lnTo>
                <a:lnTo>
                  <a:pt x="45344" y="158478"/>
                </a:lnTo>
                <a:lnTo>
                  <a:pt x="45343" y="158478"/>
                </a:lnTo>
                <a:lnTo>
                  <a:pt x="45342" y="158478"/>
                </a:lnTo>
                <a:lnTo>
                  <a:pt x="45341" y="158478"/>
                </a:lnTo>
                <a:lnTo>
                  <a:pt x="45340" y="158478"/>
                </a:lnTo>
                <a:lnTo>
                  <a:pt x="45339" y="158478"/>
                </a:lnTo>
                <a:lnTo>
                  <a:pt x="45339" y="158478"/>
                </a:lnTo>
                <a:lnTo>
                  <a:pt x="45338" y="158478"/>
                </a:lnTo>
                <a:lnTo>
                  <a:pt x="45337" y="158478"/>
                </a:lnTo>
                <a:lnTo>
                  <a:pt x="45336" y="158478"/>
                </a:lnTo>
                <a:lnTo>
                  <a:pt x="45335" y="158478"/>
                </a:lnTo>
                <a:lnTo>
                  <a:pt x="45334" y="158478"/>
                </a:lnTo>
                <a:lnTo>
                  <a:pt x="45333" y="158478"/>
                </a:lnTo>
                <a:lnTo>
                  <a:pt x="45333" y="158478"/>
                </a:lnTo>
                <a:lnTo>
                  <a:pt x="45332" y="158478"/>
                </a:lnTo>
                <a:lnTo>
                  <a:pt x="45331" y="158478"/>
                </a:lnTo>
                <a:lnTo>
                  <a:pt x="45330" y="158478"/>
                </a:lnTo>
                <a:lnTo>
                  <a:pt x="45329" y="158478"/>
                </a:lnTo>
                <a:lnTo>
                  <a:pt x="45328" y="158478"/>
                </a:lnTo>
                <a:lnTo>
                  <a:pt x="45327" y="158478"/>
                </a:lnTo>
                <a:lnTo>
                  <a:pt x="45327" y="158478"/>
                </a:lnTo>
                <a:lnTo>
                  <a:pt x="45326" y="158478"/>
                </a:lnTo>
                <a:lnTo>
                  <a:pt x="45325" y="158478"/>
                </a:lnTo>
                <a:lnTo>
                  <a:pt x="45324" y="158478"/>
                </a:lnTo>
                <a:lnTo>
                  <a:pt x="45323" y="158478"/>
                </a:lnTo>
                <a:lnTo>
                  <a:pt x="45322" y="158478"/>
                </a:lnTo>
                <a:lnTo>
                  <a:pt x="45321" y="158478"/>
                </a:lnTo>
                <a:lnTo>
                  <a:pt x="45321" y="158478"/>
                </a:lnTo>
                <a:lnTo>
                  <a:pt x="45320" y="158478"/>
                </a:lnTo>
                <a:lnTo>
                  <a:pt x="45319" y="158478"/>
                </a:lnTo>
                <a:lnTo>
                  <a:pt x="45318" y="158478"/>
                </a:lnTo>
                <a:lnTo>
                  <a:pt x="45317" y="158478"/>
                </a:lnTo>
                <a:lnTo>
                  <a:pt x="45316" y="158478"/>
                </a:lnTo>
                <a:lnTo>
                  <a:pt x="45315" y="158478"/>
                </a:lnTo>
                <a:lnTo>
                  <a:pt x="45315" y="158478"/>
                </a:lnTo>
                <a:lnTo>
                  <a:pt x="45314" y="158478"/>
                </a:lnTo>
                <a:lnTo>
                  <a:pt x="45313" y="158478"/>
                </a:lnTo>
                <a:lnTo>
                  <a:pt x="45312" y="158478"/>
                </a:lnTo>
                <a:lnTo>
                  <a:pt x="45311" y="158478"/>
                </a:lnTo>
                <a:lnTo>
                  <a:pt x="45310" y="158478"/>
                </a:lnTo>
                <a:lnTo>
                  <a:pt x="45309" y="158478"/>
                </a:lnTo>
                <a:lnTo>
                  <a:pt x="45309" y="158478"/>
                </a:lnTo>
                <a:lnTo>
                  <a:pt x="45308" y="158478"/>
                </a:lnTo>
                <a:lnTo>
                  <a:pt x="45307" y="158478"/>
                </a:lnTo>
                <a:lnTo>
                  <a:pt x="45306" y="158478"/>
                </a:lnTo>
                <a:lnTo>
                  <a:pt x="45305" y="158478"/>
                </a:lnTo>
                <a:lnTo>
                  <a:pt x="45304" y="158478"/>
                </a:lnTo>
                <a:lnTo>
                  <a:pt x="45303" y="158478"/>
                </a:lnTo>
                <a:lnTo>
                  <a:pt x="45303" y="158478"/>
                </a:lnTo>
                <a:lnTo>
                  <a:pt x="45302" y="158478"/>
                </a:lnTo>
                <a:lnTo>
                  <a:pt x="45301" y="158478"/>
                </a:lnTo>
                <a:lnTo>
                  <a:pt x="45300" y="158478"/>
                </a:lnTo>
                <a:lnTo>
                  <a:pt x="45299" y="158478"/>
                </a:lnTo>
                <a:lnTo>
                  <a:pt x="45298" y="158478"/>
                </a:lnTo>
                <a:lnTo>
                  <a:pt x="45297" y="158478"/>
                </a:lnTo>
                <a:lnTo>
                  <a:pt x="45297" y="158478"/>
                </a:lnTo>
                <a:lnTo>
                  <a:pt x="45296" y="158478"/>
                </a:lnTo>
                <a:lnTo>
                  <a:pt x="45295" y="158478"/>
                </a:lnTo>
                <a:lnTo>
                  <a:pt x="45294" y="158478"/>
                </a:lnTo>
                <a:lnTo>
                  <a:pt x="45293" y="158478"/>
                </a:lnTo>
                <a:lnTo>
                  <a:pt x="45292" y="158478"/>
                </a:lnTo>
                <a:lnTo>
                  <a:pt x="45291" y="158478"/>
                </a:lnTo>
                <a:lnTo>
                  <a:pt x="45291" y="158478"/>
                </a:lnTo>
                <a:lnTo>
                  <a:pt x="45290" y="158478"/>
                </a:lnTo>
                <a:lnTo>
                  <a:pt x="45289" y="158478"/>
                </a:lnTo>
                <a:lnTo>
                  <a:pt x="45288" y="158478"/>
                </a:lnTo>
                <a:lnTo>
                  <a:pt x="45287" y="158478"/>
                </a:lnTo>
                <a:lnTo>
                  <a:pt x="45286" y="158478"/>
                </a:lnTo>
                <a:lnTo>
                  <a:pt x="45285" y="158478"/>
                </a:lnTo>
                <a:lnTo>
                  <a:pt x="45285" y="158478"/>
                </a:lnTo>
                <a:lnTo>
                  <a:pt x="45284" y="158478"/>
                </a:lnTo>
                <a:lnTo>
                  <a:pt x="45283" y="158478"/>
                </a:lnTo>
                <a:lnTo>
                  <a:pt x="45282" y="158478"/>
                </a:lnTo>
                <a:lnTo>
                  <a:pt x="45281" y="158478"/>
                </a:lnTo>
                <a:lnTo>
                  <a:pt x="45280" y="158478"/>
                </a:lnTo>
                <a:lnTo>
                  <a:pt x="45279" y="158478"/>
                </a:lnTo>
                <a:lnTo>
                  <a:pt x="45279" y="158478"/>
                </a:lnTo>
                <a:lnTo>
                  <a:pt x="45278" y="158478"/>
                </a:lnTo>
                <a:lnTo>
                  <a:pt x="45277" y="158478"/>
                </a:lnTo>
                <a:lnTo>
                  <a:pt x="45276" y="158478"/>
                </a:lnTo>
                <a:lnTo>
                  <a:pt x="45275" y="158478"/>
                </a:lnTo>
                <a:lnTo>
                  <a:pt x="45274" y="158478"/>
                </a:lnTo>
                <a:lnTo>
                  <a:pt x="45273" y="158478"/>
                </a:lnTo>
                <a:lnTo>
                  <a:pt x="45273" y="158478"/>
                </a:lnTo>
                <a:lnTo>
                  <a:pt x="45272" y="158478"/>
                </a:lnTo>
                <a:lnTo>
                  <a:pt x="45271" y="158478"/>
                </a:lnTo>
                <a:lnTo>
                  <a:pt x="45270" y="158478"/>
                </a:lnTo>
                <a:lnTo>
                  <a:pt x="45269" y="158478"/>
                </a:lnTo>
                <a:lnTo>
                  <a:pt x="45268" y="158478"/>
                </a:lnTo>
                <a:lnTo>
                  <a:pt x="45267" y="158478"/>
                </a:lnTo>
                <a:lnTo>
                  <a:pt x="45267" y="158478"/>
                </a:lnTo>
                <a:lnTo>
                  <a:pt x="45266" y="158478"/>
                </a:lnTo>
                <a:lnTo>
                  <a:pt x="45265" y="158478"/>
                </a:lnTo>
                <a:lnTo>
                  <a:pt x="45264" y="158478"/>
                </a:lnTo>
                <a:lnTo>
                  <a:pt x="45263" y="158478"/>
                </a:lnTo>
                <a:lnTo>
                  <a:pt x="45262" y="158478"/>
                </a:lnTo>
                <a:lnTo>
                  <a:pt x="45261" y="158478"/>
                </a:lnTo>
                <a:lnTo>
                  <a:pt x="45261" y="158478"/>
                </a:lnTo>
                <a:lnTo>
                  <a:pt x="45260" y="158478"/>
                </a:lnTo>
                <a:lnTo>
                  <a:pt x="45259" y="158478"/>
                </a:lnTo>
                <a:lnTo>
                  <a:pt x="45258" y="158478"/>
                </a:lnTo>
                <a:lnTo>
                  <a:pt x="45257" y="158478"/>
                </a:lnTo>
                <a:lnTo>
                  <a:pt x="45256" y="158478"/>
                </a:lnTo>
                <a:lnTo>
                  <a:pt x="45255" y="158478"/>
                </a:lnTo>
                <a:lnTo>
                  <a:pt x="45255" y="158478"/>
                </a:lnTo>
                <a:lnTo>
                  <a:pt x="45254" y="158478"/>
                </a:lnTo>
                <a:lnTo>
                  <a:pt x="45253" y="158478"/>
                </a:lnTo>
                <a:lnTo>
                  <a:pt x="45252" y="158478"/>
                </a:lnTo>
                <a:lnTo>
                  <a:pt x="45251" y="158478"/>
                </a:lnTo>
                <a:lnTo>
                  <a:pt x="45250" y="158478"/>
                </a:lnTo>
                <a:lnTo>
                  <a:pt x="45249" y="158478"/>
                </a:lnTo>
                <a:lnTo>
                  <a:pt x="45249" y="158478"/>
                </a:lnTo>
                <a:lnTo>
                  <a:pt x="45248" y="158478"/>
                </a:lnTo>
                <a:lnTo>
                  <a:pt x="45247" y="158478"/>
                </a:lnTo>
                <a:lnTo>
                  <a:pt x="45246" y="158478"/>
                </a:lnTo>
                <a:lnTo>
                  <a:pt x="45245" y="158478"/>
                </a:lnTo>
                <a:lnTo>
                  <a:pt x="45244" y="158478"/>
                </a:lnTo>
                <a:lnTo>
                  <a:pt x="45243" y="158478"/>
                </a:lnTo>
                <a:lnTo>
                  <a:pt x="45243" y="158478"/>
                </a:lnTo>
                <a:lnTo>
                  <a:pt x="45242" y="158478"/>
                </a:lnTo>
                <a:lnTo>
                  <a:pt x="45241" y="158478"/>
                </a:lnTo>
                <a:lnTo>
                  <a:pt x="45240" y="158478"/>
                </a:lnTo>
                <a:lnTo>
                  <a:pt x="45239" y="158478"/>
                </a:lnTo>
                <a:lnTo>
                  <a:pt x="45238" y="158478"/>
                </a:lnTo>
                <a:lnTo>
                  <a:pt x="45238" y="158478"/>
                </a:lnTo>
                <a:lnTo>
                  <a:pt x="45237" y="158478"/>
                </a:lnTo>
                <a:lnTo>
                  <a:pt x="45236" y="158478"/>
                </a:lnTo>
                <a:lnTo>
                  <a:pt x="45235" y="158478"/>
                </a:lnTo>
                <a:lnTo>
                  <a:pt x="45234" y="158478"/>
                </a:lnTo>
                <a:lnTo>
                  <a:pt x="45233" y="158478"/>
                </a:lnTo>
                <a:lnTo>
                  <a:pt x="45232" y="158478"/>
                </a:lnTo>
                <a:lnTo>
                  <a:pt x="45232" y="158478"/>
                </a:lnTo>
                <a:lnTo>
                  <a:pt x="45231" y="158478"/>
                </a:lnTo>
                <a:lnTo>
                  <a:pt x="45230" y="158478"/>
                </a:lnTo>
                <a:lnTo>
                  <a:pt x="45229" y="158478"/>
                </a:lnTo>
                <a:lnTo>
                  <a:pt x="45228" y="158478"/>
                </a:lnTo>
                <a:lnTo>
                  <a:pt x="45227" y="158478"/>
                </a:lnTo>
                <a:lnTo>
                  <a:pt x="45226" y="158478"/>
                </a:lnTo>
                <a:lnTo>
                  <a:pt x="45226" y="158478"/>
                </a:lnTo>
                <a:lnTo>
                  <a:pt x="45225" y="158478"/>
                </a:lnTo>
                <a:lnTo>
                  <a:pt x="45224" y="158478"/>
                </a:lnTo>
                <a:lnTo>
                  <a:pt x="45223" y="158478"/>
                </a:lnTo>
                <a:lnTo>
                  <a:pt x="45222" y="158478"/>
                </a:lnTo>
                <a:lnTo>
                  <a:pt x="45221" y="158478"/>
                </a:lnTo>
                <a:lnTo>
                  <a:pt x="45220" y="158478"/>
                </a:lnTo>
                <a:lnTo>
                  <a:pt x="45220" y="158478"/>
                </a:lnTo>
                <a:lnTo>
                  <a:pt x="45219" y="158478"/>
                </a:lnTo>
                <a:lnTo>
                  <a:pt x="45218" y="158478"/>
                </a:lnTo>
                <a:lnTo>
                  <a:pt x="45217" y="158478"/>
                </a:lnTo>
                <a:lnTo>
                  <a:pt x="45216" y="158478"/>
                </a:lnTo>
                <a:lnTo>
                  <a:pt x="45215" y="158478"/>
                </a:lnTo>
                <a:lnTo>
                  <a:pt x="45214" y="158478"/>
                </a:lnTo>
                <a:lnTo>
                  <a:pt x="45214" y="158478"/>
                </a:lnTo>
                <a:lnTo>
                  <a:pt x="45213" y="158478"/>
                </a:lnTo>
                <a:lnTo>
                  <a:pt x="45212" y="158478"/>
                </a:lnTo>
                <a:lnTo>
                  <a:pt x="45211" y="158478"/>
                </a:lnTo>
                <a:lnTo>
                  <a:pt x="45210" y="158478"/>
                </a:lnTo>
                <a:lnTo>
                  <a:pt x="45209" y="158478"/>
                </a:lnTo>
                <a:lnTo>
                  <a:pt x="45208" y="158478"/>
                </a:lnTo>
                <a:lnTo>
                  <a:pt x="45208" y="158478"/>
                </a:lnTo>
                <a:lnTo>
                  <a:pt x="45207" y="158478"/>
                </a:lnTo>
                <a:lnTo>
                  <a:pt x="45206" y="158478"/>
                </a:lnTo>
                <a:lnTo>
                  <a:pt x="45205" y="158478"/>
                </a:lnTo>
                <a:lnTo>
                  <a:pt x="45204" y="158478"/>
                </a:lnTo>
                <a:lnTo>
                  <a:pt x="45203" y="158478"/>
                </a:lnTo>
                <a:lnTo>
                  <a:pt x="45202" y="158478"/>
                </a:lnTo>
                <a:lnTo>
                  <a:pt x="45202" y="158478"/>
                </a:lnTo>
                <a:lnTo>
                  <a:pt x="45201" y="158478"/>
                </a:lnTo>
                <a:lnTo>
                  <a:pt x="45200" y="158478"/>
                </a:lnTo>
                <a:lnTo>
                  <a:pt x="45199" y="158478"/>
                </a:lnTo>
                <a:lnTo>
                  <a:pt x="45198" y="158478"/>
                </a:lnTo>
                <a:lnTo>
                  <a:pt x="45197" y="158478"/>
                </a:lnTo>
                <a:lnTo>
                  <a:pt x="45197" y="158478"/>
                </a:lnTo>
                <a:lnTo>
                  <a:pt x="45196" y="158478"/>
                </a:lnTo>
                <a:lnTo>
                  <a:pt x="45195" y="158478"/>
                </a:lnTo>
                <a:lnTo>
                  <a:pt x="45194" y="158478"/>
                </a:lnTo>
                <a:lnTo>
                  <a:pt x="45193" y="158478"/>
                </a:lnTo>
                <a:lnTo>
                  <a:pt x="45192" y="158478"/>
                </a:lnTo>
                <a:lnTo>
                  <a:pt x="45191" y="158478"/>
                </a:lnTo>
                <a:lnTo>
                  <a:pt x="45191" y="158478"/>
                </a:lnTo>
                <a:lnTo>
                  <a:pt x="45190" y="158478"/>
                </a:lnTo>
                <a:lnTo>
                  <a:pt x="45189" y="158478"/>
                </a:lnTo>
                <a:lnTo>
                  <a:pt x="45188" y="158478"/>
                </a:lnTo>
                <a:lnTo>
                  <a:pt x="45187" y="158478"/>
                </a:lnTo>
                <a:lnTo>
                  <a:pt x="45186" y="158478"/>
                </a:lnTo>
                <a:lnTo>
                  <a:pt x="45185" y="158478"/>
                </a:lnTo>
                <a:lnTo>
                  <a:pt x="45185" y="158478"/>
                </a:lnTo>
                <a:lnTo>
                  <a:pt x="45184" y="158478"/>
                </a:lnTo>
                <a:lnTo>
                  <a:pt x="45183" y="158478"/>
                </a:lnTo>
                <a:lnTo>
                  <a:pt x="45182" y="158478"/>
                </a:lnTo>
                <a:lnTo>
                  <a:pt x="45181" y="158478"/>
                </a:lnTo>
                <a:lnTo>
                  <a:pt x="45180" y="158478"/>
                </a:lnTo>
                <a:lnTo>
                  <a:pt x="45179" y="158478"/>
                </a:lnTo>
                <a:lnTo>
                  <a:pt x="45179" y="158478"/>
                </a:lnTo>
                <a:lnTo>
                  <a:pt x="45178" y="158478"/>
                </a:lnTo>
                <a:lnTo>
                  <a:pt x="45177" y="158478"/>
                </a:lnTo>
                <a:lnTo>
                  <a:pt x="45176" y="158478"/>
                </a:lnTo>
                <a:lnTo>
                  <a:pt x="45175" y="158478"/>
                </a:lnTo>
                <a:lnTo>
                  <a:pt x="45174" y="158478"/>
                </a:lnTo>
                <a:lnTo>
                  <a:pt x="45173" y="158478"/>
                </a:lnTo>
                <a:lnTo>
                  <a:pt x="45173" y="158478"/>
                </a:lnTo>
                <a:lnTo>
                  <a:pt x="45172" y="158478"/>
                </a:lnTo>
                <a:lnTo>
                  <a:pt x="45171" y="158478"/>
                </a:lnTo>
                <a:lnTo>
                  <a:pt x="45170" y="158478"/>
                </a:lnTo>
                <a:lnTo>
                  <a:pt x="45169" y="158478"/>
                </a:lnTo>
                <a:lnTo>
                  <a:pt x="45168" y="158478"/>
                </a:lnTo>
                <a:lnTo>
                  <a:pt x="45168" y="158478"/>
                </a:lnTo>
                <a:lnTo>
                  <a:pt x="45167" y="158478"/>
                </a:lnTo>
                <a:lnTo>
                  <a:pt x="45166" y="158478"/>
                </a:lnTo>
                <a:lnTo>
                  <a:pt x="45165" y="158478"/>
                </a:lnTo>
                <a:lnTo>
                  <a:pt x="45164" y="158478"/>
                </a:lnTo>
                <a:lnTo>
                  <a:pt x="45163" y="158478"/>
                </a:lnTo>
                <a:lnTo>
                  <a:pt x="45162" y="158478"/>
                </a:lnTo>
                <a:lnTo>
                  <a:pt x="45162" y="158478"/>
                </a:lnTo>
                <a:lnTo>
                  <a:pt x="45161" y="158478"/>
                </a:lnTo>
                <a:lnTo>
                  <a:pt x="45160" y="158478"/>
                </a:lnTo>
                <a:lnTo>
                  <a:pt x="45159" y="158478"/>
                </a:lnTo>
                <a:lnTo>
                  <a:pt x="45158" y="158478"/>
                </a:lnTo>
                <a:lnTo>
                  <a:pt x="45157" y="158478"/>
                </a:lnTo>
                <a:lnTo>
                  <a:pt x="45156" y="158478"/>
                </a:lnTo>
                <a:lnTo>
                  <a:pt x="45156" y="158478"/>
                </a:lnTo>
                <a:lnTo>
                  <a:pt x="45155" y="158478"/>
                </a:lnTo>
                <a:lnTo>
                  <a:pt x="45154" y="158478"/>
                </a:lnTo>
                <a:lnTo>
                  <a:pt x="45153" y="158478"/>
                </a:lnTo>
                <a:lnTo>
                  <a:pt x="45152" y="158478"/>
                </a:lnTo>
                <a:lnTo>
                  <a:pt x="45151" y="158478"/>
                </a:lnTo>
                <a:lnTo>
                  <a:pt x="45150" y="158478"/>
                </a:lnTo>
                <a:lnTo>
                  <a:pt x="45150" y="158478"/>
                </a:lnTo>
                <a:lnTo>
                  <a:pt x="45149" y="158478"/>
                </a:lnTo>
                <a:lnTo>
                  <a:pt x="45148" y="158478"/>
                </a:lnTo>
                <a:lnTo>
                  <a:pt x="45147" y="158478"/>
                </a:lnTo>
                <a:lnTo>
                  <a:pt x="45146" y="158478"/>
                </a:lnTo>
                <a:lnTo>
                  <a:pt x="45145" y="158478"/>
                </a:lnTo>
                <a:lnTo>
                  <a:pt x="45145" y="158478"/>
                </a:lnTo>
                <a:lnTo>
                  <a:pt x="45144" y="158478"/>
                </a:lnTo>
                <a:lnTo>
                  <a:pt x="45143" y="158478"/>
                </a:lnTo>
                <a:lnTo>
                  <a:pt x="45142" y="158478"/>
                </a:lnTo>
                <a:lnTo>
                  <a:pt x="45141" y="158478"/>
                </a:lnTo>
                <a:lnTo>
                  <a:pt x="45140" y="158478"/>
                </a:lnTo>
                <a:lnTo>
                  <a:pt x="45139" y="158478"/>
                </a:lnTo>
                <a:lnTo>
                  <a:pt x="45139" y="158478"/>
                </a:lnTo>
                <a:lnTo>
                  <a:pt x="45138" y="158478"/>
                </a:lnTo>
                <a:lnTo>
                  <a:pt x="45137" y="158478"/>
                </a:lnTo>
                <a:lnTo>
                  <a:pt x="45136" y="158478"/>
                </a:lnTo>
                <a:lnTo>
                  <a:pt x="45135" y="158478"/>
                </a:lnTo>
                <a:lnTo>
                  <a:pt x="45134" y="158478"/>
                </a:lnTo>
                <a:lnTo>
                  <a:pt x="45133" y="158478"/>
                </a:lnTo>
                <a:lnTo>
                  <a:pt x="45133" y="158478"/>
                </a:lnTo>
                <a:lnTo>
                  <a:pt x="45132" y="158478"/>
                </a:lnTo>
                <a:lnTo>
                  <a:pt x="45131" y="158478"/>
                </a:lnTo>
                <a:lnTo>
                  <a:pt x="45130" y="158478"/>
                </a:lnTo>
                <a:lnTo>
                  <a:pt x="45129" y="158478"/>
                </a:lnTo>
                <a:lnTo>
                  <a:pt x="45128" y="158478"/>
                </a:lnTo>
                <a:lnTo>
                  <a:pt x="45128" y="158478"/>
                </a:lnTo>
                <a:lnTo>
                  <a:pt x="45127" y="158478"/>
                </a:lnTo>
                <a:lnTo>
                  <a:pt x="45126" y="158478"/>
                </a:lnTo>
                <a:lnTo>
                  <a:pt x="45125" y="158478"/>
                </a:lnTo>
                <a:lnTo>
                  <a:pt x="45124" y="158478"/>
                </a:lnTo>
                <a:lnTo>
                  <a:pt x="45123" y="158478"/>
                </a:lnTo>
                <a:lnTo>
                  <a:pt x="45122" y="158478"/>
                </a:lnTo>
                <a:lnTo>
                  <a:pt x="45122" y="158478"/>
                </a:lnTo>
                <a:lnTo>
                  <a:pt x="45121" y="158478"/>
                </a:lnTo>
                <a:lnTo>
                  <a:pt x="45120" y="158478"/>
                </a:lnTo>
                <a:lnTo>
                  <a:pt x="45119" y="158478"/>
                </a:lnTo>
                <a:lnTo>
                  <a:pt x="45118" y="158478"/>
                </a:lnTo>
                <a:lnTo>
                  <a:pt x="45117" y="158478"/>
                </a:lnTo>
                <a:lnTo>
                  <a:pt x="45116" y="158478"/>
                </a:lnTo>
                <a:lnTo>
                  <a:pt x="45116" y="158478"/>
                </a:lnTo>
                <a:lnTo>
                  <a:pt x="45115" y="158478"/>
                </a:lnTo>
                <a:lnTo>
                  <a:pt x="45114" y="158478"/>
                </a:lnTo>
                <a:lnTo>
                  <a:pt x="45113" y="158478"/>
                </a:lnTo>
                <a:lnTo>
                  <a:pt x="45112" y="158478"/>
                </a:lnTo>
                <a:lnTo>
                  <a:pt x="45111" y="158478"/>
                </a:lnTo>
                <a:lnTo>
                  <a:pt x="45110" y="158478"/>
                </a:lnTo>
                <a:lnTo>
                  <a:pt x="45110" y="158478"/>
                </a:lnTo>
                <a:lnTo>
                  <a:pt x="45109" y="158478"/>
                </a:lnTo>
                <a:lnTo>
                  <a:pt x="45108" y="158478"/>
                </a:lnTo>
                <a:lnTo>
                  <a:pt x="45107" y="158478"/>
                </a:lnTo>
                <a:lnTo>
                  <a:pt x="45106" y="158478"/>
                </a:lnTo>
                <a:lnTo>
                  <a:pt x="45105" y="158478"/>
                </a:lnTo>
                <a:lnTo>
                  <a:pt x="45105" y="158478"/>
                </a:lnTo>
                <a:lnTo>
                  <a:pt x="45104" y="158478"/>
                </a:lnTo>
                <a:lnTo>
                  <a:pt x="45103" y="158478"/>
                </a:lnTo>
                <a:lnTo>
                  <a:pt x="45102" y="158478"/>
                </a:lnTo>
                <a:lnTo>
                  <a:pt x="45101" y="158478"/>
                </a:lnTo>
                <a:lnTo>
                  <a:pt x="45100" y="158478"/>
                </a:lnTo>
                <a:lnTo>
                  <a:pt x="45099" y="158478"/>
                </a:lnTo>
                <a:lnTo>
                  <a:pt x="45099" y="158478"/>
                </a:lnTo>
                <a:lnTo>
                  <a:pt x="45098" y="158478"/>
                </a:lnTo>
                <a:lnTo>
                  <a:pt x="45097" y="158478"/>
                </a:lnTo>
                <a:lnTo>
                  <a:pt x="45096" y="158478"/>
                </a:lnTo>
                <a:lnTo>
                  <a:pt x="45095" y="158478"/>
                </a:lnTo>
                <a:lnTo>
                  <a:pt x="45094" y="158478"/>
                </a:lnTo>
                <a:lnTo>
                  <a:pt x="45094" y="158478"/>
                </a:lnTo>
                <a:lnTo>
                  <a:pt x="45093" y="158478"/>
                </a:lnTo>
                <a:lnTo>
                  <a:pt x="45092" y="158478"/>
                </a:lnTo>
                <a:lnTo>
                  <a:pt x="45091" y="158478"/>
                </a:lnTo>
                <a:lnTo>
                  <a:pt x="45090" y="158478"/>
                </a:lnTo>
                <a:lnTo>
                  <a:pt x="45089" y="158478"/>
                </a:lnTo>
                <a:lnTo>
                  <a:pt x="45088" y="158478"/>
                </a:lnTo>
                <a:lnTo>
                  <a:pt x="45088" y="158478"/>
                </a:lnTo>
                <a:lnTo>
                  <a:pt x="45087" y="158478"/>
                </a:lnTo>
                <a:lnTo>
                  <a:pt x="45086" y="158478"/>
                </a:lnTo>
                <a:lnTo>
                  <a:pt x="45085" y="158478"/>
                </a:lnTo>
                <a:lnTo>
                  <a:pt x="45084" y="158478"/>
                </a:lnTo>
                <a:lnTo>
                  <a:pt x="45083" y="158478"/>
                </a:lnTo>
                <a:lnTo>
                  <a:pt x="45082" y="158478"/>
                </a:lnTo>
                <a:lnTo>
                  <a:pt x="45082" y="158478"/>
                </a:lnTo>
                <a:lnTo>
                  <a:pt x="45081" y="158478"/>
                </a:lnTo>
                <a:lnTo>
                  <a:pt x="45080" y="158478"/>
                </a:lnTo>
                <a:lnTo>
                  <a:pt x="45079" y="158478"/>
                </a:lnTo>
                <a:lnTo>
                  <a:pt x="45078" y="158478"/>
                </a:lnTo>
                <a:lnTo>
                  <a:pt x="45077" y="158478"/>
                </a:lnTo>
                <a:lnTo>
                  <a:pt x="45077" y="158478"/>
                </a:lnTo>
                <a:lnTo>
                  <a:pt x="45076" y="158478"/>
                </a:lnTo>
                <a:lnTo>
                  <a:pt x="45075" y="158478"/>
                </a:lnTo>
                <a:lnTo>
                  <a:pt x="45074" y="158478"/>
                </a:lnTo>
                <a:lnTo>
                  <a:pt x="45073" y="158478"/>
                </a:lnTo>
                <a:lnTo>
                  <a:pt x="45072" y="158478"/>
                </a:lnTo>
                <a:lnTo>
                  <a:pt x="45071" y="158478"/>
                </a:lnTo>
                <a:lnTo>
                  <a:pt x="45071" y="158478"/>
                </a:lnTo>
                <a:lnTo>
                  <a:pt x="45070" y="158478"/>
                </a:lnTo>
                <a:lnTo>
                  <a:pt x="45069" y="158478"/>
                </a:lnTo>
                <a:lnTo>
                  <a:pt x="45068" y="158478"/>
                </a:lnTo>
                <a:lnTo>
                  <a:pt x="45067" y="158478"/>
                </a:lnTo>
                <a:lnTo>
                  <a:pt x="45066" y="158478"/>
                </a:lnTo>
                <a:lnTo>
                  <a:pt x="45065" y="158478"/>
                </a:lnTo>
                <a:lnTo>
                  <a:pt x="45065" y="158478"/>
                </a:lnTo>
                <a:lnTo>
                  <a:pt x="45064" y="158478"/>
                </a:lnTo>
                <a:lnTo>
                  <a:pt x="45063" y="158478"/>
                </a:lnTo>
                <a:lnTo>
                  <a:pt x="45062" y="158478"/>
                </a:lnTo>
                <a:lnTo>
                  <a:pt x="45061" y="158478"/>
                </a:lnTo>
                <a:lnTo>
                  <a:pt x="45060" y="158478"/>
                </a:lnTo>
                <a:lnTo>
                  <a:pt x="45060" y="158478"/>
                </a:lnTo>
                <a:lnTo>
                  <a:pt x="45059" y="158478"/>
                </a:lnTo>
                <a:lnTo>
                  <a:pt x="45058" y="158478"/>
                </a:lnTo>
                <a:lnTo>
                  <a:pt x="45057" y="158478"/>
                </a:lnTo>
                <a:lnTo>
                  <a:pt x="45056" y="158478"/>
                </a:lnTo>
                <a:lnTo>
                  <a:pt x="45055" y="158478"/>
                </a:lnTo>
                <a:lnTo>
                  <a:pt x="45054" y="158478"/>
                </a:lnTo>
                <a:lnTo>
                  <a:pt x="45054" y="158478"/>
                </a:lnTo>
                <a:lnTo>
                  <a:pt x="45053" y="158478"/>
                </a:lnTo>
                <a:lnTo>
                  <a:pt x="45052" y="158478"/>
                </a:lnTo>
                <a:lnTo>
                  <a:pt x="45051" y="158478"/>
                </a:lnTo>
                <a:lnTo>
                  <a:pt x="45050" y="158478"/>
                </a:lnTo>
                <a:lnTo>
                  <a:pt x="45049" y="158478"/>
                </a:lnTo>
                <a:lnTo>
                  <a:pt x="45049" y="158478"/>
                </a:lnTo>
                <a:lnTo>
                  <a:pt x="45048" y="158478"/>
                </a:lnTo>
                <a:lnTo>
                  <a:pt x="45047" y="158478"/>
                </a:lnTo>
                <a:lnTo>
                  <a:pt x="45046" y="158478"/>
                </a:lnTo>
                <a:lnTo>
                  <a:pt x="45045" y="158478"/>
                </a:lnTo>
                <a:lnTo>
                  <a:pt x="45044" y="158478"/>
                </a:lnTo>
                <a:lnTo>
                  <a:pt x="45043" y="158478"/>
                </a:lnTo>
                <a:lnTo>
                  <a:pt x="45043" y="158478"/>
                </a:lnTo>
                <a:lnTo>
                  <a:pt x="45042" y="158478"/>
                </a:lnTo>
                <a:lnTo>
                  <a:pt x="45041" y="158478"/>
                </a:lnTo>
                <a:lnTo>
                  <a:pt x="45040" y="158478"/>
                </a:lnTo>
                <a:lnTo>
                  <a:pt x="45039" y="158478"/>
                </a:lnTo>
                <a:lnTo>
                  <a:pt x="45038" y="158478"/>
                </a:lnTo>
                <a:lnTo>
                  <a:pt x="45037" y="158478"/>
                </a:lnTo>
                <a:lnTo>
                  <a:pt x="45037" y="158478"/>
                </a:lnTo>
                <a:lnTo>
                  <a:pt x="45036" y="158478"/>
                </a:lnTo>
                <a:lnTo>
                  <a:pt x="45035" y="158478"/>
                </a:lnTo>
                <a:lnTo>
                  <a:pt x="45034" y="158478"/>
                </a:lnTo>
                <a:lnTo>
                  <a:pt x="45033" y="158478"/>
                </a:lnTo>
                <a:lnTo>
                  <a:pt x="45032" y="158478"/>
                </a:lnTo>
                <a:lnTo>
                  <a:pt x="45032" y="158478"/>
                </a:lnTo>
                <a:lnTo>
                  <a:pt x="45031" y="158478"/>
                </a:lnTo>
                <a:lnTo>
                  <a:pt x="45030" y="158478"/>
                </a:lnTo>
                <a:lnTo>
                  <a:pt x="45029" y="158478"/>
                </a:lnTo>
                <a:lnTo>
                  <a:pt x="45028" y="158478"/>
                </a:lnTo>
                <a:lnTo>
                  <a:pt x="45027" y="158478"/>
                </a:lnTo>
                <a:lnTo>
                  <a:pt x="45026" y="158478"/>
                </a:lnTo>
                <a:lnTo>
                  <a:pt x="45026" y="158478"/>
                </a:lnTo>
                <a:lnTo>
                  <a:pt x="45025" y="158478"/>
                </a:lnTo>
                <a:lnTo>
                  <a:pt x="45024" y="158478"/>
                </a:lnTo>
                <a:lnTo>
                  <a:pt x="45023" y="158478"/>
                </a:lnTo>
                <a:lnTo>
                  <a:pt x="45022" y="158478"/>
                </a:lnTo>
                <a:lnTo>
                  <a:pt x="45021" y="158478"/>
                </a:lnTo>
                <a:lnTo>
                  <a:pt x="45021" y="158478"/>
                </a:lnTo>
                <a:lnTo>
                  <a:pt x="45020" y="158478"/>
                </a:lnTo>
                <a:lnTo>
                  <a:pt x="45019" y="158478"/>
                </a:lnTo>
                <a:lnTo>
                  <a:pt x="45018" y="158478"/>
                </a:lnTo>
                <a:lnTo>
                  <a:pt x="45017" y="158478"/>
                </a:lnTo>
                <a:lnTo>
                  <a:pt x="45016" y="158478"/>
                </a:lnTo>
                <a:lnTo>
                  <a:pt x="45015" y="158478"/>
                </a:lnTo>
                <a:lnTo>
                  <a:pt x="45015" y="158478"/>
                </a:lnTo>
                <a:lnTo>
                  <a:pt x="45014" y="158478"/>
                </a:lnTo>
                <a:lnTo>
                  <a:pt x="45013" y="158478"/>
                </a:lnTo>
                <a:lnTo>
                  <a:pt x="45012" y="158478"/>
                </a:lnTo>
                <a:lnTo>
                  <a:pt x="45011" y="158478"/>
                </a:lnTo>
                <a:lnTo>
                  <a:pt x="45010" y="158478"/>
                </a:lnTo>
                <a:lnTo>
                  <a:pt x="45010" y="158478"/>
                </a:lnTo>
                <a:lnTo>
                  <a:pt x="45009" y="158478"/>
                </a:lnTo>
                <a:lnTo>
                  <a:pt x="45008" y="158478"/>
                </a:lnTo>
                <a:lnTo>
                  <a:pt x="45007" y="158478"/>
                </a:lnTo>
                <a:lnTo>
                  <a:pt x="45006" y="158478"/>
                </a:lnTo>
                <a:lnTo>
                  <a:pt x="45005" y="158478"/>
                </a:lnTo>
                <a:lnTo>
                  <a:pt x="45004" y="158478"/>
                </a:lnTo>
                <a:lnTo>
                  <a:pt x="45004" y="158478"/>
                </a:lnTo>
                <a:lnTo>
                  <a:pt x="45003" y="158478"/>
                </a:lnTo>
                <a:lnTo>
                  <a:pt x="45002" y="158478"/>
                </a:lnTo>
                <a:lnTo>
                  <a:pt x="45001" y="158478"/>
                </a:lnTo>
                <a:lnTo>
                  <a:pt x="45000" y="158478"/>
                </a:lnTo>
                <a:lnTo>
                  <a:pt x="44999" y="158478"/>
                </a:lnTo>
                <a:lnTo>
                  <a:pt x="44999" y="158478"/>
                </a:lnTo>
                <a:lnTo>
                  <a:pt x="44998" y="158478"/>
                </a:lnTo>
                <a:lnTo>
                  <a:pt x="44997" y="158478"/>
                </a:lnTo>
                <a:lnTo>
                  <a:pt x="44996" y="158478"/>
                </a:lnTo>
                <a:lnTo>
                  <a:pt x="44995" y="158478"/>
                </a:lnTo>
                <a:lnTo>
                  <a:pt x="44994" y="158478"/>
                </a:lnTo>
                <a:lnTo>
                  <a:pt x="44993" y="158478"/>
                </a:lnTo>
                <a:lnTo>
                  <a:pt x="44993" y="158478"/>
                </a:lnTo>
                <a:lnTo>
                  <a:pt x="44992" y="158478"/>
                </a:lnTo>
                <a:lnTo>
                  <a:pt x="44991" y="158478"/>
                </a:lnTo>
                <a:lnTo>
                  <a:pt x="44990" y="158478"/>
                </a:lnTo>
                <a:lnTo>
                  <a:pt x="44989" y="158478"/>
                </a:lnTo>
                <a:lnTo>
                  <a:pt x="44988" y="158478"/>
                </a:lnTo>
                <a:lnTo>
                  <a:pt x="44988" y="158478"/>
                </a:lnTo>
                <a:lnTo>
                  <a:pt x="44987" y="158478"/>
                </a:lnTo>
                <a:lnTo>
                  <a:pt x="44986" y="158478"/>
                </a:lnTo>
                <a:lnTo>
                  <a:pt x="44985" y="158478"/>
                </a:lnTo>
                <a:lnTo>
                  <a:pt x="44984" y="158478"/>
                </a:lnTo>
                <a:lnTo>
                  <a:pt x="44983" y="158478"/>
                </a:lnTo>
                <a:lnTo>
                  <a:pt x="44982" y="158478"/>
                </a:lnTo>
                <a:lnTo>
                  <a:pt x="44982" y="158478"/>
                </a:lnTo>
                <a:lnTo>
                  <a:pt x="44981" y="158478"/>
                </a:lnTo>
                <a:lnTo>
                  <a:pt x="44980" y="158478"/>
                </a:lnTo>
                <a:lnTo>
                  <a:pt x="44979" y="158478"/>
                </a:lnTo>
                <a:lnTo>
                  <a:pt x="44978" y="158478"/>
                </a:lnTo>
                <a:lnTo>
                  <a:pt x="44977" y="158478"/>
                </a:lnTo>
                <a:lnTo>
                  <a:pt x="44977" y="158478"/>
                </a:lnTo>
                <a:lnTo>
                  <a:pt x="44976" y="158478"/>
                </a:lnTo>
                <a:lnTo>
                  <a:pt x="44975" y="158478"/>
                </a:lnTo>
                <a:lnTo>
                  <a:pt x="44974" y="158478"/>
                </a:lnTo>
                <a:lnTo>
                  <a:pt x="44973" y="158478"/>
                </a:lnTo>
                <a:lnTo>
                  <a:pt x="44972" y="158478"/>
                </a:lnTo>
                <a:lnTo>
                  <a:pt x="44971" y="158478"/>
                </a:lnTo>
                <a:lnTo>
                  <a:pt x="44971" y="158478"/>
                </a:lnTo>
                <a:lnTo>
                  <a:pt x="44970" y="158478"/>
                </a:lnTo>
                <a:lnTo>
                  <a:pt x="44969" y="158478"/>
                </a:lnTo>
                <a:lnTo>
                  <a:pt x="44968" y="158478"/>
                </a:lnTo>
                <a:lnTo>
                  <a:pt x="44967" y="158478"/>
                </a:lnTo>
                <a:lnTo>
                  <a:pt x="44966" y="158478"/>
                </a:lnTo>
                <a:lnTo>
                  <a:pt x="44966" y="158478"/>
                </a:lnTo>
                <a:lnTo>
                  <a:pt x="44965" y="158478"/>
                </a:lnTo>
                <a:lnTo>
                  <a:pt x="44964" y="158478"/>
                </a:lnTo>
                <a:lnTo>
                  <a:pt x="44963" y="158478"/>
                </a:lnTo>
                <a:lnTo>
                  <a:pt x="44962" y="158478"/>
                </a:lnTo>
                <a:lnTo>
                  <a:pt x="44961" y="158478"/>
                </a:lnTo>
                <a:lnTo>
                  <a:pt x="44960" y="158478"/>
                </a:lnTo>
                <a:lnTo>
                  <a:pt x="44960" y="158478"/>
                </a:lnTo>
                <a:lnTo>
                  <a:pt x="44959" y="158478"/>
                </a:lnTo>
                <a:lnTo>
                  <a:pt x="44958" y="158478"/>
                </a:lnTo>
                <a:lnTo>
                  <a:pt x="44957" y="158478"/>
                </a:lnTo>
                <a:lnTo>
                  <a:pt x="44956" y="158478"/>
                </a:lnTo>
                <a:lnTo>
                  <a:pt x="44955" y="158478"/>
                </a:lnTo>
                <a:lnTo>
                  <a:pt x="44955" y="158478"/>
                </a:lnTo>
                <a:lnTo>
                  <a:pt x="44954" y="158478"/>
                </a:lnTo>
                <a:lnTo>
                  <a:pt x="44953" y="158478"/>
                </a:lnTo>
                <a:lnTo>
                  <a:pt x="44952" y="158478"/>
                </a:lnTo>
                <a:lnTo>
                  <a:pt x="44951" y="158478"/>
                </a:lnTo>
                <a:lnTo>
                  <a:pt x="44950" y="158478"/>
                </a:lnTo>
                <a:lnTo>
                  <a:pt x="44949" y="158478"/>
                </a:lnTo>
                <a:lnTo>
                  <a:pt x="44949" y="158478"/>
                </a:lnTo>
                <a:lnTo>
                  <a:pt x="44948" y="158478"/>
                </a:lnTo>
                <a:lnTo>
                  <a:pt x="44947" y="158478"/>
                </a:lnTo>
                <a:lnTo>
                  <a:pt x="44946" y="158478"/>
                </a:lnTo>
                <a:lnTo>
                  <a:pt x="44945" y="158478"/>
                </a:lnTo>
                <a:lnTo>
                  <a:pt x="44944" y="158478"/>
                </a:lnTo>
                <a:lnTo>
                  <a:pt x="44944" y="158478"/>
                </a:lnTo>
                <a:lnTo>
                  <a:pt x="44943" y="158478"/>
                </a:lnTo>
                <a:lnTo>
                  <a:pt x="44942" y="158478"/>
                </a:lnTo>
                <a:lnTo>
                  <a:pt x="44941" y="158478"/>
                </a:lnTo>
                <a:lnTo>
                  <a:pt x="44940" y="158478"/>
                </a:lnTo>
                <a:lnTo>
                  <a:pt x="44939" y="158478"/>
                </a:lnTo>
                <a:lnTo>
                  <a:pt x="44939" y="158478"/>
                </a:lnTo>
                <a:lnTo>
                  <a:pt x="44938" y="158478"/>
                </a:lnTo>
                <a:lnTo>
                  <a:pt x="44937" y="158478"/>
                </a:lnTo>
                <a:lnTo>
                  <a:pt x="44936" y="158478"/>
                </a:lnTo>
                <a:lnTo>
                  <a:pt x="44935" y="158478"/>
                </a:lnTo>
                <a:lnTo>
                  <a:pt x="44934" y="158478"/>
                </a:lnTo>
                <a:lnTo>
                  <a:pt x="44933" y="158478"/>
                </a:lnTo>
                <a:lnTo>
                  <a:pt x="44933" y="158478"/>
                </a:lnTo>
                <a:lnTo>
                  <a:pt x="44932" y="158478"/>
                </a:lnTo>
                <a:lnTo>
                  <a:pt x="44931" y="158478"/>
                </a:lnTo>
                <a:lnTo>
                  <a:pt x="44930" y="158478"/>
                </a:lnTo>
                <a:lnTo>
                  <a:pt x="44929" y="158478"/>
                </a:lnTo>
                <a:lnTo>
                  <a:pt x="44928" y="158478"/>
                </a:lnTo>
                <a:lnTo>
                  <a:pt x="44928" y="158478"/>
                </a:lnTo>
                <a:lnTo>
                  <a:pt x="44927" y="158478"/>
                </a:lnTo>
                <a:lnTo>
                  <a:pt x="44926" y="158478"/>
                </a:lnTo>
                <a:lnTo>
                  <a:pt x="44925" y="158478"/>
                </a:lnTo>
                <a:lnTo>
                  <a:pt x="44924" y="158478"/>
                </a:lnTo>
                <a:lnTo>
                  <a:pt x="44923" y="158478"/>
                </a:lnTo>
                <a:lnTo>
                  <a:pt x="44922" y="158478"/>
                </a:lnTo>
                <a:lnTo>
                  <a:pt x="44922" y="158478"/>
                </a:lnTo>
                <a:lnTo>
                  <a:pt x="44921" y="158478"/>
                </a:lnTo>
                <a:lnTo>
                  <a:pt x="44920" y="158478"/>
                </a:lnTo>
                <a:lnTo>
                  <a:pt x="44919" y="158478"/>
                </a:lnTo>
                <a:lnTo>
                  <a:pt x="44918" y="158478"/>
                </a:lnTo>
                <a:lnTo>
                  <a:pt x="44917" y="158478"/>
                </a:lnTo>
                <a:lnTo>
                  <a:pt x="44917" y="158478"/>
                </a:lnTo>
                <a:lnTo>
                  <a:pt x="44916" y="158478"/>
                </a:lnTo>
                <a:lnTo>
                  <a:pt x="44915" y="158478"/>
                </a:lnTo>
                <a:lnTo>
                  <a:pt x="44914" y="158478"/>
                </a:lnTo>
                <a:lnTo>
                  <a:pt x="44913" y="158478"/>
                </a:lnTo>
                <a:lnTo>
                  <a:pt x="44912" y="158478"/>
                </a:lnTo>
                <a:lnTo>
                  <a:pt x="44912" y="158478"/>
                </a:lnTo>
                <a:lnTo>
                  <a:pt x="44911" y="158478"/>
                </a:lnTo>
                <a:lnTo>
                  <a:pt x="44910" y="158478"/>
                </a:lnTo>
                <a:lnTo>
                  <a:pt x="44909" y="158478"/>
                </a:lnTo>
                <a:lnTo>
                  <a:pt x="44908" y="158478"/>
                </a:lnTo>
                <a:lnTo>
                  <a:pt x="44907" y="158478"/>
                </a:lnTo>
                <a:lnTo>
                  <a:pt x="44906" y="158478"/>
                </a:lnTo>
                <a:lnTo>
                  <a:pt x="44906" y="158478"/>
                </a:lnTo>
                <a:lnTo>
                  <a:pt x="44905" y="158478"/>
                </a:lnTo>
                <a:lnTo>
                  <a:pt x="44904" y="158478"/>
                </a:lnTo>
                <a:lnTo>
                  <a:pt x="44903" y="158478"/>
                </a:lnTo>
                <a:lnTo>
                  <a:pt x="44902" y="158478"/>
                </a:lnTo>
                <a:lnTo>
                  <a:pt x="44901" y="158478"/>
                </a:lnTo>
                <a:lnTo>
                  <a:pt x="44901" y="158478"/>
                </a:lnTo>
                <a:lnTo>
                  <a:pt x="44900" y="158478"/>
                </a:lnTo>
                <a:lnTo>
                  <a:pt x="44899" y="158478"/>
                </a:lnTo>
                <a:lnTo>
                  <a:pt x="44898" y="158478"/>
                </a:lnTo>
                <a:lnTo>
                  <a:pt x="44897" y="158478"/>
                </a:lnTo>
                <a:lnTo>
                  <a:pt x="44896" y="158478"/>
                </a:lnTo>
                <a:lnTo>
                  <a:pt x="44896" y="158478"/>
                </a:lnTo>
                <a:lnTo>
                  <a:pt x="44895" y="158478"/>
                </a:lnTo>
                <a:lnTo>
                  <a:pt x="44894" y="158478"/>
                </a:lnTo>
                <a:lnTo>
                  <a:pt x="44893" y="158478"/>
                </a:lnTo>
                <a:lnTo>
                  <a:pt x="44892" y="158478"/>
                </a:lnTo>
                <a:lnTo>
                  <a:pt x="44891" y="158478"/>
                </a:lnTo>
                <a:lnTo>
                  <a:pt x="44890" y="158478"/>
                </a:lnTo>
                <a:lnTo>
                  <a:pt x="44890" y="158478"/>
                </a:lnTo>
                <a:lnTo>
                  <a:pt x="44889" y="158478"/>
                </a:lnTo>
                <a:lnTo>
                  <a:pt x="44888" y="158478"/>
                </a:lnTo>
                <a:lnTo>
                  <a:pt x="44887" y="158478"/>
                </a:lnTo>
                <a:lnTo>
                  <a:pt x="44886" y="158478"/>
                </a:lnTo>
                <a:lnTo>
                  <a:pt x="44885" y="158478"/>
                </a:lnTo>
                <a:lnTo>
                  <a:pt x="44885" y="158478"/>
                </a:lnTo>
                <a:lnTo>
                  <a:pt x="44884" y="158478"/>
                </a:lnTo>
                <a:lnTo>
                  <a:pt x="44883" y="158478"/>
                </a:lnTo>
                <a:lnTo>
                  <a:pt x="44882" y="158478"/>
                </a:lnTo>
                <a:lnTo>
                  <a:pt x="44881" y="158478"/>
                </a:lnTo>
                <a:lnTo>
                  <a:pt x="44880" y="158478"/>
                </a:lnTo>
                <a:lnTo>
                  <a:pt x="44879" y="158478"/>
                </a:lnTo>
                <a:lnTo>
                  <a:pt x="44879" y="158478"/>
                </a:lnTo>
                <a:lnTo>
                  <a:pt x="44878" y="158478"/>
                </a:lnTo>
                <a:lnTo>
                  <a:pt x="44877" y="158478"/>
                </a:lnTo>
                <a:lnTo>
                  <a:pt x="44876" y="158478"/>
                </a:lnTo>
                <a:lnTo>
                  <a:pt x="44875" y="158478"/>
                </a:lnTo>
                <a:lnTo>
                  <a:pt x="44874" y="158478"/>
                </a:lnTo>
                <a:lnTo>
                  <a:pt x="44874" y="158478"/>
                </a:lnTo>
                <a:lnTo>
                  <a:pt x="44873" y="158478"/>
                </a:lnTo>
                <a:lnTo>
                  <a:pt x="44872" y="158478"/>
                </a:lnTo>
                <a:lnTo>
                  <a:pt x="44871" y="158478"/>
                </a:lnTo>
                <a:lnTo>
                  <a:pt x="44870" y="158478"/>
                </a:lnTo>
                <a:lnTo>
                  <a:pt x="44869" y="158478"/>
                </a:lnTo>
                <a:lnTo>
                  <a:pt x="44869" y="158478"/>
                </a:lnTo>
                <a:lnTo>
                  <a:pt x="44868" y="158478"/>
                </a:lnTo>
                <a:lnTo>
                  <a:pt x="44867" y="158478"/>
                </a:lnTo>
                <a:lnTo>
                  <a:pt x="44866" y="158478"/>
                </a:lnTo>
                <a:lnTo>
                  <a:pt x="44865" y="158478"/>
                </a:lnTo>
                <a:lnTo>
                  <a:pt x="44864" y="158478"/>
                </a:lnTo>
                <a:lnTo>
                  <a:pt x="44864" y="158478"/>
                </a:lnTo>
                <a:lnTo>
                  <a:pt x="44863" y="158478"/>
                </a:lnTo>
                <a:lnTo>
                  <a:pt x="44862" y="158478"/>
                </a:lnTo>
                <a:lnTo>
                  <a:pt x="44861" y="158478"/>
                </a:lnTo>
                <a:lnTo>
                  <a:pt x="44860" y="158478"/>
                </a:lnTo>
                <a:lnTo>
                  <a:pt x="44859" y="158478"/>
                </a:lnTo>
                <a:lnTo>
                  <a:pt x="44858" y="158478"/>
                </a:lnTo>
                <a:lnTo>
                  <a:pt x="44858" y="158478"/>
                </a:lnTo>
                <a:lnTo>
                  <a:pt x="44857" y="158478"/>
                </a:lnTo>
                <a:lnTo>
                  <a:pt x="44856" y="158478"/>
                </a:lnTo>
                <a:lnTo>
                  <a:pt x="44855" y="158478"/>
                </a:lnTo>
                <a:lnTo>
                  <a:pt x="44854" y="158478"/>
                </a:lnTo>
                <a:lnTo>
                  <a:pt x="44853" y="158478"/>
                </a:lnTo>
                <a:lnTo>
                  <a:pt x="44853" y="158478"/>
                </a:lnTo>
                <a:lnTo>
                  <a:pt x="44852" y="158478"/>
                </a:lnTo>
                <a:lnTo>
                  <a:pt x="44851" y="158478"/>
                </a:lnTo>
                <a:lnTo>
                  <a:pt x="44850" y="158478"/>
                </a:lnTo>
                <a:lnTo>
                  <a:pt x="44849" y="158478"/>
                </a:lnTo>
                <a:lnTo>
                  <a:pt x="44848" y="158478"/>
                </a:lnTo>
                <a:lnTo>
                  <a:pt x="44848" y="158478"/>
                </a:lnTo>
                <a:lnTo>
                  <a:pt x="44847" y="158478"/>
                </a:lnTo>
                <a:lnTo>
                  <a:pt x="44846" y="158478"/>
                </a:lnTo>
                <a:lnTo>
                  <a:pt x="44845" y="158478"/>
                </a:lnTo>
                <a:lnTo>
                  <a:pt x="44844" y="158478"/>
                </a:lnTo>
                <a:lnTo>
                  <a:pt x="44843" y="158478"/>
                </a:lnTo>
                <a:lnTo>
                  <a:pt x="44842" y="158478"/>
                </a:lnTo>
                <a:lnTo>
                  <a:pt x="44842" y="158478"/>
                </a:lnTo>
                <a:lnTo>
                  <a:pt x="44841" y="158478"/>
                </a:lnTo>
                <a:lnTo>
                  <a:pt x="44840" y="158478"/>
                </a:lnTo>
                <a:lnTo>
                  <a:pt x="44839" y="158478"/>
                </a:lnTo>
                <a:lnTo>
                  <a:pt x="44838" y="158478"/>
                </a:lnTo>
                <a:lnTo>
                  <a:pt x="44837" y="158478"/>
                </a:lnTo>
                <a:lnTo>
                  <a:pt x="44837" y="158478"/>
                </a:lnTo>
                <a:lnTo>
                  <a:pt x="44836" y="158478"/>
                </a:lnTo>
                <a:lnTo>
                  <a:pt x="44835" y="158478"/>
                </a:lnTo>
                <a:lnTo>
                  <a:pt x="44834" y="158478"/>
                </a:lnTo>
                <a:lnTo>
                  <a:pt x="44833" y="158478"/>
                </a:lnTo>
                <a:lnTo>
                  <a:pt x="44832" y="158478"/>
                </a:lnTo>
                <a:lnTo>
                  <a:pt x="44832" y="158478"/>
                </a:lnTo>
                <a:lnTo>
                  <a:pt x="44831" y="158478"/>
                </a:lnTo>
                <a:lnTo>
                  <a:pt x="44830" y="158478"/>
                </a:lnTo>
                <a:lnTo>
                  <a:pt x="44829" y="158478"/>
                </a:lnTo>
                <a:lnTo>
                  <a:pt x="44828" y="158478"/>
                </a:lnTo>
                <a:lnTo>
                  <a:pt x="44827" y="158478"/>
                </a:lnTo>
                <a:lnTo>
                  <a:pt x="44827" y="158478"/>
                </a:lnTo>
                <a:lnTo>
                  <a:pt x="44826" y="158478"/>
                </a:lnTo>
                <a:lnTo>
                  <a:pt x="44825" y="158478"/>
                </a:lnTo>
                <a:lnTo>
                  <a:pt x="44824" y="158478"/>
                </a:lnTo>
                <a:lnTo>
                  <a:pt x="44823" y="158478"/>
                </a:lnTo>
                <a:lnTo>
                  <a:pt x="44822" y="158478"/>
                </a:lnTo>
                <a:lnTo>
                  <a:pt x="44821" y="158478"/>
                </a:lnTo>
                <a:lnTo>
                  <a:pt x="44821" y="158478"/>
                </a:lnTo>
                <a:lnTo>
                  <a:pt x="44820" y="158478"/>
                </a:lnTo>
                <a:lnTo>
                  <a:pt x="44819" y="158478"/>
                </a:lnTo>
                <a:lnTo>
                  <a:pt x="44818" y="158478"/>
                </a:lnTo>
                <a:lnTo>
                  <a:pt x="44817" y="158478"/>
                </a:lnTo>
                <a:lnTo>
                  <a:pt x="44816" y="158478"/>
                </a:lnTo>
                <a:lnTo>
                  <a:pt x="44816" y="158478"/>
                </a:lnTo>
                <a:lnTo>
                  <a:pt x="44815" y="158478"/>
                </a:lnTo>
                <a:lnTo>
                  <a:pt x="44814" y="158478"/>
                </a:lnTo>
                <a:lnTo>
                  <a:pt x="44813" y="158478"/>
                </a:lnTo>
                <a:lnTo>
                  <a:pt x="44812" y="158478"/>
                </a:lnTo>
                <a:lnTo>
                  <a:pt x="44811" y="158478"/>
                </a:lnTo>
                <a:lnTo>
                  <a:pt x="44811" y="158478"/>
                </a:lnTo>
                <a:lnTo>
                  <a:pt x="44810" y="158478"/>
                </a:lnTo>
                <a:lnTo>
                  <a:pt x="44809" y="158478"/>
                </a:lnTo>
                <a:lnTo>
                  <a:pt x="44808" y="158478"/>
                </a:lnTo>
                <a:lnTo>
                  <a:pt x="44807" y="158478"/>
                </a:lnTo>
                <a:lnTo>
                  <a:pt x="44806" y="158478"/>
                </a:lnTo>
                <a:lnTo>
                  <a:pt x="44806" y="158478"/>
                </a:lnTo>
                <a:lnTo>
                  <a:pt x="44805" y="158478"/>
                </a:lnTo>
                <a:lnTo>
                  <a:pt x="44804" y="158478"/>
                </a:lnTo>
                <a:lnTo>
                  <a:pt x="44803" y="158478"/>
                </a:lnTo>
                <a:lnTo>
                  <a:pt x="44802" y="158478"/>
                </a:lnTo>
                <a:lnTo>
                  <a:pt x="44801" y="158478"/>
                </a:lnTo>
                <a:lnTo>
                  <a:pt x="44800" y="158478"/>
                </a:lnTo>
                <a:lnTo>
                  <a:pt x="44800" y="158478"/>
                </a:lnTo>
                <a:lnTo>
                  <a:pt x="44799" y="158478"/>
                </a:lnTo>
                <a:lnTo>
                  <a:pt x="44798" y="158478"/>
                </a:lnTo>
                <a:lnTo>
                  <a:pt x="44797" y="158478"/>
                </a:lnTo>
                <a:lnTo>
                  <a:pt x="44796" y="158478"/>
                </a:lnTo>
                <a:lnTo>
                  <a:pt x="44795" y="158478"/>
                </a:lnTo>
                <a:lnTo>
                  <a:pt x="44795" y="158478"/>
                </a:lnTo>
                <a:lnTo>
                  <a:pt x="44794" y="158478"/>
                </a:lnTo>
                <a:lnTo>
                  <a:pt x="44793" y="158478"/>
                </a:lnTo>
                <a:lnTo>
                  <a:pt x="44792" y="158478"/>
                </a:lnTo>
                <a:lnTo>
                  <a:pt x="44791" y="158478"/>
                </a:lnTo>
                <a:lnTo>
                  <a:pt x="44790" y="158478"/>
                </a:lnTo>
                <a:lnTo>
                  <a:pt x="44790" y="158478"/>
                </a:lnTo>
                <a:lnTo>
                  <a:pt x="44789" y="158478"/>
                </a:lnTo>
                <a:lnTo>
                  <a:pt x="44788" y="158478"/>
                </a:lnTo>
                <a:lnTo>
                  <a:pt x="44787" y="158478"/>
                </a:lnTo>
                <a:lnTo>
                  <a:pt x="44786" y="158478"/>
                </a:lnTo>
                <a:lnTo>
                  <a:pt x="44785" y="158478"/>
                </a:lnTo>
                <a:lnTo>
                  <a:pt x="44785" y="158478"/>
                </a:lnTo>
                <a:lnTo>
                  <a:pt x="44784" y="158478"/>
                </a:lnTo>
                <a:lnTo>
                  <a:pt x="44783" y="158478"/>
                </a:lnTo>
                <a:lnTo>
                  <a:pt x="44782" y="158478"/>
                </a:lnTo>
                <a:lnTo>
                  <a:pt x="44781" y="158478"/>
                </a:lnTo>
                <a:lnTo>
                  <a:pt x="44780" y="158478"/>
                </a:lnTo>
                <a:lnTo>
                  <a:pt x="44780" y="158478"/>
                </a:lnTo>
                <a:lnTo>
                  <a:pt x="44779" y="158478"/>
                </a:lnTo>
                <a:lnTo>
                  <a:pt x="44778" y="158478"/>
                </a:lnTo>
                <a:lnTo>
                  <a:pt x="44777" y="158478"/>
                </a:lnTo>
                <a:lnTo>
                  <a:pt x="44776" y="158478"/>
                </a:lnTo>
                <a:lnTo>
                  <a:pt x="44775" y="158478"/>
                </a:lnTo>
                <a:lnTo>
                  <a:pt x="44774" y="158478"/>
                </a:lnTo>
                <a:lnTo>
                  <a:pt x="44774" y="158478"/>
                </a:lnTo>
                <a:lnTo>
                  <a:pt x="44773" y="158478"/>
                </a:lnTo>
                <a:lnTo>
                  <a:pt x="44772" y="158478"/>
                </a:lnTo>
                <a:lnTo>
                  <a:pt x="44771" y="158478"/>
                </a:lnTo>
                <a:lnTo>
                  <a:pt x="44770" y="158478"/>
                </a:lnTo>
                <a:lnTo>
                  <a:pt x="44769" y="158478"/>
                </a:lnTo>
                <a:lnTo>
                  <a:pt x="44769" y="158478"/>
                </a:lnTo>
                <a:lnTo>
                  <a:pt x="44768" y="158478"/>
                </a:lnTo>
                <a:lnTo>
                  <a:pt x="44767" y="158478"/>
                </a:lnTo>
                <a:lnTo>
                  <a:pt x="44766" y="158478"/>
                </a:lnTo>
                <a:lnTo>
                  <a:pt x="44765" y="158478"/>
                </a:lnTo>
                <a:lnTo>
                  <a:pt x="44764" y="158478"/>
                </a:lnTo>
                <a:lnTo>
                  <a:pt x="44764" y="158478"/>
                </a:lnTo>
                <a:lnTo>
                  <a:pt x="44763" y="158478"/>
                </a:lnTo>
                <a:lnTo>
                  <a:pt x="44762" y="158478"/>
                </a:lnTo>
                <a:lnTo>
                  <a:pt x="44761" y="158478"/>
                </a:lnTo>
                <a:lnTo>
                  <a:pt x="44760" y="158478"/>
                </a:lnTo>
                <a:lnTo>
                  <a:pt x="44759" y="158478"/>
                </a:lnTo>
                <a:lnTo>
                  <a:pt x="44759" y="158478"/>
                </a:lnTo>
                <a:lnTo>
                  <a:pt x="44758" y="158478"/>
                </a:lnTo>
                <a:lnTo>
                  <a:pt x="44757" y="158478"/>
                </a:lnTo>
                <a:lnTo>
                  <a:pt x="44756" y="158478"/>
                </a:lnTo>
                <a:lnTo>
                  <a:pt x="44755" y="158478"/>
                </a:lnTo>
                <a:lnTo>
                  <a:pt x="44754" y="158478"/>
                </a:lnTo>
                <a:lnTo>
                  <a:pt x="44754" y="158478"/>
                </a:lnTo>
                <a:lnTo>
                  <a:pt x="44753" y="158478"/>
                </a:lnTo>
                <a:lnTo>
                  <a:pt x="44752" y="158478"/>
                </a:lnTo>
                <a:lnTo>
                  <a:pt x="44751" y="158478"/>
                </a:lnTo>
                <a:lnTo>
                  <a:pt x="44750" y="158478"/>
                </a:lnTo>
                <a:lnTo>
                  <a:pt x="44749" y="158478"/>
                </a:lnTo>
                <a:lnTo>
                  <a:pt x="44748" y="158478"/>
                </a:lnTo>
                <a:lnTo>
                  <a:pt x="44748" y="158478"/>
                </a:lnTo>
                <a:lnTo>
                  <a:pt x="44747" y="158478"/>
                </a:lnTo>
                <a:lnTo>
                  <a:pt x="44746" y="158478"/>
                </a:lnTo>
                <a:lnTo>
                  <a:pt x="44745" y="158478"/>
                </a:lnTo>
                <a:lnTo>
                  <a:pt x="44744" y="158478"/>
                </a:lnTo>
                <a:lnTo>
                  <a:pt x="44743" y="158478"/>
                </a:lnTo>
                <a:lnTo>
                  <a:pt x="44743" y="158478"/>
                </a:lnTo>
                <a:lnTo>
                  <a:pt x="44742" y="158478"/>
                </a:lnTo>
                <a:lnTo>
                  <a:pt x="44741" y="158478"/>
                </a:lnTo>
                <a:lnTo>
                  <a:pt x="44740" y="158478"/>
                </a:lnTo>
                <a:lnTo>
                  <a:pt x="44739" y="158478"/>
                </a:lnTo>
                <a:lnTo>
                  <a:pt x="44738" y="158478"/>
                </a:lnTo>
                <a:lnTo>
                  <a:pt x="44738" y="158478"/>
                </a:lnTo>
                <a:lnTo>
                  <a:pt x="44737" y="158478"/>
                </a:lnTo>
                <a:lnTo>
                  <a:pt x="44736" y="158478"/>
                </a:lnTo>
                <a:lnTo>
                  <a:pt x="44735" y="158478"/>
                </a:lnTo>
                <a:lnTo>
                  <a:pt x="44734" y="158478"/>
                </a:lnTo>
                <a:lnTo>
                  <a:pt x="44733" y="158478"/>
                </a:lnTo>
                <a:lnTo>
                  <a:pt x="44733" y="158478"/>
                </a:lnTo>
                <a:lnTo>
                  <a:pt x="44732" y="158478"/>
                </a:lnTo>
                <a:lnTo>
                  <a:pt x="44731" y="158478"/>
                </a:lnTo>
                <a:lnTo>
                  <a:pt x="44730" y="158478"/>
                </a:lnTo>
                <a:lnTo>
                  <a:pt x="44729" y="158478"/>
                </a:lnTo>
                <a:lnTo>
                  <a:pt x="44728" y="158478"/>
                </a:lnTo>
                <a:lnTo>
                  <a:pt x="44728" y="158478"/>
                </a:lnTo>
                <a:lnTo>
                  <a:pt x="44727" y="158478"/>
                </a:lnTo>
                <a:lnTo>
                  <a:pt x="44726" y="158478"/>
                </a:lnTo>
                <a:lnTo>
                  <a:pt x="44725" y="158478"/>
                </a:lnTo>
                <a:lnTo>
                  <a:pt x="44724" y="158478"/>
                </a:lnTo>
                <a:lnTo>
                  <a:pt x="44723" y="158478"/>
                </a:lnTo>
                <a:lnTo>
                  <a:pt x="44723" y="158478"/>
                </a:lnTo>
                <a:lnTo>
                  <a:pt x="44722" y="158478"/>
                </a:lnTo>
                <a:lnTo>
                  <a:pt x="44721" y="158478"/>
                </a:lnTo>
                <a:lnTo>
                  <a:pt x="44720" y="158478"/>
                </a:lnTo>
                <a:lnTo>
                  <a:pt x="44719" y="158478"/>
                </a:lnTo>
                <a:lnTo>
                  <a:pt x="44718" y="158478"/>
                </a:lnTo>
                <a:lnTo>
                  <a:pt x="44718" y="158478"/>
                </a:lnTo>
                <a:lnTo>
                  <a:pt x="44717" y="158478"/>
                </a:lnTo>
                <a:lnTo>
                  <a:pt x="44716" y="158478"/>
                </a:lnTo>
                <a:lnTo>
                  <a:pt x="44715" y="158478"/>
                </a:lnTo>
                <a:lnTo>
                  <a:pt x="44714" y="158478"/>
                </a:lnTo>
                <a:lnTo>
                  <a:pt x="44713" y="158478"/>
                </a:lnTo>
                <a:lnTo>
                  <a:pt x="44713" y="158478"/>
                </a:lnTo>
                <a:lnTo>
                  <a:pt x="44712" y="158478"/>
                </a:lnTo>
                <a:lnTo>
                  <a:pt x="44711" y="158478"/>
                </a:lnTo>
                <a:lnTo>
                  <a:pt x="44710" y="158478"/>
                </a:lnTo>
                <a:lnTo>
                  <a:pt x="44709" y="158478"/>
                </a:lnTo>
                <a:lnTo>
                  <a:pt x="44708" y="158478"/>
                </a:lnTo>
                <a:lnTo>
                  <a:pt x="44707" y="158478"/>
                </a:lnTo>
                <a:lnTo>
                  <a:pt x="44707" y="158478"/>
                </a:lnTo>
                <a:lnTo>
                  <a:pt x="44706" y="158478"/>
                </a:lnTo>
                <a:lnTo>
                  <a:pt x="44705" y="158478"/>
                </a:lnTo>
                <a:lnTo>
                  <a:pt x="44704" y="158478"/>
                </a:lnTo>
                <a:lnTo>
                  <a:pt x="44703" y="158478"/>
                </a:lnTo>
                <a:lnTo>
                  <a:pt x="44702" y="158478"/>
                </a:lnTo>
                <a:lnTo>
                  <a:pt x="44702" y="158478"/>
                </a:lnTo>
                <a:lnTo>
                  <a:pt x="44701" y="158478"/>
                </a:lnTo>
                <a:lnTo>
                  <a:pt x="44700" y="158478"/>
                </a:lnTo>
                <a:lnTo>
                  <a:pt x="44699" y="158478"/>
                </a:lnTo>
                <a:lnTo>
                  <a:pt x="44698" y="158478"/>
                </a:lnTo>
                <a:lnTo>
                  <a:pt x="44697" y="158478"/>
                </a:lnTo>
                <a:lnTo>
                  <a:pt x="44697" y="158478"/>
                </a:lnTo>
                <a:lnTo>
                  <a:pt x="44696" y="158478"/>
                </a:lnTo>
                <a:lnTo>
                  <a:pt x="44695" y="158478"/>
                </a:lnTo>
                <a:lnTo>
                  <a:pt x="44694" y="158478"/>
                </a:lnTo>
                <a:lnTo>
                  <a:pt x="44693" y="158478"/>
                </a:lnTo>
                <a:lnTo>
                  <a:pt x="44692" y="158478"/>
                </a:lnTo>
                <a:lnTo>
                  <a:pt x="44692" y="158478"/>
                </a:lnTo>
                <a:lnTo>
                  <a:pt x="44691" y="158478"/>
                </a:lnTo>
                <a:lnTo>
                  <a:pt x="44690" y="158478"/>
                </a:lnTo>
                <a:lnTo>
                  <a:pt x="44689" y="158478"/>
                </a:lnTo>
                <a:lnTo>
                  <a:pt x="44688" y="158478"/>
                </a:lnTo>
                <a:lnTo>
                  <a:pt x="44687" y="158478"/>
                </a:lnTo>
                <a:lnTo>
                  <a:pt x="44687" y="158478"/>
                </a:lnTo>
                <a:lnTo>
                  <a:pt x="44686" y="158478"/>
                </a:lnTo>
                <a:lnTo>
                  <a:pt x="44685" y="158478"/>
                </a:lnTo>
                <a:lnTo>
                  <a:pt x="44684" y="158478"/>
                </a:lnTo>
                <a:lnTo>
                  <a:pt x="44683" y="158478"/>
                </a:lnTo>
                <a:lnTo>
                  <a:pt x="44682" y="158478"/>
                </a:lnTo>
                <a:lnTo>
                  <a:pt x="44682" y="158478"/>
                </a:lnTo>
                <a:lnTo>
                  <a:pt x="44681" y="158478"/>
                </a:lnTo>
                <a:lnTo>
                  <a:pt x="44680" y="158478"/>
                </a:lnTo>
                <a:lnTo>
                  <a:pt x="44679" y="158478"/>
                </a:lnTo>
                <a:lnTo>
                  <a:pt x="44678" y="158478"/>
                </a:lnTo>
                <a:lnTo>
                  <a:pt x="44677" y="158478"/>
                </a:lnTo>
                <a:lnTo>
                  <a:pt x="44677" y="158478"/>
                </a:lnTo>
                <a:lnTo>
                  <a:pt x="44676" y="158478"/>
                </a:lnTo>
                <a:lnTo>
                  <a:pt x="44675" y="158478"/>
                </a:lnTo>
                <a:lnTo>
                  <a:pt x="44674" y="158478"/>
                </a:lnTo>
                <a:lnTo>
                  <a:pt x="44673" y="158478"/>
                </a:lnTo>
                <a:lnTo>
                  <a:pt x="44672" y="158478"/>
                </a:lnTo>
                <a:lnTo>
                  <a:pt x="44672" y="158478"/>
                </a:lnTo>
                <a:lnTo>
                  <a:pt x="44671" y="158478"/>
                </a:lnTo>
                <a:lnTo>
                  <a:pt x="44670" y="158478"/>
                </a:lnTo>
                <a:lnTo>
                  <a:pt x="44669" y="158478"/>
                </a:lnTo>
                <a:lnTo>
                  <a:pt x="44668" y="158478"/>
                </a:lnTo>
                <a:lnTo>
                  <a:pt x="44667" y="158478"/>
                </a:lnTo>
                <a:lnTo>
                  <a:pt x="44667" y="158478"/>
                </a:lnTo>
                <a:lnTo>
                  <a:pt x="44666" y="158478"/>
                </a:lnTo>
                <a:lnTo>
                  <a:pt x="44665" y="158478"/>
                </a:lnTo>
                <a:lnTo>
                  <a:pt x="44664" y="158478"/>
                </a:lnTo>
                <a:lnTo>
                  <a:pt x="44663" y="158478"/>
                </a:lnTo>
                <a:lnTo>
                  <a:pt x="44662" y="158478"/>
                </a:lnTo>
                <a:lnTo>
                  <a:pt x="44662" y="158478"/>
                </a:lnTo>
                <a:lnTo>
                  <a:pt x="44661" y="158478"/>
                </a:lnTo>
                <a:lnTo>
                  <a:pt x="44660" y="158478"/>
                </a:lnTo>
                <a:lnTo>
                  <a:pt x="44659" y="158478"/>
                </a:lnTo>
                <a:lnTo>
                  <a:pt x="44658" y="158478"/>
                </a:lnTo>
                <a:lnTo>
                  <a:pt x="44657" y="158478"/>
                </a:lnTo>
                <a:lnTo>
                  <a:pt x="44657" y="158478"/>
                </a:lnTo>
                <a:lnTo>
                  <a:pt x="44656" y="158478"/>
                </a:lnTo>
                <a:lnTo>
                  <a:pt x="44655" y="158478"/>
                </a:lnTo>
                <a:lnTo>
                  <a:pt x="44654" y="158478"/>
                </a:lnTo>
                <a:lnTo>
                  <a:pt x="44653" y="158478"/>
                </a:lnTo>
                <a:lnTo>
                  <a:pt x="44652" y="158478"/>
                </a:lnTo>
                <a:lnTo>
                  <a:pt x="44652" y="158478"/>
                </a:lnTo>
                <a:lnTo>
                  <a:pt x="44651" y="158478"/>
                </a:lnTo>
                <a:lnTo>
                  <a:pt x="44650" y="158478"/>
                </a:lnTo>
                <a:lnTo>
                  <a:pt x="44649" y="158478"/>
                </a:lnTo>
                <a:lnTo>
                  <a:pt x="44648" y="158478"/>
                </a:lnTo>
                <a:lnTo>
                  <a:pt x="44647" y="158478"/>
                </a:lnTo>
                <a:lnTo>
                  <a:pt x="44647" y="158478"/>
                </a:lnTo>
                <a:lnTo>
                  <a:pt x="44646" y="158478"/>
                </a:lnTo>
                <a:lnTo>
                  <a:pt x="44645" y="158478"/>
                </a:lnTo>
                <a:lnTo>
                  <a:pt x="44644" y="158478"/>
                </a:lnTo>
                <a:lnTo>
                  <a:pt x="44643" y="158478"/>
                </a:lnTo>
                <a:lnTo>
                  <a:pt x="44642" y="158478"/>
                </a:lnTo>
                <a:lnTo>
                  <a:pt x="44642" y="158478"/>
                </a:lnTo>
                <a:lnTo>
                  <a:pt x="44641" y="158478"/>
                </a:lnTo>
                <a:lnTo>
                  <a:pt x="44640" y="158478"/>
                </a:lnTo>
                <a:lnTo>
                  <a:pt x="44639" y="158478"/>
                </a:lnTo>
                <a:lnTo>
                  <a:pt x="44638" y="158478"/>
                </a:lnTo>
                <a:lnTo>
                  <a:pt x="44637" y="158478"/>
                </a:lnTo>
                <a:lnTo>
                  <a:pt x="44637" y="158478"/>
                </a:lnTo>
                <a:lnTo>
                  <a:pt x="44636" y="158478"/>
                </a:lnTo>
                <a:lnTo>
                  <a:pt x="44635" y="158478"/>
                </a:lnTo>
                <a:lnTo>
                  <a:pt x="44634" y="158478"/>
                </a:lnTo>
                <a:lnTo>
                  <a:pt x="44633" y="158478"/>
                </a:lnTo>
                <a:lnTo>
                  <a:pt x="44632" y="158478"/>
                </a:lnTo>
                <a:lnTo>
                  <a:pt x="44632" y="158478"/>
                </a:lnTo>
                <a:lnTo>
                  <a:pt x="44631" y="158478"/>
                </a:lnTo>
                <a:lnTo>
                  <a:pt x="44630" y="158478"/>
                </a:lnTo>
                <a:lnTo>
                  <a:pt x="44629" y="158478"/>
                </a:lnTo>
                <a:lnTo>
                  <a:pt x="44628" y="158478"/>
                </a:lnTo>
                <a:lnTo>
                  <a:pt x="44627" y="158478"/>
                </a:lnTo>
                <a:lnTo>
                  <a:pt x="44627" y="158478"/>
                </a:lnTo>
                <a:lnTo>
                  <a:pt x="44626" y="158478"/>
                </a:lnTo>
                <a:lnTo>
                  <a:pt x="44625" y="158478"/>
                </a:lnTo>
                <a:lnTo>
                  <a:pt x="44624" y="158478"/>
                </a:lnTo>
                <a:lnTo>
                  <a:pt x="44623" y="158478"/>
                </a:lnTo>
                <a:lnTo>
                  <a:pt x="44622" y="158478"/>
                </a:lnTo>
                <a:lnTo>
                  <a:pt x="44622" y="158478"/>
                </a:lnTo>
                <a:lnTo>
                  <a:pt x="44621" y="158478"/>
                </a:lnTo>
                <a:lnTo>
                  <a:pt x="44620" y="158478"/>
                </a:lnTo>
                <a:lnTo>
                  <a:pt x="44619" y="158478"/>
                </a:lnTo>
                <a:lnTo>
                  <a:pt x="44618" y="158478"/>
                </a:lnTo>
                <a:lnTo>
                  <a:pt x="44617" y="158478"/>
                </a:lnTo>
                <a:lnTo>
                  <a:pt x="44617" y="158478"/>
                </a:lnTo>
                <a:lnTo>
                  <a:pt x="44616" y="158478"/>
                </a:lnTo>
                <a:lnTo>
                  <a:pt x="44615" y="158478"/>
                </a:lnTo>
                <a:lnTo>
                  <a:pt x="44614" y="158478"/>
                </a:lnTo>
                <a:lnTo>
                  <a:pt x="44613" y="158478"/>
                </a:lnTo>
                <a:lnTo>
                  <a:pt x="44612" y="158478"/>
                </a:lnTo>
                <a:lnTo>
                  <a:pt x="44612" y="158478"/>
                </a:lnTo>
                <a:lnTo>
                  <a:pt x="44611" y="158478"/>
                </a:lnTo>
                <a:lnTo>
                  <a:pt x="44610" y="158478"/>
                </a:lnTo>
                <a:lnTo>
                  <a:pt x="44609" y="158478"/>
                </a:lnTo>
                <a:lnTo>
                  <a:pt x="44608" y="158478"/>
                </a:lnTo>
                <a:lnTo>
                  <a:pt x="44607" y="158478"/>
                </a:lnTo>
                <a:lnTo>
                  <a:pt x="44607" y="158478"/>
                </a:lnTo>
                <a:lnTo>
                  <a:pt x="44606" y="158478"/>
                </a:lnTo>
                <a:lnTo>
                  <a:pt x="44605" y="158478"/>
                </a:lnTo>
                <a:lnTo>
                  <a:pt x="44604" y="158478"/>
                </a:lnTo>
                <a:lnTo>
                  <a:pt x="44603" y="158478"/>
                </a:lnTo>
                <a:lnTo>
                  <a:pt x="44602" y="158478"/>
                </a:lnTo>
                <a:lnTo>
                  <a:pt x="44602" y="158478"/>
                </a:lnTo>
                <a:lnTo>
                  <a:pt x="44601" y="158478"/>
                </a:lnTo>
                <a:lnTo>
                  <a:pt x="44600" y="158478"/>
                </a:lnTo>
                <a:lnTo>
                  <a:pt x="44599" y="158478"/>
                </a:lnTo>
                <a:lnTo>
                  <a:pt x="44598" y="158478"/>
                </a:lnTo>
                <a:lnTo>
                  <a:pt x="44597" y="158478"/>
                </a:lnTo>
                <a:lnTo>
                  <a:pt x="44597" y="158478"/>
                </a:lnTo>
                <a:lnTo>
                  <a:pt x="44596" y="158478"/>
                </a:lnTo>
                <a:lnTo>
                  <a:pt x="44595" y="158478"/>
                </a:lnTo>
                <a:lnTo>
                  <a:pt x="44594" y="158478"/>
                </a:lnTo>
                <a:lnTo>
                  <a:pt x="44593" y="158478"/>
                </a:lnTo>
                <a:lnTo>
                  <a:pt x="44592" y="158478"/>
                </a:lnTo>
                <a:lnTo>
                  <a:pt x="44592" y="158478"/>
                </a:lnTo>
                <a:lnTo>
                  <a:pt x="44591" y="158478"/>
                </a:lnTo>
                <a:lnTo>
                  <a:pt x="44590" y="158478"/>
                </a:lnTo>
                <a:lnTo>
                  <a:pt x="44589" y="158478"/>
                </a:lnTo>
                <a:lnTo>
                  <a:pt x="44588" y="158478"/>
                </a:lnTo>
                <a:lnTo>
                  <a:pt x="44587" y="158478"/>
                </a:lnTo>
                <a:lnTo>
                  <a:pt x="44587" y="158478"/>
                </a:lnTo>
                <a:lnTo>
                  <a:pt x="44586" y="158478"/>
                </a:lnTo>
                <a:lnTo>
                  <a:pt x="44585" y="158478"/>
                </a:lnTo>
                <a:lnTo>
                  <a:pt x="44584" y="158478"/>
                </a:lnTo>
                <a:lnTo>
                  <a:pt x="44583" y="158478"/>
                </a:lnTo>
                <a:lnTo>
                  <a:pt x="44582" y="158478"/>
                </a:lnTo>
                <a:lnTo>
                  <a:pt x="44582" y="158478"/>
                </a:lnTo>
                <a:lnTo>
                  <a:pt x="44581" y="158478"/>
                </a:lnTo>
                <a:lnTo>
                  <a:pt x="44580" y="158478"/>
                </a:lnTo>
                <a:lnTo>
                  <a:pt x="44579" y="158478"/>
                </a:lnTo>
                <a:lnTo>
                  <a:pt x="44578" y="158478"/>
                </a:lnTo>
                <a:lnTo>
                  <a:pt x="44577" y="158478"/>
                </a:lnTo>
                <a:lnTo>
                  <a:pt x="44577" y="158478"/>
                </a:lnTo>
                <a:lnTo>
                  <a:pt x="44576" y="158478"/>
                </a:lnTo>
                <a:lnTo>
                  <a:pt x="44575" y="158478"/>
                </a:lnTo>
                <a:lnTo>
                  <a:pt x="44574" y="158478"/>
                </a:lnTo>
                <a:lnTo>
                  <a:pt x="44573" y="158478"/>
                </a:lnTo>
                <a:lnTo>
                  <a:pt x="44572" y="158478"/>
                </a:lnTo>
                <a:lnTo>
                  <a:pt x="44572" y="158478"/>
                </a:lnTo>
                <a:lnTo>
                  <a:pt x="44571" y="158478"/>
                </a:lnTo>
                <a:lnTo>
                  <a:pt x="44570" y="158478"/>
                </a:lnTo>
                <a:lnTo>
                  <a:pt x="44569" y="158478"/>
                </a:lnTo>
                <a:lnTo>
                  <a:pt x="44568" y="158478"/>
                </a:lnTo>
                <a:lnTo>
                  <a:pt x="44567" y="158478"/>
                </a:lnTo>
                <a:lnTo>
                  <a:pt x="44567" y="158478"/>
                </a:lnTo>
                <a:lnTo>
                  <a:pt x="44566" y="158478"/>
                </a:lnTo>
                <a:lnTo>
                  <a:pt x="44565" y="158478"/>
                </a:lnTo>
                <a:lnTo>
                  <a:pt x="44564" y="158478"/>
                </a:lnTo>
                <a:lnTo>
                  <a:pt x="44563" y="158478"/>
                </a:lnTo>
                <a:lnTo>
                  <a:pt x="44562" y="158478"/>
                </a:lnTo>
                <a:lnTo>
                  <a:pt x="44562" y="158478"/>
                </a:lnTo>
                <a:lnTo>
                  <a:pt x="44561" y="158478"/>
                </a:lnTo>
                <a:lnTo>
                  <a:pt x="44560" y="158478"/>
                </a:lnTo>
                <a:lnTo>
                  <a:pt x="44559" y="158478"/>
                </a:lnTo>
                <a:lnTo>
                  <a:pt x="44558" y="158478"/>
                </a:lnTo>
                <a:lnTo>
                  <a:pt x="44558" y="158478"/>
                </a:lnTo>
                <a:lnTo>
                  <a:pt x="44557" y="158478"/>
                </a:lnTo>
                <a:lnTo>
                  <a:pt x="44556" y="158478"/>
                </a:lnTo>
                <a:lnTo>
                  <a:pt x="44555" y="158478"/>
                </a:lnTo>
                <a:lnTo>
                  <a:pt x="44554" y="158478"/>
                </a:lnTo>
                <a:lnTo>
                  <a:pt x="44553" y="158478"/>
                </a:lnTo>
                <a:lnTo>
                  <a:pt x="44553" y="158478"/>
                </a:lnTo>
                <a:lnTo>
                  <a:pt x="44552" y="158478"/>
                </a:lnTo>
                <a:lnTo>
                  <a:pt x="44551" y="158478"/>
                </a:lnTo>
                <a:lnTo>
                  <a:pt x="44550" y="158478"/>
                </a:lnTo>
                <a:lnTo>
                  <a:pt x="44549" y="158478"/>
                </a:lnTo>
                <a:lnTo>
                  <a:pt x="44548" y="158478"/>
                </a:lnTo>
                <a:lnTo>
                  <a:pt x="44548" y="158478"/>
                </a:lnTo>
                <a:lnTo>
                  <a:pt x="44547" y="158478"/>
                </a:lnTo>
                <a:lnTo>
                  <a:pt x="44546" y="158478"/>
                </a:lnTo>
                <a:lnTo>
                  <a:pt x="44545" y="158478"/>
                </a:lnTo>
                <a:lnTo>
                  <a:pt x="44544" y="158478"/>
                </a:lnTo>
                <a:lnTo>
                  <a:pt x="44543" y="158478"/>
                </a:lnTo>
                <a:lnTo>
                  <a:pt x="44543" y="158478"/>
                </a:lnTo>
                <a:lnTo>
                  <a:pt x="44542" y="158478"/>
                </a:lnTo>
                <a:lnTo>
                  <a:pt x="44541" y="158478"/>
                </a:lnTo>
                <a:lnTo>
                  <a:pt x="44540" y="158478"/>
                </a:lnTo>
                <a:lnTo>
                  <a:pt x="44539" y="158478"/>
                </a:lnTo>
                <a:lnTo>
                  <a:pt x="44538" y="158478"/>
                </a:lnTo>
                <a:lnTo>
                  <a:pt x="44538" y="158478"/>
                </a:lnTo>
                <a:lnTo>
                  <a:pt x="44537" y="158478"/>
                </a:lnTo>
                <a:lnTo>
                  <a:pt x="44536" y="158478"/>
                </a:lnTo>
                <a:lnTo>
                  <a:pt x="44535" y="158478"/>
                </a:lnTo>
                <a:lnTo>
                  <a:pt x="44534" y="158478"/>
                </a:lnTo>
                <a:lnTo>
                  <a:pt x="44533" y="158478"/>
                </a:lnTo>
                <a:lnTo>
                  <a:pt x="44533" y="158478"/>
                </a:lnTo>
                <a:lnTo>
                  <a:pt x="44532" y="158478"/>
                </a:lnTo>
                <a:lnTo>
                  <a:pt x="44531" y="158478"/>
                </a:lnTo>
                <a:lnTo>
                  <a:pt x="44530" y="158478"/>
                </a:lnTo>
                <a:lnTo>
                  <a:pt x="44529" y="158478"/>
                </a:lnTo>
                <a:lnTo>
                  <a:pt x="44528" y="158478"/>
                </a:lnTo>
                <a:lnTo>
                  <a:pt x="44528" y="158478"/>
                </a:lnTo>
                <a:lnTo>
                  <a:pt x="44527" y="158478"/>
                </a:lnTo>
                <a:lnTo>
                  <a:pt x="44526" y="158478"/>
                </a:lnTo>
                <a:lnTo>
                  <a:pt x="44525" y="158478"/>
                </a:lnTo>
                <a:lnTo>
                  <a:pt x="44524" y="158478"/>
                </a:lnTo>
                <a:lnTo>
                  <a:pt x="44523" y="158478"/>
                </a:lnTo>
                <a:lnTo>
                  <a:pt x="44523" y="158478"/>
                </a:lnTo>
                <a:lnTo>
                  <a:pt x="44522" y="158478"/>
                </a:lnTo>
                <a:lnTo>
                  <a:pt x="44521" y="158478"/>
                </a:lnTo>
                <a:lnTo>
                  <a:pt x="44520" y="158478"/>
                </a:lnTo>
                <a:lnTo>
                  <a:pt x="44519" y="158478"/>
                </a:lnTo>
                <a:lnTo>
                  <a:pt x="44518" y="158478"/>
                </a:lnTo>
                <a:lnTo>
                  <a:pt x="44518" y="158478"/>
                </a:lnTo>
                <a:lnTo>
                  <a:pt x="44517" y="158478"/>
                </a:lnTo>
                <a:lnTo>
                  <a:pt x="44516" y="158478"/>
                </a:lnTo>
                <a:lnTo>
                  <a:pt x="44515" y="158478"/>
                </a:lnTo>
                <a:lnTo>
                  <a:pt x="44514" y="158478"/>
                </a:lnTo>
                <a:lnTo>
                  <a:pt x="44514" y="158478"/>
                </a:lnTo>
                <a:lnTo>
                  <a:pt x="44513" y="158478"/>
                </a:lnTo>
                <a:lnTo>
                  <a:pt x="44512" y="158478"/>
                </a:lnTo>
                <a:lnTo>
                  <a:pt x="44511" y="158478"/>
                </a:lnTo>
                <a:lnTo>
                  <a:pt x="44510" y="158478"/>
                </a:lnTo>
                <a:lnTo>
                  <a:pt x="44509" y="158478"/>
                </a:lnTo>
                <a:lnTo>
                  <a:pt x="44509" y="158478"/>
                </a:lnTo>
                <a:lnTo>
                  <a:pt x="44508" y="158478"/>
                </a:lnTo>
                <a:lnTo>
                  <a:pt x="44507" y="158478"/>
                </a:lnTo>
                <a:lnTo>
                  <a:pt x="44506" y="158478"/>
                </a:lnTo>
                <a:lnTo>
                  <a:pt x="44505" y="158478"/>
                </a:lnTo>
                <a:lnTo>
                  <a:pt x="44504" y="158478"/>
                </a:lnTo>
                <a:lnTo>
                  <a:pt x="44504" y="158478"/>
                </a:lnTo>
                <a:lnTo>
                  <a:pt x="44503" y="158478"/>
                </a:lnTo>
                <a:lnTo>
                  <a:pt x="44502" y="158478"/>
                </a:lnTo>
                <a:lnTo>
                  <a:pt x="44501" y="158478"/>
                </a:lnTo>
                <a:lnTo>
                  <a:pt x="44500" y="158478"/>
                </a:lnTo>
                <a:lnTo>
                  <a:pt x="44499" y="158478"/>
                </a:lnTo>
                <a:lnTo>
                  <a:pt x="44499" y="158478"/>
                </a:lnTo>
                <a:lnTo>
                  <a:pt x="44498" y="158478"/>
                </a:lnTo>
                <a:lnTo>
                  <a:pt x="44497" y="158478"/>
                </a:lnTo>
                <a:lnTo>
                  <a:pt x="44496" y="158478"/>
                </a:lnTo>
                <a:lnTo>
                  <a:pt x="44495" y="158478"/>
                </a:lnTo>
                <a:lnTo>
                  <a:pt x="44494" y="158478"/>
                </a:lnTo>
                <a:lnTo>
                  <a:pt x="44494" y="158478"/>
                </a:lnTo>
                <a:lnTo>
                  <a:pt x="44493" y="158478"/>
                </a:lnTo>
                <a:lnTo>
                  <a:pt x="44492" y="158478"/>
                </a:lnTo>
                <a:lnTo>
                  <a:pt x="44491" y="158478"/>
                </a:lnTo>
                <a:lnTo>
                  <a:pt x="44490" y="158478"/>
                </a:lnTo>
                <a:lnTo>
                  <a:pt x="44489" y="158478"/>
                </a:lnTo>
                <a:lnTo>
                  <a:pt x="44489" y="158478"/>
                </a:lnTo>
                <a:lnTo>
                  <a:pt x="44488" y="158478"/>
                </a:lnTo>
                <a:lnTo>
                  <a:pt x="44487" y="158478"/>
                </a:lnTo>
                <a:lnTo>
                  <a:pt x="44486" y="158478"/>
                </a:lnTo>
                <a:lnTo>
                  <a:pt x="44485" y="158478"/>
                </a:lnTo>
                <a:lnTo>
                  <a:pt x="44485" y="158478"/>
                </a:lnTo>
                <a:lnTo>
                  <a:pt x="44484" y="158478"/>
                </a:lnTo>
                <a:lnTo>
                  <a:pt x="44483" y="158478"/>
                </a:lnTo>
                <a:lnTo>
                  <a:pt x="44482" y="158478"/>
                </a:lnTo>
                <a:lnTo>
                  <a:pt x="44481" y="158478"/>
                </a:lnTo>
                <a:lnTo>
                  <a:pt x="44480" y="158478"/>
                </a:lnTo>
                <a:lnTo>
                  <a:pt x="44480" y="158478"/>
                </a:lnTo>
                <a:lnTo>
                  <a:pt x="44479" y="158478"/>
                </a:lnTo>
                <a:lnTo>
                  <a:pt x="44478" y="158478"/>
                </a:lnTo>
                <a:lnTo>
                  <a:pt x="44477" y="158478"/>
                </a:lnTo>
                <a:lnTo>
                  <a:pt x="44476" y="158478"/>
                </a:lnTo>
                <a:lnTo>
                  <a:pt x="44475" y="158478"/>
                </a:lnTo>
                <a:lnTo>
                  <a:pt x="44475" y="158478"/>
                </a:lnTo>
                <a:lnTo>
                  <a:pt x="44474" y="158478"/>
                </a:lnTo>
                <a:lnTo>
                  <a:pt x="44473" y="158478"/>
                </a:lnTo>
                <a:lnTo>
                  <a:pt x="44472" y="158478"/>
                </a:lnTo>
                <a:lnTo>
                  <a:pt x="44471" y="158478"/>
                </a:lnTo>
                <a:lnTo>
                  <a:pt x="44470" y="158478"/>
                </a:lnTo>
                <a:lnTo>
                  <a:pt x="44470" y="158478"/>
                </a:lnTo>
                <a:lnTo>
                  <a:pt x="44469" y="158478"/>
                </a:lnTo>
                <a:lnTo>
                  <a:pt x="44468" y="158478"/>
                </a:lnTo>
                <a:lnTo>
                  <a:pt x="44467" y="158478"/>
                </a:lnTo>
                <a:lnTo>
                  <a:pt x="44466" y="158478"/>
                </a:lnTo>
                <a:lnTo>
                  <a:pt x="44465" y="158478"/>
                </a:lnTo>
                <a:lnTo>
                  <a:pt x="44465" y="158478"/>
                </a:lnTo>
                <a:lnTo>
                  <a:pt x="44464" y="158478"/>
                </a:lnTo>
                <a:lnTo>
                  <a:pt x="44463" y="158478"/>
                </a:lnTo>
                <a:lnTo>
                  <a:pt x="44462" y="158478"/>
                </a:lnTo>
                <a:lnTo>
                  <a:pt x="44461" y="158478"/>
                </a:lnTo>
                <a:lnTo>
                  <a:pt x="44461" y="158478"/>
                </a:lnTo>
                <a:lnTo>
                  <a:pt x="44460" y="158478"/>
                </a:lnTo>
                <a:lnTo>
                  <a:pt x="44459" y="158478"/>
                </a:lnTo>
                <a:lnTo>
                  <a:pt x="44458" y="158478"/>
                </a:lnTo>
                <a:lnTo>
                  <a:pt x="44457" y="158478"/>
                </a:lnTo>
                <a:lnTo>
                  <a:pt x="44456" y="158478"/>
                </a:lnTo>
                <a:lnTo>
                  <a:pt x="44456" y="158478"/>
                </a:lnTo>
                <a:lnTo>
                  <a:pt x="44455" y="158478"/>
                </a:lnTo>
                <a:lnTo>
                  <a:pt x="44454" y="158478"/>
                </a:lnTo>
                <a:lnTo>
                  <a:pt x="44453" y="158478"/>
                </a:lnTo>
                <a:lnTo>
                  <a:pt x="44452" y="158478"/>
                </a:lnTo>
                <a:lnTo>
                  <a:pt x="44451" y="158478"/>
                </a:lnTo>
                <a:lnTo>
                  <a:pt x="44451" y="158478"/>
                </a:lnTo>
                <a:lnTo>
                  <a:pt x="44450" y="158478"/>
                </a:lnTo>
                <a:lnTo>
                  <a:pt x="44449" y="158478"/>
                </a:lnTo>
                <a:lnTo>
                  <a:pt x="44448" y="158478"/>
                </a:lnTo>
                <a:lnTo>
                  <a:pt x="44447" y="158478"/>
                </a:lnTo>
                <a:lnTo>
                  <a:pt x="44446" y="158478"/>
                </a:lnTo>
                <a:lnTo>
                  <a:pt x="44446" y="158478"/>
                </a:lnTo>
                <a:lnTo>
                  <a:pt x="44445" y="158478"/>
                </a:lnTo>
                <a:lnTo>
                  <a:pt x="44444" y="158478"/>
                </a:lnTo>
                <a:lnTo>
                  <a:pt x="44443" y="158478"/>
                </a:lnTo>
                <a:lnTo>
                  <a:pt x="44442" y="158478"/>
                </a:lnTo>
                <a:lnTo>
                  <a:pt x="44442" y="158478"/>
                </a:lnTo>
                <a:lnTo>
                  <a:pt x="44441" y="158478"/>
                </a:lnTo>
                <a:lnTo>
                  <a:pt x="44440" y="158478"/>
                </a:lnTo>
                <a:lnTo>
                  <a:pt x="44439" y="158478"/>
                </a:lnTo>
                <a:lnTo>
                  <a:pt x="44438" y="158478"/>
                </a:lnTo>
                <a:lnTo>
                  <a:pt x="44437" y="158478"/>
                </a:lnTo>
                <a:lnTo>
                  <a:pt x="44437" y="158478"/>
                </a:lnTo>
                <a:lnTo>
                  <a:pt x="44436" y="158478"/>
                </a:lnTo>
                <a:lnTo>
                  <a:pt x="44435" y="158478"/>
                </a:lnTo>
                <a:lnTo>
                  <a:pt x="44434" y="158478"/>
                </a:lnTo>
                <a:lnTo>
                  <a:pt x="44433" y="158478"/>
                </a:lnTo>
                <a:lnTo>
                  <a:pt x="44432" y="158478"/>
                </a:lnTo>
                <a:lnTo>
                  <a:pt x="44432" y="158478"/>
                </a:lnTo>
                <a:lnTo>
                  <a:pt x="44431" y="158478"/>
                </a:lnTo>
                <a:lnTo>
                  <a:pt x="44430" y="158478"/>
                </a:lnTo>
                <a:lnTo>
                  <a:pt x="44429" y="158478"/>
                </a:lnTo>
                <a:lnTo>
                  <a:pt x="44428" y="158478"/>
                </a:lnTo>
                <a:lnTo>
                  <a:pt x="44427" y="158478"/>
                </a:lnTo>
                <a:lnTo>
                  <a:pt x="44427" y="158478"/>
                </a:lnTo>
                <a:lnTo>
                  <a:pt x="44426" y="158478"/>
                </a:lnTo>
                <a:lnTo>
                  <a:pt x="44425" y="158478"/>
                </a:lnTo>
                <a:lnTo>
                  <a:pt x="44424" y="158478"/>
                </a:lnTo>
                <a:lnTo>
                  <a:pt x="44423" y="158478"/>
                </a:lnTo>
                <a:lnTo>
                  <a:pt x="44423" y="158478"/>
                </a:lnTo>
                <a:lnTo>
                  <a:pt x="44422" y="158478"/>
                </a:lnTo>
                <a:lnTo>
                  <a:pt x="44421" y="158478"/>
                </a:lnTo>
                <a:lnTo>
                  <a:pt x="44420" y="158478"/>
                </a:lnTo>
                <a:lnTo>
                  <a:pt x="44419" y="158478"/>
                </a:lnTo>
                <a:lnTo>
                  <a:pt x="44418" y="158478"/>
                </a:lnTo>
                <a:lnTo>
                  <a:pt x="44418" y="158478"/>
                </a:lnTo>
                <a:lnTo>
                  <a:pt x="44417" y="158478"/>
                </a:lnTo>
                <a:lnTo>
                  <a:pt x="44416" y="158478"/>
                </a:lnTo>
                <a:lnTo>
                  <a:pt x="44415" y="158478"/>
                </a:lnTo>
                <a:lnTo>
                  <a:pt x="44414" y="158478"/>
                </a:lnTo>
                <a:lnTo>
                  <a:pt x="44413" y="158478"/>
                </a:lnTo>
                <a:lnTo>
                  <a:pt x="44413" y="158478"/>
                </a:lnTo>
                <a:lnTo>
                  <a:pt x="44412" y="158478"/>
                </a:lnTo>
                <a:lnTo>
                  <a:pt x="44411" y="158478"/>
                </a:lnTo>
                <a:lnTo>
                  <a:pt x="44410" y="158478"/>
                </a:lnTo>
                <a:lnTo>
                  <a:pt x="44409" y="158478"/>
                </a:lnTo>
                <a:lnTo>
                  <a:pt x="44408" y="158478"/>
                </a:lnTo>
                <a:lnTo>
                  <a:pt x="44408" y="158478"/>
                </a:lnTo>
                <a:lnTo>
                  <a:pt x="44407" y="158478"/>
                </a:lnTo>
                <a:lnTo>
                  <a:pt x="44406" y="158478"/>
                </a:lnTo>
                <a:lnTo>
                  <a:pt x="44405" y="158478"/>
                </a:lnTo>
                <a:lnTo>
                  <a:pt x="44404" y="158478"/>
                </a:lnTo>
                <a:lnTo>
                  <a:pt x="44404" y="158478"/>
                </a:lnTo>
                <a:lnTo>
                  <a:pt x="44403" y="158478"/>
                </a:lnTo>
                <a:lnTo>
                  <a:pt x="44402" y="158478"/>
                </a:lnTo>
                <a:lnTo>
                  <a:pt x="44401" y="158478"/>
                </a:lnTo>
                <a:lnTo>
                  <a:pt x="44400" y="158478"/>
                </a:lnTo>
                <a:lnTo>
                  <a:pt x="44399" y="158478"/>
                </a:lnTo>
                <a:lnTo>
                  <a:pt x="44399" y="158478"/>
                </a:lnTo>
                <a:lnTo>
                  <a:pt x="44398" y="158478"/>
                </a:lnTo>
                <a:lnTo>
                  <a:pt x="44397" y="158478"/>
                </a:lnTo>
                <a:lnTo>
                  <a:pt x="44396" y="158478"/>
                </a:lnTo>
                <a:lnTo>
                  <a:pt x="44395" y="158478"/>
                </a:lnTo>
                <a:lnTo>
                  <a:pt x="44394" y="158478"/>
                </a:lnTo>
                <a:lnTo>
                  <a:pt x="44394" y="158478"/>
                </a:lnTo>
                <a:lnTo>
                  <a:pt x="44393" y="158478"/>
                </a:lnTo>
                <a:lnTo>
                  <a:pt x="44392" y="158478"/>
                </a:lnTo>
                <a:lnTo>
                  <a:pt x="44391" y="158478"/>
                </a:lnTo>
                <a:lnTo>
                  <a:pt x="44390" y="158478"/>
                </a:lnTo>
                <a:lnTo>
                  <a:pt x="44390" y="158478"/>
                </a:lnTo>
                <a:lnTo>
                  <a:pt x="44389" y="158478"/>
                </a:lnTo>
                <a:lnTo>
                  <a:pt x="44388" y="158478"/>
                </a:lnTo>
                <a:lnTo>
                  <a:pt x="44387" y="158478"/>
                </a:lnTo>
                <a:lnTo>
                  <a:pt x="44386" y="158478"/>
                </a:lnTo>
                <a:lnTo>
                  <a:pt x="44385" y="158478"/>
                </a:lnTo>
                <a:lnTo>
                  <a:pt x="44385" y="158478"/>
                </a:lnTo>
                <a:lnTo>
                  <a:pt x="44384" y="158478"/>
                </a:lnTo>
                <a:lnTo>
                  <a:pt x="44383" y="158478"/>
                </a:lnTo>
                <a:lnTo>
                  <a:pt x="44382" y="158478"/>
                </a:lnTo>
                <a:lnTo>
                  <a:pt x="44381" y="158478"/>
                </a:lnTo>
                <a:lnTo>
                  <a:pt x="44380" y="158478"/>
                </a:lnTo>
                <a:lnTo>
                  <a:pt x="44380" y="158478"/>
                </a:lnTo>
                <a:lnTo>
                  <a:pt x="44379" y="158478"/>
                </a:lnTo>
                <a:lnTo>
                  <a:pt x="44378" y="158478"/>
                </a:lnTo>
                <a:lnTo>
                  <a:pt x="44377" y="158478"/>
                </a:lnTo>
                <a:lnTo>
                  <a:pt x="44376" y="158478"/>
                </a:lnTo>
                <a:lnTo>
                  <a:pt x="44375" y="158478"/>
                </a:lnTo>
                <a:lnTo>
                  <a:pt x="44375" y="158478"/>
                </a:lnTo>
                <a:lnTo>
                  <a:pt x="44374" y="158478"/>
                </a:lnTo>
                <a:lnTo>
                  <a:pt x="44373" y="158478"/>
                </a:lnTo>
                <a:lnTo>
                  <a:pt x="44372" y="158478"/>
                </a:lnTo>
                <a:lnTo>
                  <a:pt x="44371" y="158478"/>
                </a:lnTo>
                <a:lnTo>
                  <a:pt x="44371" y="158478"/>
                </a:lnTo>
                <a:lnTo>
                  <a:pt x="44370" y="158478"/>
                </a:lnTo>
                <a:lnTo>
                  <a:pt x="44369" y="158478"/>
                </a:lnTo>
                <a:lnTo>
                  <a:pt x="44368" y="158478"/>
                </a:lnTo>
                <a:lnTo>
                  <a:pt x="44367" y="158478"/>
                </a:lnTo>
                <a:lnTo>
                  <a:pt x="44366" y="158478"/>
                </a:lnTo>
                <a:lnTo>
                  <a:pt x="44366" y="158478"/>
                </a:lnTo>
                <a:lnTo>
                  <a:pt x="44365" y="158478"/>
                </a:lnTo>
                <a:lnTo>
                  <a:pt x="44364" y="158478"/>
                </a:lnTo>
                <a:lnTo>
                  <a:pt x="44363" y="158478"/>
                </a:lnTo>
                <a:lnTo>
                  <a:pt x="44362" y="158478"/>
                </a:lnTo>
                <a:lnTo>
                  <a:pt x="44361" y="158478"/>
                </a:lnTo>
                <a:lnTo>
                  <a:pt x="44361" y="158478"/>
                </a:lnTo>
                <a:lnTo>
                  <a:pt x="44360" y="158478"/>
                </a:lnTo>
                <a:lnTo>
                  <a:pt x="44359" y="158478"/>
                </a:lnTo>
                <a:lnTo>
                  <a:pt x="44358" y="158478"/>
                </a:lnTo>
                <a:lnTo>
                  <a:pt x="44357" y="158478"/>
                </a:lnTo>
                <a:lnTo>
                  <a:pt x="44357" y="158478"/>
                </a:lnTo>
                <a:lnTo>
                  <a:pt x="44356" y="158478"/>
                </a:lnTo>
                <a:lnTo>
                  <a:pt x="44355" y="158478"/>
                </a:lnTo>
                <a:lnTo>
                  <a:pt x="44354" y="158478"/>
                </a:lnTo>
                <a:lnTo>
                  <a:pt x="44353" y="158478"/>
                </a:lnTo>
                <a:lnTo>
                  <a:pt x="44352" y="158478"/>
                </a:lnTo>
                <a:lnTo>
                  <a:pt x="44352" y="158478"/>
                </a:lnTo>
                <a:lnTo>
                  <a:pt x="44351" y="158478"/>
                </a:lnTo>
                <a:lnTo>
                  <a:pt x="44350" y="158478"/>
                </a:lnTo>
                <a:lnTo>
                  <a:pt x="44349" y="158478"/>
                </a:lnTo>
                <a:lnTo>
                  <a:pt x="44348" y="158478"/>
                </a:lnTo>
                <a:lnTo>
                  <a:pt x="44347" y="158478"/>
                </a:lnTo>
                <a:lnTo>
                  <a:pt x="44347" y="158478"/>
                </a:lnTo>
                <a:lnTo>
                  <a:pt x="44346" y="158478"/>
                </a:lnTo>
                <a:lnTo>
                  <a:pt x="44345" y="158478"/>
                </a:lnTo>
                <a:lnTo>
                  <a:pt x="44344" y="158478"/>
                </a:lnTo>
                <a:lnTo>
                  <a:pt x="44343" y="158478"/>
                </a:lnTo>
                <a:lnTo>
                  <a:pt x="44343" y="158478"/>
                </a:lnTo>
                <a:lnTo>
                  <a:pt x="44342" y="158478"/>
                </a:lnTo>
                <a:lnTo>
                  <a:pt x="44341" y="158478"/>
                </a:lnTo>
                <a:lnTo>
                  <a:pt x="44340" y="158478"/>
                </a:lnTo>
                <a:lnTo>
                  <a:pt x="44339" y="158478"/>
                </a:lnTo>
                <a:lnTo>
                  <a:pt x="44338" y="158478"/>
                </a:lnTo>
                <a:lnTo>
                  <a:pt x="44338" y="158478"/>
                </a:lnTo>
                <a:lnTo>
                  <a:pt x="44337" y="158478"/>
                </a:lnTo>
                <a:lnTo>
                  <a:pt x="44336" y="158478"/>
                </a:lnTo>
                <a:lnTo>
                  <a:pt x="44335" y="158478"/>
                </a:lnTo>
                <a:lnTo>
                  <a:pt x="44334" y="158478"/>
                </a:lnTo>
                <a:lnTo>
                  <a:pt x="44334" y="158478"/>
                </a:lnTo>
                <a:lnTo>
                  <a:pt x="44333" y="158478"/>
                </a:lnTo>
                <a:lnTo>
                  <a:pt x="44332" y="158478"/>
                </a:lnTo>
                <a:lnTo>
                  <a:pt x="44331" y="158478"/>
                </a:lnTo>
                <a:lnTo>
                  <a:pt x="44330" y="158478"/>
                </a:lnTo>
                <a:lnTo>
                  <a:pt x="44329" y="158478"/>
                </a:lnTo>
                <a:lnTo>
                  <a:pt x="44329" y="158478"/>
                </a:lnTo>
                <a:lnTo>
                  <a:pt x="44328" y="158478"/>
                </a:lnTo>
                <a:lnTo>
                  <a:pt x="44327" y="158478"/>
                </a:lnTo>
                <a:lnTo>
                  <a:pt x="44326" y="158478"/>
                </a:lnTo>
                <a:lnTo>
                  <a:pt x="44325" y="158478"/>
                </a:lnTo>
                <a:lnTo>
                  <a:pt x="44324" y="158478"/>
                </a:lnTo>
                <a:lnTo>
                  <a:pt x="44324" y="158478"/>
                </a:lnTo>
                <a:lnTo>
                  <a:pt x="44323" y="158478"/>
                </a:lnTo>
                <a:lnTo>
                  <a:pt x="44322" y="158478"/>
                </a:lnTo>
                <a:lnTo>
                  <a:pt x="44321" y="158478"/>
                </a:lnTo>
                <a:lnTo>
                  <a:pt x="44320" y="158478"/>
                </a:lnTo>
                <a:lnTo>
                  <a:pt x="44320" y="158478"/>
                </a:lnTo>
                <a:lnTo>
                  <a:pt x="44319" y="158478"/>
                </a:lnTo>
                <a:lnTo>
                  <a:pt x="44318" y="158478"/>
                </a:lnTo>
                <a:lnTo>
                  <a:pt x="44317" y="158478"/>
                </a:lnTo>
                <a:lnTo>
                  <a:pt x="44316" y="158478"/>
                </a:lnTo>
                <a:lnTo>
                  <a:pt x="44315" y="158478"/>
                </a:lnTo>
                <a:lnTo>
                  <a:pt x="44315" y="158478"/>
                </a:lnTo>
                <a:lnTo>
                  <a:pt x="44314" y="158478"/>
                </a:lnTo>
                <a:lnTo>
                  <a:pt x="44313" y="158478"/>
                </a:lnTo>
                <a:lnTo>
                  <a:pt x="44312" y="158478"/>
                </a:lnTo>
                <a:lnTo>
                  <a:pt x="44311" y="158478"/>
                </a:lnTo>
                <a:lnTo>
                  <a:pt x="44310" y="158478"/>
                </a:lnTo>
                <a:lnTo>
                  <a:pt x="44310" y="158478"/>
                </a:lnTo>
                <a:lnTo>
                  <a:pt x="44309" y="158478"/>
                </a:lnTo>
                <a:lnTo>
                  <a:pt x="44308" y="158478"/>
                </a:lnTo>
                <a:lnTo>
                  <a:pt x="44307" y="158478"/>
                </a:lnTo>
                <a:lnTo>
                  <a:pt x="44306" y="158478"/>
                </a:lnTo>
                <a:lnTo>
                  <a:pt x="44306" y="158478"/>
                </a:lnTo>
                <a:lnTo>
                  <a:pt x="44305" y="158478"/>
                </a:lnTo>
                <a:lnTo>
                  <a:pt x="44304" y="158478"/>
                </a:lnTo>
                <a:lnTo>
                  <a:pt x="44303" y="158478"/>
                </a:lnTo>
                <a:lnTo>
                  <a:pt x="44302" y="158478"/>
                </a:lnTo>
                <a:lnTo>
                  <a:pt x="44301" y="158478"/>
                </a:lnTo>
                <a:lnTo>
                  <a:pt x="44301" y="158478"/>
                </a:lnTo>
                <a:lnTo>
                  <a:pt x="44300" y="158478"/>
                </a:lnTo>
                <a:lnTo>
                  <a:pt x="44299" y="158478"/>
                </a:lnTo>
                <a:lnTo>
                  <a:pt x="44298" y="158478"/>
                </a:lnTo>
                <a:lnTo>
                  <a:pt x="44297" y="158478"/>
                </a:lnTo>
                <a:lnTo>
                  <a:pt x="44297" y="158478"/>
                </a:lnTo>
                <a:lnTo>
                  <a:pt x="44296" y="158478"/>
                </a:lnTo>
                <a:lnTo>
                  <a:pt x="44295" y="158478"/>
                </a:lnTo>
                <a:lnTo>
                  <a:pt x="44294" y="158478"/>
                </a:lnTo>
                <a:lnTo>
                  <a:pt x="44293" y="158478"/>
                </a:lnTo>
                <a:lnTo>
                  <a:pt x="44292" y="158478"/>
                </a:lnTo>
                <a:lnTo>
                  <a:pt x="44292" y="158478"/>
                </a:lnTo>
                <a:lnTo>
                  <a:pt x="44291" y="158478"/>
                </a:lnTo>
                <a:lnTo>
                  <a:pt x="44290" y="158478"/>
                </a:lnTo>
                <a:lnTo>
                  <a:pt x="44289" y="158478"/>
                </a:lnTo>
                <a:lnTo>
                  <a:pt x="44288" y="158478"/>
                </a:lnTo>
                <a:lnTo>
                  <a:pt x="44287" y="158478"/>
                </a:lnTo>
                <a:lnTo>
                  <a:pt x="44287" y="158478"/>
                </a:lnTo>
                <a:lnTo>
                  <a:pt x="44286" y="158478"/>
                </a:lnTo>
                <a:lnTo>
                  <a:pt x="44285" y="158478"/>
                </a:lnTo>
                <a:lnTo>
                  <a:pt x="44284" y="158478"/>
                </a:lnTo>
                <a:lnTo>
                  <a:pt x="44283" y="158478"/>
                </a:lnTo>
                <a:lnTo>
                  <a:pt x="44283" y="158478"/>
                </a:lnTo>
                <a:lnTo>
                  <a:pt x="44282" y="158478"/>
                </a:lnTo>
                <a:lnTo>
                  <a:pt x="44281" y="158478"/>
                </a:lnTo>
                <a:lnTo>
                  <a:pt x="44280" y="158478"/>
                </a:lnTo>
                <a:lnTo>
                  <a:pt x="44279" y="158478"/>
                </a:lnTo>
                <a:lnTo>
                  <a:pt x="44278" y="158478"/>
                </a:lnTo>
                <a:lnTo>
                  <a:pt x="44278" y="158478"/>
                </a:lnTo>
                <a:lnTo>
                  <a:pt x="44277" y="158478"/>
                </a:lnTo>
                <a:lnTo>
                  <a:pt x="44276" y="158478"/>
                </a:lnTo>
                <a:lnTo>
                  <a:pt x="44275" y="158478"/>
                </a:lnTo>
                <a:lnTo>
                  <a:pt x="44274" y="158478"/>
                </a:lnTo>
                <a:lnTo>
                  <a:pt x="44274" y="158478"/>
                </a:lnTo>
                <a:lnTo>
                  <a:pt x="44273" y="158478"/>
                </a:lnTo>
                <a:lnTo>
                  <a:pt x="44272" y="158478"/>
                </a:lnTo>
                <a:lnTo>
                  <a:pt x="44271" y="158478"/>
                </a:lnTo>
                <a:lnTo>
                  <a:pt x="44270" y="158478"/>
                </a:lnTo>
                <a:lnTo>
                  <a:pt x="44269" y="158478"/>
                </a:lnTo>
                <a:lnTo>
                  <a:pt x="44269" y="158478"/>
                </a:lnTo>
                <a:lnTo>
                  <a:pt x="44268" y="158478"/>
                </a:lnTo>
                <a:lnTo>
                  <a:pt x="44267" y="158478"/>
                </a:lnTo>
                <a:lnTo>
                  <a:pt x="44266" y="158478"/>
                </a:lnTo>
                <a:lnTo>
                  <a:pt x="44265" y="158478"/>
                </a:lnTo>
                <a:lnTo>
                  <a:pt x="44265" y="158478"/>
                </a:lnTo>
                <a:lnTo>
                  <a:pt x="44264" y="158478"/>
                </a:lnTo>
                <a:lnTo>
                  <a:pt x="44263" y="158478"/>
                </a:lnTo>
                <a:lnTo>
                  <a:pt x="44262" y="158478"/>
                </a:lnTo>
                <a:lnTo>
                  <a:pt x="44261" y="158478"/>
                </a:lnTo>
                <a:lnTo>
                  <a:pt x="44260" y="158478"/>
                </a:lnTo>
                <a:lnTo>
                  <a:pt x="44260" y="158478"/>
                </a:lnTo>
                <a:lnTo>
                  <a:pt x="44259" y="158478"/>
                </a:lnTo>
                <a:lnTo>
                  <a:pt x="44258" y="158478"/>
                </a:lnTo>
                <a:lnTo>
                  <a:pt x="44257" y="158478"/>
                </a:lnTo>
                <a:lnTo>
                  <a:pt x="44256" y="158478"/>
                </a:lnTo>
                <a:lnTo>
                  <a:pt x="44255" y="158478"/>
                </a:lnTo>
                <a:lnTo>
                  <a:pt x="44255" y="158478"/>
                </a:lnTo>
                <a:lnTo>
                  <a:pt x="44254" y="158478"/>
                </a:lnTo>
                <a:lnTo>
                  <a:pt x="44253" y="158478"/>
                </a:lnTo>
                <a:lnTo>
                  <a:pt x="44252" y="158478"/>
                </a:lnTo>
                <a:lnTo>
                  <a:pt x="44251" y="158478"/>
                </a:lnTo>
                <a:lnTo>
                  <a:pt x="44251" y="158478"/>
                </a:lnTo>
                <a:lnTo>
                  <a:pt x="44250" y="158478"/>
                </a:lnTo>
                <a:lnTo>
                  <a:pt x="44249" y="158478"/>
                </a:lnTo>
                <a:lnTo>
                  <a:pt x="44248" y="158478"/>
                </a:lnTo>
                <a:lnTo>
                  <a:pt x="44247" y="158478"/>
                </a:lnTo>
                <a:lnTo>
                  <a:pt x="44246" y="158478"/>
                </a:lnTo>
                <a:lnTo>
                  <a:pt x="44246" y="158478"/>
                </a:lnTo>
                <a:lnTo>
                  <a:pt x="44245" y="158478"/>
                </a:lnTo>
                <a:lnTo>
                  <a:pt x="44244" y="158478"/>
                </a:lnTo>
                <a:lnTo>
                  <a:pt x="44243" y="158478"/>
                </a:lnTo>
                <a:lnTo>
                  <a:pt x="44242" y="158478"/>
                </a:lnTo>
                <a:lnTo>
                  <a:pt x="44242" y="158478"/>
                </a:lnTo>
                <a:lnTo>
                  <a:pt x="44241" y="158478"/>
                </a:lnTo>
                <a:lnTo>
                  <a:pt x="44240" y="158478"/>
                </a:lnTo>
                <a:lnTo>
                  <a:pt x="44239" y="158478"/>
                </a:lnTo>
                <a:lnTo>
                  <a:pt x="44238" y="158478"/>
                </a:lnTo>
                <a:lnTo>
                  <a:pt x="44237" y="158478"/>
                </a:lnTo>
                <a:lnTo>
                  <a:pt x="44237" y="158478"/>
                </a:lnTo>
                <a:lnTo>
                  <a:pt x="44236" y="158478"/>
                </a:lnTo>
                <a:lnTo>
                  <a:pt x="44235" y="158478"/>
                </a:lnTo>
                <a:lnTo>
                  <a:pt x="44234" y="158478"/>
                </a:lnTo>
                <a:lnTo>
                  <a:pt x="44233" y="158478"/>
                </a:lnTo>
                <a:lnTo>
                  <a:pt x="44233" y="158478"/>
                </a:lnTo>
                <a:lnTo>
                  <a:pt x="44232" y="158478"/>
                </a:lnTo>
                <a:lnTo>
                  <a:pt x="44231" y="158478"/>
                </a:lnTo>
                <a:lnTo>
                  <a:pt x="44230" y="158478"/>
                </a:lnTo>
                <a:lnTo>
                  <a:pt x="44229" y="158478"/>
                </a:lnTo>
                <a:lnTo>
                  <a:pt x="44228" y="158478"/>
                </a:lnTo>
                <a:lnTo>
                  <a:pt x="44228" y="158478"/>
                </a:lnTo>
                <a:lnTo>
                  <a:pt x="44227" y="158478"/>
                </a:lnTo>
                <a:lnTo>
                  <a:pt x="44226" y="158478"/>
                </a:lnTo>
                <a:lnTo>
                  <a:pt x="44225" y="158478"/>
                </a:lnTo>
                <a:lnTo>
                  <a:pt x="44224" y="158478"/>
                </a:lnTo>
                <a:lnTo>
                  <a:pt x="44224" y="158478"/>
                </a:lnTo>
                <a:lnTo>
                  <a:pt x="44223" y="158478"/>
                </a:lnTo>
                <a:lnTo>
                  <a:pt x="44222" y="158478"/>
                </a:lnTo>
                <a:lnTo>
                  <a:pt x="44221" y="158478"/>
                </a:lnTo>
                <a:lnTo>
                  <a:pt x="44220" y="158478"/>
                </a:lnTo>
                <a:lnTo>
                  <a:pt x="44219" y="158478"/>
                </a:lnTo>
                <a:lnTo>
                  <a:pt x="44219" y="158478"/>
                </a:lnTo>
                <a:lnTo>
                  <a:pt x="44218" y="158478"/>
                </a:lnTo>
                <a:lnTo>
                  <a:pt x="44217" y="158478"/>
                </a:lnTo>
                <a:lnTo>
                  <a:pt x="44216" y="158478"/>
                </a:lnTo>
                <a:lnTo>
                  <a:pt x="44215" y="158478"/>
                </a:lnTo>
                <a:lnTo>
                  <a:pt x="44215" y="158478"/>
                </a:lnTo>
                <a:lnTo>
                  <a:pt x="44214" y="158478"/>
                </a:lnTo>
                <a:lnTo>
                  <a:pt x="44213" y="158478"/>
                </a:lnTo>
                <a:lnTo>
                  <a:pt x="44212" y="158478"/>
                </a:lnTo>
                <a:lnTo>
                  <a:pt x="44211" y="158478"/>
                </a:lnTo>
                <a:lnTo>
                  <a:pt x="44210" y="158478"/>
                </a:lnTo>
                <a:lnTo>
                  <a:pt x="44210" y="158478"/>
                </a:lnTo>
                <a:lnTo>
                  <a:pt x="44209" y="158478"/>
                </a:lnTo>
                <a:lnTo>
                  <a:pt x="44208" y="158478"/>
                </a:lnTo>
                <a:lnTo>
                  <a:pt x="44207" y="158478"/>
                </a:lnTo>
                <a:lnTo>
                  <a:pt x="44206" y="158478"/>
                </a:lnTo>
                <a:lnTo>
                  <a:pt x="44206" y="158478"/>
                </a:lnTo>
                <a:lnTo>
                  <a:pt x="44205" y="158478"/>
                </a:lnTo>
                <a:lnTo>
                  <a:pt x="44204" y="158478"/>
                </a:lnTo>
                <a:lnTo>
                  <a:pt x="44203" y="158478"/>
                </a:lnTo>
                <a:lnTo>
                  <a:pt x="44202" y="158478"/>
                </a:lnTo>
                <a:lnTo>
                  <a:pt x="44201" y="158478"/>
                </a:lnTo>
                <a:lnTo>
                  <a:pt x="44201" y="158478"/>
                </a:lnTo>
                <a:lnTo>
                  <a:pt x="44200" y="158478"/>
                </a:lnTo>
                <a:lnTo>
                  <a:pt x="44199" y="158478"/>
                </a:lnTo>
                <a:lnTo>
                  <a:pt x="44198" y="158478"/>
                </a:lnTo>
                <a:lnTo>
                  <a:pt x="44197" y="158478"/>
                </a:lnTo>
                <a:lnTo>
                  <a:pt x="44197" y="158478"/>
                </a:lnTo>
                <a:lnTo>
                  <a:pt x="44196" y="158478"/>
                </a:lnTo>
                <a:lnTo>
                  <a:pt x="44195" y="158478"/>
                </a:lnTo>
                <a:lnTo>
                  <a:pt x="44194" y="158478"/>
                </a:lnTo>
                <a:lnTo>
                  <a:pt x="44193" y="158478"/>
                </a:lnTo>
                <a:lnTo>
                  <a:pt x="44192" y="158478"/>
                </a:lnTo>
                <a:lnTo>
                  <a:pt x="44192" y="158478"/>
                </a:lnTo>
                <a:lnTo>
                  <a:pt x="44191" y="158478"/>
                </a:lnTo>
                <a:lnTo>
                  <a:pt x="44190" y="158478"/>
                </a:lnTo>
                <a:lnTo>
                  <a:pt x="44189" y="158478"/>
                </a:lnTo>
                <a:lnTo>
                  <a:pt x="44188" y="158478"/>
                </a:lnTo>
                <a:lnTo>
                  <a:pt x="44188" y="158478"/>
                </a:lnTo>
                <a:lnTo>
                  <a:pt x="44187" y="158478"/>
                </a:lnTo>
                <a:lnTo>
                  <a:pt x="44186" y="158478"/>
                </a:lnTo>
                <a:lnTo>
                  <a:pt x="44185" y="158478"/>
                </a:lnTo>
                <a:lnTo>
                  <a:pt x="44184" y="158478"/>
                </a:lnTo>
                <a:lnTo>
                  <a:pt x="44183" y="158478"/>
                </a:lnTo>
                <a:lnTo>
                  <a:pt x="44183" y="158478"/>
                </a:lnTo>
                <a:lnTo>
                  <a:pt x="44182" y="158478"/>
                </a:lnTo>
                <a:lnTo>
                  <a:pt x="44181" y="158478"/>
                </a:lnTo>
                <a:lnTo>
                  <a:pt x="44180" y="158478"/>
                </a:lnTo>
                <a:lnTo>
                  <a:pt x="44179" y="158478"/>
                </a:lnTo>
                <a:lnTo>
                  <a:pt x="44179" y="158478"/>
                </a:lnTo>
                <a:lnTo>
                  <a:pt x="44178" y="158478"/>
                </a:lnTo>
                <a:lnTo>
                  <a:pt x="44177" y="158478"/>
                </a:lnTo>
                <a:lnTo>
                  <a:pt x="44176" y="158478"/>
                </a:lnTo>
                <a:lnTo>
                  <a:pt x="44175" y="158478"/>
                </a:lnTo>
                <a:lnTo>
                  <a:pt x="44174" y="158478"/>
                </a:lnTo>
                <a:lnTo>
                  <a:pt x="44174" y="158478"/>
                </a:lnTo>
                <a:lnTo>
                  <a:pt x="44173" y="158478"/>
                </a:lnTo>
                <a:lnTo>
                  <a:pt x="44172" y="158478"/>
                </a:lnTo>
                <a:lnTo>
                  <a:pt x="44171" y="158478"/>
                </a:lnTo>
                <a:lnTo>
                  <a:pt x="44170" y="158478"/>
                </a:lnTo>
                <a:lnTo>
                  <a:pt x="44170" y="158478"/>
                </a:lnTo>
                <a:lnTo>
                  <a:pt x="44169" y="158478"/>
                </a:lnTo>
                <a:lnTo>
                  <a:pt x="44168" y="158478"/>
                </a:lnTo>
                <a:lnTo>
                  <a:pt x="44167" y="158478"/>
                </a:lnTo>
                <a:lnTo>
                  <a:pt x="44166" y="158478"/>
                </a:lnTo>
                <a:lnTo>
                  <a:pt x="44166" y="158478"/>
                </a:lnTo>
                <a:lnTo>
                  <a:pt x="44165" y="158478"/>
                </a:lnTo>
                <a:lnTo>
                  <a:pt x="44164" y="158478"/>
                </a:lnTo>
                <a:lnTo>
                  <a:pt x="44163" y="158478"/>
                </a:lnTo>
                <a:lnTo>
                  <a:pt x="44162" y="158478"/>
                </a:lnTo>
                <a:lnTo>
                  <a:pt x="44161" y="158478"/>
                </a:lnTo>
                <a:lnTo>
                  <a:pt x="44161" y="158478"/>
                </a:lnTo>
                <a:lnTo>
                  <a:pt x="44160" y="158478"/>
                </a:lnTo>
                <a:lnTo>
                  <a:pt x="44159" y="158478"/>
                </a:lnTo>
                <a:lnTo>
                  <a:pt x="44158" y="158478"/>
                </a:lnTo>
                <a:lnTo>
                  <a:pt x="44157" y="158478"/>
                </a:lnTo>
                <a:lnTo>
                  <a:pt x="44157" y="158478"/>
                </a:lnTo>
                <a:lnTo>
                  <a:pt x="44156" y="158478"/>
                </a:lnTo>
                <a:lnTo>
                  <a:pt x="44155" y="158478"/>
                </a:lnTo>
                <a:lnTo>
                  <a:pt x="44154" y="158478"/>
                </a:lnTo>
                <a:lnTo>
                  <a:pt x="44153" y="158478"/>
                </a:lnTo>
                <a:lnTo>
                  <a:pt x="44152" y="158478"/>
                </a:lnTo>
                <a:lnTo>
                  <a:pt x="44152" y="158478"/>
                </a:lnTo>
                <a:lnTo>
                  <a:pt x="44151" y="158478"/>
                </a:lnTo>
                <a:lnTo>
                  <a:pt x="44150" y="158478"/>
                </a:lnTo>
                <a:lnTo>
                  <a:pt x="44149" y="158478"/>
                </a:lnTo>
                <a:lnTo>
                  <a:pt x="44148" y="158478"/>
                </a:lnTo>
                <a:lnTo>
                  <a:pt x="44148" y="158478"/>
                </a:lnTo>
                <a:lnTo>
                  <a:pt x="44147" y="158478"/>
                </a:lnTo>
                <a:lnTo>
                  <a:pt x="44146" y="158478"/>
                </a:lnTo>
                <a:lnTo>
                  <a:pt x="44145" y="158478"/>
                </a:lnTo>
                <a:lnTo>
                  <a:pt x="44144" y="158478"/>
                </a:lnTo>
                <a:lnTo>
                  <a:pt x="44143" y="158478"/>
                </a:lnTo>
                <a:lnTo>
                  <a:pt x="44143" y="158478"/>
                </a:lnTo>
                <a:lnTo>
                  <a:pt x="44142" y="158478"/>
                </a:lnTo>
                <a:lnTo>
                  <a:pt x="44141" y="158478"/>
                </a:lnTo>
                <a:lnTo>
                  <a:pt x="44140" y="158478"/>
                </a:lnTo>
                <a:lnTo>
                  <a:pt x="44139" y="158478"/>
                </a:lnTo>
                <a:lnTo>
                  <a:pt x="44139" y="158478"/>
                </a:lnTo>
                <a:lnTo>
                  <a:pt x="44138" y="158478"/>
                </a:lnTo>
                <a:lnTo>
                  <a:pt x="44137" y="158478"/>
                </a:lnTo>
                <a:lnTo>
                  <a:pt x="44136" y="158478"/>
                </a:lnTo>
                <a:lnTo>
                  <a:pt x="44135" y="158478"/>
                </a:lnTo>
                <a:lnTo>
                  <a:pt x="44135" y="158478"/>
                </a:lnTo>
                <a:lnTo>
                  <a:pt x="44134" y="158478"/>
                </a:lnTo>
                <a:lnTo>
                  <a:pt x="44133" y="158478"/>
                </a:lnTo>
                <a:lnTo>
                  <a:pt x="44132" y="158478"/>
                </a:lnTo>
                <a:lnTo>
                  <a:pt x="44131" y="158478"/>
                </a:lnTo>
                <a:lnTo>
                  <a:pt x="44130" y="158478"/>
                </a:lnTo>
                <a:lnTo>
                  <a:pt x="44130" y="158478"/>
                </a:lnTo>
                <a:lnTo>
                  <a:pt x="44129" y="158478"/>
                </a:lnTo>
                <a:lnTo>
                  <a:pt x="44128" y="158478"/>
                </a:lnTo>
                <a:lnTo>
                  <a:pt x="44127" y="158478"/>
                </a:lnTo>
                <a:lnTo>
                  <a:pt x="44126" y="158478"/>
                </a:lnTo>
                <a:lnTo>
                  <a:pt x="44126" y="158478"/>
                </a:lnTo>
                <a:lnTo>
                  <a:pt x="44125" y="158478"/>
                </a:lnTo>
                <a:lnTo>
                  <a:pt x="44124" y="158478"/>
                </a:lnTo>
                <a:lnTo>
                  <a:pt x="44123" y="158478"/>
                </a:lnTo>
                <a:lnTo>
                  <a:pt x="44122" y="158478"/>
                </a:lnTo>
                <a:lnTo>
                  <a:pt x="44121" y="158478"/>
                </a:lnTo>
                <a:lnTo>
                  <a:pt x="44121" y="158478"/>
                </a:lnTo>
                <a:lnTo>
                  <a:pt x="44120" y="158478"/>
                </a:lnTo>
                <a:lnTo>
                  <a:pt x="44119" y="158478"/>
                </a:lnTo>
                <a:lnTo>
                  <a:pt x="44118" y="158478"/>
                </a:lnTo>
                <a:lnTo>
                  <a:pt x="44117" y="158478"/>
                </a:lnTo>
                <a:lnTo>
                  <a:pt x="44117" y="158478"/>
                </a:lnTo>
                <a:lnTo>
                  <a:pt x="44116" y="158478"/>
                </a:lnTo>
                <a:lnTo>
                  <a:pt x="44115" y="158478"/>
                </a:lnTo>
                <a:lnTo>
                  <a:pt x="44114" y="158478"/>
                </a:lnTo>
                <a:lnTo>
                  <a:pt x="44113" y="158478"/>
                </a:lnTo>
                <a:lnTo>
                  <a:pt x="44113" y="158478"/>
                </a:lnTo>
                <a:lnTo>
                  <a:pt x="44112" y="158478"/>
                </a:lnTo>
                <a:lnTo>
                  <a:pt x="44111" y="158478"/>
                </a:lnTo>
                <a:lnTo>
                  <a:pt x="44110" y="158478"/>
                </a:lnTo>
                <a:lnTo>
                  <a:pt x="44109" y="158478"/>
                </a:lnTo>
                <a:lnTo>
                  <a:pt x="44108" y="158478"/>
                </a:lnTo>
                <a:lnTo>
                  <a:pt x="44108" y="158478"/>
                </a:lnTo>
                <a:lnTo>
                  <a:pt x="44107" y="158478"/>
                </a:lnTo>
                <a:lnTo>
                  <a:pt x="44106" y="158478"/>
                </a:lnTo>
                <a:lnTo>
                  <a:pt x="44105" y="158478"/>
                </a:lnTo>
                <a:lnTo>
                  <a:pt x="44104" y="158478"/>
                </a:lnTo>
                <a:lnTo>
                  <a:pt x="44104" y="158478"/>
                </a:lnTo>
                <a:lnTo>
                  <a:pt x="44103" y="158478"/>
                </a:lnTo>
                <a:lnTo>
                  <a:pt x="44102" y="158478"/>
                </a:lnTo>
                <a:lnTo>
                  <a:pt x="44101" y="158478"/>
                </a:lnTo>
                <a:lnTo>
                  <a:pt x="44100" y="158478"/>
                </a:lnTo>
                <a:lnTo>
                  <a:pt x="44099" y="158478"/>
                </a:lnTo>
                <a:lnTo>
                  <a:pt x="44099" y="158478"/>
                </a:lnTo>
                <a:lnTo>
                  <a:pt x="44098" y="158478"/>
                </a:lnTo>
                <a:lnTo>
                  <a:pt x="44097" y="158478"/>
                </a:lnTo>
                <a:lnTo>
                  <a:pt x="44096" y="158478"/>
                </a:lnTo>
                <a:lnTo>
                  <a:pt x="44095" y="158478"/>
                </a:lnTo>
                <a:lnTo>
                  <a:pt x="44095" y="158478"/>
                </a:lnTo>
                <a:lnTo>
                  <a:pt x="44094" y="158478"/>
                </a:lnTo>
                <a:lnTo>
                  <a:pt x="44093" y="158478"/>
                </a:lnTo>
                <a:lnTo>
                  <a:pt x="44092" y="158478"/>
                </a:lnTo>
                <a:lnTo>
                  <a:pt x="44091" y="158478"/>
                </a:lnTo>
                <a:lnTo>
                  <a:pt x="44091" y="158478"/>
                </a:lnTo>
                <a:lnTo>
                  <a:pt x="44090" y="158478"/>
                </a:lnTo>
                <a:lnTo>
                  <a:pt x="44089" y="158478"/>
                </a:lnTo>
                <a:lnTo>
                  <a:pt x="44088" y="158478"/>
                </a:lnTo>
                <a:lnTo>
                  <a:pt x="44087" y="158478"/>
                </a:lnTo>
                <a:lnTo>
                  <a:pt x="44086" y="158478"/>
                </a:lnTo>
                <a:lnTo>
                  <a:pt x="44086" y="158478"/>
                </a:lnTo>
                <a:lnTo>
                  <a:pt x="44085" y="158478"/>
                </a:lnTo>
                <a:lnTo>
                  <a:pt x="44084" y="158478"/>
                </a:lnTo>
                <a:lnTo>
                  <a:pt x="44083" y="158478"/>
                </a:lnTo>
                <a:lnTo>
                  <a:pt x="44082" y="158478"/>
                </a:lnTo>
                <a:lnTo>
                  <a:pt x="44082" y="158478"/>
                </a:lnTo>
                <a:lnTo>
                  <a:pt x="44081" y="158478"/>
                </a:lnTo>
                <a:lnTo>
                  <a:pt x="44080" y="158478"/>
                </a:lnTo>
                <a:lnTo>
                  <a:pt x="44079" y="158478"/>
                </a:lnTo>
                <a:lnTo>
                  <a:pt x="44078" y="158478"/>
                </a:lnTo>
                <a:lnTo>
                  <a:pt x="44078" y="158478"/>
                </a:lnTo>
                <a:lnTo>
                  <a:pt x="44077" y="158478"/>
                </a:lnTo>
                <a:lnTo>
                  <a:pt x="44076" y="158478"/>
                </a:lnTo>
                <a:lnTo>
                  <a:pt x="44075" y="158478"/>
                </a:lnTo>
                <a:lnTo>
                  <a:pt x="44074" y="158478"/>
                </a:lnTo>
                <a:lnTo>
                  <a:pt x="44073" y="158478"/>
                </a:lnTo>
                <a:lnTo>
                  <a:pt x="44073" y="158478"/>
                </a:lnTo>
                <a:lnTo>
                  <a:pt x="44072" y="158478"/>
                </a:lnTo>
                <a:lnTo>
                  <a:pt x="44071" y="158478"/>
                </a:lnTo>
                <a:lnTo>
                  <a:pt x="44070" y="158478"/>
                </a:lnTo>
                <a:lnTo>
                  <a:pt x="44069" y="158478"/>
                </a:lnTo>
                <a:lnTo>
                  <a:pt x="44069" y="158478"/>
                </a:lnTo>
                <a:lnTo>
                  <a:pt x="44068" y="158478"/>
                </a:lnTo>
                <a:lnTo>
                  <a:pt x="44067" y="158478"/>
                </a:lnTo>
                <a:lnTo>
                  <a:pt x="44066" y="158478"/>
                </a:lnTo>
                <a:lnTo>
                  <a:pt x="44065" y="158478"/>
                </a:lnTo>
                <a:lnTo>
                  <a:pt x="44064" y="158478"/>
                </a:lnTo>
                <a:lnTo>
                  <a:pt x="44064" y="158478"/>
                </a:lnTo>
                <a:lnTo>
                  <a:pt x="44063" y="158478"/>
                </a:lnTo>
                <a:lnTo>
                  <a:pt x="44062" y="158478"/>
                </a:lnTo>
                <a:lnTo>
                  <a:pt x="44061" y="158478"/>
                </a:lnTo>
                <a:lnTo>
                  <a:pt x="44060" y="158478"/>
                </a:lnTo>
                <a:lnTo>
                  <a:pt x="44060" y="158478"/>
                </a:lnTo>
                <a:lnTo>
                  <a:pt x="44059" y="158478"/>
                </a:lnTo>
                <a:lnTo>
                  <a:pt x="44058" y="158478"/>
                </a:lnTo>
                <a:lnTo>
                  <a:pt x="44057" y="158478"/>
                </a:lnTo>
                <a:lnTo>
                  <a:pt x="44056" y="158478"/>
                </a:lnTo>
                <a:lnTo>
                  <a:pt x="44056" y="158478"/>
                </a:lnTo>
                <a:lnTo>
                  <a:pt x="44055" y="158478"/>
                </a:lnTo>
                <a:lnTo>
                  <a:pt x="44054" y="158478"/>
                </a:lnTo>
                <a:lnTo>
                  <a:pt x="44053" y="158478"/>
                </a:lnTo>
                <a:lnTo>
                  <a:pt x="44052" y="158478"/>
                </a:lnTo>
                <a:lnTo>
                  <a:pt x="44052" y="158478"/>
                </a:lnTo>
                <a:lnTo>
                  <a:pt x="44051" y="158478"/>
                </a:lnTo>
                <a:lnTo>
                  <a:pt x="44050" y="158478"/>
                </a:lnTo>
                <a:lnTo>
                  <a:pt x="44049" y="158478"/>
                </a:lnTo>
                <a:lnTo>
                  <a:pt x="44048" y="158478"/>
                </a:lnTo>
                <a:lnTo>
                  <a:pt x="44047" y="158478"/>
                </a:lnTo>
                <a:lnTo>
                  <a:pt x="44047" y="158478"/>
                </a:lnTo>
                <a:lnTo>
                  <a:pt x="44046" y="158478"/>
                </a:lnTo>
                <a:lnTo>
                  <a:pt x="44045" y="158478"/>
                </a:lnTo>
                <a:lnTo>
                  <a:pt x="44044" y="158478"/>
                </a:lnTo>
                <a:lnTo>
                  <a:pt x="44043" y="158478"/>
                </a:lnTo>
                <a:lnTo>
                  <a:pt x="44043" y="158478"/>
                </a:lnTo>
                <a:lnTo>
                  <a:pt x="44042" y="158478"/>
                </a:lnTo>
                <a:lnTo>
                  <a:pt x="44041" y="158478"/>
                </a:lnTo>
                <a:lnTo>
                  <a:pt x="44040" y="158478"/>
                </a:lnTo>
                <a:lnTo>
                  <a:pt x="44039" y="158478"/>
                </a:lnTo>
                <a:lnTo>
                  <a:pt x="44039" y="158478"/>
                </a:lnTo>
                <a:lnTo>
                  <a:pt x="44038" y="158478"/>
                </a:lnTo>
                <a:lnTo>
                  <a:pt x="44037" y="158478"/>
                </a:lnTo>
                <a:lnTo>
                  <a:pt x="44036" y="158478"/>
                </a:lnTo>
                <a:lnTo>
                  <a:pt x="44035" y="158478"/>
                </a:lnTo>
                <a:lnTo>
                  <a:pt x="44034" y="158478"/>
                </a:lnTo>
                <a:lnTo>
                  <a:pt x="44034" y="158478"/>
                </a:lnTo>
                <a:lnTo>
                  <a:pt x="44033" y="158478"/>
                </a:lnTo>
                <a:lnTo>
                  <a:pt x="44032" y="158478"/>
                </a:lnTo>
                <a:lnTo>
                  <a:pt x="44031" y="158478"/>
                </a:lnTo>
                <a:lnTo>
                  <a:pt x="44030" y="158478"/>
                </a:lnTo>
                <a:lnTo>
                  <a:pt x="44030" y="158478"/>
                </a:lnTo>
                <a:lnTo>
                  <a:pt x="44029" y="158478"/>
                </a:lnTo>
                <a:lnTo>
                  <a:pt x="44028" y="158478"/>
                </a:lnTo>
                <a:lnTo>
                  <a:pt x="44027" y="158478"/>
                </a:lnTo>
                <a:lnTo>
                  <a:pt x="44026" y="158478"/>
                </a:lnTo>
                <a:lnTo>
                  <a:pt x="44026" y="158478"/>
                </a:lnTo>
                <a:lnTo>
                  <a:pt x="44025" y="158478"/>
                </a:lnTo>
                <a:lnTo>
                  <a:pt x="44024" y="158478"/>
                </a:lnTo>
                <a:lnTo>
                  <a:pt x="44023" y="158478"/>
                </a:lnTo>
                <a:lnTo>
                  <a:pt x="44022" y="158478"/>
                </a:lnTo>
                <a:lnTo>
                  <a:pt x="44021" y="158478"/>
                </a:lnTo>
                <a:lnTo>
                  <a:pt x="44021" y="158478"/>
                </a:lnTo>
                <a:lnTo>
                  <a:pt x="44020" y="158478"/>
                </a:lnTo>
                <a:lnTo>
                  <a:pt x="44019" y="158478"/>
                </a:lnTo>
                <a:lnTo>
                  <a:pt x="44018" y="158478"/>
                </a:lnTo>
                <a:lnTo>
                  <a:pt x="44017" y="158478"/>
                </a:lnTo>
                <a:lnTo>
                  <a:pt x="44017" y="158478"/>
                </a:lnTo>
                <a:lnTo>
                  <a:pt x="44016" y="158478"/>
                </a:lnTo>
                <a:lnTo>
                  <a:pt x="44015" y="158478"/>
                </a:lnTo>
                <a:lnTo>
                  <a:pt x="44014" y="158478"/>
                </a:lnTo>
                <a:lnTo>
                  <a:pt x="44013" y="158478"/>
                </a:lnTo>
                <a:lnTo>
                  <a:pt x="44013" y="158478"/>
                </a:lnTo>
                <a:lnTo>
                  <a:pt x="44012" y="158478"/>
                </a:lnTo>
                <a:lnTo>
                  <a:pt x="44011" y="158478"/>
                </a:lnTo>
                <a:lnTo>
                  <a:pt x="44010" y="158478"/>
                </a:lnTo>
                <a:lnTo>
                  <a:pt x="44009" y="158478"/>
                </a:lnTo>
                <a:lnTo>
                  <a:pt x="44008" y="158478"/>
                </a:lnTo>
                <a:lnTo>
                  <a:pt x="44008" y="158478"/>
                </a:lnTo>
                <a:lnTo>
                  <a:pt x="44007" y="158478"/>
                </a:lnTo>
                <a:lnTo>
                  <a:pt x="44006" y="158478"/>
                </a:lnTo>
                <a:lnTo>
                  <a:pt x="44005" y="158478"/>
                </a:lnTo>
                <a:lnTo>
                  <a:pt x="44004" y="158478"/>
                </a:lnTo>
                <a:lnTo>
                  <a:pt x="44004" y="158478"/>
                </a:lnTo>
                <a:lnTo>
                  <a:pt x="44003" y="158478"/>
                </a:lnTo>
                <a:lnTo>
                  <a:pt x="44002" y="158478"/>
                </a:lnTo>
                <a:lnTo>
                  <a:pt x="44001" y="158478"/>
                </a:lnTo>
                <a:lnTo>
                  <a:pt x="44000" y="158478"/>
                </a:lnTo>
                <a:lnTo>
                  <a:pt x="44000" y="158478"/>
                </a:lnTo>
                <a:lnTo>
                  <a:pt x="43999" y="158478"/>
                </a:lnTo>
                <a:lnTo>
                  <a:pt x="43998" y="158478"/>
                </a:lnTo>
                <a:lnTo>
                  <a:pt x="43997" y="158478"/>
                </a:lnTo>
                <a:lnTo>
                  <a:pt x="43996" y="158478"/>
                </a:lnTo>
                <a:lnTo>
                  <a:pt x="43996" y="158478"/>
                </a:lnTo>
                <a:lnTo>
                  <a:pt x="43995" y="158478"/>
                </a:lnTo>
                <a:lnTo>
                  <a:pt x="43994" y="158478"/>
                </a:lnTo>
                <a:lnTo>
                  <a:pt x="43993" y="158478"/>
                </a:lnTo>
                <a:lnTo>
                  <a:pt x="43992" y="158478"/>
                </a:lnTo>
                <a:lnTo>
                  <a:pt x="43991" y="158478"/>
                </a:lnTo>
                <a:lnTo>
                  <a:pt x="43991" y="158478"/>
                </a:lnTo>
                <a:lnTo>
                  <a:pt x="43990" y="158478"/>
                </a:lnTo>
                <a:lnTo>
                  <a:pt x="43989" y="158478"/>
                </a:lnTo>
                <a:lnTo>
                  <a:pt x="43988" y="158478"/>
                </a:lnTo>
                <a:lnTo>
                  <a:pt x="43987" y="158478"/>
                </a:lnTo>
                <a:lnTo>
                  <a:pt x="43987" y="158478"/>
                </a:lnTo>
                <a:lnTo>
                  <a:pt x="43986" y="158478"/>
                </a:lnTo>
                <a:lnTo>
                  <a:pt x="43985" y="158478"/>
                </a:lnTo>
                <a:lnTo>
                  <a:pt x="43984" y="158478"/>
                </a:lnTo>
                <a:lnTo>
                  <a:pt x="43983" y="158478"/>
                </a:lnTo>
                <a:lnTo>
                  <a:pt x="43983" y="158478"/>
                </a:lnTo>
                <a:lnTo>
                  <a:pt x="43982" y="158478"/>
                </a:lnTo>
                <a:lnTo>
                  <a:pt x="43981" y="158478"/>
                </a:lnTo>
                <a:lnTo>
                  <a:pt x="43980" y="158478"/>
                </a:lnTo>
                <a:lnTo>
                  <a:pt x="43979" y="158478"/>
                </a:lnTo>
                <a:lnTo>
                  <a:pt x="43979" y="158478"/>
                </a:lnTo>
                <a:lnTo>
                  <a:pt x="43978" y="158478"/>
                </a:lnTo>
                <a:lnTo>
                  <a:pt x="43977" y="158478"/>
                </a:lnTo>
                <a:lnTo>
                  <a:pt x="43976" y="158478"/>
                </a:lnTo>
                <a:lnTo>
                  <a:pt x="43975" y="158478"/>
                </a:lnTo>
                <a:lnTo>
                  <a:pt x="43974" y="158478"/>
                </a:lnTo>
                <a:lnTo>
                  <a:pt x="43974" y="158478"/>
                </a:lnTo>
                <a:lnTo>
                  <a:pt x="43973" y="158478"/>
                </a:lnTo>
                <a:lnTo>
                  <a:pt x="43972" y="158478"/>
                </a:lnTo>
                <a:lnTo>
                  <a:pt x="43971" y="158478"/>
                </a:lnTo>
                <a:lnTo>
                  <a:pt x="43970" y="158478"/>
                </a:lnTo>
                <a:lnTo>
                  <a:pt x="43970" y="158478"/>
                </a:lnTo>
                <a:lnTo>
                  <a:pt x="43969" y="158478"/>
                </a:lnTo>
                <a:lnTo>
                  <a:pt x="43968" y="158478"/>
                </a:lnTo>
                <a:lnTo>
                  <a:pt x="43967" y="158478"/>
                </a:lnTo>
                <a:lnTo>
                  <a:pt x="43966" y="158478"/>
                </a:lnTo>
                <a:lnTo>
                  <a:pt x="43966" y="158478"/>
                </a:lnTo>
                <a:lnTo>
                  <a:pt x="43965" y="158478"/>
                </a:lnTo>
                <a:lnTo>
                  <a:pt x="43964" y="158478"/>
                </a:lnTo>
                <a:lnTo>
                  <a:pt x="43963" y="158478"/>
                </a:lnTo>
                <a:lnTo>
                  <a:pt x="43962" y="158478"/>
                </a:lnTo>
                <a:lnTo>
                  <a:pt x="43962" y="158478"/>
                </a:lnTo>
                <a:lnTo>
                  <a:pt x="43961" y="158478"/>
                </a:lnTo>
                <a:lnTo>
                  <a:pt x="43960" y="158478"/>
                </a:lnTo>
                <a:lnTo>
                  <a:pt x="43959" y="158478"/>
                </a:lnTo>
                <a:lnTo>
                  <a:pt x="43958" y="158478"/>
                </a:lnTo>
                <a:lnTo>
                  <a:pt x="43957" y="158478"/>
                </a:lnTo>
                <a:lnTo>
                  <a:pt x="43957" y="158478"/>
                </a:lnTo>
                <a:lnTo>
                  <a:pt x="43956" y="158478"/>
                </a:lnTo>
                <a:lnTo>
                  <a:pt x="43955" y="158478"/>
                </a:lnTo>
                <a:lnTo>
                  <a:pt x="43954" y="158478"/>
                </a:lnTo>
                <a:lnTo>
                  <a:pt x="43953" y="158478"/>
                </a:lnTo>
                <a:lnTo>
                  <a:pt x="43953" y="158478"/>
                </a:lnTo>
                <a:lnTo>
                  <a:pt x="43952" y="158478"/>
                </a:lnTo>
                <a:lnTo>
                  <a:pt x="43951" y="158478"/>
                </a:lnTo>
                <a:lnTo>
                  <a:pt x="43950" y="158478"/>
                </a:lnTo>
                <a:lnTo>
                  <a:pt x="43949" y="158478"/>
                </a:lnTo>
                <a:lnTo>
                  <a:pt x="43949" y="158478"/>
                </a:lnTo>
                <a:lnTo>
                  <a:pt x="43948" y="158478"/>
                </a:lnTo>
                <a:lnTo>
                  <a:pt x="43947" y="158478"/>
                </a:lnTo>
                <a:lnTo>
                  <a:pt x="43946" y="158478"/>
                </a:lnTo>
                <a:lnTo>
                  <a:pt x="43945" y="158478"/>
                </a:lnTo>
                <a:lnTo>
                  <a:pt x="43945" y="158478"/>
                </a:lnTo>
                <a:lnTo>
                  <a:pt x="43944" y="158478"/>
                </a:lnTo>
                <a:lnTo>
                  <a:pt x="43943" y="158478"/>
                </a:lnTo>
                <a:lnTo>
                  <a:pt x="43942" y="158478"/>
                </a:lnTo>
                <a:lnTo>
                  <a:pt x="43941" y="158478"/>
                </a:lnTo>
                <a:lnTo>
                  <a:pt x="43941" y="158478"/>
                </a:lnTo>
                <a:lnTo>
                  <a:pt x="43940" y="158478"/>
                </a:lnTo>
                <a:lnTo>
                  <a:pt x="43939" y="158478"/>
                </a:lnTo>
                <a:lnTo>
                  <a:pt x="43938" y="158478"/>
                </a:lnTo>
                <a:lnTo>
                  <a:pt x="43937" y="158478"/>
                </a:lnTo>
                <a:lnTo>
                  <a:pt x="43936" y="158478"/>
                </a:lnTo>
                <a:lnTo>
                  <a:pt x="43936" y="158478"/>
                </a:lnTo>
                <a:lnTo>
                  <a:pt x="43935" y="158478"/>
                </a:lnTo>
                <a:lnTo>
                  <a:pt x="43934" y="158478"/>
                </a:lnTo>
                <a:lnTo>
                  <a:pt x="43933" y="158478"/>
                </a:lnTo>
                <a:lnTo>
                  <a:pt x="43932" y="158478"/>
                </a:lnTo>
                <a:lnTo>
                  <a:pt x="43932" y="158478"/>
                </a:lnTo>
                <a:lnTo>
                  <a:pt x="43931" y="158478"/>
                </a:lnTo>
                <a:lnTo>
                  <a:pt x="43930" y="158478"/>
                </a:lnTo>
                <a:lnTo>
                  <a:pt x="43929" y="158478"/>
                </a:lnTo>
                <a:lnTo>
                  <a:pt x="43928" y="158478"/>
                </a:lnTo>
                <a:lnTo>
                  <a:pt x="43928" y="158478"/>
                </a:lnTo>
                <a:lnTo>
                  <a:pt x="43927" y="158478"/>
                </a:lnTo>
                <a:lnTo>
                  <a:pt x="43926" y="158478"/>
                </a:lnTo>
                <a:lnTo>
                  <a:pt x="43925" y="158478"/>
                </a:lnTo>
                <a:lnTo>
                  <a:pt x="43924" y="158478"/>
                </a:lnTo>
                <a:lnTo>
                  <a:pt x="43924" y="158478"/>
                </a:lnTo>
                <a:lnTo>
                  <a:pt x="43923" y="158478"/>
                </a:lnTo>
                <a:lnTo>
                  <a:pt x="43922" y="158478"/>
                </a:lnTo>
                <a:lnTo>
                  <a:pt x="43921" y="158478"/>
                </a:lnTo>
                <a:lnTo>
                  <a:pt x="43920" y="158478"/>
                </a:lnTo>
                <a:lnTo>
                  <a:pt x="43919" y="158478"/>
                </a:lnTo>
                <a:lnTo>
                  <a:pt x="43919" y="158478"/>
                </a:lnTo>
                <a:lnTo>
                  <a:pt x="43918" y="158478"/>
                </a:lnTo>
                <a:lnTo>
                  <a:pt x="43917" y="158478"/>
                </a:lnTo>
                <a:lnTo>
                  <a:pt x="43916" y="158478"/>
                </a:lnTo>
                <a:lnTo>
                  <a:pt x="43915" y="158478"/>
                </a:lnTo>
                <a:lnTo>
                  <a:pt x="43915" y="158478"/>
                </a:lnTo>
                <a:lnTo>
                  <a:pt x="43914" y="158478"/>
                </a:lnTo>
                <a:lnTo>
                  <a:pt x="43913" y="158478"/>
                </a:lnTo>
                <a:lnTo>
                  <a:pt x="43912" y="158478"/>
                </a:lnTo>
                <a:lnTo>
                  <a:pt x="43911" y="158478"/>
                </a:lnTo>
                <a:lnTo>
                  <a:pt x="43911" y="158478"/>
                </a:lnTo>
                <a:lnTo>
                  <a:pt x="43910" y="158478"/>
                </a:lnTo>
                <a:lnTo>
                  <a:pt x="43909" y="158478"/>
                </a:lnTo>
                <a:lnTo>
                  <a:pt x="43908" y="158478"/>
                </a:lnTo>
                <a:lnTo>
                  <a:pt x="43907" y="158478"/>
                </a:lnTo>
                <a:lnTo>
                  <a:pt x="43907" y="158478"/>
                </a:lnTo>
                <a:lnTo>
                  <a:pt x="43906" y="158478"/>
                </a:lnTo>
                <a:lnTo>
                  <a:pt x="43905" y="158478"/>
                </a:lnTo>
                <a:lnTo>
                  <a:pt x="43904" y="158478"/>
                </a:lnTo>
                <a:lnTo>
                  <a:pt x="43903" y="158478"/>
                </a:lnTo>
                <a:lnTo>
                  <a:pt x="43903" y="158478"/>
                </a:lnTo>
                <a:lnTo>
                  <a:pt x="43902" y="158478"/>
                </a:lnTo>
                <a:lnTo>
                  <a:pt x="43901" y="158478"/>
                </a:lnTo>
                <a:lnTo>
                  <a:pt x="43900" y="158478"/>
                </a:lnTo>
                <a:lnTo>
                  <a:pt x="43899" y="158478"/>
                </a:lnTo>
                <a:lnTo>
                  <a:pt x="43899" y="158478"/>
                </a:lnTo>
                <a:lnTo>
                  <a:pt x="43898" y="158478"/>
                </a:lnTo>
                <a:lnTo>
                  <a:pt x="43897" y="158478"/>
                </a:lnTo>
                <a:lnTo>
                  <a:pt x="43896" y="158478"/>
                </a:lnTo>
                <a:lnTo>
                  <a:pt x="43895" y="158478"/>
                </a:lnTo>
                <a:lnTo>
                  <a:pt x="43894" y="158478"/>
                </a:lnTo>
                <a:lnTo>
                  <a:pt x="43894" y="158478"/>
                </a:lnTo>
                <a:lnTo>
                  <a:pt x="43893" y="158478"/>
                </a:lnTo>
                <a:lnTo>
                  <a:pt x="43892" y="158478"/>
                </a:lnTo>
                <a:lnTo>
                  <a:pt x="43891" y="158478"/>
                </a:lnTo>
                <a:lnTo>
                  <a:pt x="43890" y="158478"/>
                </a:lnTo>
                <a:lnTo>
                  <a:pt x="43890" y="158478"/>
                </a:lnTo>
                <a:lnTo>
                  <a:pt x="43889" y="158478"/>
                </a:lnTo>
                <a:lnTo>
                  <a:pt x="43888" y="158478"/>
                </a:lnTo>
                <a:lnTo>
                  <a:pt x="43887" y="158478"/>
                </a:lnTo>
                <a:lnTo>
                  <a:pt x="43886" y="158478"/>
                </a:lnTo>
                <a:lnTo>
                  <a:pt x="43886" y="158478"/>
                </a:lnTo>
                <a:lnTo>
                  <a:pt x="43885" y="158478"/>
                </a:lnTo>
                <a:lnTo>
                  <a:pt x="43884" y="158478"/>
                </a:lnTo>
                <a:lnTo>
                  <a:pt x="43883" y="158478"/>
                </a:lnTo>
                <a:lnTo>
                  <a:pt x="43882" y="158478"/>
                </a:lnTo>
                <a:lnTo>
                  <a:pt x="43882" y="158478"/>
                </a:lnTo>
                <a:lnTo>
                  <a:pt x="43881" y="158478"/>
                </a:lnTo>
                <a:lnTo>
                  <a:pt x="43880" y="158478"/>
                </a:lnTo>
                <a:lnTo>
                  <a:pt x="43879" y="158478"/>
                </a:lnTo>
                <a:lnTo>
                  <a:pt x="43878" y="158478"/>
                </a:lnTo>
                <a:lnTo>
                  <a:pt x="43878" y="158478"/>
                </a:lnTo>
                <a:lnTo>
                  <a:pt x="43877" y="158478"/>
                </a:lnTo>
                <a:lnTo>
                  <a:pt x="43876" y="158478"/>
                </a:lnTo>
                <a:lnTo>
                  <a:pt x="43875" y="158478"/>
                </a:lnTo>
                <a:lnTo>
                  <a:pt x="43874" y="158478"/>
                </a:lnTo>
                <a:lnTo>
                  <a:pt x="43874" y="158478"/>
                </a:lnTo>
                <a:lnTo>
                  <a:pt x="43873" y="158478"/>
                </a:lnTo>
                <a:lnTo>
                  <a:pt x="43872" y="158478"/>
                </a:lnTo>
                <a:lnTo>
                  <a:pt x="43871" y="158478"/>
                </a:lnTo>
                <a:lnTo>
                  <a:pt x="43870" y="158478"/>
                </a:lnTo>
                <a:lnTo>
                  <a:pt x="43869" y="158478"/>
                </a:lnTo>
                <a:lnTo>
                  <a:pt x="43869" y="158478"/>
                </a:lnTo>
                <a:lnTo>
                  <a:pt x="43868" y="158478"/>
                </a:lnTo>
                <a:lnTo>
                  <a:pt x="43867" y="158478"/>
                </a:lnTo>
                <a:lnTo>
                  <a:pt x="43866" y="158478"/>
                </a:lnTo>
                <a:lnTo>
                  <a:pt x="43865" y="158478"/>
                </a:lnTo>
                <a:lnTo>
                  <a:pt x="43865" y="158478"/>
                </a:lnTo>
                <a:lnTo>
                  <a:pt x="43864" y="158478"/>
                </a:lnTo>
                <a:lnTo>
                  <a:pt x="43863" y="158478"/>
                </a:lnTo>
                <a:lnTo>
                  <a:pt x="43862" y="158478"/>
                </a:lnTo>
                <a:lnTo>
                  <a:pt x="43861" y="158478"/>
                </a:lnTo>
                <a:lnTo>
                  <a:pt x="43861" y="158478"/>
                </a:lnTo>
                <a:lnTo>
                  <a:pt x="43860" y="158478"/>
                </a:lnTo>
                <a:lnTo>
                  <a:pt x="43859" y="158478"/>
                </a:lnTo>
                <a:lnTo>
                  <a:pt x="43858" y="158478"/>
                </a:lnTo>
                <a:lnTo>
                  <a:pt x="43857" y="158478"/>
                </a:lnTo>
                <a:lnTo>
                  <a:pt x="43857" y="158478"/>
                </a:lnTo>
                <a:lnTo>
                  <a:pt x="43856" y="158478"/>
                </a:lnTo>
                <a:lnTo>
                  <a:pt x="43855" y="158478"/>
                </a:lnTo>
                <a:lnTo>
                  <a:pt x="43854" y="158478"/>
                </a:lnTo>
                <a:lnTo>
                  <a:pt x="43853" y="158478"/>
                </a:lnTo>
                <a:lnTo>
                  <a:pt x="43853" y="158478"/>
                </a:lnTo>
                <a:lnTo>
                  <a:pt x="43852" y="158478"/>
                </a:lnTo>
                <a:lnTo>
                  <a:pt x="43851" y="158478"/>
                </a:lnTo>
                <a:lnTo>
                  <a:pt x="43850" y="158478"/>
                </a:lnTo>
                <a:lnTo>
                  <a:pt x="43849" y="158478"/>
                </a:lnTo>
                <a:lnTo>
                  <a:pt x="43849" y="158478"/>
                </a:lnTo>
                <a:lnTo>
                  <a:pt x="43848" y="158478"/>
                </a:lnTo>
                <a:lnTo>
                  <a:pt x="43847" y="158478"/>
                </a:lnTo>
                <a:lnTo>
                  <a:pt x="43846" y="158478"/>
                </a:lnTo>
                <a:lnTo>
                  <a:pt x="43845" y="158478"/>
                </a:lnTo>
                <a:lnTo>
                  <a:pt x="43845" y="158478"/>
                </a:lnTo>
                <a:lnTo>
                  <a:pt x="43844" y="158478"/>
                </a:lnTo>
                <a:lnTo>
                  <a:pt x="43843" y="158478"/>
                </a:lnTo>
                <a:lnTo>
                  <a:pt x="43842" y="158478"/>
                </a:lnTo>
                <a:lnTo>
                  <a:pt x="43841" y="158478"/>
                </a:lnTo>
                <a:lnTo>
                  <a:pt x="43841" y="158478"/>
                </a:lnTo>
                <a:lnTo>
                  <a:pt x="43840" y="158478"/>
                </a:lnTo>
                <a:lnTo>
                  <a:pt x="43839" y="158478"/>
                </a:lnTo>
                <a:lnTo>
                  <a:pt x="43838" y="158478"/>
                </a:lnTo>
                <a:lnTo>
                  <a:pt x="43837" y="158478"/>
                </a:lnTo>
                <a:lnTo>
                  <a:pt x="43836" y="158478"/>
                </a:lnTo>
                <a:lnTo>
                  <a:pt x="43836" y="158478"/>
                </a:lnTo>
                <a:lnTo>
                  <a:pt x="43835" y="158478"/>
                </a:lnTo>
                <a:lnTo>
                  <a:pt x="43834" y="158478"/>
                </a:lnTo>
                <a:lnTo>
                  <a:pt x="43833" y="158478"/>
                </a:lnTo>
                <a:lnTo>
                  <a:pt x="43832" y="158478"/>
                </a:lnTo>
                <a:lnTo>
                  <a:pt x="43832" y="158478"/>
                </a:lnTo>
                <a:lnTo>
                  <a:pt x="43831" y="158478"/>
                </a:lnTo>
                <a:lnTo>
                  <a:pt x="43830" y="158478"/>
                </a:lnTo>
                <a:lnTo>
                  <a:pt x="43829" y="158478"/>
                </a:lnTo>
                <a:lnTo>
                  <a:pt x="43828" y="158478"/>
                </a:lnTo>
                <a:lnTo>
                  <a:pt x="43828" y="158478"/>
                </a:lnTo>
                <a:lnTo>
                  <a:pt x="43827" y="158478"/>
                </a:lnTo>
                <a:lnTo>
                  <a:pt x="43826" y="158478"/>
                </a:lnTo>
                <a:lnTo>
                  <a:pt x="43825" y="158478"/>
                </a:lnTo>
                <a:lnTo>
                  <a:pt x="43824" y="158478"/>
                </a:lnTo>
                <a:lnTo>
                  <a:pt x="43824" y="158478"/>
                </a:lnTo>
                <a:lnTo>
                  <a:pt x="43823" y="158478"/>
                </a:lnTo>
                <a:lnTo>
                  <a:pt x="43822" y="158478"/>
                </a:lnTo>
                <a:lnTo>
                  <a:pt x="43821" y="158478"/>
                </a:lnTo>
                <a:lnTo>
                  <a:pt x="43820" y="158478"/>
                </a:lnTo>
                <a:lnTo>
                  <a:pt x="43820" y="158478"/>
                </a:lnTo>
                <a:lnTo>
                  <a:pt x="43819" y="158478"/>
                </a:lnTo>
                <a:lnTo>
                  <a:pt x="43818" y="158478"/>
                </a:lnTo>
                <a:lnTo>
                  <a:pt x="43817" y="158478"/>
                </a:lnTo>
                <a:lnTo>
                  <a:pt x="43816" y="158478"/>
                </a:lnTo>
                <a:lnTo>
                  <a:pt x="43816" y="158478"/>
                </a:lnTo>
                <a:lnTo>
                  <a:pt x="43815" y="158478"/>
                </a:lnTo>
                <a:lnTo>
                  <a:pt x="43814" y="158478"/>
                </a:lnTo>
                <a:lnTo>
                  <a:pt x="43813" y="158478"/>
                </a:lnTo>
                <a:lnTo>
                  <a:pt x="43812" y="158478"/>
                </a:lnTo>
                <a:lnTo>
                  <a:pt x="43812" y="158478"/>
                </a:lnTo>
                <a:lnTo>
                  <a:pt x="43811" y="158478"/>
                </a:lnTo>
                <a:lnTo>
                  <a:pt x="43810" y="158478"/>
                </a:lnTo>
                <a:lnTo>
                  <a:pt x="43809" y="158478"/>
                </a:lnTo>
                <a:lnTo>
                  <a:pt x="43808" y="158478"/>
                </a:lnTo>
                <a:lnTo>
                  <a:pt x="43808" y="158478"/>
                </a:lnTo>
                <a:lnTo>
                  <a:pt x="43807" y="158478"/>
                </a:lnTo>
                <a:lnTo>
                  <a:pt x="43806" y="158478"/>
                </a:lnTo>
                <a:lnTo>
                  <a:pt x="43805" y="158478"/>
                </a:lnTo>
                <a:lnTo>
                  <a:pt x="43804" y="158478"/>
                </a:lnTo>
                <a:lnTo>
                  <a:pt x="43804" y="158478"/>
                </a:lnTo>
                <a:lnTo>
                  <a:pt x="43803" y="158478"/>
                </a:lnTo>
                <a:lnTo>
                  <a:pt x="43802" y="158478"/>
                </a:lnTo>
                <a:lnTo>
                  <a:pt x="43801" y="158478"/>
                </a:lnTo>
                <a:lnTo>
                  <a:pt x="43800" y="158478"/>
                </a:lnTo>
                <a:lnTo>
                  <a:pt x="43800" y="158478"/>
                </a:lnTo>
                <a:lnTo>
                  <a:pt x="43799" y="158478"/>
                </a:lnTo>
                <a:lnTo>
                  <a:pt x="43798" y="158478"/>
                </a:lnTo>
                <a:lnTo>
                  <a:pt x="43797" y="158478"/>
                </a:lnTo>
                <a:lnTo>
                  <a:pt x="43796" y="158478"/>
                </a:lnTo>
                <a:lnTo>
                  <a:pt x="43796" y="158478"/>
                </a:lnTo>
                <a:lnTo>
                  <a:pt x="43795" y="158478"/>
                </a:lnTo>
                <a:lnTo>
                  <a:pt x="43794" y="158478"/>
                </a:lnTo>
                <a:lnTo>
                  <a:pt x="43793" y="158478"/>
                </a:lnTo>
                <a:lnTo>
                  <a:pt x="43792" y="158478"/>
                </a:lnTo>
                <a:lnTo>
                  <a:pt x="43791" y="158478"/>
                </a:lnTo>
                <a:lnTo>
                  <a:pt x="43791" y="158478"/>
                </a:lnTo>
                <a:lnTo>
                  <a:pt x="43790" y="158478"/>
                </a:lnTo>
                <a:lnTo>
                  <a:pt x="43789" y="158478"/>
                </a:lnTo>
                <a:lnTo>
                  <a:pt x="43788" y="158478"/>
                </a:lnTo>
                <a:lnTo>
                  <a:pt x="43787" y="158478"/>
                </a:lnTo>
                <a:lnTo>
                  <a:pt x="43787" y="158478"/>
                </a:lnTo>
                <a:lnTo>
                  <a:pt x="43786" y="158478"/>
                </a:lnTo>
                <a:lnTo>
                  <a:pt x="43785" y="158478"/>
                </a:lnTo>
                <a:lnTo>
                  <a:pt x="43784" y="158478"/>
                </a:lnTo>
                <a:lnTo>
                  <a:pt x="43783" y="158478"/>
                </a:lnTo>
                <a:lnTo>
                  <a:pt x="43783" y="158478"/>
                </a:lnTo>
                <a:lnTo>
                  <a:pt x="43782" y="158478"/>
                </a:lnTo>
                <a:lnTo>
                  <a:pt x="43781" y="158478"/>
                </a:lnTo>
                <a:lnTo>
                  <a:pt x="43780" y="158478"/>
                </a:lnTo>
                <a:lnTo>
                  <a:pt x="43779" y="158478"/>
                </a:lnTo>
                <a:lnTo>
                  <a:pt x="43779" y="158478"/>
                </a:lnTo>
                <a:lnTo>
                  <a:pt x="43778" y="158478"/>
                </a:lnTo>
                <a:lnTo>
                  <a:pt x="43777" y="158478"/>
                </a:lnTo>
                <a:lnTo>
                  <a:pt x="43776" y="158478"/>
                </a:lnTo>
                <a:lnTo>
                  <a:pt x="43775" y="158478"/>
                </a:lnTo>
                <a:lnTo>
                  <a:pt x="43775" y="158478"/>
                </a:lnTo>
                <a:lnTo>
                  <a:pt x="43774" y="158478"/>
                </a:lnTo>
                <a:lnTo>
                  <a:pt x="43773" y="158478"/>
                </a:lnTo>
                <a:lnTo>
                  <a:pt x="43772" y="158478"/>
                </a:lnTo>
                <a:lnTo>
                  <a:pt x="43771" y="158478"/>
                </a:lnTo>
                <a:lnTo>
                  <a:pt x="43771" y="158478"/>
                </a:lnTo>
                <a:lnTo>
                  <a:pt x="43770" y="158478"/>
                </a:lnTo>
                <a:lnTo>
                  <a:pt x="43769" y="158478"/>
                </a:lnTo>
                <a:lnTo>
                  <a:pt x="43768" y="158478"/>
                </a:lnTo>
                <a:lnTo>
                  <a:pt x="43767" y="158478"/>
                </a:lnTo>
                <a:lnTo>
                  <a:pt x="43767" y="158478"/>
                </a:lnTo>
                <a:lnTo>
                  <a:pt x="43766" y="158478"/>
                </a:lnTo>
                <a:lnTo>
                  <a:pt x="43765" y="158478"/>
                </a:lnTo>
                <a:lnTo>
                  <a:pt x="43764" y="158478"/>
                </a:lnTo>
                <a:lnTo>
                  <a:pt x="43763" y="158478"/>
                </a:lnTo>
                <a:lnTo>
                  <a:pt x="43763" y="158478"/>
                </a:lnTo>
                <a:lnTo>
                  <a:pt x="43762" y="158478"/>
                </a:lnTo>
                <a:lnTo>
                  <a:pt x="43761" y="158478"/>
                </a:lnTo>
                <a:lnTo>
                  <a:pt x="43760" y="158478"/>
                </a:lnTo>
                <a:lnTo>
                  <a:pt x="43759" y="158478"/>
                </a:lnTo>
                <a:lnTo>
                  <a:pt x="43759" y="158478"/>
                </a:lnTo>
                <a:lnTo>
                  <a:pt x="43758" y="158478"/>
                </a:lnTo>
                <a:lnTo>
                  <a:pt x="43757" y="158478"/>
                </a:lnTo>
                <a:lnTo>
                  <a:pt x="43756" y="158478"/>
                </a:lnTo>
                <a:lnTo>
                  <a:pt x="43755" y="158478"/>
                </a:lnTo>
                <a:lnTo>
                  <a:pt x="43755" y="158478"/>
                </a:lnTo>
                <a:lnTo>
                  <a:pt x="43754" y="158478"/>
                </a:lnTo>
                <a:lnTo>
                  <a:pt x="43753" y="158478"/>
                </a:lnTo>
                <a:lnTo>
                  <a:pt x="43752" y="158478"/>
                </a:lnTo>
                <a:lnTo>
                  <a:pt x="43751" y="158478"/>
                </a:lnTo>
                <a:lnTo>
                  <a:pt x="43751" y="158478"/>
                </a:lnTo>
                <a:lnTo>
                  <a:pt x="43750" y="158478"/>
                </a:lnTo>
                <a:lnTo>
                  <a:pt x="43749" y="158478"/>
                </a:lnTo>
                <a:lnTo>
                  <a:pt x="43748" y="158478"/>
                </a:lnTo>
                <a:lnTo>
                  <a:pt x="43747" y="158478"/>
                </a:lnTo>
                <a:lnTo>
                  <a:pt x="43747" y="158478"/>
                </a:lnTo>
                <a:lnTo>
                  <a:pt x="43746" y="158478"/>
                </a:lnTo>
                <a:lnTo>
                  <a:pt x="43745" y="158478"/>
                </a:lnTo>
                <a:lnTo>
                  <a:pt x="43744" y="158478"/>
                </a:lnTo>
                <a:lnTo>
                  <a:pt x="43743" y="158478"/>
                </a:lnTo>
                <a:lnTo>
                  <a:pt x="43743" y="158478"/>
                </a:lnTo>
                <a:lnTo>
                  <a:pt x="43742" y="158478"/>
                </a:lnTo>
                <a:lnTo>
                  <a:pt x="43741" y="158478"/>
                </a:lnTo>
                <a:lnTo>
                  <a:pt x="43740" y="158478"/>
                </a:lnTo>
                <a:lnTo>
                  <a:pt x="43739" y="158478"/>
                </a:lnTo>
                <a:lnTo>
                  <a:pt x="43739" y="158478"/>
                </a:lnTo>
                <a:lnTo>
                  <a:pt x="43738" y="158478"/>
                </a:lnTo>
                <a:lnTo>
                  <a:pt x="43737" y="158478"/>
                </a:lnTo>
                <a:lnTo>
                  <a:pt x="43736" y="158478"/>
                </a:lnTo>
                <a:lnTo>
                  <a:pt x="43735" y="158478"/>
                </a:lnTo>
                <a:lnTo>
                  <a:pt x="43735" y="158478"/>
                </a:lnTo>
                <a:lnTo>
                  <a:pt x="43734" y="158478"/>
                </a:lnTo>
                <a:lnTo>
                  <a:pt x="43733" y="158478"/>
                </a:lnTo>
                <a:lnTo>
                  <a:pt x="43732" y="158478"/>
                </a:lnTo>
                <a:lnTo>
                  <a:pt x="43731" y="158478"/>
                </a:lnTo>
                <a:lnTo>
                  <a:pt x="43731" y="158478"/>
                </a:lnTo>
                <a:lnTo>
                  <a:pt x="43730" y="158478"/>
                </a:lnTo>
                <a:lnTo>
                  <a:pt x="43729" y="158478"/>
                </a:lnTo>
                <a:lnTo>
                  <a:pt x="43728" y="158478"/>
                </a:lnTo>
                <a:lnTo>
                  <a:pt x="43727" y="158478"/>
                </a:lnTo>
                <a:lnTo>
                  <a:pt x="43727" y="158478"/>
                </a:lnTo>
                <a:lnTo>
                  <a:pt x="43726" y="158478"/>
                </a:lnTo>
                <a:lnTo>
                  <a:pt x="43725" y="158478"/>
                </a:lnTo>
                <a:lnTo>
                  <a:pt x="43724" y="158478"/>
                </a:lnTo>
                <a:lnTo>
                  <a:pt x="43723" y="158478"/>
                </a:lnTo>
                <a:lnTo>
                  <a:pt x="43723" y="158478"/>
                </a:lnTo>
                <a:lnTo>
                  <a:pt x="43722" y="158478"/>
                </a:lnTo>
                <a:lnTo>
                  <a:pt x="43721" y="158478"/>
                </a:lnTo>
                <a:lnTo>
                  <a:pt x="43720" y="158478"/>
                </a:lnTo>
                <a:lnTo>
                  <a:pt x="43719" y="158478"/>
                </a:lnTo>
                <a:lnTo>
                  <a:pt x="43719" y="158478"/>
                </a:lnTo>
                <a:lnTo>
                  <a:pt x="43718" y="158478"/>
                </a:lnTo>
                <a:lnTo>
                  <a:pt x="43717" y="158478"/>
                </a:lnTo>
                <a:lnTo>
                  <a:pt x="43716" y="158478"/>
                </a:lnTo>
                <a:lnTo>
                  <a:pt x="43715" y="158478"/>
                </a:lnTo>
                <a:lnTo>
                  <a:pt x="43715" y="158478"/>
                </a:lnTo>
                <a:lnTo>
                  <a:pt x="43714" y="158478"/>
                </a:lnTo>
                <a:lnTo>
                  <a:pt x="43713" y="158478"/>
                </a:lnTo>
                <a:lnTo>
                  <a:pt x="43712" y="158478"/>
                </a:lnTo>
                <a:lnTo>
                  <a:pt x="43711" y="158478"/>
                </a:lnTo>
                <a:lnTo>
                  <a:pt x="43711" y="158478"/>
                </a:lnTo>
                <a:lnTo>
                  <a:pt x="43710" y="158478"/>
                </a:lnTo>
                <a:lnTo>
                  <a:pt x="43709" y="158478"/>
                </a:lnTo>
                <a:lnTo>
                  <a:pt x="43708" y="158478"/>
                </a:lnTo>
                <a:lnTo>
                  <a:pt x="43707" y="158478"/>
                </a:lnTo>
                <a:lnTo>
                  <a:pt x="43707" y="158478"/>
                </a:lnTo>
                <a:lnTo>
                  <a:pt x="43706" y="158478"/>
                </a:lnTo>
                <a:lnTo>
                  <a:pt x="43705" y="158478"/>
                </a:lnTo>
                <a:lnTo>
                  <a:pt x="43704" y="158478"/>
                </a:lnTo>
                <a:lnTo>
                  <a:pt x="43703" y="158478"/>
                </a:lnTo>
                <a:lnTo>
                  <a:pt x="43703" y="158478"/>
                </a:lnTo>
                <a:lnTo>
                  <a:pt x="43702" y="158478"/>
                </a:lnTo>
                <a:lnTo>
                  <a:pt x="43701" y="158478"/>
                </a:lnTo>
                <a:lnTo>
                  <a:pt x="43700" y="158478"/>
                </a:lnTo>
                <a:lnTo>
                  <a:pt x="43699" y="158478"/>
                </a:lnTo>
                <a:lnTo>
                  <a:pt x="43699" y="158478"/>
                </a:lnTo>
                <a:lnTo>
                  <a:pt x="43698" y="158478"/>
                </a:lnTo>
                <a:lnTo>
                  <a:pt x="43697" y="158478"/>
                </a:lnTo>
                <a:lnTo>
                  <a:pt x="43696" y="158478"/>
                </a:lnTo>
                <a:lnTo>
                  <a:pt x="43695" y="158478"/>
                </a:lnTo>
                <a:lnTo>
                  <a:pt x="43695" y="158478"/>
                </a:lnTo>
                <a:lnTo>
                  <a:pt x="43694" y="158478"/>
                </a:lnTo>
                <a:lnTo>
                  <a:pt x="43693" y="158478"/>
                </a:lnTo>
                <a:lnTo>
                  <a:pt x="43692" y="158478"/>
                </a:lnTo>
                <a:lnTo>
                  <a:pt x="43691" y="158478"/>
                </a:lnTo>
                <a:lnTo>
                  <a:pt x="43691" y="158478"/>
                </a:lnTo>
                <a:lnTo>
                  <a:pt x="43690" y="158478"/>
                </a:lnTo>
                <a:lnTo>
                  <a:pt x="43689" y="158478"/>
                </a:lnTo>
                <a:lnTo>
                  <a:pt x="43688" y="158478"/>
                </a:lnTo>
                <a:lnTo>
                  <a:pt x="43687" y="158478"/>
                </a:lnTo>
                <a:lnTo>
                  <a:pt x="43687" y="158478"/>
                </a:lnTo>
                <a:lnTo>
                  <a:pt x="43686" y="158478"/>
                </a:lnTo>
                <a:lnTo>
                  <a:pt x="43685" y="158478"/>
                </a:lnTo>
                <a:lnTo>
                  <a:pt x="43684" y="158478"/>
                </a:lnTo>
                <a:lnTo>
                  <a:pt x="43683" y="158478"/>
                </a:lnTo>
                <a:lnTo>
                  <a:pt x="43683" y="158478"/>
                </a:lnTo>
                <a:lnTo>
                  <a:pt x="43682" y="158478"/>
                </a:lnTo>
                <a:lnTo>
                  <a:pt x="43681" y="158478"/>
                </a:lnTo>
                <a:lnTo>
                  <a:pt x="43680" y="158478"/>
                </a:lnTo>
                <a:lnTo>
                  <a:pt x="43679" y="158478"/>
                </a:lnTo>
                <a:lnTo>
                  <a:pt x="43679" y="158478"/>
                </a:lnTo>
                <a:lnTo>
                  <a:pt x="43678" y="158478"/>
                </a:lnTo>
                <a:lnTo>
                  <a:pt x="43677" y="158478"/>
                </a:lnTo>
                <a:lnTo>
                  <a:pt x="43676" y="158478"/>
                </a:lnTo>
                <a:lnTo>
                  <a:pt x="43675" y="158478"/>
                </a:lnTo>
                <a:lnTo>
                  <a:pt x="43675" y="158478"/>
                </a:lnTo>
                <a:lnTo>
                  <a:pt x="43674" y="158478"/>
                </a:lnTo>
                <a:lnTo>
                  <a:pt x="43673" y="158478"/>
                </a:lnTo>
                <a:lnTo>
                  <a:pt x="43672" y="158478"/>
                </a:lnTo>
                <a:lnTo>
                  <a:pt x="43671" y="158478"/>
                </a:lnTo>
                <a:lnTo>
                  <a:pt x="43671" y="158478"/>
                </a:lnTo>
                <a:lnTo>
                  <a:pt x="43670" y="158478"/>
                </a:lnTo>
                <a:lnTo>
                  <a:pt x="43669" y="158478"/>
                </a:lnTo>
                <a:lnTo>
                  <a:pt x="43668" y="158478"/>
                </a:lnTo>
                <a:lnTo>
                  <a:pt x="43667" y="158478"/>
                </a:lnTo>
                <a:lnTo>
                  <a:pt x="43667" y="158478"/>
                </a:lnTo>
                <a:lnTo>
                  <a:pt x="43666" y="158478"/>
                </a:lnTo>
                <a:lnTo>
                  <a:pt x="43665" y="158478"/>
                </a:lnTo>
                <a:lnTo>
                  <a:pt x="43664" y="158478"/>
                </a:lnTo>
                <a:lnTo>
                  <a:pt x="43663" y="158478"/>
                </a:lnTo>
                <a:lnTo>
                  <a:pt x="43663" y="158478"/>
                </a:lnTo>
                <a:lnTo>
                  <a:pt x="43662" y="158478"/>
                </a:lnTo>
                <a:lnTo>
                  <a:pt x="43661" y="158478"/>
                </a:lnTo>
                <a:lnTo>
                  <a:pt x="43660" y="158478"/>
                </a:lnTo>
                <a:lnTo>
                  <a:pt x="43659" y="158478"/>
                </a:lnTo>
                <a:lnTo>
                  <a:pt x="43659" y="158478"/>
                </a:lnTo>
                <a:lnTo>
                  <a:pt x="43658" y="158478"/>
                </a:lnTo>
                <a:lnTo>
                  <a:pt x="43657" y="158478"/>
                </a:lnTo>
                <a:lnTo>
                  <a:pt x="43656" y="158478"/>
                </a:lnTo>
                <a:lnTo>
                  <a:pt x="43655" y="158478"/>
                </a:lnTo>
                <a:lnTo>
                  <a:pt x="43655" y="158478"/>
                </a:lnTo>
                <a:lnTo>
                  <a:pt x="43654" y="158478"/>
                </a:lnTo>
                <a:lnTo>
                  <a:pt x="43653" y="158478"/>
                </a:lnTo>
                <a:lnTo>
                  <a:pt x="43652" y="158478"/>
                </a:lnTo>
                <a:lnTo>
                  <a:pt x="43651" y="158478"/>
                </a:lnTo>
                <a:lnTo>
                  <a:pt x="43651" y="158478"/>
                </a:lnTo>
                <a:lnTo>
                  <a:pt x="43650" y="158478"/>
                </a:lnTo>
                <a:lnTo>
                  <a:pt x="43649" y="158478"/>
                </a:lnTo>
                <a:lnTo>
                  <a:pt x="43648" y="158478"/>
                </a:lnTo>
                <a:lnTo>
                  <a:pt x="43647" y="158478"/>
                </a:lnTo>
                <a:lnTo>
                  <a:pt x="43647" y="158478"/>
                </a:lnTo>
                <a:lnTo>
                  <a:pt x="43646" y="158478"/>
                </a:lnTo>
                <a:lnTo>
                  <a:pt x="43645" y="158478"/>
                </a:lnTo>
                <a:lnTo>
                  <a:pt x="43644" y="158478"/>
                </a:lnTo>
                <a:lnTo>
                  <a:pt x="43644" y="158478"/>
                </a:lnTo>
                <a:lnTo>
                  <a:pt x="43643" y="158478"/>
                </a:lnTo>
                <a:lnTo>
                  <a:pt x="43642" y="158478"/>
                </a:lnTo>
                <a:lnTo>
                  <a:pt x="43641" y="158478"/>
                </a:lnTo>
                <a:lnTo>
                  <a:pt x="43640" y="158478"/>
                </a:lnTo>
                <a:lnTo>
                  <a:pt x="43640" y="158478"/>
                </a:lnTo>
                <a:lnTo>
                  <a:pt x="43639" y="158478"/>
                </a:lnTo>
                <a:lnTo>
                  <a:pt x="43638" y="158478"/>
                </a:lnTo>
                <a:lnTo>
                  <a:pt x="43637" y="158478"/>
                </a:lnTo>
                <a:lnTo>
                  <a:pt x="43636" y="158478"/>
                </a:lnTo>
                <a:lnTo>
                  <a:pt x="43636" y="158478"/>
                </a:lnTo>
                <a:lnTo>
                  <a:pt x="43635" y="158478"/>
                </a:lnTo>
                <a:lnTo>
                  <a:pt x="43634" y="158478"/>
                </a:lnTo>
                <a:lnTo>
                  <a:pt x="43633" y="158478"/>
                </a:lnTo>
                <a:lnTo>
                  <a:pt x="43632" y="158478"/>
                </a:lnTo>
                <a:lnTo>
                  <a:pt x="43632" y="158478"/>
                </a:lnTo>
                <a:lnTo>
                  <a:pt x="43631" y="158478"/>
                </a:lnTo>
                <a:lnTo>
                  <a:pt x="43630" y="158478"/>
                </a:lnTo>
                <a:lnTo>
                  <a:pt x="43629" y="158478"/>
                </a:lnTo>
                <a:lnTo>
                  <a:pt x="43628" y="158478"/>
                </a:lnTo>
                <a:lnTo>
                  <a:pt x="43628" y="158478"/>
                </a:lnTo>
                <a:lnTo>
                  <a:pt x="43627" y="158478"/>
                </a:lnTo>
                <a:lnTo>
                  <a:pt x="43626" y="158478"/>
                </a:lnTo>
                <a:lnTo>
                  <a:pt x="43625" y="158478"/>
                </a:lnTo>
                <a:lnTo>
                  <a:pt x="43624" y="158478"/>
                </a:lnTo>
                <a:lnTo>
                  <a:pt x="43624" y="158478"/>
                </a:lnTo>
                <a:lnTo>
                  <a:pt x="43623" y="158478"/>
                </a:lnTo>
                <a:lnTo>
                  <a:pt x="43622" y="158478"/>
                </a:lnTo>
                <a:lnTo>
                  <a:pt x="43621" y="158478"/>
                </a:lnTo>
                <a:lnTo>
                  <a:pt x="43620" y="158478"/>
                </a:lnTo>
                <a:lnTo>
                  <a:pt x="43620" y="158478"/>
                </a:lnTo>
                <a:lnTo>
                  <a:pt x="43619" y="158478"/>
                </a:lnTo>
                <a:lnTo>
                  <a:pt x="43618" y="158478"/>
                </a:lnTo>
                <a:lnTo>
                  <a:pt x="43617" y="158478"/>
                </a:lnTo>
                <a:lnTo>
                  <a:pt x="43616" y="158478"/>
                </a:lnTo>
                <a:lnTo>
                  <a:pt x="43616" y="158478"/>
                </a:lnTo>
                <a:lnTo>
                  <a:pt x="43615" y="158478"/>
                </a:lnTo>
                <a:lnTo>
                  <a:pt x="43614" y="158478"/>
                </a:lnTo>
                <a:lnTo>
                  <a:pt x="43613" y="158478"/>
                </a:lnTo>
                <a:lnTo>
                  <a:pt x="43612" y="158478"/>
                </a:lnTo>
                <a:lnTo>
                  <a:pt x="43612" y="158478"/>
                </a:lnTo>
                <a:lnTo>
                  <a:pt x="43611" y="158478"/>
                </a:lnTo>
                <a:lnTo>
                  <a:pt x="43610" y="158478"/>
                </a:lnTo>
                <a:lnTo>
                  <a:pt x="43609" y="158478"/>
                </a:lnTo>
                <a:lnTo>
                  <a:pt x="43608" y="158478"/>
                </a:lnTo>
                <a:lnTo>
                  <a:pt x="43608" y="158478"/>
                </a:lnTo>
                <a:lnTo>
                  <a:pt x="43607" y="158478"/>
                </a:lnTo>
                <a:lnTo>
                  <a:pt x="43606" y="158478"/>
                </a:lnTo>
                <a:lnTo>
                  <a:pt x="43605" y="158478"/>
                </a:lnTo>
                <a:lnTo>
                  <a:pt x="43604" y="158478"/>
                </a:lnTo>
                <a:lnTo>
                  <a:pt x="43604" y="158478"/>
                </a:lnTo>
                <a:lnTo>
                  <a:pt x="43603" y="158478"/>
                </a:lnTo>
                <a:lnTo>
                  <a:pt x="43602" y="158478"/>
                </a:lnTo>
                <a:lnTo>
                  <a:pt x="43601" y="158478"/>
                </a:lnTo>
                <a:lnTo>
                  <a:pt x="43601" y="158478"/>
                </a:lnTo>
                <a:lnTo>
                  <a:pt x="43600" y="158478"/>
                </a:lnTo>
                <a:lnTo>
                  <a:pt x="43599" y="158478"/>
                </a:lnTo>
                <a:lnTo>
                  <a:pt x="43598" y="158478"/>
                </a:lnTo>
                <a:lnTo>
                  <a:pt x="43597" y="158478"/>
                </a:lnTo>
                <a:lnTo>
                  <a:pt x="43597" y="158478"/>
                </a:lnTo>
                <a:lnTo>
                  <a:pt x="43596" y="158478"/>
                </a:lnTo>
                <a:lnTo>
                  <a:pt x="43595" y="158478"/>
                </a:lnTo>
                <a:lnTo>
                  <a:pt x="43594" y="158478"/>
                </a:lnTo>
                <a:lnTo>
                  <a:pt x="43593" y="158478"/>
                </a:lnTo>
                <a:lnTo>
                  <a:pt x="43593" y="158478"/>
                </a:lnTo>
                <a:lnTo>
                  <a:pt x="43592" y="158478"/>
                </a:lnTo>
                <a:lnTo>
                  <a:pt x="43591" y="158478"/>
                </a:lnTo>
                <a:lnTo>
                  <a:pt x="43590" y="158478"/>
                </a:lnTo>
                <a:lnTo>
                  <a:pt x="43589" y="158478"/>
                </a:lnTo>
                <a:lnTo>
                  <a:pt x="43589" y="158478"/>
                </a:lnTo>
                <a:lnTo>
                  <a:pt x="43588" y="158478"/>
                </a:lnTo>
                <a:lnTo>
                  <a:pt x="43587" y="158478"/>
                </a:lnTo>
                <a:lnTo>
                  <a:pt x="43586" y="158478"/>
                </a:lnTo>
                <a:lnTo>
                  <a:pt x="43585" y="158478"/>
                </a:lnTo>
                <a:lnTo>
                  <a:pt x="43585" y="158478"/>
                </a:lnTo>
                <a:lnTo>
                  <a:pt x="43584" y="158478"/>
                </a:lnTo>
                <a:lnTo>
                  <a:pt x="43583" y="158478"/>
                </a:lnTo>
                <a:lnTo>
                  <a:pt x="43582" y="158478"/>
                </a:lnTo>
                <a:lnTo>
                  <a:pt x="43581" y="158478"/>
                </a:lnTo>
                <a:lnTo>
                  <a:pt x="43581" y="158478"/>
                </a:lnTo>
                <a:lnTo>
                  <a:pt x="43580" y="158478"/>
                </a:lnTo>
                <a:lnTo>
                  <a:pt x="43579" y="158478"/>
                </a:lnTo>
                <a:lnTo>
                  <a:pt x="43578" y="158478"/>
                </a:lnTo>
                <a:lnTo>
                  <a:pt x="43577" y="158478"/>
                </a:lnTo>
                <a:lnTo>
                  <a:pt x="43577" y="158478"/>
                </a:lnTo>
                <a:lnTo>
                  <a:pt x="43576" y="158478"/>
                </a:lnTo>
                <a:lnTo>
                  <a:pt x="43575" y="158478"/>
                </a:lnTo>
                <a:lnTo>
                  <a:pt x="43574" y="158478"/>
                </a:lnTo>
                <a:lnTo>
                  <a:pt x="43573" y="158478"/>
                </a:lnTo>
                <a:lnTo>
                  <a:pt x="43573" y="158478"/>
                </a:lnTo>
                <a:lnTo>
                  <a:pt x="43572" y="158478"/>
                </a:lnTo>
                <a:lnTo>
                  <a:pt x="43571" y="158478"/>
                </a:lnTo>
                <a:lnTo>
                  <a:pt x="43570" y="158478"/>
                </a:lnTo>
                <a:lnTo>
                  <a:pt x="43570" y="158478"/>
                </a:lnTo>
                <a:lnTo>
                  <a:pt x="43569" y="158478"/>
                </a:lnTo>
                <a:lnTo>
                  <a:pt x="43568" y="158478"/>
                </a:lnTo>
                <a:lnTo>
                  <a:pt x="43567" y="158478"/>
                </a:lnTo>
                <a:lnTo>
                  <a:pt x="43566" y="158478"/>
                </a:lnTo>
                <a:lnTo>
                  <a:pt x="43566" y="158478"/>
                </a:lnTo>
                <a:lnTo>
                  <a:pt x="43565" y="158478"/>
                </a:lnTo>
                <a:lnTo>
                  <a:pt x="43564" y="158478"/>
                </a:lnTo>
                <a:lnTo>
                  <a:pt x="43563" y="158478"/>
                </a:lnTo>
                <a:lnTo>
                  <a:pt x="43562" y="158478"/>
                </a:lnTo>
                <a:lnTo>
                  <a:pt x="43562" y="158478"/>
                </a:lnTo>
                <a:lnTo>
                  <a:pt x="43561" y="158478"/>
                </a:lnTo>
                <a:lnTo>
                  <a:pt x="43560" y="158478"/>
                </a:lnTo>
                <a:lnTo>
                  <a:pt x="43559" y="158478"/>
                </a:lnTo>
                <a:lnTo>
                  <a:pt x="43558" y="158478"/>
                </a:lnTo>
                <a:lnTo>
                  <a:pt x="43558" y="158478"/>
                </a:lnTo>
                <a:lnTo>
                  <a:pt x="43557" y="158478"/>
                </a:lnTo>
                <a:lnTo>
                  <a:pt x="43556" y="158478"/>
                </a:lnTo>
                <a:lnTo>
                  <a:pt x="43555" y="158478"/>
                </a:lnTo>
                <a:lnTo>
                  <a:pt x="43554" y="158478"/>
                </a:lnTo>
                <a:lnTo>
                  <a:pt x="43554" y="158478"/>
                </a:lnTo>
                <a:lnTo>
                  <a:pt x="43553" y="158478"/>
                </a:lnTo>
                <a:lnTo>
                  <a:pt x="43552" y="158478"/>
                </a:lnTo>
                <a:lnTo>
                  <a:pt x="43551" y="158478"/>
                </a:lnTo>
                <a:lnTo>
                  <a:pt x="43550" y="158478"/>
                </a:lnTo>
                <a:lnTo>
                  <a:pt x="43550" y="158478"/>
                </a:lnTo>
                <a:lnTo>
                  <a:pt x="43549" y="158478"/>
                </a:lnTo>
                <a:lnTo>
                  <a:pt x="43548" y="158478"/>
                </a:lnTo>
                <a:lnTo>
                  <a:pt x="43547" y="158478"/>
                </a:lnTo>
                <a:lnTo>
                  <a:pt x="43546" y="158478"/>
                </a:lnTo>
                <a:lnTo>
                  <a:pt x="43546" y="158478"/>
                </a:lnTo>
                <a:lnTo>
                  <a:pt x="43545" y="158478"/>
                </a:lnTo>
                <a:lnTo>
                  <a:pt x="43544" y="158478"/>
                </a:lnTo>
                <a:lnTo>
                  <a:pt x="43543" y="158478"/>
                </a:lnTo>
                <a:lnTo>
                  <a:pt x="43543" y="158478"/>
                </a:lnTo>
                <a:lnTo>
                  <a:pt x="43542" y="158478"/>
                </a:lnTo>
                <a:lnTo>
                  <a:pt x="43541" y="158478"/>
                </a:lnTo>
                <a:lnTo>
                  <a:pt x="43540" y="158478"/>
                </a:lnTo>
                <a:lnTo>
                  <a:pt x="43539" y="158478"/>
                </a:lnTo>
                <a:lnTo>
                  <a:pt x="43539" y="158478"/>
                </a:lnTo>
                <a:lnTo>
                  <a:pt x="43538" y="158478"/>
                </a:lnTo>
                <a:lnTo>
                  <a:pt x="43537" y="158478"/>
                </a:lnTo>
                <a:lnTo>
                  <a:pt x="43536" y="158478"/>
                </a:lnTo>
                <a:lnTo>
                  <a:pt x="43535" y="158478"/>
                </a:lnTo>
                <a:lnTo>
                  <a:pt x="43535" y="158478"/>
                </a:lnTo>
                <a:lnTo>
                  <a:pt x="43534" y="158478"/>
                </a:lnTo>
                <a:lnTo>
                  <a:pt x="43533" y="158478"/>
                </a:lnTo>
                <a:lnTo>
                  <a:pt x="43532" y="158478"/>
                </a:lnTo>
                <a:lnTo>
                  <a:pt x="43531" y="158478"/>
                </a:lnTo>
                <a:lnTo>
                  <a:pt x="43531" y="158478"/>
                </a:lnTo>
                <a:lnTo>
                  <a:pt x="43530" y="158478"/>
                </a:lnTo>
                <a:lnTo>
                  <a:pt x="43529" y="158478"/>
                </a:lnTo>
                <a:lnTo>
                  <a:pt x="43528" y="158478"/>
                </a:lnTo>
                <a:lnTo>
                  <a:pt x="43527" y="158478"/>
                </a:lnTo>
                <a:lnTo>
                  <a:pt x="43527" y="158478"/>
                </a:lnTo>
                <a:lnTo>
                  <a:pt x="43526" y="158478"/>
                </a:lnTo>
                <a:lnTo>
                  <a:pt x="43525" y="158478"/>
                </a:lnTo>
                <a:lnTo>
                  <a:pt x="43524" y="158478"/>
                </a:lnTo>
                <a:lnTo>
                  <a:pt x="43523" y="158478"/>
                </a:lnTo>
                <a:lnTo>
                  <a:pt x="43523" y="158478"/>
                </a:lnTo>
                <a:lnTo>
                  <a:pt x="43522" y="158478"/>
                </a:lnTo>
                <a:lnTo>
                  <a:pt x="43521" y="158478"/>
                </a:lnTo>
                <a:lnTo>
                  <a:pt x="43520" y="158478"/>
                </a:lnTo>
                <a:lnTo>
                  <a:pt x="43520" y="158478"/>
                </a:lnTo>
                <a:lnTo>
                  <a:pt x="43519" y="158478"/>
                </a:lnTo>
                <a:lnTo>
                  <a:pt x="43518" y="158478"/>
                </a:lnTo>
                <a:lnTo>
                  <a:pt x="43517" y="158478"/>
                </a:lnTo>
                <a:lnTo>
                  <a:pt x="43516" y="158478"/>
                </a:lnTo>
                <a:lnTo>
                  <a:pt x="43516" y="158478"/>
                </a:lnTo>
                <a:lnTo>
                  <a:pt x="43515" y="158478"/>
                </a:lnTo>
                <a:lnTo>
                  <a:pt x="43514" y="158478"/>
                </a:lnTo>
                <a:lnTo>
                  <a:pt x="43513" y="158478"/>
                </a:lnTo>
                <a:lnTo>
                  <a:pt x="43512" y="158478"/>
                </a:lnTo>
                <a:lnTo>
                  <a:pt x="43512" y="158478"/>
                </a:lnTo>
                <a:lnTo>
                  <a:pt x="43511" y="158478"/>
                </a:lnTo>
                <a:lnTo>
                  <a:pt x="43510" y="158478"/>
                </a:lnTo>
                <a:lnTo>
                  <a:pt x="43509" y="158478"/>
                </a:lnTo>
                <a:lnTo>
                  <a:pt x="43508" y="158478"/>
                </a:lnTo>
                <a:lnTo>
                  <a:pt x="43508" y="158478"/>
                </a:lnTo>
                <a:lnTo>
                  <a:pt x="43507" y="158478"/>
                </a:lnTo>
                <a:lnTo>
                  <a:pt x="43506" y="158478"/>
                </a:lnTo>
                <a:lnTo>
                  <a:pt x="43505" y="158478"/>
                </a:lnTo>
                <a:lnTo>
                  <a:pt x="43504" y="158478"/>
                </a:lnTo>
                <a:lnTo>
                  <a:pt x="43504" y="158478"/>
                </a:lnTo>
                <a:lnTo>
                  <a:pt x="43503" y="158478"/>
                </a:lnTo>
                <a:lnTo>
                  <a:pt x="43502" y="158478"/>
                </a:lnTo>
                <a:lnTo>
                  <a:pt x="43501" y="158478"/>
                </a:lnTo>
                <a:lnTo>
                  <a:pt x="43501" y="158478"/>
                </a:lnTo>
                <a:lnTo>
                  <a:pt x="43500" y="158478"/>
                </a:lnTo>
                <a:lnTo>
                  <a:pt x="43499" y="158478"/>
                </a:lnTo>
                <a:lnTo>
                  <a:pt x="43498" y="158478"/>
                </a:lnTo>
                <a:lnTo>
                  <a:pt x="43497" y="158478"/>
                </a:lnTo>
                <a:lnTo>
                  <a:pt x="43497" y="158478"/>
                </a:lnTo>
                <a:lnTo>
                  <a:pt x="43496" y="158478"/>
                </a:lnTo>
                <a:lnTo>
                  <a:pt x="43495" y="158478"/>
                </a:lnTo>
                <a:lnTo>
                  <a:pt x="43494" y="158478"/>
                </a:lnTo>
                <a:lnTo>
                  <a:pt x="43493" y="158478"/>
                </a:lnTo>
                <a:lnTo>
                  <a:pt x="43493" y="158478"/>
                </a:lnTo>
                <a:lnTo>
                  <a:pt x="43492" y="158478"/>
                </a:lnTo>
                <a:lnTo>
                  <a:pt x="43491" y="158478"/>
                </a:lnTo>
                <a:lnTo>
                  <a:pt x="43490" y="158478"/>
                </a:lnTo>
                <a:lnTo>
                  <a:pt x="43489" y="158478"/>
                </a:lnTo>
                <a:lnTo>
                  <a:pt x="43489" y="158478"/>
                </a:lnTo>
                <a:lnTo>
                  <a:pt x="43488" y="158478"/>
                </a:lnTo>
                <a:lnTo>
                  <a:pt x="43487" y="158478"/>
                </a:lnTo>
                <a:lnTo>
                  <a:pt x="43486" y="158478"/>
                </a:lnTo>
                <a:lnTo>
                  <a:pt x="43485" y="158478"/>
                </a:lnTo>
                <a:lnTo>
                  <a:pt x="43485" y="158478"/>
                </a:lnTo>
                <a:lnTo>
                  <a:pt x="43484" y="158478"/>
                </a:lnTo>
                <a:lnTo>
                  <a:pt x="43483" y="158478"/>
                </a:lnTo>
                <a:lnTo>
                  <a:pt x="43482" y="158478"/>
                </a:lnTo>
                <a:lnTo>
                  <a:pt x="43482" y="158478"/>
                </a:lnTo>
                <a:lnTo>
                  <a:pt x="43481" y="158478"/>
                </a:lnTo>
                <a:lnTo>
                  <a:pt x="43480" y="158478"/>
                </a:lnTo>
                <a:lnTo>
                  <a:pt x="43479" y="158478"/>
                </a:lnTo>
                <a:lnTo>
                  <a:pt x="43478" y="158478"/>
                </a:lnTo>
                <a:lnTo>
                  <a:pt x="43478" y="158478"/>
                </a:lnTo>
                <a:lnTo>
                  <a:pt x="43477" y="158478"/>
                </a:lnTo>
                <a:lnTo>
                  <a:pt x="43476" y="158478"/>
                </a:lnTo>
                <a:lnTo>
                  <a:pt x="43475" y="158478"/>
                </a:lnTo>
                <a:lnTo>
                  <a:pt x="43474" y="158478"/>
                </a:lnTo>
                <a:lnTo>
                  <a:pt x="43474" y="158478"/>
                </a:lnTo>
                <a:lnTo>
                  <a:pt x="43473" y="158478"/>
                </a:lnTo>
                <a:lnTo>
                  <a:pt x="43472" y="158478"/>
                </a:lnTo>
                <a:lnTo>
                  <a:pt x="43471" y="158478"/>
                </a:lnTo>
                <a:lnTo>
                  <a:pt x="43470" y="158478"/>
                </a:lnTo>
                <a:lnTo>
                  <a:pt x="43470" y="158478"/>
                </a:lnTo>
                <a:lnTo>
                  <a:pt x="43469" y="158478"/>
                </a:lnTo>
                <a:lnTo>
                  <a:pt x="43468" y="158478"/>
                </a:lnTo>
                <a:lnTo>
                  <a:pt x="43467" y="158478"/>
                </a:lnTo>
                <a:lnTo>
                  <a:pt x="43466" y="158478"/>
                </a:lnTo>
                <a:lnTo>
                  <a:pt x="43466" y="158478"/>
                </a:lnTo>
                <a:lnTo>
                  <a:pt x="43465" y="158478"/>
                </a:lnTo>
                <a:lnTo>
                  <a:pt x="43464" y="158478"/>
                </a:lnTo>
                <a:lnTo>
                  <a:pt x="43463" y="158478"/>
                </a:lnTo>
                <a:lnTo>
                  <a:pt x="43463" y="158478"/>
                </a:lnTo>
                <a:lnTo>
                  <a:pt x="43462" y="158478"/>
                </a:lnTo>
                <a:lnTo>
                  <a:pt x="43461" y="158478"/>
                </a:lnTo>
                <a:lnTo>
                  <a:pt x="43460" y="158478"/>
                </a:lnTo>
                <a:lnTo>
                  <a:pt x="43459" y="158478"/>
                </a:lnTo>
                <a:lnTo>
                  <a:pt x="43459" y="158478"/>
                </a:lnTo>
                <a:lnTo>
                  <a:pt x="43458" y="158478"/>
                </a:lnTo>
                <a:lnTo>
                  <a:pt x="43457" y="158478"/>
                </a:lnTo>
                <a:lnTo>
                  <a:pt x="43456" y="158478"/>
                </a:lnTo>
                <a:lnTo>
                  <a:pt x="43455" y="158478"/>
                </a:lnTo>
                <a:lnTo>
                  <a:pt x="43455" y="158478"/>
                </a:lnTo>
                <a:lnTo>
                  <a:pt x="43454" y="158478"/>
                </a:lnTo>
                <a:lnTo>
                  <a:pt x="43453" y="158478"/>
                </a:lnTo>
                <a:lnTo>
                  <a:pt x="43452" y="158478"/>
                </a:lnTo>
                <a:lnTo>
                  <a:pt x="43451" y="158478"/>
                </a:lnTo>
                <a:lnTo>
                  <a:pt x="43451" y="158478"/>
                </a:lnTo>
                <a:lnTo>
                  <a:pt x="43450" y="158478"/>
                </a:lnTo>
                <a:lnTo>
                  <a:pt x="43449" y="158478"/>
                </a:lnTo>
                <a:lnTo>
                  <a:pt x="43448" y="158478"/>
                </a:lnTo>
                <a:lnTo>
                  <a:pt x="43448" y="158478"/>
                </a:lnTo>
                <a:lnTo>
                  <a:pt x="43447" y="158478"/>
                </a:lnTo>
                <a:lnTo>
                  <a:pt x="43446" y="158478"/>
                </a:lnTo>
                <a:lnTo>
                  <a:pt x="43445" y="158478"/>
                </a:lnTo>
                <a:lnTo>
                  <a:pt x="43444" y="158478"/>
                </a:lnTo>
                <a:lnTo>
                  <a:pt x="43444" y="158478"/>
                </a:lnTo>
                <a:lnTo>
                  <a:pt x="43443" y="158478"/>
                </a:lnTo>
                <a:lnTo>
                  <a:pt x="43442" y="158478"/>
                </a:lnTo>
                <a:lnTo>
                  <a:pt x="43441" y="158478"/>
                </a:lnTo>
                <a:lnTo>
                  <a:pt x="43440" y="158478"/>
                </a:lnTo>
                <a:lnTo>
                  <a:pt x="43440" y="158478"/>
                </a:lnTo>
                <a:lnTo>
                  <a:pt x="43439" y="158478"/>
                </a:lnTo>
                <a:lnTo>
                  <a:pt x="43438" y="158478"/>
                </a:lnTo>
                <a:lnTo>
                  <a:pt x="43437" y="158478"/>
                </a:lnTo>
                <a:lnTo>
                  <a:pt x="43436" y="158478"/>
                </a:lnTo>
                <a:lnTo>
                  <a:pt x="43436" y="158478"/>
                </a:lnTo>
                <a:lnTo>
                  <a:pt x="43435" y="158478"/>
                </a:lnTo>
                <a:lnTo>
                  <a:pt x="43434" y="158478"/>
                </a:lnTo>
                <a:lnTo>
                  <a:pt x="43433" y="158478"/>
                </a:lnTo>
                <a:lnTo>
                  <a:pt x="43433" y="158478"/>
                </a:lnTo>
                <a:lnTo>
                  <a:pt x="43432" y="158478"/>
                </a:lnTo>
                <a:lnTo>
                  <a:pt x="43431" y="158478"/>
                </a:lnTo>
                <a:lnTo>
                  <a:pt x="43430" y="158478"/>
                </a:lnTo>
                <a:lnTo>
                  <a:pt x="43429" y="158478"/>
                </a:lnTo>
                <a:lnTo>
                  <a:pt x="43429" y="158478"/>
                </a:lnTo>
                <a:lnTo>
                  <a:pt x="43428" y="158478"/>
                </a:lnTo>
                <a:lnTo>
                  <a:pt x="43427" y="158478"/>
                </a:lnTo>
                <a:lnTo>
                  <a:pt x="43426" y="158478"/>
                </a:lnTo>
                <a:lnTo>
                  <a:pt x="43425" y="158478"/>
                </a:lnTo>
                <a:lnTo>
                  <a:pt x="43425" y="158478"/>
                </a:lnTo>
                <a:lnTo>
                  <a:pt x="43424" y="158478"/>
                </a:lnTo>
                <a:lnTo>
                  <a:pt x="43423" y="158478"/>
                </a:lnTo>
                <a:lnTo>
                  <a:pt x="43422" y="158478"/>
                </a:lnTo>
                <a:lnTo>
                  <a:pt x="43421" y="158478"/>
                </a:lnTo>
                <a:lnTo>
                  <a:pt x="43421" y="158478"/>
                </a:lnTo>
                <a:lnTo>
                  <a:pt x="43420" y="158478"/>
                </a:lnTo>
                <a:lnTo>
                  <a:pt x="43419" y="158478"/>
                </a:lnTo>
                <a:lnTo>
                  <a:pt x="43418" y="158478"/>
                </a:lnTo>
                <a:lnTo>
                  <a:pt x="43418" y="158478"/>
                </a:lnTo>
                <a:lnTo>
                  <a:pt x="43417" y="158478"/>
                </a:lnTo>
                <a:lnTo>
                  <a:pt x="43416" y="158478"/>
                </a:lnTo>
                <a:lnTo>
                  <a:pt x="43415" y="158478"/>
                </a:lnTo>
                <a:lnTo>
                  <a:pt x="43414" y="158478"/>
                </a:lnTo>
                <a:lnTo>
                  <a:pt x="43414" y="158478"/>
                </a:lnTo>
                <a:lnTo>
                  <a:pt x="43413" y="158478"/>
                </a:lnTo>
                <a:lnTo>
                  <a:pt x="43412" y="158478"/>
                </a:lnTo>
                <a:lnTo>
                  <a:pt x="43411" y="158478"/>
                </a:lnTo>
                <a:lnTo>
                  <a:pt x="43410" y="158478"/>
                </a:lnTo>
                <a:lnTo>
                  <a:pt x="43410" y="158478"/>
                </a:lnTo>
                <a:lnTo>
                  <a:pt x="43409" y="158478"/>
                </a:lnTo>
                <a:lnTo>
                  <a:pt x="43408" y="158478"/>
                </a:lnTo>
                <a:lnTo>
                  <a:pt x="43407" y="158478"/>
                </a:lnTo>
                <a:lnTo>
                  <a:pt x="43406" y="158478"/>
                </a:lnTo>
                <a:lnTo>
                  <a:pt x="43406" y="158478"/>
                </a:lnTo>
                <a:lnTo>
                  <a:pt x="43405" y="158478"/>
                </a:lnTo>
                <a:lnTo>
                  <a:pt x="43404" y="158478"/>
                </a:lnTo>
                <a:lnTo>
                  <a:pt x="43403" y="158478"/>
                </a:lnTo>
                <a:lnTo>
                  <a:pt x="43403" y="158478"/>
                </a:lnTo>
                <a:lnTo>
                  <a:pt x="43402" y="158478"/>
                </a:lnTo>
                <a:lnTo>
                  <a:pt x="43401" y="158478"/>
                </a:lnTo>
                <a:lnTo>
                  <a:pt x="43400" y="158478"/>
                </a:lnTo>
                <a:lnTo>
                  <a:pt x="43399" y="158478"/>
                </a:lnTo>
                <a:lnTo>
                  <a:pt x="43399" y="158478"/>
                </a:lnTo>
                <a:lnTo>
                  <a:pt x="43398" y="158478"/>
                </a:lnTo>
                <a:lnTo>
                  <a:pt x="43397" y="158478"/>
                </a:lnTo>
                <a:lnTo>
                  <a:pt x="43396" y="158478"/>
                </a:lnTo>
                <a:lnTo>
                  <a:pt x="43395" y="158478"/>
                </a:lnTo>
                <a:lnTo>
                  <a:pt x="43395" y="158478"/>
                </a:lnTo>
                <a:lnTo>
                  <a:pt x="43394" y="158478"/>
                </a:lnTo>
                <a:lnTo>
                  <a:pt x="43393" y="158478"/>
                </a:lnTo>
                <a:lnTo>
                  <a:pt x="43392" y="158478"/>
                </a:lnTo>
                <a:lnTo>
                  <a:pt x="43392" y="158478"/>
                </a:lnTo>
                <a:lnTo>
                  <a:pt x="43391" y="158478"/>
                </a:lnTo>
                <a:lnTo>
                  <a:pt x="43390" y="158478"/>
                </a:lnTo>
                <a:lnTo>
                  <a:pt x="43389" y="158478"/>
                </a:lnTo>
                <a:lnTo>
                  <a:pt x="43388" y="158478"/>
                </a:lnTo>
                <a:lnTo>
                  <a:pt x="43388" y="158478"/>
                </a:lnTo>
                <a:lnTo>
                  <a:pt x="43387" y="158478"/>
                </a:lnTo>
                <a:lnTo>
                  <a:pt x="43386" y="158478"/>
                </a:lnTo>
                <a:lnTo>
                  <a:pt x="43385" y="158478"/>
                </a:lnTo>
                <a:lnTo>
                  <a:pt x="43384" y="158478"/>
                </a:lnTo>
                <a:lnTo>
                  <a:pt x="43384" y="158478"/>
                </a:lnTo>
                <a:lnTo>
                  <a:pt x="43383" y="158478"/>
                </a:lnTo>
                <a:lnTo>
                  <a:pt x="43382" y="158478"/>
                </a:lnTo>
                <a:lnTo>
                  <a:pt x="43381" y="158478"/>
                </a:lnTo>
                <a:lnTo>
                  <a:pt x="43381" y="158478"/>
                </a:lnTo>
                <a:lnTo>
                  <a:pt x="43380" y="158478"/>
                </a:lnTo>
                <a:lnTo>
                  <a:pt x="43379" y="158478"/>
                </a:lnTo>
                <a:lnTo>
                  <a:pt x="43378" y="158478"/>
                </a:lnTo>
                <a:lnTo>
                  <a:pt x="43377" y="158478"/>
                </a:lnTo>
                <a:lnTo>
                  <a:pt x="43377" y="158478"/>
                </a:lnTo>
                <a:lnTo>
                  <a:pt x="43376" y="158478"/>
                </a:lnTo>
                <a:lnTo>
                  <a:pt x="43375" y="158478"/>
                </a:lnTo>
                <a:lnTo>
                  <a:pt x="43374" y="158478"/>
                </a:lnTo>
                <a:lnTo>
                  <a:pt x="43373" y="158478"/>
                </a:lnTo>
                <a:lnTo>
                  <a:pt x="43373" y="158478"/>
                </a:lnTo>
                <a:lnTo>
                  <a:pt x="43372" y="158478"/>
                </a:lnTo>
                <a:lnTo>
                  <a:pt x="43371" y="158478"/>
                </a:lnTo>
                <a:lnTo>
                  <a:pt x="43370" y="158478"/>
                </a:lnTo>
                <a:lnTo>
                  <a:pt x="43369" y="158478"/>
                </a:lnTo>
                <a:lnTo>
                  <a:pt x="43369" y="158478"/>
                </a:lnTo>
                <a:lnTo>
                  <a:pt x="43368" y="158478"/>
                </a:lnTo>
                <a:lnTo>
                  <a:pt x="43367" y="158478"/>
                </a:lnTo>
                <a:lnTo>
                  <a:pt x="43366" y="158478"/>
                </a:lnTo>
                <a:lnTo>
                  <a:pt x="43366" y="158478"/>
                </a:lnTo>
                <a:lnTo>
                  <a:pt x="43365" y="158478"/>
                </a:lnTo>
                <a:lnTo>
                  <a:pt x="43364" y="158478"/>
                </a:lnTo>
                <a:lnTo>
                  <a:pt x="43363" y="158478"/>
                </a:lnTo>
                <a:lnTo>
                  <a:pt x="43362" y="158478"/>
                </a:lnTo>
                <a:lnTo>
                  <a:pt x="43362" y="158478"/>
                </a:lnTo>
                <a:lnTo>
                  <a:pt x="43361" y="158478"/>
                </a:lnTo>
                <a:lnTo>
                  <a:pt x="43360" y="158478"/>
                </a:lnTo>
                <a:lnTo>
                  <a:pt x="43359" y="158478"/>
                </a:lnTo>
                <a:lnTo>
                  <a:pt x="43358" y="158478"/>
                </a:lnTo>
                <a:lnTo>
                  <a:pt x="43358" y="158478"/>
                </a:lnTo>
                <a:lnTo>
                  <a:pt x="43357" y="158478"/>
                </a:lnTo>
                <a:lnTo>
                  <a:pt x="43356" y="158478"/>
                </a:lnTo>
                <a:lnTo>
                  <a:pt x="43355" y="158478"/>
                </a:lnTo>
                <a:lnTo>
                  <a:pt x="43355" y="158478"/>
                </a:lnTo>
                <a:lnTo>
                  <a:pt x="43354" y="158478"/>
                </a:lnTo>
                <a:lnTo>
                  <a:pt x="43353" y="158478"/>
                </a:lnTo>
                <a:lnTo>
                  <a:pt x="43352" y="158478"/>
                </a:lnTo>
                <a:lnTo>
                  <a:pt x="43351" y="158478"/>
                </a:lnTo>
                <a:lnTo>
                  <a:pt x="43351" y="158478"/>
                </a:lnTo>
                <a:lnTo>
                  <a:pt x="43350" y="158478"/>
                </a:lnTo>
                <a:lnTo>
                  <a:pt x="43349" y="158478"/>
                </a:lnTo>
                <a:lnTo>
                  <a:pt x="43348" y="158478"/>
                </a:lnTo>
                <a:lnTo>
                  <a:pt x="43347" y="158478"/>
                </a:lnTo>
                <a:lnTo>
                  <a:pt x="43347" y="158478"/>
                </a:lnTo>
                <a:lnTo>
                  <a:pt x="43346" y="158478"/>
                </a:lnTo>
                <a:lnTo>
                  <a:pt x="43345" y="158478"/>
                </a:lnTo>
                <a:lnTo>
                  <a:pt x="43344" y="158478"/>
                </a:lnTo>
                <a:lnTo>
                  <a:pt x="43344" y="158478"/>
                </a:lnTo>
                <a:lnTo>
                  <a:pt x="43343" y="158478"/>
                </a:lnTo>
                <a:lnTo>
                  <a:pt x="43342" y="158478"/>
                </a:lnTo>
                <a:lnTo>
                  <a:pt x="43341" y="158478"/>
                </a:lnTo>
                <a:lnTo>
                  <a:pt x="43340" y="158478"/>
                </a:lnTo>
                <a:lnTo>
                  <a:pt x="43340" y="158478"/>
                </a:lnTo>
                <a:lnTo>
                  <a:pt x="43339" y="158478"/>
                </a:lnTo>
                <a:lnTo>
                  <a:pt x="43338" y="158478"/>
                </a:lnTo>
                <a:lnTo>
                  <a:pt x="43337" y="158478"/>
                </a:lnTo>
                <a:lnTo>
                  <a:pt x="43336" y="158478"/>
                </a:lnTo>
                <a:lnTo>
                  <a:pt x="43336" y="158478"/>
                </a:lnTo>
                <a:lnTo>
                  <a:pt x="43335" y="158478"/>
                </a:lnTo>
                <a:lnTo>
                  <a:pt x="43334" y="158478"/>
                </a:lnTo>
                <a:lnTo>
                  <a:pt x="43333" y="158478"/>
                </a:lnTo>
                <a:lnTo>
                  <a:pt x="43333" y="158478"/>
                </a:lnTo>
                <a:lnTo>
                  <a:pt x="43332" y="158478"/>
                </a:lnTo>
                <a:lnTo>
                  <a:pt x="43331" y="158478"/>
                </a:lnTo>
                <a:lnTo>
                  <a:pt x="43330" y="158478"/>
                </a:lnTo>
                <a:lnTo>
                  <a:pt x="43329" y="158478"/>
                </a:lnTo>
                <a:lnTo>
                  <a:pt x="43329" y="158478"/>
                </a:lnTo>
                <a:lnTo>
                  <a:pt x="43328" y="158478"/>
                </a:lnTo>
                <a:lnTo>
                  <a:pt x="43327" y="158478"/>
                </a:lnTo>
                <a:lnTo>
                  <a:pt x="43326" y="158478"/>
                </a:lnTo>
                <a:lnTo>
                  <a:pt x="43325" y="158478"/>
                </a:lnTo>
                <a:lnTo>
                  <a:pt x="43325" y="158478"/>
                </a:lnTo>
                <a:lnTo>
                  <a:pt x="43324" y="158478"/>
                </a:lnTo>
                <a:lnTo>
                  <a:pt x="43323" y="158478"/>
                </a:lnTo>
                <a:lnTo>
                  <a:pt x="43322" y="158478"/>
                </a:lnTo>
                <a:lnTo>
                  <a:pt x="43322" y="158478"/>
                </a:lnTo>
                <a:lnTo>
                  <a:pt x="43321" y="158478"/>
                </a:lnTo>
                <a:lnTo>
                  <a:pt x="43320" y="158478"/>
                </a:lnTo>
                <a:lnTo>
                  <a:pt x="43319" y="158478"/>
                </a:lnTo>
                <a:lnTo>
                  <a:pt x="43318" y="158478"/>
                </a:lnTo>
                <a:lnTo>
                  <a:pt x="43318" y="158478"/>
                </a:lnTo>
                <a:lnTo>
                  <a:pt x="43317" y="158478"/>
                </a:lnTo>
                <a:lnTo>
                  <a:pt x="43316" y="158478"/>
                </a:lnTo>
                <a:lnTo>
                  <a:pt x="43315" y="158478"/>
                </a:lnTo>
                <a:lnTo>
                  <a:pt x="43314" y="158478"/>
                </a:lnTo>
                <a:lnTo>
                  <a:pt x="43314" y="158478"/>
                </a:lnTo>
                <a:lnTo>
                  <a:pt x="43313" y="158478"/>
                </a:lnTo>
                <a:lnTo>
                  <a:pt x="43312" y="158478"/>
                </a:lnTo>
                <a:lnTo>
                  <a:pt x="43311" y="158478"/>
                </a:lnTo>
                <a:lnTo>
                  <a:pt x="43311" y="158478"/>
                </a:lnTo>
                <a:lnTo>
                  <a:pt x="43310" y="158478"/>
                </a:lnTo>
                <a:lnTo>
                  <a:pt x="43309" y="158478"/>
                </a:lnTo>
                <a:lnTo>
                  <a:pt x="43308" y="158478"/>
                </a:lnTo>
                <a:lnTo>
                  <a:pt x="43307" y="158478"/>
                </a:lnTo>
                <a:lnTo>
                  <a:pt x="43307" y="158478"/>
                </a:lnTo>
                <a:lnTo>
                  <a:pt x="43306" y="158478"/>
                </a:lnTo>
                <a:lnTo>
                  <a:pt x="43305" y="158478"/>
                </a:lnTo>
                <a:lnTo>
                  <a:pt x="43304" y="158478"/>
                </a:lnTo>
                <a:lnTo>
                  <a:pt x="43303" y="158478"/>
                </a:lnTo>
                <a:lnTo>
                  <a:pt x="43303" y="158478"/>
                </a:lnTo>
                <a:lnTo>
                  <a:pt x="43302" y="158478"/>
                </a:lnTo>
                <a:lnTo>
                  <a:pt x="43301" y="158478"/>
                </a:lnTo>
                <a:lnTo>
                  <a:pt x="43300" y="158478"/>
                </a:lnTo>
                <a:lnTo>
                  <a:pt x="43300" y="158478"/>
                </a:lnTo>
                <a:lnTo>
                  <a:pt x="43299" y="158478"/>
                </a:lnTo>
                <a:lnTo>
                  <a:pt x="43298" y="158478"/>
                </a:lnTo>
                <a:lnTo>
                  <a:pt x="43297" y="158478"/>
                </a:lnTo>
                <a:lnTo>
                  <a:pt x="43296" y="158478"/>
                </a:lnTo>
                <a:lnTo>
                  <a:pt x="43296" y="158478"/>
                </a:lnTo>
                <a:lnTo>
                  <a:pt x="43295" y="158478"/>
                </a:lnTo>
                <a:lnTo>
                  <a:pt x="43294" y="158478"/>
                </a:lnTo>
                <a:lnTo>
                  <a:pt x="43293" y="158478"/>
                </a:lnTo>
                <a:lnTo>
                  <a:pt x="43293" y="158478"/>
                </a:lnTo>
                <a:lnTo>
                  <a:pt x="43292" y="158478"/>
                </a:lnTo>
                <a:lnTo>
                  <a:pt x="43291" y="158478"/>
                </a:lnTo>
                <a:lnTo>
                  <a:pt x="43290" y="158478"/>
                </a:lnTo>
                <a:lnTo>
                  <a:pt x="43289" y="158478"/>
                </a:lnTo>
                <a:lnTo>
                  <a:pt x="43289" y="158478"/>
                </a:lnTo>
                <a:lnTo>
                  <a:pt x="43288" y="158478"/>
                </a:lnTo>
                <a:lnTo>
                  <a:pt x="43287" y="158478"/>
                </a:lnTo>
                <a:lnTo>
                  <a:pt x="43286" y="158478"/>
                </a:lnTo>
                <a:lnTo>
                  <a:pt x="43285" y="158478"/>
                </a:lnTo>
                <a:lnTo>
                  <a:pt x="43285" y="158478"/>
                </a:lnTo>
                <a:lnTo>
                  <a:pt x="43284" y="158478"/>
                </a:lnTo>
                <a:lnTo>
                  <a:pt x="43283" y="158478"/>
                </a:lnTo>
                <a:lnTo>
                  <a:pt x="43282" y="158478"/>
                </a:lnTo>
                <a:lnTo>
                  <a:pt x="43282" y="158478"/>
                </a:lnTo>
                <a:lnTo>
                  <a:pt x="43281" y="158478"/>
                </a:lnTo>
                <a:lnTo>
                  <a:pt x="43280" y="158478"/>
                </a:lnTo>
                <a:lnTo>
                  <a:pt x="43279" y="158478"/>
                </a:lnTo>
                <a:lnTo>
                  <a:pt x="43278" y="158478"/>
                </a:lnTo>
                <a:lnTo>
                  <a:pt x="43278" y="158478"/>
                </a:lnTo>
                <a:lnTo>
                  <a:pt x="43277" y="158478"/>
                </a:lnTo>
                <a:lnTo>
                  <a:pt x="43276" y="158478"/>
                </a:lnTo>
                <a:lnTo>
                  <a:pt x="43275" y="158478"/>
                </a:lnTo>
                <a:lnTo>
                  <a:pt x="43274" y="158478"/>
                </a:lnTo>
                <a:lnTo>
                  <a:pt x="43274" y="158478"/>
                </a:lnTo>
                <a:lnTo>
                  <a:pt x="43273" y="158478"/>
                </a:lnTo>
                <a:lnTo>
                  <a:pt x="43272" y="158478"/>
                </a:lnTo>
                <a:lnTo>
                  <a:pt x="43271" y="158478"/>
                </a:lnTo>
                <a:lnTo>
                  <a:pt x="43271" y="158478"/>
                </a:lnTo>
                <a:lnTo>
                  <a:pt x="43270" y="158478"/>
                </a:lnTo>
                <a:lnTo>
                  <a:pt x="43269" y="158478"/>
                </a:lnTo>
                <a:lnTo>
                  <a:pt x="43268" y="158478"/>
                </a:lnTo>
                <a:lnTo>
                  <a:pt x="43267" y="158478"/>
                </a:lnTo>
                <a:lnTo>
                  <a:pt x="43267" y="158478"/>
                </a:lnTo>
                <a:lnTo>
                  <a:pt x="43266" y="158478"/>
                </a:lnTo>
                <a:lnTo>
                  <a:pt x="43265" y="158478"/>
                </a:lnTo>
                <a:lnTo>
                  <a:pt x="43264" y="158478"/>
                </a:lnTo>
                <a:lnTo>
                  <a:pt x="43264" y="158478"/>
                </a:lnTo>
                <a:lnTo>
                  <a:pt x="43263" y="158478"/>
                </a:lnTo>
                <a:lnTo>
                  <a:pt x="43262" y="158478"/>
                </a:lnTo>
                <a:lnTo>
                  <a:pt x="43261" y="158478"/>
                </a:lnTo>
                <a:lnTo>
                  <a:pt x="43260" y="158478"/>
                </a:lnTo>
                <a:lnTo>
                  <a:pt x="43260" y="158478"/>
                </a:lnTo>
                <a:lnTo>
                  <a:pt x="43259" y="158478"/>
                </a:lnTo>
                <a:lnTo>
                  <a:pt x="43258" y="158478"/>
                </a:lnTo>
                <a:lnTo>
                  <a:pt x="43257" y="158478"/>
                </a:lnTo>
                <a:lnTo>
                  <a:pt x="43256" y="158478"/>
                </a:lnTo>
                <a:lnTo>
                  <a:pt x="43256" y="158478"/>
                </a:lnTo>
                <a:lnTo>
                  <a:pt x="43255" y="158478"/>
                </a:lnTo>
                <a:lnTo>
                  <a:pt x="43254" y="158478"/>
                </a:lnTo>
                <a:lnTo>
                  <a:pt x="43253" y="158478"/>
                </a:lnTo>
                <a:lnTo>
                  <a:pt x="43253" y="158478"/>
                </a:lnTo>
                <a:lnTo>
                  <a:pt x="43252" y="158478"/>
                </a:lnTo>
                <a:lnTo>
                  <a:pt x="43251" y="158478"/>
                </a:lnTo>
                <a:lnTo>
                  <a:pt x="43250" y="158478"/>
                </a:lnTo>
                <a:lnTo>
                  <a:pt x="43249" y="158478"/>
                </a:lnTo>
                <a:lnTo>
                  <a:pt x="43249" y="158478"/>
                </a:lnTo>
                <a:lnTo>
                  <a:pt x="43248" y="158478"/>
                </a:lnTo>
                <a:lnTo>
                  <a:pt x="43247" y="158478"/>
                </a:lnTo>
                <a:lnTo>
                  <a:pt x="43246" y="158478"/>
                </a:lnTo>
                <a:lnTo>
                  <a:pt x="43246" y="158478"/>
                </a:lnTo>
                <a:lnTo>
                  <a:pt x="43245" y="158478"/>
                </a:lnTo>
                <a:lnTo>
                  <a:pt x="43244" y="158478"/>
                </a:lnTo>
                <a:lnTo>
                  <a:pt x="43243" y="158478"/>
                </a:lnTo>
                <a:lnTo>
                  <a:pt x="43242" y="158478"/>
                </a:lnTo>
                <a:lnTo>
                  <a:pt x="43242" y="158478"/>
                </a:lnTo>
                <a:lnTo>
                  <a:pt x="43241" y="158478"/>
                </a:lnTo>
                <a:lnTo>
                  <a:pt x="43240" y="158478"/>
                </a:lnTo>
                <a:lnTo>
                  <a:pt x="43239" y="158478"/>
                </a:lnTo>
                <a:lnTo>
                  <a:pt x="43238" y="158478"/>
                </a:lnTo>
                <a:lnTo>
                  <a:pt x="43238" y="158478"/>
                </a:lnTo>
                <a:lnTo>
                  <a:pt x="43237" y="158478"/>
                </a:lnTo>
                <a:lnTo>
                  <a:pt x="43236" y="158478"/>
                </a:lnTo>
                <a:lnTo>
                  <a:pt x="43235" y="158478"/>
                </a:lnTo>
                <a:lnTo>
                  <a:pt x="43235" y="158478"/>
                </a:lnTo>
                <a:lnTo>
                  <a:pt x="43234" y="158478"/>
                </a:lnTo>
                <a:lnTo>
                  <a:pt x="43233" y="158478"/>
                </a:lnTo>
                <a:lnTo>
                  <a:pt x="43232" y="158478"/>
                </a:lnTo>
                <a:lnTo>
                  <a:pt x="43231" y="158478"/>
                </a:lnTo>
                <a:lnTo>
                  <a:pt x="43231" y="158478"/>
                </a:lnTo>
                <a:lnTo>
                  <a:pt x="43230" y="158478"/>
                </a:lnTo>
                <a:lnTo>
                  <a:pt x="43229" y="158478"/>
                </a:lnTo>
                <a:lnTo>
                  <a:pt x="43228" y="158478"/>
                </a:lnTo>
                <a:lnTo>
                  <a:pt x="43228" y="158478"/>
                </a:lnTo>
                <a:lnTo>
                  <a:pt x="43227" y="158478"/>
                </a:lnTo>
                <a:lnTo>
                  <a:pt x="43226" y="158478"/>
                </a:lnTo>
                <a:lnTo>
                  <a:pt x="43225" y="158478"/>
                </a:lnTo>
                <a:lnTo>
                  <a:pt x="43224" y="158478"/>
                </a:lnTo>
                <a:lnTo>
                  <a:pt x="43224" y="158478"/>
                </a:lnTo>
                <a:lnTo>
                  <a:pt x="43223" y="158478"/>
                </a:lnTo>
                <a:lnTo>
                  <a:pt x="43222" y="158478"/>
                </a:lnTo>
                <a:lnTo>
                  <a:pt x="43221" y="158478"/>
                </a:lnTo>
                <a:lnTo>
                  <a:pt x="43221" y="158478"/>
                </a:lnTo>
                <a:lnTo>
                  <a:pt x="43220" y="158478"/>
                </a:lnTo>
                <a:lnTo>
                  <a:pt x="43219" y="158478"/>
                </a:lnTo>
                <a:lnTo>
                  <a:pt x="43218" y="158478"/>
                </a:lnTo>
                <a:lnTo>
                  <a:pt x="43217" y="158478"/>
                </a:lnTo>
                <a:lnTo>
                  <a:pt x="43217" y="158478"/>
                </a:lnTo>
                <a:lnTo>
                  <a:pt x="43216" y="158478"/>
                </a:lnTo>
                <a:lnTo>
                  <a:pt x="43215" y="158478"/>
                </a:lnTo>
                <a:lnTo>
                  <a:pt x="43214" y="158478"/>
                </a:lnTo>
                <a:lnTo>
                  <a:pt x="43213" y="158478"/>
                </a:lnTo>
                <a:lnTo>
                  <a:pt x="43213" y="158478"/>
                </a:lnTo>
                <a:lnTo>
                  <a:pt x="43212" y="158478"/>
                </a:lnTo>
                <a:lnTo>
                  <a:pt x="43211" y="158478"/>
                </a:lnTo>
                <a:lnTo>
                  <a:pt x="43210" y="158478"/>
                </a:lnTo>
                <a:lnTo>
                  <a:pt x="43210" y="158478"/>
                </a:lnTo>
                <a:lnTo>
                  <a:pt x="43209" y="158478"/>
                </a:lnTo>
                <a:lnTo>
                  <a:pt x="43208" y="158478"/>
                </a:lnTo>
                <a:lnTo>
                  <a:pt x="43207" y="158478"/>
                </a:lnTo>
                <a:lnTo>
                  <a:pt x="43206" y="158478"/>
                </a:lnTo>
                <a:lnTo>
                  <a:pt x="43206" y="158478"/>
                </a:lnTo>
                <a:lnTo>
                  <a:pt x="43205" y="158478"/>
                </a:lnTo>
                <a:lnTo>
                  <a:pt x="43204" y="158478"/>
                </a:lnTo>
                <a:lnTo>
                  <a:pt x="43203" y="158478"/>
                </a:lnTo>
                <a:lnTo>
                  <a:pt x="43203" y="158478"/>
                </a:lnTo>
                <a:lnTo>
                  <a:pt x="43202" y="158478"/>
                </a:lnTo>
                <a:lnTo>
                  <a:pt x="43201" y="158478"/>
                </a:lnTo>
                <a:lnTo>
                  <a:pt x="43200" y="158478"/>
                </a:lnTo>
                <a:lnTo>
                  <a:pt x="43199" y="158478"/>
                </a:lnTo>
                <a:lnTo>
                  <a:pt x="43199" y="158478"/>
                </a:lnTo>
                <a:lnTo>
                  <a:pt x="43198" y="158478"/>
                </a:lnTo>
                <a:lnTo>
                  <a:pt x="43197" y="158478"/>
                </a:lnTo>
                <a:lnTo>
                  <a:pt x="43196" y="158478"/>
                </a:lnTo>
                <a:lnTo>
                  <a:pt x="43196" y="158478"/>
                </a:lnTo>
                <a:lnTo>
                  <a:pt x="43195" y="158478"/>
                </a:lnTo>
                <a:lnTo>
                  <a:pt x="43194" y="158478"/>
                </a:lnTo>
                <a:lnTo>
                  <a:pt x="43193" y="158478"/>
                </a:lnTo>
                <a:lnTo>
                  <a:pt x="43192" y="158478"/>
                </a:lnTo>
                <a:lnTo>
                  <a:pt x="43192" y="158478"/>
                </a:lnTo>
                <a:lnTo>
                  <a:pt x="43191" y="158478"/>
                </a:lnTo>
                <a:lnTo>
                  <a:pt x="43190" y="158478"/>
                </a:lnTo>
                <a:lnTo>
                  <a:pt x="43189" y="158478"/>
                </a:lnTo>
                <a:lnTo>
                  <a:pt x="43189" y="158478"/>
                </a:lnTo>
                <a:lnTo>
                  <a:pt x="43188" y="158478"/>
                </a:lnTo>
                <a:lnTo>
                  <a:pt x="43187" y="158478"/>
                </a:lnTo>
                <a:lnTo>
                  <a:pt x="43186" y="158478"/>
                </a:lnTo>
                <a:lnTo>
                  <a:pt x="43185" y="158478"/>
                </a:lnTo>
                <a:lnTo>
                  <a:pt x="43185" y="158478"/>
                </a:lnTo>
                <a:lnTo>
                  <a:pt x="43184" y="158478"/>
                </a:lnTo>
                <a:lnTo>
                  <a:pt x="43183" y="158478"/>
                </a:lnTo>
                <a:lnTo>
                  <a:pt x="43182" y="158478"/>
                </a:lnTo>
                <a:lnTo>
                  <a:pt x="43181" y="158478"/>
                </a:lnTo>
                <a:lnTo>
                  <a:pt x="43181" y="158478"/>
                </a:lnTo>
                <a:lnTo>
                  <a:pt x="43180" y="158478"/>
                </a:lnTo>
                <a:lnTo>
                  <a:pt x="43179" y="158478"/>
                </a:lnTo>
                <a:lnTo>
                  <a:pt x="43178" y="158478"/>
                </a:lnTo>
                <a:lnTo>
                  <a:pt x="43178" y="158478"/>
                </a:lnTo>
                <a:lnTo>
                  <a:pt x="43177" y="158478"/>
                </a:lnTo>
                <a:lnTo>
                  <a:pt x="43176" y="158478"/>
                </a:lnTo>
                <a:lnTo>
                  <a:pt x="43175" y="158478"/>
                </a:lnTo>
                <a:lnTo>
                  <a:pt x="43174" y="158478"/>
                </a:lnTo>
                <a:lnTo>
                  <a:pt x="43174" y="158478"/>
                </a:lnTo>
                <a:lnTo>
                  <a:pt x="43173" y="158478"/>
                </a:lnTo>
                <a:lnTo>
                  <a:pt x="43172" y="158478"/>
                </a:lnTo>
                <a:lnTo>
                  <a:pt x="43171" y="158478"/>
                </a:lnTo>
                <a:lnTo>
                  <a:pt x="43171" y="158478"/>
                </a:lnTo>
                <a:lnTo>
                  <a:pt x="43170" y="158478"/>
                </a:lnTo>
                <a:lnTo>
                  <a:pt x="43169" y="158478"/>
                </a:lnTo>
                <a:lnTo>
                  <a:pt x="43168" y="158478"/>
                </a:lnTo>
                <a:lnTo>
                  <a:pt x="43167" y="158478"/>
                </a:lnTo>
                <a:lnTo>
                  <a:pt x="43167" y="158478"/>
                </a:lnTo>
                <a:lnTo>
                  <a:pt x="43166" y="158478"/>
                </a:lnTo>
                <a:lnTo>
                  <a:pt x="43165" y="158478"/>
                </a:lnTo>
                <a:lnTo>
                  <a:pt x="43164" y="158478"/>
                </a:lnTo>
                <a:lnTo>
                  <a:pt x="43164" y="158478"/>
                </a:lnTo>
                <a:lnTo>
                  <a:pt x="43163" y="158478"/>
                </a:lnTo>
                <a:lnTo>
                  <a:pt x="43162" y="158478"/>
                </a:lnTo>
                <a:lnTo>
                  <a:pt x="43161" y="158478"/>
                </a:lnTo>
                <a:lnTo>
                  <a:pt x="43160" y="158478"/>
                </a:lnTo>
                <a:lnTo>
                  <a:pt x="43160" y="158478"/>
                </a:lnTo>
                <a:lnTo>
                  <a:pt x="43159" y="158478"/>
                </a:lnTo>
                <a:lnTo>
                  <a:pt x="43158" y="158478"/>
                </a:lnTo>
                <a:lnTo>
                  <a:pt x="43157" y="158478"/>
                </a:lnTo>
                <a:lnTo>
                  <a:pt x="43157" y="158478"/>
                </a:lnTo>
                <a:lnTo>
                  <a:pt x="43156" y="158478"/>
                </a:lnTo>
                <a:lnTo>
                  <a:pt x="43155" y="158478"/>
                </a:lnTo>
                <a:lnTo>
                  <a:pt x="43154" y="158478"/>
                </a:lnTo>
                <a:lnTo>
                  <a:pt x="43153" y="158478"/>
                </a:lnTo>
                <a:lnTo>
                  <a:pt x="43153" y="158478"/>
                </a:lnTo>
                <a:lnTo>
                  <a:pt x="43152" y="158478"/>
                </a:lnTo>
                <a:lnTo>
                  <a:pt x="43151" y="158478"/>
                </a:lnTo>
                <a:lnTo>
                  <a:pt x="43150" y="158478"/>
                </a:lnTo>
                <a:lnTo>
                  <a:pt x="43150" y="158478"/>
                </a:lnTo>
                <a:lnTo>
                  <a:pt x="43149" y="158478"/>
                </a:lnTo>
                <a:lnTo>
                  <a:pt x="43148" y="158478"/>
                </a:lnTo>
                <a:lnTo>
                  <a:pt x="43147" y="158478"/>
                </a:lnTo>
                <a:lnTo>
                  <a:pt x="43146" y="158478"/>
                </a:lnTo>
                <a:lnTo>
                  <a:pt x="43146" y="158478"/>
                </a:lnTo>
                <a:lnTo>
                  <a:pt x="43145" y="158478"/>
                </a:lnTo>
                <a:lnTo>
                  <a:pt x="43144" y="158478"/>
                </a:lnTo>
                <a:lnTo>
                  <a:pt x="43143" y="158478"/>
                </a:lnTo>
                <a:lnTo>
                  <a:pt x="43143" y="158478"/>
                </a:lnTo>
                <a:lnTo>
                  <a:pt x="43142" y="158478"/>
                </a:lnTo>
                <a:lnTo>
                  <a:pt x="43141" y="158478"/>
                </a:lnTo>
                <a:lnTo>
                  <a:pt x="43140" y="158478"/>
                </a:lnTo>
                <a:lnTo>
                  <a:pt x="43139" y="158478"/>
                </a:lnTo>
                <a:lnTo>
                  <a:pt x="43139" y="158478"/>
                </a:lnTo>
                <a:lnTo>
                  <a:pt x="43138" y="158478"/>
                </a:lnTo>
                <a:lnTo>
                  <a:pt x="43137" y="158478"/>
                </a:lnTo>
                <a:lnTo>
                  <a:pt x="43136" y="158478"/>
                </a:lnTo>
                <a:lnTo>
                  <a:pt x="43136" y="158478"/>
                </a:lnTo>
                <a:lnTo>
                  <a:pt x="43135" y="158478"/>
                </a:lnTo>
                <a:lnTo>
                  <a:pt x="43134" y="158478"/>
                </a:lnTo>
                <a:lnTo>
                  <a:pt x="43133" y="158478"/>
                </a:lnTo>
                <a:lnTo>
                  <a:pt x="43132" y="158478"/>
                </a:lnTo>
                <a:lnTo>
                  <a:pt x="43132" y="158478"/>
                </a:lnTo>
                <a:lnTo>
                  <a:pt x="43131" y="158478"/>
                </a:lnTo>
                <a:lnTo>
                  <a:pt x="43130" y="158478"/>
                </a:lnTo>
                <a:lnTo>
                  <a:pt x="43129" y="158478"/>
                </a:lnTo>
                <a:lnTo>
                  <a:pt x="43129" y="158478"/>
                </a:lnTo>
                <a:lnTo>
                  <a:pt x="43128" y="158478"/>
                </a:lnTo>
                <a:lnTo>
                  <a:pt x="43127" y="158478"/>
                </a:lnTo>
                <a:lnTo>
                  <a:pt x="43126" y="158478"/>
                </a:lnTo>
                <a:lnTo>
                  <a:pt x="43125" y="158478"/>
                </a:lnTo>
                <a:lnTo>
                  <a:pt x="43125" y="158478"/>
                </a:lnTo>
                <a:lnTo>
                  <a:pt x="43124" y="158478"/>
                </a:lnTo>
                <a:lnTo>
                  <a:pt x="43123" y="158478"/>
                </a:lnTo>
                <a:lnTo>
                  <a:pt x="43122" y="158478"/>
                </a:lnTo>
                <a:lnTo>
                  <a:pt x="43122" y="158478"/>
                </a:lnTo>
                <a:lnTo>
                  <a:pt x="43121" y="158478"/>
                </a:lnTo>
                <a:lnTo>
                  <a:pt x="43120" y="158478"/>
                </a:lnTo>
                <a:lnTo>
                  <a:pt x="43119" y="158478"/>
                </a:lnTo>
                <a:lnTo>
                  <a:pt x="43118" y="158478"/>
                </a:lnTo>
                <a:lnTo>
                  <a:pt x="43118" y="158478"/>
                </a:lnTo>
                <a:lnTo>
                  <a:pt x="43117" y="158478"/>
                </a:lnTo>
                <a:lnTo>
                  <a:pt x="43116" y="158478"/>
                </a:lnTo>
                <a:lnTo>
                  <a:pt x="43115" y="158478"/>
                </a:lnTo>
                <a:lnTo>
                  <a:pt x="43115" y="158478"/>
                </a:lnTo>
                <a:lnTo>
                  <a:pt x="43114" y="158478"/>
                </a:lnTo>
                <a:lnTo>
                  <a:pt x="43113" y="158478"/>
                </a:lnTo>
                <a:lnTo>
                  <a:pt x="43112" y="158478"/>
                </a:lnTo>
                <a:lnTo>
                  <a:pt x="43111" y="158478"/>
                </a:lnTo>
                <a:lnTo>
                  <a:pt x="43111" y="158478"/>
                </a:lnTo>
                <a:lnTo>
                  <a:pt x="43110" y="158478"/>
                </a:lnTo>
                <a:lnTo>
                  <a:pt x="43109" y="158478"/>
                </a:lnTo>
                <a:lnTo>
                  <a:pt x="43108" y="158478"/>
                </a:lnTo>
                <a:lnTo>
                  <a:pt x="43108" y="158478"/>
                </a:lnTo>
                <a:lnTo>
                  <a:pt x="43107" y="158478"/>
                </a:lnTo>
                <a:lnTo>
                  <a:pt x="43106" y="158478"/>
                </a:lnTo>
                <a:lnTo>
                  <a:pt x="43105" y="158478"/>
                </a:lnTo>
                <a:lnTo>
                  <a:pt x="43104" y="158478"/>
                </a:lnTo>
                <a:lnTo>
                  <a:pt x="43104" y="158478"/>
                </a:lnTo>
                <a:lnTo>
                  <a:pt x="43103" y="158478"/>
                </a:lnTo>
                <a:lnTo>
                  <a:pt x="43102" y="158478"/>
                </a:lnTo>
                <a:lnTo>
                  <a:pt x="43101" y="158478"/>
                </a:lnTo>
                <a:lnTo>
                  <a:pt x="43101" y="158478"/>
                </a:lnTo>
                <a:lnTo>
                  <a:pt x="43100" y="158478"/>
                </a:lnTo>
                <a:lnTo>
                  <a:pt x="43099" y="158478"/>
                </a:lnTo>
                <a:lnTo>
                  <a:pt x="43098" y="158478"/>
                </a:lnTo>
                <a:lnTo>
                  <a:pt x="43097" y="158478"/>
                </a:lnTo>
                <a:lnTo>
                  <a:pt x="43097" y="158478"/>
                </a:lnTo>
                <a:lnTo>
                  <a:pt x="43096" y="158478"/>
                </a:lnTo>
                <a:lnTo>
                  <a:pt x="43095" y="158478"/>
                </a:lnTo>
                <a:lnTo>
                  <a:pt x="43094" y="158478"/>
                </a:lnTo>
                <a:lnTo>
                  <a:pt x="43094" y="158478"/>
                </a:lnTo>
                <a:lnTo>
                  <a:pt x="43093" y="158478"/>
                </a:lnTo>
                <a:lnTo>
                  <a:pt x="43092" y="158478"/>
                </a:lnTo>
                <a:lnTo>
                  <a:pt x="43091" y="158478"/>
                </a:lnTo>
                <a:lnTo>
                  <a:pt x="43090" y="158478"/>
                </a:lnTo>
                <a:lnTo>
                  <a:pt x="43090" y="158478"/>
                </a:lnTo>
                <a:lnTo>
                  <a:pt x="43089" y="158478"/>
                </a:lnTo>
                <a:lnTo>
                  <a:pt x="43088" y="158478"/>
                </a:lnTo>
                <a:lnTo>
                  <a:pt x="43087" y="158478"/>
                </a:lnTo>
                <a:lnTo>
                  <a:pt x="43087" y="158478"/>
                </a:lnTo>
                <a:lnTo>
                  <a:pt x="43086" y="158478"/>
                </a:lnTo>
                <a:lnTo>
                  <a:pt x="43085" y="158478"/>
                </a:lnTo>
                <a:lnTo>
                  <a:pt x="43084" y="158478"/>
                </a:lnTo>
                <a:lnTo>
                  <a:pt x="43083" y="158478"/>
                </a:lnTo>
                <a:lnTo>
                  <a:pt x="43083" y="158478"/>
                </a:lnTo>
                <a:lnTo>
                  <a:pt x="43082" y="158478"/>
                </a:lnTo>
                <a:lnTo>
                  <a:pt x="43081" y="158478"/>
                </a:lnTo>
                <a:lnTo>
                  <a:pt x="43080" y="158478"/>
                </a:lnTo>
                <a:lnTo>
                  <a:pt x="43080" y="158478"/>
                </a:lnTo>
                <a:lnTo>
                  <a:pt x="43079" y="158478"/>
                </a:lnTo>
                <a:lnTo>
                  <a:pt x="43078" y="158478"/>
                </a:lnTo>
                <a:lnTo>
                  <a:pt x="43077" y="158478"/>
                </a:lnTo>
                <a:lnTo>
                  <a:pt x="43077" y="158478"/>
                </a:lnTo>
                <a:lnTo>
                  <a:pt x="43076" y="158478"/>
                </a:lnTo>
                <a:lnTo>
                  <a:pt x="43075" y="158478"/>
                </a:lnTo>
                <a:lnTo>
                  <a:pt x="43074" y="158478"/>
                </a:lnTo>
                <a:lnTo>
                  <a:pt x="43073" y="158478"/>
                </a:lnTo>
                <a:lnTo>
                  <a:pt x="43073" y="158478"/>
                </a:lnTo>
                <a:lnTo>
                  <a:pt x="43072" y="158478"/>
                </a:lnTo>
                <a:lnTo>
                  <a:pt x="43071" y="158478"/>
                </a:lnTo>
                <a:lnTo>
                  <a:pt x="43070" y="158478"/>
                </a:lnTo>
                <a:lnTo>
                  <a:pt x="43070" y="158478"/>
                </a:lnTo>
                <a:lnTo>
                  <a:pt x="43069" y="158478"/>
                </a:lnTo>
                <a:lnTo>
                  <a:pt x="43068" y="158478"/>
                </a:lnTo>
                <a:lnTo>
                  <a:pt x="43067" y="158478"/>
                </a:lnTo>
                <a:lnTo>
                  <a:pt x="43066" y="158478"/>
                </a:lnTo>
                <a:lnTo>
                  <a:pt x="43066" y="158478"/>
                </a:lnTo>
                <a:lnTo>
                  <a:pt x="43065" y="158478"/>
                </a:lnTo>
                <a:lnTo>
                  <a:pt x="43064" y="158478"/>
                </a:lnTo>
                <a:lnTo>
                  <a:pt x="43063" y="158478"/>
                </a:lnTo>
                <a:lnTo>
                  <a:pt x="43063" y="158478"/>
                </a:lnTo>
                <a:lnTo>
                  <a:pt x="43062" y="158478"/>
                </a:lnTo>
                <a:lnTo>
                  <a:pt x="43061" y="158478"/>
                </a:lnTo>
                <a:lnTo>
                  <a:pt x="43060" y="158478"/>
                </a:lnTo>
                <a:lnTo>
                  <a:pt x="43059" y="158478"/>
                </a:lnTo>
                <a:lnTo>
                  <a:pt x="43059" y="158478"/>
                </a:lnTo>
                <a:lnTo>
                  <a:pt x="43058" y="158478"/>
                </a:lnTo>
                <a:lnTo>
                  <a:pt x="43057" y="158478"/>
                </a:lnTo>
                <a:lnTo>
                  <a:pt x="43056" y="158478"/>
                </a:lnTo>
                <a:lnTo>
                  <a:pt x="43056" y="158478"/>
                </a:lnTo>
                <a:lnTo>
                  <a:pt x="43055" y="158478"/>
                </a:lnTo>
                <a:lnTo>
                  <a:pt x="43054" y="158478"/>
                </a:lnTo>
                <a:lnTo>
                  <a:pt x="43053" y="158478"/>
                </a:lnTo>
                <a:lnTo>
                  <a:pt x="43052" y="158478"/>
                </a:lnTo>
                <a:lnTo>
                  <a:pt x="43052" y="158478"/>
                </a:lnTo>
                <a:lnTo>
                  <a:pt x="43051" y="158478"/>
                </a:lnTo>
                <a:lnTo>
                  <a:pt x="43050" y="158478"/>
                </a:lnTo>
                <a:lnTo>
                  <a:pt x="43049" y="158478"/>
                </a:lnTo>
                <a:lnTo>
                  <a:pt x="43049" y="158478"/>
                </a:lnTo>
                <a:lnTo>
                  <a:pt x="43048" y="158478"/>
                </a:lnTo>
                <a:lnTo>
                  <a:pt x="43047" y="158478"/>
                </a:lnTo>
                <a:lnTo>
                  <a:pt x="43046" y="158478"/>
                </a:lnTo>
                <a:lnTo>
                  <a:pt x="43046" y="158478"/>
                </a:lnTo>
                <a:lnTo>
                  <a:pt x="43045" y="158478"/>
                </a:lnTo>
                <a:lnTo>
                  <a:pt x="43044" y="158478"/>
                </a:lnTo>
                <a:lnTo>
                  <a:pt x="43043" y="158478"/>
                </a:lnTo>
                <a:lnTo>
                  <a:pt x="43042" y="158478"/>
                </a:lnTo>
                <a:lnTo>
                  <a:pt x="43042" y="158478"/>
                </a:lnTo>
                <a:lnTo>
                  <a:pt x="43041" y="158478"/>
                </a:lnTo>
                <a:lnTo>
                  <a:pt x="43040" y="158478"/>
                </a:lnTo>
                <a:lnTo>
                  <a:pt x="43039" y="158478"/>
                </a:lnTo>
                <a:lnTo>
                  <a:pt x="43039" y="158478"/>
                </a:lnTo>
                <a:lnTo>
                  <a:pt x="43038" y="158478"/>
                </a:lnTo>
                <a:lnTo>
                  <a:pt x="43037" y="158478"/>
                </a:lnTo>
                <a:lnTo>
                  <a:pt x="43036" y="158478"/>
                </a:lnTo>
                <a:lnTo>
                  <a:pt x="43035" y="158478"/>
                </a:lnTo>
                <a:lnTo>
                  <a:pt x="43035" y="158478"/>
                </a:lnTo>
                <a:lnTo>
                  <a:pt x="43034" y="158478"/>
                </a:lnTo>
                <a:lnTo>
                  <a:pt x="43033" y="158478"/>
                </a:lnTo>
                <a:lnTo>
                  <a:pt x="43032" y="158478"/>
                </a:lnTo>
                <a:lnTo>
                  <a:pt x="43032" y="158478"/>
                </a:lnTo>
                <a:lnTo>
                  <a:pt x="43031" y="158478"/>
                </a:lnTo>
                <a:lnTo>
                  <a:pt x="43030" y="158478"/>
                </a:lnTo>
                <a:lnTo>
                  <a:pt x="43029" y="158478"/>
                </a:lnTo>
                <a:lnTo>
                  <a:pt x="43028" y="158478"/>
                </a:lnTo>
                <a:lnTo>
                  <a:pt x="43028" y="158478"/>
                </a:lnTo>
                <a:lnTo>
                  <a:pt x="43027" y="158478"/>
                </a:lnTo>
                <a:lnTo>
                  <a:pt x="43026" y="158478"/>
                </a:lnTo>
                <a:lnTo>
                  <a:pt x="43025" y="158478"/>
                </a:lnTo>
                <a:lnTo>
                  <a:pt x="43025" y="158478"/>
                </a:lnTo>
                <a:lnTo>
                  <a:pt x="43024" y="158478"/>
                </a:lnTo>
                <a:lnTo>
                  <a:pt x="43023" y="158478"/>
                </a:lnTo>
                <a:lnTo>
                  <a:pt x="43022" y="158478"/>
                </a:lnTo>
                <a:lnTo>
                  <a:pt x="43022" y="158478"/>
                </a:lnTo>
                <a:lnTo>
                  <a:pt x="43021" y="158478"/>
                </a:lnTo>
                <a:lnTo>
                  <a:pt x="43020" y="158478"/>
                </a:lnTo>
                <a:lnTo>
                  <a:pt x="43019" y="158478"/>
                </a:lnTo>
                <a:lnTo>
                  <a:pt x="43018" y="158478"/>
                </a:lnTo>
                <a:lnTo>
                  <a:pt x="43018" y="158478"/>
                </a:lnTo>
                <a:lnTo>
                  <a:pt x="43017" y="158478"/>
                </a:lnTo>
                <a:lnTo>
                  <a:pt x="43016" y="158478"/>
                </a:lnTo>
                <a:lnTo>
                  <a:pt x="43015" y="158478"/>
                </a:lnTo>
                <a:lnTo>
                  <a:pt x="43015" y="158478"/>
                </a:lnTo>
                <a:lnTo>
                  <a:pt x="43014" y="158478"/>
                </a:lnTo>
                <a:lnTo>
                  <a:pt x="43013" y="158478"/>
                </a:lnTo>
                <a:lnTo>
                  <a:pt x="43012" y="158478"/>
                </a:lnTo>
                <a:lnTo>
                  <a:pt x="43011" y="158478"/>
                </a:lnTo>
                <a:lnTo>
                  <a:pt x="43011" y="158478"/>
                </a:lnTo>
                <a:lnTo>
                  <a:pt x="43010" y="158478"/>
                </a:lnTo>
                <a:lnTo>
                  <a:pt x="43009" y="158478"/>
                </a:lnTo>
                <a:lnTo>
                  <a:pt x="43008" y="158478"/>
                </a:lnTo>
                <a:lnTo>
                  <a:pt x="43008" y="158478"/>
                </a:lnTo>
                <a:lnTo>
                  <a:pt x="43007" y="158478"/>
                </a:lnTo>
                <a:lnTo>
                  <a:pt x="43006" y="158478"/>
                </a:lnTo>
                <a:lnTo>
                  <a:pt x="43005" y="158478"/>
                </a:lnTo>
                <a:lnTo>
                  <a:pt x="43005" y="158478"/>
                </a:lnTo>
                <a:lnTo>
                  <a:pt x="43004" y="158478"/>
                </a:lnTo>
                <a:lnTo>
                  <a:pt x="43003" y="158478"/>
                </a:lnTo>
                <a:lnTo>
                  <a:pt x="43002" y="158478"/>
                </a:lnTo>
                <a:lnTo>
                  <a:pt x="43001" y="158478"/>
                </a:lnTo>
                <a:lnTo>
                  <a:pt x="43001" y="158478"/>
                </a:lnTo>
                <a:lnTo>
                  <a:pt x="43000" y="158478"/>
                </a:lnTo>
                <a:lnTo>
                  <a:pt x="42999" y="158478"/>
                </a:lnTo>
                <a:lnTo>
                  <a:pt x="42998" y="158478"/>
                </a:lnTo>
                <a:lnTo>
                  <a:pt x="42998" y="158478"/>
                </a:lnTo>
                <a:lnTo>
                  <a:pt x="42997" y="158478"/>
                </a:lnTo>
                <a:lnTo>
                  <a:pt x="42996" y="158478"/>
                </a:lnTo>
                <a:lnTo>
                  <a:pt x="42995" y="158478"/>
                </a:lnTo>
                <a:lnTo>
                  <a:pt x="42994" y="158478"/>
                </a:lnTo>
                <a:lnTo>
                  <a:pt x="42994" y="158478"/>
                </a:lnTo>
                <a:lnTo>
                  <a:pt x="42993" y="158478"/>
                </a:lnTo>
                <a:lnTo>
                  <a:pt x="42992" y="158478"/>
                </a:lnTo>
                <a:lnTo>
                  <a:pt x="42991" y="158478"/>
                </a:lnTo>
                <a:lnTo>
                  <a:pt x="42991" y="158478"/>
                </a:lnTo>
                <a:lnTo>
                  <a:pt x="42990" y="158478"/>
                </a:lnTo>
                <a:lnTo>
                  <a:pt x="42989" y="158478"/>
                </a:lnTo>
                <a:lnTo>
                  <a:pt x="42988" y="158478"/>
                </a:lnTo>
                <a:lnTo>
                  <a:pt x="42988" y="158478"/>
                </a:lnTo>
                <a:lnTo>
                  <a:pt x="42987" y="158478"/>
                </a:lnTo>
                <a:lnTo>
                  <a:pt x="42986" y="158478"/>
                </a:lnTo>
                <a:lnTo>
                  <a:pt x="42985" y="158478"/>
                </a:lnTo>
                <a:lnTo>
                  <a:pt x="42984" y="158478"/>
                </a:lnTo>
                <a:lnTo>
                  <a:pt x="42984" y="158478"/>
                </a:lnTo>
                <a:lnTo>
                  <a:pt x="42983" y="158478"/>
                </a:lnTo>
                <a:lnTo>
                  <a:pt x="42982" y="158478"/>
                </a:lnTo>
                <a:lnTo>
                  <a:pt x="42981" y="158478"/>
                </a:lnTo>
                <a:lnTo>
                  <a:pt x="42981" y="158478"/>
                </a:lnTo>
                <a:lnTo>
                  <a:pt x="42980" y="158478"/>
                </a:lnTo>
                <a:lnTo>
                  <a:pt x="42979" y="158478"/>
                </a:lnTo>
                <a:lnTo>
                  <a:pt x="42978" y="158478"/>
                </a:lnTo>
                <a:lnTo>
                  <a:pt x="42977" y="158478"/>
                </a:lnTo>
                <a:lnTo>
                  <a:pt x="42977" y="158478"/>
                </a:lnTo>
                <a:lnTo>
                  <a:pt x="42976" y="158478"/>
                </a:lnTo>
                <a:lnTo>
                  <a:pt x="42975" y="158478"/>
                </a:lnTo>
                <a:lnTo>
                  <a:pt x="42974" y="158478"/>
                </a:lnTo>
                <a:lnTo>
                  <a:pt x="42974" y="158478"/>
                </a:lnTo>
                <a:lnTo>
                  <a:pt x="42973" y="158478"/>
                </a:lnTo>
                <a:lnTo>
                  <a:pt x="42972" y="158478"/>
                </a:lnTo>
                <a:lnTo>
                  <a:pt x="42971" y="158478"/>
                </a:lnTo>
                <a:lnTo>
                  <a:pt x="42971" y="158478"/>
                </a:lnTo>
                <a:lnTo>
                  <a:pt x="42970" y="158478"/>
                </a:lnTo>
                <a:lnTo>
                  <a:pt x="42969" y="158478"/>
                </a:lnTo>
                <a:lnTo>
                  <a:pt x="42968" y="158478"/>
                </a:lnTo>
                <a:lnTo>
                  <a:pt x="42967" y="158478"/>
                </a:lnTo>
                <a:lnTo>
                  <a:pt x="42967" y="158478"/>
                </a:lnTo>
                <a:lnTo>
                  <a:pt x="42966" y="158478"/>
                </a:lnTo>
                <a:lnTo>
                  <a:pt x="42965" y="158478"/>
                </a:lnTo>
                <a:lnTo>
                  <a:pt x="42964" y="158478"/>
                </a:lnTo>
                <a:lnTo>
                  <a:pt x="42964" y="158478"/>
                </a:lnTo>
                <a:lnTo>
                  <a:pt x="42963" y="158478"/>
                </a:lnTo>
                <a:lnTo>
                  <a:pt x="42962" y="158478"/>
                </a:lnTo>
                <a:lnTo>
                  <a:pt x="42961" y="158478"/>
                </a:lnTo>
                <a:lnTo>
                  <a:pt x="42960" y="158478"/>
                </a:lnTo>
                <a:lnTo>
                  <a:pt x="42960" y="158478"/>
                </a:lnTo>
                <a:lnTo>
                  <a:pt x="42959" y="158478"/>
                </a:lnTo>
                <a:lnTo>
                  <a:pt x="42958" y="158478"/>
                </a:lnTo>
                <a:lnTo>
                  <a:pt x="42957" y="158478"/>
                </a:lnTo>
                <a:lnTo>
                  <a:pt x="42957" y="158478"/>
                </a:lnTo>
                <a:lnTo>
                  <a:pt x="42956" y="158478"/>
                </a:lnTo>
                <a:lnTo>
                  <a:pt x="42955" y="158478"/>
                </a:lnTo>
                <a:lnTo>
                  <a:pt x="42954" y="158478"/>
                </a:lnTo>
                <a:lnTo>
                  <a:pt x="42954" y="158478"/>
                </a:lnTo>
                <a:lnTo>
                  <a:pt x="42953" y="158478"/>
                </a:lnTo>
                <a:lnTo>
                  <a:pt x="42952" y="158478"/>
                </a:lnTo>
                <a:lnTo>
                  <a:pt x="42951" y="158478"/>
                </a:lnTo>
                <a:lnTo>
                  <a:pt x="42950" y="158478"/>
                </a:lnTo>
                <a:lnTo>
                  <a:pt x="42950" y="158478"/>
                </a:lnTo>
                <a:lnTo>
                  <a:pt x="42949" y="158478"/>
                </a:lnTo>
                <a:lnTo>
                  <a:pt x="42948" y="158478"/>
                </a:lnTo>
                <a:lnTo>
                  <a:pt x="42947" y="158478"/>
                </a:lnTo>
                <a:lnTo>
                  <a:pt x="42947" y="158478"/>
                </a:lnTo>
                <a:lnTo>
                  <a:pt x="42946" y="158478"/>
                </a:lnTo>
                <a:lnTo>
                  <a:pt x="42945" y="158478"/>
                </a:lnTo>
                <a:lnTo>
                  <a:pt x="42944" y="158478"/>
                </a:lnTo>
                <a:lnTo>
                  <a:pt x="42944" y="158478"/>
                </a:lnTo>
                <a:lnTo>
                  <a:pt x="42943" y="158478"/>
                </a:lnTo>
                <a:lnTo>
                  <a:pt x="42942" y="158478"/>
                </a:lnTo>
                <a:lnTo>
                  <a:pt x="42941" y="158478"/>
                </a:lnTo>
                <a:lnTo>
                  <a:pt x="42940" y="158478"/>
                </a:lnTo>
                <a:lnTo>
                  <a:pt x="42940" y="158478"/>
                </a:lnTo>
                <a:lnTo>
                  <a:pt x="42939" y="158478"/>
                </a:lnTo>
                <a:lnTo>
                  <a:pt x="42938" y="158478"/>
                </a:lnTo>
                <a:lnTo>
                  <a:pt x="42937" y="158478"/>
                </a:lnTo>
                <a:lnTo>
                  <a:pt x="42937" y="158478"/>
                </a:lnTo>
                <a:lnTo>
                  <a:pt x="42936" y="158478"/>
                </a:lnTo>
                <a:lnTo>
                  <a:pt x="42935" y="158478"/>
                </a:lnTo>
                <a:lnTo>
                  <a:pt x="42934" y="158478"/>
                </a:lnTo>
                <a:lnTo>
                  <a:pt x="42934" y="158478"/>
                </a:lnTo>
                <a:lnTo>
                  <a:pt x="42933" y="158478"/>
                </a:lnTo>
                <a:lnTo>
                  <a:pt x="42932" y="158478"/>
                </a:lnTo>
                <a:lnTo>
                  <a:pt x="42931" y="158478"/>
                </a:lnTo>
                <a:lnTo>
                  <a:pt x="42930" y="158478"/>
                </a:lnTo>
                <a:lnTo>
                  <a:pt x="42930" y="158478"/>
                </a:lnTo>
                <a:lnTo>
                  <a:pt x="42929" y="158478"/>
                </a:lnTo>
                <a:lnTo>
                  <a:pt x="42928" y="158478"/>
                </a:lnTo>
                <a:lnTo>
                  <a:pt x="42927" y="158478"/>
                </a:lnTo>
                <a:lnTo>
                  <a:pt x="42927" y="158478"/>
                </a:lnTo>
                <a:lnTo>
                  <a:pt x="42926" y="158478"/>
                </a:lnTo>
                <a:lnTo>
                  <a:pt x="42925" y="158478"/>
                </a:lnTo>
                <a:lnTo>
                  <a:pt x="42924" y="158478"/>
                </a:lnTo>
                <a:lnTo>
                  <a:pt x="42924" y="158478"/>
                </a:lnTo>
                <a:lnTo>
                  <a:pt x="42923" y="158478"/>
                </a:lnTo>
                <a:lnTo>
                  <a:pt x="42922" y="158478"/>
                </a:lnTo>
                <a:lnTo>
                  <a:pt x="42921" y="158478"/>
                </a:lnTo>
                <a:lnTo>
                  <a:pt x="42920" y="158478"/>
                </a:lnTo>
                <a:lnTo>
                  <a:pt x="42920" y="158478"/>
                </a:lnTo>
                <a:lnTo>
                  <a:pt x="42919" y="158478"/>
                </a:lnTo>
                <a:lnTo>
                  <a:pt x="42918" y="158478"/>
                </a:lnTo>
                <a:lnTo>
                  <a:pt x="42917" y="158478"/>
                </a:lnTo>
                <a:lnTo>
                  <a:pt x="42917" y="158478"/>
                </a:lnTo>
                <a:lnTo>
                  <a:pt x="42916" y="158478"/>
                </a:lnTo>
                <a:lnTo>
                  <a:pt x="42915" y="158478"/>
                </a:lnTo>
                <a:lnTo>
                  <a:pt x="42914" y="158478"/>
                </a:lnTo>
                <a:lnTo>
                  <a:pt x="42914" y="158478"/>
                </a:lnTo>
                <a:lnTo>
                  <a:pt x="42913" y="158478"/>
                </a:lnTo>
                <a:lnTo>
                  <a:pt x="42912" y="158478"/>
                </a:lnTo>
                <a:lnTo>
                  <a:pt x="42911" y="158478"/>
                </a:lnTo>
                <a:lnTo>
                  <a:pt x="42910" y="158478"/>
                </a:lnTo>
                <a:lnTo>
                  <a:pt x="42910" y="158478"/>
                </a:lnTo>
                <a:lnTo>
                  <a:pt x="42909" y="158478"/>
                </a:lnTo>
                <a:lnTo>
                  <a:pt x="42908" y="158478"/>
                </a:lnTo>
                <a:lnTo>
                  <a:pt x="42907" y="158478"/>
                </a:lnTo>
                <a:lnTo>
                  <a:pt x="42907" y="158478"/>
                </a:lnTo>
                <a:lnTo>
                  <a:pt x="42906" y="158478"/>
                </a:lnTo>
                <a:lnTo>
                  <a:pt x="42905" y="158478"/>
                </a:lnTo>
                <a:lnTo>
                  <a:pt x="42904" y="158478"/>
                </a:lnTo>
                <a:lnTo>
                  <a:pt x="42904" y="158478"/>
                </a:lnTo>
                <a:lnTo>
                  <a:pt x="42903" y="158478"/>
                </a:lnTo>
                <a:lnTo>
                  <a:pt x="42902" y="158478"/>
                </a:lnTo>
                <a:lnTo>
                  <a:pt x="42901" y="158478"/>
                </a:lnTo>
                <a:lnTo>
                  <a:pt x="42900" y="158478"/>
                </a:lnTo>
                <a:lnTo>
                  <a:pt x="42900" y="158478"/>
                </a:lnTo>
                <a:lnTo>
                  <a:pt x="42899" y="158478"/>
                </a:lnTo>
                <a:lnTo>
                  <a:pt x="42898" y="158478"/>
                </a:lnTo>
                <a:lnTo>
                  <a:pt x="42897" y="158478"/>
                </a:lnTo>
                <a:lnTo>
                  <a:pt x="42897" y="158478"/>
                </a:lnTo>
                <a:lnTo>
                  <a:pt x="42896" y="158478"/>
                </a:lnTo>
                <a:lnTo>
                  <a:pt x="42895" y="158478"/>
                </a:lnTo>
                <a:lnTo>
                  <a:pt x="42894" y="158478"/>
                </a:lnTo>
                <a:lnTo>
                  <a:pt x="42894" y="158478"/>
                </a:lnTo>
                <a:lnTo>
                  <a:pt x="42893" y="158478"/>
                </a:lnTo>
                <a:lnTo>
                  <a:pt x="42892" y="158478"/>
                </a:lnTo>
                <a:lnTo>
                  <a:pt x="42891" y="158478"/>
                </a:lnTo>
                <a:lnTo>
                  <a:pt x="42890" y="158478"/>
                </a:lnTo>
                <a:lnTo>
                  <a:pt x="42890" y="158478"/>
                </a:lnTo>
                <a:lnTo>
                  <a:pt x="42889" y="158478"/>
                </a:lnTo>
                <a:lnTo>
                  <a:pt x="42888" y="158478"/>
                </a:lnTo>
                <a:lnTo>
                  <a:pt x="42887" y="158478"/>
                </a:lnTo>
                <a:lnTo>
                  <a:pt x="42887" y="158478"/>
                </a:lnTo>
                <a:lnTo>
                  <a:pt x="42886" y="158478"/>
                </a:lnTo>
                <a:lnTo>
                  <a:pt x="42885" y="158478"/>
                </a:lnTo>
                <a:lnTo>
                  <a:pt x="42884" y="158478"/>
                </a:lnTo>
                <a:lnTo>
                  <a:pt x="42884" y="158478"/>
                </a:lnTo>
                <a:lnTo>
                  <a:pt x="42883" y="158478"/>
                </a:lnTo>
                <a:lnTo>
                  <a:pt x="42882" y="158478"/>
                </a:lnTo>
                <a:lnTo>
                  <a:pt x="42881" y="158478"/>
                </a:lnTo>
                <a:lnTo>
                  <a:pt x="42880" y="158478"/>
                </a:lnTo>
                <a:lnTo>
                  <a:pt x="42880" y="158478"/>
                </a:lnTo>
                <a:lnTo>
                  <a:pt x="42879" y="158478"/>
                </a:lnTo>
                <a:lnTo>
                  <a:pt x="42878" y="158478"/>
                </a:lnTo>
                <a:lnTo>
                  <a:pt x="42877" y="158478"/>
                </a:lnTo>
                <a:lnTo>
                  <a:pt x="42877" y="158478"/>
                </a:lnTo>
                <a:lnTo>
                  <a:pt x="42876" y="158478"/>
                </a:lnTo>
                <a:lnTo>
                  <a:pt x="42875" y="158478"/>
                </a:lnTo>
                <a:lnTo>
                  <a:pt x="42874" y="158478"/>
                </a:lnTo>
                <a:lnTo>
                  <a:pt x="42874" y="158478"/>
                </a:lnTo>
                <a:lnTo>
                  <a:pt x="42873" y="158478"/>
                </a:lnTo>
                <a:lnTo>
                  <a:pt x="42872" y="158478"/>
                </a:lnTo>
                <a:lnTo>
                  <a:pt x="42871" y="158478"/>
                </a:lnTo>
                <a:lnTo>
                  <a:pt x="42870" y="158478"/>
                </a:lnTo>
                <a:lnTo>
                  <a:pt x="42870" y="158478"/>
                </a:lnTo>
                <a:lnTo>
                  <a:pt x="42869" y="158478"/>
                </a:lnTo>
                <a:lnTo>
                  <a:pt x="42868" y="158478"/>
                </a:lnTo>
                <a:lnTo>
                  <a:pt x="42867" y="158478"/>
                </a:lnTo>
                <a:lnTo>
                  <a:pt x="42867" y="158478"/>
                </a:lnTo>
                <a:lnTo>
                  <a:pt x="42866" y="158478"/>
                </a:lnTo>
                <a:lnTo>
                  <a:pt x="42865" y="158478"/>
                </a:lnTo>
                <a:lnTo>
                  <a:pt x="42864" y="158478"/>
                </a:lnTo>
                <a:lnTo>
                  <a:pt x="42864" y="158478"/>
                </a:lnTo>
                <a:lnTo>
                  <a:pt x="42863" y="158478"/>
                </a:lnTo>
                <a:lnTo>
                  <a:pt x="42862" y="158478"/>
                </a:lnTo>
                <a:lnTo>
                  <a:pt x="42861" y="158478"/>
                </a:lnTo>
                <a:lnTo>
                  <a:pt x="42860" y="158478"/>
                </a:lnTo>
                <a:lnTo>
                  <a:pt x="42860" y="158478"/>
                </a:lnTo>
                <a:lnTo>
                  <a:pt x="42859" y="158478"/>
                </a:lnTo>
                <a:lnTo>
                  <a:pt x="42858" y="158478"/>
                </a:lnTo>
                <a:lnTo>
                  <a:pt x="42857" y="158478"/>
                </a:lnTo>
                <a:lnTo>
                  <a:pt x="42857" y="158478"/>
                </a:lnTo>
                <a:lnTo>
                  <a:pt x="42856" y="158478"/>
                </a:lnTo>
                <a:lnTo>
                  <a:pt x="42855" y="158478"/>
                </a:lnTo>
                <a:lnTo>
                  <a:pt x="42854" y="158478"/>
                </a:lnTo>
                <a:lnTo>
                  <a:pt x="42854" y="158478"/>
                </a:lnTo>
                <a:lnTo>
                  <a:pt x="42853" y="158478"/>
                </a:lnTo>
                <a:lnTo>
                  <a:pt x="42852" y="158478"/>
                </a:lnTo>
                <a:lnTo>
                  <a:pt x="42851" y="158478"/>
                </a:lnTo>
                <a:lnTo>
                  <a:pt x="42851" y="158478"/>
                </a:lnTo>
                <a:lnTo>
                  <a:pt x="42850" y="158478"/>
                </a:lnTo>
                <a:lnTo>
                  <a:pt x="42849" y="158478"/>
                </a:lnTo>
                <a:lnTo>
                  <a:pt x="42848" y="158478"/>
                </a:lnTo>
                <a:lnTo>
                  <a:pt x="42847" y="158478"/>
                </a:lnTo>
                <a:lnTo>
                  <a:pt x="42847" y="158478"/>
                </a:lnTo>
                <a:lnTo>
                  <a:pt x="42846" y="158478"/>
                </a:lnTo>
                <a:lnTo>
                  <a:pt x="42845" y="158478"/>
                </a:lnTo>
                <a:lnTo>
                  <a:pt x="42844" y="158478"/>
                </a:lnTo>
                <a:lnTo>
                  <a:pt x="42844" y="158478"/>
                </a:lnTo>
                <a:lnTo>
                  <a:pt x="42843" y="158478"/>
                </a:lnTo>
                <a:lnTo>
                  <a:pt x="42842" y="158478"/>
                </a:lnTo>
                <a:lnTo>
                  <a:pt x="42841" y="158478"/>
                </a:lnTo>
                <a:lnTo>
                  <a:pt x="42841" y="158478"/>
                </a:lnTo>
                <a:lnTo>
                  <a:pt x="42840" y="158478"/>
                </a:lnTo>
                <a:lnTo>
                  <a:pt x="42839" y="158478"/>
                </a:lnTo>
                <a:lnTo>
                  <a:pt x="42838" y="158478"/>
                </a:lnTo>
                <a:lnTo>
                  <a:pt x="42837" y="158478"/>
                </a:lnTo>
                <a:lnTo>
                  <a:pt x="42837" y="158478"/>
                </a:lnTo>
                <a:lnTo>
                  <a:pt x="42836" y="158478"/>
                </a:lnTo>
                <a:lnTo>
                  <a:pt x="42835" y="158478"/>
                </a:lnTo>
                <a:lnTo>
                  <a:pt x="42834" y="158478"/>
                </a:lnTo>
                <a:lnTo>
                  <a:pt x="42834" y="158478"/>
                </a:lnTo>
                <a:lnTo>
                  <a:pt x="42833" y="158478"/>
                </a:lnTo>
                <a:lnTo>
                  <a:pt x="42832" y="158478"/>
                </a:lnTo>
                <a:lnTo>
                  <a:pt x="42831" y="158478"/>
                </a:lnTo>
                <a:lnTo>
                  <a:pt x="42831" y="158478"/>
                </a:lnTo>
                <a:lnTo>
                  <a:pt x="42830" y="158478"/>
                </a:lnTo>
                <a:lnTo>
                  <a:pt x="42829" y="158478"/>
                </a:lnTo>
                <a:lnTo>
                  <a:pt x="42828" y="158478"/>
                </a:lnTo>
                <a:lnTo>
                  <a:pt x="42828" y="158478"/>
                </a:lnTo>
                <a:lnTo>
                  <a:pt x="42827" y="158478"/>
                </a:lnTo>
                <a:lnTo>
                  <a:pt x="42826" y="158478"/>
                </a:lnTo>
                <a:lnTo>
                  <a:pt x="42825" y="158478"/>
                </a:lnTo>
                <a:lnTo>
                  <a:pt x="42824" y="158478"/>
                </a:lnTo>
                <a:lnTo>
                  <a:pt x="42824" y="158478"/>
                </a:lnTo>
                <a:lnTo>
                  <a:pt x="42823" y="158478"/>
                </a:lnTo>
                <a:lnTo>
                  <a:pt x="42822" y="158478"/>
                </a:lnTo>
                <a:lnTo>
                  <a:pt x="42821" y="158478"/>
                </a:lnTo>
                <a:lnTo>
                  <a:pt x="42821" y="158478"/>
                </a:lnTo>
                <a:lnTo>
                  <a:pt x="42820" y="158478"/>
                </a:lnTo>
                <a:lnTo>
                  <a:pt x="42819" y="158478"/>
                </a:lnTo>
                <a:lnTo>
                  <a:pt x="42818" y="158478"/>
                </a:lnTo>
                <a:lnTo>
                  <a:pt x="42818" y="158478"/>
                </a:lnTo>
                <a:lnTo>
                  <a:pt x="42817" y="158478"/>
                </a:lnTo>
                <a:lnTo>
                  <a:pt x="42816" y="158478"/>
                </a:lnTo>
                <a:lnTo>
                  <a:pt x="42815" y="158478"/>
                </a:lnTo>
                <a:lnTo>
                  <a:pt x="42815" y="158478"/>
                </a:lnTo>
                <a:lnTo>
                  <a:pt x="42814" y="158478"/>
                </a:lnTo>
                <a:lnTo>
                  <a:pt x="42813" y="158478"/>
                </a:lnTo>
                <a:lnTo>
                  <a:pt x="42812" y="158478"/>
                </a:lnTo>
                <a:lnTo>
                  <a:pt x="42811" y="158478"/>
                </a:lnTo>
                <a:lnTo>
                  <a:pt x="42811" y="158478"/>
                </a:lnTo>
                <a:lnTo>
                  <a:pt x="42810" y="158478"/>
                </a:lnTo>
                <a:lnTo>
                  <a:pt x="42809" y="158478"/>
                </a:lnTo>
                <a:lnTo>
                  <a:pt x="42808" y="158478"/>
                </a:lnTo>
                <a:lnTo>
                  <a:pt x="42808" y="158478"/>
                </a:lnTo>
                <a:lnTo>
                  <a:pt x="42807" y="158478"/>
                </a:lnTo>
                <a:lnTo>
                  <a:pt x="42806" y="158478"/>
                </a:lnTo>
                <a:lnTo>
                  <a:pt x="42805" y="158478"/>
                </a:lnTo>
                <a:lnTo>
                  <a:pt x="42805" y="158478"/>
                </a:lnTo>
                <a:lnTo>
                  <a:pt x="42804" y="158478"/>
                </a:lnTo>
                <a:lnTo>
                  <a:pt x="42803" y="158478"/>
                </a:lnTo>
                <a:lnTo>
                  <a:pt x="42802" y="158478"/>
                </a:lnTo>
                <a:lnTo>
                  <a:pt x="42802" y="158478"/>
                </a:lnTo>
                <a:lnTo>
                  <a:pt x="42801" y="158478"/>
                </a:lnTo>
                <a:lnTo>
                  <a:pt x="42800" y="158478"/>
                </a:lnTo>
                <a:lnTo>
                  <a:pt x="42799" y="158478"/>
                </a:lnTo>
                <a:lnTo>
                  <a:pt x="42798" y="158478"/>
                </a:lnTo>
                <a:lnTo>
                  <a:pt x="42798" y="158478"/>
                </a:lnTo>
                <a:lnTo>
                  <a:pt x="42797" y="158478"/>
                </a:lnTo>
                <a:lnTo>
                  <a:pt x="42796" y="158478"/>
                </a:lnTo>
                <a:lnTo>
                  <a:pt x="42795" y="158478"/>
                </a:lnTo>
                <a:lnTo>
                  <a:pt x="42795" y="158478"/>
                </a:lnTo>
                <a:lnTo>
                  <a:pt x="42794" y="158478"/>
                </a:lnTo>
                <a:lnTo>
                  <a:pt x="42793" y="158478"/>
                </a:lnTo>
                <a:lnTo>
                  <a:pt x="42792" y="158478"/>
                </a:lnTo>
                <a:lnTo>
                  <a:pt x="42792" y="158478"/>
                </a:lnTo>
                <a:lnTo>
                  <a:pt x="42791" y="158478"/>
                </a:lnTo>
                <a:lnTo>
                  <a:pt x="42790" y="158478"/>
                </a:lnTo>
                <a:lnTo>
                  <a:pt x="42789" y="158478"/>
                </a:lnTo>
                <a:lnTo>
                  <a:pt x="42788" y="158478"/>
                </a:lnTo>
                <a:lnTo>
                  <a:pt x="42788" y="158478"/>
                </a:lnTo>
                <a:lnTo>
                  <a:pt x="42787" y="158478"/>
                </a:lnTo>
                <a:lnTo>
                  <a:pt x="42786" y="158478"/>
                </a:lnTo>
                <a:lnTo>
                  <a:pt x="42785" y="158478"/>
                </a:lnTo>
                <a:lnTo>
                  <a:pt x="42785" y="158478"/>
                </a:lnTo>
                <a:lnTo>
                  <a:pt x="42784" y="158478"/>
                </a:lnTo>
                <a:lnTo>
                  <a:pt x="42783" y="158478"/>
                </a:lnTo>
                <a:lnTo>
                  <a:pt x="42782" y="158478"/>
                </a:lnTo>
                <a:lnTo>
                  <a:pt x="42782" y="158478"/>
                </a:lnTo>
                <a:lnTo>
                  <a:pt x="42781" y="158478"/>
                </a:lnTo>
                <a:lnTo>
                  <a:pt x="42780" y="158478"/>
                </a:lnTo>
                <a:lnTo>
                  <a:pt x="42779" y="158478"/>
                </a:lnTo>
                <a:lnTo>
                  <a:pt x="42779" y="158478"/>
                </a:lnTo>
                <a:lnTo>
                  <a:pt x="42778" y="158478"/>
                </a:lnTo>
                <a:lnTo>
                  <a:pt x="42777" y="158478"/>
                </a:lnTo>
                <a:lnTo>
                  <a:pt x="42776" y="158478"/>
                </a:lnTo>
                <a:lnTo>
                  <a:pt x="42776" y="158478"/>
                </a:lnTo>
                <a:lnTo>
                  <a:pt x="42775" y="158478"/>
                </a:lnTo>
                <a:lnTo>
                  <a:pt x="42774" y="158478"/>
                </a:lnTo>
                <a:lnTo>
                  <a:pt x="42773" y="158478"/>
                </a:lnTo>
                <a:lnTo>
                  <a:pt x="42772" y="158478"/>
                </a:lnTo>
                <a:lnTo>
                  <a:pt x="42772" y="158478"/>
                </a:lnTo>
                <a:lnTo>
                  <a:pt x="42771" y="158478"/>
                </a:lnTo>
                <a:lnTo>
                  <a:pt x="42770" y="158478"/>
                </a:lnTo>
                <a:lnTo>
                  <a:pt x="42769" y="158478"/>
                </a:lnTo>
                <a:lnTo>
                  <a:pt x="42769" y="158478"/>
                </a:lnTo>
                <a:lnTo>
                  <a:pt x="42768" y="158478"/>
                </a:lnTo>
                <a:lnTo>
                  <a:pt x="42767" y="158478"/>
                </a:lnTo>
                <a:lnTo>
                  <a:pt x="42766" y="158478"/>
                </a:lnTo>
                <a:lnTo>
                  <a:pt x="42766" y="158478"/>
                </a:lnTo>
                <a:lnTo>
                  <a:pt x="42765" y="158478"/>
                </a:lnTo>
                <a:lnTo>
                  <a:pt x="42764" y="158478"/>
                </a:lnTo>
                <a:lnTo>
                  <a:pt x="42763" y="158478"/>
                </a:lnTo>
                <a:lnTo>
                  <a:pt x="42763" y="158478"/>
                </a:lnTo>
                <a:lnTo>
                  <a:pt x="42762" y="158478"/>
                </a:lnTo>
                <a:lnTo>
                  <a:pt x="42761" y="158478"/>
                </a:lnTo>
                <a:lnTo>
                  <a:pt x="42760" y="158478"/>
                </a:lnTo>
                <a:lnTo>
                  <a:pt x="42759" y="158478"/>
                </a:lnTo>
                <a:lnTo>
                  <a:pt x="42759" y="158478"/>
                </a:lnTo>
                <a:lnTo>
                  <a:pt x="42758" y="158478"/>
                </a:lnTo>
                <a:lnTo>
                  <a:pt x="42757" y="158478"/>
                </a:lnTo>
                <a:lnTo>
                  <a:pt x="42756" y="158478"/>
                </a:lnTo>
                <a:lnTo>
                  <a:pt x="42756" y="158478"/>
                </a:lnTo>
                <a:lnTo>
                  <a:pt x="42755" y="158478"/>
                </a:lnTo>
                <a:lnTo>
                  <a:pt x="42754" y="158478"/>
                </a:lnTo>
                <a:lnTo>
                  <a:pt x="42753" y="158478"/>
                </a:lnTo>
                <a:lnTo>
                  <a:pt x="42753" y="158478"/>
                </a:lnTo>
                <a:lnTo>
                  <a:pt x="42752" y="158478"/>
                </a:lnTo>
                <a:lnTo>
                  <a:pt x="42751" y="158478"/>
                </a:lnTo>
                <a:lnTo>
                  <a:pt x="42750" y="158478"/>
                </a:lnTo>
                <a:lnTo>
                  <a:pt x="42750" y="158478"/>
                </a:lnTo>
                <a:lnTo>
                  <a:pt x="42749" y="158478"/>
                </a:lnTo>
                <a:lnTo>
                  <a:pt x="42748" y="158478"/>
                </a:lnTo>
                <a:lnTo>
                  <a:pt x="42747" y="158478"/>
                </a:lnTo>
                <a:lnTo>
                  <a:pt x="42746" y="158478"/>
                </a:lnTo>
                <a:lnTo>
                  <a:pt x="42746" y="158478"/>
                </a:lnTo>
                <a:lnTo>
                  <a:pt x="42745" y="158478"/>
                </a:lnTo>
                <a:lnTo>
                  <a:pt x="42744" y="158478"/>
                </a:lnTo>
                <a:lnTo>
                  <a:pt x="42743" y="158478"/>
                </a:lnTo>
                <a:lnTo>
                  <a:pt x="42743" y="158478"/>
                </a:lnTo>
                <a:lnTo>
                  <a:pt x="42742" y="158478"/>
                </a:lnTo>
                <a:lnTo>
                  <a:pt x="42741" y="158478"/>
                </a:lnTo>
                <a:lnTo>
                  <a:pt x="42740" y="158478"/>
                </a:lnTo>
                <a:lnTo>
                  <a:pt x="42740" y="158478"/>
                </a:lnTo>
                <a:lnTo>
                  <a:pt x="42739" y="158478"/>
                </a:lnTo>
                <a:lnTo>
                  <a:pt x="42738" y="158478"/>
                </a:lnTo>
                <a:lnTo>
                  <a:pt x="42737" y="158478"/>
                </a:lnTo>
                <a:lnTo>
                  <a:pt x="42737" y="158478"/>
                </a:lnTo>
                <a:lnTo>
                  <a:pt x="42736" y="158478"/>
                </a:lnTo>
                <a:lnTo>
                  <a:pt x="42735" y="158478"/>
                </a:lnTo>
                <a:lnTo>
                  <a:pt x="42734" y="158478"/>
                </a:lnTo>
                <a:lnTo>
                  <a:pt x="42734" y="158478"/>
                </a:lnTo>
                <a:lnTo>
                  <a:pt x="42733" y="158478"/>
                </a:lnTo>
                <a:lnTo>
                  <a:pt x="42732" y="158478"/>
                </a:lnTo>
                <a:lnTo>
                  <a:pt x="42731" y="158478"/>
                </a:lnTo>
                <a:lnTo>
                  <a:pt x="42730" y="158478"/>
                </a:lnTo>
                <a:lnTo>
                  <a:pt x="42730" y="158478"/>
                </a:lnTo>
                <a:lnTo>
                  <a:pt x="42729" y="158478"/>
                </a:lnTo>
                <a:lnTo>
                  <a:pt x="42728" y="158478"/>
                </a:lnTo>
                <a:lnTo>
                  <a:pt x="42727" y="158478"/>
                </a:lnTo>
                <a:lnTo>
                  <a:pt x="42727" y="158478"/>
                </a:lnTo>
                <a:lnTo>
                  <a:pt x="42726" y="158478"/>
                </a:lnTo>
                <a:lnTo>
                  <a:pt x="42725" y="158478"/>
                </a:lnTo>
                <a:lnTo>
                  <a:pt x="42724" y="158478"/>
                </a:lnTo>
                <a:lnTo>
                  <a:pt x="42724" y="158478"/>
                </a:lnTo>
                <a:lnTo>
                  <a:pt x="42723" y="158478"/>
                </a:lnTo>
                <a:lnTo>
                  <a:pt x="42722" y="158478"/>
                </a:lnTo>
                <a:lnTo>
                  <a:pt x="42721" y="158478"/>
                </a:lnTo>
                <a:lnTo>
                  <a:pt x="42721" y="158478"/>
                </a:lnTo>
                <a:lnTo>
                  <a:pt x="42720" y="158478"/>
                </a:lnTo>
                <a:lnTo>
                  <a:pt x="42719" y="158478"/>
                </a:lnTo>
                <a:lnTo>
                  <a:pt x="42718" y="158478"/>
                </a:lnTo>
                <a:lnTo>
                  <a:pt x="42718" y="158478"/>
                </a:lnTo>
                <a:lnTo>
                  <a:pt x="42717" y="158478"/>
                </a:lnTo>
                <a:lnTo>
                  <a:pt x="42716" y="158478"/>
                </a:lnTo>
                <a:lnTo>
                  <a:pt x="42715" y="158478"/>
                </a:lnTo>
                <a:lnTo>
                  <a:pt x="42714" y="158478"/>
                </a:lnTo>
                <a:lnTo>
                  <a:pt x="42714" y="158478"/>
                </a:lnTo>
                <a:lnTo>
                  <a:pt x="42713" y="158478"/>
                </a:lnTo>
                <a:lnTo>
                  <a:pt x="42712" y="158478"/>
                </a:lnTo>
                <a:lnTo>
                  <a:pt x="42711" y="158478"/>
                </a:lnTo>
                <a:lnTo>
                  <a:pt x="42711" y="158478"/>
                </a:lnTo>
                <a:lnTo>
                  <a:pt x="42710" y="158478"/>
                </a:lnTo>
                <a:lnTo>
                  <a:pt x="42709" y="158478"/>
                </a:lnTo>
                <a:lnTo>
                  <a:pt x="42708" y="158478"/>
                </a:lnTo>
                <a:lnTo>
                  <a:pt x="42708" y="158478"/>
                </a:lnTo>
                <a:lnTo>
                  <a:pt x="42707" y="158478"/>
                </a:lnTo>
                <a:lnTo>
                  <a:pt x="42706" y="158478"/>
                </a:lnTo>
                <a:lnTo>
                  <a:pt x="42705" y="158478"/>
                </a:lnTo>
                <a:lnTo>
                  <a:pt x="42705" y="158478"/>
                </a:lnTo>
                <a:lnTo>
                  <a:pt x="42704" y="158478"/>
                </a:lnTo>
                <a:lnTo>
                  <a:pt x="42703" y="158478"/>
                </a:lnTo>
                <a:lnTo>
                  <a:pt x="42702" y="158478"/>
                </a:lnTo>
                <a:lnTo>
                  <a:pt x="42702" y="158478"/>
                </a:lnTo>
                <a:lnTo>
                  <a:pt x="42701" y="158478"/>
                </a:lnTo>
                <a:lnTo>
                  <a:pt x="42700" y="158478"/>
                </a:lnTo>
                <a:lnTo>
                  <a:pt x="42699" y="158478"/>
                </a:lnTo>
                <a:lnTo>
                  <a:pt x="42698" y="158478"/>
                </a:lnTo>
                <a:lnTo>
                  <a:pt x="42698" y="158478"/>
                </a:lnTo>
                <a:lnTo>
                  <a:pt x="42697" y="158478"/>
                </a:lnTo>
                <a:lnTo>
                  <a:pt x="42696" y="158478"/>
                </a:lnTo>
                <a:lnTo>
                  <a:pt x="42695" y="158478"/>
                </a:lnTo>
                <a:lnTo>
                  <a:pt x="42695" y="158478"/>
                </a:lnTo>
                <a:lnTo>
                  <a:pt x="42694" y="158478"/>
                </a:lnTo>
                <a:lnTo>
                  <a:pt x="42693" y="158478"/>
                </a:lnTo>
                <a:lnTo>
                  <a:pt x="42692" y="158478"/>
                </a:lnTo>
                <a:lnTo>
                  <a:pt x="42692" y="158478"/>
                </a:lnTo>
                <a:lnTo>
                  <a:pt x="42691" y="158478"/>
                </a:lnTo>
                <a:lnTo>
                  <a:pt x="42690" y="158478"/>
                </a:lnTo>
                <a:lnTo>
                  <a:pt x="42689" y="158478"/>
                </a:lnTo>
                <a:lnTo>
                  <a:pt x="42689" y="158478"/>
                </a:lnTo>
                <a:lnTo>
                  <a:pt x="42688" y="158478"/>
                </a:lnTo>
                <a:lnTo>
                  <a:pt x="42687" y="158478"/>
                </a:lnTo>
                <a:lnTo>
                  <a:pt x="42686" y="158478"/>
                </a:lnTo>
                <a:lnTo>
                  <a:pt x="42686" y="158478"/>
                </a:lnTo>
                <a:lnTo>
                  <a:pt x="42685" y="158478"/>
                </a:lnTo>
                <a:lnTo>
                  <a:pt x="42684" y="158478"/>
                </a:lnTo>
                <a:lnTo>
                  <a:pt x="42683" y="158478"/>
                </a:lnTo>
                <a:lnTo>
                  <a:pt x="42683" y="158478"/>
                </a:lnTo>
                <a:lnTo>
                  <a:pt x="42682" y="158478"/>
                </a:lnTo>
                <a:lnTo>
                  <a:pt x="42681" y="158478"/>
                </a:lnTo>
                <a:lnTo>
                  <a:pt x="42680" y="158478"/>
                </a:lnTo>
                <a:lnTo>
                  <a:pt x="42679" y="158478"/>
                </a:lnTo>
                <a:lnTo>
                  <a:pt x="42679" y="158478"/>
                </a:lnTo>
                <a:lnTo>
                  <a:pt x="42678" y="158478"/>
                </a:lnTo>
                <a:lnTo>
                  <a:pt x="42677" y="158478"/>
                </a:lnTo>
                <a:lnTo>
                  <a:pt x="42676" y="158478"/>
                </a:lnTo>
                <a:lnTo>
                  <a:pt x="42676" y="158478"/>
                </a:lnTo>
                <a:lnTo>
                  <a:pt x="42675" y="158478"/>
                </a:lnTo>
                <a:lnTo>
                  <a:pt x="42674" y="158478"/>
                </a:lnTo>
                <a:lnTo>
                  <a:pt x="42673" y="158478"/>
                </a:lnTo>
                <a:lnTo>
                  <a:pt x="42673" y="158478"/>
                </a:lnTo>
                <a:lnTo>
                  <a:pt x="42672" y="158478"/>
                </a:lnTo>
                <a:lnTo>
                  <a:pt x="42671" y="158478"/>
                </a:lnTo>
                <a:lnTo>
                  <a:pt x="42670" y="158478"/>
                </a:lnTo>
                <a:lnTo>
                  <a:pt x="42670" y="158478"/>
                </a:lnTo>
                <a:lnTo>
                  <a:pt x="42669" y="158478"/>
                </a:lnTo>
                <a:lnTo>
                  <a:pt x="42668" y="158478"/>
                </a:lnTo>
                <a:lnTo>
                  <a:pt x="42667" y="158478"/>
                </a:lnTo>
                <a:lnTo>
                  <a:pt x="42667" y="158478"/>
                </a:lnTo>
                <a:lnTo>
                  <a:pt x="42666" y="158478"/>
                </a:lnTo>
                <a:lnTo>
                  <a:pt x="42665" y="158478"/>
                </a:lnTo>
                <a:lnTo>
                  <a:pt x="42664" y="158478"/>
                </a:lnTo>
                <a:lnTo>
                  <a:pt x="42664" y="158478"/>
                </a:lnTo>
                <a:lnTo>
                  <a:pt x="42663" y="158478"/>
                </a:lnTo>
                <a:lnTo>
                  <a:pt x="42662" y="158478"/>
                </a:lnTo>
                <a:lnTo>
                  <a:pt x="42661" y="158478"/>
                </a:lnTo>
                <a:lnTo>
                  <a:pt x="42660" y="158478"/>
                </a:lnTo>
                <a:lnTo>
                  <a:pt x="42660" y="158478"/>
                </a:lnTo>
                <a:lnTo>
                  <a:pt x="42659" y="158478"/>
                </a:lnTo>
                <a:lnTo>
                  <a:pt x="42658" y="158478"/>
                </a:lnTo>
                <a:lnTo>
                  <a:pt x="42657" y="158478"/>
                </a:lnTo>
                <a:lnTo>
                  <a:pt x="42657" y="158478"/>
                </a:lnTo>
                <a:lnTo>
                  <a:pt x="42656" y="158478"/>
                </a:lnTo>
                <a:lnTo>
                  <a:pt x="42655" y="158478"/>
                </a:lnTo>
                <a:lnTo>
                  <a:pt x="42654" y="158478"/>
                </a:lnTo>
                <a:lnTo>
                  <a:pt x="42654" y="158478"/>
                </a:lnTo>
                <a:lnTo>
                  <a:pt x="42653" y="158478"/>
                </a:lnTo>
                <a:lnTo>
                  <a:pt x="42652" y="158478"/>
                </a:lnTo>
                <a:lnTo>
                  <a:pt x="42651" y="158478"/>
                </a:lnTo>
                <a:lnTo>
                  <a:pt x="42651" y="158478"/>
                </a:lnTo>
                <a:lnTo>
                  <a:pt x="42650" y="158478"/>
                </a:lnTo>
                <a:lnTo>
                  <a:pt x="42649" y="158478"/>
                </a:lnTo>
                <a:lnTo>
                  <a:pt x="42648" y="158478"/>
                </a:lnTo>
                <a:lnTo>
                  <a:pt x="42648" y="158478"/>
                </a:lnTo>
                <a:lnTo>
                  <a:pt x="42647" y="158478"/>
                </a:lnTo>
                <a:lnTo>
                  <a:pt x="42646" y="158478"/>
                </a:lnTo>
                <a:lnTo>
                  <a:pt x="42645" y="158478"/>
                </a:lnTo>
                <a:lnTo>
                  <a:pt x="42645" y="158478"/>
                </a:lnTo>
                <a:lnTo>
                  <a:pt x="42644" y="158478"/>
                </a:lnTo>
                <a:lnTo>
                  <a:pt x="42643" y="158478"/>
                </a:lnTo>
                <a:lnTo>
                  <a:pt x="42642" y="158478"/>
                </a:lnTo>
                <a:lnTo>
                  <a:pt x="42642" y="158478"/>
                </a:lnTo>
                <a:lnTo>
                  <a:pt x="42641" y="158478"/>
                </a:lnTo>
                <a:lnTo>
                  <a:pt x="42640" y="158478"/>
                </a:lnTo>
                <a:lnTo>
                  <a:pt x="42639" y="158478"/>
                </a:lnTo>
                <a:lnTo>
                  <a:pt x="42638" y="158478"/>
                </a:lnTo>
                <a:lnTo>
                  <a:pt x="42638" y="158478"/>
                </a:lnTo>
                <a:lnTo>
                  <a:pt x="42637" y="158478"/>
                </a:lnTo>
                <a:lnTo>
                  <a:pt x="42636" y="158478"/>
                </a:lnTo>
                <a:lnTo>
                  <a:pt x="42635" y="158478"/>
                </a:lnTo>
                <a:lnTo>
                  <a:pt x="42635" y="158478"/>
                </a:lnTo>
                <a:lnTo>
                  <a:pt x="42634" y="158478"/>
                </a:lnTo>
                <a:lnTo>
                  <a:pt x="42633" y="158478"/>
                </a:lnTo>
                <a:lnTo>
                  <a:pt x="42632" y="158478"/>
                </a:lnTo>
                <a:lnTo>
                  <a:pt x="42632" y="158478"/>
                </a:lnTo>
                <a:lnTo>
                  <a:pt x="42631" y="158478"/>
                </a:lnTo>
                <a:lnTo>
                  <a:pt x="42630" y="158478"/>
                </a:lnTo>
                <a:lnTo>
                  <a:pt x="42629" y="158478"/>
                </a:lnTo>
                <a:lnTo>
                  <a:pt x="42629" y="158478"/>
                </a:lnTo>
                <a:lnTo>
                  <a:pt x="42628" y="158478"/>
                </a:lnTo>
                <a:lnTo>
                  <a:pt x="42627" y="158478"/>
                </a:lnTo>
                <a:lnTo>
                  <a:pt x="42626" y="158478"/>
                </a:lnTo>
                <a:lnTo>
                  <a:pt x="42626" y="158478"/>
                </a:lnTo>
                <a:lnTo>
                  <a:pt x="42625" y="158478"/>
                </a:lnTo>
                <a:lnTo>
                  <a:pt x="42624" y="158478"/>
                </a:lnTo>
                <a:lnTo>
                  <a:pt x="42623" y="158478"/>
                </a:lnTo>
                <a:lnTo>
                  <a:pt x="42623" y="158478"/>
                </a:lnTo>
                <a:lnTo>
                  <a:pt x="42622" y="158478"/>
                </a:lnTo>
                <a:lnTo>
                  <a:pt x="42621" y="158478"/>
                </a:lnTo>
                <a:lnTo>
                  <a:pt x="42620" y="158478"/>
                </a:lnTo>
                <a:lnTo>
                  <a:pt x="42620" y="158478"/>
                </a:lnTo>
                <a:lnTo>
                  <a:pt x="42619" y="158478"/>
                </a:lnTo>
                <a:lnTo>
                  <a:pt x="42618" y="158478"/>
                </a:lnTo>
                <a:lnTo>
                  <a:pt x="42617" y="158478"/>
                </a:lnTo>
                <a:lnTo>
                  <a:pt x="42616" y="158478"/>
                </a:lnTo>
                <a:lnTo>
                  <a:pt x="42616" y="158478"/>
                </a:lnTo>
                <a:lnTo>
                  <a:pt x="42615" y="158478"/>
                </a:lnTo>
                <a:lnTo>
                  <a:pt x="42614" y="158478"/>
                </a:lnTo>
                <a:lnTo>
                  <a:pt x="42613" y="158478"/>
                </a:lnTo>
                <a:lnTo>
                  <a:pt x="42613" y="158478"/>
                </a:lnTo>
                <a:lnTo>
                  <a:pt x="42612" y="158478"/>
                </a:lnTo>
                <a:lnTo>
                  <a:pt x="42611" y="158478"/>
                </a:lnTo>
                <a:lnTo>
                  <a:pt x="42610" y="158478"/>
                </a:lnTo>
                <a:lnTo>
                  <a:pt x="42610" y="158478"/>
                </a:lnTo>
                <a:lnTo>
                  <a:pt x="42609" y="158478"/>
                </a:lnTo>
                <a:lnTo>
                  <a:pt x="42608" y="158478"/>
                </a:lnTo>
                <a:lnTo>
                  <a:pt x="42607" y="158478"/>
                </a:lnTo>
                <a:lnTo>
                  <a:pt x="42607" y="158478"/>
                </a:lnTo>
                <a:lnTo>
                  <a:pt x="42606" y="158478"/>
                </a:lnTo>
                <a:lnTo>
                  <a:pt x="42605" y="158478"/>
                </a:lnTo>
                <a:lnTo>
                  <a:pt x="42604" y="158478"/>
                </a:lnTo>
                <a:lnTo>
                  <a:pt x="42604" y="158478"/>
                </a:lnTo>
                <a:lnTo>
                  <a:pt x="42603" y="158478"/>
                </a:lnTo>
                <a:lnTo>
                  <a:pt x="42602" y="158478"/>
                </a:lnTo>
                <a:lnTo>
                  <a:pt x="42601" y="158478"/>
                </a:lnTo>
                <a:lnTo>
                  <a:pt x="42601" y="158478"/>
                </a:lnTo>
                <a:lnTo>
                  <a:pt x="42600" y="158478"/>
                </a:lnTo>
                <a:lnTo>
                  <a:pt x="42599" y="158478"/>
                </a:lnTo>
                <a:lnTo>
                  <a:pt x="42598" y="158478"/>
                </a:lnTo>
                <a:lnTo>
                  <a:pt x="42598" y="158478"/>
                </a:lnTo>
                <a:lnTo>
                  <a:pt x="42597" y="158478"/>
                </a:lnTo>
                <a:lnTo>
                  <a:pt x="42596" y="158478"/>
                </a:lnTo>
                <a:lnTo>
                  <a:pt x="42595" y="158478"/>
                </a:lnTo>
                <a:lnTo>
                  <a:pt x="42595" y="158478"/>
                </a:lnTo>
                <a:lnTo>
                  <a:pt x="42594" y="158478"/>
                </a:lnTo>
                <a:lnTo>
                  <a:pt x="42593" y="158478"/>
                </a:lnTo>
                <a:lnTo>
                  <a:pt x="42592" y="158478"/>
                </a:lnTo>
                <a:lnTo>
                  <a:pt x="42591" y="158478"/>
                </a:lnTo>
                <a:lnTo>
                  <a:pt x="42591" y="158478"/>
                </a:lnTo>
                <a:lnTo>
                  <a:pt x="42590" y="158478"/>
                </a:lnTo>
                <a:lnTo>
                  <a:pt x="42589" y="158478"/>
                </a:lnTo>
                <a:lnTo>
                  <a:pt x="42588" y="158478"/>
                </a:lnTo>
                <a:lnTo>
                  <a:pt x="42588" y="158478"/>
                </a:lnTo>
                <a:lnTo>
                  <a:pt x="42587" y="158478"/>
                </a:lnTo>
                <a:lnTo>
                  <a:pt x="42586" y="158478"/>
                </a:lnTo>
                <a:lnTo>
                  <a:pt x="42585" y="158478"/>
                </a:lnTo>
                <a:lnTo>
                  <a:pt x="42585" y="158478"/>
                </a:lnTo>
                <a:lnTo>
                  <a:pt x="42584" y="158478"/>
                </a:lnTo>
                <a:lnTo>
                  <a:pt x="42583" y="158478"/>
                </a:lnTo>
                <a:lnTo>
                  <a:pt x="42582" y="158478"/>
                </a:lnTo>
                <a:lnTo>
                  <a:pt x="42582" y="158478"/>
                </a:lnTo>
                <a:lnTo>
                  <a:pt x="42581" y="158478"/>
                </a:lnTo>
                <a:lnTo>
                  <a:pt x="42580" y="158478"/>
                </a:lnTo>
                <a:lnTo>
                  <a:pt x="42579" y="158478"/>
                </a:lnTo>
                <a:lnTo>
                  <a:pt x="42579" y="158478"/>
                </a:lnTo>
                <a:lnTo>
                  <a:pt x="42578" y="158478"/>
                </a:lnTo>
                <a:lnTo>
                  <a:pt x="42577" y="158478"/>
                </a:lnTo>
                <a:lnTo>
                  <a:pt x="42576" y="158478"/>
                </a:lnTo>
                <a:lnTo>
                  <a:pt x="42576" y="158478"/>
                </a:lnTo>
                <a:lnTo>
                  <a:pt x="42575" y="158478"/>
                </a:lnTo>
                <a:lnTo>
                  <a:pt x="42574" y="158478"/>
                </a:lnTo>
                <a:lnTo>
                  <a:pt x="42573" y="158478"/>
                </a:lnTo>
                <a:lnTo>
                  <a:pt x="42573" y="158478"/>
                </a:lnTo>
                <a:lnTo>
                  <a:pt x="42572" y="158478"/>
                </a:lnTo>
                <a:lnTo>
                  <a:pt x="42571" y="158478"/>
                </a:lnTo>
                <a:lnTo>
                  <a:pt x="42570" y="158478"/>
                </a:lnTo>
                <a:lnTo>
                  <a:pt x="42570" y="158478"/>
                </a:lnTo>
                <a:lnTo>
                  <a:pt x="42569" y="158478"/>
                </a:lnTo>
                <a:lnTo>
                  <a:pt x="42568" y="158478"/>
                </a:lnTo>
                <a:lnTo>
                  <a:pt x="42567" y="158478"/>
                </a:lnTo>
                <a:lnTo>
                  <a:pt x="42567" y="158478"/>
                </a:lnTo>
                <a:lnTo>
                  <a:pt x="42566" y="158478"/>
                </a:lnTo>
                <a:lnTo>
                  <a:pt x="42565" y="158478"/>
                </a:lnTo>
                <a:lnTo>
                  <a:pt x="42564" y="158478"/>
                </a:lnTo>
                <a:lnTo>
                  <a:pt x="42564" y="158478"/>
                </a:lnTo>
                <a:lnTo>
                  <a:pt x="42563" y="158478"/>
                </a:lnTo>
                <a:lnTo>
                  <a:pt x="42562" y="158478"/>
                </a:lnTo>
                <a:lnTo>
                  <a:pt x="42561" y="158478"/>
                </a:lnTo>
                <a:lnTo>
                  <a:pt x="42560" y="158478"/>
                </a:lnTo>
                <a:lnTo>
                  <a:pt x="42560" y="158478"/>
                </a:lnTo>
                <a:lnTo>
                  <a:pt x="42559" y="158478"/>
                </a:lnTo>
                <a:lnTo>
                  <a:pt x="42558" y="158478"/>
                </a:lnTo>
                <a:lnTo>
                  <a:pt x="42557" y="158478"/>
                </a:lnTo>
                <a:lnTo>
                  <a:pt x="42557" y="158478"/>
                </a:lnTo>
                <a:lnTo>
                  <a:pt x="42556" y="158478"/>
                </a:lnTo>
                <a:lnTo>
                  <a:pt x="42555" y="158478"/>
                </a:lnTo>
                <a:lnTo>
                  <a:pt x="42554" y="158478"/>
                </a:lnTo>
                <a:lnTo>
                  <a:pt x="42554" y="158478"/>
                </a:lnTo>
                <a:lnTo>
                  <a:pt x="42553" y="158478"/>
                </a:lnTo>
                <a:lnTo>
                  <a:pt x="42552" y="158478"/>
                </a:lnTo>
                <a:lnTo>
                  <a:pt x="42551" y="158478"/>
                </a:lnTo>
                <a:lnTo>
                  <a:pt x="42551" y="158478"/>
                </a:lnTo>
                <a:lnTo>
                  <a:pt x="42550" y="158478"/>
                </a:lnTo>
                <a:lnTo>
                  <a:pt x="42549" y="158478"/>
                </a:lnTo>
                <a:lnTo>
                  <a:pt x="42548" y="158478"/>
                </a:lnTo>
                <a:lnTo>
                  <a:pt x="42548" y="158478"/>
                </a:lnTo>
                <a:lnTo>
                  <a:pt x="42547" y="158478"/>
                </a:lnTo>
                <a:lnTo>
                  <a:pt x="42546" y="158478"/>
                </a:lnTo>
                <a:lnTo>
                  <a:pt x="42545" y="158478"/>
                </a:lnTo>
                <a:lnTo>
                  <a:pt x="42545" y="158478"/>
                </a:lnTo>
                <a:lnTo>
                  <a:pt x="42544" y="158478"/>
                </a:lnTo>
                <a:lnTo>
                  <a:pt x="42543" y="158478"/>
                </a:lnTo>
                <a:lnTo>
                  <a:pt x="42542" y="158478"/>
                </a:lnTo>
                <a:lnTo>
                  <a:pt x="42542" y="158478"/>
                </a:lnTo>
                <a:lnTo>
                  <a:pt x="42541" y="158478"/>
                </a:lnTo>
                <a:lnTo>
                  <a:pt x="42540" y="158478"/>
                </a:lnTo>
                <a:lnTo>
                  <a:pt x="42539" y="158478"/>
                </a:lnTo>
                <a:lnTo>
                  <a:pt x="42539" y="158478"/>
                </a:lnTo>
                <a:lnTo>
                  <a:pt x="42538" y="158478"/>
                </a:lnTo>
                <a:lnTo>
                  <a:pt x="42537" y="158478"/>
                </a:lnTo>
                <a:lnTo>
                  <a:pt x="42536" y="158478"/>
                </a:lnTo>
                <a:lnTo>
                  <a:pt x="42536" y="158478"/>
                </a:lnTo>
                <a:lnTo>
                  <a:pt x="42535" y="158478"/>
                </a:lnTo>
                <a:lnTo>
                  <a:pt x="42534" y="158478"/>
                </a:lnTo>
                <a:lnTo>
                  <a:pt x="42533" y="158478"/>
                </a:lnTo>
                <a:lnTo>
                  <a:pt x="42533" y="158478"/>
                </a:lnTo>
                <a:lnTo>
                  <a:pt x="42532" y="158478"/>
                </a:lnTo>
                <a:lnTo>
                  <a:pt x="42531" y="158478"/>
                </a:lnTo>
                <a:lnTo>
                  <a:pt x="42530" y="158478"/>
                </a:lnTo>
                <a:lnTo>
                  <a:pt x="42530" y="158478"/>
                </a:lnTo>
                <a:lnTo>
                  <a:pt x="42529" y="158478"/>
                </a:lnTo>
                <a:lnTo>
                  <a:pt x="42528" y="158478"/>
                </a:lnTo>
                <a:lnTo>
                  <a:pt x="42527" y="158478"/>
                </a:lnTo>
                <a:lnTo>
                  <a:pt x="42527" y="158478"/>
                </a:lnTo>
                <a:lnTo>
                  <a:pt x="42526" y="158478"/>
                </a:lnTo>
                <a:lnTo>
                  <a:pt x="42525" y="158478"/>
                </a:lnTo>
                <a:lnTo>
                  <a:pt x="42524" y="158478"/>
                </a:lnTo>
                <a:lnTo>
                  <a:pt x="42523" y="158478"/>
                </a:lnTo>
                <a:lnTo>
                  <a:pt x="42523" y="158478"/>
                </a:lnTo>
                <a:lnTo>
                  <a:pt x="42522" y="158478"/>
                </a:lnTo>
                <a:lnTo>
                  <a:pt x="42521" y="158478"/>
                </a:lnTo>
                <a:lnTo>
                  <a:pt x="42520" y="158478"/>
                </a:lnTo>
                <a:lnTo>
                  <a:pt x="42520" y="158478"/>
                </a:lnTo>
                <a:lnTo>
                  <a:pt x="42519" y="158478"/>
                </a:lnTo>
                <a:lnTo>
                  <a:pt x="42518" y="158478"/>
                </a:lnTo>
                <a:lnTo>
                  <a:pt x="42517" y="158478"/>
                </a:lnTo>
                <a:lnTo>
                  <a:pt x="42517" y="158478"/>
                </a:lnTo>
                <a:lnTo>
                  <a:pt x="42516" y="158478"/>
                </a:lnTo>
                <a:lnTo>
                  <a:pt x="42515" y="158478"/>
                </a:lnTo>
                <a:lnTo>
                  <a:pt x="42514" y="158478"/>
                </a:lnTo>
                <a:lnTo>
                  <a:pt x="42514" y="158478"/>
                </a:lnTo>
                <a:lnTo>
                  <a:pt x="42513" y="158478"/>
                </a:lnTo>
                <a:lnTo>
                  <a:pt x="42512" y="158478"/>
                </a:lnTo>
                <a:lnTo>
                  <a:pt x="42511" y="158478"/>
                </a:lnTo>
                <a:lnTo>
                  <a:pt x="42511" y="158478"/>
                </a:lnTo>
                <a:lnTo>
                  <a:pt x="42510" y="158478"/>
                </a:lnTo>
                <a:lnTo>
                  <a:pt x="42509" y="158478"/>
                </a:lnTo>
                <a:lnTo>
                  <a:pt x="42508" y="158478"/>
                </a:lnTo>
                <a:lnTo>
                  <a:pt x="42508" y="158478"/>
                </a:lnTo>
                <a:lnTo>
                  <a:pt x="42507" y="158478"/>
                </a:lnTo>
                <a:lnTo>
                  <a:pt x="42506" y="158478"/>
                </a:lnTo>
                <a:lnTo>
                  <a:pt x="42505" y="158478"/>
                </a:lnTo>
                <a:lnTo>
                  <a:pt x="42505" y="158478"/>
                </a:lnTo>
                <a:lnTo>
                  <a:pt x="42504" y="158478"/>
                </a:lnTo>
                <a:lnTo>
                  <a:pt x="42503" y="158478"/>
                </a:lnTo>
                <a:lnTo>
                  <a:pt x="42502" y="158478"/>
                </a:lnTo>
                <a:lnTo>
                  <a:pt x="42502" y="158478"/>
                </a:lnTo>
                <a:lnTo>
                  <a:pt x="42501" y="158478"/>
                </a:lnTo>
                <a:lnTo>
                  <a:pt x="42500" y="158478"/>
                </a:lnTo>
                <a:lnTo>
                  <a:pt x="42499" y="158478"/>
                </a:lnTo>
                <a:lnTo>
                  <a:pt x="42499" y="158478"/>
                </a:lnTo>
                <a:lnTo>
                  <a:pt x="42498" y="158478"/>
                </a:lnTo>
                <a:lnTo>
                  <a:pt x="42497" y="158478"/>
                </a:lnTo>
                <a:lnTo>
                  <a:pt x="42496" y="158478"/>
                </a:lnTo>
                <a:lnTo>
                  <a:pt x="42496" y="158478"/>
                </a:lnTo>
                <a:lnTo>
                  <a:pt x="42495" y="158478"/>
                </a:lnTo>
                <a:lnTo>
                  <a:pt x="42494" y="158478"/>
                </a:lnTo>
                <a:lnTo>
                  <a:pt x="42493" y="158478"/>
                </a:lnTo>
                <a:lnTo>
                  <a:pt x="42493" y="158478"/>
                </a:lnTo>
                <a:lnTo>
                  <a:pt x="42492" y="158478"/>
                </a:lnTo>
                <a:lnTo>
                  <a:pt x="42491" y="158478"/>
                </a:lnTo>
                <a:lnTo>
                  <a:pt x="42490" y="158478"/>
                </a:lnTo>
                <a:lnTo>
                  <a:pt x="42490" y="158478"/>
                </a:lnTo>
                <a:lnTo>
                  <a:pt x="42489" y="158478"/>
                </a:lnTo>
                <a:lnTo>
                  <a:pt x="42488" y="158478"/>
                </a:lnTo>
                <a:lnTo>
                  <a:pt x="42487" y="158478"/>
                </a:lnTo>
                <a:lnTo>
                  <a:pt x="42487" y="158478"/>
                </a:lnTo>
                <a:lnTo>
                  <a:pt x="42486" y="158478"/>
                </a:lnTo>
                <a:lnTo>
                  <a:pt x="42485" y="158478"/>
                </a:lnTo>
                <a:lnTo>
                  <a:pt x="42484" y="158478"/>
                </a:lnTo>
                <a:lnTo>
                  <a:pt x="42484" y="158478"/>
                </a:lnTo>
                <a:lnTo>
                  <a:pt x="42483" y="158478"/>
                </a:lnTo>
                <a:lnTo>
                  <a:pt x="42482" y="158478"/>
                </a:lnTo>
                <a:lnTo>
                  <a:pt x="42481" y="158478"/>
                </a:lnTo>
                <a:lnTo>
                  <a:pt x="42481" y="158478"/>
                </a:lnTo>
                <a:lnTo>
                  <a:pt x="42480" y="158478"/>
                </a:lnTo>
                <a:lnTo>
                  <a:pt x="42479" y="158478"/>
                </a:lnTo>
                <a:lnTo>
                  <a:pt x="42478" y="158478"/>
                </a:lnTo>
                <a:lnTo>
                  <a:pt x="42478" y="158478"/>
                </a:lnTo>
                <a:lnTo>
                  <a:pt x="42477" y="158478"/>
                </a:lnTo>
                <a:lnTo>
                  <a:pt x="42476" y="158478"/>
                </a:lnTo>
                <a:lnTo>
                  <a:pt x="42475" y="158478"/>
                </a:lnTo>
                <a:lnTo>
                  <a:pt x="42475" y="158478"/>
                </a:lnTo>
                <a:lnTo>
                  <a:pt x="42474" y="158478"/>
                </a:lnTo>
                <a:lnTo>
                  <a:pt x="42473" y="158478"/>
                </a:lnTo>
                <a:lnTo>
                  <a:pt x="42472" y="158478"/>
                </a:lnTo>
                <a:lnTo>
                  <a:pt x="42472" y="158478"/>
                </a:lnTo>
                <a:lnTo>
                  <a:pt x="42471" y="158478"/>
                </a:lnTo>
                <a:lnTo>
                  <a:pt x="42470" y="158478"/>
                </a:lnTo>
                <a:lnTo>
                  <a:pt x="42469" y="158478"/>
                </a:lnTo>
                <a:lnTo>
                  <a:pt x="42469" y="158478"/>
                </a:lnTo>
                <a:lnTo>
                  <a:pt x="42468" y="158478"/>
                </a:lnTo>
                <a:lnTo>
                  <a:pt x="42467" y="158478"/>
                </a:lnTo>
                <a:lnTo>
                  <a:pt x="42466" y="158478"/>
                </a:lnTo>
                <a:lnTo>
                  <a:pt x="42466" y="158478"/>
                </a:lnTo>
                <a:lnTo>
                  <a:pt x="42465" y="158478"/>
                </a:lnTo>
                <a:lnTo>
                  <a:pt x="42464" y="158478"/>
                </a:lnTo>
                <a:lnTo>
                  <a:pt x="42463" y="158478"/>
                </a:lnTo>
                <a:lnTo>
                  <a:pt x="42463" y="158478"/>
                </a:lnTo>
                <a:lnTo>
                  <a:pt x="42462" y="158478"/>
                </a:lnTo>
                <a:lnTo>
                  <a:pt x="42461" y="158478"/>
                </a:lnTo>
                <a:lnTo>
                  <a:pt x="42460" y="158478"/>
                </a:lnTo>
                <a:lnTo>
                  <a:pt x="42460" y="158478"/>
                </a:lnTo>
                <a:lnTo>
                  <a:pt x="42459" y="158478"/>
                </a:lnTo>
                <a:lnTo>
                  <a:pt x="42458" y="158478"/>
                </a:lnTo>
                <a:lnTo>
                  <a:pt x="42457" y="158478"/>
                </a:lnTo>
                <a:lnTo>
                  <a:pt x="42456" y="158478"/>
                </a:lnTo>
                <a:lnTo>
                  <a:pt x="42456" y="158478"/>
                </a:lnTo>
                <a:lnTo>
                  <a:pt x="42455" y="158478"/>
                </a:lnTo>
                <a:lnTo>
                  <a:pt x="42454" y="158478"/>
                </a:lnTo>
                <a:lnTo>
                  <a:pt x="42453" y="158478"/>
                </a:lnTo>
                <a:lnTo>
                  <a:pt x="42453" y="158478"/>
                </a:lnTo>
                <a:lnTo>
                  <a:pt x="42452" y="158478"/>
                </a:lnTo>
                <a:lnTo>
                  <a:pt x="42451" y="158478"/>
                </a:lnTo>
                <a:lnTo>
                  <a:pt x="42450" y="158478"/>
                </a:lnTo>
                <a:lnTo>
                  <a:pt x="42450" y="158478"/>
                </a:lnTo>
                <a:lnTo>
                  <a:pt x="42449" y="158478"/>
                </a:lnTo>
                <a:lnTo>
                  <a:pt x="42448" y="158478"/>
                </a:lnTo>
                <a:lnTo>
                  <a:pt x="42447" y="158478"/>
                </a:lnTo>
                <a:lnTo>
                  <a:pt x="42447" y="158478"/>
                </a:lnTo>
                <a:lnTo>
                  <a:pt x="42446" y="158478"/>
                </a:lnTo>
                <a:lnTo>
                  <a:pt x="42445" y="158478"/>
                </a:lnTo>
                <a:lnTo>
                  <a:pt x="42444" y="158478"/>
                </a:lnTo>
                <a:lnTo>
                  <a:pt x="42444" y="158478"/>
                </a:lnTo>
                <a:lnTo>
                  <a:pt x="42443" y="158478"/>
                </a:lnTo>
                <a:lnTo>
                  <a:pt x="42442" y="158478"/>
                </a:lnTo>
                <a:lnTo>
                  <a:pt x="42441" y="158478"/>
                </a:lnTo>
                <a:lnTo>
                  <a:pt x="42441" y="158478"/>
                </a:lnTo>
                <a:lnTo>
                  <a:pt x="42440" y="158478"/>
                </a:lnTo>
                <a:lnTo>
                  <a:pt x="42439" y="158478"/>
                </a:lnTo>
                <a:lnTo>
                  <a:pt x="42438" y="158478"/>
                </a:lnTo>
                <a:lnTo>
                  <a:pt x="42438" y="158478"/>
                </a:lnTo>
                <a:lnTo>
                  <a:pt x="42437" y="158478"/>
                </a:lnTo>
                <a:lnTo>
                  <a:pt x="42436" y="158478"/>
                </a:lnTo>
                <a:lnTo>
                  <a:pt x="42435" y="158478"/>
                </a:lnTo>
                <a:lnTo>
                  <a:pt x="42435" y="158478"/>
                </a:lnTo>
                <a:lnTo>
                  <a:pt x="42434" y="158478"/>
                </a:lnTo>
                <a:lnTo>
                  <a:pt x="42433" y="158478"/>
                </a:lnTo>
                <a:lnTo>
                  <a:pt x="42432" y="158478"/>
                </a:lnTo>
                <a:lnTo>
                  <a:pt x="42432" y="158478"/>
                </a:lnTo>
                <a:lnTo>
                  <a:pt x="42431" y="158478"/>
                </a:lnTo>
                <a:lnTo>
                  <a:pt x="42430" y="158478"/>
                </a:lnTo>
                <a:lnTo>
                  <a:pt x="42429" y="158478"/>
                </a:lnTo>
                <a:lnTo>
                  <a:pt x="42429" y="158478"/>
                </a:lnTo>
                <a:lnTo>
                  <a:pt x="42428" y="158478"/>
                </a:lnTo>
                <a:lnTo>
                  <a:pt x="42427" y="158478"/>
                </a:lnTo>
                <a:lnTo>
                  <a:pt x="42426" y="158478"/>
                </a:lnTo>
                <a:lnTo>
                  <a:pt x="42426" y="158478"/>
                </a:lnTo>
                <a:lnTo>
                  <a:pt x="42425" y="158478"/>
                </a:lnTo>
                <a:lnTo>
                  <a:pt x="42424" y="158478"/>
                </a:lnTo>
                <a:lnTo>
                  <a:pt x="42423" y="158478"/>
                </a:lnTo>
                <a:lnTo>
                  <a:pt x="42423" y="158478"/>
                </a:lnTo>
                <a:lnTo>
                  <a:pt x="42422" y="158478"/>
                </a:lnTo>
                <a:lnTo>
                  <a:pt x="42421" y="158478"/>
                </a:lnTo>
                <a:lnTo>
                  <a:pt x="42420" y="158478"/>
                </a:lnTo>
                <a:lnTo>
                  <a:pt x="42420" y="158478"/>
                </a:lnTo>
                <a:lnTo>
                  <a:pt x="42419" y="158478"/>
                </a:lnTo>
                <a:lnTo>
                  <a:pt x="42418" y="158478"/>
                </a:lnTo>
                <a:lnTo>
                  <a:pt x="42417" y="158478"/>
                </a:lnTo>
                <a:lnTo>
                  <a:pt x="42417" y="158478"/>
                </a:lnTo>
                <a:lnTo>
                  <a:pt x="42416" y="158478"/>
                </a:lnTo>
                <a:lnTo>
                  <a:pt x="42415" y="158478"/>
                </a:lnTo>
                <a:lnTo>
                  <a:pt x="42414" y="158478"/>
                </a:lnTo>
                <a:lnTo>
                  <a:pt x="42414" y="158478"/>
                </a:lnTo>
                <a:lnTo>
                  <a:pt x="42413" y="158478"/>
                </a:lnTo>
                <a:lnTo>
                  <a:pt x="42412" y="158478"/>
                </a:lnTo>
                <a:lnTo>
                  <a:pt x="42411" y="158478"/>
                </a:lnTo>
                <a:lnTo>
                  <a:pt x="42411" y="158478"/>
                </a:lnTo>
                <a:lnTo>
                  <a:pt x="42410" y="158478"/>
                </a:lnTo>
                <a:lnTo>
                  <a:pt x="42409" y="158478"/>
                </a:lnTo>
                <a:lnTo>
                  <a:pt x="42408" y="158478"/>
                </a:lnTo>
                <a:lnTo>
                  <a:pt x="42408" y="158478"/>
                </a:lnTo>
                <a:lnTo>
                  <a:pt x="42407" y="158478"/>
                </a:lnTo>
                <a:lnTo>
                  <a:pt x="42406" y="158478"/>
                </a:lnTo>
                <a:lnTo>
                  <a:pt x="42405" y="158478"/>
                </a:lnTo>
                <a:lnTo>
                  <a:pt x="42405" y="158478"/>
                </a:lnTo>
                <a:lnTo>
                  <a:pt x="42404" y="158478"/>
                </a:lnTo>
                <a:lnTo>
                  <a:pt x="42403" y="158478"/>
                </a:lnTo>
                <a:lnTo>
                  <a:pt x="42402" y="158478"/>
                </a:lnTo>
                <a:lnTo>
                  <a:pt x="42402" y="158478"/>
                </a:lnTo>
                <a:lnTo>
                  <a:pt x="42401" y="158478"/>
                </a:lnTo>
                <a:lnTo>
                  <a:pt x="42400" y="158478"/>
                </a:lnTo>
                <a:lnTo>
                  <a:pt x="42399" y="158478"/>
                </a:lnTo>
                <a:lnTo>
                  <a:pt x="42399" y="158478"/>
                </a:lnTo>
                <a:lnTo>
                  <a:pt x="42398" y="158478"/>
                </a:lnTo>
                <a:lnTo>
                  <a:pt x="42397" y="158478"/>
                </a:lnTo>
                <a:lnTo>
                  <a:pt x="42396" y="158478"/>
                </a:lnTo>
                <a:lnTo>
                  <a:pt x="42396" y="158478"/>
                </a:lnTo>
                <a:lnTo>
                  <a:pt x="42395" y="158478"/>
                </a:lnTo>
                <a:lnTo>
                  <a:pt x="42394" y="158478"/>
                </a:lnTo>
                <a:lnTo>
                  <a:pt x="42393" y="158478"/>
                </a:lnTo>
                <a:lnTo>
                  <a:pt x="42393" y="158478"/>
                </a:lnTo>
                <a:lnTo>
                  <a:pt x="42392" y="158478"/>
                </a:lnTo>
                <a:lnTo>
                  <a:pt x="42391" y="158478"/>
                </a:lnTo>
                <a:lnTo>
                  <a:pt x="42390" y="158478"/>
                </a:lnTo>
                <a:lnTo>
                  <a:pt x="42390" y="158478"/>
                </a:lnTo>
                <a:lnTo>
                  <a:pt x="42389" y="158478"/>
                </a:lnTo>
                <a:lnTo>
                  <a:pt x="42388" y="158478"/>
                </a:lnTo>
                <a:lnTo>
                  <a:pt x="42387" y="158478"/>
                </a:lnTo>
                <a:lnTo>
                  <a:pt x="42387" y="158478"/>
                </a:lnTo>
                <a:lnTo>
                  <a:pt x="42386" y="158478"/>
                </a:lnTo>
                <a:lnTo>
                  <a:pt x="42385" y="158478"/>
                </a:lnTo>
                <a:lnTo>
                  <a:pt x="42384" y="158478"/>
                </a:lnTo>
                <a:lnTo>
                  <a:pt x="42384" y="158478"/>
                </a:lnTo>
                <a:lnTo>
                  <a:pt x="42383" y="158478"/>
                </a:lnTo>
                <a:lnTo>
                  <a:pt x="42382" y="158478"/>
                </a:lnTo>
                <a:lnTo>
                  <a:pt x="42382" y="158478"/>
                </a:lnTo>
                <a:lnTo>
                  <a:pt x="42381" y="158478"/>
                </a:lnTo>
                <a:lnTo>
                  <a:pt x="42380" y="158478"/>
                </a:lnTo>
                <a:lnTo>
                  <a:pt x="42379" y="158478"/>
                </a:lnTo>
                <a:lnTo>
                  <a:pt x="42379" y="158478"/>
                </a:lnTo>
                <a:lnTo>
                  <a:pt x="42378" y="158478"/>
                </a:lnTo>
                <a:lnTo>
                  <a:pt x="42377" y="158478"/>
                </a:lnTo>
                <a:lnTo>
                  <a:pt x="42376" y="158478"/>
                </a:lnTo>
                <a:lnTo>
                  <a:pt x="42376" y="158478"/>
                </a:lnTo>
                <a:lnTo>
                  <a:pt x="42375" y="158478"/>
                </a:lnTo>
                <a:lnTo>
                  <a:pt x="42374" y="158478"/>
                </a:lnTo>
                <a:lnTo>
                  <a:pt x="42373" y="158478"/>
                </a:lnTo>
                <a:lnTo>
                  <a:pt x="42373" y="158478"/>
                </a:lnTo>
                <a:lnTo>
                  <a:pt x="42372" y="158478"/>
                </a:lnTo>
                <a:lnTo>
                  <a:pt x="42371" y="158478"/>
                </a:lnTo>
                <a:lnTo>
                  <a:pt x="42370" y="158478"/>
                </a:lnTo>
                <a:lnTo>
                  <a:pt x="42370" y="158478"/>
                </a:lnTo>
                <a:lnTo>
                  <a:pt x="42369" y="158478"/>
                </a:lnTo>
                <a:lnTo>
                  <a:pt x="42368" y="158478"/>
                </a:lnTo>
                <a:lnTo>
                  <a:pt x="42367" y="158478"/>
                </a:lnTo>
                <a:lnTo>
                  <a:pt x="42367" y="158478"/>
                </a:lnTo>
                <a:lnTo>
                  <a:pt x="42366" y="158478"/>
                </a:lnTo>
                <a:lnTo>
                  <a:pt x="42365" y="158478"/>
                </a:lnTo>
                <a:lnTo>
                  <a:pt x="42364" y="158478"/>
                </a:lnTo>
                <a:lnTo>
                  <a:pt x="42364" y="158478"/>
                </a:lnTo>
                <a:lnTo>
                  <a:pt x="42363" y="158478"/>
                </a:lnTo>
                <a:lnTo>
                  <a:pt x="42362" y="158478"/>
                </a:lnTo>
                <a:lnTo>
                  <a:pt x="42361" y="158478"/>
                </a:lnTo>
                <a:lnTo>
                  <a:pt x="42361" y="158478"/>
                </a:lnTo>
                <a:lnTo>
                  <a:pt x="42360" y="158478"/>
                </a:lnTo>
                <a:lnTo>
                  <a:pt x="42359" y="158478"/>
                </a:lnTo>
                <a:lnTo>
                  <a:pt x="42358" y="158478"/>
                </a:lnTo>
                <a:lnTo>
                  <a:pt x="42358" y="158478"/>
                </a:lnTo>
                <a:lnTo>
                  <a:pt x="42357" y="158478"/>
                </a:lnTo>
                <a:lnTo>
                  <a:pt x="42356" y="158478"/>
                </a:lnTo>
                <a:lnTo>
                  <a:pt x="42355" y="158478"/>
                </a:lnTo>
                <a:lnTo>
                  <a:pt x="42355" y="158478"/>
                </a:lnTo>
                <a:lnTo>
                  <a:pt x="42354" y="158478"/>
                </a:lnTo>
                <a:lnTo>
                  <a:pt x="42353" y="158478"/>
                </a:lnTo>
                <a:lnTo>
                  <a:pt x="42352" y="158478"/>
                </a:lnTo>
                <a:lnTo>
                  <a:pt x="42352" y="158478"/>
                </a:lnTo>
                <a:lnTo>
                  <a:pt x="42351" y="158478"/>
                </a:lnTo>
                <a:lnTo>
                  <a:pt x="42350" y="158478"/>
                </a:lnTo>
                <a:lnTo>
                  <a:pt x="42349" y="158478"/>
                </a:lnTo>
                <a:lnTo>
                  <a:pt x="42349" y="158478"/>
                </a:lnTo>
                <a:lnTo>
                  <a:pt x="42348" y="158478"/>
                </a:lnTo>
                <a:lnTo>
                  <a:pt x="42347" y="158478"/>
                </a:lnTo>
                <a:lnTo>
                  <a:pt x="42346" y="158478"/>
                </a:lnTo>
                <a:lnTo>
                  <a:pt x="42346" y="158478"/>
                </a:lnTo>
                <a:lnTo>
                  <a:pt x="42345" y="158478"/>
                </a:lnTo>
                <a:lnTo>
                  <a:pt x="42344" y="158478"/>
                </a:lnTo>
                <a:lnTo>
                  <a:pt x="42343" y="158478"/>
                </a:lnTo>
                <a:lnTo>
                  <a:pt x="42343" y="158478"/>
                </a:lnTo>
                <a:lnTo>
                  <a:pt x="42342" y="158478"/>
                </a:lnTo>
                <a:lnTo>
                  <a:pt x="42341" y="158478"/>
                </a:lnTo>
                <a:lnTo>
                  <a:pt x="42340" y="158478"/>
                </a:lnTo>
                <a:lnTo>
                  <a:pt x="42340" y="158478"/>
                </a:lnTo>
                <a:lnTo>
                  <a:pt x="42339" y="158478"/>
                </a:lnTo>
                <a:lnTo>
                  <a:pt x="42338" y="158478"/>
                </a:lnTo>
                <a:lnTo>
                  <a:pt x="42337" y="158478"/>
                </a:lnTo>
                <a:lnTo>
                  <a:pt x="42337" y="158478"/>
                </a:lnTo>
                <a:lnTo>
                  <a:pt x="42336" y="158478"/>
                </a:lnTo>
                <a:lnTo>
                  <a:pt x="42335" y="158478"/>
                </a:lnTo>
                <a:lnTo>
                  <a:pt x="42334" y="158478"/>
                </a:lnTo>
                <a:lnTo>
                  <a:pt x="42334" y="158478"/>
                </a:lnTo>
                <a:lnTo>
                  <a:pt x="42333" y="158478"/>
                </a:lnTo>
                <a:lnTo>
                  <a:pt x="42332" y="158478"/>
                </a:lnTo>
                <a:lnTo>
                  <a:pt x="42331" y="158478"/>
                </a:lnTo>
                <a:lnTo>
                  <a:pt x="42331" y="158478"/>
                </a:lnTo>
                <a:lnTo>
                  <a:pt x="42330" y="158478"/>
                </a:lnTo>
                <a:lnTo>
                  <a:pt x="42329" y="158478"/>
                </a:lnTo>
                <a:lnTo>
                  <a:pt x="42328" y="158478"/>
                </a:lnTo>
                <a:lnTo>
                  <a:pt x="42328" y="158478"/>
                </a:lnTo>
                <a:lnTo>
                  <a:pt x="42327" y="158478"/>
                </a:lnTo>
                <a:lnTo>
                  <a:pt x="42326" y="158478"/>
                </a:lnTo>
                <a:lnTo>
                  <a:pt x="42325" y="158478"/>
                </a:lnTo>
                <a:lnTo>
                  <a:pt x="42325" y="158478"/>
                </a:lnTo>
                <a:lnTo>
                  <a:pt x="42324" y="158478"/>
                </a:lnTo>
                <a:lnTo>
                  <a:pt x="42323" y="158478"/>
                </a:lnTo>
                <a:lnTo>
                  <a:pt x="42322" y="158478"/>
                </a:lnTo>
                <a:lnTo>
                  <a:pt x="42322" y="158478"/>
                </a:lnTo>
                <a:lnTo>
                  <a:pt x="42321" y="158478"/>
                </a:lnTo>
                <a:lnTo>
                  <a:pt x="42320" y="158478"/>
                </a:lnTo>
                <a:lnTo>
                  <a:pt x="42319" y="158478"/>
                </a:lnTo>
                <a:lnTo>
                  <a:pt x="42319" y="158478"/>
                </a:lnTo>
                <a:lnTo>
                  <a:pt x="42318" y="158478"/>
                </a:lnTo>
                <a:lnTo>
                  <a:pt x="42317" y="158478"/>
                </a:lnTo>
                <a:lnTo>
                  <a:pt x="42316" y="158478"/>
                </a:lnTo>
                <a:lnTo>
                  <a:pt x="42316" y="158478"/>
                </a:lnTo>
                <a:lnTo>
                  <a:pt x="42315" y="158478"/>
                </a:lnTo>
                <a:lnTo>
                  <a:pt x="42314" y="158478"/>
                </a:lnTo>
                <a:lnTo>
                  <a:pt x="42314" y="158478"/>
                </a:lnTo>
                <a:lnTo>
                  <a:pt x="42313" y="158478"/>
                </a:lnTo>
                <a:lnTo>
                  <a:pt x="42312" y="158478"/>
                </a:lnTo>
                <a:lnTo>
                  <a:pt x="42311" y="158478"/>
                </a:lnTo>
                <a:lnTo>
                  <a:pt x="42311" y="158478"/>
                </a:lnTo>
                <a:lnTo>
                  <a:pt x="42310" y="158478"/>
                </a:lnTo>
                <a:lnTo>
                  <a:pt x="42309" y="158478"/>
                </a:lnTo>
                <a:lnTo>
                  <a:pt x="42308" y="158478"/>
                </a:lnTo>
                <a:lnTo>
                  <a:pt x="42308" y="158478"/>
                </a:lnTo>
                <a:lnTo>
                  <a:pt x="42307" y="158478"/>
                </a:lnTo>
                <a:lnTo>
                  <a:pt x="42306" y="158478"/>
                </a:lnTo>
                <a:lnTo>
                  <a:pt x="42305" y="158478"/>
                </a:lnTo>
                <a:lnTo>
                  <a:pt x="42305" y="158478"/>
                </a:lnTo>
                <a:lnTo>
                  <a:pt x="42304" y="158478"/>
                </a:lnTo>
                <a:lnTo>
                  <a:pt x="42303" y="158478"/>
                </a:lnTo>
                <a:lnTo>
                  <a:pt x="42302" y="158478"/>
                </a:lnTo>
                <a:lnTo>
                  <a:pt x="42302" y="158478"/>
                </a:lnTo>
                <a:lnTo>
                  <a:pt x="42301" y="158478"/>
                </a:lnTo>
                <a:lnTo>
                  <a:pt x="42300" y="158478"/>
                </a:lnTo>
                <a:lnTo>
                  <a:pt x="42299" y="158478"/>
                </a:lnTo>
                <a:lnTo>
                  <a:pt x="42299" y="158478"/>
                </a:lnTo>
                <a:lnTo>
                  <a:pt x="42298" y="158478"/>
                </a:lnTo>
                <a:lnTo>
                  <a:pt x="42297" y="158478"/>
                </a:lnTo>
                <a:lnTo>
                  <a:pt x="42296" y="158478"/>
                </a:lnTo>
                <a:lnTo>
                  <a:pt x="42296" y="158478"/>
                </a:lnTo>
                <a:lnTo>
                  <a:pt x="42295" y="158478"/>
                </a:lnTo>
                <a:lnTo>
                  <a:pt x="42294" y="158478"/>
                </a:lnTo>
                <a:lnTo>
                  <a:pt x="42293" y="158478"/>
                </a:lnTo>
                <a:lnTo>
                  <a:pt x="42293" y="158478"/>
                </a:lnTo>
                <a:lnTo>
                  <a:pt x="42292" y="158478"/>
                </a:lnTo>
                <a:lnTo>
                  <a:pt x="42291" y="158478"/>
                </a:lnTo>
                <a:lnTo>
                  <a:pt x="42290" y="158478"/>
                </a:lnTo>
                <a:lnTo>
                  <a:pt x="42290" y="158478"/>
                </a:lnTo>
                <a:lnTo>
                  <a:pt x="42289" y="158478"/>
                </a:lnTo>
                <a:lnTo>
                  <a:pt x="42288" y="158478"/>
                </a:lnTo>
                <a:lnTo>
                  <a:pt x="42287" y="158478"/>
                </a:lnTo>
                <a:lnTo>
                  <a:pt x="42287" y="158478"/>
                </a:lnTo>
                <a:lnTo>
                  <a:pt x="42286" y="158478"/>
                </a:lnTo>
                <a:lnTo>
                  <a:pt x="42285" y="158478"/>
                </a:lnTo>
                <a:lnTo>
                  <a:pt x="42284" y="158478"/>
                </a:lnTo>
                <a:lnTo>
                  <a:pt x="42284" y="158478"/>
                </a:lnTo>
                <a:lnTo>
                  <a:pt x="42283" y="158478"/>
                </a:lnTo>
                <a:lnTo>
                  <a:pt x="42282" y="158478"/>
                </a:lnTo>
                <a:lnTo>
                  <a:pt x="42281" y="158478"/>
                </a:lnTo>
                <a:lnTo>
                  <a:pt x="42281" y="158478"/>
                </a:lnTo>
                <a:lnTo>
                  <a:pt x="42280" y="158478"/>
                </a:lnTo>
                <a:lnTo>
                  <a:pt x="42279" y="158478"/>
                </a:lnTo>
                <a:lnTo>
                  <a:pt x="42278" y="158478"/>
                </a:lnTo>
                <a:lnTo>
                  <a:pt x="42278" y="158478"/>
                </a:lnTo>
                <a:lnTo>
                  <a:pt x="42277" y="158478"/>
                </a:lnTo>
                <a:lnTo>
                  <a:pt x="42276" y="158478"/>
                </a:lnTo>
                <a:lnTo>
                  <a:pt x="42276" y="158478"/>
                </a:lnTo>
                <a:lnTo>
                  <a:pt x="42275" y="158478"/>
                </a:lnTo>
                <a:lnTo>
                  <a:pt x="42274" y="158478"/>
                </a:lnTo>
                <a:lnTo>
                  <a:pt x="42273" y="158478"/>
                </a:lnTo>
                <a:lnTo>
                  <a:pt x="42273" y="158478"/>
                </a:lnTo>
                <a:lnTo>
                  <a:pt x="42272" y="158478"/>
                </a:lnTo>
                <a:lnTo>
                  <a:pt x="42271" y="158478"/>
                </a:lnTo>
                <a:lnTo>
                  <a:pt x="42270" y="158478"/>
                </a:lnTo>
                <a:lnTo>
                  <a:pt x="42270" y="158478"/>
                </a:lnTo>
                <a:lnTo>
                  <a:pt x="42269" y="158478"/>
                </a:lnTo>
                <a:lnTo>
                  <a:pt x="42268" y="158478"/>
                </a:lnTo>
                <a:lnTo>
                  <a:pt x="42267" y="158478"/>
                </a:lnTo>
                <a:lnTo>
                  <a:pt x="42267" y="158478"/>
                </a:lnTo>
                <a:lnTo>
                  <a:pt x="42266" y="158478"/>
                </a:lnTo>
                <a:lnTo>
                  <a:pt x="42265" y="158478"/>
                </a:lnTo>
                <a:lnTo>
                  <a:pt x="42264" y="158478"/>
                </a:lnTo>
                <a:lnTo>
                  <a:pt x="42264" y="158478"/>
                </a:lnTo>
                <a:lnTo>
                  <a:pt x="42263" y="158478"/>
                </a:lnTo>
                <a:lnTo>
                  <a:pt x="42262" y="158478"/>
                </a:lnTo>
                <a:lnTo>
                  <a:pt x="42261" y="158478"/>
                </a:lnTo>
                <a:lnTo>
                  <a:pt x="42261" y="158478"/>
                </a:lnTo>
                <a:lnTo>
                  <a:pt x="42260" y="158478"/>
                </a:lnTo>
                <a:lnTo>
                  <a:pt x="42259" y="158478"/>
                </a:lnTo>
                <a:lnTo>
                  <a:pt x="42258" y="158478"/>
                </a:lnTo>
                <a:lnTo>
                  <a:pt x="42258" y="158478"/>
                </a:lnTo>
                <a:lnTo>
                  <a:pt x="42257" y="158478"/>
                </a:lnTo>
                <a:lnTo>
                  <a:pt x="42256" y="158478"/>
                </a:lnTo>
                <a:lnTo>
                  <a:pt x="42255" y="158478"/>
                </a:lnTo>
                <a:lnTo>
                  <a:pt x="42255" y="158478"/>
                </a:lnTo>
                <a:lnTo>
                  <a:pt x="42254" y="158478"/>
                </a:lnTo>
                <a:lnTo>
                  <a:pt x="42253" y="158478"/>
                </a:lnTo>
                <a:lnTo>
                  <a:pt x="42252" y="158478"/>
                </a:lnTo>
                <a:lnTo>
                  <a:pt x="42252" y="158478"/>
                </a:lnTo>
                <a:lnTo>
                  <a:pt x="42251" y="158478"/>
                </a:lnTo>
                <a:lnTo>
                  <a:pt x="42250" y="158478"/>
                </a:lnTo>
                <a:lnTo>
                  <a:pt x="42249" y="158478"/>
                </a:lnTo>
                <a:lnTo>
                  <a:pt x="42249" y="158478"/>
                </a:lnTo>
                <a:lnTo>
                  <a:pt x="42248" y="158478"/>
                </a:lnTo>
                <a:lnTo>
                  <a:pt x="42247" y="158478"/>
                </a:lnTo>
                <a:lnTo>
                  <a:pt x="42247" y="158478"/>
                </a:lnTo>
                <a:lnTo>
                  <a:pt x="42246" y="158478"/>
                </a:lnTo>
                <a:lnTo>
                  <a:pt x="42245" y="158478"/>
                </a:lnTo>
                <a:lnTo>
                  <a:pt x="42244" y="158478"/>
                </a:lnTo>
                <a:lnTo>
                  <a:pt x="42244" y="158478"/>
                </a:lnTo>
                <a:lnTo>
                  <a:pt x="42243" y="158478"/>
                </a:lnTo>
                <a:lnTo>
                  <a:pt x="42242" y="158478"/>
                </a:lnTo>
                <a:lnTo>
                  <a:pt x="42241" y="158478"/>
                </a:lnTo>
                <a:lnTo>
                  <a:pt x="42241" y="158478"/>
                </a:lnTo>
                <a:lnTo>
                  <a:pt x="42240" y="158478"/>
                </a:lnTo>
                <a:lnTo>
                  <a:pt x="42239" y="158478"/>
                </a:lnTo>
                <a:lnTo>
                  <a:pt x="42238" y="158478"/>
                </a:lnTo>
                <a:lnTo>
                  <a:pt x="42238" y="158478"/>
                </a:lnTo>
                <a:lnTo>
                  <a:pt x="42237" y="158478"/>
                </a:lnTo>
                <a:lnTo>
                  <a:pt x="42236" y="158478"/>
                </a:lnTo>
                <a:lnTo>
                  <a:pt x="42235" y="158478"/>
                </a:lnTo>
                <a:lnTo>
                  <a:pt x="42235" y="158478"/>
                </a:lnTo>
                <a:lnTo>
                  <a:pt x="42234" y="158478"/>
                </a:lnTo>
                <a:lnTo>
                  <a:pt x="42233" y="158478"/>
                </a:lnTo>
                <a:lnTo>
                  <a:pt x="42232" y="158478"/>
                </a:lnTo>
                <a:lnTo>
                  <a:pt x="42232" y="158478"/>
                </a:lnTo>
                <a:lnTo>
                  <a:pt x="42231" y="158478"/>
                </a:lnTo>
                <a:lnTo>
                  <a:pt x="42230" y="158478"/>
                </a:lnTo>
                <a:lnTo>
                  <a:pt x="42229" y="158478"/>
                </a:lnTo>
                <a:lnTo>
                  <a:pt x="42229" y="158478"/>
                </a:lnTo>
                <a:lnTo>
                  <a:pt x="42228" y="158478"/>
                </a:lnTo>
                <a:lnTo>
                  <a:pt x="42227" y="158478"/>
                </a:lnTo>
                <a:lnTo>
                  <a:pt x="42226" y="158478"/>
                </a:lnTo>
                <a:lnTo>
                  <a:pt x="42226" y="158478"/>
                </a:lnTo>
                <a:lnTo>
                  <a:pt x="42225" y="158478"/>
                </a:lnTo>
                <a:lnTo>
                  <a:pt x="42224" y="158478"/>
                </a:lnTo>
                <a:lnTo>
                  <a:pt x="42223" y="158478"/>
                </a:lnTo>
                <a:lnTo>
                  <a:pt x="42223" y="158478"/>
                </a:lnTo>
                <a:lnTo>
                  <a:pt x="42222" y="158478"/>
                </a:lnTo>
                <a:lnTo>
                  <a:pt x="42221" y="158478"/>
                </a:lnTo>
                <a:lnTo>
                  <a:pt x="42221" y="158478"/>
                </a:lnTo>
                <a:lnTo>
                  <a:pt x="42220" y="158478"/>
                </a:lnTo>
                <a:lnTo>
                  <a:pt x="42219" y="158478"/>
                </a:lnTo>
                <a:lnTo>
                  <a:pt x="42218" y="158478"/>
                </a:lnTo>
                <a:lnTo>
                  <a:pt x="42218" y="158478"/>
                </a:lnTo>
                <a:lnTo>
                  <a:pt x="42217" y="158478"/>
                </a:lnTo>
                <a:lnTo>
                  <a:pt x="42216" y="158478"/>
                </a:lnTo>
                <a:lnTo>
                  <a:pt x="42215" y="158478"/>
                </a:lnTo>
                <a:lnTo>
                  <a:pt x="42215" y="158478"/>
                </a:lnTo>
                <a:lnTo>
                  <a:pt x="42214" y="158478"/>
                </a:lnTo>
                <a:lnTo>
                  <a:pt x="42213" y="158478"/>
                </a:lnTo>
                <a:lnTo>
                  <a:pt x="42212" y="158478"/>
                </a:lnTo>
                <a:lnTo>
                  <a:pt x="42212" y="158478"/>
                </a:lnTo>
                <a:lnTo>
                  <a:pt x="42211" y="158478"/>
                </a:lnTo>
                <a:lnTo>
                  <a:pt x="42210" y="158478"/>
                </a:lnTo>
                <a:lnTo>
                  <a:pt x="42209" y="158478"/>
                </a:lnTo>
                <a:lnTo>
                  <a:pt x="42209" y="158478"/>
                </a:lnTo>
                <a:lnTo>
                  <a:pt x="42208" y="158478"/>
                </a:lnTo>
                <a:lnTo>
                  <a:pt x="42207" y="158478"/>
                </a:lnTo>
                <a:lnTo>
                  <a:pt x="42206" y="158478"/>
                </a:lnTo>
                <a:lnTo>
                  <a:pt x="42206" y="158478"/>
                </a:lnTo>
                <a:lnTo>
                  <a:pt x="42205" y="158478"/>
                </a:lnTo>
                <a:lnTo>
                  <a:pt x="42204" y="158478"/>
                </a:lnTo>
                <a:lnTo>
                  <a:pt x="42203" y="158478"/>
                </a:lnTo>
                <a:lnTo>
                  <a:pt x="42203" y="158478"/>
                </a:lnTo>
                <a:lnTo>
                  <a:pt x="42202" y="158478"/>
                </a:lnTo>
                <a:lnTo>
                  <a:pt x="42201" y="158478"/>
                </a:lnTo>
                <a:lnTo>
                  <a:pt x="42200" y="158478"/>
                </a:lnTo>
                <a:lnTo>
                  <a:pt x="42200" y="158478"/>
                </a:lnTo>
                <a:lnTo>
                  <a:pt x="42199" y="158478"/>
                </a:lnTo>
                <a:lnTo>
                  <a:pt x="42198" y="158478"/>
                </a:lnTo>
                <a:lnTo>
                  <a:pt x="42198" y="158478"/>
                </a:lnTo>
                <a:lnTo>
                  <a:pt x="42197" y="158478"/>
                </a:lnTo>
                <a:lnTo>
                  <a:pt x="42196" y="158478"/>
                </a:lnTo>
                <a:lnTo>
                  <a:pt x="42195" y="158478"/>
                </a:lnTo>
                <a:lnTo>
                  <a:pt x="42195" y="158478"/>
                </a:lnTo>
                <a:lnTo>
                  <a:pt x="42194" y="158478"/>
                </a:lnTo>
                <a:lnTo>
                  <a:pt x="42193" y="158478"/>
                </a:lnTo>
                <a:lnTo>
                  <a:pt x="42192" y="158478"/>
                </a:lnTo>
                <a:lnTo>
                  <a:pt x="42192" y="158478"/>
                </a:lnTo>
                <a:lnTo>
                  <a:pt x="42191" y="158478"/>
                </a:lnTo>
                <a:lnTo>
                  <a:pt x="42190" y="158478"/>
                </a:lnTo>
                <a:lnTo>
                  <a:pt x="42189" y="158478"/>
                </a:lnTo>
                <a:lnTo>
                  <a:pt x="42189" y="158478"/>
                </a:lnTo>
                <a:lnTo>
                  <a:pt x="42188" y="158478"/>
                </a:lnTo>
                <a:lnTo>
                  <a:pt x="42187" y="158478"/>
                </a:lnTo>
                <a:lnTo>
                  <a:pt x="42186" y="158478"/>
                </a:lnTo>
                <a:lnTo>
                  <a:pt x="42186" y="158478"/>
                </a:lnTo>
                <a:lnTo>
                  <a:pt x="42185" y="158478"/>
                </a:lnTo>
                <a:lnTo>
                  <a:pt x="42184" y="158478"/>
                </a:lnTo>
                <a:lnTo>
                  <a:pt x="42183" y="158478"/>
                </a:lnTo>
                <a:lnTo>
                  <a:pt x="42183" y="158478"/>
                </a:lnTo>
                <a:lnTo>
                  <a:pt x="42182" y="158478"/>
                </a:lnTo>
                <a:lnTo>
                  <a:pt x="42181" y="158478"/>
                </a:lnTo>
                <a:lnTo>
                  <a:pt x="42180" y="158478"/>
                </a:lnTo>
                <a:lnTo>
                  <a:pt x="42180" y="158478"/>
                </a:lnTo>
                <a:lnTo>
                  <a:pt x="42179" y="158478"/>
                </a:lnTo>
                <a:lnTo>
                  <a:pt x="42178" y="158478"/>
                </a:lnTo>
                <a:lnTo>
                  <a:pt x="42178" y="158478"/>
                </a:lnTo>
                <a:lnTo>
                  <a:pt x="42177" y="158478"/>
                </a:lnTo>
                <a:lnTo>
                  <a:pt x="42176" y="158478"/>
                </a:lnTo>
                <a:lnTo>
                  <a:pt x="42175" y="158478"/>
                </a:lnTo>
                <a:lnTo>
                  <a:pt x="42175" y="158478"/>
                </a:lnTo>
                <a:lnTo>
                  <a:pt x="42174" y="158478"/>
                </a:lnTo>
                <a:lnTo>
                  <a:pt x="42173" y="158478"/>
                </a:lnTo>
                <a:lnTo>
                  <a:pt x="42172" y="158478"/>
                </a:lnTo>
                <a:lnTo>
                  <a:pt x="42172" y="158478"/>
                </a:lnTo>
                <a:lnTo>
                  <a:pt x="42171" y="158478"/>
                </a:lnTo>
                <a:lnTo>
                  <a:pt x="42170" y="158478"/>
                </a:lnTo>
                <a:lnTo>
                  <a:pt x="42169" y="158478"/>
                </a:lnTo>
                <a:lnTo>
                  <a:pt x="42169" y="158478"/>
                </a:lnTo>
                <a:lnTo>
                  <a:pt x="42168" y="158478"/>
                </a:lnTo>
                <a:lnTo>
                  <a:pt x="42167" y="158478"/>
                </a:lnTo>
                <a:lnTo>
                  <a:pt x="42166" y="158478"/>
                </a:lnTo>
                <a:lnTo>
                  <a:pt x="42166" y="158478"/>
                </a:lnTo>
                <a:lnTo>
                  <a:pt x="42165" y="158478"/>
                </a:lnTo>
                <a:lnTo>
                  <a:pt x="42164" y="158478"/>
                </a:lnTo>
                <a:lnTo>
                  <a:pt x="42163" y="158478"/>
                </a:lnTo>
                <a:lnTo>
                  <a:pt x="42163" y="158478"/>
                </a:lnTo>
                <a:lnTo>
                  <a:pt x="42162" y="158478"/>
                </a:lnTo>
                <a:lnTo>
                  <a:pt x="42161" y="158478"/>
                </a:lnTo>
                <a:lnTo>
                  <a:pt x="42161" y="158478"/>
                </a:lnTo>
                <a:lnTo>
                  <a:pt x="42160" y="158478"/>
                </a:lnTo>
                <a:lnTo>
                  <a:pt x="42159" y="158478"/>
                </a:lnTo>
                <a:lnTo>
                  <a:pt x="42158" y="158478"/>
                </a:lnTo>
                <a:lnTo>
                  <a:pt x="42158" y="158478"/>
                </a:lnTo>
                <a:lnTo>
                  <a:pt x="42157" y="158478"/>
                </a:lnTo>
                <a:lnTo>
                  <a:pt x="42156" y="158478"/>
                </a:lnTo>
                <a:lnTo>
                  <a:pt x="42155" y="158478"/>
                </a:lnTo>
                <a:lnTo>
                  <a:pt x="42155" y="158478"/>
                </a:lnTo>
                <a:lnTo>
                  <a:pt x="42154" y="158478"/>
                </a:lnTo>
                <a:lnTo>
                  <a:pt x="42153" y="158478"/>
                </a:lnTo>
                <a:lnTo>
                  <a:pt x="42152" y="158478"/>
                </a:lnTo>
                <a:lnTo>
                  <a:pt x="42152" y="158478"/>
                </a:lnTo>
                <a:lnTo>
                  <a:pt x="42151" y="158478"/>
                </a:lnTo>
                <a:lnTo>
                  <a:pt x="42150" y="158478"/>
                </a:lnTo>
                <a:lnTo>
                  <a:pt x="42149" y="158478"/>
                </a:lnTo>
                <a:lnTo>
                  <a:pt x="42149" y="158478"/>
                </a:lnTo>
                <a:lnTo>
                  <a:pt x="42148" y="158478"/>
                </a:lnTo>
                <a:lnTo>
                  <a:pt x="42147" y="158478"/>
                </a:lnTo>
                <a:lnTo>
                  <a:pt x="42146" y="158478"/>
                </a:lnTo>
                <a:lnTo>
                  <a:pt x="42146" y="158478"/>
                </a:lnTo>
                <a:lnTo>
                  <a:pt x="42145" y="158478"/>
                </a:lnTo>
                <a:lnTo>
                  <a:pt x="42144" y="158478"/>
                </a:lnTo>
                <a:lnTo>
                  <a:pt x="42144" y="158478"/>
                </a:lnTo>
                <a:lnTo>
                  <a:pt x="42143" y="158478"/>
                </a:lnTo>
                <a:lnTo>
                  <a:pt x="42142" y="158478"/>
                </a:lnTo>
                <a:lnTo>
                  <a:pt x="42141" y="158478"/>
                </a:lnTo>
                <a:lnTo>
                  <a:pt x="42141" y="158478"/>
                </a:lnTo>
                <a:lnTo>
                  <a:pt x="42140" y="158478"/>
                </a:lnTo>
                <a:lnTo>
                  <a:pt x="42139" y="158478"/>
                </a:lnTo>
                <a:lnTo>
                  <a:pt x="42138" y="158478"/>
                </a:lnTo>
                <a:lnTo>
                  <a:pt x="42138" y="158478"/>
                </a:lnTo>
                <a:lnTo>
                  <a:pt x="42137" y="158478"/>
                </a:lnTo>
                <a:lnTo>
                  <a:pt x="42136" y="158478"/>
                </a:lnTo>
                <a:lnTo>
                  <a:pt x="42135" y="158478"/>
                </a:lnTo>
                <a:lnTo>
                  <a:pt x="42135" y="158478"/>
                </a:lnTo>
                <a:lnTo>
                  <a:pt x="42134" y="158478"/>
                </a:lnTo>
                <a:lnTo>
                  <a:pt x="42133" y="158478"/>
                </a:lnTo>
                <a:lnTo>
                  <a:pt x="42132" y="158478"/>
                </a:lnTo>
                <a:lnTo>
                  <a:pt x="42132" y="158478"/>
                </a:lnTo>
                <a:lnTo>
                  <a:pt x="42131" y="158478"/>
                </a:lnTo>
                <a:lnTo>
                  <a:pt x="42130" y="158478"/>
                </a:lnTo>
                <a:lnTo>
                  <a:pt x="42129" y="158478"/>
                </a:lnTo>
                <a:lnTo>
                  <a:pt x="42129" y="158478"/>
                </a:lnTo>
                <a:lnTo>
                  <a:pt x="42128" y="158478"/>
                </a:lnTo>
                <a:lnTo>
                  <a:pt x="42127" y="158478"/>
                </a:lnTo>
                <a:lnTo>
                  <a:pt x="42127" y="158478"/>
                </a:lnTo>
                <a:lnTo>
                  <a:pt x="42126" y="158478"/>
                </a:lnTo>
                <a:lnTo>
                  <a:pt x="42125" y="158478"/>
                </a:lnTo>
                <a:lnTo>
                  <a:pt x="42124" y="158478"/>
                </a:lnTo>
                <a:lnTo>
                  <a:pt x="42124" y="158478"/>
                </a:lnTo>
                <a:lnTo>
                  <a:pt x="42123" y="158478"/>
                </a:lnTo>
                <a:lnTo>
                  <a:pt x="42122" y="158478"/>
                </a:lnTo>
                <a:lnTo>
                  <a:pt x="42121" y="158478"/>
                </a:lnTo>
                <a:lnTo>
                  <a:pt x="42121" y="158478"/>
                </a:lnTo>
                <a:lnTo>
                  <a:pt x="42120" y="158478"/>
                </a:lnTo>
                <a:lnTo>
                  <a:pt x="42119" y="158478"/>
                </a:lnTo>
                <a:lnTo>
                  <a:pt x="42118" y="158478"/>
                </a:lnTo>
                <a:lnTo>
                  <a:pt x="42118" y="158478"/>
                </a:lnTo>
                <a:lnTo>
                  <a:pt x="42117" y="158478"/>
                </a:lnTo>
                <a:lnTo>
                  <a:pt x="42116" y="158478"/>
                </a:lnTo>
                <a:lnTo>
                  <a:pt x="42115" y="158478"/>
                </a:lnTo>
                <a:lnTo>
                  <a:pt x="42115" y="158478"/>
                </a:lnTo>
                <a:lnTo>
                  <a:pt x="42114" y="158478"/>
                </a:lnTo>
                <a:lnTo>
                  <a:pt x="42113" y="158478"/>
                </a:lnTo>
                <a:lnTo>
                  <a:pt x="42112" y="158478"/>
                </a:lnTo>
                <a:lnTo>
                  <a:pt x="42112" y="158478"/>
                </a:lnTo>
                <a:lnTo>
                  <a:pt x="42111" y="158478"/>
                </a:lnTo>
                <a:lnTo>
                  <a:pt x="42110" y="158478"/>
                </a:lnTo>
                <a:lnTo>
                  <a:pt x="42110" y="158478"/>
                </a:lnTo>
                <a:lnTo>
                  <a:pt x="42109" y="158478"/>
                </a:lnTo>
                <a:lnTo>
                  <a:pt x="42108" y="158478"/>
                </a:lnTo>
                <a:lnTo>
                  <a:pt x="42107" y="158478"/>
                </a:lnTo>
                <a:lnTo>
                  <a:pt x="42107" y="158478"/>
                </a:lnTo>
                <a:lnTo>
                  <a:pt x="42106" y="158478"/>
                </a:lnTo>
                <a:lnTo>
                  <a:pt x="42105" y="158478"/>
                </a:lnTo>
                <a:lnTo>
                  <a:pt x="42104" y="158478"/>
                </a:lnTo>
                <a:lnTo>
                  <a:pt x="42104" y="158478"/>
                </a:lnTo>
                <a:lnTo>
                  <a:pt x="42103" y="158478"/>
                </a:lnTo>
                <a:lnTo>
                  <a:pt x="42102" y="158478"/>
                </a:lnTo>
                <a:lnTo>
                  <a:pt x="42101" y="158478"/>
                </a:lnTo>
                <a:lnTo>
                  <a:pt x="42101" y="158478"/>
                </a:lnTo>
                <a:lnTo>
                  <a:pt x="42100" y="158478"/>
                </a:lnTo>
                <a:lnTo>
                  <a:pt x="42099" y="158478"/>
                </a:lnTo>
                <a:lnTo>
                  <a:pt x="42098" y="158478"/>
                </a:lnTo>
                <a:lnTo>
                  <a:pt x="42098" y="158478"/>
                </a:lnTo>
                <a:lnTo>
                  <a:pt x="42097" y="158478"/>
                </a:lnTo>
                <a:lnTo>
                  <a:pt x="42096" y="158478"/>
                </a:lnTo>
                <a:lnTo>
                  <a:pt x="42096" y="158478"/>
                </a:lnTo>
                <a:lnTo>
                  <a:pt x="42095" y="158478"/>
                </a:lnTo>
                <a:lnTo>
                  <a:pt x="42094" y="158478"/>
                </a:lnTo>
                <a:lnTo>
                  <a:pt x="42093" y="158478"/>
                </a:lnTo>
                <a:lnTo>
                  <a:pt x="42093" y="158478"/>
                </a:lnTo>
                <a:lnTo>
                  <a:pt x="42092" y="158478"/>
                </a:lnTo>
                <a:lnTo>
                  <a:pt x="42091" y="158478"/>
                </a:lnTo>
                <a:lnTo>
                  <a:pt x="42090" y="158478"/>
                </a:lnTo>
                <a:lnTo>
                  <a:pt x="42090" y="158478"/>
                </a:lnTo>
                <a:lnTo>
                  <a:pt x="42089" y="158478"/>
                </a:lnTo>
                <a:lnTo>
                  <a:pt x="42088" y="158478"/>
                </a:lnTo>
                <a:lnTo>
                  <a:pt x="42087" y="158478"/>
                </a:lnTo>
                <a:lnTo>
                  <a:pt x="42087" y="158478"/>
                </a:lnTo>
                <a:lnTo>
                  <a:pt x="42086" y="158478"/>
                </a:lnTo>
                <a:lnTo>
                  <a:pt x="42085" y="158478"/>
                </a:lnTo>
                <a:lnTo>
                  <a:pt x="42084" y="158478"/>
                </a:lnTo>
                <a:lnTo>
                  <a:pt x="42084" y="158478"/>
                </a:lnTo>
                <a:lnTo>
                  <a:pt x="42083" y="158478"/>
                </a:lnTo>
                <a:lnTo>
                  <a:pt x="42082" y="158478"/>
                </a:lnTo>
                <a:lnTo>
                  <a:pt x="42082" y="158478"/>
                </a:lnTo>
                <a:lnTo>
                  <a:pt x="42081" y="158478"/>
                </a:lnTo>
                <a:lnTo>
                  <a:pt x="42080" y="158478"/>
                </a:lnTo>
                <a:lnTo>
                  <a:pt x="42079" y="158478"/>
                </a:lnTo>
                <a:lnTo>
                  <a:pt x="42079" y="158478"/>
                </a:lnTo>
                <a:lnTo>
                  <a:pt x="42078" y="158478"/>
                </a:lnTo>
                <a:lnTo>
                  <a:pt x="42077" y="158478"/>
                </a:lnTo>
                <a:lnTo>
                  <a:pt x="42076" y="158478"/>
                </a:lnTo>
                <a:lnTo>
                  <a:pt x="42076" y="158478"/>
                </a:lnTo>
                <a:lnTo>
                  <a:pt x="42075" y="158478"/>
                </a:lnTo>
                <a:lnTo>
                  <a:pt x="42074" y="158478"/>
                </a:lnTo>
                <a:lnTo>
                  <a:pt x="42073" y="158478"/>
                </a:lnTo>
                <a:lnTo>
                  <a:pt x="42073" y="158478"/>
                </a:lnTo>
                <a:lnTo>
                  <a:pt x="42072" y="158478"/>
                </a:lnTo>
                <a:lnTo>
                  <a:pt x="42071" y="158478"/>
                </a:lnTo>
                <a:lnTo>
                  <a:pt x="42070" y="158478"/>
                </a:lnTo>
                <a:lnTo>
                  <a:pt x="42070" y="158478"/>
                </a:lnTo>
                <a:lnTo>
                  <a:pt x="42069" y="158478"/>
                </a:lnTo>
                <a:lnTo>
                  <a:pt x="42068" y="158478"/>
                </a:lnTo>
                <a:lnTo>
                  <a:pt x="42068" y="158478"/>
                </a:lnTo>
                <a:lnTo>
                  <a:pt x="42067" y="158478"/>
                </a:lnTo>
                <a:lnTo>
                  <a:pt x="42066" y="158478"/>
                </a:lnTo>
                <a:lnTo>
                  <a:pt x="42065" y="158478"/>
                </a:lnTo>
                <a:lnTo>
                  <a:pt x="42065" y="158478"/>
                </a:lnTo>
                <a:lnTo>
                  <a:pt x="42064" y="158478"/>
                </a:lnTo>
                <a:lnTo>
                  <a:pt x="42063" y="158478"/>
                </a:lnTo>
                <a:lnTo>
                  <a:pt x="42062" y="158478"/>
                </a:lnTo>
                <a:lnTo>
                  <a:pt x="42062" y="158478"/>
                </a:lnTo>
                <a:lnTo>
                  <a:pt x="42061" y="158478"/>
                </a:lnTo>
                <a:lnTo>
                  <a:pt x="42060" y="158478"/>
                </a:lnTo>
                <a:lnTo>
                  <a:pt x="42059" y="158478"/>
                </a:lnTo>
                <a:lnTo>
                  <a:pt x="42059" y="158478"/>
                </a:lnTo>
                <a:lnTo>
                  <a:pt x="42058" y="158478"/>
                </a:lnTo>
                <a:lnTo>
                  <a:pt x="42057" y="158478"/>
                </a:lnTo>
                <a:lnTo>
                  <a:pt x="42057" y="158478"/>
                </a:lnTo>
                <a:lnTo>
                  <a:pt x="42056" y="158478"/>
                </a:lnTo>
                <a:lnTo>
                  <a:pt x="42055" y="158478"/>
                </a:lnTo>
                <a:lnTo>
                  <a:pt x="42054" y="158478"/>
                </a:lnTo>
                <a:lnTo>
                  <a:pt x="42054" y="158478"/>
                </a:lnTo>
                <a:lnTo>
                  <a:pt x="42053" y="158478"/>
                </a:lnTo>
                <a:lnTo>
                  <a:pt x="42052" y="158478"/>
                </a:lnTo>
                <a:lnTo>
                  <a:pt x="42051" y="158478"/>
                </a:lnTo>
                <a:lnTo>
                  <a:pt x="42051" y="158478"/>
                </a:lnTo>
                <a:lnTo>
                  <a:pt x="42050" y="158478"/>
                </a:lnTo>
                <a:lnTo>
                  <a:pt x="42049" y="158478"/>
                </a:lnTo>
                <a:lnTo>
                  <a:pt x="42048" y="158478"/>
                </a:lnTo>
                <a:lnTo>
                  <a:pt x="42048" y="158478"/>
                </a:lnTo>
                <a:lnTo>
                  <a:pt x="42047" y="158478"/>
                </a:lnTo>
                <a:lnTo>
                  <a:pt x="42046" y="158478"/>
                </a:lnTo>
                <a:lnTo>
                  <a:pt x="42045" y="158478"/>
                </a:lnTo>
                <a:lnTo>
                  <a:pt x="42045" y="158478"/>
                </a:lnTo>
                <a:lnTo>
                  <a:pt x="42044" y="158478"/>
                </a:lnTo>
                <a:lnTo>
                  <a:pt x="42043" y="158478"/>
                </a:lnTo>
                <a:lnTo>
                  <a:pt x="42043" y="158478"/>
                </a:lnTo>
                <a:lnTo>
                  <a:pt x="42042" y="158478"/>
                </a:lnTo>
                <a:lnTo>
                  <a:pt x="42041" y="158478"/>
                </a:lnTo>
                <a:lnTo>
                  <a:pt x="42040" y="158478"/>
                </a:lnTo>
                <a:lnTo>
                  <a:pt x="42040" y="158478"/>
                </a:lnTo>
                <a:lnTo>
                  <a:pt x="42039" y="158478"/>
                </a:lnTo>
                <a:lnTo>
                  <a:pt x="42038" y="158478"/>
                </a:lnTo>
                <a:lnTo>
                  <a:pt x="42037" y="158478"/>
                </a:lnTo>
                <a:lnTo>
                  <a:pt x="42037" y="158478"/>
                </a:lnTo>
                <a:lnTo>
                  <a:pt x="42036" y="158478"/>
                </a:lnTo>
                <a:lnTo>
                  <a:pt x="42035" y="158478"/>
                </a:lnTo>
                <a:lnTo>
                  <a:pt x="42034" y="158478"/>
                </a:lnTo>
                <a:lnTo>
                  <a:pt x="42034" y="158478"/>
                </a:lnTo>
                <a:lnTo>
                  <a:pt x="42033" y="158478"/>
                </a:lnTo>
                <a:lnTo>
                  <a:pt x="42032" y="158478"/>
                </a:lnTo>
                <a:lnTo>
                  <a:pt x="42032" y="158478"/>
                </a:lnTo>
                <a:lnTo>
                  <a:pt x="42031" y="158478"/>
                </a:lnTo>
                <a:lnTo>
                  <a:pt x="42030" y="158478"/>
                </a:lnTo>
                <a:lnTo>
                  <a:pt x="42029" y="158478"/>
                </a:lnTo>
                <a:lnTo>
                  <a:pt x="42029" y="158478"/>
                </a:lnTo>
                <a:lnTo>
                  <a:pt x="42028" y="158478"/>
                </a:lnTo>
                <a:lnTo>
                  <a:pt x="42027" y="158478"/>
                </a:lnTo>
                <a:lnTo>
                  <a:pt x="42026" y="158478"/>
                </a:lnTo>
                <a:lnTo>
                  <a:pt x="42026" y="158478"/>
                </a:lnTo>
                <a:lnTo>
                  <a:pt x="42025" y="158478"/>
                </a:lnTo>
                <a:lnTo>
                  <a:pt x="42024" y="158478"/>
                </a:lnTo>
                <a:lnTo>
                  <a:pt x="42023" y="158478"/>
                </a:lnTo>
                <a:lnTo>
                  <a:pt x="42023" y="158478"/>
                </a:lnTo>
                <a:lnTo>
                  <a:pt x="42022" y="158478"/>
                </a:lnTo>
                <a:lnTo>
                  <a:pt x="42021" y="158478"/>
                </a:lnTo>
                <a:lnTo>
                  <a:pt x="42021" y="158478"/>
                </a:lnTo>
                <a:lnTo>
                  <a:pt x="42020" y="158478"/>
                </a:lnTo>
                <a:lnTo>
                  <a:pt x="42019" y="158478"/>
                </a:lnTo>
                <a:lnTo>
                  <a:pt x="42018" y="158478"/>
                </a:lnTo>
                <a:lnTo>
                  <a:pt x="42018" y="158478"/>
                </a:lnTo>
                <a:lnTo>
                  <a:pt x="42017" y="158478"/>
                </a:lnTo>
                <a:lnTo>
                  <a:pt x="42016" y="158478"/>
                </a:lnTo>
                <a:lnTo>
                  <a:pt x="42015" y="158478"/>
                </a:lnTo>
                <a:lnTo>
                  <a:pt x="42015" y="158478"/>
                </a:lnTo>
                <a:lnTo>
                  <a:pt x="42014" y="158478"/>
                </a:lnTo>
                <a:lnTo>
                  <a:pt x="42013" y="158478"/>
                </a:lnTo>
                <a:lnTo>
                  <a:pt x="42012" y="158478"/>
                </a:lnTo>
                <a:lnTo>
                  <a:pt x="42012" y="158478"/>
                </a:lnTo>
                <a:lnTo>
                  <a:pt x="42011" y="158478"/>
                </a:lnTo>
                <a:lnTo>
                  <a:pt x="42010" y="158478"/>
                </a:lnTo>
                <a:lnTo>
                  <a:pt x="42010" y="158478"/>
                </a:lnTo>
                <a:lnTo>
                  <a:pt x="42009" y="158478"/>
                </a:lnTo>
                <a:lnTo>
                  <a:pt x="42008" y="158478"/>
                </a:lnTo>
                <a:lnTo>
                  <a:pt x="42007" y="158478"/>
                </a:lnTo>
                <a:lnTo>
                  <a:pt x="42007" y="158478"/>
                </a:lnTo>
                <a:lnTo>
                  <a:pt x="42006" y="158478"/>
                </a:lnTo>
                <a:lnTo>
                  <a:pt x="42005" y="158478"/>
                </a:lnTo>
                <a:lnTo>
                  <a:pt x="42004" y="158478"/>
                </a:lnTo>
                <a:lnTo>
                  <a:pt x="42004" y="158478"/>
                </a:lnTo>
                <a:lnTo>
                  <a:pt x="42003" y="158478"/>
                </a:lnTo>
                <a:lnTo>
                  <a:pt x="42002" y="158478"/>
                </a:lnTo>
                <a:lnTo>
                  <a:pt x="42001" y="158478"/>
                </a:lnTo>
                <a:lnTo>
                  <a:pt x="42001" y="158478"/>
                </a:lnTo>
                <a:lnTo>
                  <a:pt x="42000" y="158478"/>
                </a:lnTo>
                <a:lnTo>
                  <a:pt x="41999" y="158478"/>
                </a:lnTo>
                <a:lnTo>
                  <a:pt x="41999" y="158478"/>
                </a:lnTo>
                <a:lnTo>
                  <a:pt x="41998" y="158478"/>
                </a:lnTo>
                <a:lnTo>
                  <a:pt x="41997" y="158478"/>
                </a:lnTo>
                <a:lnTo>
                  <a:pt x="41996" y="158478"/>
                </a:lnTo>
                <a:lnTo>
                  <a:pt x="41996" y="158478"/>
                </a:lnTo>
                <a:lnTo>
                  <a:pt x="41995" y="158478"/>
                </a:lnTo>
                <a:lnTo>
                  <a:pt x="41994" y="158478"/>
                </a:lnTo>
                <a:lnTo>
                  <a:pt x="41993" y="158478"/>
                </a:lnTo>
                <a:lnTo>
                  <a:pt x="41993" y="158478"/>
                </a:lnTo>
                <a:lnTo>
                  <a:pt x="41992" y="158478"/>
                </a:lnTo>
                <a:lnTo>
                  <a:pt x="41991" y="158478"/>
                </a:lnTo>
                <a:lnTo>
                  <a:pt x="41990" y="158478"/>
                </a:lnTo>
                <a:lnTo>
                  <a:pt x="41990" y="158478"/>
                </a:lnTo>
                <a:lnTo>
                  <a:pt x="41989" y="158478"/>
                </a:lnTo>
                <a:lnTo>
                  <a:pt x="41988" y="158478"/>
                </a:lnTo>
                <a:lnTo>
                  <a:pt x="41988" y="158478"/>
                </a:lnTo>
                <a:lnTo>
                  <a:pt x="41987" y="158478"/>
                </a:lnTo>
                <a:lnTo>
                  <a:pt x="41986" y="158478"/>
                </a:lnTo>
                <a:lnTo>
                  <a:pt x="41985" y="158478"/>
                </a:lnTo>
                <a:lnTo>
                  <a:pt x="41985" y="158478"/>
                </a:lnTo>
                <a:lnTo>
                  <a:pt x="41984" y="158478"/>
                </a:lnTo>
                <a:lnTo>
                  <a:pt x="41983" y="158478"/>
                </a:lnTo>
                <a:lnTo>
                  <a:pt x="41982" y="158478"/>
                </a:lnTo>
                <a:lnTo>
                  <a:pt x="41982" y="158478"/>
                </a:lnTo>
                <a:lnTo>
                  <a:pt x="41981" y="158478"/>
                </a:lnTo>
                <a:lnTo>
                  <a:pt x="41980" y="158478"/>
                </a:lnTo>
                <a:lnTo>
                  <a:pt x="41979" y="158478"/>
                </a:lnTo>
                <a:lnTo>
                  <a:pt x="41979" y="158478"/>
                </a:lnTo>
                <a:lnTo>
                  <a:pt x="41978" y="158478"/>
                </a:lnTo>
                <a:lnTo>
                  <a:pt x="41977" y="158478"/>
                </a:lnTo>
                <a:lnTo>
                  <a:pt x="41977" y="158478"/>
                </a:lnTo>
                <a:lnTo>
                  <a:pt x="41976" y="158478"/>
                </a:lnTo>
                <a:lnTo>
                  <a:pt x="41975" y="158478"/>
                </a:lnTo>
                <a:lnTo>
                  <a:pt x="41974" y="158478"/>
                </a:lnTo>
                <a:lnTo>
                  <a:pt x="41974" y="158478"/>
                </a:lnTo>
                <a:lnTo>
                  <a:pt x="41973" y="158478"/>
                </a:lnTo>
                <a:lnTo>
                  <a:pt x="41972" y="158478"/>
                </a:lnTo>
                <a:lnTo>
                  <a:pt x="41971" y="158478"/>
                </a:lnTo>
                <a:lnTo>
                  <a:pt x="41971" y="158478"/>
                </a:lnTo>
                <a:lnTo>
                  <a:pt x="41970" y="158478"/>
                </a:lnTo>
                <a:lnTo>
                  <a:pt x="41969" y="158478"/>
                </a:lnTo>
                <a:lnTo>
                  <a:pt x="41968" y="158478"/>
                </a:lnTo>
                <a:lnTo>
                  <a:pt x="41968" y="158478"/>
                </a:lnTo>
                <a:lnTo>
                  <a:pt x="41967" y="158478"/>
                </a:lnTo>
                <a:lnTo>
                  <a:pt x="41966" y="158478"/>
                </a:lnTo>
                <a:lnTo>
                  <a:pt x="41966" y="158478"/>
                </a:lnTo>
                <a:lnTo>
                  <a:pt x="41965" y="158478"/>
                </a:lnTo>
                <a:lnTo>
                  <a:pt x="41964" y="158478"/>
                </a:lnTo>
                <a:lnTo>
                  <a:pt x="41963" y="158478"/>
                </a:lnTo>
                <a:lnTo>
                  <a:pt x="41963" y="158478"/>
                </a:lnTo>
                <a:lnTo>
                  <a:pt x="41962" y="158478"/>
                </a:lnTo>
                <a:lnTo>
                  <a:pt x="41961" y="158478"/>
                </a:lnTo>
                <a:lnTo>
                  <a:pt x="41960" y="158478"/>
                </a:lnTo>
                <a:lnTo>
                  <a:pt x="41960" y="158478"/>
                </a:lnTo>
                <a:lnTo>
                  <a:pt x="41959" y="158478"/>
                </a:lnTo>
                <a:lnTo>
                  <a:pt x="41958" y="158478"/>
                </a:lnTo>
                <a:lnTo>
                  <a:pt x="41958" y="158478"/>
                </a:lnTo>
                <a:lnTo>
                  <a:pt x="41957" y="158478"/>
                </a:lnTo>
                <a:lnTo>
                  <a:pt x="41956" y="158478"/>
                </a:lnTo>
                <a:lnTo>
                  <a:pt x="41955" y="158478"/>
                </a:lnTo>
                <a:lnTo>
                  <a:pt x="41955" y="158478"/>
                </a:lnTo>
                <a:lnTo>
                  <a:pt x="41954" y="158478"/>
                </a:lnTo>
                <a:lnTo>
                  <a:pt x="41953" y="158478"/>
                </a:lnTo>
                <a:lnTo>
                  <a:pt x="41952" y="158478"/>
                </a:lnTo>
                <a:lnTo>
                  <a:pt x="41952" y="158478"/>
                </a:lnTo>
                <a:lnTo>
                  <a:pt x="41951" y="158478"/>
                </a:lnTo>
                <a:lnTo>
                  <a:pt x="41950" y="158478"/>
                </a:lnTo>
                <a:lnTo>
                  <a:pt x="41949" y="158478"/>
                </a:lnTo>
                <a:lnTo>
                  <a:pt x="41949" y="158478"/>
                </a:lnTo>
                <a:lnTo>
                  <a:pt x="41948" y="158478"/>
                </a:lnTo>
                <a:lnTo>
                  <a:pt x="41947" y="158478"/>
                </a:lnTo>
                <a:lnTo>
                  <a:pt x="41947" y="158478"/>
                </a:lnTo>
                <a:lnTo>
                  <a:pt x="41946" y="158478"/>
                </a:lnTo>
                <a:lnTo>
                  <a:pt x="41945" y="158478"/>
                </a:lnTo>
                <a:lnTo>
                  <a:pt x="41944" y="158478"/>
                </a:lnTo>
                <a:lnTo>
                  <a:pt x="41944" y="158478"/>
                </a:lnTo>
                <a:lnTo>
                  <a:pt x="41943" y="158478"/>
                </a:lnTo>
                <a:lnTo>
                  <a:pt x="41942" y="158478"/>
                </a:lnTo>
                <a:lnTo>
                  <a:pt x="41941" y="158478"/>
                </a:lnTo>
                <a:lnTo>
                  <a:pt x="41941" y="158478"/>
                </a:lnTo>
                <a:lnTo>
                  <a:pt x="41940" y="158478"/>
                </a:lnTo>
                <a:lnTo>
                  <a:pt x="41939" y="158478"/>
                </a:lnTo>
                <a:lnTo>
                  <a:pt x="41938" y="158478"/>
                </a:lnTo>
                <a:lnTo>
                  <a:pt x="41938" y="158478"/>
                </a:lnTo>
                <a:lnTo>
                  <a:pt x="41937" y="158478"/>
                </a:lnTo>
                <a:lnTo>
                  <a:pt x="41936" y="158478"/>
                </a:lnTo>
                <a:lnTo>
                  <a:pt x="41936" y="158478"/>
                </a:lnTo>
                <a:lnTo>
                  <a:pt x="41935" y="158478"/>
                </a:lnTo>
                <a:lnTo>
                  <a:pt x="41934" y="158478"/>
                </a:lnTo>
                <a:lnTo>
                  <a:pt x="41933" y="158478"/>
                </a:lnTo>
                <a:lnTo>
                  <a:pt x="41933" y="158478"/>
                </a:lnTo>
                <a:lnTo>
                  <a:pt x="41932" y="158478"/>
                </a:lnTo>
                <a:lnTo>
                  <a:pt x="41931" y="158478"/>
                </a:lnTo>
                <a:lnTo>
                  <a:pt x="41930" y="158478"/>
                </a:lnTo>
                <a:lnTo>
                  <a:pt x="41930" y="158478"/>
                </a:lnTo>
                <a:lnTo>
                  <a:pt x="41929" y="158478"/>
                </a:lnTo>
                <a:lnTo>
                  <a:pt x="41928" y="158478"/>
                </a:lnTo>
                <a:lnTo>
                  <a:pt x="41928" y="158478"/>
                </a:lnTo>
                <a:lnTo>
                  <a:pt x="41927" y="158478"/>
                </a:lnTo>
                <a:lnTo>
                  <a:pt x="41926" y="158478"/>
                </a:lnTo>
                <a:lnTo>
                  <a:pt x="41925" y="158478"/>
                </a:lnTo>
                <a:lnTo>
                  <a:pt x="41925" y="158478"/>
                </a:lnTo>
                <a:lnTo>
                  <a:pt x="41924" y="158478"/>
                </a:lnTo>
                <a:lnTo>
                  <a:pt x="41923" y="158478"/>
                </a:lnTo>
                <a:lnTo>
                  <a:pt x="41922" y="158478"/>
                </a:lnTo>
                <a:lnTo>
                  <a:pt x="41922" y="158478"/>
                </a:lnTo>
                <a:lnTo>
                  <a:pt x="41921" y="158478"/>
                </a:lnTo>
                <a:lnTo>
                  <a:pt x="41920" y="158478"/>
                </a:lnTo>
                <a:lnTo>
                  <a:pt x="41920" y="158478"/>
                </a:lnTo>
                <a:lnTo>
                  <a:pt x="41919" y="158478"/>
                </a:lnTo>
                <a:lnTo>
                  <a:pt x="41918" y="158478"/>
                </a:lnTo>
                <a:lnTo>
                  <a:pt x="41917" y="158478"/>
                </a:lnTo>
                <a:lnTo>
                  <a:pt x="41917" y="158478"/>
                </a:lnTo>
                <a:lnTo>
                  <a:pt x="41916" y="158478"/>
                </a:lnTo>
                <a:lnTo>
                  <a:pt x="41915" y="158478"/>
                </a:lnTo>
                <a:lnTo>
                  <a:pt x="41914" y="158478"/>
                </a:lnTo>
                <a:lnTo>
                  <a:pt x="41914" y="158478"/>
                </a:lnTo>
                <a:lnTo>
                  <a:pt x="41913" y="158478"/>
                </a:lnTo>
                <a:lnTo>
                  <a:pt x="41912" y="158478"/>
                </a:lnTo>
                <a:lnTo>
                  <a:pt x="41911" y="158478"/>
                </a:lnTo>
                <a:lnTo>
                  <a:pt x="41911" y="158478"/>
                </a:lnTo>
                <a:lnTo>
                  <a:pt x="41910" y="158478"/>
                </a:lnTo>
                <a:lnTo>
                  <a:pt x="41909" y="158478"/>
                </a:lnTo>
                <a:lnTo>
                  <a:pt x="41909" y="158478"/>
                </a:lnTo>
                <a:lnTo>
                  <a:pt x="41908" y="158478"/>
                </a:lnTo>
                <a:lnTo>
                  <a:pt x="41907" y="158478"/>
                </a:lnTo>
                <a:lnTo>
                  <a:pt x="41906" y="158478"/>
                </a:lnTo>
                <a:lnTo>
                  <a:pt x="41906" y="158478"/>
                </a:lnTo>
                <a:lnTo>
                  <a:pt x="41905" y="158478"/>
                </a:lnTo>
                <a:lnTo>
                  <a:pt x="41904" y="158478"/>
                </a:lnTo>
                <a:lnTo>
                  <a:pt x="41903" y="158478"/>
                </a:lnTo>
                <a:lnTo>
                  <a:pt x="41903" y="158478"/>
                </a:lnTo>
                <a:lnTo>
                  <a:pt x="41902" y="158478"/>
                </a:lnTo>
                <a:lnTo>
                  <a:pt x="41901" y="158478"/>
                </a:lnTo>
                <a:lnTo>
                  <a:pt x="41901" y="158478"/>
                </a:lnTo>
                <a:lnTo>
                  <a:pt x="41900" y="158478"/>
                </a:lnTo>
                <a:lnTo>
                  <a:pt x="41899" y="158478"/>
                </a:lnTo>
                <a:lnTo>
                  <a:pt x="41898" y="158478"/>
                </a:lnTo>
                <a:lnTo>
                  <a:pt x="41898" y="158478"/>
                </a:lnTo>
                <a:lnTo>
                  <a:pt x="41897" y="158478"/>
                </a:lnTo>
                <a:lnTo>
                  <a:pt x="41896" y="158478"/>
                </a:lnTo>
                <a:lnTo>
                  <a:pt x="41895" y="158478"/>
                </a:lnTo>
                <a:lnTo>
                  <a:pt x="41895" y="158478"/>
                </a:lnTo>
                <a:lnTo>
                  <a:pt x="41894" y="158478"/>
                </a:lnTo>
                <a:lnTo>
                  <a:pt x="41893" y="158478"/>
                </a:lnTo>
                <a:lnTo>
                  <a:pt x="41893" y="158478"/>
                </a:lnTo>
                <a:lnTo>
                  <a:pt x="41892" y="158478"/>
                </a:lnTo>
                <a:lnTo>
                  <a:pt x="41891" y="158478"/>
                </a:lnTo>
                <a:lnTo>
                  <a:pt x="41890" y="158478"/>
                </a:lnTo>
                <a:lnTo>
                  <a:pt x="41890" y="158478"/>
                </a:lnTo>
                <a:lnTo>
                  <a:pt x="41889" y="158478"/>
                </a:lnTo>
                <a:lnTo>
                  <a:pt x="41888" y="158478"/>
                </a:lnTo>
                <a:lnTo>
                  <a:pt x="41887" y="158478"/>
                </a:lnTo>
                <a:lnTo>
                  <a:pt x="41887" y="158478"/>
                </a:lnTo>
                <a:lnTo>
                  <a:pt x="41886" y="158478"/>
                </a:lnTo>
                <a:lnTo>
                  <a:pt x="41885" y="158478"/>
                </a:lnTo>
                <a:lnTo>
                  <a:pt x="41885" y="158478"/>
                </a:lnTo>
                <a:lnTo>
                  <a:pt x="41884" y="158478"/>
                </a:lnTo>
                <a:lnTo>
                  <a:pt x="41883" y="158478"/>
                </a:lnTo>
                <a:lnTo>
                  <a:pt x="41882" y="158478"/>
                </a:lnTo>
                <a:lnTo>
                  <a:pt x="41882" y="158478"/>
                </a:lnTo>
                <a:lnTo>
                  <a:pt x="41881" y="158478"/>
                </a:lnTo>
                <a:lnTo>
                  <a:pt x="41880" y="158478"/>
                </a:lnTo>
                <a:lnTo>
                  <a:pt x="41879" y="158478"/>
                </a:lnTo>
                <a:lnTo>
                  <a:pt x="41879" y="158478"/>
                </a:lnTo>
                <a:lnTo>
                  <a:pt x="41878" y="158478"/>
                </a:lnTo>
                <a:lnTo>
                  <a:pt x="41877" y="158478"/>
                </a:lnTo>
                <a:lnTo>
                  <a:pt x="41877" y="158478"/>
                </a:lnTo>
                <a:lnTo>
                  <a:pt x="41876" y="158478"/>
                </a:lnTo>
                <a:lnTo>
                  <a:pt x="41875" y="158478"/>
                </a:lnTo>
                <a:lnTo>
                  <a:pt x="41874" y="158478"/>
                </a:lnTo>
                <a:lnTo>
                  <a:pt x="41874" y="158478"/>
                </a:lnTo>
                <a:lnTo>
                  <a:pt x="41873" y="158478"/>
                </a:lnTo>
                <a:lnTo>
                  <a:pt x="41872" y="158478"/>
                </a:lnTo>
                <a:lnTo>
                  <a:pt x="41871" y="158478"/>
                </a:lnTo>
                <a:lnTo>
                  <a:pt x="41871" y="158478"/>
                </a:lnTo>
                <a:lnTo>
                  <a:pt x="41870" y="158478"/>
                </a:lnTo>
                <a:lnTo>
                  <a:pt x="41869" y="158478"/>
                </a:lnTo>
                <a:lnTo>
                  <a:pt x="41868" y="158478"/>
                </a:lnTo>
                <a:lnTo>
                  <a:pt x="41868" y="158478"/>
                </a:lnTo>
                <a:lnTo>
                  <a:pt x="41867" y="158478"/>
                </a:lnTo>
                <a:lnTo>
                  <a:pt x="41866" y="158478"/>
                </a:lnTo>
                <a:lnTo>
                  <a:pt x="41866" y="158478"/>
                </a:lnTo>
                <a:lnTo>
                  <a:pt x="41865" y="158478"/>
                </a:lnTo>
                <a:lnTo>
                  <a:pt x="41864" y="158478"/>
                </a:lnTo>
                <a:lnTo>
                  <a:pt x="41863" y="158478"/>
                </a:lnTo>
                <a:lnTo>
                  <a:pt x="41863" y="158478"/>
                </a:lnTo>
                <a:lnTo>
                  <a:pt x="41862" y="158478"/>
                </a:lnTo>
                <a:lnTo>
                  <a:pt x="41861" y="158478"/>
                </a:lnTo>
                <a:lnTo>
                  <a:pt x="41860" y="158478"/>
                </a:lnTo>
                <a:lnTo>
                  <a:pt x="41860" y="158478"/>
                </a:lnTo>
                <a:lnTo>
                  <a:pt x="41859" y="158478"/>
                </a:lnTo>
                <a:lnTo>
                  <a:pt x="41858" y="158478"/>
                </a:lnTo>
                <a:lnTo>
                  <a:pt x="41858" y="158478"/>
                </a:lnTo>
                <a:lnTo>
                  <a:pt x="41857" y="158478"/>
                </a:lnTo>
                <a:lnTo>
                  <a:pt x="41856" y="158478"/>
                </a:lnTo>
                <a:lnTo>
                  <a:pt x="41855" y="158478"/>
                </a:lnTo>
                <a:lnTo>
                  <a:pt x="41855" y="158478"/>
                </a:lnTo>
                <a:lnTo>
                  <a:pt x="41854" y="158478"/>
                </a:lnTo>
                <a:lnTo>
                  <a:pt x="41853" y="158478"/>
                </a:lnTo>
                <a:lnTo>
                  <a:pt x="41852" y="158478"/>
                </a:lnTo>
                <a:lnTo>
                  <a:pt x="41852" y="158478"/>
                </a:lnTo>
                <a:lnTo>
                  <a:pt x="41851" y="158478"/>
                </a:lnTo>
                <a:lnTo>
                  <a:pt x="41850" y="158478"/>
                </a:lnTo>
                <a:lnTo>
                  <a:pt x="41850" y="158478"/>
                </a:lnTo>
                <a:lnTo>
                  <a:pt x="41849" y="158478"/>
                </a:lnTo>
                <a:lnTo>
                  <a:pt x="41848" y="158478"/>
                </a:lnTo>
                <a:lnTo>
                  <a:pt x="41847" y="158478"/>
                </a:lnTo>
                <a:lnTo>
                  <a:pt x="41847" y="158478"/>
                </a:lnTo>
                <a:lnTo>
                  <a:pt x="41846" y="158478"/>
                </a:lnTo>
                <a:lnTo>
                  <a:pt x="41845" y="158478"/>
                </a:lnTo>
                <a:lnTo>
                  <a:pt x="41844" y="158478"/>
                </a:lnTo>
                <a:lnTo>
                  <a:pt x="41844" y="158478"/>
                </a:lnTo>
                <a:lnTo>
                  <a:pt x="41843" y="158478"/>
                </a:lnTo>
                <a:lnTo>
                  <a:pt x="41842" y="158478"/>
                </a:lnTo>
                <a:lnTo>
                  <a:pt x="41842" y="158478"/>
                </a:lnTo>
                <a:lnTo>
                  <a:pt x="41841" y="158478"/>
                </a:lnTo>
                <a:lnTo>
                  <a:pt x="41840" y="158478"/>
                </a:lnTo>
                <a:lnTo>
                  <a:pt x="41839" y="158478"/>
                </a:lnTo>
                <a:lnTo>
                  <a:pt x="41839" y="158478"/>
                </a:lnTo>
                <a:lnTo>
                  <a:pt x="41838" y="158478"/>
                </a:lnTo>
                <a:lnTo>
                  <a:pt x="41837" y="158478"/>
                </a:lnTo>
                <a:lnTo>
                  <a:pt x="41836" y="158478"/>
                </a:lnTo>
                <a:lnTo>
                  <a:pt x="41836" y="158478"/>
                </a:lnTo>
                <a:lnTo>
                  <a:pt x="41835" y="158478"/>
                </a:lnTo>
                <a:lnTo>
                  <a:pt x="41834" y="158478"/>
                </a:lnTo>
                <a:lnTo>
                  <a:pt x="41834" y="158478"/>
                </a:lnTo>
                <a:lnTo>
                  <a:pt x="41833" y="158478"/>
                </a:lnTo>
                <a:lnTo>
                  <a:pt x="41832" y="158478"/>
                </a:lnTo>
                <a:lnTo>
                  <a:pt x="41831" y="158478"/>
                </a:lnTo>
                <a:lnTo>
                  <a:pt x="41831" y="158478"/>
                </a:lnTo>
                <a:lnTo>
                  <a:pt x="41830" y="158478"/>
                </a:lnTo>
                <a:lnTo>
                  <a:pt x="41829" y="158478"/>
                </a:lnTo>
                <a:lnTo>
                  <a:pt x="41829" y="158478"/>
                </a:lnTo>
                <a:lnTo>
                  <a:pt x="41828" y="158478"/>
                </a:lnTo>
                <a:lnTo>
                  <a:pt x="41827" y="158478"/>
                </a:lnTo>
                <a:lnTo>
                  <a:pt x="41826" y="158478"/>
                </a:lnTo>
                <a:lnTo>
                  <a:pt x="41826" y="158478"/>
                </a:lnTo>
                <a:lnTo>
                  <a:pt x="41825" y="158478"/>
                </a:lnTo>
                <a:lnTo>
                  <a:pt x="41824" y="158478"/>
                </a:lnTo>
                <a:lnTo>
                  <a:pt x="41823" y="158478"/>
                </a:lnTo>
                <a:lnTo>
                  <a:pt x="41823" y="158478"/>
                </a:lnTo>
                <a:lnTo>
                  <a:pt x="41822" y="158478"/>
                </a:lnTo>
                <a:lnTo>
                  <a:pt x="41821" y="158478"/>
                </a:lnTo>
                <a:lnTo>
                  <a:pt x="41821" y="158478"/>
                </a:lnTo>
                <a:lnTo>
                  <a:pt x="41820" y="158478"/>
                </a:lnTo>
                <a:lnTo>
                  <a:pt x="41819" y="158478"/>
                </a:lnTo>
                <a:lnTo>
                  <a:pt x="41818" y="158478"/>
                </a:lnTo>
                <a:lnTo>
                  <a:pt x="41818" y="158478"/>
                </a:lnTo>
                <a:lnTo>
                  <a:pt x="41817" y="158478"/>
                </a:lnTo>
                <a:lnTo>
                  <a:pt x="41816" y="158478"/>
                </a:lnTo>
                <a:lnTo>
                  <a:pt x="41815" y="158478"/>
                </a:lnTo>
                <a:lnTo>
                  <a:pt x="41815" y="158478"/>
                </a:lnTo>
                <a:lnTo>
                  <a:pt x="41814" y="158478"/>
                </a:lnTo>
                <a:lnTo>
                  <a:pt x="41813" y="158478"/>
                </a:lnTo>
                <a:lnTo>
                  <a:pt x="41813" y="158478"/>
                </a:lnTo>
                <a:lnTo>
                  <a:pt x="41812" y="158478"/>
                </a:lnTo>
                <a:lnTo>
                  <a:pt x="41811" y="158478"/>
                </a:lnTo>
                <a:lnTo>
                  <a:pt x="41810" y="158478"/>
                </a:lnTo>
                <a:lnTo>
                  <a:pt x="41810" y="158478"/>
                </a:lnTo>
                <a:lnTo>
                  <a:pt x="41809" y="158478"/>
                </a:lnTo>
                <a:lnTo>
                  <a:pt x="41808" y="158478"/>
                </a:lnTo>
                <a:lnTo>
                  <a:pt x="41807" y="158478"/>
                </a:lnTo>
                <a:lnTo>
                  <a:pt x="41807" y="158478"/>
                </a:lnTo>
                <a:lnTo>
                  <a:pt x="41806" y="158478"/>
                </a:lnTo>
                <a:lnTo>
                  <a:pt x="41805" y="158478"/>
                </a:lnTo>
                <a:lnTo>
                  <a:pt x="41805" y="158478"/>
                </a:lnTo>
                <a:lnTo>
                  <a:pt x="41804" y="158478"/>
                </a:lnTo>
                <a:lnTo>
                  <a:pt x="41803" y="158478"/>
                </a:lnTo>
                <a:lnTo>
                  <a:pt x="41802" y="158478"/>
                </a:lnTo>
                <a:lnTo>
                  <a:pt x="41802" y="158478"/>
                </a:lnTo>
                <a:lnTo>
                  <a:pt x="41801" y="158478"/>
                </a:lnTo>
                <a:lnTo>
                  <a:pt x="41800" y="158478"/>
                </a:lnTo>
                <a:lnTo>
                  <a:pt x="41799" y="158478"/>
                </a:lnTo>
                <a:lnTo>
                  <a:pt x="41799" y="158478"/>
                </a:lnTo>
                <a:lnTo>
                  <a:pt x="41798" y="158478"/>
                </a:lnTo>
                <a:lnTo>
                  <a:pt x="41797" y="158478"/>
                </a:lnTo>
                <a:lnTo>
                  <a:pt x="41797" y="158478"/>
                </a:lnTo>
                <a:lnTo>
                  <a:pt x="41796" y="158478"/>
                </a:lnTo>
                <a:lnTo>
                  <a:pt x="41795" y="158478"/>
                </a:lnTo>
                <a:lnTo>
                  <a:pt x="41794" y="158478"/>
                </a:lnTo>
                <a:lnTo>
                  <a:pt x="41794" y="158478"/>
                </a:lnTo>
                <a:lnTo>
                  <a:pt x="41793" y="158478"/>
                </a:lnTo>
                <a:lnTo>
                  <a:pt x="41792" y="158478"/>
                </a:lnTo>
                <a:lnTo>
                  <a:pt x="41792" y="158478"/>
                </a:lnTo>
                <a:lnTo>
                  <a:pt x="41791" y="158478"/>
                </a:lnTo>
                <a:lnTo>
                  <a:pt x="41790" y="158478"/>
                </a:lnTo>
                <a:lnTo>
                  <a:pt x="41789" y="158478"/>
                </a:lnTo>
                <a:lnTo>
                  <a:pt x="41789" y="158478"/>
                </a:lnTo>
                <a:lnTo>
                  <a:pt x="41788" y="158478"/>
                </a:lnTo>
                <a:lnTo>
                  <a:pt x="41787" y="158478"/>
                </a:lnTo>
                <a:lnTo>
                  <a:pt x="41786" y="158478"/>
                </a:lnTo>
                <a:lnTo>
                  <a:pt x="41786" y="158478"/>
                </a:lnTo>
                <a:lnTo>
                  <a:pt x="41785" y="158478"/>
                </a:lnTo>
                <a:lnTo>
                  <a:pt x="41784" y="158478"/>
                </a:lnTo>
                <a:lnTo>
                  <a:pt x="41784" y="158478"/>
                </a:lnTo>
                <a:lnTo>
                  <a:pt x="41783" y="158478"/>
                </a:lnTo>
                <a:lnTo>
                  <a:pt x="41782" y="158478"/>
                </a:lnTo>
                <a:lnTo>
                  <a:pt x="41781" y="158478"/>
                </a:lnTo>
                <a:lnTo>
                  <a:pt x="41781" y="158478"/>
                </a:lnTo>
                <a:lnTo>
                  <a:pt x="41780" y="158478"/>
                </a:lnTo>
                <a:lnTo>
                  <a:pt x="41779" y="158478"/>
                </a:lnTo>
                <a:lnTo>
                  <a:pt x="41778" y="158478"/>
                </a:lnTo>
                <a:lnTo>
                  <a:pt x="41778" y="158478"/>
                </a:lnTo>
                <a:lnTo>
                  <a:pt x="41777" y="158478"/>
                </a:lnTo>
                <a:lnTo>
                  <a:pt x="41776" y="158478"/>
                </a:lnTo>
                <a:lnTo>
                  <a:pt x="41776" y="158478"/>
                </a:lnTo>
                <a:lnTo>
                  <a:pt x="41775" y="158478"/>
                </a:lnTo>
                <a:lnTo>
                  <a:pt x="41774" y="158478"/>
                </a:lnTo>
                <a:lnTo>
                  <a:pt x="41773" y="158478"/>
                </a:lnTo>
                <a:lnTo>
                  <a:pt x="41773" y="158478"/>
                </a:lnTo>
                <a:lnTo>
                  <a:pt x="41772" y="158478"/>
                </a:lnTo>
                <a:lnTo>
                  <a:pt x="41771" y="158478"/>
                </a:lnTo>
                <a:lnTo>
                  <a:pt x="41771" y="158478"/>
                </a:lnTo>
                <a:lnTo>
                  <a:pt x="41770" y="158478"/>
                </a:lnTo>
                <a:lnTo>
                  <a:pt x="41769" y="158478"/>
                </a:lnTo>
                <a:lnTo>
                  <a:pt x="41768" y="158478"/>
                </a:lnTo>
                <a:lnTo>
                  <a:pt x="41768" y="158478"/>
                </a:lnTo>
                <a:lnTo>
                  <a:pt x="41767" y="158478"/>
                </a:lnTo>
                <a:lnTo>
                  <a:pt x="41766" y="158478"/>
                </a:lnTo>
                <a:lnTo>
                  <a:pt x="41765" y="158478"/>
                </a:lnTo>
                <a:lnTo>
                  <a:pt x="41765" y="158478"/>
                </a:lnTo>
                <a:lnTo>
                  <a:pt x="41764" y="158478"/>
                </a:lnTo>
                <a:lnTo>
                  <a:pt x="41763" y="158478"/>
                </a:lnTo>
                <a:lnTo>
                  <a:pt x="41763" y="158478"/>
                </a:lnTo>
                <a:lnTo>
                  <a:pt x="41762" y="158478"/>
                </a:lnTo>
                <a:lnTo>
                  <a:pt x="41761" y="158478"/>
                </a:lnTo>
                <a:lnTo>
                  <a:pt x="41760" y="158478"/>
                </a:lnTo>
                <a:lnTo>
                  <a:pt x="41760" y="158478"/>
                </a:lnTo>
                <a:lnTo>
                  <a:pt x="41759" y="158478"/>
                </a:lnTo>
                <a:lnTo>
                  <a:pt x="41758" y="158478"/>
                </a:lnTo>
                <a:lnTo>
                  <a:pt x="41757" y="158478"/>
                </a:lnTo>
                <a:lnTo>
                  <a:pt x="41757" y="158478"/>
                </a:lnTo>
                <a:lnTo>
                  <a:pt x="41756" y="158478"/>
                </a:lnTo>
                <a:lnTo>
                  <a:pt x="41755" y="158478"/>
                </a:lnTo>
                <a:lnTo>
                  <a:pt x="41755" y="158478"/>
                </a:lnTo>
                <a:lnTo>
                  <a:pt x="41754" y="158478"/>
                </a:lnTo>
                <a:lnTo>
                  <a:pt x="41753" y="158478"/>
                </a:lnTo>
                <a:lnTo>
                  <a:pt x="41752" y="158478"/>
                </a:lnTo>
                <a:lnTo>
                  <a:pt x="41752" y="158478"/>
                </a:lnTo>
                <a:lnTo>
                  <a:pt x="41751" y="158478"/>
                </a:lnTo>
                <a:lnTo>
                  <a:pt x="41750" y="158478"/>
                </a:lnTo>
                <a:lnTo>
                  <a:pt x="41750" y="158478"/>
                </a:lnTo>
                <a:lnTo>
                  <a:pt x="41749" y="158478"/>
                </a:lnTo>
                <a:lnTo>
                  <a:pt x="41748" y="158478"/>
                </a:lnTo>
                <a:lnTo>
                  <a:pt x="41747" y="158478"/>
                </a:lnTo>
                <a:lnTo>
                  <a:pt x="41747" y="158478"/>
                </a:lnTo>
                <a:lnTo>
                  <a:pt x="41746" y="158478"/>
                </a:lnTo>
                <a:lnTo>
                  <a:pt x="41745" y="158478"/>
                </a:lnTo>
                <a:lnTo>
                  <a:pt x="41744" y="158478"/>
                </a:lnTo>
                <a:lnTo>
                  <a:pt x="41744" y="158478"/>
                </a:lnTo>
                <a:lnTo>
                  <a:pt x="41743" y="158478"/>
                </a:lnTo>
                <a:lnTo>
                  <a:pt x="41742" y="158478"/>
                </a:lnTo>
                <a:lnTo>
                  <a:pt x="41742" y="158478"/>
                </a:lnTo>
                <a:lnTo>
                  <a:pt x="41741" y="158478"/>
                </a:lnTo>
                <a:lnTo>
                  <a:pt x="41740" y="158478"/>
                </a:lnTo>
                <a:lnTo>
                  <a:pt x="41739" y="158478"/>
                </a:lnTo>
                <a:lnTo>
                  <a:pt x="41739" y="158478"/>
                </a:lnTo>
                <a:lnTo>
                  <a:pt x="41738" y="158478"/>
                </a:lnTo>
                <a:lnTo>
                  <a:pt x="41737" y="158478"/>
                </a:lnTo>
                <a:lnTo>
                  <a:pt x="41737" y="158478"/>
                </a:lnTo>
                <a:lnTo>
                  <a:pt x="41736" y="158478"/>
                </a:lnTo>
                <a:lnTo>
                  <a:pt x="41735" y="158478"/>
                </a:lnTo>
                <a:lnTo>
                  <a:pt x="41734" y="158478"/>
                </a:lnTo>
                <a:lnTo>
                  <a:pt x="41734" y="158478"/>
                </a:lnTo>
                <a:lnTo>
                  <a:pt x="41733" y="158478"/>
                </a:lnTo>
                <a:lnTo>
                  <a:pt x="41732" y="158478"/>
                </a:lnTo>
                <a:lnTo>
                  <a:pt x="41731" y="158478"/>
                </a:lnTo>
                <a:lnTo>
                  <a:pt x="41731" y="158478"/>
                </a:lnTo>
                <a:lnTo>
                  <a:pt x="41730" y="158478"/>
                </a:lnTo>
                <a:lnTo>
                  <a:pt x="41729" y="158478"/>
                </a:lnTo>
                <a:lnTo>
                  <a:pt x="41729" y="158478"/>
                </a:lnTo>
                <a:lnTo>
                  <a:pt x="41728" y="158478"/>
                </a:lnTo>
                <a:lnTo>
                  <a:pt x="41727" y="158478"/>
                </a:lnTo>
                <a:lnTo>
                  <a:pt x="41726" y="158478"/>
                </a:lnTo>
                <a:lnTo>
                  <a:pt x="41726" y="158478"/>
                </a:lnTo>
                <a:lnTo>
                  <a:pt x="41725" y="158478"/>
                </a:lnTo>
                <a:lnTo>
                  <a:pt x="41724" y="158478"/>
                </a:lnTo>
                <a:lnTo>
                  <a:pt x="41724" y="158478"/>
                </a:lnTo>
                <a:lnTo>
                  <a:pt x="41723" y="158478"/>
                </a:lnTo>
                <a:lnTo>
                  <a:pt x="41722" y="158478"/>
                </a:lnTo>
                <a:lnTo>
                  <a:pt x="41721" y="158478"/>
                </a:lnTo>
                <a:lnTo>
                  <a:pt x="41721" y="158478"/>
                </a:lnTo>
                <a:lnTo>
                  <a:pt x="41720" y="158478"/>
                </a:lnTo>
                <a:lnTo>
                  <a:pt x="41719" y="158478"/>
                </a:lnTo>
                <a:lnTo>
                  <a:pt x="41718" y="158478"/>
                </a:lnTo>
                <a:lnTo>
                  <a:pt x="41718" y="158478"/>
                </a:lnTo>
                <a:lnTo>
                  <a:pt x="41717" y="158478"/>
                </a:lnTo>
                <a:lnTo>
                  <a:pt x="41716" y="158478"/>
                </a:lnTo>
                <a:lnTo>
                  <a:pt x="41716" y="158478"/>
                </a:lnTo>
                <a:lnTo>
                  <a:pt x="41715" y="158478"/>
                </a:lnTo>
                <a:lnTo>
                  <a:pt x="41714" y="158478"/>
                </a:lnTo>
                <a:lnTo>
                  <a:pt x="41713" y="158478"/>
                </a:lnTo>
                <a:lnTo>
                  <a:pt x="41713" y="158478"/>
                </a:lnTo>
                <a:lnTo>
                  <a:pt x="41712" y="158478"/>
                </a:lnTo>
                <a:lnTo>
                  <a:pt x="41711" y="158478"/>
                </a:lnTo>
                <a:lnTo>
                  <a:pt x="41711" y="158478"/>
                </a:lnTo>
                <a:lnTo>
                  <a:pt x="41710" y="158478"/>
                </a:lnTo>
                <a:lnTo>
                  <a:pt x="41709" y="158478"/>
                </a:lnTo>
                <a:lnTo>
                  <a:pt x="41708" y="158478"/>
                </a:lnTo>
                <a:lnTo>
                  <a:pt x="41708" y="158478"/>
                </a:lnTo>
                <a:lnTo>
                  <a:pt x="41707" y="158478"/>
                </a:lnTo>
                <a:lnTo>
                  <a:pt x="41706" y="158478"/>
                </a:lnTo>
                <a:lnTo>
                  <a:pt x="41706" y="158478"/>
                </a:lnTo>
                <a:lnTo>
                  <a:pt x="41705" y="158478"/>
                </a:lnTo>
                <a:lnTo>
                  <a:pt x="41704" y="158478"/>
                </a:lnTo>
                <a:lnTo>
                  <a:pt x="41703" y="158478"/>
                </a:lnTo>
                <a:lnTo>
                  <a:pt x="41703" y="158478"/>
                </a:lnTo>
                <a:lnTo>
                  <a:pt x="41702" y="158478"/>
                </a:lnTo>
                <a:lnTo>
                  <a:pt x="41701" y="158478"/>
                </a:lnTo>
                <a:lnTo>
                  <a:pt x="41700" y="158478"/>
                </a:lnTo>
                <a:lnTo>
                  <a:pt x="41700" y="158478"/>
                </a:lnTo>
                <a:lnTo>
                  <a:pt x="41699" y="158478"/>
                </a:lnTo>
                <a:lnTo>
                  <a:pt x="41698" y="158478"/>
                </a:lnTo>
                <a:lnTo>
                  <a:pt x="41698" y="158478"/>
                </a:lnTo>
                <a:lnTo>
                  <a:pt x="41697" y="158478"/>
                </a:lnTo>
                <a:lnTo>
                  <a:pt x="41696" y="158478"/>
                </a:lnTo>
                <a:lnTo>
                  <a:pt x="41695" y="158478"/>
                </a:lnTo>
                <a:lnTo>
                  <a:pt x="41695" y="158478"/>
                </a:lnTo>
                <a:lnTo>
                  <a:pt x="41694" y="158478"/>
                </a:lnTo>
                <a:lnTo>
                  <a:pt x="41693" y="158478"/>
                </a:lnTo>
                <a:lnTo>
                  <a:pt x="41693" y="158478"/>
                </a:lnTo>
                <a:lnTo>
                  <a:pt x="41692" y="158478"/>
                </a:lnTo>
                <a:lnTo>
                  <a:pt x="41691" y="158478"/>
                </a:lnTo>
                <a:lnTo>
                  <a:pt x="41690" y="158478"/>
                </a:lnTo>
                <a:lnTo>
                  <a:pt x="41690" y="158478"/>
                </a:lnTo>
                <a:lnTo>
                  <a:pt x="41689" y="158478"/>
                </a:lnTo>
                <a:lnTo>
                  <a:pt x="41688" y="158478"/>
                </a:lnTo>
                <a:lnTo>
                  <a:pt x="41687" y="158478"/>
                </a:lnTo>
                <a:lnTo>
                  <a:pt x="41687" y="158478"/>
                </a:lnTo>
                <a:lnTo>
                  <a:pt x="41686" y="158478"/>
                </a:lnTo>
                <a:lnTo>
                  <a:pt x="41685" y="158478"/>
                </a:lnTo>
                <a:lnTo>
                  <a:pt x="41685" y="158478"/>
                </a:lnTo>
                <a:lnTo>
                  <a:pt x="41684" y="158478"/>
                </a:lnTo>
                <a:lnTo>
                  <a:pt x="41683" y="158478"/>
                </a:lnTo>
                <a:lnTo>
                  <a:pt x="41682" y="158478"/>
                </a:lnTo>
                <a:lnTo>
                  <a:pt x="41682" y="158478"/>
                </a:lnTo>
                <a:lnTo>
                  <a:pt x="41681" y="158478"/>
                </a:lnTo>
                <a:lnTo>
                  <a:pt x="41680" y="158478"/>
                </a:lnTo>
                <a:lnTo>
                  <a:pt x="41680" y="158478"/>
                </a:lnTo>
                <a:lnTo>
                  <a:pt x="41679" y="158478"/>
                </a:lnTo>
                <a:lnTo>
                  <a:pt x="41678" y="158478"/>
                </a:lnTo>
                <a:lnTo>
                  <a:pt x="41677" y="158478"/>
                </a:lnTo>
                <a:lnTo>
                  <a:pt x="41677" y="158478"/>
                </a:lnTo>
                <a:lnTo>
                  <a:pt x="41676" y="158478"/>
                </a:lnTo>
                <a:lnTo>
                  <a:pt x="41675" y="158478"/>
                </a:lnTo>
                <a:lnTo>
                  <a:pt x="41675" y="158478"/>
                </a:lnTo>
                <a:lnTo>
                  <a:pt x="41674" y="158478"/>
                </a:lnTo>
                <a:lnTo>
                  <a:pt x="41673" y="158478"/>
                </a:lnTo>
                <a:lnTo>
                  <a:pt x="41672" y="158478"/>
                </a:lnTo>
                <a:lnTo>
                  <a:pt x="41672" y="158478"/>
                </a:lnTo>
                <a:lnTo>
                  <a:pt x="41671" y="158478"/>
                </a:lnTo>
                <a:lnTo>
                  <a:pt x="41670" y="158478"/>
                </a:lnTo>
                <a:lnTo>
                  <a:pt x="41669" y="158478"/>
                </a:lnTo>
                <a:lnTo>
                  <a:pt x="41669" y="158478"/>
                </a:lnTo>
                <a:lnTo>
                  <a:pt x="41668" y="158478"/>
                </a:lnTo>
                <a:lnTo>
                  <a:pt x="41667" y="158478"/>
                </a:lnTo>
                <a:lnTo>
                  <a:pt x="41667" y="158478"/>
                </a:lnTo>
                <a:lnTo>
                  <a:pt x="41666" y="158478"/>
                </a:lnTo>
                <a:lnTo>
                  <a:pt x="41665" y="158478"/>
                </a:lnTo>
                <a:lnTo>
                  <a:pt x="41664" y="158478"/>
                </a:lnTo>
                <a:lnTo>
                  <a:pt x="41664" y="158478"/>
                </a:lnTo>
                <a:lnTo>
                  <a:pt x="41663" y="158478"/>
                </a:lnTo>
                <a:lnTo>
                  <a:pt x="41662" y="158478"/>
                </a:lnTo>
                <a:lnTo>
                  <a:pt x="41662" y="158478"/>
                </a:lnTo>
                <a:lnTo>
                  <a:pt x="41661" y="158478"/>
                </a:lnTo>
                <a:lnTo>
                  <a:pt x="41660" y="158478"/>
                </a:lnTo>
                <a:lnTo>
                  <a:pt x="41659" y="158478"/>
                </a:lnTo>
                <a:lnTo>
                  <a:pt x="41659" y="158478"/>
                </a:lnTo>
                <a:lnTo>
                  <a:pt x="41658" y="158478"/>
                </a:lnTo>
                <a:lnTo>
                  <a:pt x="41657" y="158478"/>
                </a:lnTo>
                <a:lnTo>
                  <a:pt x="41657" y="158478"/>
                </a:lnTo>
                <a:lnTo>
                  <a:pt x="41656" y="158478"/>
                </a:lnTo>
                <a:lnTo>
                  <a:pt x="41655" y="158478"/>
                </a:lnTo>
                <a:lnTo>
                  <a:pt x="41654" y="158478"/>
                </a:lnTo>
                <a:lnTo>
                  <a:pt x="41654" y="158478"/>
                </a:lnTo>
                <a:lnTo>
                  <a:pt x="41653" y="158478"/>
                </a:lnTo>
                <a:lnTo>
                  <a:pt x="41652" y="158478"/>
                </a:lnTo>
                <a:lnTo>
                  <a:pt x="41651" y="158478"/>
                </a:lnTo>
                <a:lnTo>
                  <a:pt x="41651" y="158478"/>
                </a:lnTo>
                <a:lnTo>
                  <a:pt x="41650" y="158478"/>
                </a:lnTo>
                <a:lnTo>
                  <a:pt x="41649" y="158478"/>
                </a:lnTo>
                <a:lnTo>
                  <a:pt x="41649" y="158478"/>
                </a:lnTo>
                <a:lnTo>
                  <a:pt x="41648" y="158478"/>
                </a:lnTo>
                <a:lnTo>
                  <a:pt x="41647" y="158478"/>
                </a:lnTo>
                <a:lnTo>
                  <a:pt x="41646" y="158478"/>
                </a:lnTo>
                <a:lnTo>
                  <a:pt x="41646" y="158478"/>
                </a:lnTo>
                <a:lnTo>
                  <a:pt x="41645" y="158478"/>
                </a:lnTo>
                <a:lnTo>
                  <a:pt x="41644" y="158478"/>
                </a:lnTo>
                <a:lnTo>
                  <a:pt x="41644" y="158478"/>
                </a:lnTo>
                <a:lnTo>
                  <a:pt x="41643" y="158478"/>
                </a:lnTo>
                <a:lnTo>
                  <a:pt x="41642" y="158478"/>
                </a:lnTo>
                <a:lnTo>
                  <a:pt x="41641" y="158478"/>
                </a:lnTo>
                <a:lnTo>
                  <a:pt x="41641" y="158478"/>
                </a:lnTo>
                <a:lnTo>
                  <a:pt x="41640" y="158478"/>
                </a:lnTo>
                <a:lnTo>
                  <a:pt x="41639" y="158478"/>
                </a:lnTo>
                <a:lnTo>
                  <a:pt x="41639" y="158478"/>
                </a:lnTo>
                <a:lnTo>
                  <a:pt x="41638" y="158478"/>
                </a:lnTo>
                <a:lnTo>
                  <a:pt x="41637" y="158478"/>
                </a:lnTo>
                <a:lnTo>
                  <a:pt x="41636" y="158478"/>
                </a:lnTo>
                <a:lnTo>
                  <a:pt x="41636" y="158478"/>
                </a:lnTo>
                <a:lnTo>
                  <a:pt x="41635" y="158478"/>
                </a:lnTo>
                <a:lnTo>
                  <a:pt x="41634" y="158478"/>
                </a:lnTo>
                <a:lnTo>
                  <a:pt x="41634" y="158478"/>
                </a:lnTo>
                <a:lnTo>
                  <a:pt x="41633" y="158478"/>
                </a:lnTo>
                <a:lnTo>
                  <a:pt x="41632" y="158478"/>
                </a:lnTo>
                <a:lnTo>
                  <a:pt x="41631" y="158478"/>
                </a:lnTo>
                <a:lnTo>
                  <a:pt x="41631" y="158478"/>
                </a:lnTo>
                <a:lnTo>
                  <a:pt x="41630" y="158478"/>
                </a:lnTo>
                <a:lnTo>
                  <a:pt x="41629" y="158478"/>
                </a:lnTo>
                <a:lnTo>
                  <a:pt x="41629" y="158478"/>
                </a:lnTo>
                <a:lnTo>
                  <a:pt x="41628" y="158478"/>
                </a:lnTo>
                <a:lnTo>
                  <a:pt x="41627" y="158478"/>
                </a:lnTo>
                <a:lnTo>
                  <a:pt x="41626" y="158478"/>
                </a:lnTo>
                <a:lnTo>
                  <a:pt x="41626" y="158478"/>
                </a:lnTo>
                <a:lnTo>
                  <a:pt x="41625" y="158478"/>
                </a:lnTo>
                <a:lnTo>
                  <a:pt x="41624" y="158478"/>
                </a:lnTo>
                <a:lnTo>
                  <a:pt x="41623" y="158478"/>
                </a:lnTo>
                <a:lnTo>
                  <a:pt x="41623" y="158478"/>
                </a:lnTo>
                <a:lnTo>
                  <a:pt x="41622" y="158478"/>
                </a:lnTo>
                <a:lnTo>
                  <a:pt x="41621" y="158478"/>
                </a:lnTo>
                <a:lnTo>
                  <a:pt x="41621" y="158478"/>
                </a:lnTo>
                <a:lnTo>
                  <a:pt x="41620" y="158478"/>
                </a:lnTo>
                <a:lnTo>
                  <a:pt x="41619" y="158478"/>
                </a:lnTo>
                <a:lnTo>
                  <a:pt x="41618" y="158478"/>
                </a:lnTo>
                <a:lnTo>
                  <a:pt x="41618" y="158478"/>
                </a:lnTo>
                <a:lnTo>
                  <a:pt x="41617" y="158478"/>
                </a:lnTo>
                <a:lnTo>
                  <a:pt x="41616" y="158478"/>
                </a:lnTo>
                <a:lnTo>
                  <a:pt x="41616" y="158478"/>
                </a:lnTo>
                <a:lnTo>
                  <a:pt x="41615" y="158478"/>
                </a:lnTo>
                <a:lnTo>
                  <a:pt x="41614" y="158478"/>
                </a:lnTo>
                <a:lnTo>
                  <a:pt x="41613" y="158478"/>
                </a:lnTo>
                <a:lnTo>
                  <a:pt x="41613" y="158478"/>
                </a:lnTo>
                <a:lnTo>
                  <a:pt x="41612" y="158478"/>
                </a:lnTo>
                <a:lnTo>
                  <a:pt x="41611" y="158478"/>
                </a:lnTo>
                <a:lnTo>
                  <a:pt x="41611" y="158478"/>
                </a:lnTo>
                <a:lnTo>
                  <a:pt x="41610" y="158478"/>
                </a:lnTo>
                <a:lnTo>
                  <a:pt x="41609" y="158478"/>
                </a:lnTo>
                <a:lnTo>
                  <a:pt x="41608" y="158478"/>
                </a:lnTo>
                <a:lnTo>
                  <a:pt x="41608" y="158478"/>
                </a:lnTo>
                <a:lnTo>
                  <a:pt x="41607" y="158478"/>
                </a:lnTo>
                <a:lnTo>
                  <a:pt x="41606" y="158478"/>
                </a:lnTo>
                <a:lnTo>
                  <a:pt x="41606" y="158478"/>
                </a:lnTo>
                <a:lnTo>
                  <a:pt x="41605" y="158478"/>
                </a:lnTo>
                <a:lnTo>
                  <a:pt x="41604" y="158478"/>
                </a:lnTo>
                <a:lnTo>
                  <a:pt x="41603" y="158478"/>
                </a:lnTo>
                <a:lnTo>
                  <a:pt x="41603" y="158478"/>
                </a:lnTo>
                <a:lnTo>
                  <a:pt x="41602" y="158478"/>
                </a:lnTo>
                <a:lnTo>
                  <a:pt x="41601" y="158478"/>
                </a:lnTo>
                <a:lnTo>
                  <a:pt x="41601" y="158478"/>
                </a:lnTo>
                <a:lnTo>
                  <a:pt x="41600" y="158478"/>
                </a:lnTo>
                <a:lnTo>
                  <a:pt x="41599" y="158478"/>
                </a:lnTo>
                <a:lnTo>
                  <a:pt x="41598" y="158478"/>
                </a:lnTo>
                <a:lnTo>
                  <a:pt x="41598" y="158478"/>
                </a:lnTo>
                <a:lnTo>
                  <a:pt x="41597" y="158478"/>
                </a:lnTo>
                <a:lnTo>
                  <a:pt x="41596" y="158478"/>
                </a:lnTo>
                <a:lnTo>
                  <a:pt x="41596" y="158478"/>
                </a:lnTo>
                <a:lnTo>
                  <a:pt x="41595" y="158478"/>
                </a:lnTo>
                <a:lnTo>
                  <a:pt x="41594" y="158478"/>
                </a:lnTo>
                <a:lnTo>
                  <a:pt x="41593" y="158478"/>
                </a:lnTo>
                <a:lnTo>
                  <a:pt x="41593" y="158478"/>
                </a:lnTo>
                <a:lnTo>
                  <a:pt x="41592" y="158478"/>
                </a:lnTo>
                <a:lnTo>
                  <a:pt x="41591" y="158478"/>
                </a:lnTo>
                <a:lnTo>
                  <a:pt x="41591" y="158478"/>
                </a:lnTo>
                <a:lnTo>
                  <a:pt x="41590" y="158478"/>
                </a:lnTo>
                <a:lnTo>
                  <a:pt x="41589" y="158478"/>
                </a:lnTo>
                <a:lnTo>
                  <a:pt x="41588" y="158478"/>
                </a:lnTo>
                <a:lnTo>
                  <a:pt x="41588" y="158478"/>
                </a:lnTo>
                <a:lnTo>
                  <a:pt x="41587" y="158478"/>
                </a:lnTo>
                <a:lnTo>
                  <a:pt x="41586" y="158478"/>
                </a:lnTo>
                <a:lnTo>
                  <a:pt x="41585" y="158478"/>
                </a:lnTo>
                <a:lnTo>
                  <a:pt x="41585" y="158478"/>
                </a:lnTo>
                <a:lnTo>
                  <a:pt x="41584" y="158478"/>
                </a:lnTo>
                <a:lnTo>
                  <a:pt x="41583" y="158478"/>
                </a:lnTo>
                <a:lnTo>
                  <a:pt x="41583" y="158478"/>
                </a:lnTo>
                <a:lnTo>
                  <a:pt x="41582" y="158478"/>
                </a:lnTo>
                <a:lnTo>
                  <a:pt x="41581" y="158478"/>
                </a:lnTo>
                <a:lnTo>
                  <a:pt x="41580" y="158478"/>
                </a:lnTo>
                <a:lnTo>
                  <a:pt x="41580" y="158478"/>
                </a:lnTo>
                <a:lnTo>
                  <a:pt x="41579" y="158478"/>
                </a:lnTo>
                <a:lnTo>
                  <a:pt x="41578" y="158478"/>
                </a:lnTo>
                <a:lnTo>
                  <a:pt x="41578" y="158478"/>
                </a:lnTo>
                <a:lnTo>
                  <a:pt x="41577" y="158478"/>
                </a:lnTo>
                <a:lnTo>
                  <a:pt x="41576" y="158478"/>
                </a:lnTo>
                <a:lnTo>
                  <a:pt x="41575" y="158478"/>
                </a:lnTo>
                <a:lnTo>
                  <a:pt x="41575" y="158478"/>
                </a:lnTo>
                <a:lnTo>
                  <a:pt x="41574" y="158478"/>
                </a:lnTo>
                <a:lnTo>
                  <a:pt x="41573" y="158478"/>
                </a:lnTo>
                <a:lnTo>
                  <a:pt x="41573" y="158478"/>
                </a:lnTo>
                <a:lnTo>
                  <a:pt x="41572" y="158478"/>
                </a:lnTo>
                <a:lnTo>
                  <a:pt x="41571" y="158478"/>
                </a:lnTo>
                <a:lnTo>
                  <a:pt x="41570" y="158478"/>
                </a:lnTo>
                <a:lnTo>
                  <a:pt x="41570" y="158478"/>
                </a:lnTo>
                <a:lnTo>
                  <a:pt x="41569" y="158478"/>
                </a:lnTo>
                <a:lnTo>
                  <a:pt x="41568" y="158478"/>
                </a:lnTo>
                <a:lnTo>
                  <a:pt x="41568" y="158478"/>
                </a:lnTo>
                <a:lnTo>
                  <a:pt x="41567" y="158478"/>
                </a:lnTo>
                <a:lnTo>
                  <a:pt x="41566" y="158478"/>
                </a:lnTo>
                <a:lnTo>
                  <a:pt x="41565" y="158478"/>
                </a:lnTo>
                <a:lnTo>
                  <a:pt x="41565" y="158478"/>
                </a:lnTo>
                <a:lnTo>
                  <a:pt x="41564" y="158478"/>
                </a:lnTo>
                <a:lnTo>
                  <a:pt x="41563" y="158478"/>
                </a:lnTo>
                <a:lnTo>
                  <a:pt x="41563" y="158478"/>
                </a:lnTo>
                <a:lnTo>
                  <a:pt x="41562" y="158478"/>
                </a:lnTo>
                <a:lnTo>
                  <a:pt x="41561" y="158478"/>
                </a:lnTo>
                <a:lnTo>
                  <a:pt x="41560" y="158478"/>
                </a:lnTo>
                <a:lnTo>
                  <a:pt x="41560" y="158478"/>
                </a:lnTo>
                <a:lnTo>
                  <a:pt x="41559" y="158478"/>
                </a:lnTo>
                <a:lnTo>
                  <a:pt x="41558" y="158478"/>
                </a:lnTo>
                <a:lnTo>
                  <a:pt x="41558" y="158478"/>
                </a:lnTo>
                <a:lnTo>
                  <a:pt x="41557" y="158478"/>
                </a:lnTo>
                <a:lnTo>
                  <a:pt x="41556" y="158478"/>
                </a:lnTo>
                <a:lnTo>
                  <a:pt x="41555" y="158478"/>
                </a:lnTo>
                <a:lnTo>
                  <a:pt x="41555" y="158478"/>
                </a:lnTo>
                <a:lnTo>
                  <a:pt x="41554" y="158478"/>
                </a:lnTo>
                <a:lnTo>
                  <a:pt x="41553" y="158478"/>
                </a:lnTo>
                <a:lnTo>
                  <a:pt x="41553" y="158478"/>
                </a:lnTo>
                <a:lnTo>
                  <a:pt x="41552" y="158478"/>
                </a:lnTo>
                <a:lnTo>
                  <a:pt x="41551" y="158478"/>
                </a:lnTo>
                <a:lnTo>
                  <a:pt x="41550" y="158478"/>
                </a:lnTo>
                <a:lnTo>
                  <a:pt x="41550" y="158478"/>
                </a:lnTo>
                <a:lnTo>
                  <a:pt x="41549" y="158478"/>
                </a:lnTo>
                <a:lnTo>
                  <a:pt x="41548" y="158478"/>
                </a:lnTo>
                <a:lnTo>
                  <a:pt x="41548" y="158478"/>
                </a:lnTo>
                <a:lnTo>
                  <a:pt x="41547" y="158478"/>
                </a:lnTo>
                <a:lnTo>
                  <a:pt x="41546" y="158478"/>
                </a:lnTo>
                <a:lnTo>
                  <a:pt x="41545" y="158478"/>
                </a:lnTo>
                <a:lnTo>
                  <a:pt x="41545" y="158478"/>
                </a:lnTo>
                <a:lnTo>
                  <a:pt x="41544" y="158478"/>
                </a:lnTo>
                <a:lnTo>
                  <a:pt x="41543" y="158478"/>
                </a:lnTo>
                <a:lnTo>
                  <a:pt x="41543" y="158478"/>
                </a:lnTo>
                <a:lnTo>
                  <a:pt x="41542" y="158478"/>
                </a:lnTo>
                <a:lnTo>
                  <a:pt x="41541" y="158478"/>
                </a:lnTo>
                <a:lnTo>
                  <a:pt x="41540" y="158478"/>
                </a:lnTo>
                <a:lnTo>
                  <a:pt x="41540" y="158478"/>
                </a:lnTo>
                <a:lnTo>
                  <a:pt x="41539" y="158478"/>
                </a:lnTo>
                <a:lnTo>
                  <a:pt x="41538" y="158478"/>
                </a:lnTo>
                <a:lnTo>
                  <a:pt x="41538" y="158478"/>
                </a:lnTo>
                <a:lnTo>
                  <a:pt x="41537" y="158478"/>
                </a:lnTo>
                <a:lnTo>
                  <a:pt x="41536" y="158478"/>
                </a:lnTo>
                <a:lnTo>
                  <a:pt x="41535" y="158478"/>
                </a:lnTo>
                <a:lnTo>
                  <a:pt x="41535" y="158478"/>
                </a:lnTo>
                <a:lnTo>
                  <a:pt x="41534" y="158478"/>
                </a:lnTo>
                <a:lnTo>
                  <a:pt x="41533" y="158478"/>
                </a:lnTo>
                <a:lnTo>
                  <a:pt x="41533" y="158478"/>
                </a:lnTo>
                <a:lnTo>
                  <a:pt x="41532" y="158478"/>
                </a:lnTo>
                <a:lnTo>
                  <a:pt x="41531" y="158478"/>
                </a:lnTo>
                <a:lnTo>
                  <a:pt x="41530" y="158478"/>
                </a:lnTo>
                <a:lnTo>
                  <a:pt x="41530" y="158478"/>
                </a:lnTo>
                <a:lnTo>
                  <a:pt x="41529" y="158478"/>
                </a:lnTo>
                <a:lnTo>
                  <a:pt x="41528" y="158478"/>
                </a:lnTo>
                <a:lnTo>
                  <a:pt x="41528" y="158478"/>
                </a:lnTo>
                <a:lnTo>
                  <a:pt x="41527" y="158478"/>
                </a:lnTo>
                <a:lnTo>
                  <a:pt x="41526" y="158478"/>
                </a:lnTo>
                <a:lnTo>
                  <a:pt x="41525" y="158478"/>
                </a:lnTo>
                <a:lnTo>
                  <a:pt x="41525" y="158478"/>
                </a:lnTo>
                <a:lnTo>
                  <a:pt x="41524" y="158478"/>
                </a:lnTo>
                <a:lnTo>
                  <a:pt x="41523" y="158478"/>
                </a:lnTo>
                <a:lnTo>
                  <a:pt x="41523" y="158478"/>
                </a:lnTo>
                <a:lnTo>
                  <a:pt x="41522" y="158478"/>
                </a:lnTo>
                <a:lnTo>
                  <a:pt x="41521" y="158478"/>
                </a:lnTo>
                <a:lnTo>
                  <a:pt x="41520" y="158478"/>
                </a:lnTo>
                <a:lnTo>
                  <a:pt x="41520" y="158478"/>
                </a:lnTo>
                <a:lnTo>
                  <a:pt x="41519" y="158478"/>
                </a:lnTo>
                <a:lnTo>
                  <a:pt x="41518" y="158478"/>
                </a:lnTo>
                <a:lnTo>
                  <a:pt x="41518" y="158478"/>
                </a:lnTo>
                <a:lnTo>
                  <a:pt x="41517" y="158478"/>
                </a:lnTo>
                <a:lnTo>
                  <a:pt x="41516" y="158478"/>
                </a:lnTo>
                <a:lnTo>
                  <a:pt x="41515" y="158478"/>
                </a:lnTo>
                <a:lnTo>
                  <a:pt x="41515" y="158478"/>
                </a:lnTo>
                <a:lnTo>
                  <a:pt x="41514" y="158478"/>
                </a:lnTo>
                <a:lnTo>
                  <a:pt x="41513" y="158478"/>
                </a:lnTo>
                <a:lnTo>
                  <a:pt x="41513" y="158478"/>
                </a:lnTo>
                <a:lnTo>
                  <a:pt x="41512" y="158478"/>
                </a:lnTo>
                <a:lnTo>
                  <a:pt x="41511" y="158478"/>
                </a:lnTo>
                <a:lnTo>
                  <a:pt x="41510" y="158478"/>
                </a:lnTo>
                <a:lnTo>
                  <a:pt x="41510" y="158478"/>
                </a:lnTo>
                <a:lnTo>
                  <a:pt x="41509" y="158478"/>
                </a:lnTo>
                <a:lnTo>
                  <a:pt x="41508" y="158478"/>
                </a:lnTo>
                <a:lnTo>
                  <a:pt x="41508" y="158478"/>
                </a:lnTo>
                <a:lnTo>
                  <a:pt x="41507" y="158478"/>
                </a:lnTo>
                <a:lnTo>
                  <a:pt x="41506" y="158478"/>
                </a:lnTo>
                <a:lnTo>
                  <a:pt x="41505" y="158478"/>
                </a:lnTo>
                <a:lnTo>
                  <a:pt x="41505" y="158478"/>
                </a:lnTo>
                <a:lnTo>
                  <a:pt x="41504" y="158478"/>
                </a:lnTo>
                <a:lnTo>
                  <a:pt x="41503" y="158478"/>
                </a:lnTo>
                <a:lnTo>
                  <a:pt x="41503" y="158478"/>
                </a:lnTo>
                <a:lnTo>
                  <a:pt x="41502" y="158478"/>
                </a:lnTo>
                <a:lnTo>
                  <a:pt x="41501" y="158478"/>
                </a:lnTo>
                <a:lnTo>
                  <a:pt x="41500" y="158478"/>
                </a:lnTo>
                <a:lnTo>
                  <a:pt x="41500" y="158478"/>
                </a:lnTo>
                <a:lnTo>
                  <a:pt x="41499" y="158478"/>
                </a:lnTo>
                <a:lnTo>
                  <a:pt x="41498" y="158478"/>
                </a:lnTo>
                <a:lnTo>
                  <a:pt x="41498" y="158478"/>
                </a:lnTo>
                <a:lnTo>
                  <a:pt x="41497" y="158478"/>
                </a:lnTo>
                <a:lnTo>
                  <a:pt x="41496" y="158478"/>
                </a:lnTo>
                <a:lnTo>
                  <a:pt x="41496" y="158478"/>
                </a:lnTo>
                <a:lnTo>
                  <a:pt x="41495" y="158478"/>
                </a:lnTo>
                <a:lnTo>
                  <a:pt x="41494" y="158478"/>
                </a:lnTo>
                <a:lnTo>
                  <a:pt x="41493" y="158478"/>
                </a:lnTo>
                <a:lnTo>
                  <a:pt x="41493" y="158478"/>
                </a:lnTo>
                <a:lnTo>
                  <a:pt x="41492" y="158478"/>
                </a:lnTo>
                <a:lnTo>
                  <a:pt x="41491" y="158478"/>
                </a:lnTo>
                <a:lnTo>
                  <a:pt x="41491" y="158478"/>
                </a:lnTo>
                <a:lnTo>
                  <a:pt x="41490" y="158478"/>
                </a:lnTo>
                <a:lnTo>
                  <a:pt x="41489" y="158478"/>
                </a:lnTo>
                <a:lnTo>
                  <a:pt x="41488" y="158478"/>
                </a:lnTo>
                <a:lnTo>
                  <a:pt x="41488" y="158478"/>
                </a:lnTo>
                <a:lnTo>
                  <a:pt x="41487" y="158478"/>
                </a:lnTo>
                <a:lnTo>
                  <a:pt x="41486" y="158478"/>
                </a:lnTo>
                <a:lnTo>
                  <a:pt x="41486" y="158478"/>
                </a:lnTo>
                <a:lnTo>
                  <a:pt x="41485" y="158478"/>
                </a:lnTo>
                <a:lnTo>
                  <a:pt x="41484" y="158478"/>
                </a:lnTo>
                <a:lnTo>
                  <a:pt x="41483" y="158478"/>
                </a:lnTo>
                <a:lnTo>
                  <a:pt x="41483" y="158478"/>
                </a:lnTo>
                <a:lnTo>
                  <a:pt x="41482" y="158478"/>
                </a:lnTo>
                <a:lnTo>
                  <a:pt x="41481" y="158478"/>
                </a:lnTo>
                <a:lnTo>
                  <a:pt x="41481" y="158478"/>
                </a:lnTo>
                <a:lnTo>
                  <a:pt x="41480" y="158478"/>
                </a:lnTo>
                <a:lnTo>
                  <a:pt x="41479" y="158478"/>
                </a:lnTo>
                <a:lnTo>
                  <a:pt x="41478" y="158478"/>
                </a:lnTo>
                <a:lnTo>
                  <a:pt x="41478" y="158478"/>
                </a:lnTo>
                <a:lnTo>
                  <a:pt x="41477" y="158478"/>
                </a:lnTo>
                <a:lnTo>
                  <a:pt x="41476" y="158478"/>
                </a:lnTo>
                <a:lnTo>
                  <a:pt x="41476" y="158478"/>
                </a:lnTo>
                <a:lnTo>
                  <a:pt x="41475" y="158478"/>
                </a:lnTo>
                <a:lnTo>
                  <a:pt x="41474" y="158478"/>
                </a:lnTo>
                <a:lnTo>
                  <a:pt x="41473" y="158478"/>
                </a:lnTo>
                <a:lnTo>
                  <a:pt x="41473" y="158478"/>
                </a:lnTo>
                <a:lnTo>
                  <a:pt x="41472" y="158478"/>
                </a:lnTo>
                <a:lnTo>
                  <a:pt x="41471" y="158478"/>
                </a:lnTo>
                <a:lnTo>
                  <a:pt x="41471" y="158478"/>
                </a:lnTo>
                <a:lnTo>
                  <a:pt x="41470" y="158478"/>
                </a:lnTo>
                <a:lnTo>
                  <a:pt x="41469" y="158478"/>
                </a:lnTo>
                <a:lnTo>
                  <a:pt x="41468" y="158478"/>
                </a:lnTo>
                <a:lnTo>
                  <a:pt x="41468" y="158478"/>
                </a:lnTo>
                <a:lnTo>
                  <a:pt x="41467" y="158478"/>
                </a:lnTo>
                <a:lnTo>
                  <a:pt x="41466" y="158478"/>
                </a:lnTo>
                <a:lnTo>
                  <a:pt x="41466" y="158478"/>
                </a:lnTo>
                <a:lnTo>
                  <a:pt x="41465" y="158478"/>
                </a:lnTo>
                <a:lnTo>
                  <a:pt x="41464" y="158478"/>
                </a:lnTo>
                <a:lnTo>
                  <a:pt x="41463" y="158478"/>
                </a:lnTo>
                <a:lnTo>
                  <a:pt x="41463" y="158478"/>
                </a:lnTo>
                <a:lnTo>
                  <a:pt x="41462" y="158478"/>
                </a:lnTo>
                <a:lnTo>
                  <a:pt x="41461" y="158478"/>
                </a:lnTo>
                <a:lnTo>
                  <a:pt x="41461" y="158478"/>
                </a:lnTo>
                <a:lnTo>
                  <a:pt x="41460" y="158478"/>
                </a:lnTo>
                <a:lnTo>
                  <a:pt x="41459" y="158478"/>
                </a:lnTo>
                <a:lnTo>
                  <a:pt x="41458" y="158478"/>
                </a:lnTo>
                <a:lnTo>
                  <a:pt x="41458" y="158478"/>
                </a:lnTo>
                <a:lnTo>
                  <a:pt x="41457" y="158478"/>
                </a:lnTo>
                <a:lnTo>
                  <a:pt x="41456" y="158478"/>
                </a:lnTo>
                <a:lnTo>
                  <a:pt x="41456" y="158478"/>
                </a:lnTo>
                <a:lnTo>
                  <a:pt x="41455" y="158478"/>
                </a:lnTo>
                <a:lnTo>
                  <a:pt x="41454" y="158478"/>
                </a:lnTo>
                <a:lnTo>
                  <a:pt x="41454" y="158478"/>
                </a:lnTo>
                <a:lnTo>
                  <a:pt x="41453" y="158478"/>
                </a:lnTo>
                <a:lnTo>
                  <a:pt x="41452" y="158478"/>
                </a:lnTo>
                <a:lnTo>
                  <a:pt x="41451" y="158478"/>
                </a:lnTo>
                <a:lnTo>
                  <a:pt x="41451" y="158478"/>
                </a:lnTo>
                <a:lnTo>
                  <a:pt x="41450" y="158478"/>
                </a:lnTo>
                <a:lnTo>
                  <a:pt x="41449" y="158478"/>
                </a:lnTo>
                <a:lnTo>
                  <a:pt x="41449" y="158478"/>
                </a:lnTo>
                <a:lnTo>
                  <a:pt x="41448" y="158478"/>
                </a:lnTo>
                <a:lnTo>
                  <a:pt x="41447" y="158478"/>
                </a:lnTo>
                <a:lnTo>
                  <a:pt x="41446" y="158478"/>
                </a:lnTo>
                <a:lnTo>
                  <a:pt x="41446" y="158478"/>
                </a:lnTo>
                <a:lnTo>
                  <a:pt x="41445" y="158478"/>
                </a:lnTo>
                <a:lnTo>
                  <a:pt x="41444" y="158478"/>
                </a:lnTo>
                <a:lnTo>
                  <a:pt x="41444" y="158478"/>
                </a:lnTo>
                <a:lnTo>
                  <a:pt x="41443" y="158478"/>
                </a:lnTo>
                <a:lnTo>
                  <a:pt x="41442" y="158478"/>
                </a:lnTo>
                <a:lnTo>
                  <a:pt x="41441" y="158478"/>
                </a:lnTo>
                <a:lnTo>
                  <a:pt x="41441" y="158478"/>
                </a:lnTo>
                <a:lnTo>
                  <a:pt x="41440" y="158478"/>
                </a:lnTo>
                <a:lnTo>
                  <a:pt x="41439" y="158478"/>
                </a:lnTo>
                <a:lnTo>
                  <a:pt x="41439" y="158478"/>
                </a:lnTo>
                <a:lnTo>
                  <a:pt x="41438" y="158478"/>
                </a:lnTo>
                <a:lnTo>
                  <a:pt x="41437" y="158478"/>
                </a:lnTo>
                <a:lnTo>
                  <a:pt x="41436" y="158478"/>
                </a:lnTo>
                <a:lnTo>
                  <a:pt x="41436" y="158478"/>
                </a:lnTo>
                <a:lnTo>
                  <a:pt x="41435" y="158478"/>
                </a:lnTo>
                <a:lnTo>
                  <a:pt x="41434" y="158478"/>
                </a:lnTo>
                <a:lnTo>
                  <a:pt x="41434" y="158478"/>
                </a:lnTo>
                <a:lnTo>
                  <a:pt x="41433" y="158478"/>
                </a:lnTo>
                <a:lnTo>
                  <a:pt x="41432" y="158478"/>
                </a:lnTo>
                <a:lnTo>
                  <a:pt x="41432" y="158478"/>
                </a:lnTo>
                <a:lnTo>
                  <a:pt x="41431" y="158478"/>
                </a:lnTo>
                <a:lnTo>
                  <a:pt x="41430" y="158478"/>
                </a:lnTo>
                <a:lnTo>
                  <a:pt x="41429" y="158478"/>
                </a:lnTo>
                <a:lnTo>
                  <a:pt x="41429" y="158478"/>
                </a:lnTo>
                <a:lnTo>
                  <a:pt x="41428" y="158478"/>
                </a:lnTo>
                <a:lnTo>
                  <a:pt x="41427" y="158478"/>
                </a:lnTo>
                <a:lnTo>
                  <a:pt x="41427" y="158478"/>
                </a:lnTo>
                <a:lnTo>
                  <a:pt x="41426" y="158478"/>
                </a:lnTo>
                <a:lnTo>
                  <a:pt x="41425" y="158478"/>
                </a:lnTo>
                <a:lnTo>
                  <a:pt x="41424" y="158478"/>
                </a:lnTo>
                <a:lnTo>
                  <a:pt x="41424" y="158478"/>
                </a:lnTo>
                <a:lnTo>
                  <a:pt x="41423" y="158478"/>
                </a:lnTo>
                <a:lnTo>
                  <a:pt x="41422" y="158478"/>
                </a:lnTo>
                <a:lnTo>
                  <a:pt x="41422" y="158478"/>
                </a:lnTo>
                <a:lnTo>
                  <a:pt x="41421" y="158478"/>
                </a:lnTo>
                <a:lnTo>
                  <a:pt x="41420" y="158478"/>
                </a:lnTo>
                <a:lnTo>
                  <a:pt x="41419" y="158478"/>
                </a:lnTo>
                <a:lnTo>
                  <a:pt x="41419" y="158478"/>
                </a:lnTo>
                <a:lnTo>
                  <a:pt x="41418" y="158478"/>
                </a:lnTo>
                <a:lnTo>
                  <a:pt x="41417" y="158478"/>
                </a:lnTo>
                <a:lnTo>
                  <a:pt x="41417" y="158478"/>
                </a:lnTo>
                <a:lnTo>
                  <a:pt x="41416" y="158478"/>
                </a:lnTo>
                <a:lnTo>
                  <a:pt x="41415" y="158478"/>
                </a:lnTo>
                <a:lnTo>
                  <a:pt x="41414" y="158478"/>
                </a:lnTo>
                <a:lnTo>
                  <a:pt x="41414" y="158478"/>
                </a:lnTo>
                <a:lnTo>
                  <a:pt x="41413" y="158478"/>
                </a:lnTo>
                <a:lnTo>
                  <a:pt x="41412" y="158478"/>
                </a:lnTo>
                <a:lnTo>
                  <a:pt x="41412" y="158478"/>
                </a:lnTo>
                <a:lnTo>
                  <a:pt x="41411" y="158478"/>
                </a:lnTo>
                <a:lnTo>
                  <a:pt x="41410" y="158478"/>
                </a:lnTo>
                <a:lnTo>
                  <a:pt x="41410" y="158478"/>
                </a:lnTo>
                <a:lnTo>
                  <a:pt x="41409" y="158478"/>
                </a:lnTo>
                <a:lnTo>
                  <a:pt x="41408" y="158478"/>
                </a:lnTo>
                <a:lnTo>
                  <a:pt x="41407" y="158478"/>
                </a:lnTo>
                <a:lnTo>
                  <a:pt x="41407" y="158478"/>
                </a:lnTo>
                <a:lnTo>
                  <a:pt x="41406" y="158478"/>
                </a:lnTo>
                <a:lnTo>
                  <a:pt x="41405" y="158478"/>
                </a:lnTo>
                <a:lnTo>
                  <a:pt x="41405" y="158478"/>
                </a:lnTo>
                <a:lnTo>
                  <a:pt x="41404" y="158478"/>
                </a:lnTo>
                <a:lnTo>
                  <a:pt x="41403" y="158478"/>
                </a:lnTo>
                <a:lnTo>
                  <a:pt x="41402" y="158478"/>
                </a:lnTo>
                <a:lnTo>
                  <a:pt x="41402" y="158478"/>
                </a:lnTo>
                <a:lnTo>
                  <a:pt x="41401" y="158478"/>
                </a:lnTo>
                <a:lnTo>
                  <a:pt x="41400" y="158478"/>
                </a:lnTo>
                <a:lnTo>
                  <a:pt x="41400" y="158478"/>
                </a:lnTo>
                <a:lnTo>
                  <a:pt x="41399" y="158478"/>
                </a:lnTo>
                <a:lnTo>
                  <a:pt x="41398" y="158478"/>
                </a:lnTo>
                <a:lnTo>
                  <a:pt x="41397" y="158478"/>
                </a:lnTo>
                <a:lnTo>
                  <a:pt x="41397" y="158478"/>
                </a:lnTo>
                <a:lnTo>
                  <a:pt x="41396" y="158478"/>
                </a:lnTo>
                <a:lnTo>
                  <a:pt x="41395" y="158478"/>
                </a:lnTo>
                <a:lnTo>
                  <a:pt x="41395" y="158478"/>
                </a:lnTo>
                <a:lnTo>
                  <a:pt x="41394" y="158478"/>
                </a:lnTo>
                <a:lnTo>
                  <a:pt x="41393" y="158478"/>
                </a:lnTo>
                <a:lnTo>
                  <a:pt x="41393" y="158478"/>
                </a:lnTo>
                <a:lnTo>
                  <a:pt x="41392" y="158478"/>
                </a:lnTo>
                <a:lnTo>
                  <a:pt x="41391" y="158478"/>
                </a:lnTo>
                <a:lnTo>
                  <a:pt x="41390" y="158478"/>
                </a:lnTo>
                <a:lnTo>
                  <a:pt x="41390" y="158478"/>
                </a:lnTo>
                <a:lnTo>
                  <a:pt x="41389" y="158478"/>
                </a:lnTo>
                <a:lnTo>
                  <a:pt x="41388" y="158478"/>
                </a:lnTo>
                <a:lnTo>
                  <a:pt x="41388" y="158478"/>
                </a:lnTo>
                <a:lnTo>
                  <a:pt x="41387" y="158478"/>
                </a:lnTo>
                <a:lnTo>
                  <a:pt x="41386" y="158478"/>
                </a:lnTo>
                <a:lnTo>
                  <a:pt x="41385" y="158478"/>
                </a:lnTo>
                <a:lnTo>
                  <a:pt x="41385" y="158478"/>
                </a:lnTo>
                <a:lnTo>
                  <a:pt x="41384" y="158478"/>
                </a:lnTo>
                <a:lnTo>
                  <a:pt x="41383" y="158478"/>
                </a:lnTo>
                <a:lnTo>
                  <a:pt x="41383" y="158478"/>
                </a:lnTo>
                <a:lnTo>
                  <a:pt x="41382" y="158478"/>
                </a:lnTo>
                <a:lnTo>
                  <a:pt x="41381" y="158478"/>
                </a:lnTo>
                <a:lnTo>
                  <a:pt x="41380" y="158478"/>
                </a:lnTo>
                <a:lnTo>
                  <a:pt x="41380" y="158478"/>
                </a:lnTo>
                <a:lnTo>
                  <a:pt x="41379" y="158478"/>
                </a:lnTo>
                <a:lnTo>
                  <a:pt x="41378" y="158478"/>
                </a:lnTo>
                <a:lnTo>
                  <a:pt x="41378" y="158478"/>
                </a:lnTo>
                <a:lnTo>
                  <a:pt x="41377" y="158478"/>
                </a:lnTo>
                <a:lnTo>
                  <a:pt x="41376" y="158478"/>
                </a:lnTo>
                <a:lnTo>
                  <a:pt x="41376" y="158478"/>
                </a:lnTo>
                <a:lnTo>
                  <a:pt x="41375" y="158478"/>
                </a:lnTo>
                <a:lnTo>
                  <a:pt x="41374" y="158478"/>
                </a:lnTo>
                <a:lnTo>
                  <a:pt x="41373" y="158478"/>
                </a:lnTo>
                <a:lnTo>
                  <a:pt x="41373" y="158478"/>
                </a:lnTo>
                <a:lnTo>
                  <a:pt x="41372" y="158478"/>
                </a:lnTo>
                <a:lnTo>
                  <a:pt x="41371" y="158478"/>
                </a:lnTo>
                <a:lnTo>
                  <a:pt x="41371" y="158478"/>
                </a:lnTo>
                <a:lnTo>
                  <a:pt x="41370" y="158478"/>
                </a:lnTo>
                <a:lnTo>
                  <a:pt x="41369" y="158478"/>
                </a:lnTo>
                <a:lnTo>
                  <a:pt x="41368" y="158478"/>
                </a:lnTo>
                <a:lnTo>
                  <a:pt x="41368" y="158478"/>
                </a:lnTo>
                <a:lnTo>
                  <a:pt x="41367" y="158478"/>
                </a:lnTo>
                <a:lnTo>
                  <a:pt x="41366" y="158478"/>
                </a:lnTo>
                <a:lnTo>
                  <a:pt x="41366" y="158478"/>
                </a:lnTo>
                <a:lnTo>
                  <a:pt x="41365" y="158478"/>
                </a:lnTo>
                <a:lnTo>
                  <a:pt x="41364" y="158478"/>
                </a:lnTo>
                <a:lnTo>
                  <a:pt x="41364" y="158478"/>
                </a:lnTo>
                <a:lnTo>
                  <a:pt x="41363" y="158478"/>
                </a:lnTo>
                <a:lnTo>
                  <a:pt x="41362" y="158478"/>
                </a:lnTo>
                <a:lnTo>
                  <a:pt x="41361" y="158478"/>
                </a:lnTo>
                <a:lnTo>
                  <a:pt x="41361" y="158478"/>
                </a:lnTo>
                <a:lnTo>
                  <a:pt x="41360" y="158478"/>
                </a:lnTo>
                <a:lnTo>
                  <a:pt x="41359" y="158478"/>
                </a:lnTo>
                <a:lnTo>
                  <a:pt x="41359" y="158478"/>
                </a:lnTo>
                <a:lnTo>
                  <a:pt x="41358" y="158478"/>
                </a:lnTo>
                <a:lnTo>
                  <a:pt x="41357" y="158478"/>
                </a:lnTo>
                <a:lnTo>
                  <a:pt x="41356" y="158478"/>
                </a:lnTo>
                <a:lnTo>
                  <a:pt x="41356" y="158478"/>
                </a:lnTo>
                <a:lnTo>
                  <a:pt x="41355" y="158478"/>
                </a:lnTo>
                <a:lnTo>
                  <a:pt x="41354" y="158478"/>
                </a:lnTo>
                <a:lnTo>
                  <a:pt x="41354" y="158478"/>
                </a:lnTo>
                <a:lnTo>
                  <a:pt x="41353" y="158478"/>
                </a:lnTo>
                <a:lnTo>
                  <a:pt x="41352" y="158478"/>
                </a:lnTo>
                <a:lnTo>
                  <a:pt x="41352" y="158478"/>
                </a:lnTo>
                <a:lnTo>
                  <a:pt x="41351" y="158478"/>
                </a:lnTo>
                <a:lnTo>
                  <a:pt x="41350" y="158478"/>
                </a:lnTo>
                <a:lnTo>
                  <a:pt x="41349" y="158478"/>
                </a:lnTo>
                <a:lnTo>
                  <a:pt x="41349" y="158478"/>
                </a:lnTo>
                <a:lnTo>
                  <a:pt x="41348" y="158478"/>
                </a:lnTo>
                <a:lnTo>
                  <a:pt x="41347" y="158478"/>
                </a:lnTo>
                <a:lnTo>
                  <a:pt x="41347" y="158478"/>
                </a:lnTo>
                <a:lnTo>
                  <a:pt x="41346" y="158478"/>
                </a:lnTo>
                <a:lnTo>
                  <a:pt x="41345" y="158478"/>
                </a:lnTo>
                <a:lnTo>
                  <a:pt x="41344" y="158478"/>
                </a:lnTo>
                <a:lnTo>
                  <a:pt x="41344" y="158478"/>
                </a:lnTo>
                <a:lnTo>
                  <a:pt x="41343" y="158478"/>
                </a:lnTo>
                <a:lnTo>
                  <a:pt x="41342" y="158478"/>
                </a:lnTo>
                <a:lnTo>
                  <a:pt x="41342" y="158478"/>
                </a:lnTo>
                <a:lnTo>
                  <a:pt x="41341" y="158478"/>
                </a:lnTo>
                <a:lnTo>
                  <a:pt x="41340" y="158478"/>
                </a:lnTo>
                <a:lnTo>
                  <a:pt x="41340" y="158478"/>
                </a:lnTo>
                <a:lnTo>
                  <a:pt x="41339" y="158478"/>
                </a:lnTo>
                <a:lnTo>
                  <a:pt x="41338" y="158478"/>
                </a:lnTo>
                <a:lnTo>
                  <a:pt x="41337" y="158478"/>
                </a:lnTo>
                <a:lnTo>
                  <a:pt x="41337" y="158478"/>
                </a:lnTo>
                <a:lnTo>
                  <a:pt x="41336" y="158478"/>
                </a:lnTo>
                <a:lnTo>
                  <a:pt x="41335" y="158478"/>
                </a:lnTo>
                <a:lnTo>
                  <a:pt x="41335" y="158478"/>
                </a:lnTo>
                <a:lnTo>
                  <a:pt x="41334" y="158478"/>
                </a:lnTo>
                <a:lnTo>
                  <a:pt x="41333" y="158478"/>
                </a:lnTo>
                <a:lnTo>
                  <a:pt x="41332" y="158478"/>
                </a:lnTo>
                <a:lnTo>
                  <a:pt x="41332" y="158478"/>
                </a:lnTo>
                <a:lnTo>
                  <a:pt x="41331" y="158478"/>
                </a:lnTo>
                <a:lnTo>
                  <a:pt x="41330" y="158478"/>
                </a:lnTo>
                <a:lnTo>
                  <a:pt x="41330" y="158478"/>
                </a:lnTo>
                <a:lnTo>
                  <a:pt x="41329" y="158478"/>
                </a:lnTo>
                <a:lnTo>
                  <a:pt x="41328" y="158478"/>
                </a:lnTo>
                <a:lnTo>
                  <a:pt x="41328" y="158478"/>
                </a:lnTo>
                <a:lnTo>
                  <a:pt x="41327" y="158478"/>
                </a:lnTo>
                <a:lnTo>
                  <a:pt x="41326" y="158478"/>
                </a:lnTo>
                <a:lnTo>
                  <a:pt x="41325" y="158478"/>
                </a:lnTo>
                <a:lnTo>
                  <a:pt x="41325" y="158478"/>
                </a:lnTo>
                <a:lnTo>
                  <a:pt x="41324" y="158478"/>
                </a:lnTo>
                <a:lnTo>
                  <a:pt x="41323" y="158478"/>
                </a:lnTo>
                <a:lnTo>
                  <a:pt x="41323" y="158478"/>
                </a:lnTo>
                <a:lnTo>
                  <a:pt x="41322" y="158478"/>
                </a:lnTo>
                <a:lnTo>
                  <a:pt x="41321" y="158478"/>
                </a:lnTo>
                <a:lnTo>
                  <a:pt x="41320" y="158478"/>
                </a:lnTo>
                <a:lnTo>
                  <a:pt x="41320" y="158478"/>
                </a:lnTo>
                <a:lnTo>
                  <a:pt x="41319" y="158478"/>
                </a:lnTo>
                <a:lnTo>
                  <a:pt x="41318" y="158478"/>
                </a:lnTo>
                <a:lnTo>
                  <a:pt x="41318" y="158478"/>
                </a:lnTo>
                <a:lnTo>
                  <a:pt x="41317" y="158478"/>
                </a:lnTo>
                <a:lnTo>
                  <a:pt x="41316" y="158478"/>
                </a:lnTo>
                <a:lnTo>
                  <a:pt x="41316" y="158478"/>
                </a:lnTo>
                <a:lnTo>
                  <a:pt x="41315" y="158478"/>
                </a:lnTo>
                <a:lnTo>
                  <a:pt x="41314" y="158478"/>
                </a:lnTo>
                <a:lnTo>
                  <a:pt x="41313" y="158478"/>
                </a:lnTo>
                <a:lnTo>
                  <a:pt x="41313" y="158478"/>
                </a:lnTo>
                <a:lnTo>
                  <a:pt x="41312" y="158478"/>
                </a:lnTo>
                <a:lnTo>
                  <a:pt x="41311" y="158478"/>
                </a:lnTo>
                <a:lnTo>
                  <a:pt x="41311" y="158478"/>
                </a:lnTo>
                <a:lnTo>
                  <a:pt x="41310" y="158478"/>
                </a:lnTo>
                <a:lnTo>
                  <a:pt x="41309" y="158478"/>
                </a:lnTo>
                <a:lnTo>
                  <a:pt x="41308" y="158478"/>
                </a:lnTo>
                <a:lnTo>
                  <a:pt x="41308" y="158478"/>
                </a:lnTo>
                <a:lnTo>
                  <a:pt x="41307" y="158478"/>
                </a:lnTo>
                <a:lnTo>
                  <a:pt x="41306" y="158478"/>
                </a:lnTo>
                <a:lnTo>
                  <a:pt x="41306" y="158478"/>
                </a:lnTo>
                <a:lnTo>
                  <a:pt x="41305" y="158478"/>
                </a:lnTo>
                <a:lnTo>
                  <a:pt x="41304" y="158478"/>
                </a:lnTo>
                <a:lnTo>
                  <a:pt x="41304" y="158478"/>
                </a:lnTo>
                <a:lnTo>
                  <a:pt x="41303" y="158478"/>
                </a:lnTo>
                <a:lnTo>
                  <a:pt x="41302" y="158478"/>
                </a:lnTo>
                <a:lnTo>
                  <a:pt x="41301" y="158478"/>
                </a:lnTo>
                <a:lnTo>
                  <a:pt x="41301" y="158478"/>
                </a:lnTo>
                <a:lnTo>
                  <a:pt x="41300" y="158478"/>
                </a:lnTo>
                <a:lnTo>
                  <a:pt x="41299" y="158478"/>
                </a:lnTo>
                <a:lnTo>
                  <a:pt x="41299" y="158478"/>
                </a:lnTo>
                <a:lnTo>
                  <a:pt x="41298" y="158478"/>
                </a:lnTo>
                <a:lnTo>
                  <a:pt x="41297" y="158478"/>
                </a:lnTo>
                <a:lnTo>
                  <a:pt x="41297" y="158478"/>
                </a:lnTo>
                <a:lnTo>
                  <a:pt x="41296" y="158478"/>
                </a:lnTo>
                <a:lnTo>
                  <a:pt x="41295" y="158478"/>
                </a:lnTo>
                <a:lnTo>
                  <a:pt x="41294" y="158478"/>
                </a:lnTo>
                <a:lnTo>
                  <a:pt x="41294" y="158478"/>
                </a:lnTo>
                <a:lnTo>
                  <a:pt x="41293" y="158478"/>
                </a:lnTo>
                <a:lnTo>
                  <a:pt x="41292" y="158478"/>
                </a:lnTo>
                <a:lnTo>
                  <a:pt x="41292" y="158478"/>
                </a:lnTo>
                <a:lnTo>
                  <a:pt x="41291" y="158478"/>
                </a:lnTo>
                <a:lnTo>
                  <a:pt x="41290" y="158478"/>
                </a:lnTo>
                <a:lnTo>
                  <a:pt x="41289" y="158478"/>
                </a:lnTo>
                <a:lnTo>
                  <a:pt x="41289" y="158478"/>
                </a:lnTo>
                <a:lnTo>
                  <a:pt x="41288" y="158478"/>
                </a:lnTo>
                <a:lnTo>
                  <a:pt x="41287" y="158478"/>
                </a:lnTo>
                <a:lnTo>
                  <a:pt x="41287" y="158478"/>
                </a:lnTo>
                <a:lnTo>
                  <a:pt x="41286" y="158478"/>
                </a:lnTo>
                <a:lnTo>
                  <a:pt x="41285" y="158478"/>
                </a:lnTo>
                <a:lnTo>
                  <a:pt x="41285" y="158478"/>
                </a:lnTo>
                <a:lnTo>
                  <a:pt x="41284" y="158478"/>
                </a:lnTo>
                <a:lnTo>
                  <a:pt x="41283" y="158478"/>
                </a:lnTo>
                <a:lnTo>
                  <a:pt x="41282" y="158478"/>
                </a:lnTo>
                <a:lnTo>
                  <a:pt x="41282" y="158478"/>
                </a:lnTo>
                <a:lnTo>
                  <a:pt x="41281" y="158478"/>
                </a:lnTo>
                <a:lnTo>
                  <a:pt x="41280" y="158478"/>
                </a:lnTo>
                <a:lnTo>
                  <a:pt x="41280" y="158478"/>
                </a:lnTo>
                <a:lnTo>
                  <a:pt x="41279" y="158478"/>
                </a:lnTo>
                <a:lnTo>
                  <a:pt x="41278" y="158478"/>
                </a:lnTo>
                <a:lnTo>
                  <a:pt x="41278" y="158478"/>
                </a:lnTo>
                <a:lnTo>
                  <a:pt x="41277" y="158478"/>
                </a:lnTo>
                <a:lnTo>
                  <a:pt x="41276" y="158478"/>
                </a:lnTo>
                <a:lnTo>
                  <a:pt x="41275" y="158478"/>
                </a:lnTo>
                <a:lnTo>
                  <a:pt x="41275" y="158478"/>
                </a:lnTo>
                <a:lnTo>
                  <a:pt x="41274" y="158478"/>
                </a:lnTo>
                <a:lnTo>
                  <a:pt x="41273" y="158478"/>
                </a:lnTo>
                <a:lnTo>
                  <a:pt x="41273" y="158478"/>
                </a:lnTo>
                <a:lnTo>
                  <a:pt x="41272" y="158478"/>
                </a:lnTo>
                <a:lnTo>
                  <a:pt x="41271" y="158478"/>
                </a:lnTo>
                <a:lnTo>
                  <a:pt x="41270" y="158478"/>
                </a:lnTo>
                <a:lnTo>
                  <a:pt x="41270" y="158478"/>
                </a:lnTo>
                <a:lnTo>
                  <a:pt x="41269" y="158478"/>
                </a:lnTo>
                <a:lnTo>
                  <a:pt x="41268" y="158478"/>
                </a:lnTo>
                <a:lnTo>
                  <a:pt x="41268" y="158478"/>
                </a:lnTo>
                <a:lnTo>
                  <a:pt x="41267" y="158478"/>
                </a:lnTo>
                <a:lnTo>
                  <a:pt x="41266" y="158478"/>
                </a:lnTo>
                <a:lnTo>
                  <a:pt x="41266" y="158478"/>
                </a:lnTo>
                <a:lnTo>
                  <a:pt x="41265" y="158478"/>
                </a:lnTo>
                <a:lnTo>
                  <a:pt x="41264" y="158478"/>
                </a:lnTo>
                <a:lnTo>
                  <a:pt x="41263" y="158478"/>
                </a:lnTo>
                <a:lnTo>
                  <a:pt x="41263" y="158478"/>
                </a:lnTo>
                <a:lnTo>
                  <a:pt x="41262" y="158478"/>
                </a:lnTo>
                <a:lnTo>
                  <a:pt x="41261" y="158478"/>
                </a:lnTo>
                <a:lnTo>
                  <a:pt x="41261" y="158478"/>
                </a:lnTo>
                <a:lnTo>
                  <a:pt x="41260" y="158478"/>
                </a:lnTo>
                <a:lnTo>
                  <a:pt x="41259" y="158478"/>
                </a:lnTo>
                <a:lnTo>
                  <a:pt x="41259" y="158478"/>
                </a:lnTo>
                <a:lnTo>
                  <a:pt x="41258" y="158478"/>
                </a:lnTo>
                <a:lnTo>
                  <a:pt x="41257" y="158478"/>
                </a:lnTo>
                <a:lnTo>
                  <a:pt x="41256" y="158478"/>
                </a:lnTo>
                <a:lnTo>
                  <a:pt x="41256" y="158478"/>
                </a:lnTo>
                <a:lnTo>
                  <a:pt x="41255" y="158478"/>
                </a:lnTo>
                <a:lnTo>
                  <a:pt x="41254" y="158478"/>
                </a:lnTo>
                <a:lnTo>
                  <a:pt x="41254" y="158478"/>
                </a:lnTo>
                <a:lnTo>
                  <a:pt x="41253" y="158478"/>
                </a:lnTo>
                <a:lnTo>
                  <a:pt x="41252" y="158478"/>
                </a:lnTo>
                <a:lnTo>
                  <a:pt x="41252" y="158478"/>
                </a:lnTo>
                <a:lnTo>
                  <a:pt x="41251" y="158478"/>
                </a:lnTo>
                <a:lnTo>
                  <a:pt x="41250" y="158478"/>
                </a:lnTo>
                <a:lnTo>
                  <a:pt x="41249" y="158478"/>
                </a:lnTo>
                <a:lnTo>
                  <a:pt x="41249" y="158478"/>
                </a:lnTo>
                <a:lnTo>
                  <a:pt x="41248" y="158478"/>
                </a:lnTo>
                <a:lnTo>
                  <a:pt x="41247" y="158478"/>
                </a:lnTo>
                <a:lnTo>
                  <a:pt x="41247" y="158478"/>
                </a:lnTo>
                <a:lnTo>
                  <a:pt x="41246" y="158478"/>
                </a:lnTo>
                <a:lnTo>
                  <a:pt x="41245" y="158478"/>
                </a:lnTo>
                <a:lnTo>
                  <a:pt x="41244" y="158478"/>
                </a:lnTo>
                <a:lnTo>
                  <a:pt x="41244" y="158478"/>
                </a:lnTo>
                <a:lnTo>
                  <a:pt x="41243" y="158478"/>
                </a:lnTo>
                <a:lnTo>
                  <a:pt x="41242" y="158478"/>
                </a:lnTo>
                <a:lnTo>
                  <a:pt x="41242" y="158478"/>
                </a:lnTo>
                <a:lnTo>
                  <a:pt x="41241" y="158478"/>
                </a:lnTo>
                <a:lnTo>
                  <a:pt x="41240" y="158478"/>
                </a:lnTo>
                <a:lnTo>
                  <a:pt x="41240" y="158478"/>
                </a:lnTo>
                <a:lnTo>
                  <a:pt x="41239" y="158478"/>
                </a:lnTo>
                <a:lnTo>
                  <a:pt x="41238" y="158478"/>
                </a:lnTo>
                <a:lnTo>
                  <a:pt x="41237" y="158478"/>
                </a:lnTo>
                <a:lnTo>
                  <a:pt x="41237" y="158478"/>
                </a:lnTo>
                <a:lnTo>
                  <a:pt x="41236" y="158478"/>
                </a:lnTo>
                <a:lnTo>
                  <a:pt x="41235" y="158478"/>
                </a:lnTo>
                <a:lnTo>
                  <a:pt x="41235" y="158478"/>
                </a:lnTo>
                <a:lnTo>
                  <a:pt x="41234" y="158478"/>
                </a:lnTo>
                <a:lnTo>
                  <a:pt x="41233" y="158478"/>
                </a:lnTo>
                <a:lnTo>
                  <a:pt x="41233" y="158478"/>
                </a:lnTo>
                <a:lnTo>
                  <a:pt x="41232" y="158478"/>
                </a:lnTo>
                <a:lnTo>
                  <a:pt x="41231" y="158478"/>
                </a:lnTo>
                <a:lnTo>
                  <a:pt x="41230" y="158478"/>
                </a:lnTo>
                <a:lnTo>
                  <a:pt x="41230" y="158478"/>
                </a:lnTo>
                <a:lnTo>
                  <a:pt x="41229" y="158478"/>
                </a:lnTo>
                <a:lnTo>
                  <a:pt x="41228" y="158478"/>
                </a:lnTo>
                <a:lnTo>
                  <a:pt x="41228" y="158478"/>
                </a:lnTo>
                <a:lnTo>
                  <a:pt x="41227" y="158478"/>
                </a:lnTo>
                <a:lnTo>
                  <a:pt x="41226" y="158478"/>
                </a:lnTo>
                <a:lnTo>
                  <a:pt x="41226" y="158478"/>
                </a:lnTo>
                <a:lnTo>
                  <a:pt x="41225" y="158478"/>
                </a:lnTo>
                <a:lnTo>
                  <a:pt x="41224" y="158478"/>
                </a:lnTo>
                <a:lnTo>
                  <a:pt x="41223" y="158478"/>
                </a:lnTo>
                <a:lnTo>
                  <a:pt x="41223" y="158478"/>
                </a:lnTo>
                <a:lnTo>
                  <a:pt x="41222" y="158478"/>
                </a:lnTo>
                <a:lnTo>
                  <a:pt x="41221" y="158478"/>
                </a:lnTo>
                <a:lnTo>
                  <a:pt x="41221" y="158478"/>
                </a:lnTo>
                <a:lnTo>
                  <a:pt x="41220" y="158478"/>
                </a:lnTo>
                <a:lnTo>
                  <a:pt x="41219" y="158478"/>
                </a:lnTo>
                <a:lnTo>
                  <a:pt x="41219" y="158478"/>
                </a:lnTo>
                <a:lnTo>
                  <a:pt x="41218" y="158478"/>
                </a:lnTo>
                <a:lnTo>
                  <a:pt x="41217" y="158478"/>
                </a:lnTo>
                <a:lnTo>
                  <a:pt x="41216" y="158478"/>
                </a:lnTo>
                <a:lnTo>
                  <a:pt x="41216" y="158478"/>
                </a:lnTo>
                <a:lnTo>
                  <a:pt x="41215" y="158478"/>
                </a:lnTo>
                <a:lnTo>
                  <a:pt x="41214" y="158478"/>
                </a:lnTo>
                <a:lnTo>
                  <a:pt x="41214" y="158478"/>
                </a:lnTo>
                <a:lnTo>
                  <a:pt x="41213" y="158478"/>
                </a:lnTo>
                <a:lnTo>
                  <a:pt x="41212" y="158478"/>
                </a:lnTo>
                <a:lnTo>
                  <a:pt x="41212" y="158478"/>
                </a:lnTo>
                <a:lnTo>
                  <a:pt x="41211" y="158478"/>
                </a:lnTo>
                <a:lnTo>
                  <a:pt x="41210" y="158478"/>
                </a:lnTo>
                <a:lnTo>
                  <a:pt x="41209" y="158478"/>
                </a:lnTo>
                <a:lnTo>
                  <a:pt x="41209" y="158478"/>
                </a:lnTo>
                <a:lnTo>
                  <a:pt x="41208" y="158478"/>
                </a:lnTo>
                <a:lnTo>
                  <a:pt x="41207" y="158478"/>
                </a:lnTo>
                <a:lnTo>
                  <a:pt x="41207" y="158478"/>
                </a:lnTo>
                <a:lnTo>
                  <a:pt x="41206" y="158478"/>
                </a:lnTo>
                <a:lnTo>
                  <a:pt x="41205" y="158478"/>
                </a:lnTo>
                <a:lnTo>
                  <a:pt x="41205" y="158478"/>
                </a:lnTo>
                <a:lnTo>
                  <a:pt x="41204" y="158478"/>
                </a:lnTo>
                <a:lnTo>
                  <a:pt x="41203" y="158478"/>
                </a:lnTo>
                <a:lnTo>
                  <a:pt x="41202" y="158478"/>
                </a:lnTo>
                <a:lnTo>
                  <a:pt x="41202" y="158478"/>
                </a:lnTo>
                <a:lnTo>
                  <a:pt x="41201" y="158478"/>
                </a:lnTo>
                <a:lnTo>
                  <a:pt x="41200" y="158478"/>
                </a:lnTo>
                <a:lnTo>
                  <a:pt x="41200" y="158478"/>
                </a:lnTo>
                <a:lnTo>
                  <a:pt x="41199" y="158478"/>
                </a:lnTo>
                <a:lnTo>
                  <a:pt x="41198" y="158478"/>
                </a:lnTo>
                <a:lnTo>
                  <a:pt x="41198" y="158478"/>
                </a:lnTo>
                <a:lnTo>
                  <a:pt x="41197" y="158478"/>
                </a:lnTo>
                <a:lnTo>
                  <a:pt x="41196" y="158478"/>
                </a:lnTo>
                <a:lnTo>
                  <a:pt x="41195" y="158478"/>
                </a:lnTo>
                <a:lnTo>
                  <a:pt x="41195" y="158478"/>
                </a:lnTo>
                <a:lnTo>
                  <a:pt x="41194" y="158478"/>
                </a:lnTo>
                <a:lnTo>
                  <a:pt x="41193" y="158478"/>
                </a:lnTo>
                <a:lnTo>
                  <a:pt x="41193" y="158478"/>
                </a:lnTo>
                <a:lnTo>
                  <a:pt x="41192" y="158478"/>
                </a:lnTo>
                <a:lnTo>
                  <a:pt x="41191" y="158478"/>
                </a:lnTo>
                <a:lnTo>
                  <a:pt x="41191" y="158478"/>
                </a:lnTo>
                <a:lnTo>
                  <a:pt x="41190" y="158478"/>
                </a:lnTo>
                <a:lnTo>
                  <a:pt x="41189" y="158478"/>
                </a:lnTo>
                <a:lnTo>
                  <a:pt x="41188" y="158478"/>
                </a:lnTo>
                <a:lnTo>
                  <a:pt x="41188" y="158478"/>
                </a:lnTo>
                <a:lnTo>
                  <a:pt x="41187" y="158478"/>
                </a:lnTo>
                <a:lnTo>
                  <a:pt x="41186" y="158478"/>
                </a:lnTo>
                <a:lnTo>
                  <a:pt x="41186" y="158478"/>
                </a:lnTo>
                <a:lnTo>
                  <a:pt x="41185" y="158478"/>
                </a:lnTo>
                <a:lnTo>
                  <a:pt x="41184" y="158478"/>
                </a:lnTo>
                <a:lnTo>
                  <a:pt x="41184" y="158478"/>
                </a:lnTo>
                <a:lnTo>
                  <a:pt x="41183" y="158478"/>
                </a:lnTo>
                <a:lnTo>
                  <a:pt x="41182" y="158478"/>
                </a:lnTo>
                <a:lnTo>
                  <a:pt x="41181" y="158478"/>
                </a:lnTo>
                <a:lnTo>
                  <a:pt x="41181" y="158478"/>
                </a:lnTo>
                <a:lnTo>
                  <a:pt x="41180" y="158478"/>
                </a:lnTo>
                <a:lnTo>
                  <a:pt x="41179" y="158478"/>
                </a:lnTo>
                <a:lnTo>
                  <a:pt x="41179" y="158478"/>
                </a:lnTo>
                <a:lnTo>
                  <a:pt x="41178" y="158478"/>
                </a:lnTo>
                <a:lnTo>
                  <a:pt x="41177" y="158478"/>
                </a:lnTo>
                <a:lnTo>
                  <a:pt x="41177" y="158478"/>
                </a:lnTo>
                <a:lnTo>
                  <a:pt x="41176" y="158478"/>
                </a:lnTo>
                <a:lnTo>
                  <a:pt x="41175" y="158478"/>
                </a:lnTo>
                <a:lnTo>
                  <a:pt x="41174" y="158478"/>
                </a:lnTo>
                <a:lnTo>
                  <a:pt x="41174" y="158478"/>
                </a:lnTo>
                <a:lnTo>
                  <a:pt x="41173" y="158478"/>
                </a:lnTo>
                <a:lnTo>
                  <a:pt x="41172" y="158478"/>
                </a:lnTo>
                <a:lnTo>
                  <a:pt x="41172" y="158478"/>
                </a:lnTo>
                <a:lnTo>
                  <a:pt x="41171" y="158478"/>
                </a:lnTo>
                <a:lnTo>
                  <a:pt x="41170" y="158478"/>
                </a:lnTo>
                <a:lnTo>
                  <a:pt x="41170" y="158478"/>
                </a:lnTo>
                <a:lnTo>
                  <a:pt x="41169" y="158478"/>
                </a:lnTo>
                <a:lnTo>
                  <a:pt x="41168" y="158478"/>
                </a:lnTo>
                <a:lnTo>
                  <a:pt x="41167" y="158478"/>
                </a:lnTo>
                <a:lnTo>
                  <a:pt x="41167" y="158478"/>
                </a:lnTo>
                <a:lnTo>
                  <a:pt x="41166" y="158478"/>
                </a:lnTo>
                <a:lnTo>
                  <a:pt x="41165" y="158478"/>
                </a:lnTo>
                <a:lnTo>
                  <a:pt x="41165" y="158478"/>
                </a:lnTo>
                <a:lnTo>
                  <a:pt x="41164" y="158478"/>
                </a:lnTo>
                <a:lnTo>
                  <a:pt x="41163" y="158478"/>
                </a:lnTo>
                <a:lnTo>
                  <a:pt x="41163" y="158478"/>
                </a:lnTo>
                <a:lnTo>
                  <a:pt x="41162" y="158478"/>
                </a:lnTo>
                <a:lnTo>
                  <a:pt x="41161" y="158478"/>
                </a:lnTo>
                <a:lnTo>
                  <a:pt x="41160" y="158478"/>
                </a:lnTo>
                <a:lnTo>
                  <a:pt x="41160" y="158478"/>
                </a:lnTo>
                <a:lnTo>
                  <a:pt x="41159" y="158478"/>
                </a:lnTo>
                <a:lnTo>
                  <a:pt x="41158" y="158478"/>
                </a:lnTo>
                <a:lnTo>
                  <a:pt x="41158" y="158478"/>
                </a:lnTo>
                <a:lnTo>
                  <a:pt x="41157" y="158478"/>
                </a:lnTo>
                <a:lnTo>
                  <a:pt x="41156" y="158478"/>
                </a:lnTo>
                <a:lnTo>
                  <a:pt x="41156" y="158478"/>
                </a:lnTo>
                <a:lnTo>
                  <a:pt x="41155" y="158478"/>
                </a:lnTo>
                <a:lnTo>
                  <a:pt x="41154" y="158478"/>
                </a:lnTo>
                <a:lnTo>
                  <a:pt x="41154" y="158478"/>
                </a:lnTo>
                <a:lnTo>
                  <a:pt x="41153" y="158478"/>
                </a:lnTo>
                <a:lnTo>
                  <a:pt x="41152" y="158478"/>
                </a:lnTo>
                <a:lnTo>
                  <a:pt x="41151" y="158478"/>
                </a:lnTo>
                <a:lnTo>
                  <a:pt x="41151" y="158478"/>
                </a:lnTo>
                <a:lnTo>
                  <a:pt x="41150" y="158478"/>
                </a:lnTo>
                <a:lnTo>
                  <a:pt x="41149" y="158478"/>
                </a:lnTo>
                <a:lnTo>
                  <a:pt x="41149" y="158478"/>
                </a:lnTo>
                <a:lnTo>
                  <a:pt x="41148" y="158478"/>
                </a:lnTo>
                <a:lnTo>
                  <a:pt x="41147" y="158478"/>
                </a:lnTo>
                <a:lnTo>
                  <a:pt x="41147" y="158478"/>
                </a:lnTo>
                <a:lnTo>
                  <a:pt x="41146" y="158478"/>
                </a:lnTo>
                <a:lnTo>
                  <a:pt x="41145" y="158478"/>
                </a:lnTo>
                <a:lnTo>
                  <a:pt x="41144" y="158478"/>
                </a:lnTo>
                <a:lnTo>
                  <a:pt x="41144" y="158478"/>
                </a:lnTo>
                <a:lnTo>
                  <a:pt x="41143" y="158478"/>
                </a:lnTo>
                <a:lnTo>
                  <a:pt x="41142" y="158478"/>
                </a:lnTo>
                <a:lnTo>
                  <a:pt x="41142" y="158478"/>
                </a:lnTo>
                <a:lnTo>
                  <a:pt x="41141" y="158478"/>
                </a:lnTo>
                <a:lnTo>
                  <a:pt x="41140" y="158478"/>
                </a:lnTo>
                <a:lnTo>
                  <a:pt x="41140" y="158478"/>
                </a:lnTo>
                <a:lnTo>
                  <a:pt x="41139" y="158478"/>
                </a:lnTo>
                <a:lnTo>
                  <a:pt x="41138" y="158478"/>
                </a:lnTo>
                <a:lnTo>
                  <a:pt x="41137" y="158478"/>
                </a:lnTo>
                <a:lnTo>
                  <a:pt x="41137" y="158478"/>
                </a:lnTo>
                <a:lnTo>
                  <a:pt x="41136" y="158478"/>
                </a:lnTo>
                <a:lnTo>
                  <a:pt x="41135" y="158478"/>
                </a:lnTo>
                <a:lnTo>
                  <a:pt x="41135" y="158478"/>
                </a:lnTo>
                <a:lnTo>
                  <a:pt x="41134" y="158478"/>
                </a:lnTo>
                <a:lnTo>
                  <a:pt x="41133" y="158478"/>
                </a:lnTo>
                <a:lnTo>
                  <a:pt x="41133" y="158478"/>
                </a:lnTo>
                <a:lnTo>
                  <a:pt x="41132" y="158478"/>
                </a:lnTo>
                <a:lnTo>
                  <a:pt x="41131" y="158478"/>
                </a:lnTo>
                <a:lnTo>
                  <a:pt x="41131" y="158478"/>
                </a:lnTo>
                <a:lnTo>
                  <a:pt x="41130" y="158478"/>
                </a:lnTo>
                <a:lnTo>
                  <a:pt x="41129" y="158478"/>
                </a:lnTo>
                <a:lnTo>
                  <a:pt x="41128" y="158478"/>
                </a:lnTo>
                <a:lnTo>
                  <a:pt x="41128" y="158478"/>
                </a:lnTo>
                <a:lnTo>
                  <a:pt x="41127" y="158478"/>
                </a:lnTo>
                <a:lnTo>
                  <a:pt x="41126" y="158478"/>
                </a:lnTo>
                <a:lnTo>
                  <a:pt x="41126" y="158478"/>
                </a:lnTo>
                <a:lnTo>
                  <a:pt x="41125" y="158478"/>
                </a:lnTo>
                <a:lnTo>
                  <a:pt x="41124" y="158478"/>
                </a:lnTo>
                <a:lnTo>
                  <a:pt x="41124" y="158478"/>
                </a:lnTo>
                <a:lnTo>
                  <a:pt x="41123" y="158478"/>
                </a:lnTo>
                <a:lnTo>
                  <a:pt x="41122" y="158478"/>
                </a:lnTo>
                <a:lnTo>
                  <a:pt x="41121" y="158478"/>
                </a:lnTo>
                <a:lnTo>
                  <a:pt x="41121" y="158478"/>
                </a:lnTo>
                <a:lnTo>
                  <a:pt x="41120" y="158478"/>
                </a:lnTo>
                <a:lnTo>
                  <a:pt x="41119" y="158478"/>
                </a:lnTo>
                <a:lnTo>
                  <a:pt x="41119" y="158478"/>
                </a:lnTo>
                <a:lnTo>
                  <a:pt x="41118" y="158478"/>
                </a:lnTo>
                <a:lnTo>
                  <a:pt x="41117" y="158478"/>
                </a:lnTo>
                <a:lnTo>
                  <a:pt x="41117" y="158478"/>
                </a:lnTo>
                <a:lnTo>
                  <a:pt x="41116" y="158478"/>
                </a:lnTo>
                <a:lnTo>
                  <a:pt x="41115" y="158478"/>
                </a:lnTo>
                <a:lnTo>
                  <a:pt x="41114" y="158478"/>
                </a:lnTo>
                <a:lnTo>
                  <a:pt x="41114" y="158478"/>
                </a:lnTo>
                <a:lnTo>
                  <a:pt x="41113" y="158478"/>
                </a:lnTo>
                <a:lnTo>
                  <a:pt x="41112" y="158478"/>
                </a:lnTo>
                <a:lnTo>
                  <a:pt x="41112" y="158478"/>
                </a:lnTo>
                <a:lnTo>
                  <a:pt x="41111" y="158478"/>
                </a:lnTo>
                <a:lnTo>
                  <a:pt x="41110" y="158478"/>
                </a:lnTo>
                <a:lnTo>
                  <a:pt x="41110" y="158478"/>
                </a:lnTo>
                <a:lnTo>
                  <a:pt x="41109" y="158478"/>
                </a:lnTo>
                <a:lnTo>
                  <a:pt x="41108" y="158478"/>
                </a:lnTo>
                <a:lnTo>
                  <a:pt x="41108" y="158478"/>
                </a:lnTo>
                <a:lnTo>
                  <a:pt x="41107" y="158478"/>
                </a:lnTo>
                <a:lnTo>
                  <a:pt x="41106" y="158478"/>
                </a:lnTo>
                <a:lnTo>
                  <a:pt x="41105" y="158478"/>
                </a:lnTo>
                <a:lnTo>
                  <a:pt x="41105" y="158478"/>
                </a:lnTo>
                <a:lnTo>
                  <a:pt x="41104" y="158478"/>
                </a:lnTo>
                <a:lnTo>
                  <a:pt x="41103" y="158478"/>
                </a:lnTo>
                <a:lnTo>
                  <a:pt x="41103" y="158478"/>
                </a:lnTo>
                <a:lnTo>
                  <a:pt x="41102" y="158478"/>
                </a:lnTo>
                <a:lnTo>
                  <a:pt x="41101" y="158478"/>
                </a:lnTo>
                <a:lnTo>
                  <a:pt x="41101" y="158478"/>
                </a:lnTo>
                <a:lnTo>
                  <a:pt x="41100" y="158478"/>
                </a:lnTo>
                <a:lnTo>
                  <a:pt x="41099" y="158478"/>
                </a:lnTo>
                <a:lnTo>
                  <a:pt x="41098" y="158478"/>
                </a:lnTo>
                <a:lnTo>
                  <a:pt x="41098" y="158478"/>
                </a:lnTo>
                <a:lnTo>
                  <a:pt x="41097" y="158478"/>
                </a:lnTo>
                <a:lnTo>
                  <a:pt x="41096" y="158478"/>
                </a:lnTo>
                <a:lnTo>
                  <a:pt x="41096" y="158478"/>
                </a:lnTo>
                <a:lnTo>
                  <a:pt x="41095" y="158478"/>
                </a:lnTo>
                <a:lnTo>
                  <a:pt x="41094" y="158478"/>
                </a:lnTo>
                <a:lnTo>
                  <a:pt x="41094" y="158478"/>
                </a:lnTo>
                <a:lnTo>
                  <a:pt x="41093" y="158478"/>
                </a:lnTo>
                <a:lnTo>
                  <a:pt x="41092" y="158478"/>
                </a:lnTo>
                <a:lnTo>
                  <a:pt x="41092" y="158478"/>
                </a:lnTo>
                <a:lnTo>
                  <a:pt x="41091" y="158478"/>
                </a:lnTo>
                <a:lnTo>
                  <a:pt x="41090" y="158478"/>
                </a:lnTo>
                <a:lnTo>
                  <a:pt x="41089" y="158478"/>
                </a:lnTo>
                <a:lnTo>
                  <a:pt x="41089" y="158478"/>
                </a:lnTo>
                <a:lnTo>
                  <a:pt x="41088" y="158478"/>
                </a:lnTo>
                <a:lnTo>
                  <a:pt x="41087" y="158478"/>
                </a:lnTo>
                <a:lnTo>
                  <a:pt x="41087" y="158478"/>
                </a:lnTo>
                <a:lnTo>
                  <a:pt x="41086" y="158478"/>
                </a:lnTo>
                <a:lnTo>
                  <a:pt x="41085" y="158478"/>
                </a:lnTo>
                <a:lnTo>
                  <a:pt x="41085" y="158478"/>
                </a:lnTo>
                <a:lnTo>
                  <a:pt x="41084" y="158478"/>
                </a:lnTo>
                <a:lnTo>
                  <a:pt x="41083" y="158478"/>
                </a:lnTo>
                <a:lnTo>
                  <a:pt x="41082" y="158478"/>
                </a:lnTo>
                <a:lnTo>
                  <a:pt x="41082" y="158478"/>
                </a:lnTo>
                <a:lnTo>
                  <a:pt x="41081" y="158478"/>
                </a:lnTo>
                <a:lnTo>
                  <a:pt x="41080" y="158478"/>
                </a:lnTo>
                <a:lnTo>
                  <a:pt x="41080" y="158478"/>
                </a:lnTo>
                <a:lnTo>
                  <a:pt x="41079" y="158478"/>
                </a:lnTo>
                <a:lnTo>
                  <a:pt x="41078" y="158478"/>
                </a:lnTo>
                <a:lnTo>
                  <a:pt x="41078" y="158478"/>
                </a:lnTo>
                <a:lnTo>
                  <a:pt x="41077" y="158478"/>
                </a:lnTo>
                <a:lnTo>
                  <a:pt x="41076" y="158478"/>
                </a:lnTo>
                <a:lnTo>
                  <a:pt x="41076" y="158478"/>
                </a:lnTo>
                <a:lnTo>
                  <a:pt x="41075" y="158478"/>
                </a:lnTo>
                <a:lnTo>
                  <a:pt x="41074" y="158478"/>
                </a:lnTo>
                <a:lnTo>
                  <a:pt x="41073" y="158478"/>
                </a:lnTo>
                <a:lnTo>
                  <a:pt x="41073" y="158478"/>
                </a:lnTo>
                <a:lnTo>
                  <a:pt x="41072" y="158478"/>
                </a:lnTo>
                <a:lnTo>
                  <a:pt x="41071" y="158478"/>
                </a:lnTo>
                <a:lnTo>
                  <a:pt x="41071" y="158478"/>
                </a:lnTo>
                <a:lnTo>
                  <a:pt x="41070" y="158478"/>
                </a:lnTo>
                <a:lnTo>
                  <a:pt x="41069" y="158478"/>
                </a:lnTo>
                <a:lnTo>
                  <a:pt x="41069" y="158478"/>
                </a:lnTo>
                <a:lnTo>
                  <a:pt x="41068" y="158478"/>
                </a:lnTo>
                <a:lnTo>
                  <a:pt x="41067" y="158478"/>
                </a:lnTo>
                <a:lnTo>
                  <a:pt x="41067" y="158478"/>
                </a:lnTo>
                <a:lnTo>
                  <a:pt x="41066" y="158478"/>
                </a:lnTo>
                <a:lnTo>
                  <a:pt x="41065" y="158478"/>
                </a:lnTo>
                <a:lnTo>
                  <a:pt x="41064" y="158478"/>
                </a:lnTo>
                <a:lnTo>
                  <a:pt x="41064" y="158478"/>
                </a:lnTo>
                <a:lnTo>
                  <a:pt x="41063" y="158478"/>
                </a:lnTo>
                <a:lnTo>
                  <a:pt x="41062" y="158478"/>
                </a:lnTo>
                <a:lnTo>
                  <a:pt x="41062" y="158478"/>
                </a:lnTo>
                <a:lnTo>
                  <a:pt x="41061" y="158478"/>
                </a:lnTo>
                <a:lnTo>
                  <a:pt x="41060" y="158478"/>
                </a:lnTo>
                <a:lnTo>
                  <a:pt x="41060" y="158478"/>
                </a:lnTo>
                <a:lnTo>
                  <a:pt x="41059" y="158478"/>
                </a:lnTo>
                <a:lnTo>
                  <a:pt x="41058" y="158478"/>
                </a:lnTo>
                <a:lnTo>
                  <a:pt x="41057" y="158478"/>
                </a:lnTo>
                <a:lnTo>
                  <a:pt x="41057" y="158478"/>
                </a:lnTo>
                <a:lnTo>
                  <a:pt x="41056" y="158478"/>
                </a:lnTo>
                <a:lnTo>
                  <a:pt x="41055" y="158478"/>
                </a:lnTo>
                <a:lnTo>
                  <a:pt x="41055" y="158478"/>
                </a:lnTo>
                <a:lnTo>
                  <a:pt x="41054" y="158478"/>
                </a:lnTo>
                <a:lnTo>
                  <a:pt x="41053" y="158478"/>
                </a:lnTo>
                <a:lnTo>
                  <a:pt x="41053" y="158478"/>
                </a:lnTo>
                <a:lnTo>
                  <a:pt x="41052" y="158478"/>
                </a:lnTo>
                <a:lnTo>
                  <a:pt x="41051" y="158478"/>
                </a:lnTo>
                <a:lnTo>
                  <a:pt x="41051" y="158478"/>
                </a:lnTo>
                <a:lnTo>
                  <a:pt x="41050" y="158478"/>
                </a:lnTo>
                <a:lnTo>
                  <a:pt x="41049" y="158478"/>
                </a:lnTo>
                <a:lnTo>
                  <a:pt x="41048" y="158478"/>
                </a:lnTo>
                <a:lnTo>
                  <a:pt x="41048" y="158478"/>
                </a:lnTo>
                <a:lnTo>
                  <a:pt x="41047" y="158478"/>
                </a:lnTo>
                <a:lnTo>
                  <a:pt x="41046" y="158478"/>
                </a:lnTo>
                <a:lnTo>
                  <a:pt x="41046" y="158478"/>
                </a:lnTo>
                <a:lnTo>
                  <a:pt x="41045" y="158478"/>
                </a:lnTo>
                <a:lnTo>
                  <a:pt x="41044" y="158478"/>
                </a:lnTo>
                <a:lnTo>
                  <a:pt x="41044" y="158478"/>
                </a:lnTo>
                <a:lnTo>
                  <a:pt x="41043" y="158478"/>
                </a:lnTo>
                <a:lnTo>
                  <a:pt x="41042" y="158478"/>
                </a:lnTo>
                <a:lnTo>
                  <a:pt x="41042" y="158478"/>
                </a:lnTo>
                <a:lnTo>
                  <a:pt x="41041" y="158478"/>
                </a:lnTo>
                <a:lnTo>
                  <a:pt x="41040" y="158478"/>
                </a:lnTo>
                <a:lnTo>
                  <a:pt x="41039" y="158478"/>
                </a:lnTo>
                <a:lnTo>
                  <a:pt x="41039" y="158478"/>
                </a:lnTo>
                <a:lnTo>
                  <a:pt x="41038" y="158478"/>
                </a:lnTo>
                <a:lnTo>
                  <a:pt x="41037" y="158478"/>
                </a:lnTo>
                <a:lnTo>
                  <a:pt x="41037" y="158478"/>
                </a:lnTo>
                <a:lnTo>
                  <a:pt x="41036" y="158478"/>
                </a:lnTo>
                <a:lnTo>
                  <a:pt x="41035" y="158478"/>
                </a:lnTo>
                <a:lnTo>
                  <a:pt x="41035" y="158478"/>
                </a:lnTo>
                <a:lnTo>
                  <a:pt x="41034" y="158478"/>
                </a:lnTo>
                <a:lnTo>
                  <a:pt x="41033" y="158478"/>
                </a:lnTo>
                <a:lnTo>
                  <a:pt x="41033" y="158478"/>
                </a:lnTo>
                <a:lnTo>
                  <a:pt x="41032" y="158478"/>
                </a:lnTo>
                <a:lnTo>
                  <a:pt x="41031" y="158478"/>
                </a:lnTo>
                <a:lnTo>
                  <a:pt x="41030" y="158478"/>
                </a:lnTo>
                <a:lnTo>
                  <a:pt x="41030" y="158478"/>
                </a:lnTo>
                <a:lnTo>
                  <a:pt x="41029" y="158478"/>
                </a:lnTo>
                <a:lnTo>
                  <a:pt x="41028" y="158478"/>
                </a:lnTo>
                <a:lnTo>
                  <a:pt x="41028" y="158478"/>
                </a:lnTo>
                <a:lnTo>
                  <a:pt x="41027" y="158478"/>
                </a:lnTo>
                <a:lnTo>
                  <a:pt x="41026" y="158478"/>
                </a:lnTo>
                <a:lnTo>
                  <a:pt x="41026" y="158478"/>
                </a:lnTo>
                <a:lnTo>
                  <a:pt x="41025" y="158478"/>
                </a:lnTo>
                <a:lnTo>
                  <a:pt x="41024" y="158478"/>
                </a:lnTo>
                <a:lnTo>
                  <a:pt x="41024" y="158478"/>
                </a:lnTo>
                <a:lnTo>
                  <a:pt x="41023" y="158478"/>
                </a:lnTo>
                <a:lnTo>
                  <a:pt x="41022" y="158478"/>
                </a:lnTo>
                <a:lnTo>
                  <a:pt x="41021" y="158478"/>
                </a:lnTo>
                <a:lnTo>
                  <a:pt x="41021" y="158478"/>
                </a:lnTo>
                <a:lnTo>
                  <a:pt x="41020" y="158478"/>
                </a:lnTo>
                <a:lnTo>
                  <a:pt x="41019" y="158478"/>
                </a:lnTo>
                <a:lnTo>
                  <a:pt x="41019" y="158478"/>
                </a:lnTo>
                <a:lnTo>
                  <a:pt x="41018" y="158478"/>
                </a:lnTo>
                <a:lnTo>
                  <a:pt x="41017" y="158478"/>
                </a:lnTo>
                <a:lnTo>
                  <a:pt x="41017" y="158478"/>
                </a:lnTo>
                <a:lnTo>
                  <a:pt x="41016" y="158478"/>
                </a:lnTo>
                <a:lnTo>
                  <a:pt x="41015" y="158478"/>
                </a:lnTo>
                <a:lnTo>
                  <a:pt x="41015" y="158478"/>
                </a:lnTo>
                <a:lnTo>
                  <a:pt x="41014" y="158478"/>
                </a:lnTo>
                <a:lnTo>
                  <a:pt x="41013" y="158478"/>
                </a:lnTo>
                <a:lnTo>
                  <a:pt x="41012" y="158478"/>
                </a:lnTo>
                <a:lnTo>
                  <a:pt x="41012" y="158478"/>
                </a:lnTo>
                <a:lnTo>
                  <a:pt x="41011" y="158478"/>
                </a:lnTo>
                <a:lnTo>
                  <a:pt x="41010" y="158478"/>
                </a:lnTo>
                <a:lnTo>
                  <a:pt x="41010" y="158478"/>
                </a:lnTo>
                <a:lnTo>
                  <a:pt x="41009" y="158478"/>
                </a:lnTo>
                <a:lnTo>
                  <a:pt x="41008" y="158478"/>
                </a:lnTo>
                <a:lnTo>
                  <a:pt x="41008" y="158478"/>
                </a:lnTo>
                <a:lnTo>
                  <a:pt x="41007" y="158478"/>
                </a:lnTo>
                <a:lnTo>
                  <a:pt x="41006" y="158478"/>
                </a:lnTo>
                <a:lnTo>
                  <a:pt x="41006" y="158478"/>
                </a:lnTo>
                <a:lnTo>
                  <a:pt x="41005" y="158478"/>
                </a:lnTo>
                <a:lnTo>
                  <a:pt x="41004" y="158478"/>
                </a:lnTo>
                <a:lnTo>
                  <a:pt x="41003" y="158478"/>
                </a:lnTo>
                <a:lnTo>
                  <a:pt x="41003" y="158478"/>
                </a:lnTo>
                <a:lnTo>
                  <a:pt x="41002" y="158478"/>
                </a:lnTo>
                <a:lnTo>
                  <a:pt x="41001" y="158478"/>
                </a:lnTo>
                <a:lnTo>
                  <a:pt x="41001" y="158478"/>
                </a:lnTo>
                <a:lnTo>
                  <a:pt x="41000" y="158478"/>
                </a:lnTo>
                <a:lnTo>
                  <a:pt x="40999" y="158478"/>
                </a:lnTo>
                <a:lnTo>
                  <a:pt x="40999" y="158478"/>
                </a:lnTo>
                <a:lnTo>
                  <a:pt x="40998" y="158478"/>
                </a:lnTo>
                <a:lnTo>
                  <a:pt x="40997" y="158478"/>
                </a:lnTo>
                <a:lnTo>
                  <a:pt x="40997" y="158478"/>
                </a:lnTo>
                <a:lnTo>
                  <a:pt x="40996" y="158478"/>
                </a:lnTo>
                <a:lnTo>
                  <a:pt x="40995" y="158478"/>
                </a:lnTo>
                <a:lnTo>
                  <a:pt x="40994" y="158478"/>
                </a:lnTo>
                <a:lnTo>
                  <a:pt x="40994" y="158478"/>
                </a:lnTo>
                <a:lnTo>
                  <a:pt x="40993" y="158478"/>
                </a:lnTo>
                <a:lnTo>
                  <a:pt x="40992" y="158478"/>
                </a:lnTo>
                <a:lnTo>
                  <a:pt x="40992" y="158478"/>
                </a:lnTo>
                <a:lnTo>
                  <a:pt x="40991" y="158478"/>
                </a:lnTo>
                <a:lnTo>
                  <a:pt x="40990" y="158478"/>
                </a:lnTo>
                <a:lnTo>
                  <a:pt x="40990" y="158478"/>
                </a:lnTo>
                <a:lnTo>
                  <a:pt x="40989" y="158478"/>
                </a:lnTo>
                <a:lnTo>
                  <a:pt x="40988" y="158478"/>
                </a:lnTo>
                <a:lnTo>
                  <a:pt x="40988" y="158478"/>
                </a:lnTo>
                <a:lnTo>
                  <a:pt x="40987" y="158478"/>
                </a:lnTo>
                <a:lnTo>
                  <a:pt x="40986" y="158478"/>
                </a:lnTo>
                <a:lnTo>
                  <a:pt x="40986" y="158478"/>
                </a:lnTo>
                <a:lnTo>
                  <a:pt x="40985" y="158478"/>
                </a:lnTo>
                <a:lnTo>
                  <a:pt x="40984" y="158478"/>
                </a:lnTo>
                <a:lnTo>
                  <a:pt x="40983" y="158478"/>
                </a:lnTo>
                <a:lnTo>
                  <a:pt x="40983" y="158478"/>
                </a:lnTo>
                <a:lnTo>
                  <a:pt x="40982" y="158478"/>
                </a:lnTo>
                <a:lnTo>
                  <a:pt x="40981" y="158478"/>
                </a:lnTo>
                <a:lnTo>
                  <a:pt x="40981" y="158478"/>
                </a:lnTo>
                <a:lnTo>
                  <a:pt x="40980" y="158478"/>
                </a:lnTo>
                <a:lnTo>
                  <a:pt x="40979" y="158478"/>
                </a:lnTo>
                <a:lnTo>
                  <a:pt x="40979" y="158478"/>
                </a:lnTo>
                <a:lnTo>
                  <a:pt x="40978" y="158478"/>
                </a:lnTo>
                <a:lnTo>
                  <a:pt x="40977" y="158478"/>
                </a:lnTo>
                <a:lnTo>
                  <a:pt x="40977" y="158478"/>
                </a:lnTo>
                <a:lnTo>
                  <a:pt x="40976" y="158478"/>
                </a:lnTo>
                <a:lnTo>
                  <a:pt x="40975" y="158478"/>
                </a:lnTo>
                <a:lnTo>
                  <a:pt x="40974" y="158478"/>
                </a:lnTo>
                <a:lnTo>
                  <a:pt x="40974" y="158478"/>
                </a:lnTo>
                <a:lnTo>
                  <a:pt x="40973" y="158478"/>
                </a:lnTo>
                <a:lnTo>
                  <a:pt x="40972" y="158478"/>
                </a:lnTo>
                <a:lnTo>
                  <a:pt x="40972" y="158478"/>
                </a:lnTo>
                <a:lnTo>
                  <a:pt x="40971" y="158478"/>
                </a:lnTo>
                <a:lnTo>
                  <a:pt x="40970" y="158478"/>
                </a:lnTo>
                <a:lnTo>
                  <a:pt x="40970" y="158478"/>
                </a:lnTo>
                <a:lnTo>
                  <a:pt x="40969" y="158478"/>
                </a:lnTo>
                <a:lnTo>
                  <a:pt x="40968" y="158478"/>
                </a:lnTo>
                <a:lnTo>
                  <a:pt x="40968" y="158478"/>
                </a:lnTo>
                <a:lnTo>
                  <a:pt x="40967" y="158478"/>
                </a:lnTo>
                <a:lnTo>
                  <a:pt x="40966" y="158478"/>
                </a:lnTo>
                <a:lnTo>
                  <a:pt x="40965" y="158478"/>
                </a:lnTo>
                <a:lnTo>
                  <a:pt x="40965" y="158478"/>
                </a:lnTo>
                <a:lnTo>
                  <a:pt x="40964" y="158478"/>
                </a:lnTo>
                <a:lnTo>
                  <a:pt x="40963" y="158478"/>
                </a:lnTo>
                <a:lnTo>
                  <a:pt x="40963" y="158478"/>
                </a:lnTo>
                <a:lnTo>
                  <a:pt x="40962" y="158478"/>
                </a:lnTo>
                <a:lnTo>
                  <a:pt x="40961" y="158478"/>
                </a:lnTo>
                <a:lnTo>
                  <a:pt x="40961" y="158478"/>
                </a:lnTo>
                <a:lnTo>
                  <a:pt x="40960" y="158478"/>
                </a:lnTo>
                <a:lnTo>
                  <a:pt x="40959" y="158478"/>
                </a:lnTo>
                <a:lnTo>
                  <a:pt x="40959" y="158478"/>
                </a:lnTo>
                <a:lnTo>
                  <a:pt x="40958" y="158478"/>
                </a:lnTo>
                <a:lnTo>
                  <a:pt x="40957" y="158478"/>
                </a:lnTo>
                <a:lnTo>
                  <a:pt x="40957" y="158478"/>
                </a:lnTo>
                <a:lnTo>
                  <a:pt x="40956" y="158478"/>
                </a:lnTo>
                <a:lnTo>
                  <a:pt x="40955" y="158478"/>
                </a:lnTo>
                <a:lnTo>
                  <a:pt x="40954" y="158478"/>
                </a:lnTo>
                <a:lnTo>
                  <a:pt x="40954" y="158478"/>
                </a:lnTo>
                <a:lnTo>
                  <a:pt x="40953" y="158478"/>
                </a:lnTo>
                <a:lnTo>
                  <a:pt x="40952" y="158478"/>
                </a:lnTo>
                <a:lnTo>
                  <a:pt x="40952" y="158478"/>
                </a:lnTo>
                <a:lnTo>
                  <a:pt x="40951" y="158478"/>
                </a:lnTo>
                <a:lnTo>
                  <a:pt x="40950" y="158478"/>
                </a:lnTo>
                <a:lnTo>
                  <a:pt x="40950" y="158478"/>
                </a:lnTo>
                <a:lnTo>
                  <a:pt x="40949" y="158478"/>
                </a:lnTo>
                <a:lnTo>
                  <a:pt x="40948" y="158478"/>
                </a:lnTo>
                <a:lnTo>
                  <a:pt x="40948" y="158478"/>
                </a:lnTo>
                <a:lnTo>
                  <a:pt x="40947" y="158478"/>
                </a:lnTo>
                <a:lnTo>
                  <a:pt x="40946" y="158478"/>
                </a:lnTo>
                <a:lnTo>
                  <a:pt x="40945" y="158478"/>
                </a:lnTo>
                <a:lnTo>
                  <a:pt x="40945" y="158478"/>
                </a:lnTo>
                <a:lnTo>
                  <a:pt x="40944" y="158478"/>
                </a:lnTo>
                <a:lnTo>
                  <a:pt x="40943" y="158478"/>
                </a:lnTo>
                <a:lnTo>
                  <a:pt x="40943" y="158478"/>
                </a:lnTo>
                <a:lnTo>
                  <a:pt x="40942" y="158478"/>
                </a:lnTo>
                <a:lnTo>
                  <a:pt x="40941" y="158478"/>
                </a:lnTo>
                <a:lnTo>
                  <a:pt x="40941" y="158478"/>
                </a:lnTo>
                <a:lnTo>
                  <a:pt x="40940" y="158478"/>
                </a:lnTo>
                <a:lnTo>
                  <a:pt x="40939" y="158478"/>
                </a:lnTo>
                <a:lnTo>
                  <a:pt x="40939" y="158478"/>
                </a:lnTo>
                <a:lnTo>
                  <a:pt x="40938" y="158478"/>
                </a:lnTo>
                <a:lnTo>
                  <a:pt x="40937" y="158478"/>
                </a:lnTo>
                <a:lnTo>
                  <a:pt x="40937" y="158478"/>
                </a:lnTo>
                <a:lnTo>
                  <a:pt x="40936" y="158478"/>
                </a:lnTo>
                <a:lnTo>
                  <a:pt x="40935" y="158478"/>
                </a:lnTo>
                <a:lnTo>
                  <a:pt x="40934" y="158478"/>
                </a:lnTo>
                <a:lnTo>
                  <a:pt x="40934" y="158478"/>
                </a:lnTo>
                <a:lnTo>
                  <a:pt x="40933" y="158478"/>
                </a:lnTo>
                <a:lnTo>
                  <a:pt x="40932" y="158478"/>
                </a:lnTo>
                <a:lnTo>
                  <a:pt x="40932" y="158478"/>
                </a:lnTo>
                <a:lnTo>
                  <a:pt x="40931" y="158478"/>
                </a:lnTo>
                <a:lnTo>
                  <a:pt x="40930" y="158478"/>
                </a:lnTo>
                <a:lnTo>
                  <a:pt x="40930" y="158478"/>
                </a:lnTo>
                <a:lnTo>
                  <a:pt x="40929" y="158478"/>
                </a:lnTo>
                <a:lnTo>
                  <a:pt x="40928" y="158478"/>
                </a:lnTo>
                <a:lnTo>
                  <a:pt x="40928" y="158478"/>
                </a:lnTo>
                <a:lnTo>
                  <a:pt x="40927" y="158478"/>
                </a:lnTo>
                <a:lnTo>
                  <a:pt x="40926" y="158478"/>
                </a:lnTo>
                <a:lnTo>
                  <a:pt x="40926" y="158478"/>
                </a:lnTo>
                <a:lnTo>
                  <a:pt x="40925" y="158478"/>
                </a:lnTo>
                <a:lnTo>
                  <a:pt x="40924" y="158478"/>
                </a:lnTo>
                <a:lnTo>
                  <a:pt x="40923" y="158478"/>
                </a:lnTo>
                <a:lnTo>
                  <a:pt x="40923" y="158478"/>
                </a:lnTo>
                <a:lnTo>
                  <a:pt x="40922" y="158478"/>
                </a:lnTo>
                <a:lnTo>
                  <a:pt x="40921" y="158478"/>
                </a:lnTo>
                <a:lnTo>
                  <a:pt x="40921" y="158478"/>
                </a:lnTo>
                <a:lnTo>
                  <a:pt x="40920" y="158478"/>
                </a:lnTo>
                <a:lnTo>
                  <a:pt x="40919" y="158478"/>
                </a:lnTo>
                <a:lnTo>
                  <a:pt x="40919" y="158478"/>
                </a:lnTo>
                <a:lnTo>
                  <a:pt x="40918" y="158478"/>
                </a:lnTo>
                <a:lnTo>
                  <a:pt x="40917" y="158478"/>
                </a:lnTo>
                <a:lnTo>
                  <a:pt x="40917" y="158478"/>
                </a:lnTo>
                <a:lnTo>
                  <a:pt x="40916" y="158478"/>
                </a:lnTo>
                <a:lnTo>
                  <a:pt x="40915" y="158478"/>
                </a:lnTo>
                <a:lnTo>
                  <a:pt x="40915" y="158478"/>
                </a:lnTo>
                <a:lnTo>
                  <a:pt x="40914" y="158478"/>
                </a:lnTo>
                <a:lnTo>
                  <a:pt x="40913" y="158478"/>
                </a:lnTo>
                <a:lnTo>
                  <a:pt x="40912" y="158478"/>
                </a:lnTo>
                <a:lnTo>
                  <a:pt x="40912" y="158478"/>
                </a:lnTo>
                <a:lnTo>
                  <a:pt x="40911" y="158478"/>
                </a:lnTo>
                <a:lnTo>
                  <a:pt x="40910" y="158478"/>
                </a:lnTo>
                <a:lnTo>
                  <a:pt x="40910" y="158478"/>
                </a:lnTo>
                <a:lnTo>
                  <a:pt x="40909" y="158478"/>
                </a:lnTo>
                <a:lnTo>
                  <a:pt x="40908" y="158478"/>
                </a:lnTo>
                <a:lnTo>
                  <a:pt x="40908" y="158478"/>
                </a:lnTo>
                <a:lnTo>
                  <a:pt x="40907" y="158478"/>
                </a:lnTo>
                <a:lnTo>
                  <a:pt x="40906" y="158478"/>
                </a:lnTo>
                <a:lnTo>
                  <a:pt x="40906" y="158478"/>
                </a:lnTo>
                <a:lnTo>
                  <a:pt x="40905" y="158478"/>
                </a:lnTo>
                <a:lnTo>
                  <a:pt x="40904" y="158478"/>
                </a:lnTo>
                <a:lnTo>
                  <a:pt x="40904" y="158478"/>
                </a:lnTo>
                <a:lnTo>
                  <a:pt x="40903" y="158478"/>
                </a:lnTo>
                <a:lnTo>
                  <a:pt x="40902" y="158478"/>
                </a:lnTo>
                <a:lnTo>
                  <a:pt x="40901" y="158478"/>
                </a:lnTo>
                <a:lnTo>
                  <a:pt x="40901" y="158478"/>
                </a:lnTo>
                <a:lnTo>
                  <a:pt x="40900" y="158478"/>
                </a:lnTo>
                <a:lnTo>
                  <a:pt x="40899" y="158478"/>
                </a:lnTo>
                <a:lnTo>
                  <a:pt x="40899" y="158478"/>
                </a:lnTo>
                <a:lnTo>
                  <a:pt x="40898" y="158478"/>
                </a:lnTo>
                <a:lnTo>
                  <a:pt x="40897" y="158478"/>
                </a:lnTo>
                <a:lnTo>
                  <a:pt x="40897" y="158478"/>
                </a:lnTo>
                <a:lnTo>
                  <a:pt x="40896" y="158478"/>
                </a:lnTo>
                <a:lnTo>
                  <a:pt x="40895" y="158478"/>
                </a:lnTo>
                <a:lnTo>
                  <a:pt x="40895" y="158478"/>
                </a:lnTo>
                <a:lnTo>
                  <a:pt x="40894" y="158478"/>
                </a:lnTo>
                <a:lnTo>
                  <a:pt x="40893" y="158478"/>
                </a:lnTo>
                <a:lnTo>
                  <a:pt x="40893" y="158478"/>
                </a:lnTo>
                <a:lnTo>
                  <a:pt x="40892" y="158478"/>
                </a:lnTo>
                <a:lnTo>
                  <a:pt x="40891" y="158478"/>
                </a:lnTo>
                <a:lnTo>
                  <a:pt x="40890" y="158478"/>
                </a:lnTo>
                <a:lnTo>
                  <a:pt x="40890" y="158478"/>
                </a:lnTo>
                <a:lnTo>
                  <a:pt x="40889" y="158478"/>
                </a:lnTo>
                <a:lnTo>
                  <a:pt x="40888" y="158478"/>
                </a:lnTo>
                <a:lnTo>
                  <a:pt x="40888" y="158478"/>
                </a:lnTo>
                <a:lnTo>
                  <a:pt x="40887" y="158478"/>
                </a:lnTo>
                <a:lnTo>
                  <a:pt x="40886" y="158478"/>
                </a:lnTo>
                <a:lnTo>
                  <a:pt x="40886" y="158478"/>
                </a:lnTo>
                <a:lnTo>
                  <a:pt x="40885" y="158478"/>
                </a:lnTo>
                <a:lnTo>
                  <a:pt x="40884" y="158478"/>
                </a:lnTo>
                <a:lnTo>
                  <a:pt x="40884" y="158478"/>
                </a:lnTo>
                <a:lnTo>
                  <a:pt x="40883" y="158478"/>
                </a:lnTo>
                <a:lnTo>
                  <a:pt x="40882" y="158478"/>
                </a:lnTo>
                <a:lnTo>
                  <a:pt x="40882" y="158478"/>
                </a:lnTo>
                <a:lnTo>
                  <a:pt x="40881" y="158478"/>
                </a:lnTo>
                <a:lnTo>
                  <a:pt x="40880" y="158478"/>
                </a:lnTo>
                <a:lnTo>
                  <a:pt x="40879" y="158478"/>
                </a:lnTo>
                <a:lnTo>
                  <a:pt x="40879" y="158478"/>
                </a:lnTo>
                <a:lnTo>
                  <a:pt x="40878" y="158478"/>
                </a:lnTo>
                <a:lnTo>
                  <a:pt x="40877" y="158478"/>
                </a:lnTo>
                <a:lnTo>
                  <a:pt x="40877" y="158478"/>
                </a:lnTo>
                <a:lnTo>
                  <a:pt x="40876" y="158478"/>
                </a:lnTo>
                <a:lnTo>
                  <a:pt x="40875" y="158478"/>
                </a:lnTo>
                <a:lnTo>
                  <a:pt x="40875" y="158478"/>
                </a:lnTo>
                <a:lnTo>
                  <a:pt x="40874" y="158478"/>
                </a:lnTo>
                <a:lnTo>
                  <a:pt x="40873" y="158478"/>
                </a:lnTo>
                <a:lnTo>
                  <a:pt x="40873" y="158478"/>
                </a:lnTo>
                <a:lnTo>
                  <a:pt x="40872" y="158478"/>
                </a:lnTo>
                <a:lnTo>
                  <a:pt x="40871" y="158478"/>
                </a:lnTo>
                <a:lnTo>
                  <a:pt x="40871" y="158478"/>
                </a:lnTo>
                <a:lnTo>
                  <a:pt x="40870" y="158478"/>
                </a:lnTo>
                <a:lnTo>
                  <a:pt x="40869" y="158478"/>
                </a:lnTo>
                <a:lnTo>
                  <a:pt x="40869" y="158478"/>
                </a:lnTo>
                <a:lnTo>
                  <a:pt x="40868" y="158478"/>
                </a:lnTo>
                <a:lnTo>
                  <a:pt x="40867" y="158478"/>
                </a:lnTo>
                <a:lnTo>
                  <a:pt x="40866" y="158478"/>
                </a:lnTo>
                <a:lnTo>
                  <a:pt x="40866" y="158478"/>
                </a:lnTo>
                <a:lnTo>
                  <a:pt x="40865" y="158478"/>
                </a:lnTo>
                <a:lnTo>
                  <a:pt x="40864" y="158478"/>
                </a:lnTo>
                <a:lnTo>
                  <a:pt x="40864" y="158478"/>
                </a:lnTo>
                <a:lnTo>
                  <a:pt x="40863" y="158478"/>
                </a:lnTo>
                <a:lnTo>
                  <a:pt x="40862" y="158478"/>
                </a:lnTo>
                <a:lnTo>
                  <a:pt x="40862" y="158478"/>
                </a:lnTo>
                <a:lnTo>
                  <a:pt x="40861" y="158478"/>
                </a:lnTo>
                <a:lnTo>
                  <a:pt x="40860" y="158478"/>
                </a:lnTo>
                <a:lnTo>
                  <a:pt x="40860" y="158478"/>
                </a:lnTo>
                <a:lnTo>
                  <a:pt x="40859" y="158478"/>
                </a:lnTo>
                <a:lnTo>
                  <a:pt x="40858" y="158478"/>
                </a:lnTo>
                <a:lnTo>
                  <a:pt x="40858" y="158478"/>
                </a:lnTo>
                <a:lnTo>
                  <a:pt x="40857" y="158478"/>
                </a:lnTo>
                <a:lnTo>
                  <a:pt x="40856" y="158478"/>
                </a:lnTo>
                <a:lnTo>
                  <a:pt x="40855" y="158478"/>
                </a:lnTo>
                <a:lnTo>
                  <a:pt x="40855" y="158478"/>
                </a:lnTo>
                <a:lnTo>
                  <a:pt x="40854" y="158478"/>
                </a:lnTo>
                <a:lnTo>
                  <a:pt x="40853" y="158478"/>
                </a:lnTo>
                <a:lnTo>
                  <a:pt x="40853" y="158478"/>
                </a:lnTo>
                <a:lnTo>
                  <a:pt x="40852" y="158478"/>
                </a:lnTo>
                <a:lnTo>
                  <a:pt x="40851" y="158478"/>
                </a:lnTo>
                <a:lnTo>
                  <a:pt x="40851" y="158478"/>
                </a:lnTo>
                <a:lnTo>
                  <a:pt x="40850" y="158478"/>
                </a:lnTo>
                <a:lnTo>
                  <a:pt x="40849" y="158478"/>
                </a:lnTo>
                <a:lnTo>
                  <a:pt x="40849" y="158478"/>
                </a:lnTo>
                <a:lnTo>
                  <a:pt x="40848" y="158478"/>
                </a:lnTo>
                <a:lnTo>
                  <a:pt x="40847" y="158478"/>
                </a:lnTo>
                <a:lnTo>
                  <a:pt x="40847" y="158478"/>
                </a:lnTo>
                <a:lnTo>
                  <a:pt x="40846" y="158478"/>
                </a:lnTo>
                <a:lnTo>
                  <a:pt x="40845" y="158478"/>
                </a:lnTo>
                <a:lnTo>
                  <a:pt x="40845" y="158478"/>
                </a:lnTo>
                <a:lnTo>
                  <a:pt x="40844" y="158478"/>
                </a:lnTo>
                <a:lnTo>
                  <a:pt x="40843" y="158478"/>
                </a:lnTo>
                <a:lnTo>
                  <a:pt x="40842" y="158478"/>
                </a:lnTo>
                <a:lnTo>
                  <a:pt x="40842" y="158478"/>
                </a:lnTo>
                <a:lnTo>
                  <a:pt x="40841" y="158478"/>
                </a:lnTo>
                <a:lnTo>
                  <a:pt x="40840" y="158478"/>
                </a:lnTo>
                <a:lnTo>
                  <a:pt x="40840" y="158478"/>
                </a:lnTo>
                <a:lnTo>
                  <a:pt x="40839" y="158478"/>
                </a:lnTo>
                <a:lnTo>
                  <a:pt x="40838" y="158478"/>
                </a:lnTo>
                <a:lnTo>
                  <a:pt x="40838" y="158478"/>
                </a:lnTo>
                <a:lnTo>
                  <a:pt x="40837" y="158478"/>
                </a:lnTo>
                <a:lnTo>
                  <a:pt x="40836" y="158478"/>
                </a:lnTo>
                <a:lnTo>
                  <a:pt x="40836" y="158478"/>
                </a:lnTo>
                <a:lnTo>
                  <a:pt x="40835" y="158478"/>
                </a:lnTo>
                <a:lnTo>
                  <a:pt x="40834" y="158478"/>
                </a:lnTo>
                <a:lnTo>
                  <a:pt x="40834" y="158478"/>
                </a:lnTo>
                <a:lnTo>
                  <a:pt x="40833" y="158478"/>
                </a:lnTo>
                <a:lnTo>
                  <a:pt x="40832" y="158478"/>
                </a:lnTo>
                <a:lnTo>
                  <a:pt x="40832" y="158478"/>
                </a:lnTo>
                <a:lnTo>
                  <a:pt x="40831" y="158478"/>
                </a:lnTo>
                <a:lnTo>
                  <a:pt x="40830" y="158478"/>
                </a:lnTo>
                <a:lnTo>
                  <a:pt x="40829" y="158478"/>
                </a:lnTo>
                <a:lnTo>
                  <a:pt x="40829" y="158478"/>
                </a:lnTo>
                <a:lnTo>
                  <a:pt x="40828" y="158478"/>
                </a:lnTo>
                <a:lnTo>
                  <a:pt x="40827" y="158478"/>
                </a:lnTo>
                <a:lnTo>
                  <a:pt x="40827" y="158478"/>
                </a:lnTo>
                <a:lnTo>
                  <a:pt x="40826" y="158478"/>
                </a:lnTo>
                <a:lnTo>
                  <a:pt x="40825" y="158478"/>
                </a:lnTo>
                <a:lnTo>
                  <a:pt x="40825" y="158478"/>
                </a:lnTo>
                <a:lnTo>
                  <a:pt x="40824" y="158478"/>
                </a:lnTo>
                <a:lnTo>
                  <a:pt x="40823" y="158478"/>
                </a:lnTo>
                <a:lnTo>
                  <a:pt x="40823" y="158478"/>
                </a:lnTo>
                <a:lnTo>
                  <a:pt x="40822" y="158478"/>
                </a:lnTo>
                <a:lnTo>
                  <a:pt x="40821" y="158478"/>
                </a:lnTo>
                <a:lnTo>
                  <a:pt x="40821" y="158478"/>
                </a:lnTo>
                <a:lnTo>
                  <a:pt x="40820" y="158478"/>
                </a:lnTo>
                <a:lnTo>
                  <a:pt x="40819" y="158478"/>
                </a:lnTo>
                <a:lnTo>
                  <a:pt x="40819" y="158478"/>
                </a:lnTo>
                <a:lnTo>
                  <a:pt x="40818" y="158478"/>
                </a:lnTo>
                <a:lnTo>
                  <a:pt x="40817" y="158478"/>
                </a:lnTo>
                <a:lnTo>
                  <a:pt x="40816" y="158478"/>
                </a:lnTo>
                <a:lnTo>
                  <a:pt x="40816" y="158478"/>
                </a:lnTo>
                <a:lnTo>
                  <a:pt x="40815" y="158478"/>
                </a:lnTo>
                <a:lnTo>
                  <a:pt x="40814" y="158478"/>
                </a:lnTo>
                <a:lnTo>
                  <a:pt x="40814" y="158478"/>
                </a:lnTo>
                <a:lnTo>
                  <a:pt x="40813" y="158478"/>
                </a:lnTo>
                <a:lnTo>
                  <a:pt x="40812" y="158478"/>
                </a:lnTo>
                <a:lnTo>
                  <a:pt x="40812" y="158478"/>
                </a:lnTo>
                <a:lnTo>
                  <a:pt x="40811" y="158478"/>
                </a:lnTo>
                <a:lnTo>
                  <a:pt x="40810" y="158478"/>
                </a:lnTo>
                <a:lnTo>
                  <a:pt x="40810" y="158478"/>
                </a:lnTo>
                <a:lnTo>
                  <a:pt x="40809" y="158478"/>
                </a:lnTo>
                <a:lnTo>
                  <a:pt x="40808" y="158478"/>
                </a:lnTo>
                <a:lnTo>
                  <a:pt x="40808" y="158478"/>
                </a:lnTo>
                <a:lnTo>
                  <a:pt x="40807" y="158478"/>
                </a:lnTo>
                <a:lnTo>
                  <a:pt x="40806" y="158478"/>
                </a:lnTo>
                <a:lnTo>
                  <a:pt x="40806" y="158478"/>
                </a:lnTo>
                <a:lnTo>
                  <a:pt x="40805" y="158478"/>
                </a:lnTo>
                <a:lnTo>
                  <a:pt x="40804" y="158478"/>
                </a:lnTo>
                <a:lnTo>
                  <a:pt x="40804" y="158478"/>
                </a:lnTo>
                <a:lnTo>
                  <a:pt x="40803" y="158478"/>
                </a:lnTo>
                <a:lnTo>
                  <a:pt x="40802" y="158478"/>
                </a:lnTo>
                <a:lnTo>
                  <a:pt x="40801" y="158478"/>
                </a:lnTo>
                <a:lnTo>
                  <a:pt x="40801" y="158478"/>
                </a:lnTo>
                <a:lnTo>
                  <a:pt x="40800" y="158478"/>
                </a:lnTo>
                <a:lnTo>
                  <a:pt x="40799" y="158478"/>
                </a:lnTo>
                <a:lnTo>
                  <a:pt x="40799" y="158478"/>
                </a:lnTo>
                <a:lnTo>
                  <a:pt x="40798" y="158478"/>
                </a:lnTo>
                <a:lnTo>
                  <a:pt x="40797" y="158478"/>
                </a:lnTo>
                <a:lnTo>
                  <a:pt x="40797" y="158478"/>
                </a:lnTo>
                <a:lnTo>
                  <a:pt x="40796" y="158478"/>
                </a:lnTo>
                <a:lnTo>
                  <a:pt x="40795" y="158478"/>
                </a:lnTo>
                <a:lnTo>
                  <a:pt x="40795" y="158478"/>
                </a:lnTo>
                <a:lnTo>
                  <a:pt x="40794" y="158478"/>
                </a:lnTo>
                <a:lnTo>
                  <a:pt x="40793" y="158478"/>
                </a:lnTo>
                <a:lnTo>
                  <a:pt x="40793" y="158478"/>
                </a:lnTo>
                <a:lnTo>
                  <a:pt x="40792" y="158478"/>
                </a:lnTo>
                <a:lnTo>
                  <a:pt x="40791" y="158478"/>
                </a:lnTo>
                <a:lnTo>
                  <a:pt x="40791" y="158478"/>
                </a:lnTo>
                <a:lnTo>
                  <a:pt x="40790" y="158478"/>
                </a:lnTo>
                <a:lnTo>
                  <a:pt x="40789" y="158478"/>
                </a:lnTo>
                <a:lnTo>
                  <a:pt x="40789" y="158478"/>
                </a:lnTo>
                <a:lnTo>
                  <a:pt x="40788" y="158478"/>
                </a:lnTo>
                <a:lnTo>
                  <a:pt x="40787" y="158478"/>
                </a:lnTo>
                <a:lnTo>
                  <a:pt x="40786" y="158478"/>
                </a:lnTo>
                <a:lnTo>
                  <a:pt x="40786" y="158478"/>
                </a:lnTo>
                <a:lnTo>
                  <a:pt x="40785" y="158478"/>
                </a:lnTo>
                <a:lnTo>
                  <a:pt x="40784" y="158478"/>
                </a:lnTo>
                <a:lnTo>
                  <a:pt x="40784" y="158478"/>
                </a:lnTo>
                <a:lnTo>
                  <a:pt x="40783" y="158478"/>
                </a:lnTo>
                <a:lnTo>
                  <a:pt x="40782" y="158478"/>
                </a:lnTo>
                <a:lnTo>
                  <a:pt x="40782" y="158478"/>
                </a:lnTo>
                <a:lnTo>
                  <a:pt x="40781" y="158478"/>
                </a:lnTo>
                <a:lnTo>
                  <a:pt x="40780" y="158478"/>
                </a:lnTo>
                <a:lnTo>
                  <a:pt x="40780" y="158478"/>
                </a:lnTo>
                <a:lnTo>
                  <a:pt x="40779" y="158478"/>
                </a:lnTo>
                <a:lnTo>
                  <a:pt x="40778" y="158478"/>
                </a:lnTo>
                <a:lnTo>
                  <a:pt x="40778" y="158478"/>
                </a:lnTo>
                <a:lnTo>
                  <a:pt x="40777" y="158478"/>
                </a:lnTo>
                <a:lnTo>
                  <a:pt x="40776" y="158478"/>
                </a:lnTo>
                <a:lnTo>
                  <a:pt x="40776" y="158478"/>
                </a:lnTo>
                <a:lnTo>
                  <a:pt x="40775" y="158478"/>
                </a:lnTo>
                <a:lnTo>
                  <a:pt x="40774" y="158478"/>
                </a:lnTo>
                <a:lnTo>
                  <a:pt x="40774" y="158478"/>
                </a:lnTo>
                <a:lnTo>
                  <a:pt x="40773" y="158478"/>
                </a:lnTo>
                <a:lnTo>
                  <a:pt x="40772" y="158478"/>
                </a:lnTo>
                <a:lnTo>
                  <a:pt x="40771" y="158478"/>
                </a:lnTo>
                <a:lnTo>
                  <a:pt x="40771" y="158478"/>
                </a:lnTo>
                <a:lnTo>
                  <a:pt x="40770" y="158478"/>
                </a:lnTo>
                <a:lnTo>
                  <a:pt x="40769" y="158478"/>
                </a:lnTo>
                <a:lnTo>
                  <a:pt x="40769" y="158478"/>
                </a:lnTo>
                <a:lnTo>
                  <a:pt x="40768" y="158478"/>
                </a:lnTo>
                <a:lnTo>
                  <a:pt x="40767" y="158478"/>
                </a:lnTo>
                <a:lnTo>
                  <a:pt x="40767" y="158478"/>
                </a:lnTo>
                <a:lnTo>
                  <a:pt x="40766" y="158478"/>
                </a:lnTo>
                <a:lnTo>
                  <a:pt x="40765" y="158478"/>
                </a:lnTo>
                <a:lnTo>
                  <a:pt x="40765" y="158478"/>
                </a:lnTo>
                <a:lnTo>
                  <a:pt x="40764" y="158478"/>
                </a:lnTo>
                <a:lnTo>
                  <a:pt x="40763" y="158478"/>
                </a:lnTo>
                <a:lnTo>
                  <a:pt x="40763" y="158478"/>
                </a:lnTo>
                <a:lnTo>
                  <a:pt x="40762" y="158478"/>
                </a:lnTo>
                <a:lnTo>
                  <a:pt x="40761" y="158478"/>
                </a:lnTo>
                <a:lnTo>
                  <a:pt x="40761" y="158478"/>
                </a:lnTo>
                <a:lnTo>
                  <a:pt x="40760" y="158478"/>
                </a:lnTo>
                <a:lnTo>
                  <a:pt x="40759" y="158478"/>
                </a:lnTo>
                <a:lnTo>
                  <a:pt x="40759" y="158478"/>
                </a:lnTo>
                <a:lnTo>
                  <a:pt x="40758" y="158478"/>
                </a:lnTo>
                <a:lnTo>
                  <a:pt x="40757" y="158478"/>
                </a:lnTo>
                <a:lnTo>
                  <a:pt x="40756" y="158478"/>
                </a:lnTo>
                <a:lnTo>
                  <a:pt x="40756" y="158478"/>
                </a:lnTo>
                <a:lnTo>
                  <a:pt x="40755" y="158478"/>
                </a:lnTo>
                <a:lnTo>
                  <a:pt x="40754" y="158478"/>
                </a:lnTo>
                <a:lnTo>
                  <a:pt x="40754" y="158478"/>
                </a:lnTo>
                <a:lnTo>
                  <a:pt x="40753" y="158478"/>
                </a:lnTo>
                <a:lnTo>
                  <a:pt x="40752" y="158478"/>
                </a:lnTo>
                <a:lnTo>
                  <a:pt x="40752" y="158478"/>
                </a:lnTo>
                <a:lnTo>
                  <a:pt x="40751" y="158478"/>
                </a:lnTo>
                <a:lnTo>
                  <a:pt x="40750" y="158478"/>
                </a:lnTo>
                <a:lnTo>
                  <a:pt x="40750" y="158478"/>
                </a:lnTo>
                <a:lnTo>
                  <a:pt x="40749" y="158478"/>
                </a:lnTo>
                <a:lnTo>
                  <a:pt x="40748" y="158478"/>
                </a:lnTo>
                <a:lnTo>
                  <a:pt x="40748" y="158478"/>
                </a:lnTo>
                <a:lnTo>
                  <a:pt x="40747" y="158478"/>
                </a:lnTo>
                <a:lnTo>
                  <a:pt x="40746" y="158478"/>
                </a:lnTo>
                <a:lnTo>
                  <a:pt x="40746" y="158478"/>
                </a:lnTo>
                <a:lnTo>
                  <a:pt x="40745" y="158478"/>
                </a:lnTo>
                <a:lnTo>
                  <a:pt x="40744" y="158478"/>
                </a:lnTo>
                <a:lnTo>
                  <a:pt x="40744" y="158478"/>
                </a:lnTo>
                <a:lnTo>
                  <a:pt x="40743" y="158478"/>
                </a:lnTo>
                <a:lnTo>
                  <a:pt x="40742" y="158478"/>
                </a:lnTo>
                <a:lnTo>
                  <a:pt x="40742" y="158478"/>
                </a:lnTo>
                <a:lnTo>
                  <a:pt x="40741" y="158478"/>
                </a:lnTo>
                <a:lnTo>
                  <a:pt x="40740" y="158478"/>
                </a:lnTo>
                <a:lnTo>
                  <a:pt x="40739" y="158478"/>
                </a:lnTo>
                <a:lnTo>
                  <a:pt x="40739" y="158478"/>
                </a:lnTo>
                <a:lnTo>
                  <a:pt x="40738" y="158478"/>
                </a:lnTo>
                <a:lnTo>
                  <a:pt x="40737" y="158478"/>
                </a:lnTo>
                <a:lnTo>
                  <a:pt x="40737" y="158478"/>
                </a:lnTo>
                <a:lnTo>
                  <a:pt x="40736" y="158478"/>
                </a:lnTo>
                <a:lnTo>
                  <a:pt x="40735" y="158478"/>
                </a:lnTo>
                <a:lnTo>
                  <a:pt x="40735" y="158478"/>
                </a:lnTo>
                <a:lnTo>
                  <a:pt x="40734" y="158478"/>
                </a:lnTo>
                <a:lnTo>
                  <a:pt x="40733" y="158478"/>
                </a:lnTo>
                <a:lnTo>
                  <a:pt x="40733" y="158478"/>
                </a:lnTo>
                <a:lnTo>
                  <a:pt x="40732" y="158478"/>
                </a:lnTo>
                <a:lnTo>
                  <a:pt x="40731" y="158478"/>
                </a:lnTo>
                <a:lnTo>
                  <a:pt x="40731" y="158478"/>
                </a:lnTo>
                <a:lnTo>
                  <a:pt x="40730" y="158478"/>
                </a:lnTo>
                <a:lnTo>
                  <a:pt x="40729" y="158478"/>
                </a:lnTo>
                <a:lnTo>
                  <a:pt x="40729" y="158478"/>
                </a:lnTo>
                <a:lnTo>
                  <a:pt x="40728" y="158478"/>
                </a:lnTo>
                <a:lnTo>
                  <a:pt x="40727" y="158478"/>
                </a:lnTo>
                <a:lnTo>
                  <a:pt x="40727" y="158478"/>
                </a:lnTo>
                <a:lnTo>
                  <a:pt x="40726" y="158478"/>
                </a:lnTo>
                <a:lnTo>
                  <a:pt x="40725" y="158478"/>
                </a:lnTo>
                <a:lnTo>
                  <a:pt x="40725" y="158478"/>
                </a:lnTo>
                <a:lnTo>
                  <a:pt x="40724" y="158478"/>
                </a:lnTo>
                <a:lnTo>
                  <a:pt x="40723" y="158478"/>
                </a:lnTo>
                <a:lnTo>
                  <a:pt x="40722" y="158478"/>
                </a:lnTo>
                <a:lnTo>
                  <a:pt x="40722" y="158478"/>
                </a:lnTo>
                <a:lnTo>
                  <a:pt x="40721" y="158478"/>
                </a:lnTo>
                <a:lnTo>
                  <a:pt x="40720" y="158478"/>
                </a:lnTo>
                <a:lnTo>
                  <a:pt x="40720" y="158478"/>
                </a:lnTo>
                <a:lnTo>
                  <a:pt x="40719" y="158478"/>
                </a:lnTo>
                <a:lnTo>
                  <a:pt x="40718" y="158478"/>
                </a:lnTo>
                <a:lnTo>
                  <a:pt x="40718" y="158478"/>
                </a:lnTo>
                <a:lnTo>
                  <a:pt x="40717" y="158478"/>
                </a:lnTo>
                <a:lnTo>
                  <a:pt x="40716" y="158478"/>
                </a:lnTo>
                <a:lnTo>
                  <a:pt x="40716" y="158478"/>
                </a:lnTo>
                <a:lnTo>
                  <a:pt x="40715" y="158478"/>
                </a:lnTo>
                <a:lnTo>
                  <a:pt x="40714" y="158478"/>
                </a:lnTo>
                <a:lnTo>
                  <a:pt x="40714" y="158478"/>
                </a:lnTo>
                <a:lnTo>
                  <a:pt x="40713" y="158478"/>
                </a:lnTo>
                <a:lnTo>
                  <a:pt x="40712" y="158478"/>
                </a:lnTo>
                <a:lnTo>
                  <a:pt x="40712" y="158478"/>
                </a:lnTo>
                <a:lnTo>
                  <a:pt x="40711" y="158478"/>
                </a:lnTo>
                <a:lnTo>
                  <a:pt x="40710" y="158478"/>
                </a:lnTo>
                <a:lnTo>
                  <a:pt x="40710" y="158478"/>
                </a:lnTo>
                <a:lnTo>
                  <a:pt x="40709" y="158478"/>
                </a:lnTo>
                <a:lnTo>
                  <a:pt x="40708" y="158478"/>
                </a:lnTo>
                <a:lnTo>
                  <a:pt x="40708" y="158478"/>
                </a:lnTo>
                <a:lnTo>
                  <a:pt x="40707" y="158478"/>
                </a:lnTo>
                <a:lnTo>
                  <a:pt x="40706" y="158478"/>
                </a:lnTo>
                <a:lnTo>
                  <a:pt x="40706" y="158478"/>
                </a:lnTo>
                <a:lnTo>
                  <a:pt x="40705" y="158478"/>
                </a:lnTo>
                <a:lnTo>
                  <a:pt x="40704" y="158478"/>
                </a:lnTo>
                <a:lnTo>
                  <a:pt x="40703" y="158478"/>
                </a:lnTo>
                <a:lnTo>
                  <a:pt x="40703" y="158478"/>
                </a:lnTo>
                <a:lnTo>
                  <a:pt x="40702" y="158478"/>
                </a:lnTo>
                <a:lnTo>
                  <a:pt x="40701" y="158478"/>
                </a:lnTo>
                <a:lnTo>
                  <a:pt x="40701" y="158478"/>
                </a:lnTo>
                <a:lnTo>
                  <a:pt x="40700" y="158478"/>
                </a:lnTo>
                <a:lnTo>
                  <a:pt x="40699" y="158478"/>
                </a:lnTo>
                <a:lnTo>
                  <a:pt x="40699" y="158478"/>
                </a:lnTo>
                <a:lnTo>
                  <a:pt x="40698" y="158478"/>
                </a:lnTo>
                <a:lnTo>
                  <a:pt x="40697" y="158478"/>
                </a:lnTo>
                <a:lnTo>
                  <a:pt x="40697" y="158478"/>
                </a:lnTo>
                <a:lnTo>
                  <a:pt x="40696" y="158478"/>
                </a:lnTo>
                <a:lnTo>
                  <a:pt x="40695" y="158478"/>
                </a:lnTo>
                <a:lnTo>
                  <a:pt x="40695" y="158478"/>
                </a:lnTo>
                <a:lnTo>
                  <a:pt x="40694" y="158478"/>
                </a:lnTo>
                <a:lnTo>
                  <a:pt x="40693" y="158478"/>
                </a:lnTo>
                <a:lnTo>
                  <a:pt x="40693" y="158478"/>
                </a:lnTo>
                <a:lnTo>
                  <a:pt x="40692" y="158478"/>
                </a:lnTo>
                <a:lnTo>
                  <a:pt x="40691" y="158478"/>
                </a:lnTo>
                <a:lnTo>
                  <a:pt x="40691" y="158478"/>
                </a:lnTo>
                <a:lnTo>
                  <a:pt x="40690" y="158478"/>
                </a:lnTo>
                <a:lnTo>
                  <a:pt x="40689" y="158478"/>
                </a:lnTo>
                <a:lnTo>
                  <a:pt x="40689" y="158478"/>
                </a:lnTo>
                <a:lnTo>
                  <a:pt x="40688" y="158478"/>
                </a:lnTo>
                <a:lnTo>
                  <a:pt x="40687" y="158478"/>
                </a:lnTo>
                <a:lnTo>
                  <a:pt x="40687" y="158478"/>
                </a:lnTo>
                <a:lnTo>
                  <a:pt x="40686" y="158478"/>
                </a:lnTo>
                <a:lnTo>
                  <a:pt x="40685" y="158478"/>
                </a:lnTo>
                <a:lnTo>
                  <a:pt x="40684" y="158478"/>
                </a:lnTo>
                <a:lnTo>
                  <a:pt x="40684" y="158478"/>
                </a:lnTo>
                <a:lnTo>
                  <a:pt x="40683" y="158478"/>
                </a:lnTo>
                <a:lnTo>
                  <a:pt x="40682" y="158478"/>
                </a:lnTo>
                <a:lnTo>
                  <a:pt x="40682" y="158478"/>
                </a:lnTo>
                <a:lnTo>
                  <a:pt x="40681" y="158478"/>
                </a:lnTo>
                <a:lnTo>
                  <a:pt x="40680" y="158478"/>
                </a:lnTo>
                <a:lnTo>
                  <a:pt x="40680" y="158478"/>
                </a:lnTo>
                <a:lnTo>
                  <a:pt x="40679" y="158478"/>
                </a:lnTo>
                <a:lnTo>
                  <a:pt x="40678" y="158478"/>
                </a:lnTo>
                <a:lnTo>
                  <a:pt x="40678" y="158478"/>
                </a:lnTo>
                <a:lnTo>
                  <a:pt x="40677" y="158478"/>
                </a:lnTo>
                <a:lnTo>
                  <a:pt x="40676" y="158478"/>
                </a:lnTo>
                <a:lnTo>
                  <a:pt x="40676" y="158478"/>
                </a:lnTo>
                <a:lnTo>
                  <a:pt x="40675" y="158478"/>
                </a:lnTo>
                <a:lnTo>
                  <a:pt x="40674" y="158478"/>
                </a:lnTo>
                <a:lnTo>
                  <a:pt x="40674" y="158478"/>
                </a:lnTo>
                <a:lnTo>
                  <a:pt x="40673" y="158478"/>
                </a:lnTo>
                <a:lnTo>
                  <a:pt x="40672" y="158478"/>
                </a:lnTo>
                <a:lnTo>
                  <a:pt x="40672" y="158478"/>
                </a:lnTo>
                <a:lnTo>
                  <a:pt x="40671" y="158478"/>
                </a:lnTo>
                <a:lnTo>
                  <a:pt x="40670" y="158478"/>
                </a:lnTo>
                <a:lnTo>
                  <a:pt x="40670" y="158478"/>
                </a:lnTo>
                <a:lnTo>
                  <a:pt x="40669" y="158478"/>
                </a:lnTo>
                <a:lnTo>
                  <a:pt x="40668" y="158478"/>
                </a:lnTo>
                <a:lnTo>
                  <a:pt x="40668" y="158478"/>
                </a:lnTo>
                <a:lnTo>
                  <a:pt x="40667" y="158478"/>
                </a:lnTo>
                <a:lnTo>
                  <a:pt x="40666" y="158478"/>
                </a:lnTo>
                <a:lnTo>
                  <a:pt x="40666" y="158478"/>
                </a:lnTo>
                <a:lnTo>
                  <a:pt x="40665" y="158478"/>
                </a:lnTo>
                <a:lnTo>
                  <a:pt x="40664" y="158478"/>
                </a:lnTo>
                <a:lnTo>
                  <a:pt x="40663" y="158478"/>
                </a:lnTo>
                <a:lnTo>
                  <a:pt x="40663" y="158478"/>
                </a:lnTo>
                <a:lnTo>
                  <a:pt x="40662" y="158478"/>
                </a:lnTo>
                <a:lnTo>
                  <a:pt x="40661" y="158478"/>
                </a:lnTo>
                <a:lnTo>
                  <a:pt x="40661" y="158478"/>
                </a:lnTo>
                <a:lnTo>
                  <a:pt x="40660" y="158478"/>
                </a:lnTo>
                <a:lnTo>
                  <a:pt x="40659" y="158478"/>
                </a:lnTo>
                <a:lnTo>
                  <a:pt x="40659" y="158478"/>
                </a:lnTo>
                <a:lnTo>
                  <a:pt x="40658" y="158478"/>
                </a:lnTo>
                <a:lnTo>
                  <a:pt x="40657" y="158478"/>
                </a:lnTo>
                <a:lnTo>
                  <a:pt x="40657" y="158478"/>
                </a:lnTo>
                <a:lnTo>
                  <a:pt x="40656" y="158478"/>
                </a:lnTo>
                <a:lnTo>
                  <a:pt x="40655" y="158478"/>
                </a:lnTo>
                <a:lnTo>
                  <a:pt x="40655" y="158478"/>
                </a:lnTo>
                <a:lnTo>
                  <a:pt x="40654" y="158478"/>
                </a:lnTo>
                <a:lnTo>
                  <a:pt x="40653" y="158478"/>
                </a:lnTo>
                <a:lnTo>
                  <a:pt x="40653" y="158478"/>
                </a:lnTo>
                <a:lnTo>
                  <a:pt x="40652" y="158478"/>
                </a:lnTo>
                <a:lnTo>
                  <a:pt x="40651" y="158478"/>
                </a:lnTo>
                <a:lnTo>
                  <a:pt x="40651" y="158478"/>
                </a:lnTo>
                <a:lnTo>
                  <a:pt x="40650" y="158478"/>
                </a:lnTo>
                <a:lnTo>
                  <a:pt x="40649" y="158478"/>
                </a:lnTo>
                <a:lnTo>
                  <a:pt x="40649" y="158478"/>
                </a:lnTo>
                <a:lnTo>
                  <a:pt x="40648" y="158478"/>
                </a:lnTo>
                <a:lnTo>
                  <a:pt x="40647" y="158478"/>
                </a:lnTo>
                <a:lnTo>
                  <a:pt x="40647" y="158478"/>
                </a:lnTo>
                <a:lnTo>
                  <a:pt x="40646" y="158478"/>
                </a:lnTo>
                <a:lnTo>
                  <a:pt x="40645" y="158478"/>
                </a:lnTo>
                <a:lnTo>
                  <a:pt x="40645" y="158478"/>
                </a:lnTo>
                <a:lnTo>
                  <a:pt x="40644" y="158478"/>
                </a:lnTo>
                <a:lnTo>
                  <a:pt x="40643" y="158478"/>
                </a:lnTo>
                <a:lnTo>
                  <a:pt x="40643" y="158478"/>
                </a:lnTo>
                <a:lnTo>
                  <a:pt x="40642" y="158478"/>
                </a:lnTo>
                <a:lnTo>
                  <a:pt x="40641" y="158478"/>
                </a:lnTo>
                <a:lnTo>
                  <a:pt x="40641" y="158478"/>
                </a:lnTo>
                <a:lnTo>
                  <a:pt x="40640" y="158478"/>
                </a:lnTo>
                <a:lnTo>
                  <a:pt x="40639" y="158478"/>
                </a:lnTo>
                <a:lnTo>
                  <a:pt x="40638" y="158478"/>
                </a:lnTo>
                <a:lnTo>
                  <a:pt x="40638" y="158478"/>
                </a:lnTo>
                <a:lnTo>
                  <a:pt x="40637" y="158478"/>
                </a:lnTo>
                <a:lnTo>
                  <a:pt x="40636" y="158478"/>
                </a:lnTo>
                <a:lnTo>
                  <a:pt x="40636" y="158478"/>
                </a:lnTo>
                <a:lnTo>
                  <a:pt x="40635" y="158478"/>
                </a:lnTo>
                <a:lnTo>
                  <a:pt x="40634" y="158478"/>
                </a:lnTo>
                <a:lnTo>
                  <a:pt x="40634" y="158478"/>
                </a:lnTo>
                <a:lnTo>
                  <a:pt x="40633" y="158478"/>
                </a:lnTo>
                <a:lnTo>
                  <a:pt x="40632" y="158478"/>
                </a:lnTo>
                <a:lnTo>
                  <a:pt x="40632" y="158478"/>
                </a:lnTo>
                <a:lnTo>
                  <a:pt x="40631" y="158478"/>
                </a:lnTo>
                <a:lnTo>
                  <a:pt x="40630" y="158478"/>
                </a:lnTo>
                <a:lnTo>
                  <a:pt x="40630" y="158478"/>
                </a:lnTo>
                <a:lnTo>
                  <a:pt x="40629" y="158478"/>
                </a:lnTo>
                <a:lnTo>
                  <a:pt x="40628" y="158478"/>
                </a:lnTo>
                <a:lnTo>
                  <a:pt x="40628" y="158478"/>
                </a:lnTo>
                <a:lnTo>
                  <a:pt x="40627" y="158478"/>
                </a:lnTo>
                <a:lnTo>
                  <a:pt x="40626" y="158478"/>
                </a:lnTo>
                <a:lnTo>
                  <a:pt x="40626" y="158478"/>
                </a:lnTo>
                <a:lnTo>
                  <a:pt x="40625" y="158478"/>
                </a:lnTo>
                <a:lnTo>
                  <a:pt x="40624" y="158478"/>
                </a:lnTo>
                <a:lnTo>
                  <a:pt x="40624" y="158478"/>
                </a:lnTo>
                <a:lnTo>
                  <a:pt x="40623" y="158478"/>
                </a:lnTo>
                <a:lnTo>
                  <a:pt x="40622" y="158478"/>
                </a:lnTo>
                <a:lnTo>
                  <a:pt x="40622" y="158478"/>
                </a:lnTo>
                <a:lnTo>
                  <a:pt x="40621" y="158478"/>
                </a:lnTo>
                <a:lnTo>
                  <a:pt x="40620" y="158478"/>
                </a:lnTo>
                <a:lnTo>
                  <a:pt x="40620" y="158478"/>
                </a:lnTo>
                <a:lnTo>
                  <a:pt x="40619" y="158478"/>
                </a:lnTo>
                <a:lnTo>
                  <a:pt x="40618" y="158478"/>
                </a:lnTo>
                <a:lnTo>
                  <a:pt x="40618" y="158478"/>
                </a:lnTo>
                <a:lnTo>
                  <a:pt x="40617" y="158478"/>
                </a:lnTo>
                <a:lnTo>
                  <a:pt x="40616" y="158478"/>
                </a:lnTo>
                <a:lnTo>
                  <a:pt x="40616" y="158478"/>
                </a:lnTo>
                <a:lnTo>
                  <a:pt x="40615" y="158478"/>
                </a:lnTo>
                <a:lnTo>
                  <a:pt x="40614" y="158478"/>
                </a:lnTo>
                <a:lnTo>
                  <a:pt x="40614" y="158478"/>
                </a:lnTo>
                <a:lnTo>
                  <a:pt x="40613" y="158478"/>
                </a:lnTo>
                <a:lnTo>
                  <a:pt x="40612" y="158478"/>
                </a:lnTo>
                <a:lnTo>
                  <a:pt x="40611" y="158478"/>
                </a:lnTo>
                <a:lnTo>
                  <a:pt x="40611" y="158478"/>
                </a:lnTo>
                <a:lnTo>
                  <a:pt x="40610" y="158478"/>
                </a:lnTo>
                <a:lnTo>
                  <a:pt x="40609" y="158478"/>
                </a:lnTo>
                <a:lnTo>
                  <a:pt x="40609" y="158478"/>
                </a:lnTo>
                <a:lnTo>
                  <a:pt x="40608" y="158478"/>
                </a:lnTo>
                <a:lnTo>
                  <a:pt x="40607" y="158478"/>
                </a:lnTo>
                <a:lnTo>
                  <a:pt x="40607" y="158478"/>
                </a:lnTo>
                <a:lnTo>
                  <a:pt x="40606" y="158478"/>
                </a:lnTo>
                <a:lnTo>
                  <a:pt x="40605" y="158478"/>
                </a:lnTo>
                <a:lnTo>
                  <a:pt x="40605" y="158478"/>
                </a:lnTo>
                <a:lnTo>
                  <a:pt x="40604" y="158478"/>
                </a:lnTo>
                <a:lnTo>
                  <a:pt x="40603" y="158478"/>
                </a:lnTo>
                <a:lnTo>
                  <a:pt x="40603" y="158478"/>
                </a:lnTo>
                <a:lnTo>
                  <a:pt x="40602" y="158478"/>
                </a:lnTo>
                <a:lnTo>
                  <a:pt x="40601" y="158478"/>
                </a:lnTo>
                <a:lnTo>
                  <a:pt x="40601" y="158478"/>
                </a:lnTo>
                <a:lnTo>
                  <a:pt x="40600" y="158478"/>
                </a:lnTo>
                <a:lnTo>
                  <a:pt x="40599" y="158478"/>
                </a:lnTo>
                <a:lnTo>
                  <a:pt x="40599" y="158478"/>
                </a:lnTo>
                <a:lnTo>
                  <a:pt x="40598" y="158478"/>
                </a:lnTo>
                <a:lnTo>
                  <a:pt x="40597" y="158478"/>
                </a:lnTo>
                <a:lnTo>
                  <a:pt x="40597" y="158478"/>
                </a:lnTo>
                <a:lnTo>
                  <a:pt x="40596" y="158478"/>
                </a:lnTo>
                <a:lnTo>
                  <a:pt x="40595" y="158478"/>
                </a:lnTo>
                <a:lnTo>
                  <a:pt x="40595" y="158478"/>
                </a:lnTo>
                <a:lnTo>
                  <a:pt x="40594" y="158478"/>
                </a:lnTo>
                <a:lnTo>
                  <a:pt x="40593" y="158478"/>
                </a:lnTo>
                <a:lnTo>
                  <a:pt x="40593" y="158478"/>
                </a:lnTo>
                <a:lnTo>
                  <a:pt x="40592" y="158478"/>
                </a:lnTo>
                <a:lnTo>
                  <a:pt x="40591" y="158478"/>
                </a:lnTo>
                <a:lnTo>
                  <a:pt x="40591" y="158478"/>
                </a:lnTo>
                <a:lnTo>
                  <a:pt x="40590" y="158478"/>
                </a:lnTo>
                <a:lnTo>
                  <a:pt x="40589" y="158478"/>
                </a:lnTo>
                <a:lnTo>
                  <a:pt x="40589" y="158478"/>
                </a:lnTo>
                <a:lnTo>
                  <a:pt x="40588" y="158478"/>
                </a:lnTo>
                <a:lnTo>
                  <a:pt x="40587" y="158478"/>
                </a:lnTo>
                <a:lnTo>
                  <a:pt x="40587" y="158478"/>
                </a:lnTo>
                <a:lnTo>
                  <a:pt x="40586" y="158478"/>
                </a:lnTo>
                <a:lnTo>
                  <a:pt x="40585" y="158478"/>
                </a:lnTo>
                <a:lnTo>
                  <a:pt x="40585" y="158478"/>
                </a:lnTo>
                <a:lnTo>
                  <a:pt x="40584" y="158478"/>
                </a:lnTo>
                <a:lnTo>
                  <a:pt x="40583" y="158478"/>
                </a:lnTo>
                <a:lnTo>
                  <a:pt x="40583" y="158478"/>
                </a:lnTo>
                <a:lnTo>
                  <a:pt x="40582" y="158478"/>
                </a:lnTo>
                <a:lnTo>
                  <a:pt x="40581" y="158478"/>
                </a:lnTo>
                <a:lnTo>
                  <a:pt x="40580" y="158478"/>
                </a:lnTo>
                <a:lnTo>
                  <a:pt x="40580" y="158478"/>
                </a:lnTo>
                <a:lnTo>
                  <a:pt x="40579" y="158478"/>
                </a:lnTo>
                <a:lnTo>
                  <a:pt x="40578" y="158478"/>
                </a:lnTo>
                <a:lnTo>
                  <a:pt x="40578" y="158478"/>
                </a:lnTo>
                <a:lnTo>
                  <a:pt x="40577" y="158478"/>
                </a:lnTo>
                <a:lnTo>
                  <a:pt x="40576" y="158478"/>
                </a:lnTo>
                <a:lnTo>
                  <a:pt x="40576" y="158478"/>
                </a:lnTo>
                <a:lnTo>
                  <a:pt x="40575" y="158478"/>
                </a:lnTo>
                <a:lnTo>
                  <a:pt x="40574" y="158478"/>
                </a:lnTo>
                <a:lnTo>
                  <a:pt x="40574" y="158478"/>
                </a:lnTo>
                <a:lnTo>
                  <a:pt x="40573" y="158478"/>
                </a:lnTo>
                <a:lnTo>
                  <a:pt x="40572" y="158478"/>
                </a:lnTo>
                <a:lnTo>
                  <a:pt x="40572" y="158478"/>
                </a:lnTo>
                <a:lnTo>
                  <a:pt x="40571" y="158478"/>
                </a:lnTo>
                <a:lnTo>
                  <a:pt x="40570" y="158478"/>
                </a:lnTo>
                <a:lnTo>
                  <a:pt x="40570" y="158478"/>
                </a:lnTo>
                <a:lnTo>
                  <a:pt x="40569" y="158478"/>
                </a:lnTo>
                <a:lnTo>
                  <a:pt x="40568" y="158478"/>
                </a:lnTo>
                <a:lnTo>
                  <a:pt x="40568" y="158478"/>
                </a:lnTo>
                <a:lnTo>
                  <a:pt x="40567" y="158478"/>
                </a:lnTo>
                <a:lnTo>
                  <a:pt x="40566" y="158478"/>
                </a:lnTo>
                <a:lnTo>
                  <a:pt x="40566" y="158478"/>
                </a:lnTo>
                <a:lnTo>
                  <a:pt x="40565" y="158478"/>
                </a:lnTo>
                <a:lnTo>
                  <a:pt x="40564" y="158478"/>
                </a:lnTo>
                <a:lnTo>
                  <a:pt x="40564" y="158478"/>
                </a:lnTo>
                <a:lnTo>
                  <a:pt x="40563" y="158478"/>
                </a:lnTo>
                <a:lnTo>
                  <a:pt x="40562" y="158478"/>
                </a:lnTo>
                <a:lnTo>
                  <a:pt x="40562" y="158478"/>
                </a:lnTo>
                <a:lnTo>
                  <a:pt x="40561" y="158478"/>
                </a:lnTo>
                <a:lnTo>
                  <a:pt x="40560" y="158478"/>
                </a:lnTo>
                <a:lnTo>
                  <a:pt x="40560" y="158478"/>
                </a:lnTo>
                <a:lnTo>
                  <a:pt x="40559" y="158478"/>
                </a:lnTo>
                <a:lnTo>
                  <a:pt x="40558" y="158478"/>
                </a:lnTo>
                <a:lnTo>
                  <a:pt x="40558" y="158478"/>
                </a:lnTo>
                <a:lnTo>
                  <a:pt x="40557" y="158478"/>
                </a:lnTo>
                <a:lnTo>
                  <a:pt x="40556" y="158478"/>
                </a:lnTo>
                <a:lnTo>
                  <a:pt x="40556" y="158478"/>
                </a:lnTo>
                <a:lnTo>
                  <a:pt x="40555" y="158478"/>
                </a:lnTo>
                <a:lnTo>
                  <a:pt x="40554" y="158478"/>
                </a:lnTo>
                <a:lnTo>
                  <a:pt x="40554" y="158478"/>
                </a:lnTo>
                <a:lnTo>
                  <a:pt x="40553" y="158478"/>
                </a:lnTo>
                <a:lnTo>
                  <a:pt x="40552" y="158478"/>
                </a:lnTo>
                <a:lnTo>
                  <a:pt x="40552" y="158478"/>
                </a:lnTo>
                <a:lnTo>
                  <a:pt x="40551" y="158478"/>
                </a:lnTo>
                <a:lnTo>
                  <a:pt x="40550" y="158478"/>
                </a:lnTo>
                <a:lnTo>
                  <a:pt x="40550" y="158478"/>
                </a:lnTo>
                <a:lnTo>
                  <a:pt x="40549" y="158478"/>
                </a:lnTo>
                <a:lnTo>
                  <a:pt x="40548" y="158478"/>
                </a:lnTo>
                <a:lnTo>
                  <a:pt x="40548" y="158478"/>
                </a:lnTo>
                <a:lnTo>
                  <a:pt x="40547" y="158478"/>
                </a:lnTo>
                <a:lnTo>
                  <a:pt x="40546" y="158478"/>
                </a:lnTo>
                <a:lnTo>
                  <a:pt x="40546" y="158478"/>
                </a:lnTo>
                <a:lnTo>
                  <a:pt x="40545" y="158478"/>
                </a:lnTo>
                <a:lnTo>
                  <a:pt x="40544" y="158478"/>
                </a:lnTo>
                <a:lnTo>
                  <a:pt x="40544" y="158478"/>
                </a:lnTo>
                <a:lnTo>
                  <a:pt x="40543" y="158478"/>
                </a:lnTo>
                <a:lnTo>
                  <a:pt x="40542" y="158478"/>
                </a:lnTo>
                <a:lnTo>
                  <a:pt x="40542" y="158478"/>
                </a:lnTo>
                <a:lnTo>
                  <a:pt x="40541" y="158478"/>
                </a:lnTo>
                <a:lnTo>
                  <a:pt x="40540" y="158478"/>
                </a:lnTo>
                <a:lnTo>
                  <a:pt x="40539" y="158478"/>
                </a:lnTo>
                <a:lnTo>
                  <a:pt x="40539" y="158478"/>
                </a:lnTo>
                <a:lnTo>
                  <a:pt x="40538" y="158478"/>
                </a:lnTo>
                <a:lnTo>
                  <a:pt x="40537" y="158478"/>
                </a:lnTo>
                <a:lnTo>
                  <a:pt x="40537" y="158478"/>
                </a:lnTo>
                <a:lnTo>
                  <a:pt x="40536" y="158478"/>
                </a:lnTo>
                <a:lnTo>
                  <a:pt x="40535" y="158478"/>
                </a:lnTo>
                <a:lnTo>
                  <a:pt x="40535" y="158478"/>
                </a:lnTo>
                <a:lnTo>
                  <a:pt x="40534" y="158478"/>
                </a:lnTo>
                <a:lnTo>
                  <a:pt x="40533" y="158478"/>
                </a:lnTo>
                <a:lnTo>
                  <a:pt x="40533" y="158478"/>
                </a:lnTo>
                <a:lnTo>
                  <a:pt x="40532" y="158478"/>
                </a:lnTo>
                <a:lnTo>
                  <a:pt x="40531" y="158478"/>
                </a:lnTo>
                <a:lnTo>
                  <a:pt x="40531" y="158478"/>
                </a:lnTo>
                <a:lnTo>
                  <a:pt x="40530" y="158478"/>
                </a:lnTo>
                <a:lnTo>
                  <a:pt x="40529" y="158478"/>
                </a:lnTo>
                <a:lnTo>
                  <a:pt x="40529" y="158478"/>
                </a:lnTo>
                <a:lnTo>
                  <a:pt x="40528" y="158478"/>
                </a:lnTo>
                <a:lnTo>
                  <a:pt x="40527" y="158478"/>
                </a:lnTo>
                <a:lnTo>
                  <a:pt x="40527" y="158478"/>
                </a:lnTo>
                <a:lnTo>
                  <a:pt x="40526" y="158478"/>
                </a:lnTo>
                <a:lnTo>
                  <a:pt x="40525" y="158478"/>
                </a:lnTo>
                <a:lnTo>
                  <a:pt x="40525" y="158478"/>
                </a:lnTo>
                <a:lnTo>
                  <a:pt x="40524" y="158478"/>
                </a:lnTo>
                <a:lnTo>
                  <a:pt x="40523" y="158478"/>
                </a:lnTo>
                <a:lnTo>
                  <a:pt x="40523" y="158478"/>
                </a:lnTo>
                <a:lnTo>
                  <a:pt x="40522" y="158478"/>
                </a:lnTo>
                <a:lnTo>
                  <a:pt x="40521" y="158478"/>
                </a:lnTo>
                <a:lnTo>
                  <a:pt x="40521" y="158478"/>
                </a:lnTo>
                <a:lnTo>
                  <a:pt x="40520" y="158478"/>
                </a:lnTo>
                <a:lnTo>
                  <a:pt x="40519" y="158478"/>
                </a:lnTo>
                <a:lnTo>
                  <a:pt x="40519" y="158478"/>
                </a:lnTo>
                <a:lnTo>
                  <a:pt x="40518" y="158478"/>
                </a:lnTo>
                <a:lnTo>
                  <a:pt x="40517" y="158478"/>
                </a:lnTo>
                <a:lnTo>
                  <a:pt x="40517" y="158478"/>
                </a:lnTo>
                <a:lnTo>
                  <a:pt x="40516" y="158478"/>
                </a:lnTo>
                <a:lnTo>
                  <a:pt x="40515" y="158478"/>
                </a:lnTo>
                <a:lnTo>
                  <a:pt x="40515" y="158478"/>
                </a:lnTo>
                <a:lnTo>
                  <a:pt x="40514" y="158478"/>
                </a:lnTo>
                <a:lnTo>
                  <a:pt x="40513" y="158478"/>
                </a:lnTo>
                <a:lnTo>
                  <a:pt x="40513" y="158478"/>
                </a:lnTo>
                <a:lnTo>
                  <a:pt x="40512" y="158478"/>
                </a:lnTo>
                <a:lnTo>
                  <a:pt x="40511" y="158478"/>
                </a:lnTo>
                <a:lnTo>
                  <a:pt x="40511" y="158478"/>
                </a:lnTo>
                <a:lnTo>
                  <a:pt x="40510" y="158478"/>
                </a:lnTo>
                <a:lnTo>
                  <a:pt x="40509" y="158478"/>
                </a:lnTo>
                <a:lnTo>
                  <a:pt x="40509" y="158478"/>
                </a:lnTo>
                <a:lnTo>
                  <a:pt x="40508" y="158478"/>
                </a:lnTo>
                <a:lnTo>
                  <a:pt x="40507" y="158478"/>
                </a:lnTo>
                <a:lnTo>
                  <a:pt x="40507" y="158478"/>
                </a:lnTo>
                <a:lnTo>
                  <a:pt x="40506" y="158478"/>
                </a:lnTo>
                <a:lnTo>
                  <a:pt x="40505" y="158478"/>
                </a:lnTo>
                <a:lnTo>
                  <a:pt x="40505" y="158478"/>
                </a:lnTo>
                <a:lnTo>
                  <a:pt x="40504" y="158478"/>
                </a:lnTo>
                <a:lnTo>
                  <a:pt x="40503" y="158478"/>
                </a:lnTo>
                <a:lnTo>
                  <a:pt x="40503" y="158478"/>
                </a:lnTo>
                <a:lnTo>
                  <a:pt x="40502" y="158478"/>
                </a:lnTo>
                <a:lnTo>
                  <a:pt x="40501" y="158478"/>
                </a:lnTo>
                <a:lnTo>
                  <a:pt x="40501" y="158478"/>
                </a:lnTo>
                <a:lnTo>
                  <a:pt x="40500" y="158478"/>
                </a:lnTo>
                <a:lnTo>
                  <a:pt x="40499" y="158478"/>
                </a:lnTo>
                <a:lnTo>
                  <a:pt x="40499" y="158478"/>
                </a:lnTo>
                <a:lnTo>
                  <a:pt x="40498" y="158478"/>
                </a:lnTo>
                <a:lnTo>
                  <a:pt x="40497" y="158478"/>
                </a:lnTo>
                <a:lnTo>
                  <a:pt x="40497" y="158478"/>
                </a:lnTo>
                <a:lnTo>
                  <a:pt x="40496" y="158478"/>
                </a:lnTo>
                <a:lnTo>
                  <a:pt x="40495" y="158478"/>
                </a:lnTo>
                <a:lnTo>
                  <a:pt x="40495" y="158478"/>
                </a:lnTo>
                <a:lnTo>
                  <a:pt x="40494" y="158478"/>
                </a:lnTo>
                <a:lnTo>
                  <a:pt x="40493" y="158478"/>
                </a:lnTo>
                <a:lnTo>
                  <a:pt x="40493" y="158478"/>
                </a:lnTo>
                <a:lnTo>
                  <a:pt x="40492" y="158478"/>
                </a:lnTo>
                <a:lnTo>
                  <a:pt x="40491" y="158478"/>
                </a:lnTo>
                <a:lnTo>
                  <a:pt x="40491" y="158478"/>
                </a:lnTo>
                <a:lnTo>
                  <a:pt x="40490" y="158478"/>
                </a:lnTo>
                <a:lnTo>
                  <a:pt x="40489" y="158478"/>
                </a:lnTo>
                <a:lnTo>
                  <a:pt x="40489" y="158478"/>
                </a:lnTo>
                <a:lnTo>
                  <a:pt x="40488" y="158478"/>
                </a:lnTo>
                <a:lnTo>
                  <a:pt x="40487" y="158478"/>
                </a:lnTo>
                <a:lnTo>
                  <a:pt x="40487" y="158478"/>
                </a:lnTo>
                <a:lnTo>
                  <a:pt x="40486" y="158478"/>
                </a:lnTo>
                <a:lnTo>
                  <a:pt x="40485" y="158478"/>
                </a:lnTo>
                <a:lnTo>
                  <a:pt x="40485" y="158478"/>
                </a:lnTo>
                <a:lnTo>
                  <a:pt x="40484" y="158478"/>
                </a:lnTo>
                <a:lnTo>
                  <a:pt x="40483" y="158478"/>
                </a:lnTo>
                <a:lnTo>
                  <a:pt x="40483" y="158478"/>
                </a:lnTo>
                <a:lnTo>
                  <a:pt x="40482" y="158478"/>
                </a:lnTo>
                <a:lnTo>
                  <a:pt x="40481" y="158478"/>
                </a:lnTo>
                <a:lnTo>
                  <a:pt x="40481" y="158478"/>
                </a:lnTo>
                <a:lnTo>
                  <a:pt x="40480" y="158478"/>
                </a:lnTo>
                <a:lnTo>
                  <a:pt x="40479" y="158478"/>
                </a:lnTo>
                <a:lnTo>
                  <a:pt x="40479" y="158478"/>
                </a:lnTo>
                <a:lnTo>
                  <a:pt x="40478" y="158478"/>
                </a:lnTo>
                <a:lnTo>
                  <a:pt x="40477" y="158478"/>
                </a:lnTo>
                <a:lnTo>
                  <a:pt x="40477" y="158478"/>
                </a:lnTo>
                <a:lnTo>
                  <a:pt x="40476" y="158478"/>
                </a:lnTo>
                <a:lnTo>
                  <a:pt x="40475" y="158478"/>
                </a:lnTo>
                <a:lnTo>
                  <a:pt x="40475" y="158478"/>
                </a:lnTo>
                <a:lnTo>
                  <a:pt x="40474" y="158478"/>
                </a:lnTo>
                <a:lnTo>
                  <a:pt x="40473" y="158478"/>
                </a:lnTo>
                <a:lnTo>
                  <a:pt x="40473" y="158478"/>
                </a:lnTo>
                <a:lnTo>
                  <a:pt x="40472" y="158478"/>
                </a:lnTo>
                <a:lnTo>
                  <a:pt x="40471" y="158478"/>
                </a:lnTo>
                <a:lnTo>
                  <a:pt x="40471" y="158478"/>
                </a:lnTo>
                <a:lnTo>
                  <a:pt x="40470" y="158478"/>
                </a:lnTo>
                <a:lnTo>
                  <a:pt x="40469" y="158478"/>
                </a:lnTo>
                <a:lnTo>
                  <a:pt x="40469" y="158478"/>
                </a:lnTo>
                <a:lnTo>
                  <a:pt x="40468" y="158478"/>
                </a:lnTo>
                <a:lnTo>
                  <a:pt x="40467" y="158478"/>
                </a:lnTo>
                <a:lnTo>
                  <a:pt x="40467" y="158478"/>
                </a:lnTo>
                <a:lnTo>
                  <a:pt x="40466" y="158478"/>
                </a:lnTo>
                <a:lnTo>
                  <a:pt x="40465" y="158478"/>
                </a:lnTo>
                <a:lnTo>
                  <a:pt x="40465" y="158478"/>
                </a:lnTo>
                <a:lnTo>
                  <a:pt x="40464" y="158478"/>
                </a:lnTo>
                <a:lnTo>
                  <a:pt x="40463" y="158478"/>
                </a:lnTo>
                <a:lnTo>
                  <a:pt x="40463" y="158478"/>
                </a:lnTo>
                <a:lnTo>
                  <a:pt x="40462" y="158478"/>
                </a:lnTo>
                <a:lnTo>
                  <a:pt x="40461" y="158478"/>
                </a:lnTo>
                <a:lnTo>
                  <a:pt x="40461" y="158478"/>
                </a:lnTo>
                <a:lnTo>
                  <a:pt x="40460" y="158478"/>
                </a:lnTo>
                <a:lnTo>
                  <a:pt x="40459" y="158478"/>
                </a:lnTo>
                <a:lnTo>
                  <a:pt x="40459" y="158478"/>
                </a:lnTo>
                <a:lnTo>
                  <a:pt x="40458" y="158478"/>
                </a:lnTo>
                <a:lnTo>
                  <a:pt x="40457" y="158478"/>
                </a:lnTo>
                <a:lnTo>
                  <a:pt x="40457" y="158478"/>
                </a:lnTo>
                <a:lnTo>
                  <a:pt x="40456" y="158478"/>
                </a:lnTo>
                <a:lnTo>
                  <a:pt x="40455" y="158478"/>
                </a:lnTo>
                <a:lnTo>
                  <a:pt x="40455" y="158478"/>
                </a:lnTo>
                <a:lnTo>
                  <a:pt x="40454" y="158478"/>
                </a:lnTo>
                <a:lnTo>
                  <a:pt x="40453" y="158478"/>
                </a:lnTo>
                <a:lnTo>
                  <a:pt x="40452" y="158478"/>
                </a:lnTo>
                <a:lnTo>
                  <a:pt x="40452" y="158478"/>
                </a:lnTo>
                <a:lnTo>
                  <a:pt x="40451" y="158478"/>
                </a:lnTo>
                <a:lnTo>
                  <a:pt x="40450" y="158478"/>
                </a:lnTo>
                <a:lnTo>
                  <a:pt x="40450" y="158478"/>
                </a:lnTo>
                <a:lnTo>
                  <a:pt x="40449" y="158478"/>
                </a:lnTo>
                <a:lnTo>
                  <a:pt x="40448" y="158478"/>
                </a:lnTo>
                <a:lnTo>
                  <a:pt x="40448" y="158478"/>
                </a:lnTo>
                <a:lnTo>
                  <a:pt x="40447" y="158478"/>
                </a:lnTo>
                <a:lnTo>
                  <a:pt x="40446" y="158478"/>
                </a:lnTo>
                <a:lnTo>
                  <a:pt x="40446" y="158478"/>
                </a:lnTo>
                <a:lnTo>
                  <a:pt x="40445" y="158478"/>
                </a:lnTo>
                <a:lnTo>
                  <a:pt x="40444" y="158478"/>
                </a:lnTo>
                <a:lnTo>
                  <a:pt x="40444" y="158478"/>
                </a:lnTo>
                <a:lnTo>
                  <a:pt x="40443" y="158478"/>
                </a:lnTo>
                <a:lnTo>
                  <a:pt x="40442" y="158478"/>
                </a:lnTo>
                <a:lnTo>
                  <a:pt x="40442" y="158478"/>
                </a:lnTo>
                <a:lnTo>
                  <a:pt x="40441" y="158478"/>
                </a:lnTo>
                <a:lnTo>
                  <a:pt x="40440" y="158478"/>
                </a:lnTo>
                <a:lnTo>
                  <a:pt x="40440" y="158478"/>
                </a:lnTo>
                <a:lnTo>
                  <a:pt x="40439" y="158478"/>
                </a:lnTo>
                <a:lnTo>
                  <a:pt x="40438" y="158478"/>
                </a:lnTo>
                <a:lnTo>
                  <a:pt x="40438" y="158478"/>
                </a:lnTo>
                <a:lnTo>
                  <a:pt x="40437" y="158478"/>
                </a:lnTo>
                <a:lnTo>
                  <a:pt x="40436" y="158478"/>
                </a:lnTo>
                <a:lnTo>
                  <a:pt x="40436" y="158478"/>
                </a:lnTo>
                <a:lnTo>
                  <a:pt x="40435" y="158478"/>
                </a:lnTo>
                <a:lnTo>
                  <a:pt x="40434" y="158478"/>
                </a:lnTo>
                <a:lnTo>
                  <a:pt x="40434" y="158478"/>
                </a:lnTo>
                <a:lnTo>
                  <a:pt x="40433" y="158478"/>
                </a:lnTo>
                <a:lnTo>
                  <a:pt x="40432" y="158478"/>
                </a:lnTo>
                <a:lnTo>
                  <a:pt x="40432" y="158478"/>
                </a:lnTo>
                <a:lnTo>
                  <a:pt x="40431" y="158478"/>
                </a:lnTo>
                <a:lnTo>
                  <a:pt x="40430" y="158478"/>
                </a:lnTo>
                <a:lnTo>
                  <a:pt x="40430" y="158478"/>
                </a:lnTo>
                <a:lnTo>
                  <a:pt x="40429" y="158478"/>
                </a:lnTo>
                <a:lnTo>
                  <a:pt x="40428" y="158478"/>
                </a:lnTo>
                <a:lnTo>
                  <a:pt x="40428" y="158478"/>
                </a:lnTo>
                <a:lnTo>
                  <a:pt x="40427" y="158478"/>
                </a:lnTo>
                <a:lnTo>
                  <a:pt x="40426" y="158478"/>
                </a:lnTo>
                <a:lnTo>
                  <a:pt x="40426" y="158478"/>
                </a:lnTo>
                <a:lnTo>
                  <a:pt x="40425" y="158478"/>
                </a:lnTo>
                <a:lnTo>
                  <a:pt x="40424" y="158478"/>
                </a:lnTo>
                <a:lnTo>
                  <a:pt x="40424" y="158478"/>
                </a:lnTo>
                <a:lnTo>
                  <a:pt x="40423" y="158478"/>
                </a:lnTo>
                <a:lnTo>
                  <a:pt x="40422" y="158478"/>
                </a:lnTo>
                <a:lnTo>
                  <a:pt x="40422" y="158478"/>
                </a:lnTo>
                <a:lnTo>
                  <a:pt x="40421" y="158478"/>
                </a:lnTo>
                <a:lnTo>
                  <a:pt x="40421" y="158478"/>
                </a:lnTo>
                <a:lnTo>
                  <a:pt x="40420" y="158478"/>
                </a:lnTo>
                <a:lnTo>
                  <a:pt x="40419" y="158478"/>
                </a:lnTo>
                <a:lnTo>
                  <a:pt x="40419" y="158478"/>
                </a:lnTo>
                <a:lnTo>
                  <a:pt x="40418" y="158478"/>
                </a:lnTo>
                <a:lnTo>
                  <a:pt x="40417" y="158478"/>
                </a:lnTo>
                <a:lnTo>
                  <a:pt x="40417" y="158478"/>
                </a:lnTo>
                <a:lnTo>
                  <a:pt x="40416" y="158478"/>
                </a:lnTo>
                <a:lnTo>
                  <a:pt x="40415" y="158478"/>
                </a:lnTo>
                <a:lnTo>
                  <a:pt x="40415" y="158478"/>
                </a:lnTo>
                <a:lnTo>
                  <a:pt x="40414" y="158478"/>
                </a:lnTo>
                <a:lnTo>
                  <a:pt x="40413" y="158478"/>
                </a:lnTo>
                <a:lnTo>
                  <a:pt x="40413" y="158478"/>
                </a:lnTo>
                <a:lnTo>
                  <a:pt x="40412" y="158478"/>
                </a:lnTo>
                <a:lnTo>
                  <a:pt x="40411" y="158478"/>
                </a:lnTo>
                <a:lnTo>
                  <a:pt x="40411" y="158478"/>
                </a:lnTo>
                <a:lnTo>
                  <a:pt x="40410" y="158478"/>
                </a:lnTo>
                <a:lnTo>
                  <a:pt x="40409" y="158478"/>
                </a:lnTo>
                <a:lnTo>
                  <a:pt x="40409" y="158478"/>
                </a:lnTo>
                <a:lnTo>
                  <a:pt x="40408" y="158478"/>
                </a:lnTo>
                <a:lnTo>
                  <a:pt x="40407" y="158478"/>
                </a:lnTo>
                <a:lnTo>
                  <a:pt x="40407" y="158478"/>
                </a:lnTo>
                <a:lnTo>
                  <a:pt x="40406" y="158478"/>
                </a:lnTo>
                <a:lnTo>
                  <a:pt x="40405" y="158478"/>
                </a:lnTo>
                <a:lnTo>
                  <a:pt x="40405" y="158478"/>
                </a:lnTo>
                <a:lnTo>
                  <a:pt x="40404" y="158478"/>
                </a:lnTo>
                <a:lnTo>
                  <a:pt x="40403" y="158478"/>
                </a:lnTo>
                <a:lnTo>
                  <a:pt x="40403" y="158478"/>
                </a:lnTo>
                <a:lnTo>
                  <a:pt x="40402" y="158478"/>
                </a:lnTo>
                <a:lnTo>
                  <a:pt x="40401" y="158478"/>
                </a:lnTo>
                <a:lnTo>
                  <a:pt x="40401" y="158478"/>
                </a:lnTo>
                <a:lnTo>
                  <a:pt x="40400" y="158478"/>
                </a:lnTo>
                <a:lnTo>
                  <a:pt x="40399" y="158478"/>
                </a:lnTo>
                <a:lnTo>
                  <a:pt x="40399" y="158478"/>
                </a:lnTo>
                <a:lnTo>
                  <a:pt x="40398" y="158478"/>
                </a:lnTo>
                <a:lnTo>
                  <a:pt x="40397" y="158478"/>
                </a:lnTo>
                <a:lnTo>
                  <a:pt x="40397" y="158478"/>
                </a:lnTo>
                <a:lnTo>
                  <a:pt x="40396" y="158478"/>
                </a:lnTo>
                <a:lnTo>
                  <a:pt x="40395" y="158478"/>
                </a:lnTo>
                <a:lnTo>
                  <a:pt x="40395" y="158478"/>
                </a:lnTo>
                <a:lnTo>
                  <a:pt x="40394" y="158478"/>
                </a:lnTo>
                <a:lnTo>
                  <a:pt x="40393" y="158478"/>
                </a:lnTo>
                <a:lnTo>
                  <a:pt x="40393" y="158478"/>
                </a:lnTo>
                <a:lnTo>
                  <a:pt x="40392" y="158478"/>
                </a:lnTo>
                <a:lnTo>
                  <a:pt x="40391" y="158478"/>
                </a:lnTo>
                <a:lnTo>
                  <a:pt x="40391" y="158478"/>
                </a:lnTo>
                <a:lnTo>
                  <a:pt x="40390" y="158478"/>
                </a:lnTo>
                <a:lnTo>
                  <a:pt x="40389" y="158478"/>
                </a:lnTo>
                <a:lnTo>
                  <a:pt x="40389" y="158478"/>
                </a:lnTo>
                <a:lnTo>
                  <a:pt x="40388" y="158478"/>
                </a:lnTo>
                <a:lnTo>
                  <a:pt x="40387" y="158478"/>
                </a:lnTo>
                <a:lnTo>
                  <a:pt x="40387" y="158478"/>
                </a:lnTo>
                <a:lnTo>
                  <a:pt x="40386" y="158478"/>
                </a:lnTo>
                <a:lnTo>
                  <a:pt x="40385" y="158478"/>
                </a:lnTo>
                <a:lnTo>
                  <a:pt x="40385" y="158478"/>
                </a:lnTo>
                <a:lnTo>
                  <a:pt x="40384" y="158478"/>
                </a:lnTo>
                <a:lnTo>
                  <a:pt x="40383" y="158478"/>
                </a:lnTo>
                <a:lnTo>
                  <a:pt x="40383" y="158478"/>
                </a:lnTo>
                <a:lnTo>
                  <a:pt x="40382" y="158478"/>
                </a:lnTo>
                <a:lnTo>
                  <a:pt x="40381" y="158478"/>
                </a:lnTo>
                <a:lnTo>
                  <a:pt x="40381" y="158478"/>
                </a:lnTo>
                <a:lnTo>
                  <a:pt x="40380" y="158478"/>
                </a:lnTo>
                <a:lnTo>
                  <a:pt x="40379" y="158478"/>
                </a:lnTo>
                <a:lnTo>
                  <a:pt x="40379" y="158478"/>
                </a:lnTo>
                <a:lnTo>
                  <a:pt x="40378" y="158478"/>
                </a:lnTo>
                <a:lnTo>
                  <a:pt x="40377" y="158478"/>
                </a:lnTo>
                <a:lnTo>
                  <a:pt x="40377" y="158478"/>
                </a:lnTo>
                <a:lnTo>
                  <a:pt x="40376" y="158478"/>
                </a:lnTo>
                <a:lnTo>
                  <a:pt x="40375" y="158478"/>
                </a:lnTo>
                <a:lnTo>
                  <a:pt x="40375" y="158478"/>
                </a:lnTo>
                <a:lnTo>
                  <a:pt x="40374" y="158478"/>
                </a:lnTo>
                <a:lnTo>
                  <a:pt x="40373" y="158478"/>
                </a:lnTo>
                <a:lnTo>
                  <a:pt x="40373" y="158478"/>
                </a:lnTo>
                <a:lnTo>
                  <a:pt x="40372" y="158478"/>
                </a:lnTo>
                <a:lnTo>
                  <a:pt x="40371" y="158478"/>
                </a:lnTo>
                <a:lnTo>
                  <a:pt x="40371" y="158478"/>
                </a:lnTo>
                <a:lnTo>
                  <a:pt x="40370" y="158478"/>
                </a:lnTo>
                <a:lnTo>
                  <a:pt x="40369" y="158478"/>
                </a:lnTo>
                <a:lnTo>
                  <a:pt x="40369" y="158478"/>
                </a:lnTo>
                <a:lnTo>
                  <a:pt x="40368" y="158478"/>
                </a:lnTo>
                <a:lnTo>
                  <a:pt x="40367" y="158478"/>
                </a:lnTo>
                <a:lnTo>
                  <a:pt x="40367" y="158478"/>
                </a:lnTo>
                <a:lnTo>
                  <a:pt x="40366" y="158478"/>
                </a:lnTo>
                <a:lnTo>
                  <a:pt x="40365" y="158478"/>
                </a:lnTo>
                <a:lnTo>
                  <a:pt x="40365" y="158478"/>
                </a:lnTo>
                <a:lnTo>
                  <a:pt x="40364" y="158478"/>
                </a:lnTo>
                <a:lnTo>
                  <a:pt x="40363" y="158478"/>
                </a:lnTo>
                <a:lnTo>
                  <a:pt x="40363" y="158478"/>
                </a:lnTo>
                <a:lnTo>
                  <a:pt x="40362" y="158478"/>
                </a:lnTo>
                <a:lnTo>
                  <a:pt x="40361" y="158478"/>
                </a:lnTo>
                <a:lnTo>
                  <a:pt x="40361" y="158478"/>
                </a:lnTo>
                <a:lnTo>
                  <a:pt x="40360" y="158478"/>
                </a:lnTo>
                <a:lnTo>
                  <a:pt x="40359" y="158478"/>
                </a:lnTo>
                <a:lnTo>
                  <a:pt x="40359" y="158478"/>
                </a:lnTo>
                <a:lnTo>
                  <a:pt x="40358" y="158478"/>
                </a:lnTo>
                <a:lnTo>
                  <a:pt x="40357" y="158478"/>
                </a:lnTo>
                <a:lnTo>
                  <a:pt x="40357" y="158478"/>
                </a:lnTo>
                <a:lnTo>
                  <a:pt x="40356" y="158478"/>
                </a:lnTo>
                <a:lnTo>
                  <a:pt x="40355" y="158478"/>
                </a:lnTo>
                <a:lnTo>
                  <a:pt x="40355" y="158478"/>
                </a:lnTo>
                <a:lnTo>
                  <a:pt x="40354" y="158478"/>
                </a:lnTo>
                <a:lnTo>
                  <a:pt x="40353" y="158478"/>
                </a:lnTo>
                <a:lnTo>
                  <a:pt x="40353" y="158478"/>
                </a:lnTo>
                <a:lnTo>
                  <a:pt x="40352" y="158478"/>
                </a:lnTo>
                <a:lnTo>
                  <a:pt x="40351" y="158478"/>
                </a:lnTo>
                <a:lnTo>
                  <a:pt x="40351" y="158478"/>
                </a:lnTo>
                <a:lnTo>
                  <a:pt x="40350" y="158478"/>
                </a:lnTo>
                <a:lnTo>
                  <a:pt x="40349" y="158478"/>
                </a:lnTo>
                <a:lnTo>
                  <a:pt x="40349" y="158478"/>
                </a:lnTo>
                <a:lnTo>
                  <a:pt x="40348" y="158478"/>
                </a:lnTo>
                <a:lnTo>
                  <a:pt x="40347" y="158478"/>
                </a:lnTo>
                <a:lnTo>
                  <a:pt x="40347" y="158478"/>
                </a:lnTo>
                <a:lnTo>
                  <a:pt x="40346" y="158478"/>
                </a:lnTo>
                <a:lnTo>
                  <a:pt x="40345" y="158478"/>
                </a:lnTo>
                <a:lnTo>
                  <a:pt x="40345" y="158478"/>
                </a:lnTo>
                <a:lnTo>
                  <a:pt x="40344" y="158478"/>
                </a:lnTo>
                <a:lnTo>
                  <a:pt x="40343" y="158478"/>
                </a:lnTo>
                <a:lnTo>
                  <a:pt x="40343" y="158478"/>
                </a:lnTo>
                <a:lnTo>
                  <a:pt x="40342" y="158478"/>
                </a:lnTo>
                <a:lnTo>
                  <a:pt x="40341" y="158478"/>
                </a:lnTo>
                <a:lnTo>
                  <a:pt x="40341" y="158478"/>
                </a:lnTo>
                <a:lnTo>
                  <a:pt x="40340" y="158478"/>
                </a:lnTo>
                <a:lnTo>
                  <a:pt x="40339" y="158478"/>
                </a:lnTo>
                <a:lnTo>
                  <a:pt x="40339" y="158478"/>
                </a:lnTo>
                <a:lnTo>
                  <a:pt x="40338" y="158478"/>
                </a:lnTo>
                <a:lnTo>
                  <a:pt x="40338" y="158478"/>
                </a:lnTo>
                <a:lnTo>
                  <a:pt x="40337" y="158478"/>
                </a:lnTo>
                <a:lnTo>
                  <a:pt x="40336" y="158478"/>
                </a:lnTo>
                <a:lnTo>
                  <a:pt x="40336" y="158478"/>
                </a:lnTo>
                <a:lnTo>
                  <a:pt x="40335" y="158478"/>
                </a:lnTo>
                <a:lnTo>
                  <a:pt x="40334" y="158478"/>
                </a:lnTo>
                <a:lnTo>
                  <a:pt x="40334" y="158478"/>
                </a:lnTo>
                <a:lnTo>
                  <a:pt x="40333" y="158478"/>
                </a:lnTo>
                <a:lnTo>
                  <a:pt x="40332" y="158478"/>
                </a:lnTo>
                <a:lnTo>
                  <a:pt x="40332" y="158478"/>
                </a:lnTo>
                <a:lnTo>
                  <a:pt x="40331" y="158478"/>
                </a:lnTo>
                <a:lnTo>
                  <a:pt x="40330" y="158478"/>
                </a:lnTo>
                <a:lnTo>
                  <a:pt x="40330" y="158478"/>
                </a:lnTo>
                <a:lnTo>
                  <a:pt x="40329" y="158478"/>
                </a:lnTo>
                <a:lnTo>
                  <a:pt x="40328" y="158478"/>
                </a:lnTo>
                <a:lnTo>
                  <a:pt x="40328" y="158478"/>
                </a:lnTo>
                <a:lnTo>
                  <a:pt x="40327" y="158478"/>
                </a:lnTo>
                <a:lnTo>
                  <a:pt x="40326" y="158478"/>
                </a:lnTo>
                <a:lnTo>
                  <a:pt x="40326" y="158478"/>
                </a:lnTo>
                <a:lnTo>
                  <a:pt x="40325" y="158478"/>
                </a:lnTo>
                <a:lnTo>
                  <a:pt x="40324" y="158478"/>
                </a:lnTo>
                <a:lnTo>
                  <a:pt x="40324" y="158478"/>
                </a:lnTo>
                <a:lnTo>
                  <a:pt x="40323" y="158478"/>
                </a:lnTo>
                <a:lnTo>
                  <a:pt x="40322" y="158478"/>
                </a:lnTo>
                <a:lnTo>
                  <a:pt x="40322" y="158478"/>
                </a:lnTo>
                <a:lnTo>
                  <a:pt x="40321" y="158478"/>
                </a:lnTo>
                <a:lnTo>
                  <a:pt x="40320" y="158478"/>
                </a:lnTo>
                <a:lnTo>
                  <a:pt x="40320" y="158478"/>
                </a:lnTo>
                <a:lnTo>
                  <a:pt x="40319" y="158478"/>
                </a:lnTo>
                <a:lnTo>
                  <a:pt x="40318" y="158478"/>
                </a:lnTo>
                <a:lnTo>
                  <a:pt x="40318" y="158478"/>
                </a:lnTo>
                <a:lnTo>
                  <a:pt x="40317" y="158478"/>
                </a:lnTo>
                <a:lnTo>
                  <a:pt x="40316" y="158478"/>
                </a:lnTo>
                <a:lnTo>
                  <a:pt x="40316" y="158478"/>
                </a:lnTo>
                <a:lnTo>
                  <a:pt x="40315" y="158478"/>
                </a:lnTo>
                <a:lnTo>
                  <a:pt x="40314" y="158478"/>
                </a:lnTo>
                <a:lnTo>
                  <a:pt x="40314" y="158478"/>
                </a:lnTo>
                <a:lnTo>
                  <a:pt x="40313" y="158478"/>
                </a:lnTo>
                <a:lnTo>
                  <a:pt x="40312" y="158478"/>
                </a:lnTo>
                <a:lnTo>
                  <a:pt x="40312" y="158478"/>
                </a:lnTo>
                <a:lnTo>
                  <a:pt x="40311" y="158478"/>
                </a:lnTo>
                <a:lnTo>
                  <a:pt x="40310" y="158478"/>
                </a:lnTo>
                <a:lnTo>
                  <a:pt x="40310" y="158478"/>
                </a:lnTo>
                <a:lnTo>
                  <a:pt x="40309" y="158478"/>
                </a:lnTo>
                <a:lnTo>
                  <a:pt x="40308" y="158478"/>
                </a:lnTo>
                <a:lnTo>
                  <a:pt x="40308" y="158478"/>
                </a:lnTo>
                <a:lnTo>
                  <a:pt x="40307" y="158478"/>
                </a:lnTo>
                <a:lnTo>
                  <a:pt x="40306" y="158478"/>
                </a:lnTo>
                <a:lnTo>
                  <a:pt x="40306" y="158478"/>
                </a:lnTo>
                <a:lnTo>
                  <a:pt x="40305" y="158478"/>
                </a:lnTo>
                <a:lnTo>
                  <a:pt x="40304" y="158478"/>
                </a:lnTo>
                <a:lnTo>
                  <a:pt x="40304" y="158478"/>
                </a:lnTo>
                <a:lnTo>
                  <a:pt x="40303" y="158478"/>
                </a:lnTo>
                <a:lnTo>
                  <a:pt x="40302" y="158478"/>
                </a:lnTo>
                <a:lnTo>
                  <a:pt x="40302" y="158478"/>
                </a:lnTo>
                <a:lnTo>
                  <a:pt x="40301" y="158478"/>
                </a:lnTo>
                <a:lnTo>
                  <a:pt x="40300" y="158478"/>
                </a:lnTo>
                <a:lnTo>
                  <a:pt x="40300" y="158478"/>
                </a:lnTo>
                <a:lnTo>
                  <a:pt x="40299" y="158478"/>
                </a:lnTo>
                <a:lnTo>
                  <a:pt x="40298" y="158478"/>
                </a:lnTo>
                <a:lnTo>
                  <a:pt x="40298" y="158478"/>
                </a:lnTo>
                <a:lnTo>
                  <a:pt x="40297" y="158478"/>
                </a:lnTo>
                <a:lnTo>
                  <a:pt x="40297" y="158478"/>
                </a:lnTo>
                <a:lnTo>
                  <a:pt x="40296" y="158478"/>
                </a:lnTo>
                <a:lnTo>
                  <a:pt x="40295" y="158478"/>
                </a:lnTo>
                <a:lnTo>
                  <a:pt x="40295" y="158478"/>
                </a:lnTo>
                <a:lnTo>
                  <a:pt x="40294" y="158478"/>
                </a:lnTo>
                <a:lnTo>
                  <a:pt x="40293" y="158478"/>
                </a:lnTo>
                <a:lnTo>
                  <a:pt x="40293" y="158478"/>
                </a:lnTo>
                <a:lnTo>
                  <a:pt x="40292" y="158478"/>
                </a:lnTo>
                <a:lnTo>
                  <a:pt x="40291" y="158478"/>
                </a:lnTo>
                <a:lnTo>
                  <a:pt x="40291" y="158478"/>
                </a:lnTo>
                <a:lnTo>
                  <a:pt x="40290" y="158478"/>
                </a:lnTo>
                <a:lnTo>
                  <a:pt x="40289" y="158478"/>
                </a:lnTo>
                <a:lnTo>
                  <a:pt x="40289" y="158478"/>
                </a:lnTo>
                <a:lnTo>
                  <a:pt x="40288" y="158478"/>
                </a:lnTo>
                <a:lnTo>
                  <a:pt x="40287" y="158478"/>
                </a:lnTo>
                <a:lnTo>
                  <a:pt x="40287" y="158478"/>
                </a:lnTo>
                <a:lnTo>
                  <a:pt x="40286" y="158478"/>
                </a:lnTo>
                <a:lnTo>
                  <a:pt x="40285" y="158478"/>
                </a:lnTo>
                <a:lnTo>
                  <a:pt x="40285" y="158478"/>
                </a:lnTo>
                <a:lnTo>
                  <a:pt x="40284" y="158478"/>
                </a:lnTo>
                <a:lnTo>
                  <a:pt x="40283" y="158478"/>
                </a:lnTo>
                <a:lnTo>
                  <a:pt x="40283" y="158478"/>
                </a:lnTo>
                <a:lnTo>
                  <a:pt x="40282" y="158478"/>
                </a:lnTo>
                <a:lnTo>
                  <a:pt x="40281" y="158478"/>
                </a:lnTo>
                <a:lnTo>
                  <a:pt x="40281" y="158478"/>
                </a:lnTo>
                <a:lnTo>
                  <a:pt x="40280" y="158478"/>
                </a:lnTo>
                <a:lnTo>
                  <a:pt x="40279" y="158478"/>
                </a:lnTo>
                <a:lnTo>
                  <a:pt x="40279" y="158478"/>
                </a:lnTo>
                <a:lnTo>
                  <a:pt x="40278" y="158478"/>
                </a:lnTo>
                <a:lnTo>
                  <a:pt x="40277" y="158478"/>
                </a:lnTo>
                <a:lnTo>
                  <a:pt x="40277" y="158478"/>
                </a:lnTo>
                <a:lnTo>
                  <a:pt x="40276" y="158478"/>
                </a:lnTo>
                <a:lnTo>
                  <a:pt x="40275" y="158478"/>
                </a:lnTo>
                <a:lnTo>
                  <a:pt x="40275" y="158478"/>
                </a:lnTo>
                <a:lnTo>
                  <a:pt x="40274" y="158478"/>
                </a:lnTo>
                <a:lnTo>
                  <a:pt x="40273" y="158478"/>
                </a:lnTo>
                <a:lnTo>
                  <a:pt x="40273" y="158478"/>
                </a:lnTo>
                <a:lnTo>
                  <a:pt x="40272" y="158478"/>
                </a:lnTo>
                <a:lnTo>
                  <a:pt x="40271" y="158478"/>
                </a:lnTo>
                <a:lnTo>
                  <a:pt x="40271" y="158478"/>
                </a:lnTo>
                <a:lnTo>
                  <a:pt x="40270" y="158478"/>
                </a:lnTo>
                <a:lnTo>
                  <a:pt x="40269" y="158478"/>
                </a:lnTo>
                <a:lnTo>
                  <a:pt x="40269" y="158478"/>
                </a:lnTo>
                <a:lnTo>
                  <a:pt x="40268" y="158478"/>
                </a:lnTo>
                <a:lnTo>
                  <a:pt x="40267" y="158478"/>
                </a:lnTo>
                <a:lnTo>
                  <a:pt x="40267" y="158478"/>
                </a:lnTo>
                <a:lnTo>
                  <a:pt x="40266" y="158478"/>
                </a:lnTo>
                <a:lnTo>
                  <a:pt x="40266" y="158478"/>
                </a:lnTo>
                <a:lnTo>
                  <a:pt x="40265" y="158478"/>
                </a:lnTo>
                <a:lnTo>
                  <a:pt x="40264" y="158478"/>
                </a:lnTo>
                <a:lnTo>
                  <a:pt x="40264" y="158478"/>
                </a:lnTo>
                <a:lnTo>
                  <a:pt x="40263" y="158478"/>
                </a:lnTo>
                <a:lnTo>
                  <a:pt x="40262" y="158478"/>
                </a:lnTo>
                <a:lnTo>
                  <a:pt x="40262" y="158478"/>
                </a:lnTo>
                <a:lnTo>
                  <a:pt x="40261" y="158478"/>
                </a:lnTo>
                <a:lnTo>
                  <a:pt x="40260" y="158478"/>
                </a:lnTo>
                <a:lnTo>
                  <a:pt x="40260" y="158478"/>
                </a:lnTo>
                <a:lnTo>
                  <a:pt x="40259" y="158478"/>
                </a:lnTo>
                <a:lnTo>
                  <a:pt x="40258" y="158478"/>
                </a:lnTo>
                <a:lnTo>
                  <a:pt x="40258" y="158478"/>
                </a:lnTo>
                <a:lnTo>
                  <a:pt x="40257" y="158478"/>
                </a:lnTo>
                <a:lnTo>
                  <a:pt x="40256" y="158478"/>
                </a:lnTo>
                <a:lnTo>
                  <a:pt x="40256" y="158478"/>
                </a:lnTo>
                <a:lnTo>
                  <a:pt x="40255" y="158478"/>
                </a:lnTo>
                <a:lnTo>
                  <a:pt x="40254" y="158478"/>
                </a:lnTo>
                <a:lnTo>
                  <a:pt x="40254" y="158478"/>
                </a:lnTo>
                <a:lnTo>
                  <a:pt x="40253" y="158478"/>
                </a:lnTo>
                <a:lnTo>
                  <a:pt x="40252" y="158478"/>
                </a:lnTo>
                <a:lnTo>
                  <a:pt x="40252" y="158478"/>
                </a:lnTo>
                <a:lnTo>
                  <a:pt x="40251" y="158478"/>
                </a:lnTo>
                <a:lnTo>
                  <a:pt x="40250" y="158478"/>
                </a:lnTo>
                <a:lnTo>
                  <a:pt x="40250" y="158478"/>
                </a:lnTo>
                <a:lnTo>
                  <a:pt x="40249" y="158478"/>
                </a:lnTo>
                <a:lnTo>
                  <a:pt x="40248" y="158478"/>
                </a:lnTo>
                <a:lnTo>
                  <a:pt x="40248" y="158478"/>
                </a:lnTo>
                <a:lnTo>
                  <a:pt x="40247" y="158478"/>
                </a:lnTo>
                <a:lnTo>
                  <a:pt x="40246" y="158478"/>
                </a:lnTo>
                <a:lnTo>
                  <a:pt x="40246" y="158478"/>
                </a:lnTo>
                <a:lnTo>
                  <a:pt x="40245" y="158478"/>
                </a:lnTo>
                <a:lnTo>
                  <a:pt x="40244" y="158478"/>
                </a:lnTo>
                <a:lnTo>
                  <a:pt x="40244" y="158478"/>
                </a:lnTo>
                <a:lnTo>
                  <a:pt x="40243" y="158478"/>
                </a:lnTo>
                <a:lnTo>
                  <a:pt x="40242" y="158478"/>
                </a:lnTo>
                <a:lnTo>
                  <a:pt x="40242" y="158478"/>
                </a:lnTo>
                <a:lnTo>
                  <a:pt x="40241" y="158478"/>
                </a:lnTo>
                <a:lnTo>
                  <a:pt x="40240" y="158478"/>
                </a:lnTo>
                <a:lnTo>
                  <a:pt x="40240" y="158478"/>
                </a:lnTo>
                <a:lnTo>
                  <a:pt x="40239" y="158478"/>
                </a:lnTo>
                <a:lnTo>
                  <a:pt x="40239" y="158478"/>
                </a:lnTo>
                <a:lnTo>
                  <a:pt x="40238" y="158478"/>
                </a:lnTo>
                <a:lnTo>
                  <a:pt x="40237" y="158478"/>
                </a:lnTo>
                <a:lnTo>
                  <a:pt x="40237" y="158478"/>
                </a:lnTo>
                <a:lnTo>
                  <a:pt x="40236" y="158478"/>
                </a:lnTo>
                <a:lnTo>
                  <a:pt x="40235" y="158478"/>
                </a:lnTo>
                <a:lnTo>
                  <a:pt x="40235" y="158478"/>
                </a:lnTo>
                <a:lnTo>
                  <a:pt x="40234" y="158478"/>
                </a:lnTo>
                <a:lnTo>
                  <a:pt x="40233" y="158478"/>
                </a:lnTo>
                <a:lnTo>
                  <a:pt x="40233" y="158478"/>
                </a:lnTo>
                <a:lnTo>
                  <a:pt x="40232" y="158478"/>
                </a:lnTo>
                <a:lnTo>
                  <a:pt x="40231" y="158478"/>
                </a:lnTo>
                <a:lnTo>
                  <a:pt x="40231" y="158478"/>
                </a:lnTo>
                <a:lnTo>
                  <a:pt x="40230" y="158478"/>
                </a:lnTo>
                <a:lnTo>
                  <a:pt x="40229" y="158478"/>
                </a:lnTo>
                <a:lnTo>
                  <a:pt x="40229" y="158478"/>
                </a:lnTo>
                <a:lnTo>
                  <a:pt x="40228" y="158478"/>
                </a:lnTo>
                <a:lnTo>
                  <a:pt x="40227" y="158478"/>
                </a:lnTo>
                <a:lnTo>
                  <a:pt x="40227" y="158478"/>
                </a:lnTo>
                <a:lnTo>
                  <a:pt x="40226" y="158478"/>
                </a:lnTo>
                <a:lnTo>
                  <a:pt x="40225" y="158478"/>
                </a:lnTo>
                <a:lnTo>
                  <a:pt x="40225" y="158478"/>
                </a:lnTo>
                <a:lnTo>
                  <a:pt x="40224" y="158478"/>
                </a:lnTo>
                <a:lnTo>
                  <a:pt x="40223" y="158478"/>
                </a:lnTo>
                <a:lnTo>
                  <a:pt x="40223" y="158478"/>
                </a:lnTo>
                <a:lnTo>
                  <a:pt x="40222" y="158478"/>
                </a:lnTo>
                <a:lnTo>
                  <a:pt x="40221" y="158478"/>
                </a:lnTo>
                <a:lnTo>
                  <a:pt x="40221" y="158478"/>
                </a:lnTo>
                <a:lnTo>
                  <a:pt x="40220" y="158478"/>
                </a:lnTo>
                <a:lnTo>
                  <a:pt x="40219" y="158478"/>
                </a:lnTo>
                <a:lnTo>
                  <a:pt x="40219" y="158478"/>
                </a:lnTo>
                <a:lnTo>
                  <a:pt x="40218" y="158478"/>
                </a:lnTo>
                <a:lnTo>
                  <a:pt x="40217" y="158478"/>
                </a:lnTo>
                <a:lnTo>
                  <a:pt x="40217" y="158478"/>
                </a:lnTo>
                <a:lnTo>
                  <a:pt x="40216" y="158478"/>
                </a:lnTo>
                <a:lnTo>
                  <a:pt x="40216" y="158478"/>
                </a:lnTo>
                <a:lnTo>
                  <a:pt x="40215" y="158478"/>
                </a:lnTo>
                <a:lnTo>
                  <a:pt x="40214" y="158478"/>
                </a:lnTo>
                <a:lnTo>
                  <a:pt x="40214" y="158478"/>
                </a:lnTo>
                <a:lnTo>
                  <a:pt x="40213" y="158478"/>
                </a:lnTo>
                <a:lnTo>
                  <a:pt x="40212" y="158478"/>
                </a:lnTo>
                <a:lnTo>
                  <a:pt x="40212" y="158478"/>
                </a:lnTo>
                <a:lnTo>
                  <a:pt x="40211" y="158478"/>
                </a:lnTo>
                <a:lnTo>
                  <a:pt x="40210" y="158478"/>
                </a:lnTo>
                <a:lnTo>
                  <a:pt x="40210" y="158478"/>
                </a:lnTo>
                <a:lnTo>
                  <a:pt x="40209" y="158478"/>
                </a:lnTo>
                <a:lnTo>
                  <a:pt x="40208" y="158478"/>
                </a:lnTo>
                <a:lnTo>
                  <a:pt x="40208" y="158478"/>
                </a:lnTo>
                <a:lnTo>
                  <a:pt x="40207" y="158478"/>
                </a:lnTo>
                <a:lnTo>
                  <a:pt x="40206" y="158478"/>
                </a:lnTo>
                <a:lnTo>
                  <a:pt x="40206" y="158478"/>
                </a:lnTo>
                <a:lnTo>
                  <a:pt x="40205" y="158478"/>
                </a:lnTo>
                <a:lnTo>
                  <a:pt x="40204" y="158478"/>
                </a:lnTo>
                <a:lnTo>
                  <a:pt x="40204" y="158478"/>
                </a:lnTo>
                <a:lnTo>
                  <a:pt x="40203" y="158478"/>
                </a:lnTo>
                <a:lnTo>
                  <a:pt x="40202" y="158478"/>
                </a:lnTo>
                <a:lnTo>
                  <a:pt x="40202" y="158478"/>
                </a:lnTo>
                <a:lnTo>
                  <a:pt x="40201" y="158478"/>
                </a:lnTo>
                <a:lnTo>
                  <a:pt x="40200" y="158478"/>
                </a:lnTo>
                <a:lnTo>
                  <a:pt x="40200" y="158478"/>
                </a:lnTo>
                <a:lnTo>
                  <a:pt x="40199" y="158478"/>
                </a:lnTo>
                <a:lnTo>
                  <a:pt x="40198" y="158478"/>
                </a:lnTo>
                <a:lnTo>
                  <a:pt x="40198" y="158478"/>
                </a:lnTo>
                <a:lnTo>
                  <a:pt x="40197" y="158478"/>
                </a:lnTo>
                <a:lnTo>
                  <a:pt x="40196" y="158478"/>
                </a:lnTo>
                <a:lnTo>
                  <a:pt x="40196" y="158478"/>
                </a:lnTo>
                <a:lnTo>
                  <a:pt x="40195" y="158478"/>
                </a:lnTo>
                <a:lnTo>
                  <a:pt x="40195" y="158478"/>
                </a:lnTo>
                <a:lnTo>
                  <a:pt x="40194" y="158478"/>
                </a:lnTo>
                <a:lnTo>
                  <a:pt x="40193" y="158478"/>
                </a:lnTo>
                <a:lnTo>
                  <a:pt x="40193" y="158478"/>
                </a:lnTo>
                <a:lnTo>
                  <a:pt x="40192" y="158478"/>
                </a:lnTo>
                <a:lnTo>
                  <a:pt x="40191" y="158478"/>
                </a:lnTo>
                <a:lnTo>
                  <a:pt x="40191" y="158478"/>
                </a:lnTo>
                <a:lnTo>
                  <a:pt x="40190" y="158478"/>
                </a:lnTo>
                <a:lnTo>
                  <a:pt x="40189" y="158478"/>
                </a:lnTo>
                <a:lnTo>
                  <a:pt x="40189" y="158478"/>
                </a:lnTo>
                <a:lnTo>
                  <a:pt x="40188" y="158478"/>
                </a:lnTo>
                <a:lnTo>
                  <a:pt x="40187" y="158478"/>
                </a:lnTo>
                <a:lnTo>
                  <a:pt x="40187" y="158478"/>
                </a:lnTo>
                <a:lnTo>
                  <a:pt x="40186" y="158478"/>
                </a:lnTo>
                <a:lnTo>
                  <a:pt x="40185" y="158478"/>
                </a:lnTo>
                <a:lnTo>
                  <a:pt x="40185" y="158478"/>
                </a:lnTo>
                <a:lnTo>
                  <a:pt x="40184" y="158478"/>
                </a:lnTo>
                <a:lnTo>
                  <a:pt x="40183" y="158478"/>
                </a:lnTo>
                <a:lnTo>
                  <a:pt x="40183" y="158478"/>
                </a:lnTo>
                <a:lnTo>
                  <a:pt x="40182" y="158478"/>
                </a:lnTo>
                <a:lnTo>
                  <a:pt x="40181" y="158478"/>
                </a:lnTo>
                <a:lnTo>
                  <a:pt x="40181" y="158478"/>
                </a:lnTo>
                <a:lnTo>
                  <a:pt x="40180" y="158478"/>
                </a:lnTo>
                <a:lnTo>
                  <a:pt x="40179" y="158478"/>
                </a:lnTo>
                <a:lnTo>
                  <a:pt x="40179" y="158478"/>
                </a:lnTo>
                <a:lnTo>
                  <a:pt x="40178" y="158478"/>
                </a:lnTo>
                <a:lnTo>
                  <a:pt x="40177" y="158478"/>
                </a:lnTo>
                <a:lnTo>
                  <a:pt x="40177" y="158478"/>
                </a:lnTo>
                <a:lnTo>
                  <a:pt x="40176" y="158478"/>
                </a:lnTo>
                <a:lnTo>
                  <a:pt x="40176" y="158478"/>
                </a:lnTo>
                <a:lnTo>
                  <a:pt x="40175" y="158478"/>
                </a:lnTo>
                <a:lnTo>
                  <a:pt x="40174" y="158478"/>
                </a:lnTo>
                <a:lnTo>
                  <a:pt x="40174" y="158478"/>
                </a:lnTo>
                <a:lnTo>
                  <a:pt x="40173" y="158478"/>
                </a:lnTo>
                <a:lnTo>
                  <a:pt x="40172" y="158478"/>
                </a:lnTo>
                <a:lnTo>
                  <a:pt x="40172" y="158478"/>
                </a:lnTo>
                <a:lnTo>
                  <a:pt x="40171" y="158478"/>
                </a:lnTo>
                <a:lnTo>
                  <a:pt x="40170" y="158478"/>
                </a:lnTo>
                <a:lnTo>
                  <a:pt x="40170" y="158478"/>
                </a:lnTo>
                <a:lnTo>
                  <a:pt x="40169" y="158478"/>
                </a:lnTo>
                <a:lnTo>
                  <a:pt x="40168" y="158478"/>
                </a:lnTo>
                <a:lnTo>
                  <a:pt x="40168" y="158478"/>
                </a:lnTo>
                <a:lnTo>
                  <a:pt x="40167" y="158478"/>
                </a:lnTo>
                <a:lnTo>
                  <a:pt x="40166" y="158478"/>
                </a:lnTo>
                <a:lnTo>
                  <a:pt x="40166" y="158478"/>
                </a:lnTo>
                <a:lnTo>
                  <a:pt x="40165" y="158478"/>
                </a:lnTo>
                <a:lnTo>
                  <a:pt x="40164" y="158478"/>
                </a:lnTo>
                <a:lnTo>
                  <a:pt x="40164" y="158478"/>
                </a:lnTo>
                <a:lnTo>
                  <a:pt x="40163" y="158478"/>
                </a:lnTo>
                <a:lnTo>
                  <a:pt x="40162" y="158478"/>
                </a:lnTo>
                <a:lnTo>
                  <a:pt x="40162" y="158478"/>
                </a:lnTo>
                <a:lnTo>
                  <a:pt x="40161" y="158478"/>
                </a:lnTo>
                <a:lnTo>
                  <a:pt x="40160" y="158478"/>
                </a:lnTo>
                <a:lnTo>
                  <a:pt x="40160" y="158478"/>
                </a:lnTo>
                <a:lnTo>
                  <a:pt x="40159" y="158478"/>
                </a:lnTo>
                <a:lnTo>
                  <a:pt x="40159" y="158478"/>
                </a:lnTo>
                <a:lnTo>
                  <a:pt x="40158" y="158478"/>
                </a:lnTo>
                <a:lnTo>
                  <a:pt x="40157" y="158478"/>
                </a:lnTo>
                <a:lnTo>
                  <a:pt x="40157" y="158478"/>
                </a:lnTo>
                <a:lnTo>
                  <a:pt x="40156" y="158478"/>
                </a:lnTo>
                <a:lnTo>
                  <a:pt x="40155" y="158478"/>
                </a:lnTo>
                <a:lnTo>
                  <a:pt x="40155" y="158478"/>
                </a:lnTo>
                <a:lnTo>
                  <a:pt x="40154" y="158478"/>
                </a:lnTo>
                <a:lnTo>
                  <a:pt x="40153" y="158478"/>
                </a:lnTo>
                <a:lnTo>
                  <a:pt x="40153" y="158478"/>
                </a:lnTo>
                <a:lnTo>
                  <a:pt x="40152" y="158478"/>
                </a:lnTo>
                <a:lnTo>
                  <a:pt x="40151" y="158478"/>
                </a:lnTo>
                <a:lnTo>
                  <a:pt x="40151" y="158478"/>
                </a:lnTo>
                <a:lnTo>
                  <a:pt x="40150" y="158478"/>
                </a:lnTo>
                <a:lnTo>
                  <a:pt x="40149" y="158478"/>
                </a:lnTo>
                <a:lnTo>
                  <a:pt x="40149" y="158478"/>
                </a:lnTo>
                <a:lnTo>
                  <a:pt x="40148" y="158478"/>
                </a:lnTo>
                <a:lnTo>
                  <a:pt x="40147" y="158478"/>
                </a:lnTo>
                <a:lnTo>
                  <a:pt x="40147" y="158478"/>
                </a:lnTo>
                <a:lnTo>
                  <a:pt x="40146" y="158478"/>
                </a:lnTo>
                <a:lnTo>
                  <a:pt x="40145" y="158478"/>
                </a:lnTo>
                <a:lnTo>
                  <a:pt x="40145" y="158478"/>
                </a:lnTo>
                <a:lnTo>
                  <a:pt x="40144" y="158478"/>
                </a:lnTo>
                <a:lnTo>
                  <a:pt x="40143" y="158478"/>
                </a:lnTo>
                <a:lnTo>
                  <a:pt x="40143" y="158478"/>
                </a:lnTo>
                <a:lnTo>
                  <a:pt x="40142" y="158478"/>
                </a:lnTo>
                <a:lnTo>
                  <a:pt x="40142" y="158478"/>
                </a:lnTo>
                <a:lnTo>
                  <a:pt x="40141" y="158478"/>
                </a:lnTo>
                <a:lnTo>
                  <a:pt x="40140" y="158478"/>
                </a:lnTo>
                <a:lnTo>
                  <a:pt x="40140" y="158478"/>
                </a:lnTo>
                <a:lnTo>
                  <a:pt x="40139" y="158478"/>
                </a:lnTo>
                <a:lnTo>
                  <a:pt x="40138" y="158478"/>
                </a:lnTo>
                <a:lnTo>
                  <a:pt x="40138" y="158478"/>
                </a:lnTo>
                <a:lnTo>
                  <a:pt x="40137" y="158478"/>
                </a:lnTo>
                <a:lnTo>
                  <a:pt x="40136" y="158478"/>
                </a:lnTo>
                <a:lnTo>
                  <a:pt x="40136" y="158478"/>
                </a:lnTo>
                <a:lnTo>
                  <a:pt x="40135" y="158478"/>
                </a:lnTo>
                <a:lnTo>
                  <a:pt x="40134" y="158478"/>
                </a:lnTo>
                <a:lnTo>
                  <a:pt x="40134" y="158478"/>
                </a:lnTo>
                <a:lnTo>
                  <a:pt x="40133" y="158478"/>
                </a:lnTo>
                <a:lnTo>
                  <a:pt x="40132" y="158478"/>
                </a:lnTo>
                <a:lnTo>
                  <a:pt x="40132" y="158478"/>
                </a:lnTo>
                <a:lnTo>
                  <a:pt x="40131" y="158478"/>
                </a:lnTo>
                <a:lnTo>
                  <a:pt x="40130" y="158478"/>
                </a:lnTo>
                <a:lnTo>
                  <a:pt x="40130" y="158478"/>
                </a:lnTo>
                <a:lnTo>
                  <a:pt x="40129" y="158478"/>
                </a:lnTo>
                <a:lnTo>
                  <a:pt x="40128" y="158478"/>
                </a:lnTo>
                <a:lnTo>
                  <a:pt x="40128" y="158478"/>
                </a:lnTo>
                <a:lnTo>
                  <a:pt x="40127" y="158478"/>
                </a:lnTo>
                <a:lnTo>
                  <a:pt x="40126" y="158478"/>
                </a:lnTo>
                <a:lnTo>
                  <a:pt x="40126" y="158478"/>
                </a:lnTo>
                <a:lnTo>
                  <a:pt x="40125" y="158478"/>
                </a:lnTo>
                <a:lnTo>
                  <a:pt x="40125" y="158478"/>
                </a:lnTo>
                <a:lnTo>
                  <a:pt x="40124" y="158478"/>
                </a:lnTo>
                <a:lnTo>
                  <a:pt x="40123" y="158478"/>
                </a:lnTo>
                <a:lnTo>
                  <a:pt x="40123" y="158478"/>
                </a:lnTo>
                <a:lnTo>
                  <a:pt x="40122" y="158478"/>
                </a:lnTo>
                <a:lnTo>
                  <a:pt x="40121" y="158478"/>
                </a:lnTo>
                <a:lnTo>
                  <a:pt x="40121" y="158478"/>
                </a:lnTo>
                <a:lnTo>
                  <a:pt x="40120" y="158478"/>
                </a:lnTo>
                <a:lnTo>
                  <a:pt x="40119" y="158478"/>
                </a:lnTo>
                <a:lnTo>
                  <a:pt x="40119" y="158478"/>
                </a:lnTo>
                <a:lnTo>
                  <a:pt x="40118" y="158478"/>
                </a:lnTo>
                <a:lnTo>
                  <a:pt x="40117" y="158478"/>
                </a:lnTo>
                <a:lnTo>
                  <a:pt x="40117" y="158478"/>
                </a:lnTo>
                <a:lnTo>
                  <a:pt x="40116" y="158478"/>
                </a:lnTo>
                <a:lnTo>
                  <a:pt x="40115" y="158478"/>
                </a:lnTo>
                <a:lnTo>
                  <a:pt x="40115" y="158478"/>
                </a:lnTo>
                <a:lnTo>
                  <a:pt x="40114" y="158478"/>
                </a:lnTo>
                <a:lnTo>
                  <a:pt x="40113" y="158478"/>
                </a:lnTo>
                <a:lnTo>
                  <a:pt x="40113" y="158478"/>
                </a:lnTo>
                <a:lnTo>
                  <a:pt x="40112" y="158478"/>
                </a:lnTo>
                <a:lnTo>
                  <a:pt x="40111" y="158478"/>
                </a:lnTo>
                <a:lnTo>
                  <a:pt x="40111" y="158478"/>
                </a:lnTo>
                <a:lnTo>
                  <a:pt x="40110" y="158478"/>
                </a:lnTo>
                <a:lnTo>
                  <a:pt x="40110" y="158478"/>
                </a:lnTo>
                <a:lnTo>
                  <a:pt x="40109" y="158478"/>
                </a:lnTo>
                <a:lnTo>
                  <a:pt x="40108" y="158478"/>
                </a:lnTo>
                <a:lnTo>
                  <a:pt x="40108" y="158478"/>
                </a:lnTo>
                <a:lnTo>
                  <a:pt x="40107" y="158478"/>
                </a:lnTo>
                <a:lnTo>
                  <a:pt x="40106" y="158478"/>
                </a:lnTo>
                <a:lnTo>
                  <a:pt x="40106" y="158478"/>
                </a:lnTo>
                <a:lnTo>
                  <a:pt x="40105" y="158478"/>
                </a:lnTo>
                <a:lnTo>
                  <a:pt x="40104" y="158478"/>
                </a:lnTo>
                <a:lnTo>
                  <a:pt x="40104" y="158478"/>
                </a:lnTo>
                <a:lnTo>
                  <a:pt x="40103" y="158478"/>
                </a:lnTo>
                <a:lnTo>
                  <a:pt x="40102" y="158478"/>
                </a:lnTo>
                <a:lnTo>
                  <a:pt x="40102" y="158478"/>
                </a:lnTo>
                <a:lnTo>
                  <a:pt x="40101" y="158478"/>
                </a:lnTo>
                <a:lnTo>
                  <a:pt x="40100" y="158478"/>
                </a:lnTo>
                <a:lnTo>
                  <a:pt x="40100" y="158478"/>
                </a:lnTo>
                <a:lnTo>
                  <a:pt x="40099" y="158478"/>
                </a:lnTo>
                <a:lnTo>
                  <a:pt x="40098" y="158478"/>
                </a:lnTo>
                <a:lnTo>
                  <a:pt x="40098" y="158478"/>
                </a:lnTo>
                <a:lnTo>
                  <a:pt x="40097" y="158478"/>
                </a:lnTo>
                <a:lnTo>
                  <a:pt x="40097" y="158478"/>
                </a:lnTo>
                <a:lnTo>
                  <a:pt x="40096" y="158478"/>
                </a:lnTo>
                <a:lnTo>
                  <a:pt x="40095" y="158478"/>
                </a:lnTo>
                <a:lnTo>
                  <a:pt x="40095" y="158478"/>
                </a:lnTo>
                <a:lnTo>
                  <a:pt x="40094" y="158478"/>
                </a:lnTo>
                <a:lnTo>
                  <a:pt x="40093" y="158478"/>
                </a:lnTo>
                <a:lnTo>
                  <a:pt x="40093" y="158478"/>
                </a:lnTo>
                <a:lnTo>
                  <a:pt x="40092" y="158478"/>
                </a:lnTo>
                <a:lnTo>
                  <a:pt x="40091" y="158478"/>
                </a:lnTo>
                <a:lnTo>
                  <a:pt x="40091" y="158478"/>
                </a:lnTo>
                <a:lnTo>
                  <a:pt x="40090" y="158478"/>
                </a:lnTo>
                <a:lnTo>
                  <a:pt x="40089" y="158478"/>
                </a:lnTo>
                <a:lnTo>
                  <a:pt x="40089" y="158478"/>
                </a:lnTo>
                <a:lnTo>
                  <a:pt x="40088" y="158478"/>
                </a:lnTo>
                <a:lnTo>
                  <a:pt x="40087" y="158478"/>
                </a:lnTo>
                <a:lnTo>
                  <a:pt x="40087" y="158478"/>
                </a:lnTo>
                <a:lnTo>
                  <a:pt x="40086" y="158478"/>
                </a:lnTo>
                <a:lnTo>
                  <a:pt x="40085" y="158478"/>
                </a:lnTo>
                <a:lnTo>
                  <a:pt x="40085" y="158478"/>
                </a:lnTo>
                <a:lnTo>
                  <a:pt x="40084" y="158478"/>
                </a:lnTo>
                <a:lnTo>
                  <a:pt x="40083" y="158478"/>
                </a:lnTo>
                <a:lnTo>
                  <a:pt x="40083" y="158478"/>
                </a:lnTo>
                <a:lnTo>
                  <a:pt x="40082" y="158478"/>
                </a:lnTo>
                <a:lnTo>
                  <a:pt x="40082" y="158478"/>
                </a:lnTo>
                <a:lnTo>
                  <a:pt x="40081" y="158478"/>
                </a:lnTo>
                <a:lnTo>
                  <a:pt x="40080" y="158478"/>
                </a:lnTo>
                <a:lnTo>
                  <a:pt x="40080" y="158478"/>
                </a:lnTo>
                <a:lnTo>
                  <a:pt x="40079" y="158478"/>
                </a:lnTo>
                <a:lnTo>
                  <a:pt x="40078" y="158478"/>
                </a:lnTo>
                <a:lnTo>
                  <a:pt x="40078" y="158478"/>
                </a:lnTo>
                <a:lnTo>
                  <a:pt x="40077" y="158478"/>
                </a:lnTo>
                <a:lnTo>
                  <a:pt x="40076" y="158478"/>
                </a:lnTo>
                <a:lnTo>
                  <a:pt x="40076" y="158478"/>
                </a:lnTo>
                <a:lnTo>
                  <a:pt x="40075" y="158478"/>
                </a:lnTo>
                <a:lnTo>
                  <a:pt x="40074" y="158478"/>
                </a:lnTo>
                <a:lnTo>
                  <a:pt x="40074" y="158478"/>
                </a:lnTo>
                <a:lnTo>
                  <a:pt x="40073" y="158478"/>
                </a:lnTo>
                <a:lnTo>
                  <a:pt x="40072" y="158478"/>
                </a:lnTo>
                <a:lnTo>
                  <a:pt x="40072" y="158478"/>
                </a:lnTo>
                <a:lnTo>
                  <a:pt x="40071" y="158478"/>
                </a:lnTo>
                <a:lnTo>
                  <a:pt x="40070" y="158478"/>
                </a:lnTo>
                <a:lnTo>
                  <a:pt x="40070" y="158478"/>
                </a:lnTo>
                <a:lnTo>
                  <a:pt x="40069" y="158478"/>
                </a:lnTo>
                <a:lnTo>
                  <a:pt x="40069" y="158478"/>
                </a:lnTo>
                <a:lnTo>
                  <a:pt x="40068" y="158478"/>
                </a:lnTo>
                <a:lnTo>
                  <a:pt x="40067" y="158478"/>
                </a:lnTo>
                <a:lnTo>
                  <a:pt x="40067" y="158478"/>
                </a:lnTo>
                <a:lnTo>
                  <a:pt x="40066" y="158478"/>
                </a:lnTo>
                <a:lnTo>
                  <a:pt x="40065" y="158478"/>
                </a:lnTo>
                <a:lnTo>
                  <a:pt x="40065" y="158478"/>
                </a:lnTo>
                <a:lnTo>
                  <a:pt x="40064" y="158478"/>
                </a:lnTo>
                <a:lnTo>
                  <a:pt x="40063" y="158478"/>
                </a:lnTo>
                <a:lnTo>
                  <a:pt x="40063" y="158478"/>
                </a:lnTo>
                <a:lnTo>
                  <a:pt x="40062" y="158478"/>
                </a:lnTo>
                <a:lnTo>
                  <a:pt x="40061" y="158478"/>
                </a:lnTo>
                <a:lnTo>
                  <a:pt x="40061" y="158478"/>
                </a:lnTo>
                <a:lnTo>
                  <a:pt x="40060" y="158478"/>
                </a:lnTo>
                <a:lnTo>
                  <a:pt x="40059" y="158478"/>
                </a:lnTo>
                <a:lnTo>
                  <a:pt x="40059" y="158478"/>
                </a:lnTo>
                <a:lnTo>
                  <a:pt x="40058" y="158478"/>
                </a:lnTo>
                <a:lnTo>
                  <a:pt x="40057" y="158478"/>
                </a:lnTo>
                <a:lnTo>
                  <a:pt x="40057" y="158478"/>
                </a:lnTo>
                <a:lnTo>
                  <a:pt x="40056" y="158478"/>
                </a:lnTo>
                <a:lnTo>
                  <a:pt x="40056" y="158478"/>
                </a:lnTo>
                <a:lnTo>
                  <a:pt x="40055" y="158478"/>
                </a:lnTo>
                <a:lnTo>
                  <a:pt x="40054" y="158478"/>
                </a:lnTo>
                <a:lnTo>
                  <a:pt x="40054" y="158478"/>
                </a:lnTo>
                <a:lnTo>
                  <a:pt x="40053" y="158478"/>
                </a:lnTo>
                <a:lnTo>
                  <a:pt x="40052" y="158478"/>
                </a:lnTo>
                <a:lnTo>
                  <a:pt x="40052" y="158478"/>
                </a:lnTo>
                <a:lnTo>
                  <a:pt x="40051" y="158478"/>
                </a:lnTo>
                <a:lnTo>
                  <a:pt x="40050" y="158478"/>
                </a:lnTo>
                <a:lnTo>
                  <a:pt x="40050" y="158478"/>
                </a:lnTo>
                <a:lnTo>
                  <a:pt x="40049" y="158478"/>
                </a:lnTo>
                <a:lnTo>
                  <a:pt x="40048" y="158478"/>
                </a:lnTo>
                <a:lnTo>
                  <a:pt x="40048" y="158478"/>
                </a:lnTo>
                <a:lnTo>
                  <a:pt x="40047" y="158478"/>
                </a:lnTo>
                <a:lnTo>
                  <a:pt x="40046" y="158478"/>
                </a:lnTo>
                <a:lnTo>
                  <a:pt x="40046" y="158478"/>
                </a:lnTo>
                <a:lnTo>
                  <a:pt x="40045" y="158478"/>
                </a:lnTo>
                <a:lnTo>
                  <a:pt x="40045" y="158478"/>
                </a:lnTo>
                <a:lnTo>
                  <a:pt x="40044" y="158478"/>
                </a:lnTo>
                <a:lnTo>
                  <a:pt x="40043" y="158478"/>
                </a:lnTo>
                <a:lnTo>
                  <a:pt x="40043" y="158478"/>
                </a:lnTo>
                <a:lnTo>
                  <a:pt x="40042" y="158478"/>
                </a:lnTo>
                <a:lnTo>
                  <a:pt x="40041" y="158478"/>
                </a:lnTo>
                <a:lnTo>
                  <a:pt x="40041" y="158478"/>
                </a:lnTo>
                <a:lnTo>
                  <a:pt x="40040" y="158478"/>
                </a:lnTo>
                <a:lnTo>
                  <a:pt x="40039" y="158478"/>
                </a:lnTo>
                <a:lnTo>
                  <a:pt x="40039" y="158478"/>
                </a:lnTo>
                <a:lnTo>
                  <a:pt x="40038" y="158478"/>
                </a:lnTo>
                <a:lnTo>
                  <a:pt x="40037" y="158478"/>
                </a:lnTo>
                <a:lnTo>
                  <a:pt x="40037" y="158478"/>
                </a:lnTo>
                <a:lnTo>
                  <a:pt x="40036" y="158478"/>
                </a:lnTo>
                <a:lnTo>
                  <a:pt x="40035" y="158478"/>
                </a:lnTo>
                <a:lnTo>
                  <a:pt x="40035" y="158478"/>
                </a:lnTo>
                <a:lnTo>
                  <a:pt x="40034" y="158478"/>
                </a:lnTo>
                <a:lnTo>
                  <a:pt x="40033" y="158478"/>
                </a:lnTo>
                <a:lnTo>
                  <a:pt x="40033" y="158478"/>
                </a:lnTo>
                <a:lnTo>
                  <a:pt x="40032" y="158478"/>
                </a:lnTo>
                <a:lnTo>
                  <a:pt x="40032" y="158478"/>
                </a:lnTo>
                <a:lnTo>
                  <a:pt x="40031" y="158478"/>
                </a:lnTo>
                <a:lnTo>
                  <a:pt x="40030" y="158478"/>
                </a:lnTo>
                <a:lnTo>
                  <a:pt x="40030" y="158478"/>
                </a:lnTo>
                <a:lnTo>
                  <a:pt x="40029" y="158478"/>
                </a:lnTo>
                <a:lnTo>
                  <a:pt x="40028" y="158478"/>
                </a:lnTo>
                <a:lnTo>
                  <a:pt x="40028" y="158478"/>
                </a:lnTo>
                <a:lnTo>
                  <a:pt x="40027" y="158478"/>
                </a:lnTo>
                <a:lnTo>
                  <a:pt x="40026" y="158478"/>
                </a:lnTo>
                <a:lnTo>
                  <a:pt x="40026" y="158478"/>
                </a:lnTo>
                <a:lnTo>
                  <a:pt x="40025" y="158478"/>
                </a:lnTo>
                <a:lnTo>
                  <a:pt x="40024" y="158478"/>
                </a:lnTo>
                <a:lnTo>
                  <a:pt x="40024" y="158478"/>
                </a:lnTo>
                <a:lnTo>
                  <a:pt x="40023" y="158478"/>
                </a:lnTo>
                <a:lnTo>
                  <a:pt x="40022" y="158478"/>
                </a:lnTo>
                <a:lnTo>
                  <a:pt x="40022" y="158478"/>
                </a:lnTo>
                <a:lnTo>
                  <a:pt x="40021" y="158478"/>
                </a:lnTo>
                <a:lnTo>
                  <a:pt x="40021" y="158478"/>
                </a:lnTo>
                <a:lnTo>
                  <a:pt x="40020" y="158478"/>
                </a:lnTo>
                <a:lnTo>
                  <a:pt x="40019" y="158478"/>
                </a:lnTo>
                <a:lnTo>
                  <a:pt x="40019" y="158478"/>
                </a:lnTo>
                <a:lnTo>
                  <a:pt x="40018" y="158478"/>
                </a:lnTo>
                <a:lnTo>
                  <a:pt x="40017" y="158478"/>
                </a:lnTo>
                <a:lnTo>
                  <a:pt x="40017" y="158478"/>
                </a:lnTo>
                <a:lnTo>
                  <a:pt x="40016" y="158478"/>
                </a:lnTo>
                <a:lnTo>
                  <a:pt x="40015" y="158478"/>
                </a:lnTo>
                <a:lnTo>
                  <a:pt x="40015" y="158478"/>
                </a:lnTo>
                <a:lnTo>
                  <a:pt x="40014" y="158478"/>
                </a:lnTo>
                <a:lnTo>
                  <a:pt x="40013" y="158478"/>
                </a:lnTo>
                <a:lnTo>
                  <a:pt x="40013" y="158478"/>
                </a:lnTo>
                <a:lnTo>
                  <a:pt x="40012" y="158478"/>
                </a:lnTo>
                <a:lnTo>
                  <a:pt x="40011" y="158478"/>
                </a:lnTo>
                <a:lnTo>
                  <a:pt x="40011" y="158478"/>
                </a:lnTo>
                <a:lnTo>
                  <a:pt x="40010" y="158478"/>
                </a:lnTo>
                <a:lnTo>
                  <a:pt x="40010" y="158478"/>
                </a:lnTo>
                <a:lnTo>
                  <a:pt x="40009" y="158478"/>
                </a:lnTo>
                <a:lnTo>
                  <a:pt x="40008" y="158478"/>
                </a:lnTo>
                <a:lnTo>
                  <a:pt x="40008" y="158478"/>
                </a:lnTo>
                <a:lnTo>
                  <a:pt x="40007" y="158478"/>
                </a:lnTo>
                <a:lnTo>
                  <a:pt x="40006" y="158478"/>
                </a:lnTo>
                <a:lnTo>
                  <a:pt x="40006" y="158478"/>
                </a:lnTo>
                <a:lnTo>
                  <a:pt x="40005" y="158478"/>
                </a:lnTo>
                <a:lnTo>
                  <a:pt x="40004" y="158478"/>
                </a:lnTo>
                <a:lnTo>
                  <a:pt x="40004" y="158478"/>
                </a:lnTo>
                <a:lnTo>
                  <a:pt x="40003" y="158478"/>
                </a:lnTo>
                <a:lnTo>
                  <a:pt x="40002" y="158478"/>
                </a:lnTo>
                <a:lnTo>
                  <a:pt x="40002" y="158478"/>
                </a:lnTo>
                <a:lnTo>
                  <a:pt x="40001" y="158478"/>
                </a:lnTo>
                <a:lnTo>
                  <a:pt x="40000" y="158478"/>
                </a:lnTo>
                <a:lnTo>
                  <a:pt x="40000" y="158478"/>
                </a:lnTo>
                <a:lnTo>
                  <a:pt x="39999" y="158478"/>
                </a:lnTo>
                <a:lnTo>
                  <a:pt x="39999" y="158478"/>
                </a:lnTo>
                <a:lnTo>
                  <a:pt x="39998" y="158478"/>
                </a:lnTo>
                <a:lnTo>
                  <a:pt x="39997" y="158478"/>
                </a:lnTo>
                <a:lnTo>
                  <a:pt x="39997" y="158478"/>
                </a:lnTo>
                <a:lnTo>
                  <a:pt x="39996" y="158478"/>
                </a:lnTo>
                <a:lnTo>
                  <a:pt x="39995" y="158478"/>
                </a:lnTo>
                <a:lnTo>
                  <a:pt x="39995" y="158478"/>
                </a:lnTo>
                <a:lnTo>
                  <a:pt x="39994" y="158478"/>
                </a:lnTo>
                <a:lnTo>
                  <a:pt x="39993" y="158478"/>
                </a:lnTo>
                <a:lnTo>
                  <a:pt x="39993" y="158478"/>
                </a:lnTo>
                <a:lnTo>
                  <a:pt x="39992" y="158478"/>
                </a:lnTo>
                <a:lnTo>
                  <a:pt x="39991" y="158478"/>
                </a:lnTo>
                <a:lnTo>
                  <a:pt x="39991" y="158478"/>
                </a:lnTo>
                <a:lnTo>
                  <a:pt x="39990" y="158478"/>
                </a:lnTo>
                <a:lnTo>
                  <a:pt x="39989" y="158478"/>
                </a:lnTo>
                <a:lnTo>
                  <a:pt x="39989" y="158478"/>
                </a:lnTo>
                <a:lnTo>
                  <a:pt x="39988" y="158478"/>
                </a:lnTo>
                <a:lnTo>
                  <a:pt x="39988" y="158478"/>
                </a:lnTo>
                <a:lnTo>
                  <a:pt x="39987" y="158478"/>
                </a:lnTo>
                <a:lnTo>
                  <a:pt x="39986" y="158478"/>
                </a:lnTo>
                <a:lnTo>
                  <a:pt x="39986" y="158478"/>
                </a:lnTo>
                <a:lnTo>
                  <a:pt x="39985" y="158478"/>
                </a:lnTo>
                <a:lnTo>
                  <a:pt x="39984" y="158478"/>
                </a:lnTo>
                <a:lnTo>
                  <a:pt x="39984" y="158478"/>
                </a:lnTo>
                <a:lnTo>
                  <a:pt x="39983" y="158478"/>
                </a:lnTo>
                <a:lnTo>
                  <a:pt x="39982" y="158478"/>
                </a:lnTo>
                <a:lnTo>
                  <a:pt x="39982" y="158478"/>
                </a:lnTo>
                <a:lnTo>
                  <a:pt x="39981" y="158478"/>
                </a:lnTo>
                <a:lnTo>
                  <a:pt x="39980" y="158478"/>
                </a:lnTo>
                <a:lnTo>
                  <a:pt x="39980" y="158478"/>
                </a:lnTo>
                <a:lnTo>
                  <a:pt x="39979" y="158478"/>
                </a:lnTo>
                <a:lnTo>
                  <a:pt x="39978" y="158478"/>
                </a:lnTo>
                <a:lnTo>
                  <a:pt x="39978" y="158478"/>
                </a:lnTo>
                <a:lnTo>
                  <a:pt x="39977" y="158478"/>
                </a:lnTo>
                <a:lnTo>
                  <a:pt x="39977" y="158478"/>
                </a:lnTo>
                <a:lnTo>
                  <a:pt x="39976" y="158478"/>
                </a:lnTo>
                <a:lnTo>
                  <a:pt x="39975" y="158478"/>
                </a:lnTo>
                <a:lnTo>
                  <a:pt x="39975" y="158478"/>
                </a:lnTo>
                <a:lnTo>
                  <a:pt x="39974" y="158478"/>
                </a:lnTo>
                <a:lnTo>
                  <a:pt x="39973" y="158478"/>
                </a:lnTo>
                <a:lnTo>
                  <a:pt x="39973" y="158478"/>
                </a:lnTo>
                <a:lnTo>
                  <a:pt x="39972" y="158478"/>
                </a:lnTo>
                <a:lnTo>
                  <a:pt x="39971" y="158478"/>
                </a:lnTo>
                <a:lnTo>
                  <a:pt x="39971" y="158478"/>
                </a:lnTo>
                <a:lnTo>
                  <a:pt x="39970" y="158478"/>
                </a:lnTo>
                <a:lnTo>
                  <a:pt x="39969" y="158478"/>
                </a:lnTo>
                <a:lnTo>
                  <a:pt x="39969" y="158478"/>
                </a:lnTo>
                <a:lnTo>
                  <a:pt x="39968" y="158478"/>
                </a:lnTo>
                <a:lnTo>
                  <a:pt x="39968" y="158478"/>
                </a:lnTo>
                <a:lnTo>
                  <a:pt x="39967" y="158478"/>
                </a:lnTo>
                <a:lnTo>
                  <a:pt x="39966" y="158478"/>
                </a:lnTo>
                <a:lnTo>
                  <a:pt x="39966" y="158478"/>
                </a:lnTo>
                <a:lnTo>
                  <a:pt x="39965" y="158478"/>
                </a:lnTo>
                <a:lnTo>
                  <a:pt x="39964" y="158478"/>
                </a:lnTo>
                <a:lnTo>
                  <a:pt x="39964" y="158478"/>
                </a:lnTo>
                <a:lnTo>
                  <a:pt x="39963" y="158478"/>
                </a:lnTo>
                <a:lnTo>
                  <a:pt x="39962" y="158478"/>
                </a:lnTo>
                <a:lnTo>
                  <a:pt x="39962" y="158478"/>
                </a:lnTo>
                <a:lnTo>
                  <a:pt x="39961" y="158478"/>
                </a:lnTo>
                <a:lnTo>
                  <a:pt x="39960" y="158478"/>
                </a:lnTo>
                <a:lnTo>
                  <a:pt x="39960" y="158478"/>
                </a:lnTo>
                <a:lnTo>
                  <a:pt x="39959" y="158478"/>
                </a:lnTo>
                <a:lnTo>
                  <a:pt x="39958" y="158478"/>
                </a:lnTo>
                <a:lnTo>
                  <a:pt x="39958" y="158478"/>
                </a:lnTo>
                <a:lnTo>
                  <a:pt x="39957" y="158478"/>
                </a:lnTo>
                <a:lnTo>
                  <a:pt x="39957" y="158478"/>
                </a:lnTo>
                <a:lnTo>
                  <a:pt x="39956" y="158478"/>
                </a:lnTo>
                <a:lnTo>
                  <a:pt x="39955" y="158478"/>
                </a:lnTo>
                <a:lnTo>
                  <a:pt x="39955" y="158478"/>
                </a:lnTo>
                <a:lnTo>
                  <a:pt x="39954" y="158478"/>
                </a:lnTo>
                <a:lnTo>
                  <a:pt x="39953" y="158478"/>
                </a:lnTo>
                <a:lnTo>
                  <a:pt x="39953" y="158478"/>
                </a:lnTo>
                <a:lnTo>
                  <a:pt x="39952" y="158478"/>
                </a:lnTo>
                <a:lnTo>
                  <a:pt x="39951" y="158478"/>
                </a:lnTo>
                <a:lnTo>
                  <a:pt x="39951" y="158478"/>
                </a:lnTo>
                <a:lnTo>
                  <a:pt x="39950" y="158478"/>
                </a:lnTo>
                <a:lnTo>
                  <a:pt x="39949" y="158478"/>
                </a:lnTo>
                <a:lnTo>
                  <a:pt x="39949" y="158478"/>
                </a:lnTo>
                <a:lnTo>
                  <a:pt x="39948" y="158478"/>
                </a:lnTo>
                <a:lnTo>
                  <a:pt x="39948" y="158478"/>
                </a:lnTo>
                <a:lnTo>
                  <a:pt x="39947" y="158478"/>
                </a:lnTo>
                <a:lnTo>
                  <a:pt x="39946" y="158478"/>
                </a:lnTo>
                <a:lnTo>
                  <a:pt x="39946" y="158478"/>
                </a:lnTo>
                <a:lnTo>
                  <a:pt x="39945" y="158478"/>
                </a:lnTo>
                <a:lnTo>
                  <a:pt x="39944" y="158478"/>
                </a:lnTo>
                <a:lnTo>
                  <a:pt x="39944" y="158478"/>
                </a:lnTo>
                <a:lnTo>
                  <a:pt x="39943" y="158478"/>
                </a:lnTo>
                <a:lnTo>
                  <a:pt x="39942" y="158478"/>
                </a:lnTo>
                <a:lnTo>
                  <a:pt x="39942" y="158478"/>
                </a:lnTo>
                <a:lnTo>
                  <a:pt x="39941" y="158478"/>
                </a:lnTo>
                <a:lnTo>
                  <a:pt x="39940" y="158478"/>
                </a:lnTo>
                <a:lnTo>
                  <a:pt x="39940" y="158478"/>
                </a:lnTo>
                <a:lnTo>
                  <a:pt x="39939" y="158478"/>
                </a:lnTo>
                <a:lnTo>
                  <a:pt x="39939" y="158478"/>
                </a:lnTo>
                <a:lnTo>
                  <a:pt x="39938" y="158478"/>
                </a:lnTo>
                <a:lnTo>
                  <a:pt x="39937" y="158478"/>
                </a:lnTo>
                <a:lnTo>
                  <a:pt x="39937" y="158478"/>
                </a:lnTo>
                <a:lnTo>
                  <a:pt x="39936" y="158478"/>
                </a:lnTo>
                <a:lnTo>
                  <a:pt x="39935" y="158478"/>
                </a:lnTo>
                <a:lnTo>
                  <a:pt x="39935" y="158478"/>
                </a:lnTo>
                <a:lnTo>
                  <a:pt x="39934" y="158478"/>
                </a:lnTo>
                <a:lnTo>
                  <a:pt x="39933" y="158478"/>
                </a:lnTo>
                <a:lnTo>
                  <a:pt x="39933" y="158478"/>
                </a:lnTo>
                <a:lnTo>
                  <a:pt x="39932" y="158478"/>
                </a:lnTo>
                <a:lnTo>
                  <a:pt x="39931" y="158478"/>
                </a:lnTo>
                <a:lnTo>
                  <a:pt x="39931" y="158478"/>
                </a:lnTo>
                <a:lnTo>
                  <a:pt x="39930" y="158478"/>
                </a:lnTo>
                <a:lnTo>
                  <a:pt x="39929" y="158478"/>
                </a:lnTo>
                <a:lnTo>
                  <a:pt x="39929" y="158478"/>
                </a:lnTo>
                <a:lnTo>
                  <a:pt x="39928" y="158478"/>
                </a:lnTo>
                <a:lnTo>
                  <a:pt x="39928" y="158478"/>
                </a:lnTo>
                <a:lnTo>
                  <a:pt x="39927" y="158478"/>
                </a:lnTo>
                <a:lnTo>
                  <a:pt x="39926" y="158478"/>
                </a:lnTo>
                <a:lnTo>
                  <a:pt x="39926" y="158478"/>
                </a:lnTo>
                <a:lnTo>
                  <a:pt x="39925" y="158478"/>
                </a:lnTo>
                <a:lnTo>
                  <a:pt x="39924" y="158478"/>
                </a:lnTo>
                <a:lnTo>
                  <a:pt x="39924" y="158478"/>
                </a:lnTo>
                <a:lnTo>
                  <a:pt x="39923" y="158478"/>
                </a:lnTo>
                <a:lnTo>
                  <a:pt x="39922" y="158478"/>
                </a:lnTo>
                <a:lnTo>
                  <a:pt x="39922" y="158478"/>
                </a:lnTo>
                <a:lnTo>
                  <a:pt x="39921" y="158478"/>
                </a:lnTo>
                <a:lnTo>
                  <a:pt x="39920" y="158478"/>
                </a:lnTo>
                <a:lnTo>
                  <a:pt x="39920" y="158478"/>
                </a:lnTo>
                <a:lnTo>
                  <a:pt x="39919" y="158478"/>
                </a:lnTo>
                <a:lnTo>
                  <a:pt x="39919" y="158478"/>
                </a:lnTo>
                <a:lnTo>
                  <a:pt x="39918" y="158478"/>
                </a:lnTo>
                <a:lnTo>
                  <a:pt x="39917" y="158478"/>
                </a:lnTo>
                <a:lnTo>
                  <a:pt x="39917" y="158478"/>
                </a:lnTo>
                <a:lnTo>
                  <a:pt x="39916" y="158478"/>
                </a:lnTo>
                <a:lnTo>
                  <a:pt x="39915" y="158478"/>
                </a:lnTo>
                <a:lnTo>
                  <a:pt x="39915" y="158478"/>
                </a:lnTo>
                <a:lnTo>
                  <a:pt x="39914" y="158478"/>
                </a:lnTo>
                <a:lnTo>
                  <a:pt x="39913" y="158478"/>
                </a:lnTo>
                <a:lnTo>
                  <a:pt x="39913" y="158478"/>
                </a:lnTo>
                <a:lnTo>
                  <a:pt x="39912" y="158478"/>
                </a:lnTo>
                <a:lnTo>
                  <a:pt x="39911" y="158478"/>
                </a:lnTo>
                <a:lnTo>
                  <a:pt x="39911" y="158478"/>
                </a:lnTo>
                <a:lnTo>
                  <a:pt x="39910" y="158478"/>
                </a:lnTo>
                <a:lnTo>
                  <a:pt x="39910" y="158478"/>
                </a:lnTo>
                <a:lnTo>
                  <a:pt x="39909" y="158478"/>
                </a:lnTo>
                <a:lnTo>
                  <a:pt x="39908" y="158478"/>
                </a:lnTo>
                <a:lnTo>
                  <a:pt x="39908" y="158478"/>
                </a:lnTo>
                <a:lnTo>
                  <a:pt x="39907" y="158478"/>
                </a:lnTo>
                <a:lnTo>
                  <a:pt x="39906" y="158478"/>
                </a:lnTo>
                <a:lnTo>
                  <a:pt x="39906" y="158478"/>
                </a:lnTo>
                <a:lnTo>
                  <a:pt x="39905" y="158478"/>
                </a:lnTo>
                <a:lnTo>
                  <a:pt x="39904" y="158478"/>
                </a:lnTo>
                <a:lnTo>
                  <a:pt x="39904" y="158478"/>
                </a:lnTo>
                <a:lnTo>
                  <a:pt x="39903" y="158478"/>
                </a:lnTo>
                <a:lnTo>
                  <a:pt x="39902" y="158478"/>
                </a:lnTo>
                <a:lnTo>
                  <a:pt x="39902" y="158478"/>
                </a:lnTo>
                <a:lnTo>
                  <a:pt x="39901" y="158478"/>
                </a:lnTo>
                <a:lnTo>
                  <a:pt x="39901" y="158478"/>
                </a:lnTo>
                <a:lnTo>
                  <a:pt x="39900" y="158478"/>
                </a:lnTo>
                <a:lnTo>
                  <a:pt x="39899" y="158478"/>
                </a:lnTo>
                <a:lnTo>
                  <a:pt x="39899" y="158478"/>
                </a:lnTo>
                <a:lnTo>
                  <a:pt x="39898" y="158478"/>
                </a:lnTo>
                <a:lnTo>
                  <a:pt x="39897" y="158478"/>
                </a:lnTo>
                <a:lnTo>
                  <a:pt x="39897" y="158478"/>
                </a:lnTo>
                <a:lnTo>
                  <a:pt x="39896" y="158478"/>
                </a:lnTo>
                <a:lnTo>
                  <a:pt x="39895" y="158478"/>
                </a:lnTo>
                <a:lnTo>
                  <a:pt x="39895" y="158478"/>
                </a:lnTo>
                <a:lnTo>
                  <a:pt x="39894" y="158478"/>
                </a:lnTo>
                <a:lnTo>
                  <a:pt x="39893" y="158478"/>
                </a:lnTo>
                <a:lnTo>
                  <a:pt x="39893" y="158478"/>
                </a:lnTo>
                <a:lnTo>
                  <a:pt x="39892" y="158478"/>
                </a:lnTo>
                <a:lnTo>
                  <a:pt x="39892" y="158478"/>
                </a:lnTo>
                <a:lnTo>
                  <a:pt x="39891" y="158478"/>
                </a:lnTo>
                <a:lnTo>
                  <a:pt x="39890" y="158478"/>
                </a:lnTo>
                <a:lnTo>
                  <a:pt x="39890" y="158478"/>
                </a:lnTo>
                <a:lnTo>
                  <a:pt x="39889" y="158478"/>
                </a:lnTo>
                <a:lnTo>
                  <a:pt x="39888" y="158478"/>
                </a:lnTo>
                <a:lnTo>
                  <a:pt x="39888" y="158478"/>
                </a:lnTo>
                <a:lnTo>
                  <a:pt x="39887" y="158478"/>
                </a:lnTo>
                <a:lnTo>
                  <a:pt x="39886" y="158478"/>
                </a:lnTo>
                <a:lnTo>
                  <a:pt x="39886" y="158478"/>
                </a:lnTo>
                <a:lnTo>
                  <a:pt x="39885" y="158478"/>
                </a:lnTo>
                <a:lnTo>
                  <a:pt x="39885" y="158478"/>
                </a:lnTo>
                <a:lnTo>
                  <a:pt x="39884" y="158478"/>
                </a:lnTo>
                <a:lnTo>
                  <a:pt x="39883" y="158478"/>
                </a:lnTo>
                <a:lnTo>
                  <a:pt x="39883" y="158478"/>
                </a:lnTo>
                <a:lnTo>
                  <a:pt x="39882" y="158478"/>
                </a:lnTo>
                <a:lnTo>
                  <a:pt x="39881" y="158478"/>
                </a:lnTo>
                <a:lnTo>
                  <a:pt x="39881" y="158478"/>
                </a:lnTo>
                <a:lnTo>
                  <a:pt x="39880" y="158478"/>
                </a:lnTo>
                <a:lnTo>
                  <a:pt x="39879" y="158478"/>
                </a:lnTo>
                <a:lnTo>
                  <a:pt x="39879" y="158478"/>
                </a:lnTo>
                <a:lnTo>
                  <a:pt x="39878" y="158478"/>
                </a:lnTo>
                <a:lnTo>
                  <a:pt x="39877" y="158478"/>
                </a:lnTo>
                <a:lnTo>
                  <a:pt x="39877" y="158478"/>
                </a:lnTo>
                <a:lnTo>
                  <a:pt x="39876" y="158478"/>
                </a:lnTo>
                <a:lnTo>
                  <a:pt x="39876" y="158478"/>
                </a:lnTo>
                <a:lnTo>
                  <a:pt x="39875" y="158478"/>
                </a:lnTo>
                <a:lnTo>
                  <a:pt x="39874" y="158478"/>
                </a:lnTo>
                <a:lnTo>
                  <a:pt x="39874" y="158478"/>
                </a:lnTo>
                <a:lnTo>
                  <a:pt x="39873" y="158478"/>
                </a:lnTo>
                <a:lnTo>
                  <a:pt x="39872" y="158478"/>
                </a:lnTo>
                <a:lnTo>
                  <a:pt x="39872" y="158478"/>
                </a:lnTo>
                <a:lnTo>
                  <a:pt x="39871" y="158478"/>
                </a:lnTo>
                <a:lnTo>
                  <a:pt x="39870" y="158478"/>
                </a:lnTo>
                <a:lnTo>
                  <a:pt x="39870" y="158478"/>
                </a:lnTo>
                <a:lnTo>
                  <a:pt x="39869" y="158478"/>
                </a:lnTo>
                <a:lnTo>
                  <a:pt x="39868" y="158478"/>
                </a:lnTo>
                <a:lnTo>
                  <a:pt x="39868" y="158478"/>
                </a:lnTo>
                <a:lnTo>
                  <a:pt x="39867" y="158478"/>
                </a:lnTo>
                <a:lnTo>
                  <a:pt x="39867" y="158478"/>
                </a:lnTo>
                <a:lnTo>
                  <a:pt x="39866" y="158478"/>
                </a:lnTo>
                <a:lnTo>
                  <a:pt x="39865" y="158478"/>
                </a:lnTo>
                <a:lnTo>
                  <a:pt x="39865" y="158478"/>
                </a:lnTo>
                <a:lnTo>
                  <a:pt x="39864" y="158478"/>
                </a:lnTo>
                <a:lnTo>
                  <a:pt x="39863" y="158478"/>
                </a:lnTo>
                <a:lnTo>
                  <a:pt x="39863" y="158478"/>
                </a:lnTo>
                <a:lnTo>
                  <a:pt x="39862" y="158478"/>
                </a:lnTo>
                <a:lnTo>
                  <a:pt x="39861" y="158478"/>
                </a:lnTo>
                <a:lnTo>
                  <a:pt x="39861" y="158478"/>
                </a:lnTo>
                <a:lnTo>
                  <a:pt x="39860" y="158478"/>
                </a:lnTo>
                <a:lnTo>
                  <a:pt x="39860" y="158478"/>
                </a:lnTo>
                <a:lnTo>
                  <a:pt x="39859" y="158478"/>
                </a:lnTo>
                <a:lnTo>
                  <a:pt x="39858" y="158478"/>
                </a:lnTo>
                <a:lnTo>
                  <a:pt x="39858" y="158478"/>
                </a:lnTo>
                <a:lnTo>
                  <a:pt x="39857" y="158478"/>
                </a:lnTo>
                <a:lnTo>
                  <a:pt x="39856" y="158478"/>
                </a:lnTo>
                <a:lnTo>
                  <a:pt x="39856" y="158478"/>
                </a:lnTo>
                <a:lnTo>
                  <a:pt x="39855" y="158478"/>
                </a:lnTo>
                <a:lnTo>
                  <a:pt x="39854" y="158478"/>
                </a:lnTo>
                <a:lnTo>
                  <a:pt x="39854" y="158478"/>
                </a:lnTo>
                <a:lnTo>
                  <a:pt x="39853" y="158478"/>
                </a:lnTo>
                <a:lnTo>
                  <a:pt x="39852" y="158478"/>
                </a:lnTo>
                <a:lnTo>
                  <a:pt x="39852" y="158478"/>
                </a:lnTo>
                <a:lnTo>
                  <a:pt x="39851" y="158478"/>
                </a:lnTo>
                <a:lnTo>
                  <a:pt x="39851" y="158478"/>
                </a:lnTo>
                <a:lnTo>
                  <a:pt x="39850" y="158478"/>
                </a:lnTo>
                <a:lnTo>
                  <a:pt x="39849" y="158478"/>
                </a:lnTo>
                <a:lnTo>
                  <a:pt x="39849" y="158478"/>
                </a:lnTo>
                <a:lnTo>
                  <a:pt x="39848" y="158478"/>
                </a:lnTo>
                <a:lnTo>
                  <a:pt x="39847" y="158478"/>
                </a:lnTo>
                <a:lnTo>
                  <a:pt x="39847" y="158478"/>
                </a:lnTo>
                <a:lnTo>
                  <a:pt x="39846" y="158478"/>
                </a:lnTo>
                <a:lnTo>
                  <a:pt x="39845" y="158478"/>
                </a:lnTo>
                <a:lnTo>
                  <a:pt x="39845" y="158478"/>
                </a:lnTo>
                <a:lnTo>
                  <a:pt x="39844" y="158478"/>
                </a:lnTo>
                <a:lnTo>
                  <a:pt x="39844" y="158478"/>
                </a:lnTo>
                <a:lnTo>
                  <a:pt x="39843" y="158478"/>
                </a:lnTo>
                <a:lnTo>
                  <a:pt x="39842" y="158478"/>
                </a:lnTo>
                <a:lnTo>
                  <a:pt x="39842" y="158478"/>
                </a:lnTo>
                <a:lnTo>
                  <a:pt x="39841" y="158478"/>
                </a:lnTo>
                <a:lnTo>
                  <a:pt x="39840" y="158478"/>
                </a:lnTo>
                <a:lnTo>
                  <a:pt x="39840" y="158478"/>
                </a:lnTo>
                <a:lnTo>
                  <a:pt x="39839" y="158478"/>
                </a:lnTo>
                <a:lnTo>
                  <a:pt x="39838" y="158478"/>
                </a:lnTo>
                <a:lnTo>
                  <a:pt x="39838" y="158478"/>
                </a:lnTo>
                <a:lnTo>
                  <a:pt x="39837" y="158478"/>
                </a:lnTo>
                <a:lnTo>
                  <a:pt x="39836" y="158478"/>
                </a:lnTo>
                <a:lnTo>
                  <a:pt x="39836" y="158478"/>
                </a:lnTo>
                <a:lnTo>
                  <a:pt x="39835" y="158478"/>
                </a:lnTo>
                <a:lnTo>
                  <a:pt x="39835" y="158478"/>
                </a:lnTo>
                <a:lnTo>
                  <a:pt x="39834" y="158478"/>
                </a:lnTo>
                <a:lnTo>
                  <a:pt x="39833" y="158478"/>
                </a:lnTo>
                <a:lnTo>
                  <a:pt x="39833" y="158478"/>
                </a:lnTo>
                <a:lnTo>
                  <a:pt x="39832" y="158478"/>
                </a:lnTo>
                <a:lnTo>
                  <a:pt x="39831" y="158478"/>
                </a:lnTo>
                <a:lnTo>
                  <a:pt x="39831" y="158478"/>
                </a:lnTo>
                <a:lnTo>
                  <a:pt x="39830" y="158478"/>
                </a:lnTo>
                <a:lnTo>
                  <a:pt x="39829" y="158478"/>
                </a:lnTo>
                <a:lnTo>
                  <a:pt x="39829" y="158478"/>
                </a:lnTo>
                <a:lnTo>
                  <a:pt x="39828" y="158478"/>
                </a:lnTo>
                <a:lnTo>
                  <a:pt x="39828" y="158478"/>
                </a:lnTo>
                <a:lnTo>
                  <a:pt x="39827" y="158478"/>
                </a:lnTo>
                <a:lnTo>
                  <a:pt x="39826" y="158478"/>
                </a:lnTo>
                <a:lnTo>
                  <a:pt x="39826" y="158478"/>
                </a:lnTo>
                <a:lnTo>
                  <a:pt x="39825" y="158478"/>
                </a:lnTo>
                <a:lnTo>
                  <a:pt x="39824" y="158478"/>
                </a:lnTo>
                <a:lnTo>
                  <a:pt x="39824" y="158478"/>
                </a:lnTo>
                <a:lnTo>
                  <a:pt x="39823" y="158478"/>
                </a:lnTo>
                <a:lnTo>
                  <a:pt x="39822" y="158478"/>
                </a:lnTo>
                <a:lnTo>
                  <a:pt x="39822" y="158478"/>
                </a:lnTo>
                <a:lnTo>
                  <a:pt x="39821" y="158478"/>
                </a:lnTo>
                <a:lnTo>
                  <a:pt x="39821" y="158478"/>
                </a:lnTo>
                <a:lnTo>
                  <a:pt x="39820" y="158478"/>
                </a:lnTo>
                <a:lnTo>
                  <a:pt x="39819" y="158478"/>
                </a:lnTo>
                <a:lnTo>
                  <a:pt x="39819" y="158478"/>
                </a:lnTo>
                <a:lnTo>
                  <a:pt x="39818" y="158478"/>
                </a:lnTo>
                <a:lnTo>
                  <a:pt x="39817" y="158478"/>
                </a:lnTo>
                <a:lnTo>
                  <a:pt x="39817" y="158478"/>
                </a:lnTo>
                <a:lnTo>
                  <a:pt x="39816" y="158478"/>
                </a:lnTo>
                <a:lnTo>
                  <a:pt x="39815" y="158478"/>
                </a:lnTo>
                <a:lnTo>
                  <a:pt x="39815" y="158478"/>
                </a:lnTo>
                <a:lnTo>
                  <a:pt x="39814" y="158478"/>
                </a:lnTo>
                <a:lnTo>
                  <a:pt x="39813" y="158478"/>
                </a:lnTo>
                <a:lnTo>
                  <a:pt x="39813" y="158478"/>
                </a:lnTo>
                <a:lnTo>
                  <a:pt x="39812" y="158478"/>
                </a:lnTo>
                <a:lnTo>
                  <a:pt x="39812" y="158478"/>
                </a:lnTo>
                <a:lnTo>
                  <a:pt x="39811" y="158478"/>
                </a:lnTo>
                <a:lnTo>
                  <a:pt x="39810" y="158478"/>
                </a:lnTo>
                <a:lnTo>
                  <a:pt x="39810" y="158478"/>
                </a:lnTo>
                <a:lnTo>
                  <a:pt x="39809" y="158478"/>
                </a:lnTo>
                <a:lnTo>
                  <a:pt x="39808" y="158478"/>
                </a:lnTo>
                <a:lnTo>
                  <a:pt x="39808" y="158478"/>
                </a:lnTo>
                <a:lnTo>
                  <a:pt x="39807" y="158478"/>
                </a:lnTo>
                <a:lnTo>
                  <a:pt x="39806" y="158478"/>
                </a:lnTo>
                <a:lnTo>
                  <a:pt x="39806" y="158478"/>
                </a:lnTo>
                <a:lnTo>
                  <a:pt x="39805" y="158478"/>
                </a:lnTo>
                <a:lnTo>
                  <a:pt x="39805" y="158478"/>
                </a:lnTo>
                <a:lnTo>
                  <a:pt x="39804" y="158478"/>
                </a:lnTo>
                <a:lnTo>
                  <a:pt x="39803" y="158478"/>
                </a:lnTo>
                <a:lnTo>
                  <a:pt x="39803" y="158478"/>
                </a:lnTo>
                <a:lnTo>
                  <a:pt x="39802" y="158478"/>
                </a:lnTo>
                <a:lnTo>
                  <a:pt x="39801" y="158478"/>
                </a:lnTo>
                <a:lnTo>
                  <a:pt x="39801" y="158478"/>
                </a:lnTo>
                <a:lnTo>
                  <a:pt x="39800" y="158478"/>
                </a:lnTo>
                <a:lnTo>
                  <a:pt x="39799" y="158478"/>
                </a:lnTo>
                <a:lnTo>
                  <a:pt x="39799" y="158478"/>
                </a:lnTo>
                <a:lnTo>
                  <a:pt x="39798" y="158478"/>
                </a:lnTo>
                <a:lnTo>
                  <a:pt x="39798" y="158478"/>
                </a:lnTo>
                <a:lnTo>
                  <a:pt x="39797" y="158478"/>
                </a:lnTo>
                <a:lnTo>
                  <a:pt x="39796" y="158478"/>
                </a:lnTo>
                <a:lnTo>
                  <a:pt x="39796" y="158478"/>
                </a:lnTo>
                <a:lnTo>
                  <a:pt x="39795" y="158478"/>
                </a:lnTo>
                <a:lnTo>
                  <a:pt x="39794" y="158478"/>
                </a:lnTo>
                <a:lnTo>
                  <a:pt x="39794" y="158478"/>
                </a:lnTo>
                <a:lnTo>
                  <a:pt x="39793" y="158478"/>
                </a:lnTo>
                <a:lnTo>
                  <a:pt x="39792" y="158478"/>
                </a:lnTo>
                <a:lnTo>
                  <a:pt x="39792" y="158478"/>
                </a:lnTo>
                <a:lnTo>
                  <a:pt x="39791" y="158478"/>
                </a:lnTo>
                <a:lnTo>
                  <a:pt x="39791" y="158478"/>
                </a:lnTo>
                <a:lnTo>
                  <a:pt x="39790" y="158478"/>
                </a:lnTo>
                <a:lnTo>
                  <a:pt x="39789" y="158478"/>
                </a:lnTo>
                <a:lnTo>
                  <a:pt x="39789" y="158478"/>
                </a:lnTo>
                <a:lnTo>
                  <a:pt x="39788" y="158478"/>
                </a:lnTo>
                <a:lnTo>
                  <a:pt x="39787" y="158478"/>
                </a:lnTo>
                <a:lnTo>
                  <a:pt x="39787" y="158478"/>
                </a:lnTo>
                <a:lnTo>
                  <a:pt x="39786" y="158478"/>
                </a:lnTo>
                <a:lnTo>
                  <a:pt x="39785" y="158478"/>
                </a:lnTo>
                <a:lnTo>
                  <a:pt x="39785" y="158478"/>
                </a:lnTo>
                <a:lnTo>
                  <a:pt x="39784" y="158478"/>
                </a:lnTo>
                <a:lnTo>
                  <a:pt x="39784" y="158478"/>
                </a:lnTo>
                <a:lnTo>
                  <a:pt x="39783" y="158478"/>
                </a:lnTo>
                <a:lnTo>
                  <a:pt x="39782" y="158478"/>
                </a:lnTo>
                <a:lnTo>
                  <a:pt x="39782" y="158478"/>
                </a:lnTo>
                <a:lnTo>
                  <a:pt x="39781" y="158478"/>
                </a:lnTo>
                <a:lnTo>
                  <a:pt x="39780" y="158478"/>
                </a:lnTo>
                <a:lnTo>
                  <a:pt x="39780" y="158478"/>
                </a:lnTo>
                <a:lnTo>
                  <a:pt x="39779" y="158478"/>
                </a:lnTo>
                <a:lnTo>
                  <a:pt x="39778" y="158478"/>
                </a:lnTo>
                <a:lnTo>
                  <a:pt x="39778" y="158478"/>
                </a:lnTo>
                <a:lnTo>
                  <a:pt x="39777" y="158478"/>
                </a:lnTo>
                <a:lnTo>
                  <a:pt x="39777" y="158478"/>
                </a:lnTo>
                <a:lnTo>
                  <a:pt x="39776" y="158478"/>
                </a:lnTo>
                <a:lnTo>
                  <a:pt x="39775" y="158478"/>
                </a:lnTo>
                <a:lnTo>
                  <a:pt x="39775" y="158478"/>
                </a:lnTo>
                <a:lnTo>
                  <a:pt x="39774" y="158478"/>
                </a:lnTo>
                <a:lnTo>
                  <a:pt x="39773" y="158478"/>
                </a:lnTo>
                <a:lnTo>
                  <a:pt x="39773" y="158478"/>
                </a:lnTo>
                <a:lnTo>
                  <a:pt x="39772" y="158478"/>
                </a:lnTo>
                <a:lnTo>
                  <a:pt x="39771" y="158478"/>
                </a:lnTo>
                <a:lnTo>
                  <a:pt x="39771" y="158478"/>
                </a:lnTo>
                <a:lnTo>
                  <a:pt x="39770" y="158478"/>
                </a:lnTo>
                <a:lnTo>
                  <a:pt x="39770" y="158478"/>
                </a:lnTo>
                <a:lnTo>
                  <a:pt x="39769" y="158478"/>
                </a:lnTo>
                <a:lnTo>
                  <a:pt x="39768" y="158478"/>
                </a:lnTo>
                <a:lnTo>
                  <a:pt x="39768" y="158478"/>
                </a:lnTo>
                <a:lnTo>
                  <a:pt x="39767" y="158478"/>
                </a:lnTo>
                <a:lnTo>
                  <a:pt x="39766" y="158478"/>
                </a:lnTo>
                <a:lnTo>
                  <a:pt x="39766" y="158478"/>
                </a:lnTo>
                <a:lnTo>
                  <a:pt x="39765" y="158478"/>
                </a:lnTo>
                <a:lnTo>
                  <a:pt x="39764" y="158478"/>
                </a:lnTo>
                <a:lnTo>
                  <a:pt x="39764" y="158478"/>
                </a:lnTo>
                <a:lnTo>
                  <a:pt x="39763" y="158478"/>
                </a:lnTo>
                <a:lnTo>
                  <a:pt x="39763" y="158478"/>
                </a:lnTo>
                <a:lnTo>
                  <a:pt x="39762" y="158478"/>
                </a:lnTo>
                <a:lnTo>
                  <a:pt x="39761" y="158478"/>
                </a:lnTo>
                <a:lnTo>
                  <a:pt x="39761" y="158478"/>
                </a:lnTo>
                <a:lnTo>
                  <a:pt x="39760" y="158478"/>
                </a:lnTo>
                <a:lnTo>
                  <a:pt x="39759" y="158478"/>
                </a:lnTo>
                <a:lnTo>
                  <a:pt x="39759" y="158478"/>
                </a:lnTo>
                <a:lnTo>
                  <a:pt x="39758" y="158478"/>
                </a:lnTo>
                <a:lnTo>
                  <a:pt x="39757" y="158478"/>
                </a:lnTo>
                <a:lnTo>
                  <a:pt x="39757" y="158478"/>
                </a:lnTo>
                <a:lnTo>
                  <a:pt x="39756" y="158478"/>
                </a:lnTo>
                <a:lnTo>
                  <a:pt x="39756" y="158478"/>
                </a:lnTo>
                <a:lnTo>
                  <a:pt x="39755" y="158478"/>
                </a:lnTo>
                <a:lnTo>
                  <a:pt x="39754" y="158478"/>
                </a:lnTo>
                <a:lnTo>
                  <a:pt x="39754" y="158478"/>
                </a:lnTo>
                <a:lnTo>
                  <a:pt x="39753" y="158478"/>
                </a:lnTo>
                <a:lnTo>
                  <a:pt x="39752" y="158478"/>
                </a:lnTo>
                <a:lnTo>
                  <a:pt x="39752" y="158478"/>
                </a:lnTo>
                <a:lnTo>
                  <a:pt x="39751" y="158478"/>
                </a:lnTo>
                <a:lnTo>
                  <a:pt x="39750" y="158478"/>
                </a:lnTo>
                <a:lnTo>
                  <a:pt x="39750" y="158478"/>
                </a:lnTo>
                <a:lnTo>
                  <a:pt x="39749" y="158478"/>
                </a:lnTo>
                <a:lnTo>
                  <a:pt x="39749" y="158478"/>
                </a:lnTo>
                <a:lnTo>
                  <a:pt x="39748" y="158478"/>
                </a:lnTo>
                <a:lnTo>
                  <a:pt x="39747" y="158478"/>
                </a:lnTo>
                <a:lnTo>
                  <a:pt x="39747" y="158478"/>
                </a:lnTo>
                <a:lnTo>
                  <a:pt x="39746" y="158478"/>
                </a:lnTo>
                <a:lnTo>
                  <a:pt x="39745" y="158478"/>
                </a:lnTo>
                <a:lnTo>
                  <a:pt x="39745" y="158478"/>
                </a:lnTo>
                <a:lnTo>
                  <a:pt x="39744" y="158478"/>
                </a:lnTo>
                <a:lnTo>
                  <a:pt x="39743" y="158478"/>
                </a:lnTo>
                <a:lnTo>
                  <a:pt x="39743" y="158478"/>
                </a:lnTo>
                <a:lnTo>
                  <a:pt x="39742" y="158478"/>
                </a:lnTo>
                <a:lnTo>
                  <a:pt x="39742" y="158478"/>
                </a:lnTo>
                <a:lnTo>
                  <a:pt x="39741" y="158478"/>
                </a:lnTo>
                <a:lnTo>
                  <a:pt x="39740" y="158478"/>
                </a:lnTo>
                <a:lnTo>
                  <a:pt x="39740" y="158478"/>
                </a:lnTo>
                <a:lnTo>
                  <a:pt x="39739" y="158478"/>
                </a:lnTo>
                <a:lnTo>
                  <a:pt x="39738" y="158478"/>
                </a:lnTo>
                <a:lnTo>
                  <a:pt x="39738" y="158478"/>
                </a:lnTo>
                <a:lnTo>
                  <a:pt x="39737" y="158478"/>
                </a:lnTo>
                <a:lnTo>
                  <a:pt x="39737" y="158478"/>
                </a:lnTo>
                <a:lnTo>
                  <a:pt x="39736" y="158478"/>
                </a:lnTo>
                <a:lnTo>
                  <a:pt x="39735" y="158478"/>
                </a:lnTo>
                <a:lnTo>
                  <a:pt x="39735" y="158478"/>
                </a:lnTo>
                <a:lnTo>
                  <a:pt x="39734" y="158478"/>
                </a:lnTo>
                <a:lnTo>
                  <a:pt x="39733" y="158478"/>
                </a:lnTo>
                <a:lnTo>
                  <a:pt x="39733" y="158478"/>
                </a:lnTo>
                <a:lnTo>
                  <a:pt x="39732" y="158478"/>
                </a:lnTo>
                <a:lnTo>
                  <a:pt x="39731" y="158478"/>
                </a:lnTo>
                <a:lnTo>
                  <a:pt x="39731" y="158478"/>
                </a:lnTo>
                <a:lnTo>
                  <a:pt x="39730" y="158478"/>
                </a:lnTo>
                <a:lnTo>
                  <a:pt x="39730" y="158478"/>
                </a:lnTo>
                <a:lnTo>
                  <a:pt x="39729" y="158478"/>
                </a:lnTo>
                <a:lnTo>
                  <a:pt x="39728" y="158478"/>
                </a:lnTo>
                <a:lnTo>
                  <a:pt x="39728" y="158478"/>
                </a:lnTo>
                <a:lnTo>
                  <a:pt x="39727" y="158478"/>
                </a:lnTo>
                <a:lnTo>
                  <a:pt x="39726" y="158478"/>
                </a:lnTo>
                <a:lnTo>
                  <a:pt x="39726" y="158478"/>
                </a:lnTo>
                <a:lnTo>
                  <a:pt x="39725" y="158478"/>
                </a:lnTo>
                <a:lnTo>
                  <a:pt x="39724" y="158478"/>
                </a:lnTo>
                <a:lnTo>
                  <a:pt x="39724" y="158478"/>
                </a:lnTo>
                <a:lnTo>
                  <a:pt x="39723" y="158478"/>
                </a:lnTo>
                <a:lnTo>
                  <a:pt x="39723" y="158478"/>
                </a:lnTo>
                <a:lnTo>
                  <a:pt x="39722" y="158478"/>
                </a:lnTo>
                <a:lnTo>
                  <a:pt x="39721" y="158478"/>
                </a:lnTo>
                <a:lnTo>
                  <a:pt x="39721" y="158478"/>
                </a:lnTo>
                <a:lnTo>
                  <a:pt x="39720" y="158478"/>
                </a:lnTo>
                <a:lnTo>
                  <a:pt x="39719" y="158478"/>
                </a:lnTo>
                <a:lnTo>
                  <a:pt x="39719" y="158478"/>
                </a:lnTo>
                <a:lnTo>
                  <a:pt x="39718" y="158478"/>
                </a:lnTo>
                <a:lnTo>
                  <a:pt x="39717" y="158478"/>
                </a:lnTo>
                <a:lnTo>
                  <a:pt x="39717" y="158478"/>
                </a:lnTo>
                <a:lnTo>
                  <a:pt x="39716" y="158478"/>
                </a:lnTo>
                <a:lnTo>
                  <a:pt x="39716" y="158478"/>
                </a:lnTo>
                <a:lnTo>
                  <a:pt x="39715" y="158478"/>
                </a:lnTo>
                <a:lnTo>
                  <a:pt x="39714" y="158478"/>
                </a:lnTo>
                <a:lnTo>
                  <a:pt x="39714" y="158478"/>
                </a:lnTo>
                <a:lnTo>
                  <a:pt x="39713" y="158478"/>
                </a:lnTo>
                <a:lnTo>
                  <a:pt x="39712" y="158478"/>
                </a:lnTo>
                <a:lnTo>
                  <a:pt x="39712" y="158478"/>
                </a:lnTo>
                <a:lnTo>
                  <a:pt x="39711" y="158478"/>
                </a:lnTo>
                <a:lnTo>
                  <a:pt x="39711" y="158478"/>
                </a:lnTo>
                <a:lnTo>
                  <a:pt x="39710" y="158478"/>
                </a:lnTo>
                <a:lnTo>
                  <a:pt x="39709" y="158478"/>
                </a:lnTo>
                <a:lnTo>
                  <a:pt x="39709" y="158478"/>
                </a:lnTo>
                <a:lnTo>
                  <a:pt x="39708" y="158478"/>
                </a:lnTo>
                <a:lnTo>
                  <a:pt x="39707" y="158478"/>
                </a:lnTo>
                <a:lnTo>
                  <a:pt x="39707" y="158478"/>
                </a:lnTo>
                <a:lnTo>
                  <a:pt x="39706" y="158478"/>
                </a:lnTo>
                <a:lnTo>
                  <a:pt x="39705" y="158478"/>
                </a:lnTo>
                <a:lnTo>
                  <a:pt x="39705" y="158478"/>
                </a:lnTo>
                <a:lnTo>
                  <a:pt x="39704" y="158478"/>
                </a:lnTo>
                <a:lnTo>
                  <a:pt x="39704" y="158478"/>
                </a:lnTo>
                <a:lnTo>
                  <a:pt x="39703" y="158478"/>
                </a:lnTo>
                <a:lnTo>
                  <a:pt x="39702" y="158478"/>
                </a:lnTo>
                <a:lnTo>
                  <a:pt x="39702" y="158478"/>
                </a:lnTo>
                <a:lnTo>
                  <a:pt x="39701" y="158478"/>
                </a:lnTo>
                <a:lnTo>
                  <a:pt x="39700" y="158478"/>
                </a:lnTo>
                <a:lnTo>
                  <a:pt x="39700" y="158478"/>
                </a:lnTo>
                <a:lnTo>
                  <a:pt x="39699" y="158478"/>
                </a:lnTo>
                <a:lnTo>
                  <a:pt x="39698" y="158478"/>
                </a:lnTo>
                <a:lnTo>
                  <a:pt x="39698" y="158478"/>
                </a:lnTo>
                <a:lnTo>
                  <a:pt x="39697" y="158478"/>
                </a:lnTo>
                <a:lnTo>
                  <a:pt x="39697" y="158478"/>
                </a:lnTo>
                <a:lnTo>
                  <a:pt x="39696" y="158478"/>
                </a:lnTo>
                <a:lnTo>
                  <a:pt x="39695" y="158478"/>
                </a:lnTo>
                <a:lnTo>
                  <a:pt x="39695" y="158478"/>
                </a:lnTo>
                <a:lnTo>
                  <a:pt x="39694" y="158478"/>
                </a:lnTo>
                <a:lnTo>
                  <a:pt x="39693" y="158478"/>
                </a:lnTo>
                <a:lnTo>
                  <a:pt x="39693" y="158478"/>
                </a:lnTo>
                <a:lnTo>
                  <a:pt x="39692" y="158478"/>
                </a:lnTo>
                <a:lnTo>
                  <a:pt x="39692" y="158478"/>
                </a:lnTo>
                <a:lnTo>
                  <a:pt x="39691" y="158478"/>
                </a:lnTo>
                <a:lnTo>
                  <a:pt x="39690" y="158478"/>
                </a:lnTo>
                <a:lnTo>
                  <a:pt x="39690" y="158478"/>
                </a:lnTo>
                <a:lnTo>
                  <a:pt x="39689" y="158478"/>
                </a:lnTo>
                <a:lnTo>
                  <a:pt x="39688" y="158478"/>
                </a:lnTo>
                <a:lnTo>
                  <a:pt x="39688" y="158478"/>
                </a:lnTo>
                <a:lnTo>
                  <a:pt x="39687" y="158478"/>
                </a:lnTo>
                <a:lnTo>
                  <a:pt x="39686" y="158478"/>
                </a:lnTo>
                <a:lnTo>
                  <a:pt x="39686" y="158478"/>
                </a:lnTo>
                <a:lnTo>
                  <a:pt x="39685" y="158478"/>
                </a:lnTo>
                <a:lnTo>
                  <a:pt x="39685" y="158478"/>
                </a:lnTo>
                <a:lnTo>
                  <a:pt x="39684" y="158478"/>
                </a:lnTo>
                <a:lnTo>
                  <a:pt x="39683" y="158478"/>
                </a:lnTo>
                <a:lnTo>
                  <a:pt x="39683" y="158478"/>
                </a:lnTo>
                <a:lnTo>
                  <a:pt x="39682" y="158478"/>
                </a:lnTo>
                <a:lnTo>
                  <a:pt x="39681" y="158478"/>
                </a:lnTo>
                <a:lnTo>
                  <a:pt x="39681" y="158478"/>
                </a:lnTo>
                <a:lnTo>
                  <a:pt x="39680" y="158478"/>
                </a:lnTo>
                <a:lnTo>
                  <a:pt x="39680" y="158478"/>
                </a:lnTo>
                <a:lnTo>
                  <a:pt x="39679" y="158478"/>
                </a:lnTo>
                <a:lnTo>
                  <a:pt x="39678" y="158478"/>
                </a:lnTo>
                <a:lnTo>
                  <a:pt x="39678" y="158478"/>
                </a:lnTo>
                <a:lnTo>
                  <a:pt x="39677" y="158478"/>
                </a:lnTo>
                <a:lnTo>
                  <a:pt x="39676" y="158478"/>
                </a:lnTo>
                <a:lnTo>
                  <a:pt x="39676" y="158478"/>
                </a:lnTo>
                <a:lnTo>
                  <a:pt x="39675" y="158478"/>
                </a:lnTo>
                <a:lnTo>
                  <a:pt x="39674" y="158478"/>
                </a:lnTo>
                <a:lnTo>
                  <a:pt x="39674" y="158478"/>
                </a:lnTo>
                <a:lnTo>
                  <a:pt x="39673" y="158478"/>
                </a:lnTo>
                <a:lnTo>
                  <a:pt x="39673" y="158478"/>
                </a:lnTo>
                <a:lnTo>
                  <a:pt x="39672" y="158478"/>
                </a:lnTo>
                <a:lnTo>
                  <a:pt x="39671" y="158478"/>
                </a:lnTo>
                <a:lnTo>
                  <a:pt x="39671" y="158478"/>
                </a:lnTo>
                <a:lnTo>
                  <a:pt x="39670" y="158478"/>
                </a:lnTo>
                <a:lnTo>
                  <a:pt x="39669" y="158478"/>
                </a:lnTo>
                <a:lnTo>
                  <a:pt x="39669" y="158478"/>
                </a:lnTo>
                <a:lnTo>
                  <a:pt x="39668" y="158478"/>
                </a:lnTo>
                <a:lnTo>
                  <a:pt x="39668" y="158478"/>
                </a:lnTo>
                <a:lnTo>
                  <a:pt x="39667" y="158478"/>
                </a:lnTo>
                <a:lnTo>
                  <a:pt x="39666" y="158478"/>
                </a:lnTo>
                <a:lnTo>
                  <a:pt x="39666" y="158478"/>
                </a:lnTo>
                <a:lnTo>
                  <a:pt x="39665" y="158478"/>
                </a:lnTo>
                <a:lnTo>
                  <a:pt x="39664" y="158478"/>
                </a:lnTo>
                <a:lnTo>
                  <a:pt x="39664" y="158478"/>
                </a:lnTo>
                <a:lnTo>
                  <a:pt x="39663" y="158478"/>
                </a:lnTo>
                <a:lnTo>
                  <a:pt x="39662" y="158478"/>
                </a:lnTo>
                <a:lnTo>
                  <a:pt x="39662" y="158478"/>
                </a:lnTo>
                <a:lnTo>
                  <a:pt x="39661" y="158478"/>
                </a:lnTo>
                <a:lnTo>
                  <a:pt x="39661" y="158478"/>
                </a:lnTo>
                <a:lnTo>
                  <a:pt x="39660" y="158478"/>
                </a:lnTo>
                <a:lnTo>
                  <a:pt x="39659" y="158478"/>
                </a:lnTo>
                <a:lnTo>
                  <a:pt x="39659" y="158478"/>
                </a:lnTo>
                <a:lnTo>
                  <a:pt x="39658" y="158478"/>
                </a:lnTo>
                <a:lnTo>
                  <a:pt x="39657" y="158478"/>
                </a:lnTo>
                <a:lnTo>
                  <a:pt x="39657" y="158478"/>
                </a:lnTo>
                <a:lnTo>
                  <a:pt x="39656" y="158478"/>
                </a:lnTo>
                <a:lnTo>
                  <a:pt x="39656" y="158478"/>
                </a:lnTo>
                <a:lnTo>
                  <a:pt x="39655" y="158478"/>
                </a:lnTo>
                <a:lnTo>
                  <a:pt x="39654" y="158478"/>
                </a:lnTo>
                <a:lnTo>
                  <a:pt x="39654" y="158478"/>
                </a:lnTo>
                <a:lnTo>
                  <a:pt x="39653" y="158478"/>
                </a:lnTo>
                <a:lnTo>
                  <a:pt x="39652" y="158478"/>
                </a:lnTo>
                <a:lnTo>
                  <a:pt x="39652" y="158478"/>
                </a:lnTo>
                <a:lnTo>
                  <a:pt x="39651" y="158478"/>
                </a:lnTo>
                <a:lnTo>
                  <a:pt x="39650" y="158478"/>
                </a:lnTo>
                <a:lnTo>
                  <a:pt x="39650" y="158478"/>
                </a:lnTo>
                <a:lnTo>
                  <a:pt x="39649" y="158478"/>
                </a:lnTo>
                <a:lnTo>
                  <a:pt x="39649" y="158478"/>
                </a:lnTo>
                <a:lnTo>
                  <a:pt x="39648" y="158478"/>
                </a:lnTo>
                <a:lnTo>
                  <a:pt x="39647" y="158478"/>
                </a:lnTo>
                <a:lnTo>
                  <a:pt x="39647" y="158478"/>
                </a:lnTo>
                <a:lnTo>
                  <a:pt x="39646" y="158478"/>
                </a:lnTo>
                <a:lnTo>
                  <a:pt x="39645" y="158478"/>
                </a:lnTo>
                <a:lnTo>
                  <a:pt x="39645" y="158478"/>
                </a:lnTo>
                <a:lnTo>
                  <a:pt x="39644" y="158478"/>
                </a:lnTo>
                <a:lnTo>
                  <a:pt x="39644" y="158478"/>
                </a:lnTo>
                <a:lnTo>
                  <a:pt x="39643" y="158478"/>
                </a:lnTo>
                <a:lnTo>
                  <a:pt x="39642" y="158478"/>
                </a:lnTo>
                <a:lnTo>
                  <a:pt x="39642" y="158478"/>
                </a:lnTo>
                <a:lnTo>
                  <a:pt x="39641" y="158478"/>
                </a:lnTo>
                <a:lnTo>
                  <a:pt x="39640" y="158478"/>
                </a:lnTo>
                <a:lnTo>
                  <a:pt x="39640" y="158478"/>
                </a:lnTo>
                <a:lnTo>
                  <a:pt x="39639" y="158478"/>
                </a:lnTo>
                <a:lnTo>
                  <a:pt x="39639" y="158478"/>
                </a:lnTo>
                <a:lnTo>
                  <a:pt x="39638" y="158478"/>
                </a:lnTo>
                <a:lnTo>
                  <a:pt x="39637" y="158478"/>
                </a:lnTo>
                <a:lnTo>
                  <a:pt x="39637" y="158478"/>
                </a:lnTo>
                <a:lnTo>
                  <a:pt x="39636" y="158478"/>
                </a:lnTo>
                <a:lnTo>
                  <a:pt x="39635" y="158478"/>
                </a:lnTo>
                <a:lnTo>
                  <a:pt x="39635" y="158478"/>
                </a:lnTo>
                <a:lnTo>
                  <a:pt x="39634" y="158478"/>
                </a:lnTo>
                <a:lnTo>
                  <a:pt x="39633" y="158478"/>
                </a:lnTo>
                <a:lnTo>
                  <a:pt x="39633" y="158478"/>
                </a:lnTo>
                <a:lnTo>
                  <a:pt x="39632" y="158478"/>
                </a:lnTo>
                <a:lnTo>
                  <a:pt x="39632" y="158478"/>
                </a:lnTo>
                <a:lnTo>
                  <a:pt x="39631" y="158478"/>
                </a:lnTo>
                <a:lnTo>
                  <a:pt x="39630" y="158478"/>
                </a:lnTo>
                <a:lnTo>
                  <a:pt x="39630" y="158478"/>
                </a:lnTo>
                <a:lnTo>
                  <a:pt x="39629" y="158478"/>
                </a:lnTo>
                <a:lnTo>
                  <a:pt x="39628" y="158478"/>
                </a:lnTo>
                <a:lnTo>
                  <a:pt x="39628" y="158478"/>
                </a:lnTo>
                <a:lnTo>
                  <a:pt x="39627" y="158478"/>
                </a:lnTo>
                <a:lnTo>
                  <a:pt x="39627" y="158478"/>
                </a:lnTo>
                <a:lnTo>
                  <a:pt x="39626" y="158478"/>
                </a:lnTo>
                <a:lnTo>
                  <a:pt x="39625" y="158478"/>
                </a:lnTo>
                <a:lnTo>
                  <a:pt x="39625" y="158478"/>
                </a:lnTo>
                <a:lnTo>
                  <a:pt x="39624" y="158478"/>
                </a:lnTo>
                <a:lnTo>
                  <a:pt x="39623" y="158478"/>
                </a:lnTo>
                <a:lnTo>
                  <a:pt x="39623" y="158478"/>
                </a:lnTo>
                <a:lnTo>
                  <a:pt x="39622" y="158478"/>
                </a:lnTo>
                <a:lnTo>
                  <a:pt x="39622" y="158478"/>
                </a:lnTo>
                <a:lnTo>
                  <a:pt x="39621" y="158478"/>
                </a:lnTo>
                <a:lnTo>
                  <a:pt x="39620" y="158478"/>
                </a:lnTo>
                <a:lnTo>
                  <a:pt x="39620" y="158478"/>
                </a:lnTo>
                <a:lnTo>
                  <a:pt x="39619" y="158478"/>
                </a:lnTo>
                <a:lnTo>
                  <a:pt x="39618" y="158478"/>
                </a:lnTo>
                <a:lnTo>
                  <a:pt x="39618" y="158478"/>
                </a:lnTo>
                <a:lnTo>
                  <a:pt x="39617" y="158478"/>
                </a:lnTo>
                <a:lnTo>
                  <a:pt x="39616" y="158478"/>
                </a:lnTo>
                <a:lnTo>
                  <a:pt x="39616" y="158478"/>
                </a:lnTo>
                <a:lnTo>
                  <a:pt x="39615" y="158478"/>
                </a:lnTo>
                <a:lnTo>
                  <a:pt x="39615" y="158478"/>
                </a:lnTo>
                <a:lnTo>
                  <a:pt x="39614" y="158478"/>
                </a:lnTo>
                <a:lnTo>
                  <a:pt x="39613" y="158478"/>
                </a:lnTo>
                <a:lnTo>
                  <a:pt x="39613" y="158478"/>
                </a:lnTo>
                <a:lnTo>
                  <a:pt x="39612" y="158478"/>
                </a:lnTo>
                <a:lnTo>
                  <a:pt x="39611" y="158478"/>
                </a:lnTo>
                <a:lnTo>
                  <a:pt x="39611" y="158478"/>
                </a:lnTo>
                <a:lnTo>
                  <a:pt x="39610" y="158478"/>
                </a:lnTo>
                <a:lnTo>
                  <a:pt x="39610" y="158478"/>
                </a:lnTo>
                <a:lnTo>
                  <a:pt x="39609" y="158478"/>
                </a:lnTo>
                <a:lnTo>
                  <a:pt x="39608" y="158478"/>
                </a:lnTo>
                <a:lnTo>
                  <a:pt x="39608" y="158478"/>
                </a:lnTo>
                <a:lnTo>
                  <a:pt x="39607" y="158478"/>
                </a:lnTo>
                <a:lnTo>
                  <a:pt x="39606" y="158478"/>
                </a:lnTo>
                <a:lnTo>
                  <a:pt x="39606" y="158478"/>
                </a:lnTo>
                <a:lnTo>
                  <a:pt x="39605" y="158478"/>
                </a:lnTo>
                <a:lnTo>
                  <a:pt x="39605" y="158478"/>
                </a:lnTo>
                <a:lnTo>
                  <a:pt x="39604" y="158478"/>
                </a:lnTo>
                <a:lnTo>
                  <a:pt x="39603" y="158478"/>
                </a:lnTo>
                <a:lnTo>
                  <a:pt x="39603" y="158478"/>
                </a:lnTo>
                <a:lnTo>
                  <a:pt x="39602" y="158478"/>
                </a:lnTo>
                <a:lnTo>
                  <a:pt x="39601" y="158478"/>
                </a:lnTo>
                <a:lnTo>
                  <a:pt x="39601" y="158478"/>
                </a:lnTo>
                <a:lnTo>
                  <a:pt x="39600" y="158478"/>
                </a:lnTo>
                <a:lnTo>
                  <a:pt x="39600" y="158478"/>
                </a:lnTo>
                <a:lnTo>
                  <a:pt x="39599" y="158478"/>
                </a:lnTo>
                <a:lnTo>
                  <a:pt x="39598" y="158478"/>
                </a:lnTo>
                <a:lnTo>
                  <a:pt x="39598" y="158478"/>
                </a:lnTo>
                <a:lnTo>
                  <a:pt x="39597" y="158478"/>
                </a:lnTo>
                <a:lnTo>
                  <a:pt x="39596" y="158478"/>
                </a:lnTo>
                <a:lnTo>
                  <a:pt x="39596" y="158478"/>
                </a:lnTo>
                <a:lnTo>
                  <a:pt x="39595" y="158478"/>
                </a:lnTo>
                <a:lnTo>
                  <a:pt x="39594" y="158478"/>
                </a:lnTo>
                <a:lnTo>
                  <a:pt x="39594" y="158478"/>
                </a:lnTo>
                <a:lnTo>
                  <a:pt x="39593" y="158478"/>
                </a:lnTo>
                <a:lnTo>
                  <a:pt x="39593" y="158478"/>
                </a:lnTo>
                <a:lnTo>
                  <a:pt x="39592" y="158478"/>
                </a:lnTo>
                <a:lnTo>
                  <a:pt x="39591" y="158478"/>
                </a:lnTo>
                <a:lnTo>
                  <a:pt x="39591" y="158478"/>
                </a:lnTo>
                <a:lnTo>
                  <a:pt x="39590" y="158478"/>
                </a:lnTo>
                <a:lnTo>
                  <a:pt x="39589" y="158478"/>
                </a:lnTo>
                <a:lnTo>
                  <a:pt x="39589" y="158478"/>
                </a:lnTo>
                <a:lnTo>
                  <a:pt x="39588" y="158478"/>
                </a:lnTo>
                <a:lnTo>
                  <a:pt x="39588" y="158478"/>
                </a:lnTo>
                <a:lnTo>
                  <a:pt x="39587" y="158478"/>
                </a:lnTo>
                <a:lnTo>
                  <a:pt x="39586" y="158478"/>
                </a:lnTo>
                <a:lnTo>
                  <a:pt x="39586" y="158478"/>
                </a:lnTo>
                <a:lnTo>
                  <a:pt x="39585" y="158478"/>
                </a:lnTo>
                <a:lnTo>
                  <a:pt x="39584" y="158478"/>
                </a:lnTo>
                <a:lnTo>
                  <a:pt x="39584" y="158478"/>
                </a:lnTo>
                <a:lnTo>
                  <a:pt x="39583" y="158478"/>
                </a:lnTo>
                <a:lnTo>
                  <a:pt x="39583" y="158478"/>
                </a:lnTo>
                <a:lnTo>
                  <a:pt x="39582" y="158478"/>
                </a:lnTo>
                <a:lnTo>
                  <a:pt x="39581" y="158478"/>
                </a:lnTo>
                <a:lnTo>
                  <a:pt x="39581" y="158478"/>
                </a:lnTo>
                <a:lnTo>
                  <a:pt x="39580" y="158478"/>
                </a:lnTo>
                <a:lnTo>
                  <a:pt x="39579" y="158478"/>
                </a:lnTo>
                <a:lnTo>
                  <a:pt x="39579" y="158478"/>
                </a:lnTo>
                <a:lnTo>
                  <a:pt x="39578" y="158478"/>
                </a:lnTo>
                <a:lnTo>
                  <a:pt x="39578" y="158478"/>
                </a:lnTo>
                <a:lnTo>
                  <a:pt x="39577" y="158478"/>
                </a:lnTo>
                <a:lnTo>
                  <a:pt x="39576" y="158478"/>
                </a:lnTo>
                <a:lnTo>
                  <a:pt x="39576" y="158478"/>
                </a:lnTo>
                <a:lnTo>
                  <a:pt x="39575" y="158478"/>
                </a:lnTo>
                <a:lnTo>
                  <a:pt x="39574" y="158478"/>
                </a:lnTo>
                <a:lnTo>
                  <a:pt x="39574" y="158478"/>
                </a:lnTo>
                <a:lnTo>
                  <a:pt x="39573" y="158478"/>
                </a:lnTo>
                <a:lnTo>
                  <a:pt x="39573" y="158478"/>
                </a:lnTo>
                <a:lnTo>
                  <a:pt x="39572" y="158478"/>
                </a:lnTo>
                <a:lnTo>
                  <a:pt x="39571" y="158478"/>
                </a:lnTo>
                <a:lnTo>
                  <a:pt x="39571" y="158478"/>
                </a:lnTo>
                <a:lnTo>
                  <a:pt x="39570" y="158478"/>
                </a:lnTo>
                <a:lnTo>
                  <a:pt x="39569" y="158478"/>
                </a:lnTo>
                <a:lnTo>
                  <a:pt x="39569" y="158478"/>
                </a:lnTo>
                <a:lnTo>
                  <a:pt x="39568" y="158478"/>
                </a:lnTo>
                <a:lnTo>
                  <a:pt x="39568" y="158478"/>
                </a:lnTo>
                <a:lnTo>
                  <a:pt x="39567" y="158478"/>
                </a:lnTo>
                <a:lnTo>
                  <a:pt x="39566" y="158478"/>
                </a:lnTo>
                <a:lnTo>
                  <a:pt x="39566" y="158478"/>
                </a:lnTo>
                <a:lnTo>
                  <a:pt x="39565" y="158478"/>
                </a:lnTo>
                <a:lnTo>
                  <a:pt x="39564" y="158478"/>
                </a:lnTo>
                <a:lnTo>
                  <a:pt x="39564" y="158478"/>
                </a:lnTo>
                <a:lnTo>
                  <a:pt x="39563" y="158478"/>
                </a:lnTo>
                <a:lnTo>
                  <a:pt x="39563" y="158478"/>
                </a:lnTo>
                <a:lnTo>
                  <a:pt x="39562" y="158478"/>
                </a:lnTo>
                <a:lnTo>
                  <a:pt x="39561" y="158478"/>
                </a:lnTo>
                <a:lnTo>
                  <a:pt x="39561" y="158478"/>
                </a:lnTo>
                <a:lnTo>
                  <a:pt x="39560" y="158478"/>
                </a:lnTo>
                <a:lnTo>
                  <a:pt x="39559" y="158478"/>
                </a:lnTo>
                <a:lnTo>
                  <a:pt x="39559" y="158478"/>
                </a:lnTo>
                <a:lnTo>
                  <a:pt x="39558" y="158478"/>
                </a:lnTo>
                <a:lnTo>
                  <a:pt x="39558" y="158478"/>
                </a:lnTo>
                <a:lnTo>
                  <a:pt x="39557" y="158478"/>
                </a:lnTo>
                <a:lnTo>
                  <a:pt x="39556" y="158478"/>
                </a:lnTo>
                <a:lnTo>
                  <a:pt x="39556" y="158478"/>
                </a:lnTo>
                <a:lnTo>
                  <a:pt x="39555" y="158478"/>
                </a:lnTo>
                <a:lnTo>
                  <a:pt x="39554" y="158478"/>
                </a:lnTo>
                <a:lnTo>
                  <a:pt x="39554" y="158478"/>
                </a:lnTo>
                <a:lnTo>
                  <a:pt x="39553" y="158478"/>
                </a:lnTo>
                <a:lnTo>
                  <a:pt x="39552" y="158478"/>
                </a:lnTo>
                <a:lnTo>
                  <a:pt x="39552" y="158478"/>
                </a:lnTo>
                <a:lnTo>
                  <a:pt x="39551" y="158478"/>
                </a:lnTo>
                <a:lnTo>
                  <a:pt x="39551" y="158478"/>
                </a:lnTo>
                <a:lnTo>
                  <a:pt x="39550" y="158478"/>
                </a:lnTo>
                <a:lnTo>
                  <a:pt x="39549" y="158478"/>
                </a:lnTo>
                <a:lnTo>
                  <a:pt x="39549" y="158478"/>
                </a:lnTo>
                <a:lnTo>
                  <a:pt x="39548" y="158478"/>
                </a:lnTo>
                <a:lnTo>
                  <a:pt x="39547" y="158478"/>
                </a:lnTo>
                <a:lnTo>
                  <a:pt x="39547" y="158478"/>
                </a:lnTo>
                <a:lnTo>
                  <a:pt x="39546" y="158478"/>
                </a:lnTo>
                <a:lnTo>
                  <a:pt x="39546" y="158478"/>
                </a:lnTo>
                <a:lnTo>
                  <a:pt x="39545" y="158478"/>
                </a:lnTo>
                <a:lnTo>
                  <a:pt x="39544" y="158478"/>
                </a:lnTo>
                <a:lnTo>
                  <a:pt x="39544" y="158478"/>
                </a:lnTo>
                <a:lnTo>
                  <a:pt x="39543" y="158478"/>
                </a:lnTo>
                <a:lnTo>
                  <a:pt x="39542" y="158478"/>
                </a:lnTo>
                <a:lnTo>
                  <a:pt x="39542" y="158478"/>
                </a:lnTo>
                <a:lnTo>
                  <a:pt x="39541" y="158478"/>
                </a:lnTo>
                <a:lnTo>
                  <a:pt x="39541" y="158478"/>
                </a:lnTo>
                <a:lnTo>
                  <a:pt x="39540" y="158478"/>
                </a:lnTo>
                <a:lnTo>
                  <a:pt x="39539" y="158478"/>
                </a:lnTo>
                <a:lnTo>
                  <a:pt x="39539" y="158478"/>
                </a:lnTo>
                <a:lnTo>
                  <a:pt x="39538" y="158478"/>
                </a:lnTo>
                <a:lnTo>
                  <a:pt x="39537" y="158478"/>
                </a:lnTo>
                <a:lnTo>
                  <a:pt x="39537" y="158478"/>
                </a:lnTo>
                <a:lnTo>
                  <a:pt x="39536" y="158478"/>
                </a:lnTo>
                <a:lnTo>
                  <a:pt x="39536" y="158478"/>
                </a:lnTo>
                <a:lnTo>
                  <a:pt x="39535" y="158478"/>
                </a:lnTo>
                <a:lnTo>
                  <a:pt x="39534" y="158478"/>
                </a:lnTo>
                <a:lnTo>
                  <a:pt x="39534" y="158478"/>
                </a:lnTo>
                <a:lnTo>
                  <a:pt x="39533" y="158478"/>
                </a:lnTo>
                <a:lnTo>
                  <a:pt x="39532" y="158478"/>
                </a:lnTo>
                <a:lnTo>
                  <a:pt x="39532" y="158478"/>
                </a:lnTo>
                <a:lnTo>
                  <a:pt x="39531" y="158478"/>
                </a:lnTo>
                <a:lnTo>
                  <a:pt x="39531" y="158478"/>
                </a:lnTo>
                <a:lnTo>
                  <a:pt x="39530" y="158478"/>
                </a:lnTo>
                <a:lnTo>
                  <a:pt x="39529" y="158478"/>
                </a:lnTo>
                <a:lnTo>
                  <a:pt x="39529" y="158478"/>
                </a:lnTo>
                <a:lnTo>
                  <a:pt x="39528" y="158478"/>
                </a:lnTo>
                <a:lnTo>
                  <a:pt x="39527" y="158478"/>
                </a:lnTo>
                <a:lnTo>
                  <a:pt x="39527" y="158478"/>
                </a:lnTo>
                <a:lnTo>
                  <a:pt x="39526" y="158478"/>
                </a:lnTo>
                <a:lnTo>
                  <a:pt x="39526" y="158478"/>
                </a:lnTo>
                <a:lnTo>
                  <a:pt x="39525" y="158478"/>
                </a:lnTo>
                <a:lnTo>
                  <a:pt x="39524" y="158478"/>
                </a:lnTo>
                <a:lnTo>
                  <a:pt x="39524" y="158478"/>
                </a:lnTo>
                <a:lnTo>
                  <a:pt x="39523" y="158478"/>
                </a:lnTo>
                <a:lnTo>
                  <a:pt x="39522" y="158478"/>
                </a:lnTo>
                <a:lnTo>
                  <a:pt x="39522" y="158478"/>
                </a:lnTo>
                <a:lnTo>
                  <a:pt x="39521" y="158478"/>
                </a:lnTo>
                <a:lnTo>
                  <a:pt x="39521" y="158478"/>
                </a:lnTo>
                <a:lnTo>
                  <a:pt x="39520" y="158478"/>
                </a:lnTo>
                <a:lnTo>
                  <a:pt x="39519" y="158478"/>
                </a:lnTo>
                <a:lnTo>
                  <a:pt x="39519" y="158478"/>
                </a:lnTo>
                <a:lnTo>
                  <a:pt x="39518" y="158478"/>
                </a:lnTo>
                <a:lnTo>
                  <a:pt x="39518" y="158478"/>
                </a:lnTo>
                <a:lnTo>
                  <a:pt x="39517" y="158478"/>
                </a:lnTo>
                <a:lnTo>
                  <a:pt x="39516" y="158478"/>
                </a:lnTo>
                <a:lnTo>
                  <a:pt x="39516" y="158478"/>
                </a:lnTo>
                <a:lnTo>
                  <a:pt x="39515" y="158478"/>
                </a:lnTo>
                <a:lnTo>
                  <a:pt x="39514" y="158478"/>
                </a:lnTo>
                <a:lnTo>
                  <a:pt x="39514" y="158478"/>
                </a:lnTo>
                <a:lnTo>
                  <a:pt x="39513" y="158478"/>
                </a:lnTo>
                <a:lnTo>
                  <a:pt x="39513" y="158478"/>
                </a:lnTo>
                <a:lnTo>
                  <a:pt x="39512" y="158478"/>
                </a:lnTo>
                <a:lnTo>
                  <a:pt x="39511" y="158478"/>
                </a:lnTo>
                <a:lnTo>
                  <a:pt x="39511" y="158478"/>
                </a:lnTo>
                <a:lnTo>
                  <a:pt x="39510" y="158478"/>
                </a:lnTo>
                <a:lnTo>
                  <a:pt x="39509" y="158478"/>
                </a:lnTo>
                <a:lnTo>
                  <a:pt x="39509" y="158478"/>
                </a:lnTo>
                <a:lnTo>
                  <a:pt x="39508" y="158478"/>
                </a:lnTo>
                <a:lnTo>
                  <a:pt x="39508" y="158478"/>
                </a:lnTo>
                <a:lnTo>
                  <a:pt x="39507" y="158478"/>
                </a:lnTo>
                <a:lnTo>
                  <a:pt x="39506" y="158478"/>
                </a:lnTo>
                <a:lnTo>
                  <a:pt x="39506" y="158478"/>
                </a:lnTo>
                <a:lnTo>
                  <a:pt x="39505" y="158478"/>
                </a:lnTo>
                <a:lnTo>
                  <a:pt x="39504" y="158478"/>
                </a:lnTo>
                <a:lnTo>
                  <a:pt x="39504" y="158478"/>
                </a:lnTo>
                <a:lnTo>
                  <a:pt x="39503" y="158478"/>
                </a:lnTo>
                <a:lnTo>
                  <a:pt x="39503" y="158478"/>
                </a:lnTo>
                <a:lnTo>
                  <a:pt x="39502" y="158478"/>
                </a:lnTo>
                <a:lnTo>
                  <a:pt x="39501" y="158478"/>
                </a:lnTo>
                <a:lnTo>
                  <a:pt x="39501" y="158478"/>
                </a:lnTo>
                <a:lnTo>
                  <a:pt x="39500" y="158478"/>
                </a:lnTo>
                <a:lnTo>
                  <a:pt x="39499" y="158478"/>
                </a:lnTo>
                <a:lnTo>
                  <a:pt x="39499" y="158478"/>
                </a:lnTo>
                <a:lnTo>
                  <a:pt x="39498" y="158478"/>
                </a:lnTo>
                <a:lnTo>
                  <a:pt x="39498" y="158478"/>
                </a:lnTo>
                <a:lnTo>
                  <a:pt x="39497" y="158478"/>
                </a:lnTo>
                <a:lnTo>
                  <a:pt x="39496" y="158478"/>
                </a:lnTo>
                <a:lnTo>
                  <a:pt x="39496" y="158478"/>
                </a:lnTo>
                <a:lnTo>
                  <a:pt x="39495" y="158478"/>
                </a:lnTo>
                <a:lnTo>
                  <a:pt x="39494" y="158478"/>
                </a:lnTo>
                <a:lnTo>
                  <a:pt x="39494" y="158478"/>
                </a:lnTo>
                <a:lnTo>
                  <a:pt x="39493" y="158478"/>
                </a:lnTo>
                <a:lnTo>
                  <a:pt x="39493" y="158478"/>
                </a:lnTo>
                <a:lnTo>
                  <a:pt x="39492" y="158478"/>
                </a:lnTo>
                <a:lnTo>
                  <a:pt x="39491" y="158478"/>
                </a:lnTo>
                <a:lnTo>
                  <a:pt x="39491" y="158478"/>
                </a:lnTo>
                <a:lnTo>
                  <a:pt x="39490" y="158478"/>
                </a:lnTo>
                <a:lnTo>
                  <a:pt x="39489" y="158478"/>
                </a:lnTo>
                <a:lnTo>
                  <a:pt x="39489" y="158478"/>
                </a:lnTo>
                <a:lnTo>
                  <a:pt x="39488" y="158478"/>
                </a:lnTo>
                <a:lnTo>
                  <a:pt x="39488" y="158478"/>
                </a:lnTo>
                <a:lnTo>
                  <a:pt x="39487" y="158478"/>
                </a:lnTo>
                <a:lnTo>
                  <a:pt x="39486" y="158478"/>
                </a:lnTo>
                <a:lnTo>
                  <a:pt x="39486" y="158478"/>
                </a:lnTo>
                <a:lnTo>
                  <a:pt x="39485" y="158478"/>
                </a:lnTo>
                <a:lnTo>
                  <a:pt x="39484" y="158478"/>
                </a:lnTo>
                <a:lnTo>
                  <a:pt x="39484" y="158478"/>
                </a:lnTo>
                <a:lnTo>
                  <a:pt x="39483" y="158478"/>
                </a:lnTo>
                <a:lnTo>
                  <a:pt x="39483" y="158478"/>
                </a:lnTo>
                <a:lnTo>
                  <a:pt x="39482" y="158478"/>
                </a:lnTo>
                <a:lnTo>
                  <a:pt x="39481" y="158478"/>
                </a:lnTo>
                <a:lnTo>
                  <a:pt x="39481" y="158478"/>
                </a:lnTo>
                <a:lnTo>
                  <a:pt x="39480" y="158478"/>
                </a:lnTo>
                <a:lnTo>
                  <a:pt x="39479" y="158478"/>
                </a:lnTo>
                <a:lnTo>
                  <a:pt x="39479" y="158478"/>
                </a:lnTo>
                <a:lnTo>
                  <a:pt x="39478" y="158478"/>
                </a:lnTo>
                <a:lnTo>
                  <a:pt x="39478" y="158478"/>
                </a:lnTo>
                <a:lnTo>
                  <a:pt x="39477" y="158478"/>
                </a:lnTo>
                <a:lnTo>
                  <a:pt x="39476" y="158478"/>
                </a:lnTo>
                <a:lnTo>
                  <a:pt x="39476" y="158478"/>
                </a:lnTo>
                <a:lnTo>
                  <a:pt x="39475" y="158478"/>
                </a:lnTo>
                <a:lnTo>
                  <a:pt x="39475" y="158478"/>
                </a:lnTo>
                <a:lnTo>
                  <a:pt x="39474" y="158478"/>
                </a:lnTo>
                <a:lnTo>
                  <a:pt x="39473" y="158478"/>
                </a:lnTo>
                <a:lnTo>
                  <a:pt x="39473" y="158478"/>
                </a:lnTo>
                <a:lnTo>
                  <a:pt x="39472" y="158478"/>
                </a:lnTo>
                <a:lnTo>
                  <a:pt x="39471" y="158478"/>
                </a:lnTo>
                <a:lnTo>
                  <a:pt x="39471" y="158478"/>
                </a:lnTo>
                <a:lnTo>
                  <a:pt x="39470" y="158478"/>
                </a:lnTo>
                <a:lnTo>
                  <a:pt x="39470" y="158478"/>
                </a:lnTo>
                <a:lnTo>
                  <a:pt x="39469" y="158478"/>
                </a:lnTo>
                <a:lnTo>
                  <a:pt x="39468" y="158478"/>
                </a:lnTo>
                <a:lnTo>
                  <a:pt x="39468" y="158478"/>
                </a:lnTo>
                <a:lnTo>
                  <a:pt x="39467" y="158478"/>
                </a:lnTo>
                <a:lnTo>
                  <a:pt x="39466" y="158478"/>
                </a:lnTo>
                <a:lnTo>
                  <a:pt x="39466" y="158478"/>
                </a:lnTo>
                <a:lnTo>
                  <a:pt x="39465" y="158478"/>
                </a:lnTo>
                <a:lnTo>
                  <a:pt x="39465" y="158478"/>
                </a:lnTo>
                <a:lnTo>
                  <a:pt x="39464" y="158478"/>
                </a:lnTo>
                <a:lnTo>
                  <a:pt x="39463" y="158478"/>
                </a:lnTo>
                <a:lnTo>
                  <a:pt x="39463" y="158478"/>
                </a:lnTo>
                <a:lnTo>
                  <a:pt x="39462" y="158478"/>
                </a:lnTo>
                <a:lnTo>
                  <a:pt x="39461" y="158478"/>
                </a:lnTo>
                <a:lnTo>
                  <a:pt x="39461" y="158478"/>
                </a:lnTo>
                <a:lnTo>
                  <a:pt x="39460" y="158478"/>
                </a:lnTo>
                <a:lnTo>
                  <a:pt x="39460" y="158478"/>
                </a:lnTo>
                <a:lnTo>
                  <a:pt x="39459" y="158478"/>
                </a:lnTo>
                <a:lnTo>
                  <a:pt x="39458" y="158478"/>
                </a:lnTo>
                <a:lnTo>
                  <a:pt x="39458" y="158478"/>
                </a:lnTo>
                <a:lnTo>
                  <a:pt x="39457" y="158478"/>
                </a:lnTo>
                <a:lnTo>
                  <a:pt x="39456" y="158478"/>
                </a:lnTo>
                <a:lnTo>
                  <a:pt x="39456" y="158478"/>
                </a:lnTo>
                <a:lnTo>
                  <a:pt x="39455" y="158478"/>
                </a:lnTo>
                <a:lnTo>
                  <a:pt x="39455" y="158478"/>
                </a:lnTo>
                <a:lnTo>
                  <a:pt x="39454" y="158478"/>
                </a:lnTo>
                <a:lnTo>
                  <a:pt x="39453" y="158478"/>
                </a:lnTo>
                <a:lnTo>
                  <a:pt x="39453" y="158478"/>
                </a:lnTo>
                <a:lnTo>
                  <a:pt x="39452" y="158478"/>
                </a:lnTo>
                <a:lnTo>
                  <a:pt x="39452" y="158478"/>
                </a:lnTo>
                <a:lnTo>
                  <a:pt x="39451" y="158478"/>
                </a:lnTo>
                <a:lnTo>
                  <a:pt x="39450" y="158478"/>
                </a:lnTo>
                <a:lnTo>
                  <a:pt x="39450" y="158478"/>
                </a:lnTo>
                <a:lnTo>
                  <a:pt x="39449" y="158478"/>
                </a:lnTo>
                <a:lnTo>
                  <a:pt x="39448" y="158478"/>
                </a:lnTo>
                <a:lnTo>
                  <a:pt x="39448" y="158478"/>
                </a:lnTo>
                <a:lnTo>
                  <a:pt x="39447" y="158478"/>
                </a:lnTo>
                <a:lnTo>
                  <a:pt x="39447" y="158478"/>
                </a:lnTo>
                <a:lnTo>
                  <a:pt x="39446" y="158478"/>
                </a:lnTo>
                <a:lnTo>
                  <a:pt x="39445" y="158478"/>
                </a:lnTo>
                <a:lnTo>
                  <a:pt x="39445" y="158478"/>
                </a:lnTo>
                <a:lnTo>
                  <a:pt x="39444" y="158478"/>
                </a:lnTo>
                <a:lnTo>
                  <a:pt x="39443" y="158478"/>
                </a:lnTo>
                <a:lnTo>
                  <a:pt x="39443" y="158478"/>
                </a:lnTo>
                <a:lnTo>
                  <a:pt x="39442" y="158478"/>
                </a:lnTo>
                <a:lnTo>
                  <a:pt x="39442" y="158478"/>
                </a:lnTo>
                <a:lnTo>
                  <a:pt x="39441" y="158478"/>
                </a:lnTo>
                <a:lnTo>
                  <a:pt x="39440" y="158478"/>
                </a:lnTo>
                <a:lnTo>
                  <a:pt x="39440" y="158478"/>
                </a:lnTo>
                <a:lnTo>
                  <a:pt x="39439" y="158478"/>
                </a:lnTo>
                <a:lnTo>
                  <a:pt x="39438" y="158478"/>
                </a:lnTo>
                <a:lnTo>
                  <a:pt x="39438" y="158478"/>
                </a:lnTo>
                <a:lnTo>
                  <a:pt x="39437" y="158478"/>
                </a:lnTo>
                <a:lnTo>
                  <a:pt x="39437" y="158478"/>
                </a:lnTo>
                <a:lnTo>
                  <a:pt x="39436" y="158478"/>
                </a:lnTo>
                <a:lnTo>
                  <a:pt x="39435" y="158478"/>
                </a:lnTo>
                <a:lnTo>
                  <a:pt x="39435" y="158478"/>
                </a:lnTo>
                <a:lnTo>
                  <a:pt x="39434" y="158478"/>
                </a:lnTo>
                <a:lnTo>
                  <a:pt x="39434" y="158478"/>
                </a:lnTo>
                <a:lnTo>
                  <a:pt x="39433" y="158478"/>
                </a:lnTo>
                <a:lnTo>
                  <a:pt x="39432" y="158478"/>
                </a:lnTo>
                <a:lnTo>
                  <a:pt x="39432" y="158478"/>
                </a:lnTo>
                <a:lnTo>
                  <a:pt x="39431" y="158478"/>
                </a:lnTo>
                <a:lnTo>
                  <a:pt x="39430" y="158478"/>
                </a:lnTo>
                <a:lnTo>
                  <a:pt x="39430" y="158478"/>
                </a:lnTo>
                <a:lnTo>
                  <a:pt x="39429" y="158478"/>
                </a:lnTo>
                <a:lnTo>
                  <a:pt x="39429" y="158478"/>
                </a:lnTo>
                <a:lnTo>
                  <a:pt x="39428" y="158478"/>
                </a:lnTo>
                <a:lnTo>
                  <a:pt x="39427" y="158478"/>
                </a:lnTo>
                <a:lnTo>
                  <a:pt x="39427" y="158478"/>
                </a:lnTo>
                <a:lnTo>
                  <a:pt x="39426" y="158478"/>
                </a:lnTo>
                <a:lnTo>
                  <a:pt x="39425" y="158478"/>
                </a:lnTo>
                <a:lnTo>
                  <a:pt x="39425" y="158478"/>
                </a:lnTo>
                <a:lnTo>
                  <a:pt x="39424" y="158478"/>
                </a:lnTo>
                <a:lnTo>
                  <a:pt x="39424" y="158478"/>
                </a:lnTo>
                <a:lnTo>
                  <a:pt x="39423" y="158478"/>
                </a:lnTo>
                <a:lnTo>
                  <a:pt x="39422" y="158478"/>
                </a:lnTo>
                <a:lnTo>
                  <a:pt x="39422" y="158478"/>
                </a:lnTo>
                <a:lnTo>
                  <a:pt x="39421" y="158478"/>
                </a:lnTo>
                <a:lnTo>
                  <a:pt x="39420" y="158478"/>
                </a:lnTo>
                <a:lnTo>
                  <a:pt x="39420" y="158478"/>
                </a:lnTo>
                <a:lnTo>
                  <a:pt x="39419" y="158478"/>
                </a:lnTo>
                <a:lnTo>
                  <a:pt x="39419" y="158478"/>
                </a:lnTo>
                <a:lnTo>
                  <a:pt x="39418" y="158478"/>
                </a:lnTo>
                <a:lnTo>
                  <a:pt x="39417" y="158478"/>
                </a:lnTo>
                <a:lnTo>
                  <a:pt x="39417" y="158478"/>
                </a:lnTo>
                <a:lnTo>
                  <a:pt x="39416" y="158478"/>
                </a:lnTo>
                <a:lnTo>
                  <a:pt x="39416" y="158478"/>
                </a:lnTo>
                <a:lnTo>
                  <a:pt x="39415" y="158478"/>
                </a:lnTo>
                <a:lnTo>
                  <a:pt x="39414" y="158478"/>
                </a:lnTo>
                <a:lnTo>
                  <a:pt x="39414" y="158478"/>
                </a:lnTo>
                <a:lnTo>
                  <a:pt x="39413" y="158478"/>
                </a:lnTo>
                <a:lnTo>
                  <a:pt x="39412" y="158478"/>
                </a:lnTo>
                <a:lnTo>
                  <a:pt x="39412" y="158478"/>
                </a:lnTo>
                <a:lnTo>
                  <a:pt x="39411" y="158478"/>
                </a:lnTo>
                <a:lnTo>
                  <a:pt x="39411" y="158478"/>
                </a:lnTo>
                <a:lnTo>
                  <a:pt x="39410" y="158478"/>
                </a:lnTo>
                <a:lnTo>
                  <a:pt x="39409" y="158478"/>
                </a:lnTo>
                <a:lnTo>
                  <a:pt x="39409" y="158478"/>
                </a:lnTo>
                <a:lnTo>
                  <a:pt x="39408" y="158478"/>
                </a:lnTo>
                <a:lnTo>
                  <a:pt x="39407" y="158478"/>
                </a:lnTo>
                <a:lnTo>
                  <a:pt x="39407" y="158478"/>
                </a:lnTo>
                <a:lnTo>
                  <a:pt x="39406" y="158478"/>
                </a:lnTo>
                <a:lnTo>
                  <a:pt x="39406" y="158478"/>
                </a:lnTo>
                <a:lnTo>
                  <a:pt x="39405" y="158478"/>
                </a:lnTo>
                <a:lnTo>
                  <a:pt x="39404" y="158478"/>
                </a:lnTo>
                <a:lnTo>
                  <a:pt x="39404" y="158478"/>
                </a:lnTo>
                <a:lnTo>
                  <a:pt x="39403" y="158478"/>
                </a:lnTo>
                <a:lnTo>
                  <a:pt x="39403" y="158478"/>
                </a:lnTo>
                <a:lnTo>
                  <a:pt x="39402" y="158478"/>
                </a:lnTo>
                <a:lnTo>
                  <a:pt x="39401" y="158478"/>
                </a:lnTo>
                <a:lnTo>
                  <a:pt x="39401" y="158478"/>
                </a:lnTo>
                <a:lnTo>
                  <a:pt x="39400" y="158478"/>
                </a:lnTo>
                <a:lnTo>
                  <a:pt x="39399" y="158478"/>
                </a:lnTo>
                <a:lnTo>
                  <a:pt x="39399" y="158478"/>
                </a:lnTo>
                <a:lnTo>
                  <a:pt x="39398" y="158478"/>
                </a:lnTo>
                <a:lnTo>
                  <a:pt x="39398" y="158478"/>
                </a:lnTo>
                <a:lnTo>
                  <a:pt x="39397" y="158478"/>
                </a:lnTo>
                <a:lnTo>
                  <a:pt x="39396" y="158478"/>
                </a:lnTo>
                <a:lnTo>
                  <a:pt x="39396" y="158478"/>
                </a:lnTo>
                <a:lnTo>
                  <a:pt x="39395" y="158478"/>
                </a:lnTo>
                <a:lnTo>
                  <a:pt x="39395" y="158478"/>
                </a:lnTo>
                <a:lnTo>
                  <a:pt x="39394" y="158478"/>
                </a:lnTo>
                <a:lnTo>
                  <a:pt x="39393" y="158478"/>
                </a:lnTo>
                <a:lnTo>
                  <a:pt x="39393" y="158478"/>
                </a:lnTo>
                <a:lnTo>
                  <a:pt x="39392" y="158478"/>
                </a:lnTo>
                <a:lnTo>
                  <a:pt x="39391" y="158478"/>
                </a:lnTo>
                <a:lnTo>
                  <a:pt x="39391" y="158478"/>
                </a:lnTo>
                <a:lnTo>
                  <a:pt x="39390" y="158478"/>
                </a:lnTo>
                <a:lnTo>
                  <a:pt x="39390" y="158478"/>
                </a:lnTo>
                <a:lnTo>
                  <a:pt x="39389" y="158478"/>
                </a:lnTo>
                <a:lnTo>
                  <a:pt x="39388" y="158478"/>
                </a:lnTo>
                <a:lnTo>
                  <a:pt x="39388" y="158478"/>
                </a:lnTo>
                <a:lnTo>
                  <a:pt x="39387" y="158478"/>
                </a:lnTo>
                <a:lnTo>
                  <a:pt x="39386" y="158478"/>
                </a:lnTo>
                <a:lnTo>
                  <a:pt x="39386" y="158478"/>
                </a:lnTo>
                <a:lnTo>
                  <a:pt x="39385" y="158478"/>
                </a:lnTo>
                <a:lnTo>
                  <a:pt x="39385" y="158478"/>
                </a:lnTo>
                <a:lnTo>
                  <a:pt x="39384" y="158478"/>
                </a:lnTo>
                <a:lnTo>
                  <a:pt x="39383" y="158478"/>
                </a:lnTo>
                <a:lnTo>
                  <a:pt x="39383" y="158478"/>
                </a:lnTo>
                <a:lnTo>
                  <a:pt x="39382" y="158478"/>
                </a:lnTo>
                <a:lnTo>
                  <a:pt x="39382" y="158478"/>
                </a:lnTo>
                <a:lnTo>
                  <a:pt x="39381" y="158478"/>
                </a:lnTo>
                <a:lnTo>
                  <a:pt x="39380" y="158478"/>
                </a:lnTo>
                <a:lnTo>
                  <a:pt x="39380" y="158478"/>
                </a:lnTo>
                <a:lnTo>
                  <a:pt x="39379" y="158478"/>
                </a:lnTo>
                <a:lnTo>
                  <a:pt x="39378" y="158478"/>
                </a:lnTo>
                <a:lnTo>
                  <a:pt x="39378" y="158478"/>
                </a:lnTo>
                <a:lnTo>
                  <a:pt x="39377" y="158478"/>
                </a:lnTo>
                <a:lnTo>
                  <a:pt x="39377" y="158478"/>
                </a:lnTo>
                <a:lnTo>
                  <a:pt x="39376" y="158478"/>
                </a:lnTo>
                <a:lnTo>
                  <a:pt x="39375" y="158478"/>
                </a:lnTo>
                <a:lnTo>
                  <a:pt x="39375" y="158478"/>
                </a:lnTo>
                <a:lnTo>
                  <a:pt x="39374" y="158478"/>
                </a:lnTo>
                <a:lnTo>
                  <a:pt x="39373" y="158478"/>
                </a:lnTo>
                <a:lnTo>
                  <a:pt x="39373" y="158478"/>
                </a:lnTo>
                <a:lnTo>
                  <a:pt x="39372" y="158478"/>
                </a:lnTo>
                <a:lnTo>
                  <a:pt x="39372" y="158478"/>
                </a:lnTo>
                <a:lnTo>
                  <a:pt x="39371" y="158478"/>
                </a:lnTo>
                <a:lnTo>
                  <a:pt x="39370" y="158478"/>
                </a:lnTo>
                <a:lnTo>
                  <a:pt x="39370" y="158478"/>
                </a:lnTo>
                <a:lnTo>
                  <a:pt x="39369" y="158478"/>
                </a:lnTo>
                <a:lnTo>
                  <a:pt x="39369" y="158478"/>
                </a:lnTo>
                <a:lnTo>
                  <a:pt x="39368" y="158478"/>
                </a:lnTo>
                <a:lnTo>
                  <a:pt x="39367" y="158478"/>
                </a:lnTo>
                <a:lnTo>
                  <a:pt x="39367" y="158478"/>
                </a:lnTo>
                <a:lnTo>
                  <a:pt x="39366" y="158478"/>
                </a:lnTo>
                <a:lnTo>
                  <a:pt x="39365" y="158478"/>
                </a:lnTo>
                <a:lnTo>
                  <a:pt x="39365" y="158478"/>
                </a:lnTo>
                <a:lnTo>
                  <a:pt x="39364" y="158478"/>
                </a:lnTo>
                <a:lnTo>
                  <a:pt x="39364" y="158478"/>
                </a:lnTo>
                <a:lnTo>
                  <a:pt x="39363" y="158478"/>
                </a:lnTo>
                <a:lnTo>
                  <a:pt x="39362" y="158478"/>
                </a:lnTo>
                <a:lnTo>
                  <a:pt x="39362" y="158478"/>
                </a:lnTo>
                <a:lnTo>
                  <a:pt x="39361" y="158478"/>
                </a:lnTo>
                <a:lnTo>
                  <a:pt x="39361" y="158478"/>
                </a:lnTo>
                <a:lnTo>
                  <a:pt x="39360" y="158478"/>
                </a:lnTo>
                <a:lnTo>
                  <a:pt x="39359" y="158478"/>
                </a:lnTo>
                <a:lnTo>
                  <a:pt x="39359" y="158478"/>
                </a:lnTo>
                <a:lnTo>
                  <a:pt x="39358" y="158478"/>
                </a:lnTo>
                <a:lnTo>
                  <a:pt x="39357" y="158478"/>
                </a:lnTo>
                <a:lnTo>
                  <a:pt x="39357" y="158478"/>
                </a:lnTo>
                <a:lnTo>
                  <a:pt x="39356" y="158478"/>
                </a:lnTo>
                <a:lnTo>
                  <a:pt x="39356" y="158478"/>
                </a:lnTo>
                <a:lnTo>
                  <a:pt x="39355" y="158478"/>
                </a:lnTo>
                <a:lnTo>
                  <a:pt x="39354" y="158478"/>
                </a:lnTo>
                <a:lnTo>
                  <a:pt x="39354" y="158478"/>
                </a:lnTo>
                <a:lnTo>
                  <a:pt x="39353" y="158478"/>
                </a:lnTo>
                <a:lnTo>
                  <a:pt x="39353" y="158478"/>
                </a:lnTo>
                <a:lnTo>
                  <a:pt x="39352" y="158478"/>
                </a:lnTo>
                <a:lnTo>
                  <a:pt x="39351" y="158478"/>
                </a:lnTo>
                <a:lnTo>
                  <a:pt x="39351" y="158478"/>
                </a:lnTo>
                <a:lnTo>
                  <a:pt x="39350" y="158478"/>
                </a:lnTo>
                <a:lnTo>
                  <a:pt x="39349" y="158478"/>
                </a:lnTo>
                <a:lnTo>
                  <a:pt x="39349" y="158478"/>
                </a:lnTo>
                <a:lnTo>
                  <a:pt x="39348" y="158478"/>
                </a:lnTo>
                <a:lnTo>
                  <a:pt x="39348" y="158478"/>
                </a:lnTo>
                <a:lnTo>
                  <a:pt x="39347" y="158478"/>
                </a:lnTo>
                <a:lnTo>
                  <a:pt x="39346" y="158478"/>
                </a:lnTo>
                <a:lnTo>
                  <a:pt x="39346" y="158478"/>
                </a:lnTo>
                <a:lnTo>
                  <a:pt x="39345" y="158478"/>
                </a:lnTo>
                <a:lnTo>
                  <a:pt x="39345" y="158478"/>
                </a:lnTo>
                <a:lnTo>
                  <a:pt x="39344" y="158478"/>
                </a:lnTo>
                <a:lnTo>
                  <a:pt x="39343" y="158478"/>
                </a:lnTo>
                <a:lnTo>
                  <a:pt x="39343" y="158478"/>
                </a:lnTo>
                <a:lnTo>
                  <a:pt x="39342" y="158478"/>
                </a:lnTo>
                <a:lnTo>
                  <a:pt x="39341" y="158478"/>
                </a:lnTo>
                <a:lnTo>
                  <a:pt x="39341" y="158478"/>
                </a:lnTo>
                <a:lnTo>
                  <a:pt x="39340" y="158478"/>
                </a:lnTo>
                <a:lnTo>
                  <a:pt x="39340" y="158478"/>
                </a:lnTo>
                <a:lnTo>
                  <a:pt x="39339" y="158478"/>
                </a:lnTo>
                <a:lnTo>
                  <a:pt x="39338" y="158478"/>
                </a:lnTo>
                <a:lnTo>
                  <a:pt x="39338" y="158478"/>
                </a:lnTo>
                <a:lnTo>
                  <a:pt x="39337" y="158478"/>
                </a:lnTo>
                <a:lnTo>
                  <a:pt x="39337" y="158478"/>
                </a:lnTo>
                <a:lnTo>
                  <a:pt x="39336" y="158478"/>
                </a:lnTo>
                <a:lnTo>
                  <a:pt x="39335" y="158478"/>
                </a:lnTo>
                <a:lnTo>
                  <a:pt x="39335" y="158478"/>
                </a:lnTo>
                <a:lnTo>
                  <a:pt x="39334" y="158478"/>
                </a:lnTo>
                <a:lnTo>
                  <a:pt x="39333" y="158478"/>
                </a:lnTo>
                <a:lnTo>
                  <a:pt x="39333" y="158478"/>
                </a:lnTo>
                <a:lnTo>
                  <a:pt x="39332" y="158478"/>
                </a:lnTo>
                <a:lnTo>
                  <a:pt x="39332" y="158478"/>
                </a:lnTo>
                <a:lnTo>
                  <a:pt x="39331" y="158478"/>
                </a:lnTo>
                <a:lnTo>
                  <a:pt x="39330" y="158478"/>
                </a:lnTo>
                <a:lnTo>
                  <a:pt x="39330" y="158478"/>
                </a:lnTo>
                <a:lnTo>
                  <a:pt x="39329" y="158478"/>
                </a:lnTo>
                <a:lnTo>
                  <a:pt x="39329" y="158478"/>
                </a:lnTo>
                <a:lnTo>
                  <a:pt x="39328" y="158478"/>
                </a:lnTo>
                <a:lnTo>
                  <a:pt x="39327" y="158478"/>
                </a:lnTo>
                <a:lnTo>
                  <a:pt x="39327" y="158478"/>
                </a:lnTo>
                <a:lnTo>
                  <a:pt x="39326" y="158478"/>
                </a:lnTo>
                <a:lnTo>
                  <a:pt x="39325" y="158478"/>
                </a:lnTo>
                <a:lnTo>
                  <a:pt x="39325" y="158478"/>
                </a:lnTo>
                <a:lnTo>
                  <a:pt x="39324" y="158478"/>
                </a:lnTo>
                <a:lnTo>
                  <a:pt x="39324" y="158478"/>
                </a:lnTo>
                <a:lnTo>
                  <a:pt x="39323" y="158478"/>
                </a:lnTo>
                <a:lnTo>
                  <a:pt x="39322" y="158478"/>
                </a:lnTo>
                <a:lnTo>
                  <a:pt x="39322" y="158478"/>
                </a:lnTo>
                <a:lnTo>
                  <a:pt x="39321" y="158478"/>
                </a:lnTo>
                <a:lnTo>
                  <a:pt x="39321" y="158478"/>
                </a:lnTo>
                <a:lnTo>
                  <a:pt x="39320" y="158478"/>
                </a:lnTo>
                <a:lnTo>
                  <a:pt x="39319" y="158478"/>
                </a:lnTo>
                <a:lnTo>
                  <a:pt x="39319" y="158478"/>
                </a:lnTo>
                <a:lnTo>
                  <a:pt x="39318" y="158478"/>
                </a:lnTo>
                <a:lnTo>
                  <a:pt x="39317" y="158478"/>
                </a:lnTo>
                <a:lnTo>
                  <a:pt x="39317" y="158478"/>
                </a:lnTo>
                <a:lnTo>
                  <a:pt x="39316" y="158478"/>
                </a:lnTo>
                <a:lnTo>
                  <a:pt x="39316" y="158478"/>
                </a:lnTo>
                <a:lnTo>
                  <a:pt x="39315" y="158478"/>
                </a:lnTo>
                <a:lnTo>
                  <a:pt x="39314" y="158478"/>
                </a:lnTo>
                <a:lnTo>
                  <a:pt x="39314" y="158478"/>
                </a:lnTo>
                <a:lnTo>
                  <a:pt x="39313" y="158478"/>
                </a:lnTo>
                <a:lnTo>
                  <a:pt x="39313" y="158478"/>
                </a:lnTo>
                <a:lnTo>
                  <a:pt x="39312" y="158478"/>
                </a:lnTo>
                <a:lnTo>
                  <a:pt x="39311" y="158478"/>
                </a:lnTo>
                <a:lnTo>
                  <a:pt x="39311" y="158478"/>
                </a:lnTo>
                <a:lnTo>
                  <a:pt x="39310" y="158478"/>
                </a:lnTo>
                <a:lnTo>
                  <a:pt x="39309" y="158478"/>
                </a:lnTo>
                <a:lnTo>
                  <a:pt x="39309" y="158478"/>
                </a:lnTo>
                <a:lnTo>
                  <a:pt x="39308" y="158478"/>
                </a:lnTo>
                <a:lnTo>
                  <a:pt x="39308" y="158478"/>
                </a:lnTo>
                <a:lnTo>
                  <a:pt x="39307" y="158478"/>
                </a:lnTo>
                <a:lnTo>
                  <a:pt x="39306" y="158478"/>
                </a:lnTo>
                <a:lnTo>
                  <a:pt x="39306" y="158478"/>
                </a:lnTo>
                <a:lnTo>
                  <a:pt x="39305" y="158478"/>
                </a:lnTo>
                <a:lnTo>
                  <a:pt x="39305" y="158478"/>
                </a:lnTo>
                <a:lnTo>
                  <a:pt x="39304" y="158478"/>
                </a:lnTo>
                <a:lnTo>
                  <a:pt x="39303" y="158478"/>
                </a:lnTo>
                <a:lnTo>
                  <a:pt x="39303" y="158478"/>
                </a:lnTo>
                <a:lnTo>
                  <a:pt x="39302" y="158478"/>
                </a:lnTo>
                <a:lnTo>
                  <a:pt x="39301" y="158478"/>
                </a:lnTo>
                <a:lnTo>
                  <a:pt x="39301" y="158478"/>
                </a:lnTo>
                <a:lnTo>
                  <a:pt x="39300" y="158478"/>
                </a:lnTo>
                <a:lnTo>
                  <a:pt x="39300" y="158478"/>
                </a:lnTo>
                <a:lnTo>
                  <a:pt x="39299" y="158478"/>
                </a:lnTo>
                <a:lnTo>
                  <a:pt x="39298" y="158478"/>
                </a:lnTo>
                <a:lnTo>
                  <a:pt x="39298" y="158478"/>
                </a:lnTo>
                <a:lnTo>
                  <a:pt x="39297" y="158478"/>
                </a:lnTo>
                <a:lnTo>
                  <a:pt x="39297" y="158478"/>
                </a:lnTo>
                <a:lnTo>
                  <a:pt x="39296" y="158478"/>
                </a:lnTo>
                <a:lnTo>
                  <a:pt x="39295" y="158478"/>
                </a:lnTo>
                <a:lnTo>
                  <a:pt x="39295" y="158478"/>
                </a:lnTo>
                <a:lnTo>
                  <a:pt x="39294" y="158478"/>
                </a:lnTo>
                <a:lnTo>
                  <a:pt x="39294" y="158478"/>
                </a:lnTo>
                <a:lnTo>
                  <a:pt x="39293" y="158478"/>
                </a:lnTo>
                <a:lnTo>
                  <a:pt x="39292" y="158478"/>
                </a:lnTo>
                <a:lnTo>
                  <a:pt x="39292" y="158478"/>
                </a:lnTo>
                <a:lnTo>
                  <a:pt x="39291" y="158478"/>
                </a:lnTo>
                <a:lnTo>
                  <a:pt x="39290" y="158478"/>
                </a:lnTo>
                <a:lnTo>
                  <a:pt x="39290" y="158478"/>
                </a:lnTo>
                <a:lnTo>
                  <a:pt x="39289" y="158478"/>
                </a:lnTo>
                <a:lnTo>
                  <a:pt x="39289" y="158478"/>
                </a:lnTo>
                <a:lnTo>
                  <a:pt x="39288" y="158478"/>
                </a:lnTo>
                <a:lnTo>
                  <a:pt x="39287" y="158478"/>
                </a:lnTo>
                <a:lnTo>
                  <a:pt x="39287" y="158478"/>
                </a:lnTo>
                <a:lnTo>
                  <a:pt x="39286" y="158478"/>
                </a:lnTo>
                <a:lnTo>
                  <a:pt x="39286" y="158478"/>
                </a:lnTo>
                <a:lnTo>
                  <a:pt x="39285" y="158478"/>
                </a:lnTo>
                <a:lnTo>
                  <a:pt x="39284" y="158478"/>
                </a:lnTo>
                <a:lnTo>
                  <a:pt x="39284" y="158478"/>
                </a:lnTo>
                <a:lnTo>
                  <a:pt x="39283" y="158478"/>
                </a:lnTo>
                <a:lnTo>
                  <a:pt x="39282" y="158478"/>
                </a:lnTo>
                <a:lnTo>
                  <a:pt x="39282" y="158478"/>
                </a:lnTo>
                <a:lnTo>
                  <a:pt x="39281" y="158478"/>
                </a:lnTo>
                <a:lnTo>
                  <a:pt x="39281" y="158478"/>
                </a:lnTo>
                <a:lnTo>
                  <a:pt x="39280" y="158478"/>
                </a:lnTo>
                <a:lnTo>
                  <a:pt x="39279" y="158478"/>
                </a:lnTo>
                <a:lnTo>
                  <a:pt x="39279" y="158478"/>
                </a:lnTo>
                <a:lnTo>
                  <a:pt x="39278" y="158478"/>
                </a:lnTo>
                <a:lnTo>
                  <a:pt x="39278" y="158478"/>
                </a:lnTo>
                <a:lnTo>
                  <a:pt x="39277" y="158478"/>
                </a:lnTo>
                <a:lnTo>
                  <a:pt x="39276" y="158478"/>
                </a:lnTo>
                <a:lnTo>
                  <a:pt x="39276" y="158478"/>
                </a:lnTo>
                <a:lnTo>
                  <a:pt x="39275" y="158478"/>
                </a:lnTo>
                <a:lnTo>
                  <a:pt x="39275" y="158478"/>
                </a:lnTo>
                <a:lnTo>
                  <a:pt x="39274" y="158478"/>
                </a:lnTo>
                <a:lnTo>
                  <a:pt x="39273" y="158478"/>
                </a:lnTo>
                <a:lnTo>
                  <a:pt x="39273" y="158478"/>
                </a:lnTo>
                <a:lnTo>
                  <a:pt x="39272" y="158478"/>
                </a:lnTo>
                <a:lnTo>
                  <a:pt x="39271" y="158478"/>
                </a:lnTo>
                <a:lnTo>
                  <a:pt x="39271" y="158478"/>
                </a:lnTo>
                <a:lnTo>
                  <a:pt x="39270" y="158478"/>
                </a:lnTo>
                <a:lnTo>
                  <a:pt x="39270" y="158478"/>
                </a:lnTo>
                <a:lnTo>
                  <a:pt x="39269" y="158478"/>
                </a:lnTo>
                <a:lnTo>
                  <a:pt x="39268" y="158478"/>
                </a:lnTo>
                <a:lnTo>
                  <a:pt x="39268" y="158478"/>
                </a:lnTo>
                <a:lnTo>
                  <a:pt x="39267" y="158478"/>
                </a:lnTo>
                <a:lnTo>
                  <a:pt x="39267" y="158478"/>
                </a:lnTo>
                <a:lnTo>
                  <a:pt x="39266" y="158478"/>
                </a:lnTo>
                <a:lnTo>
                  <a:pt x="39265" y="158478"/>
                </a:lnTo>
                <a:lnTo>
                  <a:pt x="39265" y="158478"/>
                </a:lnTo>
                <a:lnTo>
                  <a:pt x="39264" y="158478"/>
                </a:lnTo>
                <a:lnTo>
                  <a:pt x="39263" y="158478"/>
                </a:lnTo>
                <a:lnTo>
                  <a:pt x="39263" y="158478"/>
                </a:lnTo>
                <a:lnTo>
                  <a:pt x="39262" y="158478"/>
                </a:lnTo>
                <a:lnTo>
                  <a:pt x="39262" y="158478"/>
                </a:lnTo>
                <a:lnTo>
                  <a:pt x="39261" y="158478"/>
                </a:lnTo>
                <a:lnTo>
                  <a:pt x="39260" y="158478"/>
                </a:lnTo>
                <a:lnTo>
                  <a:pt x="39260" y="158478"/>
                </a:lnTo>
                <a:lnTo>
                  <a:pt x="39259" y="158478"/>
                </a:lnTo>
                <a:lnTo>
                  <a:pt x="39259" y="158478"/>
                </a:lnTo>
                <a:lnTo>
                  <a:pt x="39258" y="158478"/>
                </a:lnTo>
                <a:lnTo>
                  <a:pt x="39257" y="158478"/>
                </a:lnTo>
                <a:lnTo>
                  <a:pt x="39257" y="158478"/>
                </a:lnTo>
                <a:lnTo>
                  <a:pt x="39256" y="158478"/>
                </a:lnTo>
                <a:lnTo>
                  <a:pt x="39256" y="158478"/>
                </a:lnTo>
                <a:lnTo>
                  <a:pt x="39255" y="158478"/>
                </a:lnTo>
                <a:lnTo>
                  <a:pt x="39254" y="158478"/>
                </a:lnTo>
                <a:lnTo>
                  <a:pt x="39254" y="158478"/>
                </a:lnTo>
                <a:lnTo>
                  <a:pt x="39253" y="158478"/>
                </a:lnTo>
                <a:lnTo>
                  <a:pt x="39252" y="158478"/>
                </a:lnTo>
                <a:lnTo>
                  <a:pt x="39252" y="158478"/>
                </a:lnTo>
                <a:lnTo>
                  <a:pt x="39251" y="158478"/>
                </a:lnTo>
                <a:lnTo>
                  <a:pt x="39251" y="158478"/>
                </a:lnTo>
                <a:lnTo>
                  <a:pt x="39250" y="158478"/>
                </a:lnTo>
                <a:lnTo>
                  <a:pt x="39249" y="158478"/>
                </a:lnTo>
                <a:lnTo>
                  <a:pt x="39249" y="158478"/>
                </a:lnTo>
                <a:lnTo>
                  <a:pt x="39248" y="158478"/>
                </a:lnTo>
                <a:lnTo>
                  <a:pt x="39248" y="158478"/>
                </a:lnTo>
                <a:lnTo>
                  <a:pt x="39247" y="158478"/>
                </a:lnTo>
                <a:lnTo>
                  <a:pt x="39246" y="158478"/>
                </a:lnTo>
                <a:lnTo>
                  <a:pt x="39246" y="158478"/>
                </a:lnTo>
                <a:lnTo>
                  <a:pt x="39245" y="158478"/>
                </a:lnTo>
                <a:lnTo>
                  <a:pt x="39245" y="158478"/>
                </a:lnTo>
                <a:lnTo>
                  <a:pt x="39244" y="158478"/>
                </a:lnTo>
                <a:lnTo>
                  <a:pt x="39243" y="158478"/>
                </a:lnTo>
                <a:lnTo>
                  <a:pt x="39243" y="158478"/>
                </a:lnTo>
                <a:lnTo>
                  <a:pt x="39242" y="158478"/>
                </a:lnTo>
                <a:lnTo>
                  <a:pt x="39241" y="158478"/>
                </a:lnTo>
                <a:lnTo>
                  <a:pt x="39241" y="158478"/>
                </a:lnTo>
                <a:lnTo>
                  <a:pt x="39240" y="158478"/>
                </a:lnTo>
                <a:lnTo>
                  <a:pt x="39240" y="158478"/>
                </a:lnTo>
                <a:lnTo>
                  <a:pt x="39239" y="158478"/>
                </a:lnTo>
                <a:lnTo>
                  <a:pt x="39238" y="158478"/>
                </a:lnTo>
                <a:lnTo>
                  <a:pt x="39238" y="158478"/>
                </a:lnTo>
                <a:lnTo>
                  <a:pt x="39237" y="158478"/>
                </a:lnTo>
                <a:lnTo>
                  <a:pt x="39237" y="158478"/>
                </a:lnTo>
                <a:lnTo>
                  <a:pt x="39236" y="158478"/>
                </a:lnTo>
                <a:lnTo>
                  <a:pt x="39235" y="158478"/>
                </a:lnTo>
                <a:lnTo>
                  <a:pt x="39235" y="158478"/>
                </a:lnTo>
                <a:lnTo>
                  <a:pt x="39234" y="158478"/>
                </a:lnTo>
                <a:lnTo>
                  <a:pt x="39234" y="158478"/>
                </a:lnTo>
                <a:lnTo>
                  <a:pt x="39233" y="158478"/>
                </a:lnTo>
                <a:lnTo>
                  <a:pt x="39232" y="158478"/>
                </a:lnTo>
                <a:lnTo>
                  <a:pt x="39232" y="158478"/>
                </a:lnTo>
                <a:lnTo>
                  <a:pt x="39231" y="158478"/>
                </a:lnTo>
                <a:lnTo>
                  <a:pt x="39230" y="158478"/>
                </a:lnTo>
                <a:lnTo>
                  <a:pt x="39230" y="158478"/>
                </a:lnTo>
                <a:lnTo>
                  <a:pt x="39229" y="158478"/>
                </a:lnTo>
                <a:lnTo>
                  <a:pt x="39229" y="158478"/>
                </a:lnTo>
                <a:lnTo>
                  <a:pt x="39228" y="158478"/>
                </a:lnTo>
                <a:lnTo>
                  <a:pt x="39227" y="158478"/>
                </a:lnTo>
                <a:lnTo>
                  <a:pt x="39227" y="158478"/>
                </a:lnTo>
                <a:lnTo>
                  <a:pt x="39226" y="158478"/>
                </a:lnTo>
                <a:lnTo>
                  <a:pt x="39226" y="158478"/>
                </a:lnTo>
                <a:lnTo>
                  <a:pt x="39225" y="158478"/>
                </a:lnTo>
                <a:lnTo>
                  <a:pt x="39224" y="158478"/>
                </a:lnTo>
                <a:lnTo>
                  <a:pt x="39224" y="158478"/>
                </a:lnTo>
                <a:lnTo>
                  <a:pt x="39223" y="158478"/>
                </a:lnTo>
                <a:lnTo>
                  <a:pt x="39223" y="158478"/>
                </a:lnTo>
                <a:lnTo>
                  <a:pt x="39222" y="158478"/>
                </a:lnTo>
                <a:lnTo>
                  <a:pt x="39221" y="158478"/>
                </a:lnTo>
                <a:lnTo>
                  <a:pt x="39221" y="158478"/>
                </a:lnTo>
                <a:lnTo>
                  <a:pt x="39220" y="158478"/>
                </a:lnTo>
                <a:lnTo>
                  <a:pt x="39220" y="158478"/>
                </a:lnTo>
                <a:lnTo>
                  <a:pt x="39219" y="158478"/>
                </a:lnTo>
                <a:lnTo>
                  <a:pt x="39218" y="158478"/>
                </a:lnTo>
                <a:lnTo>
                  <a:pt x="39218" y="158478"/>
                </a:lnTo>
                <a:lnTo>
                  <a:pt x="39217" y="158478"/>
                </a:lnTo>
                <a:lnTo>
                  <a:pt x="39216" y="158478"/>
                </a:lnTo>
                <a:lnTo>
                  <a:pt x="39216" y="158478"/>
                </a:lnTo>
                <a:lnTo>
                  <a:pt x="39215" y="158478"/>
                </a:lnTo>
                <a:lnTo>
                  <a:pt x="39215" y="158478"/>
                </a:lnTo>
                <a:lnTo>
                  <a:pt x="39214" y="158478"/>
                </a:lnTo>
                <a:lnTo>
                  <a:pt x="39213" y="158478"/>
                </a:lnTo>
                <a:lnTo>
                  <a:pt x="39213" y="158478"/>
                </a:lnTo>
                <a:lnTo>
                  <a:pt x="39212" y="158478"/>
                </a:lnTo>
                <a:lnTo>
                  <a:pt x="39212" y="158478"/>
                </a:lnTo>
                <a:lnTo>
                  <a:pt x="39211" y="158478"/>
                </a:lnTo>
                <a:lnTo>
                  <a:pt x="39210" y="158478"/>
                </a:lnTo>
                <a:lnTo>
                  <a:pt x="39210" y="158478"/>
                </a:lnTo>
                <a:lnTo>
                  <a:pt x="39209" y="158478"/>
                </a:lnTo>
                <a:lnTo>
                  <a:pt x="39209" y="158478"/>
                </a:lnTo>
                <a:lnTo>
                  <a:pt x="39208" y="158478"/>
                </a:lnTo>
                <a:lnTo>
                  <a:pt x="39207" y="158478"/>
                </a:lnTo>
                <a:lnTo>
                  <a:pt x="39207" y="158478"/>
                </a:lnTo>
                <a:lnTo>
                  <a:pt x="39206" y="158478"/>
                </a:lnTo>
                <a:lnTo>
                  <a:pt x="39205" y="158478"/>
                </a:lnTo>
                <a:lnTo>
                  <a:pt x="39205" y="158478"/>
                </a:lnTo>
                <a:lnTo>
                  <a:pt x="39204" y="158478"/>
                </a:lnTo>
                <a:lnTo>
                  <a:pt x="39204" y="158478"/>
                </a:lnTo>
                <a:lnTo>
                  <a:pt x="39203" y="158478"/>
                </a:lnTo>
                <a:lnTo>
                  <a:pt x="39202" y="158478"/>
                </a:lnTo>
                <a:lnTo>
                  <a:pt x="39202" y="158478"/>
                </a:lnTo>
                <a:lnTo>
                  <a:pt x="39201" y="158478"/>
                </a:lnTo>
                <a:lnTo>
                  <a:pt x="39201" y="158478"/>
                </a:lnTo>
                <a:lnTo>
                  <a:pt x="39200" y="158478"/>
                </a:lnTo>
                <a:lnTo>
                  <a:pt x="39199" y="158478"/>
                </a:lnTo>
                <a:lnTo>
                  <a:pt x="39199" y="158478"/>
                </a:lnTo>
                <a:lnTo>
                  <a:pt x="39198" y="158478"/>
                </a:lnTo>
                <a:lnTo>
                  <a:pt x="39198" y="158478"/>
                </a:lnTo>
                <a:lnTo>
                  <a:pt x="39197" y="158478"/>
                </a:lnTo>
                <a:lnTo>
                  <a:pt x="39196" y="158478"/>
                </a:lnTo>
                <a:lnTo>
                  <a:pt x="39196" y="158478"/>
                </a:lnTo>
                <a:lnTo>
                  <a:pt x="39195" y="158478"/>
                </a:lnTo>
                <a:lnTo>
                  <a:pt x="39195" y="158478"/>
                </a:lnTo>
                <a:lnTo>
                  <a:pt x="39194" y="158478"/>
                </a:lnTo>
                <a:lnTo>
                  <a:pt x="39193" y="158478"/>
                </a:lnTo>
                <a:lnTo>
                  <a:pt x="39193" y="158478"/>
                </a:lnTo>
                <a:lnTo>
                  <a:pt x="39192" y="158478"/>
                </a:lnTo>
                <a:lnTo>
                  <a:pt x="39191" y="158478"/>
                </a:lnTo>
                <a:lnTo>
                  <a:pt x="39191" y="158478"/>
                </a:lnTo>
                <a:lnTo>
                  <a:pt x="39190" y="158478"/>
                </a:lnTo>
                <a:lnTo>
                  <a:pt x="39190" y="158478"/>
                </a:lnTo>
                <a:lnTo>
                  <a:pt x="39189" y="158478"/>
                </a:lnTo>
                <a:lnTo>
                  <a:pt x="39188" y="158478"/>
                </a:lnTo>
                <a:lnTo>
                  <a:pt x="39188" y="158478"/>
                </a:lnTo>
                <a:lnTo>
                  <a:pt x="39187" y="158478"/>
                </a:lnTo>
                <a:lnTo>
                  <a:pt x="39187" y="158478"/>
                </a:lnTo>
                <a:lnTo>
                  <a:pt x="39186" y="158478"/>
                </a:lnTo>
                <a:lnTo>
                  <a:pt x="39185" y="158478"/>
                </a:lnTo>
                <a:lnTo>
                  <a:pt x="39185" y="158478"/>
                </a:lnTo>
                <a:lnTo>
                  <a:pt x="39184" y="158478"/>
                </a:lnTo>
                <a:lnTo>
                  <a:pt x="39184" y="158478"/>
                </a:lnTo>
                <a:lnTo>
                  <a:pt x="39183" y="158478"/>
                </a:lnTo>
                <a:lnTo>
                  <a:pt x="39182" y="158478"/>
                </a:lnTo>
                <a:lnTo>
                  <a:pt x="39182" y="158478"/>
                </a:lnTo>
                <a:lnTo>
                  <a:pt x="39181" y="158478"/>
                </a:lnTo>
                <a:lnTo>
                  <a:pt x="39181" y="158478"/>
                </a:lnTo>
                <a:lnTo>
                  <a:pt x="39180" y="158478"/>
                </a:lnTo>
                <a:lnTo>
                  <a:pt x="39179" y="158478"/>
                </a:lnTo>
                <a:lnTo>
                  <a:pt x="39179" y="158478"/>
                </a:lnTo>
                <a:lnTo>
                  <a:pt x="39178" y="158478"/>
                </a:lnTo>
                <a:lnTo>
                  <a:pt x="39178" y="158478"/>
                </a:lnTo>
                <a:lnTo>
                  <a:pt x="39177" y="158478"/>
                </a:lnTo>
                <a:lnTo>
                  <a:pt x="39176" y="158478"/>
                </a:lnTo>
                <a:lnTo>
                  <a:pt x="39176" y="158478"/>
                </a:lnTo>
                <a:lnTo>
                  <a:pt x="39175" y="158478"/>
                </a:lnTo>
                <a:lnTo>
                  <a:pt x="39174" y="158478"/>
                </a:lnTo>
                <a:lnTo>
                  <a:pt x="39174" y="158478"/>
                </a:lnTo>
                <a:lnTo>
                  <a:pt x="39173" y="158478"/>
                </a:lnTo>
                <a:lnTo>
                  <a:pt x="39173" y="158478"/>
                </a:lnTo>
                <a:lnTo>
                  <a:pt x="39172" y="158478"/>
                </a:lnTo>
                <a:lnTo>
                  <a:pt x="39171" y="158478"/>
                </a:lnTo>
                <a:lnTo>
                  <a:pt x="39171" y="158478"/>
                </a:lnTo>
                <a:lnTo>
                  <a:pt x="39170" y="158478"/>
                </a:lnTo>
                <a:lnTo>
                  <a:pt x="39170" y="158478"/>
                </a:lnTo>
                <a:lnTo>
                  <a:pt x="39169" y="158478"/>
                </a:lnTo>
                <a:lnTo>
                  <a:pt x="39168" y="158478"/>
                </a:lnTo>
                <a:lnTo>
                  <a:pt x="39168" y="158478"/>
                </a:lnTo>
                <a:lnTo>
                  <a:pt x="39167" y="158478"/>
                </a:lnTo>
                <a:lnTo>
                  <a:pt x="39167" y="158478"/>
                </a:lnTo>
                <a:lnTo>
                  <a:pt x="39166" y="158478"/>
                </a:lnTo>
                <a:lnTo>
                  <a:pt x="39165" y="158478"/>
                </a:lnTo>
                <a:lnTo>
                  <a:pt x="39165" y="158478"/>
                </a:lnTo>
                <a:lnTo>
                  <a:pt x="39164" y="158478"/>
                </a:lnTo>
                <a:lnTo>
                  <a:pt x="39164" y="158478"/>
                </a:lnTo>
                <a:lnTo>
                  <a:pt x="39163" y="158478"/>
                </a:lnTo>
                <a:lnTo>
                  <a:pt x="39162" y="158478"/>
                </a:lnTo>
                <a:lnTo>
                  <a:pt x="39162" y="158478"/>
                </a:lnTo>
                <a:lnTo>
                  <a:pt x="39161" y="158478"/>
                </a:lnTo>
                <a:lnTo>
                  <a:pt x="39161" y="158478"/>
                </a:lnTo>
                <a:lnTo>
                  <a:pt x="39160" y="158478"/>
                </a:lnTo>
                <a:lnTo>
                  <a:pt x="39159" y="158478"/>
                </a:lnTo>
                <a:lnTo>
                  <a:pt x="39159" y="158478"/>
                </a:lnTo>
                <a:lnTo>
                  <a:pt x="39158" y="158478"/>
                </a:lnTo>
                <a:lnTo>
                  <a:pt x="39157" y="158478"/>
                </a:lnTo>
                <a:lnTo>
                  <a:pt x="39157" y="158478"/>
                </a:lnTo>
                <a:lnTo>
                  <a:pt x="39156" y="158478"/>
                </a:lnTo>
                <a:lnTo>
                  <a:pt x="39156" y="158478"/>
                </a:lnTo>
                <a:lnTo>
                  <a:pt x="39155" y="158478"/>
                </a:lnTo>
                <a:lnTo>
                  <a:pt x="39154" y="158478"/>
                </a:lnTo>
                <a:lnTo>
                  <a:pt x="39154" y="158478"/>
                </a:lnTo>
                <a:lnTo>
                  <a:pt x="39153" y="158478"/>
                </a:lnTo>
                <a:lnTo>
                  <a:pt x="39153" y="158478"/>
                </a:lnTo>
                <a:lnTo>
                  <a:pt x="39152" y="158478"/>
                </a:lnTo>
                <a:lnTo>
                  <a:pt x="39151" y="158478"/>
                </a:lnTo>
                <a:lnTo>
                  <a:pt x="39151" y="158478"/>
                </a:lnTo>
                <a:lnTo>
                  <a:pt x="39150" y="158478"/>
                </a:lnTo>
                <a:lnTo>
                  <a:pt x="39150" y="158478"/>
                </a:lnTo>
                <a:lnTo>
                  <a:pt x="39149" y="158478"/>
                </a:lnTo>
                <a:lnTo>
                  <a:pt x="39148" y="158478"/>
                </a:lnTo>
                <a:lnTo>
                  <a:pt x="39148" y="158478"/>
                </a:lnTo>
                <a:lnTo>
                  <a:pt x="39147" y="158478"/>
                </a:lnTo>
                <a:lnTo>
                  <a:pt x="39147" y="158478"/>
                </a:lnTo>
                <a:lnTo>
                  <a:pt x="39146" y="158478"/>
                </a:lnTo>
                <a:lnTo>
                  <a:pt x="39145" y="158478"/>
                </a:lnTo>
                <a:lnTo>
                  <a:pt x="39145" y="158478"/>
                </a:lnTo>
                <a:lnTo>
                  <a:pt x="39144" y="158478"/>
                </a:lnTo>
                <a:lnTo>
                  <a:pt x="39144" y="158478"/>
                </a:lnTo>
                <a:lnTo>
                  <a:pt x="39143" y="158478"/>
                </a:lnTo>
                <a:lnTo>
                  <a:pt x="39142" y="158478"/>
                </a:lnTo>
                <a:lnTo>
                  <a:pt x="39142" y="158478"/>
                </a:lnTo>
                <a:lnTo>
                  <a:pt x="39141" y="158478"/>
                </a:lnTo>
                <a:lnTo>
                  <a:pt x="39140" y="158478"/>
                </a:lnTo>
                <a:lnTo>
                  <a:pt x="39140" y="158478"/>
                </a:lnTo>
                <a:lnTo>
                  <a:pt x="39139" y="158478"/>
                </a:lnTo>
                <a:lnTo>
                  <a:pt x="39139" y="158478"/>
                </a:lnTo>
                <a:lnTo>
                  <a:pt x="39138" y="158478"/>
                </a:lnTo>
                <a:lnTo>
                  <a:pt x="39137" y="158478"/>
                </a:lnTo>
                <a:lnTo>
                  <a:pt x="39137" y="158478"/>
                </a:lnTo>
                <a:lnTo>
                  <a:pt x="39136" y="158478"/>
                </a:lnTo>
                <a:lnTo>
                  <a:pt x="39136" y="158478"/>
                </a:lnTo>
                <a:lnTo>
                  <a:pt x="39135" y="158478"/>
                </a:lnTo>
                <a:lnTo>
                  <a:pt x="39134" y="158478"/>
                </a:lnTo>
                <a:lnTo>
                  <a:pt x="39134" y="158478"/>
                </a:lnTo>
                <a:lnTo>
                  <a:pt x="39133" y="158478"/>
                </a:lnTo>
                <a:lnTo>
                  <a:pt x="39133" y="158478"/>
                </a:lnTo>
                <a:lnTo>
                  <a:pt x="39132" y="158478"/>
                </a:lnTo>
                <a:lnTo>
                  <a:pt x="39131" y="158478"/>
                </a:lnTo>
                <a:lnTo>
                  <a:pt x="39131" y="158478"/>
                </a:lnTo>
                <a:lnTo>
                  <a:pt x="39130" y="158478"/>
                </a:lnTo>
                <a:lnTo>
                  <a:pt x="39130" y="158478"/>
                </a:lnTo>
                <a:lnTo>
                  <a:pt x="39129" y="158478"/>
                </a:lnTo>
                <a:lnTo>
                  <a:pt x="39128" y="158478"/>
                </a:lnTo>
                <a:lnTo>
                  <a:pt x="39128" y="158478"/>
                </a:lnTo>
                <a:lnTo>
                  <a:pt x="39127" y="158478"/>
                </a:lnTo>
                <a:lnTo>
                  <a:pt x="39127" y="158478"/>
                </a:lnTo>
                <a:lnTo>
                  <a:pt x="39126" y="158478"/>
                </a:lnTo>
                <a:lnTo>
                  <a:pt x="39125" y="158478"/>
                </a:lnTo>
                <a:lnTo>
                  <a:pt x="39125" y="158478"/>
                </a:lnTo>
                <a:lnTo>
                  <a:pt x="39124" y="158478"/>
                </a:lnTo>
                <a:lnTo>
                  <a:pt x="39124" y="158478"/>
                </a:lnTo>
                <a:lnTo>
                  <a:pt x="39123" y="158478"/>
                </a:lnTo>
                <a:lnTo>
                  <a:pt x="39122" y="158478"/>
                </a:lnTo>
                <a:lnTo>
                  <a:pt x="39122" y="158478"/>
                </a:lnTo>
                <a:lnTo>
                  <a:pt x="39121" y="158478"/>
                </a:lnTo>
                <a:lnTo>
                  <a:pt x="39121" y="158478"/>
                </a:lnTo>
                <a:lnTo>
                  <a:pt x="39120" y="158478"/>
                </a:lnTo>
                <a:lnTo>
                  <a:pt x="39119" y="158478"/>
                </a:lnTo>
                <a:lnTo>
                  <a:pt x="39119" y="158478"/>
                </a:lnTo>
                <a:lnTo>
                  <a:pt x="39118" y="158478"/>
                </a:lnTo>
                <a:lnTo>
                  <a:pt x="39117" y="158478"/>
                </a:lnTo>
                <a:lnTo>
                  <a:pt x="39117" y="158478"/>
                </a:lnTo>
                <a:lnTo>
                  <a:pt x="39116" y="158478"/>
                </a:lnTo>
                <a:lnTo>
                  <a:pt x="39116" y="158478"/>
                </a:lnTo>
                <a:lnTo>
                  <a:pt x="39115" y="158478"/>
                </a:lnTo>
                <a:lnTo>
                  <a:pt x="39114" y="158478"/>
                </a:lnTo>
                <a:lnTo>
                  <a:pt x="39114" y="158478"/>
                </a:lnTo>
                <a:lnTo>
                  <a:pt x="39113" y="158478"/>
                </a:lnTo>
                <a:lnTo>
                  <a:pt x="39113" y="158478"/>
                </a:lnTo>
                <a:lnTo>
                  <a:pt x="39112" y="158478"/>
                </a:lnTo>
                <a:lnTo>
                  <a:pt x="39111" y="158478"/>
                </a:lnTo>
                <a:lnTo>
                  <a:pt x="39111" y="158478"/>
                </a:lnTo>
                <a:lnTo>
                  <a:pt x="39110" y="158478"/>
                </a:lnTo>
                <a:lnTo>
                  <a:pt x="39110" y="158478"/>
                </a:lnTo>
                <a:lnTo>
                  <a:pt x="39109" y="158478"/>
                </a:lnTo>
                <a:lnTo>
                  <a:pt x="39108" y="158478"/>
                </a:lnTo>
                <a:lnTo>
                  <a:pt x="39108" y="158478"/>
                </a:lnTo>
                <a:lnTo>
                  <a:pt x="39107" y="158478"/>
                </a:lnTo>
                <a:lnTo>
                  <a:pt x="39107" y="158478"/>
                </a:lnTo>
                <a:lnTo>
                  <a:pt x="39106" y="158478"/>
                </a:lnTo>
                <a:lnTo>
                  <a:pt x="39105" y="158478"/>
                </a:lnTo>
                <a:lnTo>
                  <a:pt x="39105" y="158478"/>
                </a:lnTo>
                <a:lnTo>
                  <a:pt x="39104" y="158478"/>
                </a:lnTo>
                <a:lnTo>
                  <a:pt x="39104" y="158478"/>
                </a:lnTo>
                <a:lnTo>
                  <a:pt x="39103" y="158478"/>
                </a:lnTo>
                <a:lnTo>
                  <a:pt x="39102" y="158478"/>
                </a:lnTo>
                <a:lnTo>
                  <a:pt x="39102" y="158478"/>
                </a:lnTo>
                <a:lnTo>
                  <a:pt x="39101" y="158478"/>
                </a:lnTo>
                <a:lnTo>
                  <a:pt x="39101" y="158478"/>
                </a:lnTo>
                <a:lnTo>
                  <a:pt x="39100" y="158478"/>
                </a:lnTo>
                <a:lnTo>
                  <a:pt x="39099" y="158478"/>
                </a:lnTo>
                <a:lnTo>
                  <a:pt x="39099" y="158478"/>
                </a:lnTo>
                <a:lnTo>
                  <a:pt x="39098" y="158478"/>
                </a:lnTo>
                <a:lnTo>
                  <a:pt x="39098" y="158478"/>
                </a:lnTo>
                <a:lnTo>
                  <a:pt x="39097" y="158478"/>
                </a:lnTo>
                <a:lnTo>
                  <a:pt x="39096" y="158478"/>
                </a:lnTo>
                <a:lnTo>
                  <a:pt x="39096" y="158478"/>
                </a:lnTo>
                <a:lnTo>
                  <a:pt x="39095" y="158478"/>
                </a:lnTo>
                <a:lnTo>
                  <a:pt x="39095" y="158478"/>
                </a:lnTo>
                <a:lnTo>
                  <a:pt x="39094" y="158478"/>
                </a:lnTo>
                <a:lnTo>
                  <a:pt x="39093" y="158478"/>
                </a:lnTo>
                <a:lnTo>
                  <a:pt x="39093" y="158478"/>
                </a:lnTo>
                <a:lnTo>
                  <a:pt x="39092" y="158478"/>
                </a:lnTo>
                <a:lnTo>
                  <a:pt x="39092" y="158478"/>
                </a:lnTo>
                <a:lnTo>
                  <a:pt x="39091" y="158478"/>
                </a:lnTo>
                <a:lnTo>
                  <a:pt x="39090" y="158478"/>
                </a:lnTo>
                <a:lnTo>
                  <a:pt x="39090" y="158478"/>
                </a:lnTo>
                <a:lnTo>
                  <a:pt x="39089" y="158478"/>
                </a:lnTo>
                <a:lnTo>
                  <a:pt x="39089" y="158478"/>
                </a:lnTo>
                <a:lnTo>
                  <a:pt x="39088" y="158478"/>
                </a:lnTo>
                <a:lnTo>
                  <a:pt x="39087" y="158478"/>
                </a:lnTo>
                <a:lnTo>
                  <a:pt x="39087" y="158478"/>
                </a:lnTo>
                <a:lnTo>
                  <a:pt x="39086" y="158478"/>
                </a:lnTo>
                <a:lnTo>
                  <a:pt x="39085" y="158478"/>
                </a:lnTo>
                <a:lnTo>
                  <a:pt x="39085" y="158478"/>
                </a:lnTo>
                <a:lnTo>
                  <a:pt x="39084" y="158478"/>
                </a:lnTo>
                <a:lnTo>
                  <a:pt x="39084" y="158478"/>
                </a:lnTo>
                <a:lnTo>
                  <a:pt x="39083" y="158478"/>
                </a:lnTo>
                <a:lnTo>
                  <a:pt x="39082" y="158478"/>
                </a:lnTo>
                <a:lnTo>
                  <a:pt x="39082" y="158478"/>
                </a:lnTo>
                <a:lnTo>
                  <a:pt x="39081" y="158478"/>
                </a:lnTo>
                <a:lnTo>
                  <a:pt x="39081" y="158478"/>
                </a:lnTo>
                <a:lnTo>
                  <a:pt x="39080" y="158478"/>
                </a:lnTo>
                <a:lnTo>
                  <a:pt x="39079" y="158478"/>
                </a:lnTo>
                <a:lnTo>
                  <a:pt x="39079" y="158478"/>
                </a:lnTo>
                <a:lnTo>
                  <a:pt x="39078" y="158478"/>
                </a:lnTo>
                <a:lnTo>
                  <a:pt x="39078" y="158478"/>
                </a:lnTo>
                <a:lnTo>
                  <a:pt x="39077" y="158478"/>
                </a:lnTo>
                <a:lnTo>
                  <a:pt x="39076" y="158478"/>
                </a:lnTo>
                <a:lnTo>
                  <a:pt x="39076" y="158478"/>
                </a:lnTo>
                <a:lnTo>
                  <a:pt x="39075" y="158478"/>
                </a:lnTo>
                <a:lnTo>
                  <a:pt x="39075" y="158478"/>
                </a:lnTo>
                <a:lnTo>
                  <a:pt x="39074" y="158478"/>
                </a:lnTo>
                <a:lnTo>
                  <a:pt x="39073" y="158478"/>
                </a:lnTo>
                <a:lnTo>
                  <a:pt x="39073" y="158478"/>
                </a:lnTo>
                <a:lnTo>
                  <a:pt x="39072" y="158478"/>
                </a:lnTo>
                <a:lnTo>
                  <a:pt x="39072" y="158478"/>
                </a:lnTo>
                <a:lnTo>
                  <a:pt x="39071" y="158478"/>
                </a:lnTo>
                <a:lnTo>
                  <a:pt x="39070" y="158478"/>
                </a:lnTo>
                <a:lnTo>
                  <a:pt x="39070" y="158478"/>
                </a:lnTo>
                <a:lnTo>
                  <a:pt x="39069" y="158478"/>
                </a:lnTo>
                <a:lnTo>
                  <a:pt x="39069" y="158478"/>
                </a:lnTo>
                <a:lnTo>
                  <a:pt x="39068" y="158478"/>
                </a:lnTo>
                <a:lnTo>
                  <a:pt x="39067" y="158478"/>
                </a:lnTo>
                <a:lnTo>
                  <a:pt x="39067" y="158478"/>
                </a:lnTo>
                <a:lnTo>
                  <a:pt x="39066" y="158478"/>
                </a:lnTo>
                <a:lnTo>
                  <a:pt x="39066" y="158478"/>
                </a:lnTo>
                <a:lnTo>
                  <a:pt x="39065" y="158478"/>
                </a:lnTo>
                <a:lnTo>
                  <a:pt x="39064" y="158478"/>
                </a:lnTo>
                <a:lnTo>
                  <a:pt x="39064" y="158478"/>
                </a:lnTo>
                <a:lnTo>
                  <a:pt x="39063" y="158478"/>
                </a:lnTo>
                <a:lnTo>
                  <a:pt x="39063" y="158478"/>
                </a:lnTo>
                <a:lnTo>
                  <a:pt x="39062" y="158478"/>
                </a:lnTo>
                <a:lnTo>
                  <a:pt x="39061" y="158478"/>
                </a:lnTo>
                <a:lnTo>
                  <a:pt x="39061" y="158478"/>
                </a:lnTo>
                <a:lnTo>
                  <a:pt x="39060" y="158478"/>
                </a:lnTo>
                <a:lnTo>
                  <a:pt x="39060" y="158478"/>
                </a:lnTo>
                <a:lnTo>
                  <a:pt x="39059" y="158478"/>
                </a:lnTo>
                <a:lnTo>
                  <a:pt x="39058" y="158478"/>
                </a:lnTo>
                <a:lnTo>
                  <a:pt x="39058" y="158478"/>
                </a:lnTo>
                <a:lnTo>
                  <a:pt x="39057" y="158478"/>
                </a:lnTo>
                <a:lnTo>
                  <a:pt x="39057" y="158478"/>
                </a:lnTo>
                <a:lnTo>
                  <a:pt x="39056" y="158478"/>
                </a:lnTo>
                <a:lnTo>
                  <a:pt x="39055" y="158478"/>
                </a:lnTo>
                <a:lnTo>
                  <a:pt x="39055" y="158478"/>
                </a:lnTo>
                <a:lnTo>
                  <a:pt x="39054" y="158478"/>
                </a:lnTo>
                <a:lnTo>
                  <a:pt x="39054" y="158478"/>
                </a:lnTo>
                <a:lnTo>
                  <a:pt x="39053" y="158478"/>
                </a:lnTo>
                <a:lnTo>
                  <a:pt x="39052" y="158478"/>
                </a:lnTo>
                <a:lnTo>
                  <a:pt x="39052" y="158478"/>
                </a:lnTo>
                <a:lnTo>
                  <a:pt x="39051" y="158478"/>
                </a:lnTo>
                <a:lnTo>
                  <a:pt x="39051" y="158478"/>
                </a:lnTo>
                <a:lnTo>
                  <a:pt x="39050" y="158478"/>
                </a:lnTo>
                <a:lnTo>
                  <a:pt x="39049" y="158478"/>
                </a:lnTo>
                <a:lnTo>
                  <a:pt x="39049" y="158478"/>
                </a:lnTo>
                <a:lnTo>
                  <a:pt x="39048" y="158478"/>
                </a:lnTo>
                <a:lnTo>
                  <a:pt x="39048" y="158478"/>
                </a:lnTo>
                <a:lnTo>
                  <a:pt x="39047" y="158478"/>
                </a:lnTo>
                <a:lnTo>
                  <a:pt x="39046" y="158478"/>
                </a:lnTo>
                <a:lnTo>
                  <a:pt x="39046" y="158478"/>
                </a:lnTo>
                <a:lnTo>
                  <a:pt x="39045" y="158478"/>
                </a:lnTo>
                <a:lnTo>
                  <a:pt x="39045" y="158478"/>
                </a:lnTo>
                <a:lnTo>
                  <a:pt x="39044" y="158478"/>
                </a:lnTo>
                <a:lnTo>
                  <a:pt x="39043" y="158478"/>
                </a:lnTo>
                <a:lnTo>
                  <a:pt x="39043" y="158478"/>
                </a:lnTo>
                <a:lnTo>
                  <a:pt x="39042" y="158478"/>
                </a:lnTo>
                <a:lnTo>
                  <a:pt x="39042" y="158478"/>
                </a:lnTo>
                <a:lnTo>
                  <a:pt x="39041" y="158478"/>
                </a:lnTo>
                <a:lnTo>
                  <a:pt x="39040" y="158478"/>
                </a:lnTo>
                <a:lnTo>
                  <a:pt x="39040" y="158478"/>
                </a:lnTo>
                <a:lnTo>
                  <a:pt x="39039" y="158478"/>
                </a:lnTo>
                <a:lnTo>
                  <a:pt x="39039" y="158478"/>
                </a:lnTo>
                <a:lnTo>
                  <a:pt x="39038" y="158478"/>
                </a:lnTo>
                <a:lnTo>
                  <a:pt x="39037" y="158478"/>
                </a:lnTo>
                <a:lnTo>
                  <a:pt x="39037" y="158478"/>
                </a:lnTo>
                <a:lnTo>
                  <a:pt x="39036" y="158478"/>
                </a:lnTo>
                <a:lnTo>
                  <a:pt x="39036" y="158478"/>
                </a:lnTo>
                <a:lnTo>
                  <a:pt x="39035" y="158478"/>
                </a:lnTo>
                <a:lnTo>
                  <a:pt x="39034" y="158478"/>
                </a:lnTo>
                <a:lnTo>
                  <a:pt x="39034" y="158478"/>
                </a:lnTo>
                <a:lnTo>
                  <a:pt x="39033" y="158478"/>
                </a:lnTo>
                <a:lnTo>
                  <a:pt x="39033" y="158478"/>
                </a:lnTo>
                <a:lnTo>
                  <a:pt x="39032" y="158478"/>
                </a:lnTo>
                <a:lnTo>
                  <a:pt x="39031" y="158478"/>
                </a:lnTo>
                <a:lnTo>
                  <a:pt x="39031" y="158478"/>
                </a:lnTo>
                <a:lnTo>
                  <a:pt x="39030" y="158478"/>
                </a:lnTo>
                <a:lnTo>
                  <a:pt x="39030" y="158478"/>
                </a:lnTo>
                <a:lnTo>
                  <a:pt x="39029" y="158478"/>
                </a:lnTo>
                <a:lnTo>
                  <a:pt x="39028" y="158478"/>
                </a:lnTo>
                <a:lnTo>
                  <a:pt x="39028" y="158478"/>
                </a:lnTo>
                <a:lnTo>
                  <a:pt x="39027" y="158478"/>
                </a:lnTo>
                <a:lnTo>
                  <a:pt x="39027" y="158478"/>
                </a:lnTo>
                <a:lnTo>
                  <a:pt x="39026" y="158478"/>
                </a:lnTo>
                <a:lnTo>
                  <a:pt x="39025" y="158478"/>
                </a:lnTo>
                <a:lnTo>
                  <a:pt x="39025" y="158478"/>
                </a:lnTo>
                <a:lnTo>
                  <a:pt x="39024" y="158478"/>
                </a:lnTo>
                <a:lnTo>
                  <a:pt x="39024" y="158478"/>
                </a:lnTo>
                <a:lnTo>
                  <a:pt x="39023" y="158478"/>
                </a:lnTo>
                <a:lnTo>
                  <a:pt x="39022" y="158478"/>
                </a:lnTo>
                <a:lnTo>
                  <a:pt x="39022" y="158478"/>
                </a:lnTo>
                <a:lnTo>
                  <a:pt x="39021" y="158478"/>
                </a:lnTo>
                <a:lnTo>
                  <a:pt x="39021" y="158478"/>
                </a:lnTo>
                <a:lnTo>
                  <a:pt x="39020" y="158478"/>
                </a:lnTo>
                <a:lnTo>
                  <a:pt x="39019" y="158478"/>
                </a:lnTo>
                <a:lnTo>
                  <a:pt x="39019" y="158478"/>
                </a:lnTo>
                <a:lnTo>
                  <a:pt x="39018" y="158478"/>
                </a:lnTo>
                <a:lnTo>
                  <a:pt x="39018" y="158478"/>
                </a:lnTo>
                <a:lnTo>
                  <a:pt x="39017" y="158478"/>
                </a:lnTo>
                <a:lnTo>
                  <a:pt x="39016" y="158478"/>
                </a:lnTo>
                <a:lnTo>
                  <a:pt x="39016" y="158478"/>
                </a:lnTo>
                <a:lnTo>
                  <a:pt x="39015" y="158478"/>
                </a:lnTo>
                <a:lnTo>
                  <a:pt x="39015" y="158478"/>
                </a:lnTo>
                <a:lnTo>
                  <a:pt x="39014" y="158478"/>
                </a:lnTo>
                <a:lnTo>
                  <a:pt x="39013" y="158478"/>
                </a:lnTo>
                <a:lnTo>
                  <a:pt x="39013" y="158478"/>
                </a:lnTo>
                <a:lnTo>
                  <a:pt x="39012" y="158478"/>
                </a:lnTo>
                <a:lnTo>
                  <a:pt x="39012" y="158478"/>
                </a:lnTo>
                <a:lnTo>
                  <a:pt x="39011" y="158478"/>
                </a:lnTo>
                <a:lnTo>
                  <a:pt x="39010" y="158478"/>
                </a:lnTo>
                <a:lnTo>
                  <a:pt x="39010" y="158478"/>
                </a:lnTo>
                <a:lnTo>
                  <a:pt x="39009" y="158478"/>
                </a:lnTo>
                <a:lnTo>
                  <a:pt x="39009" y="158478"/>
                </a:lnTo>
                <a:lnTo>
                  <a:pt x="39008" y="158478"/>
                </a:lnTo>
                <a:lnTo>
                  <a:pt x="39007" y="158478"/>
                </a:lnTo>
                <a:lnTo>
                  <a:pt x="39007" y="158478"/>
                </a:lnTo>
                <a:lnTo>
                  <a:pt x="39006" y="158478"/>
                </a:lnTo>
                <a:lnTo>
                  <a:pt x="39006" y="158478"/>
                </a:lnTo>
                <a:lnTo>
                  <a:pt x="39005" y="158478"/>
                </a:lnTo>
                <a:lnTo>
                  <a:pt x="39004" y="158478"/>
                </a:lnTo>
                <a:lnTo>
                  <a:pt x="39004" y="158478"/>
                </a:lnTo>
                <a:lnTo>
                  <a:pt x="39003" y="158478"/>
                </a:lnTo>
                <a:lnTo>
                  <a:pt x="39003" y="158478"/>
                </a:lnTo>
                <a:lnTo>
                  <a:pt x="39002" y="158478"/>
                </a:lnTo>
                <a:lnTo>
                  <a:pt x="39001" y="158478"/>
                </a:lnTo>
                <a:lnTo>
                  <a:pt x="39001" y="158478"/>
                </a:lnTo>
                <a:lnTo>
                  <a:pt x="39000" y="158478"/>
                </a:lnTo>
                <a:lnTo>
                  <a:pt x="39000" y="158478"/>
                </a:lnTo>
                <a:lnTo>
                  <a:pt x="38999" y="158478"/>
                </a:lnTo>
                <a:lnTo>
                  <a:pt x="38998" y="158478"/>
                </a:lnTo>
                <a:lnTo>
                  <a:pt x="38998" y="158478"/>
                </a:lnTo>
                <a:lnTo>
                  <a:pt x="38997" y="158478"/>
                </a:lnTo>
                <a:lnTo>
                  <a:pt x="38997" y="158478"/>
                </a:lnTo>
                <a:lnTo>
                  <a:pt x="38996" y="158478"/>
                </a:lnTo>
                <a:lnTo>
                  <a:pt x="38995" y="158478"/>
                </a:lnTo>
                <a:lnTo>
                  <a:pt x="38995" y="158478"/>
                </a:lnTo>
                <a:lnTo>
                  <a:pt x="38994" y="158478"/>
                </a:lnTo>
                <a:lnTo>
                  <a:pt x="38994" y="158478"/>
                </a:lnTo>
                <a:lnTo>
                  <a:pt x="38993" y="158478"/>
                </a:lnTo>
                <a:lnTo>
                  <a:pt x="38992" y="158478"/>
                </a:lnTo>
                <a:lnTo>
                  <a:pt x="38992" y="158478"/>
                </a:lnTo>
                <a:lnTo>
                  <a:pt x="38991" y="158478"/>
                </a:lnTo>
                <a:lnTo>
                  <a:pt x="38991" y="158478"/>
                </a:lnTo>
                <a:lnTo>
                  <a:pt x="38990" y="158478"/>
                </a:lnTo>
                <a:lnTo>
                  <a:pt x="38989" y="158478"/>
                </a:lnTo>
                <a:lnTo>
                  <a:pt x="38989" y="158478"/>
                </a:lnTo>
                <a:lnTo>
                  <a:pt x="38988" y="158478"/>
                </a:lnTo>
                <a:lnTo>
                  <a:pt x="38988" y="158478"/>
                </a:lnTo>
                <a:lnTo>
                  <a:pt x="38987" y="158478"/>
                </a:lnTo>
                <a:lnTo>
                  <a:pt x="38986" y="158478"/>
                </a:lnTo>
                <a:lnTo>
                  <a:pt x="38986" y="158478"/>
                </a:lnTo>
                <a:lnTo>
                  <a:pt x="38985" y="158478"/>
                </a:lnTo>
                <a:lnTo>
                  <a:pt x="38985" y="158478"/>
                </a:lnTo>
                <a:lnTo>
                  <a:pt x="38984" y="158478"/>
                </a:lnTo>
                <a:lnTo>
                  <a:pt x="38983" y="158478"/>
                </a:lnTo>
                <a:lnTo>
                  <a:pt x="38983" y="158478"/>
                </a:lnTo>
                <a:lnTo>
                  <a:pt x="38982" y="158478"/>
                </a:lnTo>
                <a:lnTo>
                  <a:pt x="38982" y="158478"/>
                </a:lnTo>
                <a:lnTo>
                  <a:pt x="38981" y="158478"/>
                </a:lnTo>
                <a:lnTo>
                  <a:pt x="38980" y="158478"/>
                </a:lnTo>
                <a:lnTo>
                  <a:pt x="38980" y="158478"/>
                </a:lnTo>
                <a:lnTo>
                  <a:pt x="38979" y="158478"/>
                </a:lnTo>
                <a:lnTo>
                  <a:pt x="38979" y="158478"/>
                </a:lnTo>
                <a:lnTo>
                  <a:pt x="38978" y="158478"/>
                </a:lnTo>
                <a:lnTo>
                  <a:pt x="38977" y="158478"/>
                </a:lnTo>
                <a:lnTo>
                  <a:pt x="38977" y="158478"/>
                </a:lnTo>
                <a:lnTo>
                  <a:pt x="38976" y="158478"/>
                </a:lnTo>
                <a:lnTo>
                  <a:pt x="38976" y="158478"/>
                </a:lnTo>
                <a:lnTo>
                  <a:pt x="38975" y="158478"/>
                </a:lnTo>
                <a:lnTo>
                  <a:pt x="38974" y="158478"/>
                </a:lnTo>
                <a:lnTo>
                  <a:pt x="38974" y="158478"/>
                </a:lnTo>
                <a:lnTo>
                  <a:pt x="38973" y="158478"/>
                </a:lnTo>
                <a:lnTo>
                  <a:pt x="38973" y="158478"/>
                </a:lnTo>
                <a:lnTo>
                  <a:pt x="38972" y="158478"/>
                </a:lnTo>
                <a:lnTo>
                  <a:pt x="38971" y="158478"/>
                </a:lnTo>
                <a:lnTo>
                  <a:pt x="38971" y="158478"/>
                </a:lnTo>
                <a:lnTo>
                  <a:pt x="38970" y="158478"/>
                </a:lnTo>
                <a:lnTo>
                  <a:pt x="38970" y="158478"/>
                </a:lnTo>
                <a:lnTo>
                  <a:pt x="38969" y="158478"/>
                </a:lnTo>
                <a:lnTo>
                  <a:pt x="38968" y="158478"/>
                </a:lnTo>
                <a:lnTo>
                  <a:pt x="38968" y="158478"/>
                </a:lnTo>
                <a:lnTo>
                  <a:pt x="38967" y="158478"/>
                </a:lnTo>
                <a:lnTo>
                  <a:pt x="38967" y="158478"/>
                </a:lnTo>
                <a:lnTo>
                  <a:pt x="38966" y="158478"/>
                </a:lnTo>
                <a:lnTo>
                  <a:pt x="38965" y="158478"/>
                </a:lnTo>
                <a:lnTo>
                  <a:pt x="38965" y="158478"/>
                </a:lnTo>
                <a:lnTo>
                  <a:pt x="38964" y="158478"/>
                </a:lnTo>
                <a:lnTo>
                  <a:pt x="38964" y="158478"/>
                </a:lnTo>
                <a:lnTo>
                  <a:pt x="38963" y="158478"/>
                </a:lnTo>
                <a:lnTo>
                  <a:pt x="38962" y="158478"/>
                </a:lnTo>
                <a:lnTo>
                  <a:pt x="38962" y="158478"/>
                </a:lnTo>
                <a:lnTo>
                  <a:pt x="38961" y="158478"/>
                </a:lnTo>
                <a:lnTo>
                  <a:pt x="38961" y="158478"/>
                </a:lnTo>
                <a:lnTo>
                  <a:pt x="38960" y="158478"/>
                </a:lnTo>
                <a:lnTo>
                  <a:pt x="38959" y="158478"/>
                </a:lnTo>
                <a:lnTo>
                  <a:pt x="38959" y="158478"/>
                </a:lnTo>
                <a:lnTo>
                  <a:pt x="38958" y="158478"/>
                </a:lnTo>
                <a:lnTo>
                  <a:pt x="38958" y="158478"/>
                </a:lnTo>
                <a:lnTo>
                  <a:pt x="38957" y="158478"/>
                </a:lnTo>
                <a:lnTo>
                  <a:pt x="38956" y="158478"/>
                </a:lnTo>
                <a:lnTo>
                  <a:pt x="38956" y="158478"/>
                </a:lnTo>
                <a:lnTo>
                  <a:pt x="38955" y="158478"/>
                </a:lnTo>
                <a:lnTo>
                  <a:pt x="38955" y="158478"/>
                </a:lnTo>
                <a:lnTo>
                  <a:pt x="38954" y="158478"/>
                </a:lnTo>
                <a:lnTo>
                  <a:pt x="38954" y="158478"/>
                </a:lnTo>
                <a:lnTo>
                  <a:pt x="38953" y="158478"/>
                </a:lnTo>
                <a:lnTo>
                  <a:pt x="38952" y="158478"/>
                </a:lnTo>
                <a:lnTo>
                  <a:pt x="38952" y="158478"/>
                </a:lnTo>
                <a:lnTo>
                  <a:pt x="38951" y="158478"/>
                </a:lnTo>
                <a:lnTo>
                  <a:pt x="38951" y="158478"/>
                </a:lnTo>
                <a:lnTo>
                  <a:pt x="38950" y="158478"/>
                </a:lnTo>
                <a:lnTo>
                  <a:pt x="38949" y="158478"/>
                </a:lnTo>
                <a:lnTo>
                  <a:pt x="38949" y="158478"/>
                </a:lnTo>
                <a:lnTo>
                  <a:pt x="38948" y="158478"/>
                </a:lnTo>
                <a:lnTo>
                  <a:pt x="38948" y="158478"/>
                </a:lnTo>
                <a:lnTo>
                  <a:pt x="38947" y="158478"/>
                </a:lnTo>
                <a:lnTo>
                  <a:pt x="38946" y="158478"/>
                </a:lnTo>
                <a:lnTo>
                  <a:pt x="38946" y="158478"/>
                </a:lnTo>
                <a:lnTo>
                  <a:pt x="38945" y="158478"/>
                </a:lnTo>
                <a:lnTo>
                  <a:pt x="38945" y="158478"/>
                </a:lnTo>
                <a:lnTo>
                  <a:pt x="38944" y="158478"/>
                </a:lnTo>
                <a:lnTo>
                  <a:pt x="38943" y="158478"/>
                </a:lnTo>
                <a:lnTo>
                  <a:pt x="38943" y="158478"/>
                </a:lnTo>
                <a:lnTo>
                  <a:pt x="38942" y="158478"/>
                </a:lnTo>
                <a:lnTo>
                  <a:pt x="38942" y="158478"/>
                </a:lnTo>
                <a:lnTo>
                  <a:pt x="38941" y="158478"/>
                </a:lnTo>
                <a:lnTo>
                  <a:pt x="38940" y="158478"/>
                </a:lnTo>
                <a:lnTo>
                  <a:pt x="38940" y="158478"/>
                </a:lnTo>
                <a:lnTo>
                  <a:pt x="38939" y="158478"/>
                </a:lnTo>
                <a:lnTo>
                  <a:pt x="38939" y="158478"/>
                </a:lnTo>
                <a:lnTo>
                  <a:pt x="38938" y="158478"/>
                </a:lnTo>
                <a:lnTo>
                  <a:pt x="38937" y="158478"/>
                </a:lnTo>
                <a:lnTo>
                  <a:pt x="38937" y="158478"/>
                </a:lnTo>
                <a:lnTo>
                  <a:pt x="38936" y="158478"/>
                </a:lnTo>
                <a:lnTo>
                  <a:pt x="38936" y="158478"/>
                </a:lnTo>
                <a:lnTo>
                  <a:pt x="38935" y="158478"/>
                </a:lnTo>
                <a:lnTo>
                  <a:pt x="38934" y="158478"/>
                </a:lnTo>
                <a:lnTo>
                  <a:pt x="38934" y="158478"/>
                </a:lnTo>
                <a:lnTo>
                  <a:pt x="38933" y="158478"/>
                </a:lnTo>
                <a:lnTo>
                  <a:pt x="38933" y="158478"/>
                </a:lnTo>
                <a:lnTo>
                  <a:pt x="38932" y="158478"/>
                </a:lnTo>
                <a:lnTo>
                  <a:pt x="38931" y="158478"/>
                </a:lnTo>
                <a:lnTo>
                  <a:pt x="38931" y="158478"/>
                </a:lnTo>
                <a:lnTo>
                  <a:pt x="38930" y="158478"/>
                </a:lnTo>
                <a:lnTo>
                  <a:pt x="38930" y="158478"/>
                </a:lnTo>
                <a:lnTo>
                  <a:pt x="38929" y="158478"/>
                </a:lnTo>
                <a:lnTo>
                  <a:pt x="38928" y="158478"/>
                </a:lnTo>
                <a:lnTo>
                  <a:pt x="38928" y="158478"/>
                </a:lnTo>
                <a:lnTo>
                  <a:pt x="38927" y="158478"/>
                </a:lnTo>
                <a:lnTo>
                  <a:pt x="38927" y="158478"/>
                </a:lnTo>
                <a:lnTo>
                  <a:pt x="38926" y="158478"/>
                </a:lnTo>
                <a:lnTo>
                  <a:pt x="38926" y="158478"/>
                </a:lnTo>
                <a:lnTo>
                  <a:pt x="38925" y="158478"/>
                </a:lnTo>
                <a:lnTo>
                  <a:pt x="38924" y="158478"/>
                </a:lnTo>
                <a:lnTo>
                  <a:pt x="38924" y="158478"/>
                </a:lnTo>
                <a:lnTo>
                  <a:pt x="38923" y="158478"/>
                </a:lnTo>
                <a:lnTo>
                  <a:pt x="38923" y="158478"/>
                </a:lnTo>
                <a:lnTo>
                  <a:pt x="38922" y="158478"/>
                </a:lnTo>
                <a:lnTo>
                  <a:pt x="38921" y="158478"/>
                </a:lnTo>
                <a:lnTo>
                  <a:pt x="38921" y="158478"/>
                </a:lnTo>
                <a:lnTo>
                  <a:pt x="38920" y="158478"/>
                </a:lnTo>
                <a:lnTo>
                  <a:pt x="38920" y="158478"/>
                </a:lnTo>
                <a:lnTo>
                  <a:pt x="38919" y="158478"/>
                </a:lnTo>
                <a:lnTo>
                  <a:pt x="38918" y="158478"/>
                </a:lnTo>
                <a:lnTo>
                  <a:pt x="38918" y="158478"/>
                </a:lnTo>
                <a:lnTo>
                  <a:pt x="38917" y="158478"/>
                </a:lnTo>
                <a:lnTo>
                  <a:pt x="38917" y="158478"/>
                </a:lnTo>
                <a:lnTo>
                  <a:pt x="38916" y="158478"/>
                </a:lnTo>
                <a:lnTo>
                  <a:pt x="38915" y="158478"/>
                </a:lnTo>
                <a:lnTo>
                  <a:pt x="38915" y="158478"/>
                </a:lnTo>
                <a:lnTo>
                  <a:pt x="38914" y="158478"/>
                </a:lnTo>
                <a:lnTo>
                  <a:pt x="38914" y="158478"/>
                </a:lnTo>
                <a:lnTo>
                  <a:pt x="38913" y="158478"/>
                </a:lnTo>
                <a:lnTo>
                  <a:pt x="38912" y="158478"/>
                </a:lnTo>
                <a:lnTo>
                  <a:pt x="38912" y="158478"/>
                </a:lnTo>
                <a:lnTo>
                  <a:pt x="38911" y="158478"/>
                </a:lnTo>
                <a:lnTo>
                  <a:pt x="38911" y="158478"/>
                </a:lnTo>
                <a:lnTo>
                  <a:pt x="38910" y="158478"/>
                </a:lnTo>
                <a:lnTo>
                  <a:pt x="38909" y="158478"/>
                </a:lnTo>
                <a:lnTo>
                  <a:pt x="38909" y="158478"/>
                </a:lnTo>
                <a:lnTo>
                  <a:pt x="38908" y="158478"/>
                </a:lnTo>
                <a:lnTo>
                  <a:pt x="38908" y="158478"/>
                </a:lnTo>
                <a:lnTo>
                  <a:pt x="38907" y="158478"/>
                </a:lnTo>
                <a:lnTo>
                  <a:pt x="38906" y="158478"/>
                </a:lnTo>
                <a:lnTo>
                  <a:pt x="38906" y="158478"/>
                </a:lnTo>
                <a:lnTo>
                  <a:pt x="38905" y="158478"/>
                </a:lnTo>
                <a:lnTo>
                  <a:pt x="38905" y="158478"/>
                </a:lnTo>
                <a:lnTo>
                  <a:pt x="38904" y="158478"/>
                </a:lnTo>
                <a:lnTo>
                  <a:pt x="38904" y="158478"/>
                </a:lnTo>
                <a:lnTo>
                  <a:pt x="38903" y="158478"/>
                </a:lnTo>
                <a:lnTo>
                  <a:pt x="38902" y="158478"/>
                </a:lnTo>
                <a:lnTo>
                  <a:pt x="38902" y="158478"/>
                </a:lnTo>
                <a:lnTo>
                  <a:pt x="38901" y="158478"/>
                </a:lnTo>
                <a:lnTo>
                  <a:pt x="38901" y="158478"/>
                </a:lnTo>
                <a:lnTo>
                  <a:pt x="38900" y="158478"/>
                </a:lnTo>
                <a:lnTo>
                  <a:pt x="38899" y="158478"/>
                </a:lnTo>
                <a:lnTo>
                  <a:pt x="38899" y="158478"/>
                </a:lnTo>
                <a:lnTo>
                  <a:pt x="38898" y="158478"/>
                </a:lnTo>
                <a:lnTo>
                  <a:pt x="38898" y="158478"/>
                </a:lnTo>
                <a:lnTo>
                  <a:pt x="38897" y="158478"/>
                </a:lnTo>
                <a:lnTo>
                  <a:pt x="38896" y="158478"/>
                </a:lnTo>
                <a:lnTo>
                  <a:pt x="38896" y="158478"/>
                </a:lnTo>
                <a:lnTo>
                  <a:pt x="38895" y="158478"/>
                </a:lnTo>
                <a:lnTo>
                  <a:pt x="38895" y="158478"/>
                </a:lnTo>
                <a:lnTo>
                  <a:pt x="38894" y="158478"/>
                </a:lnTo>
                <a:lnTo>
                  <a:pt x="38893" y="158478"/>
                </a:lnTo>
                <a:lnTo>
                  <a:pt x="38893" y="158478"/>
                </a:lnTo>
                <a:lnTo>
                  <a:pt x="38892" y="158478"/>
                </a:lnTo>
                <a:lnTo>
                  <a:pt x="38892" y="158478"/>
                </a:lnTo>
                <a:lnTo>
                  <a:pt x="38891" y="158478"/>
                </a:lnTo>
                <a:lnTo>
                  <a:pt x="38890" y="158478"/>
                </a:lnTo>
                <a:lnTo>
                  <a:pt x="38890" y="158478"/>
                </a:lnTo>
                <a:lnTo>
                  <a:pt x="38889" y="158478"/>
                </a:lnTo>
                <a:lnTo>
                  <a:pt x="38889" y="158478"/>
                </a:lnTo>
                <a:lnTo>
                  <a:pt x="38888" y="158478"/>
                </a:lnTo>
                <a:lnTo>
                  <a:pt x="38887" y="158478"/>
                </a:lnTo>
                <a:lnTo>
                  <a:pt x="38887" y="158478"/>
                </a:lnTo>
                <a:lnTo>
                  <a:pt x="38886" y="158478"/>
                </a:lnTo>
                <a:lnTo>
                  <a:pt x="38886" y="158478"/>
                </a:lnTo>
                <a:lnTo>
                  <a:pt x="38885" y="158478"/>
                </a:lnTo>
                <a:lnTo>
                  <a:pt x="38885" y="158478"/>
                </a:lnTo>
                <a:lnTo>
                  <a:pt x="38884" y="158478"/>
                </a:lnTo>
                <a:lnTo>
                  <a:pt x="38883" y="158478"/>
                </a:lnTo>
                <a:lnTo>
                  <a:pt x="38883" y="158478"/>
                </a:lnTo>
                <a:lnTo>
                  <a:pt x="38882" y="158478"/>
                </a:lnTo>
                <a:lnTo>
                  <a:pt x="38882" y="158478"/>
                </a:lnTo>
                <a:lnTo>
                  <a:pt x="38881" y="158478"/>
                </a:lnTo>
                <a:lnTo>
                  <a:pt x="38880" y="158478"/>
                </a:lnTo>
                <a:lnTo>
                  <a:pt x="38880" y="158478"/>
                </a:lnTo>
                <a:lnTo>
                  <a:pt x="38879" y="158478"/>
                </a:lnTo>
                <a:lnTo>
                  <a:pt x="38879" y="158478"/>
                </a:lnTo>
                <a:lnTo>
                  <a:pt x="38878" y="158478"/>
                </a:lnTo>
                <a:lnTo>
                  <a:pt x="38877" y="158478"/>
                </a:lnTo>
                <a:lnTo>
                  <a:pt x="38877" y="158478"/>
                </a:lnTo>
                <a:lnTo>
                  <a:pt x="38876" y="158478"/>
                </a:lnTo>
                <a:lnTo>
                  <a:pt x="38876" y="158478"/>
                </a:lnTo>
                <a:lnTo>
                  <a:pt x="38875" y="158478"/>
                </a:lnTo>
                <a:lnTo>
                  <a:pt x="38874" y="158478"/>
                </a:lnTo>
                <a:lnTo>
                  <a:pt x="38874" y="158478"/>
                </a:lnTo>
                <a:lnTo>
                  <a:pt x="38873" y="158478"/>
                </a:lnTo>
                <a:lnTo>
                  <a:pt x="38873" y="158478"/>
                </a:lnTo>
                <a:lnTo>
                  <a:pt x="38872" y="158478"/>
                </a:lnTo>
                <a:lnTo>
                  <a:pt x="38871" y="158478"/>
                </a:lnTo>
                <a:lnTo>
                  <a:pt x="38871" y="158478"/>
                </a:lnTo>
                <a:lnTo>
                  <a:pt x="38870" y="158478"/>
                </a:lnTo>
                <a:lnTo>
                  <a:pt x="38870" y="158478"/>
                </a:lnTo>
                <a:lnTo>
                  <a:pt x="38869" y="158478"/>
                </a:lnTo>
                <a:lnTo>
                  <a:pt x="38869" y="158478"/>
                </a:lnTo>
                <a:lnTo>
                  <a:pt x="38868" y="158478"/>
                </a:lnTo>
                <a:lnTo>
                  <a:pt x="38867" y="158478"/>
                </a:lnTo>
                <a:lnTo>
                  <a:pt x="38867" y="158478"/>
                </a:lnTo>
                <a:lnTo>
                  <a:pt x="38866" y="158478"/>
                </a:lnTo>
                <a:lnTo>
                  <a:pt x="38866" y="158478"/>
                </a:lnTo>
                <a:lnTo>
                  <a:pt x="38865" y="158478"/>
                </a:lnTo>
                <a:lnTo>
                  <a:pt x="38864" y="158478"/>
                </a:lnTo>
                <a:lnTo>
                  <a:pt x="38864" y="158478"/>
                </a:lnTo>
                <a:lnTo>
                  <a:pt x="38863" y="158478"/>
                </a:lnTo>
                <a:lnTo>
                  <a:pt x="38863" y="158478"/>
                </a:lnTo>
                <a:lnTo>
                  <a:pt x="38862" y="158478"/>
                </a:lnTo>
                <a:lnTo>
                  <a:pt x="38861" y="158478"/>
                </a:lnTo>
                <a:lnTo>
                  <a:pt x="38861" y="158478"/>
                </a:lnTo>
                <a:lnTo>
                  <a:pt x="38860" y="158478"/>
                </a:lnTo>
                <a:lnTo>
                  <a:pt x="38860" y="158478"/>
                </a:lnTo>
                <a:lnTo>
                  <a:pt x="38859" y="158478"/>
                </a:lnTo>
                <a:lnTo>
                  <a:pt x="38858" y="158478"/>
                </a:lnTo>
                <a:lnTo>
                  <a:pt x="38858" y="158478"/>
                </a:lnTo>
                <a:lnTo>
                  <a:pt x="38857" y="158478"/>
                </a:lnTo>
                <a:lnTo>
                  <a:pt x="38857" y="158478"/>
                </a:lnTo>
                <a:lnTo>
                  <a:pt x="38856" y="158478"/>
                </a:lnTo>
                <a:lnTo>
                  <a:pt x="38855" y="158478"/>
                </a:lnTo>
                <a:lnTo>
                  <a:pt x="38855" y="158478"/>
                </a:lnTo>
                <a:lnTo>
                  <a:pt x="38854" y="158478"/>
                </a:lnTo>
                <a:lnTo>
                  <a:pt x="38854" y="158478"/>
                </a:lnTo>
                <a:lnTo>
                  <a:pt x="38853" y="158478"/>
                </a:lnTo>
                <a:lnTo>
                  <a:pt x="38853" y="158478"/>
                </a:lnTo>
                <a:lnTo>
                  <a:pt x="38852" y="158478"/>
                </a:lnTo>
                <a:lnTo>
                  <a:pt x="38851" y="158478"/>
                </a:lnTo>
                <a:lnTo>
                  <a:pt x="38851" y="158478"/>
                </a:lnTo>
                <a:lnTo>
                  <a:pt x="38850" y="158478"/>
                </a:lnTo>
                <a:lnTo>
                  <a:pt x="38850" y="158478"/>
                </a:lnTo>
                <a:lnTo>
                  <a:pt x="38849" y="158478"/>
                </a:lnTo>
                <a:lnTo>
                  <a:pt x="38848" y="158478"/>
                </a:lnTo>
                <a:lnTo>
                  <a:pt x="38848" y="158478"/>
                </a:lnTo>
                <a:lnTo>
                  <a:pt x="38847" y="158478"/>
                </a:lnTo>
                <a:lnTo>
                  <a:pt x="38847" y="158478"/>
                </a:lnTo>
                <a:lnTo>
                  <a:pt x="38846" y="158478"/>
                </a:lnTo>
                <a:lnTo>
                  <a:pt x="38845" y="158478"/>
                </a:lnTo>
                <a:lnTo>
                  <a:pt x="38845" y="158478"/>
                </a:lnTo>
                <a:lnTo>
                  <a:pt x="38844" y="158478"/>
                </a:lnTo>
                <a:lnTo>
                  <a:pt x="38844" y="158478"/>
                </a:lnTo>
                <a:lnTo>
                  <a:pt x="38843" y="158478"/>
                </a:lnTo>
                <a:lnTo>
                  <a:pt x="38842" y="158478"/>
                </a:lnTo>
                <a:lnTo>
                  <a:pt x="38842" y="158478"/>
                </a:lnTo>
                <a:lnTo>
                  <a:pt x="38841" y="158478"/>
                </a:lnTo>
                <a:lnTo>
                  <a:pt x="38841" y="158478"/>
                </a:lnTo>
                <a:lnTo>
                  <a:pt x="38840" y="158478"/>
                </a:lnTo>
                <a:lnTo>
                  <a:pt x="38840" y="158478"/>
                </a:lnTo>
                <a:lnTo>
                  <a:pt x="38839" y="158478"/>
                </a:lnTo>
                <a:lnTo>
                  <a:pt x="38838" y="158478"/>
                </a:lnTo>
                <a:lnTo>
                  <a:pt x="38838" y="158478"/>
                </a:lnTo>
                <a:lnTo>
                  <a:pt x="38837" y="158478"/>
                </a:lnTo>
                <a:lnTo>
                  <a:pt x="38837" y="158478"/>
                </a:lnTo>
                <a:lnTo>
                  <a:pt x="38836" y="158478"/>
                </a:lnTo>
                <a:lnTo>
                  <a:pt x="38835" y="158478"/>
                </a:lnTo>
                <a:lnTo>
                  <a:pt x="38835" y="158478"/>
                </a:lnTo>
                <a:lnTo>
                  <a:pt x="38834" y="158478"/>
                </a:lnTo>
                <a:lnTo>
                  <a:pt x="38834" y="158478"/>
                </a:lnTo>
                <a:lnTo>
                  <a:pt x="38833" y="158478"/>
                </a:lnTo>
                <a:lnTo>
                  <a:pt x="38832" y="158478"/>
                </a:lnTo>
                <a:lnTo>
                  <a:pt x="38832" y="158478"/>
                </a:lnTo>
                <a:lnTo>
                  <a:pt x="38831" y="158478"/>
                </a:lnTo>
                <a:lnTo>
                  <a:pt x="38831" y="158478"/>
                </a:lnTo>
                <a:lnTo>
                  <a:pt x="38830" y="158478"/>
                </a:lnTo>
                <a:lnTo>
                  <a:pt x="38829" y="158478"/>
                </a:lnTo>
                <a:lnTo>
                  <a:pt x="38829" y="158478"/>
                </a:lnTo>
                <a:lnTo>
                  <a:pt x="38828" y="158478"/>
                </a:lnTo>
                <a:lnTo>
                  <a:pt x="38828" y="158478"/>
                </a:lnTo>
                <a:lnTo>
                  <a:pt x="38827" y="158478"/>
                </a:lnTo>
                <a:lnTo>
                  <a:pt x="38827" y="158478"/>
                </a:lnTo>
                <a:lnTo>
                  <a:pt x="38826" y="158478"/>
                </a:lnTo>
                <a:lnTo>
                  <a:pt x="38825" y="158478"/>
                </a:lnTo>
                <a:lnTo>
                  <a:pt x="38825" y="158478"/>
                </a:lnTo>
                <a:lnTo>
                  <a:pt x="38824" y="158478"/>
                </a:lnTo>
                <a:lnTo>
                  <a:pt x="38824" y="158478"/>
                </a:lnTo>
                <a:lnTo>
                  <a:pt x="38823" y="158478"/>
                </a:lnTo>
                <a:lnTo>
                  <a:pt x="38822" y="158478"/>
                </a:lnTo>
                <a:lnTo>
                  <a:pt x="38822" y="158478"/>
                </a:lnTo>
                <a:lnTo>
                  <a:pt x="38821" y="158478"/>
                </a:lnTo>
                <a:lnTo>
                  <a:pt x="38821" y="158478"/>
                </a:lnTo>
                <a:lnTo>
                  <a:pt x="38820" y="158478"/>
                </a:lnTo>
                <a:lnTo>
                  <a:pt x="38819" y="158478"/>
                </a:lnTo>
                <a:lnTo>
                  <a:pt x="38819" y="158478"/>
                </a:lnTo>
                <a:lnTo>
                  <a:pt x="38818" y="158478"/>
                </a:lnTo>
                <a:lnTo>
                  <a:pt x="38818" y="158478"/>
                </a:lnTo>
                <a:lnTo>
                  <a:pt x="38817" y="158478"/>
                </a:lnTo>
                <a:lnTo>
                  <a:pt x="38816" y="158478"/>
                </a:lnTo>
                <a:lnTo>
                  <a:pt x="38816" y="158478"/>
                </a:lnTo>
                <a:lnTo>
                  <a:pt x="38815" y="158478"/>
                </a:lnTo>
                <a:lnTo>
                  <a:pt x="38815" y="158478"/>
                </a:lnTo>
                <a:lnTo>
                  <a:pt x="38814" y="158478"/>
                </a:lnTo>
                <a:lnTo>
                  <a:pt x="38814" y="158478"/>
                </a:lnTo>
                <a:lnTo>
                  <a:pt x="38813" y="158478"/>
                </a:lnTo>
                <a:lnTo>
                  <a:pt x="38812" y="158478"/>
                </a:lnTo>
                <a:lnTo>
                  <a:pt x="38812" y="158478"/>
                </a:lnTo>
                <a:lnTo>
                  <a:pt x="38811" y="158478"/>
                </a:lnTo>
                <a:lnTo>
                  <a:pt x="38811" y="158478"/>
                </a:lnTo>
                <a:lnTo>
                  <a:pt x="38810" y="158478"/>
                </a:lnTo>
                <a:lnTo>
                  <a:pt x="38809" y="158478"/>
                </a:lnTo>
                <a:lnTo>
                  <a:pt x="38809" y="158478"/>
                </a:lnTo>
                <a:lnTo>
                  <a:pt x="38808" y="158478"/>
                </a:lnTo>
                <a:lnTo>
                  <a:pt x="38808" y="158478"/>
                </a:lnTo>
                <a:lnTo>
                  <a:pt x="38807" y="158478"/>
                </a:lnTo>
                <a:lnTo>
                  <a:pt x="38806" y="158478"/>
                </a:lnTo>
                <a:lnTo>
                  <a:pt x="38806" y="158478"/>
                </a:lnTo>
                <a:lnTo>
                  <a:pt x="38805" y="158478"/>
                </a:lnTo>
                <a:lnTo>
                  <a:pt x="38805" y="158478"/>
                </a:lnTo>
                <a:lnTo>
                  <a:pt x="38804" y="158478"/>
                </a:lnTo>
                <a:lnTo>
                  <a:pt x="38804" y="158478"/>
                </a:lnTo>
                <a:lnTo>
                  <a:pt x="38803" y="158478"/>
                </a:lnTo>
                <a:lnTo>
                  <a:pt x="38802" y="158478"/>
                </a:lnTo>
                <a:lnTo>
                  <a:pt x="38802" y="158478"/>
                </a:lnTo>
                <a:lnTo>
                  <a:pt x="38801" y="158478"/>
                </a:lnTo>
                <a:lnTo>
                  <a:pt x="38801" y="158478"/>
                </a:lnTo>
                <a:lnTo>
                  <a:pt x="38800" y="158478"/>
                </a:lnTo>
                <a:lnTo>
                  <a:pt x="38799" y="158478"/>
                </a:lnTo>
                <a:lnTo>
                  <a:pt x="38799" y="158478"/>
                </a:lnTo>
                <a:lnTo>
                  <a:pt x="38798" y="158478"/>
                </a:lnTo>
                <a:lnTo>
                  <a:pt x="38798" y="158478"/>
                </a:lnTo>
                <a:lnTo>
                  <a:pt x="38797" y="158478"/>
                </a:lnTo>
                <a:lnTo>
                  <a:pt x="38796" y="158478"/>
                </a:lnTo>
                <a:lnTo>
                  <a:pt x="38796" y="158478"/>
                </a:lnTo>
                <a:lnTo>
                  <a:pt x="38795" y="158478"/>
                </a:lnTo>
                <a:lnTo>
                  <a:pt x="38795" y="158478"/>
                </a:lnTo>
                <a:lnTo>
                  <a:pt x="38794" y="158478"/>
                </a:lnTo>
                <a:lnTo>
                  <a:pt x="38794" y="158478"/>
                </a:lnTo>
                <a:lnTo>
                  <a:pt x="38793" y="158478"/>
                </a:lnTo>
                <a:lnTo>
                  <a:pt x="38792" y="158478"/>
                </a:lnTo>
                <a:lnTo>
                  <a:pt x="38792" y="158478"/>
                </a:lnTo>
                <a:lnTo>
                  <a:pt x="38791" y="158478"/>
                </a:lnTo>
                <a:lnTo>
                  <a:pt x="38791" y="158478"/>
                </a:lnTo>
                <a:lnTo>
                  <a:pt x="38790" y="158478"/>
                </a:lnTo>
                <a:lnTo>
                  <a:pt x="38789" y="158478"/>
                </a:lnTo>
                <a:lnTo>
                  <a:pt x="38789" y="158478"/>
                </a:lnTo>
                <a:lnTo>
                  <a:pt x="38788" y="158478"/>
                </a:lnTo>
                <a:lnTo>
                  <a:pt x="38788" y="158478"/>
                </a:lnTo>
                <a:lnTo>
                  <a:pt x="38787" y="158478"/>
                </a:lnTo>
                <a:lnTo>
                  <a:pt x="38786" y="158478"/>
                </a:lnTo>
                <a:lnTo>
                  <a:pt x="38786" y="158478"/>
                </a:lnTo>
                <a:lnTo>
                  <a:pt x="38785" y="158478"/>
                </a:lnTo>
                <a:lnTo>
                  <a:pt x="38785" y="158478"/>
                </a:lnTo>
                <a:lnTo>
                  <a:pt x="38784" y="158478"/>
                </a:lnTo>
                <a:lnTo>
                  <a:pt x="38784" y="158478"/>
                </a:lnTo>
                <a:lnTo>
                  <a:pt x="38783" y="158478"/>
                </a:lnTo>
                <a:lnTo>
                  <a:pt x="38782" y="158478"/>
                </a:lnTo>
                <a:lnTo>
                  <a:pt x="38782" y="158478"/>
                </a:lnTo>
                <a:lnTo>
                  <a:pt x="38781" y="158478"/>
                </a:lnTo>
                <a:lnTo>
                  <a:pt x="38781" y="158478"/>
                </a:lnTo>
                <a:lnTo>
                  <a:pt x="38780" y="158478"/>
                </a:lnTo>
                <a:lnTo>
                  <a:pt x="38779" y="158478"/>
                </a:lnTo>
                <a:lnTo>
                  <a:pt x="38779" y="158478"/>
                </a:lnTo>
                <a:lnTo>
                  <a:pt x="38778" y="158478"/>
                </a:lnTo>
                <a:lnTo>
                  <a:pt x="38778" y="158478"/>
                </a:lnTo>
                <a:lnTo>
                  <a:pt x="38777" y="158478"/>
                </a:lnTo>
                <a:lnTo>
                  <a:pt x="38776" y="158478"/>
                </a:lnTo>
                <a:lnTo>
                  <a:pt x="38776" y="158478"/>
                </a:lnTo>
                <a:lnTo>
                  <a:pt x="38775" y="158478"/>
                </a:lnTo>
                <a:lnTo>
                  <a:pt x="38775" y="158478"/>
                </a:lnTo>
                <a:lnTo>
                  <a:pt x="38774" y="158478"/>
                </a:lnTo>
                <a:lnTo>
                  <a:pt x="38774" y="158478"/>
                </a:lnTo>
                <a:lnTo>
                  <a:pt x="38773" y="158478"/>
                </a:lnTo>
                <a:lnTo>
                  <a:pt x="38772" y="158478"/>
                </a:lnTo>
                <a:lnTo>
                  <a:pt x="38772" y="158478"/>
                </a:lnTo>
                <a:lnTo>
                  <a:pt x="38771" y="158478"/>
                </a:lnTo>
                <a:lnTo>
                  <a:pt x="38771" y="158478"/>
                </a:lnTo>
                <a:lnTo>
                  <a:pt x="38770" y="158478"/>
                </a:lnTo>
                <a:lnTo>
                  <a:pt x="38769" y="158478"/>
                </a:lnTo>
                <a:lnTo>
                  <a:pt x="38769" y="158478"/>
                </a:lnTo>
                <a:lnTo>
                  <a:pt x="38768" y="158478"/>
                </a:lnTo>
                <a:lnTo>
                  <a:pt x="38768" y="158478"/>
                </a:lnTo>
                <a:lnTo>
                  <a:pt x="38767" y="158478"/>
                </a:lnTo>
                <a:lnTo>
                  <a:pt x="38766" y="158478"/>
                </a:lnTo>
                <a:lnTo>
                  <a:pt x="38766" y="158478"/>
                </a:lnTo>
                <a:lnTo>
                  <a:pt x="38765" y="158478"/>
                </a:lnTo>
                <a:lnTo>
                  <a:pt x="38765" y="158478"/>
                </a:lnTo>
                <a:lnTo>
                  <a:pt x="38764" y="158478"/>
                </a:lnTo>
                <a:lnTo>
                  <a:pt x="38764" y="158478"/>
                </a:lnTo>
                <a:lnTo>
                  <a:pt x="38763" y="158478"/>
                </a:lnTo>
                <a:lnTo>
                  <a:pt x="38762" y="158478"/>
                </a:lnTo>
                <a:lnTo>
                  <a:pt x="38762" y="158478"/>
                </a:lnTo>
                <a:lnTo>
                  <a:pt x="38761" y="158478"/>
                </a:lnTo>
                <a:lnTo>
                  <a:pt x="38761" y="158478"/>
                </a:lnTo>
                <a:lnTo>
                  <a:pt x="38760" y="158478"/>
                </a:lnTo>
                <a:lnTo>
                  <a:pt x="38759" y="158478"/>
                </a:lnTo>
                <a:lnTo>
                  <a:pt x="38759" y="158478"/>
                </a:lnTo>
                <a:lnTo>
                  <a:pt x="38758" y="158478"/>
                </a:lnTo>
                <a:lnTo>
                  <a:pt x="38758" y="158478"/>
                </a:lnTo>
                <a:lnTo>
                  <a:pt x="38757" y="158478"/>
                </a:lnTo>
                <a:lnTo>
                  <a:pt x="38756" y="158478"/>
                </a:lnTo>
                <a:lnTo>
                  <a:pt x="38756" y="158478"/>
                </a:lnTo>
                <a:lnTo>
                  <a:pt x="38755" y="158478"/>
                </a:lnTo>
                <a:lnTo>
                  <a:pt x="38755" y="158478"/>
                </a:lnTo>
                <a:lnTo>
                  <a:pt x="38754" y="158478"/>
                </a:lnTo>
                <a:lnTo>
                  <a:pt x="38754" y="158478"/>
                </a:lnTo>
                <a:lnTo>
                  <a:pt x="38753" y="158478"/>
                </a:lnTo>
                <a:lnTo>
                  <a:pt x="38752" y="158478"/>
                </a:lnTo>
                <a:lnTo>
                  <a:pt x="38752" y="158478"/>
                </a:lnTo>
                <a:lnTo>
                  <a:pt x="38751" y="158478"/>
                </a:lnTo>
                <a:lnTo>
                  <a:pt x="38751" y="158478"/>
                </a:lnTo>
                <a:lnTo>
                  <a:pt x="38750" y="158478"/>
                </a:lnTo>
                <a:lnTo>
                  <a:pt x="38749" y="158478"/>
                </a:lnTo>
                <a:lnTo>
                  <a:pt x="38749" y="158478"/>
                </a:lnTo>
                <a:lnTo>
                  <a:pt x="38748" y="158478"/>
                </a:lnTo>
                <a:lnTo>
                  <a:pt x="38748" y="158478"/>
                </a:lnTo>
                <a:lnTo>
                  <a:pt x="38747" y="158478"/>
                </a:lnTo>
                <a:lnTo>
                  <a:pt x="38747" y="158478"/>
                </a:lnTo>
                <a:lnTo>
                  <a:pt x="38746" y="158478"/>
                </a:lnTo>
                <a:lnTo>
                  <a:pt x="38745" y="158478"/>
                </a:lnTo>
                <a:lnTo>
                  <a:pt x="38745" y="158478"/>
                </a:lnTo>
                <a:lnTo>
                  <a:pt x="38744" y="158478"/>
                </a:lnTo>
                <a:lnTo>
                  <a:pt x="38744" y="158478"/>
                </a:lnTo>
                <a:lnTo>
                  <a:pt x="38743" y="158478"/>
                </a:lnTo>
                <a:lnTo>
                  <a:pt x="38742" y="158478"/>
                </a:lnTo>
                <a:lnTo>
                  <a:pt x="38742" y="158478"/>
                </a:lnTo>
                <a:lnTo>
                  <a:pt x="38741" y="158478"/>
                </a:lnTo>
                <a:lnTo>
                  <a:pt x="38741" y="158478"/>
                </a:lnTo>
                <a:lnTo>
                  <a:pt x="38740" y="158478"/>
                </a:lnTo>
                <a:lnTo>
                  <a:pt x="38739" y="158478"/>
                </a:lnTo>
                <a:lnTo>
                  <a:pt x="38739" y="158478"/>
                </a:lnTo>
                <a:lnTo>
                  <a:pt x="38738" y="158478"/>
                </a:lnTo>
                <a:lnTo>
                  <a:pt x="38738" y="158478"/>
                </a:lnTo>
                <a:lnTo>
                  <a:pt x="38737" y="158478"/>
                </a:lnTo>
                <a:lnTo>
                  <a:pt x="38737" y="158478"/>
                </a:lnTo>
                <a:lnTo>
                  <a:pt x="38736" y="158478"/>
                </a:lnTo>
                <a:lnTo>
                  <a:pt x="38735" y="158478"/>
                </a:lnTo>
                <a:lnTo>
                  <a:pt x="38735" y="158478"/>
                </a:lnTo>
                <a:lnTo>
                  <a:pt x="38734" y="158478"/>
                </a:lnTo>
                <a:lnTo>
                  <a:pt x="38734" y="158478"/>
                </a:lnTo>
                <a:lnTo>
                  <a:pt x="38733" y="158478"/>
                </a:lnTo>
                <a:lnTo>
                  <a:pt x="38732" y="158478"/>
                </a:lnTo>
                <a:lnTo>
                  <a:pt x="38732" y="158478"/>
                </a:lnTo>
                <a:lnTo>
                  <a:pt x="38731" y="158478"/>
                </a:lnTo>
                <a:lnTo>
                  <a:pt x="38731" y="158478"/>
                </a:lnTo>
                <a:lnTo>
                  <a:pt x="38730" y="158478"/>
                </a:lnTo>
                <a:lnTo>
                  <a:pt x="38730" y="158478"/>
                </a:lnTo>
                <a:lnTo>
                  <a:pt x="38729" y="158478"/>
                </a:lnTo>
                <a:lnTo>
                  <a:pt x="38728" y="158478"/>
                </a:lnTo>
                <a:lnTo>
                  <a:pt x="38728" y="158478"/>
                </a:lnTo>
                <a:lnTo>
                  <a:pt x="38727" y="158478"/>
                </a:lnTo>
                <a:lnTo>
                  <a:pt x="38727" y="158478"/>
                </a:lnTo>
                <a:lnTo>
                  <a:pt x="38726" y="158478"/>
                </a:lnTo>
                <a:lnTo>
                  <a:pt x="38725" y="158478"/>
                </a:lnTo>
                <a:lnTo>
                  <a:pt x="38725" y="158478"/>
                </a:lnTo>
                <a:lnTo>
                  <a:pt x="38724" y="158478"/>
                </a:lnTo>
                <a:lnTo>
                  <a:pt x="38724" y="158478"/>
                </a:lnTo>
                <a:lnTo>
                  <a:pt x="38723" y="158478"/>
                </a:lnTo>
                <a:lnTo>
                  <a:pt x="38723" y="158478"/>
                </a:lnTo>
                <a:lnTo>
                  <a:pt x="38722" y="158478"/>
                </a:lnTo>
                <a:lnTo>
                  <a:pt x="38721" y="158478"/>
                </a:lnTo>
                <a:lnTo>
                  <a:pt x="38721" y="158478"/>
                </a:lnTo>
                <a:lnTo>
                  <a:pt x="38720" y="158478"/>
                </a:lnTo>
                <a:lnTo>
                  <a:pt x="38720" y="158478"/>
                </a:lnTo>
                <a:lnTo>
                  <a:pt x="38719" y="158478"/>
                </a:lnTo>
                <a:lnTo>
                  <a:pt x="38718" y="158478"/>
                </a:lnTo>
                <a:lnTo>
                  <a:pt x="38718" y="158478"/>
                </a:lnTo>
                <a:lnTo>
                  <a:pt x="38717" y="158478"/>
                </a:lnTo>
                <a:lnTo>
                  <a:pt x="38717" y="158478"/>
                </a:lnTo>
                <a:lnTo>
                  <a:pt x="38716" y="158478"/>
                </a:lnTo>
                <a:lnTo>
                  <a:pt x="38715" y="158478"/>
                </a:lnTo>
                <a:lnTo>
                  <a:pt x="38715" y="158478"/>
                </a:lnTo>
                <a:lnTo>
                  <a:pt x="38714" y="158478"/>
                </a:lnTo>
                <a:lnTo>
                  <a:pt x="38714" y="158478"/>
                </a:lnTo>
                <a:lnTo>
                  <a:pt x="38713" y="158478"/>
                </a:lnTo>
                <a:lnTo>
                  <a:pt x="38713" y="158478"/>
                </a:lnTo>
                <a:lnTo>
                  <a:pt x="38712" y="158478"/>
                </a:lnTo>
                <a:lnTo>
                  <a:pt x="38711" y="158478"/>
                </a:lnTo>
                <a:lnTo>
                  <a:pt x="38711" y="158478"/>
                </a:lnTo>
                <a:lnTo>
                  <a:pt x="38710" y="158478"/>
                </a:lnTo>
                <a:lnTo>
                  <a:pt x="38710" y="158478"/>
                </a:lnTo>
                <a:lnTo>
                  <a:pt x="38709" y="158478"/>
                </a:lnTo>
                <a:lnTo>
                  <a:pt x="38708" y="158478"/>
                </a:lnTo>
                <a:lnTo>
                  <a:pt x="38708" y="158478"/>
                </a:lnTo>
                <a:lnTo>
                  <a:pt x="38707" y="158478"/>
                </a:lnTo>
                <a:lnTo>
                  <a:pt x="38707" y="158478"/>
                </a:lnTo>
                <a:lnTo>
                  <a:pt x="38706" y="158478"/>
                </a:lnTo>
                <a:lnTo>
                  <a:pt x="38706" y="158478"/>
                </a:lnTo>
                <a:lnTo>
                  <a:pt x="38705" y="158478"/>
                </a:lnTo>
                <a:lnTo>
                  <a:pt x="38704" y="158478"/>
                </a:lnTo>
                <a:lnTo>
                  <a:pt x="38704" y="158478"/>
                </a:lnTo>
                <a:lnTo>
                  <a:pt x="38703" y="158478"/>
                </a:lnTo>
                <a:lnTo>
                  <a:pt x="38703" y="158478"/>
                </a:lnTo>
                <a:lnTo>
                  <a:pt x="38702" y="158478"/>
                </a:lnTo>
                <a:lnTo>
                  <a:pt x="38701" y="158478"/>
                </a:lnTo>
                <a:lnTo>
                  <a:pt x="38701" y="158478"/>
                </a:lnTo>
                <a:lnTo>
                  <a:pt x="38700" y="158478"/>
                </a:lnTo>
                <a:lnTo>
                  <a:pt x="38700" y="158478"/>
                </a:lnTo>
                <a:lnTo>
                  <a:pt x="38699" y="158478"/>
                </a:lnTo>
                <a:lnTo>
                  <a:pt x="38699" y="158478"/>
                </a:lnTo>
                <a:lnTo>
                  <a:pt x="38698" y="158478"/>
                </a:lnTo>
                <a:lnTo>
                  <a:pt x="38697" y="158478"/>
                </a:lnTo>
                <a:lnTo>
                  <a:pt x="38697" y="158478"/>
                </a:lnTo>
                <a:lnTo>
                  <a:pt x="38696" y="158478"/>
                </a:lnTo>
                <a:lnTo>
                  <a:pt x="38696" y="158478"/>
                </a:lnTo>
                <a:lnTo>
                  <a:pt x="38695" y="158478"/>
                </a:lnTo>
                <a:lnTo>
                  <a:pt x="38694" y="158478"/>
                </a:lnTo>
                <a:lnTo>
                  <a:pt x="38694" y="158478"/>
                </a:lnTo>
                <a:lnTo>
                  <a:pt x="38693" y="158478"/>
                </a:lnTo>
                <a:lnTo>
                  <a:pt x="38693" y="158478"/>
                </a:lnTo>
                <a:lnTo>
                  <a:pt x="38692" y="158478"/>
                </a:lnTo>
                <a:lnTo>
                  <a:pt x="38692" y="158478"/>
                </a:lnTo>
                <a:lnTo>
                  <a:pt x="38691" y="158478"/>
                </a:lnTo>
                <a:lnTo>
                  <a:pt x="38690" y="158478"/>
                </a:lnTo>
                <a:lnTo>
                  <a:pt x="38690" y="158478"/>
                </a:lnTo>
                <a:lnTo>
                  <a:pt x="38689" y="158478"/>
                </a:lnTo>
                <a:lnTo>
                  <a:pt x="38689" y="158478"/>
                </a:lnTo>
                <a:lnTo>
                  <a:pt x="38688" y="158478"/>
                </a:lnTo>
                <a:lnTo>
                  <a:pt x="38687" y="158478"/>
                </a:lnTo>
                <a:lnTo>
                  <a:pt x="38687" y="158478"/>
                </a:lnTo>
                <a:lnTo>
                  <a:pt x="38686" y="158478"/>
                </a:lnTo>
                <a:lnTo>
                  <a:pt x="38686" y="158478"/>
                </a:lnTo>
                <a:lnTo>
                  <a:pt x="38685" y="158478"/>
                </a:lnTo>
                <a:lnTo>
                  <a:pt x="38685" y="158478"/>
                </a:lnTo>
                <a:lnTo>
                  <a:pt x="38684" y="158478"/>
                </a:lnTo>
                <a:lnTo>
                  <a:pt x="38683" y="158478"/>
                </a:lnTo>
                <a:lnTo>
                  <a:pt x="38683" y="158478"/>
                </a:lnTo>
                <a:lnTo>
                  <a:pt x="38682" y="158478"/>
                </a:lnTo>
                <a:lnTo>
                  <a:pt x="38682" y="158478"/>
                </a:lnTo>
                <a:lnTo>
                  <a:pt x="38681" y="158478"/>
                </a:lnTo>
                <a:lnTo>
                  <a:pt x="38680" y="158478"/>
                </a:lnTo>
                <a:lnTo>
                  <a:pt x="38680" y="158478"/>
                </a:lnTo>
                <a:lnTo>
                  <a:pt x="38679" y="158478"/>
                </a:lnTo>
                <a:lnTo>
                  <a:pt x="38679" y="158478"/>
                </a:lnTo>
                <a:lnTo>
                  <a:pt x="38678" y="158478"/>
                </a:lnTo>
                <a:lnTo>
                  <a:pt x="38678" y="158478"/>
                </a:lnTo>
                <a:lnTo>
                  <a:pt x="38677" y="158478"/>
                </a:lnTo>
                <a:lnTo>
                  <a:pt x="38676" y="158478"/>
                </a:lnTo>
                <a:lnTo>
                  <a:pt x="38676" y="158478"/>
                </a:lnTo>
                <a:lnTo>
                  <a:pt x="38675" y="158478"/>
                </a:lnTo>
                <a:lnTo>
                  <a:pt x="38675" y="158478"/>
                </a:lnTo>
                <a:lnTo>
                  <a:pt x="38674" y="158478"/>
                </a:lnTo>
                <a:lnTo>
                  <a:pt x="38673" y="158478"/>
                </a:lnTo>
                <a:lnTo>
                  <a:pt x="38673" y="158478"/>
                </a:lnTo>
                <a:lnTo>
                  <a:pt x="38672" y="158478"/>
                </a:lnTo>
                <a:lnTo>
                  <a:pt x="38672" y="158478"/>
                </a:lnTo>
                <a:lnTo>
                  <a:pt x="38671" y="158478"/>
                </a:lnTo>
                <a:lnTo>
                  <a:pt x="38671" y="158478"/>
                </a:lnTo>
                <a:lnTo>
                  <a:pt x="38670" y="158478"/>
                </a:lnTo>
                <a:lnTo>
                  <a:pt x="38669" y="158478"/>
                </a:lnTo>
                <a:lnTo>
                  <a:pt x="38669" y="158478"/>
                </a:lnTo>
                <a:lnTo>
                  <a:pt x="38668" y="158478"/>
                </a:lnTo>
                <a:lnTo>
                  <a:pt x="38668" y="158478"/>
                </a:lnTo>
                <a:lnTo>
                  <a:pt x="38667" y="158478"/>
                </a:lnTo>
                <a:lnTo>
                  <a:pt x="38666" y="158478"/>
                </a:lnTo>
                <a:lnTo>
                  <a:pt x="38666" y="158478"/>
                </a:lnTo>
                <a:lnTo>
                  <a:pt x="38665" y="158478"/>
                </a:lnTo>
                <a:lnTo>
                  <a:pt x="38665" y="158478"/>
                </a:lnTo>
                <a:lnTo>
                  <a:pt x="38664" y="158478"/>
                </a:lnTo>
                <a:lnTo>
                  <a:pt x="38664" y="158478"/>
                </a:lnTo>
                <a:lnTo>
                  <a:pt x="38663" y="158478"/>
                </a:lnTo>
                <a:lnTo>
                  <a:pt x="38662" y="158478"/>
                </a:lnTo>
                <a:lnTo>
                  <a:pt x="38662" y="158478"/>
                </a:lnTo>
                <a:lnTo>
                  <a:pt x="38661" y="158478"/>
                </a:lnTo>
                <a:lnTo>
                  <a:pt x="38661" y="158478"/>
                </a:lnTo>
                <a:lnTo>
                  <a:pt x="38660" y="158478"/>
                </a:lnTo>
                <a:lnTo>
                  <a:pt x="38660" y="158478"/>
                </a:lnTo>
                <a:lnTo>
                  <a:pt x="38659" y="158478"/>
                </a:lnTo>
                <a:lnTo>
                  <a:pt x="38658" y="158478"/>
                </a:lnTo>
                <a:lnTo>
                  <a:pt x="38658" y="158478"/>
                </a:lnTo>
                <a:lnTo>
                  <a:pt x="38657" y="158478"/>
                </a:lnTo>
                <a:lnTo>
                  <a:pt x="38657" y="158478"/>
                </a:lnTo>
                <a:lnTo>
                  <a:pt x="38656" y="158478"/>
                </a:lnTo>
                <a:lnTo>
                  <a:pt x="38655" y="158478"/>
                </a:lnTo>
                <a:lnTo>
                  <a:pt x="38655" y="158478"/>
                </a:lnTo>
                <a:lnTo>
                  <a:pt x="38654" y="158478"/>
                </a:lnTo>
                <a:lnTo>
                  <a:pt x="38654" y="158478"/>
                </a:lnTo>
                <a:lnTo>
                  <a:pt x="38653" y="158478"/>
                </a:lnTo>
                <a:lnTo>
                  <a:pt x="38653" y="158478"/>
                </a:lnTo>
                <a:lnTo>
                  <a:pt x="38652" y="158478"/>
                </a:lnTo>
                <a:lnTo>
                  <a:pt x="38651" y="158478"/>
                </a:lnTo>
                <a:lnTo>
                  <a:pt x="38651" y="158478"/>
                </a:lnTo>
                <a:lnTo>
                  <a:pt x="38650" y="158478"/>
                </a:lnTo>
                <a:lnTo>
                  <a:pt x="38650" y="158478"/>
                </a:lnTo>
                <a:lnTo>
                  <a:pt x="38649" y="158478"/>
                </a:lnTo>
                <a:lnTo>
                  <a:pt x="38648" y="158478"/>
                </a:lnTo>
                <a:lnTo>
                  <a:pt x="38648" y="158478"/>
                </a:lnTo>
                <a:lnTo>
                  <a:pt x="38647" y="158478"/>
                </a:lnTo>
                <a:lnTo>
                  <a:pt x="38647" y="158478"/>
                </a:lnTo>
                <a:lnTo>
                  <a:pt x="38646" y="158478"/>
                </a:lnTo>
                <a:lnTo>
                  <a:pt x="38646" y="158478"/>
                </a:lnTo>
                <a:lnTo>
                  <a:pt x="38645" y="158478"/>
                </a:lnTo>
                <a:lnTo>
                  <a:pt x="38644" y="158478"/>
                </a:lnTo>
                <a:lnTo>
                  <a:pt x="38644" y="158478"/>
                </a:lnTo>
                <a:lnTo>
                  <a:pt x="38643" y="158478"/>
                </a:lnTo>
                <a:lnTo>
                  <a:pt x="38643" y="158478"/>
                </a:lnTo>
                <a:lnTo>
                  <a:pt x="38642" y="158478"/>
                </a:lnTo>
                <a:lnTo>
                  <a:pt x="38641" y="158478"/>
                </a:lnTo>
                <a:lnTo>
                  <a:pt x="38641" y="158478"/>
                </a:lnTo>
                <a:lnTo>
                  <a:pt x="38640" y="158478"/>
                </a:lnTo>
                <a:lnTo>
                  <a:pt x="38640" y="158478"/>
                </a:lnTo>
                <a:lnTo>
                  <a:pt x="38639" y="158478"/>
                </a:lnTo>
                <a:lnTo>
                  <a:pt x="38639" y="158478"/>
                </a:lnTo>
                <a:lnTo>
                  <a:pt x="38638" y="158478"/>
                </a:lnTo>
                <a:lnTo>
                  <a:pt x="38637" y="158478"/>
                </a:lnTo>
                <a:lnTo>
                  <a:pt x="38637" y="158478"/>
                </a:lnTo>
                <a:lnTo>
                  <a:pt x="38636" y="158478"/>
                </a:lnTo>
                <a:lnTo>
                  <a:pt x="38636" y="158478"/>
                </a:lnTo>
                <a:lnTo>
                  <a:pt x="38635" y="158478"/>
                </a:lnTo>
                <a:lnTo>
                  <a:pt x="38635" y="158478"/>
                </a:lnTo>
                <a:lnTo>
                  <a:pt x="38634" y="158478"/>
                </a:lnTo>
                <a:lnTo>
                  <a:pt x="38633" y="158478"/>
                </a:lnTo>
                <a:lnTo>
                  <a:pt x="38633" y="158478"/>
                </a:lnTo>
                <a:lnTo>
                  <a:pt x="38632" y="158478"/>
                </a:lnTo>
                <a:lnTo>
                  <a:pt x="38632" y="158478"/>
                </a:lnTo>
                <a:lnTo>
                  <a:pt x="38631" y="158478"/>
                </a:lnTo>
                <a:lnTo>
                  <a:pt x="38630" y="158478"/>
                </a:lnTo>
                <a:lnTo>
                  <a:pt x="38630" y="158478"/>
                </a:lnTo>
                <a:lnTo>
                  <a:pt x="38629" y="158478"/>
                </a:lnTo>
                <a:lnTo>
                  <a:pt x="38629" y="158478"/>
                </a:lnTo>
                <a:lnTo>
                  <a:pt x="38628" y="158478"/>
                </a:lnTo>
                <a:lnTo>
                  <a:pt x="38628" y="158478"/>
                </a:lnTo>
                <a:lnTo>
                  <a:pt x="38627" y="158478"/>
                </a:lnTo>
                <a:lnTo>
                  <a:pt x="38626" y="158478"/>
                </a:lnTo>
                <a:lnTo>
                  <a:pt x="38626" y="158478"/>
                </a:lnTo>
                <a:lnTo>
                  <a:pt x="38625" y="158478"/>
                </a:lnTo>
                <a:lnTo>
                  <a:pt x="38625" y="158478"/>
                </a:lnTo>
                <a:lnTo>
                  <a:pt x="38624" y="158478"/>
                </a:lnTo>
                <a:lnTo>
                  <a:pt x="38624" y="158478"/>
                </a:lnTo>
                <a:lnTo>
                  <a:pt x="38623" y="158478"/>
                </a:lnTo>
                <a:lnTo>
                  <a:pt x="38622" y="158478"/>
                </a:lnTo>
                <a:lnTo>
                  <a:pt x="38622" y="158478"/>
                </a:lnTo>
                <a:lnTo>
                  <a:pt x="38621" y="158478"/>
                </a:lnTo>
                <a:lnTo>
                  <a:pt x="38621" y="158478"/>
                </a:lnTo>
                <a:lnTo>
                  <a:pt x="38620" y="158478"/>
                </a:lnTo>
                <a:lnTo>
                  <a:pt x="38619" y="158478"/>
                </a:lnTo>
                <a:lnTo>
                  <a:pt x="38619" y="158478"/>
                </a:lnTo>
                <a:lnTo>
                  <a:pt x="38618" y="158478"/>
                </a:lnTo>
                <a:lnTo>
                  <a:pt x="38618" y="158478"/>
                </a:lnTo>
                <a:lnTo>
                  <a:pt x="38617" y="158478"/>
                </a:lnTo>
                <a:lnTo>
                  <a:pt x="38617" y="158478"/>
                </a:lnTo>
                <a:lnTo>
                  <a:pt x="38616" y="158478"/>
                </a:lnTo>
                <a:lnTo>
                  <a:pt x="38615" y="158478"/>
                </a:lnTo>
                <a:lnTo>
                  <a:pt x="38615" y="158478"/>
                </a:lnTo>
                <a:lnTo>
                  <a:pt x="38614" y="158478"/>
                </a:lnTo>
                <a:lnTo>
                  <a:pt x="38614" y="158478"/>
                </a:lnTo>
                <a:lnTo>
                  <a:pt x="38613" y="158478"/>
                </a:lnTo>
                <a:lnTo>
                  <a:pt x="38612" y="158478"/>
                </a:lnTo>
                <a:lnTo>
                  <a:pt x="38612" y="158478"/>
                </a:lnTo>
                <a:lnTo>
                  <a:pt x="38611" y="158478"/>
                </a:lnTo>
                <a:lnTo>
                  <a:pt x="38611" y="158478"/>
                </a:lnTo>
                <a:lnTo>
                  <a:pt x="38610" y="158478"/>
                </a:lnTo>
                <a:lnTo>
                  <a:pt x="38610" y="158478"/>
                </a:lnTo>
                <a:lnTo>
                  <a:pt x="38609" y="158478"/>
                </a:lnTo>
                <a:lnTo>
                  <a:pt x="38608" y="158478"/>
                </a:lnTo>
                <a:lnTo>
                  <a:pt x="38608" y="158478"/>
                </a:lnTo>
                <a:lnTo>
                  <a:pt x="38607" y="158478"/>
                </a:lnTo>
                <a:lnTo>
                  <a:pt x="38607" y="158478"/>
                </a:lnTo>
                <a:lnTo>
                  <a:pt x="38606" y="158478"/>
                </a:lnTo>
                <a:lnTo>
                  <a:pt x="38606" y="158478"/>
                </a:lnTo>
                <a:lnTo>
                  <a:pt x="38605" y="158478"/>
                </a:lnTo>
                <a:lnTo>
                  <a:pt x="38604" y="158478"/>
                </a:lnTo>
                <a:lnTo>
                  <a:pt x="38604" y="158478"/>
                </a:lnTo>
                <a:lnTo>
                  <a:pt x="38603" y="158478"/>
                </a:lnTo>
                <a:lnTo>
                  <a:pt x="38603" y="158478"/>
                </a:lnTo>
                <a:lnTo>
                  <a:pt x="38602" y="158478"/>
                </a:lnTo>
                <a:lnTo>
                  <a:pt x="38601" y="158478"/>
                </a:lnTo>
                <a:lnTo>
                  <a:pt x="38601" y="158478"/>
                </a:lnTo>
                <a:lnTo>
                  <a:pt x="38600" y="158478"/>
                </a:lnTo>
                <a:lnTo>
                  <a:pt x="38600" y="158478"/>
                </a:lnTo>
                <a:lnTo>
                  <a:pt x="38599" y="158478"/>
                </a:lnTo>
                <a:lnTo>
                  <a:pt x="38599" y="158478"/>
                </a:lnTo>
                <a:lnTo>
                  <a:pt x="38598" y="158478"/>
                </a:lnTo>
                <a:lnTo>
                  <a:pt x="38597" y="158478"/>
                </a:lnTo>
                <a:lnTo>
                  <a:pt x="38597" y="158478"/>
                </a:lnTo>
                <a:lnTo>
                  <a:pt x="38596" y="158478"/>
                </a:lnTo>
                <a:lnTo>
                  <a:pt x="38596" y="158478"/>
                </a:lnTo>
                <a:lnTo>
                  <a:pt x="38595" y="158478"/>
                </a:lnTo>
                <a:lnTo>
                  <a:pt x="38595" y="158478"/>
                </a:lnTo>
                <a:lnTo>
                  <a:pt x="38594" y="158478"/>
                </a:lnTo>
                <a:lnTo>
                  <a:pt x="38593" y="158478"/>
                </a:lnTo>
                <a:lnTo>
                  <a:pt x="38593" y="158478"/>
                </a:lnTo>
                <a:lnTo>
                  <a:pt x="38592" y="158478"/>
                </a:lnTo>
                <a:lnTo>
                  <a:pt x="38592" y="158478"/>
                </a:lnTo>
                <a:lnTo>
                  <a:pt x="38591" y="158478"/>
                </a:lnTo>
                <a:lnTo>
                  <a:pt x="38590" y="158478"/>
                </a:lnTo>
                <a:lnTo>
                  <a:pt x="38590" y="158478"/>
                </a:lnTo>
                <a:lnTo>
                  <a:pt x="38589" y="158478"/>
                </a:lnTo>
                <a:lnTo>
                  <a:pt x="38589" y="158478"/>
                </a:lnTo>
                <a:lnTo>
                  <a:pt x="38588" y="158478"/>
                </a:lnTo>
                <a:lnTo>
                  <a:pt x="38588" y="158478"/>
                </a:lnTo>
                <a:lnTo>
                  <a:pt x="38587" y="158478"/>
                </a:lnTo>
                <a:lnTo>
                  <a:pt x="38586" y="158478"/>
                </a:lnTo>
                <a:lnTo>
                  <a:pt x="38586" y="158478"/>
                </a:lnTo>
                <a:lnTo>
                  <a:pt x="38585" y="158478"/>
                </a:lnTo>
                <a:lnTo>
                  <a:pt x="38585" y="158478"/>
                </a:lnTo>
                <a:lnTo>
                  <a:pt x="38584" y="158478"/>
                </a:lnTo>
                <a:lnTo>
                  <a:pt x="38584" y="158478"/>
                </a:lnTo>
                <a:lnTo>
                  <a:pt x="38583" y="158478"/>
                </a:lnTo>
                <a:lnTo>
                  <a:pt x="38582" y="158478"/>
                </a:lnTo>
                <a:lnTo>
                  <a:pt x="38582" y="158478"/>
                </a:lnTo>
                <a:lnTo>
                  <a:pt x="38581" y="158478"/>
                </a:lnTo>
                <a:lnTo>
                  <a:pt x="38581" y="158478"/>
                </a:lnTo>
                <a:lnTo>
                  <a:pt x="38580" y="158478"/>
                </a:lnTo>
                <a:lnTo>
                  <a:pt x="38580" y="158478"/>
                </a:lnTo>
                <a:lnTo>
                  <a:pt x="38579" y="158478"/>
                </a:lnTo>
                <a:lnTo>
                  <a:pt x="38578" y="158478"/>
                </a:lnTo>
                <a:lnTo>
                  <a:pt x="38578" y="158478"/>
                </a:lnTo>
                <a:lnTo>
                  <a:pt x="38577" y="158478"/>
                </a:lnTo>
                <a:lnTo>
                  <a:pt x="38577" y="158478"/>
                </a:lnTo>
                <a:lnTo>
                  <a:pt x="38576" y="158478"/>
                </a:lnTo>
                <a:lnTo>
                  <a:pt x="38575" y="158478"/>
                </a:lnTo>
                <a:lnTo>
                  <a:pt x="38575" y="158478"/>
                </a:lnTo>
                <a:lnTo>
                  <a:pt x="38574" y="158478"/>
                </a:lnTo>
                <a:lnTo>
                  <a:pt x="38574" y="158478"/>
                </a:lnTo>
                <a:lnTo>
                  <a:pt x="38573" y="158478"/>
                </a:lnTo>
                <a:lnTo>
                  <a:pt x="38573" y="158478"/>
                </a:lnTo>
                <a:lnTo>
                  <a:pt x="38572" y="158478"/>
                </a:lnTo>
                <a:lnTo>
                  <a:pt x="38571" y="158478"/>
                </a:lnTo>
                <a:lnTo>
                  <a:pt x="38571" y="158478"/>
                </a:lnTo>
                <a:lnTo>
                  <a:pt x="38570" y="158478"/>
                </a:lnTo>
                <a:lnTo>
                  <a:pt x="38570" y="158478"/>
                </a:lnTo>
                <a:lnTo>
                  <a:pt x="38569" y="158478"/>
                </a:lnTo>
                <a:lnTo>
                  <a:pt x="38569" y="158478"/>
                </a:lnTo>
                <a:lnTo>
                  <a:pt x="38568" y="158478"/>
                </a:lnTo>
                <a:lnTo>
                  <a:pt x="38567" y="158478"/>
                </a:lnTo>
                <a:lnTo>
                  <a:pt x="38567" y="158478"/>
                </a:lnTo>
                <a:lnTo>
                  <a:pt x="38566" y="158478"/>
                </a:lnTo>
                <a:lnTo>
                  <a:pt x="38566" y="158478"/>
                </a:lnTo>
                <a:lnTo>
                  <a:pt x="38565" y="158478"/>
                </a:lnTo>
                <a:lnTo>
                  <a:pt x="38565" y="158478"/>
                </a:lnTo>
                <a:lnTo>
                  <a:pt x="38564" y="158478"/>
                </a:lnTo>
                <a:lnTo>
                  <a:pt x="38563" y="158478"/>
                </a:lnTo>
                <a:lnTo>
                  <a:pt x="38563" y="158478"/>
                </a:lnTo>
                <a:lnTo>
                  <a:pt x="38562" y="158478"/>
                </a:lnTo>
                <a:lnTo>
                  <a:pt x="38562" y="158478"/>
                </a:lnTo>
                <a:lnTo>
                  <a:pt x="38561" y="158478"/>
                </a:lnTo>
                <a:lnTo>
                  <a:pt x="38560" y="158478"/>
                </a:lnTo>
                <a:lnTo>
                  <a:pt x="38560" y="158478"/>
                </a:lnTo>
                <a:lnTo>
                  <a:pt x="38559" y="158478"/>
                </a:lnTo>
                <a:lnTo>
                  <a:pt x="38559" y="158478"/>
                </a:lnTo>
                <a:lnTo>
                  <a:pt x="38558" y="158478"/>
                </a:lnTo>
                <a:lnTo>
                  <a:pt x="38558" y="158478"/>
                </a:lnTo>
                <a:lnTo>
                  <a:pt x="38557" y="158478"/>
                </a:lnTo>
                <a:lnTo>
                  <a:pt x="38556" y="158478"/>
                </a:lnTo>
                <a:lnTo>
                  <a:pt x="38556" y="158478"/>
                </a:lnTo>
                <a:lnTo>
                  <a:pt x="38555" y="158478"/>
                </a:lnTo>
                <a:lnTo>
                  <a:pt x="38555" y="158478"/>
                </a:lnTo>
                <a:lnTo>
                  <a:pt x="38554" y="158478"/>
                </a:lnTo>
                <a:lnTo>
                  <a:pt x="38554" y="158478"/>
                </a:lnTo>
                <a:lnTo>
                  <a:pt x="38553" y="158478"/>
                </a:lnTo>
                <a:lnTo>
                  <a:pt x="38552" y="158478"/>
                </a:lnTo>
                <a:lnTo>
                  <a:pt x="38552" y="158478"/>
                </a:lnTo>
                <a:lnTo>
                  <a:pt x="38551" y="158478"/>
                </a:lnTo>
                <a:lnTo>
                  <a:pt x="38551" y="158478"/>
                </a:lnTo>
                <a:lnTo>
                  <a:pt x="38550" y="158478"/>
                </a:lnTo>
                <a:lnTo>
                  <a:pt x="38550" y="158478"/>
                </a:lnTo>
                <a:lnTo>
                  <a:pt x="38549" y="158478"/>
                </a:lnTo>
                <a:lnTo>
                  <a:pt x="38548" y="158478"/>
                </a:lnTo>
                <a:lnTo>
                  <a:pt x="38548" y="158478"/>
                </a:lnTo>
                <a:lnTo>
                  <a:pt x="38547" y="158478"/>
                </a:lnTo>
                <a:lnTo>
                  <a:pt x="38547" y="158478"/>
                </a:lnTo>
                <a:lnTo>
                  <a:pt x="38546" y="158478"/>
                </a:lnTo>
                <a:lnTo>
                  <a:pt x="38545" y="158478"/>
                </a:lnTo>
                <a:lnTo>
                  <a:pt x="38545" y="158478"/>
                </a:lnTo>
                <a:lnTo>
                  <a:pt x="38544" y="158478"/>
                </a:lnTo>
                <a:lnTo>
                  <a:pt x="38544" y="158478"/>
                </a:lnTo>
                <a:lnTo>
                  <a:pt x="38543" y="158478"/>
                </a:lnTo>
                <a:lnTo>
                  <a:pt x="38543" y="158478"/>
                </a:lnTo>
                <a:lnTo>
                  <a:pt x="38542" y="158478"/>
                </a:lnTo>
                <a:lnTo>
                  <a:pt x="38541" y="158478"/>
                </a:lnTo>
                <a:lnTo>
                  <a:pt x="38541" y="158478"/>
                </a:lnTo>
                <a:lnTo>
                  <a:pt x="38540" y="158478"/>
                </a:lnTo>
                <a:lnTo>
                  <a:pt x="38540" y="158478"/>
                </a:lnTo>
                <a:lnTo>
                  <a:pt x="38539" y="158478"/>
                </a:lnTo>
                <a:lnTo>
                  <a:pt x="38539" y="158478"/>
                </a:lnTo>
                <a:lnTo>
                  <a:pt x="38538" y="158478"/>
                </a:lnTo>
                <a:lnTo>
                  <a:pt x="38537" y="158478"/>
                </a:lnTo>
                <a:lnTo>
                  <a:pt x="38537" y="158478"/>
                </a:lnTo>
                <a:lnTo>
                  <a:pt x="38536" y="158478"/>
                </a:lnTo>
                <a:lnTo>
                  <a:pt x="38536" y="158478"/>
                </a:lnTo>
                <a:lnTo>
                  <a:pt x="38535" y="158478"/>
                </a:lnTo>
                <a:lnTo>
                  <a:pt x="38535" y="158478"/>
                </a:lnTo>
                <a:lnTo>
                  <a:pt x="38534" y="158478"/>
                </a:lnTo>
                <a:lnTo>
                  <a:pt x="38533" y="158478"/>
                </a:lnTo>
                <a:lnTo>
                  <a:pt x="38533" y="158478"/>
                </a:lnTo>
                <a:lnTo>
                  <a:pt x="38532" y="158478"/>
                </a:lnTo>
                <a:lnTo>
                  <a:pt x="38532" y="158478"/>
                </a:lnTo>
                <a:lnTo>
                  <a:pt x="38531" y="158478"/>
                </a:lnTo>
                <a:lnTo>
                  <a:pt x="38531" y="158478"/>
                </a:lnTo>
                <a:lnTo>
                  <a:pt x="38530" y="158478"/>
                </a:lnTo>
                <a:lnTo>
                  <a:pt x="38529" y="158478"/>
                </a:lnTo>
                <a:lnTo>
                  <a:pt x="38529" y="158478"/>
                </a:lnTo>
                <a:lnTo>
                  <a:pt x="38528" y="158478"/>
                </a:lnTo>
                <a:lnTo>
                  <a:pt x="38528" y="158478"/>
                </a:lnTo>
                <a:lnTo>
                  <a:pt x="38527" y="158478"/>
                </a:lnTo>
                <a:lnTo>
                  <a:pt x="38527" y="158478"/>
                </a:lnTo>
                <a:lnTo>
                  <a:pt x="38526" y="158478"/>
                </a:lnTo>
                <a:lnTo>
                  <a:pt x="38525" y="158478"/>
                </a:lnTo>
                <a:lnTo>
                  <a:pt x="38525" y="158478"/>
                </a:lnTo>
                <a:lnTo>
                  <a:pt x="38524" y="158478"/>
                </a:lnTo>
                <a:lnTo>
                  <a:pt x="38524" y="158478"/>
                </a:lnTo>
                <a:lnTo>
                  <a:pt x="38523" y="158478"/>
                </a:lnTo>
                <a:lnTo>
                  <a:pt x="38522" y="158478"/>
                </a:lnTo>
                <a:lnTo>
                  <a:pt x="38522" y="158478"/>
                </a:lnTo>
                <a:lnTo>
                  <a:pt x="38521" y="158478"/>
                </a:lnTo>
                <a:lnTo>
                  <a:pt x="38521" y="158478"/>
                </a:lnTo>
                <a:lnTo>
                  <a:pt x="38520" y="158478"/>
                </a:lnTo>
                <a:lnTo>
                  <a:pt x="38520" y="158478"/>
                </a:lnTo>
                <a:lnTo>
                  <a:pt x="38519" y="158478"/>
                </a:lnTo>
                <a:lnTo>
                  <a:pt x="38518" y="158478"/>
                </a:lnTo>
                <a:lnTo>
                  <a:pt x="38518" y="158478"/>
                </a:lnTo>
                <a:lnTo>
                  <a:pt x="38517" y="158478"/>
                </a:lnTo>
                <a:lnTo>
                  <a:pt x="38517" y="158478"/>
                </a:lnTo>
                <a:lnTo>
                  <a:pt x="38516" y="158478"/>
                </a:lnTo>
                <a:lnTo>
                  <a:pt x="38516" y="158478"/>
                </a:lnTo>
                <a:lnTo>
                  <a:pt x="38515" y="158478"/>
                </a:lnTo>
                <a:lnTo>
                  <a:pt x="38514" y="158478"/>
                </a:lnTo>
                <a:lnTo>
                  <a:pt x="38514" y="158478"/>
                </a:lnTo>
                <a:lnTo>
                  <a:pt x="38513" y="158478"/>
                </a:lnTo>
                <a:lnTo>
                  <a:pt x="38513" y="158478"/>
                </a:lnTo>
                <a:lnTo>
                  <a:pt x="38512" y="158478"/>
                </a:lnTo>
                <a:lnTo>
                  <a:pt x="38512" y="158478"/>
                </a:lnTo>
                <a:lnTo>
                  <a:pt x="38511" y="158478"/>
                </a:lnTo>
                <a:lnTo>
                  <a:pt x="38510" y="158478"/>
                </a:lnTo>
                <a:lnTo>
                  <a:pt x="38510" y="158478"/>
                </a:lnTo>
                <a:lnTo>
                  <a:pt x="38509" y="158478"/>
                </a:lnTo>
                <a:lnTo>
                  <a:pt x="38509" y="158478"/>
                </a:lnTo>
                <a:lnTo>
                  <a:pt x="38508" y="158478"/>
                </a:lnTo>
                <a:lnTo>
                  <a:pt x="38508" y="158478"/>
                </a:lnTo>
                <a:lnTo>
                  <a:pt x="38507" y="158478"/>
                </a:lnTo>
                <a:lnTo>
                  <a:pt x="38506" y="158478"/>
                </a:lnTo>
                <a:lnTo>
                  <a:pt x="38506" y="158478"/>
                </a:lnTo>
                <a:lnTo>
                  <a:pt x="38505" y="158478"/>
                </a:lnTo>
                <a:lnTo>
                  <a:pt x="38505" y="158478"/>
                </a:lnTo>
                <a:lnTo>
                  <a:pt x="38504" y="158478"/>
                </a:lnTo>
                <a:lnTo>
                  <a:pt x="38504" y="158478"/>
                </a:lnTo>
                <a:lnTo>
                  <a:pt x="38503" y="158478"/>
                </a:lnTo>
                <a:lnTo>
                  <a:pt x="38502" y="158478"/>
                </a:lnTo>
                <a:lnTo>
                  <a:pt x="38502" y="158478"/>
                </a:lnTo>
                <a:lnTo>
                  <a:pt x="38501" y="158478"/>
                </a:lnTo>
                <a:lnTo>
                  <a:pt x="38501" y="158478"/>
                </a:lnTo>
                <a:lnTo>
                  <a:pt x="38500" y="158478"/>
                </a:lnTo>
                <a:lnTo>
                  <a:pt x="38500" y="158478"/>
                </a:lnTo>
                <a:lnTo>
                  <a:pt x="38499" y="158478"/>
                </a:lnTo>
                <a:lnTo>
                  <a:pt x="38498" y="158478"/>
                </a:lnTo>
                <a:lnTo>
                  <a:pt x="38498" y="158478"/>
                </a:lnTo>
                <a:lnTo>
                  <a:pt x="38497" y="158478"/>
                </a:lnTo>
                <a:lnTo>
                  <a:pt x="38497" y="158478"/>
                </a:lnTo>
                <a:lnTo>
                  <a:pt x="38496" y="158478"/>
                </a:lnTo>
                <a:lnTo>
                  <a:pt x="38496" y="158478"/>
                </a:lnTo>
                <a:lnTo>
                  <a:pt x="38495" y="158478"/>
                </a:lnTo>
                <a:lnTo>
                  <a:pt x="38494" y="158478"/>
                </a:lnTo>
                <a:lnTo>
                  <a:pt x="38494" y="158478"/>
                </a:lnTo>
                <a:lnTo>
                  <a:pt x="38493" y="158478"/>
                </a:lnTo>
                <a:lnTo>
                  <a:pt x="38493" y="158478"/>
                </a:lnTo>
                <a:lnTo>
                  <a:pt x="38492" y="158478"/>
                </a:lnTo>
                <a:lnTo>
                  <a:pt x="38491" y="158478"/>
                </a:lnTo>
                <a:lnTo>
                  <a:pt x="38491" y="158478"/>
                </a:lnTo>
                <a:lnTo>
                  <a:pt x="38490" y="158478"/>
                </a:lnTo>
                <a:lnTo>
                  <a:pt x="38490" y="158478"/>
                </a:lnTo>
                <a:lnTo>
                  <a:pt x="38489" y="158478"/>
                </a:lnTo>
                <a:lnTo>
                  <a:pt x="38489" y="158478"/>
                </a:lnTo>
                <a:lnTo>
                  <a:pt x="38488" y="158478"/>
                </a:lnTo>
                <a:lnTo>
                  <a:pt x="38487" y="158478"/>
                </a:lnTo>
                <a:lnTo>
                  <a:pt x="38487" y="158478"/>
                </a:lnTo>
                <a:lnTo>
                  <a:pt x="38486" y="158478"/>
                </a:lnTo>
                <a:lnTo>
                  <a:pt x="38486" y="158478"/>
                </a:lnTo>
                <a:lnTo>
                  <a:pt x="38485" y="158478"/>
                </a:lnTo>
                <a:lnTo>
                  <a:pt x="38485" y="158478"/>
                </a:lnTo>
                <a:lnTo>
                  <a:pt x="38484" y="158478"/>
                </a:lnTo>
                <a:lnTo>
                  <a:pt x="38483" y="158478"/>
                </a:lnTo>
                <a:lnTo>
                  <a:pt x="38483" y="158478"/>
                </a:lnTo>
                <a:lnTo>
                  <a:pt x="38482" y="158478"/>
                </a:lnTo>
                <a:lnTo>
                  <a:pt x="38482" y="158478"/>
                </a:lnTo>
                <a:lnTo>
                  <a:pt x="38481" y="158478"/>
                </a:lnTo>
                <a:lnTo>
                  <a:pt x="38481" y="158478"/>
                </a:lnTo>
                <a:lnTo>
                  <a:pt x="38480" y="158478"/>
                </a:lnTo>
                <a:lnTo>
                  <a:pt x="38479" y="158478"/>
                </a:lnTo>
                <a:lnTo>
                  <a:pt x="38479" y="158478"/>
                </a:lnTo>
                <a:lnTo>
                  <a:pt x="38478" y="158478"/>
                </a:lnTo>
                <a:lnTo>
                  <a:pt x="38478" y="158478"/>
                </a:lnTo>
                <a:lnTo>
                  <a:pt x="38477" y="158478"/>
                </a:lnTo>
                <a:lnTo>
                  <a:pt x="38477" y="158478"/>
                </a:lnTo>
                <a:lnTo>
                  <a:pt x="38476" y="158478"/>
                </a:lnTo>
                <a:lnTo>
                  <a:pt x="38475" y="158478"/>
                </a:lnTo>
                <a:lnTo>
                  <a:pt x="38475" y="158478"/>
                </a:lnTo>
                <a:lnTo>
                  <a:pt x="38474" y="158478"/>
                </a:lnTo>
                <a:lnTo>
                  <a:pt x="38474" y="158478"/>
                </a:lnTo>
                <a:lnTo>
                  <a:pt x="38473" y="158478"/>
                </a:lnTo>
                <a:lnTo>
                  <a:pt x="38473" y="158478"/>
                </a:lnTo>
                <a:lnTo>
                  <a:pt x="38472" y="158478"/>
                </a:lnTo>
                <a:lnTo>
                  <a:pt x="38471" y="158478"/>
                </a:lnTo>
                <a:lnTo>
                  <a:pt x="38471" y="158478"/>
                </a:lnTo>
                <a:lnTo>
                  <a:pt x="38470" y="158478"/>
                </a:lnTo>
                <a:lnTo>
                  <a:pt x="38470" y="158478"/>
                </a:lnTo>
                <a:lnTo>
                  <a:pt x="38469" y="158478"/>
                </a:lnTo>
                <a:lnTo>
                  <a:pt x="38469" y="158478"/>
                </a:lnTo>
                <a:lnTo>
                  <a:pt x="38468" y="158478"/>
                </a:lnTo>
                <a:lnTo>
                  <a:pt x="38467" y="158478"/>
                </a:lnTo>
                <a:lnTo>
                  <a:pt x="38467" y="158478"/>
                </a:lnTo>
                <a:lnTo>
                  <a:pt x="38466" y="158478"/>
                </a:lnTo>
                <a:lnTo>
                  <a:pt x="38466" y="158478"/>
                </a:lnTo>
                <a:lnTo>
                  <a:pt x="38465" y="158478"/>
                </a:lnTo>
                <a:lnTo>
                  <a:pt x="38465" y="158478"/>
                </a:lnTo>
                <a:lnTo>
                  <a:pt x="38464" y="158478"/>
                </a:lnTo>
                <a:lnTo>
                  <a:pt x="38463" y="158478"/>
                </a:lnTo>
                <a:lnTo>
                  <a:pt x="38463" y="158478"/>
                </a:lnTo>
                <a:lnTo>
                  <a:pt x="38462" y="158478"/>
                </a:lnTo>
                <a:lnTo>
                  <a:pt x="38462" y="158478"/>
                </a:lnTo>
                <a:lnTo>
                  <a:pt x="38461" y="158478"/>
                </a:lnTo>
                <a:lnTo>
                  <a:pt x="38461" y="158478"/>
                </a:lnTo>
                <a:lnTo>
                  <a:pt x="38460" y="158478"/>
                </a:lnTo>
                <a:lnTo>
                  <a:pt x="38459" y="158478"/>
                </a:lnTo>
                <a:lnTo>
                  <a:pt x="38459" y="158478"/>
                </a:lnTo>
                <a:lnTo>
                  <a:pt x="38458" y="158478"/>
                </a:lnTo>
                <a:lnTo>
                  <a:pt x="38458" y="158478"/>
                </a:lnTo>
                <a:lnTo>
                  <a:pt x="38457" y="158478"/>
                </a:lnTo>
                <a:lnTo>
                  <a:pt x="38457" y="158478"/>
                </a:lnTo>
                <a:lnTo>
                  <a:pt x="38456" y="158478"/>
                </a:lnTo>
                <a:lnTo>
                  <a:pt x="38455" y="158478"/>
                </a:lnTo>
                <a:lnTo>
                  <a:pt x="38455" y="158478"/>
                </a:lnTo>
                <a:lnTo>
                  <a:pt x="38454" y="158478"/>
                </a:lnTo>
                <a:lnTo>
                  <a:pt x="38454" y="158478"/>
                </a:lnTo>
                <a:lnTo>
                  <a:pt x="38453" y="158478"/>
                </a:lnTo>
                <a:lnTo>
                  <a:pt x="38453" y="158478"/>
                </a:lnTo>
                <a:lnTo>
                  <a:pt x="38452" y="158478"/>
                </a:lnTo>
                <a:lnTo>
                  <a:pt x="38451" y="158478"/>
                </a:lnTo>
                <a:lnTo>
                  <a:pt x="38451" y="158478"/>
                </a:lnTo>
                <a:lnTo>
                  <a:pt x="38450" y="158478"/>
                </a:lnTo>
                <a:lnTo>
                  <a:pt x="38450" y="158478"/>
                </a:lnTo>
                <a:lnTo>
                  <a:pt x="38449" y="158478"/>
                </a:lnTo>
                <a:lnTo>
                  <a:pt x="38449" y="158478"/>
                </a:lnTo>
                <a:lnTo>
                  <a:pt x="38448" y="158478"/>
                </a:lnTo>
                <a:lnTo>
                  <a:pt x="38447" y="158478"/>
                </a:lnTo>
                <a:lnTo>
                  <a:pt x="38447" y="158478"/>
                </a:lnTo>
                <a:lnTo>
                  <a:pt x="38446" y="158478"/>
                </a:lnTo>
                <a:lnTo>
                  <a:pt x="38446" y="158478"/>
                </a:lnTo>
                <a:lnTo>
                  <a:pt x="38445" y="158478"/>
                </a:lnTo>
                <a:lnTo>
                  <a:pt x="38445" y="158478"/>
                </a:lnTo>
                <a:lnTo>
                  <a:pt x="38444" y="158478"/>
                </a:lnTo>
                <a:lnTo>
                  <a:pt x="38443" y="158478"/>
                </a:lnTo>
                <a:lnTo>
                  <a:pt x="38443" y="158478"/>
                </a:lnTo>
                <a:lnTo>
                  <a:pt x="38442" y="158478"/>
                </a:lnTo>
                <a:lnTo>
                  <a:pt x="38442" y="158478"/>
                </a:lnTo>
                <a:lnTo>
                  <a:pt x="38441" y="158478"/>
                </a:lnTo>
                <a:lnTo>
                  <a:pt x="38441" y="158478"/>
                </a:lnTo>
                <a:lnTo>
                  <a:pt x="38440" y="158478"/>
                </a:lnTo>
                <a:lnTo>
                  <a:pt x="38439" y="158478"/>
                </a:lnTo>
                <a:lnTo>
                  <a:pt x="38439" y="158478"/>
                </a:lnTo>
                <a:lnTo>
                  <a:pt x="38438" y="158478"/>
                </a:lnTo>
                <a:lnTo>
                  <a:pt x="38438" y="158478"/>
                </a:lnTo>
                <a:lnTo>
                  <a:pt x="38437" y="158478"/>
                </a:lnTo>
                <a:lnTo>
                  <a:pt x="38437" y="158478"/>
                </a:lnTo>
                <a:lnTo>
                  <a:pt x="38436" y="158478"/>
                </a:lnTo>
                <a:lnTo>
                  <a:pt x="38435" y="158478"/>
                </a:lnTo>
                <a:lnTo>
                  <a:pt x="38435" y="158478"/>
                </a:lnTo>
                <a:lnTo>
                  <a:pt x="38434" y="158478"/>
                </a:lnTo>
                <a:lnTo>
                  <a:pt x="38434" y="158478"/>
                </a:lnTo>
                <a:lnTo>
                  <a:pt x="38433" y="158478"/>
                </a:lnTo>
                <a:lnTo>
                  <a:pt x="38433" y="158478"/>
                </a:lnTo>
                <a:lnTo>
                  <a:pt x="38432" y="158478"/>
                </a:lnTo>
                <a:lnTo>
                  <a:pt x="38431" y="158478"/>
                </a:lnTo>
                <a:lnTo>
                  <a:pt x="38431" y="158478"/>
                </a:lnTo>
                <a:lnTo>
                  <a:pt x="38430" y="158478"/>
                </a:lnTo>
                <a:lnTo>
                  <a:pt x="38430" y="158478"/>
                </a:lnTo>
                <a:lnTo>
                  <a:pt x="38429" y="158478"/>
                </a:lnTo>
                <a:lnTo>
                  <a:pt x="38429" y="158478"/>
                </a:lnTo>
                <a:lnTo>
                  <a:pt x="38428" y="158478"/>
                </a:lnTo>
                <a:lnTo>
                  <a:pt x="38427" y="158478"/>
                </a:lnTo>
                <a:lnTo>
                  <a:pt x="38427" y="158478"/>
                </a:lnTo>
                <a:lnTo>
                  <a:pt x="38426" y="158478"/>
                </a:lnTo>
                <a:lnTo>
                  <a:pt x="38426" y="158478"/>
                </a:lnTo>
                <a:lnTo>
                  <a:pt x="38425" y="158478"/>
                </a:lnTo>
                <a:lnTo>
                  <a:pt x="38425" y="158478"/>
                </a:lnTo>
                <a:lnTo>
                  <a:pt x="38276" y="158478"/>
                </a:lnTo>
                <a:close/>
                <a:moveTo>
                  <a:pt x="61606" y="104796"/>
                </a:moveTo>
                <a:lnTo>
                  <a:pt x="61606" y="104796"/>
                </a:lnTo>
                <a:lnTo>
                  <a:pt x="60916" y="103947"/>
                </a:lnTo>
                <a:lnTo>
                  <a:pt x="61606" y="104796"/>
                </a:lnTo>
                <a:close/>
                <a:moveTo>
                  <a:pt x="95917" y="9179"/>
                </a:moveTo>
                <a:lnTo>
                  <a:pt x="96767" y="10383"/>
                </a:lnTo>
                <a:lnTo>
                  <a:pt x="95917" y="9179"/>
                </a:lnTo>
                <a:lnTo>
                  <a:pt x="97680" y="11824"/>
                </a:lnTo>
                <a:lnTo>
                  <a:pt x="95917" y="9179"/>
                </a:lnTo>
                <a:close/>
                <a:moveTo>
                  <a:pt x="86168" y="150659"/>
                </a:moveTo>
                <a:lnTo>
                  <a:pt x="86168" y="150659"/>
                </a:lnTo>
                <a:lnTo>
                  <a:pt x="86097" y="153838"/>
                </a:lnTo>
                <a:lnTo>
                  <a:pt x="86168" y="150659"/>
                </a:lnTo>
                <a:close/>
                <a:moveTo>
                  <a:pt x="35028" y="164967"/>
                </a:moveTo>
                <a:lnTo>
                  <a:pt x="35029" y="164967"/>
                </a:lnTo>
                <a:lnTo>
                  <a:pt x="35027" y="164967"/>
                </a:lnTo>
                <a:lnTo>
                  <a:pt x="35026" y="164967"/>
                </a:lnTo>
                <a:lnTo>
                  <a:pt x="35028" y="164967"/>
                </a:lnTo>
                <a:close/>
                <a:moveTo>
                  <a:pt x="35380" y="153410"/>
                </a:moveTo>
                <a:lnTo>
                  <a:pt x="35377" y="153414"/>
                </a:lnTo>
                <a:lnTo>
                  <a:pt x="35381" y="153407"/>
                </a:lnTo>
                <a:lnTo>
                  <a:pt x="35384" y="153402"/>
                </a:lnTo>
                <a:lnTo>
                  <a:pt x="35386" y="153399"/>
                </a:lnTo>
                <a:lnTo>
                  <a:pt x="35387" y="153399"/>
                </a:lnTo>
                <a:lnTo>
                  <a:pt x="35386" y="153400"/>
                </a:lnTo>
                <a:lnTo>
                  <a:pt x="35384" y="153404"/>
                </a:lnTo>
                <a:lnTo>
                  <a:pt x="35380" y="153410"/>
                </a:lnTo>
                <a:close/>
                <a:moveTo>
                  <a:pt x="34562" y="154084"/>
                </a:moveTo>
                <a:lnTo>
                  <a:pt x="34567" y="154083"/>
                </a:lnTo>
                <a:lnTo>
                  <a:pt x="34567" y="154083"/>
                </a:lnTo>
                <a:lnTo>
                  <a:pt x="34565" y="154084"/>
                </a:lnTo>
                <a:lnTo>
                  <a:pt x="34556" y="154087"/>
                </a:lnTo>
                <a:lnTo>
                  <a:pt x="34552" y="154089"/>
                </a:lnTo>
                <a:lnTo>
                  <a:pt x="34550" y="154089"/>
                </a:lnTo>
                <a:lnTo>
                  <a:pt x="34553" y="154088"/>
                </a:lnTo>
                <a:lnTo>
                  <a:pt x="34559" y="154085"/>
                </a:lnTo>
                <a:lnTo>
                  <a:pt x="34562" y="154084"/>
                </a:lnTo>
                <a:close/>
                <a:moveTo>
                  <a:pt x="62921" y="106415"/>
                </a:moveTo>
                <a:lnTo>
                  <a:pt x="62312" y="105665"/>
                </a:lnTo>
                <a:lnTo>
                  <a:pt x="62312" y="105665"/>
                </a:lnTo>
                <a:lnTo>
                  <a:pt x="62921" y="106415"/>
                </a:lnTo>
                <a:lnTo>
                  <a:pt x="62921" y="106415"/>
                </a:lnTo>
                <a:close/>
                <a:moveTo>
                  <a:pt x="65499" y="108645"/>
                </a:moveTo>
                <a:lnTo>
                  <a:pt x="65508" y="108641"/>
                </a:lnTo>
                <a:lnTo>
                  <a:pt x="65514" y="108639"/>
                </a:lnTo>
                <a:lnTo>
                  <a:pt x="65516" y="108638"/>
                </a:lnTo>
                <a:lnTo>
                  <a:pt x="65516" y="108639"/>
                </a:lnTo>
                <a:lnTo>
                  <a:pt x="65512" y="108640"/>
                </a:lnTo>
                <a:lnTo>
                  <a:pt x="65505" y="108643"/>
                </a:lnTo>
                <a:lnTo>
                  <a:pt x="65496" y="108647"/>
                </a:lnTo>
                <a:lnTo>
                  <a:pt x="65484" y="108651"/>
                </a:lnTo>
                <a:lnTo>
                  <a:pt x="65481" y="108652"/>
                </a:lnTo>
                <a:lnTo>
                  <a:pt x="65486" y="108650"/>
                </a:lnTo>
                <a:lnTo>
                  <a:pt x="65499" y="108645"/>
                </a:lnTo>
                <a:close/>
                <a:moveTo>
                  <a:pt x="50600" y="146306"/>
                </a:moveTo>
                <a:lnTo>
                  <a:pt x="52423" y="148909"/>
                </a:lnTo>
                <a:lnTo>
                  <a:pt x="52423" y="148909"/>
                </a:lnTo>
                <a:lnTo>
                  <a:pt x="50600" y="146306"/>
                </a:lnTo>
                <a:lnTo>
                  <a:pt x="50600" y="146306"/>
                </a:lnTo>
                <a:close/>
                <a:moveTo>
                  <a:pt x="50257" y="146626"/>
                </a:moveTo>
                <a:lnTo>
                  <a:pt x="50265" y="146616"/>
                </a:lnTo>
                <a:lnTo>
                  <a:pt x="50275" y="146603"/>
                </a:lnTo>
                <a:lnTo>
                  <a:pt x="50270" y="146610"/>
                </a:lnTo>
                <a:lnTo>
                  <a:pt x="50261" y="146622"/>
                </a:lnTo>
                <a:lnTo>
                  <a:pt x="50255" y="146631"/>
                </a:lnTo>
                <a:lnTo>
                  <a:pt x="50251" y="146635"/>
                </a:lnTo>
                <a:lnTo>
                  <a:pt x="50250" y="146636"/>
                </a:lnTo>
                <a:lnTo>
                  <a:pt x="50252" y="146632"/>
                </a:lnTo>
                <a:lnTo>
                  <a:pt x="50257" y="146626"/>
                </a:lnTo>
                <a:close/>
                <a:moveTo>
                  <a:pt x="78064" y="148858"/>
                </a:moveTo>
                <a:lnTo>
                  <a:pt x="78064" y="148855"/>
                </a:lnTo>
                <a:lnTo>
                  <a:pt x="78065" y="148848"/>
                </a:lnTo>
                <a:lnTo>
                  <a:pt x="78067" y="148838"/>
                </a:lnTo>
                <a:lnTo>
                  <a:pt x="78069" y="148824"/>
                </a:lnTo>
                <a:lnTo>
                  <a:pt x="78070" y="148821"/>
                </a:lnTo>
                <a:lnTo>
                  <a:pt x="78070" y="148818"/>
                </a:lnTo>
                <a:lnTo>
                  <a:pt x="78071" y="148815"/>
                </a:lnTo>
                <a:lnTo>
                  <a:pt x="78072" y="148812"/>
                </a:lnTo>
                <a:lnTo>
                  <a:pt x="78071" y="148815"/>
                </a:lnTo>
                <a:lnTo>
                  <a:pt x="78069" y="148829"/>
                </a:lnTo>
                <a:lnTo>
                  <a:pt x="78067" y="148841"/>
                </a:lnTo>
                <a:lnTo>
                  <a:pt x="78066" y="148849"/>
                </a:lnTo>
                <a:lnTo>
                  <a:pt x="78065" y="148855"/>
                </a:lnTo>
                <a:lnTo>
                  <a:pt x="78064" y="148858"/>
                </a:lnTo>
                <a:lnTo>
                  <a:pt x="78064" y="148858"/>
                </a:lnTo>
                <a:close/>
                <a:moveTo>
                  <a:pt x="67671" y="106708"/>
                </a:moveTo>
                <a:lnTo>
                  <a:pt x="67670" y="106712"/>
                </a:lnTo>
                <a:lnTo>
                  <a:pt x="67668" y="106719"/>
                </a:lnTo>
                <a:lnTo>
                  <a:pt x="67665" y="106729"/>
                </a:lnTo>
                <a:lnTo>
                  <a:pt x="67661" y="106741"/>
                </a:lnTo>
                <a:lnTo>
                  <a:pt x="67657" y="106751"/>
                </a:lnTo>
                <a:lnTo>
                  <a:pt x="67658" y="106748"/>
                </a:lnTo>
                <a:lnTo>
                  <a:pt x="67663" y="106733"/>
                </a:lnTo>
                <a:lnTo>
                  <a:pt x="67667" y="106721"/>
                </a:lnTo>
                <a:lnTo>
                  <a:pt x="67669" y="106713"/>
                </a:lnTo>
                <a:lnTo>
                  <a:pt x="67671" y="106709"/>
                </a:lnTo>
                <a:lnTo>
                  <a:pt x="67672" y="106707"/>
                </a:lnTo>
                <a:lnTo>
                  <a:pt x="67671" y="106708"/>
                </a:lnTo>
                <a:close/>
                <a:moveTo>
                  <a:pt x="87320" y="21522"/>
                </a:moveTo>
                <a:lnTo>
                  <a:pt x="90166" y="18676"/>
                </a:lnTo>
                <a:lnTo>
                  <a:pt x="87918" y="16428"/>
                </a:lnTo>
                <a:lnTo>
                  <a:pt x="85210" y="18094"/>
                </a:lnTo>
                <a:lnTo>
                  <a:pt x="87320" y="215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61854C-6BA2-4587-A0F5-602FF474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0" y="2605215"/>
            <a:ext cx="54962" cy="112574"/>
          </a:xfrm>
          <a:custGeom xmlns:a="http://schemas.openxmlformats.org/drawingml/2006/main">
            <a:pathLst>
              <a:path w="54962" h="112574">
                <a:moveTo>
                  <a:pt x="1237" y="42591"/>
                </a:moveTo>
                <a:cubicBezTo>
                  <a:pt x="412" y="41766"/>
                  <a:pt x="0" y="41177"/>
                  <a:pt x="0" y="40824"/>
                </a:cubicBezTo>
                <a:cubicBezTo>
                  <a:pt x="0" y="40352"/>
                  <a:pt x="177" y="39410"/>
                  <a:pt x="530" y="37996"/>
                </a:cubicBezTo>
                <a:cubicBezTo>
                  <a:pt x="884" y="36582"/>
                  <a:pt x="1178" y="35757"/>
                  <a:pt x="1414" y="35522"/>
                </a:cubicBezTo>
                <a:cubicBezTo>
                  <a:pt x="1649" y="34933"/>
                  <a:pt x="2180" y="34638"/>
                  <a:pt x="3004" y="34638"/>
                </a:cubicBezTo>
                <a:cubicBezTo>
                  <a:pt x="3829" y="34638"/>
                  <a:pt x="6833" y="34579"/>
                  <a:pt x="12017" y="34461"/>
                </a:cubicBezTo>
                <a:lnTo>
                  <a:pt x="21384" y="34461"/>
                </a:lnTo>
                <a:lnTo>
                  <a:pt x="24742" y="20323"/>
                </a:lnTo>
                <a:cubicBezTo>
                  <a:pt x="25095" y="19027"/>
                  <a:pt x="25507" y="17319"/>
                  <a:pt x="25979" y="15198"/>
                </a:cubicBezTo>
                <a:cubicBezTo>
                  <a:pt x="26450" y="13078"/>
                  <a:pt x="26862" y="11546"/>
                  <a:pt x="27216" y="10604"/>
                </a:cubicBezTo>
                <a:cubicBezTo>
                  <a:pt x="27569" y="9661"/>
                  <a:pt x="27923" y="8483"/>
                  <a:pt x="28276" y="7069"/>
                </a:cubicBezTo>
                <a:cubicBezTo>
                  <a:pt x="28630" y="5655"/>
                  <a:pt x="29101" y="4654"/>
                  <a:pt x="29690" y="4065"/>
                </a:cubicBezTo>
                <a:cubicBezTo>
                  <a:pt x="30279" y="3476"/>
                  <a:pt x="30868" y="2769"/>
                  <a:pt x="31457" y="1944"/>
                </a:cubicBezTo>
                <a:cubicBezTo>
                  <a:pt x="32046" y="1119"/>
                  <a:pt x="32871" y="589"/>
                  <a:pt x="33931" y="353"/>
                </a:cubicBezTo>
                <a:cubicBezTo>
                  <a:pt x="34992" y="118"/>
                  <a:pt x="36052" y="0"/>
                  <a:pt x="37112" y="0"/>
                </a:cubicBezTo>
                <a:cubicBezTo>
                  <a:pt x="39233" y="118"/>
                  <a:pt x="40706" y="766"/>
                  <a:pt x="41530" y="1944"/>
                </a:cubicBezTo>
                <a:cubicBezTo>
                  <a:pt x="42355" y="3122"/>
                  <a:pt x="42768" y="4241"/>
                  <a:pt x="42768" y="5302"/>
                </a:cubicBezTo>
                <a:cubicBezTo>
                  <a:pt x="42768" y="6126"/>
                  <a:pt x="42237" y="8895"/>
                  <a:pt x="41177" y="13608"/>
                </a:cubicBezTo>
                <a:cubicBezTo>
                  <a:pt x="40117" y="18321"/>
                  <a:pt x="38938" y="22974"/>
                  <a:pt x="37643" y="27569"/>
                </a:cubicBezTo>
                <a:lnTo>
                  <a:pt x="35875" y="34108"/>
                </a:lnTo>
                <a:cubicBezTo>
                  <a:pt x="35875" y="34344"/>
                  <a:pt x="38821" y="34461"/>
                  <a:pt x="44712" y="34461"/>
                </a:cubicBezTo>
                <a:lnTo>
                  <a:pt x="53725" y="34461"/>
                </a:lnTo>
                <a:cubicBezTo>
                  <a:pt x="54549" y="35286"/>
                  <a:pt x="54962" y="35934"/>
                  <a:pt x="54962" y="36405"/>
                </a:cubicBezTo>
                <a:cubicBezTo>
                  <a:pt x="54962" y="38997"/>
                  <a:pt x="54196" y="41059"/>
                  <a:pt x="52664" y="42591"/>
                </a:cubicBezTo>
                <a:lnTo>
                  <a:pt x="33755" y="42591"/>
                </a:lnTo>
                <a:lnTo>
                  <a:pt x="27392" y="68216"/>
                </a:lnTo>
                <a:cubicBezTo>
                  <a:pt x="22798" y="87067"/>
                  <a:pt x="20500" y="97199"/>
                  <a:pt x="20500" y="98613"/>
                </a:cubicBezTo>
                <a:cubicBezTo>
                  <a:pt x="20500" y="103561"/>
                  <a:pt x="22091" y="106035"/>
                  <a:pt x="25272" y="106035"/>
                </a:cubicBezTo>
                <a:cubicBezTo>
                  <a:pt x="29395" y="106035"/>
                  <a:pt x="33401" y="104032"/>
                  <a:pt x="37289" y="100027"/>
                </a:cubicBezTo>
                <a:cubicBezTo>
                  <a:pt x="41177" y="96021"/>
                  <a:pt x="44299" y="91072"/>
                  <a:pt x="46655" y="85182"/>
                </a:cubicBezTo>
                <a:cubicBezTo>
                  <a:pt x="46891" y="84475"/>
                  <a:pt x="47186" y="84062"/>
                  <a:pt x="47539" y="83945"/>
                </a:cubicBezTo>
                <a:cubicBezTo>
                  <a:pt x="47893" y="83827"/>
                  <a:pt x="48776" y="83709"/>
                  <a:pt x="50190" y="83591"/>
                </a:cubicBezTo>
                <a:lnTo>
                  <a:pt x="50897" y="83591"/>
                </a:lnTo>
                <a:cubicBezTo>
                  <a:pt x="52664" y="83591"/>
                  <a:pt x="53548" y="84062"/>
                  <a:pt x="53548" y="85005"/>
                </a:cubicBezTo>
                <a:cubicBezTo>
                  <a:pt x="53548" y="85358"/>
                  <a:pt x="53371" y="86065"/>
                  <a:pt x="53018" y="87126"/>
                </a:cubicBezTo>
                <a:cubicBezTo>
                  <a:pt x="52429" y="89011"/>
                  <a:pt x="51368" y="91249"/>
                  <a:pt x="49837" y="93841"/>
                </a:cubicBezTo>
                <a:cubicBezTo>
                  <a:pt x="48305" y="96433"/>
                  <a:pt x="46302" y="99202"/>
                  <a:pt x="43828" y="102147"/>
                </a:cubicBezTo>
                <a:cubicBezTo>
                  <a:pt x="41354" y="105093"/>
                  <a:pt x="38349" y="107567"/>
                  <a:pt x="34815" y="109570"/>
                </a:cubicBezTo>
                <a:cubicBezTo>
                  <a:pt x="31280" y="111573"/>
                  <a:pt x="27687" y="112574"/>
                  <a:pt x="24035" y="112574"/>
                </a:cubicBezTo>
                <a:cubicBezTo>
                  <a:pt x="20500" y="112574"/>
                  <a:pt x="17142" y="111690"/>
                  <a:pt x="13961" y="109923"/>
                </a:cubicBezTo>
                <a:cubicBezTo>
                  <a:pt x="10780" y="108156"/>
                  <a:pt x="8483" y="105093"/>
                  <a:pt x="7069" y="100733"/>
                </a:cubicBezTo>
                <a:cubicBezTo>
                  <a:pt x="6833" y="99791"/>
                  <a:pt x="6716" y="98200"/>
                  <a:pt x="6716" y="95962"/>
                </a:cubicBezTo>
                <a:lnTo>
                  <a:pt x="6716" y="92781"/>
                </a:lnTo>
                <a:lnTo>
                  <a:pt x="12901" y="68039"/>
                </a:lnTo>
                <a:cubicBezTo>
                  <a:pt x="17025" y="51427"/>
                  <a:pt x="19145" y="43062"/>
                  <a:pt x="19263" y="42944"/>
                </a:cubicBezTo>
                <a:cubicBezTo>
                  <a:pt x="19263" y="42709"/>
                  <a:pt x="16259" y="42591"/>
                  <a:pt x="10250" y="42591"/>
                </a:cubicBezTo>
                <a:lnTo>
                  <a:pt x="1237" y="425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D31FB8-9F93-4FEA-81AC-895F6D75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30" y="2602035"/>
            <a:ext cx="61321" cy="118933"/>
          </a:xfrm>
          <a:custGeom xmlns:a="http://schemas.openxmlformats.org/drawingml/2006/main">
            <a:pathLst>
              <a:path w="61321" h="118933">
                <a:moveTo>
                  <a:pt x="14485" y="34477"/>
                </a:moveTo>
                <a:lnTo>
                  <a:pt x="13870" y="34491"/>
                </a:lnTo>
                <a:lnTo>
                  <a:pt x="13277" y="34504"/>
                </a:lnTo>
                <a:lnTo>
                  <a:pt x="12708" y="34516"/>
                </a:lnTo>
                <a:lnTo>
                  <a:pt x="12163" y="34528"/>
                </a:lnTo>
                <a:lnTo>
                  <a:pt x="11640" y="34540"/>
                </a:lnTo>
                <a:lnTo>
                  <a:pt x="11141" y="34550"/>
                </a:lnTo>
                <a:lnTo>
                  <a:pt x="10665" y="34560"/>
                </a:lnTo>
                <a:lnTo>
                  <a:pt x="10213" y="34570"/>
                </a:lnTo>
                <a:lnTo>
                  <a:pt x="9783" y="34579"/>
                </a:lnTo>
                <a:lnTo>
                  <a:pt x="9377" y="34587"/>
                </a:lnTo>
                <a:lnTo>
                  <a:pt x="8993" y="34595"/>
                </a:lnTo>
                <a:lnTo>
                  <a:pt x="8633" y="34602"/>
                </a:lnTo>
                <a:lnTo>
                  <a:pt x="8296" y="34608"/>
                </a:lnTo>
                <a:lnTo>
                  <a:pt x="7982" y="34614"/>
                </a:lnTo>
                <a:lnTo>
                  <a:pt x="7691" y="34619"/>
                </a:lnTo>
                <a:lnTo>
                  <a:pt x="7422" y="34623"/>
                </a:lnTo>
                <a:lnTo>
                  <a:pt x="7177" y="34627"/>
                </a:lnTo>
                <a:lnTo>
                  <a:pt x="6954" y="34631"/>
                </a:lnTo>
                <a:lnTo>
                  <a:pt x="6755" y="34633"/>
                </a:lnTo>
                <a:lnTo>
                  <a:pt x="6578" y="34635"/>
                </a:lnTo>
                <a:lnTo>
                  <a:pt x="6424" y="34637"/>
                </a:lnTo>
                <a:lnTo>
                  <a:pt x="6293" y="34638"/>
                </a:lnTo>
                <a:lnTo>
                  <a:pt x="6184" y="34638"/>
                </a:lnTo>
                <a:lnTo>
                  <a:pt x="6087" y="34639"/>
                </a:lnTo>
                <a:lnTo>
                  <a:pt x="5989" y="34641"/>
                </a:lnTo>
                <a:lnTo>
                  <a:pt x="5890" y="34645"/>
                </a:lnTo>
                <a:lnTo>
                  <a:pt x="5789" y="34650"/>
                </a:lnTo>
                <a:lnTo>
                  <a:pt x="5687" y="34658"/>
                </a:lnTo>
                <a:lnTo>
                  <a:pt x="5584" y="34667"/>
                </a:lnTo>
                <a:lnTo>
                  <a:pt x="5480" y="34678"/>
                </a:lnTo>
                <a:lnTo>
                  <a:pt x="5374" y="34691"/>
                </a:lnTo>
                <a:lnTo>
                  <a:pt x="5268" y="34706"/>
                </a:lnTo>
                <a:lnTo>
                  <a:pt x="5161" y="34724"/>
                </a:lnTo>
                <a:lnTo>
                  <a:pt x="5053" y="34744"/>
                </a:lnTo>
                <a:lnTo>
                  <a:pt x="4945" y="34766"/>
                </a:lnTo>
                <a:lnTo>
                  <a:pt x="4836" y="34791"/>
                </a:lnTo>
                <a:lnTo>
                  <a:pt x="4727" y="34818"/>
                </a:lnTo>
                <a:lnTo>
                  <a:pt x="4617" y="34849"/>
                </a:lnTo>
                <a:lnTo>
                  <a:pt x="4507" y="34882"/>
                </a:lnTo>
                <a:lnTo>
                  <a:pt x="4396" y="34918"/>
                </a:lnTo>
                <a:lnTo>
                  <a:pt x="4286" y="34957"/>
                </a:lnTo>
                <a:lnTo>
                  <a:pt x="4175" y="34999"/>
                </a:lnTo>
                <a:lnTo>
                  <a:pt x="4065" y="35044"/>
                </a:lnTo>
                <a:lnTo>
                  <a:pt x="3954" y="35093"/>
                </a:lnTo>
                <a:lnTo>
                  <a:pt x="3844" y="35145"/>
                </a:lnTo>
                <a:lnTo>
                  <a:pt x="3733" y="35200"/>
                </a:lnTo>
                <a:lnTo>
                  <a:pt x="3624" y="35259"/>
                </a:lnTo>
                <a:lnTo>
                  <a:pt x="3508" y="35326"/>
                </a:lnTo>
                <a:lnTo>
                  <a:pt x="3395" y="35395"/>
                </a:lnTo>
                <a:lnTo>
                  <a:pt x="3285" y="35467"/>
                </a:lnTo>
                <a:lnTo>
                  <a:pt x="3178" y="35542"/>
                </a:lnTo>
                <a:lnTo>
                  <a:pt x="3074" y="35619"/>
                </a:lnTo>
                <a:lnTo>
                  <a:pt x="2972" y="35700"/>
                </a:lnTo>
                <a:lnTo>
                  <a:pt x="2873" y="35782"/>
                </a:lnTo>
                <a:lnTo>
                  <a:pt x="2777" y="35868"/>
                </a:lnTo>
                <a:lnTo>
                  <a:pt x="2684" y="35955"/>
                </a:lnTo>
                <a:lnTo>
                  <a:pt x="2594" y="36045"/>
                </a:lnTo>
                <a:lnTo>
                  <a:pt x="2507" y="36138"/>
                </a:lnTo>
                <a:lnTo>
                  <a:pt x="2423" y="36232"/>
                </a:lnTo>
                <a:lnTo>
                  <a:pt x="2341" y="36329"/>
                </a:lnTo>
                <a:lnTo>
                  <a:pt x="2263" y="36428"/>
                </a:lnTo>
                <a:lnTo>
                  <a:pt x="2187" y="36529"/>
                </a:lnTo>
                <a:lnTo>
                  <a:pt x="2114" y="36632"/>
                </a:lnTo>
                <a:lnTo>
                  <a:pt x="2045" y="36737"/>
                </a:lnTo>
                <a:lnTo>
                  <a:pt x="1978" y="36844"/>
                </a:lnTo>
                <a:lnTo>
                  <a:pt x="1914" y="36952"/>
                </a:lnTo>
                <a:lnTo>
                  <a:pt x="1868" y="37038"/>
                </a:lnTo>
                <a:lnTo>
                  <a:pt x="1841" y="37077"/>
                </a:lnTo>
                <a:lnTo>
                  <a:pt x="1810" y="37126"/>
                </a:lnTo>
                <a:lnTo>
                  <a:pt x="1780" y="37173"/>
                </a:lnTo>
                <a:lnTo>
                  <a:pt x="1752" y="37220"/>
                </a:lnTo>
                <a:lnTo>
                  <a:pt x="1725" y="37265"/>
                </a:lnTo>
                <a:lnTo>
                  <a:pt x="1699" y="37308"/>
                </a:lnTo>
                <a:lnTo>
                  <a:pt x="1676" y="37351"/>
                </a:lnTo>
                <a:lnTo>
                  <a:pt x="1653" y="37391"/>
                </a:lnTo>
                <a:lnTo>
                  <a:pt x="1632" y="37430"/>
                </a:lnTo>
                <a:lnTo>
                  <a:pt x="1613" y="37467"/>
                </a:lnTo>
                <a:lnTo>
                  <a:pt x="1594" y="37502"/>
                </a:lnTo>
                <a:lnTo>
                  <a:pt x="1577" y="37536"/>
                </a:lnTo>
                <a:lnTo>
                  <a:pt x="1562" y="37567"/>
                </a:lnTo>
                <a:lnTo>
                  <a:pt x="1544" y="37603"/>
                </a:lnTo>
                <a:lnTo>
                  <a:pt x="1526" y="37639"/>
                </a:lnTo>
                <a:lnTo>
                  <a:pt x="1509" y="37675"/>
                </a:lnTo>
                <a:lnTo>
                  <a:pt x="1492" y="37711"/>
                </a:lnTo>
                <a:lnTo>
                  <a:pt x="1475" y="37747"/>
                </a:lnTo>
                <a:lnTo>
                  <a:pt x="1459" y="37783"/>
                </a:lnTo>
                <a:lnTo>
                  <a:pt x="1442" y="37820"/>
                </a:lnTo>
                <a:lnTo>
                  <a:pt x="1426" y="37856"/>
                </a:lnTo>
                <a:lnTo>
                  <a:pt x="1411" y="37892"/>
                </a:lnTo>
                <a:lnTo>
                  <a:pt x="1395" y="37929"/>
                </a:lnTo>
                <a:lnTo>
                  <a:pt x="1380" y="37965"/>
                </a:lnTo>
                <a:lnTo>
                  <a:pt x="1365" y="38001"/>
                </a:lnTo>
                <a:lnTo>
                  <a:pt x="1350" y="38037"/>
                </a:lnTo>
                <a:lnTo>
                  <a:pt x="1335" y="38073"/>
                </a:lnTo>
                <a:lnTo>
                  <a:pt x="1321" y="38109"/>
                </a:lnTo>
                <a:lnTo>
                  <a:pt x="1307" y="38145"/>
                </a:lnTo>
                <a:lnTo>
                  <a:pt x="1293" y="38181"/>
                </a:lnTo>
                <a:lnTo>
                  <a:pt x="1279" y="38217"/>
                </a:lnTo>
                <a:lnTo>
                  <a:pt x="1266" y="38252"/>
                </a:lnTo>
                <a:lnTo>
                  <a:pt x="1252" y="38288"/>
                </a:lnTo>
                <a:lnTo>
                  <a:pt x="1239" y="38323"/>
                </a:lnTo>
                <a:lnTo>
                  <a:pt x="1226" y="38358"/>
                </a:lnTo>
                <a:lnTo>
                  <a:pt x="1214" y="38393"/>
                </a:lnTo>
                <a:lnTo>
                  <a:pt x="1201" y="38427"/>
                </a:lnTo>
                <a:lnTo>
                  <a:pt x="1177" y="38497"/>
                </a:lnTo>
                <a:lnTo>
                  <a:pt x="1152" y="38568"/>
                </a:lnTo>
                <a:lnTo>
                  <a:pt x="1128" y="38640"/>
                </a:lnTo>
                <a:lnTo>
                  <a:pt x="1103" y="38714"/>
                </a:lnTo>
                <a:lnTo>
                  <a:pt x="1079" y="38788"/>
                </a:lnTo>
                <a:lnTo>
                  <a:pt x="1054" y="38864"/>
                </a:lnTo>
                <a:lnTo>
                  <a:pt x="1030" y="38941"/>
                </a:lnTo>
                <a:lnTo>
                  <a:pt x="1006" y="39019"/>
                </a:lnTo>
                <a:lnTo>
                  <a:pt x="982" y="39098"/>
                </a:lnTo>
                <a:lnTo>
                  <a:pt x="958" y="39178"/>
                </a:lnTo>
                <a:lnTo>
                  <a:pt x="934" y="39259"/>
                </a:lnTo>
                <a:lnTo>
                  <a:pt x="910" y="39342"/>
                </a:lnTo>
                <a:lnTo>
                  <a:pt x="886" y="39425"/>
                </a:lnTo>
                <a:lnTo>
                  <a:pt x="862" y="39509"/>
                </a:lnTo>
                <a:lnTo>
                  <a:pt x="838" y="39595"/>
                </a:lnTo>
                <a:lnTo>
                  <a:pt x="814" y="39681"/>
                </a:lnTo>
                <a:lnTo>
                  <a:pt x="790" y="39768"/>
                </a:lnTo>
                <a:lnTo>
                  <a:pt x="767" y="39856"/>
                </a:lnTo>
                <a:lnTo>
                  <a:pt x="743" y="39945"/>
                </a:lnTo>
                <a:lnTo>
                  <a:pt x="719" y="40035"/>
                </a:lnTo>
                <a:lnTo>
                  <a:pt x="696" y="40126"/>
                </a:lnTo>
                <a:lnTo>
                  <a:pt x="672" y="40218"/>
                </a:lnTo>
                <a:lnTo>
                  <a:pt x="649" y="40311"/>
                </a:lnTo>
                <a:lnTo>
                  <a:pt x="625" y="40404"/>
                </a:lnTo>
                <a:lnTo>
                  <a:pt x="584" y="40572"/>
                </a:lnTo>
                <a:lnTo>
                  <a:pt x="542" y="40739"/>
                </a:lnTo>
                <a:lnTo>
                  <a:pt x="502" y="40905"/>
                </a:lnTo>
                <a:lnTo>
                  <a:pt x="463" y="41071"/>
                </a:lnTo>
                <a:lnTo>
                  <a:pt x="424" y="41236"/>
                </a:lnTo>
                <a:lnTo>
                  <a:pt x="386" y="41401"/>
                </a:lnTo>
                <a:lnTo>
                  <a:pt x="350" y="41564"/>
                </a:lnTo>
                <a:lnTo>
                  <a:pt x="314" y="41726"/>
                </a:lnTo>
                <a:lnTo>
                  <a:pt x="280" y="41886"/>
                </a:lnTo>
                <a:lnTo>
                  <a:pt x="248" y="42045"/>
                </a:lnTo>
                <a:lnTo>
                  <a:pt x="216" y="42202"/>
                </a:lnTo>
                <a:lnTo>
                  <a:pt x="187" y="42357"/>
                </a:lnTo>
                <a:lnTo>
                  <a:pt x="159" y="42510"/>
                </a:lnTo>
                <a:lnTo>
                  <a:pt x="133" y="42660"/>
                </a:lnTo>
                <a:lnTo>
                  <a:pt x="110" y="42808"/>
                </a:lnTo>
                <a:lnTo>
                  <a:pt x="88" y="42954"/>
                </a:lnTo>
                <a:lnTo>
                  <a:pt x="68" y="43097"/>
                </a:lnTo>
                <a:lnTo>
                  <a:pt x="51" y="43236"/>
                </a:lnTo>
                <a:lnTo>
                  <a:pt x="36" y="43373"/>
                </a:lnTo>
                <a:lnTo>
                  <a:pt x="23" y="43506"/>
                </a:lnTo>
                <a:lnTo>
                  <a:pt x="13" y="43636"/>
                </a:lnTo>
                <a:lnTo>
                  <a:pt x="6" y="43762"/>
                </a:lnTo>
                <a:lnTo>
                  <a:pt x="1" y="43885"/>
                </a:lnTo>
                <a:lnTo>
                  <a:pt x="0" y="44003"/>
                </a:lnTo>
                <a:lnTo>
                  <a:pt x="3" y="44154"/>
                </a:lnTo>
                <a:lnTo>
                  <a:pt x="12" y="44303"/>
                </a:lnTo>
                <a:lnTo>
                  <a:pt x="27" y="44448"/>
                </a:lnTo>
                <a:lnTo>
                  <a:pt x="47" y="44589"/>
                </a:lnTo>
                <a:lnTo>
                  <a:pt x="72" y="44727"/>
                </a:lnTo>
                <a:lnTo>
                  <a:pt x="101" y="44862"/>
                </a:lnTo>
                <a:lnTo>
                  <a:pt x="134" y="44993"/>
                </a:lnTo>
                <a:lnTo>
                  <a:pt x="171" y="45120"/>
                </a:lnTo>
                <a:lnTo>
                  <a:pt x="211" y="45243"/>
                </a:lnTo>
                <a:lnTo>
                  <a:pt x="253" y="45362"/>
                </a:lnTo>
                <a:lnTo>
                  <a:pt x="298" y="45476"/>
                </a:lnTo>
                <a:lnTo>
                  <a:pt x="344" y="45587"/>
                </a:lnTo>
                <a:lnTo>
                  <a:pt x="392" y="45693"/>
                </a:lnTo>
                <a:lnTo>
                  <a:pt x="440" y="45794"/>
                </a:lnTo>
                <a:lnTo>
                  <a:pt x="489" y="45891"/>
                </a:lnTo>
                <a:lnTo>
                  <a:pt x="539" y="45983"/>
                </a:lnTo>
                <a:lnTo>
                  <a:pt x="587" y="46070"/>
                </a:lnTo>
                <a:lnTo>
                  <a:pt x="636" y="46152"/>
                </a:lnTo>
                <a:lnTo>
                  <a:pt x="682" y="46229"/>
                </a:lnTo>
                <a:lnTo>
                  <a:pt x="728" y="46301"/>
                </a:lnTo>
                <a:lnTo>
                  <a:pt x="771" y="46368"/>
                </a:lnTo>
                <a:lnTo>
                  <a:pt x="812" y="46428"/>
                </a:lnTo>
                <a:lnTo>
                  <a:pt x="850" y="46484"/>
                </a:lnTo>
                <a:lnTo>
                  <a:pt x="884" y="46533"/>
                </a:lnTo>
                <a:lnTo>
                  <a:pt x="929" y="46597"/>
                </a:lnTo>
                <a:lnTo>
                  <a:pt x="975" y="46661"/>
                </a:lnTo>
                <a:lnTo>
                  <a:pt x="1022" y="46724"/>
                </a:lnTo>
                <a:lnTo>
                  <a:pt x="1070" y="46788"/>
                </a:lnTo>
                <a:lnTo>
                  <a:pt x="1119" y="46851"/>
                </a:lnTo>
                <a:lnTo>
                  <a:pt x="1169" y="46914"/>
                </a:lnTo>
                <a:lnTo>
                  <a:pt x="1219" y="46977"/>
                </a:lnTo>
                <a:lnTo>
                  <a:pt x="1270" y="47040"/>
                </a:lnTo>
                <a:lnTo>
                  <a:pt x="1322" y="47103"/>
                </a:lnTo>
                <a:lnTo>
                  <a:pt x="1375" y="47165"/>
                </a:lnTo>
                <a:lnTo>
                  <a:pt x="1429" y="47228"/>
                </a:lnTo>
                <a:lnTo>
                  <a:pt x="1483" y="47290"/>
                </a:lnTo>
                <a:lnTo>
                  <a:pt x="1537" y="47352"/>
                </a:lnTo>
                <a:lnTo>
                  <a:pt x="1592" y="47414"/>
                </a:lnTo>
                <a:lnTo>
                  <a:pt x="1648" y="47475"/>
                </a:lnTo>
                <a:lnTo>
                  <a:pt x="1704" y="47537"/>
                </a:lnTo>
                <a:lnTo>
                  <a:pt x="1761" y="47598"/>
                </a:lnTo>
                <a:lnTo>
                  <a:pt x="1818" y="47659"/>
                </a:lnTo>
                <a:lnTo>
                  <a:pt x="1876" y="47719"/>
                </a:lnTo>
                <a:lnTo>
                  <a:pt x="1934" y="47780"/>
                </a:lnTo>
                <a:lnTo>
                  <a:pt x="1992" y="47840"/>
                </a:lnTo>
                <a:lnTo>
                  <a:pt x="2050" y="47900"/>
                </a:lnTo>
                <a:lnTo>
                  <a:pt x="2109" y="47959"/>
                </a:lnTo>
                <a:lnTo>
                  <a:pt x="2168" y="48019"/>
                </a:lnTo>
                <a:lnTo>
                  <a:pt x="3100" y="48950"/>
                </a:lnTo>
                <a:lnTo>
                  <a:pt x="4417" y="48950"/>
                </a:lnTo>
                <a:lnTo>
                  <a:pt x="13430" y="48950"/>
                </a:lnTo>
                <a:lnTo>
                  <a:pt x="13800" y="48950"/>
                </a:lnTo>
                <a:lnTo>
                  <a:pt x="14162" y="48951"/>
                </a:lnTo>
                <a:lnTo>
                  <a:pt x="14516" y="48951"/>
                </a:lnTo>
                <a:lnTo>
                  <a:pt x="14861" y="48952"/>
                </a:lnTo>
                <a:lnTo>
                  <a:pt x="15199" y="48954"/>
                </a:lnTo>
                <a:lnTo>
                  <a:pt x="15528" y="48955"/>
                </a:lnTo>
                <a:lnTo>
                  <a:pt x="15849" y="48957"/>
                </a:lnTo>
                <a:lnTo>
                  <a:pt x="16162" y="48960"/>
                </a:lnTo>
                <a:lnTo>
                  <a:pt x="16466" y="48962"/>
                </a:lnTo>
                <a:lnTo>
                  <a:pt x="16763" y="48965"/>
                </a:lnTo>
                <a:lnTo>
                  <a:pt x="17051" y="48968"/>
                </a:lnTo>
                <a:lnTo>
                  <a:pt x="17331" y="48972"/>
                </a:lnTo>
                <a:lnTo>
                  <a:pt x="17603" y="48975"/>
                </a:lnTo>
                <a:lnTo>
                  <a:pt x="17867" y="48980"/>
                </a:lnTo>
                <a:lnTo>
                  <a:pt x="18123" y="48984"/>
                </a:lnTo>
                <a:lnTo>
                  <a:pt x="18371" y="48989"/>
                </a:lnTo>
                <a:lnTo>
                  <a:pt x="18374" y="48989"/>
                </a:lnTo>
                <a:lnTo>
                  <a:pt x="18334" y="49145"/>
                </a:lnTo>
                <a:lnTo>
                  <a:pt x="18281" y="49351"/>
                </a:lnTo>
                <a:lnTo>
                  <a:pt x="18227" y="49563"/>
                </a:lnTo>
                <a:lnTo>
                  <a:pt x="18172" y="49780"/>
                </a:lnTo>
                <a:lnTo>
                  <a:pt x="18115" y="50002"/>
                </a:lnTo>
                <a:lnTo>
                  <a:pt x="18057" y="50229"/>
                </a:lnTo>
                <a:lnTo>
                  <a:pt x="17997" y="50462"/>
                </a:lnTo>
                <a:lnTo>
                  <a:pt x="17937" y="50700"/>
                </a:lnTo>
                <a:lnTo>
                  <a:pt x="17875" y="50943"/>
                </a:lnTo>
                <a:lnTo>
                  <a:pt x="17812" y="51192"/>
                </a:lnTo>
                <a:lnTo>
                  <a:pt x="17747" y="51445"/>
                </a:lnTo>
                <a:lnTo>
                  <a:pt x="17682" y="51705"/>
                </a:lnTo>
                <a:lnTo>
                  <a:pt x="17546" y="52239"/>
                </a:lnTo>
                <a:lnTo>
                  <a:pt x="17406" y="52795"/>
                </a:lnTo>
                <a:lnTo>
                  <a:pt x="17260" y="53373"/>
                </a:lnTo>
                <a:lnTo>
                  <a:pt x="17109" y="53971"/>
                </a:lnTo>
                <a:lnTo>
                  <a:pt x="16953" y="54592"/>
                </a:lnTo>
                <a:lnTo>
                  <a:pt x="16791" y="55234"/>
                </a:lnTo>
                <a:lnTo>
                  <a:pt x="16624" y="55897"/>
                </a:lnTo>
                <a:lnTo>
                  <a:pt x="16453" y="56582"/>
                </a:lnTo>
                <a:lnTo>
                  <a:pt x="16276" y="57288"/>
                </a:lnTo>
                <a:lnTo>
                  <a:pt x="16093" y="58015"/>
                </a:lnTo>
                <a:lnTo>
                  <a:pt x="15906" y="58764"/>
                </a:lnTo>
                <a:lnTo>
                  <a:pt x="15713" y="59535"/>
                </a:lnTo>
                <a:lnTo>
                  <a:pt x="15515" y="60327"/>
                </a:lnTo>
                <a:lnTo>
                  <a:pt x="15312" y="61140"/>
                </a:lnTo>
                <a:lnTo>
                  <a:pt x="15104" y="61975"/>
                </a:lnTo>
                <a:lnTo>
                  <a:pt x="14890" y="62831"/>
                </a:lnTo>
                <a:lnTo>
                  <a:pt x="14671" y="63709"/>
                </a:lnTo>
                <a:lnTo>
                  <a:pt x="14448" y="64608"/>
                </a:lnTo>
                <a:lnTo>
                  <a:pt x="14218" y="65529"/>
                </a:lnTo>
                <a:lnTo>
                  <a:pt x="13984" y="66471"/>
                </a:lnTo>
                <a:lnTo>
                  <a:pt x="13744" y="67434"/>
                </a:lnTo>
                <a:lnTo>
                  <a:pt x="13500" y="68419"/>
                </a:lnTo>
                <a:lnTo>
                  <a:pt x="13250" y="69425"/>
                </a:lnTo>
                <a:lnTo>
                  <a:pt x="12995" y="70451"/>
                </a:lnTo>
                <a:lnTo>
                  <a:pt x="6810" y="95189"/>
                </a:lnTo>
                <a:lnTo>
                  <a:pt x="6716" y="95569"/>
                </a:lnTo>
                <a:lnTo>
                  <a:pt x="6716" y="95960"/>
                </a:lnTo>
                <a:lnTo>
                  <a:pt x="6716" y="99141"/>
                </a:lnTo>
                <a:lnTo>
                  <a:pt x="6716" y="99421"/>
                </a:lnTo>
                <a:lnTo>
                  <a:pt x="6718" y="99697"/>
                </a:lnTo>
                <a:lnTo>
                  <a:pt x="6721" y="99970"/>
                </a:lnTo>
                <a:lnTo>
                  <a:pt x="6725" y="100239"/>
                </a:lnTo>
                <a:lnTo>
                  <a:pt x="6731" y="100505"/>
                </a:lnTo>
                <a:lnTo>
                  <a:pt x="6738" y="100766"/>
                </a:lnTo>
                <a:lnTo>
                  <a:pt x="6746" y="101024"/>
                </a:lnTo>
                <a:lnTo>
                  <a:pt x="6756" y="101277"/>
                </a:lnTo>
                <a:lnTo>
                  <a:pt x="6768" y="101526"/>
                </a:lnTo>
                <a:lnTo>
                  <a:pt x="6781" y="101771"/>
                </a:lnTo>
                <a:lnTo>
                  <a:pt x="6796" y="102012"/>
                </a:lnTo>
                <a:lnTo>
                  <a:pt x="6813" y="102248"/>
                </a:lnTo>
                <a:lnTo>
                  <a:pt x="6831" y="102479"/>
                </a:lnTo>
                <a:lnTo>
                  <a:pt x="6851" y="102706"/>
                </a:lnTo>
                <a:lnTo>
                  <a:pt x="6873" y="102928"/>
                </a:lnTo>
                <a:lnTo>
                  <a:pt x="6897" y="103144"/>
                </a:lnTo>
                <a:lnTo>
                  <a:pt x="6923" y="103356"/>
                </a:lnTo>
                <a:lnTo>
                  <a:pt x="6951" y="103562"/>
                </a:lnTo>
                <a:lnTo>
                  <a:pt x="6981" y="103763"/>
                </a:lnTo>
                <a:lnTo>
                  <a:pt x="7013" y="103959"/>
                </a:lnTo>
                <a:lnTo>
                  <a:pt x="7047" y="104149"/>
                </a:lnTo>
                <a:lnTo>
                  <a:pt x="7084" y="104333"/>
                </a:lnTo>
                <a:lnTo>
                  <a:pt x="7123" y="104512"/>
                </a:lnTo>
                <a:lnTo>
                  <a:pt x="7164" y="104684"/>
                </a:lnTo>
                <a:lnTo>
                  <a:pt x="7190" y="104790"/>
                </a:lnTo>
                <a:lnTo>
                  <a:pt x="7224" y="104894"/>
                </a:lnTo>
                <a:lnTo>
                  <a:pt x="7429" y="105503"/>
                </a:lnTo>
                <a:lnTo>
                  <a:pt x="7646" y="106100"/>
                </a:lnTo>
                <a:lnTo>
                  <a:pt x="7876" y="106686"/>
                </a:lnTo>
                <a:lnTo>
                  <a:pt x="8117" y="107259"/>
                </a:lnTo>
                <a:lnTo>
                  <a:pt x="8370" y="107820"/>
                </a:lnTo>
                <a:lnTo>
                  <a:pt x="8635" y="108369"/>
                </a:lnTo>
                <a:lnTo>
                  <a:pt x="8913" y="108905"/>
                </a:lnTo>
                <a:lnTo>
                  <a:pt x="9203" y="109428"/>
                </a:lnTo>
                <a:lnTo>
                  <a:pt x="9505" y="109938"/>
                </a:lnTo>
                <a:lnTo>
                  <a:pt x="9820" y="110435"/>
                </a:lnTo>
                <a:lnTo>
                  <a:pt x="10148" y="110918"/>
                </a:lnTo>
                <a:lnTo>
                  <a:pt x="10488" y="111388"/>
                </a:lnTo>
                <a:lnTo>
                  <a:pt x="10842" y="111843"/>
                </a:lnTo>
                <a:lnTo>
                  <a:pt x="11208" y="112285"/>
                </a:lnTo>
                <a:lnTo>
                  <a:pt x="11587" y="112712"/>
                </a:lnTo>
                <a:lnTo>
                  <a:pt x="11979" y="113125"/>
                </a:lnTo>
                <a:lnTo>
                  <a:pt x="12384" y="113523"/>
                </a:lnTo>
                <a:lnTo>
                  <a:pt x="12803" y="113907"/>
                </a:lnTo>
                <a:lnTo>
                  <a:pt x="13234" y="114275"/>
                </a:lnTo>
                <a:lnTo>
                  <a:pt x="13680" y="114628"/>
                </a:lnTo>
                <a:lnTo>
                  <a:pt x="14139" y="114965"/>
                </a:lnTo>
                <a:lnTo>
                  <a:pt x="14611" y="115287"/>
                </a:lnTo>
                <a:lnTo>
                  <a:pt x="15097" y="115593"/>
                </a:lnTo>
                <a:lnTo>
                  <a:pt x="15597" y="115882"/>
                </a:lnTo>
                <a:lnTo>
                  <a:pt x="16053" y="116130"/>
                </a:lnTo>
                <a:lnTo>
                  <a:pt x="16512" y="116367"/>
                </a:lnTo>
                <a:lnTo>
                  <a:pt x="16973" y="116594"/>
                </a:lnTo>
                <a:lnTo>
                  <a:pt x="17437" y="116810"/>
                </a:lnTo>
                <a:lnTo>
                  <a:pt x="17903" y="117016"/>
                </a:lnTo>
                <a:lnTo>
                  <a:pt x="18372" y="117212"/>
                </a:lnTo>
                <a:lnTo>
                  <a:pt x="18843" y="117397"/>
                </a:lnTo>
                <a:lnTo>
                  <a:pt x="19317" y="117572"/>
                </a:lnTo>
                <a:lnTo>
                  <a:pt x="19793" y="117736"/>
                </a:lnTo>
                <a:lnTo>
                  <a:pt x="20271" y="117890"/>
                </a:lnTo>
                <a:lnTo>
                  <a:pt x="20752" y="118033"/>
                </a:lnTo>
                <a:lnTo>
                  <a:pt x="21236" y="118166"/>
                </a:lnTo>
                <a:lnTo>
                  <a:pt x="21722" y="118288"/>
                </a:lnTo>
                <a:lnTo>
                  <a:pt x="22210" y="118400"/>
                </a:lnTo>
                <a:lnTo>
                  <a:pt x="22700" y="118501"/>
                </a:lnTo>
                <a:lnTo>
                  <a:pt x="23193" y="118591"/>
                </a:lnTo>
                <a:lnTo>
                  <a:pt x="23687" y="118671"/>
                </a:lnTo>
                <a:lnTo>
                  <a:pt x="24185" y="118741"/>
                </a:lnTo>
                <a:lnTo>
                  <a:pt x="24684" y="118799"/>
                </a:lnTo>
                <a:lnTo>
                  <a:pt x="25186" y="118848"/>
                </a:lnTo>
                <a:lnTo>
                  <a:pt x="25690" y="118885"/>
                </a:lnTo>
                <a:lnTo>
                  <a:pt x="26196" y="118912"/>
                </a:lnTo>
                <a:lnTo>
                  <a:pt x="26704" y="118928"/>
                </a:lnTo>
                <a:lnTo>
                  <a:pt x="27214" y="118933"/>
                </a:lnTo>
                <a:lnTo>
                  <a:pt x="27746" y="118927"/>
                </a:lnTo>
                <a:lnTo>
                  <a:pt x="28277" y="118909"/>
                </a:lnTo>
                <a:lnTo>
                  <a:pt x="28806" y="118878"/>
                </a:lnTo>
                <a:lnTo>
                  <a:pt x="29334" y="118836"/>
                </a:lnTo>
                <a:lnTo>
                  <a:pt x="29860" y="118781"/>
                </a:lnTo>
                <a:lnTo>
                  <a:pt x="30385" y="118715"/>
                </a:lnTo>
                <a:lnTo>
                  <a:pt x="30908" y="118636"/>
                </a:lnTo>
                <a:lnTo>
                  <a:pt x="31430" y="118545"/>
                </a:lnTo>
                <a:lnTo>
                  <a:pt x="31950" y="118443"/>
                </a:lnTo>
                <a:lnTo>
                  <a:pt x="32469" y="118329"/>
                </a:lnTo>
                <a:lnTo>
                  <a:pt x="32986" y="118203"/>
                </a:lnTo>
                <a:lnTo>
                  <a:pt x="33502" y="118065"/>
                </a:lnTo>
                <a:lnTo>
                  <a:pt x="34016" y="117916"/>
                </a:lnTo>
                <a:lnTo>
                  <a:pt x="34529" y="117755"/>
                </a:lnTo>
                <a:lnTo>
                  <a:pt x="35040" y="117582"/>
                </a:lnTo>
                <a:lnTo>
                  <a:pt x="35549" y="117398"/>
                </a:lnTo>
                <a:lnTo>
                  <a:pt x="36056" y="117203"/>
                </a:lnTo>
                <a:lnTo>
                  <a:pt x="36562" y="116996"/>
                </a:lnTo>
                <a:lnTo>
                  <a:pt x="37067" y="116777"/>
                </a:lnTo>
                <a:lnTo>
                  <a:pt x="37569" y="116547"/>
                </a:lnTo>
                <a:lnTo>
                  <a:pt x="38070" y="116306"/>
                </a:lnTo>
                <a:lnTo>
                  <a:pt x="38569" y="116054"/>
                </a:lnTo>
                <a:lnTo>
                  <a:pt x="39066" y="115790"/>
                </a:lnTo>
                <a:lnTo>
                  <a:pt x="39562" y="115516"/>
                </a:lnTo>
                <a:lnTo>
                  <a:pt x="40040" y="115240"/>
                </a:lnTo>
                <a:lnTo>
                  <a:pt x="40512" y="114960"/>
                </a:lnTo>
                <a:lnTo>
                  <a:pt x="40979" y="114673"/>
                </a:lnTo>
                <a:lnTo>
                  <a:pt x="41439" y="114381"/>
                </a:lnTo>
                <a:lnTo>
                  <a:pt x="41895" y="114084"/>
                </a:lnTo>
                <a:lnTo>
                  <a:pt x="42344" y="113781"/>
                </a:lnTo>
                <a:lnTo>
                  <a:pt x="42788" y="113472"/>
                </a:lnTo>
                <a:lnTo>
                  <a:pt x="43226" y="113158"/>
                </a:lnTo>
                <a:lnTo>
                  <a:pt x="43658" y="112839"/>
                </a:lnTo>
                <a:lnTo>
                  <a:pt x="44084" y="112513"/>
                </a:lnTo>
                <a:lnTo>
                  <a:pt x="44505" y="112182"/>
                </a:lnTo>
                <a:lnTo>
                  <a:pt x="44920" y="111846"/>
                </a:lnTo>
                <a:lnTo>
                  <a:pt x="45329" y="111504"/>
                </a:lnTo>
                <a:lnTo>
                  <a:pt x="45732" y="111156"/>
                </a:lnTo>
                <a:lnTo>
                  <a:pt x="46130" y="110803"/>
                </a:lnTo>
                <a:lnTo>
                  <a:pt x="46521" y="110444"/>
                </a:lnTo>
                <a:lnTo>
                  <a:pt x="46907" y="110080"/>
                </a:lnTo>
                <a:lnTo>
                  <a:pt x="47287" y="109710"/>
                </a:lnTo>
                <a:lnTo>
                  <a:pt x="47661" y="109334"/>
                </a:lnTo>
                <a:lnTo>
                  <a:pt x="48029" y="108953"/>
                </a:lnTo>
                <a:lnTo>
                  <a:pt x="48391" y="108566"/>
                </a:lnTo>
                <a:lnTo>
                  <a:pt x="48747" y="108174"/>
                </a:lnTo>
                <a:lnTo>
                  <a:pt x="49098" y="107776"/>
                </a:lnTo>
                <a:lnTo>
                  <a:pt x="49442" y="107372"/>
                </a:lnTo>
                <a:lnTo>
                  <a:pt x="49759" y="106992"/>
                </a:lnTo>
                <a:lnTo>
                  <a:pt x="50072" y="106614"/>
                </a:lnTo>
                <a:lnTo>
                  <a:pt x="50380" y="106236"/>
                </a:lnTo>
                <a:lnTo>
                  <a:pt x="50684" y="105861"/>
                </a:lnTo>
                <a:lnTo>
                  <a:pt x="50982" y="105486"/>
                </a:lnTo>
                <a:lnTo>
                  <a:pt x="51276" y="105113"/>
                </a:lnTo>
                <a:lnTo>
                  <a:pt x="51566" y="104742"/>
                </a:lnTo>
                <a:lnTo>
                  <a:pt x="51850" y="104372"/>
                </a:lnTo>
                <a:lnTo>
                  <a:pt x="52130" y="104003"/>
                </a:lnTo>
                <a:lnTo>
                  <a:pt x="52405" y="103635"/>
                </a:lnTo>
                <a:lnTo>
                  <a:pt x="52676" y="103269"/>
                </a:lnTo>
                <a:lnTo>
                  <a:pt x="52941" y="102905"/>
                </a:lnTo>
                <a:lnTo>
                  <a:pt x="53202" y="102542"/>
                </a:lnTo>
                <a:lnTo>
                  <a:pt x="53458" y="102180"/>
                </a:lnTo>
                <a:lnTo>
                  <a:pt x="53710" y="101819"/>
                </a:lnTo>
                <a:lnTo>
                  <a:pt x="53956" y="101460"/>
                </a:lnTo>
                <a:lnTo>
                  <a:pt x="54198" y="101103"/>
                </a:lnTo>
                <a:lnTo>
                  <a:pt x="54435" y="100746"/>
                </a:lnTo>
                <a:lnTo>
                  <a:pt x="54667" y="100392"/>
                </a:lnTo>
                <a:lnTo>
                  <a:pt x="54894" y="100038"/>
                </a:lnTo>
                <a:lnTo>
                  <a:pt x="55116" y="99686"/>
                </a:lnTo>
                <a:lnTo>
                  <a:pt x="55333" y="99335"/>
                </a:lnTo>
                <a:lnTo>
                  <a:pt x="55546" y="98986"/>
                </a:lnTo>
                <a:lnTo>
                  <a:pt x="55753" y="98638"/>
                </a:lnTo>
                <a:lnTo>
                  <a:pt x="55951" y="98301"/>
                </a:lnTo>
                <a:lnTo>
                  <a:pt x="56145" y="97967"/>
                </a:lnTo>
                <a:lnTo>
                  <a:pt x="56334" y="97635"/>
                </a:lnTo>
                <a:lnTo>
                  <a:pt x="56518" y="97305"/>
                </a:lnTo>
                <a:lnTo>
                  <a:pt x="56699" y="96978"/>
                </a:lnTo>
                <a:lnTo>
                  <a:pt x="56874" y="96653"/>
                </a:lnTo>
                <a:lnTo>
                  <a:pt x="57046" y="96331"/>
                </a:lnTo>
                <a:lnTo>
                  <a:pt x="57213" y="96012"/>
                </a:lnTo>
                <a:lnTo>
                  <a:pt x="57375" y="95695"/>
                </a:lnTo>
                <a:lnTo>
                  <a:pt x="57532" y="95380"/>
                </a:lnTo>
                <a:lnTo>
                  <a:pt x="57685" y="95068"/>
                </a:lnTo>
                <a:lnTo>
                  <a:pt x="57834" y="94759"/>
                </a:lnTo>
                <a:lnTo>
                  <a:pt x="57977" y="94452"/>
                </a:lnTo>
                <a:lnTo>
                  <a:pt x="58116" y="94148"/>
                </a:lnTo>
                <a:lnTo>
                  <a:pt x="58250" y="93847"/>
                </a:lnTo>
                <a:lnTo>
                  <a:pt x="58379" y="93548"/>
                </a:lnTo>
                <a:lnTo>
                  <a:pt x="58503" y="93251"/>
                </a:lnTo>
                <a:lnTo>
                  <a:pt x="58622" y="92958"/>
                </a:lnTo>
                <a:lnTo>
                  <a:pt x="58737" y="92667"/>
                </a:lnTo>
                <a:lnTo>
                  <a:pt x="58846" y="92379"/>
                </a:lnTo>
                <a:lnTo>
                  <a:pt x="58950" y="92093"/>
                </a:lnTo>
                <a:lnTo>
                  <a:pt x="59049" y="91811"/>
                </a:lnTo>
                <a:lnTo>
                  <a:pt x="59143" y="91531"/>
                </a:lnTo>
                <a:lnTo>
                  <a:pt x="59218" y="91298"/>
                </a:lnTo>
                <a:lnTo>
                  <a:pt x="59237" y="91239"/>
                </a:lnTo>
                <a:lnTo>
                  <a:pt x="59261" y="91169"/>
                </a:lnTo>
                <a:lnTo>
                  <a:pt x="59284" y="91099"/>
                </a:lnTo>
                <a:lnTo>
                  <a:pt x="59306" y="91029"/>
                </a:lnTo>
                <a:lnTo>
                  <a:pt x="59328" y="90960"/>
                </a:lnTo>
                <a:lnTo>
                  <a:pt x="59350" y="90891"/>
                </a:lnTo>
                <a:lnTo>
                  <a:pt x="59372" y="90823"/>
                </a:lnTo>
                <a:lnTo>
                  <a:pt x="59393" y="90755"/>
                </a:lnTo>
                <a:lnTo>
                  <a:pt x="59414" y="90688"/>
                </a:lnTo>
                <a:lnTo>
                  <a:pt x="59435" y="90621"/>
                </a:lnTo>
                <a:lnTo>
                  <a:pt x="59455" y="90555"/>
                </a:lnTo>
                <a:lnTo>
                  <a:pt x="59475" y="90490"/>
                </a:lnTo>
                <a:lnTo>
                  <a:pt x="59494" y="90425"/>
                </a:lnTo>
                <a:lnTo>
                  <a:pt x="59513" y="90361"/>
                </a:lnTo>
                <a:lnTo>
                  <a:pt x="59531" y="90297"/>
                </a:lnTo>
                <a:lnTo>
                  <a:pt x="59550" y="90234"/>
                </a:lnTo>
                <a:lnTo>
                  <a:pt x="59567" y="90171"/>
                </a:lnTo>
                <a:lnTo>
                  <a:pt x="59585" y="90109"/>
                </a:lnTo>
                <a:lnTo>
                  <a:pt x="59602" y="90048"/>
                </a:lnTo>
                <a:lnTo>
                  <a:pt x="59618" y="89987"/>
                </a:lnTo>
                <a:lnTo>
                  <a:pt x="59634" y="89927"/>
                </a:lnTo>
                <a:lnTo>
                  <a:pt x="59650" y="89868"/>
                </a:lnTo>
                <a:lnTo>
                  <a:pt x="59665" y="89809"/>
                </a:lnTo>
                <a:lnTo>
                  <a:pt x="59679" y="89751"/>
                </a:lnTo>
                <a:lnTo>
                  <a:pt x="59692" y="89700"/>
                </a:lnTo>
                <a:lnTo>
                  <a:pt x="59705" y="89648"/>
                </a:lnTo>
                <a:lnTo>
                  <a:pt x="59718" y="89593"/>
                </a:lnTo>
                <a:lnTo>
                  <a:pt x="59731" y="89537"/>
                </a:lnTo>
                <a:lnTo>
                  <a:pt x="59744" y="89480"/>
                </a:lnTo>
                <a:lnTo>
                  <a:pt x="59757" y="89421"/>
                </a:lnTo>
                <a:lnTo>
                  <a:pt x="59770" y="89360"/>
                </a:lnTo>
                <a:lnTo>
                  <a:pt x="59783" y="89298"/>
                </a:lnTo>
                <a:lnTo>
                  <a:pt x="59795" y="89235"/>
                </a:lnTo>
                <a:lnTo>
                  <a:pt x="59807" y="89171"/>
                </a:lnTo>
                <a:lnTo>
                  <a:pt x="59819" y="89105"/>
                </a:lnTo>
                <a:lnTo>
                  <a:pt x="59830" y="89039"/>
                </a:lnTo>
                <a:lnTo>
                  <a:pt x="59841" y="88971"/>
                </a:lnTo>
                <a:lnTo>
                  <a:pt x="59852" y="88902"/>
                </a:lnTo>
                <a:lnTo>
                  <a:pt x="59861" y="88833"/>
                </a:lnTo>
                <a:lnTo>
                  <a:pt x="59870" y="88763"/>
                </a:lnTo>
                <a:lnTo>
                  <a:pt x="59878" y="88692"/>
                </a:lnTo>
                <a:lnTo>
                  <a:pt x="59885" y="88621"/>
                </a:lnTo>
                <a:lnTo>
                  <a:pt x="59892" y="88549"/>
                </a:lnTo>
                <a:lnTo>
                  <a:pt x="59897" y="88477"/>
                </a:lnTo>
                <a:lnTo>
                  <a:pt x="59901" y="88404"/>
                </a:lnTo>
                <a:lnTo>
                  <a:pt x="59904" y="88331"/>
                </a:lnTo>
                <a:lnTo>
                  <a:pt x="59906" y="88258"/>
                </a:lnTo>
                <a:lnTo>
                  <a:pt x="59907" y="88184"/>
                </a:lnTo>
                <a:lnTo>
                  <a:pt x="59906" y="88090"/>
                </a:lnTo>
                <a:lnTo>
                  <a:pt x="59903" y="87995"/>
                </a:lnTo>
                <a:lnTo>
                  <a:pt x="59898" y="87900"/>
                </a:lnTo>
                <a:lnTo>
                  <a:pt x="59891" y="87805"/>
                </a:lnTo>
                <a:lnTo>
                  <a:pt x="59882" y="87709"/>
                </a:lnTo>
                <a:lnTo>
                  <a:pt x="59871" y="87612"/>
                </a:lnTo>
                <a:lnTo>
                  <a:pt x="59858" y="87516"/>
                </a:lnTo>
                <a:lnTo>
                  <a:pt x="59842" y="87419"/>
                </a:lnTo>
                <a:lnTo>
                  <a:pt x="59824" y="87322"/>
                </a:lnTo>
                <a:lnTo>
                  <a:pt x="59804" y="87225"/>
                </a:lnTo>
                <a:lnTo>
                  <a:pt x="59782" y="87128"/>
                </a:lnTo>
                <a:lnTo>
                  <a:pt x="59757" y="87030"/>
                </a:lnTo>
                <a:lnTo>
                  <a:pt x="59730" y="86933"/>
                </a:lnTo>
                <a:lnTo>
                  <a:pt x="59700" y="86836"/>
                </a:lnTo>
                <a:lnTo>
                  <a:pt x="59668" y="86739"/>
                </a:lnTo>
                <a:lnTo>
                  <a:pt x="59633" y="86642"/>
                </a:lnTo>
                <a:lnTo>
                  <a:pt x="59596" y="86546"/>
                </a:lnTo>
                <a:lnTo>
                  <a:pt x="59556" y="86450"/>
                </a:lnTo>
                <a:lnTo>
                  <a:pt x="59513" y="86354"/>
                </a:lnTo>
                <a:lnTo>
                  <a:pt x="59468" y="86258"/>
                </a:lnTo>
                <a:lnTo>
                  <a:pt x="59420" y="86163"/>
                </a:lnTo>
                <a:lnTo>
                  <a:pt x="59369" y="86068"/>
                </a:lnTo>
                <a:lnTo>
                  <a:pt x="59315" y="85974"/>
                </a:lnTo>
                <a:lnTo>
                  <a:pt x="59258" y="85881"/>
                </a:lnTo>
                <a:lnTo>
                  <a:pt x="59200" y="85790"/>
                </a:lnTo>
                <a:lnTo>
                  <a:pt x="59140" y="85702"/>
                </a:lnTo>
                <a:lnTo>
                  <a:pt x="59078" y="85616"/>
                </a:lnTo>
                <a:lnTo>
                  <a:pt x="59015" y="85532"/>
                </a:lnTo>
                <a:lnTo>
                  <a:pt x="58951" y="85451"/>
                </a:lnTo>
                <a:lnTo>
                  <a:pt x="58885" y="85372"/>
                </a:lnTo>
                <a:lnTo>
                  <a:pt x="58818" y="85296"/>
                </a:lnTo>
                <a:lnTo>
                  <a:pt x="58750" y="85222"/>
                </a:lnTo>
                <a:lnTo>
                  <a:pt x="58681" y="85149"/>
                </a:lnTo>
                <a:lnTo>
                  <a:pt x="58610" y="85080"/>
                </a:lnTo>
                <a:lnTo>
                  <a:pt x="58539" y="85012"/>
                </a:lnTo>
                <a:lnTo>
                  <a:pt x="58467" y="84946"/>
                </a:lnTo>
                <a:lnTo>
                  <a:pt x="58394" y="84883"/>
                </a:lnTo>
                <a:lnTo>
                  <a:pt x="58320" y="84822"/>
                </a:lnTo>
                <a:lnTo>
                  <a:pt x="58246" y="84763"/>
                </a:lnTo>
                <a:lnTo>
                  <a:pt x="58171" y="84705"/>
                </a:lnTo>
                <a:lnTo>
                  <a:pt x="58096" y="84650"/>
                </a:lnTo>
                <a:lnTo>
                  <a:pt x="58020" y="84597"/>
                </a:lnTo>
                <a:lnTo>
                  <a:pt x="57944" y="84546"/>
                </a:lnTo>
                <a:lnTo>
                  <a:pt x="57868" y="84497"/>
                </a:lnTo>
                <a:lnTo>
                  <a:pt x="57791" y="84449"/>
                </a:lnTo>
                <a:lnTo>
                  <a:pt x="57714" y="84404"/>
                </a:lnTo>
                <a:lnTo>
                  <a:pt x="57638" y="84360"/>
                </a:lnTo>
                <a:lnTo>
                  <a:pt x="57561" y="84319"/>
                </a:lnTo>
                <a:lnTo>
                  <a:pt x="57419" y="84246"/>
                </a:lnTo>
                <a:lnTo>
                  <a:pt x="57275" y="84178"/>
                </a:lnTo>
                <a:lnTo>
                  <a:pt x="57130" y="84114"/>
                </a:lnTo>
                <a:lnTo>
                  <a:pt x="56984" y="84055"/>
                </a:lnTo>
                <a:lnTo>
                  <a:pt x="56836" y="84001"/>
                </a:lnTo>
                <a:lnTo>
                  <a:pt x="56688" y="83950"/>
                </a:lnTo>
                <a:lnTo>
                  <a:pt x="56540" y="83904"/>
                </a:lnTo>
                <a:lnTo>
                  <a:pt x="56391" y="83862"/>
                </a:lnTo>
                <a:lnTo>
                  <a:pt x="56241" y="83823"/>
                </a:lnTo>
                <a:lnTo>
                  <a:pt x="56092" y="83788"/>
                </a:lnTo>
                <a:lnTo>
                  <a:pt x="55942" y="83757"/>
                </a:lnTo>
                <a:lnTo>
                  <a:pt x="55793" y="83729"/>
                </a:lnTo>
                <a:lnTo>
                  <a:pt x="55644" y="83703"/>
                </a:lnTo>
                <a:lnTo>
                  <a:pt x="55495" y="83681"/>
                </a:lnTo>
                <a:lnTo>
                  <a:pt x="55347" y="83662"/>
                </a:lnTo>
                <a:lnTo>
                  <a:pt x="55201" y="83646"/>
                </a:lnTo>
                <a:lnTo>
                  <a:pt x="55055" y="83632"/>
                </a:lnTo>
                <a:lnTo>
                  <a:pt x="54910" y="83620"/>
                </a:lnTo>
                <a:lnTo>
                  <a:pt x="54767" y="83610"/>
                </a:lnTo>
                <a:lnTo>
                  <a:pt x="54625" y="83603"/>
                </a:lnTo>
                <a:lnTo>
                  <a:pt x="54485" y="83598"/>
                </a:lnTo>
                <a:lnTo>
                  <a:pt x="54347" y="83594"/>
                </a:lnTo>
                <a:lnTo>
                  <a:pt x="54210" y="83592"/>
                </a:lnTo>
                <a:lnTo>
                  <a:pt x="54076" y="83591"/>
                </a:lnTo>
                <a:lnTo>
                  <a:pt x="53370" y="83591"/>
                </a:lnTo>
                <a:lnTo>
                  <a:pt x="53237" y="83591"/>
                </a:lnTo>
                <a:lnTo>
                  <a:pt x="53106" y="83602"/>
                </a:lnTo>
                <a:lnTo>
                  <a:pt x="53014" y="83610"/>
                </a:lnTo>
                <a:lnTo>
                  <a:pt x="52924" y="83617"/>
                </a:lnTo>
                <a:lnTo>
                  <a:pt x="52836" y="83625"/>
                </a:lnTo>
                <a:lnTo>
                  <a:pt x="52748" y="83633"/>
                </a:lnTo>
                <a:lnTo>
                  <a:pt x="52661" y="83641"/>
                </a:lnTo>
                <a:lnTo>
                  <a:pt x="52575" y="83648"/>
                </a:lnTo>
                <a:lnTo>
                  <a:pt x="52491" y="83656"/>
                </a:lnTo>
                <a:lnTo>
                  <a:pt x="52407" y="83664"/>
                </a:lnTo>
                <a:lnTo>
                  <a:pt x="52325" y="83672"/>
                </a:lnTo>
                <a:lnTo>
                  <a:pt x="52243" y="83680"/>
                </a:lnTo>
                <a:lnTo>
                  <a:pt x="52163" y="83688"/>
                </a:lnTo>
                <a:lnTo>
                  <a:pt x="52084" y="83696"/>
                </a:lnTo>
                <a:lnTo>
                  <a:pt x="52006" y="83704"/>
                </a:lnTo>
                <a:lnTo>
                  <a:pt x="51930" y="83712"/>
                </a:lnTo>
                <a:lnTo>
                  <a:pt x="51854" y="83720"/>
                </a:lnTo>
                <a:lnTo>
                  <a:pt x="51779" y="83729"/>
                </a:lnTo>
                <a:lnTo>
                  <a:pt x="51706" y="83737"/>
                </a:lnTo>
                <a:lnTo>
                  <a:pt x="51634" y="83745"/>
                </a:lnTo>
                <a:lnTo>
                  <a:pt x="51563" y="83753"/>
                </a:lnTo>
                <a:lnTo>
                  <a:pt x="51493" y="83762"/>
                </a:lnTo>
                <a:lnTo>
                  <a:pt x="51425" y="83770"/>
                </a:lnTo>
                <a:lnTo>
                  <a:pt x="51357" y="83779"/>
                </a:lnTo>
                <a:lnTo>
                  <a:pt x="51291" y="83787"/>
                </a:lnTo>
                <a:lnTo>
                  <a:pt x="51226" y="83796"/>
                </a:lnTo>
                <a:lnTo>
                  <a:pt x="51170" y="83803"/>
                </a:lnTo>
                <a:lnTo>
                  <a:pt x="51113" y="83811"/>
                </a:lnTo>
                <a:lnTo>
                  <a:pt x="51054" y="83819"/>
                </a:lnTo>
                <a:lnTo>
                  <a:pt x="50995" y="83828"/>
                </a:lnTo>
                <a:lnTo>
                  <a:pt x="50934" y="83837"/>
                </a:lnTo>
                <a:lnTo>
                  <a:pt x="50872" y="83846"/>
                </a:lnTo>
                <a:lnTo>
                  <a:pt x="50810" y="83856"/>
                </a:lnTo>
                <a:lnTo>
                  <a:pt x="50747" y="83866"/>
                </a:lnTo>
                <a:lnTo>
                  <a:pt x="50683" y="83877"/>
                </a:lnTo>
                <a:lnTo>
                  <a:pt x="50618" y="83888"/>
                </a:lnTo>
                <a:lnTo>
                  <a:pt x="50553" y="83900"/>
                </a:lnTo>
                <a:lnTo>
                  <a:pt x="50488" y="83912"/>
                </a:lnTo>
                <a:lnTo>
                  <a:pt x="50423" y="83925"/>
                </a:lnTo>
                <a:lnTo>
                  <a:pt x="50357" y="83939"/>
                </a:lnTo>
                <a:lnTo>
                  <a:pt x="50291" y="83952"/>
                </a:lnTo>
                <a:lnTo>
                  <a:pt x="50226" y="83967"/>
                </a:lnTo>
                <a:lnTo>
                  <a:pt x="50160" y="83982"/>
                </a:lnTo>
                <a:lnTo>
                  <a:pt x="50095" y="83998"/>
                </a:lnTo>
                <a:lnTo>
                  <a:pt x="50030" y="84015"/>
                </a:lnTo>
                <a:lnTo>
                  <a:pt x="49965" y="84032"/>
                </a:lnTo>
                <a:lnTo>
                  <a:pt x="49901" y="84050"/>
                </a:lnTo>
                <a:lnTo>
                  <a:pt x="49838" y="84068"/>
                </a:lnTo>
                <a:lnTo>
                  <a:pt x="49775" y="84088"/>
                </a:lnTo>
                <a:lnTo>
                  <a:pt x="49713" y="84108"/>
                </a:lnTo>
                <a:lnTo>
                  <a:pt x="49589" y="84151"/>
                </a:lnTo>
                <a:lnTo>
                  <a:pt x="49468" y="84198"/>
                </a:lnTo>
                <a:lnTo>
                  <a:pt x="49351" y="84248"/>
                </a:lnTo>
                <a:lnTo>
                  <a:pt x="49238" y="84301"/>
                </a:lnTo>
                <a:lnTo>
                  <a:pt x="49128" y="84357"/>
                </a:lnTo>
                <a:lnTo>
                  <a:pt x="49021" y="84415"/>
                </a:lnTo>
                <a:lnTo>
                  <a:pt x="48918" y="84476"/>
                </a:lnTo>
                <a:lnTo>
                  <a:pt x="48818" y="84539"/>
                </a:lnTo>
                <a:lnTo>
                  <a:pt x="48721" y="84603"/>
                </a:lnTo>
                <a:lnTo>
                  <a:pt x="48628" y="84670"/>
                </a:lnTo>
                <a:lnTo>
                  <a:pt x="48538" y="84738"/>
                </a:lnTo>
                <a:lnTo>
                  <a:pt x="48451" y="84807"/>
                </a:lnTo>
                <a:lnTo>
                  <a:pt x="48368" y="84877"/>
                </a:lnTo>
                <a:lnTo>
                  <a:pt x="48287" y="84949"/>
                </a:lnTo>
                <a:lnTo>
                  <a:pt x="48210" y="85021"/>
                </a:lnTo>
                <a:lnTo>
                  <a:pt x="48135" y="85094"/>
                </a:lnTo>
                <a:lnTo>
                  <a:pt x="48064" y="85167"/>
                </a:lnTo>
                <a:lnTo>
                  <a:pt x="47995" y="85240"/>
                </a:lnTo>
                <a:lnTo>
                  <a:pt x="47930" y="85314"/>
                </a:lnTo>
                <a:lnTo>
                  <a:pt x="47867" y="85387"/>
                </a:lnTo>
                <a:lnTo>
                  <a:pt x="47808" y="85460"/>
                </a:lnTo>
                <a:lnTo>
                  <a:pt x="47751" y="85532"/>
                </a:lnTo>
                <a:lnTo>
                  <a:pt x="47697" y="85603"/>
                </a:lnTo>
                <a:lnTo>
                  <a:pt x="47645" y="85674"/>
                </a:lnTo>
                <a:lnTo>
                  <a:pt x="47597" y="85743"/>
                </a:lnTo>
                <a:lnTo>
                  <a:pt x="47549" y="85813"/>
                </a:lnTo>
                <a:lnTo>
                  <a:pt x="47503" y="85884"/>
                </a:lnTo>
                <a:lnTo>
                  <a:pt x="47459" y="85954"/>
                </a:lnTo>
                <a:lnTo>
                  <a:pt x="47416" y="86025"/>
                </a:lnTo>
                <a:lnTo>
                  <a:pt x="47374" y="86096"/>
                </a:lnTo>
                <a:lnTo>
                  <a:pt x="47333" y="86168"/>
                </a:lnTo>
                <a:lnTo>
                  <a:pt x="47294" y="86239"/>
                </a:lnTo>
                <a:lnTo>
                  <a:pt x="47256" y="86311"/>
                </a:lnTo>
                <a:lnTo>
                  <a:pt x="47219" y="86382"/>
                </a:lnTo>
                <a:lnTo>
                  <a:pt x="47184" y="86454"/>
                </a:lnTo>
                <a:lnTo>
                  <a:pt x="47149" y="86525"/>
                </a:lnTo>
                <a:lnTo>
                  <a:pt x="47116" y="86596"/>
                </a:lnTo>
                <a:lnTo>
                  <a:pt x="47084" y="86667"/>
                </a:lnTo>
                <a:lnTo>
                  <a:pt x="47053" y="86738"/>
                </a:lnTo>
                <a:lnTo>
                  <a:pt x="47023" y="86809"/>
                </a:lnTo>
                <a:lnTo>
                  <a:pt x="46994" y="86879"/>
                </a:lnTo>
                <a:lnTo>
                  <a:pt x="46966" y="86949"/>
                </a:lnTo>
                <a:lnTo>
                  <a:pt x="46939" y="87018"/>
                </a:lnTo>
                <a:lnTo>
                  <a:pt x="46913" y="87087"/>
                </a:lnTo>
                <a:lnTo>
                  <a:pt x="46888" y="87155"/>
                </a:lnTo>
                <a:lnTo>
                  <a:pt x="46864" y="87223"/>
                </a:lnTo>
                <a:lnTo>
                  <a:pt x="46856" y="87246"/>
                </a:lnTo>
                <a:lnTo>
                  <a:pt x="46601" y="87870"/>
                </a:lnTo>
                <a:lnTo>
                  <a:pt x="46313" y="88550"/>
                </a:lnTo>
                <a:lnTo>
                  <a:pt x="46017" y="89219"/>
                </a:lnTo>
                <a:lnTo>
                  <a:pt x="45714" y="89878"/>
                </a:lnTo>
                <a:lnTo>
                  <a:pt x="45404" y="90528"/>
                </a:lnTo>
                <a:lnTo>
                  <a:pt x="45087" y="91167"/>
                </a:lnTo>
                <a:lnTo>
                  <a:pt x="44763" y="91796"/>
                </a:lnTo>
                <a:lnTo>
                  <a:pt x="44432" y="92416"/>
                </a:lnTo>
                <a:lnTo>
                  <a:pt x="44094" y="93025"/>
                </a:lnTo>
                <a:lnTo>
                  <a:pt x="43749" y="93625"/>
                </a:lnTo>
                <a:lnTo>
                  <a:pt x="43396" y="94214"/>
                </a:lnTo>
                <a:lnTo>
                  <a:pt x="43037" y="94794"/>
                </a:lnTo>
                <a:lnTo>
                  <a:pt x="42671" y="95364"/>
                </a:lnTo>
                <a:lnTo>
                  <a:pt x="42298" y="95924"/>
                </a:lnTo>
                <a:lnTo>
                  <a:pt x="41918" y="96474"/>
                </a:lnTo>
                <a:lnTo>
                  <a:pt x="41531" y="97015"/>
                </a:lnTo>
                <a:lnTo>
                  <a:pt x="41137" y="97546"/>
                </a:lnTo>
                <a:lnTo>
                  <a:pt x="40736" y="98067"/>
                </a:lnTo>
                <a:lnTo>
                  <a:pt x="40328" y="98578"/>
                </a:lnTo>
                <a:lnTo>
                  <a:pt x="39914" y="99080"/>
                </a:lnTo>
                <a:lnTo>
                  <a:pt x="39492" y="99572"/>
                </a:lnTo>
                <a:lnTo>
                  <a:pt x="39064" y="100055"/>
                </a:lnTo>
                <a:lnTo>
                  <a:pt x="38629" y="100528"/>
                </a:lnTo>
                <a:lnTo>
                  <a:pt x="38187" y="100992"/>
                </a:lnTo>
                <a:lnTo>
                  <a:pt x="37750" y="101432"/>
                </a:lnTo>
                <a:lnTo>
                  <a:pt x="37316" y="101850"/>
                </a:lnTo>
                <a:lnTo>
                  <a:pt x="36884" y="102246"/>
                </a:lnTo>
                <a:lnTo>
                  <a:pt x="36456" y="102620"/>
                </a:lnTo>
                <a:lnTo>
                  <a:pt x="36030" y="102973"/>
                </a:lnTo>
                <a:lnTo>
                  <a:pt x="35607" y="103304"/>
                </a:lnTo>
                <a:lnTo>
                  <a:pt x="35187" y="103615"/>
                </a:lnTo>
                <a:lnTo>
                  <a:pt x="34769" y="103905"/>
                </a:lnTo>
                <a:lnTo>
                  <a:pt x="34354" y="104176"/>
                </a:lnTo>
                <a:lnTo>
                  <a:pt x="33942" y="104426"/>
                </a:lnTo>
                <a:lnTo>
                  <a:pt x="33533" y="104657"/>
                </a:lnTo>
                <a:lnTo>
                  <a:pt x="33126" y="104869"/>
                </a:lnTo>
                <a:lnTo>
                  <a:pt x="32722" y="105062"/>
                </a:lnTo>
                <a:lnTo>
                  <a:pt x="32321" y="105236"/>
                </a:lnTo>
                <a:lnTo>
                  <a:pt x="31922" y="105392"/>
                </a:lnTo>
                <a:lnTo>
                  <a:pt x="31526" y="105531"/>
                </a:lnTo>
                <a:lnTo>
                  <a:pt x="31133" y="105652"/>
                </a:lnTo>
                <a:lnTo>
                  <a:pt x="30742" y="105755"/>
                </a:lnTo>
                <a:lnTo>
                  <a:pt x="30354" y="105842"/>
                </a:lnTo>
                <a:lnTo>
                  <a:pt x="29968" y="105913"/>
                </a:lnTo>
                <a:lnTo>
                  <a:pt x="29585" y="105967"/>
                </a:lnTo>
                <a:lnTo>
                  <a:pt x="29205" y="106005"/>
                </a:lnTo>
                <a:lnTo>
                  <a:pt x="28827" y="106028"/>
                </a:lnTo>
                <a:lnTo>
                  <a:pt x="28451" y="106035"/>
                </a:lnTo>
                <a:lnTo>
                  <a:pt x="28405" y="106035"/>
                </a:lnTo>
                <a:lnTo>
                  <a:pt x="28361" y="106034"/>
                </a:lnTo>
                <a:lnTo>
                  <a:pt x="28318" y="106032"/>
                </a:lnTo>
                <a:lnTo>
                  <a:pt x="28278" y="106030"/>
                </a:lnTo>
                <a:lnTo>
                  <a:pt x="28240" y="106027"/>
                </a:lnTo>
                <a:lnTo>
                  <a:pt x="28203" y="106023"/>
                </a:lnTo>
                <a:lnTo>
                  <a:pt x="28169" y="106020"/>
                </a:lnTo>
                <a:lnTo>
                  <a:pt x="28136" y="106015"/>
                </a:lnTo>
                <a:lnTo>
                  <a:pt x="28105" y="106011"/>
                </a:lnTo>
                <a:lnTo>
                  <a:pt x="28076" y="106006"/>
                </a:lnTo>
                <a:lnTo>
                  <a:pt x="28049" y="106000"/>
                </a:lnTo>
                <a:lnTo>
                  <a:pt x="28023" y="105995"/>
                </a:lnTo>
                <a:lnTo>
                  <a:pt x="27998" y="105989"/>
                </a:lnTo>
                <a:lnTo>
                  <a:pt x="27976" y="105983"/>
                </a:lnTo>
                <a:lnTo>
                  <a:pt x="27955" y="105978"/>
                </a:lnTo>
                <a:lnTo>
                  <a:pt x="27935" y="105972"/>
                </a:lnTo>
                <a:lnTo>
                  <a:pt x="27917" y="105966"/>
                </a:lnTo>
                <a:lnTo>
                  <a:pt x="27900" y="105960"/>
                </a:lnTo>
                <a:lnTo>
                  <a:pt x="27885" y="105954"/>
                </a:lnTo>
                <a:lnTo>
                  <a:pt x="27871" y="105948"/>
                </a:lnTo>
                <a:lnTo>
                  <a:pt x="27858" y="105943"/>
                </a:lnTo>
                <a:lnTo>
                  <a:pt x="27847" y="105938"/>
                </a:lnTo>
                <a:lnTo>
                  <a:pt x="27836" y="105933"/>
                </a:lnTo>
                <a:lnTo>
                  <a:pt x="27827" y="105928"/>
                </a:lnTo>
                <a:lnTo>
                  <a:pt x="27820" y="105924"/>
                </a:lnTo>
                <a:lnTo>
                  <a:pt x="27812" y="105920"/>
                </a:lnTo>
                <a:lnTo>
                  <a:pt x="27804" y="105915"/>
                </a:lnTo>
                <a:lnTo>
                  <a:pt x="27795" y="105910"/>
                </a:lnTo>
                <a:lnTo>
                  <a:pt x="27786" y="105904"/>
                </a:lnTo>
                <a:lnTo>
                  <a:pt x="27777" y="105898"/>
                </a:lnTo>
                <a:lnTo>
                  <a:pt x="27767" y="105891"/>
                </a:lnTo>
                <a:lnTo>
                  <a:pt x="27757" y="105884"/>
                </a:lnTo>
                <a:lnTo>
                  <a:pt x="27747" y="105876"/>
                </a:lnTo>
                <a:lnTo>
                  <a:pt x="27736" y="105867"/>
                </a:lnTo>
                <a:lnTo>
                  <a:pt x="27725" y="105857"/>
                </a:lnTo>
                <a:lnTo>
                  <a:pt x="27713" y="105847"/>
                </a:lnTo>
                <a:lnTo>
                  <a:pt x="27701" y="105835"/>
                </a:lnTo>
                <a:lnTo>
                  <a:pt x="27689" y="105823"/>
                </a:lnTo>
                <a:lnTo>
                  <a:pt x="27676" y="105810"/>
                </a:lnTo>
                <a:lnTo>
                  <a:pt x="27663" y="105795"/>
                </a:lnTo>
                <a:lnTo>
                  <a:pt x="27650" y="105780"/>
                </a:lnTo>
                <a:lnTo>
                  <a:pt x="27636" y="105764"/>
                </a:lnTo>
                <a:lnTo>
                  <a:pt x="27622" y="105746"/>
                </a:lnTo>
                <a:lnTo>
                  <a:pt x="27608" y="105727"/>
                </a:lnTo>
                <a:lnTo>
                  <a:pt x="27593" y="105707"/>
                </a:lnTo>
                <a:lnTo>
                  <a:pt x="27578" y="105686"/>
                </a:lnTo>
                <a:lnTo>
                  <a:pt x="27563" y="105664"/>
                </a:lnTo>
                <a:lnTo>
                  <a:pt x="27547" y="105640"/>
                </a:lnTo>
                <a:lnTo>
                  <a:pt x="27508" y="105576"/>
                </a:lnTo>
                <a:lnTo>
                  <a:pt x="27468" y="105505"/>
                </a:lnTo>
                <a:lnTo>
                  <a:pt x="27429" y="105428"/>
                </a:lnTo>
                <a:lnTo>
                  <a:pt x="27389" y="105342"/>
                </a:lnTo>
                <a:lnTo>
                  <a:pt x="27349" y="105250"/>
                </a:lnTo>
                <a:lnTo>
                  <a:pt x="27309" y="105149"/>
                </a:lnTo>
                <a:lnTo>
                  <a:pt x="27270" y="105041"/>
                </a:lnTo>
                <a:lnTo>
                  <a:pt x="27231" y="104925"/>
                </a:lnTo>
                <a:lnTo>
                  <a:pt x="27193" y="104800"/>
                </a:lnTo>
                <a:lnTo>
                  <a:pt x="27156" y="104666"/>
                </a:lnTo>
                <a:lnTo>
                  <a:pt x="27121" y="104524"/>
                </a:lnTo>
                <a:lnTo>
                  <a:pt x="27087" y="104373"/>
                </a:lnTo>
                <a:lnTo>
                  <a:pt x="27054" y="104213"/>
                </a:lnTo>
                <a:lnTo>
                  <a:pt x="27024" y="104044"/>
                </a:lnTo>
                <a:lnTo>
                  <a:pt x="26995" y="103865"/>
                </a:lnTo>
                <a:lnTo>
                  <a:pt x="26969" y="103676"/>
                </a:lnTo>
                <a:lnTo>
                  <a:pt x="26945" y="103477"/>
                </a:lnTo>
                <a:lnTo>
                  <a:pt x="26923" y="103269"/>
                </a:lnTo>
                <a:lnTo>
                  <a:pt x="26904" y="103050"/>
                </a:lnTo>
                <a:lnTo>
                  <a:pt x="26889" y="102820"/>
                </a:lnTo>
                <a:lnTo>
                  <a:pt x="26876" y="102580"/>
                </a:lnTo>
                <a:lnTo>
                  <a:pt x="26867" y="102328"/>
                </a:lnTo>
                <a:lnTo>
                  <a:pt x="26861" y="102066"/>
                </a:lnTo>
                <a:lnTo>
                  <a:pt x="26860" y="101834"/>
                </a:lnTo>
                <a:lnTo>
                  <a:pt x="26860" y="101833"/>
                </a:lnTo>
                <a:lnTo>
                  <a:pt x="26860" y="101829"/>
                </a:lnTo>
                <a:lnTo>
                  <a:pt x="26861" y="101823"/>
                </a:lnTo>
                <a:lnTo>
                  <a:pt x="26862" y="101814"/>
                </a:lnTo>
                <a:lnTo>
                  <a:pt x="26864" y="101802"/>
                </a:lnTo>
                <a:lnTo>
                  <a:pt x="26865" y="101787"/>
                </a:lnTo>
                <a:lnTo>
                  <a:pt x="26868" y="101770"/>
                </a:lnTo>
                <a:lnTo>
                  <a:pt x="26870" y="101749"/>
                </a:lnTo>
                <a:lnTo>
                  <a:pt x="26873" y="101725"/>
                </a:lnTo>
                <a:lnTo>
                  <a:pt x="26877" y="101698"/>
                </a:lnTo>
                <a:lnTo>
                  <a:pt x="26881" y="101667"/>
                </a:lnTo>
                <a:lnTo>
                  <a:pt x="26885" y="101634"/>
                </a:lnTo>
                <a:lnTo>
                  <a:pt x="26891" y="101596"/>
                </a:lnTo>
                <a:lnTo>
                  <a:pt x="26896" y="101556"/>
                </a:lnTo>
                <a:lnTo>
                  <a:pt x="26903" y="101511"/>
                </a:lnTo>
                <a:lnTo>
                  <a:pt x="26910" y="101463"/>
                </a:lnTo>
                <a:lnTo>
                  <a:pt x="26918" y="101411"/>
                </a:lnTo>
                <a:lnTo>
                  <a:pt x="26927" y="101355"/>
                </a:lnTo>
                <a:lnTo>
                  <a:pt x="26935" y="101305"/>
                </a:lnTo>
                <a:lnTo>
                  <a:pt x="26944" y="101254"/>
                </a:lnTo>
                <a:lnTo>
                  <a:pt x="26952" y="101201"/>
                </a:lnTo>
                <a:lnTo>
                  <a:pt x="26962" y="101146"/>
                </a:lnTo>
                <a:lnTo>
                  <a:pt x="26971" y="101090"/>
                </a:lnTo>
                <a:lnTo>
                  <a:pt x="26981" y="101032"/>
                </a:lnTo>
                <a:lnTo>
                  <a:pt x="26991" y="100973"/>
                </a:lnTo>
                <a:lnTo>
                  <a:pt x="27002" y="100912"/>
                </a:lnTo>
                <a:lnTo>
                  <a:pt x="27013" y="100850"/>
                </a:lnTo>
                <a:lnTo>
                  <a:pt x="27025" y="100786"/>
                </a:lnTo>
                <a:lnTo>
                  <a:pt x="27037" y="100720"/>
                </a:lnTo>
                <a:lnTo>
                  <a:pt x="27049" y="100653"/>
                </a:lnTo>
                <a:lnTo>
                  <a:pt x="27062" y="100584"/>
                </a:lnTo>
                <a:lnTo>
                  <a:pt x="27075" y="100513"/>
                </a:lnTo>
                <a:lnTo>
                  <a:pt x="27088" y="100441"/>
                </a:lnTo>
                <a:lnTo>
                  <a:pt x="27102" y="100367"/>
                </a:lnTo>
                <a:lnTo>
                  <a:pt x="27117" y="100292"/>
                </a:lnTo>
                <a:lnTo>
                  <a:pt x="27132" y="100215"/>
                </a:lnTo>
                <a:lnTo>
                  <a:pt x="27147" y="100136"/>
                </a:lnTo>
                <a:lnTo>
                  <a:pt x="27162" y="100056"/>
                </a:lnTo>
                <a:lnTo>
                  <a:pt x="27178" y="99974"/>
                </a:lnTo>
                <a:lnTo>
                  <a:pt x="27195" y="99890"/>
                </a:lnTo>
                <a:lnTo>
                  <a:pt x="27212" y="99805"/>
                </a:lnTo>
                <a:lnTo>
                  <a:pt x="27229" y="99718"/>
                </a:lnTo>
                <a:lnTo>
                  <a:pt x="27265" y="99540"/>
                </a:lnTo>
                <a:lnTo>
                  <a:pt x="27302" y="99356"/>
                </a:lnTo>
                <a:lnTo>
                  <a:pt x="27340" y="99166"/>
                </a:lnTo>
                <a:lnTo>
                  <a:pt x="27380" y="98970"/>
                </a:lnTo>
                <a:lnTo>
                  <a:pt x="27422" y="98769"/>
                </a:lnTo>
                <a:lnTo>
                  <a:pt x="27465" y="98562"/>
                </a:lnTo>
                <a:lnTo>
                  <a:pt x="27510" y="98349"/>
                </a:lnTo>
                <a:lnTo>
                  <a:pt x="27556" y="98130"/>
                </a:lnTo>
                <a:lnTo>
                  <a:pt x="27604" y="97906"/>
                </a:lnTo>
                <a:lnTo>
                  <a:pt x="27653" y="97675"/>
                </a:lnTo>
                <a:lnTo>
                  <a:pt x="27704" y="97439"/>
                </a:lnTo>
                <a:lnTo>
                  <a:pt x="27756" y="97197"/>
                </a:lnTo>
                <a:lnTo>
                  <a:pt x="27810" y="96949"/>
                </a:lnTo>
                <a:lnTo>
                  <a:pt x="27866" y="96695"/>
                </a:lnTo>
                <a:lnTo>
                  <a:pt x="27922" y="96436"/>
                </a:lnTo>
                <a:lnTo>
                  <a:pt x="27981" y="96170"/>
                </a:lnTo>
                <a:lnTo>
                  <a:pt x="28041" y="95899"/>
                </a:lnTo>
                <a:lnTo>
                  <a:pt x="28102" y="95622"/>
                </a:lnTo>
                <a:lnTo>
                  <a:pt x="28165" y="95339"/>
                </a:lnTo>
                <a:lnTo>
                  <a:pt x="28230" y="95050"/>
                </a:lnTo>
                <a:lnTo>
                  <a:pt x="28296" y="94755"/>
                </a:lnTo>
                <a:lnTo>
                  <a:pt x="28364" y="94455"/>
                </a:lnTo>
                <a:lnTo>
                  <a:pt x="28433" y="94148"/>
                </a:lnTo>
                <a:lnTo>
                  <a:pt x="28504" y="93836"/>
                </a:lnTo>
                <a:lnTo>
                  <a:pt x="28649" y="93194"/>
                </a:lnTo>
                <a:lnTo>
                  <a:pt x="28801" y="92530"/>
                </a:lnTo>
                <a:lnTo>
                  <a:pt x="28959" y="91843"/>
                </a:lnTo>
                <a:lnTo>
                  <a:pt x="29123" y="91133"/>
                </a:lnTo>
                <a:lnTo>
                  <a:pt x="29293" y="90401"/>
                </a:lnTo>
                <a:lnTo>
                  <a:pt x="29469" y="89645"/>
                </a:lnTo>
                <a:lnTo>
                  <a:pt x="29651" y="88867"/>
                </a:lnTo>
                <a:lnTo>
                  <a:pt x="29838" y="88066"/>
                </a:lnTo>
                <a:lnTo>
                  <a:pt x="30032" y="87242"/>
                </a:lnTo>
                <a:lnTo>
                  <a:pt x="30232" y="86396"/>
                </a:lnTo>
                <a:lnTo>
                  <a:pt x="30438" y="85527"/>
                </a:lnTo>
                <a:lnTo>
                  <a:pt x="30650" y="84634"/>
                </a:lnTo>
                <a:lnTo>
                  <a:pt x="30868" y="83720"/>
                </a:lnTo>
                <a:lnTo>
                  <a:pt x="31092" y="82782"/>
                </a:lnTo>
                <a:lnTo>
                  <a:pt x="31322" y="81821"/>
                </a:lnTo>
                <a:lnTo>
                  <a:pt x="31557" y="80838"/>
                </a:lnTo>
                <a:lnTo>
                  <a:pt x="31799" y="79832"/>
                </a:lnTo>
                <a:lnTo>
                  <a:pt x="32047" y="78802"/>
                </a:lnTo>
                <a:lnTo>
                  <a:pt x="32301" y="77751"/>
                </a:lnTo>
                <a:lnTo>
                  <a:pt x="32561" y="76676"/>
                </a:lnTo>
                <a:lnTo>
                  <a:pt x="32827" y="75578"/>
                </a:lnTo>
                <a:lnTo>
                  <a:pt x="33099" y="74458"/>
                </a:lnTo>
                <a:lnTo>
                  <a:pt x="33377" y="73315"/>
                </a:lnTo>
                <a:lnTo>
                  <a:pt x="33660" y="72154"/>
                </a:lnTo>
                <a:lnTo>
                  <a:pt x="39421" y="48950"/>
                </a:lnTo>
                <a:lnTo>
                  <a:pt x="55844" y="48950"/>
                </a:lnTo>
                <a:lnTo>
                  <a:pt x="57161" y="48950"/>
                </a:lnTo>
                <a:lnTo>
                  <a:pt x="58092" y="48019"/>
                </a:lnTo>
                <a:lnTo>
                  <a:pt x="58366" y="47735"/>
                </a:lnTo>
                <a:lnTo>
                  <a:pt x="58627" y="47444"/>
                </a:lnTo>
                <a:lnTo>
                  <a:pt x="58875" y="47146"/>
                </a:lnTo>
                <a:lnTo>
                  <a:pt x="59110" y="46841"/>
                </a:lnTo>
                <a:lnTo>
                  <a:pt x="59333" y="46530"/>
                </a:lnTo>
                <a:lnTo>
                  <a:pt x="59543" y="46213"/>
                </a:lnTo>
                <a:lnTo>
                  <a:pt x="59740" y="45889"/>
                </a:lnTo>
                <a:lnTo>
                  <a:pt x="59926" y="45559"/>
                </a:lnTo>
                <a:lnTo>
                  <a:pt x="60099" y="45224"/>
                </a:lnTo>
                <a:lnTo>
                  <a:pt x="60260" y="44882"/>
                </a:lnTo>
                <a:lnTo>
                  <a:pt x="60410" y="44535"/>
                </a:lnTo>
                <a:lnTo>
                  <a:pt x="60547" y="44182"/>
                </a:lnTo>
                <a:lnTo>
                  <a:pt x="60673" y="43825"/>
                </a:lnTo>
                <a:lnTo>
                  <a:pt x="60788" y="43462"/>
                </a:lnTo>
                <a:lnTo>
                  <a:pt x="60890" y="43094"/>
                </a:lnTo>
                <a:lnTo>
                  <a:pt x="60982" y="42721"/>
                </a:lnTo>
                <a:lnTo>
                  <a:pt x="61062" y="42344"/>
                </a:lnTo>
                <a:lnTo>
                  <a:pt x="61132" y="41962"/>
                </a:lnTo>
                <a:lnTo>
                  <a:pt x="61190" y="41575"/>
                </a:lnTo>
                <a:lnTo>
                  <a:pt x="61237" y="41185"/>
                </a:lnTo>
                <a:lnTo>
                  <a:pt x="61274" y="40791"/>
                </a:lnTo>
                <a:lnTo>
                  <a:pt x="61300" y="40392"/>
                </a:lnTo>
                <a:lnTo>
                  <a:pt x="61316" y="39990"/>
                </a:lnTo>
                <a:lnTo>
                  <a:pt x="61321" y="39585"/>
                </a:lnTo>
                <a:lnTo>
                  <a:pt x="61318" y="39447"/>
                </a:lnTo>
                <a:lnTo>
                  <a:pt x="61311" y="39312"/>
                </a:lnTo>
                <a:lnTo>
                  <a:pt x="61300" y="39179"/>
                </a:lnTo>
                <a:lnTo>
                  <a:pt x="61285" y="39048"/>
                </a:lnTo>
                <a:lnTo>
                  <a:pt x="61266" y="38920"/>
                </a:lnTo>
                <a:lnTo>
                  <a:pt x="61243" y="38795"/>
                </a:lnTo>
                <a:lnTo>
                  <a:pt x="61218" y="38672"/>
                </a:lnTo>
                <a:lnTo>
                  <a:pt x="61189" y="38552"/>
                </a:lnTo>
                <a:lnTo>
                  <a:pt x="61157" y="38435"/>
                </a:lnTo>
                <a:lnTo>
                  <a:pt x="61123" y="38320"/>
                </a:lnTo>
                <a:lnTo>
                  <a:pt x="61086" y="38208"/>
                </a:lnTo>
                <a:lnTo>
                  <a:pt x="61047" y="38099"/>
                </a:lnTo>
                <a:lnTo>
                  <a:pt x="61007" y="37993"/>
                </a:lnTo>
                <a:lnTo>
                  <a:pt x="60965" y="37890"/>
                </a:lnTo>
                <a:lnTo>
                  <a:pt x="60922" y="37790"/>
                </a:lnTo>
                <a:lnTo>
                  <a:pt x="60877" y="37694"/>
                </a:lnTo>
                <a:lnTo>
                  <a:pt x="60832" y="37600"/>
                </a:lnTo>
                <a:lnTo>
                  <a:pt x="60786" y="37510"/>
                </a:lnTo>
                <a:lnTo>
                  <a:pt x="60740" y="37423"/>
                </a:lnTo>
                <a:lnTo>
                  <a:pt x="60694" y="37339"/>
                </a:lnTo>
                <a:lnTo>
                  <a:pt x="60648" y="37259"/>
                </a:lnTo>
                <a:lnTo>
                  <a:pt x="60603" y="37182"/>
                </a:lnTo>
                <a:lnTo>
                  <a:pt x="60558" y="37108"/>
                </a:lnTo>
                <a:lnTo>
                  <a:pt x="60514" y="37039"/>
                </a:lnTo>
                <a:lnTo>
                  <a:pt x="60467" y="36965"/>
                </a:lnTo>
                <a:lnTo>
                  <a:pt x="60418" y="36891"/>
                </a:lnTo>
                <a:lnTo>
                  <a:pt x="60368" y="36818"/>
                </a:lnTo>
                <a:lnTo>
                  <a:pt x="60317" y="36746"/>
                </a:lnTo>
                <a:lnTo>
                  <a:pt x="60266" y="36673"/>
                </a:lnTo>
                <a:lnTo>
                  <a:pt x="60213" y="36602"/>
                </a:lnTo>
                <a:lnTo>
                  <a:pt x="60159" y="36531"/>
                </a:lnTo>
                <a:lnTo>
                  <a:pt x="60105" y="36460"/>
                </a:lnTo>
                <a:lnTo>
                  <a:pt x="60050" y="36389"/>
                </a:lnTo>
                <a:lnTo>
                  <a:pt x="59994" y="36320"/>
                </a:lnTo>
                <a:lnTo>
                  <a:pt x="59937" y="36250"/>
                </a:lnTo>
                <a:lnTo>
                  <a:pt x="59880" y="36181"/>
                </a:lnTo>
                <a:lnTo>
                  <a:pt x="59822" y="36113"/>
                </a:lnTo>
                <a:lnTo>
                  <a:pt x="59763" y="36045"/>
                </a:lnTo>
                <a:lnTo>
                  <a:pt x="59704" y="35977"/>
                </a:lnTo>
                <a:lnTo>
                  <a:pt x="59644" y="35910"/>
                </a:lnTo>
                <a:lnTo>
                  <a:pt x="59584" y="35844"/>
                </a:lnTo>
                <a:lnTo>
                  <a:pt x="59524" y="35778"/>
                </a:lnTo>
                <a:lnTo>
                  <a:pt x="59463" y="35712"/>
                </a:lnTo>
                <a:lnTo>
                  <a:pt x="59401" y="35648"/>
                </a:lnTo>
                <a:lnTo>
                  <a:pt x="59339" y="35583"/>
                </a:lnTo>
                <a:lnTo>
                  <a:pt x="59277" y="35519"/>
                </a:lnTo>
                <a:lnTo>
                  <a:pt x="59215" y="35456"/>
                </a:lnTo>
                <a:lnTo>
                  <a:pt x="59152" y="35393"/>
                </a:lnTo>
                <a:lnTo>
                  <a:pt x="58221" y="34461"/>
                </a:lnTo>
                <a:lnTo>
                  <a:pt x="56904" y="34461"/>
                </a:lnTo>
                <a:lnTo>
                  <a:pt x="47891" y="34461"/>
                </a:lnTo>
                <a:lnTo>
                  <a:pt x="47528" y="34461"/>
                </a:lnTo>
                <a:lnTo>
                  <a:pt x="47173" y="34461"/>
                </a:lnTo>
                <a:lnTo>
                  <a:pt x="46827" y="34460"/>
                </a:lnTo>
                <a:lnTo>
                  <a:pt x="46488" y="34459"/>
                </a:lnTo>
                <a:lnTo>
                  <a:pt x="46157" y="34458"/>
                </a:lnTo>
                <a:lnTo>
                  <a:pt x="45835" y="34456"/>
                </a:lnTo>
                <a:lnTo>
                  <a:pt x="45520" y="34454"/>
                </a:lnTo>
                <a:lnTo>
                  <a:pt x="45214" y="34452"/>
                </a:lnTo>
                <a:lnTo>
                  <a:pt x="44915" y="34449"/>
                </a:lnTo>
                <a:lnTo>
                  <a:pt x="44625" y="34446"/>
                </a:lnTo>
                <a:lnTo>
                  <a:pt x="44342" y="34443"/>
                </a:lnTo>
                <a:lnTo>
                  <a:pt x="44068" y="34440"/>
                </a:lnTo>
                <a:lnTo>
                  <a:pt x="43801" y="34436"/>
                </a:lnTo>
                <a:lnTo>
                  <a:pt x="43542" y="34432"/>
                </a:lnTo>
                <a:lnTo>
                  <a:pt x="43292" y="34428"/>
                </a:lnTo>
                <a:lnTo>
                  <a:pt x="43122" y="34424"/>
                </a:lnTo>
                <a:lnTo>
                  <a:pt x="43888" y="31593"/>
                </a:lnTo>
                <a:lnTo>
                  <a:pt x="44046" y="31030"/>
                </a:lnTo>
                <a:lnTo>
                  <a:pt x="44208" y="30448"/>
                </a:lnTo>
                <a:lnTo>
                  <a:pt x="44368" y="29865"/>
                </a:lnTo>
                <a:lnTo>
                  <a:pt x="44528" y="29282"/>
                </a:lnTo>
                <a:lnTo>
                  <a:pt x="44686" y="28698"/>
                </a:lnTo>
                <a:lnTo>
                  <a:pt x="44844" y="28113"/>
                </a:lnTo>
                <a:lnTo>
                  <a:pt x="44999" y="27528"/>
                </a:lnTo>
                <a:lnTo>
                  <a:pt x="45154" y="26942"/>
                </a:lnTo>
                <a:lnTo>
                  <a:pt x="45307" y="26356"/>
                </a:lnTo>
                <a:lnTo>
                  <a:pt x="45459" y="25769"/>
                </a:lnTo>
                <a:lnTo>
                  <a:pt x="45610" y="25181"/>
                </a:lnTo>
                <a:lnTo>
                  <a:pt x="45760" y="24593"/>
                </a:lnTo>
                <a:lnTo>
                  <a:pt x="45908" y="24004"/>
                </a:lnTo>
                <a:lnTo>
                  <a:pt x="46056" y="23414"/>
                </a:lnTo>
                <a:lnTo>
                  <a:pt x="46201" y="22824"/>
                </a:lnTo>
                <a:lnTo>
                  <a:pt x="46346" y="22233"/>
                </a:lnTo>
                <a:lnTo>
                  <a:pt x="46490" y="21642"/>
                </a:lnTo>
                <a:lnTo>
                  <a:pt x="46632" y="21050"/>
                </a:lnTo>
                <a:lnTo>
                  <a:pt x="46773" y="20457"/>
                </a:lnTo>
                <a:lnTo>
                  <a:pt x="46912" y="19864"/>
                </a:lnTo>
                <a:lnTo>
                  <a:pt x="47051" y="19270"/>
                </a:lnTo>
                <a:lnTo>
                  <a:pt x="47188" y="18676"/>
                </a:lnTo>
                <a:lnTo>
                  <a:pt x="47324" y="18081"/>
                </a:lnTo>
                <a:lnTo>
                  <a:pt x="47459" y="17485"/>
                </a:lnTo>
                <a:lnTo>
                  <a:pt x="47525" y="17192"/>
                </a:lnTo>
                <a:lnTo>
                  <a:pt x="47589" y="16903"/>
                </a:lnTo>
                <a:lnTo>
                  <a:pt x="47653" y="16618"/>
                </a:lnTo>
                <a:lnTo>
                  <a:pt x="47715" y="16339"/>
                </a:lnTo>
                <a:lnTo>
                  <a:pt x="47775" y="16064"/>
                </a:lnTo>
                <a:lnTo>
                  <a:pt x="47835" y="15795"/>
                </a:lnTo>
                <a:lnTo>
                  <a:pt x="47893" y="15530"/>
                </a:lnTo>
                <a:lnTo>
                  <a:pt x="47949" y="15270"/>
                </a:lnTo>
                <a:lnTo>
                  <a:pt x="48005" y="15015"/>
                </a:lnTo>
                <a:lnTo>
                  <a:pt x="48059" y="14765"/>
                </a:lnTo>
                <a:lnTo>
                  <a:pt x="48111" y="14519"/>
                </a:lnTo>
                <a:lnTo>
                  <a:pt x="48162" y="14279"/>
                </a:lnTo>
                <a:lnTo>
                  <a:pt x="48212" y="14043"/>
                </a:lnTo>
                <a:lnTo>
                  <a:pt x="48261" y="13812"/>
                </a:lnTo>
                <a:lnTo>
                  <a:pt x="48308" y="13586"/>
                </a:lnTo>
                <a:lnTo>
                  <a:pt x="48354" y="13365"/>
                </a:lnTo>
                <a:lnTo>
                  <a:pt x="48399" y="13149"/>
                </a:lnTo>
                <a:lnTo>
                  <a:pt x="48442" y="12938"/>
                </a:lnTo>
                <a:lnTo>
                  <a:pt x="48484" y="12732"/>
                </a:lnTo>
                <a:lnTo>
                  <a:pt x="48524" y="12530"/>
                </a:lnTo>
                <a:lnTo>
                  <a:pt x="48563" y="12334"/>
                </a:lnTo>
                <a:lnTo>
                  <a:pt x="48601" y="12143"/>
                </a:lnTo>
                <a:lnTo>
                  <a:pt x="48637" y="11956"/>
                </a:lnTo>
                <a:lnTo>
                  <a:pt x="48672" y="11774"/>
                </a:lnTo>
                <a:lnTo>
                  <a:pt x="48703" y="11612"/>
                </a:lnTo>
                <a:lnTo>
                  <a:pt x="48734" y="11450"/>
                </a:lnTo>
                <a:lnTo>
                  <a:pt x="48764" y="11290"/>
                </a:lnTo>
                <a:lnTo>
                  <a:pt x="48793" y="11131"/>
                </a:lnTo>
                <a:lnTo>
                  <a:pt x="48821" y="10974"/>
                </a:lnTo>
                <a:lnTo>
                  <a:pt x="48849" y="10818"/>
                </a:lnTo>
                <a:lnTo>
                  <a:pt x="48875" y="10664"/>
                </a:lnTo>
                <a:lnTo>
                  <a:pt x="48901" y="10512"/>
                </a:lnTo>
                <a:lnTo>
                  <a:pt x="48926" y="10363"/>
                </a:lnTo>
                <a:lnTo>
                  <a:pt x="48950" y="10215"/>
                </a:lnTo>
                <a:lnTo>
                  <a:pt x="48972" y="10071"/>
                </a:lnTo>
                <a:lnTo>
                  <a:pt x="48993" y="9928"/>
                </a:lnTo>
                <a:lnTo>
                  <a:pt x="49013" y="9789"/>
                </a:lnTo>
                <a:lnTo>
                  <a:pt x="49032" y="9652"/>
                </a:lnTo>
                <a:lnTo>
                  <a:pt x="49049" y="9519"/>
                </a:lnTo>
                <a:lnTo>
                  <a:pt x="49064" y="9389"/>
                </a:lnTo>
                <a:lnTo>
                  <a:pt x="49078" y="9262"/>
                </a:lnTo>
                <a:lnTo>
                  <a:pt x="49091" y="9139"/>
                </a:lnTo>
                <a:lnTo>
                  <a:pt x="49101" y="9019"/>
                </a:lnTo>
                <a:lnTo>
                  <a:pt x="49110" y="8903"/>
                </a:lnTo>
                <a:lnTo>
                  <a:pt x="49117" y="8791"/>
                </a:lnTo>
                <a:lnTo>
                  <a:pt x="49122" y="8684"/>
                </a:lnTo>
                <a:lnTo>
                  <a:pt x="49126" y="8580"/>
                </a:lnTo>
                <a:lnTo>
                  <a:pt x="49127" y="8481"/>
                </a:lnTo>
                <a:lnTo>
                  <a:pt x="49123" y="8244"/>
                </a:lnTo>
                <a:lnTo>
                  <a:pt x="49111" y="8008"/>
                </a:lnTo>
                <a:lnTo>
                  <a:pt x="49093" y="7773"/>
                </a:lnTo>
                <a:lnTo>
                  <a:pt x="49067" y="7541"/>
                </a:lnTo>
                <a:lnTo>
                  <a:pt x="49034" y="7310"/>
                </a:lnTo>
                <a:lnTo>
                  <a:pt x="48994" y="7081"/>
                </a:lnTo>
                <a:lnTo>
                  <a:pt x="48947" y="6854"/>
                </a:lnTo>
                <a:lnTo>
                  <a:pt x="48894" y="6629"/>
                </a:lnTo>
                <a:lnTo>
                  <a:pt x="48835" y="6406"/>
                </a:lnTo>
                <a:lnTo>
                  <a:pt x="48770" y="6184"/>
                </a:lnTo>
                <a:lnTo>
                  <a:pt x="48698" y="5965"/>
                </a:lnTo>
                <a:lnTo>
                  <a:pt x="48621" y="5747"/>
                </a:lnTo>
                <a:lnTo>
                  <a:pt x="48539" y="5532"/>
                </a:lnTo>
                <a:lnTo>
                  <a:pt x="48451" y="5318"/>
                </a:lnTo>
                <a:lnTo>
                  <a:pt x="48358" y="5107"/>
                </a:lnTo>
                <a:lnTo>
                  <a:pt x="48259" y="4898"/>
                </a:lnTo>
                <a:lnTo>
                  <a:pt x="48156" y="4690"/>
                </a:lnTo>
                <a:lnTo>
                  <a:pt x="48049" y="4485"/>
                </a:lnTo>
                <a:lnTo>
                  <a:pt x="47936" y="4282"/>
                </a:lnTo>
                <a:lnTo>
                  <a:pt x="47820" y="4081"/>
                </a:lnTo>
                <a:lnTo>
                  <a:pt x="47699" y="3883"/>
                </a:lnTo>
                <a:lnTo>
                  <a:pt x="47575" y="3686"/>
                </a:lnTo>
                <a:lnTo>
                  <a:pt x="47447" y="3492"/>
                </a:lnTo>
                <a:lnTo>
                  <a:pt x="47315" y="3300"/>
                </a:lnTo>
                <a:lnTo>
                  <a:pt x="47108" y="3020"/>
                </a:lnTo>
                <a:lnTo>
                  <a:pt x="46891" y="2754"/>
                </a:lnTo>
                <a:lnTo>
                  <a:pt x="46665" y="2504"/>
                </a:lnTo>
                <a:lnTo>
                  <a:pt x="46430" y="2267"/>
                </a:lnTo>
                <a:lnTo>
                  <a:pt x="46185" y="2044"/>
                </a:lnTo>
                <a:lnTo>
                  <a:pt x="45933" y="1834"/>
                </a:lnTo>
                <a:lnTo>
                  <a:pt x="45672" y="1638"/>
                </a:lnTo>
                <a:lnTo>
                  <a:pt x="45404" y="1455"/>
                </a:lnTo>
                <a:lnTo>
                  <a:pt x="45130" y="1284"/>
                </a:lnTo>
                <a:lnTo>
                  <a:pt x="44848" y="1125"/>
                </a:lnTo>
                <a:lnTo>
                  <a:pt x="44561" y="979"/>
                </a:lnTo>
                <a:lnTo>
                  <a:pt x="44267" y="844"/>
                </a:lnTo>
                <a:lnTo>
                  <a:pt x="43969" y="720"/>
                </a:lnTo>
                <a:lnTo>
                  <a:pt x="43666" y="607"/>
                </a:lnTo>
                <a:lnTo>
                  <a:pt x="43358" y="504"/>
                </a:lnTo>
                <a:lnTo>
                  <a:pt x="43047" y="412"/>
                </a:lnTo>
                <a:lnTo>
                  <a:pt x="42732" y="330"/>
                </a:lnTo>
                <a:lnTo>
                  <a:pt x="42414" y="257"/>
                </a:lnTo>
                <a:lnTo>
                  <a:pt x="42094" y="194"/>
                </a:lnTo>
                <a:lnTo>
                  <a:pt x="41771" y="140"/>
                </a:lnTo>
                <a:lnTo>
                  <a:pt x="41447" y="94"/>
                </a:lnTo>
                <a:lnTo>
                  <a:pt x="41121" y="56"/>
                </a:lnTo>
                <a:lnTo>
                  <a:pt x="40795" y="27"/>
                </a:lnTo>
                <a:lnTo>
                  <a:pt x="40468" y="5"/>
                </a:lnTo>
                <a:lnTo>
                  <a:pt x="40380" y="0"/>
                </a:lnTo>
                <a:lnTo>
                  <a:pt x="40292" y="0"/>
                </a:lnTo>
                <a:lnTo>
                  <a:pt x="40130" y="1"/>
                </a:lnTo>
                <a:lnTo>
                  <a:pt x="39968" y="3"/>
                </a:lnTo>
                <a:lnTo>
                  <a:pt x="39805" y="7"/>
                </a:lnTo>
                <a:lnTo>
                  <a:pt x="39643" y="12"/>
                </a:lnTo>
                <a:lnTo>
                  <a:pt x="39482" y="19"/>
                </a:lnTo>
                <a:lnTo>
                  <a:pt x="39320" y="27"/>
                </a:lnTo>
                <a:lnTo>
                  <a:pt x="39158" y="37"/>
                </a:lnTo>
                <a:lnTo>
                  <a:pt x="38996" y="48"/>
                </a:lnTo>
                <a:lnTo>
                  <a:pt x="38835" y="61"/>
                </a:lnTo>
                <a:lnTo>
                  <a:pt x="38673" y="75"/>
                </a:lnTo>
                <a:lnTo>
                  <a:pt x="38512" y="91"/>
                </a:lnTo>
                <a:lnTo>
                  <a:pt x="38350" y="108"/>
                </a:lnTo>
                <a:lnTo>
                  <a:pt x="38189" y="126"/>
                </a:lnTo>
                <a:lnTo>
                  <a:pt x="38028" y="147"/>
                </a:lnTo>
                <a:lnTo>
                  <a:pt x="37867" y="168"/>
                </a:lnTo>
                <a:lnTo>
                  <a:pt x="37706" y="191"/>
                </a:lnTo>
                <a:lnTo>
                  <a:pt x="37545" y="216"/>
                </a:lnTo>
                <a:lnTo>
                  <a:pt x="37384" y="242"/>
                </a:lnTo>
                <a:lnTo>
                  <a:pt x="37223" y="270"/>
                </a:lnTo>
                <a:lnTo>
                  <a:pt x="37063" y="299"/>
                </a:lnTo>
                <a:lnTo>
                  <a:pt x="36902" y="329"/>
                </a:lnTo>
                <a:lnTo>
                  <a:pt x="36742" y="361"/>
                </a:lnTo>
                <a:lnTo>
                  <a:pt x="36581" y="394"/>
                </a:lnTo>
                <a:lnTo>
                  <a:pt x="36421" y="429"/>
                </a:lnTo>
                <a:lnTo>
                  <a:pt x="36202" y="481"/>
                </a:lnTo>
                <a:lnTo>
                  <a:pt x="35985" y="539"/>
                </a:lnTo>
                <a:lnTo>
                  <a:pt x="35770" y="602"/>
                </a:lnTo>
                <a:lnTo>
                  <a:pt x="35559" y="671"/>
                </a:lnTo>
                <a:lnTo>
                  <a:pt x="35350" y="746"/>
                </a:lnTo>
                <a:lnTo>
                  <a:pt x="35145" y="827"/>
                </a:lnTo>
                <a:lnTo>
                  <a:pt x="34942" y="913"/>
                </a:lnTo>
                <a:lnTo>
                  <a:pt x="34743" y="1006"/>
                </a:lnTo>
                <a:lnTo>
                  <a:pt x="34546" y="1104"/>
                </a:lnTo>
                <a:lnTo>
                  <a:pt x="34353" y="1208"/>
                </a:lnTo>
                <a:lnTo>
                  <a:pt x="34164" y="1317"/>
                </a:lnTo>
                <a:lnTo>
                  <a:pt x="33978" y="1433"/>
                </a:lnTo>
                <a:lnTo>
                  <a:pt x="33795" y="1554"/>
                </a:lnTo>
                <a:lnTo>
                  <a:pt x="33616" y="1681"/>
                </a:lnTo>
                <a:lnTo>
                  <a:pt x="33441" y="1814"/>
                </a:lnTo>
                <a:lnTo>
                  <a:pt x="33270" y="1953"/>
                </a:lnTo>
                <a:lnTo>
                  <a:pt x="33103" y="2098"/>
                </a:lnTo>
                <a:lnTo>
                  <a:pt x="32939" y="2248"/>
                </a:lnTo>
                <a:lnTo>
                  <a:pt x="32780" y="2405"/>
                </a:lnTo>
                <a:lnTo>
                  <a:pt x="32625" y="2567"/>
                </a:lnTo>
                <a:lnTo>
                  <a:pt x="32475" y="2735"/>
                </a:lnTo>
                <a:lnTo>
                  <a:pt x="32328" y="2909"/>
                </a:lnTo>
                <a:lnTo>
                  <a:pt x="32187" y="3090"/>
                </a:lnTo>
                <a:lnTo>
                  <a:pt x="32049" y="3275"/>
                </a:lnTo>
                <a:lnTo>
                  <a:pt x="31986" y="3364"/>
                </a:lnTo>
                <a:lnTo>
                  <a:pt x="31923" y="3450"/>
                </a:lnTo>
                <a:lnTo>
                  <a:pt x="31860" y="3536"/>
                </a:lnTo>
                <a:lnTo>
                  <a:pt x="31798" y="3619"/>
                </a:lnTo>
                <a:lnTo>
                  <a:pt x="31736" y="3702"/>
                </a:lnTo>
                <a:lnTo>
                  <a:pt x="31674" y="3782"/>
                </a:lnTo>
                <a:lnTo>
                  <a:pt x="31613" y="3862"/>
                </a:lnTo>
                <a:lnTo>
                  <a:pt x="31551" y="3940"/>
                </a:lnTo>
                <a:lnTo>
                  <a:pt x="31491" y="4016"/>
                </a:lnTo>
                <a:lnTo>
                  <a:pt x="31430" y="4091"/>
                </a:lnTo>
                <a:lnTo>
                  <a:pt x="31370" y="4165"/>
                </a:lnTo>
                <a:lnTo>
                  <a:pt x="31310" y="4237"/>
                </a:lnTo>
                <a:lnTo>
                  <a:pt x="31251" y="4308"/>
                </a:lnTo>
                <a:lnTo>
                  <a:pt x="31192" y="4377"/>
                </a:lnTo>
                <a:lnTo>
                  <a:pt x="31133" y="4445"/>
                </a:lnTo>
                <a:lnTo>
                  <a:pt x="31075" y="4512"/>
                </a:lnTo>
                <a:lnTo>
                  <a:pt x="31017" y="4577"/>
                </a:lnTo>
                <a:lnTo>
                  <a:pt x="30959" y="4641"/>
                </a:lnTo>
                <a:lnTo>
                  <a:pt x="30902" y="4703"/>
                </a:lnTo>
                <a:lnTo>
                  <a:pt x="30845" y="4764"/>
                </a:lnTo>
                <a:lnTo>
                  <a:pt x="30789" y="4824"/>
                </a:lnTo>
                <a:lnTo>
                  <a:pt x="30732" y="4883"/>
                </a:lnTo>
                <a:lnTo>
                  <a:pt x="30677" y="4940"/>
                </a:lnTo>
                <a:lnTo>
                  <a:pt x="30621" y="4996"/>
                </a:lnTo>
                <a:lnTo>
                  <a:pt x="30474" y="5148"/>
                </a:lnTo>
                <a:lnTo>
                  <a:pt x="30333" y="5305"/>
                </a:lnTo>
                <a:lnTo>
                  <a:pt x="30197" y="5467"/>
                </a:lnTo>
                <a:lnTo>
                  <a:pt x="30066" y="5633"/>
                </a:lnTo>
                <a:lnTo>
                  <a:pt x="29941" y="5802"/>
                </a:lnTo>
                <a:lnTo>
                  <a:pt x="29820" y="5976"/>
                </a:lnTo>
                <a:lnTo>
                  <a:pt x="29705" y="6153"/>
                </a:lnTo>
                <a:lnTo>
                  <a:pt x="29594" y="6333"/>
                </a:lnTo>
                <a:lnTo>
                  <a:pt x="29488" y="6517"/>
                </a:lnTo>
                <a:lnTo>
                  <a:pt x="29387" y="6703"/>
                </a:lnTo>
                <a:lnTo>
                  <a:pt x="29290" y="6892"/>
                </a:lnTo>
                <a:lnTo>
                  <a:pt x="29197" y="7083"/>
                </a:lnTo>
                <a:lnTo>
                  <a:pt x="29109" y="7277"/>
                </a:lnTo>
                <a:lnTo>
                  <a:pt x="29024" y="7472"/>
                </a:lnTo>
                <a:lnTo>
                  <a:pt x="28943" y="7669"/>
                </a:lnTo>
                <a:lnTo>
                  <a:pt x="28867" y="7867"/>
                </a:lnTo>
                <a:lnTo>
                  <a:pt x="28793" y="8067"/>
                </a:lnTo>
                <a:lnTo>
                  <a:pt x="28724" y="8267"/>
                </a:lnTo>
                <a:lnTo>
                  <a:pt x="28657" y="8469"/>
                </a:lnTo>
                <a:lnTo>
                  <a:pt x="28594" y="8670"/>
                </a:lnTo>
                <a:lnTo>
                  <a:pt x="28534" y="8872"/>
                </a:lnTo>
                <a:lnTo>
                  <a:pt x="28477" y="9074"/>
                </a:lnTo>
                <a:lnTo>
                  <a:pt x="28423" y="9276"/>
                </a:lnTo>
                <a:lnTo>
                  <a:pt x="28371" y="9477"/>
                </a:lnTo>
                <a:lnTo>
                  <a:pt x="28329" y="9644"/>
                </a:lnTo>
                <a:lnTo>
                  <a:pt x="28287" y="9807"/>
                </a:lnTo>
                <a:lnTo>
                  <a:pt x="28246" y="9968"/>
                </a:lnTo>
                <a:lnTo>
                  <a:pt x="28204" y="10125"/>
                </a:lnTo>
                <a:lnTo>
                  <a:pt x="28163" y="10280"/>
                </a:lnTo>
                <a:lnTo>
                  <a:pt x="28122" y="10431"/>
                </a:lnTo>
                <a:lnTo>
                  <a:pt x="28081" y="10580"/>
                </a:lnTo>
                <a:lnTo>
                  <a:pt x="28041" y="10725"/>
                </a:lnTo>
                <a:lnTo>
                  <a:pt x="28000" y="10868"/>
                </a:lnTo>
                <a:lnTo>
                  <a:pt x="27960" y="11008"/>
                </a:lnTo>
                <a:lnTo>
                  <a:pt x="27920" y="11145"/>
                </a:lnTo>
                <a:lnTo>
                  <a:pt x="27880" y="11279"/>
                </a:lnTo>
                <a:lnTo>
                  <a:pt x="27840" y="11410"/>
                </a:lnTo>
                <a:lnTo>
                  <a:pt x="27801" y="11538"/>
                </a:lnTo>
                <a:lnTo>
                  <a:pt x="27762" y="11664"/>
                </a:lnTo>
                <a:lnTo>
                  <a:pt x="27723" y="11786"/>
                </a:lnTo>
                <a:lnTo>
                  <a:pt x="27684" y="11906"/>
                </a:lnTo>
                <a:lnTo>
                  <a:pt x="27645" y="12023"/>
                </a:lnTo>
                <a:lnTo>
                  <a:pt x="27607" y="12137"/>
                </a:lnTo>
                <a:lnTo>
                  <a:pt x="27569" y="12249"/>
                </a:lnTo>
                <a:lnTo>
                  <a:pt x="27531" y="12357"/>
                </a:lnTo>
                <a:lnTo>
                  <a:pt x="27493" y="12463"/>
                </a:lnTo>
                <a:lnTo>
                  <a:pt x="27455" y="12566"/>
                </a:lnTo>
                <a:lnTo>
                  <a:pt x="27418" y="12667"/>
                </a:lnTo>
                <a:lnTo>
                  <a:pt x="27363" y="12815"/>
                </a:lnTo>
                <a:lnTo>
                  <a:pt x="27309" y="12969"/>
                </a:lnTo>
                <a:lnTo>
                  <a:pt x="27254" y="13129"/>
                </a:lnTo>
                <a:lnTo>
                  <a:pt x="27198" y="13295"/>
                </a:lnTo>
                <a:lnTo>
                  <a:pt x="27143" y="13466"/>
                </a:lnTo>
                <a:lnTo>
                  <a:pt x="27088" y="13642"/>
                </a:lnTo>
                <a:lnTo>
                  <a:pt x="27032" y="13824"/>
                </a:lnTo>
                <a:lnTo>
                  <a:pt x="26976" y="14011"/>
                </a:lnTo>
                <a:lnTo>
                  <a:pt x="26920" y="14203"/>
                </a:lnTo>
                <a:lnTo>
                  <a:pt x="26864" y="14401"/>
                </a:lnTo>
                <a:lnTo>
                  <a:pt x="26807" y="14604"/>
                </a:lnTo>
                <a:lnTo>
                  <a:pt x="26751" y="14812"/>
                </a:lnTo>
                <a:lnTo>
                  <a:pt x="26694" y="15025"/>
                </a:lnTo>
                <a:lnTo>
                  <a:pt x="26637" y="15243"/>
                </a:lnTo>
                <a:lnTo>
                  <a:pt x="26580" y="15466"/>
                </a:lnTo>
                <a:lnTo>
                  <a:pt x="26522" y="15694"/>
                </a:lnTo>
                <a:lnTo>
                  <a:pt x="26464" y="15927"/>
                </a:lnTo>
                <a:lnTo>
                  <a:pt x="26407" y="16165"/>
                </a:lnTo>
                <a:lnTo>
                  <a:pt x="26348" y="16407"/>
                </a:lnTo>
                <a:lnTo>
                  <a:pt x="26290" y="16654"/>
                </a:lnTo>
                <a:lnTo>
                  <a:pt x="26232" y="16906"/>
                </a:lnTo>
                <a:lnTo>
                  <a:pt x="26173" y="17162"/>
                </a:lnTo>
                <a:lnTo>
                  <a:pt x="26114" y="17423"/>
                </a:lnTo>
                <a:lnTo>
                  <a:pt x="26054" y="17688"/>
                </a:lnTo>
                <a:lnTo>
                  <a:pt x="25996" y="17948"/>
                </a:lnTo>
                <a:lnTo>
                  <a:pt x="25939" y="18203"/>
                </a:lnTo>
                <a:lnTo>
                  <a:pt x="25883" y="18454"/>
                </a:lnTo>
                <a:lnTo>
                  <a:pt x="25827" y="18700"/>
                </a:lnTo>
                <a:lnTo>
                  <a:pt x="25772" y="18941"/>
                </a:lnTo>
                <a:lnTo>
                  <a:pt x="25717" y="19178"/>
                </a:lnTo>
                <a:lnTo>
                  <a:pt x="25663" y="19411"/>
                </a:lnTo>
                <a:lnTo>
                  <a:pt x="25610" y="19638"/>
                </a:lnTo>
                <a:lnTo>
                  <a:pt x="25558" y="19861"/>
                </a:lnTo>
                <a:lnTo>
                  <a:pt x="25506" y="20080"/>
                </a:lnTo>
                <a:lnTo>
                  <a:pt x="25455" y="20294"/>
                </a:lnTo>
                <a:lnTo>
                  <a:pt x="25405" y="20504"/>
                </a:lnTo>
                <a:lnTo>
                  <a:pt x="25355" y="20709"/>
                </a:lnTo>
                <a:lnTo>
                  <a:pt x="25306" y="20909"/>
                </a:lnTo>
                <a:lnTo>
                  <a:pt x="25258" y="21105"/>
                </a:lnTo>
                <a:lnTo>
                  <a:pt x="25210" y="21296"/>
                </a:lnTo>
                <a:lnTo>
                  <a:pt x="25163" y="21483"/>
                </a:lnTo>
                <a:lnTo>
                  <a:pt x="25117" y="21666"/>
                </a:lnTo>
                <a:lnTo>
                  <a:pt x="25071" y="21844"/>
                </a:lnTo>
                <a:lnTo>
                  <a:pt x="25026" y="22017"/>
                </a:lnTo>
                <a:lnTo>
                  <a:pt x="24982" y="22186"/>
                </a:lnTo>
                <a:lnTo>
                  <a:pt x="24939" y="22351"/>
                </a:lnTo>
                <a:lnTo>
                  <a:pt x="24896" y="22511"/>
                </a:lnTo>
                <a:lnTo>
                  <a:pt x="24854" y="22666"/>
                </a:lnTo>
                <a:lnTo>
                  <a:pt x="24840" y="22717"/>
                </a:lnTo>
                <a:lnTo>
                  <a:pt x="24828" y="22768"/>
                </a:lnTo>
                <a:lnTo>
                  <a:pt x="22050" y="34461"/>
                </a:lnTo>
                <a:lnTo>
                  <a:pt x="15197" y="34461"/>
                </a:lnTo>
                <a:lnTo>
                  <a:pt x="15125" y="34461"/>
                </a:lnTo>
                <a:lnTo>
                  <a:pt x="15125" y="34462"/>
                </a:lnTo>
                <a:lnTo>
                  <a:pt x="14485" y="34477"/>
                </a:lnTo>
                <a:close/>
                <a:moveTo>
                  <a:pt x="10249" y="103913"/>
                </a:moveTo>
                <a:lnTo>
                  <a:pt x="10248" y="103913"/>
                </a:lnTo>
                <a:lnTo>
                  <a:pt x="7164" y="104684"/>
                </a:lnTo>
                <a:lnTo>
                  <a:pt x="10249" y="103913"/>
                </a:lnTo>
                <a:close/>
                <a:moveTo>
                  <a:pt x="53370" y="86771"/>
                </a:moveTo>
                <a:lnTo>
                  <a:pt x="53370" y="86771"/>
                </a:lnTo>
                <a:lnTo>
                  <a:pt x="53106" y="83602"/>
                </a:lnTo>
                <a:lnTo>
                  <a:pt x="53370" y="86771"/>
                </a:lnTo>
                <a:close/>
                <a:moveTo>
                  <a:pt x="27921" y="23503"/>
                </a:moveTo>
                <a:lnTo>
                  <a:pt x="27921" y="23503"/>
                </a:lnTo>
                <a:lnTo>
                  <a:pt x="24828" y="22768"/>
                </a:lnTo>
                <a:lnTo>
                  <a:pt x="27921" y="23503"/>
                </a:lnTo>
                <a:close/>
                <a:moveTo>
                  <a:pt x="34447" y="42591"/>
                </a:moveTo>
                <a:lnTo>
                  <a:pt x="33848" y="45004"/>
                </a:lnTo>
                <a:lnTo>
                  <a:pt x="27486" y="70629"/>
                </a:lnTo>
                <a:lnTo>
                  <a:pt x="27483" y="70643"/>
                </a:lnTo>
                <a:lnTo>
                  <a:pt x="27483" y="70643"/>
                </a:lnTo>
                <a:lnTo>
                  <a:pt x="27199" y="71810"/>
                </a:lnTo>
                <a:lnTo>
                  <a:pt x="26920" y="72955"/>
                </a:lnTo>
                <a:lnTo>
                  <a:pt x="26648" y="74077"/>
                </a:lnTo>
                <a:lnTo>
                  <a:pt x="26381" y="75177"/>
                </a:lnTo>
                <a:lnTo>
                  <a:pt x="26121" y="76255"/>
                </a:lnTo>
                <a:lnTo>
                  <a:pt x="25866" y="77309"/>
                </a:lnTo>
                <a:lnTo>
                  <a:pt x="25617" y="78341"/>
                </a:lnTo>
                <a:lnTo>
                  <a:pt x="25375" y="79351"/>
                </a:lnTo>
                <a:lnTo>
                  <a:pt x="25138" y="80338"/>
                </a:lnTo>
                <a:lnTo>
                  <a:pt x="24907" y="81302"/>
                </a:lnTo>
                <a:lnTo>
                  <a:pt x="24682" y="82244"/>
                </a:lnTo>
                <a:lnTo>
                  <a:pt x="24463" y="83163"/>
                </a:lnTo>
                <a:lnTo>
                  <a:pt x="24250" y="84060"/>
                </a:lnTo>
                <a:lnTo>
                  <a:pt x="24043" y="84934"/>
                </a:lnTo>
                <a:lnTo>
                  <a:pt x="23842" y="85785"/>
                </a:lnTo>
                <a:lnTo>
                  <a:pt x="23647" y="86614"/>
                </a:lnTo>
                <a:lnTo>
                  <a:pt x="23458" y="87420"/>
                </a:lnTo>
                <a:lnTo>
                  <a:pt x="23275" y="88204"/>
                </a:lnTo>
                <a:lnTo>
                  <a:pt x="23098" y="88965"/>
                </a:lnTo>
                <a:lnTo>
                  <a:pt x="22927" y="89703"/>
                </a:lnTo>
                <a:lnTo>
                  <a:pt x="22762" y="90419"/>
                </a:lnTo>
                <a:lnTo>
                  <a:pt x="22602" y="91112"/>
                </a:lnTo>
                <a:lnTo>
                  <a:pt x="22449" y="91782"/>
                </a:lnTo>
                <a:lnTo>
                  <a:pt x="22302" y="92430"/>
                </a:lnTo>
                <a:lnTo>
                  <a:pt x="22231" y="92745"/>
                </a:lnTo>
                <a:lnTo>
                  <a:pt x="22161" y="93055"/>
                </a:lnTo>
                <a:lnTo>
                  <a:pt x="22092" y="93359"/>
                </a:lnTo>
                <a:lnTo>
                  <a:pt x="22025" y="93658"/>
                </a:lnTo>
                <a:lnTo>
                  <a:pt x="21960" y="93951"/>
                </a:lnTo>
                <a:lnTo>
                  <a:pt x="21896" y="94239"/>
                </a:lnTo>
                <a:lnTo>
                  <a:pt x="21833" y="94521"/>
                </a:lnTo>
                <a:lnTo>
                  <a:pt x="21772" y="94798"/>
                </a:lnTo>
                <a:lnTo>
                  <a:pt x="21712" y="95069"/>
                </a:lnTo>
                <a:lnTo>
                  <a:pt x="21654" y="95335"/>
                </a:lnTo>
                <a:lnTo>
                  <a:pt x="21597" y="95596"/>
                </a:lnTo>
                <a:lnTo>
                  <a:pt x="21541" y="95850"/>
                </a:lnTo>
                <a:lnTo>
                  <a:pt x="21488" y="96100"/>
                </a:lnTo>
                <a:lnTo>
                  <a:pt x="21435" y="96344"/>
                </a:lnTo>
                <a:lnTo>
                  <a:pt x="21384" y="96582"/>
                </a:lnTo>
                <a:lnTo>
                  <a:pt x="21335" y="96815"/>
                </a:lnTo>
                <a:lnTo>
                  <a:pt x="21287" y="97042"/>
                </a:lnTo>
                <a:lnTo>
                  <a:pt x="21240" y="97263"/>
                </a:lnTo>
                <a:lnTo>
                  <a:pt x="21195" y="97480"/>
                </a:lnTo>
                <a:lnTo>
                  <a:pt x="21152" y="97690"/>
                </a:lnTo>
                <a:lnTo>
                  <a:pt x="21109" y="97895"/>
                </a:lnTo>
                <a:lnTo>
                  <a:pt x="21069" y="98095"/>
                </a:lnTo>
                <a:lnTo>
                  <a:pt x="21030" y="98288"/>
                </a:lnTo>
                <a:lnTo>
                  <a:pt x="20992" y="98477"/>
                </a:lnTo>
                <a:lnTo>
                  <a:pt x="20974" y="98569"/>
                </a:lnTo>
                <a:lnTo>
                  <a:pt x="20956" y="98659"/>
                </a:lnTo>
                <a:lnTo>
                  <a:pt x="20938" y="98749"/>
                </a:lnTo>
                <a:lnTo>
                  <a:pt x="20921" y="98838"/>
                </a:lnTo>
                <a:lnTo>
                  <a:pt x="20904" y="98925"/>
                </a:lnTo>
                <a:lnTo>
                  <a:pt x="20887" y="99011"/>
                </a:lnTo>
                <a:lnTo>
                  <a:pt x="20871" y="99096"/>
                </a:lnTo>
                <a:lnTo>
                  <a:pt x="20855" y="99180"/>
                </a:lnTo>
                <a:lnTo>
                  <a:pt x="20840" y="99262"/>
                </a:lnTo>
                <a:lnTo>
                  <a:pt x="20824" y="99343"/>
                </a:lnTo>
                <a:lnTo>
                  <a:pt x="20809" y="99423"/>
                </a:lnTo>
                <a:lnTo>
                  <a:pt x="20795" y="99502"/>
                </a:lnTo>
                <a:lnTo>
                  <a:pt x="20781" y="99580"/>
                </a:lnTo>
                <a:lnTo>
                  <a:pt x="20767" y="99656"/>
                </a:lnTo>
                <a:lnTo>
                  <a:pt x="20753" y="99731"/>
                </a:lnTo>
                <a:lnTo>
                  <a:pt x="20740" y="99805"/>
                </a:lnTo>
                <a:lnTo>
                  <a:pt x="20727" y="99878"/>
                </a:lnTo>
                <a:lnTo>
                  <a:pt x="20715" y="99950"/>
                </a:lnTo>
                <a:lnTo>
                  <a:pt x="20703" y="100020"/>
                </a:lnTo>
                <a:lnTo>
                  <a:pt x="20691" y="100089"/>
                </a:lnTo>
                <a:lnTo>
                  <a:pt x="20680" y="100156"/>
                </a:lnTo>
                <a:lnTo>
                  <a:pt x="20669" y="100223"/>
                </a:lnTo>
                <a:lnTo>
                  <a:pt x="20658" y="100288"/>
                </a:lnTo>
                <a:lnTo>
                  <a:pt x="20648" y="100352"/>
                </a:lnTo>
                <a:lnTo>
                  <a:pt x="20639" y="100407"/>
                </a:lnTo>
                <a:lnTo>
                  <a:pt x="20630" y="100463"/>
                </a:lnTo>
                <a:lnTo>
                  <a:pt x="20621" y="100520"/>
                </a:lnTo>
                <a:lnTo>
                  <a:pt x="20613" y="100578"/>
                </a:lnTo>
                <a:lnTo>
                  <a:pt x="20604" y="100636"/>
                </a:lnTo>
                <a:lnTo>
                  <a:pt x="20595" y="100696"/>
                </a:lnTo>
                <a:lnTo>
                  <a:pt x="20587" y="100756"/>
                </a:lnTo>
                <a:lnTo>
                  <a:pt x="20578" y="100817"/>
                </a:lnTo>
                <a:lnTo>
                  <a:pt x="20570" y="100878"/>
                </a:lnTo>
                <a:lnTo>
                  <a:pt x="20563" y="100939"/>
                </a:lnTo>
                <a:lnTo>
                  <a:pt x="20555" y="101001"/>
                </a:lnTo>
                <a:lnTo>
                  <a:pt x="20548" y="101063"/>
                </a:lnTo>
                <a:lnTo>
                  <a:pt x="20541" y="101125"/>
                </a:lnTo>
                <a:lnTo>
                  <a:pt x="20534" y="101187"/>
                </a:lnTo>
                <a:lnTo>
                  <a:pt x="20528" y="101249"/>
                </a:lnTo>
                <a:lnTo>
                  <a:pt x="20523" y="101311"/>
                </a:lnTo>
                <a:lnTo>
                  <a:pt x="20518" y="101373"/>
                </a:lnTo>
                <a:lnTo>
                  <a:pt x="20513" y="101434"/>
                </a:lnTo>
                <a:lnTo>
                  <a:pt x="20509" y="101495"/>
                </a:lnTo>
                <a:lnTo>
                  <a:pt x="20506" y="101556"/>
                </a:lnTo>
                <a:lnTo>
                  <a:pt x="20504" y="101616"/>
                </a:lnTo>
                <a:lnTo>
                  <a:pt x="20502" y="101675"/>
                </a:lnTo>
                <a:lnTo>
                  <a:pt x="20501" y="101734"/>
                </a:lnTo>
                <a:lnTo>
                  <a:pt x="20500" y="101792"/>
                </a:lnTo>
                <a:lnTo>
                  <a:pt x="20502" y="102131"/>
                </a:lnTo>
                <a:lnTo>
                  <a:pt x="20509" y="102468"/>
                </a:lnTo>
                <a:lnTo>
                  <a:pt x="20521" y="102803"/>
                </a:lnTo>
                <a:lnTo>
                  <a:pt x="20537" y="103136"/>
                </a:lnTo>
                <a:lnTo>
                  <a:pt x="20559" y="103467"/>
                </a:lnTo>
                <a:lnTo>
                  <a:pt x="20585" y="103795"/>
                </a:lnTo>
                <a:lnTo>
                  <a:pt x="20618" y="104121"/>
                </a:lnTo>
                <a:lnTo>
                  <a:pt x="20656" y="104444"/>
                </a:lnTo>
                <a:lnTo>
                  <a:pt x="20700" y="104765"/>
                </a:lnTo>
                <a:lnTo>
                  <a:pt x="20750" y="105082"/>
                </a:lnTo>
                <a:lnTo>
                  <a:pt x="20806" y="105396"/>
                </a:lnTo>
                <a:lnTo>
                  <a:pt x="20869" y="105706"/>
                </a:lnTo>
                <a:lnTo>
                  <a:pt x="20938" y="106012"/>
                </a:lnTo>
                <a:lnTo>
                  <a:pt x="21015" y="106315"/>
                </a:lnTo>
                <a:lnTo>
                  <a:pt x="21098" y="106613"/>
                </a:lnTo>
                <a:lnTo>
                  <a:pt x="21189" y="106907"/>
                </a:lnTo>
                <a:lnTo>
                  <a:pt x="21287" y="107197"/>
                </a:lnTo>
                <a:lnTo>
                  <a:pt x="21393" y="107481"/>
                </a:lnTo>
                <a:lnTo>
                  <a:pt x="21506" y="107761"/>
                </a:lnTo>
                <a:lnTo>
                  <a:pt x="21628" y="108036"/>
                </a:lnTo>
                <a:lnTo>
                  <a:pt x="21757" y="108305"/>
                </a:lnTo>
                <a:lnTo>
                  <a:pt x="21896" y="108569"/>
                </a:lnTo>
                <a:lnTo>
                  <a:pt x="22042" y="108827"/>
                </a:lnTo>
                <a:lnTo>
                  <a:pt x="22198" y="109079"/>
                </a:lnTo>
                <a:lnTo>
                  <a:pt x="22382" y="109352"/>
                </a:lnTo>
                <a:lnTo>
                  <a:pt x="22573" y="109613"/>
                </a:lnTo>
                <a:lnTo>
                  <a:pt x="22773" y="109862"/>
                </a:lnTo>
                <a:lnTo>
                  <a:pt x="22981" y="110099"/>
                </a:lnTo>
                <a:lnTo>
                  <a:pt x="23197" y="110325"/>
                </a:lnTo>
                <a:lnTo>
                  <a:pt x="23419" y="110538"/>
                </a:lnTo>
                <a:lnTo>
                  <a:pt x="23650" y="110740"/>
                </a:lnTo>
                <a:lnTo>
                  <a:pt x="23887" y="110930"/>
                </a:lnTo>
                <a:lnTo>
                  <a:pt x="24130" y="111109"/>
                </a:lnTo>
                <a:lnTo>
                  <a:pt x="24381" y="111275"/>
                </a:lnTo>
                <a:lnTo>
                  <a:pt x="24637" y="111430"/>
                </a:lnTo>
                <a:lnTo>
                  <a:pt x="24900" y="111574"/>
                </a:lnTo>
                <a:lnTo>
                  <a:pt x="25169" y="111705"/>
                </a:lnTo>
                <a:lnTo>
                  <a:pt x="25443" y="111825"/>
                </a:lnTo>
                <a:lnTo>
                  <a:pt x="25723" y="111934"/>
                </a:lnTo>
                <a:lnTo>
                  <a:pt x="26008" y="112031"/>
                </a:lnTo>
                <a:lnTo>
                  <a:pt x="26298" y="112116"/>
                </a:lnTo>
                <a:lnTo>
                  <a:pt x="26593" y="112190"/>
                </a:lnTo>
                <a:lnTo>
                  <a:pt x="26892" y="112253"/>
                </a:lnTo>
                <a:lnTo>
                  <a:pt x="27196" y="112304"/>
                </a:lnTo>
                <a:lnTo>
                  <a:pt x="27504" y="112343"/>
                </a:lnTo>
                <a:lnTo>
                  <a:pt x="27816" y="112372"/>
                </a:lnTo>
                <a:lnTo>
                  <a:pt x="28132" y="112389"/>
                </a:lnTo>
                <a:lnTo>
                  <a:pt x="28451" y="112394"/>
                </a:lnTo>
                <a:lnTo>
                  <a:pt x="29105" y="112381"/>
                </a:lnTo>
                <a:lnTo>
                  <a:pt x="29755" y="112341"/>
                </a:lnTo>
                <a:lnTo>
                  <a:pt x="30319" y="112283"/>
                </a:lnTo>
                <a:lnTo>
                  <a:pt x="30264" y="112294"/>
                </a:lnTo>
                <a:lnTo>
                  <a:pt x="29882" y="112360"/>
                </a:lnTo>
                <a:lnTo>
                  <a:pt x="29500" y="112417"/>
                </a:lnTo>
                <a:lnTo>
                  <a:pt x="29118" y="112465"/>
                </a:lnTo>
                <a:lnTo>
                  <a:pt x="28737" y="112505"/>
                </a:lnTo>
                <a:lnTo>
                  <a:pt x="28356" y="112535"/>
                </a:lnTo>
                <a:lnTo>
                  <a:pt x="27975" y="112557"/>
                </a:lnTo>
                <a:lnTo>
                  <a:pt x="27595" y="112570"/>
                </a:lnTo>
                <a:lnTo>
                  <a:pt x="27214" y="112574"/>
                </a:lnTo>
                <a:lnTo>
                  <a:pt x="26843" y="112570"/>
                </a:lnTo>
                <a:lnTo>
                  <a:pt x="26473" y="112559"/>
                </a:lnTo>
                <a:lnTo>
                  <a:pt x="26104" y="112539"/>
                </a:lnTo>
                <a:lnTo>
                  <a:pt x="25738" y="112512"/>
                </a:lnTo>
                <a:lnTo>
                  <a:pt x="25372" y="112478"/>
                </a:lnTo>
                <a:lnTo>
                  <a:pt x="25008" y="112435"/>
                </a:lnTo>
                <a:lnTo>
                  <a:pt x="24646" y="112385"/>
                </a:lnTo>
                <a:lnTo>
                  <a:pt x="24285" y="112327"/>
                </a:lnTo>
                <a:lnTo>
                  <a:pt x="23925" y="112261"/>
                </a:lnTo>
                <a:lnTo>
                  <a:pt x="23567" y="112187"/>
                </a:lnTo>
                <a:lnTo>
                  <a:pt x="23210" y="112105"/>
                </a:lnTo>
                <a:lnTo>
                  <a:pt x="22854" y="112016"/>
                </a:lnTo>
                <a:lnTo>
                  <a:pt x="22500" y="111919"/>
                </a:lnTo>
                <a:lnTo>
                  <a:pt x="22147" y="111813"/>
                </a:lnTo>
                <a:lnTo>
                  <a:pt x="21795" y="111700"/>
                </a:lnTo>
                <a:lnTo>
                  <a:pt x="21445" y="111579"/>
                </a:lnTo>
                <a:lnTo>
                  <a:pt x="21096" y="111450"/>
                </a:lnTo>
                <a:lnTo>
                  <a:pt x="20748" y="111313"/>
                </a:lnTo>
                <a:lnTo>
                  <a:pt x="20401" y="111168"/>
                </a:lnTo>
                <a:lnTo>
                  <a:pt x="20056" y="111015"/>
                </a:lnTo>
                <a:lnTo>
                  <a:pt x="19711" y="110854"/>
                </a:lnTo>
                <a:lnTo>
                  <a:pt x="19368" y="110685"/>
                </a:lnTo>
                <a:lnTo>
                  <a:pt x="19026" y="110508"/>
                </a:lnTo>
                <a:lnTo>
                  <a:pt x="18685" y="110323"/>
                </a:lnTo>
                <a:lnTo>
                  <a:pt x="18399" y="110158"/>
                </a:lnTo>
                <a:lnTo>
                  <a:pt x="18117" y="109981"/>
                </a:lnTo>
                <a:lnTo>
                  <a:pt x="17840" y="109793"/>
                </a:lnTo>
                <a:lnTo>
                  <a:pt x="17568" y="109594"/>
                </a:lnTo>
                <a:lnTo>
                  <a:pt x="17301" y="109384"/>
                </a:lnTo>
                <a:lnTo>
                  <a:pt x="17039" y="109162"/>
                </a:lnTo>
                <a:lnTo>
                  <a:pt x="16782" y="108928"/>
                </a:lnTo>
                <a:lnTo>
                  <a:pt x="16530" y="108682"/>
                </a:lnTo>
                <a:lnTo>
                  <a:pt x="16283" y="108423"/>
                </a:lnTo>
                <a:lnTo>
                  <a:pt x="16042" y="108152"/>
                </a:lnTo>
                <a:lnTo>
                  <a:pt x="15806" y="107869"/>
                </a:lnTo>
                <a:lnTo>
                  <a:pt x="15576" y="107572"/>
                </a:lnTo>
                <a:lnTo>
                  <a:pt x="15351" y="107262"/>
                </a:lnTo>
                <a:lnTo>
                  <a:pt x="15132" y="106939"/>
                </a:lnTo>
                <a:lnTo>
                  <a:pt x="14918" y="106603"/>
                </a:lnTo>
                <a:lnTo>
                  <a:pt x="14711" y="106253"/>
                </a:lnTo>
                <a:lnTo>
                  <a:pt x="14510" y="105888"/>
                </a:lnTo>
                <a:lnTo>
                  <a:pt x="14314" y="105510"/>
                </a:lnTo>
                <a:lnTo>
                  <a:pt x="14125" y="105117"/>
                </a:lnTo>
                <a:lnTo>
                  <a:pt x="13942" y="104710"/>
                </a:lnTo>
                <a:lnTo>
                  <a:pt x="13765" y="104288"/>
                </a:lnTo>
                <a:lnTo>
                  <a:pt x="13594" y="103851"/>
                </a:lnTo>
                <a:lnTo>
                  <a:pt x="13430" y="103399"/>
                </a:lnTo>
                <a:lnTo>
                  <a:pt x="13311" y="103045"/>
                </a:lnTo>
                <a:lnTo>
                  <a:pt x="13300" y="102995"/>
                </a:lnTo>
                <a:lnTo>
                  <a:pt x="13284" y="102909"/>
                </a:lnTo>
                <a:lnTo>
                  <a:pt x="13268" y="102817"/>
                </a:lnTo>
                <a:lnTo>
                  <a:pt x="13252" y="102716"/>
                </a:lnTo>
                <a:lnTo>
                  <a:pt x="13237" y="102607"/>
                </a:lnTo>
                <a:lnTo>
                  <a:pt x="13222" y="102490"/>
                </a:lnTo>
                <a:lnTo>
                  <a:pt x="13207" y="102364"/>
                </a:lnTo>
                <a:lnTo>
                  <a:pt x="13193" y="102231"/>
                </a:lnTo>
                <a:lnTo>
                  <a:pt x="13180" y="102089"/>
                </a:lnTo>
                <a:lnTo>
                  <a:pt x="13167" y="101938"/>
                </a:lnTo>
                <a:lnTo>
                  <a:pt x="13154" y="101778"/>
                </a:lnTo>
                <a:lnTo>
                  <a:pt x="13143" y="101610"/>
                </a:lnTo>
                <a:lnTo>
                  <a:pt x="13132" y="101433"/>
                </a:lnTo>
                <a:lnTo>
                  <a:pt x="13122" y="101246"/>
                </a:lnTo>
                <a:lnTo>
                  <a:pt x="13112" y="101051"/>
                </a:lnTo>
                <a:lnTo>
                  <a:pt x="13104" y="100846"/>
                </a:lnTo>
                <a:lnTo>
                  <a:pt x="13096" y="100632"/>
                </a:lnTo>
                <a:lnTo>
                  <a:pt x="13090" y="100408"/>
                </a:lnTo>
                <a:lnTo>
                  <a:pt x="13085" y="100174"/>
                </a:lnTo>
                <a:lnTo>
                  <a:pt x="13080" y="99931"/>
                </a:lnTo>
                <a:lnTo>
                  <a:pt x="13077" y="99678"/>
                </a:lnTo>
                <a:lnTo>
                  <a:pt x="13075" y="99415"/>
                </a:lnTo>
                <a:lnTo>
                  <a:pt x="13075" y="99141"/>
                </a:lnTo>
                <a:lnTo>
                  <a:pt x="13075" y="96352"/>
                </a:lnTo>
                <a:lnTo>
                  <a:pt x="19165" y="71990"/>
                </a:lnTo>
                <a:lnTo>
                  <a:pt x="19166" y="71985"/>
                </a:lnTo>
                <a:lnTo>
                  <a:pt x="16081" y="71219"/>
                </a:lnTo>
                <a:lnTo>
                  <a:pt x="16079" y="71218"/>
                </a:lnTo>
                <a:lnTo>
                  <a:pt x="19166" y="71985"/>
                </a:lnTo>
                <a:lnTo>
                  <a:pt x="19421" y="70957"/>
                </a:lnTo>
                <a:lnTo>
                  <a:pt x="19671" y="69952"/>
                </a:lnTo>
                <a:lnTo>
                  <a:pt x="19916" y="68967"/>
                </a:lnTo>
                <a:lnTo>
                  <a:pt x="20155" y="68005"/>
                </a:lnTo>
                <a:lnTo>
                  <a:pt x="20389" y="67063"/>
                </a:lnTo>
                <a:lnTo>
                  <a:pt x="20618" y="66144"/>
                </a:lnTo>
                <a:lnTo>
                  <a:pt x="20842" y="65245"/>
                </a:lnTo>
                <a:lnTo>
                  <a:pt x="21061" y="64369"/>
                </a:lnTo>
                <a:lnTo>
                  <a:pt x="21274" y="63514"/>
                </a:lnTo>
                <a:lnTo>
                  <a:pt x="21482" y="62680"/>
                </a:lnTo>
                <a:lnTo>
                  <a:pt x="21685" y="61868"/>
                </a:lnTo>
                <a:lnTo>
                  <a:pt x="21882" y="61077"/>
                </a:lnTo>
                <a:lnTo>
                  <a:pt x="22075" y="60308"/>
                </a:lnTo>
                <a:lnTo>
                  <a:pt x="22262" y="59560"/>
                </a:lnTo>
                <a:lnTo>
                  <a:pt x="22444" y="58834"/>
                </a:lnTo>
                <a:lnTo>
                  <a:pt x="22620" y="58130"/>
                </a:lnTo>
                <a:lnTo>
                  <a:pt x="22792" y="57447"/>
                </a:lnTo>
                <a:lnTo>
                  <a:pt x="22958" y="56785"/>
                </a:lnTo>
                <a:lnTo>
                  <a:pt x="23119" y="56145"/>
                </a:lnTo>
                <a:lnTo>
                  <a:pt x="23275" y="55527"/>
                </a:lnTo>
                <a:lnTo>
                  <a:pt x="23425" y="54929"/>
                </a:lnTo>
                <a:lnTo>
                  <a:pt x="23571" y="54354"/>
                </a:lnTo>
                <a:lnTo>
                  <a:pt x="23711" y="53800"/>
                </a:lnTo>
                <a:lnTo>
                  <a:pt x="23846" y="53267"/>
                </a:lnTo>
                <a:lnTo>
                  <a:pt x="23911" y="53009"/>
                </a:lnTo>
                <a:lnTo>
                  <a:pt x="23976" y="52756"/>
                </a:lnTo>
                <a:lnTo>
                  <a:pt x="24038" y="52509"/>
                </a:lnTo>
                <a:lnTo>
                  <a:pt x="24100" y="52267"/>
                </a:lnTo>
                <a:lnTo>
                  <a:pt x="24160" y="52030"/>
                </a:lnTo>
                <a:lnTo>
                  <a:pt x="24219" y="51799"/>
                </a:lnTo>
                <a:lnTo>
                  <a:pt x="24277" y="51573"/>
                </a:lnTo>
                <a:lnTo>
                  <a:pt x="24333" y="51353"/>
                </a:lnTo>
                <a:lnTo>
                  <a:pt x="24388" y="51139"/>
                </a:lnTo>
                <a:lnTo>
                  <a:pt x="24441" y="50929"/>
                </a:lnTo>
                <a:lnTo>
                  <a:pt x="24494" y="50725"/>
                </a:lnTo>
                <a:lnTo>
                  <a:pt x="24545" y="50527"/>
                </a:lnTo>
                <a:lnTo>
                  <a:pt x="24594" y="50334"/>
                </a:lnTo>
                <a:lnTo>
                  <a:pt x="24643" y="50147"/>
                </a:lnTo>
                <a:lnTo>
                  <a:pt x="24689" y="49965"/>
                </a:lnTo>
                <a:lnTo>
                  <a:pt x="24735" y="49788"/>
                </a:lnTo>
                <a:lnTo>
                  <a:pt x="24780" y="49617"/>
                </a:lnTo>
                <a:lnTo>
                  <a:pt x="24823" y="49451"/>
                </a:lnTo>
                <a:lnTo>
                  <a:pt x="24864" y="49291"/>
                </a:lnTo>
                <a:lnTo>
                  <a:pt x="24905" y="49136"/>
                </a:lnTo>
                <a:lnTo>
                  <a:pt x="24944" y="48986"/>
                </a:lnTo>
                <a:lnTo>
                  <a:pt x="24981" y="48842"/>
                </a:lnTo>
                <a:lnTo>
                  <a:pt x="25018" y="48703"/>
                </a:lnTo>
                <a:lnTo>
                  <a:pt x="25053" y="48570"/>
                </a:lnTo>
                <a:lnTo>
                  <a:pt x="25070" y="48505"/>
                </a:lnTo>
                <a:lnTo>
                  <a:pt x="25087" y="48442"/>
                </a:lnTo>
                <a:lnTo>
                  <a:pt x="25103" y="48380"/>
                </a:lnTo>
                <a:lnTo>
                  <a:pt x="25119" y="48319"/>
                </a:lnTo>
                <a:lnTo>
                  <a:pt x="25135" y="48261"/>
                </a:lnTo>
                <a:lnTo>
                  <a:pt x="25150" y="48203"/>
                </a:lnTo>
                <a:lnTo>
                  <a:pt x="25165" y="48147"/>
                </a:lnTo>
                <a:lnTo>
                  <a:pt x="25180" y="48093"/>
                </a:lnTo>
                <a:lnTo>
                  <a:pt x="25194" y="48040"/>
                </a:lnTo>
                <a:lnTo>
                  <a:pt x="25208" y="47989"/>
                </a:lnTo>
                <a:lnTo>
                  <a:pt x="25221" y="47939"/>
                </a:lnTo>
                <a:lnTo>
                  <a:pt x="25234" y="47891"/>
                </a:lnTo>
                <a:lnTo>
                  <a:pt x="25247" y="47844"/>
                </a:lnTo>
                <a:lnTo>
                  <a:pt x="25257" y="47806"/>
                </a:lnTo>
                <a:lnTo>
                  <a:pt x="25622" y="47441"/>
                </a:lnTo>
                <a:lnTo>
                  <a:pt x="25622" y="46124"/>
                </a:lnTo>
                <a:lnTo>
                  <a:pt x="25615" y="45899"/>
                </a:lnTo>
                <a:lnTo>
                  <a:pt x="25594" y="45684"/>
                </a:lnTo>
                <a:lnTo>
                  <a:pt x="25561" y="45480"/>
                </a:lnTo>
                <a:lnTo>
                  <a:pt x="25516" y="45286"/>
                </a:lnTo>
                <a:lnTo>
                  <a:pt x="25461" y="45102"/>
                </a:lnTo>
                <a:lnTo>
                  <a:pt x="25397" y="44928"/>
                </a:lnTo>
                <a:lnTo>
                  <a:pt x="25326" y="44763"/>
                </a:lnTo>
                <a:lnTo>
                  <a:pt x="25247" y="44608"/>
                </a:lnTo>
                <a:lnTo>
                  <a:pt x="25163" y="44463"/>
                </a:lnTo>
                <a:lnTo>
                  <a:pt x="25075" y="44327"/>
                </a:lnTo>
                <a:lnTo>
                  <a:pt x="24983" y="44200"/>
                </a:lnTo>
                <a:lnTo>
                  <a:pt x="24889" y="44082"/>
                </a:lnTo>
                <a:lnTo>
                  <a:pt x="24795" y="43974"/>
                </a:lnTo>
                <a:lnTo>
                  <a:pt x="24700" y="43874"/>
                </a:lnTo>
                <a:lnTo>
                  <a:pt x="24607" y="43783"/>
                </a:lnTo>
                <a:lnTo>
                  <a:pt x="24516" y="43701"/>
                </a:lnTo>
                <a:lnTo>
                  <a:pt x="24429" y="43627"/>
                </a:lnTo>
                <a:lnTo>
                  <a:pt x="24347" y="43562"/>
                </a:lnTo>
                <a:lnTo>
                  <a:pt x="24271" y="43505"/>
                </a:lnTo>
                <a:lnTo>
                  <a:pt x="24202" y="43456"/>
                </a:lnTo>
                <a:lnTo>
                  <a:pt x="24141" y="43415"/>
                </a:lnTo>
                <a:lnTo>
                  <a:pt x="24089" y="43383"/>
                </a:lnTo>
                <a:lnTo>
                  <a:pt x="24049" y="43358"/>
                </a:lnTo>
                <a:lnTo>
                  <a:pt x="24020" y="43340"/>
                </a:lnTo>
                <a:lnTo>
                  <a:pt x="23972" y="43313"/>
                </a:lnTo>
                <a:lnTo>
                  <a:pt x="23924" y="43287"/>
                </a:lnTo>
                <a:lnTo>
                  <a:pt x="23878" y="43262"/>
                </a:lnTo>
                <a:lnTo>
                  <a:pt x="23831" y="43238"/>
                </a:lnTo>
                <a:lnTo>
                  <a:pt x="23786" y="43215"/>
                </a:lnTo>
                <a:lnTo>
                  <a:pt x="23741" y="43194"/>
                </a:lnTo>
                <a:lnTo>
                  <a:pt x="23697" y="43173"/>
                </a:lnTo>
                <a:lnTo>
                  <a:pt x="23653" y="43154"/>
                </a:lnTo>
                <a:lnTo>
                  <a:pt x="23611" y="43136"/>
                </a:lnTo>
                <a:lnTo>
                  <a:pt x="23570" y="43119"/>
                </a:lnTo>
                <a:lnTo>
                  <a:pt x="23529" y="43103"/>
                </a:lnTo>
                <a:lnTo>
                  <a:pt x="23490" y="43088"/>
                </a:lnTo>
                <a:lnTo>
                  <a:pt x="23453" y="43073"/>
                </a:lnTo>
                <a:lnTo>
                  <a:pt x="23416" y="43060"/>
                </a:lnTo>
                <a:lnTo>
                  <a:pt x="23381" y="43048"/>
                </a:lnTo>
                <a:lnTo>
                  <a:pt x="23348" y="43037"/>
                </a:lnTo>
                <a:lnTo>
                  <a:pt x="23316" y="43026"/>
                </a:lnTo>
                <a:lnTo>
                  <a:pt x="23286" y="43017"/>
                </a:lnTo>
                <a:lnTo>
                  <a:pt x="23257" y="43008"/>
                </a:lnTo>
                <a:lnTo>
                  <a:pt x="23231" y="43000"/>
                </a:lnTo>
                <a:lnTo>
                  <a:pt x="23206" y="42992"/>
                </a:lnTo>
                <a:lnTo>
                  <a:pt x="23183" y="42986"/>
                </a:lnTo>
                <a:lnTo>
                  <a:pt x="23162" y="42980"/>
                </a:lnTo>
                <a:lnTo>
                  <a:pt x="23143" y="42975"/>
                </a:lnTo>
                <a:lnTo>
                  <a:pt x="23102" y="42964"/>
                </a:lnTo>
                <a:lnTo>
                  <a:pt x="23061" y="42953"/>
                </a:lnTo>
                <a:lnTo>
                  <a:pt x="23019" y="42943"/>
                </a:lnTo>
                <a:lnTo>
                  <a:pt x="22978" y="42933"/>
                </a:lnTo>
                <a:lnTo>
                  <a:pt x="22937" y="42924"/>
                </a:lnTo>
                <a:lnTo>
                  <a:pt x="22896" y="42915"/>
                </a:lnTo>
                <a:lnTo>
                  <a:pt x="22856" y="42906"/>
                </a:lnTo>
                <a:lnTo>
                  <a:pt x="22815" y="42898"/>
                </a:lnTo>
                <a:lnTo>
                  <a:pt x="22776" y="42890"/>
                </a:lnTo>
                <a:lnTo>
                  <a:pt x="22736" y="42883"/>
                </a:lnTo>
                <a:lnTo>
                  <a:pt x="22697" y="42876"/>
                </a:lnTo>
                <a:lnTo>
                  <a:pt x="22658" y="42869"/>
                </a:lnTo>
                <a:lnTo>
                  <a:pt x="22620" y="42863"/>
                </a:lnTo>
                <a:lnTo>
                  <a:pt x="22583" y="42857"/>
                </a:lnTo>
                <a:lnTo>
                  <a:pt x="22546" y="42851"/>
                </a:lnTo>
                <a:lnTo>
                  <a:pt x="22510" y="42845"/>
                </a:lnTo>
                <a:lnTo>
                  <a:pt x="22475" y="42840"/>
                </a:lnTo>
                <a:lnTo>
                  <a:pt x="22440" y="42835"/>
                </a:lnTo>
                <a:lnTo>
                  <a:pt x="22406" y="42831"/>
                </a:lnTo>
                <a:lnTo>
                  <a:pt x="22373" y="42827"/>
                </a:lnTo>
                <a:lnTo>
                  <a:pt x="22341" y="42822"/>
                </a:lnTo>
                <a:lnTo>
                  <a:pt x="22310" y="42819"/>
                </a:lnTo>
                <a:lnTo>
                  <a:pt x="22280" y="42815"/>
                </a:lnTo>
                <a:lnTo>
                  <a:pt x="22251" y="42811"/>
                </a:lnTo>
                <a:lnTo>
                  <a:pt x="22187" y="42804"/>
                </a:lnTo>
                <a:lnTo>
                  <a:pt x="22122" y="42797"/>
                </a:lnTo>
                <a:lnTo>
                  <a:pt x="22055" y="42790"/>
                </a:lnTo>
                <a:lnTo>
                  <a:pt x="21986" y="42783"/>
                </a:lnTo>
                <a:lnTo>
                  <a:pt x="21916" y="42777"/>
                </a:lnTo>
                <a:lnTo>
                  <a:pt x="21844" y="42770"/>
                </a:lnTo>
                <a:lnTo>
                  <a:pt x="21771" y="42764"/>
                </a:lnTo>
                <a:lnTo>
                  <a:pt x="21696" y="42758"/>
                </a:lnTo>
                <a:lnTo>
                  <a:pt x="21620" y="42752"/>
                </a:lnTo>
                <a:lnTo>
                  <a:pt x="21542" y="42747"/>
                </a:lnTo>
                <a:lnTo>
                  <a:pt x="21463" y="42741"/>
                </a:lnTo>
                <a:lnTo>
                  <a:pt x="21383" y="42736"/>
                </a:lnTo>
                <a:lnTo>
                  <a:pt x="21301" y="42730"/>
                </a:lnTo>
                <a:lnTo>
                  <a:pt x="21217" y="42725"/>
                </a:lnTo>
                <a:lnTo>
                  <a:pt x="21133" y="42720"/>
                </a:lnTo>
                <a:lnTo>
                  <a:pt x="21047" y="42716"/>
                </a:lnTo>
                <a:lnTo>
                  <a:pt x="20959" y="42711"/>
                </a:lnTo>
                <a:lnTo>
                  <a:pt x="20871" y="42706"/>
                </a:lnTo>
                <a:lnTo>
                  <a:pt x="20781" y="42702"/>
                </a:lnTo>
                <a:lnTo>
                  <a:pt x="20690" y="42698"/>
                </a:lnTo>
                <a:lnTo>
                  <a:pt x="20598" y="42693"/>
                </a:lnTo>
                <a:lnTo>
                  <a:pt x="20504" y="42689"/>
                </a:lnTo>
                <a:lnTo>
                  <a:pt x="20410" y="42685"/>
                </a:lnTo>
                <a:lnTo>
                  <a:pt x="20314" y="42682"/>
                </a:lnTo>
                <a:lnTo>
                  <a:pt x="20114" y="42674"/>
                </a:lnTo>
                <a:lnTo>
                  <a:pt x="19907" y="42667"/>
                </a:lnTo>
                <a:lnTo>
                  <a:pt x="19692" y="42660"/>
                </a:lnTo>
                <a:lnTo>
                  <a:pt x="19469" y="42654"/>
                </a:lnTo>
                <a:lnTo>
                  <a:pt x="19239" y="42647"/>
                </a:lnTo>
                <a:lnTo>
                  <a:pt x="19001" y="42642"/>
                </a:lnTo>
                <a:lnTo>
                  <a:pt x="18756" y="42636"/>
                </a:lnTo>
                <a:lnTo>
                  <a:pt x="18503" y="42631"/>
                </a:lnTo>
                <a:lnTo>
                  <a:pt x="18242" y="42626"/>
                </a:lnTo>
                <a:lnTo>
                  <a:pt x="17974" y="42621"/>
                </a:lnTo>
                <a:lnTo>
                  <a:pt x="17698" y="42617"/>
                </a:lnTo>
                <a:lnTo>
                  <a:pt x="17414" y="42613"/>
                </a:lnTo>
                <a:lnTo>
                  <a:pt x="17123" y="42610"/>
                </a:lnTo>
                <a:lnTo>
                  <a:pt x="16825" y="42606"/>
                </a:lnTo>
                <a:lnTo>
                  <a:pt x="16519" y="42603"/>
                </a:lnTo>
                <a:lnTo>
                  <a:pt x="16206" y="42601"/>
                </a:lnTo>
                <a:lnTo>
                  <a:pt x="15885" y="42598"/>
                </a:lnTo>
                <a:lnTo>
                  <a:pt x="15556" y="42596"/>
                </a:lnTo>
                <a:lnTo>
                  <a:pt x="15220" y="42595"/>
                </a:lnTo>
                <a:lnTo>
                  <a:pt x="14877" y="42593"/>
                </a:lnTo>
                <a:lnTo>
                  <a:pt x="14526" y="42592"/>
                </a:lnTo>
                <a:lnTo>
                  <a:pt x="14168" y="42591"/>
                </a:lnTo>
                <a:lnTo>
                  <a:pt x="13803" y="42591"/>
                </a:lnTo>
                <a:lnTo>
                  <a:pt x="13430" y="42591"/>
                </a:lnTo>
                <a:lnTo>
                  <a:pt x="6638" y="42591"/>
                </a:lnTo>
                <a:lnTo>
                  <a:pt x="6643" y="42570"/>
                </a:lnTo>
                <a:lnTo>
                  <a:pt x="6660" y="42498"/>
                </a:lnTo>
                <a:lnTo>
                  <a:pt x="6678" y="42424"/>
                </a:lnTo>
                <a:lnTo>
                  <a:pt x="6696" y="42348"/>
                </a:lnTo>
                <a:lnTo>
                  <a:pt x="6714" y="42271"/>
                </a:lnTo>
                <a:lnTo>
                  <a:pt x="6734" y="42192"/>
                </a:lnTo>
                <a:lnTo>
                  <a:pt x="6753" y="42112"/>
                </a:lnTo>
                <a:lnTo>
                  <a:pt x="6774" y="42030"/>
                </a:lnTo>
                <a:lnTo>
                  <a:pt x="6794" y="41947"/>
                </a:lnTo>
                <a:lnTo>
                  <a:pt x="6815" y="41865"/>
                </a:lnTo>
                <a:lnTo>
                  <a:pt x="6835" y="41785"/>
                </a:lnTo>
                <a:lnTo>
                  <a:pt x="6855" y="41708"/>
                </a:lnTo>
                <a:lnTo>
                  <a:pt x="6874" y="41633"/>
                </a:lnTo>
                <a:lnTo>
                  <a:pt x="6894" y="41560"/>
                </a:lnTo>
                <a:lnTo>
                  <a:pt x="6912" y="41490"/>
                </a:lnTo>
                <a:lnTo>
                  <a:pt x="6931" y="41421"/>
                </a:lnTo>
                <a:lnTo>
                  <a:pt x="6949" y="41355"/>
                </a:lnTo>
                <a:lnTo>
                  <a:pt x="6967" y="41290"/>
                </a:lnTo>
                <a:lnTo>
                  <a:pt x="6984" y="41228"/>
                </a:lnTo>
                <a:lnTo>
                  <a:pt x="7001" y="41168"/>
                </a:lnTo>
                <a:lnTo>
                  <a:pt x="7018" y="41110"/>
                </a:lnTo>
                <a:lnTo>
                  <a:pt x="7034" y="41054"/>
                </a:lnTo>
                <a:lnTo>
                  <a:pt x="7050" y="41000"/>
                </a:lnTo>
                <a:lnTo>
                  <a:pt x="7053" y="40989"/>
                </a:lnTo>
                <a:lnTo>
                  <a:pt x="7245" y="40986"/>
                </a:lnTo>
                <a:lnTo>
                  <a:pt x="7501" y="40982"/>
                </a:lnTo>
                <a:lnTo>
                  <a:pt x="7780" y="40977"/>
                </a:lnTo>
                <a:lnTo>
                  <a:pt x="8081" y="40972"/>
                </a:lnTo>
                <a:lnTo>
                  <a:pt x="8404" y="40966"/>
                </a:lnTo>
                <a:lnTo>
                  <a:pt x="8750" y="40960"/>
                </a:lnTo>
                <a:lnTo>
                  <a:pt x="9118" y="40952"/>
                </a:lnTo>
                <a:lnTo>
                  <a:pt x="9509" y="40945"/>
                </a:lnTo>
                <a:lnTo>
                  <a:pt x="9921" y="40936"/>
                </a:lnTo>
                <a:lnTo>
                  <a:pt x="10356" y="40927"/>
                </a:lnTo>
                <a:lnTo>
                  <a:pt x="10814" y="40918"/>
                </a:lnTo>
                <a:lnTo>
                  <a:pt x="11293" y="40908"/>
                </a:lnTo>
                <a:lnTo>
                  <a:pt x="11795" y="40897"/>
                </a:lnTo>
                <a:lnTo>
                  <a:pt x="12319" y="40886"/>
                </a:lnTo>
                <a:lnTo>
                  <a:pt x="12865" y="40874"/>
                </a:lnTo>
                <a:lnTo>
                  <a:pt x="13433" y="40861"/>
                </a:lnTo>
                <a:lnTo>
                  <a:pt x="14023" y="40848"/>
                </a:lnTo>
                <a:lnTo>
                  <a:pt x="14635" y="40834"/>
                </a:lnTo>
                <a:lnTo>
                  <a:pt x="15233" y="40821"/>
                </a:lnTo>
                <a:lnTo>
                  <a:pt x="24563" y="40821"/>
                </a:lnTo>
                <a:lnTo>
                  <a:pt x="27076" y="40821"/>
                </a:lnTo>
                <a:lnTo>
                  <a:pt x="27657" y="38376"/>
                </a:lnTo>
                <a:lnTo>
                  <a:pt x="31003" y="24286"/>
                </a:lnTo>
                <a:lnTo>
                  <a:pt x="31035" y="24167"/>
                </a:lnTo>
                <a:lnTo>
                  <a:pt x="31083" y="23990"/>
                </a:lnTo>
                <a:lnTo>
                  <a:pt x="31131" y="23809"/>
                </a:lnTo>
                <a:lnTo>
                  <a:pt x="31179" y="23624"/>
                </a:lnTo>
                <a:lnTo>
                  <a:pt x="31228" y="23435"/>
                </a:lnTo>
                <a:lnTo>
                  <a:pt x="31278" y="23242"/>
                </a:lnTo>
                <a:lnTo>
                  <a:pt x="31328" y="23044"/>
                </a:lnTo>
                <a:lnTo>
                  <a:pt x="31378" y="22843"/>
                </a:lnTo>
                <a:lnTo>
                  <a:pt x="31430" y="22637"/>
                </a:lnTo>
                <a:lnTo>
                  <a:pt x="31481" y="22427"/>
                </a:lnTo>
                <a:lnTo>
                  <a:pt x="31533" y="22214"/>
                </a:lnTo>
                <a:lnTo>
                  <a:pt x="31586" y="21996"/>
                </a:lnTo>
                <a:lnTo>
                  <a:pt x="31640" y="21774"/>
                </a:lnTo>
                <a:lnTo>
                  <a:pt x="31693" y="21548"/>
                </a:lnTo>
                <a:lnTo>
                  <a:pt x="31748" y="21318"/>
                </a:lnTo>
                <a:lnTo>
                  <a:pt x="31803" y="21084"/>
                </a:lnTo>
                <a:lnTo>
                  <a:pt x="31858" y="20846"/>
                </a:lnTo>
                <a:lnTo>
                  <a:pt x="31914" y="20604"/>
                </a:lnTo>
                <a:lnTo>
                  <a:pt x="31971" y="20358"/>
                </a:lnTo>
                <a:lnTo>
                  <a:pt x="32028" y="20108"/>
                </a:lnTo>
                <a:lnTo>
                  <a:pt x="32086" y="19854"/>
                </a:lnTo>
                <a:lnTo>
                  <a:pt x="32144" y="19596"/>
                </a:lnTo>
                <a:lnTo>
                  <a:pt x="32203" y="19334"/>
                </a:lnTo>
                <a:lnTo>
                  <a:pt x="32262" y="19068"/>
                </a:lnTo>
                <a:lnTo>
                  <a:pt x="32320" y="18809"/>
                </a:lnTo>
                <a:lnTo>
                  <a:pt x="32377" y="18558"/>
                </a:lnTo>
                <a:lnTo>
                  <a:pt x="32433" y="18315"/>
                </a:lnTo>
                <a:lnTo>
                  <a:pt x="32488" y="18079"/>
                </a:lnTo>
                <a:lnTo>
                  <a:pt x="32542" y="17851"/>
                </a:lnTo>
                <a:lnTo>
                  <a:pt x="32595" y="17631"/>
                </a:lnTo>
                <a:lnTo>
                  <a:pt x="32647" y="17418"/>
                </a:lnTo>
                <a:lnTo>
                  <a:pt x="32698" y="17213"/>
                </a:lnTo>
                <a:lnTo>
                  <a:pt x="32747" y="17015"/>
                </a:lnTo>
                <a:lnTo>
                  <a:pt x="32796" y="16824"/>
                </a:lnTo>
                <a:lnTo>
                  <a:pt x="32844" y="16641"/>
                </a:lnTo>
                <a:lnTo>
                  <a:pt x="32891" y="16465"/>
                </a:lnTo>
                <a:lnTo>
                  <a:pt x="32937" y="16297"/>
                </a:lnTo>
                <a:lnTo>
                  <a:pt x="32982" y="16135"/>
                </a:lnTo>
                <a:lnTo>
                  <a:pt x="33026" y="15980"/>
                </a:lnTo>
                <a:lnTo>
                  <a:pt x="33068" y="15833"/>
                </a:lnTo>
                <a:lnTo>
                  <a:pt x="33110" y="15692"/>
                </a:lnTo>
                <a:lnTo>
                  <a:pt x="33151" y="15559"/>
                </a:lnTo>
                <a:lnTo>
                  <a:pt x="33190" y="15432"/>
                </a:lnTo>
                <a:lnTo>
                  <a:pt x="33229" y="15312"/>
                </a:lnTo>
                <a:lnTo>
                  <a:pt x="33266" y="15199"/>
                </a:lnTo>
                <a:lnTo>
                  <a:pt x="33303" y="15093"/>
                </a:lnTo>
                <a:lnTo>
                  <a:pt x="33338" y="14993"/>
                </a:lnTo>
                <a:lnTo>
                  <a:pt x="33372" y="14899"/>
                </a:lnTo>
                <a:lnTo>
                  <a:pt x="33423" y="14762"/>
                </a:lnTo>
                <a:lnTo>
                  <a:pt x="33474" y="14622"/>
                </a:lnTo>
                <a:lnTo>
                  <a:pt x="33525" y="14480"/>
                </a:lnTo>
                <a:lnTo>
                  <a:pt x="33575" y="14336"/>
                </a:lnTo>
                <a:lnTo>
                  <a:pt x="33626" y="14189"/>
                </a:lnTo>
                <a:lnTo>
                  <a:pt x="33676" y="14041"/>
                </a:lnTo>
                <a:lnTo>
                  <a:pt x="33725" y="13890"/>
                </a:lnTo>
                <a:lnTo>
                  <a:pt x="33775" y="13738"/>
                </a:lnTo>
                <a:lnTo>
                  <a:pt x="33824" y="13583"/>
                </a:lnTo>
                <a:lnTo>
                  <a:pt x="33873" y="13426"/>
                </a:lnTo>
                <a:lnTo>
                  <a:pt x="33922" y="13267"/>
                </a:lnTo>
                <a:lnTo>
                  <a:pt x="33971" y="13106"/>
                </a:lnTo>
                <a:lnTo>
                  <a:pt x="34019" y="12943"/>
                </a:lnTo>
                <a:lnTo>
                  <a:pt x="34068" y="12778"/>
                </a:lnTo>
                <a:lnTo>
                  <a:pt x="34116" y="12611"/>
                </a:lnTo>
                <a:lnTo>
                  <a:pt x="34164" y="12442"/>
                </a:lnTo>
                <a:lnTo>
                  <a:pt x="34211" y="12271"/>
                </a:lnTo>
                <a:lnTo>
                  <a:pt x="34259" y="12098"/>
                </a:lnTo>
                <a:lnTo>
                  <a:pt x="34306" y="11923"/>
                </a:lnTo>
                <a:lnTo>
                  <a:pt x="34353" y="11746"/>
                </a:lnTo>
                <a:lnTo>
                  <a:pt x="34400" y="11568"/>
                </a:lnTo>
                <a:lnTo>
                  <a:pt x="34447" y="11387"/>
                </a:lnTo>
                <a:lnTo>
                  <a:pt x="34494" y="11204"/>
                </a:lnTo>
                <a:lnTo>
                  <a:pt x="34540" y="11020"/>
                </a:lnTo>
                <a:lnTo>
                  <a:pt x="34558" y="10950"/>
                </a:lnTo>
                <a:lnTo>
                  <a:pt x="34576" y="10882"/>
                </a:lnTo>
                <a:lnTo>
                  <a:pt x="34593" y="10815"/>
                </a:lnTo>
                <a:lnTo>
                  <a:pt x="34611" y="10751"/>
                </a:lnTo>
                <a:lnTo>
                  <a:pt x="34629" y="10688"/>
                </a:lnTo>
                <a:lnTo>
                  <a:pt x="34646" y="10627"/>
                </a:lnTo>
                <a:lnTo>
                  <a:pt x="34664" y="10567"/>
                </a:lnTo>
                <a:lnTo>
                  <a:pt x="34682" y="10509"/>
                </a:lnTo>
                <a:lnTo>
                  <a:pt x="34699" y="10453"/>
                </a:lnTo>
                <a:lnTo>
                  <a:pt x="34717" y="10398"/>
                </a:lnTo>
                <a:lnTo>
                  <a:pt x="34734" y="10345"/>
                </a:lnTo>
                <a:lnTo>
                  <a:pt x="34752" y="10293"/>
                </a:lnTo>
                <a:lnTo>
                  <a:pt x="34769" y="10243"/>
                </a:lnTo>
                <a:lnTo>
                  <a:pt x="34786" y="10194"/>
                </a:lnTo>
                <a:lnTo>
                  <a:pt x="34803" y="10147"/>
                </a:lnTo>
                <a:lnTo>
                  <a:pt x="34820" y="10102"/>
                </a:lnTo>
                <a:lnTo>
                  <a:pt x="34837" y="10058"/>
                </a:lnTo>
                <a:lnTo>
                  <a:pt x="34854" y="10016"/>
                </a:lnTo>
                <a:lnTo>
                  <a:pt x="34871" y="9975"/>
                </a:lnTo>
                <a:lnTo>
                  <a:pt x="34887" y="9935"/>
                </a:lnTo>
                <a:lnTo>
                  <a:pt x="34903" y="9897"/>
                </a:lnTo>
                <a:lnTo>
                  <a:pt x="34919" y="9860"/>
                </a:lnTo>
                <a:lnTo>
                  <a:pt x="34935" y="9825"/>
                </a:lnTo>
                <a:lnTo>
                  <a:pt x="34951" y="9791"/>
                </a:lnTo>
                <a:lnTo>
                  <a:pt x="34967" y="9758"/>
                </a:lnTo>
                <a:lnTo>
                  <a:pt x="34982" y="9727"/>
                </a:lnTo>
                <a:lnTo>
                  <a:pt x="34996" y="9699"/>
                </a:lnTo>
                <a:lnTo>
                  <a:pt x="35010" y="9672"/>
                </a:lnTo>
                <a:lnTo>
                  <a:pt x="35023" y="9648"/>
                </a:lnTo>
                <a:lnTo>
                  <a:pt x="35036" y="9625"/>
                </a:lnTo>
                <a:lnTo>
                  <a:pt x="35048" y="9604"/>
                </a:lnTo>
                <a:lnTo>
                  <a:pt x="35059" y="9585"/>
                </a:lnTo>
                <a:lnTo>
                  <a:pt x="35069" y="9568"/>
                </a:lnTo>
                <a:lnTo>
                  <a:pt x="35079" y="9553"/>
                </a:lnTo>
                <a:lnTo>
                  <a:pt x="35087" y="9539"/>
                </a:lnTo>
                <a:lnTo>
                  <a:pt x="35095" y="9527"/>
                </a:lnTo>
                <a:lnTo>
                  <a:pt x="35102" y="9517"/>
                </a:lnTo>
                <a:lnTo>
                  <a:pt x="35109" y="9508"/>
                </a:lnTo>
                <a:lnTo>
                  <a:pt x="35114" y="9500"/>
                </a:lnTo>
                <a:lnTo>
                  <a:pt x="35118" y="9494"/>
                </a:lnTo>
                <a:lnTo>
                  <a:pt x="35122" y="9490"/>
                </a:lnTo>
                <a:lnTo>
                  <a:pt x="35124" y="9486"/>
                </a:lnTo>
                <a:lnTo>
                  <a:pt x="35126" y="9484"/>
                </a:lnTo>
                <a:lnTo>
                  <a:pt x="35126" y="9484"/>
                </a:lnTo>
                <a:lnTo>
                  <a:pt x="35210" y="9400"/>
                </a:lnTo>
                <a:lnTo>
                  <a:pt x="35301" y="9306"/>
                </a:lnTo>
                <a:lnTo>
                  <a:pt x="35392" y="9211"/>
                </a:lnTo>
                <a:lnTo>
                  <a:pt x="35483" y="9115"/>
                </a:lnTo>
                <a:lnTo>
                  <a:pt x="35573" y="9018"/>
                </a:lnTo>
                <a:lnTo>
                  <a:pt x="35663" y="8920"/>
                </a:lnTo>
                <a:lnTo>
                  <a:pt x="35753" y="8821"/>
                </a:lnTo>
                <a:lnTo>
                  <a:pt x="35842" y="8720"/>
                </a:lnTo>
                <a:lnTo>
                  <a:pt x="35931" y="8619"/>
                </a:lnTo>
                <a:lnTo>
                  <a:pt x="36020" y="8516"/>
                </a:lnTo>
                <a:lnTo>
                  <a:pt x="36108" y="8412"/>
                </a:lnTo>
                <a:lnTo>
                  <a:pt x="36196" y="8308"/>
                </a:lnTo>
                <a:lnTo>
                  <a:pt x="36283" y="8202"/>
                </a:lnTo>
                <a:lnTo>
                  <a:pt x="36370" y="8095"/>
                </a:lnTo>
                <a:lnTo>
                  <a:pt x="36457" y="7987"/>
                </a:lnTo>
                <a:lnTo>
                  <a:pt x="36544" y="7878"/>
                </a:lnTo>
                <a:lnTo>
                  <a:pt x="36630" y="7769"/>
                </a:lnTo>
                <a:lnTo>
                  <a:pt x="36716" y="7658"/>
                </a:lnTo>
                <a:lnTo>
                  <a:pt x="36801" y="7546"/>
                </a:lnTo>
                <a:lnTo>
                  <a:pt x="36886" y="7433"/>
                </a:lnTo>
                <a:lnTo>
                  <a:pt x="36971" y="7319"/>
                </a:lnTo>
                <a:lnTo>
                  <a:pt x="37056" y="7204"/>
                </a:lnTo>
                <a:lnTo>
                  <a:pt x="37140" y="7088"/>
                </a:lnTo>
                <a:lnTo>
                  <a:pt x="37224" y="6972"/>
                </a:lnTo>
                <a:lnTo>
                  <a:pt x="37236" y="6954"/>
                </a:lnTo>
                <a:lnTo>
                  <a:pt x="37249" y="6937"/>
                </a:lnTo>
                <a:lnTo>
                  <a:pt x="37263" y="6921"/>
                </a:lnTo>
                <a:lnTo>
                  <a:pt x="37276" y="6904"/>
                </a:lnTo>
                <a:lnTo>
                  <a:pt x="37291" y="6888"/>
                </a:lnTo>
                <a:lnTo>
                  <a:pt x="37306" y="6872"/>
                </a:lnTo>
                <a:lnTo>
                  <a:pt x="37322" y="6856"/>
                </a:lnTo>
                <a:lnTo>
                  <a:pt x="37339" y="6841"/>
                </a:lnTo>
                <a:lnTo>
                  <a:pt x="37356" y="6826"/>
                </a:lnTo>
                <a:lnTo>
                  <a:pt x="37375" y="6811"/>
                </a:lnTo>
                <a:lnTo>
                  <a:pt x="37395" y="6796"/>
                </a:lnTo>
                <a:lnTo>
                  <a:pt x="37416" y="6782"/>
                </a:lnTo>
                <a:lnTo>
                  <a:pt x="37439" y="6768"/>
                </a:lnTo>
                <a:lnTo>
                  <a:pt x="37463" y="6754"/>
                </a:lnTo>
                <a:lnTo>
                  <a:pt x="37488" y="6741"/>
                </a:lnTo>
                <a:lnTo>
                  <a:pt x="37516" y="6728"/>
                </a:lnTo>
                <a:lnTo>
                  <a:pt x="37544" y="6715"/>
                </a:lnTo>
                <a:lnTo>
                  <a:pt x="37575" y="6703"/>
                </a:lnTo>
                <a:lnTo>
                  <a:pt x="37607" y="6691"/>
                </a:lnTo>
                <a:lnTo>
                  <a:pt x="37642" y="6679"/>
                </a:lnTo>
                <a:lnTo>
                  <a:pt x="37678" y="6668"/>
                </a:lnTo>
                <a:lnTo>
                  <a:pt x="37717" y="6657"/>
                </a:lnTo>
                <a:lnTo>
                  <a:pt x="37757" y="6647"/>
                </a:lnTo>
                <a:lnTo>
                  <a:pt x="37801" y="6637"/>
                </a:lnTo>
                <a:lnTo>
                  <a:pt x="37905" y="6614"/>
                </a:lnTo>
                <a:lnTo>
                  <a:pt x="38010" y="6592"/>
                </a:lnTo>
                <a:lnTo>
                  <a:pt x="38115" y="6571"/>
                </a:lnTo>
                <a:lnTo>
                  <a:pt x="38219" y="6552"/>
                </a:lnTo>
                <a:lnTo>
                  <a:pt x="38324" y="6533"/>
                </a:lnTo>
                <a:lnTo>
                  <a:pt x="38428" y="6515"/>
                </a:lnTo>
                <a:lnTo>
                  <a:pt x="38533" y="6498"/>
                </a:lnTo>
                <a:lnTo>
                  <a:pt x="38637" y="6482"/>
                </a:lnTo>
                <a:lnTo>
                  <a:pt x="38741" y="6467"/>
                </a:lnTo>
                <a:lnTo>
                  <a:pt x="38845" y="6453"/>
                </a:lnTo>
                <a:lnTo>
                  <a:pt x="38949" y="6440"/>
                </a:lnTo>
                <a:lnTo>
                  <a:pt x="39052" y="6428"/>
                </a:lnTo>
                <a:lnTo>
                  <a:pt x="39156" y="6417"/>
                </a:lnTo>
                <a:lnTo>
                  <a:pt x="39260" y="6407"/>
                </a:lnTo>
                <a:lnTo>
                  <a:pt x="39363" y="6398"/>
                </a:lnTo>
                <a:lnTo>
                  <a:pt x="39467" y="6390"/>
                </a:lnTo>
                <a:lnTo>
                  <a:pt x="39570" y="6382"/>
                </a:lnTo>
                <a:lnTo>
                  <a:pt x="39674" y="6376"/>
                </a:lnTo>
                <a:lnTo>
                  <a:pt x="39777" y="6371"/>
                </a:lnTo>
                <a:lnTo>
                  <a:pt x="39880" y="6367"/>
                </a:lnTo>
                <a:lnTo>
                  <a:pt x="39983" y="6363"/>
                </a:lnTo>
                <a:lnTo>
                  <a:pt x="40086" y="6361"/>
                </a:lnTo>
                <a:lnTo>
                  <a:pt x="40189" y="6360"/>
                </a:lnTo>
                <a:lnTo>
                  <a:pt x="40196" y="6360"/>
                </a:lnTo>
                <a:lnTo>
                  <a:pt x="40312" y="6367"/>
                </a:lnTo>
                <a:lnTo>
                  <a:pt x="40496" y="6384"/>
                </a:lnTo>
                <a:lnTo>
                  <a:pt x="40667" y="6403"/>
                </a:lnTo>
                <a:lnTo>
                  <a:pt x="40825" y="6426"/>
                </a:lnTo>
                <a:lnTo>
                  <a:pt x="40972" y="6451"/>
                </a:lnTo>
                <a:lnTo>
                  <a:pt x="41108" y="6477"/>
                </a:lnTo>
                <a:lnTo>
                  <a:pt x="41232" y="6506"/>
                </a:lnTo>
                <a:lnTo>
                  <a:pt x="41346" y="6536"/>
                </a:lnTo>
                <a:lnTo>
                  <a:pt x="41450" y="6567"/>
                </a:lnTo>
                <a:lnTo>
                  <a:pt x="41545" y="6599"/>
                </a:lnTo>
                <a:lnTo>
                  <a:pt x="41630" y="6632"/>
                </a:lnTo>
                <a:lnTo>
                  <a:pt x="41706" y="6664"/>
                </a:lnTo>
                <a:lnTo>
                  <a:pt x="41775" y="6697"/>
                </a:lnTo>
                <a:lnTo>
                  <a:pt x="41835" y="6728"/>
                </a:lnTo>
                <a:lnTo>
                  <a:pt x="41888" y="6759"/>
                </a:lnTo>
                <a:lnTo>
                  <a:pt x="41934" y="6789"/>
                </a:lnTo>
                <a:lnTo>
                  <a:pt x="41974" y="6818"/>
                </a:lnTo>
                <a:lnTo>
                  <a:pt x="42007" y="6844"/>
                </a:lnTo>
                <a:lnTo>
                  <a:pt x="42035" y="6869"/>
                </a:lnTo>
                <a:lnTo>
                  <a:pt x="42058" y="6891"/>
                </a:lnTo>
                <a:lnTo>
                  <a:pt x="42076" y="6910"/>
                </a:lnTo>
                <a:lnTo>
                  <a:pt x="42089" y="6926"/>
                </a:lnTo>
                <a:lnTo>
                  <a:pt x="42099" y="6938"/>
                </a:lnTo>
                <a:lnTo>
                  <a:pt x="42105" y="6947"/>
                </a:lnTo>
                <a:lnTo>
                  <a:pt x="42175" y="7049"/>
                </a:lnTo>
                <a:lnTo>
                  <a:pt x="42240" y="7147"/>
                </a:lnTo>
                <a:lnTo>
                  <a:pt x="42301" y="7242"/>
                </a:lnTo>
                <a:lnTo>
                  <a:pt x="42356" y="7334"/>
                </a:lnTo>
                <a:lnTo>
                  <a:pt x="42407" y="7422"/>
                </a:lnTo>
                <a:lnTo>
                  <a:pt x="42454" y="7507"/>
                </a:lnTo>
                <a:lnTo>
                  <a:pt x="42497" y="7588"/>
                </a:lnTo>
                <a:lnTo>
                  <a:pt x="42535" y="7666"/>
                </a:lnTo>
                <a:lnTo>
                  <a:pt x="42570" y="7741"/>
                </a:lnTo>
                <a:lnTo>
                  <a:pt x="42602" y="7813"/>
                </a:lnTo>
                <a:lnTo>
                  <a:pt x="42630" y="7881"/>
                </a:lnTo>
                <a:lnTo>
                  <a:pt x="42654" y="7946"/>
                </a:lnTo>
                <a:lnTo>
                  <a:pt x="42676" y="8008"/>
                </a:lnTo>
                <a:lnTo>
                  <a:pt x="42695" y="8066"/>
                </a:lnTo>
                <a:lnTo>
                  <a:pt x="42711" y="8121"/>
                </a:lnTo>
                <a:lnTo>
                  <a:pt x="42725" y="8174"/>
                </a:lnTo>
                <a:lnTo>
                  <a:pt x="42736" y="8223"/>
                </a:lnTo>
                <a:lnTo>
                  <a:pt x="42746" y="8269"/>
                </a:lnTo>
                <a:lnTo>
                  <a:pt x="42753" y="8312"/>
                </a:lnTo>
                <a:lnTo>
                  <a:pt x="42759" y="8352"/>
                </a:lnTo>
                <a:lnTo>
                  <a:pt x="42763" y="8388"/>
                </a:lnTo>
                <a:lnTo>
                  <a:pt x="42766" y="8422"/>
                </a:lnTo>
                <a:lnTo>
                  <a:pt x="42767" y="8453"/>
                </a:lnTo>
                <a:lnTo>
                  <a:pt x="42767" y="8474"/>
                </a:lnTo>
                <a:lnTo>
                  <a:pt x="42767" y="8473"/>
                </a:lnTo>
                <a:lnTo>
                  <a:pt x="42767" y="8474"/>
                </a:lnTo>
                <a:lnTo>
                  <a:pt x="42767" y="8478"/>
                </a:lnTo>
                <a:lnTo>
                  <a:pt x="42766" y="8483"/>
                </a:lnTo>
                <a:lnTo>
                  <a:pt x="42766" y="8490"/>
                </a:lnTo>
                <a:lnTo>
                  <a:pt x="42765" y="8500"/>
                </a:lnTo>
                <a:lnTo>
                  <a:pt x="42764" y="8512"/>
                </a:lnTo>
                <a:lnTo>
                  <a:pt x="42762" y="8526"/>
                </a:lnTo>
                <a:lnTo>
                  <a:pt x="42761" y="8543"/>
                </a:lnTo>
                <a:lnTo>
                  <a:pt x="42759" y="8562"/>
                </a:lnTo>
                <a:lnTo>
                  <a:pt x="42757" y="8583"/>
                </a:lnTo>
                <a:lnTo>
                  <a:pt x="42754" y="8607"/>
                </a:lnTo>
                <a:lnTo>
                  <a:pt x="42751" y="8634"/>
                </a:lnTo>
                <a:lnTo>
                  <a:pt x="42748" y="8663"/>
                </a:lnTo>
                <a:lnTo>
                  <a:pt x="42744" y="8695"/>
                </a:lnTo>
                <a:lnTo>
                  <a:pt x="42739" y="8730"/>
                </a:lnTo>
                <a:lnTo>
                  <a:pt x="42735" y="8768"/>
                </a:lnTo>
                <a:lnTo>
                  <a:pt x="42729" y="8808"/>
                </a:lnTo>
                <a:lnTo>
                  <a:pt x="42723" y="8852"/>
                </a:lnTo>
                <a:lnTo>
                  <a:pt x="42717" y="8898"/>
                </a:lnTo>
                <a:lnTo>
                  <a:pt x="42710" y="8948"/>
                </a:lnTo>
                <a:lnTo>
                  <a:pt x="42702" y="9000"/>
                </a:lnTo>
                <a:lnTo>
                  <a:pt x="42695" y="9049"/>
                </a:lnTo>
                <a:lnTo>
                  <a:pt x="42687" y="9100"/>
                </a:lnTo>
                <a:lnTo>
                  <a:pt x="42679" y="9152"/>
                </a:lnTo>
                <a:lnTo>
                  <a:pt x="42671" y="9205"/>
                </a:lnTo>
                <a:lnTo>
                  <a:pt x="42662" y="9260"/>
                </a:lnTo>
                <a:lnTo>
                  <a:pt x="42653" y="9316"/>
                </a:lnTo>
                <a:lnTo>
                  <a:pt x="42644" y="9374"/>
                </a:lnTo>
                <a:lnTo>
                  <a:pt x="42634" y="9433"/>
                </a:lnTo>
                <a:lnTo>
                  <a:pt x="42624" y="9493"/>
                </a:lnTo>
                <a:lnTo>
                  <a:pt x="42613" y="9555"/>
                </a:lnTo>
                <a:lnTo>
                  <a:pt x="42602" y="9619"/>
                </a:lnTo>
                <a:lnTo>
                  <a:pt x="42591" y="9684"/>
                </a:lnTo>
                <a:lnTo>
                  <a:pt x="42579" y="9750"/>
                </a:lnTo>
                <a:lnTo>
                  <a:pt x="42567" y="9818"/>
                </a:lnTo>
                <a:lnTo>
                  <a:pt x="42555" y="9887"/>
                </a:lnTo>
                <a:lnTo>
                  <a:pt x="42542" y="9958"/>
                </a:lnTo>
                <a:lnTo>
                  <a:pt x="42529" y="10030"/>
                </a:lnTo>
                <a:lnTo>
                  <a:pt x="42516" y="10104"/>
                </a:lnTo>
                <a:lnTo>
                  <a:pt x="42502" y="10179"/>
                </a:lnTo>
                <a:lnTo>
                  <a:pt x="42488" y="10256"/>
                </a:lnTo>
                <a:lnTo>
                  <a:pt x="42473" y="10334"/>
                </a:lnTo>
                <a:lnTo>
                  <a:pt x="42458" y="10414"/>
                </a:lnTo>
                <a:lnTo>
                  <a:pt x="42442" y="10496"/>
                </a:lnTo>
                <a:lnTo>
                  <a:pt x="42427" y="10578"/>
                </a:lnTo>
                <a:lnTo>
                  <a:pt x="42394" y="10748"/>
                </a:lnTo>
                <a:lnTo>
                  <a:pt x="42360" y="10923"/>
                </a:lnTo>
                <a:lnTo>
                  <a:pt x="42324" y="11103"/>
                </a:lnTo>
                <a:lnTo>
                  <a:pt x="42288" y="11288"/>
                </a:lnTo>
                <a:lnTo>
                  <a:pt x="42249" y="11478"/>
                </a:lnTo>
                <a:lnTo>
                  <a:pt x="42210" y="11673"/>
                </a:lnTo>
                <a:lnTo>
                  <a:pt x="42169" y="11874"/>
                </a:lnTo>
                <a:lnTo>
                  <a:pt x="42126" y="12080"/>
                </a:lnTo>
                <a:lnTo>
                  <a:pt x="42082" y="12291"/>
                </a:lnTo>
                <a:lnTo>
                  <a:pt x="42037" y="12508"/>
                </a:lnTo>
                <a:lnTo>
                  <a:pt x="41990" y="12729"/>
                </a:lnTo>
                <a:lnTo>
                  <a:pt x="41942" y="12956"/>
                </a:lnTo>
                <a:lnTo>
                  <a:pt x="41893" y="13188"/>
                </a:lnTo>
                <a:lnTo>
                  <a:pt x="41842" y="13426"/>
                </a:lnTo>
                <a:lnTo>
                  <a:pt x="41790" y="13668"/>
                </a:lnTo>
                <a:lnTo>
                  <a:pt x="41736" y="13916"/>
                </a:lnTo>
                <a:lnTo>
                  <a:pt x="41681" y="14169"/>
                </a:lnTo>
                <a:lnTo>
                  <a:pt x="41624" y="14428"/>
                </a:lnTo>
                <a:lnTo>
                  <a:pt x="41566" y="14691"/>
                </a:lnTo>
                <a:lnTo>
                  <a:pt x="41507" y="14960"/>
                </a:lnTo>
                <a:lnTo>
                  <a:pt x="41446" y="15235"/>
                </a:lnTo>
                <a:lnTo>
                  <a:pt x="41383" y="15514"/>
                </a:lnTo>
                <a:lnTo>
                  <a:pt x="41320" y="15799"/>
                </a:lnTo>
                <a:lnTo>
                  <a:pt x="41255" y="16089"/>
                </a:lnTo>
                <a:lnTo>
                  <a:pt x="41123" y="16671"/>
                </a:lnTo>
                <a:lnTo>
                  <a:pt x="40990" y="17253"/>
                </a:lnTo>
                <a:lnTo>
                  <a:pt x="40856" y="17833"/>
                </a:lnTo>
                <a:lnTo>
                  <a:pt x="40721" y="18413"/>
                </a:lnTo>
                <a:lnTo>
                  <a:pt x="40584" y="18993"/>
                </a:lnTo>
                <a:lnTo>
                  <a:pt x="40447" y="19572"/>
                </a:lnTo>
                <a:lnTo>
                  <a:pt x="40308" y="20150"/>
                </a:lnTo>
                <a:lnTo>
                  <a:pt x="40168" y="20728"/>
                </a:lnTo>
                <a:lnTo>
                  <a:pt x="40026" y="21305"/>
                </a:lnTo>
                <a:lnTo>
                  <a:pt x="39884" y="21881"/>
                </a:lnTo>
                <a:lnTo>
                  <a:pt x="39740" y="22457"/>
                </a:lnTo>
                <a:lnTo>
                  <a:pt x="39595" y="23032"/>
                </a:lnTo>
                <a:lnTo>
                  <a:pt x="39449" y="23606"/>
                </a:lnTo>
                <a:lnTo>
                  <a:pt x="39302" y="24180"/>
                </a:lnTo>
                <a:lnTo>
                  <a:pt x="39153" y="24754"/>
                </a:lnTo>
                <a:lnTo>
                  <a:pt x="39004" y="25326"/>
                </a:lnTo>
                <a:lnTo>
                  <a:pt x="38853" y="25898"/>
                </a:lnTo>
                <a:lnTo>
                  <a:pt x="38700" y="26470"/>
                </a:lnTo>
                <a:lnTo>
                  <a:pt x="38547" y="27041"/>
                </a:lnTo>
                <a:lnTo>
                  <a:pt x="38392" y="27611"/>
                </a:lnTo>
                <a:lnTo>
                  <a:pt x="38237" y="28180"/>
                </a:lnTo>
                <a:lnTo>
                  <a:pt x="38080" y="28749"/>
                </a:lnTo>
                <a:lnTo>
                  <a:pt x="37921" y="29318"/>
                </a:lnTo>
                <a:lnTo>
                  <a:pt x="37762" y="29886"/>
                </a:lnTo>
                <a:lnTo>
                  <a:pt x="37752" y="29919"/>
                </a:lnTo>
                <a:lnTo>
                  <a:pt x="37753" y="29919"/>
                </a:lnTo>
                <a:lnTo>
                  <a:pt x="35985" y="36458"/>
                </a:lnTo>
                <a:lnTo>
                  <a:pt x="35875" y="36865"/>
                </a:lnTo>
                <a:lnTo>
                  <a:pt x="35875" y="37288"/>
                </a:lnTo>
                <a:lnTo>
                  <a:pt x="35882" y="37509"/>
                </a:lnTo>
                <a:lnTo>
                  <a:pt x="35902" y="37720"/>
                </a:lnTo>
                <a:lnTo>
                  <a:pt x="35935" y="37921"/>
                </a:lnTo>
                <a:lnTo>
                  <a:pt x="35978" y="38113"/>
                </a:lnTo>
                <a:lnTo>
                  <a:pt x="36031" y="38294"/>
                </a:lnTo>
                <a:lnTo>
                  <a:pt x="36093" y="38467"/>
                </a:lnTo>
                <a:lnTo>
                  <a:pt x="36163" y="38629"/>
                </a:lnTo>
                <a:lnTo>
                  <a:pt x="36239" y="38783"/>
                </a:lnTo>
                <a:lnTo>
                  <a:pt x="36321" y="38927"/>
                </a:lnTo>
                <a:lnTo>
                  <a:pt x="36407" y="39062"/>
                </a:lnTo>
                <a:lnTo>
                  <a:pt x="36497" y="39188"/>
                </a:lnTo>
                <a:lnTo>
                  <a:pt x="36588" y="39305"/>
                </a:lnTo>
                <a:lnTo>
                  <a:pt x="36681" y="39414"/>
                </a:lnTo>
                <a:lnTo>
                  <a:pt x="36774" y="39513"/>
                </a:lnTo>
                <a:lnTo>
                  <a:pt x="36865" y="39604"/>
                </a:lnTo>
                <a:lnTo>
                  <a:pt x="36954" y="39687"/>
                </a:lnTo>
                <a:lnTo>
                  <a:pt x="37040" y="39761"/>
                </a:lnTo>
                <a:lnTo>
                  <a:pt x="37121" y="39827"/>
                </a:lnTo>
                <a:lnTo>
                  <a:pt x="37197" y="39885"/>
                </a:lnTo>
                <a:lnTo>
                  <a:pt x="37266" y="39935"/>
                </a:lnTo>
                <a:lnTo>
                  <a:pt x="37328" y="39977"/>
                </a:lnTo>
                <a:lnTo>
                  <a:pt x="37380" y="40011"/>
                </a:lnTo>
                <a:lnTo>
                  <a:pt x="37422" y="40038"/>
                </a:lnTo>
                <a:lnTo>
                  <a:pt x="37453" y="40057"/>
                </a:lnTo>
                <a:lnTo>
                  <a:pt x="37501" y="40085"/>
                </a:lnTo>
                <a:lnTo>
                  <a:pt x="37549" y="40112"/>
                </a:lnTo>
                <a:lnTo>
                  <a:pt x="37596" y="40138"/>
                </a:lnTo>
                <a:lnTo>
                  <a:pt x="37643" y="40162"/>
                </a:lnTo>
                <a:lnTo>
                  <a:pt x="37689" y="40185"/>
                </a:lnTo>
                <a:lnTo>
                  <a:pt x="37734" y="40207"/>
                </a:lnTo>
                <a:lnTo>
                  <a:pt x="37778" y="40228"/>
                </a:lnTo>
                <a:lnTo>
                  <a:pt x="37822" y="40248"/>
                </a:lnTo>
                <a:lnTo>
                  <a:pt x="37864" y="40267"/>
                </a:lnTo>
                <a:lnTo>
                  <a:pt x="37906" y="40284"/>
                </a:lnTo>
                <a:lnTo>
                  <a:pt x="37947" y="40301"/>
                </a:lnTo>
                <a:lnTo>
                  <a:pt x="37986" y="40316"/>
                </a:lnTo>
                <a:lnTo>
                  <a:pt x="38024" y="40331"/>
                </a:lnTo>
                <a:lnTo>
                  <a:pt x="38060" y="40344"/>
                </a:lnTo>
                <a:lnTo>
                  <a:pt x="38096" y="40357"/>
                </a:lnTo>
                <a:lnTo>
                  <a:pt x="38129" y="40369"/>
                </a:lnTo>
                <a:lnTo>
                  <a:pt x="38162" y="40379"/>
                </a:lnTo>
                <a:lnTo>
                  <a:pt x="38192" y="40389"/>
                </a:lnTo>
                <a:lnTo>
                  <a:pt x="38221" y="40398"/>
                </a:lnTo>
                <a:lnTo>
                  <a:pt x="38248" y="40407"/>
                </a:lnTo>
                <a:lnTo>
                  <a:pt x="38273" y="40414"/>
                </a:lnTo>
                <a:lnTo>
                  <a:pt x="38296" y="40421"/>
                </a:lnTo>
                <a:lnTo>
                  <a:pt x="38317" y="40427"/>
                </a:lnTo>
                <a:lnTo>
                  <a:pt x="38336" y="40432"/>
                </a:lnTo>
                <a:lnTo>
                  <a:pt x="38377" y="40444"/>
                </a:lnTo>
                <a:lnTo>
                  <a:pt x="38419" y="40455"/>
                </a:lnTo>
                <a:lnTo>
                  <a:pt x="38460" y="40465"/>
                </a:lnTo>
                <a:lnTo>
                  <a:pt x="38502" y="40475"/>
                </a:lnTo>
                <a:lnTo>
                  <a:pt x="38543" y="40485"/>
                </a:lnTo>
                <a:lnTo>
                  <a:pt x="38584" y="40494"/>
                </a:lnTo>
                <a:lnTo>
                  <a:pt x="38625" y="40503"/>
                </a:lnTo>
                <a:lnTo>
                  <a:pt x="38665" y="40511"/>
                </a:lnTo>
                <a:lnTo>
                  <a:pt x="38705" y="40519"/>
                </a:lnTo>
                <a:lnTo>
                  <a:pt x="38745" y="40526"/>
                </a:lnTo>
                <a:lnTo>
                  <a:pt x="38784" y="40534"/>
                </a:lnTo>
                <a:lnTo>
                  <a:pt x="38822" y="40541"/>
                </a:lnTo>
                <a:lnTo>
                  <a:pt x="38860" y="40547"/>
                </a:lnTo>
                <a:lnTo>
                  <a:pt x="38898" y="40553"/>
                </a:lnTo>
                <a:lnTo>
                  <a:pt x="38935" y="40559"/>
                </a:lnTo>
                <a:lnTo>
                  <a:pt x="38971" y="40565"/>
                </a:lnTo>
                <a:lnTo>
                  <a:pt x="39006" y="40570"/>
                </a:lnTo>
                <a:lnTo>
                  <a:pt x="39041" y="40575"/>
                </a:lnTo>
                <a:lnTo>
                  <a:pt x="39074" y="40579"/>
                </a:lnTo>
                <a:lnTo>
                  <a:pt x="39107" y="40584"/>
                </a:lnTo>
                <a:lnTo>
                  <a:pt x="39139" y="40588"/>
                </a:lnTo>
                <a:lnTo>
                  <a:pt x="39170" y="40592"/>
                </a:lnTo>
                <a:lnTo>
                  <a:pt x="39200" y="40596"/>
                </a:lnTo>
                <a:lnTo>
                  <a:pt x="39228" y="40599"/>
                </a:lnTo>
                <a:lnTo>
                  <a:pt x="39291" y="40606"/>
                </a:lnTo>
                <a:lnTo>
                  <a:pt x="39356" y="40614"/>
                </a:lnTo>
                <a:lnTo>
                  <a:pt x="39422" y="40621"/>
                </a:lnTo>
                <a:lnTo>
                  <a:pt x="39490" y="40627"/>
                </a:lnTo>
                <a:lnTo>
                  <a:pt x="39559" y="40634"/>
                </a:lnTo>
                <a:lnTo>
                  <a:pt x="39630" y="40640"/>
                </a:lnTo>
                <a:lnTo>
                  <a:pt x="39703" y="40647"/>
                </a:lnTo>
                <a:lnTo>
                  <a:pt x="39776" y="40653"/>
                </a:lnTo>
                <a:lnTo>
                  <a:pt x="39852" y="40659"/>
                </a:lnTo>
                <a:lnTo>
                  <a:pt x="39928" y="40664"/>
                </a:lnTo>
                <a:lnTo>
                  <a:pt x="40006" y="40670"/>
                </a:lnTo>
                <a:lnTo>
                  <a:pt x="40086" y="40675"/>
                </a:lnTo>
                <a:lnTo>
                  <a:pt x="40167" y="40681"/>
                </a:lnTo>
                <a:lnTo>
                  <a:pt x="40249" y="40686"/>
                </a:lnTo>
                <a:lnTo>
                  <a:pt x="40332" y="40691"/>
                </a:lnTo>
                <a:lnTo>
                  <a:pt x="40417" y="40696"/>
                </a:lnTo>
                <a:lnTo>
                  <a:pt x="40503" y="40700"/>
                </a:lnTo>
                <a:lnTo>
                  <a:pt x="40590" y="40705"/>
                </a:lnTo>
                <a:lnTo>
                  <a:pt x="40678" y="40709"/>
                </a:lnTo>
                <a:lnTo>
                  <a:pt x="40768" y="40714"/>
                </a:lnTo>
                <a:lnTo>
                  <a:pt x="40858" y="40718"/>
                </a:lnTo>
                <a:lnTo>
                  <a:pt x="40950" y="40722"/>
                </a:lnTo>
                <a:lnTo>
                  <a:pt x="41043" y="40726"/>
                </a:lnTo>
                <a:lnTo>
                  <a:pt x="41137" y="40730"/>
                </a:lnTo>
                <a:lnTo>
                  <a:pt x="41333" y="40737"/>
                </a:lnTo>
                <a:lnTo>
                  <a:pt x="41536" y="40744"/>
                </a:lnTo>
                <a:lnTo>
                  <a:pt x="41748" y="40751"/>
                </a:lnTo>
                <a:lnTo>
                  <a:pt x="41966" y="40758"/>
                </a:lnTo>
                <a:lnTo>
                  <a:pt x="42192" y="40764"/>
                </a:lnTo>
                <a:lnTo>
                  <a:pt x="42426" y="40770"/>
                </a:lnTo>
                <a:lnTo>
                  <a:pt x="42667" y="40775"/>
                </a:lnTo>
                <a:lnTo>
                  <a:pt x="42915" y="40781"/>
                </a:lnTo>
                <a:lnTo>
                  <a:pt x="43171" y="40785"/>
                </a:lnTo>
                <a:lnTo>
                  <a:pt x="43434" y="40790"/>
                </a:lnTo>
                <a:lnTo>
                  <a:pt x="43705" y="40794"/>
                </a:lnTo>
                <a:lnTo>
                  <a:pt x="43983" y="40798"/>
                </a:lnTo>
                <a:lnTo>
                  <a:pt x="44268" y="40802"/>
                </a:lnTo>
                <a:lnTo>
                  <a:pt x="44561" y="40805"/>
                </a:lnTo>
                <a:lnTo>
                  <a:pt x="44861" y="40808"/>
                </a:lnTo>
                <a:lnTo>
                  <a:pt x="45169" y="40811"/>
                </a:lnTo>
                <a:lnTo>
                  <a:pt x="45483" y="40813"/>
                </a:lnTo>
                <a:lnTo>
                  <a:pt x="45805" y="40815"/>
                </a:lnTo>
                <a:lnTo>
                  <a:pt x="46135" y="40817"/>
                </a:lnTo>
                <a:lnTo>
                  <a:pt x="46472" y="40818"/>
                </a:lnTo>
                <a:lnTo>
                  <a:pt x="46816" y="40819"/>
                </a:lnTo>
                <a:lnTo>
                  <a:pt x="47167" y="40820"/>
                </a:lnTo>
                <a:lnTo>
                  <a:pt x="47525" y="40820"/>
                </a:lnTo>
                <a:lnTo>
                  <a:pt x="47891" y="40821"/>
                </a:lnTo>
                <a:lnTo>
                  <a:pt x="54875" y="40821"/>
                </a:lnTo>
                <a:lnTo>
                  <a:pt x="54864" y="40897"/>
                </a:lnTo>
                <a:lnTo>
                  <a:pt x="54829" y="41092"/>
                </a:lnTo>
                <a:lnTo>
                  <a:pt x="54790" y="41280"/>
                </a:lnTo>
                <a:lnTo>
                  <a:pt x="54746" y="41461"/>
                </a:lnTo>
                <a:lnTo>
                  <a:pt x="54697" y="41636"/>
                </a:lnTo>
                <a:lnTo>
                  <a:pt x="54644" y="41805"/>
                </a:lnTo>
                <a:lnTo>
                  <a:pt x="54586" y="41968"/>
                </a:lnTo>
                <a:lnTo>
                  <a:pt x="54524" y="42126"/>
                </a:lnTo>
                <a:lnTo>
                  <a:pt x="54458" y="42277"/>
                </a:lnTo>
                <a:lnTo>
                  <a:pt x="54388" y="42424"/>
                </a:lnTo>
                <a:lnTo>
                  <a:pt x="54314" y="42565"/>
                </a:lnTo>
                <a:lnTo>
                  <a:pt x="54299" y="42591"/>
                </a:lnTo>
                <a:lnTo>
                  <a:pt x="36934" y="42591"/>
                </a:lnTo>
                <a:lnTo>
                  <a:pt x="34447" y="42591"/>
                </a:lnTo>
                <a:close/>
                <a:moveTo>
                  <a:pt x="24563" y="37641"/>
                </a:moveTo>
                <a:lnTo>
                  <a:pt x="24563" y="37641"/>
                </a:lnTo>
                <a:lnTo>
                  <a:pt x="27657" y="38376"/>
                </a:lnTo>
                <a:lnTo>
                  <a:pt x="24563" y="37641"/>
                </a:lnTo>
                <a:close/>
                <a:moveTo>
                  <a:pt x="6180" y="40997"/>
                </a:moveTo>
                <a:lnTo>
                  <a:pt x="6179" y="40997"/>
                </a:lnTo>
                <a:lnTo>
                  <a:pt x="6176" y="40997"/>
                </a:lnTo>
                <a:lnTo>
                  <a:pt x="6175" y="40997"/>
                </a:lnTo>
                <a:lnTo>
                  <a:pt x="6178" y="40997"/>
                </a:lnTo>
                <a:lnTo>
                  <a:pt x="6180" y="40997"/>
                </a:lnTo>
                <a:close/>
                <a:moveTo>
                  <a:pt x="7546" y="39882"/>
                </a:moveTo>
                <a:lnTo>
                  <a:pt x="6184" y="39338"/>
                </a:lnTo>
                <a:lnTo>
                  <a:pt x="4593" y="38701"/>
                </a:lnTo>
                <a:lnTo>
                  <a:pt x="4593" y="38701"/>
                </a:lnTo>
                <a:lnTo>
                  <a:pt x="6184" y="39338"/>
                </a:lnTo>
                <a:lnTo>
                  <a:pt x="7546" y="39882"/>
                </a:lnTo>
                <a:close/>
                <a:moveTo>
                  <a:pt x="30570" y="71395"/>
                </a:moveTo>
                <a:lnTo>
                  <a:pt x="30571" y="71395"/>
                </a:lnTo>
                <a:lnTo>
                  <a:pt x="28423" y="70872"/>
                </a:lnTo>
                <a:lnTo>
                  <a:pt x="30570" y="71395"/>
                </a:lnTo>
                <a:close/>
                <a:moveTo>
                  <a:pt x="25426" y="47211"/>
                </a:moveTo>
                <a:lnTo>
                  <a:pt x="25425" y="47212"/>
                </a:lnTo>
                <a:lnTo>
                  <a:pt x="25424" y="47214"/>
                </a:lnTo>
                <a:lnTo>
                  <a:pt x="25425" y="47213"/>
                </a:lnTo>
                <a:lnTo>
                  <a:pt x="25425" y="47211"/>
                </a:lnTo>
                <a:lnTo>
                  <a:pt x="25426" y="47210"/>
                </a:lnTo>
                <a:lnTo>
                  <a:pt x="25426" y="47210"/>
                </a:lnTo>
                <a:lnTo>
                  <a:pt x="25426" y="47210"/>
                </a:lnTo>
                <a:lnTo>
                  <a:pt x="25426" y="47210"/>
                </a:lnTo>
                <a:lnTo>
                  <a:pt x="25426" y="47211"/>
                </a:lnTo>
                <a:close/>
                <a:moveTo>
                  <a:pt x="21595" y="49139"/>
                </a:moveTo>
                <a:lnTo>
                  <a:pt x="21596" y="49139"/>
                </a:lnTo>
                <a:lnTo>
                  <a:pt x="21595" y="49139"/>
                </a:lnTo>
                <a:lnTo>
                  <a:pt x="21593" y="49138"/>
                </a:lnTo>
                <a:lnTo>
                  <a:pt x="21593" y="49138"/>
                </a:lnTo>
                <a:lnTo>
                  <a:pt x="21595" y="49139"/>
                </a:lnTo>
                <a:close/>
                <a:moveTo>
                  <a:pt x="40822" y="30749"/>
                </a:moveTo>
                <a:lnTo>
                  <a:pt x="39675" y="30439"/>
                </a:lnTo>
                <a:lnTo>
                  <a:pt x="40821" y="30749"/>
                </a:lnTo>
                <a:lnTo>
                  <a:pt x="40822" y="30749"/>
                </a:lnTo>
                <a:close/>
                <a:moveTo>
                  <a:pt x="39904" y="34274"/>
                </a:moveTo>
                <a:lnTo>
                  <a:pt x="39904" y="34274"/>
                </a:lnTo>
                <a:lnTo>
                  <a:pt x="39905" y="34274"/>
                </a:lnTo>
                <a:lnTo>
                  <a:pt x="39908" y="34275"/>
                </a:lnTo>
                <a:lnTo>
                  <a:pt x="39909" y="34275"/>
                </a:lnTo>
                <a:lnTo>
                  <a:pt x="39906" y="34274"/>
                </a:lnTo>
                <a:lnTo>
                  <a:pt x="39904" y="34274"/>
                </a:lnTo>
                <a:close/>
                <a:moveTo>
                  <a:pt x="49913" y="96009"/>
                </a:moveTo>
                <a:lnTo>
                  <a:pt x="49723" y="96316"/>
                </a:lnTo>
                <a:lnTo>
                  <a:pt x="49528" y="96625"/>
                </a:lnTo>
                <a:lnTo>
                  <a:pt x="49328" y="96936"/>
                </a:lnTo>
                <a:lnTo>
                  <a:pt x="49123" y="97249"/>
                </a:lnTo>
                <a:lnTo>
                  <a:pt x="48914" y="97565"/>
                </a:lnTo>
                <a:lnTo>
                  <a:pt x="48699" y="97883"/>
                </a:lnTo>
                <a:lnTo>
                  <a:pt x="48479" y="98203"/>
                </a:lnTo>
                <a:lnTo>
                  <a:pt x="48254" y="98526"/>
                </a:lnTo>
                <a:lnTo>
                  <a:pt x="48024" y="98851"/>
                </a:lnTo>
                <a:lnTo>
                  <a:pt x="47789" y="99178"/>
                </a:lnTo>
                <a:lnTo>
                  <a:pt x="47578" y="99467"/>
                </a:lnTo>
                <a:lnTo>
                  <a:pt x="47993" y="98845"/>
                </a:lnTo>
                <a:lnTo>
                  <a:pt x="48415" y="98187"/>
                </a:lnTo>
                <a:lnTo>
                  <a:pt x="48829" y="97520"/>
                </a:lnTo>
                <a:lnTo>
                  <a:pt x="49233" y="96843"/>
                </a:lnTo>
                <a:lnTo>
                  <a:pt x="49628" y="96156"/>
                </a:lnTo>
                <a:lnTo>
                  <a:pt x="50015" y="95460"/>
                </a:lnTo>
                <a:lnTo>
                  <a:pt x="50393" y="94754"/>
                </a:lnTo>
                <a:lnTo>
                  <a:pt x="50761" y="94038"/>
                </a:lnTo>
                <a:lnTo>
                  <a:pt x="51121" y="93313"/>
                </a:lnTo>
                <a:lnTo>
                  <a:pt x="51472" y="92578"/>
                </a:lnTo>
                <a:lnTo>
                  <a:pt x="51814" y="91833"/>
                </a:lnTo>
                <a:lnTo>
                  <a:pt x="52147" y="91079"/>
                </a:lnTo>
                <a:lnTo>
                  <a:pt x="52472" y="90315"/>
                </a:lnTo>
                <a:lnTo>
                  <a:pt x="52585" y="90038"/>
                </a:lnTo>
                <a:lnTo>
                  <a:pt x="52606" y="90035"/>
                </a:lnTo>
                <a:lnTo>
                  <a:pt x="52669" y="90029"/>
                </a:lnTo>
                <a:lnTo>
                  <a:pt x="52733" y="90022"/>
                </a:lnTo>
                <a:lnTo>
                  <a:pt x="52799" y="90015"/>
                </a:lnTo>
                <a:lnTo>
                  <a:pt x="52867" y="90009"/>
                </a:lnTo>
                <a:lnTo>
                  <a:pt x="52936" y="90002"/>
                </a:lnTo>
                <a:lnTo>
                  <a:pt x="52945" y="90001"/>
                </a:lnTo>
                <a:lnTo>
                  <a:pt x="52881" y="90175"/>
                </a:lnTo>
                <a:lnTo>
                  <a:pt x="52799" y="90392"/>
                </a:lnTo>
                <a:lnTo>
                  <a:pt x="52712" y="90613"/>
                </a:lnTo>
                <a:lnTo>
                  <a:pt x="52620" y="90838"/>
                </a:lnTo>
                <a:lnTo>
                  <a:pt x="52523" y="91068"/>
                </a:lnTo>
                <a:lnTo>
                  <a:pt x="52421" y="91303"/>
                </a:lnTo>
                <a:lnTo>
                  <a:pt x="52315" y="91543"/>
                </a:lnTo>
                <a:lnTo>
                  <a:pt x="52203" y="91788"/>
                </a:lnTo>
                <a:lnTo>
                  <a:pt x="52087" y="92037"/>
                </a:lnTo>
                <a:lnTo>
                  <a:pt x="51965" y="92291"/>
                </a:lnTo>
                <a:lnTo>
                  <a:pt x="51838" y="92549"/>
                </a:lnTo>
                <a:lnTo>
                  <a:pt x="51706" y="92813"/>
                </a:lnTo>
                <a:lnTo>
                  <a:pt x="51569" y="93081"/>
                </a:lnTo>
                <a:lnTo>
                  <a:pt x="51426" y="93355"/>
                </a:lnTo>
                <a:lnTo>
                  <a:pt x="51279" y="93633"/>
                </a:lnTo>
                <a:lnTo>
                  <a:pt x="51125" y="93915"/>
                </a:lnTo>
                <a:lnTo>
                  <a:pt x="50967" y="94203"/>
                </a:lnTo>
                <a:lnTo>
                  <a:pt x="50803" y="94496"/>
                </a:lnTo>
                <a:lnTo>
                  <a:pt x="50634" y="94793"/>
                </a:lnTo>
                <a:lnTo>
                  <a:pt x="50459" y="95096"/>
                </a:lnTo>
                <a:lnTo>
                  <a:pt x="50279" y="95403"/>
                </a:lnTo>
                <a:lnTo>
                  <a:pt x="50099" y="95705"/>
                </a:lnTo>
                <a:lnTo>
                  <a:pt x="49913" y="96009"/>
                </a:lnTo>
                <a:close/>
                <a:moveTo>
                  <a:pt x="52707" y="89510"/>
                </a:moveTo>
                <a:lnTo>
                  <a:pt x="52707" y="89510"/>
                </a:lnTo>
                <a:lnTo>
                  <a:pt x="51330" y="88959"/>
                </a:lnTo>
                <a:lnTo>
                  <a:pt x="49835" y="88361"/>
                </a:lnTo>
                <a:lnTo>
                  <a:pt x="49835" y="88361"/>
                </a:lnTo>
                <a:lnTo>
                  <a:pt x="51330" y="88959"/>
                </a:lnTo>
                <a:lnTo>
                  <a:pt x="52707" y="89510"/>
                </a:lnTo>
                <a:close/>
                <a:moveTo>
                  <a:pt x="52896" y="89247"/>
                </a:moveTo>
                <a:lnTo>
                  <a:pt x="52897" y="89247"/>
                </a:lnTo>
                <a:lnTo>
                  <a:pt x="52896" y="89247"/>
                </a:lnTo>
                <a:lnTo>
                  <a:pt x="52896" y="89247"/>
                </a:lnTo>
                <a:close/>
                <a:moveTo>
                  <a:pt x="51623" y="90170"/>
                </a:moveTo>
                <a:lnTo>
                  <a:pt x="51622" y="90171"/>
                </a:lnTo>
                <a:lnTo>
                  <a:pt x="51622" y="90171"/>
                </a:lnTo>
                <a:lnTo>
                  <a:pt x="51624" y="90170"/>
                </a:lnTo>
                <a:lnTo>
                  <a:pt x="51625" y="90170"/>
                </a:lnTo>
                <a:lnTo>
                  <a:pt x="51625" y="90170"/>
                </a:lnTo>
                <a:lnTo>
                  <a:pt x="51623" y="90170"/>
                </a:lnTo>
                <a:close/>
                <a:moveTo>
                  <a:pt x="53559" y="87986"/>
                </a:moveTo>
                <a:lnTo>
                  <a:pt x="53559" y="87989"/>
                </a:lnTo>
                <a:lnTo>
                  <a:pt x="53558" y="87991"/>
                </a:lnTo>
                <a:lnTo>
                  <a:pt x="53559" y="87988"/>
                </a:lnTo>
                <a:lnTo>
                  <a:pt x="53559" y="87985"/>
                </a:lnTo>
                <a:lnTo>
                  <a:pt x="53559" y="87984"/>
                </a:lnTo>
                <a:lnTo>
                  <a:pt x="53559" y="87983"/>
                </a:lnTo>
                <a:lnTo>
                  <a:pt x="53559" y="87984"/>
                </a:lnTo>
                <a:lnTo>
                  <a:pt x="53559" y="87986"/>
                </a:lnTo>
                <a:close/>
                <a:moveTo>
                  <a:pt x="54166" y="89628"/>
                </a:moveTo>
                <a:lnTo>
                  <a:pt x="54166" y="89628"/>
                </a:lnTo>
                <a:lnTo>
                  <a:pt x="56197" y="90305"/>
                </a:lnTo>
                <a:lnTo>
                  <a:pt x="56197" y="90305"/>
                </a:lnTo>
                <a:lnTo>
                  <a:pt x="54166" y="89628"/>
                </a:lnTo>
                <a:close/>
                <a:moveTo>
                  <a:pt x="55674" y="90142"/>
                </a:moveTo>
                <a:lnTo>
                  <a:pt x="54234" y="89692"/>
                </a:lnTo>
                <a:lnTo>
                  <a:pt x="54234" y="89692"/>
                </a:lnTo>
                <a:lnTo>
                  <a:pt x="55674" y="90142"/>
                </a:lnTo>
                <a:close/>
                <a:moveTo>
                  <a:pt x="54730" y="90000"/>
                </a:moveTo>
                <a:lnTo>
                  <a:pt x="54732" y="90001"/>
                </a:lnTo>
                <a:lnTo>
                  <a:pt x="54733" y="90001"/>
                </a:lnTo>
                <a:lnTo>
                  <a:pt x="54733" y="90001"/>
                </a:lnTo>
                <a:lnTo>
                  <a:pt x="54731" y="90000"/>
                </a:lnTo>
                <a:lnTo>
                  <a:pt x="54729" y="90000"/>
                </a:lnTo>
                <a:lnTo>
                  <a:pt x="54730" y="900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AF1227-8154-4E3D-987B-5764956D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9014" y="1091061"/>
            <a:ext cx="2158571" cy="152619"/>
          </a:xfrm>
          <a:custGeom xmlns:a="http://schemas.openxmlformats.org/drawingml/2006/main">
            <a:pathLst>
              <a:path w="2158571" h="152619">
                <a:moveTo>
                  <a:pt x="0" y="115954"/>
                </a:moveTo>
                <a:close/>
                <a:moveTo>
                  <a:pt x="59989" y="24666"/>
                </a:moveTo>
                <a:cubicBezTo>
                  <a:pt x="55568" y="24666"/>
                  <a:pt x="51643" y="25536"/>
                  <a:pt x="48215" y="27275"/>
                </a:cubicBezTo>
                <a:cubicBezTo>
                  <a:pt x="44837" y="28964"/>
                  <a:pt x="41980" y="31423"/>
                  <a:pt x="39645" y="34652"/>
                </a:cubicBezTo>
                <a:cubicBezTo>
                  <a:pt x="37360" y="37881"/>
                  <a:pt x="35621" y="41781"/>
                  <a:pt x="34429" y="46352"/>
                </a:cubicBezTo>
                <a:cubicBezTo>
                  <a:pt x="33236" y="50923"/>
                  <a:pt x="32640" y="56065"/>
                  <a:pt x="32640" y="61778"/>
                </a:cubicBezTo>
                <a:cubicBezTo>
                  <a:pt x="32640" y="69478"/>
                  <a:pt x="33584" y="76061"/>
                  <a:pt x="35472" y="81526"/>
                </a:cubicBezTo>
                <a:cubicBezTo>
                  <a:pt x="37409" y="86941"/>
                  <a:pt x="40390" y="91089"/>
                  <a:pt x="44414" y="93971"/>
                </a:cubicBezTo>
                <a:cubicBezTo>
                  <a:pt x="48439" y="96803"/>
                  <a:pt x="53630" y="98218"/>
                  <a:pt x="59989" y="98218"/>
                </a:cubicBezTo>
                <a:cubicBezTo>
                  <a:pt x="64411" y="98218"/>
                  <a:pt x="68832" y="97722"/>
                  <a:pt x="73254" y="96728"/>
                </a:cubicBezTo>
                <a:cubicBezTo>
                  <a:pt x="77725" y="95734"/>
                  <a:pt x="82569" y="94319"/>
                  <a:pt x="87786" y="92480"/>
                </a:cubicBezTo>
                <a:lnTo>
                  <a:pt x="87786" y="111856"/>
                </a:lnTo>
                <a:cubicBezTo>
                  <a:pt x="82967" y="113843"/>
                  <a:pt x="78222" y="115259"/>
                  <a:pt x="73552" y="116103"/>
                </a:cubicBezTo>
                <a:cubicBezTo>
                  <a:pt x="68882" y="116998"/>
                  <a:pt x="63641" y="117445"/>
                  <a:pt x="57828" y="117445"/>
                </a:cubicBezTo>
                <a:cubicBezTo>
                  <a:pt x="46600" y="117445"/>
                  <a:pt x="37360" y="115135"/>
                  <a:pt x="30106" y="110514"/>
                </a:cubicBezTo>
                <a:cubicBezTo>
                  <a:pt x="22903" y="105844"/>
                  <a:pt x="17562" y="99336"/>
                  <a:pt x="14084" y="90990"/>
                </a:cubicBezTo>
                <a:cubicBezTo>
                  <a:pt x="10607" y="82594"/>
                  <a:pt x="8868" y="72807"/>
                  <a:pt x="8868" y="61629"/>
                </a:cubicBezTo>
                <a:cubicBezTo>
                  <a:pt x="8868" y="53382"/>
                  <a:pt x="9986" y="45830"/>
                  <a:pt x="12221" y="38974"/>
                </a:cubicBezTo>
                <a:cubicBezTo>
                  <a:pt x="14457" y="32118"/>
                  <a:pt x="17736" y="26182"/>
                  <a:pt x="22058" y="21164"/>
                </a:cubicBezTo>
                <a:cubicBezTo>
                  <a:pt x="26380" y="16146"/>
                  <a:pt x="31721" y="12271"/>
                  <a:pt x="38080" y="9539"/>
                </a:cubicBezTo>
                <a:cubicBezTo>
                  <a:pt x="44439" y="6806"/>
                  <a:pt x="51742" y="5440"/>
                  <a:pt x="59989" y="5440"/>
                </a:cubicBezTo>
                <a:cubicBezTo>
                  <a:pt x="65404" y="5440"/>
                  <a:pt x="70820" y="6136"/>
                  <a:pt x="76235" y="7527"/>
                </a:cubicBezTo>
                <a:cubicBezTo>
                  <a:pt x="81700" y="8868"/>
                  <a:pt x="86916" y="10731"/>
                  <a:pt x="91884" y="13116"/>
                </a:cubicBezTo>
                <a:lnTo>
                  <a:pt x="84432" y="31895"/>
                </a:lnTo>
                <a:cubicBezTo>
                  <a:pt x="80358" y="29957"/>
                  <a:pt x="76260" y="28268"/>
                  <a:pt x="72136" y="26828"/>
                </a:cubicBezTo>
                <a:cubicBezTo>
                  <a:pt x="68013" y="25387"/>
                  <a:pt x="63964" y="24666"/>
                  <a:pt x="59989" y="24666"/>
                </a:cubicBezTo>
                <a:close/>
                <a:moveTo>
                  <a:pt x="97324" y="115954"/>
                </a:moveTo>
                <a:close/>
                <a:moveTo>
                  <a:pt x="184961" y="74148"/>
                </a:moveTo>
                <a:cubicBezTo>
                  <a:pt x="184961" y="81104"/>
                  <a:pt x="184017" y="87264"/>
                  <a:pt x="182129" y="92629"/>
                </a:cubicBezTo>
                <a:cubicBezTo>
                  <a:pt x="180291" y="97995"/>
                  <a:pt x="177583" y="102541"/>
                  <a:pt x="174006" y="106267"/>
                </a:cubicBezTo>
                <a:cubicBezTo>
                  <a:pt x="170479" y="109943"/>
                  <a:pt x="166206" y="112725"/>
                  <a:pt x="161189" y="114613"/>
                </a:cubicBezTo>
                <a:cubicBezTo>
                  <a:pt x="156221" y="116501"/>
                  <a:pt x="150607" y="117445"/>
                  <a:pt x="144347" y="117445"/>
                </a:cubicBezTo>
                <a:cubicBezTo>
                  <a:pt x="138485" y="117445"/>
                  <a:pt x="133094" y="116501"/>
                  <a:pt x="128176" y="114613"/>
                </a:cubicBezTo>
                <a:cubicBezTo>
                  <a:pt x="123307" y="112725"/>
                  <a:pt x="119059" y="109943"/>
                  <a:pt x="115433" y="106267"/>
                </a:cubicBezTo>
                <a:cubicBezTo>
                  <a:pt x="111856" y="102541"/>
                  <a:pt x="109074" y="97995"/>
                  <a:pt x="107086" y="92629"/>
                </a:cubicBezTo>
                <a:cubicBezTo>
                  <a:pt x="105149" y="87264"/>
                  <a:pt x="104180" y="81104"/>
                  <a:pt x="104180" y="74148"/>
                </a:cubicBezTo>
                <a:cubicBezTo>
                  <a:pt x="104180" y="64908"/>
                  <a:pt x="105820" y="57083"/>
                  <a:pt x="109099" y="50674"/>
                </a:cubicBezTo>
                <a:cubicBezTo>
                  <a:pt x="112377" y="44265"/>
                  <a:pt x="117047" y="39397"/>
                  <a:pt x="123108" y="36068"/>
                </a:cubicBezTo>
                <a:cubicBezTo>
                  <a:pt x="129169" y="32739"/>
                  <a:pt x="136398" y="31075"/>
                  <a:pt x="144794" y="31075"/>
                </a:cubicBezTo>
                <a:cubicBezTo>
                  <a:pt x="152594" y="31075"/>
                  <a:pt x="159499" y="32739"/>
                  <a:pt x="165511" y="36068"/>
                </a:cubicBezTo>
                <a:cubicBezTo>
                  <a:pt x="171572" y="39397"/>
                  <a:pt x="176316" y="44265"/>
                  <a:pt x="179744" y="50674"/>
                </a:cubicBezTo>
                <a:cubicBezTo>
                  <a:pt x="183222" y="57083"/>
                  <a:pt x="184961" y="64908"/>
                  <a:pt x="184961" y="74148"/>
                </a:cubicBezTo>
                <a:close/>
                <a:moveTo>
                  <a:pt x="127356" y="74148"/>
                </a:moveTo>
                <a:cubicBezTo>
                  <a:pt x="127356" y="79613"/>
                  <a:pt x="127952" y="84209"/>
                  <a:pt x="129145" y="87935"/>
                </a:cubicBezTo>
                <a:cubicBezTo>
                  <a:pt x="130337" y="91661"/>
                  <a:pt x="132200" y="94468"/>
                  <a:pt x="134734" y="96355"/>
                </a:cubicBezTo>
                <a:cubicBezTo>
                  <a:pt x="137267" y="98243"/>
                  <a:pt x="140571" y="99187"/>
                  <a:pt x="144645" y="99187"/>
                </a:cubicBezTo>
                <a:cubicBezTo>
                  <a:pt x="148669" y="99187"/>
                  <a:pt x="151923" y="98243"/>
                  <a:pt x="154407" y="96355"/>
                </a:cubicBezTo>
                <a:cubicBezTo>
                  <a:pt x="156941" y="94468"/>
                  <a:pt x="158779" y="91661"/>
                  <a:pt x="159922" y="87935"/>
                </a:cubicBezTo>
                <a:cubicBezTo>
                  <a:pt x="161114" y="84209"/>
                  <a:pt x="161710" y="79613"/>
                  <a:pt x="161710" y="74148"/>
                </a:cubicBezTo>
                <a:cubicBezTo>
                  <a:pt x="161710" y="68634"/>
                  <a:pt x="161114" y="64063"/>
                  <a:pt x="159922" y="60436"/>
                </a:cubicBezTo>
                <a:cubicBezTo>
                  <a:pt x="158779" y="56760"/>
                  <a:pt x="156941" y="54003"/>
                  <a:pt x="154407" y="52165"/>
                </a:cubicBezTo>
                <a:cubicBezTo>
                  <a:pt x="151873" y="50326"/>
                  <a:pt x="148570" y="49407"/>
                  <a:pt x="144496" y="49407"/>
                </a:cubicBezTo>
                <a:cubicBezTo>
                  <a:pt x="138485" y="49407"/>
                  <a:pt x="134113" y="51469"/>
                  <a:pt x="131380" y="55593"/>
                </a:cubicBezTo>
                <a:cubicBezTo>
                  <a:pt x="128698" y="59716"/>
                  <a:pt x="127356" y="65901"/>
                  <a:pt x="127356" y="74148"/>
                </a:cubicBezTo>
                <a:close/>
                <a:moveTo>
                  <a:pt x="191817" y="115954"/>
                </a:moveTo>
                <a:close/>
                <a:moveTo>
                  <a:pt x="301586" y="31075"/>
                </a:moveTo>
                <a:cubicBezTo>
                  <a:pt x="311025" y="31075"/>
                  <a:pt x="318154" y="33510"/>
                  <a:pt x="322973" y="38378"/>
                </a:cubicBezTo>
                <a:cubicBezTo>
                  <a:pt x="327842" y="43197"/>
                  <a:pt x="330276" y="50947"/>
                  <a:pt x="330276" y="61629"/>
                </a:cubicBezTo>
                <a:lnTo>
                  <a:pt x="330276" y="115954"/>
                </a:lnTo>
                <a:lnTo>
                  <a:pt x="307473" y="115954"/>
                </a:lnTo>
                <a:lnTo>
                  <a:pt x="307473" y="67292"/>
                </a:lnTo>
                <a:cubicBezTo>
                  <a:pt x="307473" y="61331"/>
                  <a:pt x="306455" y="56835"/>
                  <a:pt x="304418" y="53804"/>
                </a:cubicBezTo>
                <a:cubicBezTo>
                  <a:pt x="302381" y="50774"/>
                  <a:pt x="299226" y="49258"/>
                  <a:pt x="294954" y="49258"/>
                </a:cubicBezTo>
                <a:cubicBezTo>
                  <a:pt x="288942" y="49258"/>
                  <a:pt x="284670" y="51419"/>
                  <a:pt x="282136" y="55742"/>
                </a:cubicBezTo>
                <a:cubicBezTo>
                  <a:pt x="279602" y="60014"/>
                  <a:pt x="278335" y="66150"/>
                  <a:pt x="278335" y="74148"/>
                </a:cubicBezTo>
                <a:lnTo>
                  <a:pt x="278335" y="115954"/>
                </a:lnTo>
                <a:lnTo>
                  <a:pt x="255607" y="115954"/>
                </a:lnTo>
                <a:lnTo>
                  <a:pt x="255607" y="67292"/>
                </a:lnTo>
                <a:cubicBezTo>
                  <a:pt x="255607" y="63318"/>
                  <a:pt x="255159" y="59989"/>
                  <a:pt x="254265" y="57307"/>
                </a:cubicBezTo>
                <a:cubicBezTo>
                  <a:pt x="253371" y="54624"/>
                  <a:pt x="252005" y="52612"/>
                  <a:pt x="250166" y="51270"/>
                </a:cubicBezTo>
                <a:cubicBezTo>
                  <a:pt x="248328" y="49929"/>
                  <a:pt x="245968" y="49258"/>
                  <a:pt x="243087" y="49258"/>
                </a:cubicBezTo>
                <a:cubicBezTo>
                  <a:pt x="238864" y="49258"/>
                  <a:pt x="235536" y="50326"/>
                  <a:pt x="233101" y="52463"/>
                </a:cubicBezTo>
                <a:cubicBezTo>
                  <a:pt x="230717" y="54549"/>
                  <a:pt x="229003" y="57654"/>
                  <a:pt x="227959" y="61778"/>
                </a:cubicBezTo>
                <a:cubicBezTo>
                  <a:pt x="226966" y="65852"/>
                  <a:pt x="226469" y="70844"/>
                  <a:pt x="226469" y="76756"/>
                </a:cubicBezTo>
                <a:lnTo>
                  <a:pt x="226469" y="115954"/>
                </a:lnTo>
                <a:lnTo>
                  <a:pt x="203740" y="115954"/>
                </a:lnTo>
                <a:lnTo>
                  <a:pt x="203740" y="32640"/>
                </a:lnTo>
                <a:lnTo>
                  <a:pt x="221103" y="32640"/>
                </a:lnTo>
                <a:lnTo>
                  <a:pt x="224159" y="43297"/>
                </a:lnTo>
                <a:lnTo>
                  <a:pt x="225426" y="43297"/>
                </a:lnTo>
                <a:cubicBezTo>
                  <a:pt x="227115" y="40415"/>
                  <a:pt x="229226" y="38080"/>
                  <a:pt x="231760" y="36292"/>
                </a:cubicBezTo>
                <a:cubicBezTo>
                  <a:pt x="234343" y="34503"/>
                  <a:pt x="237175" y="33187"/>
                  <a:pt x="240255" y="32342"/>
                </a:cubicBezTo>
                <a:cubicBezTo>
                  <a:pt x="243335" y="31497"/>
                  <a:pt x="246465" y="31075"/>
                  <a:pt x="249645" y="31075"/>
                </a:cubicBezTo>
                <a:cubicBezTo>
                  <a:pt x="255756" y="31075"/>
                  <a:pt x="260922" y="32069"/>
                  <a:pt x="265145" y="34056"/>
                </a:cubicBezTo>
                <a:cubicBezTo>
                  <a:pt x="269418" y="36043"/>
                  <a:pt x="272697" y="39123"/>
                  <a:pt x="274982" y="43297"/>
                </a:cubicBezTo>
                <a:lnTo>
                  <a:pt x="276994" y="43297"/>
                </a:lnTo>
                <a:cubicBezTo>
                  <a:pt x="279478" y="39024"/>
                  <a:pt x="282981" y="35919"/>
                  <a:pt x="287501" y="33982"/>
                </a:cubicBezTo>
                <a:cubicBezTo>
                  <a:pt x="292072" y="32044"/>
                  <a:pt x="296767" y="31075"/>
                  <a:pt x="301586" y="31075"/>
                </a:cubicBezTo>
                <a:close/>
                <a:moveTo>
                  <a:pt x="341753" y="115954"/>
                </a:moveTo>
                <a:close/>
                <a:moveTo>
                  <a:pt x="400028" y="31075"/>
                </a:moveTo>
                <a:cubicBezTo>
                  <a:pt x="409418" y="31075"/>
                  <a:pt x="416994" y="34727"/>
                  <a:pt x="422757" y="42030"/>
                </a:cubicBezTo>
                <a:cubicBezTo>
                  <a:pt x="428569" y="49333"/>
                  <a:pt x="431476" y="60039"/>
                  <a:pt x="431476" y="74148"/>
                </a:cubicBezTo>
                <a:cubicBezTo>
                  <a:pt x="431476" y="83588"/>
                  <a:pt x="430110" y="91536"/>
                  <a:pt x="427377" y="97995"/>
                </a:cubicBezTo>
                <a:cubicBezTo>
                  <a:pt x="424645" y="104404"/>
                  <a:pt x="420869" y="109248"/>
                  <a:pt x="416050" y="112526"/>
                </a:cubicBezTo>
                <a:cubicBezTo>
                  <a:pt x="411231" y="115805"/>
                  <a:pt x="405692" y="117445"/>
                  <a:pt x="399432" y="117445"/>
                </a:cubicBezTo>
                <a:cubicBezTo>
                  <a:pt x="395408" y="117445"/>
                  <a:pt x="391955" y="116948"/>
                  <a:pt x="389073" y="115954"/>
                </a:cubicBezTo>
                <a:cubicBezTo>
                  <a:pt x="386192" y="114911"/>
                  <a:pt x="383733" y="113595"/>
                  <a:pt x="381696" y="112005"/>
                </a:cubicBezTo>
                <a:cubicBezTo>
                  <a:pt x="379659" y="110365"/>
                  <a:pt x="377895" y="108627"/>
                  <a:pt x="376405" y="106788"/>
                </a:cubicBezTo>
                <a:lnTo>
                  <a:pt x="375212" y="106788"/>
                </a:lnTo>
                <a:cubicBezTo>
                  <a:pt x="375610" y="108776"/>
                  <a:pt x="375908" y="110813"/>
                  <a:pt x="376107" y="112899"/>
                </a:cubicBezTo>
                <a:cubicBezTo>
                  <a:pt x="376305" y="114986"/>
                  <a:pt x="376405" y="117023"/>
                  <a:pt x="376405" y="119010"/>
                </a:cubicBezTo>
                <a:lnTo>
                  <a:pt x="376405" y="152619"/>
                </a:lnTo>
                <a:lnTo>
                  <a:pt x="353676" y="152619"/>
                </a:lnTo>
                <a:lnTo>
                  <a:pt x="353676" y="32640"/>
                </a:lnTo>
                <a:lnTo>
                  <a:pt x="372157" y="32640"/>
                </a:lnTo>
                <a:lnTo>
                  <a:pt x="375362" y="43446"/>
                </a:lnTo>
                <a:lnTo>
                  <a:pt x="376405" y="43446"/>
                </a:lnTo>
                <a:cubicBezTo>
                  <a:pt x="377895" y="41210"/>
                  <a:pt x="379709" y="39148"/>
                  <a:pt x="381845" y="37260"/>
                </a:cubicBezTo>
                <a:cubicBezTo>
                  <a:pt x="383981" y="35373"/>
                  <a:pt x="386540" y="33882"/>
                  <a:pt x="389521" y="32789"/>
                </a:cubicBezTo>
                <a:cubicBezTo>
                  <a:pt x="392551" y="31647"/>
                  <a:pt x="396053" y="31075"/>
                  <a:pt x="400028" y="31075"/>
                </a:cubicBezTo>
                <a:close/>
                <a:moveTo>
                  <a:pt x="392725" y="49258"/>
                </a:moveTo>
                <a:cubicBezTo>
                  <a:pt x="388750" y="49258"/>
                  <a:pt x="385596" y="50078"/>
                  <a:pt x="383261" y="51717"/>
                </a:cubicBezTo>
                <a:cubicBezTo>
                  <a:pt x="380926" y="53357"/>
                  <a:pt x="379212" y="55816"/>
                  <a:pt x="378119" y="59095"/>
                </a:cubicBezTo>
                <a:cubicBezTo>
                  <a:pt x="377076" y="62374"/>
                  <a:pt x="376504" y="66522"/>
                  <a:pt x="376405" y="71540"/>
                </a:cubicBezTo>
                <a:lnTo>
                  <a:pt x="376405" y="73999"/>
                </a:lnTo>
                <a:cubicBezTo>
                  <a:pt x="376405" y="79365"/>
                  <a:pt x="376902" y="83910"/>
                  <a:pt x="377895" y="87637"/>
                </a:cubicBezTo>
                <a:cubicBezTo>
                  <a:pt x="378939" y="91363"/>
                  <a:pt x="380653" y="94194"/>
                  <a:pt x="383037" y="96132"/>
                </a:cubicBezTo>
                <a:cubicBezTo>
                  <a:pt x="385472" y="98069"/>
                  <a:pt x="388800" y="99038"/>
                  <a:pt x="393023" y="99038"/>
                </a:cubicBezTo>
                <a:cubicBezTo>
                  <a:pt x="396501" y="99038"/>
                  <a:pt x="399357" y="98069"/>
                  <a:pt x="401593" y="96132"/>
                </a:cubicBezTo>
                <a:cubicBezTo>
                  <a:pt x="403828" y="94194"/>
                  <a:pt x="405493" y="91363"/>
                  <a:pt x="406586" y="87637"/>
                </a:cubicBezTo>
                <a:cubicBezTo>
                  <a:pt x="407728" y="83861"/>
                  <a:pt x="408300" y="79265"/>
                  <a:pt x="408300" y="73850"/>
                </a:cubicBezTo>
                <a:cubicBezTo>
                  <a:pt x="408300" y="65703"/>
                  <a:pt x="407033" y="59567"/>
                  <a:pt x="404499" y="55444"/>
                </a:cubicBezTo>
                <a:cubicBezTo>
                  <a:pt x="401965" y="51320"/>
                  <a:pt x="398041" y="49258"/>
                  <a:pt x="392725" y="49258"/>
                </a:cubicBezTo>
                <a:close/>
                <a:moveTo>
                  <a:pt x="438332" y="115954"/>
                </a:moveTo>
                <a:close/>
                <a:moveTo>
                  <a:pt x="496756" y="31075"/>
                </a:moveTo>
                <a:cubicBezTo>
                  <a:pt x="497899" y="31075"/>
                  <a:pt x="499215" y="31150"/>
                  <a:pt x="500706" y="31299"/>
                </a:cubicBezTo>
                <a:cubicBezTo>
                  <a:pt x="502246" y="31398"/>
                  <a:pt x="503488" y="31547"/>
                  <a:pt x="504432" y="31746"/>
                </a:cubicBezTo>
                <a:lnTo>
                  <a:pt x="502718" y="53059"/>
                </a:lnTo>
                <a:cubicBezTo>
                  <a:pt x="501972" y="52810"/>
                  <a:pt x="500904" y="52637"/>
                  <a:pt x="499513" y="52537"/>
                </a:cubicBezTo>
                <a:cubicBezTo>
                  <a:pt x="498172" y="52388"/>
                  <a:pt x="497004" y="52314"/>
                  <a:pt x="496011" y="52314"/>
                </a:cubicBezTo>
                <a:cubicBezTo>
                  <a:pt x="493080" y="52314"/>
                  <a:pt x="490223" y="52686"/>
                  <a:pt x="487441" y="53431"/>
                </a:cubicBezTo>
                <a:cubicBezTo>
                  <a:pt x="484708" y="54177"/>
                  <a:pt x="482249" y="55394"/>
                  <a:pt x="480063" y="57083"/>
                </a:cubicBezTo>
                <a:cubicBezTo>
                  <a:pt x="477877" y="58722"/>
                  <a:pt x="476139" y="60908"/>
                  <a:pt x="474847" y="63641"/>
                </a:cubicBezTo>
                <a:cubicBezTo>
                  <a:pt x="473605" y="66324"/>
                  <a:pt x="472984" y="69627"/>
                  <a:pt x="472984" y="73552"/>
                </a:cubicBezTo>
                <a:lnTo>
                  <a:pt x="472984" y="115954"/>
                </a:lnTo>
                <a:lnTo>
                  <a:pt x="450255" y="115954"/>
                </a:lnTo>
                <a:lnTo>
                  <a:pt x="450255" y="32640"/>
                </a:lnTo>
                <a:lnTo>
                  <a:pt x="467469" y="32640"/>
                </a:lnTo>
                <a:lnTo>
                  <a:pt x="470823" y="46650"/>
                </a:lnTo>
                <a:lnTo>
                  <a:pt x="471941" y="46650"/>
                </a:lnTo>
                <a:cubicBezTo>
                  <a:pt x="473580" y="43818"/>
                  <a:pt x="475617" y="41235"/>
                  <a:pt x="478051" y="38900"/>
                </a:cubicBezTo>
                <a:cubicBezTo>
                  <a:pt x="480535" y="36515"/>
                  <a:pt x="483342" y="34627"/>
                  <a:pt x="486472" y="33236"/>
                </a:cubicBezTo>
                <a:cubicBezTo>
                  <a:pt x="489652" y="31796"/>
                  <a:pt x="493080" y="31075"/>
                  <a:pt x="496756" y="31075"/>
                </a:cubicBezTo>
                <a:close/>
                <a:moveTo>
                  <a:pt x="507636" y="115954"/>
                </a:moveTo>
                <a:close/>
                <a:moveTo>
                  <a:pt x="553914" y="31075"/>
                </a:moveTo>
                <a:cubicBezTo>
                  <a:pt x="561614" y="31075"/>
                  <a:pt x="568246" y="32566"/>
                  <a:pt x="573811" y="35546"/>
                </a:cubicBezTo>
                <a:cubicBezTo>
                  <a:pt x="579375" y="38478"/>
                  <a:pt x="583672" y="42750"/>
                  <a:pt x="586703" y="48364"/>
                </a:cubicBezTo>
                <a:cubicBezTo>
                  <a:pt x="589733" y="53978"/>
                  <a:pt x="591248" y="60834"/>
                  <a:pt x="591248" y="68932"/>
                </a:cubicBezTo>
                <a:lnTo>
                  <a:pt x="591248" y="79961"/>
                </a:lnTo>
                <a:lnTo>
                  <a:pt x="537519" y="79961"/>
                </a:lnTo>
                <a:cubicBezTo>
                  <a:pt x="537767" y="86370"/>
                  <a:pt x="539680" y="91412"/>
                  <a:pt x="543257" y="95089"/>
                </a:cubicBezTo>
                <a:cubicBezTo>
                  <a:pt x="546884" y="98715"/>
                  <a:pt x="551901" y="100529"/>
                  <a:pt x="558310" y="100529"/>
                </a:cubicBezTo>
                <a:cubicBezTo>
                  <a:pt x="563626" y="100529"/>
                  <a:pt x="568495" y="99982"/>
                  <a:pt x="572916" y="98889"/>
                </a:cubicBezTo>
                <a:cubicBezTo>
                  <a:pt x="577338" y="97796"/>
                  <a:pt x="581884" y="96157"/>
                  <a:pt x="586554" y="93971"/>
                </a:cubicBezTo>
                <a:lnTo>
                  <a:pt x="586554" y="111558"/>
                </a:lnTo>
                <a:cubicBezTo>
                  <a:pt x="582430" y="113595"/>
                  <a:pt x="578108" y="115085"/>
                  <a:pt x="573587" y="116029"/>
                </a:cubicBezTo>
                <a:cubicBezTo>
                  <a:pt x="569116" y="116973"/>
                  <a:pt x="563676" y="117445"/>
                  <a:pt x="557267" y="117445"/>
                </a:cubicBezTo>
                <a:cubicBezTo>
                  <a:pt x="548921" y="117445"/>
                  <a:pt x="541518" y="115905"/>
                  <a:pt x="535060" y="112825"/>
                </a:cubicBezTo>
                <a:cubicBezTo>
                  <a:pt x="528651" y="109744"/>
                  <a:pt x="523608" y="105050"/>
                  <a:pt x="519932" y="98740"/>
                </a:cubicBezTo>
                <a:cubicBezTo>
                  <a:pt x="516305" y="92431"/>
                  <a:pt x="514492" y="84482"/>
                  <a:pt x="514492" y="74893"/>
                </a:cubicBezTo>
                <a:cubicBezTo>
                  <a:pt x="514492" y="65156"/>
                  <a:pt x="516131" y="57058"/>
                  <a:pt x="519410" y="50600"/>
                </a:cubicBezTo>
                <a:cubicBezTo>
                  <a:pt x="522739" y="44092"/>
                  <a:pt x="527359" y="39223"/>
                  <a:pt x="533271" y="35994"/>
                </a:cubicBezTo>
                <a:cubicBezTo>
                  <a:pt x="539183" y="32715"/>
                  <a:pt x="546064" y="31075"/>
                  <a:pt x="553914" y="31075"/>
                </a:cubicBezTo>
                <a:close/>
                <a:moveTo>
                  <a:pt x="554063" y="47246"/>
                </a:moveTo>
                <a:cubicBezTo>
                  <a:pt x="549641" y="47246"/>
                  <a:pt x="545965" y="48662"/>
                  <a:pt x="543033" y="51494"/>
                </a:cubicBezTo>
                <a:cubicBezTo>
                  <a:pt x="540152" y="54326"/>
                  <a:pt x="538488" y="58772"/>
                  <a:pt x="538041" y="64833"/>
                </a:cubicBezTo>
                <a:lnTo>
                  <a:pt x="569935" y="64833"/>
                </a:lnTo>
                <a:cubicBezTo>
                  <a:pt x="569886" y="61455"/>
                  <a:pt x="569265" y="58449"/>
                  <a:pt x="568072" y="55816"/>
                </a:cubicBezTo>
                <a:cubicBezTo>
                  <a:pt x="566930" y="53183"/>
                  <a:pt x="565191" y="51096"/>
                  <a:pt x="562856" y="49556"/>
                </a:cubicBezTo>
                <a:cubicBezTo>
                  <a:pt x="560571" y="48016"/>
                  <a:pt x="557640" y="47246"/>
                  <a:pt x="554063" y="47246"/>
                </a:cubicBezTo>
                <a:close/>
                <a:moveTo>
                  <a:pt x="597806" y="115954"/>
                </a:moveTo>
                <a:close/>
                <a:moveTo>
                  <a:pt x="667856" y="91214"/>
                </a:moveTo>
                <a:cubicBezTo>
                  <a:pt x="667856" y="96877"/>
                  <a:pt x="666515" y="101671"/>
                  <a:pt x="663832" y="105596"/>
                </a:cubicBezTo>
                <a:cubicBezTo>
                  <a:pt x="661199" y="109471"/>
                  <a:pt x="657249" y="112427"/>
                  <a:pt x="651983" y="114464"/>
                </a:cubicBezTo>
                <a:cubicBezTo>
                  <a:pt x="646717" y="116451"/>
                  <a:pt x="640159" y="117445"/>
                  <a:pt x="632309" y="117445"/>
                </a:cubicBezTo>
                <a:cubicBezTo>
                  <a:pt x="626497" y="117445"/>
                  <a:pt x="621504" y="117072"/>
                  <a:pt x="617331" y="116327"/>
                </a:cubicBezTo>
                <a:cubicBezTo>
                  <a:pt x="613207" y="115582"/>
                  <a:pt x="609034" y="114340"/>
                  <a:pt x="604811" y="112601"/>
                </a:cubicBezTo>
                <a:lnTo>
                  <a:pt x="604811" y="93822"/>
                </a:lnTo>
                <a:cubicBezTo>
                  <a:pt x="609332" y="95859"/>
                  <a:pt x="614176" y="97548"/>
                  <a:pt x="619343" y="98889"/>
                </a:cubicBezTo>
                <a:cubicBezTo>
                  <a:pt x="624559" y="100181"/>
                  <a:pt x="629130" y="100827"/>
                  <a:pt x="633055" y="100827"/>
                </a:cubicBezTo>
                <a:cubicBezTo>
                  <a:pt x="637476" y="100827"/>
                  <a:pt x="640631" y="100181"/>
                  <a:pt x="642519" y="98889"/>
                </a:cubicBezTo>
                <a:cubicBezTo>
                  <a:pt x="644456" y="97548"/>
                  <a:pt x="645425" y="95809"/>
                  <a:pt x="645425" y="93673"/>
                </a:cubicBezTo>
                <a:cubicBezTo>
                  <a:pt x="645425" y="92282"/>
                  <a:pt x="645028" y="91040"/>
                  <a:pt x="644233" y="89947"/>
                </a:cubicBezTo>
                <a:cubicBezTo>
                  <a:pt x="643488" y="88804"/>
                  <a:pt x="641848" y="87537"/>
                  <a:pt x="639314" y="86146"/>
                </a:cubicBezTo>
                <a:cubicBezTo>
                  <a:pt x="636781" y="84705"/>
                  <a:pt x="632806" y="82842"/>
                  <a:pt x="627391" y="80557"/>
                </a:cubicBezTo>
                <a:cubicBezTo>
                  <a:pt x="622175" y="78371"/>
                  <a:pt x="617877" y="76160"/>
                  <a:pt x="614499" y="73925"/>
                </a:cubicBezTo>
                <a:cubicBezTo>
                  <a:pt x="611170" y="71689"/>
                  <a:pt x="608686" y="69056"/>
                  <a:pt x="607047" y="66025"/>
                </a:cubicBezTo>
                <a:cubicBezTo>
                  <a:pt x="605457" y="62945"/>
                  <a:pt x="604662" y="59045"/>
                  <a:pt x="604662" y="54326"/>
                </a:cubicBezTo>
                <a:cubicBezTo>
                  <a:pt x="604662" y="46625"/>
                  <a:pt x="607643" y="40837"/>
                  <a:pt x="613605" y="36962"/>
                </a:cubicBezTo>
                <a:cubicBezTo>
                  <a:pt x="619616" y="33038"/>
                  <a:pt x="627639" y="31075"/>
                  <a:pt x="637675" y="31075"/>
                </a:cubicBezTo>
                <a:cubicBezTo>
                  <a:pt x="642842" y="31075"/>
                  <a:pt x="647760" y="31597"/>
                  <a:pt x="652430" y="32640"/>
                </a:cubicBezTo>
                <a:cubicBezTo>
                  <a:pt x="657150" y="33683"/>
                  <a:pt x="661994" y="35348"/>
                  <a:pt x="666962" y="37633"/>
                </a:cubicBezTo>
                <a:lnTo>
                  <a:pt x="660106" y="54028"/>
                </a:lnTo>
                <a:cubicBezTo>
                  <a:pt x="655982" y="52239"/>
                  <a:pt x="652082" y="50774"/>
                  <a:pt x="648406" y="49631"/>
                </a:cubicBezTo>
                <a:cubicBezTo>
                  <a:pt x="644779" y="48488"/>
                  <a:pt x="641078" y="47917"/>
                  <a:pt x="637302" y="47917"/>
                </a:cubicBezTo>
                <a:cubicBezTo>
                  <a:pt x="633974" y="47917"/>
                  <a:pt x="631465" y="48364"/>
                  <a:pt x="629776" y="49258"/>
                </a:cubicBezTo>
                <a:cubicBezTo>
                  <a:pt x="628087" y="50153"/>
                  <a:pt x="627242" y="51519"/>
                  <a:pt x="627242" y="53357"/>
                </a:cubicBezTo>
                <a:cubicBezTo>
                  <a:pt x="627242" y="54698"/>
                  <a:pt x="627664" y="55891"/>
                  <a:pt x="628509" y="56934"/>
                </a:cubicBezTo>
                <a:cubicBezTo>
                  <a:pt x="629403" y="57977"/>
                  <a:pt x="631092" y="59145"/>
                  <a:pt x="633576" y="60436"/>
                </a:cubicBezTo>
                <a:cubicBezTo>
                  <a:pt x="636110" y="61678"/>
                  <a:pt x="639811" y="63293"/>
                  <a:pt x="644680" y="65280"/>
                </a:cubicBezTo>
                <a:cubicBezTo>
                  <a:pt x="649400" y="67218"/>
                  <a:pt x="653498" y="69255"/>
                  <a:pt x="656976" y="71391"/>
                </a:cubicBezTo>
                <a:cubicBezTo>
                  <a:pt x="660453" y="73478"/>
                  <a:pt x="663136" y="76086"/>
                  <a:pt x="665024" y="79216"/>
                </a:cubicBezTo>
                <a:cubicBezTo>
                  <a:pt x="666912" y="82296"/>
                  <a:pt x="667856" y="86295"/>
                  <a:pt x="667856" y="91214"/>
                </a:cubicBezTo>
                <a:close/>
                <a:moveTo>
                  <a:pt x="673669" y="115954"/>
                </a:moveTo>
                <a:close/>
                <a:moveTo>
                  <a:pt x="743718" y="91214"/>
                </a:moveTo>
                <a:cubicBezTo>
                  <a:pt x="743718" y="96877"/>
                  <a:pt x="742377" y="101671"/>
                  <a:pt x="739694" y="105596"/>
                </a:cubicBezTo>
                <a:cubicBezTo>
                  <a:pt x="737061" y="109471"/>
                  <a:pt x="733111" y="112427"/>
                  <a:pt x="727845" y="114464"/>
                </a:cubicBezTo>
                <a:cubicBezTo>
                  <a:pt x="722579" y="116451"/>
                  <a:pt x="716021" y="117445"/>
                  <a:pt x="708172" y="117445"/>
                </a:cubicBezTo>
                <a:cubicBezTo>
                  <a:pt x="702359" y="117445"/>
                  <a:pt x="697366" y="117072"/>
                  <a:pt x="693193" y="116327"/>
                </a:cubicBezTo>
                <a:cubicBezTo>
                  <a:pt x="689069" y="115582"/>
                  <a:pt x="684896" y="114340"/>
                  <a:pt x="680673" y="112601"/>
                </a:cubicBezTo>
                <a:lnTo>
                  <a:pt x="680673" y="93822"/>
                </a:lnTo>
                <a:cubicBezTo>
                  <a:pt x="685194" y="95859"/>
                  <a:pt x="690038" y="97548"/>
                  <a:pt x="695205" y="98889"/>
                </a:cubicBezTo>
                <a:cubicBezTo>
                  <a:pt x="700422" y="100181"/>
                  <a:pt x="704992" y="100827"/>
                  <a:pt x="708917" y="100827"/>
                </a:cubicBezTo>
                <a:cubicBezTo>
                  <a:pt x="713338" y="100827"/>
                  <a:pt x="716493" y="100181"/>
                  <a:pt x="718381" y="98889"/>
                </a:cubicBezTo>
                <a:cubicBezTo>
                  <a:pt x="720319" y="97548"/>
                  <a:pt x="721287" y="95809"/>
                  <a:pt x="721287" y="93673"/>
                </a:cubicBezTo>
                <a:cubicBezTo>
                  <a:pt x="721287" y="92282"/>
                  <a:pt x="720890" y="91040"/>
                  <a:pt x="720095" y="89947"/>
                </a:cubicBezTo>
                <a:cubicBezTo>
                  <a:pt x="719350" y="88804"/>
                  <a:pt x="717710" y="87537"/>
                  <a:pt x="715177" y="86146"/>
                </a:cubicBezTo>
                <a:cubicBezTo>
                  <a:pt x="712643" y="84705"/>
                  <a:pt x="708668" y="82842"/>
                  <a:pt x="703253" y="80557"/>
                </a:cubicBezTo>
                <a:cubicBezTo>
                  <a:pt x="698037" y="78371"/>
                  <a:pt x="693739" y="76160"/>
                  <a:pt x="690361" y="73925"/>
                </a:cubicBezTo>
                <a:cubicBezTo>
                  <a:pt x="687033" y="71689"/>
                  <a:pt x="684549" y="69056"/>
                  <a:pt x="682909" y="66025"/>
                </a:cubicBezTo>
                <a:cubicBezTo>
                  <a:pt x="681319" y="62945"/>
                  <a:pt x="680524" y="59045"/>
                  <a:pt x="680524" y="54326"/>
                </a:cubicBezTo>
                <a:cubicBezTo>
                  <a:pt x="680524" y="46625"/>
                  <a:pt x="683505" y="40837"/>
                  <a:pt x="689467" y="36962"/>
                </a:cubicBezTo>
                <a:cubicBezTo>
                  <a:pt x="695478" y="33038"/>
                  <a:pt x="703502" y="31075"/>
                  <a:pt x="713537" y="31075"/>
                </a:cubicBezTo>
                <a:cubicBezTo>
                  <a:pt x="718704" y="31075"/>
                  <a:pt x="723622" y="31597"/>
                  <a:pt x="728292" y="32640"/>
                </a:cubicBezTo>
                <a:cubicBezTo>
                  <a:pt x="733012" y="33683"/>
                  <a:pt x="737856" y="35348"/>
                  <a:pt x="742824" y="37633"/>
                </a:cubicBezTo>
                <a:lnTo>
                  <a:pt x="735968" y="54028"/>
                </a:lnTo>
                <a:cubicBezTo>
                  <a:pt x="731844" y="52239"/>
                  <a:pt x="727945" y="50774"/>
                  <a:pt x="724268" y="49631"/>
                </a:cubicBezTo>
                <a:cubicBezTo>
                  <a:pt x="720642" y="48488"/>
                  <a:pt x="716940" y="47917"/>
                  <a:pt x="713165" y="47917"/>
                </a:cubicBezTo>
                <a:cubicBezTo>
                  <a:pt x="709836" y="47917"/>
                  <a:pt x="707327" y="48364"/>
                  <a:pt x="705638" y="49258"/>
                </a:cubicBezTo>
                <a:cubicBezTo>
                  <a:pt x="703949" y="50153"/>
                  <a:pt x="703104" y="51519"/>
                  <a:pt x="703104" y="53357"/>
                </a:cubicBezTo>
                <a:cubicBezTo>
                  <a:pt x="703104" y="54698"/>
                  <a:pt x="703527" y="55891"/>
                  <a:pt x="704371" y="56934"/>
                </a:cubicBezTo>
                <a:cubicBezTo>
                  <a:pt x="705265" y="57977"/>
                  <a:pt x="706954" y="59145"/>
                  <a:pt x="709439" y="60436"/>
                </a:cubicBezTo>
                <a:cubicBezTo>
                  <a:pt x="711972" y="61678"/>
                  <a:pt x="715673" y="63293"/>
                  <a:pt x="720542" y="65280"/>
                </a:cubicBezTo>
                <a:cubicBezTo>
                  <a:pt x="725262" y="67218"/>
                  <a:pt x="729360" y="69255"/>
                  <a:pt x="732838" y="71391"/>
                </a:cubicBezTo>
                <a:cubicBezTo>
                  <a:pt x="736316" y="73478"/>
                  <a:pt x="738998" y="76086"/>
                  <a:pt x="740886" y="79216"/>
                </a:cubicBezTo>
                <a:cubicBezTo>
                  <a:pt x="742774" y="82296"/>
                  <a:pt x="743718" y="86295"/>
                  <a:pt x="743718" y="91214"/>
                </a:cubicBezTo>
                <a:close/>
                <a:moveTo>
                  <a:pt x="749531" y="115954"/>
                </a:moveTo>
                <a:close/>
                <a:moveTo>
                  <a:pt x="795808" y="31075"/>
                </a:moveTo>
                <a:cubicBezTo>
                  <a:pt x="803509" y="31075"/>
                  <a:pt x="810141" y="32566"/>
                  <a:pt x="815705" y="35546"/>
                </a:cubicBezTo>
                <a:cubicBezTo>
                  <a:pt x="821270" y="38478"/>
                  <a:pt x="825567" y="42750"/>
                  <a:pt x="828597" y="48364"/>
                </a:cubicBezTo>
                <a:cubicBezTo>
                  <a:pt x="831628" y="53978"/>
                  <a:pt x="833143" y="60834"/>
                  <a:pt x="833143" y="68932"/>
                </a:cubicBezTo>
                <a:lnTo>
                  <a:pt x="833143" y="79961"/>
                </a:lnTo>
                <a:lnTo>
                  <a:pt x="779414" y="79961"/>
                </a:lnTo>
                <a:cubicBezTo>
                  <a:pt x="779662" y="86370"/>
                  <a:pt x="781575" y="91412"/>
                  <a:pt x="785152" y="95089"/>
                </a:cubicBezTo>
                <a:cubicBezTo>
                  <a:pt x="788778" y="98715"/>
                  <a:pt x="793796" y="100529"/>
                  <a:pt x="800205" y="100529"/>
                </a:cubicBezTo>
                <a:cubicBezTo>
                  <a:pt x="805521" y="100529"/>
                  <a:pt x="810389" y="99982"/>
                  <a:pt x="814811" y="98889"/>
                </a:cubicBezTo>
                <a:cubicBezTo>
                  <a:pt x="819233" y="97796"/>
                  <a:pt x="823778" y="96157"/>
                  <a:pt x="828448" y="93971"/>
                </a:cubicBezTo>
                <a:lnTo>
                  <a:pt x="828448" y="111558"/>
                </a:lnTo>
                <a:cubicBezTo>
                  <a:pt x="824325" y="113595"/>
                  <a:pt x="820003" y="115085"/>
                  <a:pt x="815482" y="116029"/>
                </a:cubicBezTo>
                <a:cubicBezTo>
                  <a:pt x="811010" y="116973"/>
                  <a:pt x="805570" y="117445"/>
                  <a:pt x="799162" y="117445"/>
                </a:cubicBezTo>
                <a:cubicBezTo>
                  <a:pt x="790815" y="117445"/>
                  <a:pt x="783413" y="115905"/>
                  <a:pt x="776954" y="112825"/>
                </a:cubicBezTo>
                <a:cubicBezTo>
                  <a:pt x="770546" y="109744"/>
                  <a:pt x="765503" y="105050"/>
                  <a:pt x="761827" y="98740"/>
                </a:cubicBezTo>
                <a:cubicBezTo>
                  <a:pt x="758200" y="92431"/>
                  <a:pt x="756387" y="84482"/>
                  <a:pt x="756387" y="74893"/>
                </a:cubicBezTo>
                <a:cubicBezTo>
                  <a:pt x="756387" y="65156"/>
                  <a:pt x="758026" y="57058"/>
                  <a:pt x="761305" y="50600"/>
                </a:cubicBezTo>
                <a:cubicBezTo>
                  <a:pt x="764634" y="44092"/>
                  <a:pt x="769254" y="39223"/>
                  <a:pt x="775166" y="35994"/>
                </a:cubicBezTo>
                <a:cubicBezTo>
                  <a:pt x="781078" y="32715"/>
                  <a:pt x="787959" y="31075"/>
                  <a:pt x="795808" y="31075"/>
                </a:cubicBezTo>
                <a:close/>
                <a:moveTo>
                  <a:pt x="795957" y="47246"/>
                </a:moveTo>
                <a:cubicBezTo>
                  <a:pt x="791536" y="47246"/>
                  <a:pt x="787859" y="48662"/>
                  <a:pt x="784928" y="51494"/>
                </a:cubicBezTo>
                <a:cubicBezTo>
                  <a:pt x="782047" y="54326"/>
                  <a:pt x="780382" y="58772"/>
                  <a:pt x="779935" y="64833"/>
                </a:cubicBezTo>
                <a:lnTo>
                  <a:pt x="811830" y="64833"/>
                </a:lnTo>
                <a:cubicBezTo>
                  <a:pt x="811781" y="61455"/>
                  <a:pt x="811159" y="58449"/>
                  <a:pt x="809967" y="55816"/>
                </a:cubicBezTo>
                <a:cubicBezTo>
                  <a:pt x="808824" y="53183"/>
                  <a:pt x="807086" y="51096"/>
                  <a:pt x="804751" y="49556"/>
                </a:cubicBezTo>
                <a:cubicBezTo>
                  <a:pt x="802465" y="48016"/>
                  <a:pt x="799534" y="47246"/>
                  <a:pt x="795957" y="47246"/>
                </a:cubicBezTo>
                <a:close/>
                <a:moveTo>
                  <a:pt x="839701" y="115954"/>
                </a:moveTo>
                <a:close/>
                <a:moveTo>
                  <a:pt x="878005" y="117445"/>
                </a:moveTo>
                <a:cubicBezTo>
                  <a:pt x="868714" y="117445"/>
                  <a:pt x="861138" y="113818"/>
                  <a:pt x="855276" y="106565"/>
                </a:cubicBezTo>
                <a:cubicBezTo>
                  <a:pt x="849463" y="99262"/>
                  <a:pt x="846557" y="88556"/>
                  <a:pt x="846557" y="74446"/>
                </a:cubicBezTo>
                <a:cubicBezTo>
                  <a:pt x="846557" y="60188"/>
                  <a:pt x="849513" y="49407"/>
                  <a:pt x="855425" y="42104"/>
                </a:cubicBezTo>
                <a:cubicBezTo>
                  <a:pt x="861337" y="34752"/>
                  <a:pt x="869062" y="31075"/>
                  <a:pt x="878601" y="31075"/>
                </a:cubicBezTo>
                <a:cubicBezTo>
                  <a:pt x="882575" y="31075"/>
                  <a:pt x="886078" y="31622"/>
                  <a:pt x="889108" y="32715"/>
                </a:cubicBezTo>
                <a:cubicBezTo>
                  <a:pt x="892139" y="33808"/>
                  <a:pt x="894747" y="35273"/>
                  <a:pt x="896933" y="37111"/>
                </a:cubicBezTo>
                <a:cubicBezTo>
                  <a:pt x="899169" y="38950"/>
                  <a:pt x="901056" y="41011"/>
                  <a:pt x="902597" y="43297"/>
                </a:cubicBezTo>
                <a:lnTo>
                  <a:pt x="903342" y="43297"/>
                </a:lnTo>
                <a:cubicBezTo>
                  <a:pt x="903044" y="41707"/>
                  <a:pt x="902671" y="39372"/>
                  <a:pt x="902224" y="36292"/>
                </a:cubicBezTo>
                <a:cubicBezTo>
                  <a:pt x="901827" y="33162"/>
                  <a:pt x="901628" y="29957"/>
                  <a:pt x="901628" y="26678"/>
                </a:cubicBezTo>
                <a:lnTo>
                  <a:pt x="901628" y="0"/>
                </a:lnTo>
                <a:lnTo>
                  <a:pt x="924431" y="0"/>
                </a:lnTo>
                <a:lnTo>
                  <a:pt x="924431" y="115954"/>
                </a:lnTo>
                <a:lnTo>
                  <a:pt x="906993" y="115954"/>
                </a:lnTo>
                <a:lnTo>
                  <a:pt x="902597" y="105149"/>
                </a:lnTo>
                <a:lnTo>
                  <a:pt x="901628" y="105149"/>
                </a:lnTo>
                <a:cubicBezTo>
                  <a:pt x="900187" y="107434"/>
                  <a:pt x="898374" y="109521"/>
                  <a:pt x="896188" y="111409"/>
                </a:cubicBezTo>
                <a:cubicBezTo>
                  <a:pt x="894052" y="113247"/>
                  <a:pt x="891493" y="114712"/>
                  <a:pt x="888512" y="115805"/>
                </a:cubicBezTo>
                <a:cubicBezTo>
                  <a:pt x="885531" y="116898"/>
                  <a:pt x="882029" y="117445"/>
                  <a:pt x="878005" y="117445"/>
                </a:cubicBezTo>
                <a:close/>
                <a:moveTo>
                  <a:pt x="885978" y="99336"/>
                </a:moveTo>
                <a:cubicBezTo>
                  <a:pt x="892188" y="99336"/>
                  <a:pt x="896560" y="97498"/>
                  <a:pt x="899094" y="93822"/>
                </a:cubicBezTo>
                <a:cubicBezTo>
                  <a:pt x="901678" y="90096"/>
                  <a:pt x="903044" y="84507"/>
                  <a:pt x="903193" y="77055"/>
                </a:cubicBezTo>
                <a:lnTo>
                  <a:pt x="903193" y="74595"/>
                </a:lnTo>
                <a:cubicBezTo>
                  <a:pt x="903193" y="66497"/>
                  <a:pt x="901951" y="60312"/>
                  <a:pt x="899467" y="56040"/>
                </a:cubicBezTo>
                <a:cubicBezTo>
                  <a:pt x="896983" y="51717"/>
                  <a:pt x="892362" y="49556"/>
                  <a:pt x="885606" y="49556"/>
                </a:cubicBezTo>
                <a:cubicBezTo>
                  <a:pt x="880588" y="49556"/>
                  <a:pt x="876663" y="51717"/>
                  <a:pt x="873832" y="56040"/>
                </a:cubicBezTo>
                <a:cubicBezTo>
                  <a:pt x="871000" y="60362"/>
                  <a:pt x="869584" y="66597"/>
                  <a:pt x="869584" y="74744"/>
                </a:cubicBezTo>
                <a:cubicBezTo>
                  <a:pt x="869584" y="82892"/>
                  <a:pt x="871000" y="89028"/>
                  <a:pt x="873832" y="93151"/>
                </a:cubicBezTo>
                <a:cubicBezTo>
                  <a:pt x="876713" y="97275"/>
                  <a:pt x="880762" y="99336"/>
                  <a:pt x="885978" y="99336"/>
                </a:cubicBezTo>
                <a:close/>
                <a:moveTo>
                  <a:pt x="975925" y="115954"/>
                </a:moveTo>
                <a:close/>
                <a:moveTo>
                  <a:pt x="1056333" y="115954"/>
                </a:moveTo>
                <a:lnTo>
                  <a:pt x="1048434" y="90021"/>
                </a:lnTo>
                <a:lnTo>
                  <a:pt x="1008714" y="90021"/>
                </a:lnTo>
                <a:lnTo>
                  <a:pt x="1000815" y="115954"/>
                </a:lnTo>
                <a:lnTo>
                  <a:pt x="975925" y="115954"/>
                </a:lnTo>
                <a:lnTo>
                  <a:pt x="1014378" y="6558"/>
                </a:lnTo>
                <a:lnTo>
                  <a:pt x="1042621" y="6558"/>
                </a:lnTo>
                <a:lnTo>
                  <a:pt x="1081223" y="115954"/>
                </a:lnTo>
                <a:lnTo>
                  <a:pt x="1056333" y="115954"/>
                </a:lnTo>
                <a:close/>
                <a:moveTo>
                  <a:pt x="1042919" y="70646"/>
                </a:moveTo>
                <a:lnTo>
                  <a:pt x="1035020" y="45309"/>
                </a:lnTo>
                <a:cubicBezTo>
                  <a:pt x="1034523" y="43620"/>
                  <a:pt x="1033853" y="41458"/>
                  <a:pt x="1033008" y="38825"/>
                </a:cubicBezTo>
                <a:cubicBezTo>
                  <a:pt x="1032213" y="36143"/>
                  <a:pt x="1031393" y="33435"/>
                  <a:pt x="1030549" y="30703"/>
                </a:cubicBezTo>
                <a:cubicBezTo>
                  <a:pt x="1029754" y="27920"/>
                  <a:pt x="1029108" y="25511"/>
                  <a:pt x="1028611" y="23474"/>
                </a:cubicBezTo>
                <a:cubicBezTo>
                  <a:pt x="1028115" y="25511"/>
                  <a:pt x="1027419" y="28045"/>
                  <a:pt x="1026525" y="31075"/>
                </a:cubicBezTo>
                <a:cubicBezTo>
                  <a:pt x="1025680" y="34056"/>
                  <a:pt x="1024860" y="36888"/>
                  <a:pt x="1024066" y="39571"/>
                </a:cubicBezTo>
                <a:cubicBezTo>
                  <a:pt x="1023271" y="42253"/>
                  <a:pt x="1022699" y="44166"/>
                  <a:pt x="1022352" y="45309"/>
                </a:cubicBezTo>
                <a:lnTo>
                  <a:pt x="1014527" y="70646"/>
                </a:lnTo>
                <a:lnTo>
                  <a:pt x="1042919" y="70646"/>
                </a:lnTo>
                <a:close/>
                <a:moveTo>
                  <a:pt x="1081298" y="115954"/>
                </a:moveTo>
                <a:close/>
                <a:moveTo>
                  <a:pt x="1128320" y="99336"/>
                </a:moveTo>
                <a:cubicBezTo>
                  <a:pt x="1130804" y="99336"/>
                  <a:pt x="1133214" y="99088"/>
                  <a:pt x="1135549" y="98591"/>
                </a:cubicBezTo>
                <a:cubicBezTo>
                  <a:pt x="1137933" y="98094"/>
                  <a:pt x="1140293" y="97473"/>
                  <a:pt x="1142628" y="96728"/>
                </a:cubicBezTo>
                <a:lnTo>
                  <a:pt x="1142628" y="113644"/>
                </a:lnTo>
                <a:cubicBezTo>
                  <a:pt x="1140194" y="114737"/>
                  <a:pt x="1137163" y="115632"/>
                  <a:pt x="1133537" y="116327"/>
                </a:cubicBezTo>
                <a:cubicBezTo>
                  <a:pt x="1129960" y="117072"/>
                  <a:pt x="1126035" y="117445"/>
                  <a:pt x="1121762" y="117445"/>
                </a:cubicBezTo>
                <a:cubicBezTo>
                  <a:pt x="1116794" y="117445"/>
                  <a:pt x="1112323" y="116650"/>
                  <a:pt x="1108349" y="115060"/>
                </a:cubicBezTo>
                <a:cubicBezTo>
                  <a:pt x="1104424" y="113421"/>
                  <a:pt x="1101319" y="110614"/>
                  <a:pt x="1099034" y="106639"/>
                </a:cubicBezTo>
                <a:cubicBezTo>
                  <a:pt x="1096798" y="102615"/>
                  <a:pt x="1095680" y="97026"/>
                  <a:pt x="1095680" y="89872"/>
                </a:cubicBezTo>
                <a:lnTo>
                  <a:pt x="1095680" y="49705"/>
                </a:lnTo>
                <a:lnTo>
                  <a:pt x="1084800" y="49705"/>
                </a:lnTo>
                <a:lnTo>
                  <a:pt x="1084800" y="40092"/>
                </a:lnTo>
                <a:lnTo>
                  <a:pt x="1097320" y="32491"/>
                </a:lnTo>
                <a:lnTo>
                  <a:pt x="1103877" y="14904"/>
                </a:lnTo>
                <a:lnTo>
                  <a:pt x="1118409" y="14904"/>
                </a:lnTo>
                <a:lnTo>
                  <a:pt x="1118409" y="32640"/>
                </a:lnTo>
                <a:lnTo>
                  <a:pt x="1141734" y="32640"/>
                </a:lnTo>
                <a:lnTo>
                  <a:pt x="1141734" y="49705"/>
                </a:lnTo>
                <a:lnTo>
                  <a:pt x="1118409" y="49705"/>
                </a:lnTo>
                <a:lnTo>
                  <a:pt x="1118409" y="89872"/>
                </a:lnTo>
                <a:cubicBezTo>
                  <a:pt x="1118409" y="93052"/>
                  <a:pt x="1119303" y="95436"/>
                  <a:pt x="1121092" y="97026"/>
                </a:cubicBezTo>
                <a:cubicBezTo>
                  <a:pt x="1122930" y="98566"/>
                  <a:pt x="1125339" y="99336"/>
                  <a:pt x="1128320" y="99336"/>
                </a:cubicBezTo>
                <a:close/>
                <a:moveTo>
                  <a:pt x="1147621" y="115954"/>
                </a:moveTo>
                <a:close/>
                <a:moveTo>
                  <a:pt x="1194644" y="99336"/>
                </a:moveTo>
                <a:cubicBezTo>
                  <a:pt x="1197128" y="99336"/>
                  <a:pt x="1199537" y="99088"/>
                  <a:pt x="1201872" y="98591"/>
                </a:cubicBezTo>
                <a:cubicBezTo>
                  <a:pt x="1204257" y="98094"/>
                  <a:pt x="1206617" y="97473"/>
                  <a:pt x="1208952" y="96728"/>
                </a:cubicBezTo>
                <a:lnTo>
                  <a:pt x="1208952" y="113644"/>
                </a:lnTo>
                <a:cubicBezTo>
                  <a:pt x="1206517" y="114737"/>
                  <a:pt x="1203487" y="115632"/>
                  <a:pt x="1199860" y="116327"/>
                </a:cubicBezTo>
                <a:cubicBezTo>
                  <a:pt x="1196283" y="117072"/>
                  <a:pt x="1192359" y="117445"/>
                  <a:pt x="1188086" y="117445"/>
                </a:cubicBezTo>
                <a:cubicBezTo>
                  <a:pt x="1183118" y="117445"/>
                  <a:pt x="1178647" y="116650"/>
                  <a:pt x="1174672" y="115060"/>
                </a:cubicBezTo>
                <a:cubicBezTo>
                  <a:pt x="1170747" y="113421"/>
                  <a:pt x="1167642" y="110614"/>
                  <a:pt x="1165357" y="106639"/>
                </a:cubicBezTo>
                <a:cubicBezTo>
                  <a:pt x="1163121" y="102615"/>
                  <a:pt x="1162004" y="97026"/>
                  <a:pt x="1162004" y="89872"/>
                </a:cubicBezTo>
                <a:lnTo>
                  <a:pt x="1162004" y="49705"/>
                </a:lnTo>
                <a:lnTo>
                  <a:pt x="1151124" y="49705"/>
                </a:lnTo>
                <a:lnTo>
                  <a:pt x="1151124" y="40092"/>
                </a:lnTo>
                <a:lnTo>
                  <a:pt x="1163643" y="32491"/>
                </a:lnTo>
                <a:lnTo>
                  <a:pt x="1170201" y="14904"/>
                </a:lnTo>
                <a:lnTo>
                  <a:pt x="1184733" y="14904"/>
                </a:lnTo>
                <a:lnTo>
                  <a:pt x="1184733" y="32640"/>
                </a:lnTo>
                <a:lnTo>
                  <a:pt x="1208058" y="32640"/>
                </a:lnTo>
                <a:lnTo>
                  <a:pt x="1208058" y="49705"/>
                </a:lnTo>
                <a:lnTo>
                  <a:pt x="1184733" y="49705"/>
                </a:lnTo>
                <a:lnTo>
                  <a:pt x="1184733" y="89872"/>
                </a:lnTo>
                <a:cubicBezTo>
                  <a:pt x="1184733" y="93052"/>
                  <a:pt x="1185627" y="95436"/>
                  <a:pt x="1187415" y="97026"/>
                </a:cubicBezTo>
                <a:cubicBezTo>
                  <a:pt x="1189253" y="98566"/>
                  <a:pt x="1191663" y="99336"/>
                  <a:pt x="1194644" y="99336"/>
                </a:cubicBezTo>
                <a:close/>
                <a:moveTo>
                  <a:pt x="1213945" y="115954"/>
                </a:moveTo>
                <a:close/>
                <a:moveTo>
                  <a:pt x="1260222" y="31075"/>
                </a:moveTo>
                <a:cubicBezTo>
                  <a:pt x="1267923" y="31075"/>
                  <a:pt x="1274555" y="32566"/>
                  <a:pt x="1280119" y="35546"/>
                </a:cubicBezTo>
                <a:cubicBezTo>
                  <a:pt x="1285683" y="38478"/>
                  <a:pt x="1289981" y="42750"/>
                  <a:pt x="1293011" y="48364"/>
                </a:cubicBezTo>
                <a:cubicBezTo>
                  <a:pt x="1296042" y="53978"/>
                  <a:pt x="1297557" y="60834"/>
                  <a:pt x="1297557" y="68932"/>
                </a:cubicBezTo>
                <a:lnTo>
                  <a:pt x="1297557" y="79961"/>
                </a:lnTo>
                <a:lnTo>
                  <a:pt x="1243828" y="79961"/>
                </a:lnTo>
                <a:cubicBezTo>
                  <a:pt x="1244076" y="86370"/>
                  <a:pt x="1245989" y="91412"/>
                  <a:pt x="1249566" y="95089"/>
                </a:cubicBezTo>
                <a:cubicBezTo>
                  <a:pt x="1253192" y="98715"/>
                  <a:pt x="1258210" y="100529"/>
                  <a:pt x="1264619" y="100529"/>
                </a:cubicBezTo>
                <a:cubicBezTo>
                  <a:pt x="1269935" y="100529"/>
                  <a:pt x="1274803" y="99982"/>
                  <a:pt x="1279225" y="98889"/>
                </a:cubicBezTo>
                <a:cubicBezTo>
                  <a:pt x="1283647" y="97796"/>
                  <a:pt x="1288192" y="96157"/>
                  <a:pt x="1292862" y="93971"/>
                </a:cubicBezTo>
                <a:lnTo>
                  <a:pt x="1292862" y="111558"/>
                </a:lnTo>
                <a:cubicBezTo>
                  <a:pt x="1288739" y="113595"/>
                  <a:pt x="1284417" y="115085"/>
                  <a:pt x="1279896" y="116029"/>
                </a:cubicBezTo>
                <a:cubicBezTo>
                  <a:pt x="1275424" y="116973"/>
                  <a:pt x="1269984" y="117445"/>
                  <a:pt x="1263576" y="117445"/>
                </a:cubicBezTo>
                <a:cubicBezTo>
                  <a:pt x="1255229" y="117445"/>
                  <a:pt x="1247827" y="115905"/>
                  <a:pt x="1241368" y="112825"/>
                </a:cubicBezTo>
                <a:cubicBezTo>
                  <a:pt x="1234960" y="109744"/>
                  <a:pt x="1229917" y="105050"/>
                  <a:pt x="1226241" y="98740"/>
                </a:cubicBezTo>
                <a:cubicBezTo>
                  <a:pt x="1222614" y="92431"/>
                  <a:pt x="1220801" y="84482"/>
                  <a:pt x="1220801" y="74893"/>
                </a:cubicBezTo>
                <a:cubicBezTo>
                  <a:pt x="1220801" y="65156"/>
                  <a:pt x="1222440" y="57058"/>
                  <a:pt x="1225719" y="50600"/>
                </a:cubicBezTo>
                <a:cubicBezTo>
                  <a:pt x="1229048" y="44092"/>
                  <a:pt x="1233668" y="39223"/>
                  <a:pt x="1239580" y="35994"/>
                </a:cubicBezTo>
                <a:cubicBezTo>
                  <a:pt x="1245492" y="32715"/>
                  <a:pt x="1252373" y="31075"/>
                  <a:pt x="1260222" y="31075"/>
                </a:cubicBezTo>
                <a:close/>
                <a:moveTo>
                  <a:pt x="1260371" y="47246"/>
                </a:moveTo>
                <a:cubicBezTo>
                  <a:pt x="1255950" y="47246"/>
                  <a:pt x="1252273" y="48662"/>
                  <a:pt x="1249342" y="51494"/>
                </a:cubicBezTo>
                <a:cubicBezTo>
                  <a:pt x="1246461" y="54326"/>
                  <a:pt x="1244796" y="58772"/>
                  <a:pt x="1244349" y="64833"/>
                </a:cubicBezTo>
                <a:lnTo>
                  <a:pt x="1276244" y="64833"/>
                </a:lnTo>
                <a:cubicBezTo>
                  <a:pt x="1276194" y="61455"/>
                  <a:pt x="1275573" y="58449"/>
                  <a:pt x="1274381" y="55816"/>
                </a:cubicBezTo>
                <a:cubicBezTo>
                  <a:pt x="1273238" y="53183"/>
                  <a:pt x="1271500" y="51096"/>
                  <a:pt x="1269165" y="49556"/>
                </a:cubicBezTo>
                <a:cubicBezTo>
                  <a:pt x="1266879" y="48016"/>
                  <a:pt x="1263948" y="47246"/>
                  <a:pt x="1260371" y="47246"/>
                </a:cubicBezTo>
                <a:close/>
                <a:moveTo>
                  <a:pt x="1304115" y="115954"/>
                </a:moveTo>
                <a:close/>
                <a:moveTo>
                  <a:pt x="1363359" y="31075"/>
                </a:moveTo>
                <a:cubicBezTo>
                  <a:pt x="1372252" y="31075"/>
                  <a:pt x="1379406" y="33510"/>
                  <a:pt x="1384821" y="38378"/>
                </a:cubicBezTo>
                <a:cubicBezTo>
                  <a:pt x="1390236" y="43197"/>
                  <a:pt x="1392944" y="50947"/>
                  <a:pt x="1392944" y="61629"/>
                </a:cubicBezTo>
                <a:lnTo>
                  <a:pt x="1392944" y="115954"/>
                </a:lnTo>
                <a:lnTo>
                  <a:pt x="1370215" y="115954"/>
                </a:lnTo>
                <a:lnTo>
                  <a:pt x="1370215" y="67292"/>
                </a:lnTo>
                <a:cubicBezTo>
                  <a:pt x="1370215" y="61331"/>
                  <a:pt x="1369122" y="56835"/>
                  <a:pt x="1366936" y="53804"/>
                </a:cubicBezTo>
                <a:cubicBezTo>
                  <a:pt x="1364800" y="50774"/>
                  <a:pt x="1361421" y="49258"/>
                  <a:pt x="1356801" y="49258"/>
                </a:cubicBezTo>
                <a:cubicBezTo>
                  <a:pt x="1349846" y="49258"/>
                  <a:pt x="1345101" y="51618"/>
                  <a:pt x="1342568" y="56338"/>
                </a:cubicBezTo>
                <a:cubicBezTo>
                  <a:pt x="1340034" y="61057"/>
                  <a:pt x="1338767" y="67864"/>
                  <a:pt x="1338767" y="76756"/>
                </a:cubicBezTo>
                <a:lnTo>
                  <a:pt x="1338767" y="115954"/>
                </a:lnTo>
                <a:lnTo>
                  <a:pt x="1316038" y="115954"/>
                </a:lnTo>
                <a:lnTo>
                  <a:pt x="1316038" y="32640"/>
                </a:lnTo>
                <a:lnTo>
                  <a:pt x="1333402" y="32640"/>
                </a:lnTo>
                <a:lnTo>
                  <a:pt x="1336457" y="43297"/>
                </a:lnTo>
                <a:lnTo>
                  <a:pt x="1337724" y="43297"/>
                </a:lnTo>
                <a:cubicBezTo>
                  <a:pt x="1339512" y="40415"/>
                  <a:pt x="1341723" y="38080"/>
                  <a:pt x="1344356" y="36292"/>
                </a:cubicBezTo>
                <a:cubicBezTo>
                  <a:pt x="1347039" y="34503"/>
                  <a:pt x="1349995" y="33187"/>
                  <a:pt x="1353224" y="32342"/>
                </a:cubicBezTo>
                <a:cubicBezTo>
                  <a:pt x="1356503" y="31497"/>
                  <a:pt x="1359881" y="31075"/>
                  <a:pt x="1363359" y="31075"/>
                </a:cubicBezTo>
                <a:close/>
                <a:moveTo>
                  <a:pt x="1404420" y="115954"/>
                </a:moveTo>
                <a:close/>
                <a:moveTo>
                  <a:pt x="1451443" y="99336"/>
                </a:moveTo>
                <a:cubicBezTo>
                  <a:pt x="1453927" y="99336"/>
                  <a:pt x="1456336" y="99088"/>
                  <a:pt x="1458671" y="98591"/>
                </a:cubicBezTo>
                <a:cubicBezTo>
                  <a:pt x="1461056" y="98094"/>
                  <a:pt x="1463416" y="97473"/>
                  <a:pt x="1465751" y="96728"/>
                </a:cubicBezTo>
                <a:lnTo>
                  <a:pt x="1465751" y="113644"/>
                </a:lnTo>
                <a:cubicBezTo>
                  <a:pt x="1463316" y="114737"/>
                  <a:pt x="1460286" y="115632"/>
                  <a:pt x="1456659" y="116327"/>
                </a:cubicBezTo>
                <a:cubicBezTo>
                  <a:pt x="1453082" y="117072"/>
                  <a:pt x="1449157" y="117445"/>
                  <a:pt x="1444885" y="117445"/>
                </a:cubicBezTo>
                <a:cubicBezTo>
                  <a:pt x="1439917" y="117445"/>
                  <a:pt x="1435446" y="116650"/>
                  <a:pt x="1431471" y="115060"/>
                </a:cubicBezTo>
                <a:cubicBezTo>
                  <a:pt x="1427546" y="113421"/>
                  <a:pt x="1424441" y="110614"/>
                  <a:pt x="1422156" y="106639"/>
                </a:cubicBezTo>
                <a:cubicBezTo>
                  <a:pt x="1419920" y="102615"/>
                  <a:pt x="1418803" y="97026"/>
                  <a:pt x="1418803" y="89872"/>
                </a:cubicBezTo>
                <a:lnTo>
                  <a:pt x="1418803" y="49705"/>
                </a:lnTo>
                <a:lnTo>
                  <a:pt x="1407922" y="49705"/>
                </a:lnTo>
                <a:lnTo>
                  <a:pt x="1407922" y="40092"/>
                </a:lnTo>
                <a:lnTo>
                  <a:pt x="1420442" y="32491"/>
                </a:lnTo>
                <a:lnTo>
                  <a:pt x="1427000" y="14904"/>
                </a:lnTo>
                <a:lnTo>
                  <a:pt x="1441531" y="14904"/>
                </a:lnTo>
                <a:lnTo>
                  <a:pt x="1441531" y="32640"/>
                </a:lnTo>
                <a:lnTo>
                  <a:pt x="1464856" y="32640"/>
                </a:lnTo>
                <a:lnTo>
                  <a:pt x="1464856" y="49705"/>
                </a:lnTo>
                <a:lnTo>
                  <a:pt x="1441531" y="49705"/>
                </a:lnTo>
                <a:lnTo>
                  <a:pt x="1441531" y="89872"/>
                </a:lnTo>
                <a:cubicBezTo>
                  <a:pt x="1441531" y="93052"/>
                  <a:pt x="1442426" y="95436"/>
                  <a:pt x="1444214" y="97026"/>
                </a:cubicBezTo>
                <a:cubicBezTo>
                  <a:pt x="1446052" y="98566"/>
                  <a:pt x="1448462" y="99336"/>
                  <a:pt x="1451443" y="99336"/>
                </a:cubicBezTo>
                <a:close/>
                <a:moveTo>
                  <a:pt x="1470744" y="115954"/>
                </a:moveTo>
                <a:close/>
                <a:moveTo>
                  <a:pt x="1505396" y="32640"/>
                </a:moveTo>
                <a:lnTo>
                  <a:pt x="1505396" y="115954"/>
                </a:lnTo>
                <a:lnTo>
                  <a:pt x="1482667" y="115954"/>
                </a:lnTo>
                <a:lnTo>
                  <a:pt x="1482667" y="32640"/>
                </a:lnTo>
                <a:lnTo>
                  <a:pt x="1505396" y="32640"/>
                </a:lnTo>
                <a:close/>
                <a:moveTo>
                  <a:pt x="1494069" y="0"/>
                </a:moveTo>
                <a:cubicBezTo>
                  <a:pt x="1497447" y="0"/>
                  <a:pt x="1500353" y="795"/>
                  <a:pt x="1502788" y="2385"/>
                </a:cubicBezTo>
                <a:cubicBezTo>
                  <a:pt x="1505222" y="3925"/>
                  <a:pt x="1506439" y="6831"/>
                  <a:pt x="1506439" y="11104"/>
                </a:cubicBezTo>
                <a:cubicBezTo>
                  <a:pt x="1506439" y="15326"/>
                  <a:pt x="1505222" y="18258"/>
                  <a:pt x="1502788" y="19897"/>
                </a:cubicBezTo>
                <a:cubicBezTo>
                  <a:pt x="1500353" y="21487"/>
                  <a:pt x="1497447" y="22282"/>
                  <a:pt x="1494069" y="22282"/>
                </a:cubicBezTo>
                <a:cubicBezTo>
                  <a:pt x="1490641" y="22282"/>
                  <a:pt x="1487709" y="21487"/>
                  <a:pt x="1485275" y="19897"/>
                </a:cubicBezTo>
                <a:cubicBezTo>
                  <a:pt x="1482890" y="18258"/>
                  <a:pt x="1481698" y="15326"/>
                  <a:pt x="1481698" y="11104"/>
                </a:cubicBezTo>
                <a:cubicBezTo>
                  <a:pt x="1481698" y="6831"/>
                  <a:pt x="1482890" y="3925"/>
                  <a:pt x="1485275" y="2385"/>
                </a:cubicBezTo>
                <a:cubicBezTo>
                  <a:pt x="1487709" y="795"/>
                  <a:pt x="1490641" y="0"/>
                  <a:pt x="1494069" y="0"/>
                </a:cubicBezTo>
                <a:close/>
                <a:moveTo>
                  <a:pt x="1517394" y="115954"/>
                </a:moveTo>
                <a:close/>
                <a:moveTo>
                  <a:pt x="1605030" y="74148"/>
                </a:moveTo>
                <a:cubicBezTo>
                  <a:pt x="1605030" y="81104"/>
                  <a:pt x="1604086" y="87264"/>
                  <a:pt x="1602198" y="92629"/>
                </a:cubicBezTo>
                <a:cubicBezTo>
                  <a:pt x="1600360" y="97995"/>
                  <a:pt x="1597653" y="102541"/>
                  <a:pt x="1594076" y="106267"/>
                </a:cubicBezTo>
                <a:cubicBezTo>
                  <a:pt x="1590548" y="109943"/>
                  <a:pt x="1586276" y="112725"/>
                  <a:pt x="1581258" y="114613"/>
                </a:cubicBezTo>
                <a:cubicBezTo>
                  <a:pt x="1576290" y="116501"/>
                  <a:pt x="1570676" y="117445"/>
                  <a:pt x="1564416" y="117445"/>
                </a:cubicBezTo>
                <a:cubicBezTo>
                  <a:pt x="1558554" y="117445"/>
                  <a:pt x="1553164" y="116501"/>
                  <a:pt x="1548245" y="114613"/>
                </a:cubicBezTo>
                <a:cubicBezTo>
                  <a:pt x="1543377" y="112725"/>
                  <a:pt x="1539129" y="109943"/>
                  <a:pt x="1535502" y="106267"/>
                </a:cubicBezTo>
                <a:cubicBezTo>
                  <a:pt x="1531925" y="102541"/>
                  <a:pt x="1529143" y="97995"/>
                  <a:pt x="1527156" y="92629"/>
                </a:cubicBezTo>
                <a:cubicBezTo>
                  <a:pt x="1525218" y="87264"/>
                  <a:pt x="1524250" y="81104"/>
                  <a:pt x="1524250" y="74148"/>
                </a:cubicBezTo>
                <a:cubicBezTo>
                  <a:pt x="1524250" y="64908"/>
                  <a:pt x="1525889" y="57083"/>
                  <a:pt x="1529168" y="50674"/>
                </a:cubicBezTo>
                <a:cubicBezTo>
                  <a:pt x="1532447" y="44265"/>
                  <a:pt x="1537117" y="39397"/>
                  <a:pt x="1543178" y="36068"/>
                </a:cubicBezTo>
                <a:cubicBezTo>
                  <a:pt x="1549239" y="32739"/>
                  <a:pt x="1556467" y="31075"/>
                  <a:pt x="1564863" y="31075"/>
                </a:cubicBezTo>
                <a:cubicBezTo>
                  <a:pt x="1572663" y="31075"/>
                  <a:pt x="1579569" y="32739"/>
                  <a:pt x="1585580" y="36068"/>
                </a:cubicBezTo>
                <a:cubicBezTo>
                  <a:pt x="1591641" y="39397"/>
                  <a:pt x="1596386" y="44265"/>
                  <a:pt x="1599814" y="50674"/>
                </a:cubicBezTo>
                <a:cubicBezTo>
                  <a:pt x="1603291" y="57083"/>
                  <a:pt x="1605030" y="64908"/>
                  <a:pt x="1605030" y="74148"/>
                </a:cubicBezTo>
                <a:close/>
                <a:moveTo>
                  <a:pt x="1547426" y="74148"/>
                </a:moveTo>
                <a:cubicBezTo>
                  <a:pt x="1547426" y="79613"/>
                  <a:pt x="1548022" y="84209"/>
                  <a:pt x="1549214" y="87935"/>
                </a:cubicBezTo>
                <a:cubicBezTo>
                  <a:pt x="1550406" y="91661"/>
                  <a:pt x="1552269" y="94468"/>
                  <a:pt x="1554803" y="96355"/>
                </a:cubicBezTo>
                <a:cubicBezTo>
                  <a:pt x="1557337" y="98243"/>
                  <a:pt x="1560641" y="99187"/>
                  <a:pt x="1564714" y="99187"/>
                </a:cubicBezTo>
                <a:cubicBezTo>
                  <a:pt x="1568739" y="99187"/>
                  <a:pt x="1571993" y="98243"/>
                  <a:pt x="1574477" y="96355"/>
                </a:cubicBezTo>
                <a:cubicBezTo>
                  <a:pt x="1577010" y="94468"/>
                  <a:pt x="1578848" y="91661"/>
                  <a:pt x="1579991" y="87935"/>
                </a:cubicBezTo>
                <a:cubicBezTo>
                  <a:pt x="1581183" y="84209"/>
                  <a:pt x="1581780" y="79613"/>
                  <a:pt x="1581780" y="74148"/>
                </a:cubicBezTo>
                <a:cubicBezTo>
                  <a:pt x="1581780" y="68634"/>
                  <a:pt x="1581183" y="64063"/>
                  <a:pt x="1579991" y="60436"/>
                </a:cubicBezTo>
                <a:cubicBezTo>
                  <a:pt x="1578848" y="56760"/>
                  <a:pt x="1577010" y="54003"/>
                  <a:pt x="1574477" y="52165"/>
                </a:cubicBezTo>
                <a:cubicBezTo>
                  <a:pt x="1571943" y="50326"/>
                  <a:pt x="1568639" y="49407"/>
                  <a:pt x="1564565" y="49407"/>
                </a:cubicBezTo>
                <a:cubicBezTo>
                  <a:pt x="1558554" y="49407"/>
                  <a:pt x="1554182" y="51469"/>
                  <a:pt x="1551450" y="55593"/>
                </a:cubicBezTo>
                <a:cubicBezTo>
                  <a:pt x="1548767" y="59716"/>
                  <a:pt x="1547426" y="65901"/>
                  <a:pt x="1547426" y="74148"/>
                </a:cubicBezTo>
                <a:close/>
                <a:moveTo>
                  <a:pt x="1611886" y="115954"/>
                </a:moveTo>
                <a:close/>
                <a:moveTo>
                  <a:pt x="1671130" y="31075"/>
                </a:moveTo>
                <a:cubicBezTo>
                  <a:pt x="1680023" y="31075"/>
                  <a:pt x="1687177" y="33510"/>
                  <a:pt x="1692592" y="38378"/>
                </a:cubicBezTo>
                <a:cubicBezTo>
                  <a:pt x="1698007" y="43197"/>
                  <a:pt x="1700715" y="50947"/>
                  <a:pt x="1700715" y="61629"/>
                </a:cubicBezTo>
                <a:lnTo>
                  <a:pt x="1700715" y="115954"/>
                </a:lnTo>
                <a:lnTo>
                  <a:pt x="1677986" y="115954"/>
                </a:lnTo>
                <a:lnTo>
                  <a:pt x="1677986" y="67292"/>
                </a:lnTo>
                <a:cubicBezTo>
                  <a:pt x="1677986" y="61331"/>
                  <a:pt x="1676893" y="56835"/>
                  <a:pt x="1674707" y="53804"/>
                </a:cubicBezTo>
                <a:cubicBezTo>
                  <a:pt x="1672571" y="50774"/>
                  <a:pt x="1669193" y="49258"/>
                  <a:pt x="1664572" y="49258"/>
                </a:cubicBezTo>
                <a:cubicBezTo>
                  <a:pt x="1657617" y="49258"/>
                  <a:pt x="1652873" y="51618"/>
                  <a:pt x="1650339" y="56338"/>
                </a:cubicBezTo>
                <a:cubicBezTo>
                  <a:pt x="1647805" y="61057"/>
                  <a:pt x="1646538" y="67864"/>
                  <a:pt x="1646538" y="76756"/>
                </a:cubicBezTo>
                <a:lnTo>
                  <a:pt x="1646538" y="115954"/>
                </a:lnTo>
                <a:lnTo>
                  <a:pt x="1623809" y="115954"/>
                </a:lnTo>
                <a:lnTo>
                  <a:pt x="1623809" y="32640"/>
                </a:lnTo>
                <a:lnTo>
                  <a:pt x="1641173" y="32640"/>
                </a:lnTo>
                <a:lnTo>
                  <a:pt x="1644228" y="43297"/>
                </a:lnTo>
                <a:lnTo>
                  <a:pt x="1645495" y="43297"/>
                </a:lnTo>
                <a:cubicBezTo>
                  <a:pt x="1647284" y="40415"/>
                  <a:pt x="1649494" y="38080"/>
                  <a:pt x="1652127" y="36292"/>
                </a:cubicBezTo>
                <a:cubicBezTo>
                  <a:pt x="1654810" y="34503"/>
                  <a:pt x="1657766" y="33187"/>
                  <a:pt x="1660995" y="32342"/>
                </a:cubicBezTo>
                <a:cubicBezTo>
                  <a:pt x="1664274" y="31497"/>
                  <a:pt x="1667653" y="31075"/>
                  <a:pt x="1671130" y="31075"/>
                </a:cubicBezTo>
                <a:close/>
                <a:moveTo>
                  <a:pt x="1751836" y="115954"/>
                </a:moveTo>
                <a:close/>
                <a:moveTo>
                  <a:pt x="1811677" y="115954"/>
                </a:moveTo>
                <a:lnTo>
                  <a:pt x="1785445" y="30479"/>
                </a:lnTo>
                <a:lnTo>
                  <a:pt x="1784774" y="30479"/>
                </a:lnTo>
                <a:cubicBezTo>
                  <a:pt x="1784874" y="32516"/>
                  <a:pt x="1785023" y="35596"/>
                  <a:pt x="1785222" y="39720"/>
                </a:cubicBezTo>
                <a:cubicBezTo>
                  <a:pt x="1785470" y="43793"/>
                  <a:pt x="1785694" y="48140"/>
                  <a:pt x="1785892" y="52761"/>
                </a:cubicBezTo>
                <a:cubicBezTo>
                  <a:pt x="1786091" y="57381"/>
                  <a:pt x="1786190" y="61554"/>
                  <a:pt x="1786190" y="65280"/>
                </a:cubicBezTo>
                <a:lnTo>
                  <a:pt x="1786190" y="115954"/>
                </a:lnTo>
                <a:lnTo>
                  <a:pt x="1765548" y="115954"/>
                </a:lnTo>
                <a:lnTo>
                  <a:pt x="1765548" y="7005"/>
                </a:lnTo>
                <a:lnTo>
                  <a:pt x="1796996" y="7005"/>
                </a:lnTo>
                <a:lnTo>
                  <a:pt x="1822780" y="90319"/>
                </a:lnTo>
                <a:lnTo>
                  <a:pt x="1823227" y="90319"/>
                </a:lnTo>
                <a:lnTo>
                  <a:pt x="1850576" y="7005"/>
                </a:lnTo>
                <a:lnTo>
                  <a:pt x="1882024" y="7005"/>
                </a:lnTo>
                <a:lnTo>
                  <a:pt x="1882024" y="115954"/>
                </a:lnTo>
                <a:lnTo>
                  <a:pt x="1860488" y="115954"/>
                </a:lnTo>
                <a:lnTo>
                  <a:pt x="1860488" y="64386"/>
                </a:lnTo>
                <a:cubicBezTo>
                  <a:pt x="1860488" y="60958"/>
                  <a:pt x="1860537" y="57008"/>
                  <a:pt x="1860637" y="52537"/>
                </a:cubicBezTo>
                <a:cubicBezTo>
                  <a:pt x="1860786" y="48066"/>
                  <a:pt x="1860960" y="43818"/>
                  <a:pt x="1861158" y="39794"/>
                </a:cubicBezTo>
                <a:cubicBezTo>
                  <a:pt x="1861357" y="35720"/>
                  <a:pt x="1861506" y="32665"/>
                  <a:pt x="1861605" y="30628"/>
                </a:cubicBezTo>
                <a:lnTo>
                  <a:pt x="1860935" y="30628"/>
                </a:lnTo>
                <a:lnTo>
                  <a:pt x="1832840" y="115954"/>
                </a:lnTo>
                <a:lnTo>
                  <a:pt x="1811677" y="115954"/>
                </a:lnTo>
                <a:close/>
                <a:moveTo>
                  <a:pt x="1895811" y="115954"/>
                </a:moveTo>
                <a:close/>
                <a:moveTo>
                  <a:pt x="1941864" y="30926"/>
                </a:moveTo>
                <a:cubicBezTo>
                  <a:pt x="1953043" y="30926"/>
                  <a:pt x="1961612" y="33361"/>
                  <a:pt x="1967574" y="38229"/>
                </a:cubicBezTo>
                <a:cubicBezTo>
                  <a:pt x="1973536" y="43098"/>
                  <a:pt x="1976517" y="50500"/>
                  <a:pt x="1976517" y="60436"/>
                </a:cubicBezTo>
                <a:lnTo>
                  <a:pt x="1976517" y="115954"/>
                </a:lnTo>
                <a:lnTo>
                  <a:pt x="1960644" y="115954"/>
                </a:lnTo>
                <a:lnTo>
                  <a:pt x="1956247" y="104627"/>
                </a:lnTo>
                <a:lnTo>
                  <a:pt x="1955651" y="104627"/>
                </a:lnTo>
                <a:cubicBezTo>
                  <a:pt x="1953266" y="107608"/>
                  <a:pt x="1950832" y="110042"/>
                  <a:pt x="1948348" y="111930"/>
                </a:cubicBezTo>
                <a:cubicBezTo>
                  <a:pt x="1945864" y="113818"/>
                  <a:pt x="1943007" y="115209"/>
                  <a:pt x="1939778" y="116103"/>
                </a:cubicBezTo>
                <a:cubicBezTo>
                  <a:pt x="1936549" y="116998"/>
                  <a:pt x="1932624" y="117445"/>
                  <a:pt x="1928004" y="117445"/>
                </a:cubicBezTo>
                <a:cubicBezTo>
                  <a:pt x="1923085" y="117445"/>
                  <a:pt x="1918664" y="116501"/>
                  <a:pt x="1914739" y="114613"/>
                </a:cubicBezTo>
                <a:cubicBezTo>
                  <a:pt x="1910864" y="112725"/>
                  <a:pt x="1907808" y="109844"/>
                  <a:pt x="1905573" y="105969"/>
                </a:cubicBezTo>
                <a:cubicBezTo>
                  <a:pt x="1903337" y="102044"/>
                  <a:pt x="1902219" y="97076"/>
                  <a:pt x="1902219" y="91064"/>
                </a:cubicBezTo>
                <a:cubicBezTo>
                  <a:pt x="1902219" y="82221"/>
                  <a:pt x="1905324" y="75713"/>
                  <a:pt x="1911534" y="71540"/>
                </a:cubicBezTo>
                <a:cubicBezTo>
                  <a:pt x="1917744" y="67317"/>
                  <a:pt x="1927060" y="64982"/>
                  <a:pt x="1939480" y="64535"/>
                </a:cubicBezTo>
                <a:lnTo>
                  <a:pt x="1953937" y="64088"/>
                </a:lnTo>
                <a:lnTo>
                  <a:pt x="1953937" y="60436"/>
                </a:lnTo>
                <a:cubicBezTo>
                  <a:pt x="1953937" y="56065"/>
                  <a:pt x="1952794" y="52860"/>
                  <a:pt x="1950509" y="50823"/>
                </a:cubicBezTo>
                <a:cubicBezTo>
                  <a:pt x="1948224" y="48786"/>
                  <a:pt x="1945044" y="47768"/>
                  <a:pt x="1940970" y="47768"/>
                </a:cubicBezTo>
                <a:cubicBezTo>
                  <a:pt x="1936946" y="47768"/>
                  <a:pt x="1932996" y="48339"/>
                  <a:pt x="1929121" y="49482"/>
                </a:cubicBezTo>
                <a:cubicBezTo>
                  <a:pt x="1925246" y="50624"/>
                  <a:pt x="1921371" y="52065"/>
                  <a:pt x="1917496" y="53804"/>
                </a:cubicBezTo>
                <a:lnTo>
                  <a:pt x="1909970" y="38453"/>
                </a:lnTo>
                <a:cubicBezTo>
                  <a:pt x="1914391" y="36118"/>
                  <a:pt x="1919334" y="34280"/>
                  <a:pt x="1924799" y="32938"/>
                </a:cubicBezTo>
                <a:cubicBezTo>
                  <a:pt x="1930314" y="31597"/>
                  <a:pt x="1936002" y="30926"/>
                  <a:pt x="1941864" y="30926"/>
                </a:cubicBezTo>
                <a:close/>
                <a:moveTo>
                  <a:pt x="1953937" y="77353"/>
                </a:moveTo>
                <a:lnTo>
                  <a:pt x="1945143" y="77651"/>
                </a:lnTo>
                <a:cubicBezTo>
                  <a:pt x="1937791" y="77849"/>
                  <a:pt x="1932674" y="79166"/>
                  <a:pt x="1929792" y="81600"/>
                </a:cubicBezTo>
                <a:cubicBezTo>
                  <a:pt x="1926960" y="84035"/>
                  <a:pt x="1925544" y="87239"/>
                  <a:pt x="1925544" y="91214"/>
                </a:cubicBezTo>
                <a:cubicBezTo>
                  <a:pt x="1925544" y="94691"/>
                  <a:pt x="1926563" y="97175"/>
                  <a:pt x="1928600" y="98666"/>
                </a:cubicBezTo>
                <a:cubicBezTo>
                  <a:pt x="1930637" y="100106"/>
                  <a:pt x="1933295" y="100827"/>
                  <a:pt x="1936573" y="100827"/>
                </a:cubicBezTo>
                <a:cubicBezTo>
                  <a:pt x="1941442" y="100827"/>
                  <a:pt x="1945541" y="99386"/>
                  <a:pt x="1948869" y="96505"/>
                </a:cubicBezTo>
                <a:cubicBezTo>
                  <a:pt x="1952248" y="93623"/>
                  <a:pt x="1953937" y="89524"/>
                  <a:pt x="1953937" y="84209"/>
                </a:cubicBezTo>
                <a:lnTo>
                  <a:pt x="1953937" y="77353"/>
                </a:lnTo>
                <a:close/>
                <a:moveTo>
                  <a:pt x="1988067" y="115954"/>
                </a:moveTo>
                <a:close/>
                <a:moveTo>
                  <a:pt x="2058117" y="91214"/>
                </a:moveTo>
                <a:cubicBezTo>
                  <a:pt x="2058117" y="96877"/>
                  <a:pt x="2056776" y="101671"/>
                  <a:pt x="2054093" y="105596"/>
                </a:cubicBezTo>
                <a:cubicBezTo>
                  <a:pt x="2051460" y="109471"/>
                  <a:pt x="2047510" y="112427"/>
                  <a:pt x="2042244" y="114464"/>
                </a:cubicBezTo>
                <a:cubicBezTo>
                  <a:pt x="2036978" y="116451"/>
                  <a:pt x="2030420" y="117445"/>
                  <a:pt x="2022571" y="117445"/>
                </a:cubicBezTo>
                <a:cubicBezTo>
                  <a:pt x="2016758" y="117445"/>
                  <a:pt x="2011765" y="117072"/>
                  <a:pt x="2007592" y="116327"/>
                </a:cubicBezTo>
                <a:cubicBezTo>
                  <a:pt x="2003468" y="115582"/>
                  <a:pt x="1999295" y="114340"/>
                  <a:pt x="1995072" y="112601"/>
                </a:cubicBezTo>
                <a:lnTo>
                  <a:pt x="1995072" y="93822"/>
                </a:lnTo>
                <a:cubicBezTo>
                  <a:pt x="1999593" y="95859"/>
                  <a:pt x="2004437" y="97548"/>
                  <a:pt x="2009604" y="98889"/>
                </a:cubicBezTo>
                <a:cubicBezTo>
                  <a:pt x="2014820" y="100181"/>
                  <a:pt x="2019391" y="100827"/>
                  <a:pt x="2023316" y="100827"/>
                </a:cubicBezTo>
                <a:cubicBezTo>
                  <a:pt x="2027737" y="100827"/>
                  <a:pt x="2030892" y="100181"/>
                  <a:pt x="2032780" y="98889"/>
                </a:cubicBezTo>
                <a:cubicBezTo>
                  <a:pt x="2034717" y="97548"/>
                  <a:pt x="2035686" y="95809"/>
                  <a:pt x="2035686" y="93673"/>
                </a:cubicBezTo>
                <a:cubicBezTo>
                  <a:pt x="2035686" y="92282"/>
                  <a:pt x="2035289" y="91040"/>
                  <a:pt x="2034494" y="89947"/>
                </a:cubicBezTo>
                <a:cubicBezTo>
                  <a:pt x="2033749" y="88804"/>
                  <a:pt x="2032109" y="87537"/>
                  <a:pt x="2029575" y="86146"/>
                </a:cubicBezTo>
                <a:cubicBezTo>
                  <a:pt x="2027042" y="84705"/>
                  <a:pt x="2023067" y="82842"/>
                  <a:pt x="2017652" y="80557"/>
                </a:cubicBezTo>
                <a:cubicBezTo>
                  <a:pt x="2012436" y="78371"/>
                  <a:pt x="2008138" y="76160"/>
                  <a:pt x="2004760" y="73925"/>
                </a:cubicBezTo>
                <a:cubicBezTo>
                  <a:pt x="2001431" y="71689"/>
                  <a:pt x="1998947" y="69056"/>
                  <a:pt x="1997308" y="66025"/>
                </a:cubicBezTo>
                <a:cubicBezTo>
                  <a:pt x="1995718" y="62945"/>
                  <a:pt x="1994923" y="59045"/>
                  <a:pt x="1994923" y="54326"/>
                </a:cubicBezTo>
                <a:cubicBezTo>
                  <a:pt x="1994923" y="46625"/>
                  <a:pt x="1997904" y="40837"/>
                  <a:pt x="2003866" y="36962"/>
                </a:cubicBezTo>
                <a:cubicBezTo>
                  <a:pt x="2009877" y="33038"/>
                  <a:pt x="2017900" y="31075"/>
                  <a:pt x="2027936" y="31075"/>
                </a:cubicBezTo>
                <a:cubicBezTo>
                  <a:pt x="2033103" y="31075"/>
                  <a:pt x="2038021" y="31597"/>
                  <a:pt x="2042691" y="32640"/>
                </a:cubicBezTo>
                <a:cubicBezTo>
                  <a:pt x="2047411" y="33683"/>
                  <a:pt x="2052255" y="35348"/>
                  <a:pt x="2057223" y="37633"/>
                </a:cubicBezTo>
                <a:lnTo>
                  <a:pt x="2050367" y="54028"/>
                </a:lnTo>
                <a:cubicBezTo>
                  <a:pt x="2046243" y="52239"/>
                  <a:pt x="2042343" y="50774"/>
                  <a:pt x="2038667" y="49631"/>
                </a:cubicBezTo>
                <a:cubicBezTo>
                  <a:pt x="2035040" y="48488"/>
                  <a:pt x="2031339" y="47917"/>
                  <a:pt x="2027563" y="47917"/>
                </a:cubicBezTo>
                <a:cubicBezTo>
                  <a:pt x="2024235" y="47917"/>
                  <a:pt x="2021726" y="48364"/>
                  <a:pt x="2020037" y="49258"/>
                </a:cubicBezTo>
                <a:cubicBezTo>
                  <a:pt x="2018348" y="50153"/>
                  <a:pt x="2017503" y="51519"/>
                  <a:pt x="2017503" y="53357"/>
                </a:cubicBezTo>
                <a:cubicBezTo>
                  <a:pt x="2017503" y="54698"/>
                  <a:pt x="2017925" y="55891"/>
                  <a:pt x="2018770" y="56934"/>
                </a:cubicBezTo>
                <a:cubicBezTo>
                  <a:pt x="2019664" y="57977"/>
                  <a:pt x="2021353" y="59145"/>
                  <a:pt x="2023837" y="60436"/>
                </a:cubicBezTo>
                <a:cubicBezTo>
                  <a:pt x="2026371" y="61678"/>
                  <a:pt x="2030072" y="63293"/>
                  <a:pt x="2034941" y="65280"/>
                </a:cubicBezTo>
                <a:cubicBezTo>
                  <a:pt x="2039661" y="67218"/>
                  <a:pt x="2043759" y="69255"/>
                  <a:pt x="2047237" y="71391"/>
                </a:cubicBezTo>
                <a:cubicBezTo>
                  <a:pt x="2050715" y="73478"/>
                  <a:pt x="2053397" y="76086"/>
                  <a:pt x="2055285" y="79216"/>
                </a:cubicBezTo>
                <a:cubicBezTo>
                  <a:pt x="2057173" y="82296"/>
                  <a:pt x="2058117" y="86295"/>
                  <a:pt x="2058117" y="91214"/>
                </a:cubicBezTo>
                <a:close/>
                <a:moveTo>
                  <a:pt x="2063930" y="115954"/>
                </a:moveTo>
                <a:close/>
                <a:moveTo>
                  <a:pt x="2098582" y="0"/>
                </a:moveTo>
                <a:lnTo>
                  <a:pt x="2098582" y="51867"/>
                </a:lnTo>
                <a:cubicBezTo>
                  <a:pt x="2098582" y="54996"/>
                  <a:pt x="2098458" y="58126"/>
                  <a:pt x="2098209" y="61256"/>
                </a:cubicBezTo>
                <a:cubicBezTo>
                  <a:pt x="2097961" y="64386"/>
                  <a:pt x="2097688" y="67516"/>
                  <a:pt x="2097389" y="70646"/>
                </a:cubicBezTo>
                <a:lnTo>
                  <a:pt x="2097688" y="70646"/>
                </a:lnTo>
                <a:cubicBezTo>
                  <a:pt x="2099228" y="68460"/>
                  <a:pt x="2100793" y="66299"/>
                  <a:pt x="2102382" y="64162"/>
                </a:cubicBezTo>
                <a:cubicBezTo>
                  <a:pt x="2104022" y="62026"/>
                  <a:pt x="2105761" y="59964"/>
                  <a:pt x="2107599" y="57977"/>
                </a:cubicBezTo>
                <a:lnTo>
                  <a:pt x="2130924" y="32640"/>
                </a:lnTo>
                <a:lnTo>
                  <a:pt x="2156559" y="32640"/>
                </a:lnTo>
                <a:lnTo>
                  <a:pt x="2123472" y="68783"/>
                </a:lnTo>
                <a:lnTo>
                  <a:pt x="2158571" y="115954"/>
                </a:lnTo>
                <a:lnTo>
                  <a:pt x="2132340" y="115954"/>
                </a:lnTo>
                <a:lnTo>
                  <a:pt x="2108344" y="82196"/>
                </a:lnTo>
                <a:lnTo>
                  <a:pt x="2098582" y="90021"/>
                </a:lnTo>
                <a:lnTo>
                  <a:pt x="2098582" y="115954"/>
                </a:lnTo>
                <a:lnTo>
                  <a:pt x="2075853" y="115954"/>
                </a:lnTo>
                <a:lnTo>
                  <a:pt x="2075853" y="0"/>
                </a:lnTo>
                <a:lnTo>
                  <a:pt x="20985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5B3072-6D32-4807-B21A-C94573D5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753" y="634695"/>
            <a:ext cx="1017458" cy="127182"/>
          </a:xfrm>
          <a:custGeom xmlns:a="http://schemas.openxmlformats.org/drawingml/2006/main">
            <a:pathLst>
              <a:path w="1017458" h="127182">
                <a:moveTo>
                  <a:pt x="0" y="0"/>
                </a:moveTo>
                <a:lnTo>
                  <a:pt x="1017458" y="0"/>
                </a:lnTo>
                <a:lnTo>
                  <a:pt x="1017458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D49C02-AA55-4A11-8AE8-64551062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394" y="628336"/>
            <a:ext cx="1030176" cy="139900"/>
          </a:xfrm>
          <a:custGeom xmlns:a="http://schemas.openxmlformats.org/drawingml/2006/main">
            <a:pathLst>
              <a:path w="1030176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023817" y="139900"/>
                </a:lnTo>
                <a:lnTo>
                  <a:pt x="1030176" y="139900"/>
                </a:lnTo>
                <a:lnTo>
                  <a:pt x="1030176" y="133541"/>
                </a:lnTo>
                <a:lnTo>
                  <a:pt x="1030176" y="6359"/>
                </a:lnTo>
                <a:lnTo>
                  <a:pt x="1030176" y="0"/>
                </a:lnTo>
                <a:lnTo>
                  <a:pt x="1023817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017458" y="12718"/>
                </a:lnTo>
                <a:lnTo>
                  <a:pt x="1017458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6CC6AB-ADE5-4E69-A49B-2D1191ED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211" y="761877"/>
            <a:ext cx="1017458" cy="127182"/>
          </a:xfrm>
          <a:custGeom xmlns:a="http://schemas.openxmlformats.org/drawingml/2006/main">
            <a:pathLst>
              <a:path w="1017458" h="127182">
                <a:moveTo>
                  <a:pt x="0" y="0"/>
                </a:moveTo>
                <a:lnTo>
                  <a:pt x="1017458" y="0"/>
                </a:lnTo>
                <a:lnTo>
                  <a:pt x="1017458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9D312D-28B4-4423-BA55-F77DE1AF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852" y="755518"/>
            <a:ext cx="1030176" cy="139900"/>
          </a:xfrm>
          <a:custGeom xmlns:a="http://schemas.openxmlformats.org/drawingml/2006/main">
            <a:pathLst>
              <a:path w="1030176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023817" y="139900"/>
                </a:lnTo>
                <a:lnTo>
                  <a:pt x="1030176" y="139900"/>
                </a:lnTo>
                <a:lnTo>
                  <a:pt x="1030176" y="133541"/>
                </a:lnTo>
                <a:lnTo>
                  <a:pt x="1030176" y="6359"/>
                </a:lnTo>
                <a:lnTo>
                  <a:pt x="1030176" y="0"/>
                </a:lnTo>
                <a:lnTo>
                  <a:pt x="1023817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017458" y="12718"/>
                </a:lnTo>
                <a:lnTo>
                  <a:pt x="1017458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6D334F-04F1-4E61-9B3C-73471334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211" y="634695"/>
            <a:ext cx="1017458" cy="127182"/>
          </a:xfrm>
          <a:custGeom xmlns:a="http://schemas.openxmlformats.org/drawingml/2006/main">
            <a:pathLst>
              <a:path w="1017458" h="127182">
                <a:moveTo>
                  <a:pt x="0" y="0"/>
                </a:moveTo>
                <a:lnTo>
                  <a:pt x="1017458" y="0"/>
                </a:lnTo>
                <a:lnTo>
                  <a:pt x="1017458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4AFECB-83BF-4992-AE2E-C119AE80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852" y="628336"/>
            <a:ext cx="1030176" cy="139900"/>
          </a:xfrm>
          <a:custGeom xmlns:a="http://schemas.openxmlformats.org/drawingml/2006/main">
            <a:pathLst>
              <a:path w="1030176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023817" y="139900"/>
                </a:lnTo>
                <a:lnTo>
                  <a:pt x="1030176" y="139900"/>
                </a:lnTo>
                <a:lnTo>
                  <a:pt x="1030176" y="133541"/>
                </a:lnTo>
                <a:lnTo>
                  <a:pt x="1030176" y="6359"/>
                </a:lnTo>
                <a:lnTo>
                  <a:pt x="1030176" y="0"/>
                </a:lnTo>
                <a:lnTo>
                  <a:pt x="1023817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017458" y="12718"/>
                </a:lnTo>
                <a:lnTo>
                  <a:pt x="1017458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AE2D27-DCA0-4F5C-A59A-0DB5EB1C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2669" y="634695"/>
            <a:ext cx="1017458" cy="127182"/>
          </a:xfrm>
          <a:custGeom xmlns:a="http://schemas.openxmlformats.org/drawingml/2006/main">
            <a:pathLst>
              <a:path w="1017458" h="127182">
                <a:moveTo>
                  <a:pt x="0" y="0"/>
                </a:moveTo>
                <a:lnTo>
                  <a:pt x="1017458" y="0"/>
                </a:lnTo>
                <a:lnTo>
                  <a:pt x="1017458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F4C397-DA42-4FA7-9325-3B0CA138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310" y="628336"/>
            <a:ext cx="1030176" cy="139900"/>
          </a:xfrm>
          <a:custGeom xmlns:a="http://schemas.openxmlformats.org/drawingml/2006/main">
            <a:pathLst>
              <a:path w="1030176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023817" y="139900"/>
                </a:lnTo>
                <a:lnTo>
                  <a:pt x="1030176" y="139900"/>
                </a:lnTo>
                <a:lnTo>
                  <a:pt x="1030176" y="133541"/>
                </a:lnTo>
                <a:lnTo>
                  <a:pt x="1030176" y="6359"/>
                </a:lnTo>
                <a:lnTo>
                  <a:pt x="1030176" y="0"/>
                </a:lnTo>
                <a:lnTo>
                  <a:pt x="1023817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017458" y="12718"/>
                </a:lnTo>
                <a:lnTo>
                  <a:pt x="1017458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072745-0B5E-4EC8-9BC3-E02462D0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753" y="507513"/>
            <a:ext cx="1017458" cy="127182"/>
          </a:xfrm>
          <a:custGeom xmlns:a="http://schemas.openxmlformats.org/drawingml/2006/main">
            <a:pathLst>
              <a:path w="1017458" h="127182">
                <a:moveTo>
                  <a:pt x="0" y="0"/>
                </a:moveTo>
                <a:lnTo>
                  <a:pt x="1017458" y="0"/>
                </a:lnTo>
                <a:lnTo>
                  <a:pt x="1017458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9CC78A-E7CA-4834-81BA-6797A15D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394" y="501154"/>
            <a:ext cx="1030176" cy="139900"/>
          </a:xfrm>
          <a:custGeom xmlns:a="http://schemas.openxmlformats.org/drawingml/2006/main">
            <a:pathLst>
              <a:path w="1030176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023817" y="139900"/>
                </a:lnTo>
                <a:lnTo>
                  <a:pt x="1030176" y="139900"/>
                </a:lnTo>
                <a:lnTo>
                  <a:pt x="1030176" y="133541"/>
                </a:lnTo>
                <a:lnTo>
                  <a:pt x="1030176" y="6359"/>
                </a:lnTo>
                <a:lnTo>
                  <a:pt x="1030176" y="0"/>
                </a:lnTo>
                <a:lnTo>
                  <a:pt x="1023817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017458" y="12718"/>
                </a:lnTo>
                <a:lnTo>
                  <a:pt x="1017458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D86094-D57C-4591-866A-D72D9B5A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211" y="507513"/>
            <a:ext cx="1017458" cy="127182"/>
          </a:xfrm>
          <a:custGeom xmlns:a="http://schemas.openxmlformats.org/drawingml/2006/main">
            <a:pathLst>
              <a:path w="1017458" h="127182">
                <a:moveTo>
                  <a:pt x="0" y="0"/>
                </a:moveTo>
                <a:lnTo>
                  <a:pt x="1017458" y="0"/>
                </a:lnTo>
                <a:lnTo>
                  <a:pt x="1017458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65532C-8069-494D-8D40-32AE9254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852" y="501154"/>
            <a:ext cx="1030176" cy="139900"/>
          </a:xfrm>
          <a:custGeom xmlns:a="http://schemas.openxmlformats.org/drawingml/2006/main">
            <a:pathLst>
              <a:path w="1030176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023817" y="139900"/>
                </a:lnTo>
                <a:lnTo>
                  <a:pt x="1030176" y="139900"/>
                </a:lnTo>
                <a:lnTo>
                  <a:pt x="1030176" y="133541"/>
                </a:lnTo>
                <a:lnTo>
                  <a:pt x="1030176" y="6359"/>
                </a:lnTo>
                <a:lnTo>
                  <a:pt x="1030176" y="0"/>
                </a:lnTo>
                <a:lnTo>
                  <a:pt x="1023817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017458" y="12718"/>
                </a:lnTo>
                <a:lnTo>
                  <a:pt x="1017458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E787D4-E153-475A-8CAD-D6A82C29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2669" y="507513"/>
            <a:ext cx="1017458" cy="127182"/>
          </a:xfrm>
          <a:custGeom xmlns:a="http://schemas.openxmlformats.org/drawingml/2006/main">
            <a:pathLst>
              <a:path w="1017458" h="127182">
                <a:moveTo>
                  <a:pt x="0" y="0"/>
                </a:moveTo>
                <a:lnTo>
                  <a:pt x="1017458" y="0"/>
                </a:lnTo>
                <a:lnTo>
                  <a:pt x="1017458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168127-74D6-4F64-9779-690B71CC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310" y="501154"/>
            <a:ext cx="1030176" cy="139900"/>
          </a:xfrm>
          <a:custGeom xmlns:a="http://schemas.openxmlformats.org/drawingml/2006/main">
            <a:pathLst>
              <a:path w="1030176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023817" y="139900"/>
                </a:lnTo>
                <a:lnTo>
                  <a:pt x="1030176" y="139900"/>
                </a:lnTo>
                <a:lnTo>
                  <a:pt x="1030176" y="133541"/>
                </a:lnTo>
                <a:lnTo>
                  <a:pt x="1030176" y="6359"/>
                </a:lnTo>
                <a:lnTo>
                  <a:pt x="1030176" y="0"/>
                </a:lnTo>
                <a:lnTo>
                  <a:pt x="1023817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017458" y="12718"/>
                </a:lnTo>
                <a:lnTo>
                  <a:pt x="1017458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15CACC-8E61-4BB4-9FAD-DE6AF239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3767" y="628336"/>
            <a:ext cx="775812" cy="139900"/>
          </a:xfrm>
          <a:custGeom xmlns:a="http://schemas.openxmlformats.org/drawingml/2006/main">
            <a:pathLst>
              <a:path w="775812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769453" y="139900"/>
                </a:lnTo>
                <a:lnTo>
                  <a:pt x="775812" y="139900"/>
                </a:lnTo>
                <a:lnTo>
                  <a:pt x="775812" y="133541"/>
                </a:lnTo>
                <a:lnTo>
                  <a:pt x="775812" y="6359"/>
                </a:lnTo>
                <a:lnTo>
                  <a:pt x="775812" y="0"/>
                </a:lnTo>
                <a:lnTo>
                  <a:pt x="769453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763094" y="12718"/>
                </a:lnTo>
                <a:lnTo>
                  <a:pt x="763094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05A223-937A-4A94-ADB1-A130056E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753" y="889060"/>
            <a:ext cx="1017458" cy="127182"/>
          </a:xfrm>
          <a:custGeom xmlns:a="http://schemas.openxmlformats.org/drawingml/2006/main">
            <a:pathLst>
              <a:path w="1017458" h="127182">
                <a:moveTo>
                  <a:pt x="0" y="0"/>
                </a:moveTo>
                <a:lnTo>
                  <a:pt x="1017458" y="0"/>
                </a:lnTo>
                <a:lnTo>
                  <a:pt x="1017458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ABDA97-ACB1-40A9-A071-4C8B8974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394" y="882700"/>
            <a:ext cx="1030176" cy="139900"/>
          </a:xfrm>
          <a:custGeom xmlns:a="http://schemas.openxmlformats.org/drawingml/2006/main">
            <a:pathLst>
              <a:path w="1030176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023817" y="139900"/>
                </a:lnTo>
                <a:lnTo>
                  <a:pt x="1030176" y="139900"/>
                </a:lnTo>
                <a:lnTo>
                  <a:pt x="1030176" y="133541"/>
                </a:lnTo>
                <a:lnTo>
                  <a:pt x="1030176" y="6359"/>
                </a:lnTo>
                <a:lnTo>
                  <a:pt x="1030176" y="0"/>
                </a:lnTo>
                <a:lnTo>
                  <a:pt x="1023817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017458" y="12718"/>
                </a:lnTo>
                <a:lnTo>
                  <a:pt x="1017458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7657BE-79C8-4FB1-BBB2-3210CE6E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211" y="889060"/>
            <a:ext cx="1017458" cy="127182"/>
          </a:xfrm>
          <a:custGeom xmlns:a="http://schemas.openxmlformats.org/drawingml/2006/main">
            <a:pathLst>
              <a:path w="1017458" h="127182">
                <a:moveTo>
                  <a:pt x="0" y="0"/>
                </a:moveTo>
                <a:lnTo>
                  <a:pt x="1017458" y="0"/>
                </a:lnTo>
                <a:lnTo>
                  <a:pt x="1017458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84E590-4303-4B4F-A6E8-5F3AC42A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852" y="882700"/>
            <a:ext cx="1030176" cy="139900"/>
          </a:xfrm>
          <a:custGeom xmlns:a="http://schemas.openxmlformats.org/drawingml/2006/main">
            <a:pathLst>
              <a:path w="1030176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023817" y="139900"/>
                </a:lnTo>
                <a:lnTo>
                  <a:pt x="1030176" y="139900"/>
                </a:lnTo>
                <a:lnTo>
                  <a:pt x="1030176" y="133541"/>
                </a:lnTo>
                <a:lnTo>
                  <a:pt x="1030176" y="6359"/>
                </a:lnTo>
                <a:lnTo>
                  <a:pt x="1030176" y="0"/>
                </a:lnTo>
                <a:lnTo>
                  <a:pt x="1023817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017458" y="12718"/>
                </a:lnTo>
                <a:lnTo>
                  <a:pt x="1017458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4953E9-2145-4146-9D74-D8EEFACD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2669" y="889060"/>
            <a:ext cx="1017458" cy="127182"/>
          </a:xfrm>
          <a:custGeom xmlns:a="http://schemas.openxmlformats.org/drawingml/2006/main">
            <a:pathLst>
              <a:path w="1017458" h="127182">
                <a:moveTo>
                  <a:pt x="0" y="0"/>
                </a:moveTo>
                <a:lnTo>
                  <a:pt x="1017458" y="0"/>
                </a:lnTo>
                <a:lnTo>
                  <a:pt x="1017458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6FB784-157C-4586-84CE-DBF86702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310" y="882700"/>
            <a:ext cx="1030176" cy="139900"/>
          </a:xfrm>
          <a:custGeom xmlns:a="http://schemas.openxmlformats.org/drawingml/2006/main">
            <a:pathLst>
              <a:path w="1030176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023817" y="139900"/>
                </a:lnTo>
                <a:lnTo>
                  <a:pt x="1030176" y="139900"/>
                </a:lnTo>
                <a:lnTo>
                  <a:pt x="1030176" y="133541"/>
                </a:lnTo>
                <a:lnTo>
                  <a:pt x="1030176" y="6359"/>
                </a:lnTo>
                <a:lnTo>
                  <a:pt x="1030176" y="0"/>
                </a:lnTo>
                <a:lnTo>
                  <a:pt x="1023817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017458" y="12718"/>
                </a:lnTo>
                <a:lnTo>
                  <a:pt x="1017458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730279-41B0-4BBB-B4E7-F40545BA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126" y="889060"/>
            <a:ext cx="1017458" cy="127182"/>
          </a:xfrm>
          <a:custGeom xmlns:a="http://schemas.openxmlformats.org/drawingml/2006/main">
            <a:pathLst>
              <a:path w="1017458" h="127182">
                <a:moveTo>
                  <a:pt x="0" y="0"/>
                </a:moveTo>
                <a:lnTo>
                  <a:pt x="1017458" y="0"/>
                </a:lnTo>
                <a:lnTo>
                  <a:pt x="1017458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CF5CEE-99C8-4441-BB04-E1B0560A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3767" y="882700"/>
            <a:ext cx="1030176" cy="139900"/>
          </a:xfrm>
          <a:custGeom xmlns:a="http://schemas.openxmlformats.org/drawingml/2006/main">
            <a:pathLst>
              <a:path w="1030176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023817" y="139900"/>
                </a:lnTo>
                <a:lnTo>
                  <a:pt x="1030176" y="139900"/>
                </a:lnTo>
                <a:lnTo>
                  <a:pt x="1030176" y="133541"/>
                </a:lnTo>
                <a:lnTo>
                  <a:pt x="1030176" y="6359"/>
                </a:lnTo>
                <a:lnTo>
                  <a:pt x="1030176" y="0"/>
                </a:lnTo>
                <a:lnTo>
                  <a:pt x="1023817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017458" y="12718"/>
                </a:lnTo>
                <a:lnTo>
                  <a:pt x="1017458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0FFD3C-8A83-4648-9D20-8CE4F21C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753" y="761877"/>
            <a:ext cx="1017458" cy="127182"/>
          </a:xfrm>
          <a:custGeom xmlns:a="http://schemas.openxmlformats.org/drawingml/2006/main">
            <a:pathLst>
              <a:path w="1017458" h="127182">
                <a:moveTo>
                  <a:pt x="0" y="0"/>
                </a:moveTo>
                <a:lnTo>
                  <a:pt x="1017458" y="0"/>
                </a:lnTo>
                <a:lnTo>
                  <a:pt x="1017458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4C3690-1914-47BD-B908-37309E3E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394" y="755518"/>
            <a:ext cx="1030176" cy="139900"/>
          </a:xfrm>
          <a:custGeom xmlns:a="http://schemas.openxmlformats.org/drawingml/2006/main">
            <a:pathLst>
              <a:path w="1030176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023817" y="139900"/>
                </a:lnTo>
                <a:lnTo>
                  <a:pt x="1030176" y="139900"/>
                </a:lnTo>
                <a:lnTo>
                  <a:pt x="1030176" y="133541"/>
                </a:lnTo>
                <a:lnTo>
                  <a:pt x="1030176" y="6359"/>
                </a:lnTo>
                <a:lnTo>
                  <a:pt x="1030176" y="0"/>
                </a:lnTo>
                <a:lnTo>
                  <a:pt x="1023817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017458" y="12718"/>
                </a:lnTo>
                <a:lnTo>
                  <a:pt x="1017458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D6FD2A-4E3B-48A8-BDD5-E1A37505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2669" y="761877"/>
            <a:ext cx="1017458" cy="127182"/>
          </a:xfrm>
          <a:custGeom xmlns:a="http://schemas.openxmlformats.org/drawingml/2006/main">
            <a:pathLst>
              <a:path w="1017458" h="127182">
                <a:moveTo>
                  <a:pt x="0" y="0"/>
                </a:moveTo>
                <a:lnTo>
                  <a:pt x="1017458" y="0"/>
                </a:lnTo>
                <a:lnTo>
                  <a:pt x="1017458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A03C61-2776-4FB4-A44F-055A836D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310" y="755518"/>
            <a:ext cx="1030176" cy="139900"/>
          </a:xfrm>
          <a:custGeom xmlns:a="http://schemas.openxmlformats.org/drawingml/2006/main">
            <a:pathLst>
              <a:path w="1030176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023817" y="139900"/>
                </a:lnTo>
                <a:lnTo>
                  <a:pt x="1030176" y="139900"/>
                </a:lnTo>
                <a:lnTo>
                  <a:pt x="1030176" y="133541"/>
                </a:lnTo>
                <a:lnTo>
                  <a:pt x="1030176" y="6359"/>
                </a:lnTo>
                <a:lnTo>
                  <a:pt x="1030176" y="0"/>
                </a:lnTo>
                <a:lnTo>
                  <a:pt x="1023817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017458" y="12718"/>
                </a:lnTo>
                <a:lnTo>
                  <a:pt x="1017458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1064D-70CC-488C-ACE1-314B2562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127" y="507513"/>
            <a:ext cx="635911" cy="127182"/>
          </a:xfrm>
          <a:custGeom xmlns:a="http://schemas.openxmlformats.org/drawingml/2006/main">
            <a:pathLst>
              <a:path w="635911" h="127182">
                <a:moveTo>
                  <a:pt x="0" y="0"/>
                </a:moveTo>
                <a:lnTo>
                  <a:pt x="635911" y="0"/>
                </a:lnTo>
                <a:lnTo>
                  <a:pt x="635911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F82AD6-95FC-4F98-B8AA-FB05AB55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3768" y="501154"/>
            <a:ext cx="648630" cy="139900"/>
          </a:xfrm>
          <a:custGeom xmlns:a="http://schemas.openxmlformats.org/drawingml/2006/main">
            <a:pathLst>
              <a:path w="64863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642270" y="139900"/>
                </a:lnTo>
                <a:lnTo>
                  <a:pt x="648630" y="139900"/>
                </a:lnTo>
                <a:lnTo>
                  <a:pt x="648630" y="133541"/>
                </a:lnTo>
                <a:lnTo>
                  <a:pt x="648630" y="6359"/>
                </a:lnTo>
                <a:lnTo>
                  <a:pt x="648630" y="0"/>
                </a:lnTo>
                <a:lnTo>
                  <a:pt x="642270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635911" y="12718"/>
                </a:lnTo>
                <a:lnTo>
                  <a:pt x="635911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8139AF-4D5C-4E66-B287-F35FBD2B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3767" y="755518"/>
            <a:ext cx="902994" cy="139900"/>
          </a:xfrm>
          <a:custGeom xmlns:a="http://schemas.openxmlformats.org/drawingml/2006/main">
            <a:pathLst>
              <a:path w="902994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896635" y="139900"/>
                </a:lnTo>
                <a:lnTo>
                  <a:pt x="902994" y="139900"/>
                </a:lnTo>
                <a:lnTo>
                  <a:pt x="902994" y="133541"/>
                </a:lnTo>
                <a:lnTo>
                  <a:pt x="902994" y="6359"/>
                </a:lnTo>
                <a:lnTo>
                  <a:pt x="902994" y="0"/>
                </a:lnTo>
                <a:lnTo>
                  <a:pt x="896635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890276" y="12718"/>
                </a:lnTo>
                <a:lnTo>
                  <a:pt x="890276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8713B5-A27B-4AB5-B88F-A2F32078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006" y="2947922"/>
            <a:ext cx="1729480" cy="152619"/>
          </a:xfrm>
          <a:custGeom xmlns:a="http://schemas.openxmlformats.org/drawingml/2006/main">
            <a:pathLst>
              <a:path w="1729480" h="152619">
                <a:moveTo>
                  <a:pt x="0" y="115954"/>
                </a:moveTo>
                <a:close/>
                <a:moveTo>
                  <a:pt x="78023" y="85699"/>
                </a:moveTo>
                <a:cubicBezTo>
                  <a:pt x="78023" y="92157"/>
                  <a:pt x="76458" y="97771"/>
                  <a:pt x="73329" y="102541"/>
                </a:cubicBezTo>
                <a:cubicBezTo>
                  <a:pt x="70199" y="107310"/>
                  <a:pt x="65628" y="110986"/>
                  <a:pt x="59617" y="113570"/>
                </a:cubicBezTo>
                <a:cubicBezTo>
                  <a:pt x="53655" y="116153"/>
                  <a:pt x="46402" y="117445"/>
                  <a:pt x="37857" y="117445"/>
                </a:cubicBezTo>
                <a:cubicBezTo>
                  <a:pt x="34081" y="117445"/>
                  <a:pt x="30380" y="117196"/>
                  <a:pt x="26753" y="116700"/>
                </a:cubicBezTo>
                <a:cubicBezTo>
                  <a:pt x="23176" y="116203"/>
                  <a:pt x="19723" y="115482"/>
                  <a:pt x="16395" y="114539"/>
                </a:cubicBezTo>
                <a:cubicBezTo>
                  <a:pt x="13116" y="113545"/>
                  <a:pt x="9986" y="112328"/>
                  <a:pt x="7005" y="110887"/>
                </a:cubicBezTo>
                <a:lnTo>
                  <a:pt x="7005" y="89425"/>
                </a:lnTo>
                <a:cubicBezTo>
                  <a:pt x="12172" y="91710"/>
                  <a:pt x="17537" y="93772"/>
                  <a:pt x="23101" y="95610"/>
                </a:cubicBezTo>
                <a:cubicBezTo>
                  <a:pt x="28666" y="97448"/>
                  <a:pt x="34180" y="98368"/>
                  <a:pt x="39645" y="98368"/>
                </a:cubicBezTo>
                <a:cubicBezTo>
                  <a:pt x="43421" y="98368"/>
                  <a:pt x="46451" y="97871"/>
                  <a:pt x="48737" y="96877"/>
                </a:cubicBezTo>
                <a:cubicBezTo>
                  <a:pt x="51072" y="95883"/>
                  <a:pt x="52761" y="94517"/>
                  <a:pt x="53804" y="92778"/>
                </a:cubicBezTo>
                <a:cubicBezTo>
                  <a:pt x="54847" y="91040"/>
                  <a:pt x="55369" y="89052"/>
                  <a:pt x="55369" y="86817"/>
                </a:cubicBezTo>
                <a:cubicBezTo>
                  <a:pt x="55369" y="84084"/>
                  <a:pt x="54450" y="81749"/>
                  <a:pt x="52612" y="79812"/>
                </a:cubicBezTo>
                <a:cubicBezTo>
                  <a:pt x="50774" y="77874"/>
                  <a:pt x="48240" y="76061"/>
                  <a:pt x="45011" y="74372"/>
                </a:cubicBezTo>
                <a:cubicBezTo>
                  <a:pt x="41831" y="72683"/>
                  <a:pt x="38229" y="70869"/>
                  <a:pt x="34205" y="68932"/>
                </a:cubicBezTo>
                <a:cubicBezTo>
                  <a:pt x="31671" y="67739"/>
                  <a:pt x="28914" y="66299"/>
                  <a:pt x="25933" y="64610"/>
                </a:cubicBezTo>
                <a:cubicBezTo>
                  <a:pt x="22952" y="62871"/>
                  <a:pt x="20121" y="60759"/>
                  <a:pt x="17438" y="58275"/>
                </a:cubicBezTo>
                <a:cubicBezTo>
                  <a:pt x="14755" y="55791"/>
                  <a:pt x="12544" y="52786"/>
                  <a:pt x="10806" y="49258"/>
                </a:cubicBezTo>
                <a:cubicBezTo>
                  <a:pt x="9116" y="45681"/>
                  <a:pt x="8272" y="41409"/>
                  <a:pt x="8272" y="36441"/>
                </a:cubicBezTo>
                <a:cubicBezTo>
                  <a:pt x="8272" y="29933"/>
                  <a:pt x="9762" y="24368"/>
                  <a:pt x="12743" y="19748"/>
                </a:cubicBezTo>
                <a:cubicBezTo>
                  <a:pt x="15724" y="15128"/>
                  <a:pt x="19972" y="11600"/>
                  <a:pt x="25486" y="9166"/>
                </a:cubicBezTo>
                <a:cubicBezTo>
                  <a:pt x="31050" y="6682"/>
                  <a:pt x="37608" y="5440"/>
                  <a:pt x="45160" y="5440"/>
                </a:cubicBezTo>
                <a:cubicBezTo>
                  <a:pt x="50823" y="5440"/>
                  <a:pt x="56214" y="6111"/>
                  <a:pt x="61331" y="7452"/>
                </a:cubicBezTo>
                <a:cubicBezTo>
                  <a:pt x="66497" y="8744"/>
                  <a:pt x="71888" y="10632"/>
                  <a:pt x="77502" y="13116"/>
                </a:cubicBezTo>
                <a:lnTo>
                  <a:pt x="70050" y="31075"/>
                </a:lnTo>
                <a:cubicBezTo>
                  <a:pt x="65032" y="29038"/>
                  <a:pt x="60536" y="27473"/>
                  <a:pt x="56561" y="26380"/>
                </a:cubicBezTo>
                <a:cubicBezTo>
                  <a:pt x="52587" y="25238"/>
                  <a:pt x="48538" y="24666"/>
                  <a:pt x="44414" y="24666"/>
                </a:cubicBezTo>
                <a:cubicBezTo>
                  <a:pt x="41533" y="24666"/>
                  <a:pt x="39074" y="25138"/>
                  <a:pt x="37037" y="26082"/>
                </a:cubicBezTo>
                <a:cubicBezTo>
                  <a:pt x="35000" y="26977"/>
                  <a:pt x="33460" y="28268"/>
                  <a:pt x="32417" y="29957"/>
                </a:cubicBezTo>
                <a:cubicBezTo>
                  <a:pt x="31373" y="31597"/>
                  <a:pt x="30852" y="33510"/>
                  <a:pt x="30852" y="35695"/>
                </a:cubicBezTo>
                <a:cubicBezTo>
                  <a:pt x="30852" y="38279"/>
                  <a:pt x="31597" y="40465"/>
                  <a:pt x="33087" y="42253"/>
                </a:cubicBezTo>
                <a:cubicBezTo>
                  <a:pt x="34627" y="43992"/>
                  <a:pt x="36913" y="45681"/>
                  <a:pt x="39943" y="47321"/>
                </a:cubicBezTo>
                <a:cubicBezTo>
                  <a:pt x="43023" y="48960"/>
                  <a:pt x="46849" y="50873"/>
                  <a:pt x="51419" y="53059"/>
                </a:cubicBezTo>
                <a:cubicBezTo>
                  <a:pt x="56984" y="55692"/>
                  <a:pt x="61728" y="58449"/>
                  <a:pt x="65653" y="61331"/>
                </a:cubicBezTo>
                <a:cubicBezTo>
                  <a:pt x="69627" y="64162"/>
                  <a:pt x="72683" y="67516"/>
                  <a:pt x="74819" y="71391"/>
                </a:cubicBezTo>
                <a:cubicBezTo>
                  <a:pt x="76955" y="75216"/>
                  <a:pt x="78023" y="79986"/>
                  <a:pt x="78023" y="85699"/>
                </a:cubicBezTo>
                <a:close/>
                <a:moveTo>
                  <a:pt x="84060" y="115954"/>
                </a:moveTo>
                <a:close/>
                <a:moveTo>
                  <a:pt x="118712" y="115954"/>
                </a:moveTo>
                <a:lnTo>
                  <a:pt x="95983" y="115954"/>
                </a:lnTo>
                <a:lnTo>
                  <a:pt x="95983" y="0"/>
                </a:lnTo>
                <a:lnTo>
                  <a:pt x="118712" y="0"/>
                </a:lnTo>
                <a:lnTo>
                  <a:pt x="118712" y="115954"/>
                </a:lnTo>
                <a:close/>
                <a:moveTo>
                  <a:pt x="130710" y="115954"/>
                </a:moveTo>
                <a:close/>
                <a:moveTo>
                  <a:pt x="165362" y="32640"/>
                </a:moveTo>
                <a:lnTo>
                  <a:pt x="165362" y="115954"/>
                </a:lnTo>
                <a:lnTo>
                  <a:pt x="142633" y="115954"/>
                </a:lnTo>
                <a:lnTo>
                  <a:pt x="142633" y="32640"/>
                </a:lnTo>
                <a:lnTo>
                  <a:pt x="165362" y="32640"/>
                </a:lnTo>
                <a:close/>
                <a:moveTo>
                  <a:pt x="154035" y="0"/>
                </a:moveTo>
                <a:cubicBezTo>
                  <a:pt x="157413" y="0"/>
                  <a:pt x="160319" y="795"/>
                  <a:pt x="162754" y="2385"/>
                </a:cubicBezTo>
                <a:cubicBezTo>
                  <a:pt x="165188" y="3925"/>
                  <a:pt x="166405" y="6831"/>
                  <a:pt x="166405" y="11104"/>
                </a:cubicBezTo>
                <a:cubicBezTo>
                  <a:pt x="166405" y="15326"/>
                  <a:pt x="165188" y="18258"/>
                  <a:pt x="162754" y="19897"/>
                </a:cubicBezTo>
                <a:cubicBezTo>
                  <a:pt x="160319" y="21487"/>
                  <a:pt x="157413" y="22282"/>
                  <a:pt x="154035" y="22282"/>
                </a:cubicBezTo>
                <a:cubicBezTo>
                  <a:pt x="150607" y="22282"/>
                  <a:pt x="147675" y="21487"/>
                  <a:pt x="145241" y="19897"/>
                </a:cubicBezTo>
                <a:cubicBezTo>
                  <a:pt x="142856" y="18258"/>
                  <a:pt x="141664" y="15326"/>
                  <a:pt x="141664" y="11104"/>
                </a:cubicBezTo>
                <a:cubicBezTo>
                  <a:pt x="141664" y="6831"/>
                  <a:pt x="142856" y="3925"/>
                  <a:pt x="145241" y="2385"/>
                </a:cubicBezTo>
                <a:cubicBezTo>
                  <a:pt x="147675" y="795"/>
                  <a:pt x="150607" y="0"/>
                  <a:pt x="154035" y="0"/>
                </a:cubicBezTo>
                <a:close/>
                <a:moveTo>
                  <a:pt x="177360" y="115954"/>
                </a:moveTo>
                <a:close/>
                <a:moveTo>
                  <a:pt x="215663" y="117445"/>
                </a:moveTo>
                <a:cubicBezTo>
                  <a:pt x="206373" y="117445"/>
                  <a:pt x="198797" y="113818"/>
                  <a:pt x="192934" y="106565"/>
                </a:cubicBezTo>
                <a:cubicBezTo>
                  <a:pt x="187122" y="99262"/>
                  <a:pt x="184216" y="88556"/>
                  <a:pt x="184216" y="74446"/>
                </a:cubicBezTo>
                <a:cubicBezTo>
                  <a:pt x="184216" y="60188"/>
                  <a:pt x="187172" y="49407"/>
                  <a:pt x="193084" y="42104"/>
                </a:cubicBezTo>
                <a:cubicBezTo>
                  <a:pt x="198996" y="34752"/>
                  <a:pt x="206721" y="31075"/>
                  <a:pt x="216260" y="31075"/>
                </a:cubicBezTo>
                <a:cubicBezTo>
                  <a:pt x="220234" y="31075"/>
                  <a:pt x="223736" y="31622"/>
                  <a:pt x="226767" y="32715"/>
                </a:cubicBezTo>
                <a:cubicBezTo>
                  <a:pt x="229797" y="33808"/>
                  <a:pt x="232406" y="35273"/>
                  <a:pt x="234592" y="37111"/>
                </a:cubicBezTo>
                <a:cubicBezTo>
                  <a:pt x="236827" y="38950"/>
                  <a:pt x="238715" y="41011"/>
                  <a:pt x="240255" y="43297"/>
                </a:cubicBezTo>
                <a:lnTo>
                  <a:pt x="241000" y="43297"/>
                </a:lnTo>
                <a:cubicBezTo>
                  <a:pt x="240702" y="41707"/>
                  <a:pt x="240330" y="39372"/>
                  <a:pt x="239883" y="36292"/>
                </a:cubicBezTo>
                <a:cubicBezTo>
                  <a:pt x="239485" y="33162"/>
                  <a:pt x="239286" y="29957"/>
                  <a:pt x="239286" y="26678"/>
                </a:cubicBezTo>
                <a:lnTo>
                  <a:pt x="239286" y="0"/>
                </a:lnTo>
                <a:lnTo>
                  <a:pt x="262090" y="0"/>
                </a:lnTo>
                <a:lnTo>
                  <a:pt x="262090" y="115954"/>
                </a:lnTo>
                <a:lnTo>
                  <a:pt x="244652" y="115954"/>
                </a:lnTo>
                <a:lnTo>
                  <a:pt x="240255" y="105149"/>
                </a:lnTo>
                <a:lnTo>
                  <a:pt x="239286" y="105149"/>
                </a:lnTo>
                <a:cubicBezTo>
                  <a:pt x="237846" y="107434"/>
                  <a:pt x="236032" y="109521"/>
                  <a:pt x="233846" y="111409"/>
                </a:cubicBezTo>
                <a:cubicBezTo>
                  <a:pt x="231710" y="113247"/>
                  <a:pt x="229152" y="114712"/>
                  <a:pt x="226171" y="115805"/>
                </a:cubicBezTo>
                <a:cubicBezTo>
                  <a:pt x="223190" y="116898"/>
                  <a:pt x="219687" y="117445"/>
                  <a:pt x="215663" y="117445"/>
                </a:cubicBezTo>
                <a:close/>
                <a:moveTo>
                  <a:pt x="223637" y="99336"/>
                </a:moveTo>
                <a:cubicBezTo>
                  <a:pt x="229847" y="99336"/>
                  <a:pt x="234219" y="97498"/>
                  <a:pt x="236753" y="93822"/>
                </a:cubicBezTo>
                <a:cubicBezTo>
                  <a:pt x="239336" y="90096"/>
                  <a:pt x="240702" y="84507"/>
                  <a:pt x="240851" y="77055"/>
                </a:cubicBezTo>
                <a:lnTo>
                  <a:pt x="240851" y="74595"/>
                </a:lnTo>
                <a:cubicBezTo>
                  <a:pt x="240851" y="66497"/>
                  <a:pt x="239609" y="60312"/>
                  <a:pt x="237125" y="56040"/>
                </a:cubicBezTo>
                <a:cubicBezTo>
                  <a:pt x="234641" y="51717"/>
                  <a:pt x="230021" y="49556"/>
                  <a:pt x="223264" y="49556"/>
                </a:cubicBezTo>
                <a:cubicBezTo>
                  <a:pt x="218247" y="49556"/>
                  <a:pt x="214322" y="51717"/>
                  <a:pt x="211490" y="56040"/>
                </a:cubicBezTo>
                <a:cubicBezTo>
                  <a:pt x="208658" y="60362"/>
                  <a:pt x="207243" y="66597"/>
                  <a:pt x="207243" y="74744"/>
                </a:cubicBezTo>
                <a:cubicBezTo>
                  <a:pt x="207243" y="82892"/>
                  <a:pt x="208658" y="89028"/>
                  <a:pt x="211490" y="93151"/>
                </a:cubicBezTo>
                <a:cubicBezTo>
                  <a:pt x="214372" y="97275"/>
                  <a:pt x="218421" y="99336"/>
                  <a:pt x="223637" y="99336"/>
                </a:cubicBezTo>
                <a:close/>
                <a:moveTo>
                  <a:pt x="273939" y="115954"/>
                </a:moveTo>
                <a:close/>
                <a:moveTo>
                  <a:pt x="308591" y="32640"/>
                </a:moveTo>
                <a:lnTo>
                  <a:pt x="308591" y="115954"/>
                </a:lnTo>
                <a:lnTo>
                  <a:pt x="285862" y="115954"/>
                </a:lnTo>
                <a:lnTo>
                  <a:pt x="285862" y="32640"/>
                </a:lnTo>
                <a:lnTo>
                  <a:pt x="308591" y="32640"/>
                </a:lnTo>
                <a:close/>
                <a:moveTo>
                  <a:pt x="297264" y="0"/>
                </a:moveTo>
                <a:cubicBezTo>
                  <a:pt x="300642" y="0"/>
                  <a:pt x="303548" y="795"/>
                  <a:pt x="305983" y="2385"/>
                </a:cubicBezTo>
                <a:cubicBezTo>
                  <a:pt x="308417" y="3925"/>
                  <a:pt x="309634" y="6831"/>
                  <a:pt x="309634" y="11104"/>
                </a:cubicBezTo>
                <a:cubicBezTo>
                  <a:pt x="309634" y="15326"/>
                  <a:pt x="308417" y="18258"/>
                  <a:pt x="305983" y="19897"/>
                </a:cubicBezTo>
                <a:cubicBezTo>
                  <a:pt x="303548" y="21487"/>
                  <a:pt x="300642" y="22282"/>
                  <a:pt x="297264" y="22282"/>
                </a:cubicBezTo>
                <a:cubicBezTo>
                  <a:pt x="293836" y="22282"/>
                  <a:pt x="290905" y="21487"/>
                  <a:pt x="288470" y="19897"/>
                </a:cubicBezTo>
                <a:cubicBezTo>
                  <a:pt x="286086" y="18258"/>
                  <a:pt x="284893" y="15326"/>
                  <a:pt x="284893" y="11104"/>
                </a:cubicBezTo>
                <a:cubicBezTo>
                  <a:pt x="284893" y="6831"/>
                  <a:pt x="286086" y="3925"/>
                  <a:pt x="288470" y="2385"/>
                </a:cubicBezTo>
                <a:cubicBezTo>
                  <a:pt x="290905" y="795"/>
                  <a:pt x="293836" y="0"/>
                  <a:pt x="297264" y="0"/>
                </a:cubicBezTo>
                <a:close/>
                <a:moveTo>
                  <a:pt x="320589" y="115954"/>
                </a:moveTo>
                <a:close/>
                <a:moveTo>
                  <a:pt x="379833" y="31075"/>
                </a:moveTo>
                <a:cubicBezTo>
                  <a:pt x="388726" y="31075"/>
                  <a:pt x="395880" y="33510"/>
                  <a:pt x="401295" y="38378"/>
                </a:cubicBezTo>
                <a:cubicBezTo>
                  <a:pt x="406710" y="43197"/>
                  <a:pt x="409418" y="50947"/>
                  <a:pt x="409418" y="61629"/>
                </a:cubicBezTo>
                <a:lnTo>
                  <a:pt x="409418" y="115954"/>
                </a:lnTo>
                <a:lnTo>
                  <a:pt x="386689" y="115954"/>
                </a:lnTo>
                <a:lnTo>
                  <a:pt x="386689" y="67292"/>
                </a:lnTo>
                <a:cubicBezTo>
                  <a:pt x="386689" y="61331"/>
                  <a:pt x="385596" y="56835"/>
                  <a:pt x="383410" y="53804"/>
                </a:cubicBezTo>
                <a:cubicBezTo>
                  <a:pt x="381274" y="50774"/>
                  <a:pt x="377895" y="49258"/>
                  <a:pt x="373275" y="49258"/>
                </a:cubicBezTo>
                <a:cubicBezTo>
                  <a:pt x="366320" y="49258"/>
                  <a:pt x="361575" y="51618"/>
                  <a:pt x="359041" y="56338"/>
                </a:cubicBezTo>
                <a:cubicBezTo>
                  <a:pt x="356508" y="61057"/>
                  <a:pt x="355241" y="67864"/>
                  <a:pt x="355241" y="76756"/>
                </a:cubicBezTo>
                <a:lnTo>
                  <a:pt x="355241" y="115954"/>
                </a:lnTo>
                <a:lnTo>
                  <a:pt x="332512" y="115954"/>
                </a:lnTo>
                <a:lnTo>
                  <a:pt x="332512" y="32640"/>
                </a:lnTo>
                <a:lnTo>
                  <a:pt x="349875" y="32640"/>
                </a:lnTo>
                <a:lnTo>
                  <a:pt x="352931" y="43297"/>
                </a:lnTo>
                <a:lnTo>
                  <a:pt x="354198" y="43297"/>
                </a:lnTo>
                <a:cubicBezTo>
                  <a:pt x="355986" y="40415"/>
                  <a:pt x="358197" y="38080"/>
                  <a:pt x="360830" y="36292"/>
                </a:cubicBezTo>
                <a:cubicBezTo>
                  <a:pt x="363513" y="34503"/>
                  <a:pt x="366469" y="33187"/>
                  <a:pt x="369698" y="32342"/>
                </a:cubicBezTo>
                <a:cubicBezTo>
                  <a:pt x="372977" y="31497"/>
                  <a:pt x="376355" y="31075"/>
                  <a:pt x="379833" y="31075"/>
                </a:cubicBezTo>
                <a:close/>
                <a:moveTo>
                  <a:pt x="420894" y="115954"/>
                </a:moveTo>
                <a:close/>
                <a:moveTo>
                  <a:pt x="457185" y="152619"/>
                </a:moveTo>
                <a:cubicBezTo>
                  <a:pt x="445560" y="152619"/>
                  <a:pt x="436667" y="150582"/>
                  <a:pt x="430507" y="146508"/>
                </a:cubicBezTo>
                <a:cubicBezTo>
                  <a:pt x="424396" y="142484"/>
                  <a:pt x="421341" y="136820"/>
                  <a:pt x="421341" y="129517"/>
                </a:cubicBezTo>
                <a:cubicBezTo>
                  <a:pt x="421341" y="124500"/>
                  <a:pt x="422906" y="120301"/>
                  <a:pt x="426036" y="116923"/>
                </a:cubicBezTo>
                <a:cubicBezTo>
                  <a:pt x="429166" y="113545"/>
                  <a:pt x="433761" y="111135"/>
                  <a:pt x="439822" y="109695"/>
                </a:cubicBezTo>
                <a:cubicBezTo>
                  <a:pt x="437487" y="108701"/>
                  <a:pt x="435450" y="107086"/>
                  <a:pt x="433711" y="104851"/>
                </a:cubicBezTo>
                <a:cubicBezTo>
                  <a:pt x="431973" y="102566"/>
                  <a:pt x="431103" y="100156"/>
                  <a:pt x="431103" y="97622"/>
                </a:cubicBezTo>
                <a:cubicBezTo>
                  <a:pt x="431103" y="94443"/>
                  <a:pt x="432022" y="91810"/>
                  <a:pt x="433860" y="89723"/>
                </a:cubicBezTo>
                <a:cubicBezTo>
                  <a:pt x="435699" y="87587"/>
                  <a:pt x="438357" y="85500"/>
                  <a:pt x="441834" y="83463"/>
                </a:cubicBezTo>
                <a:cubicBezTo>
                  <a:pt x="437462" y="81575"/>
                  <a:pt x="433985" y="78545"/>
                  <a:pt x="431401" y="74372"/>
                </a:cubicBezTo>
                <a:cubicBezTo>
                  <a:pt x="428868" y="70199"/>
                  <a:pt x="427601" y="65280"/>
                  <a:pt x="427601" y="59617"/>
                </a:cubicBezTo>
                <a:cubicBezTo>
                  <a:pt x="427601" y="53556"/>
                  <a:pt x="428917" y="48414"/>
                  <a:pt x="431550" y="44191"/>
                </a:cubicBezTo>
                <a:cubicBezTo>
                  <a:pt x="434233" y="39918"/>
                  <a:pt x="438108" y="36664"/>
                  <a:pt x="443176" y="34429"/>
                </a:cubicBezTo>
                <a:cubicBezTo>
                  <a:pt x="448293" y="32193"/>
                  <a:pt x="454503" y="31075"/>
                  <a:pt x="461806" y="31075"/>
                </a:cubicBezTo>
                <a:cubicBezTo>
                  <a:pt x="463346" y="31075"/>
                  <a:pt x="465134" y="31175"/>
                  <a:pt x="467171" y="31373"/>
                </a:cubicBezTo>
                <a:cubicBezTo>
                  <a:pt x="469208" y="31572"/>
                  <a:pt x="471071" y="31796"/>
                  <a:pt x="472760" y="32044"/>
                </a:cubicBezTo>
                <a:cubicBezTo>
                  <a:pt x="474499" y="32292"/>
                  <a:pt x="475667" y="32491"/>
                  <a:pt x="476263" y="32640"/>
                </a:cubicBezTo>
                <a:lnTo>
                  <a:pt x="505326" y="32640"/>
                </a:lnTo>
                <a:lnTo>
                  <a:pt x="505326" y="44191"/>
                </a:lnTo>
                <a:lnTo>
                  <a:pt x="492285" y="47544"/>
                </a:lnTo>
                <a:cubicBezTo>
                  <a:pt x="493477" y="49382"/>
                  <a:pt x="494371" y="51345"/>
                  <a:pt x="494967" y="53431"/>
                </a:cubicBezTo>
                <a:cubicBezTo>
                  <a:pt x="495564" y="55518"/>
                  <a:pt x="495862" y="57729"/>
                  <a:pt x="495862" y="60064"/>
                </a:cubicBezTo>
                <a:cubicBezTo>
                  <a:pt x="495862" y="69006"/>
                  <a:pt x="492732" y="75986"/>
                  <a:pt x="486472" y="81004"/>
                </a:cubicBezTo>
                <a:cubicBezTo>
                  <a:pt x="480262" y="85972"/>
                  <a:pt x="471618" y="88456"/>
                  <a:pt x="460539" y="88456"/>
                </a:cubicBezTo>
                <a:cubicBezTo>
                  <a:pt x="457906" y="88307"/>
                  <a:pt x="455422" y="88108"/>
                  <a:pt x="453087" y="87860"/>
                </a:cubicBezTo>
                <a:cubicBezTo>
                  <a:pt x="451944" y="88754"/>
                  <a:pt x="451075" y="89698"/>
                  <a:pt x="450479" y="90692"/>
                </a:cubicBezTo>
                <a:cubicBezTo>
                  <a:pt x="449882" y="91685"/>
                  <a:pt x="449584" y="92729"/>
                  <a:pt x="449584" y="93822"/>
                </a:cubicBezTo>
                <a:cubicBezTo>
                  <a:pt x="449584" y="94915"/>
                  <a:pt x="450031" y="95834"/>
                  <a:pt x="450926" y="96579"/>
                </a:cubicBezTo>
                <a:cubicBezTo>
                  <a:pt x="451870" y="97275"/>
                  <a:pt x="453261" y="97821"/>
                  <a:pt x="455099" y="98218"/>
                </a:cubicBezTo>
                <a:cubicBezTo>
                  <a:pt x="456987" y="98566"/>
                  <a:pt x="459322" y="98740"/>
                  <a:pt x="462104" y="98740"/>
                </a:cubicBezTo>
                <a:lnTo>
                  <a:pt x="476263" y="98740"/>
                </a:lnTo>
                <a:cubicBezTo>
                  <a:pt x="485404" y="98740"/>
                  <a:pt x="492359" y="100703"/>
                  <a:pt x="497129" y="104627"/>
                </a:cubicBezTo>
                <a:cubicBezTo>
                  <a:pt x="501948" y="108552"/>
                  <a:pt x="504357" y="114315"/>
                  <a:pt x="504357" y="121916"/>
                </a:cubicBezTo>
                <a:cubicBezTo>
                  <a:pt x="504357" y="131654"/>
                  <a:pt x="500283" y="139205"/>
                  <a:pt x="492136" y="144570"/>
                </a:cubicBezTo>
                <a:cubicBezTo>
                  <a:pt x="484038" y="149936"/>
                  <a:pt x="472388" y="152619"/>
                  <a:pt x="457185" y="152619"/>
                </a:cubicBezTo>
                <a:close/>
                <a:moveTo>
                  <a:pt x="458154" y="137789"/>
                </a:moveTo>
                <a:cubicBezTo>
                  <a:pt x="463569" y="137789"/>
                  <a:pt x="468215" y="137267"/>
                  <a:pt x="472090" y="136224"/>
                </a:cubicBezTo>
                <a:cubicBezTo>
                  <a:pt x="476014" y="135231"/>
                  <a:pt x="479020" y="133790"/>
                  <a:pt x="481107" y="131902"/>
                </a:cubicBezTo>
                <a:cubicBezTo>
                  <a:pt x="483193" y="130064"/>
                  <a:pt x="484236" y="127853"/>
                  <a:pt x="484236" y="125270"/>
                </a:cubicBezTo>
                <a:cubicBezTo>
                  <a:pt x="484236" y="123183"/>
                  <a:pt x="483616" y="121519"/>
                  <a:pt x="482373" y="120277"/>
                </a:cubicBezTo>
                <a:cubicBezTo>
                  <a:pt x="481181" y="119084"/>
                  <a:pt x="479343" y="118240"/>
                  <a:pt x="476859" y="117743"/>
                </a:cubicBezTo>
                <a:cubicBezTo>
                  <a:pt x="474425" y="117246"/>
                  <a:pt x="471295" y="116998"/>
                  <a:pt x="467469" y="116998"/>
                </a:cubicBezTo>
                <a:lnTo>
                  <a:pt x="455695" y="116998"/>
                </a:lnTo>
                <a:cubicBezTo>
                  <a:pt x="452913" y="116998"/>
                  <a:pt x="450404" y="117445"/>
                  <a:pt x="448168" y="118339"/>
                </a:cubicBezTo>
                <a:cubicBezTo>
                  <a:pt x="445982" y="119233"/>
                  <a:pt x="444244" y="120475"/>
                  <a:pt x="442952" y="122065"/>
                </a:cubicBezTo>
                <a:cubicBezTo>
                  <a:pt x="441660" y="123705"/>
                  <a:pt x="441014" y="125592"/>
                  <a:pt x="441014" y="127729"/>
                </a:cubicBezTo>
                <a:cubicBezTo>
                  <a:pt x="441014" y="130859"/>
                  <a:pt x="442505" y="133318"/>
                  <a:pt x="445486" y="135106"/>
                </a:cubicBezTo>
                <a:cubicBezTo>
                  <a:pt x="448516" y="136895"/>
                  <a:pt x="452739" y="137789"/>
                  <a:pt x="458154" y="137789"/>
                </a:cubicBezTo>
                <a:close/>
                <a:moveTo>
                  <a:pt x="461806" y="74595"/>
                </a:moveTo>
                <a:cubicBezTo>
                  <a:pt x="466078" y="74595"/>
                  <a:pt x="469208" y="73279"/>
                  <a:pt x="471195" y="70646"/>
                </a:cubicBezTo>
                <a:cubicBezTo>
                  <a:pt x="473183" y="68013"/>
                  <a:pt x="474176" y="64436"/>
                  <a:pt x="474176" y="59915"/>
                </a:cubicBezTo>
                <a:cubicBezTo>
                  <a:pt x="474176" y="54897"/>
                  <a:pt x="473133" y="51146"/>
                  <a:pt x="471046" y="48662"/>
                </a:cubicBezTo>
                <a:cubicBezTo>
                  <a:pt x="469009" y="46128"/>
                  <a:pt x="465929" y="44862"/>
                  <a:pt x="461806" y="44862"/>
                </a:cubicBezTo>
                <a:cubicBezTo>
                  <a:pt x="457633" y="44862"/>
                  <a:pt x="454503" y="46128"/>
                  <a:pt x="452416" y="48662"/>
                </a:cubicBezTo>
                <a:cubicBezTo>
                  <a:pt x="450330" y="51146"/>
                  <a:pt x="449286" y="54897"/>
                  <a:pt x="449286" y="59915"/>
                </a:cubicBezTo>
                <a:cubicBezTo>
                  <a:pt x="449286" y="64436"/>
                  <a:pt x="450305" y="68013"/>
                  <a:pt x="452342" y="70646"/>
                </a:cubicBezTo>
                <a:cubicBezTo>
                  <a:pt x="454428" y="73279"/>
                  <a:pt x="457583" y="74595"/>
                  <a:pt x="461806" y="74595"/>
                </a:cubicBezTo>
                <a:close/>
                <a:moveTo>
                  <a:pt x="546834" y="115954"/>
                </a:moveTo>
                <a:close/>
                <a:moveTo>
                  <a:pt x="627242" y="115954"/>
                </a:moveTo>
                <a:lnTo>
                  <a:pt x="619343" y="90021"/>
                </a:lnTo>
                <a:lnTo>
                  <a:pt x="579623" y="90021"/>
                </a:lnTo>
                <a:lnTo>
                  <a:pt x="571724" y="115954"/>
                </a:lnTo>
                <a:lnTo>
                  <a:pt x="546834" y="115954"/>
                </a:lnTo>
                <a:lnTo>
                  <a:pt x="585287" y="6558"/>
                </a:lnTo>
                <a:lnTo>
                  <a:pt x="613530" y="6558"/>
                </a:lnTo>
                <a:lnTo>
                  <a:pt x="652132" y="115954"/>
                </a:lnTo>
                <a:lnTo>
                  <a:pt x="627242" y="115954"/>
                </a:lnTo>
                <a:close/>
                <a:moveTo>
                  <a:pt x="613828" y="70646"/>
                </a:moveTo>
                <a:lnTo>
                  <a:pt x="605929" y="45309"/>
                </a:lnTo>
                <a:cubicBezTo>
                  <a:pt x="605432" y="43620"/>
                  <a:pt x="604762" y="41458"/>
                  <a:pt x="603917" y="38825"/>
                </a:cubicBezTo>
                <a:cubicBezTo>
                  <a:pt x="603122" y="36143"/>
                  <a:pt x="602302" y="33435"/>
                  <a:pt x="601458" y="30703"/>
                </a:cubicBezTo>
                <a:cubicBezTo>
                  <a:pt x="600663" y="27920"/>
                  <a:pt x="600017" y="25511"/>
                  <a:pt x="599520" y="23474"/>
                </a:cubicBezTo>
                <a:cubicBezTo>
                  <a:pt x="599023" y="25511"/>
                  <a:pt x="598328" y="28045"/>
                  <a:pt x="597434" y="31075"/>
                </a:cubicBezTo>
                <a:cubicBezTo>
                  <a:pt x="596589" y="34056"/>
                  <a:pt x="595769" y="36888"/>
                  <a:pt x="594975" y="39571"/>
                </a:cubicBezTo>
                <a:cubicBezTo>
                  <a:pt x="594180" y="42253"/>
                  <a:pt x="593608" y="44166"/>
                  <a:pt x="593260" y="45309"/>
                </a:cubicBezTo>
                <a:lnTo>
                  <a:pt x="585436" y="70646"/>
                </a:lnTo>
                <a:lnTo>
                  <a:pt x="613828" y="70646"/>
                </a:lnTo>
                <a:close/>
                <a:moveTo>
                  <a:pt x="652207" y="115954"/>
                </a:moveTo>
                <a:close/>
                <a:moveTo>
                  <a:pt x="699229" y="99336"/>
                </a:moveTo>
                <a:cubicBezTo>
                  <a:pt x="701713" y="99336"/>
                  <a:pt x="704123" y="99088"/>
                  <a:pt x="706458" y="98591"/>
                </a:cubicBezTo>
                <a:cubicBezTo>
                  <a:pt x="708842" y="98094"/>
                  <a:pt x="711202" y="97473"/>
                  <a:pt x="713537" y="96728"/>
                </a:cubicBezTo>
                <a:lnTo>
                  <a:pt x="713537" y="113644"/>
                </a:lnTo>
                <a:cubicBezTo>
                  <a:pt x="711103" y="114737"/>
                  <a:pt x="708072" y="115632"/>
                  <a:pt x="704446" y="116327"/>
                </a:cubicBezTo>
                <a:cubicBezTo>
                  <a:pt x="700869" y="117072"/>
                  <a:pt x="696944" y="117445"/>
                  <a:pt x="692671" y="117445"/>
                </a:cubicBezTo>
                <a:cubicBezTo>
                  <a:pt x="687703" y="117445"/>
                  <a:pt x="683232" y="116650"/>
                  <a:pt x="679258" y="115060"/>
                </a:cubicBezTo>
                <a:cubicBezTo>
                  <a:pt x="675333" y="113421"/>
                  <a:pt x="672228" y="110614"/>
                  <a:pt x="669942" y="106639"/>
                </a:cubicBezTo>
                <a:cubicBezTo>
                  <a:pt x="667707" y="102615"/>
                  <a:pt x="666589" y="97026"/>
                  <a:pt x="666589" y="89872"/>
                </a:cubicBezTo>
                <a:lnTo>
                  <a:pt x="666589" y="49705"/>
                </a:lnTo>
                <a:lnTo>
                  <a:pt x="655709" y="49705"/>
                </a:lnTo>
                <a:lnTo>
                  <a:pt x="655709" y="40092"/>
                </a:lnTo>
                <a:lnTo>
                  <a:pt x="668229" y="32491"/>
                </a:lnTo>
                <a:lnTo>
                  <a:pt x="674786" y="14904"/>
                </a:lnTo>
                <a:lnTo>
                  <a:pt x="689318" y="14904"/>
                </a:lnTo>
                <a:lnTo>
                  <a:pt x="689318" y="32640"/>
                </a:lnTo>
                <a:lnTo>
                  <a:pt x="712643" y="32640"/>
                </a:lnTo>
                <a:lnTo>
                  <a:pt x="712643" y="49705"/>
                </a:lnTo>
                <a:lnTo>
                  <a:pt x="689318" y="49705"/>
                </a:lnTo>
                <a:lnTo>
                  <a:pt x="689318" y="89872"/>
                </a:lnTo>
                <a:cubicBezTo>
                  <a:pt x="689318" y="93052"/>
                  <a:pt x="690212" y="95436"/>
                  <a:pt x="692001" y="97026"/>
                </a:cubicBezTo>
                <a:cubicBezTo>
                  <a:pt x="693839" y="98566"/>
                  <a:pt x="696248" y="99336"/>
                  <a:pt x="699229" y="99336"/>
                </a:cubicBezTo>
                <a:close/>
                <a:moveTo>
                  <a:pt x="718530" y="115954"/>
                </a:moveTo>
                <a:close/>
                <a:moveTo>
                  <a:pt x="765553" y="99336"/>
                </a:moveTo>
                <a:cubicBezTo>
                  <a:pt x="768037" y="99336"/>
                  <a:pt x="770446" y="99088"/>
                  <a:pt x="772781" y="98591"/>
                </a:cubicBezTo>
                <a:cubicBezTo>
                  <a:pt x="775166" y="98094"/>
                  <a:pt x="777526" y="97473"/>
                  <a:pt x="779861" y="96728"/>
                </a:cubicBezTo>
                <a:lnTo>
                  <a:pt x="779861" y="113644"/>
                </a:lnTo>
                <a:cubicBezTo>
                  <a:pt x="777426" y="114737"/>
                  <a:pt x="774396" y="115632"/>
                  <a:pt x="770769" y="116327"/>
                </a:cubicBezTo>
                <a:cubicBezTo>
                  <a:pt x="767192" y="117072"/>
                  <a:pt x="763267" y="117445"/>
                  <a:pt x="758995" y="117445"/>
                </a:cubicBezTo>
                <a:cubicBezTo>
                  <a:pt x="754027" y="117445"/>
                  <a:pt x="749556" y="116650"/>
                  <a:pt x="745581" y="115060"/>
                </a:cubicBezTo>
                <a:cubicBezTo>
                  <a:pt x="741656" y="113421"/>
                  <a:pt x="738551" y="110614"/>
                  <a:pt x="736266" y="106639"/>
                </a:cubicBezTo>
                <a:cubicBezTo>
                  <a:pt x="734030" y="102615"/>
                  <a:pt x="732913" y="97026"/>
                  <a:pt x="732913" y="89872"/>
                </a:cubicBezTo>
                <a:lnTo>
                  <a:pt x="732913" y="49705"/>
                </a:lnTo>
                <a:lnTo>
                  <a:pt x="722033" y="49705"/>
                </a:lnTo>
                <a:lnTo>
                  <a:pt x="722033" y="40092"/>
                </a:lnTo>
                <a:lnTo>
                  <a:pt x="734552" y="32491"/>
                </a:lnTo>
                <a:lnTo>
                  <a:pt x="741110" y="14904"/>
                </a:lnTo>
                <a:lnTo>
                  <a:pt x="755641" y="14904"/>
                </a:lnTo>
                <a:lnTo>
                  <a:pt x="755641" y="32640"/>
                </a:lnTo>
                <a:lnTo>
                  <a:pt x="778966" y="32640"/>
                </a:lnTo>
                <a:lnTo>
                  <a:pt x="778966" y="49705"/>
                </a:lnTo>
                <a:lnTo>
                  <a:pt x="755641" y="49705"/>
                </a:lnTo>
                <a:lnTo>
                  <a:pt x="755641" y="89872"/>
                </a:lnTo>
                <a:cubicBezTo>
                  <a:pt x="755641" y="93052"/>
                  <a:pt x="756536" y="95436"/>
                  <a:pt x="758324" y="97026"/>
                </a:cubicBezTo>
                <a:cubicBezTo>
                  <a:pt x="760162" y="98566"/>
                  <a:pt x="762572" y="99336"/>
                  <a:pt x="765553" y="99336"/>
                </a:cubicBezTo>
                <a:close/>
                <a:moveTo>
                  <a:pt x="784854" y="115954"/>
                </a:moveTo>
                <a:close/>
                <a:moveTo>
                  <a:pt x="831131" y="31075"/>
                </a:moveTo>
                <a:cubicBezTo>
                  <a:pt x="838832" y="31075"/>
                  <a:pt x="845464" y="32566"/>
                  <a:pt x="851028" y="35546"/>
                </a:cubicBezTo>
                <a:cubicBezTo>
                  <a:pt x="856592" y="38478"/>
                  <a:pt x="860890" y="42750"/>
                  <a:pt x="863920" y="48364"/>
                </a:cubicBezTo>
                <a:cubicBezTo>
                  <a:pt x="866951" y="53978"/>
                  <a:pt x="868466" y="60834"/>
                  <a:pt x="868466" y="68932"/>
                </a:cubicBezTo>
                <a:lnTo>
                  <a:pt x="868466" y="79961"/>
                </a:lnTo>
                <a:lnTo>
                  <a:pt x="814736" y="79961"/>
                </a:lnTo>
                <a:cubicBezTo>
                  <a:pt x="814985" y="86370"/>
                  <a:pt x="816898" y="91412"/>
                  <a:pt x="820475" y="95089"/>
                </a:cubicBezTo>
                <a:cubicBezTo>
                  <a:pt x="824101" y="98715"/>
                  <a:pt x="829119" y="100529"/>
                  <a:pt x="835528" y="100529"/>
                </a:cubicBezTo>
                <a:cubicBezTo>
                  <a:pt x="840844" y="100529"/>
                  <a:pt x="845712" y="99982"/>
                  <a:pt x="850134" y="98889"/>
                </a:cubicBezTo>
                <a:cubicBezTo>
                  <a:pt x="854555" y="97796"/>
                  <a:pt x="859101" y="96157"/>
                  <a:pt x="863771" y="93971"/>
                </a:cubicBezTo>
                <a:lnTo>
                  <a:pt x="863771" y="111558"/>
                </a:lnTo>
                <a:cubicBezTo>
                  <a:pt x="859648" y="113595"/>
                  <a:pt x="855326" y="115085"/>
                  <a:pt x="850805" y="116029"/>
                </a:cubicBezTo>
                <a:cubicBezTo>
                  <a:pt x="846333" y="116973"/>
                  <a:pt x="840893" y="117445"/>
                  <a:pt x="834485" y="117445"/>
                </a:cubicBezTo>
                <a:cubicBezTo>
                  <a:pt x="826138" y="117445"/>
                  <a:pt x="818736" y="115905"/>
                  <a:pt x="812277" y="112825"/>
                </a:cubicBezTo>
                <a:cubicBezTo>
                  <a:pt x="805869" y="109744"/>
                  <a:pt x="800826" y="105050"/>
                  <a:pt x="797150" y="98740"/>
                </a:cubicBezTo>
                <a:cubicBezTo>
                  <a:pt x="793523" y="92431"/>
                  <a:pt x="791710" y="84482"/>
                  <a:pt x="791710" y="74893"/>
                </a:cubicBezTo>
                <a:cubicBezTo>
                  <a:pt x="791710" y="65156"/>
                  <a:pt x="793349" y="57058"/>
                  <a:pt x="796628" y="50600"/>
                </a:cubicBezTo>
                <a:cubicBezTo>
                  <a:pt x="799957" y="44092"/>
                  <a:pt x="804577" y="39223"/>
                  <a:pt x="810489" y="35994"/>
                </a:cubicBezTo>
                <a:cubicBezTo>
                  <a:pt x="816401" y="32715"/>
                  <a:pt x="823282" y="31075"/>
                  <a:pt x="831131" y="31075"/>
                </a:cubicBezTo>
                <a:close/>
                <a:moveTo>
                  <a:pt x="831280" y="47246"/>
                </a:moveTo>
                <a:cubicBezTo>
                  <a:pt x="826859" y="47246"/>
                  <a:pt x="823182" y="48662"/>
                  <a:pt x="820251" y="51494"/>
                </a:cubicBezTo>
                <a:cubicBezTo>
                  <a:pt x="817370" y="54326"/>
                  <a:pt x="815705" y="58772"/>
                  <a:pt x="815258" y="64833"/>
                </a:cubicBezTo>
                <a:lnTo>
                  <a:pt x="847153" y="64833"/>
                </a:lnTo>
                <a:cubicBezTo>
                  <a:pt x="847103" y="61455"/>
                  <a:pt x="846482" y="58449"/>
                  <a:pt x="845290" y="55816"/>
                </a:cubicBezTo>
                <a:cubicBezTo>
                  <a:pt x="844147" y="53183"/>
                  <a:pt x="842409" y="51096"/>
                  <a:pt x="840074" y="49556"/>
                </a:cubicBezTo>
                <a:cubicBezTo>
                  <a:pt x="837788" y="48016"/>
                  <a:pt x="834857" y="47246"/>
                  <a:pt x="831280" y="47246"/>
                </a:cubicBezTo>
                <a:close/>
                <a:moveTo>
                  <a:pt x="875024" y="115954"/>
                </a:moveTo>
                <a:close/>
                <a:moveTo>
                  <a:pt x="934268" y="31075"/>
                </a:moveTo>
                <a:cubicBezTo>
                  <a:pt x="943161" y="31075"/>
                  <a:pt x="950315" y="33510"/>
                  <a:pt x="955730" y="38378"/>
                </a:cubicBezTo>
                <a:cubicBezTo>
                  <a:pt x="961145" y="43197"/>
                  <a:pt x="963853" y="50947"/>
                  <a:pt x="963853" y="61629"/>
                </a:cubicBezTo>
                <a:lnTo>
                  <a:pt x="963853" y="115954"/>
                </a:lnTo>
                <a:lnTo>
                  <a:pt x="941124" y="115954"/>
                </a:lnTo>
                <a:lnTo>
                  <a:pt x="941124" y="67292"/>
                </a:lnTo>
                <a:cubicBezTo>
                  <a:pt x="941124" y="61331"/>
                  <a:pt x="940031" y="56835"/>
                  <a:pt x="937845" y="53804"/>
                </a:cubicBezTo>
                <a:cubicBezTo>
                  <a:pt x="935709" y="50774"/>
                  <a:pt x="932330" y="49258"/>
                  <a:pt x="927710" y="49258"/>
                </a:cubicBezTo>
                <a:cubicBezTo>
                  <a:pt x="920755" y="49258"/>
                  <a:pt x="916010" y="51618"/>
                  <a:pt x="913477" y="56338"/>
                </a:cubicBezTo>
                <a:cubicBezTo>
                  <a:pt x="910943" y="61057"/>
                  <a:pt x="909676" y="67864"/>
                  <a:pt x="909676" y="76756"/>
                </a:cubicBezTo>
                <a:lnTo>
                  <a:pt x="909676" y="115954"/>
                </a:lnTo>
                <a:lnTo>
                  <a:pt x="886947" y="115954"/>
                </a:lnTo>
                <a:lnTo>
                  <a:pt x="886947" y="32640"/>
                </a:lnTo>
                <a:lnTo>
                  <a:pt x="904311" y="32640"/>
                </a:lnTo>
                <a:lnTo>
                  <a:pt x="907366" y="43297"/>
                </a:lnTo>
                <a:lnTo>
                  <a:pt x="908633" y="43297"/>
                </a:lnTo>
                <a:cubicBezTo>
                  <a:pt x="910421" y="40415"/>
                  <a:pt x="912632" y="38080"/>
                  <a:pt x="915265" y="36292"/>
                </a:cubicBezTo>
                <a:cubicBezTo>
                  <a:pt x="917948" y="34503"/>
                  <a:pt x="920904" y="33187"/>
                  <a:pt x="924133" y="32342"/>
                </a:cubicBezTo>
                <a:cubicBezTo>
                  <a:pt x="927412" y="31497"/>
                  <a:pt x="930790" y="31075"/>
                  <a:pt x="934268" y="31075"/>
                </a:cubicBezTo>
                <a:close/>
                <a:moveTo>
                  <a:pt x="975329" y="115954"/>
                </a:moveTo>
                <a:close/>
                <a:moveTo>
                  <a:pt x="1022352" y="99336"/>
                </a:moveTo>
                <a:cubicBezTo>
                  <a:pt x="1024836" y="99336"/>
                  <a:pt x="1027245" y="99088"/>
                  <a:pt x="1029580" y="98591"/>
                </a:cubicBezTo>
                <a:cubicBezTo>
                  <a:pt x="1031965" y="98094"/>
                  <a:pt x="1034325" y="97473"/>
                  <a:pt x="1036660" y="96728"/>
                </a:cubicBezTo>
                <a:lnTo>
                  <a:pt x="1036660" y="113644"/>
                </a:lnTo>
                <a:cubicBezTo>
                  <a:pt x="1034225" y="114737"/>
                  <a:pt x="1031195" y="115632"/>
                  <a:pt x="1027568" y="116327"/>
                </a:cubicBezTo>
                <a:cubicBezTo>
                  <a:pt x="1023991" y="117072"/>
                  <a:pt x="1020066" y="117445"/>
                  <a:pt x="1015794" y="117445"/>
                </a:cubicBezTo>
                <a:cubicBezTo>
                  <a:pt x="1010826" y="117445"/>
                  <a:pt x="1006354" y="116650"/>
                  <a:pt x="1002380" y="115060"/>
                </a:cubicBezTo>
                <a:cubicBezTo>
                  <a:pt x="998455" y="113421"/>
                  <a:pt x="995350" y="110614"/>
                  <a:pt x="993065" y="106639"/>
                </a:cubicBezTo>
                <a:cubicBezTo>
                  <a:pt x="990829" y="102615"/>
                  <a:pt x="989711" y="97026"/>
                  <a:pt x="989711" y="89872"/>
                </a:cubicBezTo>
                <a:lnTo>
                  <a:pt x="989711" y="49705"/>
                </a:lnTo>
                <a:lnTo>
                  <a:pt x="978831" y="49705"/>
                </a:lnTo>
                <a:lnTo>
                  <a:pt x="978831" y="40092"/>
                </a:lnTo>
                <a:lnTo>
                  <a:pt x="991351" y="32491"/>
                </a:lnTo>
                <a:lnTo>
                  <a:pt x="997909" y="14904"/>
                </a:lnTo>
                <a:lnTo>
                  <a:pt x="1012440" y="14904"/>
                </a:lnTo>
                <a:lnTo>
                  <a:pt x="1012440" y="32640"/>
                </a:lnTo>
                <a:lnTo>
                  <a:pt x="1035765" y="32640"/>
                </a:lnTo>
                <a:lnTo>
                  <a:pt x="1035765" y="49705"/>
                </a:lnTo>
                <a:lnTo>
                  <a:pt x="1012440" y="49705"/>
                </a:lnTo>
                <a:lnTo>
                  <a:pt x="1012440" y="89872"/>
                </a:lnTo>
                <a:cubicBezTo>
                  <a:pt x="1012440" y="93052"/>
                  <a:pt x="1013335" y="95436"/>
                  <a:pt x="1015123" y="97026"/>
                </a:cubicBezTo>
                <a:cubicBezTo>
                  <a:pt x="1016961" y="98566"/>
                  <a:pt x="1019371" y="99336"/>
                  <a:pt x="1022352" y="99336"/>
                </a:cubicBezTo>
                <a:close/>
                <a:moveTo>
                  <a:pt x="1041653" y="115954"/>
                </a:moveTo>
                <a:close/>
                <a:moveTo>
                  <a:pt x="1076305" y="32640"/>
                </a:moveTo>
                <a:lnTo>
                  <a:pt x="1076305" y="115954"/>
                </a:lnTo>
                <a:lnTo>
                  <a:pt x="1053576" y="115954"/>
                </a:lnTo>
                <a:lnTo>
                  <a:pt x="1053576" y="32640"/>
                </a:lnTo>
                <a:lnTo>
                  <a:pt x="1076305" y="32640"/>
                </a:lnTo>
                <a:close/>
                <a:moveTo>
                  <a:pt x="1064978" y="0"/>
                </a:moveTo>
                <a:cubicBezTo>
                  <a:pt x="1068356" y="0"/>
                  <a:pt x="1071262" y="795"/>
                  <a:pt x="1073696" y="2385"/>
                </a:cubicBezTo>
                <a:cubicBezTo>
                  <a:pt x="1076131" y="3925"/>
                  <a:pt x="1077348" y="6831"/>
                  <a:pt x="1077348" y="11104"/>
                </a:cubicBezTo>
                <a:cubicBezTo>
                  <a:pt x="1077348" y="15326"/>
                  <a:pt x="1076131" y="18258"/>
                  <a:pt x="1073696" y="19897"/>
                </a:cubicBezTo>
                <a:cubicBezTo>
                  <a:pt x="1071262" y="21487"/>
                  <a:pt x="1068356" y="22282"/>
                  <a:pt x="1064978" y="22282"/>
                </a:cubicBezTo>
                <a:cubicBezTo>
                  <a:pt x="1061550" y="22282"/>
                  <a:pt x="1058618" y="21487"/>
                  <a:pt x="1056184" y="19897"/>
                </a:cubicBezTo>
                <a:cubicBezTo>
                  <a:pt x="1053799" y="18258"/>
                  <a:pt x="1052607" y="15326"/>
                  <a:pt x="1052607" y="11104"/>
                </a:cubicBezTo>
                <a:cubicBezTo>
                  <a:pt x="1052607" y="6831"/>
                  <a:pt x="1053799" y="3925"/>
                  <a:pt x="1056184" y="2385"/>
                </a:cubicBezTo>
                <a:cubicBezTo>
                  <a:pt x="1058618" y="795"/>
                  <a:pt x="1061550" y="0"/>
                  <a:pt x="1064978" y="0"/>
                </a:cubicBezTo>
                <a:close/>
                <a:moveTo>
                  <a:pt x="1088303" y="115954"/>
                </a:moveTo>
                <a:close/>
                <a:moveTo>
                  <a:pt x="1175939" y="74148"/>
                </a:moveTo>
                <a:cubicBezTo>
                  <a:pt x="1175939" y="81104"/>
                  <a:pt x="1174995" y="87264"/>
                  <a:pt x="1173107" y="92629"/>
                </a:cubicBezTo>
                <a:cubicBezTo>
                  <a:pt x="1171269" y="97995"/>
                  <a:pt x="1168562" y="102541"/>
                  <a:pt x="1164985" y="106267"/>
                </a:cubicBezTo>
                <a:cubicBezTo>
                  <a:pt x="1161457" y="109943"/>
                  <a:pt x="1157185" y="112725"/>
                  <a:pt x="1152167" y="114613"/>
                </a:cubicBezTo>
                <a:cubicBezTo>
                  <a:pt x="1147199" y="116501"/>
                  <a:pt x="1141585" y="117445"/>
                  <a:pt x="1135325" y="117445"/>
                </a:cubicBezTo>
                <a:cubicBezTo>
                  <a:pt x="1129463" y="117445"/>
                  <a:pt x="1124073" y="116501"/>
                  <a:pt x="1119154" y="114613"/>
                </a:cubicBezTo>
                <a:cubicBezTo>
                  <a:pt x="1114285" y="112725"/>
                  <a:pt x="1110038" y="109943"/>
                  <a:pt x="1106411" y="106267"/>
                </a:cubicBezTo>
                <a:cubicBezTo>
                  <a:pt x="1102834" y="102541"/>
                  <a:pt x="1100052" y="97995"/>
                  <a:pt x="1098065" y="92629"/>
                </a:cubicBezTo>
                <a:cubicBezTo>
                  <a:pt x="1096127" y="87264"/>
                  <a:pt x="1095158" y="81104"/>
                  <a:pt x="1095158" y="74148"/>
                </a:cubicBezTo>
                <a:cubicBezTo>
                  <a:pt x="1095158" y="64908"/>
                  <a:pt x="1096798" y="57083"/>
                  <a:pt x="1100077" y="50674"/>
                </a:cubicBezTo>
                <a:cubicBezTo>
                  <a:pt x="1103356" y="44265"/>
                  <a:pt x="1108026" y="39397"/>
                  <a:pt x="1114087" y="36068"/>
                </a:cubicBezTo>
                <a:cubicBezTo>
                  <a:pt x="1120148" y="32739"/>
                  <a:pt x="1127376" y="31075"/>
                  <a:pt x="1135772" y="31075"/>
                </a:cubicBezTo>
                <a:cubicBezTo>
                  <a:pt x="1143572" y="31075"/>
                  <a:pt x="1150478" y="32739"/>
                  <a:pt x="1156489" y="36068"/>
                </a:cubicBezTo>
                <a:cubicBezTo>
                  <a:pt x="1162550" y="39397"/>
                  <a:pt x="1167295" y="44265"/>
                  <a:pt x="1170723" y="50674"/>
                </a:cubicBezTo>
                <a:cubicBezTo>
                  <a:pt x="1174200" y="57083"/>
                  <a:pt x="1175939" y="64908"/>
                  <a:pt x="1175939" y="74148"/>
                </a:cubicBezTo>
                <a:close/>
                <a:moveTo>
                  <a:pt x="1118334" y="74148"/>
                </a:moveTo>
                <a:cubicBezTo>
                  <a:pt x="1118334" y="79613"/>
                  <a:pt x="1118931" y="84209"/>
                  <a:pt x="1120123" y="87935"/>
                </a:cubicBezTo>
                <a:cubicBezTo>
                  <a:pt x="1121315" y="91661"/>
                  <a:pt x="1123178" y="94468"/>
                  <a:pt x="1125712" y="96355"/>
                </a:cubicBezTo>
                <a:cubicBezTo>
                  <a:pt x="1128246" y="98243"/>
                  <a:pt x="1131549" y="99187"/>
                  <a:pt x="1135623" y="99187"/>
                </a:cubicBezTo>
                <a:cubicBezTo>
                  <a:pt x="1139647" y="99187"/>
                  <a:pt x="1142901" y="98243"/>
                  <a:pt x="1145386" y="96355"/>
                </a:cubicBezTo>
                <a:cubicBezTo>
                  <a:pt x="1147919" y="94468"/>
                  <a:pt x="1149757" y="91661"/>
                  <a:pt x="1150900" y="87935"/>
                </a:cubicBezTo>
                <a:cubicBezTo>
                  <a:pt x="1152092" y="84209"/>
                  <a:pt x="1152689" y="79613"/>
                  <a:pt x="1152689" y="74148"/>
                </a:cubicBezTo>
                <a:cubicBezTo>
                  <a:pt x="1152689" y="68634"/>
                  <a:pt x="1152092" y="64063"/>
                  <a:pt x="1150900" y="60436"/>
                </a:cubicBezTo>
                <a:cubicBezTo>
                  <a:pt x="1149757" y="56760"/>
                  <a:pt x="1147919" y="54003"/>
                  <a:pt x="1145386" y="52165"/>
                </a:cubicBezTo>
                <a:cubicBezTo>
                  <a:pt x="1142852" y="50326"/>
                  <a:pt x="1139548" y="49407"/>
                  <a:pt x="1135474" y="49407"/>
                </a:cubicBezTo>
                <a:cubicBezTo>
                  <a:pt x="1129463" y="49407"/>
                  <a:pt x="1125091" y="51469"/>
                  <a:pt x="1122359" y="55593"/>
                </a:cubicBezTo>
                <a:cubicBezTo>
                  <a:pt x="1119676" y="59716"/>
                  <a:pt x="1118334" y="65901"/>
                  <a:pt x="1118334" y="74148"/>
                </a:cubicBezTo>
                <a:close/>
                <a:moveTo>
                  <a:pt x="1182795" y="115954"/>
                </a:moveTo>
                <a:close/>
                <a:moveTo>
                  <a:pt x="1242039" y="31075"/>
                </a:moveTo>
                <a:cubicBezTo>
                  <a:pt x="1250932" y="31075"/>
                  <a:pt x="1258086" y="33510"/>
                  <a:pt x="1263501" y="38378"/>
                </a:cubicBezTo>
                <a:cubicBezTo>
                  <a:pt x="1268916" y="43197"/>
                  <a:pt x="1271624" y="50947"/>
                  <a:pt x="1271624" y="61629"/>
                </a:cubicBezTo>
                <a:lnTo>
                  <a:pt x="1271624" y="115954"/>
                </a:lnTo>
                <a:lnTo>
                  <a:pt x="1248895" y="115954"/>
                </a:lnTo>
                <a:lnTo>
                  <a:pt x="1248895" y="67292"/>
                </a:lnTo>
                <a:cubicBezTo>
                  <a:pt x="1248895" y="61331"/>
                  <a:pt x="1247802" y="56835"/>
                  <a:pt x="1245616" y="53804"/>
                </a:cubicBezTo>
                <a:cubicBezTo>
                  <a:pt x="1243480" y="50774"/>
                  <a:pt x="1240102" y="49258"/>
                  <a:pt x="1235481" y="49258"/>
                </a:cubicBezTo>
                <a:cubicBezTo>
                  <a:pt x="1228526" y="49258"/>
                  <a:pt x="1223781" y="51618"/>
                  <a:pt x="1221248" y="56338"/>
                </a:cubicBezTo>
                <a:cubicBezTo>
                  <a:pt x="1218714" y="61057"/>
                  <a:pt x="1217447" y="67864"/>
                  <a:pt x="1217447" y="76756"/>
                </a:cubicBezTo>
                <a:lnTo>
                  <a:pt x="1217447" y="115954"/>
                </a:lnTo>
                <a:lnTo>
                  <a:pt x="1194718" y="115954"/>
                </a:lnTo>
                <a:lnTo>
                  <a:pt x="1194718" y="32640"/>
                </a:lnTo>
                <a:lnTo>
                  <a:pt x="1212082" y="32640"/>
                </a:lnTo>
                <a:lnTo>
                  <a:pt x="1215137" y="43297"/>
                </a:lnTo>
                <a:lnTo>
                  <a:pt x="1216404" y="43297"/>
                </a:lnTo>
                <a:cubicBezTo>
                  <a:pt x="1218192" y="40415"/>
                  <a:pt x="1220403" y="38080"/>
                  <a:pt x="1223036" y="36292"/>
                </a:cubicBezTo>
                <a:cubicBezTo>
                  <a:pt x="1225719" y="34503"/>
                  <a:pt x="1228675" y="33187"/>
                  <a:pt x="1231904" y="32342"/>
                </a:cubicBezTo>
                <a:cubicBezTo>
                  <a:pt x="1235183" y="31497"/>
                  <a:pt x="1238561" y="31075"/>
                  <a:pt x="1242039" y="31075"/>
                </a:cubicBezTo>
                <a:close/>
                <a:moveTo>
                  <a:pt x="1322745" y="115954"/>
                </a:moveTo>
                <a:close/>
                <a:moveTo>
                  <a:pt x="1382585" y="115954"/>
                </a:moveTo>
                <a:lnTo>
                  <a:pt x="1356354" y="30479"/>
                </a:lnTo>
                <a:lnTo>
                  <a:pt x="1355683" y="30479"/>
                </a:lnTo>
                <a:cubicBezTo>
                  <a:pt x="1355783" y="32516"/>
                  <a:pt x="1355932" y="35596"/>
                  <a:pt x="1356130" y="39720"/>
                </a:cubicBezTo>
                <a:cubicBezTo>
                  <a:pt x="1356379" y="43793"/>
                  <a:pt x="1356602" y="48140"/>
                  <a:pt x="1356801" y="52761"/>
                </a:cubicBezTo>
                <a:cubicBezTo>
                  <a:pt x="1357000" y="57381"/>
                  <a:pt x="1357099" y="61554"/>
                  <a:pt x="1357099" y="65280"/>
                </a:cubicBezTo>
                <a:lnTo>
                  <a:pt x="1357099" y="115954"/>
                </a:lnTo>
                <a:lnTo>
                  <a:pt x="1336457" y="115954"/>
                </a:lnTo>
                <a:lnTo>
                  <a:pt x="1336457" y="7005"/>
                </a:lnTo>
                <a:lnTo>
                  <a:pt x="1367905" y="7005"/>
                </a:lnTo>
                <a:lnTo>
                  <a:pt x="1393689" y="90319"/>
                </a:lnTo>
                <a:lnTo>
                  <a:pt x="1394136" y="90319"/>
                </a:lnTo>
                <a:lnTo>
                  <a:pt x="1421485" y="7005"/>
                </a:lnTo>
                <a:lnTo>
                  <a:pt x="1452933" y="7005"/>
                </a:lnTo>
                <a:lnTo>
                  <a:pt x="1452933" y="115954"/>
                </a:lnTo>
                <a:lnTo>
                  <a:pt x="1431397" y="115954"/>
                </a:lnTo>
                <a:lnTo>
                  <a:pt x="1431397" y="64386"/>
                </a:lnTo>
                <a:cubicBezTo>
                  <a:pt x="1431397" y="60958"/>
                  <a:pt x="1431446" y="57008"/>
                  <a:pt x="1431546" y="52537"/>
                </a:cubicBezTo>
                <a:cubicBezTo>
                  <a:pt x="1431695" y="48066"/>
                  <a:pt x="1431869" y="43818"/>
                  <a:pt x="1432067" y="39794"/>
                </a:cubicBezTo>
                <a:cubicBezTo>
                  <a:pt x="1432266" y="35720"/>
                  <a:pt x="1432415" y="32665"/>
                  <a:pt x="1432514" y="30628"/>
                </a:cubicBezTo>
                <a:lnTo>
                  <a:pt x="1431844" y="30628"/>
                </a:lnTo>
                <a:lnTo>
                  <a:pt x="1403749" y="115954"/>
                </a:lnTo>
                <a:lnTo>
                  <a:pt x="1382585" y="115954"/>
                </a:lnTo>
                <a:close/>
                <a:moveTo>
                  <a:pt x="1466719" y="115954"/>
                </a:moveTo>
                <a:close/>
                <a:moveTo>
                  <a:pt x="1512773" y="30926"/>
                </a:moveTo>
                <a:cubicBezTo>
                  <a:pt x="1523951" y="30926"/>
                  <a:pt x="1532521" y="33361"/>
                  <a:pt x="1538483" y="38229"/>
                </a:cubicBezTo>
                <a:cubicBezTo>
                  <a:pt x="1544445" y="43098"/>
                  <a:pt x="1547426" y="50500"/>
                  <a:pt x="1547426" y="60436"/>
                </a:cubicBezTo>
                <a:lnTo>
                  <a:pt x="1547426" y="115954"/>
                </a:lnTo>
                <a:lnTo>
                  <a:pt x="1531553" y="115954"/>
                </a:lnTo>
                <a:lnTo>
                  <a:pt x="1527156" y="104627"/>
                </a:lnTo>
                <a:lnTo>
                  <a:pt x="1526560" y="104627"/>
                </a:lnTo>
                <a:cubicBezTo>
                  <a:pt x="1524175" y="107608"/>
                  <a:pt x="1521741" y="110042"/>
                  <a:pt x="1519257" y="111930"/>
                </a:cubicBezTo>
                <a:cubicBezTo>
                  <a:pt x="1516773" y="113818"/>
                  <a:pt x="1513916" y="115209"/>
                  <a:pt x="1510687" y="116103"/>
                </a:cubicBezTo>
                <a:cubicBezTo>
                  <a:pt x="1507458" y="116998"/>
                  <a:pt x="1503533" y="117445"/>
                  <a:pt x="1498912" y="117445"/>
                </a:cubicBezTo>
                <a:cubicBezTo>
                  <a:pt x="1493994" y="117445"/>
                  <a:pt x="1489573" y="116501"/>
                  <a:pt x="1485648" y="114613"/>
                </a:cubicBezTo>
                <a:cubicBezTo>
                  <a:pt x="1481773" y="112725"/>
                  <a:pt x="1478717" y="109844"/>
                  <a:pt x="1476482" y="105969"/>
                </a:cubicBezTo>
                <a:cubicBezTo>
                  <a:pt x="1474246" y="102044"/>
                  <a:pt x="1473128" y="97076"/>
                  <a:pt x="1473128" y="91064"/>
                </a:cubicBezTo>
                <a:cubicBezTo>
                  <a:pt x="1473128" y="82221"/>
                  <a:pt x="1476233" y="75713"/>
                  <a:pt x="1482443" y="71540"/>
                </a:cubicBezTo>
                <a:cubicBezTo>
                  <a:pt x="1488653" y="67317"/>
                  <a:pt x="1497969" y="64982"/>
                  <a:pt x="1510389" y="64535"/>
                </a:cubicBezTo>
                <a:lnTo>
                  <a:pt x="1524846" y="64088"/>
                </a:lnTo>
                <a:lnTo>
                  <a:pt x="1524846" y="60436"/>
                </a:lnTo>
                <a:cubicBezTo>
                  <a:pt x="1524846" y="56065"/>
                  <a:pt x="1523703" y="52860"/>
                  <a:pt x="1521418" y="50823"/>
                </a:cubicBezTo>
                <a:cubicBezTo>
                  <a:pt x="1519132" y="48786"/>
                  <a:pt x="1515953" y="47768"/>
                  <a:pt x="1511879" y="47768"/>
                </a:cubicBezTo>
                <a:cubicBezTo>
                  <a:pt x="1507855" y="47768"/>
                  <a:pt x="1503905" y="48339"/>
                  <a:pt x="1500030" y="49482"/>
                </a:cubicBezTo>
                <a:cubicBezTo>
                  <a:pt x="1496155" y="50624"/>
                  <a:pt x="1492280" y="52065"/>
                  <a:pt x="1488405" y="53804"/>
                </a:cubicBezTo>
                <a:lnTo>
                  <a:pt x="1480878" y="38453"/>
                </a:lnTo>
                <a:cubicBezTo>
                  <a:pt x="1485300" y="36118"/>
                  <a:pt x="1490243" y="34280"/>
                  <a:pt x="1495708" y="32938"/>
                </a:cubicBezTo>
                <a:cubicBezTo>
                  <a:pt x="1501223" y="31597"/>
                  <a:pt x="1506911" y="30926"/>
                  <a:pt x="1512773" y="30926"/>
                </a:cubicBezTo>
                <a:close/>
                <a:moveTo>
                  <a:pt x="1524846" y="77353"/>
                </a:moveTo>
                <a:lnTo>
                  <a:pt x="1516052" y="77651"/>
                </a:lnTo>
                <a:cubicBezTo>
                  <a:pt x="1508700" y="77849"/>
                  <a:pt x="1503582" y="79166"/>
                  <a:pt x="1500701" y="81600"/>
                </a:cubicBezTo>
                <a:cubicBezTo>
                  <a:pt x="1497869" y="84035"/>
                  <a:pt x="1496453" y="87239"/>
                  <a:pt x="1496453" y="91214"/>
                </a:cubicBezTo>
                <a:cubicBezTo>
                  <a:pt x="1496453" y="94691"/>
                  <a:pt x="1497472" y="97175"/>
                  <a:pt x="1499509" y="98666"/>
                </a:cubicBezTo>
                <a:cubicBezTo>
                  <a:pt x="1501546" y="100106"/>
                  <a:pt x="1504203" y="100827"/>
                  <a:pt x="1507482" y="100827"/>
                </a:cubicBezTo>
                <a:cubicBezTo>
                  <a:pt x="1512351" y="100827"/>
                  <a:pt x="1516450" y="99386"/>
                  <a:pt x="1519778" y="96505"/>
                </a:cubicBezTo>
                <a:cubicBezTo>
                  <a:pt x="1523157" y="93623"/>
                  <a:pt x="1524846" y="89524"/>
                  <a:pt x="1524846" y="84209"/>
                </a:cubicBezTo>
                <a:lnTo>
                  <a:pt x="1524846" y="77353"/>
                </a:lnTo>
                <a:close/>
                <a:moveTo>
                  <a:pt x="1558976" y="115954"/>
                </a:moveTo>
                <a:close/>
                <a:moveTo>
                  <a:pt x="1629026" y="91214"/>
                </a:moveTo>
                <a:cubicBezTo>
                  <a:pt x="1629026" y="96877"/>
                  <a:pt x="1627685" y="101671"/>
                  <a:pt x="1625002" y="105596"/>
                </a:cubicBezTo>
                <a:cubicBezTo>
                  <a:pt x="1622369" y="109471"/>
                  <a:pt x="1618419" y="112427"/>
                  <a:pt x="1613153" y="114464"/>
                </a:cubicBezTo>
                <a:cubicBezTo>
                  <a:pt x="1607887" y="116451"/>
                  <a:pt x="1601329" y="117445"/>
                  <a:pt x="1593479" y="117445"/>
                </a:cubicBezTo>
                <a:cubicBezTo>
                  <a:pt x="1587667" y="117445"/>
                  <a:pt x="1582674" y="117072"/>
                  <a:pt x="1578501" y="116327"/>
                </a:cubicBezTo>
                <a:cubicBezTo>
                  <a:pt x="1574377" y="115582"/>
                  <a:pt x="1570204" y="114340"/>
                  <a:pt x="1565981" y="112601"/>
                </a:cubicBezTo>
                <a:lnTo>
                  <a:pt x="1565981" y="93822"/>
                </a:lnTo>
                <a:cubicBezTo>
                  <a:pt x="1570502" y="95859"/>
                  <a:pt x="1575346" y="97548"/>
                  <a:pt x="1580513" y="98889"/>
                </a:cubicBezTo>
                <a:cubicBezTo>
                  <a:pt x="1585729" y="100181"/>
                  <a:pt x="1590300" y="100827"/>
                  <a:pt x="1594225" y="100827"/>
                </a:cubicBezTo>
                <a:cubicBezTo>
                  <a:pt x="1598646" y="100827"/>
                  <a:pt x="1601801" y="100181"/>
                  <a:pt x="1603689" y="98889"/>
                </a:cubicBezTo>
                <a:cubicBezTo>
                  <a:pt x="1605626" y="97548"/>
                  <a:pt x="1606595" y="95809"/>
                  <a:pt x="1606595" y="93673"/>
                </a:cubicBezTo>
                <a:cubicBezTo>
                  <a:pt x="1606595" y="92282"/>
                  <a:pt x="1606198" y="91040"/>
                  <a:pt x="1605403" y="89947"/>
                </a:cubicBezTo>
                <a:cubicBezTo>
                  <a:pt x="1604658" y="88804"/>
                  <a:pt x="1603018" y="87537"/>
                  <a:pt x="1600484" y="86146"/>
                </a:cubicBezTo>
                <a:cubicBezTo>
                  <a:pt x="1597951" y="84705"/>
                  <a:pt x="1593976" y="82842"/>
                  <a:pt x="1588561" y="80557"/>
                </a:cubicBezTo>
                <a:cubicBezTo>
                  <a:pt x="1583345" y="78371"/>
                  <a:pt x="1579047" y="76160"/>
                  <a:pt x="1575669" y="73925"/>
                </a:cubicBezTo>
                <a:cubicBezTo>
                  <a:pt x="1572340" y="71689"/>
                  <a:pt x="1569856" y="69056"/>
                  <a:pt x="1568217" y="66025"/>
                </a:cubicBezTo>
                <a:cubicBezTo>
                  <a:pt x="1566627" y="62945"/>
                  <a:pt x="1565832" y="59045"/>
                  <a:pt x="1565832" y="54326"/>
                </a:cubicBezTo>
                <a:cubicBezTo>
                  <a:pt x="1565832" y="46625"/>
                  <a:pt x="1568813" y="40837"/>
                  <a:pt x="1574775" y="36962"/>
                </a:cubicBezTo>
                <a:cubicBezTo>
                  <a:pt x="1580786" y="33038"/>
                  <a:pt x="1588809" y="31075"/>
                  <a:pt x="1598845" y="31075"/>
                </a:cubicBezTo>
                <a:cubicBezTo>
                  <a:pt x="1604012" y="31075"/>
                  <a:pt x="1608930" y="31597"/>
                  <a:pt x="1613600" y="32640"/>
                </a:cubicBezTo>
                <a:cubicBezTo>
                  <a:pt x="1618320" y="33683"/>
                  <a:pt x="1623164" y="35348"/>
                  <a:pt x="1628132" y="37633"/>
                </a:cubicBezTo>
                <a:lnTo>
                  <a:pt x="1621276" y="54028"/>
                </a:lnTo>
                <a:cubicBezTo>
                  <a:pt x="1617152" y="52239"/>
                  <a:pt x="1613252" y="50774"/>
                  <a:pt x="1609576" y="49631"/>
                </a:cubicBezTo>
                <a:cubicBezTo>
                  <a:pt x="1605949" y="48488"/>
                  <a:pt x="1602248" y="47917"/>
                  <a:pt x="1598472" y="47917"/>
                </a:cubicBezTo>
                <a:cubicBezTo>
                  <a:pt x="1595144" y="47917"/>
                  <a:pt x="1592635" y="48364"/>
                  <a:pt x="1590946" y="49258"/>
                </a:cubicBezTo>
                <a:cubicBezTo>
                  <a:pt x="1589257" y="50153"/>
                  <a:pt x="1588412" y="51519"/>
                  <a:pt x="1588412" y="53357"/>
                </a:cubicBezTo>
                <a:cubicBezTo>
                  <a:pt x="1588412" y="54698"/>
                  <a:pt x="1588834" y="55891"/>
                  <a:pt x="1589679" y="56934"/>
                </a:cubicBezTo>
                <a:cubicBezTo>
                  <a:pt x="1590573" y="57977"/>
                  <a:pt x="1592262" y="59145"/>
                  <a:pt x="1594746" y="60436"/>
                </a:cubicBezTo>
                <a:cubicBezTo>
                  <a:pt x="1597280" y="61678"/>
                  <a:pt x="1600981" y="63293"/>
                  <a:pt x="1605850" y="65280"/>
                </a:cubicBezTo>
                <a:cubicBezTo>
                  <a:pt x="1610570" y="67218"/>
                  <a:pt x="1614668" y="69255"/>
                  <a:pt x="1618146" y="71391"/>
                </a:cubicBezTo>
                <a:cubicBezTo>
                  <a:pt x="1621623" y="73478"/>
                  <a:pt x="1624306" y="76086"/>
                  <a:pt x="1626194" y="79216"/>
                </a:cubicBezTo>
                <a:cubicBezTo>
                  <a:pt x="1628082" y="82296"/>
                  <a:pt x="1629026" y="86295"/>
                  <a:pt x="1629026" y="91214"/>
                </a:cubicBezTo>
                <a:close/>
                <a:moveTo>
                  <a:pt x="1634839" y="115954"/>
                </a:moveTo>
                <a:close/>
                <a:moveTo>
                  <a:pt x="1669491" y="0"/>
                </a:moveTo>
                <a:lnTo>
                  <a:pt x="1669491" y="51867"/>
                </a:lnTo>
                <a:cubicBezTo>
                  <a:pt x="1669491" y="54996"/>
                  <a:pt x="1669367" y="58126"/>
                  <a:pt x="1669118" y="61256"/>
                </a:cubicBezTo>
                <a:cubicBezTo>
                  <a:pt x="1668870" y="64386"/>
                  <a:pt x="1668597" y="67516"/>
                  <a:pt x="1668298" y="70646"/>
                </a:cubicBezTo>
                <a:lnTo>
                  <a:pt x="1668597" y="70646"/>
                </a:lnTo>
                <a:cubicBezTo>
                  <a:pt x="1670137" y="68460"/>
                  <a:pt x="1671702" y="66299"/>
                  <a:pt x="1673291" y="64162"/>
                </a:cubicBezTo>
                <a:cubicBezTo>
                  <a:pt x="1674931" y="62026"/>
                  <a:pt x="1676670" y="59964"/>
                  <a:pt x="1678508" y="57977"/>
                </a:cubicBezTo>
                <a:lnTo>
                  <a:pt x="1701833" y="32640"/>
                </a:lnTo>
                <a:lnTo>
                  <a:pt x="1727468" y="32640"/>
                </a:lnTo>
                <a:lnTo>
                  <a:pt x="1694381" y="68783"/>
                </a:lnTo>
                <a:lnTo>
                  <a:pt x="1729480" y="115954"/>
                </a:lnTo>
                <a:lnTo>
                  <a:pt x="1703249" y="115954"/>
                </a:lnTo>
                <a:lnTo>
                  <a:pt x="1679253" y="82196"/>
                </a:lnTo>
                <a:lnTo>
                  <a:pt x="1669491" y="90021"/>
                </a:lnTo>
                <a:lnTo>
                  <a:pt x="1669491" y="115954"/>
                </a:lnTo>
                <a:lnTo>
                  <a:pt x="1646762" y="115954"/>
                </a:lnTo>
                <a:lnTo>
                  <a:pt x="1646762" y="0"/>
                </a:lnTo>
                <a:lnTo>
                  <a:pt x="166949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A7A856-50EB-4FA0-AC15-23F39307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2669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3E69CC-67C9-4222-84AD-4D5CE957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310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27E9C8-2F9B-4F16-9497-01F91C69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9852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249028-66A4-4A0D-84D1-1FC609C2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3493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DDE898-2E2D-400B-B37B-3A4B27C3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7034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389E8B-4AF9-4578-894E-22A9107A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0675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1AAB20-F716-4B26-AD7C-979949CE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216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9769D5-6498-42B6-B4D3-534EAFB4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857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E1899F-4620-45EA-9788-E660330A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398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5DBBAD-6D2A-45F5-941E-FCB41EC2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039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4E9E5E-0AB4-4B01-9712-34BB12A0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8581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6D343A-EBAD-4988-8767-AABA98C3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222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D468C9-FD95-4732-B2F2-DE9776DF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5763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BD74FF-8E5F-45AD-B872-E9E26DA8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403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72C31B-1443-4F55-9C2E-3A70E276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2945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3D25F9-0DC2-4922-9B66-85A1ED89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586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1249D9-1045-4190-9222-E0655FCC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127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7002A5-05E8-4642-9BA1-C96B85B5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3768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753C3B-AC6C-483A-A0A5-CB86EFEC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7310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1A21A3-9D8A-4DB7-B57F-22B0FF75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951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407767-267F-465B-8E6C-0CFAF66B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492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6017AB-6906-4394-81BC-B03DF003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133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3ACD56-A25D-4CE3-A095-F9AD8984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674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13AD13-071C-4234-9EFD-5C887961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5315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1BE5B6-2043-4CC8-9C94-200F16F6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856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87E8F1-5648-429A-A417-A2F1FC56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2497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8BE26A-15F3-41A7-BE1E-6A1975F4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6038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C996A9-D91B-48D8-87EC-21769D89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9679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E03B7B-B18F-41AE-BF30-38ECE993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2669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953448-BACC-4363-9DD3-210F0F66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310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75B994-DA01-4A3F-A923-5FF45C47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9852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742440-2B45-4686-9A88-249D344A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3493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B02B10-DAE4-4E52-896F-FD37E733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7034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E3A9C9-D07E-4F8C-AA55-8E77D4EC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0675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270F68-EFDB-4C69-8BD9-2476DCC6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216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A38D04-06DF-43DA-B4A0-C22F9C87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857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A23AFE-2B63-47E3-BD8C-D50CB8E6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398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D357D0-460F-4BB5-A9EE-0B046B0B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039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D9E5A4-3519-4364-94C6-8130E26A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8581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B805CB-0BEF-462B-B639-25800839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222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345665-2B4A-455D-8F54-EEBB3ECF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5763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BF6E29-96EE-4323-9CBD-5D966146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403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88E051-2F0D-4238-8B8D-EECED394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2945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0C09C6-44D1-44D8-B57F-CA450F10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586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CD041B-760C-4CB1-9DCA-35E93EB4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127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7BB64B-5207-49E2-9EF8-9F021903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3768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8CDE2C-2353-4510-886F-5049E3BE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7310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070D60-428F-4B3E-9ED0-4A8A6319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951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4BD18A-DDF2-4CE6-A8BF-D294E8CA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492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00DADF-E48F-4DC7-A23A-C4DC4C3E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133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CE11D5-E1DB-4A54-B1D9-18B2F01E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674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2F6F29-4C76-4FBE-A2F0-CD711C86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5315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100F99-36F3-4134-B193-6061ABCF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856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102156-20BE-4104-8F59-365F8B2F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2497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49EB65-3FFD-4CAD-A23D-9274AD1D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6038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ACD643-9C11-4F7F-A875-AB96A598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9679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767784-9762-47AE-9112-86E31F6A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3221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088917-00AA-423C-B7E9-854E5E57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6862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5A37CE-2D87-41C0-A725-FC92F1A0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0403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73D71F-0C8A-4E45-8F07-9ECF54A6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4044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800416-9415-42A6-AE86-92E67BB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2669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50F6A5-B0B7-48E0-AD93-94D72866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310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1BAFA0-9133-4CAD-94A3-E4D7ECB5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9852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C77D80-6ECF-4D08-9CF2-4DAAE6FD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3493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F9B10C-5B32-48E4-BCDD-068C5C4B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7034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B6BF76-0C01-4348-ACF5-2D280243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0675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705D39-865B-425E-83FC-8B17A4A0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216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D57198-AF9A-4CCF-AB40-D256EEAE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857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800350-232F-42C8-BC41-321205B4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398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21599B-A805-4F6B-9B4E-27544A79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039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D455B9-2880-42E7-843C-802B1F7E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8581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D0C6C2-4F7E-44ED-BFFB-E4BE35AC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222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9F2D5A-1251-417D-971F-4102DE0A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5763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587953-2FEC-4B3A-8AB2-C2185328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403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D76801-2F45-4A19-BEA3-7D917972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2945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9B9EE4-0DEF-40FA-BEFB-7D0BB3E0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586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0C6275-35A4-43A3-9FD6-064B37AA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127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5B4DE2-FC7A-4E76-B23E-C781B8CE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3768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2521F9-C8AC-4F26-8CD9-4DF16FF7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7310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31721C-E904-4B55-8996-0F9FE2F7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951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430426-ECEA-4E05-BDC6-EFCB15CA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492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AD75A5-2FF8-4776-A89E-9C4E7E1B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133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433717-8B5A-43B7-A6E2-022AAA7A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674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F7A2C8-EF68-4A14-9984-7B3826C8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5315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B694A2-5FC9-44AE-BD90-E62821C1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856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EDB5DD-0499-4D49-AC0F-8F9A5C21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2497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42980C-CCA5-4CFE-8BA0-05C2FAC7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6038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14EC1E-50A9-4FF5-BB45-BBDD4121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9679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F702DD-9520-467F-A436-11DA6CBD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3221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1168E3-E95F-4C79-92D3-5830B2F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6862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3744C5-FDA0-4D7A-8BD9-B9681434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936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CB1007-31D9-49F3-8436-8DB5F600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577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3AA6EC-C48C-4B0E-A2AA-27AA3BE1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2117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8F22B8-E240-41FB-9645-16E194FA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758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BAFBA6-D5E9-48D3-8CA4-B74FF7D7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300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618A3E-2AF8-456F-85AE-18896D3F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2941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B6CFB2-34DA-4BE4-8D10-3082BEB1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482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2DB4BB-1D7F-4F37-8DAA-549012D0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0123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45EC3B-F0E3-49D3-881E-13591D44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665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48FEFA-BC5E-48EA-A5F1-09E38CBA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05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87BC0C-E6F1-46E3-BFFF-611E3938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846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66A374-300E-4A09-9C9D-4A1D0B51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487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38ED72-DFF7-4B53-AB91-757D2F0A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8028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02AF2-63C7-45AC-8986-566C99EC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669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8516D5-75DD-4205-AD0C-0B958194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212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CDEA3A-ADD4-45DA-A04D-4862FF0A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853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C3BDCB-757D-4EA5-BD9E-FDEC6106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2394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84D5FF-171C-43BF-8F9E-51FF5EB8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034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2D0D6E-71AE-4252-996F-07D4F980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576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E9DB52-403E-4AA8-B127-98B3CAE6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217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02FC2E-F462-4D9C-B032-198D100E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6758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9F75ED-F3D5-4820-9A26-2CF0CCD1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0399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0C9C55-8CB8-478A-A4B7-91548019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3940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3AA62F-52C3-453C-9668-E5D772CD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7581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66EE18-5992-466F-BE82-A0F5EC98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1122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86B999-D28D-4997-B631-2C363B7C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763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09AEE9-7CAF-4128-9B5B-F623B3FE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305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71C2D9-42A6-4F70-B0BA-46B5DC3F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1946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4BFFC9-E797-4CF0-AF0C-38549CA6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5487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FB02BE-0142-4BED-8DCA-A04F9F13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128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655F2A-6F3C-424C-8FC9-7BE5022D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936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8C2317-D414-4367-AD18-016516FC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577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ED9653-9B5B-469F-88EB-88870C27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2117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5A2778-E7A3-4801-AA13-232D427C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758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725135-969E-403C-8053-BE359F99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300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66BC2B-6802-4CA6-8D55-0D0B863A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2941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71FA5A-6614-4169-BF3D-071E61A5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482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AE1474-F513-4B63-8935-BE2858B8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0123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2EB5FF-49D0-4FAA-8250-E65DE611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665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1809F6-201E-4082-9EA0-9198DA91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05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869151-FA1C-48CE-9656-7C716072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846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2F6C00-6A3C-4C40-96F4-FBBE40BB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487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B88E6E-9ACE-41DB-A1F0-72750111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8028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95C53E-6DE8-41C6-8E1A-1E4A4CEE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669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28D7D7-B1A3-4F5F-8072-F9EFCD6C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212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3C7FB1-F13C-404A-88F7-96926545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853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364D71-34F4-4CE0-9E77-7C9664E6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2394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01E2CC-1F02-4261-961B-6E32D19E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034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DDF7EA-3F0B-4F09-9D60-9B5B68A6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576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439971-AADE-4CD1-9CCF-D2F1282A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217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77E90D-01EA-4EA7-89A0-B64DC17F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6758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184490-58E8-4E04-9239-36DB4DFF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0399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B1FDDB-4131-4064-B66B-25FD80E7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3940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652A4C-666A-413D-A4A7-1C9B124F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7581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35A69C-3630-41A0-AB49-E35AD4D6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1122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AD886A-598F-44BF-8213-85109F3D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763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C42E80-EB99-4411-B52D-6ECC073D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305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013C55-D4FA-4BE4-9B34-E81F5663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1946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6C916E-7996-4D5B-B0A9-1089AE15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5487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21F176-1743-4BD9-BEB3-FD6F8673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128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448DBC-50FE-4173-A390-79EABD3C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936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293C78-8073-4B13-A62F-973B791B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577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698409-1144-4628-92D2-EC1D5968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753" y="2491556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76E7CB-32FF-43F0-BF0A-DCFDBA98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394" y="2485197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96F5DB-8DEE-4F34-B1C7-B79207B4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2669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91879E-7952-4F1D-961C-0F2EF4BF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310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D5DDD0-1F05-44C2-94AA-9878FBA6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9852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3B5E93-6BD7-4E43-9626-05BBCA3D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3493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F5A5F8-E292-4C42-9536-B6071216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7034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EF5885-11DF-4B75-B2A5-D5A988FF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0675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3A8077-260E-4A08-BB00-90DFF664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216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E058B6-E234-45DA-9111-89C5A50C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857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C22D7F-0A5C-4D78-BCB3-DF44636B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398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D2D93C-5FD8-49CC-BFDE-A4D863FF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039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0E76F4-B4CE-465F-A318-E5B58791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8581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C38256-2A11-4456-A301-72E626B3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222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719C28-2B29-4D98-87D0-7CA213BF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5763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10D3F4-8038-4040-9C47-5206409A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403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CB2CA2-26DB-4750-9D96-22589779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2945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045B5B-3D99-4710-AF7E-7C00B3B3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586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00E042-10D1-41FA-ACC9-097AF290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127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F97B10-080B-4FD6-AAEC-4DBBE1E9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3768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EA865C-E3B0-4221-B94E-68DC682C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7310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24F229-A90A-4924-B979-376431C4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951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52F5D1-61B0-4BAA-B3AD-83561843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492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51F8AE-A0AE-4650-8B24-42B67BB6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133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183D05-5F17-47DD-B246-09C1B0A2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674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1E213D-A35D-485E-9444-7B1C88B1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5315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9233F6-5619-419C-ACEE-222A1C1F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856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8B83EA-7E58-41D7-8B30-7C8AC26D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2497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EB0799-B662-472F-BE50-9EFFF3A9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936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C2162A-FB9F-4E32-809A-EF2E5F6A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577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2FEA33-DA02-4ECE-9DC3-DD3835B3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2117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402C7D-BA26-409E-8298-5205BF4A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758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4CD5EC-1862-4FEF-BC29-D121994D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300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CA5D33-4268-4C4F-B996-9BB7F133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2941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E13517-0D5B-4EE9-8FA6-AC869ED1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482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6BA0DE-6394-4307-8E21-9FE4E51E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0123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5B6A73-8DBA-49C5-84BE-E121AB1A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665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B27C33-D418-4F0A-BC91-B3A3E760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05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39007E-D5D7-4D35-9B5A-15EFAB13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846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39A331-0B1B-47AC-8878-539F4FF7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487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9457E5-2A5B-4796-9626-C1DEB9FB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8028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74DAEF-31D8-4CFE-BB15-C68A1C88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669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49F72-C3F7-4697-AF0A-02192148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212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96B2B5-CF4D-40E1-919B-435D2219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853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21F7CA-C02C-42BE-A79E-6D52E387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2394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8334B5-6D8F-44C7-A125-1973945C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034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9B373-3F26-4B5A-A11D-E8E650DD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576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69DF0F-5677-4E87-879B-27F2A473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217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24A839-B770-4541-A561-FF6171E0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6758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0851AC-3269-4915-BAF3-420F8824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0399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27E2CA-2A83-4584-9269-4351AA7D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3940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99962B-04BD-44DE-B69C-E45CA6F9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7581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781CF4-FD6B-4B0D-B833-7AA64023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1122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E2AAE7-2223-483D-9974-063E31B3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763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7EC8A6-AAC7-4E19-84C1-456E6B68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305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35FD4E-86BD-4456-A47B-9274AC99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1946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4073FC-505F-4B1F-9FA5-17119282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5487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6CBBBD-6DE3-4A6C-A9BA-495B7103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128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529E42-63C0-479A-BEB6-D076C86E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753" y="2364374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F42424-AA7E-44A2-A9AE-94C9C73D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394" y="2358015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E65FFD-0D05-4897-8861-39953E7D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753" y="2745921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AD2FDD-D267-43DC-9D94-C0F22C9E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394" y="273956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4EC764-6D14-4860-A5A5-17B1C59C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753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DD4EBA-0697-40AA-8DC4-C85A0513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394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AC5992-EB12-4E51-A3F4-AA94E48D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2117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C07E0F-4F74-4ED0-9ABF-DC17EA2F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758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A62383-5ED5-4C61-8EF3-AB755F7C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300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C00DBC-28BF-4214-8A1D-07D7C867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2941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B9643B-B98A-4317-A8F2-A818C304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482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B68C1A-26CD-42E3-959E-90DF8E79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0123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1ACFC3-FA52-4C05-87BF-5345B0EE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665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645358-B2F9-4B77-810A-93444430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05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F177B2-7315-4925-9FAC-887751E3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846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8ED14E-9FEA-48C4-9BAE-E01E7A07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487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54440D-4E24-4B7B-A9ED-5627333B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8028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C9B515-D396-4ED1-9DFE-3FC39237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669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2C50C6-4ABD-4489-B631-FDC91AA5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212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3B9EAF-F766-453A-8091-A6C92A88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853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52EEE3-40EB-4684-941B-C48AE477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2394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019FD6-DF61-4922-8DB0-CC3DDD63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034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94B451-9CF4-47BB-A9A6-A90EBDEA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576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88530A-B74D-44C5-B7FF-A3B5D7CF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217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AE4CBE-C44F-463E-9147-20522A45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6758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7C7E11-67ED-4683-A7F1-997E2451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0399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3B3D19-ACF1-45D4-97AA-10C489D8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3940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BA3D52-ED42-4849-AA89-B3DE3BCF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7581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7BF614-7DA9-47EE-93EF-4E8D235D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1122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CED045-397F-44E8-A3E7-938B8567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763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AE1EC8-382E-40C1-A283-50ED669E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305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970C9F-21E3-4921-B7E0-527A141D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1946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E19914-3342-4FD9-AF10-C5770974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5487" y="261873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213837-91A0-4C65-A805-1CDE48BE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128" y="261237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7EE3FD-BED0-466F-9AEA-6EB8D838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138" y="2739561"/>
            <a:ext cx="1271823" cy="190773"/>
          </a:xfrm>
          <a:custGeom xmlns:a="http://schemas.openxmlformats.org/drawingml/2006/main">
            <a:pathLst>
              <a:path w="1271823" h="190773">
                <a:moveTo>
                  <a:pt x="0" y="0"/>
                </a:moveTo>
                <a:lnTo>
                  <a:pt x="1271823" y="0"/>
                </a:lnTo>
                <a:lnTo>
                  <a:pt x="127182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C8D746-5083-417B-B5DB-B71B3EF5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138" y="2739561"/>
            <a:ext cx="317956" cy="190773"/>
          </a:xfrm>
          <a:custGeom xmlns:a="http://schemas.openxmlformats.org/drawingml/2006/main">
            <a:pathLst>
              <a:path w="317956" h="190773">
                <a:moveTo>
                  <a:pt x="0" y="0"/>
                </a:moveTo>
                <a:lnTo>
                  <a:pt x="317956" y="0"/>
                </a:lnTo>
                <a:lnTo>
                  <a:pt x="317956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F3699-13FB-4E1F-83DF-51DBBCAF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779" y="2733202"/>
            <a:ext cx="330674" cy="203492"/>
          </a:xfrm>
          <a:custGeom xmlns:a="http://schemas.openxmlformats.org/drawingml/2006/main">
            <a:pathLst>
              <a:path w="330674" h="203492">
                <a:moveTo>
                  <a:pt x="0" y="197132"/>
                </a:moveTo>
                <a:lnTo>
                  <a:pt x="0" y="203492"/>
                </a:lnTo>
                <a:lnTo>
                  <a:pt x="6359" y="203492"/>
                </a:lnTo>
                <a:lnTo>
                  <a:pt x="324315" y="203492"/>
                </a:lnTo>
                <a:lnTo>
                  <a:pt x="330674" y="203492"/>
                </a:lnTo>
                <a:lnTo>
                  <a:pt x="330674" y="197132"/>
                </a:lnTo>
                <a:lnTo>
                  <a:pt x="330674" y="6359"/>
                </a:lnTo>
                <a:lnTo>
                  <a:pt x="330674" y="0"/>
                </a:lnTo>
                <a:lnTo>
                  <a:pt x="324315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97132"/>
                </a:lnTo>
                <a:close/>
                <a:moveTo>
                  <a:pt x="12718" y="12718"/>
                </a:moveTo>
                <a:lnTo>
                  <a:pt x="317956" y="12718"/>
                </a:lnTo>
                <a:lnTo>
                  <a:pt x="317956" y="190773"/>
                </a:lnTo>
                <a:lnTo>
                  <a:pt x="12718" y="190773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FD78B5-D522-4AE8-B2E9-2FE048D3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094" y="2739561"/>
            <a:ext cx="317956" cy="190773"/>
          </a:xfrm>
          <a:custGeom xmlns:a="http://schemas.openxmlformats.org/drawingml/2006/main">
            <a:pathLst>
              <a:path w="317956" h="190773">
                <a:moveTo>
                  <a:pt x="0" y="0"/>
                </a:moveTo>
                <a:lnTo>
                  <a:pt x="317956" y="0"/>
                </a:lnTo>
                <a:lnTo>
                  <a:pt x="317956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27E42A-5EFB-4F33-B9A9-0503AEED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735" y="2733202"/>
            <a:ext cx="330674" cy="203492"/>
          </a:xfrm>
          <a:custGeom xmlns:a="http://schemas.openxmlformats.org/drawingml/2006/main">
            <a:pathLst>
              <a:path w="330674" h="203492">
                <a:moveTo>
                  <a:pt x="0" y="197132"/>
                </a:moveTo>
                <a:lnTo>
                  <a:pt x="0" y="203492"/>
                </a:lnTo>
                <a:lnTo>
                  <a:pt x="6359" y="203492"/>
                </a:lnTo>
                <a:lnTo>
                  <a:pt x="324315" y="203492"/>
                </a:lnTo>
                <a:lnTo>
                  <a:pt x="330674" y="203492"/>
                </a:lnTo>
                <a:lnTo>
                  <a:pt x="330674" y="197132"/>
                </a:lnTo>
                <a:lnTo>
                  <a:pt x="330674" y="6359"/>
                </a:lnTo>
                <a:lnTo>
                  <a:pt x="330674" y="0"/>
                </a:lnTo>
                <a:lnTo>
                  <a:pt x="324315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97132"/>
                </a:lnTo>
                <a:close/>
                <a:moveTo>
                  <a:pt x="12718" y="12718"/>
                </a:moveTo>
                <a:lnTo>
                  <a:pt x="317956" y="12718"/>
                </a:lnTo>
                <a:lnTo>
                  <a:pt x="317956" y="190773"/>
                </a:lnTo>
                <a:lnTo>
                  <a:pt x="12718" y="190773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29E361-44D6-4614-AE57-A4DC1119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049" y="2739561"/>
            <a:ext cx="317956" cy="190773"/>
          </a:xfrm>
          <a:custGeom xmlns:a="http://schemas.openxmlformats.org/drawingml/2006/main">
            <a:pathLst>
              <a:path w="317956" h="190773">
                <a:moveTo>
                  <a:pt x="0" y="0"/>
                </a:moveTo>
                <a:lnTo>
                  <a:pt x="317956" y="0"/>
                </a:lnTo>
                <a:lnTo>
                  <a:pt x="317956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CA813A-7245-4635-8812-AF59D662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690" y="2733202"/>
            <a:ext cx="330674" cy="203492"/>
          </a:xfrm>
          <a:custGeom xmlns:a="http://schemas.openxmlformats.org/drawingml/2006/main">
            <a:pathLst>
              <a:path w="330674" h="203492">
                <a:moveTo>
                  <a:pt x="0" y="197132"/>
                </a:moveTo>
                <a:lnTo>
                  <a:pt x="0" y="203492"/>
                </a:lnTo>
                <a:lnTo>
                  <a:pt x="6359" y="203492"/>
                </a:lnTo>
                <a:lnTo>
                  <a:pt x="324315" y="203492"/>
                </a:lnTo>
                <a:lnTo>
                  <a:pt x="330674" y="203492"/>
                </a:lnTo>
                <a:lnTo>
                  <a:pt x="330674" y="197132"/>
                </a:lnTo>
                <a:lnTo>
                  <a:pt x="330674" y="6359"/>
                </a:lnTo>
                <a:lnTo>
                  <a:pt x="330674" y="0"/>
                </a:lnTo>
                <a:lnTo>
                  <a:pt x="324315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97132"/>
                </a:lnTo>
                <a:close/>
                <a:moveTo>
                  <a:pt x="12718" y="12718"/>
                </a:moveTo>
                <a:lnTo>
                  <a:pt x="317956" y="12718"/>
                </a:lnTo>
                <a:lnTo>
                  <a:pt x="317956" y="190773"/>
                </a:lnTo>
                <a:lnTo>
                  <a:pt x="12718" y="190773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9339F9-9B77-485D-9BBF-B21F0C63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005" y="2739561"/>
            <a:ext cx="317956" cy="190773"/>
          </a:xfrm>
          <a:custGeom xmlns:a="http://schemas.openxmlformats.org/drawingml/2006/main">
            <a:pathLst>
              <a:path w="317956" h="190773">
                <a:moveTo>
                  <a:pt x="0" y="0"/>
                </a:moveTo>
                <a:lnTo>
                  <a:pt x="317956" y="0"/>
                </a:lnTo>
                <a:lnTo>
                  <a:pt x="317956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540D4E-42EE-4C0C-8762-986EDA8D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6646" y="2733202"/>
            <a:ext cx="330674" cy="203492"/>
          </a:xfrm>
          <a:custGeom xmlns:a="http://schemas.openxmlformats.org/drawingml/2006/main">
            <a:pathLst>
              <a:path w="330674" h="203492">
                <a:moveTo>
                  <a:pt x="0" y="197132"/>
                </a:moveTo>
                <a:lnTo>
                  <a:pt x="0" y="203492"/>
                </a:lnTo>
                <a:lnTo>
                  <a:pt x="6359" y="203492"/>
                </a:lnTo>
                <a:lnTo>
                  <a:pt x="324315" y="203492"/>
                </a:lnTo>
                <a:lnTo>
                  <a:pt x="330674" y="203492"/>
                </a:lnTo>
                <a:lnTo>
                  <a:pt x="330674" y="197132"/>
                </a:lnTo>
                <a:lnTo>
                  <a:pt x="330674" y="6359"/>
                </a:lnTo>
                <a:lnTo>
                  <a:pt x="330674" y="0"/>
                </a:lnTo>
                <a:lnTo>
                  <a:pt x="324315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97132"/>
                </a:lnTo>
                <a:close/>
                <a:moveTo>
                  <a:pt x="12718" y="12718"/>
                </a:moveTo>
                <a:lnTo>
                  <a:pt x="317956" y="12718"/>
                </a:lnTo>
                <a:lnTo>
                  <a:pt x="317956" y="190773"/>
                </a:lnTo>
                <a:lnTo>
                  <a:pt x="12718" y="190773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00CD01-FBBB-4B31-A933-9158A912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978" y="3003464"/>
            <a:ext cx="110143" cy="155798"/>
          </a:xfrm>
          <a:custGeom xmlns:a="http://schemas.openxmlformats.org/drawingml/2006/main">
            <a:pathLst>
              <a:path w="110143" h="155798">
                <a:moveTo>
                  <a:pt x="64523" y="8244"/>
                </a:moveTo>
                <a:lnTo>
                  <a:pt x="64416" y="7616"/>
                </a:lnTo>
                <a:lnTo>
                  <a:pt x="64269" y="7003"/>
                </a:lnTo>
                <a:lnTo>
                  <a:pt x="64084" y="6406"/>
                </a:lnTo>
                <a:lnTo>
                  <a:pt x="63861" y="5826"/>
                </a:lnTo>
                <a:lnTo>
                  <a:pt x="63602" y="5265"/>
                </a:lnTo>
                <a:lnTo>
                  <a:pt x="63308" y="4724"/>
                </a:lnTo>
                <a:lnTo>
                  <a:pt x="62981" y="4206"/>
                </a:lnTo>
                <a:lnTo>
                  <a:pt x="62623" y="3710"/>
                </a:lnTo>
                <a:lnTo>
                  <a:pt x="62234" y="3239"/>
                </a:lnTo>
                <a:lnTo>
                  <a:pt x="61816" y="2794"/>
                </a:lnTo>
                <a:lnTo>
                  <a:pt x="61371" y="2376"/>
                </a:lnTo>
                <a:lnTo>
                  <a:pt x="60900" y="1988"/>
                </a:lnTo>
                <a:lnTo>
                  <a:pt x="60405" y="1629"/>
                </a:lnTo>
                <a:lnTo>
                  <a:pt x="59886" y="1302"/>
                </a:lnTo>
                <a:lnTo>
                  <a:pt x="59345" y="1009"/>
                </a:lnTo>
                <a:lnTo>
                  <a:pt x="58784" y="750"/>
                </a:lnTo>
                <a:lnTo>
                  <a:pt x="58205" y="526"/>
                </a:lnTo>
                <a:lnTo>
                  <a:pt x="57607" y="341"/>
                </a:lnTo>
                <a:lnTo>
                  <a:pt x="56994" y="194"/>
                </a:lnTo>
                <a:lnTo>
                  <a:pt x="56366" y="87"/>
                </a:lnTo>
                <a:lnTo>
                  <a:pt x="55725" y="22"/>
                </a:lnTo>
                <a:lnTo>
                  <a:pt x="55072" y="0"/>
                </a:lnTo>
                <a:lnTo>
                  <a:pt x="54418" y="22"/>
                </a:lnTo>
                <a:lnTo>
                  <a:pt x="53777" y="87"/>
                </a:lnTo>
                <a:lnTo>
                  <a:pt x="53149" y="194"/>
                </a:lnTo>
                <a:lnTo>
                  <a:pt x="52536" y="341"/>
                </a:lnTo>
                <a:lnTo>
                  <a:pt x="51938" y="526"/>
                </a:lnTo>
                <a:lnTo>
                  <a:pt x="51359" y="750"/>
                </a:lnTo>
                <a:lnTo>
                  <a:pt x="50798" y="1009"/>
                </a:lnTo>
                <a:lnTo>
                  <a:pt x="50257" y="1302"/>
                </a:lnTo>
                <a:lnTo>
                  <a:pt x="49738" y="1629"/>
                </a:lnTo>
                <a:lnTo>
                  <a:pt x="49243" y="1988"/>
                </a:lnTo>
                <a:lnTo>
                  <a:pt x="48772" y="2376"/>
                </a:lnTo>
                <a:lnTo>
                  <a:pt x="48327" y="2794"/>
                </a:lnTo>
                <a:lnTo>
                  <a:pt x="47909" y="3239"/>
                </a:lnTo>
                <a:lnTo>
                  <a:pt x="47520" y="3710"/>
                </a:lnTo>
                <a:lnTo>
                  <a:pt x="47162" y="4206"/>
                </a:lnTo>
                <a:lnTo>
                  <a:pt x="46835" y="4724"/>
                </a:lnTo>
                <a:lnTo>
                  <a:pt x="46542" y="5265"/>
                </a:lnTo>
                <a:lnTo>
                  <a:pt x="46282" y="5826"/>
                </a:lnTo>
                <a:lnTo>
                  <a:pt x="46059" y="6406"/>
                </a:lnTo>
                <a:lnTo>
                  <a:pt x="45874" y="7003"/>
                </a:lnTo>
                <a:lnTo>
                  <a:pt x="45727" y="7616"/>
                </a:lnTo>
                <a:lnTo>
                  <a:pt x="45620" y="8244"/>
                </a:lnTo>
                <a:lnTo>
                  <a:pt x="45555" y="8886"/>
                </a:lnTo>
                <a:lnTo>
                  <a:pt x="45533" y="9539"/>
                </a:lnTo>
                <a:lnTo>
                  <a:pt x="45533" y="60412"/>
                </a:lnTo>
                <a:lnTo>
                  <a:pt x="0" y="60412"/>
                </a:lnTo>
                <a:lnTo>
                  <a:pt x="55072" y="155798"/>
                </a:lnTo>
                <a:lnTo>
                  <a:pt x="110143" y="60412"/>
                </a:lnTo>
                <a:lnTo>
                  <a:pt x="64610" y="60412"/>
                </a:lnTo>
                <a:lnTo>
                  <a:pt x="64610" y="9539"/>
                </a:lnTo>
                <a:lnTo>
                  <a:pt x="64588" y="8886"/>
                </a:lnTo>
                <a:lnTo>
                  <a:pt x="64523" y="82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23672A-EEF5-4486-87C5-9295E5AE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577" y="2739561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9FD78C-2ABE-4DB8-AE42-EA22DE68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0218" y="2733202"/>
            <a:ext cx="203492" cy="203492"/>
          </a:xfrm>
          <a:custGeom xmlns:a="http://schemas.openxmlformats.org/drawingml/2006/main">
            <a:pathLst>
              <a:path w="203492" h="203492">
                <a:moveTo>
                  <a:pt x="0" y="197132"/>
                </a:moveTo>
                <a:lnTo>
                  <a:pt x="0" y="203492"/>
                </a:lnTo>
                <a:lnTo>
                  <a:pt x="6359" y="203492"/>
                </a:lnTo>
                <a:lnTo>
                  <a:pt x="197132" y="203492"/>
                </a:lnTo>
                <a:lnTo>
                  <a:pt x="203492" y="203492"/>
                </a:lnTo>
                <a:lnTo>
                  <a:pt x="203492" y="197132"/>
                </a:lnTo>
                <a:lnTo>
                  <a:pt x="203492" y="6359"/>
                </a:lnTo>
                <a:lnTo>
                  <a:pt x="203492" y="0"/>
                </a:lnTo>
                <a:lnTo>
                  <a:pt x="197132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97132"/>
                </a:lnTo>
                <a:close/>
                <a:moveTo>
                  <a:pt x="12718" y="12718"/>
                </a:moveTo>
                <a:lnTo>
                  <a:pt x="190773" y="12718"/>
                </a:lnTo>
                <a:lnTo>
                  <a:pt x="190773" y="190773"/>
                </a:lnTo>
                <a:lnTo>
                  <a:pt x="12718" y="190773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AEA2EE-CC7C-41C8-BF9F-8369C291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351" y="2739561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E6578-1B9A-4CC7-946F-254A2559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992" y="2733202"/>
            <a:ext cx="203492" cy="203492"/>
          </a:xfrm>
          <a:custGeom xmlns:a="http://schemas.openxmlformats.org/drawingml/2006/main">
            <a:pathLst>
              <a:path w="203492" h="203492">
                <a:moveTo>
                  <a:pt x="0" y="197132"/>
                </a:moveTo>
                <a:lnTo>
                  <a:pt x="0" y="203492"/>
                </a:lnTo>
                <a:lnTo>
                  <a:pt x="6359" y="203492"/>
                </a:lnTo>
                <a:lnTo>
                  <a:pt x="197132" y="203492"/>
                </a:lnTo>
                <a:lnTo>
                  <a:pt x="203492" y="203492"/>
                </a:lnTo>
                <a:lnTo>
                  <a:pt x="203492" y="197132"/>
                </a:lnTo>
                <a:lnTo>
                  <a:pt x="203492" y="6359"/>
                </a:lnTo>
                <a:lnTo>
                  <a:pt x="203492" y="0"/>
                </a:lnTo>
                <a:lnTo>
                  <a:pt x="197132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97132"/>
                </a:lnTo>
                <a:close/>
                <a:moveTo>
                  <a:pt x="12718" y="12718"/>
                </a:moveTo>
                <a:lnTo>
                  <a:pt x="190773" y="12718"/>
                </a:lnTo>
                <a:lnTo>
                  <a:pt x="190773" y="190773"/>
                </a:lnTo>
                <a:lnTo>
                  <a:pt x="12718" y="190773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6A3E69-8749-4510-89D1-E041E31D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124" y="2739561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355FBE-8B54-4A72-974E-5F3D47C6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1765" y="2733202"/>
            <a:ext cx="203492" cy="203492"/>
          </a:xfrm>
          <a:custGeom xmlns:a="http://schemas.openxmlformats.org/drawingml/2006/main">
            <a:pathLst>
              <a:path w="203492" h="203492">
                <a:moveTo>
                  <a:pt x="0" y="197132"/>
                </a:moveTo>
                <a:lnTo>
                  <a:pt x="0" y="203492"/>
                </a:lnTo>
                <a:lnTo>
                  <a:pt x="6359" y="203492"/>
                </a:lnTo>
                <a:lnTo>
                  <a:pt x="197132" y="203492"/>
                </a:lnTo>
                <a:lnTo>
                  <a:pt x="203492" y="203492"/>
                </a:lnTo>
                <a:lnTo>
                  <a:pt x="203492" y="197132"/>
                </a:lnTo>
                <a:lnTo>
                  <a:pt x="203492" y="6359"/>
                </a:lnTo>
                <a:lnTo>
                  <a:pt x="203492" y="0"/>
                </a:lnTo>
                <a:lnTo>
                  <a:pt x="197132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97132"/>
                </a:lnTo>
                <a:close/>
                <a:moveTo>
                  <a:pt x="12718" y="12718"/>
                </a:moveTo>
                <a:lnTo>
                  <a:pt x="190773" y="12718"/>
                </a:lnTo>
                <a:lnTo>
                  <a:pt x="190773" y="190773"/>
                </a:lnTo>
                <a:lnTo>
                  <a:pt x="12718" y="190773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C52F52-D232-4162-95C0-75ABACBA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7" y="2739561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BD16E8-022F-4485-99B6-81B83828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538" y="2733202"/>
            <a:ext cx="203492" cy="203492"/>
          </a:xfrm>
          <a:custGeom xmlns:a="http://schemas.openxmlformats.org/drawingml/2006/main">
            <a:pathLst>
              <a:path w="203492" h="203492">
                <a:moveTo>
                  <a:pt x="0" y="197132"/>
                </a:moveTo>
                <a:lnTo>
                  <a:pt x="0" y="203492"/>
                </a:lnTo>
                <a:lnTo>
                  <a:pt x="6359" y="203492"/>
                </a:lnTo>
                <a:lnTo>
                  <a:pt x="197132" y="203492"/>
                </a:lnTo>
                <a:lnTo>
                  <a:pt x="203492" y="203492"/>
                </a:lnTo>
                <a:lnTo>
                  <a:pt x="203492" y="197132"/>
                </a:lnTo>
                <a:lnTo>
                  <a:pt x="203492" y="6359"/>
                </a:lnTo>
                <a:lnTo>
                  <a:pt x="203492" y="0"/>
                </a:lnTo>
                <a:lnTo>
                  <a:pt x="197132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97132"/>
                </a:lnTo>
                <a:close/>
                <a:moveTo>
                  <a:pt x="12718" y="12718"/>
                </a:moveTo>
                <a:lnTo>
                  <a:pt x="190773" y="12718"/>
                </a:lnTo>
                <a:lnTo>
                  <a:pt x="190773" y="190773"/>
                </a:lnTo>
                <a:lnTo>
                  <a:pt x="12718" y="190773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331B28-670F-4066-B952-02A108D8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671" y="2739561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B4BE13-7461-445B-AF58-EC1FD316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12" y="2733202"/>
            <a:ext cx="203492" cy="203492"/>
          </a:xfrm>
          <a:custGeom xmlns:a="http://schemas.openxmlformats.org/drawingml/2006/main">
            <a:pathLst>
              <a:path w="203492" h="203492">
                <a:moveTo>
                  <a:pt x="0" y="197132"/>
                </a:moveTo>
                <a:lnTo>
                  <a:pt x="0" y="203492"/>
                </a:lnTo>
                <a:lnTo>
                  <a:pt x="6359" y="203492"/>
                </a:lnTo>
                <a:lnTo>
                  <a:pt x="197132" y="203492"/>
                </a:lnTo>
                <a:lnTo>
                  <a:pt x="203492" y="203492"/>
                </a:lnTo>
                <a:lnTo>
                  <a:pt x="203492" y="197132"/>
                </a:lnTo>
                <a:lnTo>
                  <a:pt x="203492" y="6359"/>
                </a:lnTo>
                <a:lnTo>
                  <a:pt x="203492" y="0"/>
                </a:lnTo>
                <a:lnTo>
                  <a:pt x="197132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97132"/>
                </a:lnTo>
                <a:close/>
                <a:moveTo>
                  <a:pt x="12718" y="12718"/>
                </a:moveTo>
                <a:lnTo>
                  <a:pt x="190773" y="12718"/>
                </a:lnTo>
                <a:lnTo>
                  <a:pt x="190773" y="190773"/>
                </a:lnTo>
                <a:lnTo>
                  <a:pt x="12718" y="190773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3CEC78-E151-4982-8134-CB4E3CA0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444" y="2739561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E2008F-3A55-444E-932B-CF954796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085" y="2733202"/>
            <a:ext cx="203492" cy="203492"/>
          </a:xfrm>
          <a:custGeom xmlns:a="http://schemas.openxmlformats.org/drawingml/2006/main">
            <a:pathLst>
              <a:path w="203492" h="203492">
                <a:moveTo>
                  <a:pt x="0" y="197132"/>
                </a:moveTo>
                <a:lnTo>
                  <a:pt x="0" y="203492"/>
                </a:lnTo>
                <a:lnTo>
                  <a:pt x="6359" y="203492"/>
                </a:lnTo>
                <a:lnTo>
                  <a:pt x="197132" y="203492"/>
                </a:lnTo>
                <a:lnTo>
                  <a:pt x="203492" y="203492"/>
                </a:lnTo>
                <a:lnTo>
                  <a:pt x="203492" y="197132"/>
                </a:lnTo>
                <a:lnTo>
                  <a:pt x="203492" y="6359"/>
                </a:lnTo>
                <a:lnTo>
                  <a:pt x="203492" y="0"/>
                </a:lnTo>
                <a:lnTo>
                  <a:pt x="197132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97132"/>
                </a:lnTo>
                <a:close/>
                <a:moveTo>
                  <a:pt x="12718" y="12718"/>
                </a:moveTo>
                <a:lnTo>
                  <a:pt x="190773" y="12718"/>
                </a:lnTo>
                <a:lnTo>
                  <a:pt x="190773" y="190773"/>
                </a:lnTo>
                <a:lnTo>
                  <a:pt x="12718" y="190773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C61989-3E5F-4673-9553-8B62CE71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616" y="3003464"/>
            <a:ext cx="110143" cy="155798"/>
          </a:xfrm>
          <a:custGeom xmlns:a="http://schemas.openxmlformats.org/drawingml/2006/main">
            <a:pathLst>
              <a:path w="110143" h="155798">
                <a:moveTo>
                  <a:pt x="64523" y="8244"/>
                </a:moveTo>
                <a:lnTo>
                  <a:pt x="64416" y="7616"/>
                </a:lnTo>
                <a:lnTo>
                  <a:pt x="64269" y="7003"/>
                </a:lnTo>
                <a:lnTo>
                  <a:pt x="64084" y="6406"/>
                </a:lnTo>
                <a:lnTo>
                  <a:pt x="63861" y="5826"/>
                </a:lnTo>
                <a:lnTo>
                  <a:pt x="63602" y="5265"/>
                </a:lnTo>
                <a:lnTo>
                  <a:pt x="63308" y="4724"/>
                </a:lnTo>
                <a:lnTo>
                  <a:pt x="62981" y="4206"/>
                </a:lnTo>
                <a:lnTo>
                  <a:pt x="62623" y="3710"/>
                </a:lnTo>
                <a:lnTo>
                  <a:pt x="62234" y="3239"/>
                </a:lnTo>
                <a:lnTo>
                  <a:pt x="61816" y="2794"/>
                </a:lnTo>
                <a:lnTo>
                  <a:pt x="61371" y="2376"/>
                </a:lnTo>
                <a:lnTo>
                  <a:pt x="60900" y="1988"/>
                </a:lnTo>
                <a:lnTo>
                  <a:pt x="60405" y="1629"/>
                </a:lnTo>
                <a:lnTo>
                  <a:pt x="59886" y="1302"/>
                </a:lnTo>
                <a:lnTo>
                  <a:pt x="59345" y="1009"/>
                </a:lnTo>
                <a:lnTo>
                  <a:pt x="58784" y="750"/>
                </a:lnTo>
                <a:lnTo>
                  <a:pt x="58205" y="526"/>
                </a:lnTo>
                <a:lnTo>
                  <a:pt x="57607" y="341"/>
                </a:lnTo>
                <a:lnTo>
                  <a:pt x="56994" y="194"/>
                </a:lnTo>
                <a:lnTo>
                  <a:pt x="56366" y="87"/>
                </a:lnTo>
                <a:lnTo>
                  <a:pt x="55725" y="22"/>
                </a:lnTo>
                <a:lnTo>
                  <a:pt x="55072" y="0"/>
                </a:lnTo>
                <a:lnTo>
                  <a:pt x="54418" y="22"/>
                </a:lnTo>
                <a:lnTo>
                  <a:pt x="53777" y="87"/>
                </a:lnTo>
                <a:lnTo>
                  <a:pt x="53149" y="194"/>
                </a:lnTo>
                <a:lnTo>
                  <a:pt x="52536" y="341"/>
                </a:lnTo>
                <a:lnTo>
                  <a:pt x="51938" y="526"/>
                </a:lnTo>
                <a:lnTo>
                  <a:pt x="51359" y="750"/>
                </a:lnTo>
                <a:lnTo>
                  <a:pt x="50798" y="1009"/>
                </a:lnTo>
                <a:lnTo>
                  <a:pt x="50257" y="1302"/>
                </a:lnTo>
                <a:lnTo>
                  <a:pt x="49738" y="1629"/>
                </a:lnTo>
                <a:lnTo>
                  <a:pt x="49243" y="1988"/>
                </a:lnTo>
                <a:lnTo>
                  <a:pt x="48772" y="2376"/>
                </a:lnTo>
                <a:lnTo>
                  <a:pt x="48327" y="2794"/>
                </a:lnTo>
                <a:lnTo>
                  <a:pt x="47909" y="3239"/>
                </a:lnTo>
                <a:lnTo>
                  <a:pt x="47520" y="3710"/>
                </a:lnTo>
                <a:lnTo>
                  <a:pt x="47162" y="4206"/>
                </a:lnTo>
                <a:lnTo>
                  <a:pt x="46835" y="4724"/>
                </a:lnTo>
                <a:lnTo>
                  <a:pt x="46542" y="5265"/>
                </a:lnTo>
                <a:lnTo>
                  <a:pt x="46282" y="5826"/>
                </a:lnTo>
                <a:lnTo>
                  <a:pt x="46059" y="6406"/>
                </a:lnTo>
                <a:lnTo>
                  <a:pt x="45874" y="7003"/>
                </a:lnTo>
                <a:lnTo>
                  <a:pt x="45727" y="7616"/>
                </a:lnTo>
                <a:lnTo>
                  <a:pt x="45620" y="8244"/>
                </a:lnTo>
                <a:lnTo>
                  <a:pt x="45555" y="8886"/>
                </a:lnTo>
                <a:lnTo>
                  <a:pt x="45533" y="9539"/>
                </a:lnTo>
                <a:lnTo>
                  <a:pt x="45533" y="60412"/>
                </a:lnTo>
                <a:lnTo>
                  <a:pt x="0" y="60412"/>
                </a:lnTo>
                <a:lnTo>
                  <a:pt x="55072" y="155798"/>
                </a:lnTo>
                <a:lnTo>
                  <a:pt x="110143" y="60412"/>
                </a:lnTo>
                <a:lnTo>
                  <a:pt x="64610" y="60412"/>
                </a:lnTo>
                <a:lnTo>
                  <a:pt x="64610" y="9539"/>
                </a:lnTo>
                <a:lnTo>
                  <a:pt x="64588" y="8886"/>
                </a:lnTo>
                <a:lnTo>
                  <a:pt x="64523" y="82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68919E-85B1-4376-9C0C-FC68D8CF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148" y="2561506"/>
            <a:ext cx="2887037" cy="451497"/>
          </a:xfrm>
          <a:custGeom xmlns:a="http://schemas.openxmlformats.org/drawingml/2006/main">
            <a:pathLst>
              <a:path w="2887037" h="451497">
                <a:moveTo>
                  <a:pt x="0" y="31796"/>
                </a:moveTo>
                <a:cubicBezTo>
                  <a:pt x="0" y="14235"/>
                  <a:pt x="14235" y="0"/>
                  <a:pt x="31796" y="0"/>
                </a:cubicBezTo>
                <a:lnTo>
                  <a:pt x="2855242" y="0"/>
                </a:lnTo>
                <a:cubicBezTo>
                  <a:pt x="2872802" y="0"/>
                  <a:pt x="2887037" y="14235"/>
                  <a:pt x="2887037" y="31796"/>
                </a:cubicBezTo>
                <a:lnTo>
                  <a:pt x="2887037" y="419701"/>
                </a:lnTo>
                <a:cubicBezTo>
                  <a:pt x="2887037" y="437262"/>
                  <a:pt x="2872802" y="451497"/>
                  <a:pt x="2855242" y="451497"/>
                </a:cubicBezTo>
                <a:lnTo>
                  <a:pt x="31796" y="451497"/>
                </a:lnTo>
                <a:cubicBezTo>
                  <a:pt x="14235" y="451497"/>
                  <a:pt x="0" y="437262"/>
                  <a:pt x="0" y="419701"/>
                </a:cubicBezTo>
                <a:lnTo>
                  <a:pt x="0" y="3179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0C7559-2986-4D10-929E-52FF9054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148" y="2561506"/>
            <a:ext cx="2887037" cy="451497"/>
          </a:xfrm>
          <a:custGeom xmlns:a="http://schemas.openxmlformats.org/drawingml/2006/main">
            <a:pathLst>
              <a:path w="2887037" h="451497">
                <a:moveTo>
                  <a:pt x="646" y="426109"/>
                </a:moveTo>
                <a:lnTo>
                  <a:pt x="1136" y="428154"/>
                </a:lnTo>
                <a:lnTo>
                  <a:pt x="1755" y="430145"/>
                </a:lnTo>
                <a:lnTo>
                  <a:pt x="2499" y="432078"/>
                </a:lnTo>
                <a:lnTo>
                  <a:pt x="3362" y="433947"/>
                </a:lnTo>
                <a:lnTo>
                  <a:pt x="4341" y="435749"/>
                </a:lnTo>
                <a:lnTo>
                  <a:pt x="5430" y="437479"/>
                </a:lnTo>
                <a:lnTo>
                  <a:pt x="6625" y="439131"/>
                </a:lnTo>
                <a:lnTo>
                  <a:pt x="7921" y="440701"/>
                </a:lnTo>
                <a:lnTo>
                  <a:pt x="9313" y="442184"/>
                </a:lnTo>
                <a:lnTo>
                  <a:pt x="10796" y="443576"/>
                </a:lnTo>
                <a:lnTo>
                  <a:pt x="12366" y="444872"/>
                </a:lnTo>
                <a:lnTo>
                  <a:pt x="14018" y="446067"/>
                </a:lnTo>
                <a:lnTo>
                  <a:pt x="15748" y="447156"/>
                </a:lnTo>
                <a:lnTo>
                  <a:pt x="17550" y="448135"/>
                </a:lnTo>
                <a:lnTo>
                  <a:pt x="19419" y="448998"/>
                </a:lnTo>
                <a:lnTo>
                  <a:pt x="21352" y="449742"/>
                </a:lnTo>
                <a:lnTo>
                  <a:pt x="23343" y="450361"/>
                </a:lnTo>
                <a:lnTo>
                  <a:pt x="25388" y="450851"/>
                </a:lnTo>
                <a:lnTo>
                  <a:pt x="27481" y="451207"/>
                </a:lnTo>
                <a:lnTo>
                  <a:pt x="29619" y="451424"/>
                </a:lnTo>
                <a:lnTo>
                  <a:pt x="31796" y="451497"/>
                </a:lnTo>
                <a:lnTo>
                  <a:pt x="2855242" y="451497"/>
                </a:lnTo>
                <a:lnTo>
                  <a:pt x="2857419" y="451424"/>
                </a:lnTo>
                <a:lnTo>
                  <a:pt x="2859556" y="451207"/>
                </a:lnTo>
                <a:lnTo>
                  <a:pt x="2861650" y="450851"/>
                </a:lnTo>
                <a:lnTo>
                  <a:pt x="2863694" y="450361"/>
                </a:lnTo>
                <a:lnTo>
                  <a:pt x="2865685" y="449742"/>
                </a:lnTo>
                <a:lnTo>
                  <a:pt x="2867618" y="448998"/>
                </a:lnTo>
                <a:lnTo>
                  <a:pt x="2869488" y="448135"/>
                </a:lnTo>
                <a:lnTo>
                  <a:pt x="2871289" y="447156"/>
                </a:lnTo>
                <a:lnTo>
                  <a:pt x="2873019" y="446067"/>
                </a:lnTo>
                <a:lnTo>
                  <a:pt x="2874671" y="444872"/>
                </a:lnTo>
                <a:lnTo>
                  <a:pt x="2876241" y="443576"/>
                </a:lnTo>
                <a:lnTo>
                  <a:pt x="2877724" y="442184"/>
                </a:lnTo>
                <a:lnTo>
                  <a:pt x="2879116" y="440701"/>
                </a:lnTo>
                <a:lnTo>
                  <a:pt x="2880412" y="439131"/>
                </a:lnTo>
                <a:lnTo>
                  <a:pt x="2881607" y="437479"/>
                </a:lnTo>
                <a:lnTo>
                  <a:pt x="2882696" y="435749"/>
                </a:lnTo>
                <a:lnTo>
                  <a:pt x="2883675" y="433947"/>
                </a:lnTo>
                <a:lnTo>
                  <a:pt x="2884539" y="432078"/>
                </a:lnTo>
                <a:lnTo>
                  <a:pt x="2885282" y="430145"/>
                </a:lnTo>
                <a:lnTo>
                  <a:pt x="2885901" y="428154"/>
                </a:lnTo>
                <a:lnTo>
                  <a:pt x="2886391" y="426109"/>
                </a:lnTo>
                <a:lnTo>
                  <a:pt x="2886747" y="424016"/>
                </a:lnTo>
                <a:lnTo>
                  <a:pt x="2886964" y="421878"/>
                </a:lnTo>
                <a:lnTo>
                  <a:pt x="2887037" y="419701"/>
                </a:lnTo>
                <a:lnTo>
                  <a:pt x="2887037" y="31796"/>
                </a:lnTo>
                <a:lnTo>
                  <a:pt x="2886964" y="29619"/>
                </a:lnTo>
                <a:lnTo>
                  <a:pt x="2886747" y="27481"/>
                </a:lnTo>
                <a:lnTo>
                  <a:pt x="2886391" y="25388"/>
                </a:lnTo>
                <a:lnTo>
                  <a:pt x="2885901" y="23343"/>
                </a:lnTo>
                <a:lnTo>
                  <a:pt x="2885282" y="21352"/>
                </a:lnTo>
                <a:lnTo>
                  <a:pt x="2884539" y="19419"/>
                </a:lnTo>
                <a:lnTo>
                  <a:pt x="2883675" y="17550"/>
                </a:lnTo>
                <a:lnTo>
                  <a:pt x="2882696" y="15748"/>
                </a:lnTo>
                <a:lnTo>
                  <a:pt x="2881607" y="14018"/>
                </a:lnTo>
                <a:lnTo>
                  <a:pt x="2880412" y="12366"/>
                </a:lnTo>
                <a:lnTo>
                  <a:pt x="2879116" y="10796"/>
                </a:lnTo>
                <a:lnTo>
                  <a:pt x="2877724" y="9313"/>
                </a:lnTo>
                <a:lnTo>
                  <a:pt x="2876241" y="7921"/>
                </a:lnTo>
                <a:lnTo>
                  <a:pt x="2874671" y="6625"/>
                </a:lnTo>
                <a:lnTo>
                  <a:pt x="2873019" y="5430"/>
                </a:lnTo>
                <a:lnTo>
                  <a:pt x="2871289" y="4341"/>
                </a:lnTo>
                <a:lnTo>
                  <a:pt x="2869488" y="3362"/>
                </a:lnTo>
                <a:lnTo>
                  <a:pt x="2867618" y="2499"/>
                </a:lnTo>
                <a:lnTo>
                  <a:pt x="2865685" y="1755"/>
                </a:lnTo>
                <a:lnTo>
                  <a:pt x="2863694" y="1136"/>
                </a:lnTo>
                <a:lnTo>
                  <a:pt x="2861650" y="646"/>
                </a:lnTo>
                <a:lnTo>
                  <a:pt x="2859556" y="290"/>
                </a:lnTo>
                <a:lnTo>
                  <a:pt x="2857419" y="73"/>
                </a:lnTo>
                <a:lnTo>
                  <a:pt x="2855242" y="0"/>
                </a:lnTo>
                <a:lnTo>
                  <a:pt x="31796" y="0"/>
                </a:lnTo>
                <a:lnTo>
                  <a:pt x="29619" y="73"/>
                </a:lnTo>
                <a:lnTo>
                  <a:pt x="27481" y="290"/>
                </a:lnTo>
                <a:lnTo>
                  <a:pt x="25388" y="646"/>
                </a:lnTo>
                <a:lnTo>
                  <a:pt x="23343" y="1136"/>
                </a:lnTo>
                <a:lnTo>
                  <a:pt x="21352" y="1755"/>
                </a:lnTo>
                <a:lnTo>
                  <a:pt x="19419" y="2499"/>
                </a:lnTo>
                <a:lnTo>
                  <a:pt x="17550" y="3362"/>
                </a:lnTo>
                <a:lnTo>
                  <a:pt x="15748" y="4341"/>
                </a:lnTo>
                <a:lnTo>
                  <a:pt x="14018" y="5430"/>
                </a:lnTo>
                <a:lnTo>
                  <a:pt x="12366" y="6625"/>
                </a:lnTo>
                <a:lnTo>
                  <a:pt x="10796" y="7921"/>
                </a:lnTo>
                <a:lnTo>
                  <a:pt x="9313" y="9313"/>
                </a:lnTo>
                <a:lnTo>
                  <a:pt x="7921" y="10796"/>
                </a:lnTo>
                <a:lnTo>
                  <a:pt x="6625" y="12366"/>
                </a:lnTo>
                <a:lnTo>
                  <a:pt x="5430" y="14018"/>
                </a:lnTo>
                <a:lnTo>
                  <a:pt x="4341" y="15748"/>
                </a:lnTo>
                <a:lnTo>
                  <a:pt x="3362" y="17550"/>
                </a:lnTo>
                <a:lnTo>
                  <a:pt x="2499" y="19419"/>
                </a:lnTo>
                <a:lnTo>
                  <a:pt x="1755" y="21352"/>
                </a:lnTo>
                <a:lnTo>
                  <a:pt x="1136" y="23343"/>
                </a:lnTo>
                <a:lnTo>
                  <a:pt x="646" y="25388"/>
                </a:lnTo>
                <a:lnTo>
                  <a:pt x="290" y="27481"/>
                </a:lnTo>
                <a:lnTo>
                  <a:pt x="73" y="29619"/>
                </a:lnTo>
                <a:lnTo>
                  <a:pt x="0" y="31796"/>
                </a:lnTo>
                <a:lnTo>
                  <a:pt x="0" y="419701"/>
                </a:lnTo>
                <a:lnTo>
                  <a:pt x="73" y="421878"/>
                </a:lnTo>
                <a:lnTo>
                  <a:pt x="290" y="424016"/>
                </a:lnTo>
                <a:lnTo>
                  <a:pt x="646" y="426109"/>
                </a:lnTo>
                <a:close/>
                <a:moveTo>
                  <a:pt x="2856548" y="12762"/>
                </a:moveTo>
                <a:lnTo>
                  <a:pt x="2857830" y="12892"/>
                </a:lnTo>
                <a:lnTo>
                  <a:pt x="2859086" y="13106"/>
                </a:lnTo>
                <a:lnTo>
                  <a:pt x="2860313" y="13399"/>
                </a:lnTo>
                <a:lnTo>
                  <a:pt x="2861508" y="13771"/>
                </a:lnTo>
                <a:lnTo>
                  <a:pt x="2862667" y="14217"/>
                </a:lnTo>
                <a:lnTo>
                  <a:pt x="2863789" y="14735"/>
                </a:lnTo>
                <a:lnTo>
                  <a:pt x="2864870" y="15323"/>
                </a:lnTo>
                <a:lnTo>
                  <a:pt x="2865908" y="15976"/>
                </a:lnTo>
                <a:lnTo>
                  <a:pt x="2866899" y="16693"/>
                </a:lnTo>
                <a:lnTo>
                  <a:pt x="2867841" y="17470"/>
                </a:lnTo>
                <a:lnTo>
                  <a:pt x="2868731" y="18306"/>
                </a:lnTo>
                <a:lnTo>
                  <a:pt x="2869566" y="19196"/>
                </a:lnTo>
                <a:lnTo>
                  <a:pt x="2870344" y="20138"/>
                </a:lnTo>
                <a:lnTo>
                  <a:pt x="2871061" y="21129"/>
                </a:lnTo>
                <a:lnTo>
                  <a:pt x="2871714" y="22167"/>
                </a:lnTo>
                <a:lnTo>
                  <a:pt x="2872301" y="23248"/>
                </a:lnTo>
                <a:lnTo>
                  <a:pt x="2872820" y="24370"/>
                </a:lnTo>
                <a:lnTo>
                  <a:pt x="2873266" y="25529"/>
                </a:lnTo>
                <a:lnTo>
                  <a:pt x="2873637" y="26724"/>
                </a:lnTo>
                <a:lnTo>
                  <a:pt x="2873931" y="27951"/>
                </a:lnTo>
                <a:lnTo>
                  <a:pt x="2874145" y="29207"/>
                </a:lnTo>
                <a:lnTo>
                  <a:pt x="2874275" y="30489"/>
                </a:lnTo>
                <a:lnTo>
                  <a:pt x="2874319" y="31795"/>
                </a:lnTo>
                <a:lnTo>
                  <a:pt x="2874319" y="419701"/>
                </a:lnTo>
                <a:lnTo>
                  <a:pt x="2874275" y="421007"/>
                </a:lnTo>
                <a:lnTo>
                  <a:pt x="2874145" y="422290"/>
                </a:lnTo>
                <a:lnTo>
                  <a:pt x="2873931" y="423546"/>
                </a:lnTo>
                <a:lnTo>
                  <a:pt x="2873637" y="424773"/>
                </a:lnTo>
                <a:lnTo>
                  <a:pt x="2873266" y="425967"/>
                </a:lnTo>
                <a:lnTo>
                  <a:pt x="2872820" y="427127"/>
                </a:lnTo>
                <a:lnTo>
                  <a:pt x="2872301" y="428249"/>
                </a:lnTo>
                <a:lnTo>
                  <a:pt x="2871714" y="429330"/>
                </a:lnTo>
                <a:lnTo>
                  <a:pt x="2871061" y="430368"/>
                </a:lnTo>
                <a:lnTo>
                  <a:pt x="2870344" y="431359"/>
                </a:lnTo>
                <a:lnTo>
                  <a:pt x="2869566" y="432301"/>
                </a:lnTo>
                <a:lnTo>
                  <a:pt x="2868731" y="433191"/>
                </a:lnTo>
                <a:lnTo>
                  <a:pt x="2867841" y="434026"/>
                </a:lnTo>
                <a:lnTo>
                  <a:pt x="2866899" y="434804"/>
                </a:lnTo>
                <a:lnTo>
                  <a:pt x="2865908" y="435520"/>
                </a:lnTo>
                <a:lnTo>
                  <a:pt x="2864870" y="436174"/>
                </a:lnTo>
                <a:lnTo>
                  <a:pt x="2863789" y="436761"/>
                </a:lnTo>
                <a:lnTo>
                  <a:pt x="2862667" y="437279"/>
                </a:lnTo>
                <a:lnTo>
                  <a:pt x="2861508" y="437726"/>
                </a:lnTo>
                <a:lnTo>
                  <a:pt x="2860313" y="438097"/>
                </a:lnTo>
                <a:lnTo>
                  <a:pt x="2859086" y="438391"/>
                </a:lnTo>
                <a:lnTo>
                  <a:pt x="2857830" y="438604"/>
                </a:lnTo>
                <a:lnTo>
                  <a:pt x="2856548" y="438735"/>
                </a:lnTo>
                <a:lnTo>
                  <a:pt x="2855241" y="438779"/>
                </a:lnTo>
                <a:lnTo>
                  <a:pt x="31795" y="438779"/>
                </a:lnTo>
                <a:lnTo>
                  <a:pt x="30489" y="438735"/>
                </a:lnTo>
                <a:lnTo>
                  <a:pt x="29207" y="438604"/>
                </a:lnTo>
                <a:lnTo>
                  <a:pt x="27951" y="438391"/>
                </a:lnTo>
                <a:lnTo>
                  <a:pt x="26724" y="438097"/>
                </a:lnTo>
                <a:lnTo>
                  <a:pt x="25529" y="437726"/>
                </a:lnTo>
                <a:lnTo>
                  <a:pt x="24370" y="437279"/>
                </a:lnTo>
                <a:lnTo>
                  <a:pt x="23248" y="436761"/>
                </a:lnTo>
                <a:lnTo>
                  <a:pt x="22167" y="436174"/>
                </a:lnTo>
                <a:lnTo>
                  <a:pt x="21129" y="435520"/>
                </a:lnTo>
                <a:lnTo>
                  <a:pt x="20138" y="434804"/>
                </a:lnTo>
                <a:lnTo>
                  <a:pt x="19196" y="434026"/>
                </a:lnTo>
                <a:lnTo>
                  <a:pt x="18306" y="433191"/>
                </a:lnTo>
                <a:lnTo>
                  <a:pt x="17471" y="432301"/>
                </a:lnTo>
                <a:lnTo>
                  <a:pt x="16693" y="431359"/>
                </a:lnTo>
                <a:lnTo>
                  <a:pt x="15976" y="430368"/>
                </a:lnTo>
                <a:lnTo>
                  <a:pt x="15323" y="429330"/>
                </a:lnTo>
                <a:lnTo>
                  <a:pt x="14735" y="428249"/>
                </a:lnTo>
                <a:lnTo>
                  <a:pt x="14217" y="427127"/>
                </a:lnTo>
                <a:lnTo>
                  <a:pt x="13771" y="425967"/>
                </a:lnTo>
                <a:lnTo>
                  <a:pt x="13400" y="424773"/>
                </a:lnTo>
                <a:lnTo>
                  <a:pt x="13106" y="423546"/>
                </a:lnTo>
                <a:lnTo>
                  <a:pt x="12892" y="422290"/>
                </a:lnTo>
                <a:lnTo>
                  <a:pt x="12762" y="421007"/>
                </a:lnTo>
                <a:lnTo>
                  <a:pt x="12718" y="419701"/>
                </a:lnTo>
                <a:lnTo>
                  <a:pt x="12718" y="31795"/>
                </a:lnTo>
                <a:lnTo>
                  <a:pt x="12762" y="30489"/>
                </a:lnTo>
                <a:lnTo>
                  <a:pt x="12892" y="29207"/>
                </a:lnTo>
                <a:lnTo>
                  <a:pt x="13106" y="27951"/>
                </a:lnTo>
                <a:lnTo>
                  <a:pt x="13400" y="26724"/>
                </a:lnTo>
                <a:lnTo>
                  <a:pt x="13771" y="25529"/>
                </a:lnTo>
                <a:lnTo>
                  <a:pt x="14217" y="24370"/>
                </a:lnTo>
                <a:lnTo>
                  <a:pt x="14735" y="23248"/>
                </a:lnTo>
                <a:lnTo>
                  <a:pt x="15323" y="22167"/>
                </a:lnTo>
                <a:lnTo>
                  <a:pt x="15976" y="21129"/>
                </a:lnTo>
                <a:lnTo>
                  <a:pt x="16693" y="20138"/>
                </a:lnTo>
                <a:lnTo>
                  <a:pt x="17471" y="19196"/>
                </a:lnTo>
                <a:lnTo>
                  <a:pt x="18306" y="18306"/>
                </a:lnTo>
                <a:lnTo>
                  <a:pt x="19196" y="17470"/>
                </a:lnTo>
                <a:lnTo>
                  <a:pt x="20138" y="16693"/>
                </a:lnTo>
                <a:lnTo>
                  <a:pt x="21129" y="15976"/>
                </a:lnTo>
                <a:lnTo>
                  <a:pt x="22167" y="15323"/>
                </a:lnTo>
                <a:lnTo>
                  <a:pt x="23248" y="14735"/>
                </a:lnTo>
                <a:lnTo>
                  <a:pt x="24370" y="14217"/>
                </a:lnTo>
                <a:lnTo>
                  <a:pt x="25529" y="13771"/>
                </a:lnTo>
                <a:lnTo>
                  <a:pt x="26724" y="13399"/>
                </a:lnTo>
                <a:lnTo>
                  <a:pt x="27951" y="13106"/>
                </a:lnTo>
                <a:lnTo>
                  <a:pt x="29207" y="12892"/>
                </a:lnTo>
                <a:lnTo>
                  <a:pt x="30489" y="12762"/>
                </a:lnTo>
                <a:lnTo>
                  <a:pt x="31795" y="12718"/>
                </a:lnTo>
                <a:lnTo>
                  <a:pt x="2855241" y="12718"/>
                </a:lnTo>
                <a:lnTo>
                  <a:pt x="2856548" y="127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CD9156-2494-4406-9C1E-27FD4DF1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269" y="2611385"/>
            <a:ext cx="938068" cy="78297"/>
          </a:xfrm>
          <a:custGeom xmlns:a="http://schemas.openxmlformats.org/drawingml/2006/main">
            <a:pathLst>
              <a:path w="938068" h="78297">
                <a:moveTo>
                  <a:pt x="0" y="77303"/>
                </a:moveTo>
                <a:close/>
                <a:moveTo>
                  <a:pt x="52016" y="57133"/>
                </a:moveTo>
                <a:cubicBezTo>
                  <a:pt x="52016" y="61438"/>
                  <a:pt x="50972" y="65181"/>
                  <a:pt x="48886" y="68360"/>
                </a:cubicBezTo>
                <a:cubicBezTo>
                  <a:pt x="46799" y="71540"/>
                  <a:pt x="43752" y="73991"/>
                  <a:pt x="39744" y="75713"/>
                </a:cubicBezTo>
                <a:cubicBezTo>
                  <a:pt x="35770" y="77435"/>
                  <a:pt x="30934" y="78297"/>
                  <a:pt x="25238" y="78297"/>
                </a:cubicBezTo>
                <a:cubicBezTo>
                  <a:pt x="22721" y="78297"/>
                  <a:pt x="20253" y="78131"/>
                  <a:pt x="17835" y="77800"/>
                </a:cubicBezTo>
                <a:cubicBezTo>
                  <a:pt x="15451" y="77469"/>
                  <a:pt x="13149" y="76988"/>
                  <a:pt x="10930" y="76359"/>
                </a:cubicBezTo>
                <a:cubicBezTo>
                  <a:pt x="8744" y="75697"/>
                  <a:pt x="6657" y="74885"/>
                  <a:pt x="4670" y="73925"/>
                </a:cubicBezTo>
                <a:lnTo>
                  <a:pt x="4670" y="59617"/>
                </a:lnTo>
                <a:cubicBezTo>
                  <a:pt x="8114" y="61140"/>
                  <a:pt x="11691" y="62515"/>
                  <a:pt x="15401" y="63740"/>
                </a:cubicBezTo>
                <a:cubicBezTo>
                  <a:pt x="19110" y="64966"/>
                  <a:pt x="22787" y="65578"/>
                  <a:pt x="26430" y="65578"/>
                </a:cubicBezTo>
                <a:cubicBezTo>
                  <a:pt x="28947" y="65578"/>
                  <a:pt x="30968" y="65247"/>
                  <a:pt x="32491" y="64585"/>
                </a:cubicBezTo>
                <a:cubicBezTo>
                  <a:pt x="34048" y="63922"/>
                  <a:pt x="35174" y="63012"/>
                  <a:pt x="35869" y="61852"/>
                </a:cubicBezTo>
                <a:cubicBezTo>
                  <a:pt x="36565" y="60693"/>
                  <a:pt x="36913" y="59368"/>
                  <a:pt x="36913" y="57878"/>
                </a:cubicBezTo>
                <a:cubicBezTo>
                  <a:pt x="36913" y="56056"/>
                  <a:pt x="36300" y="54500"/>
                  <a:pt x="35074" y="53208"/>
                </a:cubicBezTo>
                <a:cubicBezTo>
                  <a:pt x="33849" y="51916"/>
                  <a:pt x="32160" y="50707"/>
                  <a:pt x="30007" y="49581"/>
                </a:cubicBezTo>
                <a:cubicBezTo>
                  <a:pt x="27887" y="48455"/>
                  <a:pt x="25486" y="47246"/>
                  <a:pt x="22803" y="45955"/>
                </a:cubicBezTo>
                <a:cubicBezTo>
                  <a:pt x="21114" y="45160"/>
                  <a:pt x="19276" y="44199"/>
                  <a:pt x="17289" y="43073"/>
                </a:cubicBezTo>
                <a:cubicBezTo>
                  <a:pt x="15302" y="41914"/>
                  <a:pt x="13414" y="40506"/>
                  <a:pt x="11625" y="38850"/>
                </a:cubicBezTo>
                <a:cubicBezTo>
                  <a:pt x="9837" y="37194"/>
                  <a:pt x="8363" y="35190"/>
                  <a:pt x="7204" y="32839"/>
                </a:cubicBezTo>
                <a:cubicBezTo>
                  <a:pt x="6078" y="30454"/>
                  <a:pt x="5515" y="27606"/>
                  <a:pt x="5515" y="24294"/>
                </a:cubicBezTo>
                <a:cubicBezTo>
                  <a:pt x="5515" y="19955"/>
                  <a:pt x="6508" y="16246"/>
                  <a:pt x="8495" y="13165"/>
                </a:cubicBezTo>
                <a:cubicBezTo>
                  <a:pt x="10483" y="10085"/>
                  <a:pt x="13314" y="7734"/>
                  <a:pt x="16991" y="6111"/>
                </a:cubicBezTo>
                <a:cubicBezTo>
                  <a:pt x="20700" y="4455"/>
                  <a:pt x="25072" y="3627"/>
                  <a:pt x="30106" y="3627"/>
                </a:cubicBezTo>
                <a:cubicBezTo>
                  <a:pt x="33882" y="3627"/>
                  <a:pt x="37476" y="4074"/>
                  <a:pt x="40887" y="4968"/>
                </a:cubicBezTo>
                <a:cubicBezTo>
                  <a:pt x="44332" y="5829"/>
                  <a:pt x="47925" y="7088"/>
                  <a:pt x="51668" y="8744"/>
                </a:cubicBezTo>
                <a:lnTo>
                  <a:pt x="46700" y="20717"/>
                </a:lnTo>
                <a:cubicBezTo>
                  <a:pt x="43355" y="19359"/>
                  <a:pt x="40357" y="18316"/>
                  <a:pt x="37708" y="17587"/>
                </a:cubicBezTo>
                <a:cubicBezTo>
                  <a:pt x="35058" y="16825"/>
                  <a:pt x="32359" y="16444"/>
                  <a:pt x="29610" y="16444"/>
                </a:cubicBezTo>
                <a:cubicBezTo>
                  <a:pt x="27689" y="16444"/>
                  <a:pt x="26049" y="16759"/>
                  <a:pt x="24691" y="17388"/>
                </a:cubicBezTo>
                <a:cubicBezTo>
                  <a:pt x="23333" y="17984"/>
                  <a:pt x="22307" y="18845"/>
                  <a:pt x="21611" y="19972"/>
                </a:cubicBezTo>
                <a:cubicBezTo>
                  <a:pt x="20916" y="21065"/>
                  <a:pt x="20568" y="22340"/>
                  <a:pt x="20568" y="23797"/>
                </a:cubicBezTo>
                <a:cubicBezTo>
                  <a:pt x="20568" y="25519"/>
                  <a:pt x="21065" y="26977"/>
                  <a:pt x="22058" y="28169"/>
                </a:cubicBezTo>
                <a:cubicBezTo>
                  <a:pt x="23085" y="29328"/>
                  <a:pt x="24608" y="30454"/>
                  <a:pt x="26629" y="31547"/>
                </a:cubicBezTo>
                <a:cubicBezTo>
                  <a:pt x="28682" y="32640"/>
                  <a:pt x="31233" y="33915"/>
                  <a:pt x="34280" y="35373"/>
                </a:cubicBezTo>
                <a:cubicBezTo>
                  <a:pt x="37989" y="37128"/>
                  <a:pt x="41152" y="38966"/>
                  <a:pt x="43769" y="40887"/>
                </a:cubicBezTo>
                <a:cubicBezTo>
                  <a:pt x="46418" y="42775"/>
                  <a:pt x="48455" y="45011"/>
                  <a:pt x="49879" y="47594"/>
                </a:cubicBezTo>
                <a:cubicBezTo>
                  <a:pt x="51303" y="50144"/>
                  <a:pt x="52016" y="53324"/>
                  <a:pt x="52016" y="57133"/>
                </a:cubicBezTo>
                <a:close/>
                <a:moveTo>
                  <a:pt x="56040" y="77303"/>
                </a:moveTo>
                <a:close/>
                <a:moveTo>
                  <a:pt x="86891" y="20717"/>
                </a:moveTo>
                <a:cubicBezTo>
                  <a:pt x="92025" y="20717"/>
                  <a:pt x="96447" y="21710"/>
                  <a:pt x="100156" y="23698"/>
                </a:cubicBezTo>
                <a:cubicBezTo>
                  <a:pt x="103866" y="25652"/>
                  <a:pt x="106730" y="28500"/>
                  <a:pt x="108751" y="32243"/>
                </a:cubicBezTo>
                <a:cubicBezTo>
                  <a:pt x="110771" y="35985"/>
                  <a:pt x="111781" y="40556"/>
                  <a:pt x="111781" y="45955"/>
                </a:cubicBezTo>
                <a:lnTo>
                  <a:pt x="111781" y="53307"/>
                </a:lnTo>
                <a:lnTo>
                  <a:pt x="75962" y="53307"/>
                </a:lnTo>
                <a:cubicBezTo>
                  <a:pt x="76127" y="57580"/>
                  <a:pt x="77402" y="60941"/>
                  <a:pt x="79787" y="63392"/>
                </a:cubicBezTo>
                <a:cubicBezTo>
                  <a:pt x="82205" y="65810"/>
                  <a:pt x="85550" y="67019"/>
                  <a:pt x="89822" y="67019"/>
                </a:cubicBezTo>
                <a:cubicBezTo>
                  <a:pt x="93366" y="67019"/>
                  <a:pt x="96612" y="66655"/>
                  <a:pt x="99560" y="65926"/>
                </a:cubicBezTo>
                <a:cubicBezTo>
                  <a:pt x="102508" y="65197"/>
                  <a:pt x="105538" y="64104"/>
                  <a:pt x="108651" y="62647"/>
                </a:cubicBezTo>
                <a:lnTo>
                  <a:pt x="108651" y="74372"/>
                </a:lnTo>
                <a:cubicBezTo>
                  <a:pt x="105902" y="75730"/>
                  <a:pt x="103021" y="76723"/>
                  <a:pt x="100007" y="77353"/>
                </a:cubicBezTo>
                <a:cubicBezTo>
                  <a:pt x="97026" y="77982"/>
                  <a:pt x="93399" y="78297"/>
                  <a:pt x="89127" y="78297"/>
                </a:cubicBezTo>
                <a:cubicBezTo>
                  <a:pt x="83563" y="78297"/>
                  <a:pt x="78628" y="77270"/>
                  <a:pt x="74322" y="75216"/>
                </a:cubicBezTo>
                <a:cubicBezTo>
                  <a:pt x="70050" y="73163"/>
                  <a:pt x="66688" y="70033"/>
                  <a:pt x="64237" y="65827"/>
                </a:cubicBezTo>
                <a:cubicBezTo>
                  <a:pt x="61819" y="61620"/>
                  <a:pt x="60610" y="56321"/>
                  <a:pt x="60610" y="49929"/>
                </a:cubicBezTo>
                <a:cubicBezTo>
                  <a:pt x="60610" y="43437"/>
                  <a:pt x="61703" y="38039"/>
                  <a:pt x="63889" y="33733"/>
                </a:cubicBezTo>
                <a:cubicBezTo>
                  <a:pt x="66108" y="29394"/>
                  <a:pt x="69188" y="26149"/>
                  <a:pt x="73130" y="23996"/>
                </a:cubicBezTo>
                <a:cubicBezTo>
                  <a:pt x="77071" y="21810"/>
                  <a:pt x="81658" y="20717"/>
                  <a:pt x="86891" y="20717"/>
                </a:cubicBezTo>
                <a:close/>
                <a:moveTo>
                  <a:pt x="86991" y="31497"/>
                </a:moveTo>
                <a:cubicBezTo>
                  <a:pt x="84043" y="31497"/>
                  <a:pt x="81592" y="32441"/>
                  <a:pt x="79638" y="34329"/>
                </a:cubicBezTo>
                <a:cubicBezTo>
                  <a:pt x="77717" y="36217"/>
                  <a:pt x="76607" y="39181"/>
                  <a:pt x="76309" y="43222"/>
                </a:cubicBezTo>
                <a:lnTo>
                  <a:pt x="97573" y="43222"/>
                </a:lnTo>
                <a:cubicBezTo>
                  <a:pt x="97540" y="40970"/>
                  <a:pt x="97126" y="38966"/>
                  <a:pt x="96331" y="37211"/>
                </a:cubicBezTo>
                <a:cubicBezTo>
                  <a:pt x="95569" y="35455"/>
                  <a:pt x="94410" y="34064"/>
                  <a:pt x="92853" y="33038"/>
                </a:cubicBezTo>
                <a:cubicBezTo>
                  <a:pt x="91329" y="32011"/>
                  <a:pt x="89375" y="31497"/>
                  <a:pt x="86991" y="31497"/>
                </a:cubicBezTo>
                <a:close/>
                <a:moveTo>
                  <a:pt x="116153" y="77303"/>
                </a:moveTo>
                <a:close/>
                <a:moveTo>
                  <a:pt x="139255" y="77303"/>
                </a:moveTo>
                <a:lnTo>
                  <a:pt x="124102" y="77303"/>
                </a:lnTo>
                <a:lnTo>
                  <a:pt x="124102" y="0"/>
                </a:lnTo>
                <a:lnTo>
                  <a:pt x="139255" y="0"/>
                </a:lnTo>
                <a:lnTo>
                  <a:pt x="139255" y="77303"/>
                </a:lnTo>
                <a:close/>
                <a:moveTo>
                  <a:pt x="147253" y="77303"/>
                </a:moveTo>
                <a:close/>
                <a:moveTo>
                  <a:pt x="178105" y="20717"/>
                </a:moveTo>
                <a:cubicBezTo>
                  <a:pt x="183239" y="20717"/>
                  <a:pt x="187660" y="21710"/>
                  <a:pt x="191370" y="23698"/>
                </a:cubicBezTo>
                <a:cubicBezTo>
                  <a:pt x="195079" y="25652"/>
                  <a:pt x="197944" y="28500"/>
                  <a:pt x="199964" y="32243"/>
                </a:cubicBezTo>
                <a:cubicBezTo>
                  <a:pt x="201985" y="35985"/>
                  <a:pt x="202995" y="40556"/>
                  <a:pt x="202995" y="45955"/>
                </a:cubicBezTo>
                <a:lnTo>
                  <a:pt x="202995" y="53307"/>
                </a:lnTo>
                <a:lnTo>
                  <a:pt x="167175" y="53307"/>
                </a:lnTo>
                <a:cubicBezTo>
                  <a:pt x="167341" y="57580"/>
                  <a:pt x="168616" y="60941"/>
                  <a:pt x="171001" y="63392"/>
                </a:cubicBezTo>
                <a:cubicBezTo>
                  <a:pt x="173418" y="65810"/>
                  <a:pt x="176763" y="67019"/>
                  <a:pt x="181036" y="67019"/>
                </a:cubicBezTo>
                <a:cubicBezTo>
                  <a:pt x="184580" y="67019"/>
                  <a:pt x="187826" y="66655"/>
                  <a:pt x="190773" y="65926"/>
                </a:cubicBezTo>
                <a:cubicBezTo>
                  <a:pt x="193721" y="65197"/>
                  <a:pt x="196752" y="64104"/>
                  <a:pt x="199865" y="62647"/>
                </a:cubicBezTo>
                <a:lnTo>
                  <a:pt x="199865" y="74372"/>
                </a:lnTo>
                <a:cubicBezTo>
                  <a:pt x="197116" y="75730"/>
                  <a:pt x="194234" y="76723"/>
                  <a:pt x="191221" y="77353"/>
                </a:cubicBezTo>
                <a:cubicBezTo>
                  <a:pt x="188240" y="77982"/>
                  <a:pt x="184613" y="78297"/>
                  <a:pt x="180340" y="78297"/>
                </a:cubicBezTo>
                <a:cubicBezTo>
                  <a:pt x="174776" y="78297"/>
                  <a:pt x="169841" y="77270"/>
                  <a:pt x="165536" y="75216"/>
                </a:cubicBezTo>
                <a:cubicBezTo>
                  <a:pt x="161263" y="73163"/>
                  <a:pt x="157901" y="70033"/>
                  <a:pt x="155451" y="65827"/>
                </a:cubicBezTo>
                <a:cubicBezTo>
                  <a:pt x="153033" y="61620"/>
                  <a:pt x="151824" y="56321"/>
                  <a:pt x="151824" y="49929"/>
                </a:cubicBezTo>
                <a:cubicBezTo>
                  <a:pt x="151824" y="43437"/>
                  <a:pt x="152917" y="38039"/>
                  <a:pt x="155103" y="33733"/>
                </a:cubicBezTo>
                <a:cubicBezTo>
                  <a:pt x="157322" y="29394"/>
                  <a:pt x="160402" y="26149"/>
                  <a:pt x="164343" y="23996"/>
                </a:cubicBezTo>
                <a:cubicBezTo>
                  <a:pt x="168285" y="21810"/>
                  <a:pt x="172872" y="20717"/>
                  <a:pt x="178105" y="20717"/>
                </a:cubicBezTo>
                <a:close/>
                <a:moveTo>
                  <a:pt x="178204" y="31497"/>
                </a:moveTo>
                <a:cubicBezTo>
                  <a:pt x="175256" y="31497"/>
                  <a:pt x="172806" y="32441"/>
                  <a:pt x="170851" y="34329"/>
                </a:cubicBezTo>
                <a:cubicBezTo>
                  <a:pt x="168930" y="36217"/>
                  <a:pt x="167821" y="39181"/>
                  <a:pt x="167523" y="43222"/>
                </a:cubicBezTo>
                <a:lnTo>
                  <a:pt x="188786" y="43222"/>
                </a:lnTo>
                <a:cubicBezTo>
                  <a:pt x="188753" y="40970"/>
                  <a:pt x="188339" y="38966"/>
                  <a:pt x="187544" y="37211"/>
                </a:cubicBezTo>
                <a:cubicBezTo>
                  <a:pt x="186782" y="35455"/>
                  <a:pt x="185623" y="34064"/>
                  <a:pt x="184067" y="33038"/>
                </a:cubicBezTo>
                <a:cubicBezTo>
                  <a:pt x="182543" y="32011"/>
                  <a:pt x="180589" y="31497"/>
                  <a:pt x="178204" y="31497"/>
                </a:cubicBezTo>
                <a:close/>
                <a:moveTo>
                  <a:pt x="207367" y="77303"/>
                </a:moveTo>
                <a:close/>
                <a:moveTo>
                  <a:pt x="237871" y="78297"/>
                </a:moveTo>
                <a:cubicBezTo>
                  <a:pt x="232373" y="78297"/>
                  <a:pt x="227686" y="77303"/>
                  <a:pt x="223811" y="75316"/>
                </a:cubicBezTo>
                <a:cubicBezTo>
                  <a:pt x="219936" y="73295"/>
                  <a:pt x="216988" y="70182"/>
                  <a:pt x="214968" y="65976"/>
                </a:cubicBezTo>
                <a:cubicBezTo>
                  <a:pt x="212947" y="61770"/>
                  <a:pt x="211937" y="56387"/>
                  <a:pt x="211937" y="49830"/>
                </a:cubicBezTo>
                <a:cubicBezTo>
                  <a:pt x="211937" y="43040"/>
                  <a:pt x="213080" y="37509"/>
                  <a:pt x="215365" y="33236"/>
                </a:cubicBezTo>
                <a:cubicBezTo>
                  <a:pt x="217684" y="28931"/>
                  <a:pt x="220880" y="25768"/>
                  <a:pt x="224954" y="23747"/>
                </a:cubicBezTo>
                <a:cubicBezTo>
                  <a:pt x="229061" y="21727"/>
                  <a:pt x="233813" y="20717"/>
                  <a:pt x="239212" y="20717"/>
                </a:cubicBezTo>
                <a:cubicBezTo>
                  <a:pt x="243054" y="20717"/>
                  <a:pt x="246366" y="21098"/>
                  <a:pt x="249148" y="21859"/>
                </a:cubicBezTo>
                <a:cubicBezTo>
                  <a:pt x="251963" y="22588"/>
                  <a:pt x="254414" y="23466"/>
                  <a:pt x="256501" y="24493"/>
                </a:cubicBezTo>
                <a:lnTo>
                  <a:pt x="252030" y="36217"/>
                </a:lnTo>
                <a:cubicBezTo>
                  <a:pt x="249645" y="35257"/>
                  <a:pt x="247426" y="34478"/>
                  <a:pt x="245372" y="33882"/>
                </a:cubicBezTo>
                <a:cubicBezTo>
                  <a:pt x="243319" y="33253"/>
                  <a:pt x="241265" y="32938"/>
                  <a:pt x="239212" y="32938"/>
                </a:cubicBezTo>
                <a:cubicBezTo>
                  <a:pt x="236562" y="32938"/>
                  <a:pt x="234360" y="33568"/>
                  <a:pt x="232604" y="34826"/>
                </a:cubicBezTo>
                <a:cubicBezTo>
                  <a:pt x="230849" y="36052"/>
                  <a:pt x="229541" y="37906"/>
                  <a:pt x="228680" y="40390"/>
                </a:cubicBezTo>
                <a:cubicBezTo>
                  <a:pt x="227819" y="42874"/>
                  <a:pt x="227388" y="45988"/>
                  <a:pt x="227388" y="49730"/>
                </a:cubicBezTo>
                <a:cubicBezTo>
                  <a:pt x="227388" y="53407"/>
                  <a:pt x="227852" y="56454"/>
                  <a:pt x="228779" y="58871"/>
                </a:cubicBezTo>
                <a:cubicBezTo>
                  <a:pt x="229706" y="61289"/>
                  <a:pt x="231048" y="63094"/>
                  <a:pt x="232803" y="64287"/>
                </a:cubicBezTo>
                <a:cubicBezTo>
                  <a:pt x="234559" y="65446"/>
                  <a:pt x="236695" y="66025"/>
                  <a:pt x="239212" y="66025"/>
                </a:cubicBezTo>
                <a:cubicBezTo>
                  <a:pt x="242358" y="66025"/>
                  <a:pt x="245157" y="65611"/>
                  <a:pt x="247608" y="64783"/>
                </a:cubicBezTo>
                <a:cubicBezTo>
                  <a:pt x="250059" y="63922"/>
                  <a:pt x="252444" y="62730"/>
                  <a:pt x="254762" y="61206"/>
                </a:cubicBezTo>
                <a:lnTo>
                  <a:pt x="254762" y="74173"/>
                </a:lnTo>
                <a:cubicBezTo>
                  <a:pt x="252444" y="75630"/>
                  <a:pt x="250009" y="76674"/>
                  <a:pt x="247459" y="77303"/>
                </a:cubicBezTo>
                <a:cubicBezTo>
                  <a:pt x="244942" y="77965"/>
                  <a:pt x="241746" y="78297"/>
                  <a:pt x="237871" y="78297"/>
                </a:cubicBezTo>
                <a:close/>
                <a:moveTo>
                  <a:pt x="259730" y="77303"/>
                </a:moveTo>
                <a:close/>
                <a:moveTo>
                  <a:pt x="291078" y="66224"/>
                </a:moveTo>
                <a:cubicBezTo>
                  <a:pt x="292734" y="66224"/>
                  <a:pt x="294341" y="66059"/>
                  <a:pt x="295897" y="65727"/>
                </a:cubicBezTo>
                <a:cubicBezTo>
                  <a:pt x="297487" y="65396"/>
                  <a:pt x="299060" y="64982"/>
                  <a:pt x="300617" y="64485"/>
                </a:cubicBezTo>
                <a:lnTo>
                  <a:pt x="300617" y="75763"/>
                </a:lnTo>
                <a:cubicBezTo>
                  <a:pt x="298994" y="76492"/>
                  <a:pt x="296974" y="77088"/>
                  <a:pt x="294556" y="77551"/>
                </a:cubicBezTo>
                <a:cubicBezTo>
                  <a:pt x="292171" y="78048"/>
                  <a:pt x="289555" y="78297"/>
                  <a:pt x="286707" y="78297"/>
                </a:cubicBezTo>
                <a:cubicBezTo>
                  <a:pt x="283395" y="78297"/>
                  <a:pt x="280414" y="77767"/>
                  <a:pt x="277764" y="76707"/>
                </a:cubicBezTo>
                <a:cubicBezTo>
                  <a:pt x="275148" y="75614"/>
                  <a:pt x="273078" y="73743"/>
                  <a:pt x="271554" y="71093"/>
                </a:cubicBezTo>
                <a:cubicBezTo>
                  <a:pt x="270064" y="68410"/>
                  <a:pt x="269318" y="64684"/>
                  <a:pt x="269318" y="59915"/>
                </a:cubicBezTo>
                <a:lnTo>
                  <a:pt x="269318" y="33137"/>
                </a:lnTo>
                <a:lnTo>
                  <a:pt x="262065" y="33137"/>
                </a:lnTo>
                <a:lnTo>
                  <a:pt x="262065" y="26728"/>
                </a:lnTo>
                <a:lnTo>
                  <a:pt x="270411" y="21661"/>
                </a:lnTo>
                <a:lnTo>
                  <a:pt x="274783" y="9936"/>
                </a:lnTo>
                <a:lnTo>
                  <a:pt x="284471" y="9936"/>
                </a:lnTo>
                <a:lnTo>
                  <a:pt x="284471" y="21760"/>
                </a:lnTo>
                <a:lnTo>
                  <a:pt x="300021" y="21760"/>
                </a:lnTo>
                <a:lnTo>
                  <a:pt x="300021" y="33137"/>
                </a:lnTo>
                <a:lnTo>
                  <a:pt x="284471" y="33137"/>
                </a:lnTo>
                <a:lnTo>
                  <a:pt x="284471" y="59915"/>
                </a:lnTo>
                <a:cubicBezTo>
                  <a:pt x="284471" y="62034"/>
                  <a:pt x="285067" y="63624"/>
                  <a:pt x="286259" y="64684"/>
                </a:cubicBezTo>
                <a:cubicBezTo>
                  <a:pt x="287485" y="65711"/>
                  <a:pt x="289091" y="66224"/>
                  <a:pt x="291078" y="66224"/>
                </a:cubicBezTo>
                <a:close/>
                <a:moveTo>
                  <a:pt x="303946" y="77303"/>
                </a:moveTo>
                <a:close/>
                <a:moveTo>
                  <a:pt x="334797" y="20717"/>
                </a:moveTo>
                <a:cubicBezTo>
                  <a:pt x="339931" y="20717"/>
                  <a:pt x="344353" y="21710"/>
                  <a:pt x="348062" y="23698"/>
                </a:cubicBezTo>
                <a:cubicBezTo>
                  <a:pt x="351772" y="25652"/>
                  <a:pt x="354636" y="28500"/>
                  <a:pt x="356657" y="32243"/>
                </a:cubicBezTo>
                <a:cubicBezTo>
                  <a:pt x="358677" y="35985"/>
                  <a:pt x="359687" y="40556"/>
                  <a:pt x="359687" y="45955"/>
                </a:cubicBezTo>
                <a:lnTo>
                  <a:pt x="359687" y="53307"/>
                </a:lnTo>
                <a:lnTo>
                  <a:pt x="323868" y="53307"/>
                </a:lnTo>
                <a:cubicBezTo>
                  <a:pt x="324033" y="57580"/>
                  <a:pt x="325308" y="60941"/>
                  <a:pt x="327693" y="63392"/>
                </a:cubicBezTo>
                <a:cubicBezTo>
                  <a:pt x="330111" y="65810"/>
                  <a:pt x="333456" y="67019"/>
                  <a:pt x="337729" y="67019"/>
                </a:cubicBezTo>
                <a:cubicBezTo>
                  <a:pt x="341272" y="67019"/>
                  <a:pt x="344518" y="66655"/>
                  <a:pt x="347466" y="65926"/>
                </a:cubicBezTo>
                <a:cubicBezTo>
                  <a:pt x="350414" y="65197"/>
                  <a:pt x="353444" y="64104"/>
                  <a:pt x="356557" y="62647"/>
                </a:cubicBezTo>
                <a:lnTo>
                  <a:pt x="356557" y="74372"/>
                </a:lnTo>
                <a:cubicBezTo>
                  <a:pt x="353808" y="75730"/>
                  <a:pt x="350927" y="76723"/>
                  <a:pt x="347913" y="77353"/>
                </a:cubicBezTo>
                <a:cubicBezTo>
                  <a:pt x="344932" y="77982"/>
                  <a:pt x="341306" y="78297"/>
                  <a:pt x="337033" y="78297"/>
                </a:cubicBezTo>
                <a:cubicBezTo>
                  <a:pt x="331469" y="78297"/>
                  <a:pt x="326534" y="77270"/>
                  <a:pt x="322228" y="75216"/>
                </a:cubicBezTo>
                <a:cubicBezTo>
                  <a:pt x="317956" y="73163"/>
                  <a:pt x="314594" y="70033"/>
                  <a:pt x="312143" y="65827"/>
                </a:cubicBezTo>
                <a:cubicBezTo>
                  <a:pt x="309725" y="61620"/>
                  <a:pt x="308516" y="56321"/>
                  <a:pt x="308516" y="49929"/>
                </a:cubicBezTo>
                <a:cubicBezTo>
                  <a:pt x="308516" y="43437"/>
                  <a:pt x="309609" y="38039"/>
                  <a:pt x="311795" y="33733"/>
                </a:cubicBezTo>
                <a:cubicBezTo>
                  <a:pt x="314014" y="29394"/>
                  <a:pt x="317095" y="26149"/>
                  <a:pt x="321036" y="23996"/>
                </a:cubicBezTo>
                <a:cubicBezTo>
                  <a:pt x="324977" y="21810"/>
                  <a:pt x="329564" y="20717"/>
                  <a:pt x="334797" y="20717"/>
                </a:cubicBezTo>
                <a:close/>
                <a:moveTo>
                  <a:pt x="334897" y="31497"/>
                </a:moveTo>
                <a:cubicBezTo>
                  <a:pt x="331949" y="31497"/>
                  <a:pt x="329498" y="32441"/>
                  <a:pt x="327544" y="34329"/>
                </a:cubicBezTo>
                <a:cubicBezTo>
                  <a:pt x="325623" y="36217"/>
                  <a:pt x="324513" y="39181"/>
                  <a:pt x="324215" y="43222"/>
                </a:cubicBezTo>
                <a:lnTo>
                  <a:pt x="345479" y="43222"/>
                </a:lnTo>
                <a:cubicBezTo>
                  <a:pt x="345446" y="40970"/>
                  <a:pt x="345032" y="38966"/>
                  <a:pt x="344237" y="37211"/>
                </a:cubicBezTo>
                <a:cubicBezTo>
                  <a:pt x="343475" y="35455"/>
                  <a:pt x="342316" y="34064"/>
                  <a:pt x="340759" y="33038"/>
                </a:cubicBezTo>
                <a:cubicBezTo>
                  <a:pt x="339235" y="32011"/>
                  <a:pt x="337281" y="31497"/>
                  <a:pt x="334897" y="31497"/>
                </a:cubicBezTo>
                <a:close/>
                <a:moveTo>
                  <a:pt x="364059" y="77303"/>
                </a:moveTo>
                <a:close/>
                <a:moveTo>
                  <a:pt x="389595" y="78297"/>
                </a:moveTo>
                <a:cubicBezTo>
                  <a:pt x="383401" y="78297"/>
                  <a:pt x="378351" y="75879"/>
                  <a:pt x="374442" y="71043"/>
                </a:cubicBezTo>
                <a:cubicBezTo>
                  <a:pt x="370567" y="66175"/>
                  <a:pt x="368630" y="59037"/>
                  <a:pt x="368630" y="49631"/>
                </a:cubicBezTo>
                <a:cubicBezTo>
                  <a:pt x="368630" y="40125"/>
                  <a:pt x="370600" y="32938"/>
                  <a:pt x="374542" y="28070"/>
                </a:cubicBezTo>
                <a:cubicBezTo>
                  <a:pt x="378483" y="23168"/>
                  <a:pt x="383633" y="20717"/>
                  <a:pt x="389992" y="20717"/>
                </a:cubicBezTo>
                <a:cubicBezTo>
                  <a:pt x="392642" y="20717"/>
                  <a:pt x="394977" y="21081"/>
                  <a:pt x="396997" y="21810"/>
                </a:cubicBezTo>
                <a:cubicBezTo>
                  <a:pt x="399018" y="22538"/>
                  <a:pt x="400757" y="23515"/>
                  <a:pt x="402214" y="24741"/>
                </a:cubicBezTo>
                <a:cubicBezTo>
                  <a:pt x="403704" y="25966"/>
                  <a:pt x="404963" y="27341"/>
                  <a:pt x="405990" y="28864"/>
                </a:cubicBezTo>
                <a:lnTo>
                  <a:pt x="406486" y="28864"/>
                </a:lnTo>
                <a:cubicBezTo>
                  <a:pt x="406288" y="27805"/>
                  <a:pt x="406039" y="26248"/>
                  <a:pt x="405741" y="24194"/>
                </a:cubicBezTo>
                <a:cubicBezTo>
                  <a:pt x="405476" y="22108"/>
                  <a:pt x="405344" y="19972"/>
                  <a:pt x="405344" y="17786"/>
                </a:cubicBezTo>
                <a:lnTo>
                  <a:pt x="405344" y="0"/>
                </a:lnTo>
                <a:lnTo>
                  <a:pt x="420546" y="0"/>
                </a:lnTo>
                <a:lnTo>
                  <a:pt x="420546" y="77303"/>
                </a:lnTo>
                <a:lnTo>
                  <a:pt x="408921" y="77303"/>
                </a:lnTo>
                <a:lnTo>
                  <a:pt x="405990" y="70099"/>
                </a:lnTo>
                <a:lnTo>
                  <a:pt x="405344" y="70099"/>
                </a:lnTo>
                <a:cubicBezTo>
                  <a:pt x="404383" y="71623"/>
                  <a:pt x="403174" y="73014"/>
                  <a:pt x="401717" y="74272"/>
                </a:cubicBezTo>
                <a:cubicBezTo>
                  <a:pt x="400293" y="75498"/>
                  <a:pt x="398587" y="76475"/>
                  <a:pt x="396600" y="77204"/>
                </a:cubicBezTo>
                <a:cubicBezTo>
                  <a:pt x="394613" y="77932"/>
                  <a:pt x="392278" y="78297"/>
                  <a:pt x="389595" y="78297"/>
                </a:cubicBezTo>
                <a:close/>
                <a:moveTo>
                  <a:pt x="394911" y="66224"/>
                </a:moveTo>
                <a:cubicBezTo>
                  <a:pt x="399051" y="66224"/>
                  <a:pt x="401965" y="64999"/>
                  <a:pt x="403655" y="62548"/>
                </a:cubicBezTo>
                <a:cubicBezTo>
                  <a:pt x="405377" y="60064"/>
                  <a:pt x="406288" y="56338"/>
                  <a:pt x="406387" y="51370"/>
                </a:cubicBezTo>
                <a:lnTo>
                  <a:pt x="406387" y="49730"/>
                </a:lnTo>
                <a:cubicBezTo>
                  <a:pt x="406387" y="44332"/>
                  <a:pt x="405559" y="40208"/>
                  <a:pt x="403903" y="37360"/>
                </a:cubicBezTo>
                <a:cubicBezTo>
                  <a:pt x="402247" y="34478"/>
                  <a:pt x="399167" y="33038"/>
                  <a:pt x="394662" y="33038"/>
                </a:cubicBezTo>
                <a:cubicBezTo>
                  <a:pt x="391317" y="33038"/>
                  <a:pt x="388701" y="34478"/>
                  <a:pt x="386813" y="37360"/>
                </a:cubicBezTo>
                <a:cubicBezTo>
                  <a:pt x="384925" y="40241"/>
                  <a:pt x="383981" y="44398"/>
                  <a:pt x="383981" y="49830"/>
                </a:cubicBezTo>
                <a:cubicBezTo>
                  <a:pt x="383981" y="55261"/>
                  <a:pt x="384925" y="59352"/>
                  <a:pt x="386813" y="62101"/>
                </a:cubicBezTo>
                <a:cubicBezTo>
                  <a:pt x="388734" y="64850"/>
                  <a:pt x="391433" y="66224"/>
                  <a:pt x="394911" y="66224"/>
                </a:cubicBezTo>
                <a:close/>
                <a:moveTo>
                  <a:pt x="454875" y="77303"/>
                </a:moveTo>
                <a:close/>
                <a:moveTo>
                  <a:pt x="508481" y="77303"/>
                </a:moveTo>
                <a:lnTo>
                  <a:pt x="503214" y="60014"/>
                </a:lnTo>
                <a:lnTo>
                  <a:pt x="476735" y="60014"/>
                </a:lnTo>
                <a:lnTo>
                  <a:pt x="471469" y="77303"/>
                </a:lnTo>
                <a:lnTo>
                  <a:pt x="454875" y="77303"/>
                </a:lnTo>
                <a:lnTo>
                  <a:pt x="480510" y="4372"/>
                </a:lnTo>
                <a:lnTo>
                  <a:pt x="499339" y="4372"/>
                </a:lnTo>
                <a:lnTo>
                  <a:pt x="525074" y="77303"/>
                </a:lnTo>
                <a:lnTo>
                  <a:pt x="508481" y="77303"/>
                </a:lnTo>
                <a:close/>
                <a:moveTo>
                  <a:pt x="499538" y="47097"/>
                </a:moveTo>
                <a:lnTo>
                  <a:pt x="494272" y="30206"/>
                </a:lnTo>
                <a:cubicBezTo>
                  <a:pt x="493941" y="29080"/>
                  <a:pt x="493494" y="27639"/>
                  <a:pt x="492931" y="25884"/>
                </a:cubicBezTo>
                <a:cubicBezTo>
                  <a:pt x="492401" y="24095"/>
                  <a:pt x="491854" y="22290"/>
                  <a:pt x="491291" y="20468"/>
                </a:cubicBezTo>
                <a:cubicBezTo>
                  <a:pt x="490761" y="18614"/>
                  <a:pt x="490331" y="17007"/>
                  <a:pt x="489999" y="15649"/>
                </a:cubicBezTo>
                <a:cubicBezTo>
                  <a:pt x="489668" y="17007"/>
                  <a:pt x="489205" y="18696"/>
                  <a:pt x="488608" y="20717"/>
                </a:cubicBezTo>
                <a:cubicBezTo>
                  <a:pt x="488045" y="22704"/>
                  <a:pt x="487499" y="24592"/>
                  <a:pt x="486969" y="26380"/>
                </a:cubicBezTo>
                <a:cubicBezTo>
                  <a:pt x="486439" y="28169"/>
                  <a:pt x="486058" y="29444"/>
                  <a:pt x="485826" y="30206"/>
                </a:cubicBezTo>
                <a:lnTo>
                  <a:pt x="480610" y="47097"/>
                </a:lnTo>
                <a:lnTo>
                  <a:pt x="499538" y="47097"/>
                </a:lnTo>
                <a:close/>
                <a:moveTo>
                  <a:pt x="525124" y="77303"/>
                </a:moveTo>
                <a:close/>
                <a:moveTo>
                  <a:pt x="556472" y="66224"/>
                </a:moveTo>
                <a:cubicBezTo>
                  <a:pt x="558128" y="66224"/>
                  <a:pt x="559734" y="66059"/>
                  <a:pt x="561291" y="65727"/>
                </a:cubicBezTo>
                <a:cubicBezTo>
                  <a:pt x="562881" y="65396"/>
                  <a:pt x="564454" y="64982"/>
                  <a:pt x="566011" y="64485"/>
                </a:cubicBezTo>
                <a:lnTo>
                  <a:pt x="566011" y="75763"/>
                </a:lnTo>
                <a:cubicBezTo>
                  <a:pt x="564388" y="76492"/>
                  <a:pt x="562367" y="77088"/>
                  <a:pt x="559950" y="77551"/>
                </a:cubicBezTo>
                <a:cubicBezTo>
                  <a:pt x="557565" y="78048"/>
                  <a:pt x="554948" y="78297"/>
                  <a:pt x="552100" y="78297"/>
                </a:cubicBezTo>
                <a:cubicBezTo>
                  <a:pt x="548788" y="78297"/>
                  <a:pt x="545807" y="77767"/>
                  <a:pt x="543158" y="76707"/>
                </a:cubicBezTo>
                <a:cubicBezTo>
                  <a:pt x="540541" y="75614"/>
                  <a:pt x="538471" y="73743"/>
                  <a:pt x="536948" y="71093"/>
                </a:cubicBezTo>
                <a:cubicBezTo>
                  <a:pt x="535457" y="68410"/>
                  <a:pt x="534712" y="64684"/>
                  <a:pt x="534712" y="59915"/>
                </a:cubicBezTo>
                <a:lnTo>
                  <a:pt x="534712" y="33137"/>
                </a:lnTo>
                <a:lnTo>
                  <a:pt x="527459" y="33137"/>
                </a:lnTo>
                <a:lnTo>
                  <a:pt x="527459" y="26728"/>
                </a:lnTo>
                <a:lnTo>
                  <a:pt x="535805" y="21661"/>
                </a:lnTo>
                <a:lnTo>
                  <a:pt x="540177" y="9936"/>
                </a:lnTo>
                <a:lnTo>
                  <a:pt x="549865" y="9936"/>
                </a:lnTo>
                <a:lnTo>
                  <a:pt x="549865" y="21760"/>
                </a:lnTo>
                <a:lnTo>
                  <a:pt x="565415" y="21760"/>
                </a:lnTo>
                <a:lnTo>
                  <a:pt x="565415" y="33137"/>
                </a:lnTo>
                <a:lnTo>
                  <a:pt x="549865" y="33137"/>
                </a:lnTo>
                <a:lnTo>
                  <a:pt x="549865" y="59915"/>
                </a:lnTo>
                <a:cubicBezTo>
                  <a:pt x="549865" y="62034"/>
                  <a:pt x="550461" y="63624"/>
                  <a:pt x="551653" y="64684"/>
                </a:cubicBezTo>
                <a:cubicBezTo>
                  <a:pt x="552879" y="65711"/>
                  <a:pt x="554485" y="66224"/>
                  <a:pt x="556472" y="66224"/>
                </a:cubicBezTo>
                <a:close/>
                <a:moveTo>
                  <a:pt x="569339" y="77303"/>
                </a:moveTo>
                <a:close/>
                <a:moveTo>
                  <a:pt x="600688" y="66224"/>
                </a:moveTo>
                <a:cubicBezTo>
                  <a:pt x="602344" y="66224"/>
                  <a:pt x="603950" y="66059"/>
                  <a:pt x="605507" y="65727"/>
                </a:cubicBezTo>
                <a:cubicBezTo>
                  <a:pt x="607097" y="65396"/>
                  <a:pt x="608670" y="64982"/>
                  <a:pt x="610226" y="64485"/>
                </a:cubicBezTo>
                <a:lnTo>
                  <a:pt x="610226" y="75763"/>
                </a:lnTo>
                <a:cubicBezTo>
                  <a:pt x="608603" y="76492"/>
                  <a:pt x="606583" y="77088"/>
                  <a:pt x="604165" y="77551"/>
                </a:cubicBezTo>
                <a:cubicBezTo>
                  <a:pt x="601781" y="78048"/>
                  <a:pt x="599164" y="78297"/>
                  <a:pt x="596316" y="78297"/>
                </a:cubicBezTo>
                <a:cubicBezTo>
                  <a:pt x="593004" y="78297"/>
                  <a:pt x="590023" y="77767"/>
                  <a:pt x="587373" y="76707"/>
                </a:cubicBezTo>
                <a:cubicBezTo>
                  <a:pt x="584757" y="75614"/>
                  <a:pt x="582687" y="73743"/>
                  <a:pt x="581163" y="71093"/>
                </a:cubicBezTo>
                <a:cubicBezTo>
                  <a:pt x="579673" y="68410"/>
                  <a:pt x="578928" y="64684"/>
                  <a:pt x="578928" y="59915"/>
                </a:cubicBezTo>
                <a:lnTo>
                  <a:pt x="578928" y="33137"/>
                </a:lnTo>
                <a:lnTo>
                  <a:pt x="571674" y="33137"/>
                </a:lnTo>
                <a:lnTo>
                  <a:pt x="571674" y="26728"/>
                </a:lnTo>
                <a:lnTo>
                  <a:pt x="580021" y="21661"/>
                </a:lnTo>
                <a:lnTo>
                  <a:pt x="584393" y="9936"/>
                </a:lnTo>
                <a:lnTo>
                  <a:pt x="594080" y="9936"/>
                </a:lnTo>
                <a:lnTo>
                  <a:pt x="594080" y="21760"/>
                </a:lnTo>
                <a:lnTo>
                  <a:pt x="609630" y="21760"/>
                </a:lnTo>
                <a:lnTo>
                  <a:pt x="609630" y="33137"/>
                </a:lnTo>
                <a:lnTo>
                  <a:pt x="594080" y="33137"/>
                </a:lnTo>
                <a:lnTo>
                  <a:pt x="594080" y="59915"/>
                </a:lnTo>
                <a:cubicBezTo>
                  <a:pt x="594080" y="62034"/>
                  <a:pt x="594676" y="63624"/>
                  <a:pt x="595869" y="64684"/>
                </a:cubicBezTo>
                <a:cubicBezTo>
                  <a:pt x="597094" y="65711"/>
                  <a:pt x="598701" y="66224"/>
                  <a:pt x="600688" y="66224"/>
                </a:cubicBezTo>
                <a:close/>
                <a:moveTo>
                  <a:pt x="613555" y="77303"/>
                </a:moveTo>
                <a:close/>
                <a:moveTo>
                  <a:pt x="644407" y="20717"/>
                </a:moveTo>
                <a:cubicBezTo>
                  <a:pt x="649540" y="20717"/>
                  <a:pt x="653962" y="21710"/>
                  <a:pt x="657671" y="23698"/>
                </a:cubicBezTo>
                <a:cubicBezTo>
                  <a:pt x="661381" y="25652"/>
                  <a:pt x="664246" y="28500"/>
                  <a:pt x="666266" y="32243"/>
                </a:cubicBezTo>
                <a:cubicBezTo>
                  <a:pt x="668286" y="35985"/>
                  <a:pt x="669297" y="40556"/>
                  <a:pt x="669297" y="45955"/>
                </a:cubicBezTo>
                <a:lnTo>
                  <a:pt x="669297" y="53307"/>
                </a:lnTo>
                <a:lnTo>
                  <a:pt x="633477" y="53307"/>
                </a:lnTo>
                <a:cubicBezTo>
                  <a:pt x="633643" y="57580"/>
                  <a:pt x="634918" y="60941"/>
                  <a:pt x="637302" y="63392"/>
                </a:cubicBezTo>
                <a:cubicBezTo>
                  <a:pt x="639720" y="65810"/>
                  <a:pt x="643065" y="67019"/>
                  <a:pt x="647338" y="67019"/>
                </a:cubicBezTo>
                <a:cubicBezTo>
                  <a:pt x="650882" y="67019"/>
                  <a:pt x="654127" y="66655"/>
                  <a:pt x="657075" y="65926"/>
                </a:cubicBezTo>
                <a:cubicBezTo>
                  <a:pt x="660023" y="65197"/>
                  <a:pt x="663053" y="64104"/>
                  <a:pt x="666167" y="62647"/>
                </a:cubicBezTo>
                <a:lnTo>
                  <a:pt x="666167" y="74372"/>
                </a:lnTo>
                <a:cubicBezTo>
                  <a:pt x="663418" y="75730"/>
                  <a:pt x="660536" y="76723"/>
                  <a:pt x="657522" y="77353"/>
                </a:cubicBezTo>
                <a:cubicBezTo>
                  <a:pt x="654541" y="77982"/>
                  <a:pt x="650915" y="78297"/>
                  <a:pt x="646642" y="78297"/>
                </a:cubicBezTo>
                <a:cubicBezTo>
                  <a:pt x="641078" y="78297"/>
                  <a:pt x="636143" y="77270"/>
                  <a:pt x="631837" y="75216"/>
                </a:cubicBezTo>
                <a:cubicBezTo>
                  <a:pt x="627565" y="73163"/>
                  <a:pt x="624203" y="70033"/>
                  <a:pt x="621752" y="65827"/>
                </a:cubicBezTo>
                <a:cubicBezTo>
                  <a:pt x="619335" y="61620"/>
                  <a:pt x="618126" y="56321"/>
                  <a:pt x="618126" y="49929"/>
                </a:cubicBezTo>
                <a:cubicBezTo>
                  <a:pt x="618126" y="43437"/>
                  <a:pt x="619219" y="38039"/>
                  <a:pt x="621405" y="33733"/>
                </a:cubicBezTo>
                <a:cubicBezTo>
                  <a:pt x="623624" y="29394"/>
                  <a:pt x="626704" y="26149"/>
                  <a:pt x="630645" y="23996"/>
                </a:cubicBezTo>
                <a:cubicBezTo>
                  <a:pt x="634586" y="21810"/>
                  <a:pt x="639174" y="20717"/>
                  <a:pt x="644407" y="20717"/>
                </a:cubicBezTo>
                <a:close/>
                <a:moveTo>
                  <a:pt x="644506" y="31497"/>
                </a:moveTo>
                <a:cubicBezTo>
                  <a:pt x="641558" y="31497"/>
                  <a:pt x="639107" y="32441"/>
                  <a:pt x="637153" y="34329"/>
                </a:cubicBezTo>
                <a:cubicBezTo>
                  <a:pt x="635232" y="36217"/>
                  <a:pt x="634123" y="39181"/>
                  <a:pt x="633825" y="43222"/>
                </a:cubicBezTo>
                <a:lnTo>
                  <a:pt x="655088" y="43222"/>
                </a:lnTo>
                <a:cubicBezTo>
                  <a:pt x="655055" y="40970"/>
                  <a:pt x="654641" y="38966"/>
                  <a:pt x="653846" y="37211"/>
                </a:cubicBezTo>
                <a:cubicBezTo>
                  <a:pt x="653084" y="35455"/>
                  <a:pt x="651925" y="34064"/>
                  <a:pt x="650368" y="33038"/>
                </a:cubicBezTo>
                <a:cubicBezTo>
                  <a:pt x="648845" y="32011"/>
                  <a:pt x="646891" y="31497"/>
                  <a:pt x="644506" y="31497"/>
                </a:cubicBezTo>
                <a:close/>
                <a:moveTo>
                  <a:pt x="673669" y="77303"/>
                </a:moveTo>
                <a:close/>
                <a:moveTo>
                  <a:pt x="713165" y="20717"/>
                </a:moveTo>
                <a:cubicBezTo>
                  <a:pt x="719093" y="20717"/>
                  <a:pt x="723862" y="22340"/>
                  <a:pt x="727473" y="25585"/>
                </a:cubicBezTo>
                <a:cubicBezTo>
                  <a:pt x="731083" y="28798"/>
                  <a:pt x="732888" y="33965"/>
                  <a:pt x="732888" y="41086"/>
                </a:cubicBezTo>
                <a:lnTo>
                  <a:pt x="732888" y="77303"/>
                </a:lnTo>
                <a:lnTo>
                  <a:pt x="717735" y="77303"/>
                </a:lnTo>
                <a:lnTo>
                  <a:pt x="717735" y="44862"/>
                </a:lnTo>
                <a:cubicBezTo>
                  <a:pt x="717735" y="40887"/>
                  <a:pt x="717007" y="37890"/>
                  <a:pt x="715549" y="35869"/>
                </a:cubicBezTo>
                <a:cubicBezTo>
                  <a:pt x="714125" y="33849"/>
                  <a:pt x="711873" y="32839"/>
                  <a:pt x="708793" y="32839"/>
                </a:cubicBezTo>
                <a:cubicBezTo>
                  <a:pt x="704156" y="32839"/>
                  <a:pt x="700993" y="34412"/>
                  <a:pt x="699304" y="37559"/>
                </a:cubicBezTo>
                <a:cubicBezTo>
                  <a:pt x="697615" y="40705"/>
                  <a:pt x="696770" y="45242"/>
                  <a:pt x="696770" y="51171"/>
                </a:cubicBezTo>
                <a:lnTo>
                  <a:pt x="696770" y="77303"/>
                </a:lnTo>
                <a:lnTo>
                  <a:pt x="681617" y="77303"/>
                </a:lnTo>
                <a:lnTo>
                  <a:pt x="681617" y="21760"/>
                </a:lnTo>
                <a:lnTo>
                  <a:pt x="693193" y="21760"/>
                </a:lnTo>
                <a:lnTo>
                  <a:pt x="695230" y="28864"/>
                </a:lnTo>
                <a:lnTo>
                  <a:pt x="696074" y="28864"/>
                </a:lnTo>
                <a:cubicBezTo>
                  <a:pt x="697267" y="26943"/>
                  <a:pt x="698741" y="25387"/>
                  <a:pt x="700496" y="24194"/>
                </a:cubicBezTo>
                <a:cubicBezTo>
                  <a:pt x="702285" y="23002"/>
                  <a:pt x="704255" y="22124"/>
                  <a:pt x="706408" y="21561"/>
                </a:cubicBezTo>
                <a:cubicBezTo>
                  <a:pt x="708594" y="20998"/>
                  <a:pt x="710846" y="20717"/>
                  <a:pt x="713165" y="20717"/>
                </a:cubicBezTo>
                <a:close/>
                <a:moveTo>
                  <a:pt x="740539" y="77303"/>
                </a:moveTo>
                <a:close/>
                <a:moveTo>
                  <a:pt x="771887" y="66224"/>
                </a:moveTo>
                <a:cubicBezTo>
                  <a:pt x="773543" y="66224"/>
                  <a:pt x="775149" y="66059"/>
                  <a:pt x="776706" y="65727"/>
                </a:cubicBezTo>
                <a:cubicBezTo>
                  <a:pt x="778296" y="65396"/>
                  <a:pt x="779869" y="64982"/>
                  <a:pt x="781426" y="64485"/>
                </a:cubicBezTo>
                <a:lnTo>
                  <a:pt x="781426" y="75763"/>
                </a:lnTo>
                <a:cubicBezTo>
                  <a:pt x="779803" y="76492"/>
                  <a:pt x="777782" y="77088"/>
                  <a:pt x="775365" y="77551"/>
                </a:cubicBezTo>
                <a:cubicBezTo>
                  <a:pt x="772980" y="78048"/>
                  <a:pt x="770363" y="78297"/>
                  <a:pt x="767515" y="78297"/>
                </a:cubicBezTo>
                <a:cubicBezTo>
                  <a:pt x="764203" y="78297"/>
                  <a:pt x="761222" y="77767"/>
                  <a:pt x="758573" y="76707"/>
                </a:cubicBezTo>
                <a:cubicBezTo>
                  <a:pt x="755956" y="75614"/>
                  <a:pt x="753886" y="73743"/>
                  <a:pt x="752363" y="71093"/>
                </a:cubicBezTo>
                <a:cubicBezTo>
                  <a:pt x="750872" y="68410"/>
                  <a:pt x="750127" y="64684"/>
                  <a:pt x="750127" y="59915"/>
                </a:cubicBezTo>
                <a:lnTo>
                  <a:pt x="750127" y="33137"/>
                </a:lnTo>
                <a:lnTo>
                  <a:pt x="742874" y="33137"/>
                </a:lnTo>
                <a:lnTo>
                  <a:pt x="742874" y="26728"/>
                </a:lnTo>
                <a:lnTo>
                  <a:pt x="751220" y="21661"/>
                </a:lnTo>
                <a:lnTo>
                  <a:pt x="755592" y="9936"/>
                </a:lnTo>
                <a:lnTo>
                  <a:pt x="765280" y="9936"/>
                </a:lnTo>
                <a:lnTo>
                  <a:pt x="765280" y="21760"/>
                </a:lnTo>
                <a:lnTo>
                  <a:pt x="780830" y="21760"/>
                </a:lnTo>
                <a:lnTo>
                  <a:pt x="780830" y="33137"/>
                </a:lnTo>
                <a:lnTo>
                  <a:pt x="765280" y="33137"/>
                </a:lnTo>
                <a:lnTo>
                  <a:pt x="765280" y="59915"/>
                </a:lnTo>
                <a:cubicBezTo>
                  <a:pt x="765280" y="62034"/>
                  <a:pt x="765876" y="63624"/>
                  <a:pt x="767068" y="64684"/>
                </a:cubicBezTo>
                <a:cubicBezTo>
                  <a:pt x="768293" y="65711"/>
                  <a:pt x="769900" y="66224"/>
                  <a:pt x="771887" y="66224"/>
                </a:cubicBezTo>
                <a:close/>
                <a:moveTo>
                  <a:pt x="784754" y="77303"/>
                </a:moveTo>
                <a:close/>
                <a:moveTo>
                  <a:pt x="807856" y="21760"/>
                </a:moveTo>
                <a:lnTo>
                  <a:pt x="807856" y="77303"/>
                </a:lnTo>
                <a:lnTo>
                  <a:pt x="792703" y="77303"/>
                </a:lnTo>
                <a:lnTo>
                  <a:pt x="792703" y="21760"/>
                </a:lnTo>
                <a:lnTo>
                  <a:pt x="807856" y="21760"/>
                </a:lnTo>
                <a:close/>
                <a:moveTo>
                  <a:pt x="800304" y="0"/>
                </a:moveTo>
                <a:cubicBezTo>
                  <a:pt x="802557" y="0"/>
                  <a:pt x="804494" y="530"/>
                  <a:pt x="806117" y="1590"/>
                </a:cubicBezTo>
                <a:cubicBezTo>
                  <a:pt x="807740" y="2617"/>
                  <a:pt x="808551" y="4554"/>
                  <a:pt x="808551" y="7402"/>
                </a:cubicBezTo>
                <a:cubicBezTo>
                  <a:pt x="808551" y="10218"/>
                  <a:pt x="807740" y="12172"/>
                  <a:pt x="806117" y="13265"/>
                </a:cubicBezTo>
                <a:cubicBezTo>
                  <a:pt x="804494" y="14325"/>
                  <a:pt x="802557" y="14854"/>
                  <a:pt x="800304" y="14854"/>
                </a:cubicBezTo>
                <a:cubicBezTo>
                  <a:pt x="798019" y="14854"/>
                  <a:pt x="796065" y="14325"/>
                  <a:pt x="794442" y="13265"/>
                </a:cubicBezTo>
                <a:cubicBezTo>
                  <a:pt x="792852" y="12172"/>
                  <a:pt x="792057" y="10218"/>
                  <a:pt x="792057" y="7402"/>
                </a:cubicBezTo>
                <a:cubicBezTo>
                  <a:pt x="792057" y="4554"/>
                  <a:pt x="792852" y="2617"/>
                  <a:pt x="794442" y="1590"/>
                </a:cubicBezTo>
                <a:cubicBezTo>
                  <a:pt x="796065" y="530"/>
                  <a:pt x="798019" y="0"/>
                  <a:pt x="800304" y="0"/>
                </a:cubicBezTo>
                <a:close/>
                <a:moveTo>
                  <a:pt x="815854" y="77303"/>
                </a:moveTo>
                <a:close/>
                <a:moveTo>
                  <a:pt x="874279" y="49432"/>
                </a:moveTo>
                <a:cubicBezTo>
                  <a:pt x="874279" y="54069"/>
                  <a:pt x="873649" y="58176"/>
                  <a:pt x="872391" y="61753"/>
                </a:cubicBezTo>
                <a:cubicBezTo>
                  <a:pt x="871165" y="65330"/>
                  <a:pt x="869360" y="68360"/>
                  <a:pt x="866976" y="70844"/>
                </a:cubicBezTo>
                <a:cubicBezTo>
                  <a:pt x="864624" y="73295"/>
                  <a:pt x="861776" y="75150"/>
                  <a:pt x="858431" y="76409"/>
                </a:cubicBezTo>
                <a:cubicBezTo>
                  <a:pt x="855119" y="77667"/>
                  <a:pt x="851376" y="78297"/>
                  <a:pt x="847203" y="78297"/>
                </a:cubicBezTo>
                <a:cubicBezTo>
                  <a:pt x="843295" y="78297"/>
                  <a:pt x="839701" y="77667"/>
                  <a:pt x="836422" y="76409"/>
                </a:cubicBezTo>
                <a:cubicBezTo>
                  <a:pt x="833176" y="75150"/>
                  <a:pt x="830344" y="73295"/>
                  <a:pt x="827927" y="70844"/>
                </a:cubicBezTo>
                <a:cubicBezTo>
                  <a:pt x="825542" y="68360"/>
                  <a:pt x="823687" y="65330"/>
                  <a:pt x="822362" y="61753"/>
                </a:cubicBezTo>
                <a:cubicBezTo>
                  <a:pt x="821071" y="58176"/>
                  <a:pt x="820425" y="54069"/>
                  <a:pt x="820425" y="49432"/>
                </a:cubicBezTo>
                <a:cubicBezTo>
                  <a:pt x="820425" y="43272"/>
                  <a:pt x="821518" y="38055"/>
                  <a:pt x="823704" y="33783"/>
                </a:cubicBezTo>
                <a:cubicBezTo>
                  <a:pt x="825890" y="29510"/>
                  <a:pt x="829003" y="26264"/>
                  <a:pt x="833044" y="24045"/>
                </a:cubicBezTo>
                <a:cubicBezTo>
                  <a:pt x="837085" y="21826"/>
                  <a:pt x="841904" y="20717"/>
                  <a:pt x="847501" y="20717"/>
                </a:cubicBezTo>
                <a:cubicBezTo>
                  <a:pt x="852701" y="20717"/>
                  <a:pt x="857305" y="21826"/>
                  <a:pt x="861312" y="24045"/>
                </a:cubicBezTo>
                <a:cubicBezTo>
                  <a:pt x="865353" y="26264"/>
                  <a:pt x="868516" y="29510"/>
                  <a:pt x="870801" y="33783"/>
                </a:cubicBezTo>
                <a:cubicBezTo>
                  <a:pt x="873119" y="38055"/>
                  <a:pt x="874279" y="43272"/>
                  <a:pt x="874279" y="49432"/>
                </a:cubicBezTo>
                <a:close/>
                <a:moveTo>
                  <a:pt x="835876" y="49432"/>
                </a:moveTo>
                <a:cubicBezTo>
                  <a:pt x="835876" y="53075"/>
                  <a:pt x="836273" y="56139"/>
                  <a:pt x="837068" y="58623"/>
                </a:cubicBezTo>
                <a:cubicBezTo>
                  <a:pt x="837863" y="61107"/>
                  <a:pt x="839105" y="62978"/>
                  <a:pt x="840794" y="64237"/>
                </a:cubicBezTo>
                <a:cubicBezTo>
                  <a:pt x="842483" y="65496"/>
                  <a:pt x="844686" y="66125"/>
                  <a:pt x="847401" y="66125"/>
                </a:cubicBezTo>
                <a:cubicBezTo>
                  <a:pt x="850084" y="66125"/>
                  <a:pt x="852254" y="65496"/>
                  <a:pt x="853910" y="64237"/>
                </a:cubicBezTo>
                <a:cubicBezTo>
                  <a:pt x="855599" y="62978"/>
                  <a:pt x="856824" y="61107"/>
                  <a:pt x="857586" y="58623"/>
                </a:cubicBezTo>
                <a:cubicBezTo>
                  <a:pt x="858381" y="56139"/>
                  <a:pt x="858778" y="53075"/>
                  <a:pt x="858778" y="49432"/>
                </a:cubicBezTo>
                <a:cubicBezTo>
                  <a:pt x="858778" y="45756"/>
                  <a:pt x="858381" y="42709"/>
                  <a:pt x="857586" y="40291"/>
                </a:cubicBezTo>
                <a:cubicBezTo>
                  <a:pt x="856824" y="37840"/>
                  <a:pt x="855599" y="36002"/>
                  <a:pt x="853910" y="34776"/>
                </a:cubicBezTo>
                <a:cubicBezTo>
                  <a:pt x="852220" y="33551"/>
                  <a:pt x="850018" y="32938"/>
                  <a:pt x="847302" y="32938"/>
                </a:cubicBezTo>
                <a:cubicBezTo>
                  <a:pt x="843295" y="32938"/>
                  <a:pt x="840380" y="34313"/>
                  <a:pt x="838558" y="37062"/>
                </a:cubicBezTo>
                <a:cubicBezTo>
                  <a:pt x="836770" y="39811"/>
                  <a:pt x="835876" y="43934"/>
                  <a:pt x="835876" y="49432"/>
                </a:cubicBezTo>
                <a:close/>
                <a:moveTo>
                  <a:pt x="878849" y="77303"/>
                </a:moveTo>
                <a:close/>
                <a:moveTo>
                  <a:pt x="918345" y="20717"/>
                </a:moveTo>
                <a:cubicBezTo>
                  <a:pt x="924274" y="20717"/>
                  <a:pt x="929043" y="22340"/>
                  <a:pt x="932653" y="25585"/>
                </a:cubicBezTo>
                <a:cubicBezTo>
                  <a:pt x="936263" y="28798"/>
                  <a:pt x="938068" y="33965"/>
                  <a:pt x="938068" y="41086"/>
                </a:cubicBezTo>
                <a:lnTo>
                  <a:pt x="938068" y="77303"/>
                </a:lnTo>
                <a:lnTo>
                  <a:pt x="922916" y="77303"/>
                </a:lnTo>
                <a:lnTo>
                  <a:pt x="922916" y="44862"/>
                </a:lnTo>
                <a:cubicBezTo>
                  <a:pt x="922916" y="40887"/>
                  <a:pt x="922187" y="37890"/>
                  <a:pt x="920730" y="35869"/>
                </a:cubicBezTo>
                <a:cubicBezTo>
                  <a:pt x="919306" y="33849"/>
                  <a:pt x="917054" y="32839"/>
                  <a:pt x="913973" y="32839"/>
                </a:cubicBezTo>
                <a:cubicBezTo>
                  <a:pt x="909337" y="32839"/>
                  <a:pt x="906174" y="34412"/>
                  <a:pt x="904484" y="37559"/>
                </a:cubicBezTo>
                <a:cubicBezTo>
                  <a:pt x="902795" y="40705"/>
                  <a:pt x="901951" y="45242"/>
                  <a:pt x="901951" y="51171"/>
                </a:cubicBezTo>
                <a:lnTo>
                  <a:pt x="901951" y="77303"/>
                </a:lnTo>
                <a:lnTo>
                  <a:pt x="886798" y="77303"/>
                </a:lnTo>
                <a:lnTo>
                  <a:pt x="886798" y="21760"/>
                </a:lnTo>
                <a:lnTo>
                  <a:pt x="898374" y="21760"/>
                </a:lnTo>
                <a:lnTo>
                  <a:pt x="900411" y="28864"/>
                </a:lnTo>
                <a:lnTo>
                  <a:pt x="901255" y="28864"/>
                </a:lnTo>
                <a:cubicBezTo>
                  <a:pt x="902448" y="26943"/>
                  <a:pt x="903921" y="25387"/>
                  <a:pt x="905677" y="24194"/>
                </a:cubicBezTo>
                <a:cubicBezTo>
                  <a:pt x="907465" y="23002"/>
                  <a:pt x="909436" y="22124"/>
                  <a:pt x="911589" y="21561"/>
                </a:cubicBezTo>
                <a:cubicBezTo>
                  <a:pt x="913775" y="20998"/>
                  <a:pt x="916027" y="20717"/>
                  <a:pt x="918345" y="207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D8888C-A855-465A-9935-2F30EC66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231" y="2752279"/>
            <a:ext cx="139900" cy="158978"/>
          </a:xfrm>
          <a:custGeom xmlns:a="http://schemas.openxmlformats.org/drawingml/2006/main">
            <a:pathLst>
              <a:path w="139900" h="158978">
                <a:moveTo>
                  <a:pt x="0" y="0"/>
                </a:moveTo>
                <a:lnTo>
                  <a:pt x="139900" y="0"/>
                </a:lnTo>
                <a:lnTo>
                  <a:pt x="139900" y="158978"/>
                </a:lnTo>
                <a:lnTo>
                  <a:pt x="0" y="1589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FD966B-C81E-411A-B8FA-9A89A790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872" y="2745921"/>
            <a:ext cx="152619" cy="171696"/>
          </a:xfrm>
          <a:custGeom xmlns:a="http://schemas.openxmlformats.org/drawingml/2006/main">
            <a:pathLst>
              <a:path w="152619" h="171696">
                <a:moveTo>
                  <a:pt x="0" y="165337"/>
                </a:moveTo>
                <a:lnTo>
                  <a:pt x="0" y="171696"/>
                </a:lnTo>
                <a:lnTo>
                  <a:pt x="6359" y="171696"/>
                </a:lnTo>
                <a:lnTo>
                  <a:pt x="146260" y="171696"/>
                </a:lnTo>
                <a:lnTo>
                  <a:pt x="152619" y="171696"/>
                </a:lnTo>
                <a:lnTo>
                  <a:pt x="152619" y="165337"/>
                </a:lnTo>
                <a:lnTo>
                  <a:pt x="152619" y="6359"/>
                </a:lnTo>
                <a:lnTo>
                  <a:pt x="152619" y="0"/>
                </a:lnTo>
                <a:lnTo>
                  <a:pt x="146260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65337"/>
                </a:lnTo>
                <a:close/>
                <a:moveTo>
                  <a:pt x="12718" y="12718"/>
                </a:moveTo>
                <a:lnTo>
                  <a:pt x="139900" y="12718"/>
                </a:lnTo>
                <a:lnTo>
                  <a:pt x="139900" y="158978"/>
                </a:lnTo>
                <a:lnTo>
                  <a:pt x="12718" y="158978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7DBCB1-E1A0-4708-8FFF-7717E131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131" y="2752279"/>
            <a:ext cx="139900" cy="158978"/>
          </a:xfrm>
          <a:custGeom xmlns:a="http://schemas.openxmlformats.org/drawingml/2006/main">
            <a:pathLst>
              <a:path w="139900" h="158978">
                <a:moveTo>
                  <a:pt x="0" y="0"/>
                </a:moveTo>
                <a:lnTo>
                  <a:pt x="139900" y="0"/>
                </a:lnTo>
                <a:lnTo>
                  <a:pt x="139900" y="158978"/>
                </a:lnTo>
                <a:lnTo>
                  <a:pt x="0" y="1589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701B30-6B3E-41FF-859E-78C36AA8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6772" y="2745921"/>
            <a:ext cx="152619" cy="171696"/>
          </a:xfrm>
          <a:custGeom xmlns:a="http://schemas.openxmlformats.org/drawingml/2006/main">
            <a:pathLst>
              <a:path w="152619" h="171696">
                <a:moveTo>
                  <a:pt x="0" y="165337"/>
                </a:moveTo>
                <a:lnTo>
                  <a:pt x="0" y="171696"/>
                </a:lnTo>
                <a:lnTo>
                  <a:pt x="6359" y="171696"/>
                </a:lnTo>
                <a:lnTo>
                  <a:pt x="146260" y="171696"/>
                </a:lnTo>
                <a:lnTo>
                  <a:pt x="152619" y="171696"/>
                </a:lnTo>
                <a:lnTo>
                  <a:pt x="152619" y="165337"/>
                </a:lnTo>
                <a:lnTo>
                  <a:pt x="152619" y="6359"/>
                </a:lnTo>
                <a:lnTo>
                  <a:pt x="152619" y="0"/>
                </a:lnTo>
                <a:lnTo>
                  <a:pt x="146260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65337"/>
                </a:lnTo>
                <a:close/>
                <a:moveTo>
                  <a:pt x="12718" y="12718"/>
                </a:moveTo>
                <a:lnTo>
                  <a:pt x="139900" y="12718"/>
                </a:lnTo>
                <a:lnTo>
                  <a:pt x="139900" y="158978"/>
                </a:lnTo>
                <a:lnTo>
                  <a:pt x="12718" y="158978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1C6BC8-5221-4A2E-B404-1AA3AE66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032" y="2752279"/>
            <a:ext cx="139900" cy="158978"/>
          </a:xfrm>
          <a:custGeom xmlns:a="http://schemas.openxmlformats.org/drawingml/2006/main">
            <a:pathLst>
              <a:path w="139900" h="158978">
                <a:moveTo>
                  <a:pt x="0" y="0"/>
                </a:moveTo>
                <a:lnTo>
                  <a:pt x="139900" y="0"/>
                </a:lnTo>
                <a:lnTo>
                  <a:pt x="139900" y="158978"/>
                </a:lnTo>
                <a:lnTo>
                  <a:pt x="0" y="1589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691D61-6587-48EC-A5EF-3360E6E0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673" y="2745921"/>
            <a:ext cx="152619" cy="171696"/>
          </a:xfrm>
          <a:custGeom xmlns:a="http://schemas.openxmlformats.org/drawingml/2006/main">
            <a:pathLst>
              <a:path w="152619" h="171696">
                <a:moveTo>
                  <a:pt x="0" y="165337"/>
                </a:moveTo>
                <a:lnTo>
                  <a:pt x="0" y="171696"/>
                </a:lnTo>
                <a:lnTo>
                  <a:pt x="6359" y="171696"/>
                </a:lnTo>
                <a:lnTo>
                  <a:pt x="146260" y="171696"/>
                </a:lnTo>
                <a:lnTo>
                  <a:pt x="152619" y="171696"/>
                </a:lnTo>
                <a:lnTo>
                  <a:pt x="152619" y="165337"/>
                </a:lnTo>
                <a:lnTo>
                  <a:pt x="152619" y="6359"/>
                </a:lnTo>
                <a:lnTo>
                  <a:pt x="152619" y="0"/>
                </a:lnTo>
                <a:lnTo>
                  <a:pt x="146260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65337"/>
                </a:lnTo>
                <a:close/>
                <a:moveTo>
                  <a:pt x="12718" y="12718"/>
                </a:moveTo>
                <a:lnTo>
                  <a:pt x="139900" y="12718"/>
                </a:lnTo>
                <a:lnTo>
                  <a:pt x="139900" y="158978"/>
                </a:lnTo>
                <a:lnTo>
                  <a:pt x="12718" y="158978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11557A-DAB1-4F84-A131-643AE6A2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932" y="2752279"/>
            <a:ext cx="139900" cy="158978"/>
          </a:xfrm>
          <a:custGeom xmlns:a="http://schemas.openxmlformats.org/drawingml/2006/main">
            <a:pathLst>
              <a:path w="139900" h="158978">
                <a:moveTo>
                  <a:pt x="0" y="0"/>
                </a:moveTo>
                <a:lnTo>
                  <a:pt x="139900" y="0"/>
                </a:lnTo>
                <a:lnTo>
                  <a:pt x="139900" y="158978"/>
                </a:lnTo>
                <a:lnTo>
                  <a:pt x="0" y="1589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8C8F2A-F6CB-4323-9AA9-DE422280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6573" y="2745921"/>
            <a:ext cx="152619" cy="171696"/>
          </a:xfrm>
          <a:custGeom xmlns:a="http://schemas.openxmlformats.org/drawingml/2006/main">
            <a:pathLst>
              <a:path w="152619" h="171696">
                <a:moveTo>
                  <a:pt x="0" y="165337"/>
                </a:moveTo>
                <a:lnTo>
                  <a:pt x="0" y="171696"/>
                </a:lnTo>
                <a:lnTo>
                  <a:pt x="6359" y="171696"/>
                </a:lnTo>
                <a:lnTo>
                  <a:pt x="146260" y="171696"/>
                </a:lnTo>
                <a:lnTo>
                  <a:pt x="152619" y="171696"/>
                </a:lnTo>
                <a:lnTo>
                  <a:pt x="152619" y="165337"/>
                </a:lnTo>
                <a:lnTo>
                  <a:pt x="152619" y="6359"/>
                </a:lnTo>
                <a:lnTo>
                  <a:pt x="152619" y="0"/>
                </a:lnTo>
                <a:lnTo>
                  <a:pt x="146260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65337"/>
                </a:lnTo>
                <a:close/>
                <a:moveTo>
                  <a:pt x="12718" y="12718"/>
                </a:moveTo>
                <a:lnTo>
                  <a:pt x="139900" y="12718"/>
                </a:lnTo>
                <a:lnTo>
                  <a:pt x="139900" y="158978"/>
                </a:lnTo>
                <a:lnTo>
                  <a:pt x="12718" y="158978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DBE078-4B40-468E-88AB-343E1162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833" y="2752279"/>
            <a:ext cx="139900" cy="158978"/>
          </a:xfrm>
          <a:custGeom xmlns:a="http://schemas.openxmlformats.org/drawingml/2006/main">
            <a:pathLst>
              <a:path w="139900" h="158978">
                <a:moveTo>
                  <a:pt x="0" y="0"/>
                </a:moveTo>
                <a:lnTo>
                  <a:pt x="139900" y="0"/>
                </a:lnTo>
                <a:lnTo>
                  <a:pt x="139900" y="158978"/>
                </a:lnTo>
                <a:lnTo>
                  <a:pt x="0" y="1589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B8C5F8-AC91-41A8-896A-2247472E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473" y="2745921"/>
            <a:ext cx="152619" cy="171696"/>
          </a:xfrm>
          <a:custGeom xmlns:a="http://schemas.openxmlformats.org/drawingml/2006/main">
            <a:pathLst>
              <a:path w="152619" h="171696">
                <a:moveTo>
                  <a:pt x="0" y="165337"/>
                </a:moveTo>
                <a:lnTo>
                  <a:pt x="0" y="171696"/>
                </a:lnTo>
                <a:lnTo>
                  <a:pt x="6359" y="171696"/>
                </a:lnTo>
                <a:lnTo>
                  <a:pt x="146260" y="171696"/>
                </a:lnTo>
                <a:lnTo>
                  <a:pt x="152619" y="171696"/>
                </a:lnTo>
                <a:lnTo>
                  <a:pt x="152619" y="165337"/>
                </a:lnTo>
                <a:lnTo>
                  <a:pt x="152619" y="6359"/>
                </a:lnTo>
                <a:lnTo>
                  <a:pt x="152619" y="0"/>
                </a:lnTo>
                <a:lnTo>
                  <a:pt x="146260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65337"/>
                </a:lnTo>
                <a:close/>
                <a:moveTo>
                  <a:pt x="12718" y="12718"/>
                </a:moveTo>
                <a:lnTo>
                  <a:pt x="139900" y="12718"/>
                </a:lnTo>
                <a:lnTo>
                  <a:pt x="139900" y="158978"/>
                </a:lnTo>
                <a:lnTo>
                  <a:pt x="12718" y="158978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55812C-4423-445E-A42A-8F81272D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733" y="2752279"/>
            <a:ext cx="139900" cy="158978"/>
          </a:xfrm>
          <a:custGeom xmlns:a="http://schemas.openxmlformats.org/drawingml/2006/main">
            <a:pathLst>
              <a:path w="139900" h="158978">
                <a:moveTo>
                  <a:pt x="0" y="0"/>
                </a:moveTo>
                <a:lnTo>
                  <a:pt x="139900" y="0"/>
                </a:lnTo>
                <a:lnTo>
                  <a:pt x="139900" y="158978"/>
                </a:lnTo>
                <a:lnTo>
                  <a:pt x="0" y="1589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CB5BD1-83A1-4C25-A354-A69B6F89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374" y="2745921"/>
            <a:ext cx="152619" cy="171696"/>
          </a:xfrm>
          <a:custGeom xmlns:a="http://schemas.openxmlformats.org/drawingml/2006/main">
            <a:pathLst>
              <a:path w="152619" h="171696">
                <a:moveTo>
                  <a:pt x="0" y="165337"/>
                </a:moveTo>
                <a:lnTo>
                  <a:pt x="0" y="171696"/>
                </a:lnTo>
                <a:lnTo>
                  <a:pt x="6359" y="171696"/>
                </a:lnTo>
                <a:lnTo>
                  <a:pt x="146260" y="171696"/>
                </a:lnTo>
                <a:lnTo>
                  <a:pt x="152619" y="171696"/>
                </a:lnTo>
                <a:lnTo>
                  <a:pt x="152619" y="165337"/>
                </a:lnTo>
                <a:lnTo>
                  <a:pt x="152619" y="6359"/>
                </a:lnTo>
                <a:lnTo>
                  <a:pt x="152619" y="0"/>
                </a:lnTo>
                <a:lnTo>
                  <a:pt x="146260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65337"/>
                </a:lnTo>
                <a:close/>
                <a:moveTo>
                  <a:pt x="12718" y="12718"/>
                </a:moveTo>
                <a:lnTo>
                  <a:pt x="139900" y="12718"/>
                </a:lnTo>
                <a:lnTo>
                  <a:pt x="139900" y="158978"/>
                </a:lnTo>
                <a:lnTo>
                  <a:pt x="12718" y="158978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ADF126-FDF1-4CB6-92EF-1A16A6A9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634" y="2752279"/>
            <a:ext cx="139900" cy="158978"/>
          </a:xfrm>
          <a:custGeom xmlns:a="http://schemas.openxmlformats.org/drawingml/2006/main">
            <a:pathLst>
              <a:path w="139900" h="158978">
                <a:moveTo>
                  <a:pt x="0" y="0"/>
                </a:moveTo>
                <a:lnTo>
                  <a:pt x="139900" y="0"/>
                </a:lnTo>
                <a:lnTo>
                  <a:pt x="139900" y="158978"/>
                </a:lnTo>
                <a:lnTo>
                  <a:pt x="0" y="1589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106A6D-1B01-4365-A046-632BEB50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275" y="2745921"/>
            <a:ext cx="152619" cy="171696"/>
          </a:xfrm>
          <a:custGeom xmlns:a="http://schemas.openxmlformats.org/drawingml/2006/main">
            <a:pathLst>
              <a:path w="152619" h="171696">
                <a:moveTo>
                  <a:pt x="0" y="165337"/>
                </a:moveTo>
                <a:lnTo>
                  <a:pt x="0" y="171696"/>
                </a:lnTo>
                <a:lnTo>
                  <a:pt x="6359" y="171696"/>
                </a:lnTo>
                <a:lnTo>
                  <a:pt x="146260" y="171696"/>
                </a:lnTo>
                <a:lnTo>
                  <a:pt x="152619" y="171696"/>
                </a:lnTo>
                <a:lnTo>
                  <a:pt x="152619" y="165337"/>
                </a:lnTo>
                <a:lnTo>
                  <a:pt x="152619" y="6359"/>
                </a:lnTo>
                <a:lnTo>
                  <a:pt x="152619" y="0"/>
                </a:lnTo>
                <a:lnTo>
                  <a:pt x="146260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65337"/>
                </a:lnTo>
                <a:close/>
                <a:moveTo>
                  <a:pt x="12718" y="12718"/>
                </a:moveTo>
                <a:lnTo>
                  <a:pt x="139900" y="12718"/>
                </a:lnTo>
                <a:lnTo>
                  <a:pt x="139900" y="158978"/>
                </a:lnTo>
                <a:lnTo>
                  <a:pt x="12718" y="158978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0E005C-4985-4D84-89B3-9C499D2B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534" y="2752279"/>
            <a:ext cx="139900" cy="158978"/>
          </a:xfrm>
          <a:custGeom xmlns:a="http://schemas.openxmlformats.org/drawingml/2006/main">
            <a:pathLst>
              <a:path w="139900" h="158978">
                <a:moveTo>
                  <a:pt x="0" y="0"/>
                </a:moveTo>
                <a:lnTo>
                  <a:pt x="139900" y="0"/>
                </a:lnTo>
                <a:lnTo>
                  <a:pt x="139900" y="158978"/>
                </a:lnTo>
                <a:lnTo>
                  <a:pt x="0" y="1589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E89DEC-CC4D-448F-98BE-A8E2D2ED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175" y="2745921"/>
            <a:ext cx="152619" cy="171696"/>
          </a:xfrm>
          <a:custGeom xmlns:a="http://schemas.openxmlformats.org/drawingml/2006/main">
            <a:pathLst>
              <a:path w="152619" h="171696">
                <a:moveTo>
                  <a:pt x="0" y="165337"/>
                </a:moveTo>
                <a:lnTo>
                  <a:pt x="0" y="171696"/>
                </a:lnTo>
                <a:lnTo>
                  <a:pt x="6359" y="171696"/>
                </a:lnTo>
                <a:lnTo>
                  <a:pt x="146260" y="171696"/>
                </a:lnTo>
                <a:lnTo>
                  <a:pt x="152619" y="171696"/>
                </a:lnTo>
                <a:lnTo>
                  <a:pt x="152619" y="165337"/>
                </a:lnTo>
                <a:lnTo>
                  <a:pt x="152619" y="6359"/>
                </a:lnTo>
                <a:lnTo>
                  <a:pt x="152619" y="0"/>
                </a:lnTo>
                <a:lnTo>
                  <a:pt x="146260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65337"/>
                </a:lnTo>
                <a:close/>
                <a:moveTo>
                  <a:pt x="12718" y="12718"/>
                </a:moveTo>
                <a:lnTo>
                  <a:pt x="139900" y="12718"/>
                </a:lnTo>
                <a:lnTo>
                  <a:pt x="139900" y="158978"/>
                </a:lnTo>
                <a:lnTo>
                  <a:pt x="12718" y="158978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1945A9-5100-4FEA-8079-F0FC2BC7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231" y="2752279"/>
            <a:ext cx="158978" cy="158978"/>
          </a:xfrm>
          <a:custGeom xmlns:a="http://schemas.openxmlformats.org/drawingml/2006/main">
            <a:pathLst>
              <a:path w="158978" h="158978">
                <a:moveTo>
                  <a:pt x="0" y="0"/>
                </a:moveTo>
                <a:lnTo>
                  <a:pt x="158978" y="0"/>
                </a:lnTo>
                <a:lnTo>
                  <a:pt x="158978" y="158978"/>
                </a:lnTo>
                <a:lnTo>
                  <a:pt x="0" y="1589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1DF683-31B3-48C5-8EA1-2C60B03F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7871" y="2745921"/>
            <a:ext cx="171696" cy="171696"/>
          </a:xfrm>
          <a:custGeom xmlns:a="http://schemas.openxmlformats.org/drawingml/2006/main">
            <a:pathLst>
              <a:path w="171696" h="171696">
                <a:moveTo>
                  <a:pt x="0" y="165337"/>
                </a:moveTo>
                <a:lnTo>
                  <a:pt x="0" y="171696"/>
                </a:lnTo>
                <a:lnTo>
                  <a:pt x="6359" y="171696"/>
                </a:lnTo>
                <a:lnTo>
                  <a:pt x="165337" y="171696"/>
                </a:lnTo>
                <a:lnTo>
                  <a:pt x="171696" y="171696"/>
                </a:lnTo>
                <a:lnTo>
                  <a:pt x="171696" y="165337"/>
                </a:lnTo>
                <a:lnTo>
                  <a:pt x="171696" y="6359"/>
                </a:lnTo>
                <a:lnTo>
                  <a:pt x="171696" y="0"/>
                </a:lnTo>
                <a:lnTo>
                  <a:pt x="165337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65337"/>
                </a:lnTo>
                <a:close/>
                <a:moveTo>
                  <a:pt x="12718" y="12718"/>
                </a:moveTo>
                <a:lnTo>
                  <a:pt x="158978" y="12718"/>
                </a:lnTo>
                <a:lnTo>
                  <a:pt x="158978" y="158978"/>
                </a:lnTo>
                <a:lnTo>
                  <a:pt x="12718" y="158978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4A64A1-D887-49B6-88AC-9F5C88C9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208" y="2752279"/>
            <a:ext cx="158978" cy="158978"/>
          </a:xfrm>
          <a:custGeom xmlns:a="http://schemas.openxmlformats.org/drawingml/2006/main">
            <a:pathLst>
              <a:path w="158978" h="158978">
                <a:moveTo>
                  <a:pt x="0" y="0"/>
                </a:moveTo>
                <a:lnTo>
                  <a:pt x="158978" y="0"/>
                </a:lnTo>
                <a:lnTo>
                  <a:pt x="158978" y="158978"/>
                </a:lnTo>
                <a:lnTo>
                  <a:pt x="0" y="1589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CB3254-7AF5-4A06-BBB5-A8DF0C95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849" y="2745921"/>
            <a:ext cx="171696" cy="171696"/>
          </a:xfrm>
          <a:custGeom xmlns:a="http://schemas.openxmlformats.org/drawingml/2006/main">
            <a:pathLst>
              <a:path w="171696" h="171696">
                <a:moveTo>
                  <a:pt x="0" y="165337"/>
                </a:moveTo>
                <a:lnTo>
                  <a:pt x="0" y="171696"/>
                </a:lnTo>
                <a:lnTo>
                  <a:pt x="6359" y="171696"/>
                </a:lnTo>
                <a:lnTo>
                  <a:pt x="165337" y="171696"/>
                </a:lnTo>
                <a:lnTo>
                  <a:pt x="171696" y="171696"/>
                </a:lnTo>
                <a:lnTo>
                  <a:pt x="171696" y="165337"/>
                </a:lnTo>
                <a:lnTo>
                  <a:pt x="171696" y="6359"/>
                </a:lnTo>
                <a:lnTo>
                  <a:pt x="171696" y="0"/>
                </a:lnTo>
                <a:lnTo>
                  <a:pt x="165337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65337"/>
                </a:lnTo>
                <a:close/>
                <a:moveTo>
                  <a:pt x="12718" y="12718"/>
                </a:moveTo>
                <a:lnTo>
                  <a:pt x="158978" y="12718"/>
                </a:lnTo>
                <a:lnTo>
                  <a:pt x="158978" y="158978"/>
                </a:lnTo>
                <a:lnTo>
                  <a:pt x="12718" y="158978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8BDE20-7009-4C60-8339-15B13DAD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186" y="2752279"/>
            <a:ext cx="158978" cy="158978"/>
          </a:xfrm>
          <a:custGeom xmlns:a="http://schemas.openxmlformats.org/drawingml/2006/main">
            <a:pathLst>
              <a:path w="158978" h="158978">
                <a:moveTo>
                  <a:pt x="0" y="0"/>
                </a:moveTo>
                <a:lnTo>
                  <a:pt x="158978" y="0"/>
                </a:lnTo>
                <a:lnTo>
                  <a:pt x="158978" y="158978"/>
                </a:lnTo>
                <a:lnTo>
                  <a:pt x="0" y="1589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99123A-0D04-4E2E-B9AD-BB69E804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27" y="2745921"/>
            <a:ext cx="171696" cy="171696"/>
          </a:xfrm>
          <a:custGeom xmlns:a="http://schemas.openxmlformats.org/drawingml/2006/main">
            <a:pathLst>
              <a:path w="171696" h="171696">
                <a:moveTo>
                  <a:pt x="0" y="165337"/>
                </a:moveTo>
                <a:lnTo>
                  <a:pt x="0" y="171696"/>
                </a:lnTo>
                <a:lnTo>
                  <a:pt x="6359" y="171696"/>
                </a:lnTo>
                <a:lnTo>
                  <a:pt x="165337" y="171696"/>
                </a:lnTo>
                <a:lnTo>
                  <a:pt x="171696" y="171696"/>
                </a:lnTo>
                <a:lnTo>
                  <a:pt x="171696" y="165337"/>
                </a:lnTo>
                <a:lnTo>
                  <a:pt x="171696" y="6359"/>
                </a:lnTo>
                <a:lnTo>
                  <a:pt x="171696" y="0"/>
                </a:lnTo>
                <a:lnTo>
                  <a:pt x="165337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65337"/>
                </a:lnTo>
                <a:close/>
                <a:moveTo>
                  <a:pt x="12718" y="12718"/>
                </a:moveTo>
                <a:lnTo>
                  <a:pt x="158978" y="12718"/>
                </a:lnTo>
                <a:lnTo>
                  <a:pt x="158978" y="158978"/>
                </a:lnTo>
                <a:lnTo>
                  <a:pt x="12718" y="158978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5BC467-B9F6-43E5-8798-D27E759D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164" y="2752279"/>
            <a:ext cx="158978" cy="158978"/>
          </a:xfrm>
          <a:custGeom xmlns:a="http://schemas.openxmlformats.org/drawingml/2006/main">
            <a:pathLst>
              <a:path w="158978" h="158978">
                <a:moveTo>
                  <a:pt x="0" y="0"/>
                </a:moveTo>
                <a:lnTo>
                  <a:pt x="158978" y="0"/>
                </a:lnTo>
                <a:lnTo>
                  <a:pt x="158978" y="158978"/>
                </a:lnTo>
                <a:lnTo>
                  <a:pt x="0" y="1589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89D85F-21F4-43C1-9F27-99D1F324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4805" y="2745921"/>
            <a:ext cx="171696" cy="171696"/>
          </a:xfrm>
          <a:custGeom xmlns:a="http://schemas.openxmlformats.org/drawingml/2006/main">
            <a:pathLst>
              <a:path w="171696" h="171696">
                <a:moveTo>
                  <a:pt x="0" y="165337"/>
                </a:moveTo>
                <a:lnTo>
                  <a:pt x="0" y="171696"/>
                </a:lnTo>
                <a:lnTo>
                  <a:pt x="6359" y="171696"/>
                </a:lnTo>
                <a:lnTo>
                  <a:pt x="165337" y="171696"/>
                </a:lnTo>
                <a:lnTo>
                  <a:pt x="171696" y="171696"/>
                </a:lnTo>
                <a:lnTo>
                  <a:pt x="171696" y="165337"/>
                </a:lnTo>
                <a:lnTo>
                  <a:pt x="171696" y="6359"/>
                </a:lnTo>
                <a:lnTo>
                  <a:pt x="171696" y="0"/>
                </a:lnTo>
                <a:lnTo>
                  <a:pt x="165337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65337"/>
                </a:lnTo>
                <a:close/>
                <a:moveTo>
                  <a:pt x="12718" y="12718"/>
                </a:moveTo>
                <a:lnTo>
                  <a:pt x="158978" y="12718"/>
                </a:lnTo>
                <a:lnTo>
                  <a:pt x="158978" y="158978"/>
                </a:lnTo>
                <a:lnTo>
                  <a:pt x="12718" y="158978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0C6396-7A7A-4DD6-B9FE-43C44000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0142" y="2752279"/>
            <a:ext cx="158978" cy="158978"/>
          </a:xfrm>
          <a:custGeom xmlns:a="http://schemas.openxmlformats.org/drawingml/2006/main">
            <a:pathLst>
              <a:path w="158978" h="158978">
                <a:moveTo>
                  <a:pt x="0" y="0"/>
                </a:moveTo>
                <a:lnTo>
                  <a:pt x="158978" y="0"/>
                </a:lnTo>
                <a:lnTo>
                  <a:pt x="158978" y="158978"/>
                </a:lnTo>
                <a:lnTo>
                  <a:pt x="0" y="1589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85E02A-FEF7-407C-BF2D-5C0E5BA8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783" y="2745921"/>
            <a:ext cx="171696" cy="171696"/>
          </a:xfrm>
          <a:custGeom xmlns:a="http://schemas.openxmlformats.org/drawingml/2006/main">
            <a:pathLst>
              <a:path w="171696" h="171696">
                <a:moveTo>
                  <a:pt x="0" y="165337"/>
                </a:moveTo>
                <a:lnTo>
                  <a:pt x="0" y="171696"/>
                </a:lnTo>
                <a:lnTo>
                  <a:pt x="6359" y="171696"/>
                </a:lnTo>
                <a:lnTo>
                  <a:pt x="165337" y="171696"/>
                </a:lnTo>
                <a:lnTo>
                  <a:pt x="171696" y="171696"/>
                </a:lnTo>
                <a:lnTo>
                  <a:pt x="171696" y="165337"/>
                </a:lnTo>
                <a:lnTo>
                  <a:pt x="171696" y="6359"/>
                </a:lnTo>
                <a:lnTo>
                  <a:pt x="171696" y="0"/>
                </a:lnTo>
                <a:lnTo>
                  <a:pt x="165337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65337"/>
                </a:lnTo>
                <a:close/>
                <a:moveTo>
                  <a:pt x="12718" y="12718"/>
                </a:moveTo>
                <a:lnTo>
                  <a:pt x="158978" y="12718"/>
                </a:lnTo>
                <a:lnTo>
                  <a:pt x="158978" y="158978"/>
                </a:lnTo>
                <a:lnTo>
                  <a:pt x="12718" y="158978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152B8A-2BB5-4797-8FFF-435B9D2B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9119" y="2752279"/>
            <a:ext cx="158978" cy="158978"/>
          </a:xfrm>
          <a:custGeom xmlns:a="http://schemas.openxmlformats.org/drawingml/2006/main">
            <a:pathLst>
              <a:path w="158978" h="158978">
                <a:moveTo>
                  <a:pt x="0" y="0"/>
                </a:moveTo>
                <a:lnTo>
                  <a:pt x="158978" y="0"/>
                </a:lnTo>
                <a:lnTo>
                  <a:pt x="158978" y="158978"/>
                </a:lnTo>
                <a:lnTo>
                  <a:pt x="0" y="1589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664822-1DD6-46EF-B506-992BC0FE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760" y="2745921"/>
            <a:ext cx="171696" cy="171696"/>
          </a:xfrm>
          <a:custGeom xmlns:a="http://schemas.openxmlformats.org/drawingml/2006/main">
            <a:pathLst>
              <a:path w="171696" h="171696">
                <a:moveTo>
                  <a:pt x="0" y="165337"/>
                </a:moveTo>
                <a:lnTo>
                  <a:pt x="0" y="171696"/>
                </a:lnTo>
                <a:lnTo>
                  <a:pt x="6359" y="171696"/>
                </a:lnTo>
                <a:lnTo>
                  <a:pt x="165337" y="171696"/>
                </a:lnTo>
                <a:lnTo>
                  <a:pt x="171696" y="171696"/>
                </a:lnTo>
                <a:lnTo>
                  <a:pt x="171696" y="165337"/>
                </a:lnTo>
                <a:lnTo>
                  <a:pt x="171696" y="6359"/>
                </a:lnTo>
                <a:lnTo>
                  <a:pt x="171696" y="0"/>
                </a:lnTo>
                <a:lnTo>
                  <a:pt x="165337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65337"/>
                </a:lnTo>
                <a:close/>
                <a:moveTo>
                  <a:pt x="12718" y="12718"/>
                </a:moveTo>
                <a:lnTo>
                  <a:pt x="158978" y="12718"/>
                </a:lnTo>
                <a:lnTo>
                  <a:pt x="158978" y="158978"/>
                </a:lnTo>
                <a:lnTo>
                  <a:pt x="12718" y="158978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09D9E8-272E-4411-B6FE-241F94E6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097" y="2752279"/>
            <a:ext cx="158978" cy="158978"/>
          </a:xfrm>
          <a:custGeom xmlns:a="http://schemas.openxmlformats.org/drawingml/2006/main">
            <a:pathLst>
              <a:path w="158978" h="158978">
                <a:moveTo>
                  <a:pt x="0" y="0"/>
                </a:moveTo>
                <a:lnTo>
                  <a:pt x="158978" y="0"/>
                </a:lnTo>
                <a:lnTo>
                  <a:pt x="158978" y="158978"/>
                </a:lnTo>
                <a:lnTo>
                  <a:pt x="0" y="1589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757F41-4029-40B8-BACA-90087BFB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738" y="2745921"/>
            <a:ext cx="171696" cy="171696"/>
          </a:xfrm>
          <a:custGeom xmlns:a="http://schemas.openxmlformats.org/drawingml/2006/main">
            <a:pathLst>
              <a:path w="171696" h="171696">
                <a:moveTo>
                  <a:pt x="0" y="165337"/>
                </a:moveTo>
                <a:lnTo>
                  <a:pt x="0" y="171696"/>
                </a:lnTo>
                <a:lnTo>
                  <a:pt x="6359" y="171696"/>
                </a:lnTo>
                <a:lnTo>
                  <a:pt x="165337" y="171696"/>
                </a:lnTo>
                <a:lnTo>
                  <a:pt x="171696" y="171696"/>
                </a:lnTo>
                <a:lnTo>
                  <a:pt x="171696" y="165337"/>
                </a:lnTo>
                <a:lnTo>
                  <a:pt x="171696" y="6359"/>
                </a:lnTo>
                <a:lnTo>
                  <a:pt x="171696" y="0"/>
                </a:lnTo>
                <a:lnTo>
                  <a:pt x="165337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65337"/>
                </a:lnTo>
                <a:close/>
                <a:moveTo>
                  <a:pt x="12718" y="12718"/>
                </a:moveTo>
                <a:lnTo>
                  <a:pt x="158978" y="12718"/>
                </a:lnTo>
                <a:lnTo>
                  <a:pt x="158978" y="158978"/>
                </a:lnTo>
                <a:lnTo>
                  <a:pt x="12718" y="158978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C4B178-0A37-4531-8C7D-6E16DBAA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075" y="2752279"/>
            <a:ext cx="158978" cy="158978"/>
          </a:xfrm>
          <a:custGeom xmlns:a="http://schemas.openxmlformats.org/drawingml/2006/main">
            <a:pathLst>
              <a:path w="158978" h="158978">
                <a:moveTo>
                  <a:pt x="0" y="0"/>
                </a:moveTo>
                <a:lnTo>
                  <a:pt x="158978" y="0"/>
                </a:lnTo>
                <a:lnTo>
                  <a:pt x="158978" y="158978"/>
                </a:lnTo>
                <a:lnTo>
                  <a:pt x="0" y="1589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89E5EB-631B-4047-86CD-483D3A42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716" y="2745921"/>
            <a:ext cx="171696" cy="171696"/>
          </a:xfrm>
          <a:custGeom xmlns:a="http://schemas.openxmlformats.org/drawingml/2006/main">
            <a:pathLst>
              <a:path w="171696" h="171696">
                <a:moveTo>
                  <a:pt x="0" y="165337"/>
                </a:moveTo>
                <a:lnTo>
                  <a:pt x="0" y="171696"/>
                </a:lnTo>
                <a:lnTo>
                  <a:pt x="6359" y="171696"/>
                </a:lnTo>
                <a:lnTo>
                  <a:pt x="165337" y="171696"/>
                </a:lnTo>
                <a:lnTo>
                  <a:pt x="171696" y="171696"/>
                </a:lnTo>
                <a:lnTo>
                  <a:pt x="171696" y="165337"/>
                </a:lnTo>
                <a:lnTo>
                  <a:pt x="171696" y="6359"/>
                </a:lnTo>
                <a:lnTo>
                  <a:pt x="171696" y="0"/>
                </a:lnTo>
                <a:lnTo>
                  <a:pt x="165337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65337"/>
                </a:lnTo>
                <a:close/>
                <a:moveTo>
                  <a:pt x="12718" y="12718"/>
                </a:moveTo>
                <a:lnTo>
                  <a:pt x="158978" y="12718"/>
                </a:lnTo>
                <a:lnTo>
                  <a:pt x="158978" y="158978"/>
                </a:lnTo>
                <a:lnTo>
                  <a:pt x="12718" y="158978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1E1C90-F247-4283-AA1E-8250EEDC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082" y="3000285"/>
            <a:ext cx="110143" cy="158978"/>
          </a:xfrm>
          <a:custGeom xmlns:a="http://schemas.openxmlformats.org/drawingml/2006/main">
            <a:pathLst>
              <a:path w="110143" h="158978">
                <a:moveTo>
                  <a:pt x="64523" y="8244"/>
                </a:moveTo>
                <a:lnTo>
                  <a:pt x="64416" y="7616"/>
                </a:lnTo>
                <a:lnTo>
                  <a:pt x="64269" y="7003"/>
                </a:lnTo>
                <a:lnTo>
                  <a:pt x="64084" y="6406"/>
                </a:lnTo>
                <a:lnTo>
                  <a:pt x="63861" y="5826"/>
                </a:lnTo>
                <a:lnTo>
                  <a:pt x="63602" y="5265"/>
                </a:lnTo>
                <a:lnTo>
                  <a:pt x="63308" y="4724"/>
                </a:lnTo>
                <a:lnTo>
                  <a:pt x="62981" y="4206"/>
                </a:lnTo>
                <a:lnTo>
                  <a:pt x="62623" y="3710"/>
                </a:lnTo>
                <a:lnTo>
                  <a:pt x="62234" y="3239"/>
                </a:lnTo>
                <a:lnTo>
                  <a:pt x="61816" y="2794"/>
                </a:lnTo>
                <a:lnTo>
                  <a:pt x="61371" y="2376"/>
                </a:lnTo>
                <a:lnTo>
                  <a:pt x="60900" y="1988"/>
                </a:lnTo>
                <a:lnTo>
                  <a:pt x="60405" y="1629"/>
                </a:lnTo>
                <a:lnTo>
                  <a:pt x="59886" y="1302"/>
                </a:lnTo>
                <a:lnTo>
                  <a:pt x="59345" y="1009"/>
                </a:lnTo>
                <a:lnTo>
                  <a:pt x="58784" y="750"/>
                </a:lnTo>
                <a:lnTo>
                  <a:pt x="58205" y="526"/>
                </a:lnTo>
                <a:lnTo>
                  <a:pt x="57607" y="341"/>
                </a:lnTo>
                <a:lnTo>
                  <a:pt x="56994" y="194"/>
                </a:lnTo>
                <a:lnTo>
                  <a:pt x="56366" y="87"/>
                </a:lnTo>
                <a:lnTo>
                  <a:pt x="55725" y="22"/>
                </a:lnTo>
                <a:lnTo>
                  <a:pt x="55072" y="0"/>
                </a:lnTo>
                <a:lnTo>
                  <a:pt x="54418" y="22"/>
                </a:lnTo>
                <a:lnTo>
                  <a:pt x="53777" y="87"/>
                </a:lnTo>
                <a:lnTo>
                  <a:pt x="53149" y="194"/>
                </a:lnTo>
                <a:lnTo>
                  <a:pt x="52536" y="341"/>
                </a:lnTo>
                <a:lnTo>
                  <a:pt x="51938" y="526"/>
                </a:lnTo>
                <a:lnTo>
                  <a:pt x="51359" y="750"/>
                </a:lnTo>
                <a:lnTo>
                  <a:pt x="50798" y="1009"/>
                </a:lnTo>
                <a:lnTo>
                  <a:pt x="50257" y="1302"/>
                </a:lnTo>
                <a:lnTo>
                  <a:pt x="49738" y="1629"/>
                </a:lnTo>
                <a:lnTo>
                  <a:pt x="49243" y="1988"/>
                </a:lnTo>
                <a:lnTo>
                  <a:pt x="48772" y="2376"/>
                </a:lnTo>
                <a:lnTo>
                  <a:pt x="48327" y="2794"/>
                </a:lnTo>
                <a:lnTo>
                  <a:pt x="47909" y="3239"/>
                </a:lnTo>
                <a:lnTo>
                  <a:pt x="47520" y="3710"/>
                </a:lnTo>
                <a:lnTo>
                  <a:pt x="47162" y="4206"/>
                </a:lnTo>
                <a:lnTo>
                  <a:pt x="46835" y="4724"/>
                </a:lnTo>
                <a:lnTo>
                  <a:pt x="46542" y="5265"/>
                </a:lnTo>
                <a:lnTo>
                  <a:pt x="46282" y="5826"/>
                </a:lnTo>
                <a:lnTo>
                  <a:pt x="46059" y="6406"/>
                </a:lnTo>
                <a:lnTo>
                  <a:pt x="45874" y="7003"/>
                </a:lnTo>
                <a:lnTo>
                  <a:pt x="45727" y="7616"/>
                </a:lnTo>
                <a:lnTo>
                  <a:pt x="45620" y="8244"/>
                </a:lnTo>
                <a:lnTo>
                  <a:pt x="45555" y="8886"/>
                </a:lnTo>
                <a:lnTo>
                  <a:pt x="45533" y="9539"/>
                </a:lnTo>
                <a:lnTo>
                  <a:pt x="45533" y="63591"/>
                </a:lnTo>
                <a:lnTo>
                  <a:pt x="0" y="63591"/>
                </a:lnTo>
                <a:lnTo>
                  <a:pt x="55072" y="158978"/>
                </a:lnTo>
                <a:lnTo>
                  <a:pt x="110143" y="63591"/>
                </a:lnTo>
                <a:lnTo>
                  <a:pt x="64610" y="63591"/>
                </a:lnTo>
                <a:lnTo>
                  <a:pt x="64610" y="9539"/>
                </a:lnTo>
                <a:lnTo>
                  <a:pt x="64588" y="8886"/>
                </a:lnTo>
                <a:lnTo>
                  <a:pt x="64523" y="82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3F7079-45FB-49A9-8367-2AA18C42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90" y="736441"/>
            <a:ext cx="1589778" cy="254365"/>
          </a:xfrm>
          <a:custGeom xmlns:a="http://schemas.openxmlformats.org/drawingml/2006/main">
            <a:pathLst>
              <a:path w="1589778" h="254365">
                <a:moveTo>
                  <a:pt x="0" y="19077"/>
                </a:moveTo>
                <a:cubicBezTo>
                  <a:pt x="0" y="8541"/>
                  <a:pt x="8541" y="0"/>
                  <a:pt x="19077" y="0"/>
                </a:cubicBezTo>
                <a:lnTo>
                  <a:pt x="1570701" y="0"/>
                </a:lnTo>
                <a:cubicBezTo>
                  <a:pt x="1581237" y="0"/>
                  <a:pt x="1589778" y="8541"/>
                  <a:pt x="1589778" y="19077"/>
                </a:cubicBezTo>
                <a:lnTo>
                  <a:pt x="1589778" y="235287"/>
                </a:lnTo>
                <a:cubicBezTo>
                  <a:pt x="1589778" y="245823"/>
                  <a:pt x="1581237" y="254365"/>
                  <a:pt x="1570701" y="254365"/>
                </a:cubicBezTo>
                <a:lnTo>
                  <a:pt x="19077" y="254365"/>
                </a:lnTo>
                <a:cubicBezTo>
                  <a:pt x="8541" y="254365"/>
                  <a:pt x="0" y="245823"/>
                  <a:pt x="0" y="235287"/>
                </a:cubicBezTo>
                <a:lnTo>
                  <a:pt x="0" y="1907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4DEE4D-E74D-40E9-A784-4D5D31C9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31" y="730082"/>
            <a:ext cx="1602496" cy="267083"/>
          </a:xfrm>
          <a:custGeom xmlns:a="http://schemas.openxmlformats.org/drawingml/2006/main">
            <a:pathLst>
              <a:path w="1602496" h="267083">
                <a:moveTo>
                  <a:pt x="25436" y="254365"/>
                </a:moveTo>
                <a:cubicBezTo>
                  <a:pt x="18412" y="254365"/>
                  <a:pt x="12718" y="248670"/>
                  <a:pt x="12718" y="241646"/>
                </a:cubicBezTo>
                <a:lnTo>
                  <a:pt x="0" y="241646"/>
                </a:lnTo>
                <a:cubicBezTo>
                  <a:pt x="0" y="255694"/>
                  <a:pt x="11388" y="267083"/>
                  <a:pt x="25436" y="267083"/>
                </a:cubicBezTo>
                <a:lnTo>
                  <a:pt x="25436" y="254365"/>
                </a:lnTo>
                <a:close/>
                <a:moveTo>
                  <a:pt x="12718" y="241646"/>
                </a:moveTo>
                <a:lnTo>
                  <a:pt x="12718" y="214620"/>
                </a:lnTo>
                <a:lnTo>
                  <a:pt x="0" y="214620"/>
                </a:lnTo>
                <a:lnTo>
                  <a:pt x="0" y="241646"/>
                </a:lnTo>
                <a:lnTo>
                  <a:pt x="12718" y="241646"/>
                </a:lnTo>
                <a:close/>
                <a:moveTo>
                  <a:pt x="12718" y="160568"/>
                </a:moveTo>
                <a:lnTo>
                  <a:pt x="12718" y="106515"/>
                </a:lnTo>
                <a:lnTo>
                  <a:pt x="0" y="106515"/>
                </a:lnTo>
                <a:lnTo>
                  <a:pt x="0" y="160568"/>
                </a:lnTo>
                <a:lnTo>
                  <a:pt x="12718" y="160568"/>
                </a:lnTo>
                <a:close/>
                <a:moveTo>
                  <a:pt x="12718" y="52463"/>
                </a:moveTo>
                <a:lnTo>
                  <a:pt x="12718" y="25436"/>
                </a:lnTo>
                <a:lnTo>
                  <a:pt x="0" y="25436"/>
                </a:lnTo>
                <a:lnTo>
                  <a:pt x="0" y="52463"/>
                </a:lnTo>
                <a:lnTo>
                  <a:pt x="12718" y="52463"/>
                </a:lnTo>
                <a:close/>
                <a:moveTo>
                  <a:pt x="12718" y="25436"/>
                </a:moveTo>
                <a:cubicBezTo>
                  <a:pt x="12718" y="18412"/>
                  <a:pt x="18412" y="12718"/>
                  <a:pt x="25436" y="12718"/>
                </a:cubicBezTo>
                <a:lnTo>
                  <a:pt x="25436" y="0"/>
                </a:lnTo>
                <a:cubicBezTo>
                  <a:pt x="11388" y="0"/>
                  <a:pt x="0" y="11388"/>
                  <a:pt x="0" y="25436"/>
                </a:cubicBezTo>
                <a:lnTo>
                  <a:pt x="12718" y="25436"/>
                </a:lnTo>
                <a:close/>
                <a:moveTo>
                  <a:pt x="25436" y="12718"/>
                </a:moveTo>
                <a:lnTo>
                  <a:pt x="51297" y="12718"/>
                </a:lnTo>
                <a:lnTo>
                  <a:pt x="51297" y="0"/>
                </a:lnTo>
                <a:lnTo>
                  <a:pt x="25436" y="0"/>
                </a:lnTo>
                <a:lnTo>
                  <a:pt x="25436" y="12718"/>
                </a:lnTo>
                <a:close/>
                <a:moveTo>
                  <a:pt x="103018" y="12718"/>
                </a:moveTo>
                <a:lnTo>
                  <a:pt x="154738" y="12718"/>
                </a:lnTo>
                <a:lnTo>
                  <a:pt x="154738" y="0"/>
                </a:lnTo>
                <a:lnTo>
                  <a:pt x="103018" y="0"/>
                </a:lnTo>
                <a:lnTo>
                  <a:pt x="103018" y="12718"/>
                </a:lnTo>
                <a:close/>
                <a:moveTo>
                  <a:pt x="206459" y="12718"/>
                </a:moveTo>
                <a:lnTo>
                  <a:pt x="258180" y="12718"/>
                </a:lnTo>
                <a:lnTo>
                  <a:pt x="258180" y="0"/>
                </a:lnTo>
                <a:lnTo>
                  <a:pt x="206459" y="0"/>
                </a:lnTo>
                <a:lnTo>
                  <a:pt x="206459" y="12718"/>
                </a:lnTo>
                <a:close/>
                <a:moveTo>
                  <a:pt x="309901" y="12718"/>
                </a:moveTo>
                <a:lnTo>
                  <a:pt x="361621" y="12718"/>
                </a:lnTo>
                <a:lnTo>
                  <a:pt x="361621" y="0"/>
                </a:lnTo>
                <a:lnTo>
                  <a:pt x="309901" y="0"/>
                </a:lnTo>
                <a:lnTo>
                  <a:pt x="309901" y="12718"/>
                </a:lnTo>
                <a:close/>
                <a:moveTo>
                  <a:pt x="413342" y="12718"/>
                </a:moveTo>
                <a:lnTo>
                  <a:pt x="465063" y="12718"/>
                </a:lnTo>
                <a:lnTo>
                  <a:pt x="465063" y="0"/>
                </a:lnTo>
                <a:lnTo>
                  <a:pt x="413342" y="0"/>
                </a:lnTo>
                <a:lnTo>
                  <a:pt x="413342" y="12718"/>
                </a:lnTo>
                <a:close/>
                <a:moveTo>
                  <a:pt x="516784" y="12718"/>
                </a:moveTo>
                <a:lnTo>
                  <a:pt x="568505" y="12718"/>
                </a:lnTo>
                <a:lnTo>
                  <a:pt x="568505" y="0"/>
                </a:lnTo>
                <a:lnTo>
                  <a:pt x="516784" y="0"/>
                </a:lnTo>
                <a:lnTo>
                  <a:pt x="516784" y="12718"/>
                </a:lnTo>
                <a:close/>
                <a:moveTo>
                  <a:pt x="620225" y="12718"/>
                </a:moveTo>
                <a:lnTo>
                  <a:pt x="671946" y="12718"/>
                </a:lnTo>
                <a:lnTo>
                  <a:pt x="671946" y="0"/>
                </a:lnTo>
                <a:lnTo>
                  <a:pt x="620225" y="0"/>
                </a:lnTo>
                <a:lnTo>
                  <a:pt x="620225" y="12718"/>
                </a:lnTo>
                <a:close/>
                <a:moveTo>
                  <a:pt x="723667" y="12718"/>
                </a:moveTo>
                <a:lnTo>
                  <a:pt x="775388" y="12718"/>
                </a:lnTo>
                <a:lnTo>
                  <a:pt x="775388" y="0"/>
                </a:lnTo>
                <a:lnTo>
                  <a:pt x="723667" y="0"/>
                </a:lnTo>
                <a:lnTo>
                  <a:pt x="723667" y="12718"/>
                </a:lnTo>
                <a:close/>
                <a:moveTo>
                  <a:pt x="827108" y="12718"/>
                </a:moveTo>
                <a:lnTo>
                  <a:pt x="878829" y="12718"/>
                </a:lnTo>
                <a:lnTo>
                  <a:pt x="878829" y="0"/>
                </a:lnTo>
                <a:lnTo>
                  <a:pt x="827108" y="0"/>
                </a:lnTo>
                <a:lnTo>
                  <a:pt x="827108" y="12718"/>
                </a:lnTo>
                <a:close/>
                <a:moveTo>
                  <a:pt x="930550" y="12718"/>
                </a:moveTo>
                <a:lnTo>
                  <a:pt x="982271" y="12718"/>
                </a:lnTo>
                <a:lnTo>
                  <a:pt x="982271" y="0"/>
                </a:lnTo>
                <a:lnTo>
                  <a:pt x="930550" y="0"/>
                </a:lnTo>
                <a:lnTo>
                  <a:pt x="930550" y="12718"/>
                </a:lnTo>
                <a:close/>
                <a:moveTo>
                  <a:pt x="1033992" y="12718"/>
                </a:moveTo>
                <a:lnTo>
                  <a:pt x="1085712" y="12718"/>
                </a:lnTo>
                <a:lnTo>
                  <a:pt x="1085712" y="0"/>
                </a:lnTo>
                <a:lnTo>
                  <a:pt x="1033992" y="0"/>
                </a:lnTo>
                <a:lnTo>
                  <a:pt x="1033992" y="12718"/>
                </a:lnTo>
                <a:close/>
                <a:moveTo>
                  <a:pt x="1137433" y="12718"/>
                </a:moveTo>
                <a:lnTo>
                  <a:pt x="1189154" y="12718"/>
                </a:lnTo>
                <a:lnTo>
                  <a:pt x="1189154" y="0"/>
                </a:lnTo>
                <a:lnTo>
                  <a:pt x="1137433" y="0"/>
                </a:lnTo>
                <a:lnTo>
                  <a:pt x="1137433" y="12718"/>
                </a:lnTo>
                <a:close/>
                <a:moveTo>
                  <a:pt x="1240875" y="12718"/>
                </a:moveTo>
                <a:lnTo>
                  <a:pt x="1292595" y="12718"/>
                </a:lnTo>
                <a:lnTo>
                  <a:pt x="1292595" y="0"/>
                </a:lnTo>
                <a:lnTo>
                  <a:pt x="1240875" y="0"/>
                </a:lnTo>
                <a:lnTo>
                  <a:pt x="1240875" y="12718"/>
                </a:lnTo>
                <a:close/>
                <a:moveTo>
                  <a:pt x="1344316" y="12718"/>
                </a:moveTo>
                <a:lnTo>
                  <a:pt x="1396037" y="12718"/>
                </a:lnTo>
                <a:lnTo>
                  <a:pt x="1396037" y="0"/>
                </a:lnTo>
                <a:lnTo>
                  <a:pt x="1344316" y="0"/>
                </a:lnTo>
                <a:lnTo>
                  <a:pt x="1344316" y="12718"/>
                </a:lnTo>
                <a:close/>
                <a:moveTo>
                  <a:pt x="1447758" y="12718"/>
                </a:moveTo>
                <a:lnTo>
                  <a:pt x="1499478" y="12718"/>
                </a:lnTo>
                <a:lnTo>
                  <a:pt x="1499478" y="0"/>
                </a:lnTo>
                <a:lnTo>
                  <a:pt x="1447758" y="0"/>
                </a:lnTo>
                <a:lnTo>
                  <a:pt x="1447758" y="12718"/>
                </a:lnTo>
                <a:close/>
                <a:moveTo>
                  <a:pt x="1551199" y="12718"/>
                </a:moveTo>
                <a:lnTo>
                  <a:pt x="1577060" y="12718"/>
                </a:lnTo>
                <a:lnTo>
                  <a:pt x="1577060" y="0"/>
                </a:lnTo>
                <a:lnTo>
                  <a:pt x="1551199" y="0"/>
                </a:lnTo>
                <a:lnTo>
                  <a:pt x="1551199" y="12718"/>
                </a:lnTo>
                <a:close/>
                <a:moveTo>
                  <a:pt x="1577060" y="12718"/>
                </a:moveTo>
                <a:cubicBezTo>
                  <a:pt x="1584084" y="12718"/>
                  <a:pt x="1589778" y="18412"/>
                  <a:pt x="1589778" y="25436"/>
                </a:cubicBezTo>
                <a:lnTo>
                  <a:pt x="1602496" y="25436"/>
                </a:lnTo>
                <a:cubicBezTo>
                  <a:pt x="1602496" y="11388"/>
                  <a:pt x="1591108" y="0"/>
                  <a:pt x="1577060" y="0"/>
                </a:cubicBezTo>
                <a:lnTo>
                  <a:pt x="1577060" y="12718"/>
                </a:lnTo>
                <a:close/>
                <a:moveTo>
                  <a:pt x="1589778" y="25436"/>
                </a:moveTo>
                <a:lnTo>
                  <a:pt x="1589778" y="52463"/>
                </a:lnTo>
                <a:lnTo>
                  <a:pt x="1602496" y="52463"/>
                </a:lnTo>
                <a:lnTo>
                  <a:pt x="1602496" y="25436"/>
                </a:lnTo>
                <a:lnTo>
                  <a:pt x="1589778" y="25436"/>
                </a:lnTo>
                <a:close/>
                <a:moveTo>
                  <a:pt x="1589778" y="106515"/>
                </a:moveTo>
                <a:lnTo>
                  <a:pt x="1589778" y="160568"/>
                </a:lnTo>
                <a:lnTo>
                  <a:pt x="1602496" y="160568"/>
                </a:lnTo>
                <a:lnTo>
                  <a:pt x="1602496" y="106515"/>
                </a:lnTo>
                <a:lnTo>
                  <a:pt x="1589778" y="106515"/>
                </a:lnTo>
                <a:close/>
                <a:moveTo>
                  <a:pt x="1589778" y="214620"/>
                </a:moveTo>
                <a:lnTo>
                  <a:pt x="1589778" y="241646"/>
                </a:lnTo>
                <a:lnTo>
                  <a:pt x="1602496" y="241646"/>
                </a:lnTo>
                <a:lnTo>
                  <a:pt x="1602496" y="214620"/>
                </a:lnTo>
                <a:lnTo>
                  <a:pt x="1589778" y="214620"/>
                </a:lnTo>
                <a:close/>
                <a:moveTo>
                  <a:pt x="1589778" y="241646"/>
                </a:moveTo>
                <a:cubicBezTo>
                  <a:pt x="1589778" y="248670"/>
                  <a:pt x="1584084" y="254365"/>
                  <a:pt x="1577060" y="254365"/>
                </a:cubicBezTo>
                <a:lnTo>
                  <a:pt x="1577060" y="267083"/>
                </a:lnTo>
                <a:cubicBezTo>
                  <a:pt x="1591108" y="267083"/>
                  <a:pt x="1602496" y="255694"/>
                  <a:pt x="1602496" y="241646"/>
                </a:cubicBezTo>
                <a:lnTo>
                  <a:pt x="1589778" y="241646"/>
                </a:lnTo>
                <a:close/>
                <a:moveTo>
                  <a:pt x="1577060" y="254365"/>
                </a:moveTo>
                <a:lnTo>
                  <a:pt x="1551200" y="254365"/>
                </a:lnTo>
                <a:lnTo>
                  <a:pt x="1551200" y="267083"/>
                </a:lnTo>
                <a:lnTo>
                  <a:pt x="1577060" y="267083"/>
                </a:lnTo>
                <a:lnTo>
                  <a:pt x="1577060" y="254365"/>
                </a:lnTo>
                <a:close/>
                <a:moveTo>
                  <a:pt x="1499479" y="254365"/>
                </a:moveTo>
                <a:lnTo>
                  <a:pt x="1447758" y="254365"/>
                </a:lnTo>
                <a:lnTo>
                  <a:pt x="1447758" y="267083"/>
                </a:lnTo>
                <a:lnTo>
                  <a:pt x="1499479" y="267083"/>
                </a:lnTo>
                <a:lnTo>
                  <a:pt x="1499479" y="254365"/>
                </a:lnTo>
                <a:close/>
                <a:moveTo>
                  <a:pt x="1396037" y="254365"/>
                </a:moveTo>
                <a:lnTo>
                  <a:pt x="1344317" y="254365"/>
                </a:lnTo>
                <a:lnTo>
                  <a:pt x="1344317" y="267083"/>
                </a:lnTo>
                <a:lnTo>
                  <a:pt x="1396037" y="267083"/>
                </a:lnTo>
                <a:lnTo>
                  <a:pt x="1396037" y="254365"/>
                </a:lnTo>
                <a:close/>
                <a:moveTo>
                  <a:pt x="1292596" y="254365"/>
                </a:moveTo>
                <a:lnTo>
                  <a:pt x="1240875" y="254365"/>
                </a:lnTo>
                <a:lnTo>
                  <a:pt x="1240875" y="267083"/>
                </a:lnTo>
                <a:lnTo>
                  <a:pt x="1292596" y="267083"/>
                </a:lnTo>
                <a:lnTo>
                  <a:pt x="1292596" y="254365"/>
                </a:lnTo>
                <a:close/>
                <a:moveTo>
                  <a:pt x="1189154" y="254365"/>
                </a:moveTo>
                <a:lnTo>
                  <a:pt x="1137433" y="254365"/>
                </a:lnTo>
                <a:lnTo>
                  <a:pt x="1137433" y="267083"/>
                </a:lnTo>
                <a:lnTo>
                  <a:pt x="1189154" y="267083"/>
                </a:lnTo>
                <a:lnTo>
                  <a:pt x="1189154" y="254365"/>
                </a:lnTo>
                <a:close/>
                <a:moveTo>
                  <a:pt x="1085713" y="254365"/>
                </a:moveTo>
                <a:lnTo>
                  <a:pt x="1033992" y="254365"/>
                </a:lnTo>
                <a:lnTo>
                  <a:pt x="1033992" y="267083"/>
                </a:lnTo>
                <a:lnTo>
                  <a:pt x="1085713" y="267083"/>
                </a:lnTo>
                <a:lnTo>
                  <a:pt x="1085713" y="254365"/>
                </a:lnTo>
                <a:close/>
                <a:moveTo>
                  <a:pt x="982271" y="254365"/>
                </a:moveTo>
                <a:lnTo>
                  <a:pt x="930550" y="254365"/>
                </a:lnTo>
                <a:lnTo>
                  <a:pt x="930550" y="267083"/>
                </a:lnTo>
                <a:lnTo>
                  <a:pt x="982271" y="267083"/>
                </a:lnTo>
                <a:lnTo>
                  <a:pt x="982271" y="254365"/>
                </a:lnTo>
                <a:close/>
                <a:moveTo>
                  <a:pt x="878830" y="254365"/>
                </a:moveTo>
                <a:lnTo>
                  <a:pt x="827109" y="254365"/>
                </a:lnTo>
                <a:lnTo>
                  <a:pt x="827109" y="267083"/>
                </a:lnTo>
                <a:lnTo>
                  <a:pt x="878830" y="267083"/>
                </a:lnTo>
                <a:lnTo>
                  <a:pt x="878830" y="254365"/>
                </a:lnTo>
                <a:close/>
                <a:moveTo>
                  <a:pt x="775388" y="254365"/>
                </a:moveTo>
                <a:lnTo>
                  <a:pt x="723667" y="254365"/>
                </a:lnTo>
                <a:lnTo>
                  <a:pt x="723667" y="267083"/>
                </a:lnTo>
                <a:lnTo>
                  <a:pt x="775388" y="267083"/>
                </a:lnTo>
                <a:lnTo>
                  <a:pt x="775388" y="254365"/>
                </a:lnTo>
                <a:close/>
                <a:moveTo>
                  <a:pt x="671946" y="254365"/>
                </a:moveTo>
                <a:lnTo>
                  <a:pt x="620226" y="254365"/>
                </a:lnTo>
                <a:lnTo>
                  <a:pt x="620226" y="267083"/>
                </a:lnTo>
                <a:lnTo>
                  <a:pt x="671946" y="267083"/>
                </a:lnTo>
                <a:lnTo>
                  <a:pt x="671946" y="254365"/>
                </a:lnTo>
                <a:close/>
                <a:moveTo>
                  <a:pt x="568505" y="254365"/>
                </a:moveTo>
                <a:lnTo>
                  <a:pt x="516784" y="254365"/>
                </a:lnTo>
                <a:lnTo>
                  <a:pt x="516784" y="267083"/>
                </a:lnTo>
                <a:lnTo>
                  <a:pt x="568505" y="267083"/>
                </a:lnTo>
                <a:lnTo>
                  <a:pt x="568505" y="254365"/>
                </a:lnTo>
                <a:close/>
                <a:moveTo>
                  <a:pt x="465063" y="254365"/>
                </a:moveTo>
                <a:lnTo>
                  <a:pt x="413343" y="254365"/>
                </a:lnTo>
                <a:lnTo>
                  <a:pt x="413343" y="267083"/>
                </a:lnTo>
                <a:lnTo>
                  <a:pt x="465063" y="267083"/>
                </a:lnTo>
                <a:lnTo>
                  <a:pt x="465063" y="254365"/>
                </a:lnTo>
                <a:close/>
                <a:moveTo>
                  <a:pt x="361622" y="254365"/>
                </a:moveTo>
                <a:lnTo>
                  <a:pt x="309901" y="254365"/>
                </a:lnTo>
                <a:lnTo>
                  <a:pt x="309901" y="267083"/>
                </a:lnTo>
                <a:lnTo>
                  <a:pt x="361622" y="267083"/>
                </a:lnTo>
                <a:lnTo>
                  <a:pt x="361622" y="254365"/>
                </a:lnTo>
                <a:close/>
                <a:moveTo>
                  <a:pt x="258180" y="254365"/>
                </a:moveTo>
                <a:lnTo>
                  <a:pt x="206460" y="254365"/>
                </a:lnTo>
                <a:lnTo>
                  <a:pt x="206460" y="267083"/>
                </a:lnTo>
                <a:lnTo>
                  <a:pt x="258180" y="267083"/>
                </a:lnTo>
                <a:lnTo>
                  <a:pt x="258180" y="254365"/>
                </a:lnTo>
                <a:close/>
                <a:moveTo>
                  <a:pt x="154739" y="254365"/>
                </a:moveTo>
                <a:lnTo>
                  <a:pt x="103018" y="254365"/>
                </a:lnTo>
                <a:lnTo>
                  <a:pt x="103018" y="267083"/>
                </a:lnTo>
                <a:lnTo>
                  <a:pt x="154739" y="267083"/>
                </a:lnTo>
                <a:lnTo>
                  <a:pt x="154739" y="254365"/>
                </a:lnTo>
                <a:close/>
                <a:moveTo>
                  <a:pt x="51297" y="254365"/>
                </a:moveTo>
                <a:lnTo>
                  <a:pt x="25436" y="254365"/>
                </a:lnTo>
                <a:lnTo>
                  <a:pt x="25436" y="267083"/>
                </a:lnTo>
                <a:lnTo>
                  <a:pt x="51297" y="267083"/>
                </a:lnTo>
                <a:lnTo>
                  <a:pt x="51297" y="254365"/>
                </a:lnTo>
                <a:close/>
              </a:path>
            </a:pathLst>
          </a:custGeom>
          <a:solidFill xmlns:a="http://schemas.openxmlformats.org/drawingml/2006/main">
            <a:srgbClr val="AA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52935E-3529-41BB-918D-B04A6E90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85" y="768236"/>
            <a:ext cx="1526187" cy="190773"/>
          </a:xfrm>
          <a:custGeom xmlns:a="http://schemas.openxmlformats.org/drawingml/2006/main">
            <a:pathLst>
              <a:path w="1526187" h="190773">
                <a:moveTo>
                  <a:pt x="0" y="0"/>
                </a:moveTo>
                <a:lnTo>
                  <a:pt x="1526187" y="0"/>
                </a:lnTo>
                <a:lnTo>
                  <a:pt x="1526187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087DD5-BEB0-491F-8284-393EAA93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326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28EDF4-129E-47DB-9680-118D0E7E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787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3AC0E5-E91F-4AF8-B1DF-0911C259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099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81F782-0963-46F9-82F0-E2A70781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560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51F823-FC24-46D4-9427-26A7BA6B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85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B300EB-2FFC-4FBB-985C-E1FA169B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47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438F62-79F9-4772-92DB-91B6EE7C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459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3B3D44-A4BB-44A6-B8C7-6A22376C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20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EC644F-6AB1-42FA-BB2D-A61287F7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232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F4C975-CB24-40C4-8DD6-1B9A8F9B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694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3A17B8-21EB-4681-99BA-84B736DB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06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19983E-9B76-4373-A1A0-2625F239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467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1E0515-D5D4-413A-89C9-F89722FE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779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71FBCE-ADB9-40BF-A48E-454E1428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240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08418F-6278-4FC9-99D4-F8155C86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3552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DEFBD8-8DFC-45BB-A1A5-6661867B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014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FA973C-B4D7-4A02-AC8F-FE2481DA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132" y="736441"/>
            <a:ext cx="1589778" cy="254365"/>
          </a:xfrm>
          <a:custGeom xmlns:a="http://schemas.openxmlformats.org/drawingml/2006/main">
            <a:pathLst>
              <a:path w="1589778" h="254365">
                <a:moveTo>
                  <a:pt x="0" y="19077"/>
                </a:moveTo>
                <a:cubicBezTo>
                  <a:pt x="0" y="8541"/>
                  <a:pt x="8541" y="0"/>
                  <a:pt x="19077" y="0"/>
                </a:cubicBezTo>
                <a:lnTo>
                  <a:pt x="1570701" y="0"/>
                </a:lnTo>
                <a:cubicBezTo>
                  <a:pt x="1581237" y="0"/>
                  <a:pt x="1589778" y="8541"/>
                  <a:pt x="1589778" y="19077"/>
                </a:cubicBezTo>
                <a:lnTo>
                  <a:pt x="1589778" y="235287"/>
                </a:lnTo>
                <a:cubicBezTo>
                  <a:pt x="1589778" y="245823"/>
                  <a:pt x="1581237" y="254365"/>
                  <a:pt x="1570701" y="254365"/>
                </a:cubicBezTo>
                <a:lnTo>
                  <a:pt x="19077" y="254365"/>
                </a:lnTo>
                <a:cubicBezTo>
                  <a:pt x="8541" y="254365"/>
                  <a:pt x="0" y="245823"/>
                  <a:pt x="0" y="235287"/>
                </a:cubicBezTo>
                <a:lnTo>
                  <a:pt x="0" y="1907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78D193-8456-497E-9EC1-53777C98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773" y="730082"/>
            <a:ext cx="1602496" cy="267083"/>
          </a:xfrm>
          <a:custGeom xmlns:a="http://schemas.openxmlformats.org/drawingml/2006/main">
            <a:pathLst>
              <a:path w="1602496" h="267083">
                <a:moveTo>
                  <a:pt x="25436" y="254365"/>
                </a:moveTo>
                <a:cubicBezTo>
                  <a:pt x="18412" y="254365"/>
                  <a:pt x="12718" y="248670"/>
                  <a:pt x="12718" y="241646"/>
                </a:cubicBezTo>
                <a:lnTo>
                  <a:pt x="0" y="241646"/>
                </a:lnTo>
                <a:cubicBezTo>
                  <a:pt x="0" y="255694"/>
                  <a:pt x="11388" y="267083"/>
                  <a:pt x="25436" y="267083"/>
                </a:cubicBezTo>
                <a:lnTo>
                  <a:pt x="25436" y="254365"/>
                </a:lnTo>
                <a:close/>
                <a:moveTo>
                  <a:pt x="12718" y="241646"/>
                </a:moveTo>
                <a:lnTo>
                  <a:pt x="12718" y="214620"/>
                </a:lnTo>
                <a:lnTo>
                  <a:pt x="0" y="214620"/>
                </a:lnTo>
                <a:lnTo>
                  <a:pt x="0" y="241646"/>
                </a:lnTo>
                <a:lnTo>
                  <a:pt x="12718" y="241646"/>
                </a:lnTo>
                <a:close/>
                <a:moveTo>
                  <a:pt x="12718" y="160568"/>
                </a:moveTo>
                <a:lnTo>
                  <a:pt x="12718" y="106515"/>
                </a:lnTo>
                <a:lnTo>
                  <a:pt x="0" y="106515"/>
                </a:lnTo>
                <a:lnTo>
                  <a:pt x="0" y="160568"/>
                </a:lnTo>
                <a:lnTo>
                  <a:pt x="12718" y="160568"/>
                </a:lnTo>
                <a:close/>
                <a:moveTo>
                  <a:pt x="12718" y="52463"/>
                </a:moveTo>
                <a:lnTo>
                  <a:pt x="12718" y="25436"/>
                </a:lnTo>
                <a:lnTo>
                  <a:pt x="0" y="25436"/>
                </a:lnTo>
                <a:lnTo>
                  <a:pt x="0" y="52463"/>
                </a:lnTo>
                <a:lnTo>
                  <a:pt x="12718" y="52463"/>
                </a:lnTo>
                <a:close/>
                <a:moveTo>
                  <a:pt x="12718" y="25436"/>
                </a:moveTo>
                <a:cubicBezTo>
                  <a:pt x="12718" y="18412"/>
                  <a:pt x="18412" y="12718"/>
                  <a:pt x="25436" y="12718"/>
                </a:cubicBezTo>
                <a:lnTo>
                  <a:pt x="25436" y="0"/>
                </a:lnTo>
                <a:cubicBezTo>
                  <a:pt x="11388" y="0"/>
                  <a:pt x="0" y="11388"/>
                  <a:pt x="0" y="25436"/>
                </a:cubicBezTo>
                <a:lnTo>
                  <a:pt x="12718" y="25436"/>
                </a:lnTo>
                <a:close/>
                <a:moveTo>
                  <a:pt x="25436" y="12718"/>
                </a:moveTo>
                <a:lnTo>
                  <a:pt x="51297" y="12718"/>
                </a:lnTo>
                <a:lnTo>
                  <a:pt x="51297" y="0"/>
                </a:lnTo>
                <a:lnTo>
                  <a:pt x="25436" y="0"/>
                </a:lnTo>
                <a:lnTo>
                  <a:pt x="25436" y="12718"/>
                </a:lnTo>
                <a:close/>
                <a:moveTo>
                  <a:pt x="103018" y="12718"/>
                </a:moveTo>
                <a:lnTo>
                  <a:pt x="154738" y="12718"/>
                </a:lnTo>
                <a:lnTo>
                  <a:pt x="154738" y="0"/>
                </a:lnTo>
                <a:lnTo>
                  <a:pt x="103018" y="0"/>
                </a:lnTo>
                <a:lnTo>
                  <a:pt x="103018" y="12718"/>
                </a:lnTo>
                <a:close/>
                <a:moveTo>
                  <a:pt x="206459" y="12718"/>
                </a:moveTo>
                <a:lnTo>
                  <a:pt x="258180" y="12718"/>
                </a:lnTo>
                <a:lnTo>
                  <a:pt x="258180" y="0"/>
                </a:lnTo>
                <a:lnTo>
                  <a:pt x="206459" y="0"/>
                </a:lnTo>
                <a:lnTo>
                  <a:pt x="206459" y="12718"/>
                </a:lnTo>
                <a:close/>
                <a:moveTo>
                  <a:pt x="309901" y="12718"/>
                </a:moveTo>
                <a:lnTo>
                  <a:pt x="361621" y="12718"/>
                </a:lnTo>
                <a:lnTo>
                  <a:pt x="361621" y="0"/>
                </a:lnTo>
                <a:lnTo>
                  <a:pt x="309901" y="0"/>
                </a:lnTo>
                <a:lnTo>
                  <a:pt x="309901" y="12718"/>
                </a:lnTo>
                <a:close/>
                <a:moveTo>
                  <a:pt x="413342" y="12718"/>
                </a:moveTo>
                <a:lnTo>
                  <a:pt x="465063" y="12718"/>
                </a:lnTo>
                <a:lnTo>
                  <a:pt x="465063" y="0"/>
                </a:lnTo>
                <a:lnTo>
                  <a:pt x="413342" y="0"/>
                </a:lnTo>
                <a:lnTo>
                  <a:pt x="413342" y="12718"/>
                </a:lnTo>
                <a:close/>
                <a:moveTo>
                  <a:pt x="516784" y="12718"/>
                </a:moveTo>
                <a:lnTo>
                  <a:pt x="568505" y="12718"/>
                </a:lnTo>
                <a:lnTo>
                  <a:pt x="568505" y="0"/>
                </a:lnTo>
                <a:lnTo>
                  <a:pt x="516784" y="0"/>
                </a:lnTo>
                <a:lnTo>
                  <a:pt x="516784" y="12718"/>
                </a:lnTo>
                <a:close/>
                <a:moveTo>
                  <a:pt x="620225" y="12718"/>
                </a:moveTo>
                <a:lnTo>
                  <a:pt x="671946" y="12718"/>
                </a:lnTo>
                <a:lnTo>
                  <a:pt x="671946" y="0"/>
                </a:lnTo>
                <a:lnTo>
                  <a:pt x="620225" y="0"/>
                </a:lnTo>
                <a:lnTo>
                  <a:pt x="620225" y="12718"/>
                </a:lnTo>
                <a:close/>
                <a:moveTo>
                  <a:pt x="723667" y="12718"/>
                </a:moveTo>
                <a:lnTo>
                  <a:pt x="775388" y="12718"/>
                </a:lnTo>
                <a:lnTo>
                  <a:pt x="775388" y="0"/>
                </a:lnTo>
                <a:lnTo>
                  <a:pt x="723667" y="0"/>
                </a:lnTo>
                <a:lnTo>
                  <a:pt x="723667" y="12718"/>
                </a:lnTo>
                <a:close/>
                <a:moveTo>
                  <a:pt x="827108" y="12718"/>
                </a:moveTo>
                <a:lnTo>
                  <a:pt x="878829" y="12718"/>
                </a:lnTo>
                <a:lnTo>
                  <a:pt x="878829" y="0"/>
                </a:lnTo>
                <a:lnTo>
                  <a:pt x="827108" y="0"/>
                </a:lnTo>
                <a:lnTo>
                  <a:pt x="827108" y="12718"/>
                </a:lnTo>
                <a:close/>
                <a:moveTo>
                  <a:pt x="930550" y="12718"/>
                </a:moveTo>
                <a:lnTo>
                  <a:pt x="982271" y="12718"/>
                </a:lnTo>
                <a:lnTo>
                  <a:pt x="982271" y="0"/>
                </a:lnTo>
                <a:lnTo>
                  <a:pt x="930550" y="0"/>
                </a:lnTo>
                <a:lnTo>
                  <a:pt x="930550" y="12718"/>
                </a:lnTo>
                <a:close/>
                <a:moveTo>
                  <a:pt x="1033992" y="12718"/>
                </a:moveTo>
                <a:lnTo>
                  <a:pt x="1085712" y="12718"/>
                </a:lnTo>
                <a:lnTo>
                  <a:pt x="1085712" y="0"/>
                </a:lnTo>
                <a:lnTo>
                  <a:pt x="1033992" y="0"/>
                </a:lnTo>
                <a:lnTo>
                  <a:pt x="1033992" y="12718"/>
                </a:lnTo>
                <a:close/>
                <a:moveTo>
                  <a:pt x="1137433" y="12718"/>
                </a:moveTo>
                <a:lnTo>
                  <a:pt x="1189154" y="12718"/>
                </a:lnTo>
                <a:lnTo>
                  <a:pt x="1189154" y="0"/>
                </a:lnTo>
                <a:lnTo>
                  <a:pt x="1137433" y="0"/>
                </a:lnTo>
                <a:lnTo>
                  <a:pt x="1137433" y="12718"/>
                </a:lnTo>
                <a:close/>
                <a:moveTo>
                  <a:pt x="1240875" y="12718"/>
                </a:moveTo>
                <a:lnTo>
                  <a:pt x="1292595" y="12718"/>
                </a:lnTo>
                <a:lnTo>
                  <a:pt x="1292595" y="0"/>
                </a:lnTo>
                <a:lnTo>
                  <a:pt x="1240875" y="0"/>
                </a:lnTo>
                <a:lnTo>
                  <a:pt x="1240875" y="12718"/>
                </a:lnTo>
                <a:close/>
                <a:moveTo>
                  <a:pt x="1344316" y="12718"/>
                </a:moveTo>
                <a:lnTo>
                  <a:pt x="1396037" y="12718"/>
                </a:lnTo>
                <a:lnTo>
                  <a:pt x="1396037" y="0"/>
                </a:lnTo>
                <a:lnTo>
                  <a:pt x="1344316" y="0"/>
                </a:lnTo>
                <a:lnTo>
                  <a:pt x="1344316" y="12718"/>
                </a:lnTo>
                <a:close/>
                <a:moveTo>
                  <a:pt x="1447758" y="12718"/>
                </a:moveTo>
                <a:lnTo>
                  <a:pt x="1499478" y="12718"/>
                </a:lnTo>
                <a:lnTo>
                  <a:pt x="1499478" y="0"/>
                </a:lnTo>
                <a:lnTo>
                  <a:pt x="1447758" y="0"/>
                </a:lnTo>
                <a:lnTo>
                  <a:pt x="1447758" y="12718"/>
                </a:lnTo>
                <a:close/>
                <a:moveTo>
                  <a:pt x="1551199" y="12718"/>
                </a:moveTo>
                <a:lnTo>
                  <a:pt x="1577060" y="12718"/>
                </a:lnTo>
                <a:lnTo>
                  <a:pt x="1577060" y="0"/>
                </a:lnTo>
                <a:lnTo>
                  <a:pt x="1551199" y="0"/>
                </a:lnTo>
                <a:lnTo>
                  <a:pt x="1551199" y="12718"/>
                </a:lnTo>
                <a:close/>
                <a:moveTo>
                  <a:pt x="1577060" y="12718"/>
                </a:moveTo>
                <a:cubicBezTo>
                  <a:pt x="1584084" y="12718"/>
                  <a:pt x="1589778" y="18412"/>
                  <a:pt x="1589778" y="25436"/>
                </a:cubicBezTo>
                <a:lnTo>
                  <a:pt x="1602496" y="25436"/>
                </a:lnTo>
                <a:cubicBezTo>
                  <a:pt x="1602496" y="11388"/>
                  <a:pt x="1591108" y="0"/>
                  <a:pt x="1577060" y="0"/>
                </a:cubicBezTo>
                <a:lnTo>
                  <a:pt x="1577060" y="12718"/>
                </a:lnTo>
                <a:close/>
                <a:moveTo>
                  <a:pt x="1589778" y="25436"/>
                </a:moveTo>
                <a:lnTo>
                  <a:pt x="1589778" y="52463"/>
                </a:lnTo>
                <a:lnTo>
                  <a:pt x="1602496" y="52463"/>
                </a:lnTo>
                <a:lnTo>
                  <a:pt x="1602496" y="25436"/>
                </a:lnTo>
                <a:lnTo>
                  <a:pt x="1589778" y="25436"/>
                </a:lnTo>
                <a:close/>
                <a:moveTo>
                  <a:pt x="1589778" y="106515"/>
                </a:moveTo>
                <a:lnTo>
                  <a:pt x="1589778" y="160568"/>
                </a:lnTo>
                <a:lnTo>
                  <a:pt x="1602496" y="160568"/>
                </a:lnTo>
                <a:lnTo>
                  <a:pt x="1602496" y="106515"/>
                </a:lnTo>
                <a:lnTo>
                  <a:pt x="1589778" y="106515"/>
                </a:lnTo>
                <a:close/>
                <a:moveTo>
                  <a:pt x="1589778" y="214620"/>
                </a:moveTo>
                <a:lnTo>
                  <a:pt x="1589778" y="241646"/>
                </a:lnTo>
                <a:lnTo>
                  <a:pt x="1602496" y="241646"/>
                </a:lnTo>
                <a:lnTo>
                  <a:pt x="1602496" y="214620"/>
                </a:lnTo>
                <a:lnTo>
                  <a:pt x="1589778" y="214620"/>
                </a:lnTo>
                <a:close/>
                <a:moveTo>
                  <a:pt x="1589778" y="241646"/>
                </a:moveTo>
                <a:cubicBezTo>
                  <a:pt x="1589778" y="248670"/>
                  <a:pt x="1584084" y="254365"/>
                  <a:pt x="1577060" y="254365"/>
                </a:cubicBezTo>
                <a:lnTo>
                  <a:pt x="1577060" y="267083"/>
                </a:lnTo>
                <a:cubicBezTo>
                  <a:pt x="1591108" y="267083"/>
                  <a:pt x="1602496" y="255694"/>
                  <a:pt x="1602496" y="241646"/>
                </a:cubicBezTo>
                <a:lnTo>
                  <a:pt x="1589778" y="241646"/>
                </a:lnTo>
                <a:close/>
                <a:moveTo>
                  <a:pt x="1577060" y="254365"/>
                </a:moveTo>
                <a:lnTo>
                  <a:pt x="1551200" y="254365"/>
                </a:lnTo>
                <a:lnTo>
                  <a:pt x="1551200" y="267083"/>
                </a:lnTo>
                <a:lnTo>
                  <a:pt x="1577060" y="267083"/>
                </a:lnTo>
                <a:lnTo>
                  <a:pt x="1577060" y="254365"/>
                </a:lnTo>
                <a:close/>
                <a:moveTo>
                  <a:pt x="1499479" y="254365"/>
                </a:moveTo>
                <a:lnTo>
                  <a:pt x="1447758" y="254365"/>
                </a:lnTo>
                <a:lnTo>
                  <a:pt x="1447758" y="267083"/>
                </a:lnTo>
                <a:lnTo>
                  <a:pt x="1499479" y="267083"/>
                </a:lnTo>
                <a:lnTo>
                  <a:pt x="1499479" y="254365"/>
                </a:lnTo>
                <a:close/>
                <a:moveTo>
                  <a:pt x="1396037" y="254365"/>
                </a:moveTo>
                <a:lnTo>
                  <a:pt x="1344317" y="254365"/>
                </a:lnTo>
                <a:lnTo>
                  <a:pt x="1344317" y="267083"/>
                </a:lnTo>
                <a:lnTo>
                  <a:pt x="1396037" y="267083"/>
                </a:lnTo>
                <a:lnTo>
                  <a:pt x="1396037" y="254365"/>
                </a:lnTo>
                <a:close/>
                <a:moveTo>
                  <a:pt x="1292596" y="254365"/>
                </a:moveTo>
                <a:lnTo>
                  <a:pt x="1240875" y="254365"/>
                </a:lnTo>
                <a:lnTo>
                  <a:pt x="1240875" y="267083"/>
                </a:lnTo>
                <a:lnTo>
                  <a:pt x="1292596" y="267083"/>
                </a:lnTo>
                <a:lnTo>
                  <a:pt x="1292596" y="254365"/>
                </a:lnTo>
                <a:close/>
                <a:moveTo>
                  <a:pt x="1189154" y="254365"/>
                </a:moveTo>
                <a:lnTo>
                  <a:pt x="1137433" y="254365"/>
                </a:lnTo>
                <a:lnTo>
                  <a:pt x="1137433" y="267083"/>
                </a:lnTo>
                <a:lnTo>
                  <a:pt x="1189154" y="267083"/>
                </a:lnTo>
                <a:lnTo>
                  <a:pt x="1189154" y="254365"/>
                </a:lnTo>
                <a:close/>
                <a:moveTo>
                  <a:pt x="1085713" y="254365"/>
                </a:moveTo>
                <a:lnTo>
                  <a:pt x="1033992" y="254365"/>
                </a:lnTo>
                <a:lnTo>
                  <a:pt x="1033992" y="267083"/>
                </a:lnTo>
                <a:lnTo>
                  <a:pt x="1085713" y="267083"/>
                </a:lnTo>
                <a:lnTo>
                  <a:pt x="1085713" y="254365"/>
                </a:lnTo>
                <a:close/>
                <a:moveTo>
                  <a:pt x="982271" y="254365"/>
                </a:moveTo>
                <a:lnTo>
                  <a:pt x="930550" y="254365"/>
                </a:lnTo>
                <a:lnTo>
                  <a:pt x="930550" y="267083"/>
                </a:lnTo>
                <a:lnTo>
                  <a:pt x="982271" y="267083"/>
                </a:lnTo>
                <a:lnTo>
                  <a:pt x="982271" y="254365"/>
                </a:lnTo>
                <a:close/>
                <a:moveTo>
                  <a:pt x="878830" y="254365"/>
                </a:moveTo>
                <a:lnTo>
                  <a:pt x="827109" y="254365"/>
                </a:lnTo>
                <a:lnTo>
                  <a:pt x="827109" y="267083"/>
                </a:lnTo>
                <a:lnTo>
                  <a:pt x="878830" y="267083"/>
                </a:lnTo>
                <a:lnTo>
                  <a:pt x="878830" y="254365"/>
                </a:lnTo>
                <a:close/>
                <a:moveTo>
                  <a:pt x="775388" y="254365"/>
                </a:moveTo>
                <a:lnTo>
                  <a:pt x="723667" y="254365"/>
                </a:lnTo>
                <a:lnTo>
                  <a:pt x="723667" y="267083"/>
                </a:lnTo>
                <a:lnTo>
                  <a:pt x="775388" y="267083"/>
                </a:lnTo>
                <a:lnTo>
                  <a:pt x="775388" y="254365"/>
                </a:lnTo>
                <a:close/>
                <a:moveTo>
                  <a:pt x="671946" y="254365"/>
                </a:moveTo>
                <a:lnTo>
                  <a:pt x="620226" y="254365"/>
                </a:lnTo>
                <a:lnTo>
                  <a:pt x="620226" y="267083"/>
                </a:lnTo>
                <a:lnTo>
                  <a:pt x="671946" y="267083"/>
                </a:lnTo>
                <a:lnTo>
                  <a:pt x="671946" y="254365"/>
                </a:lnTo>
                <a:close/>
                <a:moveTo>
                  <a:pt x="568505" y="254365"/>
                </a:moveTo>
                <a:lnTo>
                  <a:pt x="516784" y="254365"/>
                </a:lnTo>
                <a:lnTo>
                  <a:pt x="516784" y="267083"/>
                </a:lnTo>
                <a:lnTo>
                  <a:pt x="568505" y="267083"/>
                </a:lnTo>
                <a:lnTo>
                  <a:pt x="568505" y="254365"/>
                </a:lnTo>
                <a:close/>
                <a:moveTo>
                  <a:pt x="465063" y="254365"/>
                </a:moveTo>
                <a:lnTo>
                  <a:pt x="413343" y="254365"/>
                </a:lnTo>
                <a:lnTo>
                  <a:pt x="413343" y="267083"/>
                </a:lnTo>
                <a:lnTo>
                  <a:pt x="465063" y="267083"/>
                </a:lnTo>
                <a:lnTo>
                  <a:pt x="465063" y="254365"/>
                </a:lnTo>
                <a:close/>
                <a:moveTo>
                  <a:pt x="361622" y="254365"/>
                </a:moveTo>
                <a:lnTo>
                  <a:pt x="309901" y="254365"/>
                </a:lnTo>
                <a:lnTo>
                  <a:pt x="309901" y="267083"/>
                </a:lnTo>
                <a:lnTo>
                  <a:pt x="361622" y="267083"/>
                </a:lnTo>
                <a:lnTo>
                  <a:pt x="361622" y="254365"/>
                </a:lnTo>
                <a:close/>
                <a:moveTo>
                  <a:pt x="258180" y="254365"/>
                </a:moveTo>
                <a:lnTo>
                  <a:pt x="206460" y="254365"/>
                </a:lnTo>
                <a:lnTo>
                  <a:pt x="206460" y="267083"/>
                </a:lnTo>
                <a:lnTo>
                  <a:pt x="258180" y="267083"/>
                </a:lnTo>
                <a:lnTo>
                  <a:pt x="258180" y="254365"/>
                </a:lnTo>
                <a:close/>
                <a:moveTo>
                  <a:pt x="154739" y="254365"/>
                </a:moveTo>
                <a:lnTo>
                  <a:pt x="103018" y="254365"/>
                </a:lnTo>
                <a:lnTo>
                  <a:pt x="103018" y="267083"/>
                </a:lnTo>
                <a:lnTo>
                  <a:pt x="154739" y="267083"/>
                </a:lnTo>
                <a:lnTo>
                  <a:pt x="154739" y="254365"/>
                </a:lnTo>
                <a:close/>
                <a:moveTo>
                  <a:pt x="51297" y="254365"/>
                </a:moveTo>
                <a:lnTo>
                  <a:pt x="25436" y="254365"/>
                </a:lnTo>
                <a:lnTo>
                  <a:pt x="25436" y="267083"/>
                </a:lnTo>
                <a:lnTo>
                  <a:pt x="51297" y="267083"/>
                </a:lnTo>
                <a:lnTo>
                  <a:pt x="51297" y="254365"/>
                </a:lnTo>
                <a:close/>
              </a:path>
            </a:pathLst>
          </a:custGeom>
          <a:solidFill xmlns:a="http://schemas.openxmlformats.org/drawingml/2006/main">
            <a:srgbClr val="AA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AC62DA-1D80-455F-AD7D-E5C169C3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928" y="768236"/>
            <a:ext cx="1526187" cy="190773"/>
          </a:xfrm>
          <a:custGeom xmlns:a="http://schemas.openxmlformats.org/drawingml/2006/main">
            <a:pathLst>
              <a:path w="1526187" h="190773">
                <a:moveTo>
                  <a:pt x="0" y="0"/>
                </a:moveTo>
                <a:lnTo>
                  <a:pt x="1526187" y="0"/>
                </a:lnTo>
                <a:lnTo>
                  <a:pt x="1526187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7DFD45-CE86-4B50-B1FA-25438348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568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654522-4051-4D98-89BA-81B175D0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9029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4075A4-9CD5-498E-AE12-0E39589B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341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0CAFA6-AF90-4068-8E67-D32346A0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9803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6B6258-93CE-489C-8E8F-815C402F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928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4BC081-2F69-4499-B098-90EAE8E0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389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AB991D-BE1A-4588-B1EF-99182D8D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4701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75FD94-A0A6-4EEE-88AD-81E5BDC1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5162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1953B9-702A-49BC-9DF3-44B0B821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474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9F751C-A786-4DBF-BE02-57963903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936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587475-DD0A-4221-8DEA-419BA557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6248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49E63E-5AD8-4029-9014-75A3B1AF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709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D887E1-5330-430D-806A-CFE98115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021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1D73D3-B6CC-48BE-8CCD-603169B1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482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270EA7-20AD-4DAA-9F74-0C32020D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795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F0DB13-7946-42A1-88D3-AEDBD3C1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256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1AB9CB-C156-4059-984B-C871E775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374" y="736441"/>
            <a:ext cx="1589778" cy="254365"/>
          </a:xfrm>
          <a:custGeom xmlns:a="http://schemas.openxmlformats.org/drawingml/2006/main">
            <a:pathLst>
              <a:path w="1589778" h="254365">
                <a:moveTo>
                  <a:pt x="0" y="19077"/>
                </a:moveTo>
                <a:cubicBezTo>
                  <a:pt x="0" y="8541"/>
                  <a:pt x="8541" y="0"/>
                  <a:pt x="19077" y="0"/>
                </a:cubicBezTo>
                <a:lnTo>
                  <a:pt x="1570701" y="0"/>
                </a:lnTo>
                <a:cubicBezTo>
                  <a:pt x="1581237" y="0"/>
                  <a:pt x="1589778" y="8541"/>
                  <a:pt x="1589778" y="19077"/>
                </a:cubicBezTo>
                <a:lnTo>
                  <a:pt x="1589778" y="235287"/>
                </a:lnTo>
                <a:cubicBezTo>
                  <a:pt x="1589778" y="245823"/>
                  <a:pt x="1581237" y="254365"/>
                  <a:pt x="1570701" y="254365"/>
                </a:cubicBezTo>
                <a:lnTo>
                  <a:pt x="19077" y="254365"/>
                </a:lnTo>
                <a:cubicBezTo>
                  <a:pt x="8541" y="254365"/>
                  <a:pt x="0" y="245823"/>
                  <a:pt x="0" y="235287"/>
                </a:cubicBezTo>
                <a:lnTo>
                  <a:pt x="0" y="1907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FE05A5-406C-4597-866A-3FDBE3FC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15" y="730082"/>
            <a:ext cx="1602496" cy="267083"/>
          </a:xfrm>
          <a:custGeom xmlns:a="http://schemas.openxmlformats.org/drawingml/2006/main">
            <a:pathLst>
              <a:path w="1602496" h="267083">
                <a:moveTo>
                  <a:pt x="25436" y="254365"/>
                </a:moveTo>
                <a:cubicBezTo>
                  <a:pt x="18412" y="254365"/>
                  <a:pt x="12718" y="248670"/>
                  <a:pt x="12718" y="241646"/>
                </a:cubicBezTo>
                <a:lnTo>
                  <a:pt x="0" y="241646"/>
                </a:lnTo>
                <a:cubicBezTo>
                  <a:pt x="0" y="255694"/>
                  <a:pt x="11388" y="267083"/>
                  <a:pt x="25436" y="267083"/>
                </a:cubicBezTo>
                <a:lnTo>
                  <a:pt x="25436" y="254365"/>
                </a:lnTo>
                <a:close/>
                <a:moveTo>
                  <a:pt x="12718" y="241646"/>
                </a:moveTo>
                <a:lnTo>
                  <a:pt x="12718" y="214620"/>
                </a:lnTo>
                <a:lnTo>
                  <a:pt x="0" y="214620"/>
                </a:lnTo>
                <a:lnTo>
                  <a:pt x="0" y="241646"/>
                </a:lnTo>
                <a:lnTo>
                  <a:pt x="12718" y="241646"/>
                </a:lnTo>
                <a:close/>
                <a:moveTo>
                  <a:pt x="12718" y="160568"/>
                </a:moveTo>
                <a:lnTo>
                  <a:pt x="12718" y="106515"/>
                </a:lnTo>
                <a:lnTo>
                  <a:pt x="0" y="106515"/>
                </a:lnTo>
                <a:lnTo>
                  <a:pt x="0" y="160568"/>
                </a:lnTo>
                <a:lnTo>
                  <a:pt x="12718" y="160568"/>
                </a:lnTo>
                <a:close/>
                <a:moveTo>
                  <a:pt x="12718" y="52463"/>
                </a:moveTo>
                <a:lnTo>
                  <a:pt x="12718" y="25436"/>
                </a:lnTo>
                <a:lnTo>
                  <a:pt x="0" y="25436"/>
                </a:lnTo>
                <a:lnTo>
                  <a:pt x="0" y="52463"/>
                </a:lnTo>
                <a:lnTo>
                  <a:pt x="12718" y="52463"/>
                </a:lnTo>
                <a:close/>
                <a:moveTo>
                  <a:pt x="12718" y="25436"/>
                </a:moveTo>
                <a:cubicBezTo>
                  <a:pt x="12718" y="18412"/>
                  <a:pt x="18412" y="12718"/>
                  <a:pt x="25436" y="12718"/>
                </a:cubicBezTo>
                <a:lnTo>
                  <a:pt x="25436" y="0"/>
                </a:lnTo>
                <a:cubicBezTo>
                  <a:pt x="11388" y="0"/>
                  <a:pt x="0" y="11388"/>
                  <a:pt x="0" y="25436"/>
                </a:cubicBezTo>
                <a:lnTo>
                  <a:pt x="12718" y="25436"/>
                </a:lnTo>
                <a:close/>
                <a:moveTo>
                  <a:pt x="25436" y="12718"/>
                </a:moveTo>
                <a:lnTo>
                  <a:pt x="51297" y="12718"/>
                </a:lnTo>
                <a:lnTo>
                  <a:pt x="51297" y="0"/>
                </a:lnTo>
                <a:lnTo>
                  <a:pt x="25436" y="0"/>
                </a:lnTo>
                <a:lnTo>
                  <a:pt x="25436" y="12718"/>
                </a:lnTo>
                <a:close/>
                <a:moveTo>
                  <a:pt x="103018" y="12718"/>
                </a:moveTo>
                <a:lnTo>
                  <a:pt x="154738" y="12718"/>
                </a:lnTo>
                <a:lnTo>
                  <a:pt x="154738" y="0"/>
                </a:lnTo>
                <a:lnTo>
                  <a:pt x="103018" y="0"/>
                </a:lnTo>
                <a:lnTo>
                  <a:pt x="103018" y="12718"/>
                </a:lnTo>
                <a:close/>
                <a:moveTo>
                  <a:pt x="206459" y="12718"/>
                </a:moveTo>
                <a:lnTo>
                  <a:pt x="258180" y="12718"/>
                </a:lnTo>
                <a:lnTo>
                  <a:pt x="258180" y="0"/>
                </a:lnTo>
                <a:lnTo>
                  <a:pt x="206459" y="0"/>
                </a:lnTo>
                <a:lnTo>
                  <a:pt x="206459" y="12718"/>
                </a:lnTo>
                <a:close/>
                <a:moveTo>
                  <a:pt x="309901" y="12718"/>
                </a:moveTo>
                <a:lnTo>
                  <a:pt x="361621" y="12718"/>
                </a:lnTo>
                <a:lnTo>
                  <a:pt x="361621" y="0"/>
                </a:lnTo>
                <a:lnTo>
                  <a:pt x="309901" y="0"/>
                </a:lnTo>
                <a:lnTo>
                  <a:pt x="309901" y="12718"/>
                </a:lnTo>
                <a:close/>
                <a:moveTo>
                  <a:pt x="413342" y="12718"/>
                </a:moveTo>
                <a:lnTo>
                  <a:pt x="465063" y="12718"/>
                </a:lnTo>
                <a:lnTo>
                  <a:pt x="465063" y="0"/>
                </a:lnTo>
                <a:lnTo>
                  <a:pt x="413342" y="0"/>
                </a:lnTo>
                <a:lnTo>
                  <a:pt x="413342" y="12718"/>
                </a:lnTo>
                <a:close/>
                <a:moveTo>
                  <a:pt x="516784" y="12718"/>
                </a:moveTo>
                <a:lnTo>
                  <a:pt x="568505" y="12718"/>
                </a:lnTo>
                <a:lnTo>
                  <a:pt x="568505" y="0"/>
                </a:lnTo>
                <a:lnTo>
                  <a:pt x="516784" y="0"/>
                </a:lnTo>
                <a:lnTo>
                  <a:pt x="516784" y="12718"/>
                </a:lnTo>
                <a:close/>
                <a:moveTo>
                  <a:pt x="620225" y="12718"/>
                </a:moveTo>
                <a:lnTo>
                  <a:pt x="671946" y="12718"/>
                </a:lnTo>
                <a:lnTo>
                  <a:pt x="671946" y="0"/>
                </a:lnTo>
                <a:lnTo>
                  <a:pt x="620225" y="0"/>
                </a:lnTo>
                <a:lnTo>
                  <a:pt x="620225" y="12718"/>
                </a:lnTo>
                <a:close/>
                <a:moveTo>
                  <a:pt x="723667" y="12718"/>
                </a:moveTo>
                <a:lnTo>
                  <a:pt x="775388" y="12718"/>
                </a:lnTo>
                <a:lnTo>
                  <a:pt x="775388" y="0"/>
                </a:lnTo>
                <a:lnTo>
                  <a:pt x="723667" y="0"/>
                </a:lnTo>
                <a:lnTo>
                  <a:pt x="723667" y="12718"/>
                </a:lnTo>
                <a:close/>
                <a:moveTo>
                  <a:pt x="827108" y="12718"/>
                </a:moveTo>
                <a:lnTo>
                  <a:pt x="878829" y="12718"/>
                </a:lnTo>
                <a:lnTo>
                  <a:pt x="878829" y="0"/>
                </a:lnTo>
                <a:lnTo>
                  <a:pt x="827108" y="0"/>
                </a:lnTo>
                <a:lnTo>
                  <a:pt x="827108" y="12718"/>
                </a:lnTo>
                <a:close/>
                <a:moveTo>
                  <a:pt x="930550" y="12718"/>
                </a:moveTo>
                <a:lnTo>
                  <a:pt x="982271" y="12718"/>
                </a:lnTo>
                <a:lnTo>
                  <a:pt x="982271" y="0"/>
                </a:lnTo>
                <a:lnTo>
                  <a:pt x="930550" y="0"/>
                </a:lnTo>
                <a:lnTo>
                  <a:pt x="930550" y="12718"/>
                </a:lnTo>
                <a:close/>
                <a:moveTo>
                  <a:pt x="1033992" y="12718"/>
                </a:moveTo>
                <a:lnTo>
                  <a:pt x="1085712" y="12718"/>
                </a:lnTo>
                <a:lnTo>
                  <a:pt x="1085712" y="0"/>
                </a:lnTo>
                <a:lnTo>
                  <a:pt x="1033992" y="0"/>
                </a:lnTo>
                <a:lnTo>
                  <a:pt x="1033992" y="12718"/>
                </a:lnTo>
                <a:close/>
                <a:moveTo>
                  <a:pt x="1137433" y="12718"/>
                </a:moveTo>
                <a:lnTo>
                  <a:pt x="1189154" y="12718"/>
                </a:lnTo>
                <a:lnTo>
                  <a:pt x="1189154" y="0"/>
                </a:lnTo>
                <a:lnTo>
                  <a:pt x="1137433" y="0"/>
                </a:lnTo>
                <a:lnTo>
                  <a:pt x="1137433" y="12718"/>
                </a:lnTo>
                <a:close/>
                <a:moveTo>
                  <a:pt x="1240875" y="12718"/>
                </a:moveTo>
                <a:lnTo>
                  <a:pt x="1292595" y="12718"/>
                </a:lnTo>
                <a:lnTo>
                  <a:pt x="1292595" y="0"/>
                </a:lnTo>
                <a:lnTo>
                  <a:pt x="1240875" y="0"/>
                </a:lnTo>
                <a:lnTo>
                  <a:pt x="1240875" y="12718"/>
                </a:lnTo>
                <a:close/>
                <a:moveTo>
                  <a:pt x="1344316" y="12718"/>
                </a:moveTo>
                <a:lnTo>
                  <a:pt x="1396037" y="12718"/>
                </a:lnTo>
                <a:lnTo>
                  <a:pt x="1396037" y="0"/>
                </a:lnTo>
                <a:lnTo>
                  <a:pt x="1344316" y="0"/>
                </a:lnTo>
                <a:lnTo>
                  <a:pt x="1344316" y="12718"/>
                </a:lnTo>
                <a:close/>
                <a:moveTo>
                  <a:pt x="1447758" y="12718"/>
                </a:moveTo>
                <a:lnTo>
                  <a:pt x="1499478" y="12718"/>
                </a:lnTo>
                <a:lnTo>
                  <a:pt x="1499478" y="0"/>
                </a:lnTo>
                <a:lnTo>
                  <a:pt x="1447758" y="0"/>
                </a:lnTo>
                <a:lnTo>
                  <a:pt x="1447758" y="12718"/>
                </a:lnTo>
                <a:close/>
                <a:moveTo>
                  <a:pt x="1551199" y="12718"/>
                </a:moveTo>
                <a:lnTo>
                  <a:pt x="1577060" y="12718"/>
                </a:lnTo>
                <a:lnTo>
                  <a:pt x="1577060" y="0"/>
                </a:lnTo>
                <a:lnTo>
                  <a:pt x="1551199" y="0"/>
                </a:lnTo>
                <a:lnTo>
                  <a:pt x="1551199" y="12718"/>
                </a:lnTo>
                <a:close/>
                <a:moveTo>
                  <a:pt x="1577060" y="12718"/>
                </a:moveTo>
                <a:cubicBezTo>
                  <a:pt x="1584084" y="12718"/>
                  <a:pt x="1589778" y="18412"/>
                  <a:pt x="1589778" y="25436"/>
                </a:cubicBezTo>
                <a:lnTo>
                  <a:pt x="1602496" y="25436"/>
                </a:lnTo>
                <a:cubicBezTo>
                  <a:pt x="1602496" y="11388"/>
                  <a:pt x="1591108" y="0"/>
                  <a:pt x="1577060" y="0"/>
                </a:cubicBezTo>
                <a:lnTo>
                  <a:pt x="1577060" y="12718"/>
                </a:lnTo>
                <a:close/>
                <a:moveTo>
                  <a:pt x="1589778" y="25436"/>
                </a:moveTo>
                <a:lnTo>
                  <a:pt x="1589778" y="52463"/>
                </a:lnTo>
                <a:lnTo>
                  <a:pt x="1602496" y="52463"/>
                </a:lnTo>
                <a:lnTo>
                  <a:pt x="1602496" y="25436"/>
                </a:lnTo>
                <a:lnTo>
                  <a:pt x="1589778" y="25436"/>
                </a:lnTo>
                <a:close/>
                <a:moveTo>
                  <a:pt x="1589778" y="106515"/>
                </a:moveTo>
                <a:lnTo>
                  <a:pt x="1589778" y="160568"/>
                </a:lnTo>
                <a:lnTo>
                  <a:pt x="1602496" y="160568"/>
                </a:lnTo>
                <a:lnTo>
                  <a:pt x="1602496" y="106515"/>
                </a:lnTo>
                <a:lnTo>
                  <a:pt x="1589778" y="106515"/>
                </a:lnTo>
                <a:close/>
                <a:moveTo>
                  <a:pt x="1589778" y="214620"/>
                </a:moveTo>
                <a:lnTo>
                  <a:pt x="1589778" y="241646"/>
                </a:lnTo>
                <a:lnTo>
                  <a:pt x="1602496" y="241646"/>
                </a:lnTo>
                <a:lnTo>
                  <a:pt x="1602496" y="214620"/>
                </a:lnTo>
                <a:lnTo>
                  <a:pt x="1589778" y="214620"/>
                </a:lnTo>
                <a:close/>
                <a:moveTo>
                  <a:pt x="1589778" y="241646"/>
                </a:moveTo>
                <a:cubicBezTo>
                  <a:pt x="1589778" y="248670"/>
                  <a:pt x="1584084" y="254365"/>
                  <a:pt x="1577060" y="254365"/>
                </a:cubicBezTo>
                <a:lnTo>
                  <a:pt x="1577060" y="267083"/>
                </a:lnTo>
                <a:cubicBezTo>
                  <a:pt x="1591108" y="267083"/>
                  <a:pt x="1602496" y="255694"/>
                  <a:pt x="1602496" y="241646"/>
                </a:cubicBezTo>
                <a:lnTo>
                  <a:pt x="1589778" y="241646"/>
                </a:lnTo>
                <a:close/>
                <a:moveTo>
                  <a:pt x="1577060" y="254365"/>
                </a:moveTo>
                <a:lnTo>
                  <a:pt x="1551200" y="254365"/>
                </a:lnTo>
                <a:lnTo>
                  <a:pt x="1551200" y="267083"/>
                </a:lnTo>
                <a:lnTo>
                  <a:pt x="1577060" y="267083"/>
                </a:lnTo>
                <a:lnTo>
                  <a:pt x="1577060" y="254365"/>
                </a:lnTo>
                <a:close/>
                <a:moveTo>
                  <a:pt x="1499479" y="254365"/>
                </a:moveTo>
                <a:lnTo>
                  <a:pt x="1447758" y="254365"/>
                </a:lnTo>
                <a:lnTo>
                  <a:pt x="1447758" y="267083"/>
                </a:lnTo>
                <a:lnTo>
                  <a:pt x="1499479" y="267083"/>
                </a:lnTo>
                <a:lnTo>
                  <a:pt x="1499479" y="254365"/>
                </a:lnTo>
                <a:close/>
                <a:moveTo>
                  <a:pt x="1396037" y="254365"/>
                </a:moveTo>
                <a:lnTo>
                  <a:pt x="1344317" y="254365"/>
                </a:lnTo>
                <a:lnTo>
                  <a:pt x="1344317" y="267083"/>
                </a:lnTo>
                <a:lnTo>
                  <a:pt x="1396037" y="267083"/>
                </a:lnTo>
                <a:lnTo>
                  <a:pt x="1396037" y="254365"/>
                </a:lnTo>
                <a:close/>
                <a:moveTo>
                  <a:pt x="1292596" y="254365"/>
                </a:moveTo>
                <a:lnTo>
                  <a:pt x="1240875" y="254365"/>
                </a:lnTo>
                <a:lnTo>
                  <a:pt x="1240875" y="267083"/>
                </a:lnTo>
                <a:lnTo>
                  <a:pt x="1292596" y="267083"/>
                </a:lnTo>
                <a:lnTo>
                  <a:pt x="1292596" y="254365"/>
                </a:lnTo>
                <a:close/>
                <a:moveTo>
                  <a:pt x="1189154" y="254365"/>
                </a:moveTo>
                <a:lnTo>
                  <a:pt x="1137433" y="254365"/>
                </a:lnTo>
                <a:lnTo>
                  <a:pt x="1137433" y="267083"/>
                </a:lnTo>
                <a:lnTo>
                  <a:pt x="1189154" y="267083"/>
                </a:lnTo>
                <a:lnTo>
                  <a:pt x="1189154" y="254365"/>
                </a:lnTo>
                <a:close/>
                <a:moveTo>
                  <a:pt x="1085713" y="254365"/>
                </a:moveTo>
                <a:lnTo>
                  <a:pt x="1033992" y="254365"/>
                </a:lnTo>
                <a:lnTo>
                  <a:pt x="1033992" y="267083"/>
                </a:lnTo>
                <a:lnTo>
                  <a:pt x="1085713" y="267083"/>
                </a:lnTo>
                <a:lnTo>
                  <a:pt x="1085713" y="254365"/>
                </a:lnTo>
                <a:close/>
                <a:moveTo>
                  <a:pt x="982271" y="254365"/>
                </a:moveTo>
                <a:lnTo>
                  <a:pt x="930550" y="254365"/>
                </a:lnTo>
                <a:lnTo>
                  <a:pt x="930550" y="267083"/>
                </a:lnTo>
                <a:lnTo>
                  <a:pt x="982271" y="267083"/>
                </a:lnTo>
                <a:lnTo>
                  <a:pt x="982271" y="254365"/>
                </a:lnTo>
                <a:close/>
                <a:moveTo>
                  <a:pt x="878830" y="254365"/>
                </a:moveTo>
                <a:lnTo>
                  <a:pt x="827109" y="254365"/>
                </a:lnTo>
                <a:lnTo>
                  <a:pt x="827109" y="267083"/>
                </a:lnTo>
                <a:lnTo>
                  <a:pt x="878830" y="267083"/>
                </a:lnTo>
                <a:lnTo>
                  <a:pt x="878830" y="254365"/>
                </a:lnTo>
                <a:close/>
                <a:moveTo>
                  <a:pt x="775388" y="254365"/>
                </a:moveTo>
                <a:lnTo>
                  <a:pt x="723667" y="254365"/>
                </a:lnTo>
                <a:lnTo>
                  <a:pt x="723667" y="267083"/>
                </a:lnTo>
                <a:lnTo>
                  <a:pt x="775388" y="267083"/>
                </a:lnTo>
                <a:lnTo>
                  <a:pt x="775388" y="254365"/>
                </a:lnTo>
                <a:close/>
                <a:moveTo>
                  <a:pt x="671946" y="254365"/>
                </a:moveTo>
                <a:lnTo>
                  <a:pt x="620226" y="254365"/>
                </a:lnTo>
                <a:lnTo>
                  <a:pt x="620226" y="267083"/>
                </a:lnTo>
                <a:lnTo>
                  <a:pt x="671946" y="267083"/>
                </a:lnTo>
                <a:lnTo>
                  <a:pt x="671946" y="254365"/>
                </a:lnTo>
                <a:close/>
                <a:moveTo>
                  <a:pt x="568505" y="254365"/>
                </a:moveTo>
                <a:lnTo>
                  <a:pt x="516784" y="254365"/>
                </a:lnTo>
                <a:lnTo>
                  <a:pt x="516784" y="267083"/>
                </a:lnTo>
                <a:lnTo>
                  <a:pt x="568505" y="267083"/>
                </a:lnTo>
                <a:lnTo>
                  <a:pt x="568505" y="254365"/>
                </a:lnTo>
                <a:close/>
                <a:moveTo>
                  <a:pt x="465063" y="254365"/>
                </a:moveTo>
                <a:lnTo>
                  <a:pt x="413343" y="254365"/>
                </a:lnTo>
                <a:lnTo>
                  <a:pt x="413343" y="267083"/>
                </a:lnTo>
                <a:lnTo>
                  <a:pt x="465063" y="267083"/>
                </a:lnTo>
                <a:lnTo>
                  <a:pt x="465063" y="254365"/>
                </a:lnTo>
                <a:close/>
                <a:moveTo>
                  <a:pt x="361622" y="254365"/>
                </a:moveTo>
                <a:lnTo>
                  <a:pt x="309901" y="254365"/>
                </a:lnTo>
                <a:lnTo>
                  <a:pt x="309901" y="267083"/>
                </a:lnTo>
                <a:lnTo>
                  <a:pt x="361622" y="267083"/>
                </a:lnTo>
                <a:lnTo>
                  <a:pt x="361622" y="254365"/>
                </a:lnTo>
                <a:close/>
                <a:moveTo>
                  <a:pt x="258180" y="254365"/>
                </a:moveTo>
                <a:lnTo>
                  <a:pt x="206460" y="254365"/>
                </a:lnTo>
                <a:lnTo>
                  <a:pt x="206460" y="267083"/>
                </a:lnTo>
                <a:lnTo>
                  <a:pt x="258180" y="267083"/>
                </a:lnTo>
                <a:lnTo>
                  <a:pt x="258180" y="254365"/>
                </a:lnTo>
                <a:close/>
                <a:moveTo>
                  <a:pt x="154739" y="254365"/>
                </a:moveTo>
                <a:lnTo>
                  <a:pt x="103018" y="254365"/>
                </a:lnTo>
                <a:lnTo>
                  <a:pt x="103018" y="267083"/>
                </a:lnTo>
                <a:lnTo>
                  <a:pt x="154739" y="267083"/>
                </a:lnTo>
                <a:lnTo>
                  <a:pt x="154739" y="254365"/>
                </a:lnTo>
                <a:close/>
                <a:moveTo>
                  <a:pt x="51297" y="254365"/>
                </a:moveTo>
                <a:lnTo>
                  <a:pt x="25436" y="254365"/>
                </a:lnTo>
                <a:lnTo>
                  <a:pt x="25436" y="267083"/>
                </a:lnTo>
                <a:lnTo>
                  <a:pt x="51297" y="267083"/>
                </a:lnTo>
                <a:lnTo>
                  <a:pt x="51297" y="254365"/>
                </a:lnTo>
                <a:close/>
              </a:path>
            </a:pathLst>
          </a:custGeom>
          <a:solidFill xmlns:a="http://schemas.openxmlformats.org/drawingml/2006/main">
            <a:srgbClr val="AA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0E1B9D-52B0-4A53-A8B0-2EF5CE30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170" y="768236"/>
            <a:ext cx="1526187" cy="190773"/>
          </a:xfrm>
          <a:custGeom xmlns:a="http://schemas.openxmlformats.org/drawingml/2006/main">
            <a:pathLst>
              <a:path w="1526187" h="190773">
                <a:moveTo>
                  <a:pt x="0" y="0"/>
                </a:moveTo>
                <a:lnTo>
                  <a:pt x="1526187" y="0"/>
                </a:lnTo>
                <a:lnTo>
                  <a:pt x="1526187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33ECEF-9DF9-455F-89DD-10EC42AE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810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616C38-1235-4599-9A9F-11FDAB15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3271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11DFB6-A849-4439-9B8E-CDA5E8AB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3584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7046B0-581B-44CB-8DA6-972E9538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4045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B46C20-03D9-4626-8F0E-7C9F61C7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170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2AB374-4D39-47A0-8EC0-F8D36A82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631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9E8CFD-4EE2-48A8-990E-90E1DB0D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943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ABC78-70E0-4FE4-80A9-EC7CEA7F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405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BE0238-05DB-4D6A-9CF9-C1401CCA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716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034F14-DA84-4DC1-AB40-37229250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178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1BFF83-6B1F-43AB-9514-DD1D1A5C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490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43A8F2-D7C8-41B2-91F2-A0458734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951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2EEB78-8C2B-4B4E-B6C2-1C26E39B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1264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510952-D902-424C-85C1-2355438A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25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C3BA41-CE0B-4B78-A601-51905D34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036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984B9A-FC91-4984-9475-BDF75238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498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4506AF-5327-43B3-AB52-C7CC3E38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739" y="488436"/>
            <a:ext cx="1653369" cy="190773"/>
          </a:xfrm>
          <a:custGeom xmlns:a="http://schemas.openxmlformats.org/drawingml/2006/main">
            <a:pathLst>
              <a:path w="1653369" h="190773">
                <a:moveTo>
                  <a:pt x="0" y="19077"/>
                </a:moveTo>
                <a:cubicBezTo>
                  <a:pt x="0" y="8541"/>
                  <a:pt x="8541" y="0"/>
                  <a:pt x="19077" y="0"/>
                </a:cubicBezTo>
                <a:lnTo>
                  <a:pt x="1634292" y="0"/>
                </a:lnTo>
                <a:cubicBezTo>
                  <a:pt x="1644828" y="0"/>
                  <a:pt x="1653369" y="8541"/>
                  <a:pt x="1653369" y="19077"/>
                </a:cubicBezTo>
                <a:lnTo>
                  <a:pt x="1653369" y="171696"/>
                </a:lnTo>
                <a:cubicBezTo>
                  <a:pt x="1653369" y="182232"/>
                  <a:pt x="1644828" y="190773"/>
                  <a:pt x="1634292" y="190773"/>
                </a:cubicBezTo>
                <a:lnTo>
                  <a:pt x="19077" y="190773"/>
                </a:lnTo>
                <a:cubicBezTo>
                  <a:pt x="8541" y="190773"/>
                  <a:pt x="0" y="182232"/>
                  <a:pt x="0" y="171696"/>
                </a:cubicBezTo>
                <a:lnTo>
                  <a:pt x="0" y="1907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965E99-20E0-4A11-A962-87BDB72D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508" y="541370"/>
            <a:ext cx="1487473" cy="114464"/>
          </a:xfrm>
          <a:custGeom xmlns:a="http://schemas.openxmlformats.org/drawingml/2006/main">
            <a:pathLst>
              <a:path w="1487473" h="114464">
                <a:moveTo>
                  <a:pt x="0" y="86966"/>
                </a:moveTo>
                <a:close/>
                <a:moveTo>
                  <a:pt x="58517" y="64274"/>
                </a:moveTo>
                <a:cubicBezTo>
                  <a:pt x="58517" y="69118"/>
                  <a:pt x="57344" y="73329"/>
                  <a:pt x="54996" y="76906"/>
                </a:cubicBezTo>
                <a:cubicBezTo>
                  <a:pt x="52649" y="80483"/>
                  <a:pt x="49221" y="83240"/>
                  <a:pt x="44713" y="85177"/>
                </a:cubicBezTo>
                <a:cubicBezTo>
                  <a:pt x="40241" y="87115"/>
                  <a:pt x="34801" y="88084"/>
                  <a:pt x="28392" y="88084"/>
                </a:cubicBezTo>
                <a:cubicBezTo>
                  <a:pt x="25561" y="88084"/>
                  <a:pt x="22785" y="87897"/>
                  <a:pt x="20065" y="87525"/>
                </a:cubicBezTo>
                <a:cubicBezTo>
                  <a:pt x="17382" y="87152"/>
                  <a:pt x="14792" y="86612"/>
                  <a:pt x="12296" y="85904"/>
                </a:cubicBezTo>
                <a:cubicBezTo>
                  <a:pt x="9837" y="85159"/>
                  <a:pt x="7489" y="84246"/>
                  <a:pt x="5254" y="83165"/>
                </a:cubicBezTo>
                <a:lnTo>
                  <a:pt x="5254" y="67069"/>
                </a:lnTo>
                <a:cubicBezTo>
                  <a:pt x="9129" y="68783"/>
                  <a:pt x="13153" y="70329"/>
                  <a:pt x="17326" y="71708"/>
                </a:cubicBezTo>
                <a:cubicBezTo>
                  <a:pt x="21499" y="73086"/>
                  <a:pt x="25635" y="73776"/>
                  <a:pt x="29734" y="73776"/>
                </a:cubicBezTo>
                <a:cubicBezTo>
                  <a:pt x="32566" y="73776"/>
                  <a:pt x="34839" y="73403"/>
                  <a:pt x="36552" y="72658"/>
                </a:cubicBezTo>
                <a:cubicBezTo>
                  <a:pt x="38304" y="71913"/>
                  <a:pt x="39571" y="70888"/>
                  <a:pt x="40353" y="69584"/>
                </a:cubicBezTo>
                <a:cubicBezTo>
                  <a:pt x="41136" y="68280"/>
                  <a:pt x="41527" y="66789"/>
                  <a:pt x="41527" y="65113"/>
                </a:cubicBezTo>
                <a:cubicBezTo>
                  <a:pt x="41527" y="63063"/>
                  <a:pt x="40837" y="61312"/>
                  <a:pt x="39459" y="59859"/>
                </a:cubicBezTo>
                <a:cubicBezTo>
                  <a:pt x="38080" y="58406"/>
                  <a:pt x="36180" y="57046"/>
                  <a:pt x="33758" y="55779"/>
                </a:cubicBezTo>
                <a:cubicBezTo>
                  <a:pt x="31373" y="54512"/>
                  <a:pt x="28672" y="53152"/>
                  <a:pt x="25654" y="51699"/>
                </a:cubicBezTo>
                <a:cubicBezTo>
                  <a:pt x="23754" y="50805"/>
                  <a:pt x="21686" y="49724"/>
                  <a:pt x="19450" y="48457"/>
                </a:cubicBezTo>
                <a:cubicBezTo>
                  <a:pt x="17214" y="47153"/>
                  <a:pt x="15090" y="45569"/>
                  <a:pt x="13078" y="43706"/>
                </a:cubicBezTo>
                <a:cubicBezTo>
                  <a:pt x="11066" y="41843"/>
                  <a:pt x="9408" y="39589"/>
                  <a:pt x="8104" y="36944"/>
                </a:cubicBezTo>
                <a:cubicBezTo>
                  <a:pt x="6837" y="34261"/>
                  <a:pt x="6204" y="31057"/>
                  <a:pt x="6204" y="27331"/>
                </a:cubicBezTo>
                <a:cubicBezTo>
                  <a:pt x="6204" y="22449"/>
                  <a:pt x="7322" y="18276"/>
                  <a:pt x="9557" y="14811"/>
                </a:cubicBezTo>
                <a:cubicBezTo>
                  <a:pt x="11793" y="11346"/>
                  <a:pt x="14979" y="8700"/>
                  <a:pt x="19115" y="6875"/>
                </a:cubicBezTo>
                <a:cubicBezTo>
                  <a:pt x="23288" y="5012"/>
                  <a:pt x="28206" y="4080"/>
                  <a:pt x="33870" y="4080"/>
                </a:cubicBezTo>
                <a:cubicBezTo>
                  <a:pt x="38117" y="4080"/>
                  <a:pt x="42160" y="4583"/>
                  <a:pt x="45998" y="5589"/>
                </a:cubicBezTo>
                <a:cubicBezTo>
                  <a:pt x="49873" y="6558"/>
                  <a:pt x="53916" y="7974"/>
                  <a:pt x="58126" y="9837"/>
                </a:cubicBezTo>
                <a:lnTo>
                  <a:pt x="52537" y="23306"/>
                </a:lnTo>
                <a:cubicBezTo>
                  <a:pt x="48774" y="21779"/>
                  <a:pt x="45402" y="20605"/>
                  <a:pt x="42421" y="19785"/>
                </a:cubicBezTo>
                <a:cubicBezTo>
                  <a:pt x="39440" y="18928"/>
                  <a:pt x="36403" y="18500"/>
                  <a:pt x="33311" y="18500"/>
                </a:cubicBezTo>
                <a:cubicBezTo>
                  <a:pt x="31150" y="18500"/>
                  <a:pt x="29305" y="18854"/>
                  <a:pt x="27778" y="19562"/>
                </a:cubicBezTo>
                <a:cubicBezTo>
                  <a:pt x="26250" y="20232"/>
                  <a:pt x="25095" y="21201"/>
                  <a:pt x="24312" y="22468"/>
                </a:cubicBezTo>
                <a:cubicBezTo>
                  <a:pt x="23530" y="23698"/>
                  <a:pt x="23139" y="25132"/>
                  <a:pt x="23139" y="26772"/>
                </a:cubicBezTo>
                <a:cubicBezTo>
                  <a:pt x="23139" y="28709"/>
                  <a:pt x="23698" y="30349"/>
                  <a:pt x="24815" y="31690"/>
                </a:cubicBezTo>
                <a:cubicBezTo>
                  <a:pt x="25971" y="32994"/>
                  <a:pt x="27684" y="34261"/>
                  <a:pt x="29957" y="35491"/>
                </a:cubicBezTo>
                <a:cubicBezTo>
                  <a:pt x="32268" y="36720"/>
                  <a:pt x="35137" y="38155"/>
                  <a:pt x="38565" y="39794"/>
                </a:cubicBezTo>
                <a:cubicBezTo>
                  <a:pt x="42738" y="41769"/>
                  <a:pt x="46296" y="43837"/>
                  <a:pt x="49240" y="45998"/>
                </a:cubicBezTo>
                <a:cubicBezTo>
                  <a:pt x="52220" y="48122"/>
                  <a:pt x="54512" y="50637"/>
                  <a:pt x="56114" y="53543"/>
                </a:cubicBezTo>
                <a:cubicBezTo>
                  <a:pt x="57716" y="56412"/>
                  <a:pt x="58517" y="59989"/>
                  <a:pt x="58517" y="64274"/>
                </a:cubicBezTo>
                <a:close/>
                <a:moveTo>
                  <a:pt x="63045" y="86966"/>
                </a:moveTo>
                <a:close/>
                <a:moveTo>
                  <a:pt x="106751" y="23306"/>
                </a:moveTo>
                <a:cubicBezTo>
                  <a:pt x="113793" y="23306"/>
                  <a:pt x="119476" y="26045"/>
                  <a:pt x="123798" y="31522"/>
                </a:cubicBezTo>
                <a:cubicBezTo>
                  <a:pt x="128157" y="37000"/>
                  <a:pt x="130337" y="45029"/>
                  <a:pt x="130337" y="55611"/>
                </a:cubicBezTo>
                <a:cubicBezTo>
                  <a:pt x="130337" y="62691"/>
                  <a:pt x="129312" y="68652"/>
                  <a:pt x="127263" y="73496"/>
                </a:cubicBezTo>
                <a:cubicBezTo>
                  <a:pt x="125214" y="78303"/>
                  <a:pt x="122382" y="81936"/>
                  <a:pt x="118768" y="84395"/>
                </a:cubicBezTo>
                <a:cubicBezTo>
                  <a:pt x="115153" y="86854"/>
                  <a:pt x="110999" y="88084"/>
                  <a:pt x="106304" y="88084"/>
                </a:cubicBezTo>
                <a:cubicBezTo>
                  <a:pt x="103286" y="88084"/>
                  <a:pt x="100696" y="87711"/>
                  <a:pt x="98535" y="86966"/>
                </a:cubicBezTo>
                <a:cubicBezTo>
                  <a:pt x="96374" y="86183"/>
                  <a:pt x="94530" y="85196"/>
                  <a:pt x="93002" y="84004"/>
                </a:cubicBezTo>
                <a:cubicBezTo>
                  <a:pt x="91474" y="82774"/>
                  <a:pt x="90152" y="81470"/>
                  <a:pt x="89034" y="80091"/>
                </a:cubicBezTo>
                <a:lnTo>
                  <a:pt x="88140" y="80091"/>
                </a:lnTo>
                <a:cubicBezTo>
                  <a:pt x="88438" y="81582"/>
                  <a:pt x="88661" y="83109"/>
                  <a:pt x="88810" y="84674"/>
                </a:cubicBezTo>
                <a:cubicBezTo>
                  <a:pt x="88959" y="86239"/>
                  <a:pt x="89034" y="87767"/>
                  <a:pt x="89034" y="89257"/>
                </a:cubicBezTo>
                <a:lnTo>
                  <a:pt x="89034" y="114464"/>
                </a:lnTo>
                <a:lnTo>
                  <a:pt x="71987" y="114464"/>
                </a:lnTo>
                <a:lnTo>
                  <a:pt x="71987" y="24480"/>
                </a:lnTo>
                <a:lnTo>
                  <a:pt x="85848" y="24480"/>
                </a:lnTo>
                <a:lnTo>
                  <a:pt x="88251" y="32584"/>
                </a:lnTo>
                <a:lnTo>
                  <a:pt x="89034" y="32584"/>
                </a:lnTo>
                <a:cubicBezTo>
                  <a:pt x="90152" y="30908"/>
                  <a:pt x="91512" y="29361"/>
                  <a:pt x="93114" y="27945"/>
                </a:cubicBezTo>
                <a:cubicBezTo>
                  <a:pt x="94716" y="26529"/>
                  <a:pt x="96635" y="25412"/>
                  <a:pt x="98871" y="24592"/>
                </a:cubicBezTo>
                <a:cubicBezTo>
                  <a:pt x="101143" y="23735"/>
                  <a:pt x="103770" y="23306"/>
                  <a:pt x="106751" y="23306"/>
                </a:cubicBezTo>
                <a:close/>
                <a:moveTo>
                  <a:pt x="101274" y="36944"/>
                </a:moveTo>
                <a:cubicBezTo>
                  <a:pt x="98293" y="36944"/>
                  <a:pt x="95927" y="37559"/>
                  <a:pt x="94176" y="38788"/>
                </a:cubicBezTo>
                <a:cubicBezTo>
                  <a:pt x="92424" y="40018"/>
                  <a:pt x="91139" y="41862"/>
                  <a:pt x="90319" y="44321"/>
                </a:cubicBezTo>
                <a:cubicBezTo>
                  <a:pt x="89537" y="46780"/>
                  <a:pt x="89108" y="49892"/>
                  <a:pt x="89034" y="53655"/>
                </a:cubicBezTo>
                <a:lnTo>
                  <a:pt x="89034" y="55499"/>
                </a:lnTo>
                <a:cubicBezTo>
                  <a:pt x="89034" y="59524"/>
                  <a:pt x="89406" y="62933"/>
                  <a:pt x="90152" y="65727"/>
                </a:cubicBezTo>
                <a:cubicBezTo>
                  <a:pt x="90934" y="68522"/>
                  <a:pt x="92220" y="70646"/>
                  <a:pt x="94008" y="72099"/>
                </a:cubicBezTo>
                <a:cubicBezTo>
                  <a:pt x="95834" y="73552"/>
                  <a:pt x="98330" y="74279"/>
                  <a:pt x="101497" y="74279"/>
                </a:cubicBezTo>
                <a:cubicBezTo>
                  <a:pt x="104106" y="74279"/>
                  <a:pt x="106248" y="73552"/>
                  <a:pt x="107925" y="72099"/>
                </a:cubicBezTo>
                <a:cubicBezTo>
                  <a:pt x="109602" y="70646"/>
                  <a:pt x="110850" y="68522"/>
                  <a:pt x="111669" y="65727"/>
                </a:cubicBezTo>
                <a:cubicBezTo>
                  <a:pt x="112526" y="62896"/>
                  <a:pt x="112955" y="59449"/>
                  <a:pt x="112955" y="55388"/>
                </a:cubicBezTo>
                <a:cubicBezTo>
                  <a:pt x="112955" y="49277"/>
                  <a:pt x="112005" y="44675"/>
                  <a:pt x="110105" y="41583"/>
                </a:cubicBezTo>
                <a:cubicBezTo>
                  <a:pt x="108204" y="38490"/>
                  <a:pt x="105261" y="36944"/>
                  <a:pt x="101274" y="36944"/>
                </a:cubicBezTo>
                <a:close/>
                <a:moveTo>
                  <a:pt x="135479" y="86966"/>
                </a:moveTo>
                <a:close/>
                <a:moveTo>
                  <a:pt x="161468" y="86966"/>
                </a:moveTo>
                <a:lnTo>
                  <a:pt x="144421" y="86966"/>
                </a:lnTo>
                <a:lnTo>
                  <a:pt x="144421" y="0"/>
                </a:lnTo>
                <a:lnTo>
                  <a:pt x="161468" y="0"/>
                </a:lnTo>
                <a:lnTo>
                  <a:pt x="161468" y="86966"/>
                </a:lnTo>
                <a:close/>
                <a:moveTo>
                  <a:pt x="170466" y="86966"/>
                </a:moveTo>
                <a:close/>
                <a:moveTo>
                  <a:pt x="196456" y="24480"/>
                </a:moveTo>
                <a:lnTo>
                  <a:pt x="196456" y="86966"/>
                </a:lnTo>
                <a:lnTo>
                  <a:pt x="179409" y="86966"/>
                </a:lnTo>
                <a:lnTo>
                  <a:pt x="179409" y="24480"/>
                </a:lnTo>
                <a:lnTo>
                  <a:pt x="196456" y="24480"/>
                </a:lnTo>
                <a:close/>
                <a:moveTo>
                  <a:pt x="187960" y="0"/>
                </a:moveTo>
                <a:cubicBezTo>
                  <a:pt x="190494" y="0"/>
                  <a:pt x="192674" y="596"/>
                  <a:pt x="194499" y="1789"/>
                </a:cubicBezTo>
                <a:cubicBezTo>
                  <a:pt x="196325" y="2944"/>
                  <a:pt x="197238" y="5123"/>
                  <a:pt x="197238" y="8328"/>
                </a:cubicBezTo>
                <a:cubicBezTo>
                  <a:pt x="197238" y="11495"/>
                  <a:pt x="196325" y="13693"/>
                  <a:pt x="194499" y="14923"/>
                </a:cubicBezTo>
                <a:cubicBezTo>
                  <a:pt x="192674" y="16115"/>
                  <a:pt x="190494" y="16711"/>
                  <a:pt x="187960" y="16711"/>
                </a:cubicBezTo>
                <a:cubicBezTo>
                  <a:pt x="185389" y="16711"/>
                  <a:pt x="183191" y="16115"/>
                  <a:pt x="181365" y="14923"/>
                </a:cubicBezTo>
                <a:cubicBezTo>
                  <a:pt x="179577" y="13693"/>
                  <a:pt x="178682" y="11495"/>
                  <a:pt x="178682" y="8328"/>
                </a:cubicBezTo>
                <a:cubicBezTo>
                  <a:pt x="178682" y="5123"/>
                  <a:pt x="179577" y="2944"/>
                  <a:pt x="181365" y="1789"/>
                </a:cubicBezTo>
                <a:cubicBezTo>
                  <a:pt x="183191" y="596"/>
                  <a:pt x="185389" y="0"/>
                  <a:pt x="187960" y="0"/>
                </a:cubicBezTo>
                <a:close/>
                <a:moveTo>
                  <a:pt x="205454" y="86966"/>
                </a:moveTo>
                <a:close/>
                <a:moveTo>
                  <a:pt x="240721" y="74502"/>
                </a:moveTo>
                <a:cubicBezTo>
                  <a:pt x="242584" y="74502"/>
                  <a:pt x="244391" y="74316"/>
                  <a:pt x="246142" y="73943"/>
                </a:cubicBezTo>
                <a:cubicBezTo>
                  <a:pt x="247931" y="73571"/>
                  <a:pt x="249701" y="73105"/>
                  <a:pt x="251452" y="72546"/>
                </a:cubicBezTo>
                <a:lnTo>
                  <a:pt x="251452" y="85233"/>
                </a:lnTo>
                <a:cubicBezTo>
                  <a:pt x="249626" y="86053"/>
                  <a:pt x="247353" y="86724"/>
                  <a:pt x="244633" y="87245"/>
                </a:cubicBezTo>
                <a:cubicBezTo>
                  <a:pt x="241951" y="87804"/>
                  <a:pt x="239007" y="88084"/>
                  <a:pt x="235803" y="88084"/>
                </a:cubicBezTo>
                <a:cubicBezTo>
                  <a:pt x="232077" y="88084"/>
                  <a:pt x="228723" y="87487"/>
                  <a:pt x="225742" y="86295"/>
                </a:cubicBezTo>
                <a:cubicBezTo>
                  <a:pt x="222799" y="85066"/>
                  <a:pt x="220470" y="82960"/>
                  <a:pt x="218756" y="79980"/>
                </a:cubicBezTo>
                <a:cubicBezTo>
                  <a:pt x="217079" y="76961"/>
                  <a:pt x="216241" y="72770"/>
                  <a:pt x="216241" y="67404"/>
                </a:cubicBezTo>
                <a:lnTo>
                  <a:pt x="216241" y="37279"/>
                </a:lnTo>
                <a:lnTo>
                  <a:pt x="208081" y="37279"/>
                </a:lnTo>
                <a:lnTo>
                  <a:pt x="208081" y="30069"/>
                </a:lnTo>
                <a:lnTo>
                  <a:pt x="217470" y="24368"/>
                </a:lnTo>
                <a:lnTo>
                  <a:pt x="222389" y="11178"/>
                </a:lnTo>
                <a:lnTo>
                  <a:pt x="233288" y="11178"/>
                </a:lnTo>
                <a:lnTo>
                  <a:pt x="233288" y="24480"/>
                </a:lnTo>
                <a:lnTo>
                  <a:pt x="250781" y="24480"/>
                </a:lnTo>
                <a:lnTo>
                  <a:pt x="250781" y="37279"/>
                </a:lnTo>
                <a:lnTo>
                  <a:pt x="233288" y="37279"/>
                </a:lnTo>
                <a:lnTo>
                  <a:pt x="233288" y="67404"/>
                </a:lnTo>
                <a:cubicBezTo>
                  <a:pt x="233288" y="69789"/>
                  <a:pt x="233958" y="71577"/>
                  <a:pt x="235300" y="72770"/>
                </a:cubicBezTo>
                <a:cubicBezTo>
                  <a:pt x="236678" y="73925"/>
                  <a:pt x="238485" y="74502"/>
                  <a:pt x="240721" y="74502"/>
                </a:cubicBezTo>
                <a:close/>
                <a:moveTo>
                  <a:pt x="284930" y="86966"/>
                </a:moveTo>
                <a:close/>
                <a:moveTo>
                  <a:pt x="320197" y="74502"/>
                </a:moveTo>
                <a:cubicBezTo>
                  <a:pt x="322060" y="74502"/>
                  <a:pt x="323868" y="74316"/>
                  <a:pt x="325619" y="73943"/>
                </a:cubicBezTo>
                <a:cubicBezTo>
                  <a:pt x="327407" y="73571"/>
                  <a:pt x="329177" y="73105"/>
                  <a:pt x="330928" y="72546"/>
                </a:cubicBezTo>
                <a:lnTo>
                  <a:pt x="330928" y="85233"/>
                </a:lnTo>
                <a:cubicBezTo>
                  <a:pt x="329103" y="86053"/>
                  <a:pt x="326830" y="86724"/>
                  <a:pt x="324110" y="87245"/>
                </a:cubicBezTo>
                <a:cubicBezTo>
                  <a:pt x="321427" y="87804"/>
                  <a:pt x="318483" y="88084"/>
                  <a:pt x="315279" y="88084"/>
                </a:cubicBezTo>
                <a:cubicBezTo>
                  <a:pt x="311553" y="88084"/>
                  <a:pt x="308200" y="87487"/>
                  <a:pt x="305219" y="86295"/>
                </a:cubicBezTo>
                <a:cubicBezTo>
                  <a:pt x="302275" y="85066"/>
                  <a:pt x="299946" y="82960"/>
                  <a:pt x="298232" y="79980"/>
                </a:cubicBezTo>
                <a:cubicBezTo>
                  <a:pt x="296556" y="76961"/>
                  <a:pt x="295717" y="72770"/>
                  <a:pt x="295717" y="67404"/>
                </a:cubicBezTo>
                <a:lnTo>
                  <a:pt x="295717" y="37279"/>
                </a:lnTo>
                <a:lnTo>
                  <a:pt x="287557" y="37279"/>
                </a:lnTo>
                <a:lnTo>
                  <a:pt x="287557" y="30069"/>
                </a:lnTo>
                <a:lnTo>
                  <a:pt x="296947" y="24368"/>
                </a:lnTo>
                <a:lnTo>
                  <a:pt x="301865" y="11178"/>
                </a:lnTo>
                <a:lnTo>
                  <a:pt x="312764" y="11178"/>
                </a:lnTo>
                <a:lnTo>
                  <a:pt x="312764" y="24480"/>
                </a:lnTo>
                <a:lnTo>
                  <a:pt x="330258" y="24480"/>
                </a:lnTo>
                <a:lnTo>
                  <a:pt x="330258" y="37279"/>
                </a:lnTo>
                <a:lnTo>
                  <a:pt x="312764" y="37279"/>
                </a:lnTo>
                <a:lnTo>
                  <a:pt x="312764" y="67404"/>
                </a:lnTo>
                <a:cubicBezTo>
                  <a:pt x="312764" y="69789"/>
                  <a:pt x="313435" y="71577"/>
                  <a:pt x="314776" y="72770"/>
                </a:cubicBezTo>
                <a:cubicBezTo>
                  <a:pt x="316155" y="73925"/>
                  <a:pt x="317962" y="74502"/>
                  <a:pt x="320197" y="74502"/>
                </a:cubicBezTo>
                <a:close/>
                <a:moveTo>
                  <a:pt x="334673" y="86966"/>
                </a:moveTo>
                <a:close/>
                <a:moveTo>
                  <a:pt x="400401" y="55611"/>
                </a:moveTo>
                <a:cubicBezTo>
                  <a:pt x="400401" y="60828"/>
                  <a:pt x="399693" y="65448"/>
                  <a:pt x="398277" y="69472"/>
                </a:cubicBezTo>
                <a:cubicBezTo>
                  <a:pt x="396898" y="73496"/>
                  <a:pt x="394867" y="76906"/>
                  <a:pt x="392185" y="79700"/>
                </a:cubicBezTo>
                <a:cubicBezTo>
                  <a:pt x="389539" y="82457"/>
                  <a:pt x="386335" y="84544"/>
                  <a:pt x="382571" y="85960"/>
                </a:cubicBezTo>
                <a:cubicBezTo>
                  <a:pt x="378845" y="87376"/>
                  <a:pt x="374635" y="88084"/>
                  <a:pt x="369940" y="88084"/>
                </a:cubicBezTo>
                <a:cubicBezTo>
                  <a:pt x="365543" y="88084"/>
                  <a:pt x="361501" y="87376"/>
                  <a:pt x="357812" y="85960"/>
                </a:cubicBezTo>
                <a:cubicBezTo>
                  <a:pt x="354160" y="84544"/>
                  <a:pt x="350975" y="82457"/>
                  <a:pt x="348255" y="79700"/>
                </a:cubicBezTo>
                <a:cubicBezTo>
                  <a:pt x="345572" y="76906"/>
                  <a:pt x="343485" y="73496"/>
                  <a:pt x="341995" y="69472"/>
                </a:cubicBezTo>
                <a:cubicBezTo>
                  <a:pt x="340542" y="65448"/>
                  <a:pt x="339815" y="60828"/>
                  <a:pt x="339815" y="55611"/>
                </a:cubicBezTo>
                <a:cubicBezTo>
                  <a:pt x="339815" y="48681"/>
                  <a:pt x="341045" y="42812"/>
                  <a:pt x="343504" y="38006"/>
                </a:cubicBezTo>
                <a:cubicBezTo>
                  <a:pt x="345963" y="33199"/>
                  <a:pt x="349466" y="29548"/>
                  <a:pt x="354011" y="27051"/>
                </a:cubicBezTo>
                <a:cubicBezTo>
                  <a:pt x="358557" y="24555"/>
                  <a:pt x="363978" y="23306"/>
                  <a:pt x="370275" y="23306"/>
                </a:cubicBezTo>
                <a:cubicBezTo>
                  <a:pt x="376125" y="23306"/>
                  <a:pt x="381305" y="24555"/>
                  <a:pt x="385813" y="27051"/>
                </a:cubicBezTo>
                <a:cubicBezTo>
                  <a:pt x="390359" y="29548"/>
                  <a:pt x="393917" y="33199"/>
                  <a:pt x="396488" y="38006"/>
                </a:cubicBezTo>
                <a:cubicBezTo>
                  <a:pt x="399096" y="42812"/>
                  <a:pt x="400401" y="48681"/>
                  <a:pt x="400401" y="55611"/>
                </a:cubicBezTo>
                <a:close/>
                <a:moveTo>
                  <a:pt x="357197" y="55611"/>
                </a:moveTo>
                <a:cubicBezTo>
                  <a:pt x="357197" y="59710"/>
                  <a:pt x="357644" y="63156"/>
                  <a:pt x="358538" y="65951"/>
                </a:cubicBezTo>
                <a:cubicBezTo>
                  <a:pt x="359433" y="68745"/>
                  <a:pt x="360830" y="70851"/>
                  <a:pt x="362730" y="72267"/>
                </a:cubicBezTo>
                <a:cubicBezTo>
                  <a:pt x="364631" y="73682"/>
                  <a:pt x="367108" y="74390"/>
                  <a:pt x="370164" y="74390"/>
                </a:cubicBezTo>
                <a:cubicBezTo>
                  <a:pt x="373182" y="74390"/>
                  <a:pt x="375622" y="73682"/>
                  <a:pt x="377485" y="72267"/>
                </a:cubicBezTo>
                <a:cubicBezTo>
                  <a:pt x="379386" y="70851"/>
                  <a:pt x="380764" y="68745"/>
                  <a:pt x="381621" y="65951"/>
                </a:cubicBezTo>
                <a:cubicBezTo>
                  <a:pt x="382516" y="63156"/>
                  <a:pt x="382963" y="59710"/>
                  <a:pt x="382963" y="55611"/>
                </a:cubicBezTo>
                <a:cubicBezTo>
                  <a:pt x="382963" y="51475"/>
                  <a:pt x="382516" y="48047"/>
                  <a:pt x="381621" y="45327"/>
                </a:cubicBezTo>
                <a:cubicBezTo>
                  <a:pt x="380764" y="42570"/>
                  <a:pt x="379386" y="40502"/>
                  <a:pt x="377485" y="39123"/>
                </a:cubicBezTo>
                <a:cubicBezTo>
                  <a:pt x="375585" y="37745"/>
                  <a:pt x="373107" y="37055"/>
                  <a:pt x="370052" y="37055"/>
                </a:cubicBezTo>
                <a:cubicBezTo>
                  <a:pt x="365543" y="37055"/>
                  <a:pt x="362265" y="38602"/>
                  <a:pt x="360215" y="41694"/>
                </a:cubicBezTo>
                <a:cubicBezTo>
                  <a:pt x="358203" y="44787"/>
                  <a:pt x="357197" y="49426"/>
                  <a:pt x="357197" y="55611"/>
                </a:cubicBezTo>
                <a:close/>
                <a:moveTo>
                  <a:pt x="435276" y="86966"/>
                </a:moveTo>
                <a:close/>
                <a:moveTo>
                  <a:pt x="480268" y="18500"/>
                </a:moveTo>
                <a:cubicBezTo>
                  <a:pt x="476952" y="18500"/>
                  <a:pt x="474009" y="19152"/>
                  <a:pt x="471438" y="20456"/>
                </a:cubicBezTo>
                <a:cubicBezTo>
                  <a:pt x="468904" y="21723"/>
                  <a:pt x="466761" y="23567"/>
                  <a:pt x="465010" y="25989"/>
                </a:cubicBezTo>
                <a:cubicBezTo>
                  <a:pt x="463296" y="28411"/>
                  <a:pt x="461992" y="31336"/>
                  <a:pt x="461098" y="34764"/>
                </a:cubicBezTo>
                <a:cubicBezTo>
                  <a:pt x="460204" y="38192"/>
                  <a:pt x="459756" y="42048"/>
                  <a:pt x="459756" y="46333"/>
                </a:cubicBezTo>
                <a:cubicBezTo>
                  <a:pt x="459756" y="52109"/>
                  <a:pt x="460464" y="57046"/>
                  <a:pt x="461880" y="61144"/>
                </a:cubicBezTo>
                <a:cubicBezTo>
                  <a:pt x="463333" y="65206"/>
                  <a:pt x="465569" y="68317"/>
                  <a:pt x="468587" y="70478"/>
                </a:cubicBezTo>
                <a:cubicBezTo>
                  <a:pt x="471605" y="72602"/>
                  <a:pt x="475499" y="73664"/>
                  <a:pt x="480268" y="73664"/>
                </a:cubicBezTo>
                <a:cubicBezTo>
                  <a:pt x="483584" y="73664"/>
                  <a:pt x="486901" y="73291"/>
                  <a:pt x="490217" y="72546"/>
                </a:cubicBezTo>
                <a:cubicBezTo>
                  <a:pt x="493570" y="71801"/>
                  <a:pt x="497203" y="70739"/>
                  <a:pt x="501115" y="69360"/>
                </a:cubicBezTo>
                <a:lnTo>
                  <a:pt x="501115" y="83892"/>
                </a:lnTo>
                <a:cubicBezTo>
                  <a:pt x="497501" y="85382"/>
                  <a:pt x="493943" y="86444"/>
                  <a:pt x="490440" y="87078"/>
                </a:cubicBezTo>
                <a:cubicBezTo>
                  <a:pt x="486938" y="87748"/>
                  <a:pt x="483007" y="88084"/>
                  <a:pt x="478647" y="88084"/>
                </a:cubicBezTo>
                <a:cubicBezTo>
                  <a:pt x="470227" y="88084"/>
                  <a:pt x="463296" y="86351"/>
                  <a:pt x="457856" y="82886"/>
                </a:cubicBezTo>
                <a:cubicBezTo>
                  <a:pt x="452453" y="79383"/>
                  <a:pt x="448448" y="74502"/>
                  <a:pt x="445840" y="68242"/>
                </a:cubicBezTo>
                <a:cubicBezTo>
                  <a:pt x="443231" y="61945"/>
                  <a:pt x="441927" y="54605"/>
                  <a:pt x="441927" y="46222"/>
                </a:cubicBezTo>
                <a:cubicBezTo>
                  <a:pt x="441927" y="40036"/>
                  <a:pt x="442766" y="34373"/>
                  <a:pt x="444442" y="29231"/>
                </a:cubicBezTo>
                <a:cubicBezTo>
                  <a:pt x="446119" y="24089"/>
                  <a:pt x="448578" y="19636"/>
                  <a:pt x="451820" y="15873"/>
                </a:cubicBezTo>
                <a:cubicBezTo>
                  <a:pt x="455062" y="12110"/>
                  <a:pt x="459067" y="9203"/>
                  <a:pt x="463836" y="7154"/>
                </a:cubicBezTo>
                <a:cubicBezTo>
                  <a:pt x="468606" y="5105"/>
                  <a:pt x="474083" y="4080"/>
                  <a:pt x="480268" y="4080"/>
                </a:cubicBezTo>
                <a:cubicBezTo>
                  <a:pt x="484330" y="4080"/>
                  <a:pt x="488391" y="4602"/>
                  <a:pt x="492452" y="5645"/>
                </a:cubicBezTo>
                <a:cubicBezTo>
                  <a:pt x="496551" y="6651"/>
                  <a:pt x="500463" y="8048"/>
                  <a:pt x="504189" y="9837"/>
                </a:cubicBezTo>
                <a:lnTo>
                  <a:pt x="498600" y="23921"/>
                </a:lnTo>
                <a:cubicBezTo>
                  <a:pt x="495545" y="22468"/>
                  <a:pt x="492471" y="21201"/>
                  <a:pt x="489378" y="20121"/>
                </a:cubicBezTo>
                <a:cubicBezTo>
                  <a:pt x="486286" y="19040"/>
                  <a:pt x="483249" y="18500"/>
                  <a:pt x="480268" y="18500"/>
                </a:cubicBezTo>
                <a:close/>
                <a:moveTo>
                  <a:pt x="508270" y="86966"/>
                </a:moveTo>
                <a:close/>
                <a:moveTo>
                  <a:pt x="573997" y="55611"/>
                </a:moveTo>
                <a:cubicBezTo>
                  <a:pt x="573997" y="60828"/>
                  <a:pt x="573289" y="65448"/>
                  <a:pt x="571873" y="69472"/>
                </a:cubicBezTo>
                <a:cubicBezTo>
                  <a:pt x="570494" y="73496"/>
                  <a:pt x="568464" y="76906"/>
                  <a:pt x="565781" y="79700"/>
                </a:cubicBezTo>
                <a:cubicBezTo>
                  <a:pt x="563135" y="82457"/>
                  <a:pt x="559931" y="84544"/>
                  <a:pt x="556168" y="85960"/>
                </a:cubicBezTo>
                <a:cubicBezTo>
                  <a:pt x="552442" y="87376"/>
                  <a:pt x="548231" y="88084"/>
                  <a:pt x="543536" y="88084"/>
                </a:cubicBezTo>
                <a:cubicBezTo>
                  <a:pt x="539140" y="88084"/>
                  <a:pt x="535097" y="87376"/>
                  <a:pt x="531408" y="85960"/>
                </a:cubicBezTo>
                <a:cubicBezTo>
                  <a:pt x="527757" y="84544"/>
                  <a:pt x="524571" y="82457"/>
                  <a:pt x="521851" y="79700"/>
                </a:cubicBezTo>
                <a:cubicBezTo>
                  <a:pt x="519168" y="76906"/>
                  <a:pt x="517082" y="73496"/>
                  <a:pt x="515591" y="69472"/>
                </a:cubicBezTo>
                <a:cubicBezTo>
                  <a:pt x="514138" y="65448"/>
                  <a:pt x="513411" y="60828"/>
                  <a:pt x="513411" y="55611"/>
                </a:cubicBezTo>
                <a:cubicBezTo>
                  <a:pt x="513411" y="48681"/>
                  <a:pt x="514641" y="42812"/>
                  <a:pt x="517100" y="38006"/>
                </a:cubicBezTo>
                <a:cubicBezTo>
                  <a:pt x="519559" y="33199"/>
                  <a:pt x="523062" y="29548"/>
                  <a:pt x="527608" y="27051"/>
                </a:cubicBezTo>
                <a:cubicBezTo>
                  <a:pt x="532153" y="24555"/>
                  <a:pt x="537575" y="23306"/>
                  <a:pt x="543872" y="23306"/>
                </a:cubicBezTo>
                <a:cubicBezTo>
                  <a:pt x="549722" y="23306"/>
                  <a:pt x="554901" y="24555"/>
                  <a:pt x="559409" y="27051"/>
                </a:cubicBezTo>
                <a:cubicBezTo>
                  <a:pt x="563955" y="29548"/>
                  <a:pt x="567514" y="33199"/>
                  <a:pt x="570085" y="38006"/>
                </a:cubicBezTo>
                <a:cubicBezTo>
                  <a:pt x="572693" y="42812"/>
                  <a:pt x="573997" y="48681"/>
                  <a:pt x="573997" y="55611"/>
                </a:cubicBezTo>
                <a:close/>
                <a:moveTo>
                  <a:pt x="530793" y="55611"/>
                </a:moveTo>
                <a:cubicBezTo>
                  <a:pt x="530793" y="59710"/>
                  <a:pt x="531241" y="63156"/>
                  <a:pt x="532135" y="65951"/>
                </a:cubicBezTo>
                <a:cubicBezTo>
                  <a:pt x="533029" y="68745"/>
                  <a:pt x="534426" y="70851"/>
                  <a:pt x="536327" y="72267"/>
                </a:cubicBezTo>
                <a:cubicBezTo>
                  <a:pt x="538227" y="73682"/>
                  <a:pt x="540705" y="74390"/>
                  <a:pt x="543760" y="74390"/>
                </a:cubicBezTo>
                <a:cubicBezTo>
                  <a:pt x="546778" y="74390"/>
                  <a:pt x="549219" y="73682"/>
                  <a:pt x="551082" y="72267"/>
                </a:cubicBezTo>
                <a:cubicBezTo>
                  <a:pt x="552982" y="70851"/>
                  <a:pt x="554361" y="68745"/>
                  <a:pt x="555218" y="65951"/>
                </a:cubicBezTo>
                <a:cubicBezTo>
                  <a:pt x="556112" y="63156"/>
                  <a:pt x="556559" y="59710"/>
                  <a:pt x="556559" y="55611"/>
                </a:cubicBezTo>
                <a:cubicBezTo>
                  <a:pt x="556559" y="51475"/>
                  <a:pt x="556112" y="48047"/>
                  <a:pt x="555218" y="45327"/>
                </a:cubicBezTo>
                <a:cubicBezTo>
                  <a:pt x="554361" y="42570"/>
                  <a:pt x="552982" y="40502"/>
                  <a:pt x="551082" y="39123"/>
                </a:cubicBezTo>
                <a:cubicBezTo>
                  <a:pt x="549181" y="37745"/>
                  <a:pt x="546704" y="37055"/>
                  <a:pt x="543648" y="37055"/>
                </a:cubicBezTo>
                <a:cubicBezTo>
                  <a:pt x="539140" y="37055"/>
                  <a:pt x="535861" y="38602"/>
                  <a:pt x="533812" y="41694"/>
                </a:cubicBezTo>
                <a:cubicBezTo>
                  <a:pt x="531799" y="44787"/>
                  <a:pt x="530793" y="49426"/>
                  <a:pt x="530793" y="55611"/>
                </a:cubicBezTo>
                <a:close/>
                <a:moveTo>
                  <a:pt x="579139" y="86966"/>
                </a:moveTo>
                <a:close/>
                <a:moveTo>
                  <a:pt x="623572" y="23306"/>
                </a:moveTo>
                <a:cubicBezTo>
                  <a:pt x="630241" y="23306"/>
                  <a:pt x="635607" y="25132"/>
                  <a:pt x="639668" y="28784"/>
                </a:cubicBezTo>
                <a:cubicBezTo>
                  <a:pt x="643730" y="32398"/>
                  <a:pt x="645760" y="38211"/>
                  <a:pt x="645760" y="46222"/>
                </a:cubicBezTo>
                <a:lnTo>
                  <a:pt x="645760" y="86966"/>
                </a:lnTo>
                <a:lnTo>
                  <a:pt x="628714" y="86966"/>
                </a:lnTo>
                <a:lnTo>
                  <a:pt x="628714" y="50469"/>
                </a:lnTo>
                <a:cubicBezTo>
                  <a:pt x="628714" y="45998"/>
                  <a:pt x="627894" y="42626"/>
                  <a:pt x="626255" y="40353"/>
                </a:cubicBezTo>
                <a:cubicBezTo>
                  <a:pt x="624652" y="38080"/>
                  <a:pt x="622119" y="36944"/>
                  <a:pt x="618654" y="36944"/>
                </a:cubicBezTo>
                <a:cubicBezTo>
                  <a:pt x="613437" y="36944"/>
                  <a:pt x="609879" y="38714"/>
                  <a:pt x="607978" y="42253"/>
                </a:cubicBezTo>
                <a:cubicBezTo>
                  <a:pt x="606078" y="45793"/>
                  <a:pt x="605128" y="50898"/>
                  <a:pt x="605128" y="57567"/>
                </a:cubicBezTo>
                <a:lnTo>
                  <a:pt x="605128" y="86966"/>
                </a:lnTo>
                <a:lnTo>
                  <a:pt x="588081" y="86966"/>
                </a:lnTo>
                <a:lnTo>
                  <a:pt x="588081" y="24480"/>
                </a:lnTo>
                <a:lnTo>
                  <a:pt x="601104" y="24480"/>
                </a:lnTo>
                <a:lnTo>
                  <a:pt x="603395" y="32472"/>
                </a:lnTo>
                <a:lnTo>
                  <a:pt x="604346" y="32472"/>
                </a:lnTo>
                <a:cubicBezTo>
                  <a:pt x="605687" y="30311"/>
                  <a:pt x="607345" y="28560"/>
                  <a:pt x="609320" y="27219"/>
                </a:cubicBezTo>
                <a:cubicBezTo>
                  <a:pt x="611332" y="25877"/>
                  <a:pt x="613549" y="24890"/>
                  <a:pt x="615971" y="24257"/>
                </a:cubicBezTo>
                <a:cubicBezTo>
                  <a:pt x="618430" y="23623"/>
                  <a:pt x="620964" y="23306"/>
                  <a:pt x="623572" y="23306"/>
                </a:cubicBezTo>
                <a:close/>
                <a:moveTo>
                  <a:pt x="654368" y="86966"/>
                </a:moveTo>
                <a:close/>
                <a:moveTo>
                  <a:pt x="689635" y="74502"/>
                </a:moveTo>
                <a:cubicBezTo>
                  <a:pt x="691498" y="74502"/>
                  <a:pt x="693305" y="74316"/>
                  <a:pt x="695056" y="73943"/>
                </a:cubicBezTo>
                <a:cubicBezTo>
                  <a:pt x="696844" y="73571"/>
                  <a:pt x="698614" y="73105"/>
                  <a:pt x="700366" y="72546"/>
                </a:cubicBezTo>
                <a:lnTo>
                  <a:pt x="700366" y="85233"/>
                </a:lnTo>
                <a:cubicBezTo>
                  <a:pt x="698540" y="86053"/>
                  <a:pt x="696267" y="86724"/>
                  <a:pt x="693547" y="87245"/>
                </a:cubicBezTo>
                <a:cubicBezTo>
                  <a:pt x="690864" y="87804"/>
                  <a:pt x="687921" y="88084"/>
                  <a:pt x="684716" y="88084"/>
                </a:cubicBezTo>
                <a:cubicBezTo>
                  <a:pt x="680990" y="88084"/>
                  <a:pt x="677637" y="87487"/>
                  <a:pt x="674656" y="86295"/>
                </a:cubicBezTo>
                <a:cubicBezTo>
                  <a:pt x="671712" y="85066"/>
                  <a:pt x="669384" y="82960"/>
                  <a:pt x="667670" y="79980"/>
                </a:cubicBezTo>
                <a:cubicBezTo>
                  <a:pt x="665993" y="76961"/>
                  <a:pt x="665155" y="72770"/>
                  <a:pt x="665155" y="67404"/>
                </a:cubicBezTo>
                <a:lnTo>
                  <a:pt x="665155" y="37279"/>
                </a:lnTo>
                <a:lnTo>
                  <a:pt x="656994" y="37279"/>
                </a:lnTo>
                <a:lnTo>
                  <a:pt x="656994" y="30069"/>
                </a:lnTo>
                <a:lnTo>
                  <a:pt x="666384" y="24368"/>
                </a:lnTo>
                <a:lnTo>
                  <a:pt x="671302" y="11178"/>
                </a:lnTo>
                <a:lnTo>
                  <a:pt x="682201" y="11178"/>
                </a:lnTo>
                <a:lnTo>
                  <a:pt x="682201" y="24480"/>
                </a:lnTo>
                <a:lnTo>
                  <a:pt x="699695" y="24480"/>
                </a:lnTo>
                <a:lnTo>
                  <a:pt x="699695" y="37279"/>
                </a:lnTo>
                <a:lnTo>
                  <a:pt x="682201" y="37279"/>
                </a:lnTo>
                <a:lnTo>
                  <a:pt x="682201" y="67404"/>
                </a:lnTo>
                <a:cubicBezTo>
                  <a:pt x="682201" y="69789"/>
                  <a:pt x="682872" y="71577"/>
                  <a:pt x="684213" y="72770"/>
                </a:cubicBezTo>
                <a:cubicBezTo>
                  <a:pt x="685592" y="73925"/>
                  <a:pt x="687399" y="74502"/>
                  <a:pt x="689635" y="74502"/>
                </a:cubicBezTo>
                <a:close/>
                <a:moveTo>
                  <a:pt x="704110" y="86966"/>
                </a:moveTo>
                <a:close/>
                <a:moveTo>
                  <a:pt x="730099" y="24480"/>
                </a:moveTo>
                <a:lnTo>
                  <a:pt x="730099" y="86966"/>
                </a:lnTo>
                <a:lnTo>
                  <a:pt x="713053" y="86966"/>
                </a:lnTo>
                <a:lnTo>
                  <a:pt x="713053" y="24480"/>
                </a:lnTo>
                <a:lnTo>
                  <a:pt x="730099" y="24480"/>
                </a:lnTo>
                <a:close/>
                <a:moveTo>
                  <a:pt x="721604" y="0"/>
                </a:moveTo>
                <a:cubicBezTo>
                  <a:pt x="724138" y="0"/>
                  <a:pt x="726318" y="596"/>
                  <a:pt x="728143" y="1789"/>
                </a:cubicBezTo>
                <a:cubicBezTo>
                  <a:pt x="729969" y="2944"/>
                  <a:pt x="730882" y="5123"/>
                  <a:pt x="730882" y="8328"/>
                </a:cubicBezTo>
                <a:cubicBezTo>
                  <a:pt x="730882" y="11495"/>
                  <a:pt x="729969" y="13693"/>
                  <a:pt x="728143" y="14923"/>
                </a:cubicBezTo>
                <a:cubicBezTo>
                  <a:pt x="726318" y="16115"/>
                  <a:pt x="724138" y="16711"/>
                  <a:pt x="721604" y="16711"/>
                </a:cubicBezTo>
                <a:cubicBezTo>
                  <a:pt x="719033" y="16711"/>
                  <a:pt x="716835" y="16115"/>
                  <a:pt x="715009" y="14923"/>
                </a:cubicBezTo>
                <a:cubicBezTo>
                  <a:pt x="713220" y="13693"/>
                  <a:pt x="712326" y="11495"/>
                  <a:pt x="712326" y="8328"/>
                </a:cubicBezTo>
                <a:cubicBezTo>
                  <a:pt x="712326" y="5123"/>
                  <a:pt x="713220" y="2944"/>
                  <a:pt x="715009" y="1789"/>
                </a:cubicBezTo>
                <a:cubicBezTo>
                  <a:pt x="716835" y="596"/>
                  <a:pt x="719033" y="0"/>
                  <a:pt x="721604" y="0"/>
                </a:cubicBezTo>
                <a:close/>
                <a:moveTo>
                  <a:pt x="739098" y="86966"/>
                </a:moveTo>
                <a:close/>
                <a:moveTo>
                  <a:pt x="783531" y="23306"/>
                </a:moveTo>
                <a:cubicBezTo>
                  <a:pt x="790201" y="23306"/>
                  <a:pt x="795566" y="25132"/>
                  <a:pt x="799627" y="28784"/>
                </a:cubicBezTo>
                <a:cubicBezTo>
                  <a:pt x="803689" y="32398"/>
                  <a:pt x="805719" y="38211"/>
                  <a:pt x="805719" y="46222"/>
                </a:cubicBezTo>
                <a:lnTo>
                  <a:pt x="805719" y="86966"/>
                </a:lnTo>
                <a:lnTo>
                  <a:pt x="788673" y="86966"/>
                </a:lnTo>
                <a:lnTo>
                  <a:pt x="788673" y="50469"/>
                </a:lnTo>
                <a:cubicBezTo>
                  <a:pt x="788673" y="45998"/>
                  <a:pt x="787853" y="42626"/>
                  <a:pt x="786214" y="40353"/>
                </a:cubicBezTo>
                <a:cubicBezTo>
                  <a:pt x="784611" y="38080"/>
                  <a:pt x="782078" y="36944"/>
                  <a:pt x="778612" y="36944"/>
                </a:cubicBezTo>
                <a:cubicBezTo>
                  <a:pt x="773396" y="36944"/>
                  <a:pt x="769838" y="38714"/>
                  <a:pt x="767937" y="42253"/>
                </a:cubicBezTo>
                <a:cubicBezTo>
                  <a:pt x="766037" y="45793"/>
                  <a:pt x="765087" y="50898"/>
                  <a:pt x="765087" y="57567"/>
                </a:cubicBezTo>
                <a:lnTo>
                  <a:pt x="765087" y="86966"/>
                </a:lnTo>
                <a:lnTo>
                  <a:pt x="748040" y="86966"/>
                </a:lnTo>
                <a:lnTo>
                  <a:pt x="748040" y="24480"/>
                </a:lnTo>
                <a:lnTo>
                  <a:pt x="761063" y="24480"/>
                </a:lnTo>
                <a:lnTo>
                  <a:pt x="763354" y="32472"/>
                </a:lnTo>
                <a:lnTo>
                  <a:pt x="764304" y="32472"/>
                </a:lnTo>
                <a:cubicBezTo>
                  <a:pt x="765646" y="30311"/>
                  <a:pt x="767304" y="28560"/>
                  <a:pt x="769279" y="27219"/>
                </a:cubicBezTo>
                <a:cubicBezTo>
                  <a:pt x="771291" y="25877"/>
                  <a:pt x="773508" y="24890"/>
                  <a:pt x="775930" y="24257"/>
                </a:cubicBezTo>
                <a:cubicBezTo>
                  <a:pt x="778389" y="23623"/>
                  <a:pt x="780923" y="23306"/>
                  <a:pt x="783531" y="23306"/>
                </a:cubicBezTo>
                <a:close/>
                <a:moveTo>
                  <a:pt x="814327" y="86966"/>
                </a:moveTo>
                <a:close/>
                <a:moveTo>
                  <a:pt x="880613" y="24480"/>
                </a:moveTo>
                <a:lnTo>
                  <a:pt x="880613" y="86966"/>
                </a:lnTo>
                <a:lnTo>
                  <a:pt x="867535" y="86966"/>
                </a:lnTo>
                <a:lnTo>
                  <a:pt x="865243" y="78973"/>
                </a:lnTo>
                <a:lnTo>
                  <a:pt x="864349" y="78973"/>
                </a:lnTo>
                <a:cubicBezTo>
                  <a:pt x="863007" y="81097"/>
                  <a:pt x="861331" y="82830"/>
                  <a:pt x="859319" y="84171"/>
                </a:cubicBezTo>
                <a:cubicBezTo>
                  <a:pt x="857307" y="85513"/>
                  <a:pt x="855090" y="86500"/>
                  <a:pt x="852668" y="87134"/>
                </a:cubicBezTo>
                <a:cubicBezTo>
                  <a:pt x="850246" y="87767"/>
                  <a:pt x="847731" y="88084"/>
                  <a:pt x="845122" y="88084"/>
                </a:cubicBezTo>
                <a:cubicBezTo>
                  <a:pt x="840651" y="88084"/>
                  <a:pt x="836757" y="87301"/>
                  <a:pt x="833441" y="85736"/>
                </a:cubicBezTo>
                <a:cubicBezTo>
                  <a:pt x="830125" y="84134"/>
                  <a:pt x="827535" y="81656"/>
                  <a:pt x="825672" y="78303"/>
                </a:cubicBezTo>
                <a:cubicBezTo>
                  <a:pt x="823847" y="74949"/>
                  <a:pt x="822934" y="70590"/>
                  <a:pt x="822934" y="65224"/>
                </a:cubicBezTo>
                <a:lnTo>
                  <a:pt x="822934" y="24480"/>
                </a:lnTo>
                <a:lnTo>
                  <a:pt x="839980" y="24480"/>
                </a:lnTo>
                <a:lnTo>
                  <a:pt x="839980" y="60977"/>
                </a:lnTo>
                <a:cubicBezTo>
                  <a:pt x="839980" y="65448"/>
                  <a:pt x="840782" y="68820"/>
                  <a:pt x="842384" y="71093"/>
                </a:cubicBezTo>
                <a:cubicBezTo>
                  <a:pt x="843986" y="73366"/>
                  <a:pt x="846538" y="74502"/>
                  <a:pt x="850041" y="74502"/>
                </a:cubicBezTo>
                <a:cubicBezTo>
                  <a:pt x="853506" y="74502"/>
                  <a:pt x="856226" y="73720"/>
                  <a:pt x="858201" y="72155"/>
                </a:cubicBezTo>
                <a:cubicBezTo>
                  <a:pt x="860176" y="70553"/>
                  <a:pt x="861554" y="68224"/>
                  <a:pt x="862337" y="65168"/>
                </a:cubicBezTo>
                <a:cubicBezTo>
                  <a:pt x="863156" y="62076"/>
                  <a:pt x="863566" y="58313"/>
                  <a:pt x="863566" y="53879"/>
                </a:cubicBezTo>
                <a:lnTo>
                  <a:pt x="863566" y="24480"/>
                </a:lnTo>
                <a:lnTo>
                  <a:pt x="880613" y="24480"/>
                </a:lnTo>
                <a:close/>
                <a:moveTo>
                  <a:pt x="889555" y="86966"/>
                </a:moveTo>
                <a:close/>
                <a:moveTo>
                  <a:pt x="955283" y="55611"/>
                </a:moveTo>
                <a:cubicBezTo>
                  <a:pt x="955283" y="60828"/>
                  <a:pt x="954575" y="65448"/>
                  <a:pt x="953159" y="69472"/>
                </a:cubicBezTo>
                <a:cubicBezTo>
                  <a:pt x="951780" y="73496"/>
                  <a:pt x="949750" y="76906"/>
                  <a:pt x="947067" y="79700"/>
                </a:cubicBezTo>
                <a:cubicBezTo>
                  <a:pt x="944421" y="82457"/>
                  <a:pt x="941217" y="84544"/>
                  <a:pt x="937454" y="85960"/>
                </a:cubicBezTo>
                <a:cubicBezTo>
                  <a:pt x="933728" y="87376"/>
                  <a:pt x="929517" y="88084"/>
                  <a:pt x="924822" y="88084"/>
                </a:cubicBezTo>
                <a:cubicBezTo>
                  <a:pt x="920426" y="88084"/>
                  <a:pt x="916383" y="87376"/>
                  <a:pt x="912694" y="85960"/>
                </a:cubicBezTo>
                <a:cubicBezTo>
                  <a:pt x="909043" y="84544"/>
                  <a:pt x="905857" y="82457"/>
                  <a:pt x="903137" y="79700"/>
                </a:cubicBezTo>
                <a:cubicBezTo>
                  <a:pt x="900454" y="76906"/>
                  <a:pt x="898368" y="73496"/>
                  <a:pt x="896877" y="69472"/>
                </a:cubicBezTo>
                <a:cubicBezTo>
                  <a:pt x="895424" y="65448"/>
                  <a:pt x="894697" y="60828"/>
                  <a:pt x="894697" y="55611"/>
                </a:cubicBezTo>
                <a:cubicBezTo>
                  <a:pt x="894697" y="48681"/>
                  <a:pt x="895927" y="42812"/>
                  <a:pt x="898386" y="38006"/>
                </a:cubicBezTo>
                <a:cubicBezTo>
                  <a:pt x="900845" y="33199"/>
                  <a:pt x="904348" y="29548"/>
                  <a:pt x="908894" y="27051"/>
                </a:cubicBezTo>
                <a:cubicBezTo>
                  <a:pt x="913439" y="24555"/>
                  <a:pt x="918861" y="23306"/>
                  <a:pt x="925158" y="23306"/>
                </a:cubicBezTo>
                <a:cubicBezTo>
                  <a:pt x="931008" y="23306"/>
                  <a:pt x="936187" y="24555"/>
                  <a:pt x="940695" y="27051"/>
                </a:cubicBezTo>
                <a:cubicBezTo>
                  <a:pt x="945241" y="29548"/>
                  <a:pt x="948800" y="33199"/>
                  <a:pt x="951371" y="38006"/>
                </a:cubicBezTo>
                <a:cubicBezTo>
                  <a:pt x="953979" y="42812"/>
                  <a:pt x="955283" y="48681"/>
                  <a:pt x="955283" y="55611"/>
                </a:cubicBezTo>
                <a:close/>
                <a:moveTo>
                  <a:pt x="912079" y="55611"/>
                </a:moveTo>
                <a:cubicBezTo>
                  <a:pt x="912079" y="59710"/>
                  <a:pt x="912527" y="63156"/>
                  <a:pt x="913421" y="65951"/>
                </a:cubicBezTo>
                <a:cubicBezTo>
                  <a:pt x="914315" y="68745"/>
                  <a:pt x="915712" y="70851"/>
                  <a:pt x="917613" y="72267"/>
                </a:cubicBezTo>
                <a:cubicBezTo>
                  <a:pt x="919513" y="73682"/>
                  <a:pt x="921991" y="74390"/>
                  <a:pt x="925046" y="74390"/>
                </a:cubicBezTo>
                <a:cubicBezTo>
                  <a:pt x="928064" y="74390"/>
                  <a:pt x="930505" y="73682"/>
                  <a:pt x="932368" y="72267"/>
                </a:cubicBezTo>
                <a:cubicBezTo>
                  <a:pt x="934268" y="70851"/>
                  <a:pt x="935647" y="68745"/>
                  <a:pt x="936504" y="65951"/>
                </a:cubicBezTo>
                <a:cubicBezTo>
                  <a:pt x="937398" y="63156"/>
                  <a:pt x="937845" y="59710"/>
                  <a:pt x="937845" y="55611"/>
                </a:cubicBezTo>
                <a:cubicBezTo>
                  <a:pt x="937845" y="51475"/>
                  <a:pt x="937398" y="48047"/>
                  <a:pt x="936504" y="45327"/>
                </a:cubicBezTo>
                <a:cubicBezTo>
                  <a:pt x="935647" y="42570"/>
                  <a:pt x="934268" y="40502"/>
                  <a:pt x="932368" y="39123"/>
                </a:cubicBezTo>
                <a:cubicBezTo>
                  <a:pt x="930467" y="37745"/>
                  <a:pt x="927990" y="37055"/>
                  <a:pt x="924934" y="37055"/>
                </a:cubicBezTo>
                <a:cubicBezTo>
                  <a:pt x="920426" y="37055"/>
                  <a:pt x="917147" y="38602"/>
                  <a:pt x="915097" y="41694"/>
                </a:cubicBezTo>
                <a:cubicBezTo>
                  <a:pt x="913085" y="44787"/>
                  <a:pt x="912079" y="49426"/>
                  <a:pt x="912079" y="55611"/>
                </a:cubicBezTo>
                <a:close/>
                <a:moveTo>
                  <a:pt x="960425" y="86966"/>
                </a:moveTo>
                <a:close/>
                <a:moveTo>
                  <a:pt x="1026711" y="24480"/>
                </a:moveTo>
                <a:lnTo>
                  <a:pt x="1026711" y="86966"/>
                </a:lnTo>
                <a:lnTo>
                  <a:pt x="1013633" y="86966"/>
                </a:lnTo>
                <a:lnTo>
                  <a:pt x="1011341" y="78973"/>
                </a:lnTo>
                <a:lnTo>
                  <a:pt x="1010447" y="78973"/>
                </a:lnTo>
                <a:cubicBezTo>
                  <a:pt x="1009106" y="81097"/>
                  <a:pt x="1007429" y="82830"/>
                  <a:pt x="1005417" y="84171"/>
                </a:cubicBezTo>
                <a:cubicBezTo>
                  <a:pt x="1003405" y="85513"/>
                  <a:pt x="1001188" y="86500"/>
                  <a:pt x="998766" y="87134"/>
                </a:cubicBezTo>
                <a:cubicBezTo>
                  <a:pt x="996344" y="87767"/>
                  <a:pt x="993829" y="88084"/>
                  <a:pt x="991221" y="88084"/>
                </a:cubicBezTo>
                <a:cubicBezTo>
                  <a:pt x="986749" y="88084"/>
                  <a:pt x="982856" y="87301"/>
                  <a:pt x="979539" y="85736"/>
                </a:cubicBezTo>
                <a:cubicBezTo>
                  <a:pt x="976223" y="84134"/>
                  <a:pt x="973634" y="81656"/>
                  <a:pt x="971771" y="78303"/>
                </a:cubicBezTo>
                <a:cubicBezTo>
                  <a:pt x="969945" y="74949"/>
                  <a:pt x="969032" y="70590"/>
                  <a:pt x="969032" y="65224"/>
                </a:cubicBezTo>
                <a:lnTo>
                  <a:pt x="969032" y="24480"/>
                </a:lnTo>
                <a:lnTo>
                  <a:pt x="986079" y="24480"/>
                </a:lnTo>
                <a:lnTo>
                  <a:pt x="986079" y="60977"/>
                </a:lnTo>
                <a:cubicBezTo>
                  <a:pt x="986079" y="65448"/>
                  <a:pt x="986880" y="68820"/>
                  <a:pt x="988482" y="71093"/>
                </a:cubicBezTo>
                <a:cubicBezTo>
                  <a:pt x="990084" y="73366"/>
                  <a:pt x="992636" y="74502"/>
                  <a:pt x="996139" y="74502"/>
                </a:cubicBezTo>
                <a:cubicBezTo>
                  <a:pt x="999604" y="74502"/>
                  <a:pt x="1002324" y="73720"/>
                  <a:pt x="1004299" y="72155"/>
                </a:cubicBezTo>
                <a:cubicBezTo>
                  <a:pt x="1006274" y="70553"/>
                  <a:pt x="1007652" y="68224"/>
                  <a:pt x="1008435" y="65168"/>
                </a:cubicBezTo>
                <a:cubicBezTo>
                  <a:pt x="1009255" y="62076"/>
                  <a:pt x="1009664" y="58313"/>
                  <a:pt x="1009664" y="53879"/>
                </a:cubicBezTo>
                <a:lnTo>
                  <a:pt x="1009664" y="24480"/>
                </a:lnTo>
                <a:lnTo>
                  <a:pt x="1026711" y="24480"/>
                </a:lnTo>
                <a:close/>
                <a:moveTo>
                  <a:pt x="1035654" y="86966"/>
                </a:moveTo>
                <a:close/>
                <a:moveTo>
                  <a:pt x="1088191" y="68410"/>
                </a:moveTo>
                <a:cubicBezTo>
                  <a:pt x="1088191" y="72658"/>
                  <a:pt x="1087185" y="76253"/>
                  <a:pt x="1085173" y="79197"/>
                </a:cubicBezTo>
                <a:cubicBezTo>
                  <a:pt x="1083198" y="82103"/>
                  <a:pt x="1080236" y="84320"/>
                  <a:pt x="1076286" y="85848"/>
                </a:cubicBezTo>
                <a:cubicBezTo>
                  <a:pt x="1072336" y="87338"/>
                  <a:pt x="1067418" y="88084"/>
                  <a:pt x="1061531" y="88084"/>
                </a:cubicBezTo>
                <a:cubicBezTo>
                  <a:pt x="1057171" y="88084"/>
                  <a:pt x="1053427" y="87804"/>
                  <a:pt x="1050297" y="87245"/>
                </a:cubicBezTo>
                <a:cubicBezTo>
                  <a:pt x="1047204" y="86686"/>
                  <a:pt x="1044074" y="85755"/>
                  <a:pt x="1040907" y="84451"/>
                </a:cubicBezTo>
                <a:lnTo>
                  <a:pt x="1040907" y="70366"/>
                </a:lnTo>
                <a:cubicBezTo>
                  <a:pt x="1044298" y="71894"/>
                  <a:pt x="1047931" y="73161"/>
                  <a:pt x="1051806" y="74167"/>
                </a:cubicBezTo>
                <a:cubicBezTo>
                  <a:pt x="1055718" y="75136"/>
                  <a:pt x="1059146" y="75620"/>
                  <a:pt x="1062090" y="75620"/>
                </a:cubicBezTo>
                <a:cubicBezTo>
                  <a:pt x="1065406" y="75620"/>
                  <a:pt x="1067772" y="75136"/>
                  <a:pt x="1069188" y="74167"/>
                </a:cubicBezTo>
                <a:cubicBezTo>
                  <a:pt x="1070641" y="73161"/>
                  <a:pt x="1071368" y="71857"/>
                  <a:pt x="1071368" y="70255"/>
                </a:cubicBezTo>
                <a:cubicBezTo>
                  <a:pt x="1071368" y="69211"/>
                  <a:pt x="1071070" y="68280"/>
                  <a:pt x="1070473" y="67460"/>
                </a:cubicBezTo>
                <a:cubicBezTo>
                  <a:pt x="1069915" y="66603"/>
                  <a:pt x="1068685" y="65653"/>
                  <a:pt x="1066785" y="64610"/>
                </a:cubicBezTo>
                <a:cubicBezTo>
                  <a:pt x="1064884" y="63529"/>
                  <a:pt x="1061904" y="62132"/>
                  <a:pt x="1057842" y="60418"/>
                </a:cubicBezTo>
                <a:cubicBezTo>
                  <a:pt x="1053930" y="58778"/>
                  <a:pt x="1050707" y="57120"/>
                  <a:pt x="1048173" y="55444"/>
                </a:cubicBezTo>
                <a:cubicBezTo>
                  <a:pt x="1045677" y="53767"/>
                  <a:pt x="1043814" y="51792"/>
                  <a:pt x="1042584" y="49519"/>
                </a:cubicBezTo>
                <a:cubicBezTo>
                  <a:pt x="1041392" y="47209"/>
                  <a:pt x="1040796" y="44284"/>
                  <a:pt x="1040796" y="40744"/>
                </a:cubicBezTo>
                <a:cubicBezTo>
                  <a:pt x="1040796" y="34969"/>
                  <a:pt x="1043031" y="30628"/>
                  <a:pt x="1047502" y="27722"/>
                </a:cubicBezTo>
                <a:cubicBezTo>
                  <a:pt x="1052011" y="24778"/>
                  <a:pt x="1058028" y="23306"/>
                  <a:pt x="1065555" y="23306"/>
                </a:cubicBezTo>
                <a:cubicBezTo>
                  <a:pt x="1069430" y="23306"/>
                  <a:pt x="1073119" y="23698"/>
                  <a:pt x="1076621" y="24480"/>
                </a:cubicBezTo>
                <a:cubicBezTo>
                  <a:pt x="1080161" y="25263"/>
                  <a:pt x="1083794" y="26511"/>
                  <a:pt x="1087520" y="28225"/>
                </a:cubicBezTo>
                <a:lnTo>
                  <a:pt x="1082378" y="40521"/>
                </a:lnTo>
                <a:cubicBezTo>
                  <a:pt x="1079286" y="39179"/>
                  <a:pt x="1076361" y="38080"/>
                  <a:pt x="1073603" y="37223"/>
                </a:cubicBezTo>
                <a:cubicBezTo>
                  <a:pt x="1070883" y="36366"/>
                  <a:pt x="1068107" y="35938"/>
                  <a:pt x="1065276" y="35938"/>
                </a:cubicBezTo>
                <a:cubicBezTo>
                  <a:pt x="1062779" y="35938"/>
                  <a:pt x="1060898" y="36273"/>
                  <a:pt x="1059631" y="36944"/>
                </a:cubicBezTo>
                <a:cubicBezTo>
                  <a:pt x="1058364" y="37614"/>
                  <a:pt x="1057730" y="38639"/>
                  <a:pt x="1057730" y="40018"/>
                </a:cubicBezTo>
                <a:cubicBezTo>
                  <a:pt x="1057730" y="41024"/>
                  <a:pt x="1058047" y="41918"/>
                  <a:pt x="1058681" y="42700"/>
                </a:cubicBezTo>
                <a:cubicBezTo>
                  <a:pt x="1059351" y="43483"/>
                  <a:pt x="1060618" y="44359"/>
                  <a:pt x="1062481" y="45327"/>
                </a:cubicBezTo>
                <a:cubicBezTo>
                  <a:pt x="1064381" y="46259"/>
                  <a:pt x="1067157" y="47470"/>
                  <a:pt x="1070809" y="48960"/>
                </a:cubicBezTo>
                <a:cubicBezTo>
                  <a:pt x="1074349" y="50413"/>
                  <a:pt x="1077422" y="51941"/>
                  <a:pt x="1080031" y="53543"/>
                </a:cubicBezTo>
                <a:cubicBezTo>
                  <a:pt x="1082639" y="55108"/>
                  <a:pt x="1084651" y="57064"/>
                  <a:pt x="1086067" y="59412"/>
                </a:cubicBezTo>
                <a:cubicBezTo>
                  <a:pt x="1087483" y="61722"/>
                  <a:pt x="1088191" y="64721"/>
                  <a:pt x="1088191" y="68410"/>
                </a:cubicBezTo>
                <a:close/>
                <a:moveTo>
                  <a:pt x="1122284" y="86966"/>
                </a:moveTo>
                <a:close/>
                <a:moveTo>
                  <a:pt x="1132568" y="5254"/>
                </a:moveTo>
                <a:lnTo>
                  <a:pt x="1157998" y="5254"/>
                </a:lnTo>
                <a:cubicBezTo>
                  <a:pt x="1168878" y="5254"/>
                  <a:pt x="1177113" y="6781"/>
                  <a:pt x="1182702" y="9837"/>
                </a:cubicBezTo>
                <a:cubicBezTo>
                  <a:pt x="1188291" y="12892"/>
                  <a:pt x="1191085" y="18258"/>
                  <a:pt x="1191085" y="25933"/>
                </a:cubicBezTo>
                <a:cubicBezTo>
                  <a:pt x="1191085" y="29026"/>
                  <a:pt x="1190582" y="31820"/>
                  <a:pt x="1189576" y="34317"/>
                </a:cubicBezTo>
                <a:cubicBezTo>
                  <a:pt x="1188608" y="36813"/>
                  <a:pt x="1187192" y="38863"/>
                  <a:pt x="1185329" y="40465"/>
                </a:cubicBezTo>
                <a:cubicBezTo>
                  <a:pt x="1183466" y="42067"/>
                  <a:pt x="1181193" y="43110"/>
                  <a:pt x="1178510" y="43595"/>
                </a:cubicBezTo>
                <a:lnTo>
                  <a:pt x="1178510" y="44154"/>
                </a:lnTo>
                <a:cubicBezTo>
                  <a:pt x="1181230" y="44713"/>
                  <a:pt x="1183689" y="45681"/>
                  <a:pt x="1185888" y="47060"/>
                </a:cubicBezTo>
                <a:cubicBezTo>
                  <a:pt x="1188086" y="48401"/>
                  <a:pt x="1189837" y="50376"/>
                  <a:pt x="1191141" y="52984"/>
                </a:cubicBezTo>
                <a:cubicBezTo>
                  <a:pt x="1192483" y="55555"/>
                  <a:pt x="1193153" y="58983"/>
                  <a:pt x="1193153" y="63268"/>
                </a:cubicBezTo>
                <a:cubicBezTo>
                  <a:pt x="1193153" y="68224"/>
                  <a:pt x="1191942" y="72472"/>
                  <a:pt x="1189520" y="76011"/>
                </a:cubicBezTo>
                <a:cubicBezTo>
                  <a:pt x="1187099" y="79551"/>
                  <a:pt x="1183633" y="82271"/>
                  <a:pt x="1179125" y="84171"/>
                </a:cubicBezTo>
                <a:cubicBezTo>
                  <a:pt x="1174654" y="86034"/>
                  <a:pt x="1169325" y="86966"/>
                  <a:pt x="1163140" y="86966"/>
                </a:cubicBezTo>
                <a:lnTo>
                  <a:pt x="1132568" y="86966"/>
                </a:lnTo>
                <a:lnTo>
                  <a:pt x="1132568" y="5254"/>
                </a:lnTo>
                <a:close/>
                <a:moveTo>
                  <a:pt x="1149894" y="37614"/>
                </a:moveTo>
                <a:lnTo>
                  <a:pt x="1159954" y="37614"/>
                </a:lnTo>
                <a:cubicBezTo>
                  <a:pt x="1164984" y="37614"/>
                  <a:pt x="1168468" y="36832"/>
                  <a:pt x="1170406" y="35267"/>
                </a:cubicBezTo>
                <a:cubicBezTo>
                  <a:pt x="1172343" y="33665"/>
                  <a:pt x="1173312" y="31317"/>
                  <a:pt x="1173312" y="28225"/>
                </a:cubicBezTo>
                <a:cubicBezTo>
                  <a:pt x="1173312" y="25095"/>
                  <a:pt x="1172157" y="22859"/>
                  <a:pt x="1169847" y="21518"/>
                </a:cubicBezTo>
                <a:cubicBezTo>
                  <a:pt x="1167574" y="20139"/>
                  <a:pt x="1163960" y="19450"/>
                  <a:pt x="1159004" y="19450"/>
                </a:cubicBezTo>
                <a:lnTo>
                  <a:pt x="1149894" y="19450"/>
                </a:lnTo>
                <a:lnTo>
                  <a:pt x="1149894" y="37614"/>
                </a:lnTo>
                <a:close/>
                <a:moveTo>
                  <a:pt x="1149894" y="51363"/>
                </a:moveTo>
                <a:lnTo>
                  <a:pt x="1149894" y="72658"/>
                </a:lnTo>
                <a:lnTo>
                  <a:pt x="1161184" y="72658"/>
                </a:lnTo>
                <a:cubicBezTo>
                  <a:pt x="1166400" y="72658"/>
                  <a:pt x="1170033" y="71652"/>
                  <a:pt x="1172083" y="69640"/>
                </a:cubicBezTo>
                <a:cubicBezTo>
                  <a:pt x="1174132" y="67628"/>
                  <a:pt x="1175157" y="64926"/>
                  <a:pt x="1175157" y="61536"/>
                </a:cubicBezTo>
                <a:cubicBezTo>
                  <a:pt x="1175157" y="59524"/>
                  <a:pt x="1174709" y="57754"/>
                  <a:pt x="1173815" y="56226"/>
                </a:cubicBezTo>
                <a:cubicBezTo>
                  <a:pt x="1172921" y="54698"/>
                  <a:pt x="1171412" y="53506"/>
                  <a:pt x="1169288" y="52649"/>
                </a:cubicBezTo>
                <a:cubicBezTo>
                  <a:pt x="1167202" y="51792"/>
                  <a:pt x="1164314" y="51363"/>
                  <a:pt x="1160625" y="51363"/>
                </a:cubicBezTo>
                <a:lnTo>
                  <a:pt x="1149894" y="51363"/>
                </a:lnTo>
                <a:close/>
                <a:moveTo>
                  <a:pt x="1199190" y="86966"/>
                </a:moveTo>
                <a:close/>
                <a:moveTo>
                  <a:pt x="1225179" y="86966"/>
                </a:moveTo>
                <a:lnTo>
                  <a:pt x="1208132" y="86966"/>
                </a:lnTo>
                <a:lnTo>
                  <a:pt x="1208132" y="0"/>
                </a:lnTo>
                <a:lnTo>
                  <a:pt x="1225179" y="0"/>
                </a:lnTo>
                <a:lnTo>
                  <a:pt x="1225179" y="86966"/>
                </a:lnTo>
                <a:close/>
                <a:moveTo>
                  <a:pt x="1234177" y="86966"/>
                </a:moveTo>
                <a:close/>
                <a:moveTo>
                  <a:pt x="1299905" y="55611"/>
                </a:moveTo>
                <a:cubicBezTo>
                  <a:pt x="1299905" y="60828"/>
                  <a:pt x="1299197" y="65448"/>
                  <a:pt x="1297781" y="69472"/>
                </a:cubicBezTo>
                <a:cubicBezTo>
                  <a:pt x="1296402" y="73496"/>
                  <a:pt x="1294371" y="76906"/>
                  <a:pt x="1291689" y="79700"/>
                </a:cubicBezTo>
                <a:cubicBezTo>
                  <a:pt x="1289043" y="82457"/>
                  <a:pt x="1285839" y="84544"/>
                  <a:pt x="1282075" y="85960"/>
                </a:cubicBezTo>
                <a:cubicBezTo>
                  <a:pt x="1278349" y="87376"/>
                  <a:pt x="1274139" y="88084"/>
                  <a:pt x="1269444" y="88084"/>
                </a:cubicBezTo>
                <a:cubicBezTo>
                  <a:pt x="1265047" y="88084"/>
                  <a:pt x="1261005" y="87376"/>
                  <a:pt x="1257316" y="85960"/>
                </a:cubicBezTo>
                <a:cubicBezTo>
                  <a:pt x="1253664" y="84544"/>
                  <a:pt x="1250479" y="82457"/>
                  <a:pt x="1247759" y="79700"/>
                </a:cubicBezTo>
                <a:cubicBezTo>
                  <a:pt x="1245076" y="76906"/>
                  <a:pt x="1242989" y="73496"/>
                  <a:pt x="1241499" y="69472"/>
                </a:cubicBezTo>
                <a:cubicBezTo>
                  <a:pt x="1240046" y="65448"/>
                  <a:pt x="1239319" y="60828"/>
                  <a:pt x="1239319" y="55611"/>
                </a:cubicBezTo>
                <a:cubicBezTo>
                  <a:pt x="1239319" y="48681"/>
                  <a:pt x="1240549" y="42812"/>
                  <a:pt x="1243008" y="38006"/>
                </a:cubicBezTo>
                <a:cubicBezTo>
                  <a:pt x="1245467" y="33199"/>
                  <a:pt x="1248969" y="29548"/>
                  <a:pt x="1253515" y="27051"/>
                </a:cubicBezTo>
                <a:cubicBezTo>
                  <a:pt x="1258061" y="24555"/>
                  <a:pt x="1263482" y="23306"/>
                  <a:pt x="1269779" y="23306"/>
                </a:cubicBezTo>
                <a:cubicBezTo>
                  <a:pt x="1275629" y="23306"/>
                  <a:pt x="1280809" y="24555"/>
                  <a:pt x="1285317" y="27051"/>
                </a:cubicBezTo>
                <a:cubicBezTo>
                  <a:pt x="1289863" y="29548"/>
                  <a:pt x="1293421" y="33199"/>
                  <a:pt x="1295992" y="38006"/>
                </a:cubicBezTo>
                <a:cubicBezTo>
                  <a:pt x="1298600" y="42812"/>
                  <a:pt x="1299905" y="48681"/>
                  <a:pt x="1299905" y="55611"/>
                </a:cubicBezTo>
                <a:close/>
                <a:moveTo>
                  <a:pt x="1256701" y="55611"/>
                </a:moveTo>
                <a:cubicBezTo>
                  <a:pt x="1256701" y="59710"/>
                  <a:pt x="1257148" y="63156"/>
                  <a:pt x="1258042" y="65951"/>
                </a:cubicBezTo>
                <a:cubicBezTo>
                  <a:pt x="1258937" y="68745"/>
                  <a:pt x="1260334" y="70851"/>
                  <a:pt x="1262234" y="72267"/>
                </a:cubicBezTo>
                <a:cubicBezTo>
                  <a:pt x="1264135" y="73682"/>
                  <a:pt x="1266612" y="74390"/>
                  <a:pt x="1269668" y="74390"/>
                </a:cubicBezTo>
                <a:cubicBezTo>
                  <a:pt x="1272686" y="74390"/>
                  <a:pt x="1275126" y="73682"/>
                  <a:pt x="1276989" y="72267"/>
                </a:cubicBezTo>
                <a:cubicBezTo>
                  <a:pt x="1278890" y="70851"/>
                  <a:pt x="1280268" y="68745"/>
                  <a:pt x="1281125" y="65951"/>
                </a:cubicBezTo>
                <a:cubicBezTo>
                  <a:pt x="1282020" y="63156"/>
                  <a:pt x="1282467" y="59710"/>
                  <a:pt x="1282467" y="55611"/>
                </a:cubicBezTo>
                <a:cubicBezTo>
                  <a:pt x="1282467" y="51475"/>
                  <a:pt x="1282020" y="48047"/>
                  <a:pt x="1281125" y="45327"/>
                </a:cubicBezTo>
                <a:cubicBezTo>
                  <a:pt x="1280268" y="42570"/>
                  <a:pt x="1278890" y="40502"/>
                  <a:pt x="1276989" y="39123"/>
                </a:cubicBezTo>
                <a:cubicBezTo>
                  <a:pt x="1275089" y="37745"/>
                  <a:pt x="1272611" y="37055"/>
                  <a:pt x="1269556" y="37055"/>
                </a:cubicBezTo>
                <a:cubicBezTo>
                  <a:pt x="1265047" y="37055"/>
                  <a:pt x="1261768" y="38602"/>
                  <a:pt x="1259719" y="41694"/>
                </a:cubicBezTo>
                <a:cubicBezTo>
                  <a:pt x="1257707" y="44787"/>
                  <a:pt x="1256701" y="49426"/>
                  <a:pt x="1256701" y="55611"/>
                </a:cubicBezTo>
                <a:close/>
                <a:moveTo>
                  <a:pt x="1305046" y="86966"/>
                </a:moveTo>
                <a:close/>
                <a:moveTo>
                  <a:pt x="1339363" y="88084"/>
                </a:moveTo>
                <a:cubicBezTo>
                  <a:pt x="1333178" y="88084"/>
                  <a:pt x="1327906" y="86966"/>
                  <a:pt x="1323546" y="84730"/>
                </a:cubicBezTo>
                <a:cubicBezTo>
                  <a:pt x="1319187" y="82457"/>
                  <a:pt x="1315871" y="78955"/>
                  <a:pt x="1313598" y="74223"/>
                </a:cubicBezTo>
                <a:cubicBezTo>
                  <a:pt x="1311325" y="69491"/>
                  <a:pt x="1310188" y="63436"/>
                  <a:pt x="1310188" y="56058"/>
                </a:cubicBezTo>
                <a:cubicBezTo>
                  <a:pt x="1310188" y="48420"/>
                  <a:pt x="1311474" y="42197"/>
                  <a:pt x="1314045" y="37391"/>
                </a:cubicBezTo>
                <a:cubicBezTo>
                  <a:pt x="1316653" y="32547"/>
                  <a:pt x="1320249" y="28989"/>
                  <a:pt x="1324832" y="26716"/>
                </a:cubicBezTo>
                <a:cubicBezTo>
                  <a:pt x="1329452" y="24443"/>
                  <a:pt x="1334799" y="23306"/>
                  <a:pt x="1340872" y="23306"/>
                </a:cubicBezTo>
                <a:cubicBezTo>
                  <a:pt x="1345195" y="23306"/>
                  <a:pt x="1348921" y="23735"/>
                  <a:pt x="1352051" y="24592"/>
                </a:cubicBezTo>
                <a:cubicBezTo>
                  <a:pt x="1355218" y="25412"/>
                  <a:pt x="1357975" y="26399"/>
                  <a:pt x="1360322" y="27554"/>
                </a:cubicBezTo>
                <a:lnTo>
                  <a:pt x="1355292" y="40744"/>
                </a:lnTo>
                <a:cubicBezTo>
                  <a:pt x="1352609" y="39664"/>
                  <a:pt x="1350113" y="38788"/>
                  <a:pt x="1347803" y="38117"/>
                </a:cubicBezTo>
                <a:cubicBezTo>
                  <a:pt x="1345493" y="37409"/>
                  <a:pt x="1343182" y="37055"/>
                  <a:pt x="1340872" y="37055"/>
                </a:cubicBezTo>
                <a:cubicBezTo>
                  <a:pt x="1337892" y="37055"/>
                  <a:pt x="1335414" y="37763"/>
                  <a:pt x="1333439" y="39179"/>
                </a:cubicBezTo>
                <a:cubicBezTo>
                  <a:pt x="1331464" y="40558"/>
                  <a:pt x="1329992" y="42645"/>
                  <a:pt x="1329024" y="45439"/>
                </a:cubicBezTo>
                <a:cubicBezTo>
                  <a:pt x="1328055" y="48234"/>
                  <a:pt x="1327570" y="51736"/>
                  <a:pt x="1327570" y="55947"/>
                </a:cubicBezTo>
                <a:cubicBezTo>
                  <a:pt x="1327570" y="60082"/>
                  <a:pt x="1328092" y="63510"/>
                  <a:pt x="1329135" y="66230"/>
                </a:cubicBezTo>
                <a:cubicBezTo>
                  <a:pt x="1330179" y="68950"/>
                  <a:pt x="1331688" y="70981"/>
                  <a:pt x="1333662" y="72322"/>
                </a:cubicBezTo>
                <a:cubicBezTo>
                  <a:pt x="1335637" y="73627"/>
                  <a:pt x="1338041" y="74279"/>
                  <a:pt x="1340872" y="74279"/>
                </a:cubicBezTo>
                <a:cubicBezTo>
                  <a:pt x="1344412" y="74279"/>
                  <a:pt x="1347561" y="73813"/>
                  <a:pt x="1350318" y="72881"/>
                </a:cubicBezTo>
                <a:cubicBezTo>
                  <a:pt x="1353075" y="71913"/>
                  <a:pt x="1355758" y="70571"/>
                  <a:pt x="1358366" y="68857"/>
                </a:cubicBezTo>
                <a:lnTo>
                  <a:pt x="1358366" y="83445"/>
                </a:lnTo>
                <a:cubicBezTo>
                  <a:pt x="1355758" y="85084"/>
                  <a:pt x="1353019" y="86258"/>
                  <a:pt x="1350150" y="86966"/>
                </a:cubicBezTo>
                <a:cubicBezTo>
                  <a:pt x="1347318" y="87711"/>
                  <a:pt x="1343723" y="88084"/>
                  <a:pt x="1339363" y="88084"/>
                </a:cubicBezTo>
                <a:close/>
                <a:moveTo>
                  <a:pt x="1363955" y="86966"/>
                </a:moveTo>
                <a:close/>
                <a:moveTo>
                  <a:pt x="1389944" y="0"/>
                </a:moveTo>
                <a:lnTo>
                  <a:pt x="1389944" y="38900"/>
                </a:lnTo>
                <a:cubicBezTo>
                  <a:pt x="1389944" y="41247"/>
                  <a:pt x="1389851" y="43595"/>
                  <a:pt x="1389665" y="45942"/>
                </a:cubicBezTo>
                <a:cubicBezTo>
                  <a:pt x="1389479" y="48290"/>
                  <a:pt x="1389274" y="50637"/>
                  <a:pt x="1389050" y="52984"/>
                </a:cubicBezTo>
                <a:lnTo>
                  <a:pt x="1389274" y="52984"/>
                </a:lnTo>
                <a:cubicBezTo>
                  <a:pt x="1390429" y="51345"/>
                  <a:pt x="1391602" y="49724"/>
                  <a:pt x="1392795" y="48122"/>
                </a:cubicBezTo>
                <a:cubicBezTo>
                  <a:pt x="1394024" y="46520"/>
                  <a:pt x="1395328" y="44973"/>
                  <a:pt x="1396707" y="43483"/>
                </a:cubicBezTo>
                <a:lnTo>
                  <a:pt x="1414201" y="24480"/>
                </a:lnTo>
                <a:lnTo>
                  <a:pt x="1433427" y="24480"/>
                </a:lnTo>
                <a:lnTo>
                  <a:pt x="1408612" y="51587"/>
                </a:lnTo>
                <a:lnTo>
                  <a:pt x="1434936" y="86966"/>
                </a:lnTo>
                <a:lnTo>
                  <a:pt x="1415263" y="86966"/>
                </a:lnTo>
                <a:lnTo>
                  <a:pt x="1397266" y="61647"/>
                </a:lnTo>
                <a:lnTo>
                  <a:pt x="1389944" y="67516"/>
                </a:lnTo>
                <a:lnTo>
                  <a:pt x="1389944" y="86966"/>
                </a:lnTo>
                <a:lnTo>
                  <a:pt x="1372898" y="86966"/>
                </a:lnTo>
                <a:lnTo>
                  <a:pt x="1372898" y="0"/>
                </a:lnTo>
                <a:lnTo>
                  <a:pt x="1389944" y="0"/>
                </a:lnTo>
                <a:close/>
                <a:moveTo>
                  <a:pt x="1434936" y="86966"/>
                </a:moveTo>
                <a:close/>
                <a:moveTo>
                  <a:pt x="1487473" y="68410"/>
                </a:moveTo>
                <a:cubicBezTo>
                  <a:pt x="1487473" y="72658"/>
                  <a:pt x="1486467" y="76253"/>
                  <a:pt x="1484455" y="79197"/>
                </a:cubicBezTo>
                <a:cubicBezTo>
                  <a:pt x="1482481" y="82103"/>
                  <a:pt x="1479518" y="84320"/>
                  <a:pt x="1475569" y="85848"/>
                </a:cubicBezTo>
                <a:cubicBezTo>
                  <a:pt x="1471619" y="87338"/>
                  <a:pt x="1466701" y="88084"/>
                  <a:pt x="1460814" y="88084"/>
                </a:cubicBezTo>
                <a:cubicBezTo>
                  <a:pt x="1456454" y="88084"/>
                  <a:pt x="1452710" y="87804"/>
                  <a:pt x="1449580" y="87245"/>
                </a:cubicBezTo>
                <a:cubicBezTo>
                  <a:pt x="1446487" y="86686"/>
                  <a:pt x="1443357" y="85755"/>
                  <a:pt x="1440190" y="84451"/>
                </a:cubicBezTo>
                <a:lnTo>
                  <a:pt x="1440190" y="70366"/>
                </a:lnTo>
                <a:cubicBezTo>
                  <a:pt x="1443581" y="71894"/>
                  <a:pt x="1447214" y="73161"/>
                  <a:pt x="1451089" y="74167"/>
                </a:cubicBezTo>
                <a:cubicBezTo>
                  <a:pt x="1455001" y="75136"/>
                  <a:pt x="1458429" y="75620"/>
                  <a:pt x="1461373" y="75620"/>
                </a:cubicBezTo>
                <a:cubicBezTo>
                  <a:pt x="1464689" y="75620"/>
                  <a:pt x="1467055" y="75136"/>
                  <a:pt x="1468471" y="74167"/>
                </a:cubicBezTo>
                <a:cubicBezTo>
                  <a:pt x="1469924" y="73161"/>
                  <a:pt x="1470650" y="71857"/>
                  <a:pt x="1470650" y="70255"/>
                </a:cubicBezTo>
                <a:cubicBezTo>
                  <a:pt x="1470650" y="69211"/>
                  <a:pt x="1470352" y="68280"/>
                  <a:pt x="1469756" y="67460"/>
                </a:cubicBezTo>
                <a:cubicBezTo>
                  <a:pt x="1469197" y="66603"/>
                  <a:pt x="1467968" y="65653"/>
                  <a:pt x="1466067" y="64610"/>
                </a:cubicBezTo>
                <a:cubicBezTo>
                  <a:pt x="1464167" y="63529"/>
                  <a:pt x="1461186" y="62132"/>
                  <a:pt x="1457125" y="60418"/>
                </a:cubicBezTo>
                <a:cubicBezTo>
                  <a:pt x="1453213" y="58778"/>
                  <a:pt x="1449989" y="57120"/>
                  <a:pt x="1447456" y="55444"/>
                </a:cubicBezTo>
                <a:cubicBezTo>
                  <a:pt x="1444959" y="53767"/>
                  <a:pt x="1443096" y="51792"/>
                  <a:pt x="1441867" y="49519"/>
                </a:cubicBezTo>
                <a:cubicBezTo>
                  <a:pt x="1440674" y="47209"/>
                  <a:pt x="1440078" y="44284"/>
                  <a:pt x="1440078" y="40744"/>
                </a:cubicBezTo>
                <a:cubicBezTo>
                  <a:pt x="1440078" y="34969"/>
                  <a:pt x="1442314" y="30628"/>
                  <a:pt x="1446785" y="27722"/>
                </a:cubicBezTo>
                <a:cubicBezTo>
                  <a:pt x="1451294" y="24778"/>
                  <a:pt x="1457311" y="23306"/>
                  <a:pt x="1464838" y="23306"/>
                </a:cubicBezTo>
                <a:cubicBezTo>
                  <a:pt x="1468713" y="23306"/>
                  <a:pt x="1472402" y="23698"/>
                  <a:pt x="1475904" y="24480"/>
                </a:cubicBezTo>
                <a:cubicBezTo>
                  <a:pt x="1479444" y="25263"/>
                  <a:pt x="1483077" y="26511"/>
                  <a:pt x="1486803" y="28225"/>
                </a:cubicBezTo>
                <a:lnTo>
                  <a:pt x="1481661" y="40521"/>
                </a:lnTo>
                <a:cubicBezTo>
                  <a:pt x="1478568" y="39179"/>
                  <a:pt x="1475643" y="38080"/>
                  <a:pt x="1472886" y="37223"/>
                </a:cubicBezTo>
                <a:cubicBezTo>
                  <a:pt x="1470166" y="36366"/>
                  <a:pt x="1467390" y="35938"/>
                  <a:pt x="1464558" y="35938"/>
                </a:cubicBezTo>
                <a:cubicBezTo>
                  <a:pt x="1462062" y="35938"/>
                  <a:pt x="1460180" y="36273"/>
                  <a:pt x="1458913" y="36944"/>
                </a:cubicBezTo>
                <a:cubicBezTo>
                  <a:pt x="1457647" y="37614"/>
                  <a:pt x="1457013" y="38639"/>
                  <a:pt x="1457013" y="40018"/>
                </a:cubicBezTo>
                <a:cubicBezTo>
                  <a:pt x="1457013" y="41024"/>
                  <a:pt x="1457330" y="41918"/>
                  <a:pt x="1457963" y="42700"/>
                </a:cubicBezTo>
                <a:cubicBezTo>
                  <a:pt x="1458634" y="43483"/>
                  <a:pt x="1459901" y="44359"/>
                  <a:pt x="1461764" y="45327"/>
                </a:cubicBezTo>
                <a:cubicBezTo>
                  <a:pt x="1463664" y="46259"/>
                  <a:pt x="1466440" y="47470"/>
                  <a:pt x="1470092" y="48960"/>
                </a:cubicBezTo>
                <a:cubicBezTo>
                  <a:pt x="1473631" y="50413"/>
                  <a:pt x="1476705" y="51941"/>
                  <a:pt x="1479313" y="53543"/>
                </a:cubicBezTo>
                <a:cubicBezTo>
                  <a:pt x="1481922" y="55108"/>
                  <a:pt x="1483934" y="57064"/>
                  <a:pt x="1485350" y="59412"/>
                </a:cubicBezTo>
                <a:cubicBezTo>
                  <a:pt x="1486766" y="61722"/>
                  <a:pt x="1487473" y="64721"/>
                  <a:pt x="1487473" y="684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8F9BF2-FF04-434E-BC20-73AAACA2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688" y="386690"/>
            <a:ext cx="1589778" cy="1131922"/>
          </a:xfrm>
          <a:custGeom xmlns:a="http://schemas.openxmlformats.org/drawingml/2006/main">
            <a:pathLst>
              <a:path w="1589778" h="1131922">
                <a:moveTo>
                  <a:pt x="60291" y="0"/>
                </a:moveTo>
                <a:lnTo>
                  <a:pt x="1589778" y="0"/>
                </a:lnTo>
                <a:lnTo>
                  <a:pt x="1519968" y="1131922"/>
                </a:lnTo>
                <a:lnTo>
                  <a:pt x="0" y="987216"/>
                </a:lnTo>
                <a:lnTo>
                  <a:pt x="60291" y="0"/>
                </a:lnTo>
                <a:close/>
              </a:path>
            </a:pathLst>
          </a:custGeom>
          <a:solidFill xmlns:a="http://schemas.openxmlformats.org/drawingml/2006/main">
            <a:srgbClr val="AAAAAA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AC3B46-899A-489D-BE1F-C5C0195C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688" y="386690"/>
            <a:ext cx="1589582" cy="1131922"/>
          </a:xfrm>
          <a:custGeom xmlns:a="http://schemas.openxmlformats.org/drawingml/2006/main">
            <a:pathLst>
              <a:path w="1589582" h="1131922">
                <a:moveTo>
                  <a:pt x="60291" y="6352"/>
                </a:moveTo>
                <a:lnTo>
                  <a:pt x="60410" y="6359"/>
                </a:lnTo>
                <a:lnTo>
                  <a:pt x="63088" y="6359"/>
                </a:lnTo>
                <a:lnTo>
                  <a:pt x="63282" y="3179"/>
                </a:lnTo>
                <a:lnTo>
                  <a:pt x="60291" y="3179"/>
                </a:lnTo>
                <a:lnTo>
                  <a:pt x="60291" y="6352"/>
                </a:lnTo>
                <a:close/>
                <a:moveTo>
                  <a:pt x="66468" y="3179"/>
                </a:moveTo>
                <a:lnTo>
                  <a:pt x="66638" y="388"/>
                </a:lnTo>
                <a:lnTo>
                  <a:pt x="63465" y="194"/>
                </a:lnTo>
                <a:lnTo>
                  <a:pt x="63282" y="3179"/>
                </a:lnTo>
                <a:lnTo>
                  <a:pt x="66468" y="3179"/>
                </a:lnTo>
                <a:close/>
                <a:moveTo>
                  <a:pt x="63465" y="194"/>
                </a:moveTo>
                <a:lnTo>
                  <a:pt x="60292" y="0"/>
                </a:lnTo>
                <a:lnTo>
                  <a:pt x="60292" y="0"/>
                </a:lnTo>
                <a:lnTo>
                  <a:pt x="63465" y="194"/>
                </a:lnTo>
                <a:lnTo>
                  <a:pt x="63465" y="194"/>
                </a:lnTo>
                <a:close/>
                <a:moveTo>
                  <a:pt x="66274" y="6359"/>
                </a:moveTo>
                <a:lnTo>
                  <a:pt x="66666" y="6359"/>
                </a:lnTo>
                <a:lnTo>
                  <a:pt x="66666" y="3179"/>
                </a:lnTo>
                <a:lnTo>
                  <a:pt x="66468" y="3179"/>
                </a:lnTo>
                <a:lnTo>
                  <a:pt x="66274" y="6359"/>
                </a:lnTo>
                <a:close/>
                <a:moveTo>
                  <a:pt x="63088" y="6359"/>
                </a:moveTo>
                <a:lnTo>
                  <a:pt x="63078" y="6522"/>
                </a:lnTo>
                <a:lnTo>
                  <a:pt x="66252" y="6716"/>
                </a:lnTo>
                <a:lnTo>
                  <a:pt x="66274" y="6359"/>
                </a:lnTo>
                <a:lnTo>
                  <a:pt x="63088" y="6359"/>
                </a:lnTo>
                <a:close/>
                <a:moveTo>
                  <a:pt x="60291" y="6352"/>
                </a:moveTo>
                <a:lnTo>
                  <a:pt x="59905" y="6328"/>
                </a:lnTo>
                <a:lnTo>
                  <a:pt x="59905" y="6328"/>
                </a:lnTo>
                <a:lnTo>
                  <a:pt x="60291" y="6352"/>
                </a:lnTo>
                <a:lnTo>
                  <a:pt x="60291" y="6352"/>
                </a:lnTo>
                <a:close/>
                <a:moveTo>
                  <a:pt x="60291" y="6359"/>
                </a:moveTo>
                <a:lnTo>
                  <a:pt x="60409" y="6359"/>
                </a:lnTo>
                <a:lnTo>
                  <a:pt x="60291" y="6352"/>
                </a:lnTo>
                <a:lnTo>
                  <a:pt x="60291" y="6359"/>
                </a:lnTo>
                <a:close/>
                <a:moveTo>
                  <a:pt x="63078" y="6522"/>
                </a:moveTo>
                <a:lnTo>
                  <a:pt x="60410" y="6359"/>
                </a:lnTo>
                <a:lnTo>
                  <a:pt x="60409" y="6359"/>
                </a:lnTo>
                <a:lnTo>
                  <a:pt x="63078" y="6522"/>
                </a:lnTo>
                <a:lnTo>
                  <a:pt x="63078" y="6522"/>
                </a:lnTo>
                <a:close/>
                <a:moveTo>
                  <a:pt x="1583405" y="26"/>
                </a:moveTo>
                <a:lnTo>
                  <a:pt x="1583043" y="5896"/>
                </a:lnTo>
                <a:lnTo>
                  <a:pt x="1583405" y="5919"/>
                </a:lnTo>
                <a:lnTo>
                  <a:pt x="1583405" y="3179"/>
                </a:lnTo>
                <a:lnTo>
                  <a:pt x="1586396" y="3179"/>
                </a:lnTo>
                <a:lnTo>
                  <a:pt x="1586593" y="0"/>
                </a:lnTo>
                <a:lnTo>
                  <a:pt x="1583407" y="0"/>
                </a:lnTo>
                <a:lnTo>
                  <a:pt x="1583405" y="26"/>
                </a:lnTo>
                <a:close/>
                <a:moveTo>
                  <a:pt x="1586217" y="6092"/>
                </a:moveTo>
                <a:lnTo>
                  <a:pt x="1586217" y="6092"/>
                </a:lnTo>
                <a:lnTo>
                  <a:pt x="1583405" y="5919"/>
                </a:lnTo>
                <a:lnTo>
                  <a:pt x="1583405" y="6359"/>
                </a:lnTo>
                <a:lnTo>
                  <a:pt x="1589386" y="6359"/>
                </a:lnTo>
                <a:lnTo>
                  <a:pt x="1589390" y="6288"/>
                </a:lnTo>
                <a:lnTo>
                  <a:pt x="1589042" y="6266"/>
                </a:lnTo>
                <a:lnTo>
                  <a:pt x="1586217" y="6092"/>
                </a:lnTo>
                <a:close/>
                <a:moveTo>
                  <a:pt x="1589042" y="6266"/>
                </a:moveTo>
                <a:lnTo>
                  <a:pt x="1589390" y="6288"/>
                </a:lnTo>
                <a:lnTo>
                  <a:pt x="1589582" y="3179"/>
                </a:lnTo>
                <a:lnTo>
                  <a:pt x="1586396" y="3179"/>
                </a:lnTo>
                <a:lnTo>
                  <a:pt x="1586217" y="6092"/>
                </a:lnTo>
                <a:lnTo>
                  <a:pt x="1589042" y="6266"/>
                </a:lnTo>
                <a:close/>
                <a:moveTo>
                  <a:pt x="1519968" y="1131922"/>
                </a:moveTo>
                <a:lnTo>
                  <a:pt x="1519968" y="1131922"/>
                </a:lnTo>
                <a:lnTo>
                  <a:pt x="1519968" y="1131922"/>
                </a:lnTo>
                <a:lnTo>
                  <a:pt x="1519968" y="1131922"/>
                </a:lnTo>
                <a:lnTo>
                  <a:pt x="1519968" y="1131922"/>
                </a:lnTo>
                <a:close/>
                <a:moveTo>
                  <a:pt x="1519968" y="1131922"/>
                </a:moveTo>
                <a:lnTo>
                  <a:pt x="1519968" y="1131922"/>
                </a:lnTo>
                <a:lnTo>
                  <a:pt x="1519968" y="1131922"/>
                </a:lnTo>
                <a:lnTo>
                  <a:pt x="1519966" y="1131922"/>
                </a:lnTo>
                <a:lnTo>
                  <a:pt x="1519967" y="1131922"/>
                </a:lnTo>
                <a:lnTo>
                  <a:pt x="1519968" y="1131922"/>
                </a:lnTo>
                <a:lnTo>
                  <a:pt x="1519968" y="1131922"/>
                </a:lnTo>
                <a:close/>
                <a:moveTo>
                  <a:pt x="1516996" y="1128445"/>
                </a:moveTo>
                <a:lnTo>
                  <a:pt x="1520164" y="1128747"/>
                </a:lnTo>
                <a:lnTo>
                  <a:pt x="1520356" y="1125634"/>
                </a:lnTo>
                <a:lnTo>
                  <a:pt x="1517182" y="1125438"/>
                </a:lnTo>
                <a:lnTo>
                  <a:pt x="1516996" y="1128445"/>
                </a:lnTo>
                <a:close/>
                <a:moveTo>
                  <a:pt x="1519968" y="1131922"/>
                </a:moveTo>
                <a:lnTo>
                  <a:pt x="1519968" y="1131922"/>
                </a:lnTo>
                <a:lnTo>
                  <a:pt x="1519968" y="1131914"/>
                </a:lnTo>
                <a:lnTo>
                  <a:pt x="1519968" y="1131913"/>
                </a:lnTo>
                <a:lnTo>
                  <a:pt x="1519968" y="1131922"/>
                </a:lnTo>
                <a:close/>
                <a:moveTo>
                  <a:pt x="1513634" y="1131313"/>
                </a:moveTo>
                <a:lnTo>
                  <a:pt x="1513634" y="1131319"/>
                </a:lnTo>
                <a:lnTo>
                  <a:pt x="1516800" y="1131621"/>
                </a:lnTo>
                <a:lnTo>
                  <a:pt x="1516996" y="1128445"/>
                </a:lnTo>
                <a:lnTo>
                  <a:pt x="1513935" y="1128154"/>
                </a:lnTo>
                <a:lnTo>
                  <a:pt x="1513634" y="1131313"/>
                </a:lnTo>
                <a:close/>
                <a:moveTo>
                  <a:pt x="1519968" y="1131922"/>
                </a:moveTo>
                <a:lnTo>
                  <a:pt x="1519968" y="1131922"/>
                </a:lnTo>
                <a:lnTo>
                  <a:pt x="1519968" y="1131922"/>
                </a:lnTo>
                <a:lnTo>
                  <a:pt x="1519968" y="1131922"/>
                </a:lnTo>
                <a:lnTo>
                  <a:pt x="1519968" y="1131922"/>
                </a:lnTo>
                <a:close/>
                <a:moveTo>
                  <a:pt x="1519968" y="1131922"/>
                </a:moveTo>
                <a:lnTo>
                  <a:pt x="1519968" y="1131922"/>
                </a:lnTo>
                <a:lnTo>
                  <a:pt x="1519968" y="1131922"/>
                </a:lnTo>
                <a:lnTo>
                  <a:pt x="1519968" y="1131922"/>
                </a:lnTo>
                <a:lnTo>
                  <a:pt x="1519968" y="1131922"/>
                </a:lnTo>
                <a:close/>
                <a:moveTo>
                  <a:pt x="1519968" y="1131922"/>
                </a:moveTo>
                <a:lnTo>
                  <a:pt x="1519968" y="1131922"/>
                </a:lnTo>
                <a:lnTo>
                  <a:pt x="1519968" y="1131922"/>
                </a:lnTo>
                <a:lnTo>
                  <a:pt x="1519968" y="1131922"/>
                </a:lnTo>
                <a:lnTo>
                  <a:pt x="1519968" y="1131922"/>
                </a:lnTo>
                <a:close/>
                <a:moveTo>
                  <a:pt x="1519968" y="1131922"/>
                </a:moveTo>
                <a:lnTo>
                  <a:pt x="1519968" y="1131922"/>
                </a:lnTo>
                <a:lnTo>
                  <a:pt x="1519968" y="1131922"/>
                </a:lnTo>
                <a:lnTo>
                  <a:pt x="1519968" y="1131922"/>
                </a:lnTo>
                <a:lnTo>
                  <a:pt x="1519968" y="1131922"/>
                </a:lnTo>
                <a:close/>
                <a:moveTo>
                  <a:pt x="1519968" y="1131922"/>
                </a:moveTo>
                <a:lnTo>
                  <a:pt x="1519968" y="1131922"/>
                </a:lnTo>
                <a:lnTo>
                  <a:pt x="1519968" y="1131922"/>
                </a:lnTo>
                <a:lnTo>
                  <a:pt x="1519968" y="1131922"/>
                </a:lnTo>
                <a:lnTo>
                  <a:pt x="1519968" y="1131922"/>
                </a:lnTo>
                <a:close/>
                <a:moveTo>
                  <a:pt x="1520356" y="1125634"/>
                </a:moveTo>
                <a:lnTo>
                  <a:pt x="1520360" y="1125571"/>
                </a:lnTo>
                <a:lnTo>
                  <a:pt x="1514236" y="1124988"/>
                </a:lnTo>
                <a:lnTo>
                  <a:pt x="1514211" y="1125255"/>
                </a:lnTo>
                <a:lnTo>
                  <a:pt x="1520356" y="1125634"/>
                </a:lnTo>
                <a:close/>
                <a:moveTo>
                  <a:pt x="1513634" y="1131310"/>
                </a:moveTo>
                <a:lnTo>
                  <a:pt x="1514211" y="1125255"/>
                </a:lnTo>
                <a:lnTo>
                  <a:pt x="1514008" y="1125242"/>
                </a:lnTo>
                <a:lnTo>
                  <a:pt x="1513634" y="1131310"/>
                </a:lnTo>
                <a:close/>
                <a:moveTo>
                  <a:pt x="1513634" y="1131310"/>
                </a:moveTo>
                <a:lnTo>
                  <a:pt x="1513633" y="1131319"/>
                </a:lnTo>
                <a:lnTo>
                  <a:pt x="1513633" y="1131319"/>
                </a:lnTo>
                <a:lnTo>
                  <a:pt x="1513634" y="1131313"/>
                </a:lnTo>
                <a:lnTo>
                  <a:pt x="1513634" y="1131310"/>
                </a:lnTo>
                <a:close/>
                <a:moveTo>
                  <a:pt x="6634" y="984654"/>
                </a:moveTo>
                <a:lnTo>
                  <a:pt x="6333" y="987819"/>
                </a:lnTo>
                <a:lnTo>
                  <a:pt x="6333" y="987819"/>
                </a:lnTo>
                <a:lnTo>
                  <a:pt x="6634" y="984654"/>
                </a:lnTo>
                <a:lnTo>
                  <a:pt x="6634" y="984654"/>
                </a:lnTo>
                <a:close/>
                <a:moveTo>
                  <a:pt x="6634" y="984654"/>
                </a:moveTo>
                <a:lnTo>
                  <a:pt x="6936" y="981488"/>
                </a:lnTo>
                <a:lnTo>
                  <a:pt x="6722" y="981468"/>
                </a:lnTo>
                <a:lnTo>
                  <a:pt x="6528" y="984644"/>
                </a:lnTo>
                <a:lnTo>
                  <a:pt x="6634" y="984654"/>
                </a:lnTo>
                <a:close/>
                <a:moveTo>
                  <a:pt x="6347" y="987604"/>
                </a:moveTo>
                <a:lnTo>
                  <a:pt x="6528" y="984644"/>
                </a:lnTo>
                <a:lnTo>
                  <a:pt x="3361" y="984342"/>
                </a:lnTo>
                <a:lnTo>
                  <a:pt x="3174" y="987410"/>
                </a:lnTo>
                <a:lnTo>
                  <a:pt x="6347" y="987604"/>
                </a:lnTo>
                <a:close/>
                <a:moveTo>
                  <a:pt x="3174" y="987410"/>
                </a:moveTo>
                <a:lnTo>
                  <a:pt x="3174" y="987410"/>
                </a:lnTo>
                <a:lnTo>
                  <a:pt x="0" y="987216"/>
                </a:lnTo>
                <a:lnTo>
                  <a:pt x="0" y="987216"/>
                </a:lnTo>
                <a:lnTo>
                  <a:pt x="3174" y="987410"/>
                </a:lnTo>
                <a:close/>
                <a:moveTo>
                  <a:pt x="6734" y="981275"/>
                </a:moveTo>
                <a:lnTo>
                  <a:pt x="1038" y="980927"/>
                </a:lnTo>
                <a:lnTo>
                  <a:pt x="1039" y="980927"/>
                </a:lnTo>
                <a:lnTo>
                  <a:pt x="3560" y="981081"/>
                </a:lnTo>
                <a:lnTo>
                  <a:pt x="3555" y="981167"/>
                </a:lnTo>
                <a:lnTo>
                  <a:pt x="6722" y="981468"/>
                </a:lnTo>
                <a:lnTo>
                  <a:pt x="6734" y="981275"/>
                </a:lnTo>
                <a:close/>
                <a:moveTo>
                  <a:pt x="1038" y="980927"/>
                </a:moveTo>
                <a:lnTo>
                  <a:pt x="603" y="980886"/>
                </a:lnTo>
                <a:lnTo>
                  <a:pt x="601" y="980900"/>
                </a:lnTo>
                <a:lnTo>
                  <a:pt x="1038" y="980927"/>
                </a:lnTo>
                <a:close/>
                <a:moveTo>
                  <a:pt x="387" y="980887"/>
                </a:moveTo>
                <a:lnTo>
                  <a:pt x="387" y="980887"/>
                </a:lnTo>
                <a:lnTo>
                  <a:pt x="601" y="980900"/>
                </a:lnTo>
                <a:lnTo>
                  <a:pt x="601" y="980900"/>
                </a:lnTo>
                <a:lnTo>
                  <a:pt x="387" y="980887"/>
                </a:lnTo>
                <a:close/>
                <a:moveTo>
                  <a:pt x="3555" y="981167"/>
                </a:moveTo>
                <a:lnTo>
                  <a:pt x="1039" y="980927"/>
                </a:lnTo>
                <a:lnTo>
                  <a:pt x="601" y="980900"/>
                </a:lnTo>
                <a:lnTo>
                  <a:pt x="301" y="984051"/>
                </a:lnTo>
                <a:lnTo>
                  <a:pt x="3361" y="984342"/>
                </a:lnTo>
                <a:lnTo>
                  <a:pt x="3555" y="981167"/>
                </a:lnTo>
                <a:close/>
                <a:moveTo>
                  <a:pt x="301" y="984051"/>
                </a:moveTo>
                <a:lnTo>
                  <a:pt x="0" y="987214"/>
                </a:lnTo>
                <a:lnTo>
                  <a:pt x="0" y="987214"/>
                </a:lnTo>
                <a:lnTo>
                  <a:pt x="301" y="984051"/>
                </a:lnTo>
                <a:lnTo>
                  <a:pt x="301" y="984051"/>
                </a:lnTo>
                <a:close/>
                <a:moveTo>
                  <a:pt x="59132" y="18985"/>
                </a:moveTo>
                <a:lnTo>
                  <a:pt x="59132" y="18985"/>
                </a:lnTo>
                <a:lnTo>
                  <a:pt x="62305" y="19179"/>
                </a:lnTo>
                <a:lnTo>
                  <a:pt x="62305" y="19179"/>
                </a:lnTo>
                <a:lnTo>
                  <a:pt x="59132" y="18985"/>
                </a:lnTo>
                <a:close/>
                <a:moveTo>
                  <a:pt x="64706" y="32029"/>
                </a:moveTo>
                <a:lnTo>
                  <a:pt x="65479" y="19373"/>
                </a:lnTo>
                <a:lnTo>
                  <a:pt x="62305" y="19179"/>
                </a:lnTo>
                <a:lnTo>
                  <a:pt x="61532" y="31835"/>
                </a:lnTo>
                <a:lnTo>
                  <a:pt x="58359" y="31641"/>
                </a:lnTo>
                <a:lnTo>
                  <a:pt x="58359" y="31642"/>
                </a:lnTo>
                <a:lnTo>
                  <a:pt x="64706" y="32029"/>
                </a:lnTo>
                <a:close/>
                <a:moveTo>
                  <a:pt x="60759" y="44492"/>
                </a:moveTo>
                <a:lnTo>
                  <a:pt x="57586" y="44298"/>
                </a:lnTo>
                <a:lnTo>
                  <a:pt x="57586" y="44298"/>
                </a:lnTo>
                <a:lnTo>
                  <a:pt x="60759" y="44492"/>
                </a:lnTo>
                <a:lnTo>
                  <a:pt x="60759" y="44492"/>
                </a:lnTo>
                <a:close/>
                <a:moveTo>
                  <a:pt x="56813" y="56955"/>
                </a:moveTo>
                <a:lnTo>
                  <a:pt x="56813" y="56955"/>
                </a:lnTo>
                <a:lnTo>
                  <a:pt x="63160" y="57342"/>
                </a:lnTo>
                <a:lnTo>
                  <a:pt x="63933" y="44686"/>
                </a:lnTo>
                <a:lnTo>
                  <a:pt x="60759" y="44492"/>
                </a:lnTo>
                <a:lnTo>
                  <a:pt x="59986" y="57148"/>
                </a:lnTo>
                <a:lnTo>
                  <a:pt x="56813" y="56955"/>
                </a:lnTo>
                <a:close/>
                <a:moveTo>
                  <a:pt x="59213" y="69805"/>
                </a:moveTo>
                <a:lnTo>
                  <a:pt x="59213" y="69805"/>
                </a:lnTo>
                <a:lnTo>
                  <a:pt x="56040" y="69611"/>
                </a:lnTo>
                <a:lnTo>
                  <a:pt x="56040" y="69611"/>
                </a:lnTo>
                <a:lnTo>
                  <a:pt x="59213" y="69805"/>
                </a:lnTo>
                <a:close/>
                <a:moveTo>
                  <a:pt x="61614" y="82656"/>
                </a:moveTo>
                <a:lnTo>
                  <a:pt x="62387" y="69999"/>
                </a:lnTo>
                <a:lnTo>
                  <a:pt x="59213" y="69805"/>
                </a:lnTo>
                <a:lnTo>
                  <a:pt x="58440" y="82462"/>
                </a:lnTo>
                <a:lnTo>
                  <a:pt x="55267" y="82268"/>
                </a:lnTo>
                <a:lnTo>
                  <a:pt x="55267" y="82268"/>
                </a:lnTo>
                <a:lnTo>
                  <a:pt x="61614" y="82656"/>
                </a:lnTo>
                <a:close/>
                <a:moveTo>
                  <a:pt x="57667" y="95118"/>
                </a:moveTo>
                <a:lnTo>
                  <a:pt x="57667" y="95118"/>
                </a:lnTo>
                <a:lnTo>
                  <a:pt x="54494" y="94925"/>
                </a:lnTo>
                <a:lnTo>
                  <a:pt x="54494" y="94925"/>
                </a:lnTo>
                <a:lnTo>
                  <a:pt x="57667" y="95118"/>
                </a:lnTo>
                <a:close/>
                <a:moveTo>
                  <a:pt x="53760" y="107584"/>
                </a:moveTo>
                <a:lnTo>
                  <a:pt x="53721" y="107581"/>
                </a:lnTo>
                <a:lnTo>
                  <a:pt x="53721" y="107581"/>
                </a:lnTo>
                <a:lnTo>
                  <a:pt x="53760" y="107584"/>
                </a:lnTo>
                <a:close/>
                <a:moveTo>
                  <a:pt x="57667" y="95118"/>
                </a:moveTo>
                <a:lnTo>
                  <a:pt x="56894" y="107775"/>
                </a:lnTo>
                <a:lnTo>
                  <a:pt x="53760" y="107584"/>
                </a:lnTo>
                <a:lnTo>
                  <a:pt x="60068" y="107969"/>
                </a:lnTo>
                <a:lnTo>
                  <a:pt x="60841" y="95312"/>
                </a:lnTo>
                <a:lnTo>
                  <a:pt x="57667" y="95118"/>
                </a:lnTo>
                <a:close/>
                <a:moveTo>
                  <a:pt x="52175" y="132894"/>
                </a:moveTo>
                <a:lnTo>
                  <a:pt x="52175" y="132894"/>
                </a:lnTo>
                <a:lnTo>
                  <a:pt x="55339" y="133088"/>
                </a:lnTo>
                <a:lnTo>
                  <a:pt x="52175" y="132894"/>
                </a:lnTo>
                <a:close/>
                <a:moveTo>
                  <a:pt x="59295" y="120625"/>
                </a:moveTo>
                <a:lnTo>
                  <a:pt x="56121" y="120432"/>
                </a:lnTo>
                <a:lnTo>
                  <a:pt x="55348" y="133088"/>
                </a:lnTo>
                <a:lnTo>
                  <a:pt x="55339" y="133088"/>
                </a:lnTo>
                <a:lnTo>
                  <a:pt x="58522" y="133282"/>
                </a:lnTo>
                <a:lnTo>
                  <a:pt x="59295" y="120625"/>
                </a:lnTo>
                <a:close/>
                <a:moveTo>
                  <a:pt x="56121" y="120432"/>
                </a:moveTo>
                <a:lnTo>
                  <a:pt x="56121" y="120432"/>
                </a:lnTo>
                <a:lnTo>
                  <a:pt x="52948" y="120238"/>
                </a:lnTo>
                <a:lnTo>
                  <a:pt x="52948" y="120238"/>
                </a:lnTo>
                <a:lnTo>
                  <a:pt x="56121" y="120432"/>
                </a:lnTo>
                <a:close/>
                <a:moveTo>
                  <a:pt x="51402" y="145551"/>
                </a:moveTo>
                <a:lnTo>
                  <a:pt x="51402" y="145551"/>
                </a:lnTo>
                <a:lnTo>
                  <a:pt x="54566" y="145744"/>
                </a:lnTo>
                <a:lnTo>
                  <a:pt x="51402" y="145551"/>
                </a:lnTo>
                <a:close/>
                <a:moveTo>
                  <a:pt x="53803" y="158401"/>
                </a:moveTo>
                <a:lnTo>
                  <a:pt x="50629" y="158208"/>
                </a:lnTo>
                <a:lnTo>
                  <a:pt x="50629" y="158208"/>
                </a:lnTo>
                <a:lnTo>
                  <a:pt x="53803" y="158401"/>
                </a:lnTo>
                <a:lnTo>
                  <a:pt x="53803" y="158401"/>
                </a:lnTo>
                <a:close/>
                <a:moveTo>
                  <a:pt x="57749" y="145939"/>
                </a:moveTo>
                <a:lnTo>
                  <a:pt x="54575" y="145745"/>
                </a:lnTo>
                <a:lnTo>
                  <a:pt x="53803" y="158401"/>
                </a:lnTo>
                <a:lnTo>
                  <a:pt x="56976" y="158595"/>
                </a:lnTo>
                <a:lnTo>
                  <a:pt x="57749" y="145939"/>
                </a:lnTo>
                <a:close/>
                <a:moveTo>
                  <a:pt x="54566" y="145744"/>
                </a:moveTo>
                <a:lnTo>
                  <a:pt x="54575" y="145745"/>
                </a:lnTo>
                <a:lnTo>
                  <a:pt x="54575" y="145745"/>
                </a:lnTo>
                <a:lnTo>
                  <a:pt x="54566" y="145744"/>
                </a:lnTo>
                <a:close/>
                <a:moveTo>
                  <a:pt x="53030" y="171058"/>
                </a:moveTo>
                <a:lnTo>
                  <a:pt x="53030" y="171058"/>
                </a:lnTo>
                <a:lnTo>
                  <a:pt x="49856" y="170864"/>
                </a:lnTo>
                <a:lnTo>
                  <a:pt x="49856" y="170864"/>
                </a:lnTo>
                <a:lnTo>
                  <a:pt x="53030" y="171058"/>
                </a:lnTo>
                <a:close/>
                <a:moveTo>
                  <a:pt x="52257" y="183715"/>
                </a:moveTo>
                <a:lnTo>
                  <a:pt x="52257" y="183715"/>
                </a:lnTo>
                <a:lnTo>
                  <a:pt x="49083" y="183521"/>
                </a:lnTo>
                <a:lnTo>
                  <a:pt x="49083" y="183521"/>
                </a:lnTo>
                <a:lnTo>
                  <a:pt x="52257" y="183715"/>
                </a:lnTo>
                <a:close/>
                <a:moveTo>
                  <a:pt x="55430" y="183908"/>
                </a:moveTo>
                <a:lnTo>
                  <a:pt x="56203" y="171252"/>
                </a:lnTo>
                <a:lnTo>
                  <a:pt x="53030" y="171058"/>
                </a:lnTo>
                <a:lnTo>
                  <a:pt x="52257" y="183715"/>
                </a:lnTo>
                <a:lnTo>
                  <a:pt x="55430" y="183908"/>
                </a:lnTo>
                <a:close/>
                <a:moveTo>
                  <a:pt x="51484" y="196371"/>
                </a:moveTo>
                <a:lnTo>
                  <a:pt x="51484" y="196371"/>
                </a:lnTo>
                <a:lnTo>
                  <a:pt x="48310" y="196178"/>
                </a:lnTo>
                <a:lnTo>
                  <a:pt x="48310" y="196178"/>
                </a:lnTo>
                <a:lnTo>
                  <a:pt x="51484" y="196371"/>
                </a:lnTo>
                <a:close/>
                <a:moveTo>
                  <a:pt x="50711" y="209028"/>
                </a:moveTo>
                <a:lnTo>
                  <a:pt x="47537" y="208834"/>
                </a:lnTo>
                <a:lnTo>
                  <a:pt x="47537" y="208834"/>
                </a:lnTo>
                <a:lnTo>
                  <a:pt x="53884" y="209222"/>
                </a:lnTo>
                <a:lnTo>
                  <a:pt x="54657" y="196565"/>
                </a:lnTo>
                <a:lnTo>
                  <a:pt x="51484" y="196371"/>
                </a:lnTo>
                <a:lnTo>
                  <a:pt x="50711" y="209028"/>
                </a:lnTo>
                <a:close/>
                <a:moveTo>
                  <a:pt x="46764" y="221491"/>
                </a:moveTo>
                <a:lnTo>
                  <a:pt x="46764" y="221491"/>
                </a:lnTo>
                <a:lnTo>
                  <a:pt x="49938" y="221685"/>
                </a:lnTo>
                <a:lnTo>
                  <a:pt x="49938" y="221685"/>
                </a:lnTo>
                <a:lnTo>
                  <a:pt x="46764" y="221491"/>
                </a:lnTo>
                <a:close/>
                <a:moveTo>
                  <a:pt x="49165" y="234341"/>
                </a:moveTo>
                <a:lnTo>
                  <a:pt x="45992" y="234147"/>
                </a:lnTo>
                <a:lnTo>
                  <a:pt x="45992" y="234147"/>
                </a:lnTo>
                <a:lnTo>
                  <a:pt x="49165" y="234341"/>
                </a:lnTo>
                <a:lnTo>
                  <a:pt x="49165" y="234341"/>
                </a:lnTo>
                <a:close/>
                <a:moveTo>
                  <a:pt x="49938" y="221685"/>
                </a:moveTo>
                <a:lnTo>
                  <a:pt x="49165" y="234341"/>
                </a:lnTo>
                <a:lnTo>
                  <a:pt x="52338" y="234535"/>
                </a:lnTo>
                <a:lnTo>
                  <a:pt x="53111" y="221878"/>
                </a:lnTo>
                <a:lnTo>
                  <a:pt x="49938" y="221685"/>
                </a:lnTo>
                <a:close/>
                <a:moveTo>
                  <a:pt x="48392" y="246998"/>
                </a:moveTo>
                <a:lnTo>
                  <a:pt x="45219" y="246804"/>
                </a:lnTo>
                <a:lnTo>
                  <a:pt x="45219" y="246804"/>
                </a:lnTo>
                <a:lnTo>
                  <a:pt x="48392" y="246998"/>
                </a:lnTo>
                <a:lnTo>
                  <a:pt x="48392" y="246998"/>
                </a:lnTo>
                <a:close/>
                <a:moveTo>
                  <a:pt x="47619" y="259654"/>
                </a:moveTo>
                <a:lnTo>
                  <a:pt x="47619" y="259654"/>
                </a:lnTo>
                <a:lnTo>
                  <a:pt x="44446" y="259461"/>
                </a:lnTo>
                <a:lnTo>
                  <a:pt x="44446" y="259461"/>
                </a:lnTo>
                <a:lnTo>
                  <a:pt x="47619" y="259654"/>
                </a:lnTo>
                <a:close/>
                <a:moveTo>
                  <a:pt x="51565" y="247192"/>
                </a:moveTo>
                <a:lnTo>
                  <a:pt x="48392" y="246998"/>
                </a:lnTo>
                <a:lnTo>
                  <a:pt x="47619" y="259654"/>
                </a:lnTo>
                <a:lnTo>
                  <a:pt x="50792" y="259848"/>
                </a:lnTo>
                <a:lnTo>
                  <a:pt x="51565" y="247192"/>
                </a:lnTo>
                <a:close/>
                <a:moveTo>
                  <a:pt x="46846" y="272311"/>
                </a:moveTo>
                <a:lnTo>
                  <a:pt x="46846" y="272311"/>
                </a:lnTo>
                <a:lnTo>
                  <a:pt x="43673" y="272117"/>
                </a:lnTo>
                <a:lnTo>
                  <a:pt x="43673" y="272117"/>
                </a:lnTo>
                <a:lnTo>
                  <a:pt x="46846" y="272311"/>
                </a:lnTo>
                <a:close/>
                <a:moveTo>
                  <a:pt x="46073" y="284968"/>
                </a:moveTo>
                <a:lnTo>
                  <a:pt x="46073" y="284968"/>
                </a:lnTo>
                <a:lnTo>
                  <a:pt x="42900" y="284774"/>
                </a:lnTo>
                <a:lnTo>
                  <a:pt x="42900" y="284774"/>
                </a:lnTo>
                <a:lnTo>
                  <a:pt x="46073" y="284968"/>
                </a:lnTo>
                <a:close/>
                <a:moveTo>
                  <a:pt x="49247" y="285161"/>
                </a:moveTo>
                <a:lnTo>
                  <a:pt x="50020" y="272505"/>
                </a:lnTo>
                <a:lnTo>
                  <a:pt x="46846" y="272311"/>
                </a:lnTo>
                <a:lnTo>
                  <a:pt x="46073" y="284968"/>
                </a:lnTo>
                <a:lnTo>
                  <a:pt x="49247" y="285161"/>
                </a:lnTo>
                <a:close/>
                <a:moveTo>
                  <a:pt x="45271" y="297622"/>
                </a:moveTo>
                <a:lnTo>
                  <a:pt x="42127" y="297430"/>
                </a:lnTo>
                <a:lnTo>
                  <a:pt x="42127" y="297430"/>
                </a:lnTo>
                <a:lnTo>
                  <a:pt x="45271" y="297622"/>
                </a:lnTo>
                <a:close/>
                <a:moveTo>
                  <a:pt x="48474" y="297818"/>
                </a:moveTo>
                <a:lnTo>
                  <a:pt x="45271" y="297622"/>
                </a:lnTo>
                <a:lnTo>
                  <a:pt x="45300" y="297624"/>
                </a:lnTo>
                <a:lnTo>
                  <a:pt x="44527" y="310281"/>
                </a:lnTo>
                <a:lnTo>
                  <a:pt x="41354" y="310087"/>
                </a:lnTo>
                <a:lnTo>
                  <a:pt x="41354" y="310087"/>
                </a:lnTo>
                <a:lnTo>
                  <a:pt x="47701" y="310475"/>
                </a:lnTo>
                <a:lnTo>
                  <a:pt x="48474" y="297818"/>
                </a:lnTo>
                <a:close/>
                <a:moveTo>
                  <a:pt x="39808" y="335400"/>
                </a:moveTo>
                <a:lnTo>
                  <a:pt x="39808" y="335400"/>
                </a:lnTo>
                <a:lnTo>
                  <a:pt x="42981" y="335594"/>
                </a:lnTo>
                <a:lnTo>
                  <a:pt x="42981" y="335594"/>
                </a:lnTo>
                <a:lnTo>
                  <a:pt x="39808" y="335400"/>
                </a:lnTo>
                <a:close/>
                <a:moveTo>
                  <a:pt x="43754" y="322937"/>
                </a:moveTo>
                <a:lnTo>
                  <a:pt x="42981" y="335594"/>
                </a:lnTo>
                <a:lnTo>
                  <a:pt x="46155" y="335788"/>
                </a:lnTo>
                <a:lnTo>
                  <a:pt x="46928" y="323131"/>
                </a:lnTo>
                <a:lnTo>
                  <a:pt x="40581" y="322744"/>
                </a:lnTo>
                <a:lnTo>
                  <a:pt x="40581" y="322744"/>
                </a:lnTo>
                <a:lnTo>
                  <a:pt x="43754" y="322937"/>
                </a:lnTo>
                <a:close/>
                <a:moveTo>
                  <a:pt x="40662" y="373564"/>
                </a:moveTo>
                <a:lnTo>
                  <a:pt x="39889" y="386220"/>
                </a:lnTo>
                <a:lnTo>
                  <a:pt x="43063" y="386414"/>
                </a:lnTo>
                <a:lnTo>
                  <a:pt x="43836" y="373758"/>
                </a:lnTo>
                <a:lnTo>
                  <a:pt x="37489" y="373370"/>
                </a:lnTo>
                <a:lnTo>
                  <a:pt x="37489" y="373370"/>
                </a:lnTo>
                <a:lnTo>
                  <a:pt x="40662" y="373564"/>
                </a:lnTo>
                <a:close/>
                <a:moveTo>
                  <a:pt x="39889" y="386220"/>
                </a:moveTo>
                <a:lnTo>
                  <a:pt x="39889" y="386220"/>
                </a:lnTo>
                <a:lnTo>
                  <a:pt x="36716" y="386027"/>
                </a:lnTo>
                <a:lnTo>
                  <a:pt x="36716" y="386027"/>
                </a:lnTo>
                <a:lnTo>
                  <a:pt x="39889" y="386220"/>
                </a:lnTo>
                <a:close/>
                <a:moveTo>
                  <a:pt x="39116" y="398877"/>
                </a:moveTo>
                <a:lnTo>
                  <a:pt x="39116" y="398877"/>
                </a:lnTo>
                <a:lnTo>
                  <a:pt x="35943" y="398683"/>
                </a:lnTo>
                <a:lnTo>
                  <a:pt x="35943" y="398683"/>
                </a:lnTo>
                <a:lnTo>
                  <a:pt x="39116" y="398877"/>
                </a:lnTo>
                <a:close/>
                <a:moveTo>
                  <a:pt x="38343" y="411534"/>
                </a:moveTo>
                <a:lnTo>
                  <a:pt x="35170" y="411340"/>
                </a:lnTo>
                <a:lnTo>
                  <a:pt x="35170" y="411340"/>
                </a:lnTo>
                <a:lnTo>
                  <a:pt x="41517" y="411727"/>
                </a:lnTo>
                <a:lnTo>
                  <a:pt x="42290" y="399071"/>
                </a:lnTo>
                <a:lnTo>
                  <a:pt x="39116" y="398877"/>
                </a:lnTo>
                <a:lnTo>
                  <a:pt x="38343" y="411534"/>
                </a:lnTo>
                <a:close/>
                <a:moveTo>
                  <a:pt x="34440" y="423999"/>
                </a:moveTo>
                <a:lnTo>
                  <a:pt x="34397" y="423996"/>
                </a:lnTo>
                <a:lnTo>
                  <a:pt x="34397" y="423996"/>
                </a:lnTo>
                <a:lnTo>
                  <a:pt x="34440" y="423999"/>
                </a:lnTo>
                <a:close/>
                <a:moveTo>
                  <a:pt x="33624" y="436653"/>
                </a:moveTo>
                <a:lnTo>
                  <a:pt x="33624" y="436653"/>
                </a:lnTo>
                <a:lnTo>
                  <a:pt x="39971" y="437041"/>
                </a:lnTo>
                <a:lnTo>
                  <a:pt x="40744" y="424384"/>
                </a:lnTo>
                <a:lnTo>
                  <a:pt x="37570" y="424190"/>
                </a:lnTo>
                <a:lnTo>
                  <a:pt x="36797" y="436847"/>
                </a:lnTo>
                <a:lnTo>
                  <a:pt x="33624" y="436653"/>
                </a:lnTo>
                <a:close/>
                <a:moveTo>
                  <a:pt x="37570" y="424190"/>
                </a:moveTo>
                <a:lnTo>
                  <a:pt x="37570" y="424190"/>
                </a:lnTo>
                <a:lnTo>
                  <a:pt x="34440" y="423999"/>
                </a:lnTo>
                <a:lnTo>
                  <a:pt x="37570" y="424190"/>
                </a:lnTo>
                <a:close/>
                <a:moveTo>
                  <a:pt x="36024" y="449503"/>
                </a:moveTo>
                <a:lnTo>
                  <a:pt x="32851" y="449310"/>
                </a:lnTo>
                <a:lnTo>
                  <a:pt x="32851" y="449310"/>
                </a:lnTo>
                <a:lnTo>
                  <a:pt x="36024" y="449503"/>
                </a:lnTo>
                <a:lnTo>
                  <a:pt x="36024" y="449503"/>
                </a:lnTo>
                <a:close/>
                <a:moveTo>
                  <a:pt x="35251" y="462160"/>
                </a:moveTo>
                <a:lnTo>
                  <a:pt x="32078" y="461966"/>
                </a:lnTo>
                <a:lnTo>
                  <a:pt x="32078" y="461966"/>
                </a:lnTo>
                <a:lnTo>
                  <a:pt x="35251" y="462160"/>
                </a:lnTo>
                <a:lnTo>
                  <a:pt x="35251" y="462160"/>
                </a:lnTo>
                <a:close/>
                <a:moveTo>
                  <a:pt x="39198" y="449697"/>
                </a:moveTo>
                <a:lnTo>
                  <a:pt x="36024" y="449503"/>
                </a:lnTo>
                <a:lnTo>
                  <a:pt x="35251" y="462160"/>
                </a:lnTo>
                <a:lnTo>
                  <a:pt x="38425" y="462354"/>
                </a:lnTo>
                <a:lnTo>
                  <a:pt x="39198" y="449697"/>
                </a:lnTo>
                <a:close/>
                <a:moveTo>
                  <a:pt x="34479" y="474817"/>
                </a:moveTo>
                <a:lnTo>
                  <a:pt x="34479" y="474817"/>
                </a:lnTo>
                <a:lnTo>
                  <a:pt x="31305" y="474623"/>
                </a:lnTo>
                <a:lnTo>
                  <a:pt x="31305" y="474623"/>
                </a:lnTo>
                <a:lnTo>
                  <a:pt x="34479" y="474817"/>
                </a:lnTo>
                <a:close/>
                <a:moveTo>
                  <a:pt x="34479" y="474817"/>
                </a:moveTo>
                <a:lnTo>
                  <a:pt x="33706" y="487473"/>
                </a:lnTo>
                <a:lnTo>
                  <a:pt x="30532" y="487280"/>
                </a:lnTo>
                <a:lnTo>
                  <a:pt x="30532" y="487280"/>
                </a:lnTo>
                <a:lnTo>
                  <a:pt x="36879" y="487667"/>
                </a:lnTo>
                <a:lnTo>
                  <a:pt x="37652" y="475011"/>
                </a:lnTo>
                <a:lnTo>
                  <a:pt x="34479" y="474817"/>
                </a:lnTo>
                <a:close/>
                <a:moveTo>
                  <a:pt x="32933" y="500130"/>
                </a:moveTo>
                <a:lnTo>
                  <a:pt x="32160" y="512787"/>
                </a:lnTo>
                <a:lnTo>
                  <a:pt x="28986" y="512593"/>
                </a:lnTo>
                <a:lnTo>
                  <a:pt x="28986" y="512593"/>
                </a:lnTo>
                <a:lnTo>
                  <a:pt x="35333" y="512980"/>
                </a:lnTo>
                <a:lnTo>
                  <a:pt x="36106" y="500324"/>
                </a:lnTo>
                <a:lnTo>
                  <a:pt x="32933" y="500130"/>
                </a:lnTo>
                <a:close/>
                <a:moveTo>
                  <a:pt x="30893" y="500005"/>
                </a:moveTo>
                <a:lnTo>
                  <a:pt x="29759" y="499936"/>
                </a:lnTo>
                <a:lnTo>
                  <a:pt x="29759" y="499936"/>
                </a:lnTo>
                <a:lnTo>
                  <a:pt x="30893" y="500005"/>
                </a:lnTo>
                <a:close/>
                <a:moveTo>
                  <a:pt x="32933" y="500130"/>
                </a:moveTo>
                <a:lnTo>
                  <a:pt x="32933" y="500130"/>
                </a:lnTo>
                <a:lnTo>
                  <a:pt x="30893" y="500005"/>
                </a:lnTo>
                <a:lnTo>
                  <a:pt x="32933" y="500130"/>
                </a:lnTo>
                <a:close/>
                <a:moveTo>
                  <a:pt x="34560" y="525637"/>
                </a:moveTo>
                <a:lnTo>
                  <a:pt x="31387" y="525443"/>
                </a:lnTo>
                <a:lnTo>
                  <a:pt x="30614" y="538100"/>
                </a:lnTo>
                <a:lnTo>
                  <a:pt x="27440" y="537906"/>
                </a:lnTo>
                <a:lnTo>
                  <a:pt x="27440" y="537906"/>
                </a:lnTo>
                <a:lnTo>
                  <a:pt x="33787" y="538294"/>
                </a:lnTo>
                <a:lnTo>
                  <a:pt x="34560" y="525637"/>
                </a:lnTo>
                <a:close/>
                <a:moveTo>
                  <a:pt x="28213" y="525249"/>
                </a:moveTo>
                <a:lnTo>
                  <a:pt x="28213" y="525249"/>
                </a:lnTo>
                <a:lnTo>
                  <a:pt x="31387" y="525443"/>
                </a:lnTo>
                <a:lnTo>
                  <a:pt x="31387" y="525443"/>
                </a:lnTo>
                <a:lnTo>
                  <a:pt x="28213" y="525249"/>
                </a:lnTo>
                <a:close/>
                <a:moveTo>
                  <a:pt x="25894" y="563219"/>
                </a:moveTo>
                <a:lnTo>
                  <a:pt x="25894" y="563219"/>
                </a:lnTo>
                <a:lnTo>
                  <a:pt x="32241" y="563607"/>
                </a:lnTo>
                <a:lnTo>
                  <a:pt x="33014" y="550950"/>
                </a:lnTo>
                <a:lnTo>
                  <a:pt x="29841" y="550756"/>
                </a:lnTo>
                <a:lnTo>
                  <a:pt x="29068" y="563413"/>
                </a:lnTo>
                <a:lnTo>
                  <a:pt x="25894" y="563219"/>
                </a:lnTo>
                <a:close/>
                <a:moveTo>
                  <a:pt x="29841" y="550756"/>
                </a:moveTo>
                <a:lnTo>
                  <a:pt x="26667" y="550563"/>
                </a:lnTo>
                <a:lnTo>
                  <a:pt x="26667" y="550563"/>
                </a:lnTo>
                <a:lnTo>
                  <a:pt x="29841" y="550756"/>
                </a:lnTo>
                <a:lnTo>
                  <a:pt x="29841" y="550756"/>
                </a:lnTo>
                <a:close/>
                <a:moveTo>
                  <a:pt x="28295" y="576070"/>
                </a:moveTo>
                <a:lnTo>
                  <a:pt x="28295" y="576070"/>
                </a:lnTo>
                <a:lnTo>
                  <a:pt x="25121" y="575876"/>
                </a:lnTo>
                <a:lnTo>
                  <a:pt x="25121" y="575876"/>
                </a:lnTo>
                <a:lnTo>
                  <a:pt x="28295" y="576070"/>
                </a:lnTo>
                <a:close/>
                <a:moveTo>
                  <a:pt x="24348" y="588532"/>
                </a:moveTo>
                <a:lnTo>
                  <a:pt x="24348" y="588532"/>
                </a:lnTo>
                <a:lnTo>
                  <a:pt x="30696" y="588920"/>
                </a:lnTo>
                <a:lnTo>
                  <a:pt x="31468" y="576263"/>
                </a:lnTo>
                <a:lnTo>
                  <a:pt x="28295" y="576070"/>
                </a:lnTo>
                <a:lnTo>
                  <a:pt x="27522" y="588726"/>
                </a:lnTo>
                <a:lnTo>
                  <a:pt x="24348" y="588532"/>
                </a:lnTo>
                <a:close/>
                <a:moveTo>
                  <a:pt x="26749" y="601383"/>
                </a:moveTo>
                <a:lnTo>
                  <a:pt x="26749" y="601383"/>
                </a:lnTo>
                <a:lnTo>
                  <a:pt x="23575" y="601189"/>
                </a:lnTo>
                <a:lnTo>
                  <a:pt x="23575" y="601189"/>
                </a:lnTo>
                <a:lnTo>
                  <a:pt x="26749" y="601383"/>
                </a:lnTo>
                <a:close/>
                <a:moveTo>
                  <a:pt x="25976" y="614039"/>
                </a:moveTo>
                <a:lnTo>
                  <a:pt x="22803" y="613846"/>
                </a:lnTo>
                <a:lnTo>
                  <a:pt x="22803" y="613846"/>
                </a:lnTo>
                <a:lnTo>
                  <a:pt x="29150" y="614233"/>
                </a:lnTo>
                <a:lnTo>
                  <a:pt x="29923" y="601577"/>
                </a:lnTo>
                <a:lnTo>
                  <a:pt x="26749" y="601383"/>
                </a:lnTo>
                <a:lnTo>
                  <a:pt x="25976" y="614039"/>
                </a:lnTo>
                <a:close/>
                <a:moveTo>
                  <a:pt x="22304" y="639223"/>
                </a:moveTo>
                <a:lnTo>
                  <a:pt x="21257" y="639159"/>
                </a:lnTo>
                <a:lnTo>
                  <a:pt x="21257" y="639159"/>
                </a:lnTo>
                <a:lnTo>
                  <a:pt x="22304" y="639223"/>
                </a:lnTo>
                <a:close/>
                <a:moveTo>
                  <a:pt x="28377" y="626890"/>
                </a:moveTo>
                <a:lnTo>
                  <a:pt x="25203" y="626696"/>
                </a:lnTo>
                <a:lnTo>
                  <a:pt x="24430" y="639353"/>
                </a:lnTo>
                <a:lnTo>
                  <a:pt x="22304" y="639223"/>
                </a:lnTo>
                <a:lnTo>
                  <a:pt x="27604" y="639546"/>
                </a:lnTo>
                <a:lnTo>
                  <a:pt x="28377" y="626890"/>
                </a:lnTo>
                <a:close/>
                <a:moveTo>
                  <a:pt x="25203" y="626696"/>
                </a:moveTo>
                <a:lnTo>
                  <a:pt x="22030" y="626502"/>
                </a:lnTo>
                <a:lnTo>
                  <a:pt x="22030" y="626502"/>
                </a:lnTo>
                <a:lnTo>
                  <a:pt x="25203" y="626696"/>
                </a:lnTo>
                <a:lnTo>
                  <a:pt x="25203" y="626696"/>
                </a:lnTo>
                <a:close/>
                <a:moveTo>
                  <a:pt x="18165" y="689785"/>
                </a:moveTo>
                <a:lnTo>
                  <a:pt x="18165" y="689785"/>
                </a:lnTo>
                <a:lnTo>
                  <a:pt x="24512" y="690173"/>
                </a:lnTo>
                <a:lnTo>
                  <a:pt x="25285" y="677516"/>
                </a:lnTo>
                <a:lnTo>
                  <a:pt x="22111" y="677322"/>
                </a:lnTo>
                <a:lnTo>
                  <a:pt x="21338" y="689979"/>
                </a:lnTo>
                <a:lnTo>
                  <a:pt x="18165" y="689785"/>
                </a:lnTo>
                <a:close/>
                <a:moveTo>
                  <a:pt x="18938" y="677129"/>
                </a:moveTo>
                <a:lnTo>
                  <a:pt x="18938" y="677129"/>
                </a:lnTo>
                <a:lnTo>
                  <a:pt x="22111" y="677322"/>
                </a:lnTo>
                <a:lnTo>
                  <a:pt x="22111" y="677322"/>
                </a:lnTo>
                <a:lnTo>
                  <a:pt x="18938" y="677129"/>
                </a:lnTo>
                <a:close/>
                <a:moveTo>
                  <a:pt x="19792" y="715292"/>
                </a:moveTo>
                <a:lnTo>
                  <a:pt x="16619" y="715098"/>
                </a:lnTo>
                <a:lnTo>
                  <a:pt x="16619" y="715098"/>
                </a:lnTo>
                <a:lnTo>
                  <a:pt x="22966" y="715486"/>
                </a:lnTo>
                <a:lnTo>
                  <a:pt x="23739" y="702829"/>
                </a:lnTo>
                <a:lnTo>
                  <a:pt x="20565" y="702636"/>
                </a:lnTo>
                <a:lnTo>
                  <a:pt x="19792" y="715292"/>
                </a:lnTo>
                <a:close/>
                <a:moveTo>
                  <a:pt x="19019" y="727949"/>
                </a:moveTo>
                <a:lnTo>
                  <a:pt x="18246" y="740605"/>
                </a:lnTo>
                <a:lnTo>
                  <a:pt x="15073" y="740412"/>
                </a:lnTo>
                <a:lnTo>
                  <a:pt x="15073" y="740412"/>
                </a:lnTo>
                <a:lnTo>
                  <a:pt x="21420" y="740799"/>
                </a:lnTo>
                <a:lnTo>
                  <a:pt x="22193" y="728143"/>
                </a:lnTo>
                <a:lnTo>
                  <a:pt x="19019" y="727949"/>
                </a:lnTo>
                <a:close/>
                <a:moveTo>
                  <a:pt x="19019" y="727949"/>
                </a:moveTo>
                <a:lnTo>
                  <a:pt x="19019" y="727949"/>
                </a:lnTo>
                <a:lnTo>
                  <a:pt x="15846" y="727755"/>
                </a:lnTo>
                <a:lnTo>
                  <a:pt x="15846" y="727755"/>
                </a:lnTo>
                <a:lnTo>
                  <a:pt x="19019" y="727949"/>
                </a:lnTo>
                <a:close/>
                <a:moveTo>
                  <a:pt x="20647" y="753456"/>
                </a:moveTo>
                <a:lnTo>
                  <a:pt x="17473" y="753262"/>
                </a:lnTo>
                <a:lnTo>
                  <a:pt x="16700" y="765919"/>
                </a:lnTo>
                <a:lnTo>
                  <a:pt x="13527" y="765725"/>
                </a:lnTo>
                <a:lnTo>
                  <a:pt x="13527" y="765725"/>
                </a:lnTo>
                <a:lnTo>
                  <a:pt x="19874" y="766113"/>
                </a:lnTo>
                <a:lnTo>
                  <a:pt x="20647" y="753456"/>
                </a:lnTo>
                <a:close/>
                <a:moveTo>
                  <a:pt x="15087" y="753116"/>
                </a:moveTo>
                <a:lnTo>
                  <a:pt x="14300" y="753068"/>
                </a:lnTo>
                <a:lnTo>
                  <a:pt x="14300" y="753068"/>
                </a:lnTo>
                <a:lnTo>
                  <a:pt x="15087" y="753116"/>
                </a:lnTo>
                <a:close/>
                <a:moveTo>
                  <a:pt x="15087" y="753116"/>
                </a:moveTo>
                <a:lnTo>
                  <a:pt x="17473" y="753262"/>
                </a:lnTo>
                <a:lnTo>
                  <a:pt x="17473" y="753262"/>
                </a:lnTo>
                <a:lnTo>
                  <a:pt x="15087" y="753116"/>
                </a:lnTo>
                <a:close/>
                <a:moveTo>
                  <a:pt x="12754" y="778381"/>
                </a:moveTo>
                <a:lnTo>
                  <a:pt x="12754" y="778382"/>
                </a:lnTo>
                <a:lnTo>
                  <a:pt x="15927" y="778575"/>
                </a:lnTo>
                <a:lnTo>
                  <a:pt x="15154" y="791232"/>
                </a:lnTo>
                <a:lnTo>
                  <a:pt x="18328" y="791426"/>
                </a:lnTo>
                <a:lnTo>
                  <a:pt x="19101" y="778769"/>
                </a:lnTo>
                <a:lnTo>
                  <a:pt x="12754" y="778381"/>
                </a:lnTo>
                <a:close/>
                <a:moveTo>
                  <a:pt x="15154" y="791232"/>
                </a:moveTo>
                <a:lnTo>
                  <a:pt x="15154" y="791232"/>
                </a:lnTo>
                <a:lnTo>
                  <a:pt x="11981" y="791038"/>
                </a:lnTo>
                <a:lnTo>
                  <a:pt x="11981" y="791038"/>
                </a:lnTo>
                <a:lnTo>
                  <a:pt x="15154" y="791232"/>
                </a:lnTo>
                <a:close/>
                <a:moveTo>
                  <a:pt x="14382" y="803889"/>
                </a:moveTo>
                <a:lnTo>
                  <a:pt x="14382" y="803889"/>
                </a:lnTo>
                <a:lnTo>
                  <a:pt x="11208" y="803695"/>
                </a:lnTo>
                <a:lnTo>
                  <a:pt x="11208" y="803695"/>
                </a:lnTo>
                <a:lnTo>
                  <a:pt x="14382" y="803889"/>
                </a:lnTo>
                <a:close/>
                <a:moveTo>
                  <a:pt x="13609" y="816545"/>
                </a:moveTo>
                <a:lnTo>
                  <a:pt x="13609" y="816545"/>
                </a:lnTo>
                <a:lnTo>
                  <a:pt x="10435" y="816351"/>
                </a:lnTo>
                <a:lnTo>
                  <a:pt x="10435" y="816351"/>
                </a:lnTo>
                <a:lnTo>
                  <a:pt x="13609" y="816545"/>
                </a:lnTo>
                <a:close/>
                <a:moveTo>
                  <a:pt x="13609" y="816545"/>
                </a:moveTo>
                <a:lnTo>
                  <a:pt x="16782" y="816739"/>
                </a:lnTo>
                <a:lnTo>
                  <a:pt x="17555" y="804082"/>
                </a:lnTo>
                <a:lnTo>
                  <a:pt x="14382" y="803889"/>
                </a:lnTo>
                <a:lnTo>
                  <a:pt x="13609" y="816545"/>
                </a:lnTo>
                <a:close/>
                <a:moveTo>
                  <a:pt x="15236" y="842052"/>
                </a:moveTo>
                <a:lnTo>
                  <a:pt x="16009" y="829396"/>
                </a:lnTo>
                <a:lnTo>
                  <a:pt x="9662" y="829008"/>
                </a:lnTo>
                <a:lnTo>
                  <a:pt x="9662" y="829008"/>
                </a:lnTo>
                <a:lnTo>
                  <a:pt x="12836" y="829202"/>
                </a:lnTo>
                <a:lnTo>
                  <a:pt x="12063" y="841858"/>
                </a:lnTo>
                <a:lnTo>
                  <a:pt x="15236" y="842052"/>
                </a:lnTo>
                <a:close/>
                <a:moveTo>
                  <a:pt x="12063" y="841858"/>
                </a:moveTo>
                <a:lnTo>
                  <a:pt x="8889" y="841665"/>
                </a:lnTo>
                <a:lnTo>
                  <a:pt x="8889" y="841665"/>
                </a:lnTo>
                <a:lnTo>
                  <a:pt x="12063" y="841858"/>
                </a:lnTo>
                <a:lnTo>
                  <a:pt x="12063" y="841858"/>
                </a:lnTo>
                <a:close/>
                <a:moveTo>
                  <a:pt x="11290" y="854515"/>
                </a:moveTo>
                <a:lnTo>
                  <a:pt x="10517" y="867172"/>
                </a:lnTo>
                <a:lnTo>
                  <a:pt x="13690" y="867365"/>
                </a:lnTo>
                <a:lnTo>
                  <a:pt x="14463" y="854709"/>
                </a:lnTo>
                <a:lnTo>
                  <a:pt x="8116" y="854321"/>
                </a:lnTo>
                <a:lnTo>
                  <a:pt x="8116" y="854321"/>
                </a:lnTo>
                <a:lnTo>
                  <a:pt x="11290" y="854515"/>
                </a:lnTo>
                <a:close/>
                <a:moveTo>
                  <a:pt x="10517" y="867172"/>
                </a:moveTo>
                <a:lnTo>
                  <a:pt x="7343" y="866978"/>
                </a:lnTo>
                <a:lnTo>
                  <a:pt x="7343" y="866978"/>
                </a:lnTo>
                <a:lnTo>
                  <a:pt x="10517" y="867172"/>
                </a:lnTo>
                <a:lnTo>
                  <a:pt x="10517" y="867172"/>
                </a:lnTo>
                <a:close/>
                <a:moveTo>
                  <a:pt x="6570" y="879634"/>
                </a:moveTo>
                <a:lnTo>
                  <a:pt x="6570" y="879634"/>
                </a:lnTo>
                <a:lnTo>
                  <a:pt x="9744" y="879828"/>
                </a:lnTo>
                <a:lnTo>
                  <a:pt x="8971" y="892485"/>
                </a:lnTo>
                <a:lnTo>
                  <a:pt x="12144" y="892679"/>
                </a:lnTo>
                <a:lnTo>
                  <a:pt x="12917" y="880022"/>
                </a:lnTo>
                <a:lnTo>
                  <a:pt x="6570" y="879634"/>
                </a:lnTo>
                <a:close/>
                <a:moveTo>
                  <a:pt x="8971" y="892485"/>
                </a:moveTo>
                <a:lnTo>
                  <a:pt x="8971" y="892485"/>
                </a:lnTo>
                <a:lnTo>
                  <a:pt x="5797" y="892291"/>
                </a:lnTo>
                <a:lnTo>
                  <a:pt x="5797" y="892291"/>
                </a:lnTo>
                <a:lnTo>
                  <a:pt x="8971" y="892485"/>
                </a:lnTo>
                <a:close/>
                <a:moveTo>
                  <a:pt x="8198" y="905141"/>
                </a:moveTo>
                <a:lnTo>
                  <a:pt x="8198" y="905141"/>
                </a:lnTo>
                <a:lnTo>
                  <a:pt x="5024" y="904948"/>
                </a:lnTo>
                <a:lnTo>
                  <a:pt x="5024" y="904948"/>
                </a:lnTo>
                <a:lnTo>
                  <a:pt x="8198" y="905141"/>
                </a:lnTo>
                <a:close/>
                <a:moveTo>
                  <a:pt x="7425" y="917798"/>
                </a:moveTo>
                <a:lnTo>
                  <a:pt x="7425" y="917798"/>
                </a:lnTo>
                <a:lnTo>
                  <a:pt x="4251" y="917604"/>
                </a:lnTo>
                <a:lnTo>
                  <a:pt x="4251" y="917604"/>
                </a:lnTo>
                <a:lnTo>
                  <a:pt x="7425" y="917798"/>
                </a:lnTo>
                <a:close/>
                <a:moveTo>
                  <a:pt x="7425" y="917798"/>
                </a:moveTo>
                <a:lnTo>
                  <a:pt x="10599" y="917992"/>
                </a:lnTo>
                <a:lnTo>
                  <a:pt x="11371" y="905335"/>
                </a:lnTo>
                <a:lnTo>
                  <a:pt x="8198" y="905141"/>
                </a:lnTo>
                <a:lnTo>
                  <a:pt x="7425" y="917798"/>
                </a:lnTo>
                <a:close/>
                <a:moveTo>
                  <a:pt x="19000" y="989025"/>
                </a:moveTo>
                <a:lnTo>
                  <a:pt x="19000" y="989025"/>
                </a:lnTo>
                <a:lnTo>
                  <a:pt x="19301" y="985860"/>
                </a:lnTo>
                <a:lnTo>
                  <a:pt x="19301" y="985860"/>
                </a:lnTo>
                <a:lnTo>
                  <a:pt x="19000" y="989025"/>
                </a:lnTo>
                <a:close/>
                <a:moveTo>
                  <a:pt x="19301" y="985860"/>
                </a:moveTo>
                <a:lnTo>
                  <a:pt x="31967" y="987066"/>
                </a:lnTo>
                <a:lnTo>
                  <a:pt x="31666" y="990231"/>
                </a:lnTo>
                <a:lnTo>
                  <a:pt x="31666" y="990231"/>
                </a:lnTo>
                <a:lnTo>
                  <a:pt x="32269" y="983900"/>
                </a:lnTo>
                <a:lnTo>
                  <a:pt x="19602" y="982694"/>
                </a:lnTo>
                <a:lnTo>
                  <a:pt x="19301" y="985860"/>
                </a:lnTo>
                <a:close/>
                <a:moveTo>
                  <a:pt x="69966" y="990683"/>
                </a:moveTo>
                <a:lnTo>
                  <a:pt x="69966" y="990683"/>
                </a:lnTo>
                <a:lnTo>
                  <a:pt x="69665" y="993848"/>
                </a:lnTo>
                <a:lnTo>
                  <a:pt x="69665" y="993848"/>
                </a:lnTo>
                <a:lnTo>
                  <a:pt x="69966" y="990683"/>
                </a:lnTo>
                <a:close/>
                <a:moveTo>
                  <a:pt x="82633" y="991889"/>
                </a:moveTo>
                <a:lnTo>
                  <a:pt x="82633" y="991889"/>
                </a:lnTo>
                <a:lnTo>
                  <a:pt x="82331" y="995054"/>
                </a:lnTo>
                <a:lnTo>
                  <a:pt x="82331" y="995054"/>
                </a:lnTo>
                <a:lnTo>
                  <a:pt x="82633" y="991889"/>
                </a:lnTo>
                <a:close/>
                <a:moveTo>
                  <a:pt x="82934" y="988724"/>
                </a:moveTo>
                <a:lnTo>
                  <a:pt x="70268" y="987518"/>
                </a:lnTo>
                <a:lnTo>
                  <a:pt x="69966" y="990683"/>
                </a:lnTo>
                <a:lnTo>
                  <a:pt x="82633" y="991889"/>
                </a:lnTo>
                <a:lnTo>
                  <a:pt x="82934" y="988724"/>
                </a:lnTo>
                <a:close/>
                <a:moveTo>
                  <a:pt x="95299" y="993095"/>
                </a:moveTo>
                <a:lnTo>
                  <a:pt x="95299" y="993095"/>
                </a:lnTo>
                <a:lnTo>
                  <a:pt x="94998" y="996260"/>
                </a:lnTo>
                <a:lnTo>
                  <a:pt x="94998" y="996260"/>
                </a:lnTo>
                <a:lnTo>
                  <a:pt x="95299" y="993095"/>
                </a:lnTo>
                <a:close/>
                <a:moveTo>
                  <a:pt x="107966" y="994301"/>
                </a:moveTo>
                <a:lnTo>
                  <a:pt x="107966" y="994301"/>
                </a:lnTo>
                <a:lnTo>
                  <a:pt x="107664" y="997466"/>
                </a:lnTo>
                <a:lnTo>
                  <a:pt x="107664" y="997466"/>
                </a:lnTo>
                <a:lnTo>
                  <a:pt x="107966" y="994301"/>
                </a:lnTo>
                <a:close/>
                <a:moveTo>
                  <a:pt x="107966" y="994301"/>
                </a:moveTo>
                <a:lnTo>
                  <a:pt x="108267" y="991136"/>
                </a:lnTo>
                <a:lnTo>
                  <a:pt x="95601" y="989930"/>
                </a:lnTo>
                <a:lnTo>
                  <a:pt x="95299" y="993095"/>
                </a:lnTo>
                <a:lnTo>
                  <a:pt x="107966" y="994301"/>
                </a:lnTo>
                <a:close/>
                <a:moveTo>
                  <a:pt x="120632" y="995507"/>
                </a:moveTo>
                <a:lnTo>
                  <a:pt x="133298" y="996713"/>
                </a:lnTo>
                <a:lnTo>
                  <a:pt x="133600" y="993547"/>
                </a:lnTo>
                <a:lnTo>
                  <a:pt x="120933" y="992341"/>
                </a:lnTo>
                <a:lnTo>
                  <a:pt x="120331" y="998672"/>
                </a:lnTo>
                <a:lnTo>
                  <a:pt x="120331" y="998672"/>
                </a:lnTo>
                <a:lnTo>
                  <a:pt x="120632" y="995507"/>
                </a:lnTo>
                <a:close/>
                <a:moveTo>
                  <a:pt x="133166" y="998104"/>
                </a:moveTo>
                <a:lnTo>
                  <a:pt x="132997" y="999878"/>
                </a:lnTo>
                <a:lnTo>
                  <a:pt x="132997" y="999878"/>
                </a:lnTo>
                <a:lnTo>
                  <a:pt x="133166" y="998104"/>
                </a:lnTo>
                <a:close/>
                <a:moveTo>
                  <a:pt x="133298" y="996713"/>
                </a:moveTo>
                <a:lnTo>
                  <a:pt x="133166" y="998104"/>
                </a:lnTo>
                <a:lnTo>
                  <a:pt x="133298" y="996713"/>
                </a:lnTo>
                <a:lnTo>
                  <a:pt x="133298" y="996713"/>
                </a:lnTo>
                <a:close/>
                <a:moveTo>
                  <a:pt x="145965" y="997918"/>
                </a:moveTo>
                <a:lnTo>
                  <a:pt x="158631" y="999124"/>
                </a:lnTo>
                <a:lnTo>
                  <a:pt x="158330" y="1002290"/>
                </a:lnTo>
                <a:lnTo>
                  <a:pt x="158330" y="1002290"/>
                </a:lnTo>
                <a:lnTo>
                  <a:pt x="158933" y="995959"/>
                </a:lnTo>
                <a:lnTo>
                  <a:pt x="146266" y="994753"/>
                </a:lnTo>
                <a:lnTo>
                  <a:pt x="145663" y="1001084"/>
                </a:lnTo>
                <a:lnTo>
                  <a:pt x="145663" y="1001084"/>
                </a:lnTo>
                <a:lnTo>
                  <a:pt x="145965" y="997918"/>
                </a:lnTo>
                <a:close/>
                <a:moveTo>
                  <a:pt x="171298" y="1000330"/>
                </a:moveTo>
                <a:lnTo>
                  <a:pt x="171298" y="1000330"/>
                </a:lnTo>
                <a:lnTo>
                  <a:pt x="170996" y="1003495"/>
                </a:lnTo>
                <a:lnTo>
                  <a:pt x="170996" y="1003495"/>
                </a:lnTo>
                <a:lnTo>
                  <a:pt x="171298" y="1000330"/>
                </a:lnTo>
                <a:close/>
                <a:moveTo>
                  <a:pt x="183663" y="1004701"/>
                </a:moveTo>
                <a:lnTo>
                  <a:pt x="183663" y="1004701"/>
                </a:lnTo>
                <a:lnTo>
                  <a:pt x="183727" y="1004024"/>
                </a:lnTo>
                <a:lnTo>
                  <a:pt x="183663" y="1004701"/>
                </a:lnTo>
                <a:close/>
                <a:moveTo>
                  <a:pt x="183727" y="1004024"/>
                </a:moveTo>
                <a:lnTo>
                  <a:pt x="184265" y="998371"/>
                </a:lnTo>
                <a:lnTo>
                  <a:pt x="171599" y="997165"/>
                </a:lnTo>
                <a:lnTo>
                  <a:pt x="171298" y="1000330"/>
                </a:lnTo>
                <a:lnTo>
                  <a:pt x="183964" y="1001536"/>
                </a:lnTo>
                <a:lnTo>
                  <a:pt x="183727" y="1004024"/>
                </a:lnTo>
                <a:close/>
                <a:moveTo>
                  <a:pt x="209297" y="1003948"/>
                </a:moveTo>
                <a:lnTo>
                  <a:pt x="208995" y="1007113"/>
                </a:lnTo>
                <a:lnTo>
                  <a:pt x="208995" y="1007113"/>
                </a:lnTo>
                <a:lnTo>
                  <a:pt x="209598" y="1000783"/>
                </a:lnTo>
                <a:lnTo>
                  <a:pt x="196932" y="999577"/>
                </a:lnTo>
                <a:lnTo>
                  <a:pt x="196630" y="1002742"/>
                </a:lnTo>
                <a:lnTo>
                  <a:pt x="209297" y="1003948"/>
                </a:lnTo>
                <a:close/>
                <a:moveTo>
                  <a:pt x="196329" y="1005907"/>
                </a:moveTo>
                <a:lnTo>
                  <a:pt x="196329" y="1005907"/>
                </a:lnTo>
                <a:lnTo>
                  <a:pt x="196630" y="1002742"/>
                </a:lnTo>
                <a:lnTo>
                  <a:pt x="196630" y="1002742"/>
                </a:lnTo>
                <a:lnTo>
                  <a:pt x="196329" y="1005907"/>
                </a:lnTo>
                <a:close/>
                <a:moveTo>
                  <a:pt x="221775" y="1007133"/>
                </a:moveTo>
                <a:lnTo>
                  <a:pt x="221662" y="1008319"/>
                </a:lnTo>
                <a:lnTo>
                  <a:pt x="221662" y="1008319"/>
                </a:lnTo>
                <a:lnTo>
                  <a:pt x="221775" y="1007133"/>
                </a:lnTo>
                <a:close/>
                <a:moveTo>
                  <a:pt x="221963" y="1005154"/>
                </a:moveTo>
                <a:lnTo>
                  <a:pt x="234630" y="1006360"/>
                </a:lnTo>
                <a:lnTo>
                  <a:pt x="234328" y="1009525"/>
                </a:lnTo>
                <a:lnTo>
                  <a:pt x="234328" y="1009525"/>
                </a:lnTo>
                <a:lnTo>
                  <a:pt x="234931" y="1003194"/>
                </a:lnTo>
                <a:lnTo>
                  <a:pt x="222265" y="1001988"/>
                </a:lnTo>
                <a:lnTo>
                  <a:pt x="221963" y="1005154"/>
                </a:lnTo>
                <a:close/>
                <a:moveTo>
                  <a:pt x="221963" y="1005154"/>
                </a:moveTo>
                <a:lnTo>
                  <a:pt x="221775" y="1007133"/>
                </a:lnTo>
                <a:lnTo>
                  <a:pt x="221963" y="1005154"/>
                </a:lnTo>
                <a:lnTo>
                  <a:pt x="221963" y="1005154"/>
                </a:lnTo>
                <a:close/>
                <a:moveTo>
                  <a:pt x="247296" y="1007566"/>
                </a:moveTo>
                <a:lnTo>
                  <a:pt x="259962" y="1008771"/>
                </a:lnTo>
                <a:lnTo>
                  <a:pt x="260264" y="1005606"/>
                </a:lnTo>
                <a:lnTo>
                  <a:pt x="247597" y="1004400"/>
                </a:lnTo>
                <a:lnTo>
                  <a:pt x="246995" y="1010731"/>
                </a:lnTo>
                <a:lnTo>
                  <a:pt x="246995" y="1010731"/>
                </a:lnTo>
                <a:lnTo>
                  <a:pt x="247296" y="1007566"/>
                </a:lnTo>
                <a:close/>
                <a:moveTo>
                  <a:pt x="259962" y="1008771"/>
                </a:moveTo>
                <a:lnTo>
                  <a:pt x="259661" y="1011937"/>
                </a:lnTo>
                <a:lnTo>
                  <a:pt x="259661" y="1011937"/>
                </a:lnTo>
                <a:lnTo>
                  <a:pt x="259962" y="1008771"/>
                </a:lnTo>
                <a:lnTo>
                  <a:pt x="259962" y="1008771"/>
                </a:lnTo>
                <a:close/>
                <a:moveTo>
                  <a:pt x="272629" y="1009977"/>
                </a:moveTo>
                <a:lnTo>
                  <a:pt x="272629" y="1009977"/>
                </a:lnTo>
                <a:lnTo>
                  <a:pt x="272327" y="1013143"/>
                </a:lnTo>
                <a:lnTo>
                  <a:pt x="272327" y="1013143"/>
                </a:lnTo>
                <a:lnTo>
                  <a:pt x="272629" y="1009977"/>
                </a:lnTo>
                <a:close/>
                <a:moveTo>
                  <a:pt x="285295" y="1011183"/>
                </a:moveTo>
                <a:lnTo>
                  <a:pt x="285295" y="1011183"/>
                </a:lnTo>
                <a:lnTo>
                  <a:pt x="284994" y="1014348"/>
                </a:lnTo>
                <a:lnTo>
                  <a:pt x="284994" y="1014348"/>
                </a:lnTo>
                <a:lnTo>
                  <a:pt x="285295" y="1011183"/>
                </a:lnTo>
                <a:close/>
                <a:moveTo>
                  <a:pt x="285596" y="1008018"/>
                </a:moveTo>
                <a:lnTo>
                  <a:pt x="272930" y="1006812"/>
                </a:lnTo>
                <a:lnTo>
                  <a:pt x="272629" y="1009977"/>
                </a:lnTo>
                <a:lnTo>
                  <a:pt x="285295" y="1011183"/>
                </a:lnTo>
                <a:lnTo>
                  <a:pt x="285596" y="1008018"/>
                </a:lnTo>
                <a:close/>
                <a:moveTo>
                  <a:pt x="297890" y="1013141"/>
                </a:moveTo>
                <a:lnTo>
                  <a:pt x="297660" y="1015554"/>
                </a:lnTo>
                <a:lnTo>
                  <a:pt x="297660" y="1015554"/>
                </a:lnTo>
                <a:lnTo>
                  <a:pt x="297890" y="1013141"/>
                </a:lnTo>
                <a:close/>
                <a:moveTo>
                  <a:pt x="310628" y="1013595"/>
                </a:moveTo>
                <a:lnTo>
                  <a:pt x="310628" y="1013595"/>
                </a:lnTo>
                <a:lnTo>
                  <a:pt x="310327" y="1016760"/>
                </a:lnTo>
                <a:lnTo>
                  <a:pt x="310327" y="1016760"/>
                </a:lnTo>
                <a:lnTo>
                  <a:pt x="310628" y="1013595"/>
                </a:lnTo>
                <a:close/>
                <a:moveTo>
                  <a:pt x="310628" y="1013595"/>
                </a:moveTo>
                <a:lnTo>
                  <a:pt x="310929" y="1010430"/>
                </a:lnTo>
                <a:lnTo>
                  <a:pt x="298263" y="1009224"/>
                </a:lnTo>
                <a:lnTo>
                  <a:pt x="297890" y="1013141"/>
                </a:lnTo>
                <a:lnTo>
                  <a:pt x="297962" y="1012389"/>
                </a:lnTo>
                <a:lnTo>
                  <a:pt x="310628" y="1013595"/>
                </a:lnTo>
                <a:close/>
                <a:moveTo>
                  <a:pt x="373846" y="1020824"/>
                </a:moveTo>
                <a:lnTo>
                  <a:pt x="373659" y="1022790"/>
                </a:lnTo>
                <a:lnTo>
                  <a:pt x="373659" y="1022790"/>
                </a:lnTo>
                <a:lnTo>
                  <a:pt x="373846" y="1020824"/>
                </a:lnTo>
                <a:close/>
                <a:moveTo>
                  <a:pt x="386626" y="1020830"/>
                </a:moveTo>
                <a:lnTo>
                  <a:pt x="386626" y="1020830"/>
                </a:lnTo>
                <a:lnTo>
                  <a:pt x="386325" y="1023995"/>
                </a:lnTo>
                <a:lnTo>
                  <a:pt x="386325" y="1023995"/>
                </a:lnTo>
                <a:lnTo>
                  <a:pt x="386626" y="1020830"/>
                </a:lnTo>
                <a:close/>
                <a:moveTo>
                  <a:pt x="374261" y="1016459"/>
                </a:moveTo>
                <a:lnTo>
                  <a:pt x="373846" y="1020824"/>
                </a:lnTo>
                <a:lnTo>
                  <a:pt x="373960" y="1019624"/>
                </a:lnTo>
                <a:lnTo>
                  <a:pt x="386626" y="1020830"/>
                </a:lnTo>
                <a:lnTo>
                  <a:pt x="386928" y="1017665"/>
                </a:lnTo>
                <a:lnTo>
                  <a:pt x="374261" y="1016459"/>
                </a:lnTo>
                <a:close/>
                <a:moveTo>
                  <a:pt x="399293" y="1022036"/>
                </a:moveTo>
                <a:lnTo>
                  <a:pt x="399293" y="1022036"/>
                </a:lnTo>
                <a:lnTo>
                  <a:pt x="398991" y="1025201"/>
                </a:lnTo>
                <a:lnTo>
                  <a:pt x="398991" y="1025201"/>
                </a:lnTo>
                <a:lnTo>
                  <a:pt x="399293" y="1022036"/>
                </a:lnTo>
                <a:close/>
                <a:moveTo>
                  <a:pt x="411959" y="1023242"/>
                </a:moveTo>
                <a:lnTo>
                  <a:pt x="411959" y="1023242"/>
                </a:lnTo>
                <a:lnTo>
                  <a:pt x="411658" y="1026407"/>
                </a:lnTo>
                <a:lnTo>
                  <a:pt x="411658" y="1026407"/>
                </a:lnTo>
                <a:lnTo>
                  <a:pt x="411959" y="1023242"/>
                </a:lnTo>
                <a:close/>
                <a:moveTo>
                  <a:pt x="411959" y="1023242"/>
                </a:moveTo>
                <a:lnTo>
                  <a:pt x="412260" y="1020077"/>
                </a:lnTo>
                <a:lnTo>
                  <a:pt x="399594" y="1018871"/>
                </a:lnTo>
                <a:lnTo>
                  <a:pt x="399293" y="1022036"/>
                </a:lnTo>
                <a:lnTo>
                  <a:pt x="411959" y="1023242"/>
                </a:lnTo>
                <a:close/>
                <a:moveTo>
                  <a:pt x="424927" y="1021283"/>
                </a:moveTo>
                <a:lnTo>
                  <a:pt x="424625" y="1024448"/>
                </a:lnTo>
                <a:lnTo>
                  <a:pt x="437292" y="1025654"/>
                </a:lnTo>
                <a:lnTo>
                  <a:pt x="436990" y="1028819"/>
                </a:lnTo>
                <a:lnTo>
                  <a:pt x="436990" y="1028819"/>
                </a:lnTo>
                <a:lnTo>
                  <a:pt x="437593" y="1022489"/>
                </a:lnTo>
                <a:lnTo>
                  <a:pt x="424927" y="1021283"/>
                </a:lnTo>
                <a:close/>
                <a:moveTo>
                  <a:pt x="424410" y="1026709"/>
                </a:moveTo>
                <a:lnTo>
                  <a:pt x="424324" y="1027613"/>
                </a:lnTo>
                <a:lnTo>
                  <a:pt x="424324" y="1027613"/>
                </a:lnTo>
                <a:lnTo>
                  <a:pt x="424410" y="1026709"/>
                </a:lnTo>
                <a:close/>
                <a:moveTo>
                  <a:pt x="424410" y="1026709"/>
                </a:moveTo>
                <a:lnTo>
                  <a:pt x="424625" y="1024448"/>
                </a:lnTo>
                <a:lnTo>
                  <a:pt x="424625" y="1024448"/>
                </a:lnTo>
                <a:lnTo>
                  <a:pt x="424410" y="1026709"/>
                </a:lnTo>
                <a:close/>
                <a:moveTo>
                  <a:pt x="462625" y="1028066"/>
                </a:moveTo>
                <a:lnTo>
                  <a:pt x="462323" y="1031231"/>
                </a:lnTo>
                <a:lnTo>
                  <a:pt x="462323" y="1031231"/>
                </a:lnTo>
                <a:lnTo>
                  <a:pt x="462625" y="1028066"/>
                </a:lnTo>
                <a:lnTo>
                  <a:pt x="462625" y="1028066"/>
                </a:lnTo>
                <a:close/>
                <a:moveTo>
                  <a:pt x="449958" y="1026860"/>
                </a:moveTo>
                <a:lnTo>
                  <a:pt x="462625" y="1028066"/>
                </a:lnTo>
                <a:lnTo>
                  <a:pt x="462926" y="1024900"/>
                </a:lnTo>
                <a:lnTo>
                  <a:pt x="450260" y="1023694"/>
                </a:lnTo>
                <a:lnTo>
                  <a:pt x="449657" y="1030025"/>
                </a:lnTo>
                <a:lnTo>
                  <a:pt x="449657" y="1030025"/>
                </a:lnTo>
                <a:lnTo>
                  <a:pt x="449958" y="1026860"/>
                </a:lnTo>
                <a:close/>
                <a:moveTo>
                  <a:pt x="475291" y="1029271"/>
                </a:moveTo>
                <a:lnTo>
                  <a:pt x="487957" y="1030477"/>
                </a:lnTo>
                <a:lnTo>
                  <a:pt x="487656" y="1033643"/>
                </a:lnTo>
                <a:lnTo>
                  <a:pt x="487656" y="1033643"/>
                </a:lnTo>
                <a:lnTo>
                  <a:pt x="488259" y="1027312"/>
                </a:lnTo>
                <a:lnTo>
                  <a:pt x="475592" y="1026106"/>
                </a:lnTo>
                <a:lnTo>
                  <a:pt x="475291" y="1029271"/>
                </a:lnTo>
                <a:close/>
                <a:moveTo>
                  <a:pt x="475291" y="1029271"/>
                </a:moveTo>
                <a:lnTo>
                  <a:pt x="475291" y="1029271"/>
                </a:lnTo>
                <a:lnTo>
                  <a:pt x="474990" y="1032437"/>
                </a:lnTo>
                <a:lnTo>
                  <a:pt x="474990" y="1032437"/>
                </a:lnTo>
                <a:lnTo>
                  <a:pt x="475291" y="1029271"/>
                </a:lnTo>
                <a:close/>
                <a:moveTo>
                  <a:pt x="538623" y="1035301"/>
                </a:moveTo>
                <a:lnTo>
                  <a:pt x="538924" y="1032136"/>
                </a:lnTo>
                <a:lnTo>
                  <a:pt x="526258" y="1030930"/>
                </a:lnTo>
                <a:lnTo>
                  <a:pt x="525655" y="1037260"/>
                </a:lnTo>
                <a:lnTo>
                  <a:pt x="525655" y="1037260"/>
                </a:lnTo>
                <a:lnTo>
                  <a:pt x="525957" y="1034095"/>
                </a:lnTo>
                <a:lnTo>
                  <a:pt x="538623" y="1035301"/>
                </a:lnTo>
                <a:close/>
                <a:moveTo>
                  <a:pt x="538407" y="1037574"/>
                </a:moveTo>
                <a:lnTo>
                  <a:pt x="538322" y="1038466"/>
                </a:lnTo>
                <a:lnTo>
                  <a:pt x="538322" y="1038466"/>
                </a:lnTo>
                <a:lnTo>
                  <a:pt x="538407" y="1037574"/>
                </a:lnTo>
                <a:close/>
                <a:moveTo>
                  <a:pt x="538623" y="1035301"/>
                </a:moveTo>
                <a:lnTo>
                  <a:pt x="538623" y="1035301"/>
                </a:lnTo>
                <a:lnTo>
                  <a:pt x="538407" y="1037574"/>
                </a:lnTo>
                <a:lnTo>
                  <a:pt x="538623" y="1035301"/>
                </a:lnTo>
                <a:close/>
                <a:moveTo>
                  <a:pt x="563956" y="1037713"/>
                </a:moveTo>
                <a:lnTo>
                  <a:pt x="563745" y="1039923"/>
                </a:lnTo>
                <a:lnTo>
                  <a:pt x="564257" y="1034547"/>
                </a:lnTo>
                <a:lnTo>
                  <a:pt x="551591" y="1033341"/>
                </a:lnTo>
                <a:lnTo>
                  <a:pt x="550988" y="1039672"/>
                </a:lnTo>
                <a:lnTo>
                  <a:pt x="550988" y="1039672"/>
                </a:lnTo>
                <a:lnTo>
                  <a:pt x="551289" y="1036507"/>
                </a:lnTo>
                <a:lnTo>
                  <a:pt x="563956" y="1037713"/>
                </a:lnTo>
                <a:close/>
                <a:moveTo>
                  <a:pt x="563654" y="1040878"/>
                </a:moveTo>
                <a:lnTo>
                  <a:pt x="563654" y="1040878"/>
                </a:lnTo>
                <a:lnTo>
                  <a:pt x="563745" y="1039923"/>
                </a:lnTo>
                <a:lnTo>
                  <a:pt x="563654" y="1040878"/>
                </a:lnTo>
                <a:close/>
                <a:moveTo>
                  <a:pt x="576622" y="1038918"/>
                </a:moveTo>
                <a:lnTo>
                  <a:pt x="576622" y="1038918"/>
                </a:lnTo>
                <a:lnTo>
                  <a:pt x="576321" y="1042084"/>
                </a:lnTo>
                <a:lnTo>
                  <a:pt x="576321" y="1042084"/>
                </a:lnTo>
                <a:lnTo>
                  <a:pt x="576622" y="1038918"/>
                </a:lnTo>
                <a:close/>
                <a:moveTo>
                  <a:pt x="589288" y="1040124"/>
                </a:moveTo>
                <a:lnTo>
                  <a:pt x="589288" y="1040124"/>
                </a:lnTo>
                <a:lnTo>
                  <a:pt x="588987" y="1043290"/>
                </a:lnTo>
                <a:lnTo>
                  <a:pt x="588987" y="1043290"/>
                </a:lnTo>
                <a:lnTo>
                  <a:pt x="589288" y="1040124"/>
                </a:lnTo>
                <a:close/>
                <a:moveTo>
                  <a:pt x="589590" y="1036959"/>
                </a:moveTo>
                <a:lnTo>
                  <a:pt x="576923" y="1035753"/>
                </a:lnTo>
                <a:lnTo>
                  <a:pt x="576622" y="1038918"/>
                </a:lnTo>
                <a:lnTo>
                  <a:pt x="589288" y="1040124"/>
                </a:lnTo>
                <a:lnTo>
                  <a:pt x="589590" y="1036959"/>
                </a:lnTo>
                <a:close/>
                <a:moveTo>
                  <a:pt x="601912" y="1041785"/>
                </a:moveTo>
                <a:lnTo>
                  <a:pt x="601654" y="1044495"/>
                </a:lnTo>
                <a:lnTo>
                  <a:pt x="601654" y="1044495"/>
                </a:lnTo>
                <a:lnTo>
                  <a:pt x="601912" y="1041785"/>
                </a:lnTo>
                <a:close/>
                <a:moveTo>
                  <a:pt x="614484" y="1043973"/>
                </a:moveTo>
                <a:lnTo>
                  <a:pt x="614320" y="1045701"/>
                </a:lnTo>
                <a:lnTo>
                  <a:pt x="614320" y="1045701"/>
                </a:lnTo>
                <a:lnTo>
                  <a:pt x="614484" y="1043973"/>
                </a:lnTo>
                <a:close/>
                <a:moveTo>
                  <a:pt x="614621" y="1042536"/>
                </a:moveTo>
                <a:lnTo>
                  <a:pt x="614621" y="1042536"/>
                </a:lnTo>
                <a:lnTo>
                  <a:pt x="614484" y="1043973"/>
                </a:lnTo>
                <a:lnTo>
                  <a:pt x="614621" y="1042536"/>
                </a:lnTo>
                <a:close/>
                <a:moveTo>
                  <a:pt x="601912" y="1041785"/>
                </a:moveTo>
                <a:lnTo>
                  <a:pt x="601955" y="1041330"/>
                </a:lnTo>
                <a:lnTo>
                  <a:pt x="614621" y="1042536"/>
                </a:lnTo>
                <a:lnTo>
                  <a:pt x="614923" y="1039371"/>
                </a:lnTo>
                <a:lnTo>
                  <a:pt x="602256" y="1038165"/>
                </a:lnTo>
                <a:lnTo>
                  <a:pt x="601912" y="1041785"/>
                </a:lnTo>
                <a:close/>
                <a:moveTo>
                  <a:pt x="627288" y="1043742"/>
                </a:moveTo>
                <a:lnTo>
                  <a:pt x="639954" y="1044948"/>
                </a:lnTo>
                <a:lnTo>
                  <a:pt x="639653" y="1048113"/>
                </a:lnTo>
                <a:lnTo>
                  <a:pt x="639653" y="1048113"/>
                </a:lnTo>
                <a:lnTo>
                  <a:pt x="640255" y="1041783"/>
                </a:lnTo>
                <a:lnTo>
                  <a:pt x="627589" y="1040577"/>
                </a:lnTo>
                <a:lnTo>
                  <a:pt x="626986" y="1046907"/>
                </a:lnTo>
                <a:lnTo>
                  <a:pt x="626986" y="1046907"/>
                </a:lnTo>
                <a:lnTo>
                  <a:pt x="627288" y="1043742"/>
                </a:lnTo>
                <a:close/>
                <a:moveTo>
                  <a:pt x="652620" y="1046154"/>
                </a:moveTo>
                <a:lnTo>
                  <a:pt x="652319" y="1049319"/>
                </a:lnTo>
                <a:lnTo>
                  <a:pt x="652319" y="1049319"/>
                </a:lnTo>
                <a:lnTo>
                  <a:pt x="652620" y="1046154"/>
                </a:lnTo>
                <a:lnTo>
                  <a:pt x="652620" y="1046154"/>
                </a:lnTo>
                <a:close/>
                <a:moveTo>
                  <a:pt x="665287" y="1047360"/>
                </a:moveTo>
                <a:lnTo>
                  <a:pt x="664985" y="1050525"/>
                </a:lnTo>
                <a:lnTo>
                  <a:pt x="664985" y="1050525"/>
                </a:lnTo>
                <a:lnTo>
                  <a:pt x="665287" y="1047360"/>
                </a:lnTo>
                <a:lnTo>
                  <a:pt x="665287" y="1047360"/>
                </a:lnTo>
                <a:close/>
                <a:moveTo>
                  <a:pt x="652922" y="1042988"/>
                </a:moveTo>
                <a:lnTo>
                  <a:pt x="652620" y="1046154"/>
                </a:lnTo>
                <a:lnTo>
                  <a:pt x="665287" y="1047360"/>
                </a:lnTo>
                <a:lnTo>
                  <a:pt x="665588" y="1044194"/>
                </a:lnTo>
                <a:lnTo>
                  <a:pt x="652922" y="1042988"/>
                </a:lnTo>
                <a:close/>
                <a:moveTo>
                  <a:pt x="677652" y="1051731"/>
                </a:moveTo>
                <a:lnTo>
                  <a:pt x="677652" y="1051731"/>
                </a:lnTo>
                <a:lnTo>
                  <a:pt x="677953" y="1048565"/>
                </a:lnTo>
                <a:lnTo>
                  <a:pt x="690620" y="1049771"/>
                </a:lnTo>
                <a:lnTo>
                  <a:pt x="690404" y="1052033"/>
                </a:lnTo>
                <a:lnTo>
                  <a:pt x="690921" y="1046606"/>
                </a:lnTo>
                <a:lnTo>
                  <a:pt x="678254" y="1045400"/>
                </a:lnTo>
                <a:lnTo>
                  <a:pt x="677652" y="1051731"/>
                </a:lnTo>
                <a:close/>
                <a:moveTo>
                  <a:pt x="690404" y="1052033"/>
                </a:moveTo>
                <a:lnTo>
                  <a:pt x="690318" y="1052937"/>
                </a:lnTo>
                <a:lnTo>
                  <a:pt x="690318" y="1052937"/>
                </a:lnTo>
                <a:lnTo>
                  <a:pt x="690404" y="1052033"/>
                </a:lnTo>
                <a:close/>
                <a:moveTo>
                  <a:pt x="703286" y="1050977"/>
                </a:moveTo>
                <a:lnTo>
                  <a:pt x="703286" y="1050977"/>
                </a:lnTo>
                <a:lnTo>
                  <a:pt x="702985" y="1054143"/>
                </a:lnTo>
                <a:lnTo>
                  <a:pt x="702985" y="1054143"/>
                </a:lnTo>
                <a:lnTo>
                  <a:pt x="703286" y="1050977"/>
                </a:lnTo>
                <a:close/>
                <a:moveTo>
                  <a:pt x="715952" y="1052183"/>
                </a:moveTo>
                <a:lnTo>
                  <a:pt x="715952" y="1052183"/>
                </a:lnTo>
                <a:lnTo>
                  <a:pt x="715651" y="1055348"/>
                </a:lnTo>
                <a:lnTo>
                  <a:pt x="715651" y="1055348"/>
                </a:lnTo>
                <a:lnTo>
                  <a:pt x="715952" y="1052183"/>
                </a:lnTo>
                <a:close/>
                <a:moveTo>
                  <a:pt x="715952" y="1052183"/>
                </a:moveTo>
                <a:lnTo>
                  <a:pt x="716254" y="1049018"/>
                </a:lnTo>
                <a:lnTo>
                  <a:pt x="703587" y="1047812"/>
                </a:lnTo>
                <a:lnTo>
                  <a:pt x="703286" y="1050977"/>
                </a:lnTo>
                <a:lnTo>
                  <a:pt x="715952" y="1052183"/>
                </a:lnTo>
                <a:close/>
                <a:moveTo>
                  <a:pt x="728619" y="1053389"/>
                </a:moveTo>
                <a:lnTo>
                  <a:pt x="741285" y="1054595"/>
                </a:lnTo>
                <a:lnTo>
                  <a:pt x="740984" y="1057760"/>
                </a:lnTo>
                <a:lnTo>
                  <a:pt x="740984" y="1057760"/>
                </a:lnTo>
                <a:lnTo>
                  <a:pt x="741586" y="1051430"/>
                </a:lnTo>
                <a:lnTo>
                  <a:pt x="728920" y="1050224"/>
                </a:lnTo>
                <a:lnTo>
                  <a:pt x="728619" y="1053389"/>
                </a:lnTo>
                <a:close/>
                <a:moveTo>
                  <a:pt x="728317" y="1056554"/>
                </a:moveTo>
                <a:lnTo>
                  <a:pt x="728317" y="1056554"/>
                </a:lnTo>
                <a:lnTo>
                  <a:pt x="728619" y="1053389"/>
                </a:lnTo>
                <a:lnTo>
                  <a:pt x="728619" y="1053389"/>
                </a:lnTo>
                <a:lnTo>
                  <a:pt x="728317" y="1056554"/>
                </a:lnTo>
                <a:close/>
                <a:moveTo>
                  <a:pt x="753683" y="1058623"/>
                </a:moveTo>
                <a:lnTo>
                  <a:pt x="753650" y="1058966"/>
                </a:lnTo>
                <a:lnTo>
                  <a:pt x="753650" y="1058966"/>
                </a:lnTo>
                <a:lnTo>
                  <a:pt x="753683" y="1058623"/>
                </a:lnTo>
                <a:close/>
                <a:moveTo>
                  <a:pt x="766618" y="1057007"/>
                </a:moveTo>
                <a:lnTo>
                  <a:pt x="766317" y="1060172"/>
                </a:lnTo>
                <a:lnTo>
                  <a:pt x="766317" y="1060172"/>
                </a:lnTo>
                <a:lnTo>
                  <a:pt x="766618" y="1057007"/>
                </a:lnTo>
                <a:lnTo>
                  <a:pt x="766618" y="1057007"/>
                </a:lnTo>
                <a:close/>
                <a:moveTo>
                  <a:pt x="754253" y="1052636"/>
                </a:moveTo>
                <a:lnTo>
                  <a:pt x="753951" y="1055801"/>
                </a:lnTo>
                <a:lnTo>
                  <a:pt x="766618" y="1057007"/>
                </a:lnTo>
                <a:lnTo>
                  <a:pt x="766919" y="1053841"/>
                </a:lnTo>
                <a:lnTo>
                  <a:pt x="754253" y="1052636"/>
                </a:lnTo>
                <a:close/>
                <a:moveTo>
                  <a:pt x="753951" y="1055801"/>
                </a:moveTo>
                <a:lnTo>
                  <a:pt x="753683" y="1058623"/>
                </a:lnTo>
                <a:lnTo>
                  <a:pt x="753951" y="1055801"/>
                </a:lnTo>
                <a:lnTo>
                  <a:pt x="753951" y="1055801"/>
                </a:lnTo>
                <a:close/>
                <a:moveTo>
                  <a:pt x="792252" y="1056253"/>
                </a:moveTo>
                <a:lnTo>
                  <a:pt x="779586" y="1055047"/>
                </a:lnTo>
                <a:lnTo>
                  <a:pt x="779284" y="1058213"/>
                </a:lnTo>
                <a:lnTo>
                  <a:pt x="791951" y="1059418"/>
                </a:lnTo>
                <a:lnTo>
                  <a:pt x="791649" y="1062584"/>
                </a:lnTo>
                <a:lnTo>
                  <a:pt x="791649" y="1062584"/>
                </a:lnTo>
                <a:lnTo>
                  <a:pt x="792252" y="1056253"/>
                </a:lnTo>
                <a:close/>
                <a:moveTo>
                  <a:pt x="779284" y="1058213"/>
                </a:moveTo>
                <a:lnTo>
                  <a:pt x="779284" y="1058213"/>
                </a:lnTo>
                <a:lnTo>
                  <a:pt x="778983" y="1061378"/>
                </a:lnTo>
                <a:lnTo>
                  <a:pt x="778983" y="1061378"/>
                </a:lnTo>
                <a:lnTo>
                  <a:pt x="779284" y="1058213"/>
                </a:lnTo>
                <a:close/>
                <a:moveTo>
                  <a:pt x="829950" y="1063036"/>
                </a:moveTo>
                <a:lnTo>
                  <a:pt x="842616" y="1064242"/>
                </a:lnTo>
                <a:lnTo>
                  <a:pt x="842917" y="1061077"/>
                </a:lnTo>
                <a:lnTo>
                  <a:pt x="830251" y="1059871"/>
                </a:lnTo>
                <a:lnTo>
                  <a:pt x="829648" y="1066201"/>
                </a:lnTo>
                <a:lnTo>
                  <a:pt x="829648" y="1066201"/>
                </a:lnTo>
                <a:lnTo>
                  <a:pt x="829950" y="1063036"/>
                </a:lnTo>
                <a:close/>
                <a:moveTo>
                  <a:pt x="842315" y="1067407"/>
                </a:moveTo>
                <a:lnTo>
                  <a:pt x="842315" y="1067407"/>
                </a:lnTo>
                <a:lnTo>
                  <a:pt x="842616" y="1064242"/>
                </a:lnTo>
                <a:lnTo>
                  <a:pt x="842616" y="1064242"/>
                </a:lnTo>
                <a:lnTo>
                  <a:pt x="842315" y="1067407"/>
                </a:lnTo>
                <a:close/>
                <a:moveTo>
                  <a:pt x="854981" y="1068613"/>
                </a:moveTo>
                <a:lnTo>
                  <a:pt x="854981" y="1068613"/>
                </a:lnTo>
                <a:lnTo>
                  <a:pt x="855008" y="1068331"/>
                </a:lnTo>
                <a:lnTo>
                  <a:pt x="854981" y="1068613"/>
                </a:lnTo>
                <a:close/>
                <a:moveTo>
                  <a:pt x="867818" y="1068025"/>
                </a:moveTo>
                <a:lnTo>
                  <a:pt x="867648" y="1069819"/>
                </a:lnTo>
                <a:lnTo>
                  <a:pt x="867648" y="1069819"/>
                </a:lnTo>
                <a:lnTo>
                  <a:pt x="867818" y="1068025"/>
                </a:lnTo>
                <a:close/>
                <a:moveTo>
                  <a:pt x="867818" y="1068025"/>
                </a:moveTo>
                <a:lnTo>
                  <a:pt x="867949" y="1066654"/>
                </a:lnTo>
                <a:lnTo>
                  <a:pt x="867949" y="1066654"/>
                </a:lnTo>
                <a:lnTo>
                  <a:pt x="867818" y="1068025"/>
                </a:lnTo>
                <a:close/>
                <a:moveTo>
                  <a:pt x="855008" y="1068331"/>
                </a:moveTo>
                <a:lnTo>
                  <a:pt x="855283" y="1065448"/>
                </a:lnTo>
                <a:lnTo>
                  <a:pt x="867949" y="1066654"/>
                </a:lnTo>
                <a:lnTo>
                  <a:pt x="868250" y="1063488"/>
                </a:lnTo>
                <a:lnTo>
                  <a:pt x="855584" y="1062283"/>
                </a:lnTo>
                <a:lnTo>
                  <a:pt x="855008" y="1068331"/>
                </a:lnTo>
                <a:close/>
                <a:moveTo>
                  <a:pt x="880572" y="1068312"/>
                </a:moveTo>
                <a:lnTo>
                  <a:pt x="880314" y="1071025"/>
                </a:lnTo>
                <a:lnTo>
                  <a:pt x="880314" y="1071025"/>
                </a:lnTo>
                <a:lnTo>
                  <a:pt x="880572" y="1068312"/>
                </a:lnTo>
                <a:close/>
                <a:moveTo>
                  <a:pt x="893282" y="1069066"/>
                </a:moveTo>
                <a:lnTo>
                  <a:pt x="893282" y="1069066"/>
                </a:lnTo>
                <a:lnTo>
                  <a:pt x="892980" y="1072231"/>
                </a:lnTo>
                <a:lnTo>
                  <a:pt x="892980" y="1072231"/>
                </a:lnTo>
                <a:lnTo>
                  <a:pt x="893282" y="1069066"/>
                </a:lnTo>
                <a:close/>
                <a:moveTo>
                  <a:pt x="893583" y="1065900"/>
                </a:moveTo>
                <a:lnTo>
                  <a:pt x="880917" y="1064694"/>
                </a:lnTo>
                <a:lnTo>
                  <a:pt x="880615" y="1067860"/>
                </a:lnTo>
                <a:lnTo>
                  <a:pt x="893282" y="1069066"/>
                </a:lnTo>
                <a:lnTo>
                  <a:pt x="893583" y="1065900"/>
                </a:lnTo>
                <a:close/>
                <a:moveTo>
                  <a:pt x="880572" y="1068312"/>
                </a:moveTo>
                <a:lnTo>
                  <a:pt x="880615" y="1067860"/>
                </a:lnTo>
                <a:lnTo>
                  <a:pt x="880615" y="1067860"/>
                </a:lnTo>
                <a:lnTo>
                  <a:pt x="880572" y="1068312"/>
                </a:lnTo>
                <a:close/>
                <a:moveTo>
                  <a:pt x="905948" y="1070271"/>
                </a:moveTo>
                <a:lnTo>
                  <a:pt x="905948" y="1070271"/>
                </a:lnTo>
                <a:lnTo>
                  <a:pt x="905647" y="1073437"/>
                </a:lnTo>
                <a:lnTo>
                  <a:pt x="905647" y="1073437"/>
                </a:lnTo>
                <a:lnTo>
                  <a:pt x="905948" y="1070271"/>
                </a:lnTo>
                <a:close/>
                <a:moveTo>
                  <a:pt x="918916" y="1068312"/>
                </a:moveTo>
                <a:lnTo>
                  <a:pt x="906249" y="1067106"/>
                </a:lnTo>
                <a:lnTo>
                  <a:pt x="905948" y="1070271"/>
                </a:lnTo>
                <a:lnTo>
                  <a:pt x="918614" y="1071477"/>
                </a:lnTo>
                <a:lnTo>
                  <a:pt x="918313" y="1074643"/>
                </a:lnTo>
                <a:lnTo>
                  <a:pt x="918313" y="1074643"/>
                </a:lnTo>
                <a:lnTo>
                  <a:pt x="918916" y="1068312"/>
                </a:lnTo>
                <a:close/>
                <a:moveTo>
                  <a:pt x="944249" y="1070724"/>
                </a:moveTo>
                <a:lnTo>
                  <a:pt x="931582" y="1069518"/>
                </a:lnTo>
                <a:lnTo>
                  <a:pt x="930980" y="1075848"/>
                </a:lnTo>
                <a:lnTo>
                  <a:pt x="930980" y="1075848"/>
                </a:lnTo>
                <a:lnTo>
                  <a:pt x="931281" y="1072683"/>
                </a:lnTo>
                <a:lnTo>
                  <a:pt x="943947" y="1073889"/>
                </a:lnTo>
                <a:lnTo>
                  <a:pt x="944249" y="1070724"/>
                </a:lnTo>
                <a:close/>
                <a:moveTo>
                  <a:pt x="943646" y="1077054"/>
                </a:moveTo>
                <a:lnTo>
                  <a:pt x="943646" y="1077054"/>
                </a:lnTo>
                <a:lnTo>
                  <a:pt x="943947" y="1073889"/>
                </a:lnTo>
                <a:lnTo>
                  <a:pt x="943947" y="1073889"/>
                </a:lnTo>
                <a:lnTo>
                  <a:pt x="943646" y="1077054"/>
                </a:lnTo>
                <a:close/>
                <a:moveTo>
                  <a:pt x="956614" y="1075095"/>
                </a:moveTo>
                <a:lnTo>
                  <a:pt x="956312" y="1078260"/>
                </a:lnTo>
                <a:lnTo>
                  <a:pt x="956312" y="1078260"/>
                </a:lnTo>
                <a:lnTo>
                  <a:pt x="956614" y="1075095"/>
                </a:lnTo>
                <a:lnTo>
                  <a:pt x="956614" y="1075095"/>
                </a:lnTo>
                <a:close/>
                <a:moveTo>
                  <a:pt x="969280" y="1076301"/>
                </a:moveTo>
                <a:lnTo>
                  <a:pt x="968979" y="1079466"/>
                </a:lnTo>
                <a:lnTo>
                  <a:pt x="968979" y="1079466"/>
                </a:lnTo>
                <a:lnTo>
                  <a:pt x="969280" y="1076301"/>
                </a:lnTo>
                <a:lnTo>
                  <a:pt x="969280" y="1076301"/>
                </a:lnTo>
                <a:close/>
                <a:moveTo>
                  <a:pt x="956915" y="1071930"/>
                </a:moveTo>
                <a:lnTo>
                  <a:pt x="956614" y="1075095"/>
                </a:lnTo>
                <a:lnTo>
                  <a:pt x="969280" y="1076301"/>
                </a:lnTo>
                <a:lnTo>
                  <a:pt x="969581" y="1073136"/>
                </a:lnTo>
                <a:lnTo>
                  <a:pt x="956915" y="1071930"/>
                </a:lnTo>
                <a:close/>
                <a:moveTo>
                  <a:pt x="994613" y="1078713"/>
                </a:moveTo>
                <a:lnTo>
                  <a:pt x="994914" y="1075547"/>
                </a:lnTo>
                <a:lnTo>
                  <a:pt x="982248" y="1074341"/>
                </a:lnTo>
                <a:lnTo>
                  <a:pt x="981645" y="1080672"/>
                </a:lnTo>
                <a:lnTo>
                  <a:pt x="981645" y="1080672"/>
                </a:lnTo>
                <a:lnTo>
                  <a:pt x="981946" y="1077507"/>
                </a:lnTo>
                <a:lnTo>
                  <a:pt x="994613" y="1078713"/>
                </a:lnTo>
                <a:close/>
                <a:moveTo>
                  <a:pt x="994613" y="1078713"/>
                </a:moveTo>
                <a:lnTo>
                  <a:pt x="994613" y="1078713"/>
                </a:lnTo>
                <a:lnTo>
                  <a:pt x="994311" y="1081878"/>
                </a:lnTo>
                <a:lnTo>
                  <a:pt x="994311" y="1081878"/>
                </a:lnTo>
                <a:lnTo>
                  <a:pt x="994613" y="1078713"/>
                </a:lnTo>
                <a:close/>
                <a:moveTo>
                  <a:pt x="1007279" y="1079918"/>
                </a:moveTo>
                <a:lnTo>
                  <a:pt x="1007279" y="1079918"/>
                </a:lnTo>
                <a:lnTo>
                  <a:pt x="1006978" y="1083084"/>
                </a:lnTo>
                <a:lnTo>
                  <a:pt x="1006978" y="1083084"/>
                </a:lnTo>
                <a:lnTo>
                  <a:pt x="1007279" y="1079918"/>
                </a:lnTo>
                <a:close/>
                <a:moveTo>
                  <a:pt x="1019946" y="1081124"/>
                </a:moveTo>
                <a:lnTo>
                  <a:pt x="1019644" y="1084290"/>
                </a:lnTo>
                <a:lnTo>
                  <a:pt x="1019644" y="1084290"/>
                </a:lnTo>
                <a:lnTo>
                  <a:pt x="1020247" y="1077959"/>
                </a:lnTo>
                <a:lnTo>
                  <a:pt x="1007581" y="1076753"/>
                </a:lnTo>
                <a:lnTo>
                  <a:pt x="1007279" y="1079918"/>
                </a:lnTo>
                <a:lnTo>
                  <a:pt x="1019946" y="1081124"/>
                </a:lnTo>
                <a:close/>
                <a:moveTo>
                  <a:pt x="1032612" y="1082330"/>
                </a:moveTo>
                <a:lnTo>
                  <a:pt x="1045278" y="1083536"/>
                </a:lnTo>
                <a:lnTo>
                  <a:pt x="1045580" y="1080371"/>
                </a:lnTo>
                <a:lnTo>
                  <a:pt x="1032913" y="1079165"/>
                </a:lnTo>
                <a:lnTo>
                  <a:pt x="1032311" y="1085495"/>
                </a:lnTo>
                <a:lnTo>
                  <a:pt x="1032311" y="1085495"/>
                </a:lnTo>
                <a:lnTo>
                  <a:pt x="1032612" y="1082330"/>
                </a:lnTo>
                <a:close/>
                <a:moveTo>
                  <a:pt x="1044991" y="1086551"/>
                </a:moveTo>
                <a:lnTo>
                  <a:pt x="1044977" y="1086701"/>
                </a:lnTo>
                <a:lnTo>
                  <a:pt x="1044977" y="1086701"/>
                </a:lnTo>
                <a:lnTo>
                  <a:pt x="1044991" y="1086551"/>
                </a:lnTo>
                <a:close/>
                <a:moveTo>
                  <a:pt x="1045278" y="1083536"/>
                </a:moveTo>
                <a:lnTo>
                  <a:pt x="1044991" y="1086551"/>
                </a:lnTo>
                <a:lnTo>
                  <a:pt x="1045278" y="1083536"/>
                </a:lnTo>
                <a:lnTo>
                  <a:pt x="1045278" y="1083536"/>
                </a:lnTo>
                <a:close/>
                <a:moveTo>
                  <a:pt x="1057945" y="1084742"/>
                </a:moveTo>
                <a:lnTo>
                  <a:pt x="1057643" y="1087907"/>
                </a:lnTo>
                <a:lnTo>
                  <a:pt x="1057643" y="1087907"/>
                </a:lnTo>
                <a:lnTo>
                  <a:pt x="1057945" y="1084742"/>
                </a:lnTo>
                <a:lnTo>
                  <a:pt x="1057945" y="1084742"/>
                </a:lnTo>
                <a:close/>
                <a:moveTo>
                  <a:pt x="1070310" y="1089113"/>
                </a:moveTo>
                <a:lnTo>
                  <a:pt x="1070310" y="1089113"/>
                </a:lnTo>
                <a:lnTo>
                  <a:pt x="1070913" y="1082783"/>
                </a:lnTo>
                <a:lnTo>
                  <a:pt x="1058246" y="1081577"/>
                </a:lnTo>
                <a:lnTo>
                  <a:pt x="1057945" y="1084742"/>
                </a:lnTo>
                <a:lnTo>
                  <a:pt x="1070611" y="1085948"/>
                </a:lnTo>
                <a:lnTo>
                  <a:pt x="1070310" y="1089113"/>
                </a:lnTo>
                <a:close/>
                <a:moveTo>
                  <a:pt x="1083278" y="1087154"/>
                </a:moveTo>
                <a:lnTo>
                  <a:pt x="1095944" y="1088360"/>
                </a:lnTo>
                <a:lnTo>
                  <a:pt x="1096245" y="1085194"/>
                </a:lnTo>
                <a:lnTo>
                  <a:pt x="1083579" y="1083989"/>
                </a:lnTo>
                <a:lnTo>
                  <a:pt x="1082976" y="1090319"/>
                </a:lnTo>
                <a:lnTo>
                  <a:pt x="1082976" y="1090319"/>
                </a:lnTo>
                <a:lnTo>
                  <a:pt x="1083278" y="1087154"/>
                </a:lnTo>
                <a:close/>
                <a:moveTo>
                  <a:pt x="1095643" y="1091525"/>
                </a:moveTo>
                <a:lnTo>
                  <a:pt x="1095643" y="1091525"/>
                </a:lnTo>
                <a:lnTo>
                  <a:pt x="1095944" y="1088360"/>
                </a:lnTo>
                <a:lnTo>
                  <a:pt x="1095944" y="1088360"/>
                </a:lnTo>
                <a:lnTo>
                  <a:pt x="1095643" y="1091525"/>
                </a:lnTo>
                <a:close/>
                <a:moveTo>
                  <a:pt x="1108610" y="1089566"/>
                </a:moveTo>
                <a:lnTo>
                  <a:pt x="1108610" y="1089566"/>
                </a:lnTo>
                <a:lnTo>
                  <a:pt x="1108309" y="1092731"/>
                </a:lnTo>
                <a:lnTo>
                  <a:pt x="1108309" y="1092731"/>
                </a:lnTo>
                <a:lnTo>
                  <a:pt x="1108610" y="1089566"/>
                </a:lnTo>
                <a:close/>
                <a:moveTo>
                  <a:pt x="1121277" y="1090771"/>
                </a:moveTo>
                <a:lnTo>
                  <a:pt x="1121277" y="1090771"/>
                </a:lnTo>
                <a:lnTo>
                  <a:pt x="1120975" y="1093937"/>
                </a:lnTo>
                <a:lnTo>
                  <a:pt x="1120975" y="1093937"/>
                </a:lnTo>
                <a:lnTo>
                  <a:pt x="1121277" y="1090771"/>
                </a:lnTo>
                <a:close/>
                <a:moveTo>
                  <a:pt x="1121277" y="1090771"/>
                </a:moveTo>
                <a:lnTo>
                  <a:pt x="1121578" y="1087606"/>
                </a:lnTo>
                <a:lnTo>
                  <a:pt x="1108912" y="1086400"/>
                </a:lnTo>
                <a:lnTo>
                  <a:pt x="1108610" y="1089566"/>
                </a:lnTo>
                <a:lnTo>
                  <a:pt x="1121277" y="1090771"/>
                </a:lnTo>
                <a:close/>
                <a:moveTo>
                  <a:pt x="1159276" y="1094389"/>
                </a:moveTo>
                <a:lnTo>
                  <a:pt x="1158975" y="1097554"/>
                </a:lnTo>
                <a:lnTo>
                  <a:pt x="1158975" y="1097554"/>
                </a:lnTo>
                <a:lnTo>
                  <a:pt x="1159276" y="1094389"/>
                </a:lnTo>
                <a:lnTo>
                  <a:pt x="1159276" y="1094389"/>
                </a:lnTo>
                <a:close/>
                <a:moveTo>
                  <a:pt x="1171942" y="1095595"/>
                </a:moveTo>
                <a:lnTo>
                  <a:pt x="1171641" y="1098760"/>
                </a:lnTo>
                <a:lnTo>
                  <a:pt x="1171641" y="1098760"/>
                </a:lnTo>
                <a:lnTo>
                  <a:pt x="1171942" y="1095595"/>
                </a:lnTo>
                <a:lnTo>
                  <a:pt x="1171942" y="1095595"/>
                </a:lnTo>
                <a:close/>
                <a:moveTo>
                  <a:pt x="1159577" y="1091224"/>
                </a:moveTo>
                <a:lnTo>
                  <a:pt x="1159276" y="1094389"/>
                </a:lnTo>
                <a:lnTo>
                  <a:pt x="1171942" y="1095595"/>
                </a:lnTo>
                <a:lnTo>
                  <a:pt x="1172244" y="1092430"/>
                </a:lnTo>
                <a:lnTo>
                  <a:pt x="1159577" y="1091224"/>
                </a:lnTo>
                <a:close/>
                <a:moveTo>
                  <a:pt x="1197576" y="1094841"/>
                </a:moveTo>
                <a:lnTo>
                  <a:pt x="1184910" y="1093636"/>
                </a:lnTo>
                <a:lnTo>
                  <a:pt x="1184307" y="1099966"/>
                </a:lnTo>
                <a:lnTo>
                  <a:pt x="1184307" y="1099966"/>
                </a:lnTo>
                <a:lnTo>
                  <a:pt x="1184609" y="1096801"/>
                </a:lnTo>
                <a:lnTo>
                  <a:pt x="1197275" y="1098007"/>
                </a:lnTo>
                <a:lnTo>
                  <a:pt x="1196974" y="1101172"/>
                </a:lnTo>
                <a:lnTo>
                  <a:pt x="1196974" y="1101172"/>
                </a:lnTo>
                <a:lnTo>
                  <a:pt x="1197576" y="1094841"/>
                </a:lnTo>
                <a:close/>
                <a:moveTo>
                  <a:pt x="1222608" y="1100418"/>
                </a:moveTo>
                <a:lnTo>
                  <a:pt x="1222608" y="1100418"/>
                </a:lnTo>
                <a:lnTo>
                  <a:pt x="1222306" y="1103584"/>
                </a:lnTo>
                <a:lnTo>
                  <a:pt x="1222307" y="1103584"/>
                </a:lnTo>
                <a:lnTo>
                  <a:pt x="1222608" y="1100418"/>
                </a:lnTo>
                <a:close/>
                <a:moveTo>
                  <a:pt x="1222608" y="1100418"/>
                </a:moveTo>
                <a:lnTo>
                  <a:pt x="1222909" y="1097253"/>
                </a:lnTo>
                <a:lnTo>
                  <a:pt x="1210243" y="1096047"/>
                </a:lnTo>
                <a:lnTo>
                  <a:pt x="1209941" y="1099213"/>
                </a:lnTo>
                <a:lnTo>
                  <a:pt x="1222608" y="1100418"/>
                </a:lnTo>
                <a:close/>
                <a:moveTo>
                  <a:pt x="1209941" y="1099213"/>
                </a:moveTo>
                <a:lnTo>
                  <a:pt x="1209640" y="1102378"/>
                </a:lnTo>
                <a:lnTo>
                  <a:pt x="1209640" y="1102378"/>
                </a:lnTo>
                <a:lnTo>
                  <a:pt x="1209941" y="1099213"/>
                </a:lnTo>
                <a:lnTo>
                  <a:pt x="1209941" y="1099213"/>
                </a:lnTo>
                <a:close/>
                <a:moveTo>
                  <a:pt x="1247639" y="1105995"/>
                </a:moveTo>
                <a:lnTo>
                  <a:pt x="1247639" y="1105995"/>
                </a:lnTo>
                <a:lnTo>
                  <a:pt x="1248242" y="1099665"/>
                </a:lnTo>
                <a:lnTo>
                  <a:pt x="1235576" y="1098459"/>
                </a:lnTo>
                <a:lnTo>
                  <a:pt x="1234973" y="1104790"/>
                </a:lnTo>
                <a:lnTo>
                  <a:pt x="1234973" y="1104790"/>
                </a:lnTo>
                <a:lnTo>
                  <a:pt x="1235274" y="1101624"/>
                </a:lnTo>
                <a:lnTo>
                  <a:pt x="1247941" y="1102830"/>
                </a:lnTo>
                <a:lnTo>
                  <a:pt x="1247639" y="1105995"/>
                </a:lnTo>
                <a:close/>
                <a:moveTo>
                  <a:pt x="1260607" y="1104036"/>
                </a:moveTo>
                <a:lnTo>
                  <a:pt x="1273273" y="1105242"/>
                </a:lnTo>
                <a:lnTo>
                  <a:pt x="1273575" y="1102077"/>
                </a:lnTo>
                <a:lnTo>
                  <a:pt x="1260908" y="1100871"/>
                </a:lnTo>
                <a:lnTo>
                  <a:pt x="1260306" y="1107201"/>
                </a:lnTo>
                <a:lnTo>
                  <a:pt x="1260306" y="1107201"/>
                </a:lnTo>
                <a:lnTo>
                  <a:pt x="1260607" y="1104036"/>
                </a:lnTo>
                <a:close/>
                <a:moveTo>
                  <a:pt x="1273273" y="1105242"/>
                </a:moveTo>
                <a:lnTo>
                  <a:pt x="1272972" y="1108407"/>
                </a:lnTo>
                <a:lnTo>
                  <a:pt x="1272972" y="1108407"/>
                </a:lnTo>
                <a:lnTo>
                  <a:pt x="1273273" y="1105242"/>
                </a:lnTo>
                <a:lnTo>
                  <a:pt x="1273273" y="1105242"/>
                </a:lnTo>
                <a:close/>
                <a:moveTo>
                  <a:pt x="1285669" y="1109291"/>
                </a:moveTo>
                <a:lnTo>
                  <a:pt x="1285638" y="1109613"/>
                </a:lnTo>
                <a:lnTo>
                  <a:pt x="1285638" y="1109613"/>
                </a:lnTo>
                <a:lnTo>
                  <a:pt x="1285669" y="1109291"/>
                </a:lnTo>
                <a:close/>
                <a:moveTo>
                  <a:pt x="1285940" y="1106448"/>
                </a:moveTo>
                <a:lnTo>
                  <a:pt x="1298606" y="1107654"/>
                </a:lnTo>
                <a:lnTo>
                  <a:pt x="1298305" y="1110819"/>
                </a:lnTo>
                <a:lnTo>
                  <a:pt x="1298305" y="1110819"/>
                </a:lnTo>
                <a:lnTo>
                  <a:pt x="1298908" y="1104488"/>
                </a:lnTo>
                <a:lnTo>
                  <a:pt x="1286241" y="1103283"/>
                </a:lnTo>
                <a:lnTo>
                  <a:pt x="1285669" y="1109291"/>
                </a:lnTo>
                <a:lnTo>
                  <a:pt x="1285940" y="1106448"/>
                </a:lnTo>
                <a:close/>
                <a:moveTo>
                  <a:pt x="1310993" y="1111798"/>
                </a:moveTo>
                <a:lnTo>
                  <a:pt x="1310971" y="1112025"/>
                </a:lnTo>
                <a:lnTo>
                  <a:pt x="1310971" y="1112025"/>
                </a:lnTo>
                <a:lnTo>
                  <a:pt x="1310993" y="1111798"/>
                </a:lnTo>
                <a:close/>
                <a:moveTo>
                  <a:pt x="1323939" y="1110065"/>
                </a:moveTo>
                <a:lnTo>
                  <a:pt x="1323939" y="1110065"/>
                </a:lnTo>
                <a:lnTo>
                  <a:pt x="1323638" y="1113231"/>
                </a:lnTo>
                <a:lnTo>
                  <a:pt x="1323638" y="1113231"/>
                </a:lnTo>
                <a:lnTo>
                  <a:pt x="1323939" y="1110065"/>
                </a:lnTo>
                <a:close/>
                <a:moveTo>
                  <a:pt x="1323939" y="1110065"/>
                </a:moveTo>
                <a:lnTo>
                  <a:pt x="1324240" y="1106900"/>
                </a:lnTo>
                <a:lnTo>
                  <a:pt x="1311574" y="1105694"/>
                </a:lnTo>
                <a:lnTo>
                  <a:pt x="1311273" y="1108860"/>
                </a:lnTo>
                <a:lnTo>
                  <a:pt x="1323939" y="1110065"/>
                </a:lnTo>
                <a:close/>
                <a:moveTo>
                  <a:pt x="1311273" y="1108860"/>
                </a:moveTo>
                <a:lnTo>
                  <a:pt x="1311273" y="1108860"/>
                </a:lnTo>
                <a:lnTo>
                  <a:pt x="1310993" y="1111798"/>
                </a:lnTo>
                <a:lnTo>
                  <a:pt x="1311273" y="1108860"/>
                </a:lnTo>
                <a:close/>
                <a:moveTo>
                  <a:pt x="1336304" y="1114437"/>
                </a:moveTo>
                <a:lnTo>
                  <a:pt x="1336304" y="1114437"/>
                </a:lnTo>
                <a:lnTo>
                  <a:pt x="1336605" y="1111271"/>
                </a:lnTo>
                <a:lnTo>
                  <a:pt x="1336605" y="1111271"/>
                </a:lnTo>
                <a:lnTo>
                  <a:pt x="1336304" y="1114437"/>
                </a:lnTo>
                <a:close/>
                <a:moveTo>
                  <a:pt x="1349229" y="1112929"/>
                </a:moveTo>
                <a:lnTo>
                  <a:pt x="1348970" y="1115643"/>
                </a:lnTo>
                <a:lnTo>
                  <a:pt x="1348970" y="1115643"/>
                </a:lnTo>
                <a:lnTo>
                  <a:pt x="1349229" y="1112929"/>
                </a:lnTo>
                <a:close/>
                <a:moveTo>
                  <a:pt x="1349272" y="1112477"/>
                </a:moveTo>
                <a:lnTo>
                  <a:pt x="1349229" y="1112929"/>
                </a:lnTo>
                <a:lnTo>
                  <a:pt x="1349573" y="1109312"/>
                </a:lnTo>
                <a:lnTo>
                  <a:pt x="1336907" y="1108106"/>
                </a:lnTo>
                <a:lnTo>
                  <a:pt x="1336605" y="1111271"/>
                </a:lnTo>
                <a:lnTo>
                  <a:pt x="1349272" y="1112477"/>
                </a:lnTo>
                <a:close/>
                <a:moveTo>
                  <a:pt x="1361895" y="1114135"/>
                </a:moveTo>
                <a:lnTo>
                  <a:pt x="1361637" y="1116848"/>
                </a:lnTo>
                <a:lnTo>
                  <a:pt x="1361637" y="1116848"/>
                </a:lnTo>
                <a:lnTo>
                  <a:pt x="1361895" y="1114135"/>
                </a:lnTo>
                <a:close/>
                <a:moveTo>
                  <a:pt x="1374604" y="1114889"/>
                </a:moveTo>
                <a:lnTo>
                  <a:pt x="1374303" y="1118054"/>
                </a:lnTo>
                <a:lnTo>
                  <a:pt x="1374303" y="1118054"/>
                </a:lnTo>
                <a:lnTo>
                  <a:pt x="1374604" y="1114889"/>
                </a:lnTo>
                <a:lnTo>
                  <a:pt x="1374604" y="1114889"/>
                </a:lnTo>
                <a:close/>
                <a:moveTo>
                  <a:pt x="1362239" y="1110518"/>
                </a:moveTo>
                <a:lnTo>
                  <a:pt x="1361938" y="1113683"/>
                </a:lnTo>
                <a:lnTo>
                  <a:pt x="1374604" y="1114889"/>
                </a:lnTo>
                <a:lnTo>
                  <a:pt x="1374906" y="1111724"/>
                </a:lnTo>
                <a:lnTo>
                  <a:pt x="1362239" y="1110518"/>
                </a:lnTo>
                <a:close/>
                <a:moveTo>
                  <a:pt x="1361938" y="1113683"/>
                </a:moveTo>
                <a:lnTo>
                  <a:pt x="1361895" y="1114135"/>
                </a:lnTo>
                <a:lnTo>
                  <a:pt x="1361938" y="1113683"/>
                </a:lnTo>
                <a:lnTo>
                  <a:pt x="1361938" y="1113683"/>
                </a:lnTo>
                <a:close/>
                <a:moveTo>
                  <a:pt x="1387271" y="1116095"/>
                </a:moveTo>
                <a:lnTo>
                  <a:pt x="1387271" y="1116095"/>
                </a:lnTo>
                <a:lnTo>
                  <a:pt x="1386969" y="1119260"/>
                </a:lnTo>
                <a:lnTo>
                  <a:pt x="1386970" y="1119260"/>
                </a:lnTo>
                <a:lnTo>
                  <a:pt x="1387271" y="1116095"/>
                </a:lnTo>
                <a:close/>
                <a:moveTo>
                  <a:pt x="1399937" y="1117301"/>
                </a:moveTo>
                <a:lnTo>
                  <a:pt x="1399937" y="1117301"/>
                </a:lnTo>
                <a:lnTo>
                  <a:pt x="1399636" y="1120466"/>
                </a:lnTo>
                <a:lnTo>
                  <a:pt x="1399636" y="1120466"/>
                </a:lnTo>
                <a:lnTo>
                  <a:pt x="1399937" y="1117301"/>
                </a:lnTo>
                <a:close/>
                <a:moveTo>
                  <a:pt x="1400239" y="1114135"/>
                </a:moveTo>
                <a:lnTo>
                  <a:pt x="1387572" y="1112930"/>
                </a:lnTo>
                <a:lnTo>
                  <a:pt x="1387271" y="1116095"/>
                </a:lnTo>
                <a:lnTo>
                  <a:pt x="1399937" y="1117301"/>
                </a:lnTo>
                <a:lnTo>
                  <a:pt x="1400239" y="1114135"/>
                </a:lnTo>
                <a:close/>
                <a:moveTo>
                  <a:pt x="1425571" y="1116547"/>
                </a:moveTo>
                <a:lnTo>
                  <a:pt x="1412905" y="1115341"/>
                </a:lnTo>
                <a:lnTo>
                  <a:pt x="1412302" y="1121672"/>
                </a:lnTo>
                <a:lnTo>
                  <a:pt x="1412302" y="1121672"/>
                </a:lnTo>
                <a:lnTo>
                  <a:pt x="1412604" y="1118507"/>
                </a:lnTo>
                <a:lnTo>
                  <a:pt x="1425270" y="1119713"/>
                </a:lnTo>
                <a:lnTo>
                  <a:pt x="1425571" y="1116547"/>
                </a:lnTo>
                <a:close/>
                <a:moveTo>
                  <a:pt x="1425011" y="1122428"/>
                </a:moveTo>
                <a:lnTo>
                  <a:pt x="1424969" y="1122878"/>
                </a:lnTo>
                <a:lnTo>
                  <a:pt x="1424969" y="1122878"/>
                </a:lnTo>
                <a:lnTo>
                  <a:pt x="1425011" y="1122428"/>
                </a:lnTo>
                <a:close/>
                <a:moveTo>
                  <a:pt x="1425270" y="1119713"/>
                </a:moveTo>
                <a:lnTo>
                  <a:pt x="1425011" y="1122428"/>
                </a:lnTo>
                <a:lnTo>
                  <a:pt x="1425270" y="1119713"/>
                </a:lnTo>
                <a:lnTo>
                  <a:pt x="1425270" y="1119713"/>
                </a:lnTo>
                <a:close/>
                <a:moveTo>
                  <a:pt x="1437635" y="1124084"/>
                </a:moveTo>
                <a:lnTo>
                  <a:pt x="1437635" y="1124084"/>
                </a:lnTo>
                <a:lnTo>
                  <a:pt x="1437936" y="1120918"/>
                </a:lnTo>
                <a:lnTo>
                  <a:pt x="1437936" y="1120918"/>
                </a:lnTo>
                <a:lnTo>
                  <a:pt x="1437635" y="1124084"/>
                </a:lnTo>
                <a:close/>
                <a:moveTo>
                  <a:pt x="1437936" y="1120918"/>
                </a:moveTo>
                <a:lnTo>
                  <a:pt x="1450603" y="1122124"/>
                </a:lnTo>
                <a:lnTo>
                  <a:pt x="1450301" y="1125290"/>
                </a:lnTo>
                <a:lnTo>
                  <a:pt x="1450301" y="1125290"/>
                </a:lnTo>
                <a:lnTo>
                  <a:pt x="1450904" y="1118959"/>
                </a:lnTo>
                <a:lnTo>
                  <a:pt x="1438238" y="1117753"/>
                </a:lnTo>
                <a:lnTo>
                  <a:pt x="1437936" y="1120918"/>
                </a:lnTo>
                <a:close/>
                <a:moveTo>
                  <a:pt x="1463269" y="1123330"/>
                </a:moveTo>
                <a:lnTo>
                  <a:pt x="1475936" y="1124536"/>
                </a:lnTo>
                <a:lnTo>
                  <a:pt x="1476237" y="1121371"/>
                </a:lnTo>
                <a:lnTo>
                  <a:pt x="1463570" y="1120165"/>
                </a:lnTo>
                <a:lnTo>
                  <a:pt x="1462968" y="1126495"/>
                </a:lnTo>
                <a:lnTo>
                  <a:pt x="1462968" y="1126495"/>
                </a:lnTo>
                <a:lnTo>
                  <a:pt x="1463269" y="1123330"/>
                </a:lnTo>
                <a:close/>
                <a:moveTo>
                  <a:pt x="1475634" y="1127701"/>
                </a:moveTo>
                <a:lnTo>
                  <a:pt x="1475634" y="1127701"/>
                </a:lnTo>
                <a:lnTo>
                  <a:pt x="1475936" y="1124536"/>
                </a:lnTo>
                <a:lnTo>
                  <a:pt x="1475936" y="1124536"/>
                </a:lnTo>
                <a:lnTo>
                  <a:pt x="1475634" y="1127701"/>
                </a:lnTo>
                <a:close/>
                <a:moveTo>
                  <a:pt x="1488602" y="1125742"/>
                </a:moveTo>
                <a:lnTo>
                  <a:pt x="1488602" y="1125742"/>
                </a:lnTo>
                <a:lnTo>
                  <a:pt x="1488301" y="1128907"/>
                </a:lnTo>
                <a:lnTo>
                  <a:pt x="1488301" y="1128907"/>
                </a:lnTo>
                <a:lnTo>
                  <a:pt x="1488602" y="1125742"/>
                </a:lnTo>
                <a:close/>
                <a:moveTo>
                  <a:pt x="1488602" y="1125742"/>
                </a:moveTo>
                <a:lnTo>
                  <a:pt x="1501268" y="1126948"/>
                </a:lnTo>
                <a:lnTo>
                  <a:pt x="1500967" y="1130113"/>
                </a:lnTo>
                <a:lnTo>
                  <a:pt x="1500967" y="1130113"/>
                </a:lnTo>
                <a:lnTo>
                  <a:pt x="1501570" y="1123783"/>
                </a:lnTo>
                <a:lnTo>
                  <a:pt x="1488903" y="1122577"/>
                </a:lnTo>
                <a:lnTo>
                  <a:pt x="1488602" y="1125742"/>
                </a:lnTo>
                <a:close/>
                <a:moveTo>
                  <a:pt x="1520278" y="1113004"/>
                </a:moveTo>
                <a:lnTo>
                  <a:pt x="1521131" y="1113057"/>
                </a:lnTo>
                <a:lnTo>
                  <a:pt x="1521131" y="1113057"/>
                </a:lnTo>
                <a:lnTo>
                  <a:pt x="1520278" y="1113004"/>
                </a:lnTo>
                <a:close/>
                <a:moveTo>
                  <a:pt x="1514784" y="1112665"/>
                </a:moveTo>
                <a:lnTo>
                  <a:pt x="1520278" y="1113004"/>
                </a:lnTo>
                <a:lnTo>
                  <a:pt x="1517957" y="1112861"/>
                </a:lnTo>
                <a:lnTo>
                  <a:pt x="1518733" y="1100284"/>
                </a:lnTo>
                <a:lnTo>
                  <a:pt x="1521907" y="1100480"/>
                </a:lnTo>
                <a:lnTo>
                  <a:pt x="1521907" y="1100480"/>
                </a:lnTo>
                <a:lnTo>
                  <a:pt x="1515560" y="1100088"/>
                </a:lnTo>
                <a:lnTo>
                  <a:pt x="1514784" y="1112665"/>
                </a:lnTo>
                <a:close/>
                <a:moveTo>
                  <a:pt x="1523458" y="1075326"/>
                </a:moveTo>
                <a:lnTo>
                  <a:pt x="1523458" y="1075326"/>
                </a:lnTo>
                <a:lnTo>
                  <a:pt x="1523458" y="1075326"/>
                </a:lnTo>
                <a:lnTo>
                  <a:pt x="1523458" y="1075326"/>
                </a:lnTo>
                <a:close/>
                <a:moveTo>
                  <a:pt x="1520285" y="1075130"/>
                </a:moveTo>
                <a:lnTo>
                  <a:pt x="1520285" y="1075130"/>
                </a:lnTo>
                <a:lnTo>
                  <a:pt x="1523458" y="1075326"/>
                </a:lnTo>
                <a:lnTo>
                  <a:pt x="1520285" y="1075130"/>
                </a:lnTo>
                <a:close/>
                <a:moveTo>
                  <a:pt x="1517111" y="1074934"/>
                </a:moveTo>
                <a:lnTo>
                  <a:pt x="1516335" y="1087511"/>
                </a:lnTo>
                <a:lnTo>
                  <a:pt x="1519509" y="1087707"/>
                </a:lnTo>
                <a:lnTo>
                  <a:pt x="1520285" y="1075130"/>
                </a:lnTo>
                <a:lnTo>
                  <a:pt x="1517111" y="1074934"/>
                </a:lnTo>
                <a:close/>
                <a:moveTo>
                  <a:pt x="1519509" y="1087707"/>
                </a:moveTo>
                <a:lnTo>
                  <a:pt x="1522683" y="1087903"/>
                </a:lnTo>
                <a:lnTo>
                  <a:pt x="1522683" y="1087903"/>
                </a:lnTo>
                <a:lnTo>
                  <a:pt x="1519509" y="1087707"/>
                </a:lnTo>
                <a:lnTo>
                  <a:pt x="1519509" y="1087707"/>
                </a:lnTo>
                <a:close/>
                <a:moveTo>
                  <a:pt x="1524234" y="1062749"/>
                </a:moveTo>
                <a:lnTo>
                  <a:pt x="1524234" y="1062749"/>
                </a:lnTo>
                <a:lnTo>
                  <a:pt x="1524234" y="1062749"/>
                </a:lnTo>
                <a:lnTo>
                  <a:pt x="1524234" y="1062749"/>
                </a:lnTo>
                <a:close/>
                <a:moveTo>
                  <a:pt x="1521836" y="1049976"/>
                </a:moveTo>
                <a:lnTo>
                  <a:pt x="1521836" y="1049976"/>
                </a:lnTo>
                <a:lnTo>
                  <a:pt x="1525010" y="1050172"/>
                </a:lnTo>
                <a:lnTo>
                  <a:pt x="1525010" y="1050172"/>
                </a:lnTo>
                <a:lnTo>
                  <a:pt x="1521836" y="1049976"/>
                </a:lnTo>
                <a:close/>
                <a:moveTo>
                  <a:pt x="1521836" y="1049976"/>
                </a:moveTo>
                <a:lnTo>
                  <a:pt x="1518662" y="1049781"/>
                </a:lnTo>
                <a:lnTo>
                  <a:pt x="1517887" y="1062358"/>
                </a:lnTo>
                <a:lnTo>
                  <a:pt x="1521060" y="1062553"/>
                </a:lnTo>
                <a:lnTo>
                  <a:pt x="1521836" y="1049976"/>
                </a:lnTo>
                <a:close/>
                <a:moveTo>
                  <a:pt x="1521060" y="1062553"/>
                </a:moveTo>
                <a:lnTo>
                  <a:pt x="1521060" y="1062553"/>
                </a:lnTo>
                <a:lnTo>
                  <a:pt x="1524234" y="1062749"/>
                </a:lnTo>
                <a:lnTo>
                  <a:pt x="1521060" y="1062553"/>
                </a:lnTo>
                <a:close/>
                <a:moveTo>
                  <a:pt x="1526561" y="1025018"/>
                </a:moveTo>
                <a:lnTo>
                  <a:pt x="1526561" y="1025018"/>
                </a:lnTo>
                <a:lnTo>
                  <a:pt x="1526561" y="1025018"/>
                </a:lnTo>
                <a:lnTo>
                  <a:pt x="1526561" y="1025018"/>
                </a:lnTo>
                <a:close/>
                <a:moveTo>
                  <a:pt x="1523387" y="1024823"/>
                </a:moveTo>
                <a:lnTo>
                  <a:pt x="1526561" y="1025018"/>
                </a:lnTo>
                <a:lnTo>
                  <a:pt x="1523387" y="1024823"/>
                </a:lnTo>
                <a:lnTo>
                  <a:pt x="1523387" y="1024823"/>
                </a:lnTo>
                <a:close/>
                <a:moveTo>
                  <a:pt x="1519438" y="1037204"/>
                </a:moveTo>
                <a:lnTo>
                  <a:pt x="1525785" y="1037595"/>
                </a:lnTo>
                <a:lnTo>
                  <a:pt x="1525785" y="1037595"/>
                </a:lnTo>
                <a:lnTo>
                  <a:pt x="1522612" y="1037399"/>
                </a:lnTo>
                <a:lnTo>
                  <a:pt x="1523387" y="1024823"/>
                </a:lnTo>
                <a:lnTo>
                  <a:pt x="1520214" y="1024627"/>
                </a:lnTo>
                <a:lnTo>
                  <a:pt x="1519438" y="1037204"/>
                </a:lnTo>
                <a:close/>
                <a:moveTo>
                  <a:pt x="1524904" y="1012291"/>
                </a:moveTo>
                <a:lnTo>
                  <a:pt x="1527337" y="1012441"/>
                </a:lnTo>
                <a:lnTo>
                  <a:pt x="1527337" y="1012441"/>
                </a:lnTo>
                <a:lnTo>
                  <a:pt x="1524904" y="1012291"/>
                </a:lnTo>
                <a:close/>
                <a:moveTo>
                  <a:pt x="1521765" y="999473"/>
                </a:moveTo>
                <a:lnTo>
                  <a:pt x="1520989" y="1012050"/>
                </a:lnTo>
                <a:lnTo>
                  <a:pt x="1524163" y="1012246"/>
                </a:lnTo>
                <a:lnTo>
                  <a:pt x="1524939" y="999669"/>
                </a:lnTo>
                <a:lnTo>
                  <a:pt x="1528112" y="999864"/>
                </a:lnTo>
                <a:lnTo>
                  <a:pt x="1528112" y="999864"/>
                </a:lnTo>
                <a:lnTo>
                  <a:pt x="1521765" y="999473"/>
                </a:lnTo>
                <a:close/>
                <a:moveTo>
                  <a:pt x="1524163" y="1012246"/>
                </a:moveTo>
                <a:lnTo>
                  <a:pt x="1524904" y="1012291"/>
                </a:lnTo>
                <a:lnTo>
                  <a:pt x="1524163" y="1012246"/>
                </a:lnTo>
                <a:lnTo>
                  <a:pt x="1524163" y="1012246"/>
                </a:lnTo>
                <a:close/>
                <a:moveTo>
                  <a:pt x="1525714" y="987092"/>
                </a:moveTo>
                <a:lnTo>
                  <a:pt x="1526490" y="974515"/>
                </a:lnTo>
                <a:lnTo>
                  <a:pt x="1523316" y="974319"/>
                </a:lnTo>
                <a:lnTo>
                  <a:pt x="1522541" y="986896"/>
                </a:lnTo>
                <a:lnTo>
                  <a:pt x="1528888" y="987288"/>
                </a:lnTo>
                <a:lnTo>
                  <a:pt x="1528888" y="987288"/>
                </a:lnTo>
                <a:lnTo>
                  <a:pt x="1525714" y="987092"/>
                </a:lnTo>
                <a:close/>
                <a:moveTo>
                  <a:pt x="1529663" y="974711"/>
                </a:moveTo>
                <a:lnTo>
                  <a:pt x="1529664" y="974711"/>
                </a:lnTo>
                <a:lnTo>
                  <a:pt x="1529664" y="974711"/>
                </a:lnTo>
                <a:lnTo>
                  <a:pt x="1529663" y="974711"/>
                </a:lnTo>
                <a:close/>
                <a:moveTo>
                  <a:pt x="1529663" y="974711"/>
                </a:moveTo>
                <a:lnTo>
                  <a:pt x="1526490" y="974515"/>
                </a:lnTo>
                <a:lnTo>
                  <a:pt x="1526490" y="974515"/>
                </a:lnTo>
                <a:lnTo>
                  <a:pt x="1529663" y="974711"/>
                </a:lnTo>
                <a:close/>
                <a:moveTo>
                  <a:pt x="1524092" y="961742"/>
                </a:moveTo>
                <a:lnTo>
                  <a:pt x="1530439" y="962134"/>
                </a:lnTo>
                <a:lnTo>
                  <a:pt x="1530439" y="962134"/>
                </a:lnTo>
                <a:lnTo>
                  <a:pt x="1527266" y="961938"/>
                </a:lnTo>
                <a:lnTo>
                  <a:pt x="1528041" y="949361"/>
                </a:lnTo>
                <a:lnTo>
                  <a:pt x="1524868" y="949165"/>
                </a:lnTo>
                <a:lnTo>
                  <a:pt x="1524092" y="961742"/>
                </a:lnTo>
                <a:close/>
                <a:moveTo>
                  <a:pt x="1528041" y="949361"/>
                </a:moveTo>
                <a:lnTo>
                  <a:pt x="1528041" y="949361"/>
                </a:lnTo>
                <a:lnTo>
                  <a:pt x="1531215" y="949557"/>
                </a:lnTo>
                <a:lnTo>
                  <a:pt x="1531215" y="949557"/>
                </a:lnTo>
                <a:lnTo>
                  <a:pt x="1528041" y="949361"/>
                </a:lnTo>
                <a:close/>
                <a:moveTo>
                  <a:pt x="1531991" y="936980"/>
                </a:moveTo>
                <a:lnTo>
                  <a:pt x="1531991" y="936980"/>
                </a:lnTo>
                <a:lnTo>
                  <a:pt x="1528817" y="936784"/>
                </a:lnTo>
                <a:lnTo>
                  <a:pt x="1528817" y="936784"/>
                </a:lnTo>
                <a:lnTo>
                  <a:pt x="1531991" y="936980"/>
                </a:lnTo>
                <a:close/>
                <a:moveTo>
                  <a:pt x="1532766" y="924403"/>
                </a:moveTo>
                <a:lnTo>
                  <a:pt x="1532766" y="924403"/>
                </a:lnTo>
                <a:lnTo>
                  <a:pt x="1532766" y="924403"/>
                </a:lnTo>
                <a:lnTo>
                  <a:pt x="1532766" y="924403"/>
                </a:lnTo>
                <a:close/>
                <a:moveTo>
                  <a:pt x="1529593" y="924207"/>
                </a:moveTo>
                <a:lnTo>
                  <a:pt x="1529593" y="924207"/>
                </a:lnTo>
                <a:lnTo>
                  <a:pt x="1532766" y="924403"/>
                </a:lnTo>
                <a:lnTo>
                  <a:pt x="1529593" y="924207"/>
                </a:lnTo>
                <a:close/>
                <a:moveTo>
                  <a:pt x="1528817" y="936784"/>
                </a:moveTo>
                <a:lnTo>
                  <a:pt x="1529593" y="924207"/>
                </a:lnTo>
                <a:lnTo>
                  <a:pt x="1526419" y="924012"/>
                </a:lnTo>
                <a:lnTo>
                  <a:pt x="1525643" y="936588"/>
                </a:lnTo>
                <a:lnTo>
                  <a:pt x="1528817" y="936784"/>
                </a:lnTo>
                <a:close/>
                <a:moveTo>
                  <a:pt x="1530368" y="911630"/>
                </a:moveTo>
                <a:lnTo>
                  <a:pt x="1531144" y="899053"/>
                </a:lnTo>
                <a:lnTo>
                  <a:pt x="1534318" y="899249"/>
                </a:lnTo>
                <a:lnTo>
                  <a:pt x="1534318" y="899249"/>
                </a:lnTo>
                <a:lnTo>
                  <a:pt x="1527970" y="898858"/>
                </a:lnTo>
                <a:lnTo>
                  <a:pt x="1527195" y="911435"/>
                </a:lnTo>
                <a:lnTo>
                  <a:pt x="1530368" y="911630"/>
                </a:lnTo>
                <a:close/>
                <a:moveTo>
                  <a:pt x="1530368" y="911630"/>
                </a:moveTo>
                <a:lnTo>
                  <a:pt x="1530368" y="911630"/>
                </a:lnTo>
                <a:lnTo>
                  <a:pt x="1533542" y="911826"/>
                </a:lnTo>
                <a:lnTo>
                  <a:pt x="1533542" y="911826"/>
                </a:lnTo>
                <a:lnTo>
                  <a:pt x="1530368" y="911630"/>
                </a:lnTo>
                <a:close/>
                <a:moveTo>
                  <a:pt x="1536645" y="861518"/>
                </a:moveTo>
                <a:lnTo>
                  <a:pt x="1536645" y="861518"/>
                </a:lnTo>
                <a:lnTo>
                  <a:pt x="1533471" y="861323"/>
                </a:lnTo>
                <a:lnTo>
                  <a:pt x="1534247" y="848746"/>
                </a:lnTo>
                <a:lnTo>
                  <a:pt x="1531073" y="848550"/>
                </a:lnTo>
                <a:lnTo>
                  <a:pt x="1530298" y="861127"/>
                </a:lnTo>
                <a:lnTo>
                  <a:pt x="1536645" y="861518"/>
                </a:lnTo>
                <a:close/>
                <a:moveTo>
                  <a:pt x="1534247" y="848746"/>
                </a:moveTo>
                <a:lnTo>
                  <a:pt x="1534247" y="848746"/>
                </a:lnTo>
                <a:lnTo>
                  <a:pt x="1537420" y="848941"/>
                </a:lnTo>
                <a:lnTo>
                  <a:pt x="1537420" y="848941"/>
                </a:lnTo>
                <a:lnTo>
                  <a:pt x="1534247" y="848746"/>
                </a:lnTo>
                <a:close/>
                <a:moveTo>
                  <a:pt x="1538972" y="823788"/>
                </a:moveTo>
                <a:lnTo>
                  <a:pt x="1538972" y="823788"/>
                </a:lnTo>
                <a:lnTo>
                  <a:pt x="1535798" y="823592"/>
                </a:lnTo>
                <a:lnTo>
                  <a:pt x="1535798" y="823592"/>
                </a:lnTo>
                <a:lnTo>
                  <a:pt x="1538972" y="823788"/>
                </a:lnTo>
                <a:close/>
                <a:moveTo>
                  <a:pt x="1535022" y="836169"/>
                </a:moveTo>
                <a:lnTo>
                  <a:pt x="1535798" y="823592"/>
                </a:lnTo>
                <a:lnTo>
                  <a:pt x="1532625" y="823396"/>
                </a:lnTo>
                <a:lnTo>
                  <a:pt x="1531849" y="835973"/>
                </a:lnTo>
                <a:lnTo>
                  <a:pt x="1535022" y="836169"/>
                </a:lnTo>
                <a:close/>
                <a:moveTo>
                  <a:pt x="1535022" y="836169"/>
                </a:moveTo>
                <a:lnTo>
                  <a:pt x="1535022" y="836169"/>
                </a:lnTo>
                <a:lnTo>
                  <a:pt x="1538196" y="836365"/>
                </a:lnTo>
                <a:lnTo>
                  <a:pt x="1538196" y="836365"/>
                </a:lnTo>
                <a:lnTo>
                  <a:pt x="1535022" y="836169"/>
                </a:lnTo>
                <a:close/>
                <a:moveTo>
                  <a:pt x="1540035" y="798604"/>
                </a:moveTo>
                <a:lnTo>
                  <a:pt x="1540523" y="798634"/>
                </a:lnTo>
                <a:lnTo>
                  <a:pt x="1540523" y="798634"/>
                </a:lnTo>
                <a:lnTo>
                  <a:pt x="1540035" y="798604"/>
                </a:lnTo>
                <a:close/>
                <a:moveTo>
                  <a:pt x="1537349" y="798438"/>
                </a:moveTo>
                <a:lnTo>
                  <a:pt x="1540035" y="798604"/>
                </a:lnTo>
                <a:lnTo>
                  <a:pt x="1537349" y="798438"/>
                </a:lnTo>
                <a:lnTo>
                  <a:pt x="1537349" y="798438"/>
                </a:lnTo>
                <a:close/>
                <a:moveTo>
                  <a:pt x="1539747" y="811211"/>
                </a:moveTo>
                <a:lnTo>
                  <a:pt x="1539747" y="811211"/>
                </a:lnTo>
                <a:lnTo>
                  <a:pt x="1536574" y="811015"/>
                </a:lnTo>
                <a:lnTo>
                  <a:pt x="1537349" y="798438"/>
                </a:lnTo>
                <a:lnTo>
                  <a:pt x="1534176" y="798242"/>
                </a:lnTo>
                <a:lnTo>
                  <a:pt x="1533400" y="810819"/>
                </a:lnTo>
                <a:lnTo>
                  <a:pt x="1539747" y="811211"/>
                </a:lnTo>
                <a:close/>
                <a:moveTo>
                  <a:pt x="1542850" y="760903"/>
                </a:moveTo>
                <a:lnTo>
                  <a:pt x="1542850" y="760903"/>
                </a:lnTo>
                <a:lnTo>
                  <a:pt x="1542426" y="760877"/>
                </a:lnTo>
                <a:lnTo>
                  <a:pt x="1542850" y="760903"/>
                </a:lnTo>
                <a:close/>
                <a:moveTo>
                  <a:pt x="1540452" y="748130"/>
                </a:moveTo>
                <a:lnTo>
                  <a:pt x="1540452" y="748130"/>
                </a:lnTo>
                <a:lnTo>
                  <a:pt x="1543626" y="748326"/>
                </a:lnTo>
                <a:lnTo>
                  <a:pt x="1543626" y="748326"/>
                </a:lnTo>
                <a:lnTo>
                  <a:pt x="1540452" y="748130"/>
                </a:lnTo>
                <a:close/>
                <a:moveTo>
                  <a:pt x="1537279" y="747935"/>
                </a:moveTo>
                <a:lnTo>
                  <a:pt x="1536503" y="760512"/>
                </a:lnTo>
                <a:lnTo>
                  <a:pt x="1542426" y="760877"/>
                </a:lnTo>
                <a:lnTo>
                  <a:pt x="1539676" y="760707"/>
                </a:lnTo>
                <a:lnTo>
                  <a:pt x="1540452" y="748130"/>
                </a:lnTo>
                <a:lnTo>
                  <a:pt x="1537279" y="747935"/>
                </a:lnTo>
                <a:close/>
                <a:moveTo>
                  <a:pt x="1542003" y="722977"/>
                </a:moveTo>
                <a:lnTo>
                  <a:pt x="1545177" y="723172"/>
                </a:lnTo>
                <a:lnTo>
                  <a:pt x="1545177" y="723172"/>
                </a:lnTo>
                <a:lnTo>
                  <a:pt x="1538830" y="722781"/>
                </a:lnTo>
                <a:lnTo>
                  <a:pt x="1538054" y="735358"/>
                </a:lnTo>
                <a:lnTo>
                  <a:pt x="1544401" y="735749"/>
                </a:lnTo>
                <a:lnTo>
                  <a:pt x="1544401" y="735749"/>
                </a:lnTo>
                <a:lnTo>
                  <a:pt x="1541228" y="735553"/>
                </a:lnTo>
                <a:lnTo>
                  <a:pt x="1542003" y="722977"/>
                </a:lnTo>
                <a:close/>
                <a:moveTo>
                  <a:pt x="1542779" y="710400"/>
                </a:moveTo>
                <a:lnTo>
                  <a:pt x="1545953" y="710595"/>
                </a:lnTo>
                <a:lnTo>
                  <a:pt x="1545953" y="710595"/>
                </a:lnTo>
                <a:lnTo>
                  <a:pt x="1542779" y="710400"/>
                </a:lnTo>
                <a:lnTo>
                  <a:pt x="1542779" y="710400"/>
                </a:lnTo>
                <a:close/>
                <a:moveTo>
                  <a:pt x="1540381" y="697627"/>
                </a:moveTo>
                <a:lnTo>
                  <a:pt x="1539606" y="710204"/>
                </a:lnTo>
                <a:lnTo>
                  <a:pt x="1542779" y="710400"/>
                </a:lnTo>
                <a:lnTo>
                  <a:pt x="1543555" y="697823"/>
                </a:lnTo>
                <a:lnTo>
                  <a:pt x="1546728" y="698018"/>
                </a:lnTo>
                <a:lnTo>
                  <a:pt x="1546728" y="698018"/>
                </a:lnTo>
                <a:lnTo>
                  <a:pt x="1540381" y="697627"/>
                </a:lnTo>
                <a:close/>
                <a:moveTo>
                  <a:pt x="1544330" y="685246"/>
                </a:moveTo>
                <a:lnTo>
                  <a:pt x="1544330" y="685246"/>
                </a:lnTo>
                <a:lnTo>
                  <a:pt x="1547504" y="685442"/>
                </a:lnTo>
                <a:lnTo>
                  <a:pt x="1547504" y="685442"/>
                </a:lnTo>
                <a:lnTo>
                  <a:pt x="1544330" y="685246"/>
                </a:lnTo>
                <a:close/>
                <a:moveTo>
                  <a:pt x="1545106" y="672669"/>
                </a:moveTo>
                <a:lnTo>
                  <a:pt x="1545106" y="672669"/>
                </a:lnTo>
                <a:lnTo>
                  <a:pt x="1548280" y="672865"/>
                </a:lnTo>
                <a:lnTo>
                  <a:pt x="1548280" y="672865"/>
                </a:lnTo>
                <a:lnTo>
                  <a:pt x="1545106" y="672669"/>
                </a:lnTo>
                <a:close/>
                <a:moveTo>
                  <a:pt x="1541933" y="672473"/>
                </a:moveTo>
                <a:lnTo>
                  <a:pt x="1541157" y="685050"/>
                </a:lnTo>
                <a:lnTo>
                  <a:pt x="1544330" y="685246"/>
                </a:lnTo>
                <a:lnTo>
                  <a:pt x="1545106" y="672669"/>
                </a:lnTo>
                <a:lnTo>
                  <a:pt x="1541933" y="672473"/>
                </a:lnTo>
                <a:close/>
                <a:moveTo>
                  <a:pt x="1551383" y="622557"/>
                </a:moveTo>
                <a:lnTo>
                  <a:pt x="1551383" y="622557"/>
                </a:lnTo>
                <a:lnTo>
                  <a:pt x="1548209" y="622361"/>
                </a:lnTo>
                <a:lnTo>
                  <a:pt x="1548209" y="622361"/>
                </a:lnTo>
                <a:lnTo>
                  <a:pt x="1551383" y="622557"/>
                </a:lnTo>
                <a:close/>
                <a:moveTo>
                  <a:pt x="1547433" y="634938"/>
                </a:moveTo>
                <a:lnTo>
                  <a:pt x="1548209" y="622361"/>
                </a:lnTo>
                <a:lnTo>
                  <a:pt x="1545035" y="622165"/>
                </a:lnTo>
                <a:lnTo>
                  <a:pt x="1544260" y="634742"/>
                </a:lnTo>
                <a:lnTo>
                  <a:pt x="1547433" y="634938"/>
                </a:lnTo>
                <a:close/>
                <a:moveTo>
                  <a:pt x="1547433" y="634938"/>
                </a:moveTo>
                <a:lnTo>
                  <a:pt x="1550607" y="635134"/>
                </a:lnTo>
                <a:lnTo>
                  <a:pt x="1550607" y="635134"/>
                </a:lnTo>
                <a:lnTo>
                  <a:pt x="1547433" y="634938"/>
                </a:lnTo>
                <a:lnTo>
                  <a:pt x="1547433" y="634938"/>
                </a:lnTo>
                <a:close/>
                <a:moveTo>
                  <a:pt x="1549432" y="609812"/>
                </a:moveTo>
                <a:lnTo>
                  <a:pt x="1552158" y="609980"/>
                </a:lnTo>
                <a:lnTo>
                  <a:pt x="1552158" y="609980"/>
                </a:lnTo>
                <a:lnTo>
                  <a:pt x="1549432" y="609812"/>
                </a:lnTo>
                <a:close/>
                <a:moveTo>
                  <a:pt x="1549760" y="597207"/>
                </a:moveTo>
                <a:lnTo>
                  <a:pt x="1552934" y="597403"/>
                </a:lnTo>
                <a:lnTo>
                  <a:pt x="1552934" y="597403"/>
                </a:lnTo>
                <a:lnTo>
                  <a:pt x="1549760" y="597207"/>
                </a:lnTo>
                <a:lnTo>
                  <a:pt x="1549760" y="597207"/>
                </a:lnTo>
                <a:close/>
                <a:moveTo>
                  <a:pt x="1545811" y="609589"/>
                </a:moveTo>
                <a:lnTo>
                  <a:pt x="1548984" y="609784"/>
                </a:lnTo>
                <a:lnTo>
                  <a:pt x="1549760" y="597207"/>
                </a:lnTo>
                <a:lnTo>
                  <a:pt x="1546587" y="597012"/>
                </a:lnTo>
                <a:lnTo>
                  <a:pt x="1545811" y="609589"/>
                </a:lnTo>
                <a:close/>
                <a:moveTo>
                  <a:pt x="1548984" y="609784"/>
                </a:moveTo>
                <a:lnTo>
                  <a:pt x="1548984" y="609784"/>
                </a:lnTo>
                <a:lnTo>
                  <a:pt x="1549432" y="609812"/>
                </a:lnTo>
                <a:lnTo>
                  <a:pt x="1548984" y="609784"/>
                </a:lnTo>
                <a:close/>
                <a:moveTo>
                  <a:pt x="1548138" y="571858"/>
                </a:moveTo>
                <a:lnTo>
                  <a:pt x="1547362" y="584435"/>
                </a:lnTo>
                <a:lnTo>
                  <a:pt x="1550536" y="584630"/>
                </a:lnTo>
                <a:lnTo>
                  <a:pt x="1551312" y="572054"/>
                </a:lnTo>
                <a:lnTo>
                  <a:pt x="1554485" y="572249"/>
                </a:lnTo>
                <a:lnTo>
                  <a:pt x="1554485" y="572249"/>
                </a:lnTo>
                <a:lnTo>
                  <a:pt x="1548138" y="571858"/>
                </a:lnTo>
                <a:close/>
                <a:moveTo>
                  <a:pt x="1553710" y="584826"/>
                </a:moveTo>
                <a:lnTo>
                  <a:pt x="1553710" y="584826"/>
                </a:lnTo>
                <a:lnTo>
                  <a:pt x="1550536" y="584630"/>
                </a:lnTo>
                <a:lnTo>
                  <a:pt x="1550536" y="584630"/>
                </a:lnTo>
                <a:lnTo>
                  <a:pt x="1553710" y="584826"/>
                </a:lnTo>
                <a:close/>
                <a:moveTo>
                  <a:pt x="1548914" y="559281"/>
                </a:moveTo>
                <a:lnTo>
                  <a:pt x="1555261" y="559672"/>
                </a:lnTo>
                <a:lnTo>
                  <a:pt x="1555261" y="559672"/>
                </a:lnTo>
                <a:lnTo>
                  <a:pt x="1552087" y="559477"/>
                </a:lnTo>
                <a:lnTo>
                  <a:pt x="1552863" y="546900"/>
                </a:lnTo>
                <a:lnTo>
                  <a:pt x="1549689" y="546704"/>
                </a:lnTo>
                <a:lnTo>
                  <a:pt x="1548914" y="559281"/>
                </a:lnTo>
                <a:close/>
                <a:moveTo>
                  <a:pt x="1552863" y="546900"/>
                </a:moveTo>
                <a:lnTo>
                  <a:pt x="1552863" y="546900"/>
                </a:lnTo>
                <a:lnTo>
                  <a:pt x="1556037" y="547095"/>
                </a:lnTo>
                <a:lnTo>
                  <a:pt x="1556037" y="547095"/>
                </a:lnTo>
                <a:lnTo>
                  <a:pt x="1552863" y="546900"/>
                </a:lnTo>
                <a:close/>
                <a:moveTo>
                  <a:pt x="1551241" y="521550"/>
                </a:moveTo>
                <a:lnTo>
                  <a:pt x="1550465" y="534127"/>
                </a:lnTo>
                <a:lnTo>
                  <a:pt x="1556812" y="534518"/>
                </a:lnTo>
                <a:lnTo>
                  <a:pt x="1556812" y="534518"/>
                </a:lnTo>
                <a:lnTo>
                  <a:pt x="1553639" y="534323"/>
                </a:lnTo>
                <a:lnTo>
                  <a:pt x="1554414" y="521746"/>
                </a:lnTo>
                <a:lnTo>
                  <a:pt x="1551241" y="521550"/>
                </a:lnTo>
                <a:close/>
                <a:moveTo>
                  <a:pt x="1557588" y="521942"/>
                </a:moveTo>
                <a:lnTo>
                  <a:pt x="1557588" y="521942"/>
                </a:lnTo>
                <a:lnTo>
                  <a:pt x="1554414" y="521746"/>
                </a:lnTo>
                <a:lnTo>
                  <a:pt x="1554414" y="521746"/>
                </a:lnTo>
                <a:lnTo>
                  <a:pt x="1557588" y="521942"/>
                </a:lnTo>
                <a:close/>
                <a:moveTo>
                  <a:pt x="1555966" y="496592"/>
                </a:moveTo>
                <a:lnTo>
                  <a:pt x="1552792" y="496396"/>
                </a:lnTo>
                <a:lnTo>
                  <a:pt x="1552016" y="508973"/>
                </a:lnTo>
                <a:lnTo>
                  <a:pt x="1558364" y="509365"/>
                </a:lnTo>
                <a:lnTo>
                  <a:pt x="1558364" y="509365"/>
                </a:lnTo>
                <a:lnTo>
                  <a:pt x="1555190" y="509169"/>
                </a:lnTo>
                <a:lnTo>
                  <a:pt x="1555966" y="496592"/>
                </a:lnTo>
                <a:close/>
                <a:moveTo>
                  <a:pt x="1555966" y="496592"/>
                </a:moveTo>
                <a:lnTo>
                  <a:pt x="1559139" y="496788"/>
                </a:lnTo>
                <a:lnTo>
                  <a:pt x="1559139" y="496788"/>
                </a:lnTo>
                <a:lnTo>
                  <a:pt x="1555966" y="496592"/>
                </a:lnTo>
                <a:lnTo>
                  <a:pt x="1555966" y="496592"/>
                </a:lnTo>
                <a:close/>
                <a:moveTo>
                  <a:pt x="1556741" y="484015"/>
                </a:moveTo>
                <a:lnTo>
                  <a:pt x="1557517" y="471438"/>
                </a:lnTo>
                <a:lnTo>
                  <a:pt x="1554343" y="471242"/>
                </a:lnTo>
                <a:lnTo>
                  <a:pt x="1553568" y="483819"/>
                </a:lnTo>
                <a:lnTo>
                  <a:pt x="1559915" y="484211"/>
                </a:lnTo>
                <a:lnTo>
                  <a:pt x="1559915" y="484211"/>
                </a:lnTo>
                <a:lnTo>
                  <a:pt x="1556741" y="484015"/>
                </a:lnTo>
                <a:close/>
                <a:moveTo>
                  <a:pt x="1557517" y="471438"/>
                </a:moveTo>
                <a:lnTo>
                  <a:pt x="1557517" y="471438"/>
                </a:lnTo>
                <a:lnTo>
                  <a:pt x="1560691" y="471634"/>
                </a:lnTo>
                <a:lnTo>
                  <a:pt x="1560691" y="471634"/>
                </a:lnTo>
                <a:lnTo>
                  <a:pt x="1557517" y="471438"/>
                </a:lnTo>
                <a:close/>
                <a:moveTo>
                  <a:pt x="1558293" y="458861"/>
                </a:moveTo>
                <a:lnTo>
                  <a:pt x="1559068" y="446284"/>
                </a:lnTo>
                <a:lnTo>
                  <a:pt x="1555895" y="446089"/>
                </a:lnTo>
                <a:lnTo>
                  <a:pt x="1555119" y="458666"/>
                </a:lnTo>
                <a:lnTo>
                  <a:pt x="1561466" y="459057"/>
                </a:lnTo>
                <a:lnTo>
                  <a:pt x="1561466" y="459057"/>
                </a:lnTo>
                <a:lnTo>
                  <a:pt x="1558293" y="458861"/>
                </a:lnTo>
                <a:close/>
                <a:moveTo>
                  <a:pt x="1559068" y="446284"/>
                </a:moveTo>
                <a:lnTo>
                  <a:pt x="1559068" y="446284"/>
                </a:lnTo>
                <a:lnTo>
                  <a:pt x="1562242" y="446480"/>
                </a:lnTo>
                <a:lnTo>
                  <a:pt x="1562242" y="446480"/>
                </a:lnTo>
                <a:lnTo>
                  <a:pt x="1559068" y="446284"/>
                </a:lnTo>
                <a:close/>
                <a:moveTo>
                  <a:pt x="1563018" y="433903"/>
                </a:moveTo>
                <a:lnTo>
                  <a:pt x="1563018" y="433903"/>
                </a:lnTo>
                <a:lnTo>
                  <a:pt x="1559844" y="433707"/>
                </a:lnTo>
                <a:lnTo>
                  <a:pt x="1559844" y="433707"/>
                </a:lnTo>
                <a:lnTo>
                  <a:pt x="1563018" y="433903"/>
                </a:lnTo>
                <a:close/>
                <a:moveTo>
                  <a:pt x="1563793" y="421326"/>
                </a:moveTo>
                <a:lnTo>
                  <a:pt x="1563793" y="421326"/>
                </a:lnTo>
                <a:lnTo>
                  <a:pt x="1560620" y="421130"/>
                </a:lnTo>
                <a:lnTo>
                  <a:pt x="1560620" y="421130"/>
                </a:lnTo>
                <a:lnTo>
                  <a:pt x="1563793" y="421326"/>
                </a:lnTo>
                <a:close/>
                <a:moveTo>
                  <a:pt x="1559844" y="433707"/>
                </a:moveTo>
                <a:lnTo>
                  <a:pt x="1560620" y="421130"/>
                </a:lnTo>
                <a:lnTo>
                  <a:pt x="1557446" y="420935"/>
                </a:lnTo>
                <a:lnTo>
                  <a:pt x="1556670" y="433512"/>
                </a:lnTo>
                <a:lnTo>
                  <a:pt x="1559844" y="433707"/>
                </a:lnTo>
                <a:close/>
                <a:moveTo>
                  <a:pt x="1561395" y="408554"/>
                </a:moveTo>
                <a:lnTo>
                  <a:pt x="1562171" y="395977"/>
                </a:lnTo>
                <a:lnTo>
                  <a:pt x="1558997" y="395781"/>
                </a:lnTo>
                <a:lnTo>
                  <a:pt x="1558222" y="408358"/>
                </a:lnTo>
                <a:lnTo>
                  <a:pt x="1564569" y="408749"/>
                </a:lnTo>
                <a:lnTo>
                  <a:pt x="1564569" y="408749"/>
                </a:lnTo>
                <a:lnTo>
                  <a:pt x="1561395" y="408554"/>
                </a:lnTo>
                <a:close/>
                <a:moveTo>
                  <a:pt x="1562171" y="395977"/>
                </a:moveTo>
                <a:lnTo>
                  <a:pt x="1565345" y="396172"/>
                </a:lnTo>
                <a:lnTo>
                  <a:pt x="1565345" y="396172"/>
                </a:lnTo>
                <a:lnTo>
                  <a:pt x="1562171" y="395977"/>
                </a:lnTo>
                <a:lnTo>
                  <a:pt x="1562171" y="395977"/>
                </a:lnTo>
                <a:close/>
                <a:moveTo>
                  <a:pt x="1562947" y="383400"/>
                </a:moveTo>
                <a:lnTo>
                  <a:pt x="1562947" y="383400"/>
                </a:lnTo>
                <a:lnTo>
                  <a:pt x="1566120" y="383595"/>
                </a:lnTo>
                <a:lnTo>
                  <a:pt x="1566120" y="383595"/>
                </a:lnTo>
                <a:lnTo>
                  <a:pt x="1562947" y="383400"/>
                </a:lnTo>
                <a:close/>
                <a:moveTo>
                  <a:pt x="1563722" y="370823"/>
                </a:moveTo>
                <a:lnTo>
                  <a:pt x="1563722" y="370823"/>
                </a:lnTo>
                <a:lnTo>
                  <a:pt x="1566896" y="371019"/>
                </a:lnTo>
                <a:lnTo>
                  <a:pt x="1566896" y="371019"/>
                </a:lnTo>
                <a:lnTo>
                  <a:pt x="1563722" y="370823"/>
                </a:lnTo>
                <a:close/>
                <a:moveTo>
                  <a:pt x="1560549" y="370627"/>
                </a:moveTo>
                <a:lnTo>
                  <a:pt x="1559773" y="383204"/>
                </a:lnTo>
                <a:lnTo>
                  <a:pt x="1562947" y="383400"/>
                </a:lnTo>
                <a:lnTo>
                  <a:pt x="1563722" y="370823"/>
                </a:lnTo>
                <a:lnTo>
                  <a:pt x="1560549" y="370627"/>
                </a:lnTo>
                <a:close/>
                <a:moveTo>
                  <a:pt x="1564498" y="358246"/>
                </a:moveTo>
                <a:lnTo>
                  <a:pt x="1564498" y="358246"/>
                </a:lnTo>
                <a:lnTo>
                  <a:pt x="1567672" y="358442"/>
                </a:lnTo>
                <a:lnTo>
                  <a:pt x="1567672" y="358442"/>
                </a:lnTo>
                <a:lnTo>
                  <a:pt x="1564498" y="358246"/>
                </a:lnTo>
                <a:close/>
                <a:moveTo>
                  <a:pt x="1562100" y="345473"/>
                </a:moveTo>
                <a:lnTo>
                  <a:pt x="1561324" y="358050"/>
                </a:lnTo>
                <a:lnTo>
                  <a:pt x="1564498" y="358246"/>
                </a:lnTo>
                <a:lnTo>
                  <a:pt x="1565274" y="345669"/>
                </a:lnTo>
                <a:lnTo>
                  <a:pt x="1568447" y="345865"/>
                </a:lnTo>
                <a:lnTo>
                  <a:pt x="1568447" y="345865"/>
                </a:lnTo>
                <a:lnTo>
                  <a:pt x="1562100" y="345473"/>
                </a:lnTo>
                <a:close/>
                <a:moveTo>
                  <a:pt x="1566825" y="320515"/>
                </a:moveTo>
                <a:lnTo>
                  <a:pt x="1569999" y="320711"/>
                </a:lnTo>
                <a:lnTo>
                  <a:pt x="1569999" y="320711"/>
                </a:lnTo>
                <a:lnTo>
                  <a:pt x="1563652" y="320319"/>
                </a:lnTo>
                <a:lnTo>
                  <a:pt x="1562876" y="332896"/>
                </a:lnTo>
                <a:lnTo>
                  <a:pt x="1566049" y="333092"/>
                </a:lnTo>
                <a:lnTo>
                  <a:pt x="1566825" y="320515"/>
                </a:lnTo>
                <a:close/>
                <a:moveTo>
                  <a:pt x="1566049" y="333092"/>
                </a:moveTo>
                <a:lnTo>
                  <a:pt x="1569223" y="333288"/>
                </a:lnTo>
                <a:lnTo>
                  <a:pt x="1569223" y="333288"/>
                </a:lnTo>
                <a:lnTo>
                  <a:pt x="1566049" y="333092"/>
                </a:lnTo>
                <a:lnTo>
                  <a:pt x="1566049" y="333092"/>
                </a:lnTo>
                <a:close/>
                <a:moveTo>
                  <a:pt x="1567601" y="307938"/>
                </a:moveTo>
                <a:lnTo>
                  <a:pt x="1570774" y="308134"/>
                </a:lnTo>
                <a:lnTo>
                  <a:pt x="1570774" y="308134"/>
                </a:lnTo>
                <a:lnTo>
                  <a:pt x="1567601" y="307938"/>
                </a:lnTo>
                <a:lnTo>
                  <a:pt x="1567601" y="307938"/>
                </a:lnTo>
                <a:close/>
                <a:moveTo>
                  <a:pt x="1571550" y="295557"/>
                </a:moveTo>
                <a:lnTo>
                  <a:pt x="1571550" y="295557"/>
                </a:lnTo>
                <a:lnTo>
                  <a:pt x="1568376" y="295361"/>
                </a:lnTo>
                <a:lnTo>
                  <a:pt x="1568376" y="295361"/>
                </a:lnTo>
                <a:lnTo>
                  <a:pt x="1571550" y="295557"/>
                </a:lnTo>
                <a:close/>
                <a:moveTo>
                  <a:pt x="1564427" y="307743"/>
                </a:moveTo>
                <a:lnTo>
                  <a:pt x="1567601" y="307938"/>
                </a:lnTo>
                <a:lnTo>
                  <a:pt x="1568376" y="295361"/>
                </a:lnTo>
                <a:lnTo>
                  <a:pt x="1565203" y="295166"/>
                </a:lnTo>
                <a:lnTo>
                  <a:pt x="1564427" y="307743"/>
                </a:lnTo>
                <a:close/>
                <a:moveTo>
                  <a:pt x="1569152" y="282784"/>
                </a:moveTo>
                <a:lnTo>
                  <a:pt x="1569152" y="282784"/>
                </a:lnTo>
                <a:lnTo>
                  <a:pt x="1572326" y="282980"/>
                </a:lnTo>
                <a:lnTo>
                  <a:pt x="1572326" y="282980"/>
                </a:lnTo>
                <a:lnTo>
                  <a:pt x="1569152" y="282784"/>
                </a:lnTo>
                <a:close/>
                <a:moveTo>
                  <a:pt x="1565978" y="282589"/>
                </a:moveTo>
                <a:lnTo>
                  <a:pt x="1569152" y="282784"/>
                </a:lnTo>
                <a:lnTo>
                  <a:pt x="1569928" y="270208"/>
                </a:lnTo>
                <a:lnTo>
                  <a:pt x="1573101" y="270403"/>
                </a:lnTo>
                <a:lnTo>
                  <a:pt x="1573101" y="270403"/>
                </a:lnTo>
                <a:lnTo>
                  <a:pt x="1566754" y="270012"/>
                </a:lnTo>
                <a:lnTo>
                  <a:pt x="1565978" y="282589"/>
                </a:lnTo>
                <a:close/>
                <a:moveTo>
                  <a:pt x="1573877" y="257826"/>
                </a:moveTo>
                <a:lnTo>
                  <a:pt x="1573877" y="257826"/>
                </a:lnTo>
                <a:lnTo>
                  <a:pt x="1571095" y="257655"/>
                </a:lnTo>
                <a:lnTo>
                  <a:pt x="1573877" y="257826"/>
                </a:lnTo>
                <a:close/>
                <a:moveTo>
                  <a:pt x="1571848" y="245076"/>
                </a:moveTo>
                <a:lnTo>
                  <a:pt x="1574653" y="245249"/>
                </a:lnTo>
                <a:lnTo>
                  <a:pt x="1574653" y="245249"/>
                </a:lnTo>
                <a:lnTo>
                  <a:pt x="1571848" y="245076"/>
                </a:lnTo>
                <a:close/>
                <a:moveTo>
                  <a:pt x="1568306" y="244858"/>
                </a:moveTo>
                <a:lnTo>
                  <a:pt x="1567530" y="257435"/>
                </a:lnTo>
                <a:lnTo>
                  <a:pt x="1570703" y="257631"/>
                </a:lnTo>
                <a:lnTo>
                  <a:pt x="1571479" y="245054"/>
                </a:lnTo>
                <a:lnTo>
                  <a:pt x="1571848" y="245076"/>
                </a:lnTo>
                <a:lnTo>
                  <a:pt x="1568306" y="244858"/>
                </a:lnTo>
                <a:close/>
                <a:moveTo>
                  <a:pt x="1570703" y="257631"/>
                </a:moveTo>
                <a:lnTo>
                  <a:pt x="1571095" y="257655"/>
                </a:lnTo>
                <a:lnTo>
                  <a:pt x="1570703" y="257631"/>
                </a:lnTo>
                <a:lnTo>
                  <a:pt x="1570703" y="257631"/>
                </a:lnTo>
                <a:close/>
                <a:moveTo>
                  <a:pt x="1575812" y="220071"/>
                </a:moveTo>
                <a:lnTo>
                  <a:pt x="1576204" y="220096"/>
                </a:lnTo>
                <a:lnTo>
                  <a:pt x="1576204" y="220096"/>
                </a:lnTo>
                <a:lnTo>
                  <a:pt x="1575812" y="220071"/>
                </a:lnTo>
                <a:close/>
                <a:moveTo>
                  <a:pt x="1575812" y="220071"/>
                </a:moveTo>
                <a:lnTo>
                  <a:pt x="1573030" y="219900"/>
                </a:lnTo>
                <a:lnTo>
                  <a:pt x="1573030" y="219900"/>
                </a:lnTo>
                <a:lnTo>
                  <a:pt x="1575812" y="220071"/>
                </a:lnTo>
                <a:close/>
                <a:moveTo>
                  <a:pt x="1572255" y="232477"/>
                </a:moveTo>
                <a:lnTo>
                  <a:pt x="1573030" y="219900"/>
                </a:lnTo>
                <a:lnTo>
                  <a:pt x="1569857" y="219704"/>
                </a:lnTo>
                <a:lnTo>
                  <a:pt x="1569081" y="232281"/>
                </a:lnTo>
                <a:lnTo>
                  <a:pt x="1572255" y="232477"/>
                </a:lnTo>
                <a:close/>
                <a:moveTo>
                  <a:pt x="1572255" y="232477"/>
                </a:moveTo>
                <a:lnTo>
                  <a:pt x="1572255" y="232477"/>
                </a:lnTo>
                <a:lnTo>
                  <a:pt x="1575428" y="232672"/>
                </a:lnTo>
                <a:lnTo>
                  <a:pt x="1575428" y="232672"/>
                </a:lnTo>
                <a:lnTo>
                  <a:pt x="1572255" y="232477"/>
                </a:lnTo>
                <a:close/>
                <a:moveTo>
                  <a:pt x="1573806" y="207323"/>
                </a:moveTo>
                <a:lnTo>
                  <a:pt x="1576980" y="207519"/>
                </a:lnTo>
                <a:lnTo>
                  <a:pt x="1576980" y="207519"/>
                </a:lnTo>
                <a:lnTo>
                  <a:pt x="1573806" y="207323"/>
                </a:lnTo>
                <a:lnTo>
                  <a:pt x="1573806" y="207323"/>
                </a:lnTo>
                <a:close/>
                <a:moveTo>
                  <a:pt x="1570632" y="207127"/>
                </a:moveTo>
                <a:lnTo>
                  <a:pt x="1573806" y="207323"/>
                </a:lnTo>
                <a:lnTo>
                  <a:pt x="1574582" y="194746"/>
                </a:lnTo>
                <a:lnTo>
                  <a:pt x="1577755" y="194942"/>
                </a:lnTo>
                <a:lnTo>
                  <a:pt x="1577755" y="194942"/>
                </a:lnTo>
                <a:lnTo>
                  <a:pt x="1571408" y="194550"/>
                </a:lnTo>
                <a:lnTo>
                  <a:pt x="1570632" y="207127"/>
                </a:lnTo>
                <a:close/>
                <a:moveTo>
                  <a:pt x="1575357" y="182169"/>
                </a:moveTo>
                <a:lnTo>
                  <a:pt x="1575357" y="182169"/>
                </a:lnTo>
                <a:lnTo>
                  <a:pt x="1578531" y="182365"/>
                </a:lnTo>
                <a:lnTo>
                  <a:pt x="1578531" y="182365"/>
                </a:lnTo>
                <a:lnTo>
                  <a:pt x="1575357" y="182169"/>
                </a:lnTo>
                <a:close/>
                <a:moveTo>
                  <a:pt x="1576228" y="169598"/>
                </a:moveTo>
                <a:lnTo>
                  <a:pt x="1579307" y="169788"/>
                </a:lnTo>
                <a:lnTo>
                  <a:pt x="1579307" y="169788"/>
                </a:lnTo>
                <a:lnTo>
                  <a:pt x="1576228" y="169598"/>
                </a:lnTo>
                <a:close/>
                <a:moveTo>
                  <a:pt x="1575357" y="182169"/>
                </a:moveTo>
                <a:lnTo>
                  <a:pt x="1576133" y="169592"/>
                </a:lnTo>
                <a:lnTo>
                  <a:pt x="1576228" y="169598"/>
                </a:lnTo>
                <a:lnTo>
                  <a:pt x="1572960" y="169396"/>
                </a:lnTo>
                <a:lnTo>
                  <a:pt x="1572184" y="181973"/>
                </a:lnTo>
                <a:lnTo>
                  <a:pt x="1575357" y="182169"/>
                </a:lnTo>
                <a:close/>
                <a:moveTo>
                  <a:pt x="1581634" y="132057"/>
                </a:moveTo>
                <a:lnTo>
                  <a:pt x="1581634" y="132057"/>
                </a:lnTo>
                <a:lnTo>
                  <a:pt x="1578460" y="131861"/>
                </a:lnTo>
                <a:lnTo>
                  <a:pt x="1578460" y="131861"/>
                </a:lnTo>
                <a:lnTo>
                  <a:pt x="1581634" y="132057"/>
                </a:lnTo>
                <a:close/>
                <a:moveTo>
                  <a:pt x="1576062" y="119089"/>
                </a:moveTo>
                <a:lnTo>
                  <a:pt x="1575287" y="131666"/>
                </a:lnTo>
                <a:lnTo>
                  <a:pt x="1578460" y="131861"/>
                </a:lnTo>
                <a:lnTo>
                  <a:pt x="1579236" y="119284"/>
                </a:lnTo>
                <a:lnTo>
                  <a:pt x="1582409" y="119480"/>
                </a:lnTo>
                <a:lnTo>
                  <a:pt x="1582409" y="119480"/>
                </a:lnTo>
                <a:lnTo>
                  <a:pt x="1576062" y="119089"/>
                </a:lnTo>
                <a:close/>
                <a:moveTo>
                  <a:pt x="1583961" y="94326"/>
                </a:moveTo>
                <a:lnTo>
                  <a:pt x="1583961" y="94326"/>
                </a:lnTo>
                <a:lnTo>
                  <a:pt x="1577614" y="93935"/>
                </a:lnTo>
                <a:lnTo>
                  <a:pt x="1576838" y="106512"/>
                </a:lnTo>
                <a:lnTo>
                  <a:pt x="1583185" y="106903"/>
                </a:lnTo>
                <a:lnTo>
                  <a:pt x="1583185" y="106903"/>
                </a:lnTo>
                <a:lnTo>
                  <a:pt x="1580011" y="106708"/>
                </a:lnTo>
                <a:lnTo>
                  <a:pt x="1580787" y="94131"/>
                </a:lnTo>
                <a:lnTo>
                  <a:pt x="1583961" y="94326"/>
                </a:lnTo>
                <a:close/>
                <a:moveTo>
                  <a:pt x="1583114" y="56400"/>
                </a:moveTo>
                <a:lnTo>
                  <a:pt x="1583114" y="56400"/>
                </a:lnTo>
                <a:lnTo>
                  <a:pt x="1586288" y="56596"/>
                </a:lnTo>
                <a:lnTo>
                  <a:pt x="1586288" y="56596"/>
                </a:lnTo>
                <a:lnTo>
                  <a:pt x="1583114" y="56400"/>
                </a:lnTo>
                <a:close/>
                <a:moveTo>
                  <a:pt x="1583890" y="43823"/>
                </a:moveTo>
                <a:lnTo>
                  <a:pt x="1583890" y="43823"/>
                </a:lnTo>
                <a:lnTo>
                  <a:pt x="1587063" y="44019"/>
                </a:lnTo>
                <a:lnTo>
                  <a:pt x="1587063" y="44019"/>
                </a:lnTo>
                <a:lnTo>
                  <a:pt x="1583890" y="43823"/>
                </a:lnTo>
                <a:close/>
                <a:moveTo>
                  <a:pt x="1583890" y="43823"/>
                </a:moveTo>
                <a:lnTo>
                  <a:pt x="1580716" y="43627"/>
                </a:lnTo>
                <a:lnTo>
                  <a:pt x="1579941" y="56204"/>
                </a:lnTo>
                <a:lnTo>
                  <a:pt x="1583114" y="56400"/>
                </a:lnTo>
                <a:lnTo>
                  <a:pt x="1583890" y="43823"/>
                </a:lnTo>
                <a:close/>
                <a:moveTo>
                  <a:pt x="1584850" y="31257"/>
                </a:moveTo>
                <a:lnTo>
                  <a:pt x="1587839" y="31442"/>
                </a:lnTo>
                <a:lnTo>
                  <a:pt x="1587839" y="31442"/>
                </a:lnTo>
                <a:lnTo>
                  <a:pt x="1584850" y="31257"/>
                </a:lnTo>
                <a:close/>
                <a:moveTo>
                  <a:pt x="1585441" y="18669"/>
                </a:moveTo>
                <a:lnTo>
                  <a:pt x="1585441" y="18669"/>
                </a:lnTo>
                <a:lnTo>
                  <a:pt x="1588615" y="18865"/>
                </a:lnTo>
                <a:lnTo>
                  <a:pt x="1588615" y="18865"/>
                </a:lnTo>
                <a:lnTo>
                  <a:pt x="1585441" y="18669"/>
                </a:lnTo>
                <a:close/>
                <a:moveTo>
                  <a:pt x="1581492" y="31050"/>
                </a:moveTo>
                <a:lnTo>
                  <a:pt x="1584850" y="31257"/>
                </a:lnTo>
                <a:lnTo>
                  <a:pt x="1584666" y="31246"/>
                </a:lnTo>
                <a:lnTo>
                  <a:pt x="1585441" y="18669"/>
                </a:lnTo>
                <a:lnTo>
                  <a:pt x="1582268" y="18473"/>
                </a:lnTo>
                <a:lnTo>
                  <a:pt x="1581492" y="31050"/>
                </a:lnTo>
                <a:close/>
                <a:moveTo>
                  <a:pt x="1557914" y="3179"/>
                </a:moveTo>
                <a:lnTo>
                  <a:pt x="1557914" y="6359"/>
                </a:lnTo>
                <a:lnTo>
                  <a:pt x="1570660" y="6359"/>
                </a:lnTo>
                <a:lnTo>
                  <a:pt x="1570660" y="3179"/>
                </a:lnTo>
                <a:lnTo>
                  <a:pt x="1557914" y="3179"/>
                </a:lnTo>
                <a:close/>
                <a:moveTo>
                  <a:pt x="1545168" y="3179"/>
                </a:moveTo>
                <a:lnTo>
                  <a:pt x="1532422" y="3179"/>
                </a:lnTo>
                <a:lnTo>
                  <a:pt x="1532422" y="6359"/>
                </a:lnTo>
                <a:lnTo>
                  <a:pt x="1545168" y="6359"/>
                </a:lnTo>
                <a:lnTo>
                  <a:pt x="1545168" y="3179"/>
                </a:lnTo>
                <a:close/>
                <a:moveTo>
                  <a:pt x="1519677" y="6359"/>
                </a:moveTo>
                <a:lnTo>
                  <a:pt x="1519677" y="3179"/>
                </a:lnTo>
                <a:lnTo>
                  <a:pt x="1506931" y="3179"/>
                </a:lnTo>
                <a:lnTo>
                  <a:pt x="1506931" y="6359"/>
                </a:lnTo>
                <a:lnTo>
                  <a:pt x="1519677" y="6359"/>
                </a:lnTo>
                <a:close/>
                <a:moveTo>
                  <a:pt x="1481439" y="6359"/>
                </a:moveTo>
                <a:lnTo>
                  <a:pt x="1494185" y="6359"/>
                </a:lnTo>
                <a:lnTo>
                  <a:pt x="1494185" y="3179"/>
                </a:lnTo>
                <a:lnTo>
                  <a:pt x="1481439" y="3179"/>
                </a:lnTo>
                <a:lnTo>
                  <a:pt x="1481439" y="6359"/>
                </a:lnTo>
                <a:close/>
                <a:moveTo>
                  <a:pt x="1455948" y="3179"/>
                </a:moveTo>
                <a:lnTo>
                  <a:pt x="1455948" y="6359"/>
                </a:lnTo>
                <a:lnTo>
                  <a:pt x="1468694" y="6359"/>
                </a:lnTo>
                <a:lnTo>
                  <a:pt x="1468694" y="3179"/>
                </a:lnTo>
                <a:lnTo>
                  <a:pt x="1455948" y="3179"/>
                </a:lnTo>
                <a:close/>
                <a:moveTo>
                  <a:pt x="1443202" y="3179"/>
                </a:moveTo>
                <a:lnTo>
                  <a:pt x="1430457" y="3179"/>
                </a:lnTo>
                <a:lnTo>
                  <a:pt x="1430457" y="6359"/>
                </a:lnTo>
                <a:lnTo>
                  <a:pt x="1443202" y="6359"/>
                </a:lnTo>
                <a:lnTo>
                  <a:pt x="1443202" y="3179"/>
                </a:lnTo>
                <a:close/>
                <a:moveTo>
                  <a:pt x="1417711" y="6359"/>
                </a:moveTo>
                <a:lnTo>
                  <a:pt x="1417711" y="3179"/>
                </a:lnTo>
                <a:lnTo>
                  <a:pt x="1404965" y="3179"/>
                </a:lnTo>
                <a:lnTo>
                  <a:pt x="1404965" y="6359"/>
                </a:lnTo>
                <a:lnTo>
                  <a:pt x="1417711" y="6359"/>
                </a:lnTo>
                <a:close/>
                <a:moveTo>
                  <a:pt x="1379474" y="6359"/>
                </a:moveTo>
                <a:lnTo>
                  <a:pt x="1392219" y="6359"/>
                </a:lnTo>
                <a:lnTo>
                  <a:pt x="1392219" y="3179"/>
                </a:lnTo>
                <a:lnTo>
                  <a:pt x="1379474" y="3179"/>
                </a:lnTo>
                <a:lnTo>
                  <a:pt x="1379474" y="6359"/>
                </a:lnTo>
                <a:close/>
                <a:moveTo>
                  <a:pt x="1353982" y="3179"/>
                </a:moveTo>
                <a:lnTo>
                  <a:pt x="1353982" y="6359"/>
                </a:lnTo>
                <a:lnTo>
                  <a:pt x="1366728" y="6359"/>
                </a:lnTo>
                <a:lnTo>
                  <a:pt x="1366728" y="3179"/>
                </a:lnTo>
                <a:lnTo>
                  <a:pt x="1353982" y="3179"/>
                </a:lnTo>
                <a:close/>
                <a:moveTo>
                  <a:pt x="1341237" y="3179"/>
                </a:moveTo>
                <a:lnTo>
                  <a:pt x="1328491" y="3179"/>
                </a:lnTo>
                <a:lnTo>
                  <a:pt x="1328491" y="6359"/>
                </a:lnTo>
                <a:lnTo>
                  <a:pt x="1341237" y="6359"/>
                </a:lnTo>
                <a:lnTo>
                  <a:pt x="1341237" y="3179"/>
                </a:lnTo>
                <a:close/>
                <a:moveTo>
                  <a:pt x="1315745" y="6359"/>
                </a:moveTo>
                <a:lnTo>
                  <a:pt x="1315745" y="3179"/>
                </a:lnTo>
                <a:lnTo>
                  <a:pt x="1302999" y="3179"/>
                </a:lnTo>
                <a:lnTo>
                  <a:pt x="1302999" y="6359"/>
                </a:lnTo>
                <a:lnTo>
                  <a:pt x="1315745" y="6359"/>
                </a:lnTo>
                <a:close/>
                <a:moveTo>
                  <a:pt x="1277508" y="6359"/>
                </a:moveTo>
                <a:lnTo>
                  <a:pt x="1290254" y="6359"/>
                </a:lnTo>
                <a:lnTo>
                  <a:pt x="1290254" y="3179"/>
                </a:lnTo>
                <a:lnTo>
                  <a:pt x="1277508" y="3179"/>
                </a:lnTo>
                <a:lnTo>
                  <a:pt x="1277508" y="6359"/>
                </a:lnTo>
                <a:close/>
                <a:moveTo>
                  <a:pt x="1252016" y="3179"/>
                </a:moveTo>
                <a:lnTo>
                  <a:pt x="1252016" y="6359"/>
                </a:lnTo>
                <a:lnTo>
                  <a:pt x="1264762" y="6359"/>
                </a:lnTo>
                <a:lnTo>
                  <a:pt x="1264762" y="3179"/>
                </a:lnTo>
                <a:lnTo>
                  <a:pt x="1252016" y="3179"/>
                </a:lnTo>
                <a:close/>
                <a:moveTo>
                  <a:pt x="1239271" y="3179"/>
                </a:moveTo>
                <a:lnTo>
                  <a:pt x="1226525" y="3179"/>
                </a:lnTo>
                <a:lnTo>
                  <a:pt x="1226525" y="6359"/>
                </a:lnTo>
                <a:lnTo>
                  <a:pt x="1239271" y="6359"/>
                </a:lnTo>
                <a:lnTo>
                  <a:pt x="1239271" y="3179"/>
                </a:lnTo>
                <a:close/>
                <a:moveTo>
                  <a:pt x="1213779" y="6359"/>
                </a:moveTo>
                <a:lnTo>
                  <a:pt x="1213779" y="3179"/>
                </a:lnTo>
                <a:lnTo>
                  <a:pt x="1201033" y="3179"/>
                </a:lnTo>
                <a:lnTo>
                  <a:pt x="1201033" y="6359"/>
                </a:lnTo>
                <a:lnTo>
                  <a:pt x="1213779" y="6359"/>
                </a:lnTo>
                <a:close/>
                <a:moveTo>
                  <a:pt x="1175542" y="6359"/>
                </a:moveTo>
                <a:lnTo>
                  <a:pt x="1188288" y="6359"/>
                </a:lnTo>
                <a:lnTo>
                  <a:pt x="1188288" y="3179"/>
                </a:lnTo>
                <a:lnTo>
                  <a:pt x="1175542" y="3179"/>
                </a:lnTo>
                <a:lnTo>
                  <a:pt x="1175542" y="6359"/>
                </a:lnTo>
                <a:close/>
                <a:moveTo>
                  <a:pt x="1150050" y="3179"/>
                </a:moveTo>
                <a:lnTo>
                  <a:pt x="1150050" y="6359"/>
                </a:lnTo>
                <a:lnTo>
                  <a:pt x="1162796" y="6359"/>
                </a:lnTo>
                <a:lnTo>
                  <a:pt x="1162796" y="3179"/>
                </a:lnTo>
                <a:lnTo>
                  <a:pt x="1150050" y="3179"/>
                </a:lnTo>
                <a:close/>
                <a:moveTo>
                  <a:pt x="1137305" y="3179"/>
                </a:moveTo>
                <a:lnTo>
                  <a:pt x="1124559" y="3179"/>
                </a:lnTo>
                <a:lnTo>
                  <a:pt x="1124559" y="6359"/>
                </a:lnTo>
                <a:lnTo>
                  <a:pt x="1137305" y="6359"/>
                </a:lnTo>
                <a:lnTo>
                  <a:pt x="1137305" y="3179"/>
                </a:lnTo>
                <a:close/>
                <a:moveTo>
                  <a:pt x="1111813" y="6359"/>
                </a:moveTo>
                <a:lnTo>
                  <a:pt x="1111813" y="3179"/>
                </a:lnTo>
                <a:lnTo>
                  <a:pt x="1099068" y="3179"/>
                </a:lnTo>
                <a:lnTo>
                  <a:pt x="1099068" y="6359"/>
                </a:lnTo>
                <a:lnTo>
                  <a:pt x="1111813" y="6359"/>
                </a:lnTo>
                <a:close/>
                <a:moveTo>
                  <a:pt x="1073576" y="6359"/>
                </a:moveTo>
                <a:lnTo>
                  <a:pt x="1086322" y="6359"/>
                </a:lnTo>
                <a:lnTo>
                  <a:pt x="1086322" y="3179"/>
                </a:lnTo>
                <a:lnTo>
                  <a:pt x="1073576" y="3179"/>
                </a:lnTo>
                <a:lnTo>
                  <a:pt x="1073576" y="6359"/>
                </a:lnTo>
                <a:close/>
                <a:moveTo>
                  <a:pt x="1048085" y="3179"/>
                </a:moveTo>
                <a:lnTo>
                  <a:pt x="1048085" y="6359"/>
                </a:lnTo>
                <a:lnTo>
                  <a:pt x="1060830" y="6359"/>
                </a:lnTo>
                <a:lnTo>
                  <a:pt x="1060830" y="3179"/>
                </a:lnTo>
                <a:lnTo>
                  <a:pt x="1048085" y="3179"/>
                </a:lnTo>
                <a:close/>
                <a:moveTo>
                  <a:pt x="1035339" y="3179"/>
                </a:moveTo>
                <a:lnTo>
                  <a:pt x="1022593" y="3179"/>
                </a:lnTo>
                <a:lnTo>
                  <a:pt x="1022593" y="6359"/>
                </a:lnTo>
                <a:lnTo>
                  <a:pt x="1035339" y="6359"/>
                </a:lnTo>
                <a:lnTo>
                  <a:pt x="1035339" y="3179"/>
                </a:lnTo>
                <a:close/>
                <a:moveTo>
                  <a:pt x="1009847" y="6359"/>
                </a:moveTo>
                <a:lnTo>
                  <a:pt x="1009847" y="3179"/>
                </a:lnTo>
                <a:lnTo>
                  <a:pt x="997102" y="3179"/>
                </a:lnTo>
                <a:lnTo>
                  <a:pt x="997102" y="6359"/>
                </a:lnTo>
                <a:lnTo>
                  <a:pt x="1009847" y="6359"/>
                </a:lnTo>
                <a:close/>
                <a:moveTo>
                  <a:pt x="971610" y="6359"/>
                </a:moveTo>
                <a:lnTo>
                  <a:pt x="984356" y="6359"/>
                </a:lnTo>
                <a:lnTo>
                  <a:pt x="984356" y="3179"/>
                </a:lnTo>
                <a:lnTo>
                  <a:pt x="971610" y="3179"/>
                </a:lnTo>
                <a:lnTo>
                  <a:pt x="971610" y="6359"/>
                </a:lnTo>
                <a:close/>
                <a:moveTo>
                  <a:pt x="946119" y="3179"/>
                </a:moveTo>
                <a:lnTo>
                  <a:pt x="946119" y="6359"/>
                </a:lnTo>
                <a:lnTo>
                  <a:pt x="958864" y="6359"/>
                </a:lnTo>
                <a:lnTo>
                  <a:pt x="958864" y="3179"/>
                </a:lnTo>
                <a:lnTo>
                  <a:pt x="946119" y="3179"/>
                </a:lnTo>
                <a:close/>
                <a:moveTo>
                  <a:pt x="933373" y="3179"/>
                </a:moveTo>
                <a:lnTo>
                  <a:pt x="920627" y="3179"/>
                </a:lnTo>
                <a:lnTo>
                  <a:pt x="920627" y="6359"/>
                </a:lnTo>
                <a:lnTo>
                  <a:pt x="933373" y="6359"/>
                </a:lnTo>
                <a:lnTo>
                  <a:pt x="933373" y="3179"/>
                </a:lnTo>
                <a:close/>
                <a:moveTo>
                  <a:pt x="907882" y="6359"/>
                </a:moveTo>
                <a:lnTo>
                  <a:pt x="907882" y="3179"/>
                </a:lnTo>
                <a:lnTo>
                  <a:pt x="895136" y="3179"/>
                </a:lnTo>
                <a:lnTo>
                  <a:pt x="895136" y="6359"/>
                </a:lnTo>
                <a:lnTo>
                  <a:pt x="907882" y="6359"/>
                </a:lnTo>
                <a:close/>
                <a:moveTo>
                  <a:pt x="869644" y="6359"/>
                </a:moveTo>
                <a:lnTo>
                  <a:pt x="882390" y="6359"/>
                </a:lnTo>
                <a:lnTo>
                  <a:pt x="882390" y="3179"/>
                </a:lnTo>
                <a:lnTo>
                  <a:pt x="869644" y="3179"/>
                </a:lnTo>
                <a:lnTo>
                  <a:pt x="869644" y="6359"/>
                </a:lnTo>
                <a:close/>
                <a:moveTo>
                  <a:pt x="844153" y="3179"/>
                </a:moveTo>
                <a:lnTo>
                  <a:pt x="844153" y="6359"/>
                </a:lnTo>
                <a:lnTo>
                  <a:pt x="856899" y="6359"/>
                </a:lnTo>
                <a:lnTo>
                  <a:pt x="856899" y="3179"/>
                </a:lnTo>
                <a:lnTo>
                  <a:pt x="844153" y="3179"/>
                </a:lnTo>
                <a:close/>
                <a:moveTo>
                  <a:pt x="831407" y="3179"/>
                </a:moveTo>
                <a:lnTo>
                  <a:pt x="818661" y="3179"/>
                </a:lnTo>
                <a:lnTo>
                  <a:pt x="818661" y="6359"/>
                </a:lnTo>
                <a:lnTo>
                  <a:pt x="831407" y="6359"/>
                </a:lnTo>
                <a:lnTo>
                  <a:pt x="831407" y="3179"/>
                </a:lnTo>
                <a:close/>
                <a:moveTo>
                  <a:pt x="805916" y="6359"/>
                </a:moveTo>
                <a:lnTo>
                  <a:pt x="805916" y="3179"/>
                </a:lnTo>
                <a:lnTo>
                  <a:pt x="793170" y="3179"/>
                </a:lnTo>
                <a:lnTo>
                  <a:pt x="793170" y="6359"/>
                </a:lnTo>
                <a:lnTo>
                  <a:pt x="805916" y="6359"/>
                </a:lnTo>
                <a:close/>
                <a:moveTo>
                  <a:pt x="767678" y="6359"/>
                </a:moveTo>
                <a:lnTo>
                  <a:pt x="780424" y="6359"/>
                </a:lnTo>
                <a:lnTo>
                  <a:pt x="780424" y="3179"/>
                </a:lnTo>
                <a:lnTo>
                  <a:pt x="767678" y="3179"/>
                </a:lnTo>
                <a:lnTo>
                  <a:pt x="767678" y="6359"/>
                </a:lnTo>
                <a:close/>
                <a:moveTo>
                  <a:pt x="742187" y="3179"/>
                </a:moveTo>
                <a:lnTo>
                  <a:pt x="742187" y="6359"/>
                </a:lnTo>
                <a:lnTo>
                  <a:pt x="754933" y="6359"/>
                </a:lnTo>
                <a:lnTo>
                  <a:pt x="754933" y="3179"/>
                </a:lnTo>
                <a:lnTo>
                  <a:pt x="742187" y="3179"/>
                </a:lnTo>
                <a:close/>
                <a:moveTo>
                  <a:pt x="729441" y="3179"/>
                </a:moveTo>
                <a:lnTo>
                  <a:pt x="716696" y="3179"/>
                </a:lnTo>
                <a:lnTo>
                  <a:pt x="716696" y="6359"/>
                </a:lnTo>
                <a:lnTo>
                  <a:pt x="729441" y="6359"/>
                </a:lnTo>
                <a:lnTo>
                  <a:pt x="729441" y="3179"/>
                </a:lnTo>
                <a:close/>
                <a:moveTo>
                  <a:pt x="703950" y="6359"/>
                </a:moveTo>
                <a:lnTo>
                  <a:pt x="703950" y="3179"/>
                </a:lnTo>
                <a:lnTo>
                  <a:pt x="691204" y="3179"/>
                </a:lnTo>
                <a:lnTo>
                  <a:pt x="691204" y="6359"/>
                </a:lnTo>
                <a:lnTo>
                  <a:pt x="703950" y="6359"/>
                </a:lnTo>
                <a:close/>
                <a:moveTo>
                  <a:pt x="665713" y="6359"/>
                </a:moveTo>
                <a:lnTo>
                  <a:pt x="678459" y="6359"/>
                </a:lnTo>
                <a:lnTo>
                  <a:pt x="678459" y="3179"/>
                </a:lnTo>
                <a:lnTo>
                  <a:pt x="665713" y="3179"/>
                </a:lnTo>
                <a:lnTo>
                  <a:pt x="665713" y="6359"/>
                </a:lnTo>
                <a:close/>
                <a:moveTo>
                  <a:pt x="640222" y="3179"/>
                </a:moveTo>
                <a:lnTo>
                  <a:pt x="640222" y="6359"/>
                </a:lnTo>
                <a:lnTo>
                  <a:pt x="652967" y="6359"/>
                </a:lnTo>
                <a:lnTo>
                  <a:pt x="652967" y="3179"/>
                </a:lnTo>
                <a:lnTo>
                  <a:pt x="640222" y="3179"/>
                </a:lnTo>
                <a:close/>
                <a:moveTo>
                  <a:pt x="627476" y="3179"/>
                </a:moveTo>
                <a:lnTo>
                  <a:pt x="614730" y="3179"/>
                </a:lnTo>
                <a:lnTo>
                  <a:pt x="614730" y="6359"/>
                </a:lnTo>
                <a:lnTo>
                  <a:pt x="627476" y="6359"/>
                </a:lnTo>
                <a:lnTo>
                  <a:pt x="627476" y="3179"/>
                </a:lnTo>
                <a:close/>
                <a:moveTo>
                  <a:pt x="601984" y="6359"/>
                </a:moveTo>
                <a:lnTo>
                  <a:pt x="601984" y="3179"/>
                </a:lnTo>
                <a:lnTo>
                  <a:pt x="589239" y="3179"/>
                </a:lnTo>
                <a:lnTo>
                  <a:pt x="589239" y="6359"/>
                </a:lnTo>
                <a:lnTo>
                  <a:pt x="601984" y="6359"/>
                </a:lnTo>
                <a:close/>
                <a:moveTo>
                  <a:pt x="563747" y="6359"/>
                </a:moveTo>
                <a:lnTo>
                  <a:pt x="576493" y="6359"/>
                </a:lnTo>
                <a:lnTo>
                  <a:pt x="576493" y="3179"/>
                </a:lnTo>
                <a:lnTo>
                  <a:pt x="563747" y="3179"/>
                </a:lnTo>
                <a:lnTo>
                  <a:pt x="563747" y="6359"/>
                </a:lnTo>
                <a:close/>
                <a:moveTo>
                  <a:pt x="538256" y="3179"/>
                </a:moveTo>
                <a:lnTo>
                  <a:pt x="538256" y="6359"/>
                </a:lnTo>
                <a:lnTo>
                  <a:pt x="551002" y="6359"/>
                </a:lnTo>
                <a:lnTo>
                  <a:pt x="551002" y="3179"/>
                </a:lnTo>
                <a:lnTo>
                  <a:pt x="538256" y="3179"/>
                </a:lnTo>
                <a:close/>
                <a:moveTo>
                  <a:pt x="525510" y="3179"/>
                </a:moveTo>
                <a:lnTo>
                  <a:pt x="512765" y="3179"/>
                </a:lnTo>
                <a:lnTo>
                  <a:pt x="512765" y="6359"/>
                </a:lnTo>
                <a:lnTo>
                  <a:pt x="525510" y="6359"/>
                </a:lnTo>
                <a:lnTo>
                  <a:pt x="525510" y="3179"/>
                </a:lnTo>
                <a:close/>
                <a:moveTo>
                  <a:pt x="500019" y="6359"/>
                </a:moveTo>
                <a:lnTo>
                  <a:pt x="500019" y="3179"/>
                </a:lnTo>
                <a:lnTo>
                  <a:pt x="487273" y="3179"/>
                </a:lnTo>
                <a:lnTo>
                  <a:pt x="487273" y="6359"/>
                </a:lnTo>
                <a:lnTo>
                  <a:pt x="500019" y="6359"/>
                </a:lnTo>
                <a:close/>
                <a:moveTo>
                  <a:pt x="461782" y="6359"/>
                </a:moveTo>
                <a:lnTo>
                  <a:pt x="474528" y="6359"/>
                </a:lnTo>
                <a:lnTo>
                  <a:pt x="474528" y="3179"/>
                </a:lnTo>
                <a:lnTo>
                  <a:pt x="461782" y="3179"/>
                </a:lnTo>
                <a:lnTo>
                  <a:pt x="461782" y="6359"/>
                </a:lnTo>
                <a:close/>
                <a:moveTo>
                  <a:pt x="436291" y="3179"/>
                </a:moveTo>
                <a:lnTo>
                  <a:pt x="436291" y="6359"/>
                </a:lnTo>
                <a:lnTo>
                  <a:pt x="449036" y="6359"/>
                </a:lnTo>
                <a:lnTo>
                  <a:pt x="449036" y="3179"/>
                </a:lnTo>
                <a:lnTo>
                  <a:pt x="436291" y="3179"/>
                </a:lnTo>
                <a:close/>
                <a:moveTo>
                  <a:pt x="423545" y="3179"/>
                </a:moveTo>
                <a:lnTo>
                  <a:pt x="410799" y="3179"/>
                </a:lnTo>
                <a:lnTo>
                  <a:pt x="410799" y="6359"/>
                </a:lnTo>
                <a:lnTo>
                  <a:pt x="423545" y="6359"/>
                </a:lnTo>
                <a:lnTo>
                  <a:pt x="423545" y="3179"/>
                </a:lnTo>
                <a:close/>
                <a:moveTo>
                  <a:pt x="398054" y="6359"/>
                </a:moveTo>
                <a:lnTo>
                  <a:pt x="398054" y="3179"/>
                </a:lnTo>
                <a:lnTo>
                  <a:pt x="385308" y="3179"/>
                </a:lnTo>
                <a:lnTo>
                  <a:pt x="385308" y="6359"/>
                </a:lnTo>
                <a:lnTo>
                  <a:pt x="398054" y="6359"/>
                </a:lnTo>
                <a:close/>
                <a:moveTo>
                  <a:pt x="359816" y="6359"/>
                </a:moveTo>
                <a:lnTo>
                  <a:pt x="372562" y="6359"/>
                </a:lnTo>
                <a:lnTo>
                  <a:pt x="372562" y="3179"/>
                </a:lnTo>
                <a:lnTo>
                  <a:pt x="359816" y="3179"/>
                </a:lnTo>
                <a:lnTo>
                  <a:pt x="359816" y="6359"/>
                </a:lnTo>
                <a:close/>
                <a:moveTo>
                  <a:pt x="334325" y="3179"/>
                </a:moveTo>
                <a:lnTo>
                  <a:pt x="334325" y="6359"/>
                </a:lnTo>
                <a:lnTo>
                  <a:pt x="347071" y="6359"/>
                </a:lnTo>
                <a:lnTo>
                  <a:pt x="347071" y="3179"/>
                </a:lnTo>
                <a:lnTo>
                  <a:pt x="334325" y="3179"/>
                </a:lnTo>
                <a:close/>
                <a:moveTo>
                  <a:pt x="321579" y="3179"/>
                </a:moveTo>
                <a:lnTo>
                  <a:pt x="308834" y="3179"/>
                </a:lnTo>
                <a:lnTo>
                  <a:pt x="308834" y="6359"/>
                </a:lnTo>
                <a:lnTo>
                  <a:pt x="321579" y="6359"/>
                </a:lnTo>
                <a:lnTo>
                  <a:pt x="321579" y="3179"/>
                </a:lnTo>
                <a:close/>
                <a:moveTo>
                  <a:pt x="296088" y="6359"/>
                </a:moveTo>
                <a:lnTo>
                  <a:pt x="296088" y="3179"/>
                </a:lnTo>
                <a:lnTo>
                  <a:pt x="283342" y="3179"/>
                </a:lnTo>
                <a:lnTo>
                  <a:pt x="283342" y="6359"/>
                </a:lnTo>
                <a:lnTo>
                  <a:pt x="296088" y="6359"/>
                </a:lnTo>
                <a:close/>
                <a:moveTo>
                  <a:pt x="257851" y="6359"/>
                </a:moveTo>
                <a:lnTo>
                  <a:pt x="270597" y="6359"/>
                </a:lnTo>
                <a:lnTo>
                  <a:pt x="270597" y="3179"/>
                </a:lnTo>
                <a:lnTo>
                  <a:pt x="257851" y="3179"/>
                </a:lnTo>
                <a:lnTo>
                  <a:pt x="257851" y="6359"/>
                </a:lnTo>
                <a:close/>
                <a:moveTo>
                  <a:pt x="232360" y="3179"/>
                </a:moveTo>
                <a:lnTo>
                  <a:pt x="232360" y="6359"/>
                </a:lnTo>
                <a:lnTo>
                  <a:pt x="245105" y="6359"/>
                </a:lnTo>
                <a:lnTo>
                  <a:pt x="245105" y="3179"/>
                </a:lnTo>
                <a:lnTo>
                  <a:pt x="232360" y="3179"/>
                </a:lnTo>
                <a:close/>
                <a:moveTo>
                  <a:pt x="219614" y="3179"/>
                </a:moveTo>
                <a:lnTo>
                  <a:pt x="206868" y="3179"/>
                </a:lnTo>
                <a:lnTo>
                  <a:pt x="206868" y="6359"/>
                </a:lnTo>
                <a:lnTo>
                  <a:pt x="219614" y="6359"/>
                </a:lnTo>
                <a:lnTo>
                  <a:pt x="219614" y="3179"/>
                </a:lnTo>
                <a:close/>
                <a:moveTo>
                  <a:pt x="194123" y="6359"/>
                </a:moveTo>
                <a:lnTo>
                  <a:pt x="194123" y="3179"/>
                </a:lnTo>
                <a:lnTo>
                  <a:pt x="181377" y="3179"/>
                </a:lnTo>
                <a:lnTo>
                  <a:pt x="181377" y="6359"/>
                </a:lnTo>
                <a:lnTo>
                  <a:pt x="194123" y="6359"/>
                </a:lnTo>
                <a:close/>
                <a:moveTo>
                  <a:pt x="155885" y="6359"/>
                </a:moveTo>
                <a:lnTo>
                  <a:pt x="168631" y="6359"/>
                </a:lnTo>
                <a:lnTo>
                  <a:pt x="168631" y="3179"/>
                </a:lnTo>
                <a:lnTo>
                  <a:pt x="155885" y="3179"/>
                </a:lnTo>
                <a:lnTo>
                  <a:pt x="155885" y="6359"/>
                </a:lnTo>
                <a:close/>
                <a:moveTo>
                  <a:pt x="130394" y="3179"/>
                </a:moveTo>
                <a:lnTo>
                  <a:pt x="130394" y="6359"/>
                </a:lnTo>
                <a:lnTo>
                  <a:pt x="143140" y="6359"/>
                </a:lnTo>
                <a:lnTo>
                  <a:pt x="143140" y="3179"/>
                </a:lnTo>
                <a:lnTo>
                  <a:pt x="130394" y="3179"/>
                </a:lnTo>
                <a:close/>
                <a:moveTo>
                  <a:pt x="117648" y="3179"/>
                </a:moveTo>
                <a:lnTo>
                  <a:pt x="104903" y="3179"/>
                </a:lnTo>
                <a:lnTo>
                  <a:pt x="104903" y="6359"/>
                </a:lnTo>
                <a:lnTo>
                  <a:pt x="117648" y="6359"/>
                </a:lnTo>
                <a:lnTo>
                  <a:pt x="117648" y="3179"/>
                </a:lnTo>
                <a:close/>
                <a:moveTo>
                  <a:pt x="92157" y="6359"/>
                </a:moveTo>
                <a:lnTo>
                  <a:pt x="92157" y="3179"/>
                </a:lnTo>
                <a:lnTo>
                  <a:pt x="79411" y="3179"/>
                </a:lnTo>
                <a:lnTo>
                  <a:pt x="79411" y="6359"/>
                </a:lnTo>
                <a:lnTo>
                  <a:pt x="92157" y="6359"/>
                </a:lnTo>
                <a:close/>
                <a:moveTo>
                  <a:pt x="45382" y="348444"/>
                </a:moveTo>
                <a:lnTo>
                  <a:pt x="39035" y="348057"/>
                </a:lnTo>
                <a:lnTo>
                  <a:pt x="39035" y="348057"/>
                </a:lnTo>
                <a:lnTo>
                  <a:pt x="42208" y="348251"/>
                </a:lnTo>
                <a:lnTo>
                  <a:pt x="41435" y="360907"/>
                </a:lnTo>
                <a:lnTo>
                  <a:pt x="38262" y="360713"/>
                </a:lnTo>
                <a:lnTo>
                  <a:pt x="38262" y="360713"/>
                </a:lnTo>
                <a:lnTo>
                  <a:pt x="44609" y="361101"/>
                </a:lnTo>
                <a:lnTo>
                  <a:pt x="45382" y="348444"/>
                </a:lnTo>
                <a:close/>
                <a:moveTo>
                  <a:pt x="26831" y="652203"/>
                </a:moveTo>
                <a:lnTo>
                  <a:pt x="20484" y="651815"/>
                </a:lnTo>
                <a:lnTo>
                  <a:pt x="20484" y="651815"/>
                </a:lnTo>
                <a:lnTo>
                  <a:pt x="23657" y="652009"/>
                </a:lnTo>
                <a:lnTo>
                  <a:pt x="22884" y="664666"/>
                </a:lnTo>
                <a:lnTo>
                  <a:pt x="19711" y="664472"/>
                </a:lnTo>
                <a:lnTo>
                  <a:pt x="19711" y="664472"/>
                </a:lnTo>
                <a:lnTo>
                  <a:pt x="26058" y="664860"/>
                </a:lnTo>
                <a:lnTo>
                  <a:pt x="26831" y="652203"/>
                </a:lnTo>
                <a:close/>
                <a:moveTo>
                  <a:pt x="3478" y="930261"/>
                </a:moveTo>
                <a:lnTo>
                  <a:pt x="3478" y="930261"/>
                </a:lnTo>
                <a:lnTo>
                  <a:pt x="6652" y="930455"/>
                </a:lnTo>
                <a:lnTo>
                  <a:pt x="5879" y="943111"/>
                </a:lnTo>
                <a:lnTo>
                  <a:pt x="2705" y="942917"/>
                </a:lnTo>
                <a:lnTo>
                  <a:pt x="2705" y="942917"/>
                </a:lnTo>
                <a:lnTo>
                  <a:pt x="9053" y="943305"/>
                </a:lnTo>
                <a:lnTo>
                  <a:pt x="9826" y="930648"/>
                </a:lnTo>
                <a:lnTo>
                  <a:pt x="3478" y="930261"/>
                </a:lnTo>
                <a:close/>
                <a:moveTo>
                  <a:pt x="8280" y="955962"/>
                </a:moveTo>
                <a:lnTo>
                  <a:pt x="1932" y="955574"/>
                </a:lnTo>
                <a:lnTo>
                  <a:pt x="1932" y="955574"/>
                </a:lnTo>
                <a:lnTo>
                  <a:pt x="5106" y="955768"/>
                </a:lnTo>
                <a:lnTo>
                  <a:pt x="4333" y="968424"/>
                </a:lnTo>
                <a:lnTo>
                  <a:pt x="1159" y="968231"/>
                </a:lnTo>
                <a:lnTo>
                  <a:pt x="1159" y="968231"/>
                </a:lnTo>
                <a:lnTo>
                  <a:pt x="7507" y="968618"/>
                </a:lnTo>
                <a:lnTo>
                  <a:pt x="8280" y="955962"/>
                </a:lnTo>
                <a:close/>
                <a:moveTo>
                  <a:pt x="44935" y="985106"/>
                </a:moveTo>
                <a:lnTo>
                  <a:pt x="44332" y="991437"/>
                </a:lnTo>
                <a:lnTo>
                  <a:pt x="44332" y="991437"/>
                </a:lnTo>
                <a:lnTo>
                  <a:pt x="44634" y="988271"/>
                </a:lnTo>
                <a:lnTo>
                  <a:pt x="57300" y="989477"/>
                </a:lnTo>
                <a:lnTo>
                  <a:pt x="56999" y="992643"/>
                </a:lnTo>
                <a:lnTo>
                  <a:pt x="56999" y="992643"/>
                </a:lnTo>
                <a:lnTo>
                  <a:pt x="57601" y="986312"/>
                </a:lnTo>
                <a:lnTo>
                  <a:pt x="44935" y="985106"/>
                </a:lnTo>
                <a:close/>
                <a:moveTo>
                  <a:pt x="322993" y="1017966"/>
                </a:moveTo>
                <a:lnTo>
                  <a:pt x="322993" y="1017966"/>
                </a:lnTo>
                <a:lnTo>
                  <a:pt x="323294" y="1014801"/>
                </a:lnTo>
                <a:lnTo>
                  <a:pt x="335961" y="1016007"/>
                </a:lnTo>
                <a:lnTo>
                  <a:pt x="335659" y="1019172"/>
                </a:lnTo>
                <a:lnTo>
                  <a:pt x="335659" y="1019172"/>
                </a:lnTo>
                <a:lnTo>
                  <a:pt x="336262" y="1012841"/>
                </a:lnTo>
                <a:lnTo>
                  <a:pt x="323596" y="1011636"/>
                </a:lnTo>
                <a:lnTo>
                  <a:pt x="322993" y="1017966"/>
                </a:lnTo>
                <a:close/>
                <a:moveTo>
                  <a:pt x="348928" y="1014047"/>
                </a:moveTo>
                <a:lnTo>
                  <a:pt x="348326" y="1020378"/>
                </a:lnTo>
                <a:lnTo>
                  <a:pt x="348326" y="1020378"/>
                </a:lnTo>
                <a:lnTo>
                  <a:pt x="348627" y="1017213"/>
                </a:lnTo>
                <a:lnTo>
                  <a:pt x="361293" y="1018418"/>
                </a:lnTo>
                <a:lnTo>
                  <a:pt x="360992" y="1021584"/>
                </a:lnTo>
                <a:lnTo>
                  <a:pt x="360992" y="1021584"/>
                </a:lnTo>
                <a:lnTo>
                  <a:pt x="361595" y="1015253"/>
                </a:lnTo>
                <a:lnTo>
                  <a:pt x="348928" y="1014047"/>
                </a:lnTo>
                <a:close/>
                <a:moveTo>
                  <a:pt x="513591" y="1029724"/>
                </a:moveTo>
                <a:lnTo>
                  <a:pt x="500925" y="1028518"/>
                </a:lnTo>
                <a:lnTo>
                  <a:pt x="500322" y="1034848"/>
                </a:lnTo>
                <a:lnTo>
                  <a:pt x="500322" y="1034848"/>
                </a:lnTo>
                <a:lnTo>
                  <a:pt x="500624" y="1031683"/>
                </a:lnTo>
                <a:lnTo>
                  <a:pt x="513290" y="1032889"/>
                </a:lnTo>
                <a:lnTo>
                  <a:pt x="512989" y="1036054"/>
                </a:lnTo>
                <a:lnTo>
                  <a:pt x="512989" y="1036054"/>
                </a:lnTo>
                <a:lnTo>
                  <a:pt x="513591" y="1029724"/>
                </a:lnTo>
                <a:close/>
                <a:moveTo>
                  <a:pt x="817585" y="1058665"/>
                </a:moveTo>
                <a:lnTo>
                  <a:pt x="804918" y="1057459"/>
                </a:lnTo>
                <a:lnTo>
                  <a:pt x="804316" y="1063790"/>
                </a:lnTo>
                <a:lnTo>
                  <a:pt x="804316" y="1063790"/>
                </a:lnTo>
                <a:lnTo>
                  <a:pt x="804617" y="1060624"/>
                </a:lnTo>
                <a:lnTo>
                  <a:pt x="817283" y="1061830"/>
                </a:lnTo>
                <a:lnTo>
                  <a:pt x="816982" y="1064995"/>
                </a:lnTo>
                <a:lnTo>
                  <a:pt x="816982" y="1064995"/>
                </a:lnTo>
                <a:lnTo>
                  <a:pt x="817585" y="1058665"/>
                </a:lnTo>
                <a:close/>
                <a:moveTo>
                  <a:pt x="1133642" y="1095143"/>
                </a:moveTo>
                <a:lnTo>
                  <a:pt x="1133642" y="1095143"/>
                </a:lnTo>
                <a:lnTo>
                  <a:pt x="1133943" y="1091977"/>
                </a:lnTo>
                <a:lnTo>
                  <a:pt x="1146610" y="1093183"/>
                </a:lnTo>
                <a:lnTo>
                  <a:pt x="1146308" y="1096348"/>
                </a:lnTo>
                <a:lnTo>
                  <a:pt x="1146308" y="1096348"/>
                </a:lnTo>
                <a:lnTo>
                  <a:pt x="1146911" y="1090018"/>
                </a:lnTo>
                <a:lnTo>
                  <a:pt x="1134244" y="1088812"/>
                </a:lnTo>
                <a:lnTo>
                  <a:pt x="1133642" y="1095143"/>
                </a:lnTo>
                <a:close/>
                <a:moveTo>
                  <a:pt x="1529522" y="873704"/>
                </a:moveTo>
                <a:lnTo>
                  <a:pt x="1528746" y="886281"/>
                </a:lnTo>
                <a:lnTo>
                  <a:pt x="1535093" y="886672"/>
                </a:lnTo>
                <a:lnTo>
                  <a:pt x="1535093" y="886672"/>
                </a:lnTo>
                <a:lnTo>
                  <a:pt x="1531920" y="886477"/>
                </a:lnTo>
                <a:lnTo>
                  <a:pt x="1532695" y="873900"/>
                </a:lnTo>
                <a:lnTo>
                  <a:pt x="1535869" y="874095"/>
                </a:lnTo>
                <a:lnTo>
                  <a:pt x="1535869" y="874095"/>
                </a:lnTo>
                <a:lnTo>
                  <a:pt x="1529522" y="873704"/>
                </a:lnTo>
                <a:close/>
                <a:moveTo>
                  <a:pt x="1535727" y="773088"/>
                </a:moveTo>
                <a:lnTo>
                  <a:pt x="1534952" y="785665"/>
                </a:lnTo>
                <a:lnTo>
                  <a:pt x="1541299" y="786057"/>
                </a:lnTo>
                <a:lnTo>
                  <a:pt x="1541299" y="786057"/>
                </a:lnTo>
                <a:lnTo>
                  <a:pt x="1538125" y="785861"/>
                </a:lnTo>
                <a:lnTo>
                  <a:pt x="1538901" y="773284"/>
                </a:lnTo>
                <a:lnTo>
                  <a:pt x="1542074" y="773480"/>
                </a:lnTo>
                <a:lnTo>
                  <a:pt x="1542074" y="773480"/>
                </a:lnTo>
                <a:lnTo>
                  <a:pt x="1535727" y="773088"/>
                </a:lnTo>
                <a:close/>
                <a:moveTo>
                  <a:pt x="1543484" y="647319"/>
                </a:moveTo>
                <a:lnTo>
                  <a:pt x="1542708" y="659896"/>
                </a:lnTo>
                <a:lnTo>
                  <a:pt x="1549056" y="660288"/>
                </a:lnTo>
                <a:lnTo>
                  <a:pt x="1549056" y="660288"/>
                </a:lnTo>
                <a:lnTo>
                  <a:pt x="1545882" y="660092"/>
                </a:lnTo>
                <a:lnTo>
                  <a:pt x="1546657" y="647515"/>
                </a:lnTo>
                <a:lnTo>
                  <a:pt x="1549831" y="647711"/>
                </a:lnTo>
                <a:lnTo>
                  <a:pt x="1549831" y="647711"/>
                </a:lnTo>
                <a:lnTo>
                  <a:pt x="1543484" y="647319"/>
                </a:lnTo>
                <a:close/>
                <a:moveTo>
                  <a:pt x="1574511" y="144242"/>
                </a:moveTo>
                <a:lnTo>
                  <a:pt x="1573735" y="156819"/>
                </a:lnTo>
                <a:lnTo>
                  <a:pt x="1580082" y="157211"/>
                </a:lnTo>
                <a:lnTo>
                  <a:pt x="1580082" y="157211"/>
                </a:lnTo>
                <a:lnTo>
                  <a:pt x="1576909" y="157015"/>
                </a:lnTo>
                <a:lnTo>
                  <a:pt x="1577684" y="144438"/>
                </a:lnTo>
                <a:lnTo>
                  <a:pt x="1580858" y="144634"/>
                </a:lnTo>
                <a:lnTo>
                  <a:pt x="1580858" y="144634"/>
                </a:lnTo>
                <a:lnTo>
                  <a:pt x="1574511" y="144242"/>
                </a:lnTo>
                <a:close/>
                <a:moveTo>
                  <a:pt x="1579165" y="68781"/>
                </a:moveTo>
                <a:lnTo>
                  <a:pt x="1578389" y="81358"/>
                </a:lnTo>
                <a:lnTo>
                  <a:pt x="1584736" y="81749"/>
                </a:lnTo>
                <a:lnTo>
                  <a:pt x="1584736" y="81749"/>
                </a:lnTo>
                <a:lnTo>
                  <a:pt x="1581563" y="81554"/>
                </a:lnTo>
                <a:lnTo>
                  <a:pt x="1582338" y="68977"/>
                </a:lnTo>
                <a:lnTo>
                  <a:pt x="1585512" y="69173"/>
                </a:lnTo>
                <a:lnTo>
                  <a:pt x="1585512" y="69172"/>
                </a:lnTo>
                <a:lnTo>
                  <a:pt x="1579165" y="687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D0A549-A096-4BF7-902D-20DDD3CE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103" y="405767"/>
            <a:ext cx="2359231" cy="578679"/>
          </a:xfrm>
          <a:custGeom xmlns:a="http://schemas.openxmlformats.org/drawingml/2006/main">
            <a:pathLst>
              <a:path w="2359231" h="578679">
                <a:moveTo>
                  <a:pt x="330674" y="0"/>
                </a:moveTo>
                <a:lnTo>
                  <a:pt x="2359231" y="0"/>
                </a:lnTo>
                <a:lnTo>
                  <a:pt x="1263955" y="578679"/>
                </a:lnTo>
                <a:lnTo>
                  <a:pt x="0" y="578679"/>
                </a:lnTo>
                <a:lnTo>
                  <a:pt x="330674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29a37d1024aa8"/>
          <a:stretch xmlns:a="http://schemas.openxmlformats.org/drawingml/2006/main"/>
        </p:blipFill>
        <p:spPr>
          <a:xfrm xmlns:a="http://schemas.openxmlformats.org/drawingml/2006/main">
            <a:off x="5986927" y="405767"/>
            <a:ext cx="2357582" cy="578679"/>
          </a:xfrm>
          <a:prstGeom xmlns:a="http://schemas.openxmlformats.org/drawingml/2006/main" prst="rect">
            <a:avLst/>
          </a:prstGeom>
        </p:spPr>
      </p:pic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1FC6D8-D6C0-45ED-9674-47D74468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617" y="736441"/>
            <a:ext cx="1589778" cy="254365"/>
          </a:xfrm>
          <a:custGeom xmlns:a="http://schemas.openxmlformats.org/drawingml/2006/main">
            <a:pathLst>
              <a:path w="1589778" h="254365">
                <a:moveTo>
                  <a:pt x="0" y="19077"/>
                </a:moveTo>
                <a:cubicBezTo>
                  <a:pt x="0" y="8541"/>
                  <a:pt x="8541" y="0"/>
                  <a:pt x="19077" y="0"/>
                </a:cubicBezTo>
                <a:lnTo>
                  <a:pt x="1570701" y="0"/>
                </a:lnTo>
                <a:cubicBezTo>
                  <a:pt x="1581237" y="0"/>
                  <a:pt x="1589778" y="8541"/>
                  <a:pt x="1589778" y="19077"/>
                </a:cubicBezTo>
                <a:lnTo>
                  <a:pt x="1589778" y="235287"/>
                </a:lnTo>
                <a:cubicBezTo>
                  <a:pt x="1589778" y="245823"/>
                  <a:pt x="1581237" y="254365"/>
                  <a:pt x="1570701" y="254365"/>
                </a:cubicBezTo>
                <a:lnTo>
                  <a:pt x="19077" y="254365"/>
                </a:lnTo>
                <a:cubicBezTo>
                  <a:pt x="8541" y="254365"/>
                  <a:pt x="0" y="245823"/>
                  <a:pt x="0" y="235287"/>
                </a:cubicBezTo>
                <a:lnTo>
                  <a:pt x="0" y="1907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DFD68C-A659-42EC-BE5D-BA96F083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257" y="730082"/>
            <a:ext cx="1602496" cy="267083"/>
          </a:xfrm>
          <a:custGeom xmlns:a="http://schemas.openxmlformats.org/drawingml/2006/main">
            <a:pathLst>
              <a:path w="1602496" h="267083">
                <a:moveTo>
                  <a:pt x="25436" y="254365"/>
                </a:moveTo>
                <a:cubicBezTo>
                  <a:pt x="18412" y="254365"/>
                  <a:pt x="12718" y="248670"/>
                  <a:pt x="12718" y="241646"/>
                </a:cubicBezTo>
                <a:lnTo>
                  <a:pt x="0" y="241646"/>
                </a:lnTo>
                <a:cubicBezTo>
                  <a:pt x="0" y="255694"/>
                  <a:pt x="11388" y="267083"/>
                  <a:pt x="25436" y="267083"/>
                </a:cubicBezTo>
                <a:lnTo>
                  <a:pt x="25436" y="254365"/>
                </a:lnTo>
                <a:close/>
                <a:moveTo>
                  <a:pt x="12718" y="241646"/>
                </a:moveTo>
                <a:lnTo>
                  <a:pt x="12718" y="214620"/>
                </a:lnTo>
                <a:lnTo>
                  <a:pt x="0" y="214620"/>
                </a:lnTo>
                <a:lnTo>
                  <a:pt x="0" y="241646"/>
                </a:lnTo>
                <a:lnTo>
                  <a:pt x="12718" y="241646"/>
                </a:lnTo>
                <a:close/>
                <a:moveTo>
                  <a:pt x="12718" y="160568"/>
                </a:moveTo>
                <a:lnTo>
                  <a:pt x="12718" y="106515"/>
                </a:lnTo>
                <a:lnTo>
                  <a:pt x="0" y="106515"/>
                </a:lnTo>
                <a:lnTo>
                  <a:pt x="0" y="160568"/>
                </a:lnTo>
                <a:lnTo>
                  <a:pt x="12718" y="160568"/>
                </a:lnTo>
                <a:close/>
                <a:moveTo>
                  <a:pt x="12718" y="52463"/>
                </a:moveTo>
                <a:lnTo>
                  <a:pt x="12718" y="25436"/>
                </a:lnTo>
                <a:lnTo>
                  <a:pt x="0" y="25436"/>
                </a:lnTo>
                <a:lnTo>
                  <a:pt x="0" y="52463"/>
                </a:lnTo>
                <a:lnTo>
                  <a:pt x="12718" y="52463"/>
                </a:lnTo>
                <a:close/>
                <a:moveTo>
                  <a:pt x="12718" y="25436"/>
                </a:moveTo>
                <a:cubicBezTo>
                  <a:pt x="12718" y="18412"/>
                  <a:pt x="18412" y="12718"/>
                  <a:pt x="25436" y="12718"/>
                </a:cubicBezTo>
                <a:lnTo>
                  <a:pt x="25436" y="0"/>
                </a:lnTo>
                <a:cubicBezTo>
                  <a:pt x="11388" y="0"/>
                  <a:pt x="0" y="11388"/>
                  <a:pt x="0" y="25436"/>
                </a:cubicBezTo>
                <a:lnTo>
                  <a:pt x="12718" y="25436"/>
                </a:lnTo>
                <a:close/>
                <a:moveTo>
                  <a:pt x="25436" y="12718"/>
                </a:moveTo>
                <a:lnTo>
                  <a:pt x="51297" y="12718"/>
                </a:lnTo>
                <a:lnTo>
                  <a:pt x="51297" y="0"/>
                </a:lnTo>
                <a:lnTo>
                  <a:pt x="25436" y="0"/>
                </a:lnTo>
                <a:lnTo>
                  <a:pt x="25436" y="12718"/>
                </a:lnTo>
                <a:close/>
                <a:moveTo>
                  <a:pt x="103018" y="12718"/>
                </a:moveTo>
                <a:lnTo>
                  <a:pt x="154738" y="12718"/>
                </a:lnTo>
                <a:lnTo>
                  <a:pt x="154738" y="0"/>
                </a:lnTo>
                <a:lnTo>
                  <a:pt x="103018" y="0"/>
                </a:lnTo>
                <a:lnTo>
                  <a:pt x="103018" y="12718"/>
                </a:lnTo>
                <a:close/>
                <a:moveTo>
                  <a:pt x="206459" y="12718"/>
                </a:moveTo>
                <a:lnTo>
                  <a:pt x="258180" y="12718"/>
                </a:lnTo>
                <a:lnTo>
                  <a:pt x="258180" y="0"/>
                </a:lnTo>
                <a:lnTo>
                  <a:pt x="206459" y="0"/>
                </a:lnTo>
                <a:lnTo>
                  <a:pt x="206459" y="12718"/>
                </a:lnTo>
                <a:close/>
                <a:moveTo>
                  <a:pt x="309901" y="12718"/>
                </a:moveTo>
                <a:lnTo>
                  <a:pt x="361621" y="12718"/>
                </a:lnTo>
                <a:lnTo>
                  <a:pt x="361621" y="0"/>
                </a:lnTo>
                <a:lnTo>
                  <a:pt x="309901" y="0"/>
                </a:lnTo>
                <a:lnTo>
                  <a:pt x="309901" y="12718"/>
                </a:lnTo>
                <a:close/>
                <a:moveTo>
                  <a:pt x="413342" y="12718"/>
                </a:moveTo>
                <a:lnTo>
                  <a:pt x="465063" y="12718"/>
                </a:lnTo>
                <a:lnTo>
                  <a:pt x="465063" y="0"/>
                </a:lnTo>
                <a:lnTo>
                  <a:pt x="413342" y="0"/>
                </a:lnTo>
                <a:lnTo>
                  <a:pt x="413342" y="12718"/>
                </a:lnTo>
                <a:close/>
                <a:moveTo>
                  <a:pt x="516784" y="12718"/>
                </a:moveTo>
                <a:lnTo>
                  <a:pt x="568505" y="12718"/>
                </a:lnTo>
                <a:lnTo>
                  <a:pt x="568505" y="0"/>
                </a:lnTo>
                <a:lnTo>
                  <a:pt x="516784" y="0"/>
                </a:lnTo>
                <a:lnTo>
                  <a:pt x="516784" y="12718"/>
                </a:lnTo>
                <a:close/>
                <a:moveTo>
                  <a:pt x="620225" y="12718"/>
                </a:moveTo>
                <a:lnTo>
                  <a:pt x="671946" y="12718"/>
                </a:lnTo>
                <a:lnTo>
                  <a:pt x="671946" y="0"/>
                </a:lnTo>
                <a:lnTo>
                  <a:pt x="620225" y="0"/>
                </a:lnTo>
                <a:lnTo>
                  <a:pt x="620225" y="12718"/>
                </a:lnTo>
                <a:close/>
                <a:moveTo>
                  <a:pt x="723667" y="12718"/>
                </a:moveTo>
                <a:lnTo>
                  <a:pt x="775388" y="12718"/>
                </a:lnTo>
                <a:lnTo>
                  <a:pt x="775388" y="0"/>
                </a:lnTo>
                <a:lnTo>
                  <a:pt x="723667" y="0"/>
                </a:lnTo>
                <a:lnTo>
                  <a:pt x="723667" y="12718"/>
                </a:lnTo>
                <a:close/>
                <a:moveTo>
                  <a:pt x="827108" y="12718"/>
                </a:moveTo>
                <a:lnTo>
                  <a:pt x="878829" y="12718"/>
                </a:lnTo>
                <a:lnTo>
                  <a:pt x="878829" y="0"/>
                </a:lnTo>
                <a:lnTo>
                  <a:pt x="827108" y="0"/>
                </a:lnTo>
                <a:lnTo>
                  <a:pt x="827108" y="12718"/>
                </a:lnTo>
                <a:close/>
                <a:moveTo>
                  <a:pt x="930550" y="12718"/>
                </a:moveTo>
                <a:lnTo>
                  <a:pt x="982271" y="12718"/>
                </a:lnTo>
                <a:lnTo>
                  <a:pt x="982271" y="0"/>
                </a:lnTo>
                <a:lnTo>
                  <a:pt x="930550" y="0"/>
                </a:lnTo>
                <a:lnTo>
                  <a:pt x="930550" y="12718"/>
                </a:lnTo>
                <a:close/>
                <a:moveTo>
                  <a:pt x="1033992" y="12718"/>
                </a:moveTo>
                <a:lnTo>
                  <a:pt x="1085712" y="12718"/>
                </a:lnTo>
                <a:lnTo>
                  <a:pt x="1085712" y="0"/>
                </a:lnTo>
                <a:lnTo>
                  <a:pt x="1033992" y="0"/>
                </a:lnTo>
                <a:lnTo>
                  <a:pt x="1033992" y="12718"/>
                </a:lnTo>
                <a:close/>
                <a:moveTo>
                  <a:pt x="1137433" y="12718"/>
                </a:moveTo>
                <a:lnTo>
                  <a:pt x="1189154" y="12718"/>
                </a:lnTo>
                <a:lnTo>
                  <a:pt x="1189154" y="0"/>
                </a:lnTo>
                <a:lnTo>
                  <a:pt x="1137433" y="0"/>
                </a:lnTo>
                <a:lnTo>
                  <a:pt x="1137433" y="12718"/>
                </a:lnTo>
                <a:close/>
                <a:moveTo>
                  <a:pt x="1240875" y="12718"/>
                </a:moveTo>
                <a:lnTo>
                  <a:pt x="1292595" y="12718"/>
                </a:lnTo>
                <a:lnTo>
                  <a:pt x="1292595" y="0"/>
                </a:lnTo>
                <a:lnTo>
                  <a:pt x="1240875" y="0"/>
                </a:lnTo>
                <a:lnTo>
                  <a:pt x="1240875" y="12718"/>
                </a:lnTo>
                <a:close/>
                <a:moveTo>
                  <a:pt x="1344316" y="12718"/>
                </a:moveTo>
                <a:lnTo>
                  <a:pt x="1396037" y="12718"/>
                </a:lnTo>
                <a:lnTo>
                  <a:pt x="1396037" y="0"/>
                </a:lnTo>
                <a:lnTo>
                  <a:pt x="1344316" y="0"/>
                </a:lnTo>
                <a:lnTo>
                  <a:pt x="1344316" y="12718"/>
                </a:lnTo>
                <a:close/>
                <a:moveTo>
                  <a:pt x="1447758" y="12718"/>
                </a:moveTo>
                <a:lnTo>
                  <a:pt x="1499478" y="12718"/>
                </a:lnTo>
                <a:lnTo>
                  <a:pt x="1499478" y="0"/>
                </a:lnTo>
                <a:lnTo>
                  <a:pt x="1447758" y="0"/>
                </a:lnTo>
                <a:lnTo>
                  <a:pt x="1447758" y="12718"/>
                </a:lnTo>
                <a:close/>
                <a:moveTo>
                  <a:pt x="1551199" y="12718"/>
                </a:moveTo>
                <a:lnTo>
                  <a:pt x="1577060" y="12718"/>
                </a:lnTo>
                <a:lnTo>
                  <a:pt x="1577060" y="0"/>
                </a:lnTo>
                <a:lnTo>
                  <a:pt x="1551199" y="0"/>
                </a:lnTo>
                <a:lnTo>
                  <a:pt x="1551199" y="12718"/>
                </a:lnTo>
                <a:close/>
                <a:moveTo>
                  <a:pt x="1577060" y="12718"/>
                </a:moveTo>
                <a:cubicBezTo>
                  <a:pt x="1584084" y="12718"/>
                  <a:pt x="1589778" y="18412"/>
                  <a:pt x="1589778" y="25436"/>
                </a:cubicBezTo>
                <a:lnTo>
                  <a:pt x="1602496" y="25436"/>
                </a:lnTo>
                <a:cubicBezTo>
                  <a:pt x="1602496" y="11388"/>
                  <a:pt x="1591108" y="0"/>
                  <a:pt x="1577060" y="0"/>
                </a:cubicBezTo>
                <a:lnTo>
                  <a:pt x="1577060" y="12718"/>
                </a:lnTo>
                <a:close/>
                <a:moveTo>
                  <a:pt x="1589778" y="25436"/>
                </a:moveTo>
                <a:lnTo>
                  <a:pt x="1589778" y="52463"/>
                </a:lnTo>
                <a:lnTo>
                  <a:pt x="1602496" y="52463"/>
                </a:lnTo>
                <a:lnTo>
                  <a:pt x="1602496" y="25436"/>
                </a:lnTo>
                <a:lnTo>
                  <a:pt x="1589778" y="25436"/>
                </a:lnTo>
                <a:close/>
                <a:moveTo>
                  <a:pt x="1589778" y="106515"/>
                </a:moveTo>
                <a:lnTo>
                  <a:pt x="1589778" y="160568"/>
                </a:lnTo>
                <a:lnTo>
                  <a:pt x="1602496" y="160568"/>
                </a:lnTo>
                <a:lnTo>
                  <a:pt x="1602496" y="106515"/>
                </a:lnTo>
                <a:lnTo>
                  <a:pt x="1589778" y="106515"/>
                </a:lnTo>
                <a:close/>
                <a:moveTo>
                  <a:pt x="1589778" y="214620"/>
                </a:moveTo>
                <a:lnTo>
                  <a:pt x="1589778" y="241646"/>
                </a:lnTo>
                <a:lnTo>
                  <a:pt x="1602496" y="241646"/>
                </a:lnTo>
                <a:lnTo>
                  <a:pt x="1602496" y="214620"/>
                </a:lnTo>
                <a:lnTo>
                  <a:pt x="1589778" y="214620"/>
                </a:lnTo>
                <a:close/>
                <a:moveTo>
                  <a:pt x="1589778" y="241646"/>
                </a:moveTo>
                <a:cubicBezTo>
                  <a:pt x="1589778" y="248670"/>
                  <a:pt x="1584084" y="254365"/>
                  <a:pt x="1577060" y="254365"/>
                </a:cubicBezTo>
                <a:lnTo>
                  <a:pt x="1577060" y="267083"/>
                </a:lnTo>
                <a:cubicBezTo>
                  <a:pt x="1591108" y="267083"/>
                  <a:pt x="1602496" y="255694"/>
                  <a:pt x="1602496" y="241646"/>
                </a:cubicBezTo>
                <a:lnTo>
                  <a:pt x="1589778" y="241646"/>
                </a:lnTo>
                <a:close/>
                <a:moveTo>
                  <a:pt x="1577060" y="254365"/>
                </a:moveTo>
                <a:lnTo>
                  <a:pt x="1551200" y="254365"/>
                </a:lnTo>
                <a:lnTo>
                  <a:pt x="1551200" y="267083"/>
                </a:lnTo>
                <a:lnTo>
                  <a:pt x="1577060" y="267083"/>
                </a:lnTo>
                <a:lnTo>
                  <a:pt x="1577060" y="254365"/>
                </a:lnTo>
                <a:close/>
                <a:moveTo>
                  <a:pt x="1499479" y="254365"/>
                </a:moveTo>
                <a:lnTo>
                  <a:pt x="1447758" y="254365"/>
                </a:lnTo>
                <a:lnTo>
                  <a:pt x="1447758" y="267083"/>
                </a:lnTo>
                <a:lnTo>
                  <a:pt x="1499479" y="267083"/>
                </a:lnTo>
                <a:lnTo>
                  <a:pt x="1499479" y="254365"/>
                </a:lnTo>
                <a:close/>
                <a:moveTo>
                  <a:pt x="1396037" y="254365"/>
                </a:moveTo>
                <a:lnTo>
                  <a:pt x="1344317" y="254365"/>
                </a:lnTo>
                <a:lnTo>
                  <a:pt x="1344317" y="267083"/>
                </a:lnTo>
                <a:lnTo>
                  <a:pt x="1396037" y="267083"/>
                </a:lnTo>
                <a:lnTo>
                  <a:pt x="1396037" y="254365"/>
                </a:lnTo>
                <a:close/>
                <a:moveTo>
                  <a:pt x="1292596" y="254365"/>
                </a:moveTo>
                <a:lnTo>
                  <a:pt x="1240875" y="254365"/>
                </a:lnTo>
                <a:lnTo>
                  <a:pt x="1240875" y="267083"/>
                </a:lnTo>
                <a:lnTo>
                  <a:pt x="1292596" y="267083"/>
                </a:lnTo>
                <a:lnTo>
                  <a:pt x="1292596" y="254365"/>
                </a:lnTo>
                <a:close/>
                <a:moveTo>
                  <a:pt x="1189154" y="254365"/>
                </a:moveTo>
                <a:lnTo>
                  <a:pt x="1137433" y="254365"/>
                </a:lnTo>
                <a:lnTo>
                  <a:pt x="1137433" y="267083"/>
                </a:lnTo>
                <a:lnTo>
                  <a:pt x="1189154" y="267083"/>
                </a:lnTo>
                <a:lnTo>
                  <a:pt x="1189154" y="254365"/>
                </a:lnTo>
                <a:close/>
                <a:moveTo>
                  <a:pt x="1085713" y="254365"/>
                </a:moveTo>
                <a:lnTo>
                  <a:pt x="1033992" y="254365"/>
                </a:lnTo>
                <a:lnTo>
                  <a:pt x="1033992" y="267083"/>
                </a:lnTo>
                <a:lnTo>
                  <a:pt x="1085713" y="267083"/>
                </a:lnTo>
                <a:lnTo>
                  <a:pt x="1085713" y="254365"/>
                </a:lnTo>
                <a:close/>
                <a:moveTo>
                  <a:pt x="982271" y="254365"/>
                </a:moveTo>
                <a:lnTo>
                  <a:pt x="930550" y="254365"/>
                </a:lnTo>
                <a:lnTo>
                  <a:pt x="930550" y="267083"/>
                </a:lnTo>
                <a:lnTo>
                  <a:pt x="982271" y="267083"/>
                </a:lnTo>
                <a:lnTo>
                  <a:pt x="982271" y="254365"/>
                </a:lnTo>
                <a:close/>
                <a:moveTo>
                  <a:pt x="878830" y="254365"/>
                </a:moveTo>
                <a:lnTo>
                  <a:pt x="827109" y="254365"/>
                </a:lnTo>
                <a:lnTo>
                  <a:pt x="827109" y="267083"/>
                </a:lnTo>
                <a:lnTo>
                  <a:pt x="878830" y="267083"/>
                </a:lnTo>
                <a:lnTo>
                  <a:pt x="878830" y="254365"/>
                </a:lnTo>
                <a:close/>
                <a:moveTo>
                  <a:pt x="775388" y="254365"/>
                </a:moveTo>
                <a:lnTo>
                  <a:pt x="723667" y="254365"/>
                </a:lnTo>
                <a:lnTo>
                  <a:pt x="723667" y="267083"/>
                </a:lnTo>
                <a:lnTo>
                  <a:pt x="775388" y="267083"/>
                </a:lnTo>
                <a:lnTo>
                  <a:pt x="775388" y="254365"/>
                </a:lnTo>
                <a:close/>
                <a:moveTo>
                  <a:pt x="671946" y="254365"/>
                </a:moveTo>
                <a:lnTo>
                  <a:pt x="620226" y="254365"/>
                </a:lnTo>
                <a:lnTo>
                  <a:pt x="620226" y="267083"/>
                </a:lnTo>
                <a:lnTo>
                  <a:pt x="671946" y="267083"/>
                </a:lnTo>
                <a:lnTo>
                  <a:pt x="671946" y="254365"/>
                </a:lnTo>
                <a:close/>
                <a:moveTo>
                  <a:pt x="568505" y="254365"/>
                </a:moveTo>
                <a:lnTo>
                  <a:pt x="516784" y="254365"/>
                </a:lnTo>
                <a:lnTo>
                  <a:pt x="516784" y="267083"/>
                </a:lnTo>
                <a:lnTo>
                  <a:pt x="568505" y="267083"/>
                </a:lnTo>
                <a:lnTo>
                  <a:pt x="568505" y="254365"/>
                </a:lnTo>
                <a:close/>
                <a:moveTo>
                  <a:pt x="465063" y="254365"/>
                </a:moveTo>
                <a:lnTo>
                  <a:pt x="413343" y="254365"/>
                </a:lnTo>
                <a:lnTo>
                  <a:pt x="413343" y="267083"/>
                </a:lnTo>
                <a:lnTo>
                  <a:pt x="465063" y="267083"/>
                </a:lnTo>
                <a:lnTo>
                  <a:pt x="465063" y="254365"/>
                </a:lnTo>
                <a:close/>
                <a:moveTo>
                  <a:pt x="361622" y="254365"/>
                </a:moveTo>
                <a:lnTo>
                  <a:pt x="309901" y="254365"/>
                </a:lnTo>
                <a:lnTo>
                  <a:pt x="309901" y="267083"/>
                </a:lnTo>
                <a:lnTo>
                  <a:pt x="361622" y="267083"/>
                </a:lnTo>
                <a:lnTo>
                  <a:pt x="361622" y="254365"/>
                </a:lnTo>
                <a:close/>
                <a:moveTo>
                  <a:pt x="258180" y="254365"/>
                </a:moveTo>
                <a:lnTo>
                  <a:pt x="206460" y="254365"/>
                </a:lnTo>
                <a:lnTo>
                  <a:pt x="206460" y="267083"/>
                </a:lnTo>
                <a:lnTo>
                  <a:pt x="258180" y="267083"/>
                </a:lnTo>
                <a:lnTo>
                  <a:pt x="258180" y="254365"/>
                </a:lnTo>
                <a:close/>
                <a:moveTo>
                  <a:pt x="154739" y="254365"/>
                </a:moveTo>
                <a:lnTo>
                  <a:pt x="103018" y="254365"/>
                </a:lnTo>
                <a:lnTo>
                  <a:pt x="103018" y="267083"/>
                </a:lnTo>
                <a:lnTo>
                  <a:pt x="154739" y="267083"/>
                </a:lnTo>
                <a:lnTo>
                  <a:pt x="154739" y="254365"/>
                </a:lnTo>
                <a:close/>
                <a:moveTo>
                  <a:pt x="51297" y="254365"/>
                </a:moveTo>
                <a:lnTo>
                  <a:pt x="25436" y="254365"/>
                </a:lnTo>
                <a:lnTo>
                  <a:pt x="25436" y="267083"/>
                </a:lnTo>
                <a:lnTo>
                  <a:pt x="51297" y="267083"/>
                </a:lnTo>
                <a:lnTo>
                  <a:pt x="51297" y="254365"/>
                </a:lnTo>
                <a:close/>
              </a:path>
            </a:pathLst>
          </a:custGeom>
          <a:solidFill xmlns:a="http://schemas.openxmlformats.org/drawingml/2006/main">
            <a:srgbClr val="AA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6EAA42-1361-4EC7-A250-132AB8D3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12" y="768236"/>
            <a:ext cx="1526187" cy="190773"/>
          </a:xfrm>
          <a:custGeom xmlns:a="http://schemas.openxmlformats.org/drawingml/2006/main">
            <a:pathLst>
              <a:path w="1526187" h="190773">
                <a:moveTo>
                  <a:pt x="0" y="0"/>
                </a:moveTo>
                <a:lnTo>
                  <a:pt x="1526187" y="0"/>
                </a:lnTo>
                <a:lnTo>
                  <a:pt x="1526187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64D98B-1BEF-45C5-9FDE-F24F8528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052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A7C8CF-49FC-40A0-B09A-159DDB80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514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D9C049-AEAB-4F4F-9954-246CBA36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826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618902-5B81-465F-BE3C-7C9C12A1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287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7609F7-C348-4789-AF01-A051F2AA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12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323BE7-FDAD-48D9-A577-64547BBA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873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DF34C9-4216-4DD0-82FD-33368E03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186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A8963E-933C-44D4-93B4-B61110F1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47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A8FD3E-8BC9-4A71-BF2D-1AD81454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959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682B99-AAA7-48BE-BB5B-CA3F2670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420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9354C4-4A69-4A55-8D15-CBA61A09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732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2184F6-C675-4250-A99B-111066A1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5193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597BA0-2DB9-4D74-97E9-6D191263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506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177326-8644-4FA9-BEFB-D48D5A74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967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4E4F97-52B0-4851-A885-B95F2721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6279" y="768236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68DF21-D806-4080-81E4-F71C5847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740" y="75869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0F3E52-8F4B-4882-ADF8-1E6CC528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37" y="157762"/>
            <a:ext cx="8394029" cy="254365"/>
          </a:xfrm>
          <a:custGeom xmlns:a="http://schemas.openxmlformats.org/drawingml/2006/main">
            <a:pathLst>
              <a:path w="8394029" h="254365">
                <a:moveTo>
                  <a:pt x="0" y="0"/>
                </a:moveTo>
                <a:lnTo>
                  <a:pt x="8394029" y="0"/>
                </a:lnTo>
                <a:lnTo>
                  <a:pt x="8394029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C66AF8-588B-47E0-A1E8-2272B8FC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99" y="148223"/>
            <a:ext cx="8413106" cy="273442"/>
          </a:xfrm>
          <a:custGeom xmlns:a="http://schemas.openxmlformats.org/drawingml/2006/main">
            <a:pathLst>
              <a:path w="8413106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8403568" y="273442"/>
                </a:lnTo>
                <a:lnTo>
                  <a:pt x="8413106" y="273442"/>
                </a:lnTo>
                <a:lnTo>
                  <a:pt x="8413106" y="263903"/>
                </a:lnTo>
                <a:lnTo>
                  <a:pt x="8413106" y="9539"/>
                </a:lnTo>
                <a:lnTo>
                  <a:pt x="8413106" y="0"/>
                </a:lnTo>
                <a:lnTo>
                  <a:pt x="8403568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8394029" y="19077"/>
                </a:lnTo>
                <a:lnTo>
                  <a:pt x="8394029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CAC1A4-E35C-41EF-99C6-AB7A340A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624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E23D4A-AEE9-4C2A-9FA8-FD1CE0E8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086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1D875D-4353-4F49-8942-BEC1109E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989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D73603-3D81-4F2C-93BE-01C8B280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450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22C3D2-A54B-4E1A-970B-905AD2F6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353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7AC2E9-1376-40E9-96F0-18198A55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815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4C3D63-E623-48F6-A3C0-387F8CCA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718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487C36-A078-453D-B8EC-3BBD7136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179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91FFF8-F53C-4B3A-BC57-36E3FFFC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082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4E3818-67BC-47D7-BB07-45DCA8AD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544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9C125A-890B-4BB8-B2ED-32FF75F1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47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CB604A-0B76-460D-9D88-6AF20395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908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2259BA-86CB-48FB-BF8E-3E1BFD54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37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96F4BB-0F1B-4D6B-BC7A-F0B9F6FD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99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43BEDC-C336-4A43-A7FC-494245EA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02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481082-4AE5-4C85-AFE6-69F2573F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63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C035D8-A60C-49C5-A28A-0A1232B5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66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26F807-24A4-48BF-AF77-0944C170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28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57ABED-0F5E-4F3E-AA52-205A7739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31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A313E6-1B14-44AA-AC41-D53340DB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92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6EAF9D-B968-4BBD-A73C-B4554F6B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95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DC525A-7221-4A70-969A-1B77712C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57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FB552C-DB52-46FA-9005-28F4438E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260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5C29A0-F9AD-4136-9A9F-D86AAF27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721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CBC5F5-75D5-4E45-BC36-74CF527B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811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A67E55-5AF6-4917-A5B2-1DDBA3BE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273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475F9F-380F-4EFB-8510-4E87A33D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176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A06773-005D-4236-BAB8-C6E5A22A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5637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8DDC9E-DB81-4CFE-BC4D-F4027169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540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A6BC21-A571-4928-B92B-346B71C3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002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A8DB34-0AF2-4DF9-9056-3347AE4A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3905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33D302-D413-47CE-B1AE-989754F0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4366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1702EB-F731-4678-9CFA-FEF9B13B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269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B7815-3F86-4587-9E9A-D461211C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731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D310F7-D7FC-4902-98D4-B327A2D4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634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4EC311-D5B3-4F24-BF2B-049043D6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095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CFECE6-C288-40F7-BAEE-65124832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6998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581A56-1461-4054-9942-B718EAD3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7460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6A8B34-7C65-487C-97C5-912EAAD3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363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A9FD9E-79B1-4BDA-8515-C01FA302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1824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81065-669B-406B-967F-186C7DB2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28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3A9687-EDAA-432A-A4F0-59FC3CF4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6189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C2BE23-AC23-415D-948A-79C7E9F4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0092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81CD41-2042-47BD-85EE-8645E4C3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553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310288-6D36-4C72-81A2-7FC28ED6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456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A8550B-083B-469B-9F08-8E672B3D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918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EE23F-5D0B-420F-A021-5951D7AD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8821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7DEB05-88FE-4F76-8B4C-05ABDAB6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282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83D078-E47F-433D-8ABC-13AAEA97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186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AA23A3-1411-49E3-9B60-D2772E48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47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C82EAD-1E96-4661-87F7-A35B5740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550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134EBB-5023-407D-A2FF-A3BA5AAE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011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CB992B-6353-4036-B5B3-78C4DD72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914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69ADA8-66B8-4C6C-9D1C-5301D3CC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376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EDD5B5-B788-4579-A8B3-7F9DAFC6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6279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089EF0-F080-4664-8C64-126079E6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740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119251-3D53-44F4-B80E-C602ACAA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644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DF2E16-FD5B-4A0E-A71C-AE3F69D7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105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102EFF-95A4-47D0-A5AC-65C3AA3B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008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A4848F-71A1-457C-9F68-14CB1953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469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B30FE7-32AC-43E4-8AE8-56841EF0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372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1542C8-B79A-4B59-A2C2-028DD2E8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834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CB8E08-23F0-4A9F-81F4-550DCE2C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738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9ED2F8-FD1F-4229-9E55-94888B5F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199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122F4F-58E7-45D1-B9A6-146FF1E9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8102" y="157762"/>
            <a:ext cx="254365" cy="254365"/>
          </a:xfrm>
          <a:custGeom xmlns:a="http://schemas.openxmlformats.org/drawingml/2006/main">
            <a:pathLst>
              <a:path w="254365" h="254365">
                <a:moveTo>
                  <a:pt x="0" y="0"/>
                </a:moveTo>
                <a:lnTo>
                  <a:pt x="254365" y="0"/>
                </a:lnTo>
                <a:lnTo>
                  <a:pt x="254365" y="254365"/>
                </a:lnTo>
                <a:lnTo>
                  <a:pt x="0" y="254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9BDC00-CB59-40CC-A218-AA779324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8563" y="148223"/>
            <a:ext cx="273442" cy="273442"/>
          </a:xfrm>
          <a:custGeom xmlns:a="http://schemas.openxmlformats.org/drawingml/2006/main">
            <a:pathLst>
              <a:path w="273442" h="273442">
                <a:moveTo>
                  <a:pt x="0" y="263903"/>
                </a:moveTo>
                <a:lnTo>
                  <a:pt x="0" y="273442"/>
                </a:lnTo>
                <a:lnTo>
                  <a:pt x="9539" y="273442"/>
                </a:lnTo>
                <a:lnTo>
                  <a:pt x="263903" y="273442"/>
                </a:lnTo>
                <a:lnTo>
                  <a:pt x="273442" y="273442"/>
                </a:lnTo>
                <a:lnTo>
                  <a:pt x="273442" y="263903"/>
                </a:lnTo>
                <a:lnTo>
                  <a:pt x="273442" y="9539"/>
                </a:lnTo>
                <a:lnTo>
                  <a:pt x="273442" y="0"/>
                </a:lnTo>
                <a:lnTo>
                  <a:pt x="263903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63903"/>
                </a:lnTo>
                <a:close/>
                <a:moveTo>
                  <a:pt x="19077" y="19077"/>
                </a:moveTo>
                <a:lnTo>
                  <a:pt x="254365" y="19077"/>
                </a:lnTo>
                <a:lnTo>
                  <a:pt x="254365" y="254365"/>
                </a:lnTo>
                <a:lnTo>
                  <a:pt x="19077" y="254365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56DD41-0991-4CA4-8F3F-281AED5D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444" y="3311881"/>
            <a:ext cx="5373450" cy="317956"/>
          </a:xfrm>
          <a:custGeom xmlns:a="http://schemas.openxmlformats.org/drawingml/2006/main">
            <a:pathLst>
              <a:path w="5373450" h="317956">
                <a:moveTo>
                  <a:pt x="0" y="19077"/>
                </a:moveTo>
                <a:cubicBezTo>
                  <a:pt x="0" y="8541"/>
                  <a:pt x="8541" y="0"/>
                  <a:pt x="19077" y="0"/>
                </a:cubicBezTo>
                <a:lnTo>
                  <a:pt x="5354373" y="0"/>
                </a:lnTo>
                <a:cubicBezTo>
                  <a:pt x="5364909" y="0"/>
                  <a:pt x="5373450" y="8541"/>
                  <a:pt x="5373450" y="19077"/>
                </a:cubicBezTo>
                <a:lnTo>
                  <a:pt x="5373450" y="298878"/>
                </a:lnTo>
                <a:cubicBezTo>
                  <a:pt x="5373450" y="309414"/>
                  <a:pt x="5364909" y="317956"/>
                  <a:pt x="5354373" y="317956"/>
                </a:cubicBezTo>
                <a:lnTo>
                  <a:pt x="19077" y="317956"/>
                </a:lnTo>
                <a:cubicBezTo>
                  <a:pt x="8541" y="317956"/>
                  <a:pt x="0" y="309414"/>
                  <a:pt x="0" y="298878"/>
                </a:cubicBezTo>
                <a:lnTo>
                  <a:pt x="0" y="1907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5C3839-E2DC-4D0F-9D94-4967852E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264" y="3308702"/>
            <a:ext cx="5379809" cy="324315"/>
          </a:xfrm>
          <a:custGeom xmlns:a="http://schemas.openxmlformats.org/drawingml/2006/main">
            <a:pathLst>
              <a:path w="5379809" h="324315">
                <a:moveTo>
                  <a:pt x="22257" y="317956"/>
                </a:moveTo>
                <a:cubicBezTo>
                  <a:pt x="13477" y="317956"/>
                  <a:pt x="6359" y="310838"/>
                  <a:pt x="6359" y="302058"/>
                </a:cubicBezTo>
                <a:lnTo>
                  <a:pt x="0" y="302058"/>
                </a:lnTo>
                <a:cubicBezTo>
                  <a:pt x="0" y="314350"/>
                  <a:pt x="9965" y="324315"/>
                  <a:pt x="22257" y="324315"/>
                </a:cubicBezTo>
                <a:lnTo>
                  <a:pt x="22257" y="317956"/>
                </a:lnTo>
                <a:close/>
                <a:moveTo>
                  <a:pt x="6359" y="302058"/>
                </a:moveTo>
                <a:lnTo>
                  <a:pt x="6359" y="278741"/>
                </a:lnTo>
                <a:lnTo>
                  <a:pt x="0" y="278741"/>
                </a:lnTo>
                <a:lnTo>
                  <a:pt x="0" y="302058"/>
                </a:lnTo>
                <a:lnTo>
                  <a:pt x="6359" y="302058"/>
                </a:lnTo>
                <a:close/>
                <a:moveTo>
                  <a:pt x="6359" y="232108"/>
                </a:moveTo>
                <a:lnTo>
                  <a:pt x="6359" y="185474"/>
                </a:lnTo>
                <a:lnTo>
                  <a:pt x="0" y="185474"/>
                </a:lnTo>
                <a:lnTo>
                  <a:pt x="0" y="232108"/>
                </a:lnTo>
                <a:lnTo>
                  <a:pt x="6359" y="232108"/>
                </a:lnTo>
                <a:close/>
                <a:moveTo>
                  <a:pt x="6359" y="138841"/>
                </a:moveTo>
                <a:lnTo>
                  <a:pt x="6359" y="92207"/>
                </a:lnTo>
                <a:lnTo>
                  <a:pt x="0" y="92207"/>
                </a:lnTo>
                <a:lnTo>
                  <a:pt x="0" y="138841"/>
                </a:lnTo>
                <a:lnTo>
                  <a:pt x="6359" y="138841"/>
                </a:lnTo>
                <a:close/>
                <a:moveTo>
                  <a:pt x="6359" y="45574"/>
                </a:moveTo>
                <a:lnTo>
                  <a:pt x="6359" y="22257"/>
                </a:lnTo>
                <a:lnTo>
                  <a:pt x="0" y="22257"/>
                </a:lnTo>
                <a:lnTo>
                  <a:pt x="0" y="45574"/>
                </a:lnTo>
                <a:lnTo>
                  <a:pt x="6359" y="45574"/>
                </a:lnTo>
                <a:close/>
                <a:moveTo>
                  <a:pt x="6359" y="22257"/>
                </a:moveTo>
                <a:cubicBezTo>
                  <a:pt x="6359" y="13477"/>
                  <a:pt x="13477" y="6359"/>
                  <a:pt x="22257" y="6359"/>
                </a:cubicBezTo>
                <a:lnTo>
                  <a:pt x="22257" y="0"/>
                </a:lnTo>
                <a:cubicBezTo>
                  <a:pt x="9965" y="0"/>
                  <a:pt x="0" y="9965"/>
                  <a:pt x="0" y="22257"/>
                </a:cubicBezTo>
                <a:lnTo>
                  <a:pt x="6359" y="22257"/>
                </a:lnTo>
                <a:close/>
                <a:moveTo>
                  <a:pt x="22257" y="6359"/>
                </a:moveTo>
                <a:lnTo>
                  <a:pt x="47907" y="6359"/>
                </a:lnTo>
                <a:lnTo>
                  <a:pt x="47907" y="0"/>
                </a:lnTo>
                <a:lnTo>
                  <a:pt x="22257" y="0"/>
                </a:lnTo>
                <a:lnTo>
                  <a:pt x="22257" y="6359"/>
                </a:lnTo>
                <a:close/>
                <a:moveTo>
                  <a:pt x="99208" y="6359"/>
                </a:moveTo>
                <a:lnTo>
                  <a:pt x="150509" y="6359"/>
                </a:lnTo>
                <a:lnTo>
                  <a:pt x="150509" y="0"/>
                </a:lnTo>
                <a:lnTo>
                  <a:pt x="99208" y="0"/>
                </a:lnTo>
                <a:lnTo>
                  <a:pt x="99208" y="6359"/>
                </a:lnTo>
                <a:close/>
                <a:moveTo>
                  <a:pt x="201810" y="6359"/>
                </a:moveTo>
                <a:lnTo>
                  <a:pt x="253111" y="6359"/>
                </a:lnTo>
                <a:lnTo>
                  <a:pt x="253111" y="0"/>
                </a:lnTo>
                <a:lnTo>
                  <a:pt x="201810" y="0"/>
                </a:lnTo>
                <a:lnTo>
                  <a:pt x="201810" y="6359"/>
                </a:lnTo>
                <a:close/>
                <a:moveTo>
                  <a:pt x="304412" y="6359"/>
                </a:moveTo>
                <a:lnTo>
                  <a:pt x="355713" y="6359"/>
                </a:lnTo>
                <a:lnTo>
                  <a:pt x="355713" y="0"/>
                </a:lnTo>
                <a:lnTo>
                  <a:pt x="304412" y="0"/>
                </a:lnTo>
                <a:lnTo>
                  <a:pt x="304412" y="6359"/>
                </a:lnTo>
                <a:close/>
                <a:moveTo>
                  <a:pt x="407014" y="6359"/>
                </a:moveTo>
                <a:lnTo>
                  <a:pt x="458315" y="6359"/>
                </a:lnTo>
                <a:lnTo>
                  <a:pt x="458315" y="0"/>
                </a:lnTo>
                <a:lnTo>
                  <a:pt x="407014" y="0"/>
                </a:lnTo>
                <a:lnTo>
                  <a:pt x="407014" y="6359"/>
                </a:lnTo>
                <a:close/>
                <a:moveTo>
                  <a:pt x="509616" y="6359"/>
                </a:moveTo>
                <a:lnTo>
                  <a:pt x="560917" y="6359"/>
                </a:lnTo>
                <a:lnTo>
                  <a:pt x="560917" y="0"/>
                </a:lnTo>
                <a:lnTo>
                  <a:pt x="509616" y="0"/>
                </a:lnTo>
                <a:lnTo>
                  <a:pt x="509616" y="6359"/>
                </a:lnTo>
                <a:close/>
                <a:moveTo>
                  <a:pt x="612217" y="6359"/>
                </a:moveTo>
                <a:lnTo>
                  <a:pt x="663518" y="6359"/>
                </a:lnTo>
                <a:lnTo>
                  <a:pt x="663518" y="0"/>
                </a:lnTo>
                <a:lnTo>
                  <a:pt x="612217" y="0"/>
                </a:lnTo>
                <a:lnTo>
                  <a:pt x="612217" y="6359"/>
                </a:lnTo>
                <a:close/>
                <a:moveTo>
                  <a:pt x="714819" y="6359"/>
                </a:moveTo>
                <a:lnTo>
                  <a:pt x="766120" y="6359"/>
                </a:lnTo>
                <a:lnTo>
                  <a:pt x="766120" y="0"/>
                </a:lnTo>
                <a:lnTo>
                  <a:pt x="714819" y="0"/>
                </a:lnTo>
                <a:lnTo>
                  <a:pt x="714819" y="6359"/>
                </a:lnTo>
                <a:close/>
                <a:moveTo>
                  <a:pt x="817421" y="6359"/>
                </a:moveTo>
                <a:lnTo>
                  <a:pt x="868722" y="6359"/>
                </a:lnTo>
                <a:lnTo>
                  <a:pt x="868722" y="0"/>
                </a:lnTo>
                <a:lnTo>
                  <a:pt x="817421" y="0"/>
                </a:lnTo>
                <a:lnTo>
                  <a:pt x="817421" y="6359"/>
                </a:lnTo>
                <a:close/>
                <a:moveTo>
                  <a:pt x="920023" y="6359"/>
                </a:moveTo>
                <a:lnTo>
                  <a:pt x="971324" y="6359"/>
                </a:lnTo>
                <a:lnTo>
                  <a:pt x="971324" y="0"/>
                </a:lnTo>
                <a:lnTo>
                  <a:pt x="920023" y="0"/>
                </a:lnTo>
                <a:lnTo>
                  <a:pt x="920023" y="6359"/>
                </a:lnTo>
                <a:close/>
                <a:moveTo>
                  <a:pt x="1022625" y="6359"/>
                </a:moveTo>
                <a:lnTo>
                  <a:pt x="1073926" y="6359"/>
                </a:lnTo>
                <a:lnTo>
                  <a:pt x="1073926" y="0"/>
                </a:lnTo>
                <a:lnTo>
                  <a:pt x="1022625" y="0"/>
                </a:lnTo>
                <a:lnTo>
                  <a:pt x="1022625" y="6359"/>
                </a:lnTo>
                <a:close/>
                <a:moveTo>
                  <a:pt x="1125227" y="6359"/>
                </a:moveTo>
                <a:lnTo>
                  <a:pt x="1176527" y="6359"/>
                </a:lnTo>
                <a:lnTo>
                  <a:pt x="1176527" y="0"/>
                </a:lnTo>
                <a:lnTo>
                  <a:pt x="1125227" y="0"/>
                </a:lnTo>
                <a:lnTo>
                  <a:pt x="1125227" y="6359"/>
                </a:lnTo>
                <a:close/>
                <a:moveTo>
                  <a:pt x="1227828" y="6359"/>
                </a:moveTo>
                <a:lnTo>
                  <a:pt x="1279129" y="6359"/>
                </a:lnTo>
                <a:lnTo>
                  <a:pt x="1279129" y="0"/>
                </a:lnTo>
                <a:lnTo>
                  <a:pt x="1227828" y="0"/>
                </a:lnTo>
                <a:lnTo>
                  <a:pt x="1227828" y="6359"/>
                </a:lnTo>
                <a:close/>
                <a:moveTo>
                  <a:pt x="1330430" y="6359"/>
                </a:moveTo>
                <a:lnTo>
                  <a:pt x="1381731" y="6359"/>
                </a:lnTo>
                <a:lnTo>
                  <a:pt x="1381731" y="0"/>
                </a:lnTo>
                <a:lnTo>
                  <a:pt x="1330430" y="0"/>
                </a:lnTo>
                <a:lnTo>
                  <a:pt x="1330430" y="6359"/>
                </a:lnTo>
                <a:close/>
                <a:moveTo>
                  <a:pt x="1433032" y="6359"/>
                </a:moveTo>
                <a:lnTo>
                  <a:pt x="1484333" y="6359"/>
                </a:lnTo>
                <a:lnTo>
                  <a:pt x="1484333" y="0"/>
                </a:lnTo>
                <a:lnTo>
                  <a:pt x="1433032" y="0"/>
                </a:lnTo>
                <a:lnTo>
                  <a:pt x="1433032" y="6359"/>
                </a:lnTo>
                <a:close/>
                <a:moveTo>
                  <a:pt x="1535634" y="6359"/>
                </a:moveTo>
                <a:lnTo>
                  <a:pt x="1586935" y="6359"/>
                </a:lnTo>
                <a:lnTo>
                  <a:pt x="1586935" y="0"/>
                </a:lnTo>
                <a:lnTo>
                  <a:pt x="1535634" y="0"/>
                </a:lnTo>
                <a:lnTo>
                  <a:pt x="1535634" y="6359"/>
                </a:lnTo>
                <a:close/>
                <a:moveTo>
                  <a:pt x="1638236" y="6359"/>
                </a:moveTo>
                <a:lnTo>
                  <a:pt x="1689537" y="6359"/>
                </a:lnTo>
                <a:lnTo>
                  <a:pt x="1689537" y="0"/>
                </a:lnTo>
                <a:lnTo>
                  <a:pt x="1638236" y="0"/>
                </a:lnTo>
                <a:lnTo>
                  <a:pt x="1638236" y="6359"/>
                </a:lnTo>
                <a:close/>
                <a:moveTo>
                  <a:pt x="1740838" y="6359"/>
                </a:moveTo>
                <a:lnTo>
                  <a:pt x="1792139" y="6359"/>
                </a:lnTo>
                <a:lnTo>
                  <a:pt x="1792139" y="0"/>
                </a:lnTo>
                <a:lnTo>
                  <a:pt x="1740838" y="0"/>
                </a:lnTo>
                <a:lnTo>
                  <a:pt x="1740838" y="6359"/>
                </a:lnTo>
                <a:close/>
                <a:moveTo>
                  <a:pt x="1843440" y="6359"/>
                </a:moveTo>
                <a:lnTo>
                  <a:pt x="1894741" y="6359"/>
                </a:lnTo>
                <a:lnTo>
                  <a:pt x="1894741" y="0"/>
                </a:lnTo>
                <a:lnTo>
                  <a:pt x="1843440" y="0"/>
                </a:lnTo>
                <a:lnTo>
                  <a:pt x="1843440" y="6359"/>
                </a:lnTo>
                <a:close/>
                <a:moveTo>
                  <a:pt x="1946042" y="6359"/>
                </a:moveTo>
                <a:lnTo>
                  <a:pt x="1997343" y="6359"/>
                </a:lnTo>
                <a:lnTo>
                  <a:pt x="1997343" y="0"/>
                </a:lnTo>
                <a:lnTo>
                  <a:pt x="1946042" y="0"/>
                </a:lnTo>
                <a:lnTo>
                  <a:pt x="1946042" y="6359"/>
                </a:lnTo>
                <a:close/>
                <a:moveTo>
                  <a:pt x="2048644" y="6359"/>
                </a:moveTo>
                <a:lnTo>
                  <a:pt x="2099945" y="6359"/>
                </a:lnTo>
                <a:lnTo>
                  <a:pt x="2099945" y="0"/>
                </a:lnTo>
                <a:lnTo>
                  <a:pt x="2048644" y="0"/>
                </a:lnTo>
                <a:lnTo>
                  <a:pt x="2048644" y="6359"/>
                </a:lnTo>
                <a:close/>
                <a:moveTo>
                  <a:pt x="2151246" y="6359"/>
                </a:moveTo>
                <a:lnTo>
                  <a:pt x="2202547" y="6359"/>
                </a:lnTo>
                <a:lnTo>
                  <a:pt x="2202547" y="0"/>
                </a:lnTo>
                <a:lnTo>
                  <a:pt x="2151246" y="0"/>
                </a:lnTo>
                <a:lnTo>
                  <a:pt x="2151246" y="6359"/>
                </a:lnTo>
                <a:close/>
                <a:moveTo>
                  <a:pt x="2253848" y="6359"/>
                </a:moveTo>
                <a:lnTo>
                  <a:pt x="2305149" y="6359"/>
                </a:lnTo>
                <a:lnTo>
                  <a:pt x="2305149" y="0"/>
                </a:lnTo>
                <a:lnTo>
                  <a:pt x="2253848" y="0"/>
                </a:lnTo>
                <a:lnTo>
                  <a:pt x="2253848" y="6359"/>
                </a:lnTo>
                <a:close/>
                <a:moveTo>
                  <a:pt x="2356450" y="6359"/>
                </a:moveTo>
                <a:lnTo>
                  <a:pt x="2407751" y="6359"/>
                </a:lnTo>
                <a:lnTo>
                  <a:pt x="2407751" y="0"/>
                </a:lnTo>
                <a:lnTo>
                  <a:pt x="2356450" y="0"/>
                </a:lnTo>
                <a:lnTo>
                  <a:pt x="2356450" y="6359"/>
                </a:lnTo>
                <a:close/>
                <a:moveTo>
                  <a:pt x="2459052" y="6359"/>
                </a:moveTo>
                <a:lnTo>
                  <a:pt x="2510353" y="6359"/>
                </a:lnTo>
                <a:lnTo>
                  <a:pt x="2510353" y="0"/>
                </a:lnTo>
                <a:lnTo>
                  <a:pt x="2459052" y="0"/>
                </a:lnTo>
                <a:lnTo>
                  <a:pt x="2459052" y="6359"/>
                </a:lnTo>
                <a:close/>
                <a:moveTo>
                  <a:pt x="2561654" y="6359"/>
                </a:moveTo>
                <a:lnTo>
                  <a:pt x="2612955" y="6359"/>
                </a:lnTo>
                <a:lnTo>
                  <a:pt x="2612955" y="0"/>
                </a:lnTo>
                <a:lnTo>
                  <a:pt x="2561654" y="0"/>
                </a:lnTo>
                <a:lnTo>
                  <a:pt x="2561654" y="6359"/>
                </a:lnTo>
                <a:close/>
                <a:moveTo>
                  <a:pt x="2664256" y="6359"/>
                </a:moveTo>
                <a:lnTo>
                  <a:pt x="2715557" y="6359"/>
                </a:lnTo>
                <a:lnTo>
                  <a:pt x="2715557" y="0"/>
                </a:lnTo>
                <a:lnTo>
                  <a:pt x="2664256" y="0"/>
                </a:lnTo>
                <a:lnTo>
                  <a:pt x="2664256" y="6359"/>
                </a:lnTo>
                <a:close/>
                <a:moveTo>
                  <a:pt x="2766858" y="6359"/>
                </a:moveTo>
                <a:lnTo>
                  <a:pt x="2818159" y="6359"/>
                </a:lnTo>
                <a:lnTo>
                  <a:pt x="2818159" y="0"/>
                </a:lnTo>
                <a:lnTo>
                  <a:pt x="2766858" y="0"/>
                </a:lnTo>
                <a:lnTo>
                  <a:pt x="2766858" y="6359"/>
                </a:lnTo>
                <a:close/>
                <a:moveTo>
                  <a:pt x="2869460" y="6359"/>
                </a:moveTo>
                <a:lnTo>
                  <a:pt x="2920761" y="6359"/>
                </a:lnTo>
                <a:lnTo>
                  <a:pt x="2920761" y="0"/>
                </a:lnTo>
                <a:lnTo>
                  <a:pt x="2869460" y="0"/>
                </a:lnTo>
                <a:lnTo>
                  <a:pt x="2869460" y="6359"/>
                </a:lnTo>
                <a:close/>
                <a:moveTo>
                  <a:pt x="2972062" y="6359"/>
                </a:moveTo>
                <a:lnTo>
                  <a:pt x="3023363" y="6359"/>
                </a:lnTo>
                <a:lnTo>
                  <a:pt x="3023363" y="0"/>
                </a:lnTo>
                <a:lnTo>
                  <a:pt x="2972062" y="0"/>
                </a:lnTo>
                <a:lnTo>
                  <a:pt x="2972062" y="6359"/>
                </a:lnTo>
                <a:close/>
                <a:moveTo>
                  <a:pt x="3074664" y="6359"/>
                </a:moveTo>
                <a:lnTo>
                  <a:pt x="3125965" y="6359"/>
                </a:lnTo>
                <a:lnTo>
                  <a:pt x="3125965" y="0"/>
                </a:lnTo>
                <a:lnTo>
                  <a:pt x="3074664" y="0"/>
                </a:lnTo>
                <a:lnTo>
                  <a:pt x="3074664" y="6359"/>
                </a:lnTo>
                <a:close/>
                <a:moveTo>
                  <a:pt x="3177266" y="6359"/>
                </a:moveTo>
                <a:lnTo>
                  <a:pt x="3228567" y="6359"/>
                </a:lnTo>
                <a:lnTo>
                  <a:pt x="3228567" y="0"/>
                </a:lnTo>
                <a:lnTo>
                  <a:pt x="3177266" y="0"/>
                </a:lnTo>
                <a:lnTo>
                  <a:pt x="3177266" y="6359"/>
                </a:lnTo>
                <a:close/>
                <a:moveTo>
                  <a:pt x="3279868" y="6359"/>
                </a:moveTo>
                <a:lnTo>
                  <a:pt x="3331169" y="6359"/>
                </a:lnTo>
                <a:lnTo>
                  <a:pt x="3331169" y="0"/>
                </a:lnTo>
                <a:lnTo>
                  <a:pt x="3279868" y="0"/>
                </a:lnTo>
                <a:lnTo>
                  <a:pt x="3279868" y="6359"/>
                </a:lnTo>
                <a:close/>
                <a:moveTo>
                  <a:pt x="3382470" y="6359"/>
                </a:moveTo>
                <a:lnTo>
                  <a:pt x="3433771" y="6359"/>
                </a:lnTo>
                <a:lnTo>
                  <a:pt x="3433771" y="0"/>
                </a:lnTo>
                <a:lnTo>
                  <a:pt x="3382470" y="0"/>
                </a:lnTo>
                <a:lnTo>
                  <a:pt x="3382470" y="6359"/>
                </a:lnTo>
                <a:close/>
                <a:moveTo>
                  <a:pt x="3485072" y="6359"/>
                </a:moveTo>
                <a:lnTo>
                  <a:pt x="3536373" y="6359"/>
                </a:lnTo>
                <a:lnTo>
                  <a:pt x="3536373" y="0"/>
                </a:lnTo>
                <a:lnTo>
                  <a:pt x="3485072" y="0"/>
                </a:lnTo>
                <a:lnTo>
                  <a:pt x="3485072" y="6359"/>
                </a:lnTo>
                <a:close/>
                <a:moveTo>
                  <a:pt x="3587674" y="6359"/>
                </a:moveTo>
                <a:lnTo>
                  <a:pt x="3638975" y="6359"/>
                </a:lnTo>
                <a:lnTo>
                  <a:pt x="3638975" y="0"/>
                </a:lnTo>
                <a:lnTo>
                  <a:pt x="3587674" y="0"/>
                </a:lnTo>
                <a:lnTo>
                  <a:pt x="3587674" y="6359"/>
                </a:lnTo>
                <a:close/>
                <a:moveTo>
                  <a:pt x="3690276" y="6359"/>
                </a:moveTo>
                <a:lnTo>
                  <a:pt x="3741577" y="6359"/>
                </a:lnTo>
                <a:lnTo>
                  <a:pt x="3741577" y="0"/>
                </a:lnTo>
                <a:lnTo>
                  <a:pt x="3690276" y="0"/>
                </a:lnTo>
                <a:lnTo>
                  <a:pt x="3690276" y="6359"/>
                </a:lnTo>
                <a:close/>
                <a:moveTo>
                  <a:pt x="3792878" y="6359"/>
                </a:moveTo>
                <a:lnTo>
                  <a:pt x="3844179" y="6359"/>
                </a:lnTo>
                <a:lnTo>
                  <a:pt x="3844179" y="0"/>
                </a:lnTo>
                <a:lnTo>
                  <a:pt x="3792878" y="0"/>
                </a:lnTo>
                <a:lnTo>
                  <a:pt x="3792878" y="6359"/>
                </a:lnTo>
                <a:close/>
                <a:moveTo>
                  <a:pt x="3895480" y="6359"/>
                </a:moveTo>
                <a:lnTo>
                  <a:pt x="3946781" y="6359"/>
                </a:lnTo>
                <a:lnTo>
                  <a:pt x="3946781" y="0"/>
                </a:lnTo>
                <a:lnTo>
                  <a:pt x="3895480" y="0"/>
                </a:lnTo>
                <a:lnTo>
                  <a:pt x="3895480" y="6359"/>
                </a:lnTo>
                <a:close/>
                <a:moveTo>
                  <a:pt x="3998082" y="6359"/>
                </a:moveTo>
                <a:lnTo>
                  <a:pt x="4049383" y="6359"/>
                </a:lnTo>
                <a:lnTo>
                  <a:pt x="4049383" y="0"/>
                </a:lnTo>
                <a:lnTo>
                  <a:pt x="3998082" y="0"/>
                </a:lnTo>
                <a:lnTo>
                  <a:pt x="3998082" y="6359"/>
                </a:lnTo>
                <a:close/>
                <a:moveTo>
                  <a:pt x="4100684" y="6359"/>
                </a:moveTo>
                <a:lnTo>
                  <a:pt x="4151985" y="6359"/>
                </a:lnTo>
                <a:lnTo>
                  <a:pt x="4151985" y="0"/>
                </a:lnTo>
                <a:lnTo>
                  <a:pt x="4100684" y="0"/>
                </a:lnTo>
                <a:lnTo>
                  <a:pt x="4100684" y="6359"/>
                </a:lnTo>
                <a:close/>
                <a:moveTo>
                  <a:pt x="4203286" y="6359"/>
                </a:moveTo>
                <a:lnTo>
                  <a:pt x="4254587" y="6359"/>
                </a:lnTo>
                <a:lnTo>
                  <a:pt x="4254587" y="0"/>
                </a:lnTo>
                <a:lnTo>
                  <a:pt x="4203286" y="0"/>
                </a:lnTo>
                <a:lnTo>
                  <a:pt x="4203286" y="6359"/>
                </a:lnTo>
                <a:close/>
                <a:moveTo>
                  <a:pt x="4305888" y="6359"/>
                </a:moveTo>
                <a:lnTo>
                  <a:pt x="4357189" y="6359"/>
                </a:lnTo>
                <a:lnTo>
                  <a:pt x="4357189" y="0"/>
                </a:lnTo>
                <a:lnTo>
                  <a:pt x="4305888" y="0"/>
                </a:lnTo>
                <a:lnTo>
                  <a:pt x="4305888" y="6359"/>
                </a:lnTo>
                <a:close/>
                <a:moveTo>
                  <a:pt x="4408490" y="6359"/>
                </a:moveTo>
                <a:lnTo>
                  <a:pt x="4459791" y="6359"/>
                </a:lnTo>
                <a:lnTo>
                  <a:pt x="4459791" y="0"/>
                </a:lnTo>
                <a:lnTo>
                  <a:pt x="4408490" y="0"/>
                </a:lnTo>
                <a:lnTo>
                  <a:pt x="4408490" y="6359"/>
                </a:lnTo>
                <a:close/>
                <a:moveTo>
                  <a:pt x="4511092" y="6359"/>
                </a:moveTo>
                <a:lnTo>
                  <a:pt x="4562393" y="6359"/>
                </a:lnTo>
                <a:lnTo>
                  <a:pt x="4562393" y="0"/>
                </a:lnTo>
                <a:lnTo>
                  <a:pt x="4511092" y="0"/>
                </a:lnTo>
                <a:lnTo>
                  <a:pt x="4511092" y="6359"/>
                </a:lnTo>
                <a:close/>
                <a:moveTo>
                  <a:pt x="4613694" y="6359"/>
                </a:moveTo>
                <a:lnTo>
                  <a:pt x="4664995" y="6359"/>
                </a:lnTo>
                <a:lnTo>
                  <a:pt x="4664995" y="0"/>
                </a:lnTo>
                <a:lnTo>
                  <a:pt x="4613694" y="0"/>
                </a:lnTo>
                <a:lnTo>
                  <a:pt x="4613694" y="6359"/>
                </a:lnTo>
                <a:close/>
                <a:moveTo>
                  <a:pt x="4716296" y="6359"/>
                </a:moveTo>
                <a:lnTo>
                  <a:pt x="4767597" y="6359"/>
                </a:lnTo>
                <a:lnTo>
                  <a:pt x="4767597" y="0"/>
                </a:lnTo>
                <a:lnTo>
                  <a:pt x="4716296" y="0"/>
                </a:lnTo>
                <a:lnTo>
                  <a:pt x="4716296" y="6359"/>
                </a:lnTo>
                <a:close/>
                <a:moveTo>
                  <a:pt x="4818898" y="6359"/>
                </a:moveTo>
                <a:lnTo>
                  <a:pt x="4870199" y="6359"/>
                </a:lnTo>
                <a:lnTo>
                  <a:pt x="4870199" y="0"/>
                </a:lnTo>
                <a:lnTo>
                  <a:pt x="4818898" y="0"/>
                </a:lnTo>
                <a:lnTo>
                  <a:pt x="4818898" y="6359"/>
                </a:lnTo>
                <a:close/>
                <a:moveTo>
                  <a:pt x="4921500" y="6359"/>
                </a:moveTo>
                <a:lnTo>
                  <a:pt x="4972801" y="6359"/>
                </a:lnTo>
                <a:lnTo>
                  <a:pt x="4972801" y="0"/>
                </a:lnTo>
                <a:lnTo>
                  <a:pt x="4921500" y="0"/>
                </a:lnTo>
                <a:lnTo>
                  <a:pt x="4921500" y="6359"/>
                </a:lnTo>
                <a:close/>
                <a:moveTo>
                  <a:pt x="5024102" y="6359"/>
                </a:moveTo>
                <a:lnTo>
                  <a:pt x="5075403" y="6359"/>
                </a:lnTo>
                <a:lnTo>
                  <a:pt x="5075403" y="0"/>
                </a:lnTo>
                <a:lnTo>
                  <a:pt x="5024102" y="0"/>
                </a:lnTo>
                <a:lnTo>
                  <a:pt x="5024102" y="6359"/>
                </a:lnTo>
                <a:close/>
                <a:moveTo>
                  <a:pt x="5126704" y="6359"/>
                </a:moveTo>
                <a:lnTo>
                  <a:pt x="5178005" y="6359"/>
                </a:lnTo>
                <a:lnTo>
                  <a:pt x="5178005" y="0"/>
                </a:lnTo>
                <a:lnTo>
                  <a:pt x="5126704" y="0"/>
                </a:lnTo>
                <a:lnTo>
                  <a:pt x="5126704" y="6359"/>
                </a:lnTo>
                <a:close/>
                <a:moveTo>
                  <a:pt x="5229306" y="6359"/>
                </a:moveTo>
                <a:lnTo>
                  <a:pt x="5280607" y="6359"/>
                </a:lnTo>
                <a:lnTo>
                  <a:pt x="5280607" y="0"/>
                </a:lnTo>
                <a:lnTo>
                  <a:pt x="5229306" y="0"/>
                </a:lnTo>
                <a:lnTo>
                  <a:pt x="5229306" y="6359"/>
                </a:lnTo>
                <a:close/>
                <a:moveTo>
                  <a:pt x="5331908" y="6359"/>
                </a:moveTo>
                <a:lnTo>
                  <a:pt x="5357553" y="6359"/>
                </a:lnTo>
                <a:lnTo>
                  <a:pt x="5357553" y="0"/>
                </a:lnTo>
                <a:lnTo>
                  <a:pt x="5331908" y="0"/>
                </a:lnTo>
                <a:lnTo>
                  <a:pt x="5331908" y="6359"/>
                </a:lnTo>
                <a:close/>
                <a:moveTo>
                  <a:pt x="5357553" y="6359"/>
                </a:moveTo>
                <a:cubicBezTo>
                  <a:pt x="5366333" y="6359"/>
                  <a:pt x="5373450" y="13477"/>
                  <a:pt x="5373450" y="22257"/>
                </a:cubicBezTo>
                <a:lnTo>
                  <a:pt x="5379809" y="22257"/>
                </a:lnTo>
                <a:cubicBezTo>
                  <a:pt x="5379809" y="9965"/>
                  <a:pt x="5369845" y="0"/>
                  <a:pt x="5357553" y="0"/>
                </a:cubicBezTo>
                <a:lnTo>
                  <a:pt x="5357553" y="6359"/>
                </a:lnTo>
                <a:close/>
                <a:moveTo>
                  <a:pt x="5373450" y="22257"/>
                </a:moveTo>
                <a:lnTo>
                  <a:pt x="5373450" y="45574"/>
                </a:lnTo>
                <a:lnTo>
                  <a:pt x="5379809" y="45574"/>
                </a:lnTo>
                <a:lnTo>
                  <a:pt x="5379809" y="22257"/>
                </a:lnTo>
                <a:lnTo>
                  <a:pt x="5373450" y="22257"/>
                </a:lnTo>
                <a:close/>
                <a:moveTo>
                  <a:pt x="5373450" y="92207"/>
                </a:moveTo>
                <a:lnTo>
                  <a:pt x="5373450" y="138841"/>
                </a:lnTo>
                <a:lnTo>
                  <a:pt x="5379809" y="138841"/>
                </a:lnTo>
                <a:lnTo>
                  <a:pt x="5379809" y="92207"/>
                </a:lnTo>
                <a:lnTo>
                  <a:pt x="5373450" y="92207"/>
                </a:lnTo>
                <a:close/>
                <a:moveTo>
                  <a:pt x="5373450" y="185474"/>
                </a:moveTo>
                <a:lnTo>
                  <a:pt x="5373450" y="232108"/>
                </a:lnTo>
                <a:lnTo>
                  <a:pt x="5379809" y="232108"/>
                </a:lnTo>
                <a:lnTo>
                  <a:pt x="5379809" y="185474"/>
                </a:lnTo>
                <a:lnTo>
                  <a:pt x="5373450" y="185474"/>
                </a:lnTo>
                <a:close/>
                <a:moveTo>
                  <a:pt x="5373450" y="278741"/>
                </a:moveTo>
                <a:lnTo>
                  <a:pt x="5373450" y="302058"/>
                </a:lnTo>
                <a:lnTo>
                  <a:pt x="5379809" y="302058"/>
                </a:lnTo>
                <a:lnTo>
                  <a:pt x="5379809" y="278741"/>
                </a:lnTo>
                <a:lnTo>
                  <a:pt x="5373450" y="278741"/>
                </a:lnTo>
                <a:close/>
                <a:moveTo>
                  <a:pt x="5373450" y="302058"/>
                </a:moveTo>
                <a:cubicBezTo>
                  <a:pt x="5373450" y="310838"/>
                  <a:pt x="5366333" y="317956"/>
                  <a:pt x="5357553" y="317956"/>
                </a:cubicBezTo>
                <a:lnTo>
                  <a:pt x="5357553" y="324315"/>
                </a:lnTo>
                <a:cubicBezTo>
                  <a:pt x="5369845" y="324315"/>
                  <a:pt x="5379809" y="314350"/>
                  <a:pt x="5379809" y="302058"/>
                </a:cubicBezTo>
                <a:lnTo>
                  <a:pt x="5373450" y="302058"/>
                </a:lnTo>
                <a:close/>
                <a:moveTo>
                  <a:pt x="5357553" y="317956"/>
                </a:moveTo>
                <a:lnTo>
                  <a:pt x="5331902" y="317956"/>
                </a:lnTo>
                <a:lnTo>
                  <a:pt x="5331902" y="324315"/>
                </a:lnTo>
                <a:lnTo>
                  <a:pt x="5357553" y="324315"/>
                </a:lnTo>
                <a:lnTo>
                  <a:pt x="5357553" y="317956"/>
                </a:lnTo>
                <a:close/>
                <a:moveTo>
                  <a:pt x="5280601" y="317956"/>
                </a:moveTo>
                <a:lnTo>
                  <a:pt x="5229300" y="317956"/>
                </a:lnTo>
                <a:lnTo>
                  <a:pt x="5229300" y="324315"/>
                </a:lnTo>
                <a:lnTo>
                  <a:pt x="5280601" y="324315"/>
                </a:lnTo>
                <a:lnTo>
                  <a:pt x="5280601" y="317956"/>
                </a:lnTo>
                <a:close/>
                <a:moveTo>
                  <a:pt x="5177999" y="317956"/>
                </a:moveTo>
                <a:lnTo>
                  <a:pt x="5126699" y="317956"/>
                </a:lnTo>
                <a:lnTo>
                  <a:pt x="5126699" y="324315"/>
                </a:lnTo>
                <a:lnTo>
                  <a:pt x="5177999" y="324315"/>
                </a:lnTo>
                <a:lnTo>
                  <a:pt x="5177999" y="317956"/>
                </a:lnTo>
                <a:close/>
                <a:moveTo>
                  <a:pt x="5075397" y="317956"/>
                </a:moveTo>
                <a:lnTo>
                  <a:pt x="5024097" y="317956"/>
                </a:lnTo>
                <a:lnTo>
                  <a:pt x="5024097" y="324315"/>
                </a:lnTo>
                <a:lnTo>
                  <a:pt x="5075397" y="324315"/>
                </a:lnTo>
                <a:lnTo>
                  <a:pt x="5075397" y="317956"/>
                </a:lnTo>
                <a:close/>
                <a:moveTo>
                  <a:pt x="4972796" y="317956"/>
                </a:moveTo>
                <a:lnTo>
                  <a:pt x="4921495" y="317956"/>
                </a:lnTo>
                <a:lnTo>
                  <a:pt x="4921495" y="324315"/>
                </a:lnTo>
                <a:lnTo>
                  <a:pt x="4972796" y="324315"/>
                </a:lnTo>
                <a:lnTo>
                  <a:pt x="4972796" y="317956"/>
                </a:lnTo>
                <a:close/>
                <a:moveTo>
                  <a:pt x="4870194" y="317956"/>
                </a:moveTo>
                <a:lnTo>
                  <a:pt x="4818893" y="317956"/>
                </a:lnTo>
                <a:lnTo>
                  <a:pt x="4818893" y="324315"/>
                </a:lnTo>
                <a:lnTo>
                  <a:pt x="4870194" y="324315"/>
                </a:lnTo>
                <a:lnTo>
                  <a:pt x="4870194" y="317956"/>
                </a:lnTo>
                <a:close/>
                <a:moveTo>
                  <a:pt x="4767592" y="317956"/>
                </a:moveTo>
                <a:lnTo>
                  <a:pt x="4716291" y="317956"/>
                </a:lnTo>
                <a:lnTo>
                  <a:pt x="4716291" y="324315"/>
                </a:lnTo>
                <a:lnTo>
                  <a:pt x="4767592" y="324315"/>
                </a:lnTo>
                <a:lnTo>
                  <a:pt x="4767592" y="317956"/>
                </a:lnTo>
                <a:close/>
                <a:moveTo>
                  <a:pt x="4664990" y="317956"/>
                </a:moveTo>
                <a:lnTo>
                  <a:pt x="4613689" y="317956"/>
                </a:lnTo>
                <a:lnTo>
                  <a:pt x="4613689" y="324315"/>
                </a:lnTo>
                <a:lnTo>
                  <a:pt x="4664990" y="324315"/>
                </a:lnTo>
                <a:lnTo>
                  <a:pt x="4664990" y="317956"/>
                </a:lnTo>
                <a:close/>
                <a:moveTo>
                  <a:pt x="4562388" y="317956"/>
                </a:moveTo>
                <a:lnTo>
                  <a:pt x="4511088" y="317956"/>
                </a:lnTo>
                <a:lnTo>
                  <a:pt x="4511088" y="324315"/>
                </a:lnTo>
                <a:lnTo>
                  <a:pt x="4562388" y="324315"/>
                </a:lnTo>
                <a:lnTo>
                  <a:pt x="4562388" y="317956"/>
                </a:lnTo>
                <a:close/>
                <a:moveTo>
                  <a:pt x="4459787" y="317956"/>
                </a:moveTo>
                <a:lnTo>
                  <a:pt x="4408485" y="317956"/>
                </a:lnTo>
                <a:lnTo>
                  <a:pt x="4408485" y="324315"/>
                </a:lnTo>
                <a:lnTo>
                  <a:pt x="4459787" y="324315"/>
                </a:lnTo>
                <a:lnTo>
                  <a:pt x="4459787" y="317956"/>
                </a:lnTo>
                <a:close/>
                <a:moveTo>
                  <a:pt x="4357185" y="317956"/>
                </a:moveTo>
                <a:lnTo>
                  <a:pt x="4305884" y="317956"/>
                </a:lnTo>
                <a:lnTo>
                  <a:pt x="4305884" y="324315"/>
                </a:lnTo>
                <a:lnTo>
                  <a:pt x="4357185" y="324315"/>
                </a:lnTo>
                <a:lnTo>
                  <a:pt x="4357185" y="317956"/>
                </a:lnTo>
                <a:close/>
                <a:moveTo>
                  <a:pt x="4254583" y="317956"/>
                </a:moveTo>
                <a:lnTo>
                  <a:pt x="4203282" y="317956"/>
                </a:lnTo>
                <a:lnTo>
                  <a:pt x="4203282" y="324315"/>
                </a:lnTo>
                <a:lnTo>
                  <a:pt x="4254583" y="324315"/>
                </a:lnTo>
                <a:lnTo>
                  <a:pt x="4254583" y="317956"/>
                </a:lnTo>
                <a:close/>
                <a:moveTo>
                  <a:pt x="4151981" y="317956"/>
                </a:moveTo>
                <a:lnTo>
                  <a:pt x="4100680" y="317956"/>
                </a:lnTo>
                <a:lnTo>
                  <a:pt x="4100680" y="324315"/>
                </a:lnTo>
                <a:lnTo>
                  <a:pt x="4151981" y="324315"/>
                </a:lnTo>
                <a:lnTo>
                  <a:pt x="4151981" y="317956"/>
                </a:lnTo>
                <a:close/>
                <a:moveTo>
                  <a:pt x="4049379" y="317956"/>
                </a:moveTo>
                <a:lnTo>
                  <a:pt x="3998079" y="317956"/>
                </a:lnTo>
                <a:lnTo>
                  <a:pt x="3998079" y="324315"/>
                </a:lnTo>
                <a:lnTo>
                  <a:pt x="4049379" y="324315"/>
                </a:lnTo>
                <a:lnTo>
                  <a:pt x="4049379" y="317956"/>
                </a:lnTo>
                <a:close/>
                <a:moveTo>
                  <a:pt x="3946777" y="317956"/>
                </a:moveTo>
                <a:lnTo>
                  <a:pt x="3895476" y="317956"/>
                </a:lnTo>
                <a:lnTo>
                  <a:pt x="3895476" y="324315"/>
                </a:lnTo>
                <a:lnTo>
                  <a:pt x="3946777" y="324315"/>
                </a:lnTo>
                <a:lnTo>
                  <a:pt x="3946777" y="317956"/>
                </a:lnTo>
                <a:close/>
                <a:moveTo>
                  <a:pt x="3844176" y="317956"/>
                </a:moveTo>
                <a:lnTo>
                  <a:pt x="3792875" y="317956"/>
                </a:lnTo>
                <a:lnTo>
                  <a:pt x="3792875" y="324315"/>
                </a:lnTo>
                <a:lnTo>
                  <a:pt x="3844176" y="324315"/>
                </a:lnTo>
                <a:lnTo>
                  <a:pt x="3844176" y="317956"/>
                </a:lnTo>
                <a:close/>
                <a:moveTo>
                  <a:pt x="3741574" y="317956"/>
                </a:moveTo>
                <a:lnTo>
                  <a:pt x="3690273" y="317956"/>
                </a:lnTo>
                <a:lnTo>
                  <a:pt x="3690273" y="324315"/>
                </a:lnTo>
                <a:lnTo>
                  <a:pt x="3741574" y="324315"/>
                </a:lnTo>
                <a:lnTo>
                  <a:pt x="3741574" y="317956"/>
                </a:lnTo>
                <a:close/>
                <a:moveTo>
                  <a:pt x="3638972" y="317956"/>
                </a:moveTo>
                <a:lnTo>
                  <a:pt x="3587671" y="317956"/>
                </a:lnTo>
                <a:lnTo>
                  <a:pt x="3587671" y="324315"/>
                </a:lnTo>
                <a:lnTo>
                  <a:pt x="3638972" y="324315"/>
                </a:lnTo>
                <a:lnTo>
                  <a:pt x="3638972" y="317956"/>
                </a:lnTo>
                <a:close/>
                <a:moveTo>
                  <a:pt x="3536370" y="317956"/>
                </a:moveTo>
                <a:lnTo>
                  <a:pt x="3485069" y="317956"/>
                </a:lnTo>
                <a:lnTo>
                  <a:pt x="3485069" y="324315"/>
                </a:lnTo>
                <a:lnTo>
                  <a:pt x="3536370" y="324315"/>
                </a:lnTo>
                <a:lnTo>
                  <a:pt x="3536370" y="317956"/>
                </a:lnTo>
                <a:close/>
                <a:moveTo>
                  <a:pt x="3433768" y="317956"/>
                </a:moveTo>
                <a:lnTo>
                  <a:pt x="3382467" y="317956"/>
                </a:lnTo>
                <a:lnTo>
                  <a:pt x="3382467" y="324315"/>
                </a:lnTo>
                <a:lnTo>
                  <a:pt x="3433768" y="324315"/>
                </a:lnTo>
                <a:lnTo>
                  <a:pt x="3433768" y="317956"/>
                </a:lnTo>
                <a:close/>
                <a:moveTo>
                  <a:pt x="3331166" y="317956"/>
                </a:moveTo>
                <a:lnTo>
                  <a:pt x="3279865" y="317956"/>
                </a:lnTo>
                <a:lnTo>
                  <a:pt x="3279865" y="324315"/>
                </a:lnTo>
                <a:lnTo>
                  <a:pt x="3331166" y="324315"/>
                </a:lnTo>
                <a:lnTo>
                  <a:pt x="3331166" y="317956"/>
                </a:lnTo>
                <a:close/>
                <a:moveTo>
                  <a:pt x="3228564" y="317956"/>
                </a:moveTo>
                <a:lnTo>
                  <a:pt x="3177263" y="317956"/>
                </a:lnTo>
                <a:lnTo>
                  <a:pt x="3177263" y="324315"/>
                </a:lnTo>
                <a:lnTo>
                  <a:pt x="3228564" y="324315"/>
                </a:lnTo>
                <a:lnTo>
                  <a:pt x="3228564" y="317956"/>
                </a:lnTo>
                <a:close/>
                <a:moveTo>
                  <a:pt x="3125962" y="317956"/>
                </a:moveTo>
                <a:lnTo>
                  <a:pt x="3074661" y="317956"/>
                </a:lnTo>
                <a:lnTo>
                  <a:pt x="3074661" y="324315"/>
                </a:lnTo>
                <a:lnTo>
                  <a:pt x="3125962" y="324315"/>
                </a:lnTo>
                <a:lnTo>
                  <a:pt x="3125962" y="317956"/>
                </a:lnTo>
                <a:close/>
                <a:moveTo>
                  <a:pt x="3023360" y="317956"/>
                </a:moveTo>
                <a:lnTo>
                  <a:pt x="2972059" y="317956"/>
                </a:lnTo>
                <a:lnTo>
                  <a:pt x="2972059" y="324315"/>
                </a:lnTo>
                <a:lnTo>
                  <a:pt x="3023360" y="324315"/>
                </a:lnTo>
                <a:lnTo>
                  <a:pt x="3023360" y="317956"/>
                </a:lnTo>
                <a:close/>
                <a:moveTo>
                  <a:pt x="2920758" y="317956"/>
                </a:moveTo>
                <a:lnTo>
                  <a:pt x="2869457" y="317956"/>
                </a:lnTo>
                <a:lnTo>
                  <a:pt x="2869457" y="324315"/>
                </a:lnTo>
                <a:lnTo>
                  <a:pt x="2920758" y="324315"/>
                </a:lnTo>
                <a:lnTo>
                  <a:pt x="2920758" y="317956"/>
                </a:lnTo>
                <a:close/>
                <a:moveTo>
                  <a:pt x="2818156" y="317956"/>
                </a:moveTo>
                <a:lnTo>
                  <a:pt x="2766855" y="317956"/>
                </a:lnTo>
                <a:lnTo>
                  <a:pt x="2766855" y="324315"/>
                </a:lnTo>
                <a:lnTo>
                  <a:pt x="2818156" y="324315"/>
                </a:lnTo>
                <a:lnTo>
                  <a:pt x="2818156" y="317956"/>
                </a:lnTo>
                <a:close/>
                <a:moveTo>
                  <a:pt x="2715554" y="317956"/>
                </a:moveTo>
                <a:lnTo>
                  <a:pt x="2664252" y="317956"/>
                </a:lnTo>
                <a:lnTo>
                  <a:pt x="2664252" y="324315"/>
                </a:lnTo>
                <a:lnTo>
                  <a:pt x="2715554" y="324315"/>
                </a:lnTo>
                <a:lnTo>
                  <a:pt x="2715554" y="317956"/>
                </a:lnTo>
                <a:close/>
                <a:moveTo>
                  <a:pt x="2612952" y="317956"/>
                </a:moveTo>
                <a:lnTo>
                  <a:pt x="2561651" y="317956"/>
                </a:lnTo>
                <a:lnTo>
                  <a:pt x="2561651" y="324315"/>
                </a:lnTo>
                <a:lnTo>
                  <a:pt x="2612952" y="324315"/>
                </a:lnTo>
                <a:lnTo>
                  <a:pt x="2612952" y="317956"/>
                </a:lnTo>
                <a:close/>
                <a:moveTo>
                  <a:pt x="2510349" y="317956"/>
                </a:moveTo>
                <a:lnTo>
                  <a:pt x="2459049" y="317956"/>
                </a:lnTo>
                <a:lnTo>
                  <a:pt x="2459049" y="324315"/>
                </a:lnTo>
                <a:lnTo>
                  <a:pt x="2510349" y="324315"/>
                </a:lnTo>
                <a:lnTo>
                  <a:pt x="2510349" y="317956"/>
                </a:lnTo>
                <a:close/>
                <a:moveTo>
                  <a:pt x="2407748" y="317956"/>
                </a:moveTo>
                <a:lnTo>
                  <a:pt x="2356446" y="317956"/>
                </a:lnTo>
                <a:lnTo>
                  <a:pt x="2356446" y="324315"/>
                </a:lnTo>
                <a:lnTo>
                  <a:pt x="2407748" y="324315"/>
                </a:lnTo>
                <a:lnTo>
                  <a:pt x="2407748" y="317956"/>
                </a:lnTo>
                <a:close/>
                <a:moveTo>
                  <a:pt x="2305146" y="317956"/>
                </a:moveTo>
                <a:lnTo>
                  <a:pt x="2253845" y="317956"/>
                </a:lnTo>
                <a:lnTo>
                  <a:pt x="2253845" y="324315"/>
                </a:lnTo>
                <a:lnTo>
                  <a:pt x="2305146" y="324315"/>
                </a:lnTo>
                <a:lnTo>
                  <a:pt x="2305146" y="317956"/>
                </a:lnTo>
                <a:close/>
                <a:moveTo>
                  <a:pt x="2202543" y="317956"/>
                </a:moveTo>
                <a:lnTo>
                  <a:pt x="2151243" y="317956"/>
                </a:lnTo>
                <a:lnTo>
                  <a:pt x="2151243" y="324315"/>
                </a:lnTo>
                <a:lnTo>
                  <a:pt x="2202543" y="324315"/>
                </a:lnTo>
                <a:lnTo>
                  <a:pt x="2202543" y="317956"/>
                </a:lnTo>
                <a:close/>
                <a:moveTo>
                  <a:pt x="2099942" y="317956"/>
                </a:moveTo>
                <a:lnTo>
                  <a:pt x="2048641" y="317956"/>
                </a:lnTo>
                <a:lnTo>
                  <a:pt x="2048641" y="324315"/>
                </a:lnTo>
                <a:lnTo>
                  <a:pt x="2099942" y="324315"/>
                </a:lnTo>
                <a:lnTo>
                  <a:pt x="2099942" y="317956"/>
                </a:lnTo>
                <a:close/>
                <a:moveTo>
                  <a:pt x="1997340" y="317956"/>
                </a:moveTo>
                <a:lnTo>
                  <a:pt x="1946039" y="317956"/>
                </a:lnTo>
                <a:lnTo>
                  <a:pt x="1946039" y="324315"/>
                </a:lnTo>
                <a:lnTo>
                  <a:pt x="1997340" y="324315"/>
                </a:lnTo>
                <a:lnTo>
                  <a:pt x="1997340" y="317956"/>
                </a:lnTo>
                <a:close/>
                <a:moveTo>
                  <a:pt x="1894738" y="317956"/>
                </a:moveTo>
                <a:lnTo>
                  <a:pt x="1843437" y="317956"/>
                </a:lnTo>
                <a:lnTo>
                  <a:pt x="1843437" y="324315"/>
                </a:lnTo>
                <a:lnTo>
                  <a:pt x="1894738" y="324315"/>
                </a:lnTo>
                <a:lnTo>
                  <a:pt x="1894738" y="317956"/>
                </a:lnTo>
                <a:close/>
                <a:moveTo>
                  <a:pt x="1792136" y="317956"/>
                </a:moveTo>
                <a:lnTo>
                  <a:pt x="1740835" y="317956"/>
                </a:lnTo>
                <a:lnTo>
                  <a:pt x="1740835" y="324315"/>
                </a:lnTo>
                <a:lnTo>
                  <a:pt x="1792136" y="324315"/>
                </a:lnTo>
                <a:lnTo>
                  <a:pt x="1792136" y="317956"/>
                </a:lnTo>
                <a:close/>
                <a:moveTo>
                  <a:pt x="1689534" y="317956"/>
                </a:moveTo>
                <a:lnTo>
                  <a:pt x="1638233" y="317956"/>
                </a:lnTo>
                <a:lnTo>
                  <a:pt x="1638233" y="324315"/>
                </a:lnTo>
                <a:lnTo>
                  <a:pt x="1689534" y="324315"/>
                </a:lnTo>
                <a:lnTo>
                  <a:pt x="1689534" y="317956"/>
                </a:lnTo>
                <a:close/>
                <a:moveTo>
                  <a:pt x="1586932" y="317956"/>
                </a:moveTo>
                <a:lnTo>
                  <a:pt x="1535631" y="317956"/>
                </a:lnTo>
                <a:lnTo>
                  <a:pt x="1535631" y="324315"/>
                </a:lnTo>
                <a:lnTo>
                  <a:pt x="1586932" y="324315"/>
                </a:lnTo>
                <a:lnTo>
                  <a:pt x="1586932" y="317956"/>
                </a:lnTo>
                <a:close/>
                <a:moveTo>
                  <a:pt x="1484330" y="317956"/>
                </a:moveTo>
                <a:lnTo>
                  <a:pt x="1433029" y="317956"/>
                </a:lnTo>
                <a:lnTo>
                  <a:pt x="1433029" y="324315"/>
                </a:lnTo>
                <a:lnTo>
                  <a:pt x="1484330" y="324315"/>
                </a:lnTo>
                <a:lnTo>
                  <a:pt x="1484330" y="317956"/>
                </a:lnTo>
                <a:close/>
                <a:moveTo>
                  <a:pt x="1381728" y="317956"/>
                </a:moveTo>
                <a:lnTo>
                  <a:pt x="1330427" y="317956"/>
                </a:lnTo>
                <a:lnTo>
                  <a:pt x="1330427" y="324315"/>
                </a:lnTo>
                <a:lnTo>
                  <a:pt x="1381728" y="324315"/>
                </a:lnTo>
                <a:lnTo>
                  <a:pt x="1381728" y="317956"/>
                </a:lnTo>
                <a:close/>
                <a:moveTo>
                  <a:pt x="1279126" y="317956"/>
                </a:moveTo>
                <a:lnTo>
                  <a:pt x="1227824" y="317956"/>
                </a:lnTo>
                <a:lnTo>
                  <a:pt x="1227824" y="324315"/>
                </a:lnTo>
                <a:lnTo>
                  <a:pt x="1279126" y="324315"/>
                </a:lnTo>
                <a:lnTo>
                  <a:pt x="1279126" y="317956"/>
                </a:lnTo>
                <a:close/>
                <a:moveTo>
                  <a:pt x="1176524" y="317956"/>
                </a:moveTo>
                <a:lnTo>
                  <a:pt x="1125223" y="317956"/>
                </a:lnTo>
                <a:lnTo>
                  <a:pt x="1125223" y="324315"/>
                </a:lnTo>
                <a:lnTo>
                  <a:pt x="1176524" y="324315"/>
                </a:lnTo>
                <a:lnTo>
                  <a:pt x="1176524" y="317956"/>
                </a:lnTo>
                <a:close/>
                <a:moveTo>
                  <a:pt x="1073921" y="317956"/>
                </a:moveTo>
                <a:lnTo>
                  <a:pt x="1022621" y="317956"/>
                </a:lnTo>
                <a:lnTo>
                  <a:pt x="1022621" y="324315"/>
                </a:lnTo>
                <a:lnTo>
                  <a:pt x="1073921" y="324315"/>
                </a:lnTo>
                <a:lnTo>
                  <a:pt x="1073921" y="317956"/>
                </a:lnTo>
                <a:close/>
                <a:moveTo>
                  <a:pt x="971320" y="317956"/>
                </a:moveTo>
                <a:lnTo>
                  <a:pt x="920018" y="317956"/>
                </a:lnTo>
                <a:lnTo>
                  <a:pt x="920018" y="324315"/>
                </a:lnTo>
                <a:lnTo>
                  <a:pt x="971320" y="324315"/>
                </a:lnTo>
                <a:lnTo>
                  <a:pt x="971320" y="317956"/>
                </a:lnTo>
                <a:close/>
                <a:moveTo>
                  <a:pt x="868718" y="317956"/>
                </a:moveTo>
                <a:lnTo>
                  <a:pt x="817417" y="317956"/>
                </a:lnTo>
                <a:lnTo>
                  <a:pt x="817417" y="324315"/>
                </a:lnTo>
                <a:lnTo>
                  <a:pt x="868718" y="324315"/>
                </a:lnTo>
                <a:lnTo>
                  <a:pt x="868718" y="317956"/>
                </a:lnTo>
                <a:close/>
                <a:moveTo>
                  <a:pt x="766115" y="317956"/>
                </a:moveTo>
                <a:lnTo>
                  <a:pt x="714815" y="317956"/>
                </a:lnTo>
                <a:lnTo>
                  <a:pt x="714815" y="324315"/>
                </a:lnTo>
                <a:lnTo>
                  <a:pt x="766115" y="324315"/>
                </a:lnTo>
                <a:lnTo>
                  <a:pt x="766115" y="317956"/>
                </a:lnTo>
                <a:close/>
                <a:moveTo>
                  <a:pt x="663514" y="317956"/>
                </a:moveTo>
                <a:lnTo>
                  <a:pt x="612212" y="317956"/>
                </a:lnTo>
                <a:lnTo>
                  <a:pt x="612212" y="324315"/>
                </a:lnTo>
                <a:lnTo>
                  <a:pt x="663514" y="324315"/>
                </a:lnTo>
                <a:lnTo>
                  <a:pt x="663514" y="317956"/>
                </a:lnTo>
                <a:close/>
                <a:moveTo>
                  <a:pt x="560912" y="317956"/>
                </a:moveTo>
                <a:lnTo>
                  <a:pt x="509610" y="317956"/>
                </a:lnTo>
                <a:lnTo>
                  <a:pt x="509610" y="324315"/>
                </a:lnTo>
                <a:lnTo>
                  <a:pt x="560912" y="324315"/>
                </a:lnTo>
                <a:lnTo>
                  <a:pt x="560912" y="317956"/>
                </a:lnTo>
                <a:close/>
                <a:moveTo>
                  <a:pt x="458309" y="317956"/>
                </a:moveTo>
                <a:lnTo>
                  <a:pt x="407009" y="317956"/>
                </a:lnTo>
                <a:lnTo>
                  <a:pt x="407009" y="324315"/>
                </a:lnTo>
                <a:lnTo>
                  <a:pt x="458309" y="324315"/>
                </a:lnTo>
                <a:lnTo>
                  <a:pt x="458309" y="317956"/>
                </a:lnTo>
                <a:close/>
                <a:moveTo>
                  <a:pt x="355707" y="317956"/>
                </a:moveTo>
                <a:lnTo>
                  <a:pt x="304406" y="317956"/>
                </a:lnTo>
                <a:lnTo>
                  <a:pt x="304406" y="324315"/>
                </a:lnTo>
                <a:lnTo>
                  <a:pt x="355707" y="324315"/>
                </a:lnTo>
                <a:lnTo>
                  <a:pt x="355707" y="317956"/>
                </a:lnTo>
                <a:close/>
                <a:moveTo>
                  <a:pt x="253106" y="317956"/>
                </a:moveTo>
                <a:lnTo>
                  <a:pt x="201804" y="317956"/>
                </a:lnTo>
                <a:lnTo>
                  <a:pt x="201804" y="324315"/>
                </a:lnTo>
                <a:lnTo>
                  <a:pt x="253106" y="324315"/>
                </a:lnTo>
                <a:lnTo>
                  <a:pt x="253106" y="317956"/>
                </a:lnTo>
                <a:close/>
                <a:moveTo>
                  <a:pt x="150503" y="317956"/>
                </a:moveTo>
                <a:lnTo>
                  <a:pt x="99203" y="317956"/>
                </a:lnTo>
                <a:lnTo>
                  <a:pt x="99203" y="324315"/>
                </a:lnTo>
                <a:lnTo>
                  <a:pt x="150503" y="324315"/>
                </a:lnTo>
                <a:lnTo>
                  <a:pt x="150503" y="317956"/>
                </a:lnTo>
                <a:close/>
                <a:moveTo>
                  <a:pt x="47901" y="317956"/>
                </a:moveTo>
                <a:lnTo>
                  <a:pt x="22257" y="317956"/>
                </a:lnTo>
                <a:lnTo>
                  <a:pt x="22257" y="324315"/>
                </a:lnTo>
                <a:lnTo>
                  <a:pt x="47901" y="324315"/>
                </a:lnTo>
                <a:lnTo>
                  <a:pt x="47901" y="317956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D979AE-6E2F-41A8-91AE-302FD112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9323" y="3431711"/>
            <a:ext cx="790617" cy="78297"/>
          </a:xfrm>
          <a:custGeom xmlns:a="http://schemas.openxmlformats.org/drawingml/2006/main">
            <a:pathLst>
              <a:path w="790617" h="78297">
                <a:moveTo>
                  <a:pt x="0" y="77303"/>
                </a:moveTo>
                <a:close/>
                <a:moveTo>
                  <a:pt x="53605" y="77303"/>
                </a:moveTo>
                <a:lnTo>
                  <a:pt x="48339" y="60014"/>
                </a:lnTo>
                <a:lnTo>
                  <a:pt x="21859" y="60014"/>
                </a:lnTo>
                <a:lnTo>
                  <a:pt x="16593" y="77303"/>
                </a:lnTo>
                <a:lnTo>
                  <a:pt x="0" y="77303"/>
                </a:lnTo>
                <a:lnTo>
                  <a:pt x="25635" y="4372"/>
                </a:lnTo>
                <a:lnTo>
                  <a:pt x="44464" y="4372"/>
                </a:lnTo>
                <a:lnTo>
                  <a:pt x="70199" y="77303"/>
                </a:lnTo>
                <a:lnTo>
                  <a:pt x="53605" y="77303"/>
                </a:lnTo>
                <a:close/>
                <a:moveTo>
                  <a:pt x="44663" y="47097"/>
                </a:moveTo>
                <a:lnTo>
                  <a:pt x="39397" y="30206"/>
                </a:lnTo>
                <a:cubicBezTo>
                  <a:pt x="39065" y="29080"/>
                  <a:pt x="38618" y="27639"/>
                  <a:pt x="38055" y="25884"/>
                </a:cubicBezTo>
                <a:cubicBezTo>
                  <a:pt x="37525" y="24095"/>
                  <a:pt x="36979" y="22290"/>
                  <a:pt x="36416" y="20468"/>
                </a:cubicBezTo>
                <a:cubicBezTo>
                  <a:pt x="35886" y="18614"/>
                  <a:pt x="35455" y="17007"/>
                  <a:pt x="35124" y="15649"/>
                </a:cubicBezTo>
                <a:cubicBezTo>
                  <a:pt x="34793" y="17007"/>
                  <a:pt x="34329" y="18696"/>
                  <a:pt x="33733" y="20717"/>
                </a:cubicBezTo>
                <a:cubicBezTo>
                  <a:pt x="33170" y="22704"/>
                  <a:pt x="32624" y="24592"/>
                  <a:pt x="32094" y="26380"/>
                </a:cubicBezTo>
                <a:cubicBezTo>
                  <a:pt x="31564" y="28169"/>
                  <a:pt x="31183" y="29444"/>
                  <a:pt x="30951" y="30206"/>
                </a:cubicBezTo>
                <a:lnTo>
                  <a:pt x="25735" y="47097"/>
                </a:lnTo>
                <a:lnTo>
                  <a:pt x="44663" y="47097"/>
                </a:lnTo>
                <a:close/>
                <a:moveTo>
                  <a:pt x="70248" y="77303"/>
                </a:moveTo>
                <a:close/>
                <a:moveTo>
                  <a:pt x="101597" y="66224"/>
                </a:moveTo>
                <a:cubicBezTo>
                  <a:pt x="103253" y="66224"/>
                  <a:pt x="104859" y="66059"/>
                  <a:pt x="106416" y="65727"/>
                </a:cubicBezTo>
                <a:cubicBezTo>
                  <a:pt x="108006" y="65396"/>
                  <a:pt x="109579" y="64982"/>
                  <a:pt x="111135" y="64485"/>
                </a:cubicBezTo>
                <a:lnTo>
                  <a:pt x="111135" y="75763"/>
                </a:lnTo>
                <a:cubicBezTo>
                  <a:pt x="109513" y="76492"/>
                  <a:pt x="107492" y="77088"/>
                  <a:pt x="105074" y="77551"/>
                </a:cubicBezTo>
                <a:cubicBezTo>
                  <a:pt x="102690" y="78048"/>
                  <a:pt x="100073" y="78297"/>
                  <a:pt x="97225" y="78297"/>
                </a:cubicBezTo>
                <a:cubicBezTo>
                  <a:pt x="93913" y="78297"/>
                  <a:pt x="90932" y="77767"/>
                  <a:pt x="88282" y="76707"/>
                </a:cubicBezTo>
                <a:cubicBezTo>
                  <a:pt x="85666" y="75614"/>
                  <a:pt x="83596" y="73743"/>
                  <a:pt x="82072" y="71093"/>
                </a:cubicBezTo>
                <a:cubicBezTo>
                  <a:pt x="80582" y="68410"/>
                  <a:pt x="79837" y="64684"/>
                  <a:pt x="79837" y="59915"/>
                </a:cubicBezTo>
                <a:lnTo>
                  <a:pt x="79837" y="33137"/>
                </a:lnTo>
                <a:lnTo>
                  <a:pt x="72583" y="33137"/>
                </a:lnTo>
                <a:lnTo>
                  <a:pt x="72583" y="26728"/>
                </a:lnTo>
                <a:lnTo>
                  <a:pt x="80930" y="21661"/>
                </a:lnTo>
                <a:lnTo>
                  <a:pt x="85302" y="9936"/>
                </a:lnTo>
                <a:lnTo>
                  <a:pt x="94989" y="9936"/>
                </a:lnTo>
                <a:lnTo>
                  <a:pt x="94989" y="21760"/>
                </a:lnTo>
                <a:lnTo>
                  <a:pt x="110539" y="21760"/>
                </a:lnTo>
                <a:lnTo>
                  <a:pt x="110539" y="33137"/>
                </a:lnTo>
                <a:lnTo>
                  <a:pt x="94989" y="33137"/>
                </a:lnTo>
                <a:lnTo>
                  <a:pt x="94989" y="59915"/>
                </a:lnTo>
                <a:cubicBezTo>
                  <a:pt x="94989" y="62034"/>
                  <a:pt x="95585" y="63624"/>
                  <a:pt x="96778" y="64684"/>
                </a:cubicBezTo>
                <a:cubicBezTo>
                  <a:pt x="98003" y="65711"/>
                  <a:pt x="99610" y="66224"/>
                  <a:pt x="101597" y="66224"/>
                </a:cubicBezTo>
                <a:close/>
                <a:moveTo>
                  <a:pt x="114464" y="77303"/>
                </a:moveTo>
                <a:close/>
                <a:moveTo>
                  <a:pt x="145812" y="66224"/>
                </a:moveTo>
                <a:cubicBezTo>
                  <a:pt x="147468" y="66224"/>
                  <a:pt x="149075" y="66059"/>
                  <a:pt x="150631" y="65727"/>
                </a:cubicBezTo>
                <a:cubicBezTo>
                  <a:pt x="152221" y="65396"/>
                  <a:pt x="153794" y="64982"/>
                  <a:pt x="155351" y="64485"/>
                </a:cubicBezTo>
                <a:lnTo>
                  <a:pt x="155351" y="75763"/>
                </a:lnTo>
                <a:cubicBezTo>
                  <a:pt x="153728" y="76492"/>
                  <a:pt x="151708" y="77088"/>
                  <a:pt x="149290" y="77551"/>
                </a:cubicBezTo>
                <a:cubicBezTo>
                  <a:pt x="146905" y="78048"/>
                  <a:pt x="144289" y="78297"/>
                  <a:pt x="141441" y="78297"/>
                </a:cubicBezTo>
                <a:cubicBezTo>
                  <a:pt x="138129" y="78297"/>
                  <a:pt x="135148" y="77767"/>
                  <a:pt x="132498" y="76707"/>
                </a:cubicBezTo>
                <a:cubicBezTo>
                  <a:pt x="129882" y="75614"/>
                  <a:pt x="127812" y="73743"/>
                  <a:pt x="126288" y="71093"/>
                </a:cubicBezTo>
                <a:cubicBezTo>
                  <a:pt x="124798" y="68410"/>
                  <a:pt x="124052" y="64684"/>
                  <a:pt x="124052" y="59915"/>
                </a:cubicBezTo>
                <a:lnTo>
                  <a:pt x="124052" y="33137"/>
                </a:lnTo>
                <a:lnTo>
                  <a:pt x="116799" y="33137"/>
                </a:lnTo>
                <a:lnTo>
                  <a:pt x="116799" y="26728"/>
                </a:lnTo>
                <a:lnTo>
                  <a:pt x="125145" y="21661"/>
                </a:lnTo>
                <a:lnTo>
                  <a:pt x="129517" y="9936"/>
                </a:lnTo>
                <a:lnTo>
                  <a:pt x="139205" y="9936"/>
                </a:lnTo>
                <a:lnTo>
                  <a:pt x="139205" y="21760"/>
                </a:lnTo>
                <a:lnTo>
                  <a:pt x="154755" y="21760"/>
                </a:lnTo>
                <a:lnTo>
                  <a:pt x="154755" y="33137"/>
                </a:lnTo>
                <a:lnTo>
                  <a:pt x="139205" y="33137"/>
                </a:lnTo>
                <a:lnTo>
                  <a:pt x="139205" y="59915"/>
                </a:lnTo>
                <a:cubicBezTo>
                  <a:pt x="139205" y="62034"/>
                  <a:pt x="139801" y="63624"/>
                  <a:pt x="140993" y="64684"/>
                </a:cubicBezTo>
                <a:cubicBezTo>
                  <a:pt x="142219" y="65711"/>
                  <a:pt x="143825" y="66224"/>
                  <a:pt x="145812" y="66224"/>
                </a:cubicBezTo>
                <a:close/>
                <a:moveTo>
                  <a:pt x="158680" y="77303"/>
                </a:moveTo>
                <a:close/>
                <a:moveTo>
                  <a:pt x="189531" y="20717"/>
                </a:moveTo>
                <a:cubicBezTo>
                  <a:pt x="194665" y="20717"/>
                  <a:pt x="199087" y="21710"/>
                  <a:pt x="202796" y="23698"/>
                </a:cubicBezTo>
                <a:cubicBezTo>
                  <a:pt x="206506" y="25652"/>
                  <a:pt x="209370" y="28500"/>
                  <a:pt x="211391" y="32243"/>
                </a:cubicBezTo>
                <a:cubicBezTo>
                  <a:pt x="213411" y="35985"/>
                  <a:pt x="214421" y="40556"/>
                  <a:pt x="214421" y="45955"/>
                </a:cubicBezTo>
                <a:lnTo>
                  <a:pt x="214421" y="53307"/>
                </a:lnTo>
                <a:lnTo>
                  <a:pt x="178602" y="53307"/>
                </a:lnTo>
                <a:cubicBezTo>
                  <a:pt x="178767" y="57580"/>
                  <a:pt x="180042" y="60941"/>
                  <a:pt x="182427" y="63392"/>
                </a:cubicBezTo>
                <a:cubicBezTo>
                  <a:pt x="184845" y="65810"/>
                  <a:pt x="188190" y="67019"/>
                  <a:pt x="192463" y="67019"/>
                </a:cubicBezTo>
                <a:cubicBezTo>
                  <a:pt x="196006" y="67019"/>
                  <a:pt x="199252" y="66655"/>
                  <a:pt x="202200" y="65926"/>
                </a:cubicBezTo>
                <a:cubicBezTo>
                  <a:pt x="205148" y="65197"/>
                  <a:pt x="208178" y="64104"/>
                  <a:pt x="211291" y="62647"/>
                </a:cubicBezTo>
                <a:lnTo>
                  <a:pt x="211291" y="74372"/>
                </a:lnTo>
                <a:cubicBezTo>
                  <a:pt x="208542" y="75730"/>
                  <a:pt x="205661" y="76723"/>
                  <a:pt x="202647" y="77353"/>
                </a:cubicBezTo>
                <a:cubicBezTo>
                  <a:pt x="199666" y="77982"/>
                  <a:pt x="196040" y="78297"/>
                  <a:pt x="191767" y="78297"/>
                </a:cubicBezTo>
                <a:cubicBezTo>
                  <a:pt x="186203" y="78297"/>
                  <a:pt x="181268" y="77270"/>
                  <a:pt x="176962" y="75216"/>
                </a:cubicBezTo>
                <a:cubicBezTo>
                  <a:pt x="172690" y="73163"/>
                  <a:pt x="169328" y="70033"/>
                  <a:pt x="166877" y="65827"/>
                </a:cubicBezTo>
                <a:cubicBezTo>
                  <a:pt x="164459" y="61620"/>
                  <a:pt x="163250" y="56321"/>
                  <a:pt x="163250" y="49929"/>
                </a:cubicBezTo>
                <a:cubicBezTo>
                  <a:pt x="163250" y="43437"/>
                  <a:pt x="164343" y="38039"/>
                  <a:pt x="166529" y="33733"/>
                </a:cubicBezTo>
                <a:cubicBezTo>
                  <a:pt x="168748" y="29394"/>
                  <a:pt x="171829" y="26149"/>
                  <a:pt x="175770" y="23996"/>
                </a:cubicBezTo>
                <a:cubicBezTo>
                  <a:pt x="179711" y="21810"/>
                  <a:pt x="184298" y="20717"/>
                  <a:pt x="189531" y="20717"/>
                </a:cubicBezTo>
                <a:close/>
                <a:moveTo>
                  <a:pt x="189631" y="31497"/>
                </a:moveTo>
                <a:cubicBezTo>
                  <a:pt x="186683" y="31497"/>
                  <a:pt x="184232" y="32441"/>
                  <a:pt x="182278" y="34329"/>
                </a:cubicBezTo>
                <a:cubicBezTo>
                  <a:pt x="180357" y="36217"/>
                  <a:pt x="179247" y="39181"/>
                  <a:pt x="178949" y="43222"/>
                </a:cubicBezTo>
                <a:lnTo>
                  <a:pt x="200213" y="43222"/>
                </a:lnTo>
                <a:cubicBezTo>
                  <a:pt x="200180" y="40970"/>
                  <a:pt x="199766" y="38966"/>
                  <a:pt x="198971" y="37211"/>
                </a:cubicBezTo>
                <a:cubicBezTo>
                  <a:pt x="198209" y="35455"/>
                  <a:pt x="197050" y="34064"/>
                  <a:pt x="195493" y="33038"/>
                </a:cubicBezTo>
                <a:cubicBezTo>
                  <a:pt x="193969" y="32011"/>
                  <a:pt x="192015" y="31497"/>
                  <a:pt x="189631" y="31497"/>
                </a:cubicBezTo>
                <a:close/>
                <a:moveTo>
                  <a:pt x="218793" y="77303"/>
                </a:moveTo>
                <a:close/>
                <a:moveTo>
                  <a:pt x="258289" y="20717"/>
                </a:moveTo>
                <a:cubicBezTo>
                  <a:pt x="264218" y="20717"/>
                  <a:pt x="268987" y="22340"/>
                  <a:pt x="272597" y="25585"/>
                </a:cubicBezTo>
                <a:cubicBezTo>
                  <a:pt x="276207" y="28798"/>
                  <a:pt x="278012" y="33965"/>
                  <a:pt x="278012" y="41086"/>
                </a:cubicBezTo>
                <a:lnTo>
                  <a:pt x="278012" y="77303"/>
                </a:lnTo>
                <a:lnTo>
                  <a:pt x="262860" y="77303"/>
                </a:lnTo>
                <a:lnTo>
                  <a:pt x="262860" y="44862"/>
                </a:lnTo>
                <a:cubicBezTo>
                  <a:pt x="262860" y="40887"/>
                  <a:pt x="262131" y="37890"/>
                  <a:pt x="260674" y="35869"/>
                </a:cubicBezTo>
                <a:cubicBezTo>
                  <a:pt x="259250" y="33849"/>
                  <a:pt x="256998" y="32839"/>
                  <a:pt x="253917" y="32839"/>
                </a:cubicBezTo>
                <a:cubicBezTo>
                  <a:pt x="249281" y="32839"/>
                  <a:pt x="246118" y="34412"/>
                  <a:pt x="244428" y="37559"/>
                </a:cubicBezTo>
                <a:cubicBezTo>
                  <a:pt x="242739" y="40705"/>
                  <a:pt x="241895" y="45242"/>
                  <a:pt x="241895" y="51171"/>
                </a:cubicBezTo>
                <a:lnTo>
                  <a:pt x="241895" y="77303"/>
                </a:lnTo>
                <a:lnTo>
                  <a:pt x="226742" y="77303"/>
                </a:lnTo>
                <a:lnTo>
                  <a:pt x="226742" y="21760"/>
                </a:lnTo>
                <a:lnTo>
                  <a:pt x="238318" y="21760"/>
                </a:lnTo>
                <a:lnTo>
                  <a:pt x="240355" y="28864"/>
                </a:lnTo>
                <a:lnTo>
                  <a:pt x="241199" y="28864"/>
                </a:lnTo>
                <a:cubicBezTo>
                  <a:pt x="242392" y="26943"/>
                  <a:pt x="243865" y="25387"/>
                  <a:pt x="245621" y="24194"/>
                </a:cubicBezTo>
                <a:cubicBezTo>
                  <a:pt x="247409" y="23002"/>
                  <a:pt x="249380" y="22124"/>
                  <a:pt x="251533" y="21561"/>
                </a:cubicBezTo>
                <a:cubicBezTo>
                  <a:pt x="253719" y="20998"/>
                  <a:pt x="255971" y="20717"/>
                  <a:pt x="258289" y="20717"/>
                </a:cubicBezTo>
                <a:close/>
                <a:moveTo>
                  <a:pt x="285663" y="77303"/>
                </a:moveTo>
                <a:close/>
                <a:moveTo>
                  <a:pt x="317012" y="66224"/>
                </a:moveTo>
                <a:cubicBezTo>
                  <a:pt x="318668" y="66224"/>
                  <a:pt x="320274" y="66059"/>
                  <a:pt x="321831" y="65727"/>
                </a:cubicBezTo>
                <a:cubicBezTo>
                  <a:pt x="323421" y="65396"/>
                  <a:pt x="324994" y="64982"/>
                  <a:pt x="326550" y="64485"/>
                </a:cubicBezTo>
                <a:lnTo>
                  <a:pt x="326550" y="75763"/>
                </a:lnTo>
                <a:cubicBezTo>
                  <a:pt x="324927" y="76492"/>
                  <a:pt x="322907" y="77088"/>
                  <a:pt x="320489" y="77551"/>
                </a:cubicBezTo>
                <a:cubicBezTo>
                  <a:pt x="318105" y="78048"/>
                  <a:pt x="315488" y="78297"/>
                  <a:pt x="312640" y="78297"/>
                </a:cubicBezTo>
                <a:cubicBezTo>
                  <a:pt x="309328" y="78297"/>
                  <a:pt x="306347" y="77767"/>
                  <a:pt x="303697" y="76707"/>
                </a:cubicBezTo>
                <a:cubicBezTo>
                  <a:pt x="301081" y="75614"/>
                  <a:pt x="299011" y="73743"/>
                  <a:pt x="297487" y="71093"/>
                </a:cubicBezTo>
                <a:cubicBezTo>
                  <a:pt x="295997" y="68410"/>
                  <a:pt x="295252" y="64684"/>
                  <a:pt x="295252" y="59915"/>
                </a:cubicBezTo>
                <a:lnTo>
                  <a:pt x="295252" y="33137"/>
                </a:lnTo>
                <a:lnTo>
                  <a:pt x="287998" y="33137"/>
                </a:lnTo>
                <a:lnTo>
                  <a:pt x="287998" y="26728"/>
                </a:lnTo>
                <a:lnTo>
                  <a:pt x="296345" y="21661"/>
                </a:lnTo>
                <a:lnTo>
                  <a:pt x="300716" y="9936"/>
                </a:lnTo>
                <a:lnTo>
                  <a:pt x="310404" y="9936"/>
                </a:lnTo>
                <a:lnTo>
                  <a:pt x="310404" y="21760"/>
                </a:lnTo>
                <a:lnTo>
                  <a:pt x="325954" y="21760"/>
                </a:lnTo>
                <a:lnTo>
                  <a:pt x="325954" y="33137"/>
                </a:lnTo>
                <a:lnTo>
                  <a:pt x="310404" y="33137"/>
                </a:lnTo>
                <a:lnTo>
                  <a:pt x="310404" y="59915"/>
                </a:lnTo>
                <a:cubicBezTo>
                  <a:pt x="310404" y="62034"/>
                  <a:pt x="311000" y="63624"/>
                  <a:pt x="312193" y="64684"/>
                </a:cubicBezTo>
                <a:cubicBezTo>
                  <a:pt x="313418" y="65711"/>
                  <a:pt x="315024" y="66224"/>
                  <a:pt x="317012" y="66224"/>
                </a:cubicBezTo>
                <a:close/>
                <a:moveTo>
                  <a:pt x="329879" y="77303"/>
                </a:moveTo>
                <a:close/>
                <a:moveTo>
                  <a:pt x="352980" y="21760"/>
                </a:moveTo>
                <a:lnTo>
                  <a:pt x="352980" y="77303"/>
                </a:lnTo>
                <a:lnTo>
                  <a:pt x="337828" y="77303"/>
                </a:lnTo>
                <a:lnTo>
                  <a:pt x="337828" y="21760"/>
                </a:lnTo>
                <a:lnTo>
                  <a:pt x="352980" y="21760"/>
                </a:lnTo>
                <a:close/>
                <a:moveTo>
                  <a:pt x="345429" y="0"/>
                </a:moveTo>
                <a:cubicBezTo>
                  <a:pt x="347681" y="0"/>
                  <a:pt x="349619" y="530"/>
                  <a:pt x="351242" y="1590"/>
                </a:cubicBezTo>
                <a:cubicBezTo>
                  <a:pt x="352865" y="2617"/>
                  <a:pt x="353676" y="4554"/>
                  <a:pt x="353676" y="7402"/>
                </a:cubicBezTo>
                <a:cubicBezTo>
                  <a:pt x="353676" y="10218"/>
                  <a:pt x="352865" y="12172"/>
                  <a:pt x="351242" y="13265"/>
                </a:cubicBezTo>
                <a:cubicBezTo>
                  <a:pt x="349619" y="14325"/>
                  <a:pt x="347681" y="14854"/>
                  <a:pt x="345429" y="14854"/>
                </a:cubicBezTo>
                <a:cubicBezTo>
                  <a:pt x="343144" y="14854"/>
                  <a:pt x="341190" y="14325"/>
                  <a:pt x="339567" y="13265"/>
                </a:cubicBezTo>
                <a:cubicBezTo>
                  <a:pt x="337977" y="12172"/>
                  <a:pt x="337182" y="10218"/>
                  <a:pt x="337182" y="7402"/>
                </a:cubicBezTo>
                <a:cubicBezTo>
                  <a:pt x="337182" y="4554"/>
                  <a:pt x="337977" y="2617"/>
                  <a:pt x="339567" y="1590"/>
                </a:cubicBezTo>
                <a:cubicBezTo>
                  <a:pt x="341190" y="530"/>
                  <a:pt x="343144" y="0"/>
                  <a:pt x="345429" y="0"/>
                </a:cubicBezTo>
                <a:close/>
                <a:moveTo>
                  <a:pt x="360979" y="77303"/>
                </a:moveTo>
                <a:close/>
                <a:moveTo>
                  <a:pt x="419403" y="49432"/>
                </a:moveTo>
                <a:cubicBezTo>
                  <a:pt x="419403" y="54069"/>
                  <a:pt x="418774" y="58176"/>
                  <a:pt x="417515" y="61753"/>
                </a:cubicBezTo>
                <a:cubicBezTo>
                  <a:pt x="416290" y="65330"/>
                  <a:pt x="414485" y="68360"/>
                  <a:pt x="412100" y="70844"/>
                </a:cubicBezTo>
                <a:cubicBezTo>
                  <a:pt x="409749" y="73295"/>
                  <a:pt x="406900" y="75150"/>
                  <a:pt x="403555" y="76409"/>
                </a:cubicBezTo>
                <a:cubicBezTo>
                  <a:pt x="400243" y="77667"/>
                  <a:pt x="396501" y="78297"/>
                  <a:pt x="392327" y="78297"/>
                </a:cubicBezTo>
                <a:cubicBezTo>
                  <a:pt x="388419" y="78297"/>
                  <a:pt x="384826" y="77667"/>
                  <a:pt x="381547" y="76409"/>
                </a:cubicBezTo>
                <a:cubicBezTo>
                  <a:pt x="378301" y="75150"/>
                  <a:pt x="375469" y="73295"/>
                  <a:pt x="373051" y="70844"/>
                </a:cubicBezTo>
                <a:cubicBezTo>
                  <a:pt x="370667" y="68360"/>
                  <a:pt x="368812" y="65330"/>
                  <a:pt x="367487" y="61753"/>
                </a:cubicBezTo>
                <a:cubicBezTo>
                  <a:pt x="366195" y="58176"/>
                  <a:pt x="365550" y="54069"/>
                  <a:pt x="365550" y="49432"/>
                </a:cubicBezTo>
                <a:cubicBezTo>
                  <a:pt x="365550" y="43272"/>
                  <a:pt x="366643" y="38055"/>
                  <a:pt x="368829" y="33783"/>
                </a:cubicBezTo>
                <a:cubicBezTo>
                  <a:pt x="371014" y="29510"/>
                  <a:pt x="374128" y="26264"/>
                  <a:pt x="378168" y="24045"/>
                </a:cubicBezTo>
                <a:cubicBezTo>
                  <a:pt x="382209" y="21826"/>
                  <a:pt x="387028" y="20717"/>
                  <a:pt x="392626" y="20717"/>
                </a:cubicBezTo>
                <a:cubicBezTo>
                  <a:pt x="397825" y="20717"/>
                  <a:pt x="402429" y="21826"/>
                  <a:pt x="406437" y="24045"/>
                </a:cubicBezTo>
                <a:cubicBezTo>
                  <a:pt x="410477" y="26264"/>
                  <a:pt x="413640" y="29510"/>
                  <a:pt x="415926" y="33783"/>
                </a:cubicBezTo>
                <a:cubicBezTo>
                  <a:pt x="418244" y="38055"/>
                  <a:pt x="419403" y="43272"/>
                  <a:pt x="419403" y="49432"/>
                </a:cubicBezTo>
                <a:close/>
                <a:moveTo>
                  <a:pt x="381000" y="49432"/>
                </a:moveTo>
                <a:cubicBezTo>
                  <a:pt x="381000" y="53075"/>
                  <a:pt x="381398" y="56139"/>
                  <a:pt x="382193" y="58623"/>
                </a:cubicBezTo>
                <a:cubicBezTo>
                  <a:pt x="382988" y="61107"/>
                  <a:pt x="384230" y="62978"/>
                  <a:pt x="385919" y="64237"/>
                </a:cubicBezTo>
                <a:cubicBezTo>
                  <a:pt x="387608" y="65496"/>
                  <a:pt x="389810" y="66125"/>
                  <a:pt x="392526" y="66125"/>
                </a:cubicBezTo>
                <a:cubicBezTo>
                  <a:pt x="395209" y="66125"/>
                  <a:pt x="397378" y="65496"/>
                  <a:pt x="399034" y="64237"/>
                </a:cubicBezTo>
                <a:cubicBezTo>
                  <a:pt x="400723" y="62978"/>
                  <a:pt x="401949" y="61107"/>
                  <a:pt x="402711" y="58623"/>
                </a:cubicBezTo>
                <a:cubicBezTo>
                  <a:pt x="403506" y="56139"/>
                  <a:pt x="403903" y="53075"/>
                  <a:pt x="403903" y="49432"/>
                </a:cubicBezTo>
                <a:cubicBezTo>
                  <a:pt x="403903" y="45756"/>
                  <a:pt x="403506" y="42709"/>
                  <a:pt x="402711" y="40291"/>
                </a:cubicBezTo>
                <a:cubicBezTo>
                  <a:pt x="401949" y="37840"/>
                  <a:pt x="400723" y="36002"/>
                  <a:pt x="399034" y="34776"/>
                </a:cubicBezTo>
                <a:cubicBezTo>
                  <a:pt x="397345" y="33551"/>
                  <a:pt x="395143" y="32938"/>
                  <a:pt x="392427" y="32938"/>
                </a:cubicBezTo>
                <a:cubicBezTo>
                  <a:pt x="388419" y="32938"/>
                  <a:pt x="385505" y="34313"/>
                  <a:pt x="383683" y="37062"/>
                </a:cubicBezTo>
                <a:cubicBezTo>
                  <a:pt x="381895" y="39811"/>
                  <a:pt x="381000" y="43934"/>
                  <a:pt x="381000" y="49432"/>
                </a:cubicBezTo>
                <a:close/>
                <a:moveTo>
                  <a:pt x="423974" y="77303"/>
                </a:moveTo>
                <a:close/>
                <a:moveTo>
                  <a:pt x="463470" y="20717"/>
                </a:moveTo>
                <a:cubicBezTo>
                  <a:pt x="469399" y="20717"/>
                  <a:pt x="474168" y="22340"/>
                  <a:pt x="477778" y="25585"/>
                </a:cubicBezTo>
                <a:cubicBezTo>
                  <a:pt x="481388" y="28798"/>
                  <a:pt x="483193" y="33965"/>
                  <a:pt x="483193" y="41086"/>
                </a:cubicBezTo>
                <a:lnTo>
                  <a:pt x="483193" y="77303"/>
                </a:lnTo>
                <a:lnTo>
                  <a:pt x="468041" y="77303"/>
                </a:lnTo>
                <a:lnTo>
                  <a:pt x="468041" y="44862"/>
                </a:lnTo>
                <a:cubicBezTo>
                  <a:pt x="468041" y="40887"/>
                  <a:pt x="467312" y="37890"/>
                  <a:pt x="465855" y="35869"/>
                </a:cubicBezTo>
                <a:cubicBezTo>
                  <a:pt x="464430" y="33849"/>
                  <a:pt x="462178" y="32839"/>
                  <a:pt x="459098" y="32839"/>
                </a:cubicBezTo>
                <a:cubicBezTo>
                  <a:pt x="454461" y="32839"/>
                  <a:pt x="451298" y="34412"/>
                  <a:pt x="449609" y="37559"/>
                </a:cubicBezTo>
                <a:cubicBezTo>
                  <a:pt x="447920" y="40705"/>
                  <a:pt x="447075" y="45242"/>
                  <a:pt x="447075" y="51171"/>
                </a:cubicBezTo>
                <a:lnTo>
                  <a:pt x="447075" y="77303"/>
                </a:lnTo>
                <a:lnTo>
                  <a:pt x="431923" y="77303"/>
                </a:lnTo>
                <a:lnTo>
                  <a:pt x="431923" y="21760"/>
                </a:lnTo>
                <a:lnTo>
                  <a:pt x="443498" y="21760"/>
                </a:lnTo>
                <a:lnTo>
                  <a:pt x="445535" y="28864"/>
                </a:lnTo>
                <a:lnTo>
                  <a:pt x="446380" y="28864"/>
                </a:lnTo>
                <a:cubicBezTo>
                  <a:pt x="447572" y="26943"/>
                  <a:pt x="449046" y="25387"/>
                  <a:pt x="450801" y="24194"/>
                </a:cubicBezTo>
                <a:cubicBezTo>
                  <a:pt x="452590" y="23002"/>
                  <a:pt x="454561" y="22124"/>
                  <a:pt x="456713" y="21561"/>
                </a:cubicBezTo>
                <a:cubicBezTo>
                  <a:pt x="458899" y="20998"/>
                  <a:pt x="461152" y="20717"/>
                  <a:pt x="463470" y="20717"/>
                </a:cubicBezTo>
                <a:close/>
                <a:moveTo>
                  <a:pt x="517274" y="77303"/>
                </a:moveTo>
                <a:close/>
                <a:moveTo>
                  <a:pt x="569290" y="57133"/>
                </a:moveTo>
                <a:cubicBezTo>
                  <a:pt x="569290" y="61438"/>
                  <a:pt x="568246" y="65181"/>
                  <a:pt x="566160" y="68360"/>
                </a:cubicBezTo>
                <a:cubicBezTo>
                  <a:pt x="564073" y="71540"/>
                  <a:pt x="561026" y="73991"/>
                  <a:pt x="557019" y="75713"/>
                </a:cubicBezTo>
                <a:cubicBezTo>
                  <a:pt x="553044" y="77435"/>
                  <a:pt x="548209" y="78297"/>
                  <a:pt x="542512" y="78297"/>
                </a:cubicBezTo>
                <a:cubicBezTo>
                  <a:pt x="539995" y="78297"/>
                  <a:pt x="537527" y="78131"/>
                  <a:pt x="535109" y="77800"/>
                </a:cubicBezTo>
                <a:cubicBezTo>
                  <a:pt x="532725" y="77469"/>
                  <a:pt x="530423" y="76988"/>
                  <a:pt x="528204" y="76359"/>
                </a:cubicBezTo>
                <a:cubicBezTo>
                  <a:pt x="526018" y="75697"/>
                  <a:pt x="523931" y="74885"/>
                  <a:pt x="521944" y="73925"/>
                </a:cubicBezTo>
                <a:lnTo>
                  <a:pt x="521944" y="59617"/>
                </a:lnTo>
                <a:cubicBezTo>
                  <a:pt x="525389" y="61140"/>
                  <a:pt x="528966" y="62515"/>
                  <a:pt x="532675" y="63740"/>
                </a:cubicBezTo>
                <a:cubicBezTo>
                  <a:pt x="536385" y="64966"/>
                  <a:pt x="540061" y="65578"/>
                  <a:pt x="543704" y="65578"/>
                </a:cubicBezTo>
                <a:cubicBezTo>
                  <a:pt x="546221" y="65578"/>
                  <a:pt x="548242" y="65247"/>
                  <a:pt x="549765" y="64585"/>
                </a:cubicBezTo>
                <a:cubicBezTo>
                  <a:pt x="551322" y="63922"/>
                  <a:pt x="552448" y="63012"/>
                  <a:pt x="553143" y="61852"/>
                </a:cubicBezTo>
                <a:cubicBezTo>
                  <a:pt x="553839" y="60693"/>
                  <a:pt x="554187" y="59368"/>
                  <a:pt x="554187" y="57878"/>
                </a:cubicBezTo>
                <a:cubicBezTo>
                  <a:pt x="554187" y="56056"/>
                  <a:pt x="553574" y="54500"/>
                  <a:pt x="552349" y="53208"/>
                </a:cubicBezTo>
                <a:cubicBezTo>
                  <a:pt x="551123" y="51916"/>
                  <a:pt x="549434" y="50707"/>
                  <a:pt x="547281" y="49581"/>
                </a:cubicBezTo>
                <a:cubicBezTo>
                  <a:pt x="545161" y="48455"/>
                  <a:pt x="542760" y="47246"/>
                  <a:pt x="540077" y="45955"/>
                </a:cubicBezTo>
                <a:cubicBezTo>
                  <a:pt x="538388" y="45160"/>
                  <a:pt x="536550" y="44199"/>
                  <a:pt x="534563" y="43073"/>
                </a:cubicBezTo>
                <a:cubicBezTo>
                  <a:pt x="532576" y="41914"/>
                  <a:pt x="530688" y="40506"/>
                  <a:pt x="528899" y="38850"/>
                </a:cubicBezTo>
                <a:cubicBezTo>
                  <a:pt x="527111" y="37194"/>
                  <a:pt x="525637" y="35190"/>
                  <a:pt x="524478" y="32839"/>
                </a:cubicBezTo>
                <a:cubicBezTo>
                  <a:pt x="523352" y="30454"/>
                  <a:pt x="522789" y="27606"/>
                  <a:pt x="522789" y="24294"/>
                </a:cubicBezTo>
                <a:cubicBezTo>
                  <a:pt x="522789" y="19955"/>
                  <a:pt x="523782" y="16246"/>
                  <a:pt x="525769" y="13165"/>
                </a:cubicBezTo>
                <a:cubicBezTo>
                  <a:pt x="527757" y="10085"/>
                  <a:pt x="530588" y="7734"/>
                  <a:pt x="534265" y="6111"/>
                </a:cubicBezTo>
                <a:cubicBezTo>
                  <a:pt x="537974" y="4455"/>
                  <a:pt x="542346" y="3627"/>
                  <a:pt x="547381" y="3627"/>
                </a:cubicBezTo>
                <a:cubicBezTo>
                  <a:pt x="551156" y="3627"/>
                  <a:pt x="554750" y="4074"/>
                  <a:pt x="558161" y="4968"/>
                </a:cubicBezTo>
                <a:cubicBezTo>
                  <a:pt x="561606" y="5829"/>
                  <a:pt x="565199" y="7088"/>
                  <a:pt x="568942" y="8744"/>
                </a:cubicBezTo>
                <a:lnTo>
                  <a:pt x="563974" y="20717"/>
                </a:lnTo>
                <a:cubicBezTo>
                  <a:pt x="560629" y="19359"/>
                  <a:pt x="557631" y="18316"/>
                  <a:pt x="554982" y="17587"/>
                </a:cubicBezTo>
                <a:cubicBezTo>
                  <a:pt x="552332" y="16825"/>
                  <a:pt x="549633" y="16444"/>
                  <a:pt x="546884" y="16444"/>
                </a:cubicBezTo>
                <a:cubicBezTo>
                  <a:pt x="544963" y="16444"/>
                  <a:pt x="543323" y="16759"/>
                  <a:pt x="541965" y="17388"/>
                </a:cubicBezTo>
                <a:cubicBezTo>
                  <a:pt x="540607" y="17984"/>
                  <a:pt x="539581" y="18845"/>
                  <a:pt x="538885" y="19972"/>
                </a:cubicBezTo>
                <a:cubicBezTo>
                  <a:pt x="538190" y="21065"/>
                  <a:pt x="537842" y="22340"/>
                  <a:pt x="537842" y="23797"/>
                </a:cubicBezTo>
                <a:cubicBezTo>
                  <a:pt x="537842" y="25519"/>
                  <a:pt x="538339" y="26977"/>
                  <a:pt x="539332" y="28169"/>
                </a:cubicBezTo>
                <a:cubicBezTo>
                  <a:pt x="540359" y="29328"/>
                  <a:pt x="541883" y="30454"/>
                  <a:pt x="543903" y="31547"/>
                </a:cubicBezTo>
                <a:cubicBezTo>
                  <a:pt x="545956" y="32640"/>
                  <a:pt x="548507" y="33915"/>
                  <a:pt x="551554" y="35373"/>
                </a:cubicBezTo>
                <a:cubicBezTo>
                  <a:pt x="555263" y="37128"/>
                  <a:pt x="558426" y="38966"/>
                  <a:pt x="561043" y="40887"/>
                </a:cubicBezTo>
                <a:cubicBezTo>
                  <a:pt x="563692" y="42775"/>
                  <a:pt x="565729" y="45011"/>
                  <a:pt x="567153" y="47594"/>
                </a:cubicBezTo>
                <a:cubicBezTo>
                  <a:pt x="568578" y="50144"/>
                  <a:pt x="569290" y="53324"/>
                  <a:pt x="569290" y="57133"/>
                </a:cubicBezTo>
                <a:close/>
                <a:moveTo>
                  <a:pt x="573314" y="77303"/>
                </a:moveTo>
                <a:close/>
                <a:moveTo>
                  <a:pt x="603818" y="78297"/>
                </a:moveTo>
                <a:cubicBezTo>
                  <a:pt x="598320" y="78297"/>
                  <a:pt x="593633" y="77303"/>
                  <a:pt x="589758" y="75316"/>
                </a:cubicBezTo>
                <a:cubicBezTo>
                  <a:pt x="585883" y="73295"/>
                  <a:pt x="582935" y="70182"/>
                  <a:pt x="580915" y="65976"/>
                </a:cubicBezTo>
                <a:cubicBezTo>
                  <a:pt x="578895" y="61770"/>
                  <a:pt x="577884" y="56387"/>
                  <a:pt x="577884" y="49830"/>
                </a:cubicBezTo>
                <a:cubicBezTo>
                  <a:pt x="577884" y="43040"/>
                  <a:pt x="579027" y="37509"/>
                  <a:pt x="581312" y="33236"/>
                </a:cubicBezTo>
                <a:cubicBezTo>
                  <a:pt x="583631" y="28931"/>
                  <a:pt x="586827" y="25768"/>
                  <a:pt x="590901" y="23747"/>
                </a:cubicBezTo>
                <a:cubicBezTo>
                  <a:pt x="595008" y="21727"/>
                  <a:pt x="599760" y="20717"/>
                  <a:pt x="605159" y="20717"/>
                </a:cubicBezTo>
                <a:cubicBezTo>
                  <a:pt x="609001" y="20717"/>
                  <a:pt x="612313" y="21098"/>
                  <a:pt x="615095" y="21859"/>
                </a:cubicBezTo>
                <a:cubicBezTo>
                  <a:pt x="617910" y="22588"/>
                  <a:pt x="620361" y="23466"/>
                  <a:pt x="622448" y="24493"/>
                </a:cubicBezTo>
                <a:lnTo>
                  <a:pt x="617977" y="36217"/>
                </a:lnTo>
                <a:cubicBezTo>
                  <a:pt x="615592" y="35257"/>
                  <a:pt x="613373" y="34478"/>
                  <a:pt x="611319" y="33882"/>
                </a:cubicBezTo>
                <a:cubicBezTo>
                  <a:pt x="609266" y="33253"/>
                  <a:pt x="607212" y="32938"/>
                  <a:pt x="605159" y="32938"/>
                </a:cubicBezTo>
                <a:cubicBezTo>
                  <a:pt x="602509" y="32938"/>
                  <a:pt x="600307" y="33568"/>
                  <a:pt x="598551" y="34826"/>
                </a:cubicBezTo>
                <a:cubicBezTo>
                  <a:pt x="596796" y="36052"/>
                  <a:pt x="595488" y="37906"/>
                  <a:pt x="594627" y="40390"/>
                </a:cubicBezTo>
                <a:cubicBezTo>
                  <a:pt x="593766" y="42874"/>
                  <a:pt x="593335" y="45988"/>
                  <a:pt x="593335" y="49730"/>
                </a:cubicBezTo>
                <a:cubicBezTo>
                  <a:pt x="593335" y="53407"/>
                  <a:pt x="593799" y="56454"/>
                  <a:pt x="594726" y="58871"/>
                </a:cubicBezTo>
                <a:cubicBezTo>
                  <a:pt x="595653" y="61289"/>
                  <a:pt x="596995" y="63094"/>
                  <a:pt x="598750" y="64287"/>
                </a:cubicBezTo>
                <a:cubicBezTo>
                  <a:pt x="600506" y="65446"/>
                  <a:pt x="602642" y="66025"/>
                  <a:pt x="605159" y="66025"/>
                </a:cubicBezTo>
                <a:cubicBezTo>
                  <a:pt x="608305" y="66025"/>
                  <a:pt x="611104" y="65611"/>
                  <a:pt x="613555" y="64783"/>
                </a:cubicBezTo>
                <a:cubicBezTo>
                  <a:pt x="616006" y="63922"/>
                  <a:pt x="618391" y="62730"/>
                  <a:pt x="620709" y="61206"/>
                </a:cubicBezTo>
                <a:lnTo>
                  <a:pt x="620709" y="74173"/>
                </a:lnTo>
                <a:cubicBezTo>
                  <a:pt x="618391" y="75630"/>
                  <a:pt x="615956" y="76674"/>
                  <a:pt x="613406" y="77303"/>
                </a:cubicBezTo>
                <a:cubicBezTo>
                  <a:pt x="610889" y="77965"/>
                  <a:pt x="607693" y="78297"/>
                  <a:pt x="603818" y="78297"/>
                </a:cubicBezTo>
                <a:close/>
                <a:moveTo>
                  <a:pt x="625677" y="77303"/>
                </a:moveTo>
                <a:close/>
                <a:moveTo>
                  <a:pt x="684101" y="49432"/>
                </a:moveTo>
                <a:cubicBezTo>
                  <a:pt x="684101" y="54069"/>
                  <a:pt x="683472" y="58176"/>
                  <a:pt x="682214" y="61753"/>
                </a:cubicBezTo>
                <a:cubicBezTo>
                  <a:pt x="680988" y="65330"/>
                  <a:pt x="679183" y="68360"/>
                  <a:pt x="676798" y="70844"/>
                </a:cubicBezTo>
                <a:cubicBezTo>
                  <a:pt x="674447" y="73295"/>
                  <a:pt x="671598" y="75150"/>
                  <a:pt x="668253" y="76409"/>
                </a:cubicBezTo>
                <a:cubicBezTo>
                  <a:pt x="664941" y="77667"/>
                  <a:pt x="661199" y="78297"/>
                  <a:pt x="657026" y="78297"/>
                </a:cubicBezTo>
                <a:cubicBezTo>
                  <a:pt x="653117" y="78297"/>
                  <a:pt x="649524" y="77667"/>
                  <a:pt x="646245" y="76409"/>
                </a:cubicBezTo>
                <a:cubicBezTo>
                  <a:pt x="642999" y="75150"/>
                  <a:pt x="640167" y="73295"/>
                  <a:pt x="637749" y="70844"/>
                </a:cubicBezTo>
                <a:cubicBezTo>
                  <a:pt x="635365" y="68360"/>
                  <a:pt x="633510" y="65330"/>
                  <a:pt x="632185" y="61753"/>
                </a:cubicBezTo>
                <a:cubicBezTo>
                  <a:pt x="630894" y="58176"/>
                  <a:pt x="630248" y="54069"/>
                  <a:pt x="630248" y="49432"/>
                </a:cubicBezTo>
                <a:cubicBezTo>
                  <a:pt x="630248" y="43272"/>
                  <a:pt x="631341" y="38055"/>
                  <a:pt x="633527" y="33783"/>
                </a:cubicBezTo>
                <a:cubicBezTo>
                  <a:pt x="635713" y="29510"/>
                  <a:pt x="638826" y="26264"/>
                  <a:pt x="642867" y="24045"/>
                </a:cubicBezTo>
                <a:cubicBezTo>
                  <a:pt x="646907" y="21826"/>
                  <a:pt x="651726" y="20717"/>
                  <a:pt x="657324" y="20717"/>
                </a:cubicBezTo>
                <a:cubicBezTo>
                  <a:pt x="662524" y="20717"/>
                  <a:pt x="667127" y="21826"/>
                  <a:pt x="671135" y="24045"/>
                </a:cubicBezTo>
                <a:cubicBezTo>
                  <a:pt x="675175" y="26264"/>
                  <a:pt x="678339" y="29510"/>
                  <a:pt x="680624" y="33783"/>
                </a:cubicBezTo>
                <a:cubicBezTo>
                  <a:pt x="682942" y="38055"/>
                  <a:pt x="684101" y="43272"/>
                  <a:pt x="684101" y="49432"/>
                </a:cubicBezTo>
                <a:close/>
                <a:moveTo>
                  <a:pt x="645698" y="49432"/>
                </a:moveTo>
                <a:cubicBezTo>
                  <a:pt x="645698" y="53075"/>
                  <a:pt x="646096" y="56139"/>
                  <a:pt x="646891" y="58623"/>
                </a:cubicBezTo>
                <a:cubicBezTo>
                  <a:pt x="647686" y="61107"/>
                  <a:pt x="648928" y="62978"/>
                  <a:pt x="650617" y="64237"/>
                </a:cubicBezTo>
                <a:cubicBezTo>
                  <a:pt x="652306" y="65496"/>
                  <a:pt x="654508" y="66125"/>
                  <a:pt x="657224" y="66125"/>
                </a:cubicBezTo>
                <a:cubicBezTo>
                  <a:pt x="659907" y="66125"/>
                  <a:pt x="662076" y="65496"/>
                  <a:pt x="663732" y="64237"/>
                </a:cubicBezTo>
                <a:cubicBezTo>
                  <a:pt x="665422" y="62978"/>
                  <a:pt x="666647" y="61107"/>
                  <a:pt x="667409" y="58623"/>
                </a:cubicBezTo>
                <a:cubicBezTo>
                  <a:pt x="668204" y="56139"/>
                  <a:pt x="668601" y="53075"/>
                  <a:pt x="668601" y="49432"/>
                </a:cubicBezTo>
                <a:cubicBezTo>
                  <a:pt x="668601" y="45756"/>
                  <a:pt x="668204" y="42709"/>
                  <a:pt x="667409" y="40291"/>
                </a:cubicBezTo>
                <a:cubicBezTo>
                  <a:pt x="666647" y="37840"/>
                  <a:pt x="665422" y="36002"/>
                  <a:pt x="663732" y="34776"/>
                </a:cubicBezTo>
                <a:cubicBezTo>
                  <a:pt x="662043" y="33551"/>
                  <a:pt x="659841" y="32938"/>
                  <a:pt x="657125" y="32938"/>
                </a:cubicBezTo>
                <a:cubicBezTo>
                  <a:pt x="653117" y="32938"/>
                  <a:pt x="650203" y="34313"/>
                  <a:pt x="648381" y="37062"/>
                </a:cubicBezTo>
                <a:cubicBezTo>
                  <a:pt x="646593" y="39811"/>
                  <a:pt x="645698" y="43934"/>
                  <a:pt x="645698" y="49432"/>
                </a:cubicBezTo>
                <a:close/>
                <a:moveTo>
                  <a:pt x="688672" y="77303"/>
                </a:moveTo>
                <a:close/>
                <a:moveTo>
                  <a:pt x="727622" y="20717"/>
                </a:moveTo>
                <a:cubicBezTo>
                  <a:pt x="728383" y="20717"/>
                  <a:pt x="729261" y="20766"/>
                  <a:pt x="730255" y="20866"/>
                </a:cubicBezTo>
                <a:cubicBezTo>
                  <a:pt x="731281" y="20932"/>
                  <a:pt x="732109" y="21031"/>
                  <a:pt x="732739" y="21164"/>
                </a:cubicBezTo>
                <a:lnTo>
                  <a:pt x="731596" y="35373"/>
                </a:lnTo>
                <a:cubicBezTo>
                  <a:pt x="731099" y="35207"/>
                  <a:pt x="730387" y="35091"/>
                  <a:pt x="729460" y="35025"/>
                </a:cubicBezTo>
                <a:cubicBezTo>
                  <a:pt x="728566" y="34925"/>
                  <a:pt x="727787" y="34876"/>
                  <a:pt x="727125" y="34876"/>
                </a:cubicBezTo>
                <a:cubicBezTo>
                  <a:pt x="725171" y="34876"/>
                  <a:pt x="723266" y="35124"/>
                  <a:pt x="721412" y="35621"/>
                </a:cubicBezTo>
                <a:cubicBezTo>
                  <a:pt x="719590" y="36118"/>
                  <a:pt x="717950" y="36929"/>
                  <a:pt x="716493" y="38055"/>
                </a:cubicBezTo>
                <a:cubicBezTo>
                  <a:pt x="715036" y="39148"/>
                  <a:pt x="713877" y="40606"/>
                  <a:pt x="713016" y="42427"/>
                </a:cubicBezTo>
                <a:cubicBezTo>
                  <a:pt x="712188" y="44216"/>
                  <a:pt x="711774" y="46418"/>
                  <a:pt x="711774" y="49035"/>
                </a:cubicBezTo>
                <a:lnTo>
                  <a:pt x="711774" y="77303"/>
                </a:lnTo>
                <a:lnTo>
                  <a:pt x="696621" y="77303"/>
                </a:lnTo>
                <a:lnTo>
                  <a:pt x="696621" y="21760"/>
                </a:lnTo>
                <a:lnTo>
                  <a:pt x="708097" y="21760"/>
                </a:lnTo>
                <a:lnTo>
                  <a:pt x="710333" y="31100"/>
                </a:lnTo>
                <a:lnTo>
                  <a:pt x="711078" y="31100"/>
                </a:lnTo>
                <a:cubicBezTo>
                  <a:pt x="712171" y="29212"/>
                  <a:pt x="713529" y="27490"/>
                  <a:pt x="715152" y="25933"/>
                </a:cubicBezTo>
                <a:cubicBezTo>
                  <a:pt x="716808" y="24343"/>
                  <a:pt x="718679" y="23085"/>
                  <a:pt x="720766" y="22158"/>
                </a:cubicBezTo>
                <a:cubicBezTo>
                  <a:pt x="722885" y="21197"/>
                  <a:pt x="725171" y="20717"/>
                  <a:pt x="727622" y="20717"/>
                </a:cubicBezTo>
                <a:close/>
                <a:moveTo>
                  <a:pt x="734875" y="77303"/>
                </a:moveTo>
                <a:close/>
                <a:moveTo>
                  <a:pt x="765727" y="20717"/>
                </a:moveTo>
                <a:cubicBezTo>
                  <a:pt x="770860" y="20717"/>
                  <a:pt x="775282" y="21710"/>
                  <a:pt x="778991" y="23698"/>
                </a:cubicBezTo>
                <a:cubicBezTo>
                  <a:pt x="782701" y="25652"/>
                  <a:pt x="785566" y="28500"/>
                  <a:pt x="787586" y="32243"/>
                </a:cubicBezTo>
                <a:cubicBezTo>
                  <a:pt x="789606" y="35985"/>
                  <a:pt x="790617" y="40556"/>
                  <a:pt x="790617" y="45955"/>
                </a:cubicBezTo>
                <a:lnTo>
                  <a:pt x="790617" y="53307"/>
                </a:lnTo>
                <a:lnTo>
                  <a:pt x="754797" y="53307"/>
                </a:lnTo>
                <a:cubicBezTo>
                  <a:pt x="754962" y="57580"/>
                  <a:pt x="756238" y="60941"/>
                  <a:pt x="758622" y="63392"/>
                </a:cubicBezTo>
                <a:cubicBezTo>
                  <a:pt x="761040" y="65810"/>
                  <a:pt x="764385" y="67019"/>
                  <a:pt x="768658" y="67019"/>
                </a:cubicBezTo>
                <a:cubicBezTo>
                  <a:pt x="772202" y="67019"/>
                  <a:pt x="775447" y="66655"/>
                  <a:pt x="778395" y="65926"/>
                </a:cubicBezTo>
                <a:cubicBezTo>
                  <a:pt x="781343" y="65197"/>
                  <a:pt x="784373" y="64104"/>
                  <a:pt x="787487" y="62647"/>
                </a:cubicBezTo>
                <a:lnTo>
                  <a:pt x="787487" y="74372"/>
                </a:lnTo>
                <a:cubicBezTo>
                  <a:pt x="784738" y="75730"/>
                  <a:pt x="781856" y="76723"/>
                  <a:pt x="778842" y="77353"/>
                </a:cubicBezTo>
                <a:cubicBezTo>
                  <a:pt x="775861" y="77982"/>
                  <a:pt x="772235" y="78297"/>
                  <a:pt x="767962" y="78297"/>
                </a:cubicBezTo>
                <a:cubicBezTo>
                  <a:pt x="762398" y="78297"/>
                  <a:pt x="757463" y="77270"/>
                  <a:pt x="753157" y="75216"/>
                </a:cubicBezTo>
                <a:cubicBezTo>
                  <a:pt x="748885" y="73163"/>
                  <a:pt x="745523" y="70033"/>
                  <a:pt x="743072" y="65827"/>
                </a:cubicBezTo>
                <a:cubicBezTo>
                  <a:pt x="740654" y="61620"/>
                  <a:pt x="739446" y="56321"/>
                  <a:pt x="739446" y="49929"/>
                </a:cubicBezTo>
                <a:cubicBezTo>
                  <a:pt x="739446" y="43437"/>
                  <a:pt x="740539" y="38039"/>
                  <a:pt x="742725" y="33733"/>
                </a:cubicBezTo>
                <a:cubicBezTo>
                  <a:pt x="744944" y="29394"/>
                  <a:pt x="748024" y="26149"/>
                  <a:pt x="751965" y="23996"/>
                </a:cubicBezTo>
                <a:cubicBezTo>
                  <a:pt x="755906" y="21810"/>
                  <a:pt x="760494" y="20717"/>
                  <a:pt x="765727" y="20717"/>
                </a:cubicBezTo>
                <a:close/>
                <a:moveTo>
                  <a:pt x="765826" y="31497"/>
                </a:moveTo>
                <a:cubicBezTo>
                  <a:pt x="762878" y="31497"/>
                  <a:pt x="760427" y="32441"/>
                  <a:pt x="758473" y="34329"/>
                </a:cubicBezTo>
                <a:cubicBezTo>
                  <a:pt x="756552" y="36217"/>
                  <a:pt x="755443" y="39181"/>
                  <a:pt x="755145" y="43222"/>
                </a:cubicBezTo>
                <a:lnTo>
                  <a:pt x="776408" y="43222"/>
                </a:lnTo>
                <a:cubicBezTo>
                  <a:pt x="776375" y="40970"/>
                  <a:pt x="775961" y="38966"/>
                  <a:pt x="775166" y="37211"/>
                </a:cubicBezTo>
                <a:cubicBezTo>
                  <a:pt x="774404" y="35455"/>
                  <a:pt x="773245" y="34064"/>
                  <a:pt x="771688" y="33038"/>
                </a:cubicBezTo>
                <a:cubicBezTo>
                  <a:pt x="770165" y="32011"/>
                  <a:pt x="768211" y="31497"/>
                  <a:pt x="765826" y="314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4D4BEF-6C24-4123-9625-6FA49417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908" y="3400909"/>
            <a:ext cx="146260" cy="146260"/>
          </a:xfrm>
          <a:custGeom xmlns:a="http://schemas.openxmlformats.org/drawingml/2006/main">
            <a:pathLst>
              <a:path w="146260" h="146260">
                <a:moveTo>
                  <a:pt x="0" y="0"/>
                </a:moveTo>
                <a:lnTo>
                  <a:pt x="146260" y="0"/>
                </a:lnTo>
                <a:lnTo>
                  <a:pt x="146260" y="146260"/>
                </a:lnTo>
                <a:lnTo>
                  <a:pt x="0" y="1462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DB08D0-3B60-4511-9CB2-42E3E8BA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549" y="3394550"/>
            <a:ext cx="158978" cy="158978"/>
          </a:xfrm>
          <a:custGeom xmlns:a="http://schemas.openxmlformats.org/drawingml/2006/main">
            <a:pathLst>
              <a:path w="158978" h="158978">
                <a:moveTo>
                  <a:pt x="0" y="152619"/>
                </a:moveTo>
                <a:lnTo>
                  <a:pt x="0" y="158978"/>
                </a:lnTo>
                <a:lnTo>
                  <a:pt x="6359" y="158978"/>
                </a:lnTo>
                <a:lnTo>
                  <a:pt x="152619" y="158978"/>
                </a:lnTo>
                <a:lnTo>
                  <a:pt x="158978" y="158978"/>
                </a:lnTo>
                <a:lnTo>
                  <a:pt x="158978" y="152619"/>
                </a:lnTo>
                <a:lnTo>
                  <a:pt x="158978" y="6359"/>
                </a:lnTo>
                <a:lnTo>
                  <a:pt x="158978" y="0"/>
                </a:lnTo>
                <a:lnTo>
                  <a:pt x="152619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52619"/>
                </a:lnTo>
                <a:close/>
                <a:moveTo>
                  <a:pt x="12718" y="12718"/>
                </a:moveTo>
                <a:lnTo>
                  <a:pt x="146260" y="12718"/>
                </a:lnTo>
                <a:lnTo>
                  <a:pt x="146260" y="146260"/>
                </a:lnTo>
                <a:lnTo>
                  <a:pt x="12718" y="146260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B551CC-F2B6-4711-B3FE-D9747650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6857" y="3431711"/>
            <a:ext cx="816848" cy="78297"/>
          </a:xfrm>
          <a:custGeom xmlns:a="http://schemas.openxmlformats.org/drawingml/2006/main">
            <a:pathLst>
              <a:path w="816848" h="78297">
                <a:moveTo>
                  <a:pt x="0" y="77303"/>
                </a:moveTo>
                <a:close/>
                <a:moveTo>
                  <a:pt x="53605" y="77303"/>
                </a:moveTo>
                <a:lnTo>
                  <a:pt x="48339" y="60014"/>
                </a:lnTo>
                <a:lnTo>
                  <a:pt x="21859" y="60014"/>
                </a:lnTo>
                <a:lnTo>
                  <a:pt x="16593" y="77303"/>
                </a:lnTo>
                <a:lnTo>
                  <a:pt x="0" y="77303"/>
                </a:lnTo>
                <a:lnTo>
                  <a:pt x="25635" y="4372"/>
                </a:lnTo>
                <a:lnTo>
                  <a:pt x="44464" y="4372"/>
                </a:lnTo>
                <a:lnTo>
                  <a:pt x="70199" y="77303"/>
                </a:lnTo>
                <a:lnTo>
                  <a:pt x="53605" y="77303"/>
                </a:lnTo>
                <a:close/>
                <a:moveTo>
                  <a:pt x="44663" y="47097"/>
                </a:moveTo>
                <a:lnTo>
                  <a:pt x="39397" y="30206"/>
                </a:lnTo>
                <a:cubicBezTo>
                  <a:pt x="39065" y="29080"/>
                  <a:pt x="38618" y="27639"/>
                  <a:pt x="38055" y="25884"/>
                </a:cubicBezTo>
                <a:cubicBezTo>
                  <a:pt x="37525" y="24095"/>
                  <a:pt x="36979" y="22290"/>
                  <a:pt x="36416" y="20468"/>
                </a:cubicBezTo>
                <a:cubicBezTo>
                  <a:pt x="35886" y="18614"/>
                  <a:pt x="35455" y="17007"/>
                  <a:pt x="35124" y="15649"/>
                </a:cubicBezTo>
                <a:cubicBezTo>
                  <a:pt x="34793" y="17007"/>
                  <a:pt x="34329" y="18696"/>
                  <a:pt x="33733" y="20717"/>
                </a:cubicBezTo>
                <a:cubicBezTo>
                  <a:pt x="33170" y="22704"/>
                  <a:pt x="32624" y="24592"/>
                  <a:pt x="32094" y="26380"/>
                </a:cubicBezTo>
                <a:cubicBezTo>
                  <a:pt x="31564" y="28169"/>
                  <a:pt x="31183" y="29444"/>
                  <a:pt x="30951" y="30206"/>
                </a:cubicBezTo>
                <a:lnTo>
                  <a:pt x="25735" y="47097"/>
                </a:lnTo>
                <a:lnTo>
                  <a:pt x="44663" y="47097"/>
                </a:lnTo>
                <a:close/>
                <a:moveTo>
                  <a:pt x="70248" y="77303"/>
                </a:moveTo>
                <a:close/>
                <a:moveTo>
                  <a:pt x="100752" y="78297"/>
                </a:moveTo>
                <a:cubicBezTo>
                  <a:pt x="95254" y="78297"/>
                  <a:pt x="90568" y="77303"/>
                  <a:pt x="86693" y="75316"/>
                </a:cubicBezTo>
                <a:cubicBezTo>
                  <a:pt x="82818" y="73295"/>
                  <a:pt x="79870" y="70182"/>
                  <a:pt x="77849" y="65976"/>
                </a:cubicBezTo>
                <a:cubicBezTo>
                  <a:pt x="75829" y="61770"/>
                  <a:pt x="74819" y="56387"/>
                  <a:pt x="74819" y="49830"/>
                </a:cubicBezTo>
                <a:cubicBezTo>
                  <a:pt x="74819" y="43040"/>
                  <a:pt x="75962" y="37509"/>
                  <a:pt x="78247" y="33236"/>
                </a:cubicBezTo>
                <a:cubicBezTo>
                  <a:pt x="80565" y="28931"/>
                  <a:pt x="83761" y="25768"/>
                  <a:pt x="87835" y="23747"/>
                </a:cubicBezTo>
                <a:cubicBezTo>
                  <a:pt x="91942" y="21727"/>
                  <a:pt x="96695" y="20717"/>
                  <a:pt x="102094" y="20717"/>
                </a:cubicBezTo>
                <a:cubicBezTo>
                  <a:pt x="105936" y="20717"/>
                  <a:pt x="109248" y="21098"/>
                  <a:pt x="112030" y="21859"/>
                </a:cubicBezTo>
                <a:cubicBezTo>
                  <a:pt x="114845" y="22588"/>
                  <a:pt x="117296" y="23466"/>
                  <a:pt x="119382" y="24493"/>
                </a:cubicBezTo>
                <a:lnTo>
                  <a:pt x="114911" y="36217"/>
                </a:lnTo>
                <a:cubicBezTo>
                  <a:pt x="112526" y="35257"/>
                  <a:pt x="110307" y="34478"/>
                  <a:pt x="108254" y="33882"/>
                </a:cubicBezTo>
                <a:cubicBezTo>
                  <a:pt x="106201" y="33253"/>
                  <a:pt x="104147" y="32938"/>
                  <a:pt x="102094" y="32938"/>
                </a:cubicBezTo>
                <a:cubicBezTo>
                  <a:pt x="99444" y="32938"/>
                  <a:pt x="97241" y="33568"/>
                  <a:pt x="95486" y="34826"/>
                </a:cubicBezTo>
                <a:cubicBezTo>
                  <a:pt x="93731" y="36052"/>
                  <a:pt x="92422" y="37906"/>
                  <a:pt x="91561" y="40390"/>
                </a:cubicBezTo>
                <a:cubicBezTo>
                  <a:pt x="90700" y="42874"/>
                  <a:pt x="90270" y="45988"/>
                  <a:pt x="90270" y="49730"/>
                </a:cubicBezTo>
                <a:cubicBezTo>
                  <a:pt x="90270" y="53407"/>
                  <a:pt x="90733" y="56454"/>
                  <a:pt x="91661" y="58871"/>
                </a:cubicBezTo>
                <a:cubicBezTo>
                  <a:pt x="92588" y="61289"/>
                  <a:pt x="93929" y="63094"/>
                  <a:pt x="95685" y="64287"/>
                </a:cubicBezTo>
                <a:cubicBezTo>
                  <a:pt x="97440" y="65446"/>
                  <a:pt x="99576" y="66025"/>
                  <a:pt x="102094" y="66025"/>
                </a:cubicBezTo>
                <a:cubicBezTo>
                  <a:pt x="105240" y="66025"/>
                  <a:pt x="108039" y="65611"/>
                  <a:pt x="110490" y="64783"/>
                </a:cubicBezTo>
                <a:cubicBezTo>
                  <a:pt x="112940" y="63922"/>
                  <a:pt x="115325" y="62730"/>
                  <a:pt x="117644" y="61206"/>
                </a:cubicBezTo>
                <a:lnTo>
                  <a:pt x="117644" y="74173"/>
                </a:lnTo>
                <a:cubicBezTo>
                  <a:pt x="115325" y="75630"/>
                  <a:pt x="112891" y="76674"/>
                  <a:pt x="110341" y="77303"/>
                </a:cubicBezTo>
                <a:cubicBezTo>
                  <a:pt x="107823" y="77965"/>
                  <a:pt x="104627" y="78297"/>
                  <a:pt x="100752" y="78297"/>
                </a:cubicBezTo>
                <a:close/>
                <a:moveTo>
                  <a:pt x="122612" y="77303"/>
                </a:moveTo>
                <a:close/>
                <a:moveTo>
                  <a:pt x="153960" y="66224"/>
                </a:moveTo>
                <a:cubicBezTo>
                  <a:pt x="155616" y="66224"/>
                  <a:pt x="157222" y="66059"/>
                  <a:pt x="158779" y="65727"/>
                </a:cubicBezTo>
                <a:cubicBezTo>
                  <a:pt x="160369" y="65396"/>
                  <a:pt x="161942" y="64982"/>
                  <a:pt x="163499" y="64485"/>
                </a:cubicBezTo>
                <a:lnTo>
                  <a:pt x="163499" y="75763"/>
                </a:lnTo>
                <a:cubicBezTo>
                  <a:pt x="161876" y="76492"/>
                  <a:pt x="159856" y="77088"/>
                  <a:pt x="157438" y="77551"/>
                </a:cubicBezTo>
                <a:cubicBezTo>
                  <a:pt x="155053" y="78048"/>
                  <a:pt x="152437" y="78297"/>
                  <a:pt x="149588" y="78297"/>
                </a:cubicBezTo>
                <a:cubicBezTo>
                  <a:pt x="146276" y="78297"/>
                  <a:pt x="143295" y="77767"/>
                  <a:pt x="140646" y="76707"/>
                </a:cubicBezTo>
                <a:cubicBezTo>
                  <a:pt x="138029" y="75614"/>
                  <a:pt x="135959" y="73743"/>
                  <a:pt x="134436" y="71093"/>
                </a:cubicBezTo>
                <a:cubicBezTo>
                  <a:pt x="132945" y="68410"/>
                  <a:pt x="132200" y="64684"/>
                  <a:pt x="132200" y="59915"/>
                </a:cubicBezTo>
                <a:lnTo>
                  <a:pt x="132200" y="33137"/>
                </a:lnTo>
                <a:lnTo>
                  <a:pt x="124947" y="33137"/>
                </a:lnTo>
                <a:lnTo>
                  <a:pt x="124947" y="26728"/>
                </a:lnTo>
                <a:lnTo>
                  <a:pt x="133293" y="21661"/>
                </a:lnTo>
                <a:lnTo>
                  <a:pt x="137665" y="9936"/>
                </a:lnTo>
                <a:lnTo>
                  <a:pt x="147353" y="9936"/>
                </a:lnTo>
                <a:lnTo>
                  <a:pt x="147353" y="21760"/>
                </a:lnTo>
                <a:lnTo>
                  <a:pt x="162903" y="21760"/>
                </a:lnTo>
                <a:lnTo>
                  <a:pt x="162903" y="33137"/>
                </a:lnTo>
                <a:lnTo>
                  <a:pt x="147353" y="33137"/>
                </a:lnTo>
                <a:lnTo>
                  <a:pt x="147353" y="59915"/>
                </a:lnTo>
                <a:cubicBezTo>
                  <a:pt x="147353" y="62034"/>
                  <a:pt x="147949" y="63624"/>
                  <a:pt x="149141" y="64684"/>
                </a:cubicBezTo>
                <a:cubicBezTo>
                  <a:pt x="150367" y="65711"/>
                  <a:pt x="151973" y="66224"/>
                  <a:pt x="153960" y="66224"/>
                </a:cubicBezTo>
                <a:close/>
                <a:moveTo>
                  <a:pt x="166827" y="77303"/>
                </a:moveTo>
                <a:close/>
                <a:moveTo>
                  <a:pt x="189929" y="21760"/>
                </a:moveTo>
                <a:lnTo>
                  <a:pt x="189929" y="77303"/>
                </a:lnTo>
                <a:lnTo>
                  <a:pt x="174776" y="77303"/>
                </a:lnTo>
                <a:lnTo>
                  <a:pt x="174776" y="21760"/>
                </a:lnTo>
                <a:lnTo>
                  <a:pt x="189929" y="21760"/>
                </a:lnTo>
                <a:close/>
                <a:moveTo>
                  <a:pt x="182377" y="0"/>
                </a:moveTo>
                <a:cubicBezTo>
                  <a:pt x="184630" y="0"/>
                  <a:pt x="186567" y="530"/>
                  <a:pt x="188190" y="1590"/>
                </a:cubicBezTo>
                <a:cubicBezTo>
                  <a:pt x="189813" y="2617"/>
                  <a:pt x="190624" y="4554"/>
                  <a:pt x="190624" y="7402"/>
                </a:cubicBezTo>
                <a:cubicBezTo>
                  <a:pt x="190624" y="10218"/>
                  <a:pt x="189813" y="12172"/>
                  <a:pt x="188190" y="13265"/>
                </a:cubicBezTo>
                <a:cubicBezTo>
                  <a:pt x="186567" y="14325"/>
                  <a:pt x="184630" y="14854"/>
                  <a:pt x="182377" y="14854"/>
                </a:cubicBezTo>
                <a:cubicBezTo>
                  <a:pt x="180092" y="14854"/>
                  <a:pt x="178138" y="14325"/>
                  <a:pt x="176515" y="13265"/>
                </a:cubicBezTo>
                <a:cubicBezTo>
                  <a:pt x="174925" y="12172"/>
                  <a:pt x="174130" y="10218"/>
                  <a:pt x="174130" y="7402"/>
                </a:cubicBezTo>
                <a:cubicBezTo>
                  <a:pt x="174130" y="4554"/>
                  <a:pt x="174925" y="2617"/>
                  <a:pt x="176515" y="1590"/>
                </a:cubicBezTo>
                <a:cubicBezTo>
                  <a:pt x="178138" y="530"/>
                  <a:pt x="180092" y="0"/>
                  <a:pt x="182377" y="0"/>
                </a:cubicBezTo>
                <a:close/>
                <a:moveTo>
                  <a:pt x="197927" y="77303"/>
                </a:moveTo>
                <a:close/>
                <a:moveTo>
                  <a:pt x="219091" y="77303"/>
                </a:moveTo>
                <a:lnTo>
                  <a:pt x="197927" y="21760"/>
                </a:lnTo>
                <a:lnTo>
                  <a:pt x="213775" y="21760"/>
                </a:lnTo>
                <a:lnTo>
                  <a:pt x="224506" y="53407"/>
                </a:lnTo>
                <a:cubicBezTo>
                  <a:pt x="225103" y="55261"/>
                  <a:pt x="225566" y="57215"/>
                  <a:pt x="225898" y="59269"/>
                </a:cubicBezTo>
                <a:cubicBezTo>
                  <a:pt x="226262" y="61322"/>
                  <a:pt x="226510" y="63161"/>
                  <a:pt x="226643" y="64783"/>
                </a:cubicBezTo>
                <a:lnTo>
                  <a:pt x="227040" y="64783"/>
                </a:lnTo>
                <a:cubicBezTo>
                  <a:pt x="227140" y="63028"/>
                  <a:pt x="227371" y="61157"/>
                  <a:pt x="227736" y="59170"/>
                </a:cubicBezTo>
                <a:cubicBezTo>
                  <a:pt x="228133" y="57182"/>
                  <a:pt x="228647" y="55261"/>
                  <a:pt x="229276" y="53407"/>
                </a:cubicBezTo>
                <a:lnTo>
                  <a:pt x="239957" y="21760"/>
                </a:lnTo>
                <a:lnTo>
                  <a:pt x="255805" y="21760"/>
                </a:lnTo>
                <a:lnTo>
                  <a:pt x="234641" y="77303"/>
                </a:lnTo>
                <a:lnTo>
                  <a:pt x="219091" y="77303"/>
                </a:lnTo>
                <a:close/>
                <a:moveTo>
                  <a:pt x="255855" y="77303"/>
                </a:moveTo>
                <a:close/>
                <a:moveTo>
                  <a:pt x="286558" y="20617"/>
                </a:moveTo>
                <a:cubicBezTo>
                  <a:pt x="294010" y="20617"/>
                  <a:pt x="299723" y="22240"/>
                  <a:pt x="303697" y="25486"/>
                </a:cubicBezTo>
                <a:cubicBezTo>
                  <a:pt x="307672" y="28732"/>
                  <a:pt x="309659" y="33667"/>
                  <a:pt x="309659" y="40291"/>
                </a:cubicBezTo>
                <a:lnTo>
                  <a:pt x="309659" y="77303"/>
                </a:lnTo>
                <a:lnTo>
                  <a:pt x="299077" y="77303"/>
                </a:lnTo>
                <a:lnTo>
                  <a:pt x="296146" y="69752"/>
                </a:lnTo>
                <a:lnTo>
                  <a:pt x="295748" y="69752"/>
                </a:lnTo>
                <a:cubicBezTo>
                  <a:pt x="294159" y="71739"/>
                  <a:pt x="292536" y="73362"/>
                  <a:pt x="290880" y="74620"/>
                </a:cubicBezTo>
                <a:cubicBezTo>
                  <a:pt x="289224" y="75879"/>
                  <a:pt x="287319" y="76806"/>
                  <a:pt x="285166" y="77402"/>
                </a:cubicBezTo>
                <a:cubicBezTo>
                  <a:pt x="283014" y="77998"/>
                  <a:pt x="280397" y="78297"/>
                  <a:pt x="277317" y="78297"/>
                </a:cubicBezTo>
                <a:cubicBezTo>
                  <a:pt x="274038" y="78297"/>
                  <a:pt x="271090" y="77667"/>
                  <a:pt x="268474" y="76409"/>
                </a:cubicBezTo>
                <a:cubicBezTo>
                  <a:pt x="265890" y="75150"/>
                  <a:pt x="263854" y="73229"/>
                  <a:pt x="262363" y="70646"/>
                </a:cubicBezTo>
                <a:cubicBezTo>
                  <a:pt x="260873" y="68029"/>
                  <a:pt x="260127" y="64717"/>
                  <a:pt x="260127" y="60710"/>
                </a:cubicBezTo>
                <a:cubicBezTo>
                  <a:pt x="260127" y="54814"/>
                  <a:pt x="262197" y="50475"/>
                  <a:pt x="266338" y="47693"/>
                </a:cubicBezTo>
                <a:cubicBezTo>
                  <a:pt x="270478" y="44878"/>
                  <a:pt x="276688" y="43321"/>
                  <a:pt x="284968" y="43023"/>
                </a:cubicBezTo>
                <a:lnTo>
                  <a:pt x="294606" y="42725"/>
                </a:lnTo>
                <a:lnTo>
                  <a:pt x="294606" y="40291"/>
                </a:lnTo>
                <a:cubicBezTo>
                  <a:pt x="294606" y="37376"/>
                  <a:pt x="293844" y="35240"/>
                  <a:pt x="292320" y="33882"/>
                </a:cubicBezTo>
                <a:cubicBezTo>
                  <a:pt x="290797" y="32524"/>
                  <a:pt x="288677" y="31845"/>
                  <a:pt x="285961" y="31845"/>
                </a:cubicBezTo>
                <a:cubicBezTo>
                  <a:pt x="283279" y="31845"/>
                  <a:pt x="280646" y="32226"/>
                  <a:pt x="278062" y="32988"/>
                </a:cubicBezTo>
                <a:cubicBezTo>
                  <a:pt x="275479" y="33750"/>
                  <a:pt x="272895" y="34710"/>
                  <a:pt x="270312" y="35869"/>
                </a:cubicBezTo>
                <a:lnTo>
                  <a:pt x="265294" y="25635"/>
                </a:lnTo>
                <a:cubicBezTo>
                  <a:pt x="268242" y="24079"/>
                  <a:pt x="271537" y="22853"/>
                  <a:pt x="275181" y="21959"/>
                </a:cubicBezTo>
                <a:cubicBezTo>
                  <a:pt x="278857" y="21065"/>
                  <a:pt x="282649" y="20617"/>
                  <a:pt x="286558" y="20617"/>
                </a:cubicBezTo>
                <a:close/>
                <a:moveTo>
                  <a:pt x="294606" y="51568"/>
                </a:moveTo>
                <a:lnTo>
                  <a:pt x="288743" y="51767"/>
                </a:lnTo>
                <a:cubicBezTo>
                  <a:pt x="283842" y="51900"/>
                  <a:pt x="280430" y="52777"/>
                  <a:pt x="278509" y="54400"/>
                </a:cubicBezTo>
                <a:cubicBezTo>
                  <a:pt x="276621" y="56023"/>
                  <a:pt x="275677" y="58159"/>
                  <a:pt x="275677" y="60809"/>
                </a:cubicBezTo>
                <a:cubicBezTo>
                  <a:pt x="275677" y="63127"/>
                  <a:pt x="276356" y="64783"/>
                  <a:pt x="277714" y="65777"/>
                </a:cubicBezTo>
                <a:cubicBezTo>
                  <a:pt x="279072" y="66738"/>
                  <a:pt x="280844" y="67218"/>
                  <a:pt x="283030" y="67218"/>
                </a:cubicBezTo>
                <a:cubicBezTo>
                  <a:pt x="286276" y="67218"/>
                  <a:pt x="289008" y="66257"/>
                  <a:pt x="291227" y="64336"/>
                </a:cubicBezTo>
                <a:cubicBezTo>
                  <a:pt x="293480" y="62415"/>
                  <a:pt x="294606" y="59683"/>
                  <a:pt x="294606" y="56139"/>
                </a:cubicBezTo>
                <a:lnTo>
                  <a:pt x="294606" y="51568"/>
                </a:lnTo>
                <a:close/>
                <a:moveTo>
                  <a:pt x="317359" y="77303"/>
                </a:moveTo>
                <a:close/>
                <a:moveTo>
                  <a:pt x="348708" y="66224"/>
                </a:moveTo>
                <a:cubicBezTo>
                  <a:pt x="350364" y="66224"/>
                  <a:pt x="351970" y="66059"/>
                  <a:pt x="353527" y="65727"/>
                </a:cubicBezTo>
                <a:cubicBezTo>
                  <a:pt x="355117" y="65396"/>
                  <a:pt x="356690" y="64982"/>
                  <a:pt x="358247" y="64485"/>
                </a:cubicBezTo>
                <a:lnTo>
                  <a:pt x="358247" y="75763"/>
                </a:lnTo>
                <a:cubicBezTo>
                  <a:pt x="356624" y="76492"/>
                  <a:pt x="354603" y="77088"/>
                  <a:pt x="352186" y="77551"/>
                </a:cubicBezTo>
                <a:cubicBezTo>
                  <a:pt x="349801" y="78048"/>
                  <a:pt x="347184" y="78297"/>
                  <a:pt x="344336" y="78297"/>
                </a:cubicBezTo>
                <a:cubicBezTo>
                  <a:pt x="341024" y="78297"/>
                  <a:pt x="338043" y="77767"/>
                  <a:pt x="335394" y="76707"/>
                </a:cubicBezTo>
                <a:cubicBezTo>
                  <a:pt x="332777" y="75614"/>
                  <a:pt x="330707" y="73743"/>
                  <a:pt x="329183" y="71093"/>
                </a:cubicBezTo>
                <a:cubicBezTo>
                  <a:pt x="327693" y="68410"/>
                  <a:pt x="326948" y="64684"/>
                  <a:pt x="326948" y="59915"/>
                </a:cubicBezTo>
                <a:lnTo>
                  <a:pt x="326948" y="33137"/>
                </a:lnTo>
                <a:lnTo>
                  <a:pt x="319694" y="33137"/>
                </a:lnTo>
                <a:lnTo>
                  <a:pt x="319694" y="26728"/>
                </a:lnTo>
                <a:lnTo>
                  <a:pt x="328041" y="21661"/>
                </a:lnTo>
                <a:lnTo>
                  <a:pt x="332413" y="9936"/>
                </a:lnTo>
                <a:lnTo>
                  <a:pt x="342100" y="9936"/>
                </a:lnTo>
                <a:lnTo>
                  <a:pt x="342100" y="21760"/>
                </a:lnTo>
                <a:lnTo>
                  <a:pt x="357650" y="21760"/>
                </a:lnTo>
                <a:lnTo>
                  <a:pt x="357650" y="33137"/>
                </a:lnTo>
                <a:lnTo>
                  <a:pt x="342100" y="33137"/>
                </a:lnTo>
                <a:lnTo>
                  <a:pt x="342100" y="59915"/>
                </a:lnTo>
                <a:cubicBezTo>
                  <a:pt x="342100" y="62034"/>
                  <a:pt x="342697" y="63624"/>
                  <a:pt x="343889" y="64684"/>
                </a:cubicBezTo>
                <a:cubicBezTo>
                  <a:pt x="345114" y="65711"/>
                  <a:pt x="346721" y="66224"/>
                  <a:pt x="348708" y="66224"/>
                </a:cubicBezTo>
                <a:close/>
                <a:moveTo>
                  <a:pt x="361575" y="77303"/>
                </a:moveTo>
                <a:close/>
                <a:moveTo>
                  <a:pt x="392427" y="20717"/>
                </a:moveTo>
                <a:cubicBezTo>
                  <a:pt x="397560" y="20717"/>
                  <a:pt x="401982" y="21710"/>
                  <a:pt x="405692" y="23698"/>
                </a:cubicBezTo>
                <a:cubicBezTo>
                  <a:pt x="409401" y="25652"/>
                  <a:pt x="412266" y="28500"/>
                  <a:pt x="414286" y="32243"/>
                </a:cubicBezTo>
                <a:cubicBezTo>
                  <a:pt x="416307" y="35985"/>
                  <a:pt x="417317" y="40556"/>
                  <a:pt x="417317" y="45955"/>
                </a:cubicBezTo>
                <a:lnTo>
                  <a:pt x="417317" y="53307"/>
                </a:lnTo>
                <a:lnTo>
                  <a:pt x="381497" y="53307"/>
                </a:lnTo>
                <a:cubicBezTo>
                  <a:pt x="381663" y="57580"/>
                  <a:pt x="382938" y="60941"/>
                  <a:pt x="385322" y="63392"/>
                </a:cubicBezTo>
                <a:cubicBezTo>
                  <a:pt x="387740" y="65810"/>
                  <a:pt x="391085" y="67019"/>
                  <a:pt x="395358" y="67019"/>
                </a:cubicBezTo>
                <a:cubicBezTo>
                  <a:pt x="398902" y="67019"/>
                  <a:pt x="402148" y="66655"/>
                  <a:pt x="405095" y="65926"/>
                </a:cubicBezTo>
                <a:cubicBezTo>
                  <a:pt x="408043" y="65197"/>
                  <a:pt x="411074" y="64104"/>
                  <a:pt x="414187" y="62647"/>
                </a:cubicBezTo>
                <a:lnTo>
                  <a:pt x="414187" y="74372"/>
                </a:lnTo>
                <a:cubicBezTo>
                  <a:pt x="411438" y="75730"/>
                  <a:pt x="408556" y="76723"/>
                  <a:pt x="405542" y="77353"/>
                </a:cubicBezTo>
                <a:cubicBezTo>
                  <a:pt x="402562" y="77982"/>
                  <a:pt x="398935" y="78297"/>
                  <a:pt x="394662" y="78297"/>
                </a:cubicBezTo>
                <a:cubicBezTo>
                  <a:pt x="389098" y="78297"/>
                  <a:pt x="384163" y="77270"/>
                  <a:pt x="379858" y="75216"/>
                </a:cubicBezTo>
                <a:cubicBezTo>
                  <a:pt x="375585" y="73163"/>
                  <a:pt x="372223" y="70033"/>
                  <a:pt x="369772" y="65827"/>
                </a:cubicBezTo>
                <a:cubicBezTo>
                  <a:pt x="367355" y="61620"/>
                  <a:pt x="366146" y="56321"/>
                  <a:pt x="366146" y="49929"/>
                </a:cubicBezTo>
                <a:cubicBezTo>
                  <a:pt x="366146" y="43437"/>
                  <a:pt x="367239" y="38039"/>
                  <a:pt x="369425" y="33733"/>
                </a:cubicBezTo>
                <a:cubicBezTo>
                  <a:pt x="371644" y="29394"/>
                  <a:pt x="374724" y="26149"/>
                  <a:pt x="378665" y="23996"/>
                </a:cubicBezTo>
                <a:cubicBezTo>
                  <a:pt x="382607" y="21810"/>
                  <a:pt x="387194" y="20717"/>
                  <a:pt x="392427" y="20717"/>
                </a:cubicBezTo>
                <a:close/>
                <a:moveTo>
                  <a:pt x="392526" y="31497"/>
                </a:moveTo>
                <a:cubicBezTo>
                  <a:pt x="389578" y="31497"/>
                  <a:pt x="387128" y="32441"/>
                  <a:pt x="385173" y="34329"/>
                </a:cubicBezTo>
                <a:cubicBezTo>
                  <a:pt x="383252" y="36217"/>
                  <a:pt x="382143" y="39181"/>
                  <a:pt x="381845" y="43222"/>
                </a:cubicBezTo>
                <a:lnTo>
                  <a:pt x="403108" y="43222"/>
                </a:lnTo>
                <a:cubicBezTo>
                  <a:pt x="403075" y="40970"/>
                  <a:pt x="402661" y="38966"/>
                  <a:pt x="401866" y="37211"/>
                </a:cubicBezTo>
                <a:cubicBezTo>
                  <a:pt x="401104" y="35455"/>
                  <a:pt x="399945" y="34064"/>
                  <a:pt x="398388" y="33038"/>
                </a:cubicBezTo>
                <a:cubicBezTo>
                  <a:pt x="396865" y="32011"/>
                  <a:pt x="394911" y="31497"/>
                  <a:pt x="392526" y="31497"/>
                </a:cubicBezTo>
                <a:close/>
                <a:moveTo>
                  <a:pt x="421689" y="77303"/>
                </a:moveTo>
                <a:close/>
                <a:moveTo>
                  <a:pt x="447224" y="78297"/>
                </a:moveTo>
                <a:cubicBezTo>
                  <a:pt x="441031" y="78297"/>
                  <a:pt x="435980" y="75879"/>
                  <a:pt x="432072" y="71043"/>
                </a:cubicBezTo>
                <a:cubicBezTo>
                  <a:pt x="428197" y="66175"/>
                  <a:pt x="426259" y="59037"/>
                  <a:pt x="426259" y="49631"/>
                </a:cubicBezTo>
                <a:cubicBezTo>
                  <a:pt x="426259" y="40125"/>
                  <a:pt x="428230" y="32938"/>
                  <a:pt x="432171" y="28070"/>
                </a:cubicBezTo>
                <a:cubicBezTo>
                  <a:pt x="436113" y="23168"/>
                  <a:pt x="441263" y="20717"/>
                  <a:pt x="447622" y="20717"/>
                </a:cubicBezTo>
                <a:cubicBezTo>
                  <a:pt x="450272" y="20717"/>
                  <a:pt x="452607" y="21081"/>
                  <a:pt x="454627" y="21810"/>
                </a:cubicBezTo>
                <a:cubicBezTo>
                  <a:pt x="456647" y="22538"/>
                  <a:pt x="458386" y="23515"/>
                  <a:pt x="459843" y="24741"/>
                </a:cubicBezTo>
                <a:cubicBezTo>
                  <a:pt x="461334" y="25966"/>
                  <a:pt x="462592" y="27341"/>
                  <a:pt x="463619" y="28864"/>
                </a:cubicBezTo>
                <a:lnTo>
                  <a:pt x="464116" y="28864"/>
                </a:lnTo>
                <a:cubicBezTo>
                  <a:pt x="463917" y="27805"/>
                  <a:pt x="463669" y="26248"/>
                  <a:pt x="463371" y="24194"/>
                </a:cubicBezTo>
                <a:cubicBezTo>
                  <a:pt x="463106" y="22108"/>
                  <a:pt x="462973" y="19972"/>
                  <a:pt x="462973" y="17786"/>
                </a:cubicBezTo>
                <a:lnTo>
                  <a:pt x="462973" y="0"/>
                </a:lnTo>
                <a:lnTo>
                  <a:pt x="478175" y="0"/>
                </a:lnTo>
                <a:lnTo>
                  <a:pt x="478175" y="77303"/>
                </a:lnTo>
                <a:lnTo>
                  <a:pt x="466550" y="77303"/>
                </a:lnTo>
                <a:lnTo>
                  <a:pt x="463619" y="70099"/>
                </a:lnTo>
                <a:lnTo>
                  <a:pt x="462973" y="70099"/>
                </a:lnTo>
                <a:cubicBezTo>
                  <a:pt x="462013" y="71623"/>
                  <a:pt x="460804" y="73014"/>
                  <a:pt x="459347" y="74272"/>
                </a:cubicBezTo>
                <a:cubicBezTo>
                  <a:pt x="457922" y="75498"/>
                  <a:pt x="456217" y="76475"/>
                  <a:pt x="454229" y="77204"/>
                </a:cubicBezTo>
                <a:cubicBezTo>
                  <a:pt x="452242" y="77932"/>
                  <a:pt x="449907" y="78297"/>
                  <a:pt x="447224" y="78297"/>
                </a:cubicBezTo>
                <a:close/>
                <a:moveTo>
                  <a:pt x="452540" y="66224"/>
                </a:moveTo>
                <a:cubicBezTo>
                  <a:pt x="456680" y="66224"/>
                  <a:pt x="459595" y="64999"/>
                  <a:pt x="461284" y="62548"/>
                </a:cubicBezTo>
                <a:cubicBezTo>
                  <a:pt x="463006" y="60064"/>
                  <a:pt x="463917" y="56338"/>
                  <a:pt x="464017" y="51370"/>
                </a:cubicBezTo>
                <a:lnTo>
                  <a:pt x="464017" y="49730"/>
                </a:lnTo>
                <a:cubicBezTo>
                  <a:pt x="464017" y="44332"/>
                  <a:pt x="463188" y="40208"/>
                  <a:pt x="461533" y="37360"/>
                </a:cubicBezTo>
                <a:cubicBezTo>
                  <a:pt x="459876" y="34478"/>
                  <a:pt x="456796" y="33038"/>
                  <a:pt x="452292" y="33038"/>
                </a:cubicBezTo>
                <a:cubicBezTo>
                  <a:pt x="448947" y="33038"/>
                  <a:pt x="446330" y="34478"/>
                  <a:pt x="444442" y="37360"/>
                </a:cubicBezTo>
                <a:cubicBezTo>
                  <a:pt x="442555" y="40241"/>
                  <a:pt x="441611" y="44398"/>
                  <a:pt x="441611" y="49830"/>
                </a:cubicBezTo>
                <a:cubicBezTo>
                  <a:pt x="441611" y="55261"/>
                  <a:pt x="442555" y="59352"/>
                  <a:pt x="444442" y="62101"/>
                </a:cubicBezTo>
                <a:cubicBezTo>
                  <a:pt x="446363" y="64850"/>
                  <a:pt x="449063" y="66224"/>
                  <a:pt x="452540" y="66224"/>
                </a:cubicBezTo>
                <a:close/>
                <a:moveTo>
                  <a:pt x="512505" y="77303"/>
                </a:moveTo>
                <a:close/>
                <a:moveTo>
                  <a:pt x="549666" y="77303"/>
                </a:moveTo>
                <a:lnTo>
                  <a:pt x="534265" y="77303"/>
                </a:lnTo>
                <a:lnTo>
                  <a:pt x="534265" y="17488"/>
                </a:lnTo>
                <a:lnTo>
                  <a:pt x="514542" y="17488"/>
                </a:lnTo>
                <a:lnTo>
                  <a:pt x="514542" y="4670"/>
                </a:lnTo>
                <a:lnTo>
                  <a:pt x="569389" y="4670"/>
                </a:lnTo>
                <a:lnTo>
                  <a:pt x="569389" y="17488"/>
                </a:lnTo>
                <a:lnTo>
                  <a:pt x="549666" y="17488"/>
                </a:lnTo>
                <a:lnTo>
                  <a:pt x="549666" y="77303"/>
                </a:lnTo>
                <a:close/>
                <a:moveTo>
                  <a:pt x="571426" y="77303"/>
                </a:moveTo>
                <a:close/>
                <a:moveTo>
                  <a:pt x="629850" y="49432"/>
                </a:moveTo>
                <a:cubicBezTo>
                  <a:pt x="629850" y="54069"/>
                  <a:pt x="629221" y="58176"/>
                  <a:pt x="627962" y="61753"/>
                </a:cubicBezTo>
                <a:cubicBezTo>
                  <a:pt x="626737" y="65330"/>
                  <a:pt x="624932" y="68360"/>
                  <a:pt x="622547" y="70844"/>
                </a:cubicBezTo>
                <a:cubicBezTo>
                  <a:pt x="620196" y="73295"/>
                  <a:pt x="617347" y="75150"/>
                  <a:pt x="614002" y="76409"/>
                </a:cubicBezTo>
                <a:cubicBezTo>
                  <a:pt x="610690" y="77667"/>
                  <a:pt x="606947" y="78297"/>
                  <a:pt x="602774" y="78297"/>
                </a:cubicBezTo>
                <a:cubicBezTo>
                  <a:pt x="598866" y="78297"/>
                  <a:pt x="595273" y="77667"/>
                  <a:pt x="591994" y="76409"/>
                </a:cubicBezTo>
                <a:cubicBezTo>
                  <a:pt x="588748" y="75150"/>
                  <a:pt x="585916" y="73295"/>
                  <a:pt x="583498" y="70844"/>
                </a:cubicBezTo>
                <a:cubicBezTo>
                  <a:pt x="581114" y="68360"/>
                  <a:pt x="579259" y="65330"/>
                  <a:pt x="577934" y="61753"/>
                </a:cubicBezTo>
                <a:cubicBezTo>
                  <a:pt x="576642" y="58176"/>
                  <a:pt x="575997" y="54069"/>
                  <a:pt x="575997" y="49432"/>
                </a:cubicBezTo>
                <a:cubicBezTo>
                  <a:pt x="575997" y="43272"/>
                  <a:pt x="577089" y="38055"/>
                  <a:pt x="579275" y="33783"/>
                </a:cubicBezTo>
                <a:cubicBezTo>
                  <a:pt x="581461" y="29510"/>
                  <a:pt x="584575" y="26264"/>
                  <a:pt x="588615" y="24045"/>
                </a:cubicBezTo>
                <a:cubicBezTo>
                  <a:pt x="592656" y="21826"/>
                  <a:pt x="597475" y="20717"/>
                  <a:pt x="603072" y="20717"/>
                </a:cubicBezTo>
                <a:cubicBezTo>
                  <a:pt x="608272" y="20717"/>
                  <a:pt x="612876" y="21826"/>
                  <a:pt x="616884" y="24045"/>
                </a:cubicBezTo>
                <a:cubicBezTo>
                  <a:pt x="620924" y="26264"/>
                  <a:pt x="624087" y="29510"/>
                  <a:pt x="626373" y="33783"/>
                </a:cubicBezTo>
                <a:cubicBezTo>
                  <a:pt x="628691" y="38055"/>
                  <a:pt x="629850" y="43272"/>
                  <a:pt x="629850" y="49432"/>
                </a:cubicBezTo>
                <a:close/>
                <a:moveTo>
                  <a:pt x="591447" y="49432"/>
                </a:moveTo>
                <a:cubicBezTo>
                  <a:pt x="591447" y="53075"/>
                  <a:pt x="591845" y="56139"/>
                  <a:pt x="592639" y="58623"/>
                </a:cubicBezTo>
                <a:cubicBezTo>
                  <a:pt x="593434" y="61107"/>
                  <a:pt x="594676" y="62978"/>
                  <a:pt x="596366" y="64237"/>
                </a:cubicBezTo>
                <a:cubicBezTo>
                  <a:pt x="598055" y="65496"/>
                  <a:pt x="600257" y="66125"/>
                  <a:pt x="602973" y="66125"/>
                </a:cubicBezTo>
                <a:cubicBezTo>
                  <a:pt x="605656" y="66125"/>
                  <a:pt x="607825" y="65496"/>
                  <a:pt x="609481" y="64237"/>
                </a:cubicBezTo>
                <a:cubicBezTo>
                  <a:pt x="611170" y="62978"/>
                  <a:pt x="612396" y="61107"/>
                  <a:pt x="613158" y="58623"/>
                </a:cubicBezTo>
                <a:cubicBezTo>
                  <a:pt x="613952" y="56139"/>
                  <a:pt x="614350" y="53075"/>
                  <a:pt x="614350" y="49432"/>
                </a:cubicBezTo>
                <a:cubicBezTo>
                  <a:pt x="614350" y="45756"/>
                  <a:pt x="613952" y="42709"/>
                  <a:pt x="613158" y="40291"/>
                </a:cubicBezTo>
                <a:cubicBezTo>
                  <a:pt x="612396" y="37840"/>
                  <a:pt x="611170" y="36002"/>
                  <a:pt x="609481" y="34776"/>
                </a:cubicBezTo>
                <a:cubicBezTo>
                  <a:pt x="607792" y="33551"/>
                  <a:pt x="605590" y="32938"/>
                  <a:pt x="602874" y="32938"/>
                </a:cubicBezTo>
                <a:cubicBezTo>
                  <a:pt x="598866" y="32938"/>
                  <a:pt x="595952" y="34313"/>
                  <a:pt x="594130" y="37062"/>
                </a:cubicBezTo>
                <a:cubicBezTo>
                  <a:pt x="592341" y="39811"/>
                  <a:pt x="591447" y="43934"/>
                  <a:pt x="591447" y="49432"/>
                </a:cubicBezTo>
                <a:close/>
                <a:moveTo>
                  <a:pt x="634421" y="77303"/>
                </a:moveTo>
                <a:close/>
                <a:moveTo>
                  <a:pt x="657522" y="0"/>
                </a:moveTo>
                <a:lnTo>
                  <a:pt x="657522" y="34578"/>
                </a:lnTo>
                <a:cubicBezTo>
                  <a:pt x="657522" y="36664"/>
                  <a:pt x="657440" y="38751"/>
                  <a:pt x="657274" y="40837"/>
                </a:cubicBezTo>
                <a:cubicBezTo>
                  <a:pt x="657108" y="42924"/>
                  <a:pt x="656926" y="45011"/>
                  <a:pt x="656727" y="47097"/>
                </a:cubicBezTo>
                <a:lnTo>
                  <a:pt x="656926" y="47097"/>
                </a:lnTo>
                <a:cubicBezTo>
                  <a:pt x="657953" y="45640"/>
                  <a:pt x="658996" y="44199"/>
                  <a:pt x="660056" y="42775"/>
                </a:cubicBezTo>
                <a:cubicBezTo>
                  <a:pt x="661149" y="41351"/>
                  <a:pt x="662308" y="39976"/>
                  <a:pt x="663534" y="38651"/>
                </a:cubicBezTo>
                <a:lnTo>
                  <a:pt x="679084" y="21760"/>
                </a:lnTo>
                <a:lnTo>
                  <a:pt x="696174" y="21760"/>
                </a:lnTo>
                <a:lnTo>
                  <a:pt x="674116" y="45855"/>
                </a:lnTo>
                <a:lnTo>
                  <a:pt x="697515" y="77303"/>
                </a:lnTo>
                <a:lnTo>
                  <a:pt x="680028" y="77303"/>
                </a:lnTo>
                <a:lnTo>
                  <a:pt x="664030" y="54798"/>
                </a:lnTo>
                <a:lnTo>
                  <a:pt x="657522" y="60014"/>
                </a:lnTo>
                <a:lnTo>
                  <a:pt x="657522" y="77303"/>
                </a:lnTo>
                <a:lnTo>
                  <a:pt x="642370" y="77303"/>
                </a:lnTo>
                <a:lnTo>
                  <a:pt x="642370" y="0"/>
                </a:lnTo>
                <a:lnTo>
                  <a:pt x="657522" y="0"/>
                </a:lnTo>
                <a:close/>
                <a:moveTo>
                  <a:pt x="697515" y="77303"/>
                </a:moveTo>
                <a:close/>
                <a:moveTo>
                  <a:pt x="728367" y="20717"/>
                </a:moveTo>
                <a:cubicBezTo>
                  <a:pt x="733500" y="20717"/>
                  <a:pt x="737922" y="21710"/>
                  <a:pt x="741632" y="23698"/>
                </a:cubicBezTo>
                <a:cubicBezTo>
                  <a:pt x="745341" y="25652"/>
                  <a:pt x="748206" y="28500"/>
                  <a:pt x="750226" y="32243"/>
                </a:cubicBezTo>
                <a:cubicBezTo>
                  <a:pt x="752247" y="35985"/>
                  <a:pt x="753257" y="40556"/>
                  <a:pt x="753257" y="45955"/>
                </a:cubicBezTo>
                <a:lnTo>
                  <a:pt x="753257" y="53307"/>
                </a:lnTo>
                <a:lnTo>
                  <a:pt x="717437" y="53307"/>
                </a:lnTo>
                <a:cubicBezTo>
                  <a:pt x="717603" y="57580"/>
                  <a:pt x="718878" y="60941"/>
                  <a:pt x="721263" y="63392"/>
                </a:cubicBezTo>
                <a:cubicBezTo>
                  <a:pt x="723680" y="65810"/>
                  <a:pt x="727025" y="67019"/>
                  <a:pt x="731298" y="67019"/>
                </a:cubicBezTo>
                <a:cubicBezTo>
                  <a:pt x="734842" y="67019"/>
                  <a:pt x="738088" y="66655"/>
                  <a:pt x="741035" y="65926"/>
                </a:cubicBezTo>
                <a:cubicBezTo>
                  <a:pt x="743983" y="65197"/>
                  <a:pt x="747014" y="64104"/>
                  <a:pt x="750127" y="62647"/>
                </a:cubicBezTo>
                <a:lnTo>
                  <a:pt x="750127" y="74372"/>
                </a:lnTo>
                <a:cubicBezTo>
                  <a:pt x="747378" y="75730"/>
                  <a:pt x="744496" y="76723"/>
                  <a:pt x="741482" y="77353"/>
                </a:cubicBezTo>
                <a:cubicBezTo>
                  <a:pt x="738502" y="77982"/>
                  <a:pt x="734875" y="78297"/>
                  <a:pt x="730602" y="78297"/>
                </a:cubicBezTo>
                <a:cubicBezTo>
                  <a:pt x="725038" y="78297"/>
                  <a:pt x="720103" y="77270"/>
                  <a:pt x="715798" y="75216"/>
                </a:cubicBezTo>
                <a:cubicBezTo>
                  <a:pt x="711525" y="73163"/>
                  <a:pt x="708163" y="70033"/>
                  <a:pt x="705712" y="65827"/>
                </a:cubicBezTo>
                <a:cubicBezTo>
                  <a:pt x="703295" y="61620"/>
                  <a:pt x="702086" y="56321"/>
                  <a:pt x="702086" y="49929"/>
                </a:cubicBezTo>
                <a:cubicBezTo>
                  <a:pt x="702086" y="43437"/>
                  <a:pt x="703179" y="38039"/>
                  <a:pt x="705365" y="33733"/>
                </a:cubicBezTo>
                <a:cubicBezTo>
                  <a:pt x="707584" y="29394"/>
                  <a:pt x="710664" y="26149"/>
                  <a:pt x="714605" y="23996"/>
                </a:cubicBezTo>
                <a:cubicBezTo>
                  <a:pt x="718547" y="21810"/>
                  <a:pt x="723134" y="20717"/>
                  <a:pt x="728367" y="20717"/>
                </a:cubicBezTo>
                <a:close/>
                <a:moveTo>
                  <a:pt x="728466" y="31497"/>
                </a:moveTo>
                <a:cubicBezTo>
                  <a:pt x="725518" y="31497"/>
                  <a:pt x="723068" y="32441"/>
                  <a:pt x="721113" y="34329"/>
                </a:cubicBezTo>
                <a:cubicBezTo>
                  <a:pt x="719192" y="36217"/>
                  <a:pt x="718083" y="39181"/>
                  <a:pt x="717785" y="43222"/>
                </a:cubicBezTo>
                <a:lnTo>
                  <a:pt x="739048" y="43222"/>
                </a:lnTo>
                <a:cubicBezTo>
                  <a:pt x="739015" y="40970"/>
                  <a:pt x="738601" y="38966"/>
                  <a:pt x="737806" y="37211"/>
                </a:cubicBezTo>
                <a:cubicBezTo>
                  <a:pt x="737044" y="35455"/>
                  <a:pt x="735885" y="34064"/>
                  <a:pt x="734328" y="33038"/>
                </a:cubicBezTo>
                <a:cubicBezTo>
                  <a:pt x="732805" y="32011"/>
                  <a:pt x="730851" y="31497"/>
                  <a:pt x="728466" y="31497"/>
                </a:cubicBezTo>
                <a:close/>
                <a:moveTo>
                  <a:pt x="757629" y="77303"/>
                </a:moveTo>
                <a:close/>
                <a:moveTo>
                  <a:pt x="797125" y="20717"/>
                </a:moveTo>
                <a:cubicBezTo>
                  <a:pt x="803053" y="20717"/>
                  <a:pt x="807823" y="22340"/>
                  <a:pt x="811433" y="25585"/>
                </a:cubicBezTo>
                <a:cubicBezTo>
                  <a:pt x="815043" y="28798"/>
                  <a:pt x="816848" y="33965"/>
                  <a:pt x="816848" y="41086"/>
                </a:cubicBezTo>
                <a:lnTo>
                  <a:pt x="816848" y="77303"/>
                </a:lnTo>
                <a:lnTo>
                  <a:pt x="801695" y="77303"/>
                </a:lnTo>
                <a:lnTo>
                  <a:pt x="801695" y="44862"/>
                </a:lnTo>
                <a:cubicBezTo>
                  <a:pt x="801695" y="40887"/>
                  <a:pt x="800967" y="37890"/>
                  <a:pt x="799509" y="35869"/>
                </a:cubicBezTo>
                <a:cubicBezTo>
                  <a:pt x="798085" y="33849"/>
                  <a:pt x="795833" y="32839"/>
                  <a:pt x="792753" y="32839"/>
                </a:cubicBezTo>
                <a:cubicBezTo>
                  <a:pt x="788116" y="32839"/>
                  <a:pt x="784953" y="34412"/>
                  <a:pt x="783264" y="37559"/>
                </a:cubicBezTo>
                <a:cubicBezTo>
                  <a:pt x="781575" y="40705"/>
                  <a:pt x="780730" y="45242"/>
                  <a:pt x="780730" y="51171"/>
                </a:cubicBezTo>
                <a:lnTo>
                  <a:pt x="780730" y="77303"/>
                </a:lnTo>
                <a:lnTo>
                  <a:pt x="765578" y="77303"/>
                </a:lnTo>
                <a:lnTo>
                  <a:pt x="765578" y="21760"/>
                </a:lnTo>
                <a:lnTo>
                  <a:pt x="777153" y="21760"/>
                </a:lnTo>
                <a:lnTo>
                  <a:pt x="779190" y="28864"/>
                </a:lnTo>
                <a:lnTo>
                  <a:pt x="780035" y="28864"/>
                </a:lnTo>
                <a:cubicBezTo>
                  <a:pt x="781227" y="26943"/>
                  <a:pt x="782701" y="25387"/>
                  <a:pt x="784456" y="24194"/>
                </a:cubicBezTo>
                <a:cubicBezTo>
                  <a:pt x="786245" y="23002"/>
                  <a:pt x="788215" y="22124"/>
                  <a:pt x="790368" y="21561"/>
                </a:cubicBezTo>
                <a:cubicBezTo>
                  <a:pt x="792554" y="20998"/>
                  <a:pt x="794806" y="20717"/>
                  <a:pt x="797125" y="207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453F6C-051D-46FA-86C3-D2059189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444" y="3400909"/>
            <a:ext cx="146260" cy="146260"/>
          </a:xfrm>
          <a:custGeom xmlns:a="http://schemas.openxmlformats.org/drawingml/2006/main">
            <a:pathLst>
              <a:path w="146260" h="146260">
                <a:moveTo>
                  <a:pt x="0" y="0"/>
                </a:moveTo>
                <a:lnTo>
                  <a:pt x="146260" y="0"/>
                </a:lnTo>
                <a:lnTo>
                  <a:pt x="146260" y="146260"/>
                </a:lnTo>
                <a:lnTo>
                  <a:pt x="0" y="1462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AD60E8-9152-4268-B18C-2661CAC7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6085" y="3394550"/>
            <a:ext cx="158978" cy="158978"/>
          </a:xfrm>
          <a:custGeom xmlns:a="http://schemas.openxmlformats.org/drawingml/2006/main">
            <a:pathLst>
              <a:path w="158978" h="158978">
                <a:moveTo>
                  <a:pt x="0" y="152619"/>
                </a:moveTo>
                <a:lnTo>
                  <a:pt x="0" y="158978"/>
                </a:lnTo>
                <a:lnTo>
                  <a:pt x="6359" y="158978"/>
                </a:lnTo>
                <a:lnTo>
                  <a:pt x="152619" y="158978"/>
                </a:lnTo>
                <a:lnTo>
                  <a:pt x="158978" y="158978"/>
                </a:lnTo>
                <a:lnTo>
                  <a:pt x="158978" y="152619"/>
                </a:lnTo>
                <a:lnTo>
                  <a:pt x="158978" y="6359"/>
                </a:lnTo>
                <a:lnTo>
                  <a:pt x="158978" y="0"/>
                </a:lnTo>
                <a:lnTo>
                  <a:pt x="152619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52619"/>
                </a:lnTo>
                <a:close/>
                <a:moveTo>
                  <a:pt x="12718" y="12718"/>
                </a:moveTo>
                <a:lnTo>
                  <a:pt x="146260" y="12718"/>
                </a:lnTo>
                <a:lnTo>
                  <a:pt x="146260" y="146260"/>
                </a:lnTo>
                <a:lnTo>
                  <a:pt x="12718" y="146260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C68D3C-D368-41CE-B05C-7F3BA3D3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747" y="3400909"/>
            <a:ext cx="146260" cy="146260"/>
          </a:xfrm>
          <a:custGeom xmlns:a="http://schemas.openxmlformats.org/drawingml/2006/main">
            <a:pathLst>
              <a:path w="146260" h="146260">
                <a:moveTo>
                  <a:pt x="0" y="0"/>
                </a:moveTo>
                <a:lnTo>
                  <a:pt x="146260" y="0"/>
                </a:lnTo>
                <a:lnTo>
                  <a:pt x="146260" y="146260"/>
                </a:lnTo>
                <a:lnTo>
                  <a:pt x="0" y="1462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9B1CD4-E1D5-45D4-BD9B-27BA4B54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88" y="3394550"/>
            <a:ext cx="158978" cy="158978"/>
          </a:xfrm>
          <a:custGeom xmlns:a="http://schemas.openxmlformats.org/drawingml/2006/main">
            <a:pathLst>
              <a:path w="158978" h="158978">
                <a:moveTo>
                  <a:pt x="0" y="152619"/>
                </a:moveTo>
                <a:lnTo>
                  <a:pt x="0" y="158978"/>
                </a:lnTo>
                <a:lnTo>
                  <a:pt x="6359" y="158978"/>
                </a:lnTo>
                <a:lnTo>
                  <a:pt x="152619" y="158978"/>
                </a:lnTo>
                <a:lnTo>
                  <a:pt x="158978" y="158978"/>
                </a:lnTo>
                <a:lnTo>
                  <a:pt x="158978" y="152619"/>
                </a:lnTo>
                <a:lnTo>
                  <a:pt x="158978" y="6359"/>
                </a:lnTo>
                <a:lnTo>
                  <a:pt x="158978" y="0"/>
                </a:lnTo>
                <a:lnTo>
                  <a:pt x="152619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52619"/>
                </a:lnTo>
                <a:close/>
                <a:moveTo>
                  <a:pt x="12718" y="12718"/>
                </a:moveTo>
                <a:lnTo>
                  <a:pt x="146260" y="12718"/>
                </a:lnTo>
                <a:lnTo>
                  <a:pt x="146260" y="146260"/>
                </a:lnTo>
                <a:lnTo>
                  <a:pt x="12718" y="146260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4C35B9-637B-4697-BE05-83C4D65B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0372" y="3438070"/>
            <a:ext cx="642867" cy="101746"/>
          </a:xfrm>
          <a:custGeom xmlns:a="http://schemas.openxmlformats.org/drawingml/2006/main">
            <a:pathLst>
              <a:path w="642867" h="101746">
                <a:moveTo>
                  <a:pt x="0" y="77303"/>
                </a:moveTo>
                <a:close/>
                <a:moveTo>
                  <a:pt x="75067" y="40887"/>
                </a:moveTo>
                <a:cubicBezTo>
                  <a:pt x="75067" y="46286"/>
                  <a:pt x="74421" y="51237"/>
                  <a:pt x="73130" y="55742"/>
                </a:cubicBezTo>
                <a:cubicBezTo>
                  <a:pt x="71871" y="60213"/>
                  <a:pt x="69917" y="64088"/>
                  <a:pt x="67267" y="67367"/>
                </a:cubicBezTo>
                <a:cubicBezTo>
                  <a:pt x="64618" y="70646"/>
                  <a:pt x="61256" y="73213"/>
                  <a:pt x="57182" y="75067"/>
                </a:cubicBezTo>
                <a:lnTo>
                  <a:pt x="74670" y="94592"/>
                </a:lnTo>
                <a:lnTo>
                  <a:pt x="54947" y="94592"/>
                </a:lnTo>
                <a:lnTo>
                  <a:pt x="41632" y="78297"/>
                </a:lnTo>
                <a:cubicBezTo>
                  <a:pt x="41400" y="78297"/>
                  <a:pt x="41202" y="78297"/>
                  <a:pt x="41036" y="78297"/>
                </a:cubicBezTo>
                <a:cubicBezTo>
                  <a:pt x="40871" y="78297"/>
                  <a:pt x="40688" y="78297"/>
                  <a:pt x="40490" y="78297"/>
                </a:cubicBezTo>
                <a:cubicBezTo>
                  <a:pt x="34561" y="78297"/>
                  <a:pt x="29427" y="77419"/>
                  <a:pt x="25089" y="75664"/>
                </a:cubicBezTo>
                <a:cubicBezTo>
                  <a:pt x="20750" y="73875"/>
                  <a:pt x="17156" y="71325"/>
                  <a:pt x="14308" y="68013"/>
                </a:cubicBezTo>
                <a:cubicBezTo>
                  <a:pt x="11493" y="64701"/>
                  <a:pt x="9390" y="60743"/>
                  <a:pt x="7999" y="56139"/>
                </a:cubicBezTo>
                <a:cubicBezTo>
                  <a:pt x="6608" y="51535"/>
                  <a:pt x="5912" y="46418"/>
                  <a:pt x="5912" y="40788"/>
                </a:cubicBezTo>
                <a:cubicBezTo>
                  <a:pt x="5912" y="33269"/>
                  <a:pt x="7137" y="26728"/>
                  <a:pt x="9588" y="21164"/>
                </a:cubicBezTo>
                <a:cubicBezTo>
                  <a:pt x="12072" y="15567"/>
                  <a:pt x="15881" y="11228"/>
                  <a:pt x="21015" y="8148"/>
                </a:cubicBezTo>
                <a:cubicBezTo>
                  <a:pt x="26149" y="5067"/>
                  <a:pt x="32673" y="3527"/>
                  <a:pt x="40589" y="3527"/>
                </a:cubicBezTo>
                <a:cubicBezTo>
                  <a:pt x="48472" y="3527"/>
                  <a:pt x="54947" y="5067"/>
                  <a:pt x="60014" y="8148"/>
                </a:cubicBezTo>
                <a:cubicBezTo>
                  <a:pt x="65115" y="11228"/>
                  <a:pt x="68890" y="15567"/>
                  <a:pt x="71341" y="21164"/>
                </a:cubicBezTo>
                <a:cubicBezTo>
                  <a:pt x="73825" y="26761"/>
                  <a:pt x="75067" y="33336"/>
                  <a:pt x="75067" y="40887"/>
                </a:cubicBezTo>
                <a:close/>
                <a:moveTo>
                  <a:pt x="22058" y="40887"/>
                </a:moveTo>
                <a:cubicBezTo>
                  <a:pt x="22058" y="45955"/>
                  <a:pt x="22687" y="50326"/>
                  <a:pt x="23946" y="54003"/>
                </a:cubicBezTo>
                <a:cubicBezTo>
                  <a:pt x="25238" y="57646"/>
                  <a:pt x="27242" y="60461"/>
                  <a:pt x="29957" y="62448"/>
                </a:cubicBezTo>
                <a:cubicBezTo>
                  <a:pt x="32673" y="64403"/>
                  <a:pt x="36184" y="65380"/>
                  <a:pt x="40490" y="65380"/>
                </a:cubicBezTo>
                <a:cubicBezTo>
                  <a:pt x="44862" y="65380"/>
                  <a:pt x="48405" y="64403"/>
                  <a:pt x="51121" y="62448"/>
                </a:cubicBezTo>
                <a:cubicBezTo>
                  <a:pt x="53837" y="60461"/>
                  <a:pt x="55808" y="57646"/>
                  <a:pt x="57033" y="54003"/>
                </a:cubicBezTo>
                <a:cubicBezTo>
                  <a:pt x="58292" y="50326"/>
                  <a:pt x="58921" y="45955"/>
                  <a:pt x="58921" y="40887"/>
                </a:cubicBezTo>
                <a:cubicBezTo>
                  <a:pt x="58921" y="33269"/>
                  <a:pt x="57497" y="27275"/>
                  <a:pt x="54649" y="22903"/>
                </a:cubicBezTo>
                <a:cubicBezTo>
                  <a:pt x="51800" y="18531"/>
                  <a:pt x="47114" y="16345"/>
                  <a:pt x="40589" y="16345"/>
                </a:cubicBezTo>
                <a:cubicBezTo>
                  <a:pt x="36250" y="16345"/>
                  <a:pt x="32706" y="17339"/>
                  <a:pt x="29957" y="19326"/>
                </a:cubicBezTo>
                <a:cubicBezTo>
                  <a:pt x="27242" y="21280"/>
                  <a:pt x="25238" y="24095"/>
                  <a:pt x="23946" y="27771"/>
                </a:cubicBezTo>
                <a:cubicBezTo>
                  <a:pt x="22687" y="31415"/>
                  <a:pt x="22058" y="35787"/>
                  <a:pt x="22058" y="40887"/>
                </a:cubicBezTo>
                <a:close/>
                <a:moveTo>
                  <a:pt x="80979" y="77303"/>
                </a:moveTo>
                <a:close/>
                <a:moveTo>
                  <a:pt x="139900" y="21760"/>
                </a:moveTo>
                <a:lnTo>
                  <a:pt x="139900" y="77303"/>
                </a:lnTo>
                <a:lnTo>
                  <a:pt x="128275" y="77303"/>
                </a:lnTo>
                <a:lnTo>
                  <a:pt x="126238" y="70199"/>
                </a:lnTo>
                <a:lnTo>
                  <a:pt x="125443" y="70199"/>
                </a:lnTo>
                <a:cubicBezTo>
                  <a:pt x="124251" y="72087"/>
                  <a:pt x="122761" y="73627"/>
                  <a:pt x="120972" y="74819"/>
                </a:cubicBezTo>
                <a:cubicBezTo>
                  <a:pt x="119184" y="76011"/>
                  <a:pt x="117213" y="76889"/>
                  <a:pt x="115060" y="77452"/>
                </a:cubicBezTo>
                <a:cubicBezTo>
                  <a:pt x="112907" y="78015"/>
                  <a:pt x="110672" y="78297"/>
                  <a:pt x="108353" y="78297"/>
                </a:cubicBezTo>
                <a:cubicBezTo>
                  <a:pt x="104379" y="78297"/>
                  <a:pt x="100918" y="77601"/>
                  <a:pt x="97970" y="76210"/>
                </a:cubicBezTo>
                <a:cubicBezTo>
                  <a:pt x="95022" y="74786"/>
                  <a:pt x="92721" y="72583"/>
                  <a:pt x="91064" y="69602"/>
                </a:cubicBezTo>
                <a:cubicBezTo>
                  <a:pt x="89442" y="66622"/>
                  <a:pt x="88630" y="62747"/>
                  <a:pt x="88630" y="57977"/>
                </a:cubicBezTo>
                <a:lnTo>
                  <a:pt x="88630" y="21760"/>
                </a:lnTo>
                <a:lnTo>
                  <a:pt x="103783" y="21760"/>
                </a:lnTo>
                <a:lnTo>
                  <a:pt x="103783" y="54202"/>
                </a:lnTo>
                <a:cubicBezTo>
                  <a:pt x="103783" y="58176"/>
                  <a:pt x="104495" y="61173"/>
                  <a:pt x="105919" y="63194"/>
                </a:cubicBezTo>
                <a:cubicBezTo>
                  <a:pt x="107343" y="65214"/>
                  <a:pt x="109612" y="66224"/>
                  <a:pt x="112725" y="66224"/>
                </a:cubicBezTo>
                <a:cubicBezTo>
                  <a:pt x="115805" y="66224"/>
                  <a:pt x="118223" y="65529"/>
                  <a:pt x="119979" y="64138"/>
                </a:cubicBezTo>
                <a:cubicBezTo>
                  <a:pt x="121734" y="62713"/>
                  <a:pt x="122959" y="60643"/>
                  <a:pt x="123655" y="57928"/>
                </a:cubicBezTo>
                <a:cubicBezTo>
                  <a:pt x="124384" y="55179"/>
                  <a:pt x="124748" y="51833"/>
                  <a:pt x="124748" y="47892"/>
                </a:cubicBezTo>
                <a:lnTo>
                  <a:pt x="124748" y="21760"/>
                </a:lnTo>
                <a:lnTo>
                  <a:pt x="139900" y="21760"/>
                </a:lnTo>
                <a:close/>
                <a:moveTo>
                  <a:pt x="147849" y="77303"/>
                </a:moveTo>
                <a:close/>
                <a:moveTo>
                  <a:pt x="178701" y="20717"/>
                </a:moveTo>
                <a:cubicBezTo>
                  <a:pt x="183835" y="20717"/>
                  <a:pt x="188256" y="21710"/>
                  <a:pt x="191966" y="23698"/>
                </a:cubicBezTo>
                <a:cubicBezTo>
                  <a:pt x="195675" y="25652"/>
                  <a:pt x="198540" y="28500"/>
                  <a:pt x="200560" y="32243"/>
                </a:cubicBezTo>
                <a:cubicBezTo>
                  <a:pt x="202581" y="35985"/>
                  <a:pt x="203591" y="40556"/>
                  <a:pt x="203591" y="45955"/>
                </a:cubicBezTo>
                <a:lnTo>
                  <a:pt x="203591" y="53307"/>
                </a:lnTo>
                <a:lnTo>
                  <a:pt x="167771" y="53307"/>
                </a:lnTo>
                <a:cubicBezTo>
                  <a:pt x="167937" y="57580"/>
                  <a:pt x="169212" y="60941"/>
                  <a:pt x="171597" y="63392"/>
                </a:cubicBezTo>
                <a:cubicBezTo>
                  <a:pt x="174014" y="65810"/>
                  <a:pt x="177360" y="67019"/>
                  <a:pt x="181632" y="67019"/>
                </a:cubicBezTo>
                <a:cubicBezTo>
                  <a:pt x="185176" y="67019"/>
                  <a:pt x="188422" y="66655"/>
                  <a:pt x="191370" y="65926"/>
                </a:cubicBezTo>
                <a:cubicBezTo>
                  <a:pt x="194317" y="65197"/>
                  <a:pt x="197348" y="64104"/>
                  <a:pt x="200461" y="62647"/>
                </a:cubicBezTo>
                <a:lnTo>
                  <a:pt x="200461" y="74372"/>
                </a:lnTo>
                <a:cubicBezTo>
                  <a:pt x="197712" y="75730"/>
                  <a:pt x="194831" y="76723"/>
                  <a:pt x="191817" y="77353"/>
                </a:cubicBezTo>
                <a:cubicBezTo>
                  <a:pt x="188836" y="77982"/>
                  <a:pt x="185209" y="78297"/>
                  <a:pt x="180937" y="78297"/>
                </a:cubicBezTo>
                <a:cubicBezTo>
                  <a:pt x="175372" y="78297"/>
                  <a:pt x="170437" y="77270"/>
                  <a:pt x="166132" y="75216"/>
                </a:cubicBezTo>
                <a:cubicBezTo>
                  <a:pt x="161859" y="73163"/>
                  <a:pt x="158498" y="70033"/>
                  <a:pt x="156047" y="65827"/>
                </a:cubicBezTo>
                <a:cubicBezTo>
                  <a:pt x="153629" y="61620"/>
                  <a:pt x="152420" y="56321"/>
                  <a:pt x="152420" y="49929"/>
                </a:cubicBezTo>
                <a:cubicBezTo>
                  <a:pt x="152420" y="43437"/>
                  <a:pt x="153513" y="38039"/>
                  <a:pt x="155699" y="33733"/>
                </a:cubicBezTo>
                <a:cubicBezTo>
                  <a:pt x="157918" y="29394"/>
                  <a:pt x="160998" y="26149"/>
                  <a:pt x="164939" y="23996"/>
                </a:cubicBezTo>
                <a:cubicBezTo>
                  <a:pt x="168881" y="21810"/>
                  <a:pt x="173468" y="20717"/>
                  <a:pt x="178701" y="20717"/>
                </a:cubicBezTo>
                <a:close/>
                <a:moveTo>
                  <a:pt x="178800" y="31497"/>
                </a:moveTo>
                <a:cubicBezTo>
                  <a:pt x="175853" y="31497"/>
                  <a:pt x="173402" y="32441"/>
                  <a:pt x="171448" y="34329"/>
                </a:cubicBezTo>
                <a:cubicBezTo>
                  <a:pt x="169527" y="36217"/>
                  <a:pt x="168417" y="39181"/>
                  <a:pt x="168119" y="43222"/>
                </a:cubicBezTo>
                <a:lnTo>
                  <a:pt x="189382" y="43222"/>
                </a:lnTo>
                <a:cubicBezTo>
                  <a:pt x="189349" y="40970"/>
                  <a:pt x="188935" y="38966"/>
                  <a:pt x="188140" y="37211"/>
                </a:cubicBezTo>
                <a:cubicBezTo>
                  <a:pt x="187379" y="35455"/>
                  <a:pt x="186219" y="34064"/>
                  <a:pt x="184663" y="33038"/>
                </a:cubicBezTo>
                <a:cubicBezTo>
                  <a:pt x="183139" y="32011"/>
                  <a:pt x="181185" y="31497"/>
                  <a:pt x="178800" y="31497"/>
                </a:cubicBezTo>
                <a:close/>
                <a:moveTo>
                  <a:pt x="207963" y="77303"/>
                </a:moveTo>
                <a:close/>
                <a:moveTo>
                  <a:pt x="246912" y="20717"/>
                </a:moveTo>
                <a:cubicBezTo>
                  <a:pt x="247674" y="20717"/>
                  <a:pt x="248552" y="20766"/>
                  <a:pt x="249546" y="20866"/>
                </a:cubicBezTo>
                <a:cubicBezTo>
                  <a:pt x="250572" y="20932"/>
                  <a:pt x="251400" y="21031"/>
                  <a:pt x="252030" y="21164"/>
                </a:cubicBezTo>
                <a:lnTo>
                  <a:pt x="250887" y="35373"/>
                </a:lnTo>
                <a:cubicBezTo>
                  <a:pt x="250390" y="35207"/>
                  <a:pt x="249678" y="35091"/>
                  <a:pt x="248751" y="35025"/>
                </a:cubicBezTo>
                <a:cubicBezTo>
                  <a:pt x="247856" y="34925"/>
                  <a:pt x="247078" y="34876"/>
                  <a:pt x="246416" y="34876"/>
                </a:cubicBezTo>
                <a:cubicBezTo>
                  <a:pt x="244462" y="34876"/>
                  <a:pt x="242557" y="35124"/>
                  <a:pt x="240702" y="35621"/>
                </a:cubicBezTo>
                <a:cubicBezTo>
                  <a:pt x="238881" y="36118"/>
                  <a:pt x="237241" y="36929"/>
                  <a:pt x="235784" y="38055"/>
                </a:cubicBezTo>
                <a:cubicBezTo>
                  <a:pt x="234327" y="39148"/>
                  <a:pt x="233167" y="40606"/>
                  <a:pt x="232306" y="42427"/>
                </a:cubicBezTo>
                <a:cubicBezTo>
                  <a:pt x="231478" y="44216"/>
                  <a:pt x="231064" y="46418"/>
                  <a:pt x="231064" y="49035"/>
                </a:cubicBezTo>
                <a:lnTo>
                  <a:pt x="231064" y="77303"/>
                </a:lnTo>
                <a:lnTo>
                  <a:pt x="215912" y="77303"/>
                </a:lnTo>
                <a:lnTo>
                  <a:pt x="215912" y="21760"/>
                </a:lnTo>
                <a:lnTo>
                  <a:pt x="227388" y="21760"/>
                </a:lnTo>
                <a:lnTo>
                  <a:pt x="229624" y="31100"/>
                </a:lnTo>
                <a:lnTo>
                  <a:pt x="230369" y="31100"/>
                </a:lnTo>
                <a:cubicBezTo>
                  <a:pt x="231462" y="29212"/>
                  <a:pt x="232820" y="27490"/>
                  <a:pt x="234443" y="25933"/>
                </a:cubicBezTo>
                <a:cubicBezTo>
                  <a:pt x="236099" y="24343"/>
                  <a:pt x="237970" y="23085"/>
                  <a:pt x="240057" y="22158"/>
                </a:cubicBezTo>
                <a:cubicBezTo>
                  <a:pt x="242176" y="21197"/>
                  <a:pt x="244462" y="20717"/>
                  <a:pt x="246912" y="20717"/>
                </a:cubicBezTo>
                <a:close/>
                <a:moveTo>
                  <a:pt x="254166" y="77303"/>
                </a:moveTo>
                <a:close/>
                <a:moveTo>
                  <a:pt x="254166" y="21760"/>
                </a:moveTo>
                <a:lnTo>
                  <a:pt x="270759" y="21760"/>
                </a:lnTo>
                <a:lnTo>
                  <a:pt x="281242" y="53009"/>
                </a:lnTo>
                <a:cubicBezTo>
                  <a:pt x="281573" y="54003"/>
                  <a:pt x="281854" y="55013"/>
                  <a:pt x="282086" y="56040"/>
                </a:cubicBezTo>
                <a:cubicBezTo>
                  <a:pt x="282318" y="57066"/>
                  <a:pt x="282517" y="58126"/>
                  <a:pt x="282682" y="59219"/>
                </a:cubicBezTo>
                <a:cubicBezTo>
                  <a:pt x="282848" y="60312"/>
                  <a:pt x="282981" y="61455"/>
                  <a:pt x="283080" y="62647"/>
                </a:cubicBezTo>
                <a:lnTo>
                  <a:pt x="283378" y="62647"/>
                </a:lnTo>
                <a:cubicBezTo>
                  <a:pt x="283577" y="60859"/>
                  <a:pt x="283842" y="59186"/>
                  <a:pt x="284173" y="57629"/>
                </a:cubicBezTo>
                <a:cubicBezTo>
                  <a:pt x="284537" y="56073"/>
                  <a:pt x="284984" y="54533"/>
                  <a:pt x="285514" y="53009"/>
                </a:cubicBezTo>
                <a:lnTo>
                  <a:pt x="295798" y="21760"/>
                </a:lnTo>
                <a:lnTo>
                  <a:pt x="312044" y="21760"/>
                </a:lnTo>
                <a:lnTo>
                  <a:pt x="288545" y="84407"/>
                </a:lnTo>
                <a:cubicBezTo>
                  <a:pt x="287121" y="88249"/>
                  <a:pt x="285266" y="91445"/>
                  <a:pt x="282981" y="93996"/>
                </a:cubicBezTo>
                <a:cubicBezTo>
                  <a:pt x="280695" y="96579"/>
                  <a:pt x="278062" y="98517"/>
                  <a:pt x="275081" y="99808"/>
                </a:cubicBezTo>
                <a:cubicBezTo>
                  <a:pt x="272134" y="101100"/>
                  <a:pt x="268888" y="101746"/>
                  <a:pt x="265344" y="101746"/>
                </a:cubicBezTo>
                <a:cubicBezTo>
                  <a:pt x="263622" y="101746"/>
                  <a:pt x="262131" y="101646"/>
                  <a:pt x="260873" y="101448"/>
                </a:cubicBezTo>
                <a:cubicBezTo>
                  <a:pt x="259614" y="101282"/>
                  <a:pt x="258538" y="101100"/>
                  <a:pt x="257643" y="100901"/>
                </a:cubicBezTo>
                <a:lnTo>
                  <a:pt x="257643" y="88879"/>
                </a:lnTo>
                <a:cubicBezTo>
                  <a:pt x="258339" y="89044"/>
                  <a:pt x="259217" y="89193"/>
                  <a:pt x="260277" y="89326"/>
                </a:cubicBezTo>
                <a:cubicBezTo>
                  <a:pt x="261336" y="89458"/>
                  <a:pt x="262446" y="89524"/>
                  <a:pt x="263605" y="89524"/>
                </a:cubicBezTo>
                <a:cubicBezTo>
                  <a:pt x="265725" y="89524"/>
                  <a:pt x="267546" y="89077"/>
                  <a:pt x="269070" y="88183"/>
                </a:cubicBezTo>
                <a:cubicBezTo>
                  <a:pt x="270593" y="87289"/>
                  <a:pt x="271869" y="86080"/>
                  <a:pt x="272895" y="84556"/>
                </a:cubicBezTo>
                <a:cubicBezTo>
                  <a:pt x="273922" y="83066"/>
                  <a:pt x="274734" y="81426"/>
                  <a:pt x="275330" y="79638"/>
                </a:cubicBezTo>
                <a:lnTo>
                  <a:pt x="276224" y="76906"/>
                </a:lnTo>
                <a:lnTo>
                  <a:pt x="254166" y="21760"/>
                </a:lnTo>
                <a:close/>
                <a:moveTo>
                  <a:pt x="338523" y="77303"/>
                </a:moveTo>
                <a:close/>
                <a:moveTo>
                  <a:pt x="375684" y="77303"/>
                </a:moveTo>
                <a:lnTo>
                  <a:pt x="360283" y="77303"/>
                </a:lnTo>
                <a:lnTo>
                  <a:pt x="360283" y="17488"/>
                </a:lnTo>
                <a:lnTo>
                  <a:pt x="340560" y="17488"/>
                </a:lnTo>
                <a:lnTo>
                  <a:pt x="340560" y="4670"/>
                </a:lnTo>
                <a:lnTo>
                  <a:pt x="395408" y="4670"/>
                </a:lnTo>
                <a:lnTo>
                  <a:pt x="395408" y="17488"/>
                </a:lnTo>
                <a:lnTo>
                  <a:pt x="375684" y="17488"/>
                </a:lnTo>
                <a:lnTo>
                  <a:pt x="375684" y="77303"/>
                </a:lnTo>
                <a:close/>
                <a:moveTo>
                  <a:pt x="397445" y="77303"/>
                </a:moveTo>
                <a:close/>
                <a:moveTo>
                  <a:pt x="455869" y="49432"/>
                </a:moveTo>
                <a:cubicBezTo>
                  <a:pt x="455869" y="54069"/>
                  <a:pt x="455240" y="58176"/>
                  <a:pt x="453981" y="61753"/>
                </a:cubicBezTo>
                <a:cubicBezTo>
                  <a:pt x="452756" y="65330"/>
                  <a:pt x="450951" y="68360"/>
                  <a:pt x="448566" y="70844"/>
                </a:cubicBezTo>
                <a:cubicBezTo>
                  <a:pt x="446214" y="73295"/>
                  <a:pt x="443366" y="75150"/>
                  <a:pt x="440021" y="76409"/>
                </a:cubicBezTo>
                <a:cubicBezTo>
                  <a:pt x="436709" y="77667"/>
                  <a:pt x="432966" y="78297"/>
                  <a:pt x="428793" y="78297"/>
                </a:cubicBezTo>
                <a:cubicBezTo>
                  <a:pt x="424885" y="78297"/>
                  <a:pt x="421291" y="77667"/>
                  <a:pt x="418012" y="76409"/>
                </a:cubicBezTo>
                <a:cubicBezTo>
                  <a:pt x="414767" y="75150"/>
                  <a:pt x="411935" y="73295"/>
                  <a:pt x="409517" y="70844"/>
                </a:cubicBezTo>
                <a:cubicBezTo>
                  <a:pt x="407132" y="68360"/>
                  <a:pt x="405278" y="65330"/>
                  <a:pt x="403953" y="61753"/>
                </a:cubicBezTo>
                <a:cubicBezTo>
                  <a:pt x="402661" y="58176"/>
                  <a:pt x="402015" y="54069"/>
                  <a:pt x="402015" y="49432"/>
                </a:cubicBezTo>
                <a:cubicBezTo>
                  <a:pt x="402015" y="43272"/>
                  <a:pt x="403108" y="38055"/>
                  <a:pt x="405294" y="33783"/>
                </a:cubicBezTo>
                <a:cubicBezTo>
                  <a:pt x="407480" y="29510"/>
                  <a:pt x="410593" y="26264"/>
                  <a:pt x="414634" y="24045"/>
                </a:cubicBezTo>
                <a:cubicBezTo>
                  <a:pt x="418675" y="21826"/>
                  <a:pt x="423494" y="20717"/>
                  <a:pt x="429091" y="20717"/>
                </a:cubicBezTo>
                <a:cubicBezTo>
                  <a:pt x="434291" y="20717"/>
                  <a:pt x="438895" y="21826"/>
                  <a:pt x="442902" y="24045"/>
                </a:cubicBezTo>
                <a:cubicBezTo>
                  <a:pt x="446943" y="26264"/>
                  <a:pt x="450106" y="29510"/>
                  <a:pt x="452391" y="33783"/>
                </a:cubicBezTo>
                <a:cubicBezTo>
                  <a:pt x="454710" y="38055"/>
                  <a:pt x="455869" y="43272"/>
                  <a:pt x="455869" y="49432"/>
                </a:cubicBezTo>
                <a:close/>
                <a:moveTo>
                  <a:pt x="417466" y="49432"/>
                </a:moveTo>
                <a:cubicBezTo>
                  <a:pt x="417466" y="53075"/>
                  <a:pt x="417863" y="56139"/>
                  <a:pt x="418658" y="58623"/>
                </a:cubicBezTo>
                <a:cubicBezTo>
                  <a:pt x="419453" y="61107"/>
                  <a:pt x="420695" y="62978"/>
                  <a:pt x="422384" y="64237"/>
                </a:cubicBezTo>
                <a:cubicBezTo>
                  <a:pt x="424073" y="65496"/>
                  <a:pt x="426276" y="66125"/>
                  <a:pt x="428992" y="66125"/>
                </a:cubicBezTo>
                <a:cubicBezTo>
                  <a:pt x="431674" y="66125"/>
                  <a:pt x="433844" y="65496"/>
                  <a:pt x="435500" y="64237"/>
                </a:cubicBezTo>
                <a:cubicBezTo>
                  <a:pt x="437189" y="62978"/>
                  <a:pt x="438414" y="61107"/>
                  <a:pt x="439176" y="58623"/>
                </a:cubicBezTo>
                <a:cubicBezTo>
                  <a:pt x="439971" y="56139"/>
                  <a:pt x="440369" y="53075"/>
                  <a:pt x="440369" y="49432"/>
                </a:cubicBezTo>
                <a:cubicBezTo>
                  <a:pt x="440369" y="45756"/>
                  <a:pt x="439971" y="42709"/>
                  <a:pt x="439176" y="40291"/>
                </a:cubicBezTo>
                <a:cubicBezTo>
                  <a:pt x="438414" y="37840"/>
                  <a:pt x="437189" y="36002"/>
                  <a:pt x="435500" y="34776"/>
                </a:cubicBezTo>
                <a:cubicBezTo>
                  <a:pt x="433811" y="33551"/>
                  <a:pt x="431608" y="32938"/>
                  <a:pt x="428892" y="32938"/>
                </a:cubicBezTo>
                <a:cubicBezTo>
                  <a:pt x="424885" y="32938"/>
                  <a:pt x="421970" y="34313"/>
                  <a:pt x="420149" y="37062"/>
                </a:cubicBezTo>
                <a:cubicBezTo>
                  <a:pt x="418360" y="39811"/>
                  <a:pt x="417466" y="43934"/>
                  <a:pt x="417466" y="49432"/>
                </a:cubicBezTo>
                <a:close/>
                <a:moveTo>
                  <a:pt x="460440" y="77303"/>
                </a:moveTo>
                <a:close/>
                <a:moveTo>
                  <a:pt x="483541" y="0"/>
                </a:moveTo>
                <a:lnTo>
                  <a:pt x="483541" y="34578"/>
                </a:lnTo>
                <a:cubicBezTo>
                  <a:pt x="483541" y="36664"/>
                  <a:pt x="483458" y="38751"/>
                  <a:pt x="483293" y="40837"/>
                </a:cubicBezTo>
                <a:cubicBezTo>
                  <a:pt x="483127" y="42924"/>
                  <a:pt x="482945" y="45011"/>
                  <a:pt x="482746" y="47097"/>
                </a:cubicBezTo>
                <a:lnTo>
                  <a:pt x="482945" y="47097"/>
                </a:lnTo>
                <a:cubicBezTo>
                  <a:pt x="483972" y="45640"/>
                  <a:pt x="485015" y="44199"/>
                  <a:pt x="486075" y="42775"/>
                </a:cubicBezTo>
                <a:cubicBezTo>
                  <a:pt x="487168" y="41351"/>
                  <a:pt x="488327" y="39976"/>
                  <a:pt x="489552" y="38651"/>
                </a:cubicBezTo>
                <a:lnTo>
                  <a:pt x="505102" y="21760"/>
                </a:lnTo>
                <a:lnTo>
                  <a:pt x="522192" y="21760"/>
                </a:lnTo>
                <a:lnTo>
                  <a:pt x="500134" y="45855"/>
                </a:lnTo>
                <a:lnTo>
                  <a:pt x="523534" y="77303"/>
                </a:lnTo>
                <a:lnTo>
                  <a:pt x="506046" y="77303"/>
                </a:lnTo>
                <a:lnTo>
                  <a:pt x="490049" y="54798"/>
                </a:lnTo>
                <a:lnTo>
                  <a:pt x="483541" y="60014"/>
                </a:lnTo>
                <a:lnTo>
                  <a:pt x="483541" y="77303"/>
                </a:lnTo>
                <a:lnTo>
                  <a:pt x="468388" y="77303"/>
                </a:lnTo>
                <a:lnTo>
                  <a:pt x="468388" y="0"/>
                </a:lnTo>
                <a:lnTo>
                  <a:pt x="483541" y="0"/>
                </a:lnTo>
                <a:close/>
                <a:moveTo>
                  <a:pt x="523534" y="77303"/>
                </a:moveTo>
                <a:close/>
                <a:moveTo>
                  <a:pt x="554385" y="20717"/>
                </a:moveTo>
                <a:cubicBezTo>
                  <a:pt x="559519" y="20717"/>
                  <a:pt x="563941" y="21710"/>
                  <a:pt x="567650" y="23698"/>
                </a:cubicBezTo>
                <a:cubicBezTo>
                  <a:pt x="571360" y="25652"/>
                  <a:pt x="574225" y="28500"/>
                  <a:pt x="576245" y="32243"/>
                </a:cubicBezTo>
                <a:cubicBezTo>
                  <a:pt x="578265" y="35985"/>
                  <a:pt x="579275" y="40556"/>
                  <a:pt x="579275" y="45955"/>
                </a:cubicBezTo>
                <a:lnTo>
                  <a:pt x="579275" y="53307"/>
                </a:lnTo>
                <a:lnTo>
                  <a:pt x="543456" y="53307"/>
                </a:lnTo>
                <a:cubicBezTo>
                  <a:pt x="543621" y="57580"/>
                  <a:pt x="544896" y="60941"/>
                  <a:pt x="547281" y="63392"/>
                </a:cubicBezTo>
                <a:cubicBezTo>
                  <a:pt x="549699" y="65810"/>
                  <a:pt x="553044" y="67019"/>
                  <a:pt x="557317" y="67019"/>
                </a:cubicBezTo>
                <a:cubicBezTo>
                  <a:pt x="560861" y="67019"/>
                  <a:pt x="564106" y="66655"/>
                  <a:pt x="567054" y="65926"/>
                </a:cubicBezTo>
                <a:cubicBezTo>
                  <a:pt x="570002" y="65197"/>
                  <a:pt x="573032" y="64104"/>
                  <a:pt x="576146" y="62647"/>
                </a:cubicBezTo>
                <a:lnTo>
                  <a:pt x="576146" y="74372"/>
                </a:lnTo>
                <a:cubicBezTo>
                  <a:pt x="573397" y="75730"/>
                  <a:pt x="570515" y="76723"/>
                  <a:pt x="567501" y="77353"/>
                </a:cubicBezTo>
                <a:cubicBezTo>
                  <a:pt x="564520" y="77982"/>
                  <a:pt x="560894" y="78297"/>
                  <a:pt x="556621" y="78297"/>
                </a:cubicBezTo>
                <a:cubicBezTo>
                  <a:pt x="551057" y="78297"/>
                  <a:pt x="546122" y="77270"/>
                  <a:pt x="541816" y="75216"/>
                </a:cubicBezTo>
                <a:cubicBezTo>
                  <a:pt x="537544" y="73163"/>
                  <a:pt x="534182" y="70033"/>
                  <a:pt x="531731" y="65827"/>
                </a:cubicBezTo>
                <a:cubicBezTo>
                  <a:pt x="529313" y="61620"/>
                  <a:pt x="528104" y="56321"/>
                  <a:pt x="528104" y="49929"/>
                </a:cubicBezTo>
                <a:cubicBezTo>
                  <a:pt x="528104" y="43437"/>
                  <a:pt x="529197" y="38039"/>
                  <a:pt x="531383" y="33733"/>
                </a:cubicBezTo>
                <a:cubicBezTo>
                  <a:pt x="533602" y="29394"/>
                  <a:pt x="536683" y="26149"/>
                  <a:pt x="540624" y="23996"/>
                </a:cubicBezTo>
                <a:cubicBezTo>
                  <a:pt x="544565" y="21810"/>
                  <a:pt x="549152" y="20717"/>
                  <a:pt x="554385" y="20717"/>
                </a:cubicBezTo>
                <a:close/>
                <a:moveTo>
                  <a:pt x="554485" y="31497"/>
                </a:moveTo>
                <a:cubicBezTo>
                  <a:pt x="551537" y="31497"/>
                  <a:pt x="549086" y="32441"/>
                  <a:pt x="547132" y="34329"/>
                </a:cubicBezTo>
                <a:cubicBezTo>
                  <a:pt x="545211" y="36217"/>
                  <a:pt x="544102" y="39181"/>
                  <a:pt x="543804" y="43222"/>
                </a:cubicBezTo>
                <a:lnTo>
                  <a:pt x="565067" y="43222"/>
                </a:lnTo>
                <a:cubicBezTo>
                  <a:pt x="565034" y="40970"/>
                  <a:pt x="564620" y="38966"/>
                  <a:pt x="563825" y="37211"/>
                </a:cubicBezTo>
                <a:cubicBezTo>
                  <a:pt x="563063" y="35455"/>
                  <a:pt x="561904" y="34064"/>
                  <a:pt x="560347" y="33038"/>
                </a:cubicBezTo>
                <a:cubicBezTo>
                  <a:pt x="558824" y="32011"/>
                  <a:pt x="556869" y="31497"/>
                  <a:pt x="554485" y="31497"/>
                </a:cubicBezTo>
                <a:close/>
                <a:moveTo>
                  <a:pt x="583647" y="77303"/>
                </a:moveTo>
                <a:close/>
                <a:moveTo>
                  <a:pt x="623143" y="20717"/>
                </a:moveTo>
                <a:cubicBezTo>
                  <a:pt x="629072" y="20717"/>
                  <a:pt x="633841" y="22340"/>
                  <a:pt x="637451" y="25585"/>
                </a:cubicBezTo>
                <a:cubicBezTo>
                  <a:pt x="641062" y="28798"/>
                  <a:pt x="642867" y="33965"/>
                  <a:pt x="642867" y="41086"/>
                </a:cubicBezTo>
                <a:lnTo>
                  <a:pt x="642867" y="77303"/>
                </a:lnTo>
                <a:lnTo>
                  <a:pt x="627714" y="77303"/>
                </a:lnTo>
                <a:lnTo>
                  <a:pt x="627714" y="44862"/>
                </a:lnTo>
                <a:cubicBezTo>
                  <a:pt x="627714" y="40887"/>
                  <a:pt x="626985" y="37890"/>
                  <a:pt x="625528" y="35869"/>
                </a:cubicBezTo>
                <a:cubicBezTo>
                  <a:pt x="624104" y="33849"/>
                  <a:pt x="621852" y="32839"/>
                  <a:pt x="618771" y="32839"/>
                </a:cubicBezTo>
                <a:cubicBezTo>
                  <a:pt x="614135" y="32839"/>
                  <a:pt x="610972" y="34412"/>
                  <a:pt x="609282" y="37559"/>
                </a:cubicBezTo>
                <a:cubicBezTo>
                  <a:pt x="607593" y="40705"/>
                  <a:pt x="606749" y="45242"/>
                  <a:pt x="606749" y="51171"/>
                </a:cubicBezTo>
                <a:lnTo>
                  <a:pt x="606749" y="77303"/>
                </a:lnTo>
                <a:lnTo>
                  <a:pt x="591596" y="77303"/>
                </a:lnTo>
                <a:lnTo>
                  <a:pt x="591596" y="21760"/>
                </a:lnTo>
                <a:lnTo>
                  <a:pt x="603172" y="21760"/>
                </a:lnTo>
                <a:lnTo>
                  <a:pt x="605209" y="28864"/>
                </a:lnTo>
                <a:lnTo>
                  <a:pt x="606053" y="28864"/>
                </a:lnTo>
                <a:cubicBezTo>
                  <a:pt x="607246" y="26943"/>
                  <a:pt x="608719" y="25387"/>
                  <a:pt x="610475" y="24194"/>
                </a:cubicBezTo>
                <a:cubicBezTo>
                  <a:pt x="612263" y="23002"/>
                  <a:pt x="614234" y="22124"/>
                  <a:pt x="616387" y="21561"/>
                </a:cubicBezTo>
                <a:cubicBezTo>
                  <a:pt x="618573" y="20998"/>
                  <a:pt x="620825" y="20717"/>
                  <a:pt x="623143" y="207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95274F-670B-4882-970B-1679F406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5958" y="3400909"/>
            <a:ext cx="146260" cy="146260"/>
          </a:xfrm>
          <a:custGeom xmlns:a="http://schemas.openxmlformats.org/drawingml/2006/main">
            <a:pathLst>
              <a:path w="146260" h="146260">
                <a:moveTo>
                  <a:pt x="0" y="0"/>
                </a:moveTo>
                <a:lnTo>
                  <a:pt x="146260" y="0"/>
                </a:lnTo>
                <a:lnTo>
                  <a:pt x="146260" y="146260"/>
                </a:lnTo>
                <a:lnTo>
                  <a:pt x="0" y="1462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42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F82856-6F0E-4F98-BC08-9E2AB732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599" y="3394550"/>
            <a:ext cx="158978" cy="158978"/>
          </a:xfrm>
          <a:custGeom xmlns:a="http://schemas.openxmlformats.org/drawingml/2006/main">
            <a:pathLst>
              <a:path w="158978" h="158978">
                <a:moveTo>
                  <a:pt x="0" y="152619"/>
                </a:moveTo>
                <a:lnTo>
                  <a:pt x="0" y="158978"/>
                </a:lnTo>
                <a:lnTo>
                  <a:pt x="6359" y="158978"/>
                </a:lnTo>
                <a:lnTo>
                  <a:pt x="152619" y="158978"/>
                </a:lnTo>
                <a:lnTo>
                  <a:pt x="158978" y="158978"/>
                </a:lnTo>
                <a:lnTo>
                  <a:pt x="158978" y="152619"/>
                </a:lnTo>
                <a:lnTo>
                  <a:pt x="158978" y="6359"/>
                </a:lnTo>
                <a:lnTo>
                  <a:pt x="158978" y="0"/>
                </a:lnTo>
                <a:lnTo>
                  <a:pt x="152619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52619"/>
                </a:lnTo>
                <a:close/>
                <a:moveTo>
                  <a:pt x="12718" y="12718"/>
                </a:moveTo>
                <a:lnTo>
                  <a:pt x="146260" y="12718"/>
                </a:lnTo>
                <a:lnTo>
                  <a:pt x="146260" y="146260"/>
                </a:lnTo>
                <a:lnTo>
                  <a:pt x="12718" y="146260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C36548-38F5-497B-AA6D-45E82B32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9006" y="3438070"/>
            <a:ext cx="722554" cy="101746"/>
          </a:xfrm>
          <a:custGeom xmlns:a="http://schemas.openxmlformats.org/drawingml/2006/main">
            <a:pathLst>
              <a:path w="722554" h="101746">
                <a:moveTo>
                  <a:pt x="0" y="77303"/>
                </a:moveTo>
                <a:close/>
                <a:moveTo>
                  <a:pt x="9141" y="77303"/>
                </a:moveTo>
                <a:lnTo>
                  <a:pt x="9141" y="4670"/>
                </a:lnTo>
                <a:lnTo>
                  <a:pt x="24542" y="4670"/>
                </a:lnTo>
                <a:lnTo>
                  <a:pt x="24542" y="77303"/>
                </a:lnTo>
                <a:lnTo>
                  <a:pt x="9141" y="77303"/>
                </a:lnTo>
                <a:close/>
                <a:moveTo>
                  <a:pt x="33683" y="77303"/>
                </a:moveTo>
                <a:close/>
                <a:moveTo>
                  <a:pt x="57878" y="101746"/>
                </a:moveTo>
                <a:cubicBezTo>
                  <a:pt x="50128" y="101746"/>
                  <a:pt x="44199" y="100388"/>
                  <a:pt x="40092" y="97672"/>
                </a:cubicBezTo>
                <a:cubicBezTo>
                  <a:pt x="36018" y="94989"/>
                  <a:pt x="33982" y="91214"/>
                  <a:pt x="33982" y="86345"/>
                </a:cubicBezTo>
                <a:cubicBezTo>
                  <a:pt x="33982" y="83000"/>
                  <a:pt x="35025" y="80201"/>
                  <a:pt x="37111" y="77949"/>
                </a:cubicBezTo>
                <a:cubicBezTo>
                  <a:pt x="39198" y="75697"/>
                  <a:pt x="42262" y="74090"/>
                  <a:pt x="46302" y="73130"/>
                </a:cubicBezTo>
                <a:cubicBezTo>
                  <a:pt x="44746" y="72467"/>
                  <a:pt x="43388" y="71391"/>
                  <a:pt x="42228" y="69901"/>
                </a:cubicBezTo>
                <a:cubicBezTo>
                  <a:pt x="41069" y="68377"/>
                  <a:pt x="40490" y="66771"/>
                  <a:pt x="40490" y="65082"/>
                </a:cubicBezTo>
                <a:cubicBezTo>
                  <a:pt x="40490" y="62962"/>
                  <a:pt x="41102" y="61206"/>
                  <a:pt x="42328" y="59815"/>
                </a:cubicBezTo>
                <a:cubicBezTo>
                  <a:pt x="43553" y="58391"/>
                  <a:pt x="45325" y="57000"/>
                  <a:pt x="47644" y="55642"/>
                </a:cubicBezTo>
                <a:cubicBezTo>
                  <a:pt x="44729" y="54384"/>
                  <a:pt x="42411" y="52363"/>
                  <a:pt x="40688" y="49581"/>
                </a:cubicBezTo>
                <a:cubicBezTo>
                  <a:pt x="38999" y="46799"/>
                  <a:pt x="38155" y="43520"/>
                  <a:pt x="38155" y="39744"/>
                </a:cubicBezTo>
                <a:cubicBezTo>
                  <a:pt x="38155" y="35704"/>
                  <a:pt x="39032" y="32276"/>
                  <a:pt x="40788" y="29461"/>
                </a:cubicBezTo>
                <a:cubicBezTo>
                  <a:pt x="42576" y="26612"/>
                  <a:pt x="45160" y="24443"/>
                  <a:pt x="48538" y="22952"/>
                </a:cubicBezTo>
                <a:cubicBezTo>
                  <a:pt x="51949" y="21462"/>
                  <a:pt x="56089" y="20717"/>
                  <a:pt x="60958" y="20717"/>
                </a:cubicBezTo>
                <a:cubicBezTo>
                  <a:pt x="61985" y="20717"/>
                  <a:pt x="63177" y="20783"/>
                  <a:pt x="64535" y="20916"/>
                </a:cubicBezTo>
                <a:cubicBezTo>
                  <a:pt x="65893" y="21048"/>
                  <a:pt x="67135" y="21197"/>
                  <a:pt x="68261" y="21363"/>
                </a:cubicBezTo>
                <a:cubicBezTo>
                  <a:pt x="69420" y="21528"/>
                  <a:pt x="70199" y="21661"/>
                  <a:pt x="70596" y="21760"/>
                </a:cubicBezTo>
                <a:lnTo>
                  <a:pt x="89972" y="21760"/>
                </a:lnTo>
                <a:lnTo>
                  <a:pt x="89972" y="29461"/>
                </a:lnTo>
                <a:lnTo>
                  <a:pt x="81277" y="31696"/>
                </a:lnTo>
                <a:cubicBezTo>
                  <a:pt x="82072" y="32922"/>
                  <a:pt x="82668" y="34230"/>
                  <a:pt x="83066" y="35621"/>
                </a:cubicBezTo>
                <a:cubicBezTo>
                  <a:pt x="83463" y="37012"/>
                  <a:pt x="83662" y="38486"/>
                  <a:pt x="83662" y="40043"/>
                </a:cubicBezTo>
                <a:cubicBezTo>
                  <a:pt x="83662" y="46004"/>
                  <a:pt x="81575" y="50658"/>
                  <a:pt x="77402" y="54003"/>
                </a:cubicBezTo>
                <a:cubicBezTo>
                  <a:pt x="73262" y="57315"/>
                  <a:pt x="67499" y="58971"/>
                  <a:pt x="60113" y="58971"/>
                </a:cubicBezTo>
                <a:cubicBezTo>
                  <a:pt x="58358" y="58871"/>
                  <a:pt x="56702" y="58739"/>
                  <a:pt x="55145" y="58573"/>
                </a:cubicBezTo>
                <a:cubicBezTo>
                  <a:pt x="54384" y="59170"/>
                  <a:pt x="53804" y="59799"/>
                  <a:pt x="53407" y="60461"/>
                </a:cubicBezTo>
                <a:cubicBezTo>
                  <a:pt x="53009" y="61124"/>
                  <a:pt x="52810" y="61819"/>
                  <a:pt x="52810" y="62548"/>
                </a:cubicBezTo>
                <a:cubicBezTo>
                  <a:pt x="52810" y="63276"/>
                  <a:pt x="53109" y="63889"/>
                  <a:pt x="53705" y="64386"/>
                </a:cubicBezTo>
                <a:cubicBezTo>
                  <a:pt x="54334" y="64850"/>
                  <a:pt x="55261" y="65214"/>
                  <a:pt x="56487" y="65479"/>
                </a:cubicBezTo>
                <a:cubicBezTo>
                  <a:pt x="57745" y="65711"/>
                  <a:pt x="59302" y="65827"/>
                  <a:pt x="61157" y="65827"/>
                </a:cubicBezTo>
                <a:lnTo>
                  <a:pt x="70596" y="65827"/>
                </a:lnTo>
                <a:cubicBezTo>
                  <a:pt x="76690" y="65827"/>
                  <a:pt x="81327" y="67135"/>
                  <a:pt x="84507" y="69752"/>
                </a:cubicBezTo>
                <a:cubicBezTo>
                  <a:pt x="87719" y="72368"/>
                  <a:pt x="89326" y="76210"/>
                  <a:pt x="89326" y="81277"/>
                </a:cubicBezTo>
                <a:cubicBezTo>
                  <a:pt x="89326" y="87769"/>
                  <a:pt x="86610" y="92803"/>
                  <a:pt x="81178" y="96380"/>
                </a:cubicBezTo>
                <a:cubicBezTo>
                  <a:pt x="75779" y="99957"/>
                  <a:pt x="68013" y="101746"/>
                  <a:pt x="57878" y="101746"/>
                </a:cubicBezTo>
                <a:close/>
                <a:moveTo>
                  <a:pt x="58524" y="91859"/>
                </a:moveTo>
                <a:cubicBezTo>
                  <a:pt x="62134" y="91859"/>
                  <a:pt x="65231" y="91512"/>
                  <a:pt x="67814" y="90816"/>
                </a:cubicBezTo>
                <a:cubicBezTo>
                  <a:pt x="70430" y="90154"/>
                  <a:pt x="72434" y="89193"/>
                  <a:pt x="73825" y="87935"/>
                </a:cubicBezTo>
                <a:cubicBezTo>
                  <a:pt x="75216" y="86709"/>
                  <a:pt x="75912" y="85235"/>
                  <a:pt x="75912" y="83513"/>
                </a:cubicBezTo>
                <a:cubicBezTo>
                  <a:pt x="75912" y="82122"/>
                  <a:pt x="75498" y="81012"/>
                  <a:pt x="74670" y="80184"/>
                </a:cubicBezTo>
                <a:cubicBezTo>
                  <a:pt x="73875" y="79390"/>
                  <a:pt x="72650" y="78827"/>
                  <a:pt x="70994" y="78495"/>
                </a:cubicBezTo>
                <a:cubicBezTo>
                  <a:pt x="69371" y="78164"/>
                  <a:pt x="67284" y="77998"/>
                  <a:pt x="64734" y="77998"/>
                </a:cubicBezTo>
                <a:lnTo>
                  <a:pt x="56884" y="77998"/>
                </a:lnTo>
                <a:cubicBezTo>
                  <a:pt x="55030" y="77998"/>
                  <a:pt x="53357" y="78297"/>
                  <a:pt x="51867" y="78893"/>
                </a:cubicBezTo>
                <a:cubicBezTo>
                  <a:pt x="50409" y="79489"/>
                  <a:pt x="49250" y="80317"/>
                  <a:pt x="48389" y="81377"/>
                </a:cubicBezTo>
                <a:cubicBezTo>
                  <a:pt x="47528" y="82470"/>
                  <a:pt x="47097" y="83728"/>
                  <a:pt x="47097" y="85152"/>
                </a:cubicBezTo>
                <a:cubicBezTo>
                  <a:pt x="47097" y="87239"/>
                  <a:pt x="48091" y="88879"/>
                  <a:pt x="50078" y="90071"/>
                </a:cubicBezTo>
                <a:cubicBezTo>
                  <a:pt x="52098" y="91263"/>
                  <a:pt x="54914" y="91859"/>
                  <a:pt x="58524" y="91859"/>
                </a:cubicBezTo>
                <a:close/>
                <a:moveTo>
                  <a:pt x="60958" y="49730"/>
                </a:moveTo>
                <a:cubicBezTo>
                  <a:pt x="63806" y="49730"/>
                  <a:pt x="65893" y="48853"/>
                  <a:pt x="67218" y="47097"/>
                </a:cubicBezTo>
                <a:cubicBezTo>
                  <a:pt x="68543" y="45342"/>
                  <a:pt x="69205" y="42957"/>
                  <a:pt x="69205" y="39943"/>
                </a:cubicBezTo>
                <a:cubicBezTo>
                  <a:pt x="69205" y="36598"/>
                  <a:pt x="68510" y="34097"/>
                  <a:pt x="67118" y="32441"/>
                </a:cubicBezTo>
                <a:cubicBezTo>
                  <a:pt x="65761" y="30752"/>
                  <a:pt x="63707" y="29908"/>
                  <a:pt x="60958" y="29908"/>
                </a:cubicBezTo>
                <a:cubicBezTo>
                  <a:pt x="58176" y="29908"/>
                  <a:pt x="56089" y="30752"/>
                  <a:pt x="54698" y="32441"/>
                </a:cubicBezTo>
                <a:cubicBezTo>
                  <a:pt x="53307" y="34097"/>
                  <a:pt x="52612" y="36598"/>
                  <a:pt x="52612" y="39943"/>
                </a:cubicBezTo>
                <a:cubicBezTo>
                  <a:pt x="52612" y="42957"/>
                  <a:pt x="53291" y="45342"/>
                  <a:pt x="54649" y="47097"/>
                </a:cubicBezTo>
                <a:cubicBezTo>
                  <a:pt x="56040" y="48853"/>
                  <a:pt x="58143" y="49730"/>
                  <a:pt x="60958" y="49730"/>
                </a:cubicBezTo>
                <a:close/>
                <a:moveTo>
                  <a:pt x="91214" y="77303"/>
                </a:moveTo>
                <a:close/>
                <a:moveTo>
                  <a:pt x="130710" y="20717"/>
                </a:moveTo>
                <a:cubicBezTo>
                  <a:pt x="136638" y="20717"/>
                  <a:pt x="141407" y="22340"/>
                  <a:pt x="145018" y="25585"/>
                </a:cubicBezTo>
                <a:cubicBezTo>
                  <a:pt x="148628" y="28798"/>
                  <a:pt x="150433" y="33965"/>
                  <a:pt x="150433" y="41086"/>
                </a:cubicBezTo>
                <a:lnTo>
                  <a:pt x="150433" y="77303"/>
                </a:lnTo>
                <a:lnTo>
                  <a:pt x="135280" y="77303"/>
                </a:lnTo>
                <a:lnTo>
                  <a:pt x="135280" y="44862"/>
                </a:lnTo>
                <a:cubicBezTo>
                  <a:pt x="135280" y="40887"/>
                  <a:pt x="134552" y="37890"/>
                  <a:pt x="133094" y="35869"/>
                </a:cubicBezTo>
                <a:cubicBezTo>
                  <a:pt x="131670" y="33849"/>
                  <a:pt x="129418" y="32839"/>
                  <a:pt x="126338" y="32839"/>
                </a:cubicBezTo>
                <a:cubicBezTo>
                  <a:pt x="121701" y="32839"/>
                  <a:pt x="118538" y="34412"/>
                  <a:pt x="116849" y="37559"/>
                </a:cubicBezTo>
                <a:cubicBezTo>
                  <a:pt x="115160" y="40705"/>
                  <a:pt x="114315" y="45242"/>
                  <a:pt x="114315" y="51171"/>
                </a:cubicBezTo>
                <a:lnTo>
                  <a:pt x="114315" y="77303"/>
                </a:lnTo>
                <a:lnTo>
                  <a:pt x="99162" y="77303"/>
                </a:lnTo>
                <a:lnTo>
                  <a:pt x="99162" y="21760"/>
                </a:lnTo>
                <a:lnTo>
                  <a:pt x="110738" y="21760"/>
                </a:lnTo>
                <a:lnTo>
                  <a:pt x="112775" y="28864"/>
                </a:lnTo>
                <a:lnTo>
                  <a:pt x="113619" y="28864"/>
                </a:lnTo>
                <a:cubicBezTo>
                  <a:pt x="114812" y="26943"/>
                  <a:pt x="116286" y="25387"/>
                  <a:pt x="118041" y="24194"/>
                </a:cubicBezTo>
                <a:cubicBezTo>
                  <a:pt x="119830" y="23002"/>
                  <a:pt x="121800" y="22124"/>
                  <a:pt x="123953" y="21561"/>
                </a:cubicBezTo>
                <a:cubicBezTo>
                  <a:pt x="126139" y="20998"/>
                  <a:pt x="128391" y="20717"/>
                  <a:pt x="130710" y="20717"/>
                </a:cubicBezTo>
                <a:close/>
                <a:moveTo>
                  <a:pt x="158084" y="77303"/>
                </a:moveTo>
                <a:close/>
                <a:moveTo>
                  <a:pt x="216508" y="49432"/>
                </a:moveTo>
                <a:cubicBezTo>
                  <a:pt x="216508" y="54069"/>
                  <a:pt x="215879" y="58176"/>
                  <a:pt x="214620" y="61753"/>
                </a:cubicBezTo>
                <a:cubicBezTo>
                  <a:pt x="213395" y="65330"/>
                  <a:pt x="211590" y="68360"/>
                  <a:pt x="209205" y="70844"/>
                </a:cubicBezTo>
                <a:cubicBezTo>
                  <a:pt x="206853" y="73295"/>
                  <a:pt x="204005" y="75150"/>
                  <a:pt x="200660" y="76409"/>
                </a:cubicBezTo>
                <a:cubicBezTo>
                  <a:pt x="197348" y="77667"/>
                  <a:pt x="193605" y="78297"/>
                  <a:pt x="189432" y="78297"/>
                </a:cubicBezTo>
                <a:cubicBezTo>
                  <a:pt x="185524" y="78297"/>
                  <a:pt x="181930" y="77667"/>
                  <a:pt x="178651" y="76409"/>
                </a:cubicBezTo>
                <a:cubicBezTo>
                  <a:pt x="175406" y="75150"/>
                  <a:pt x="172574" y="73295"/>
                  <a:pt x="170156" y="70844"/>
                </a:cubicBezTo>
                <a:cubicBezTo>
                  <a:pt x="167771" y="68360"/>
                  <a:pt x="165917" y="65330"/>
                  <a:pt x="164592" y="61753"/>
                </a:cubicBezTo>
                <a:cubicBezTo>
                  <a:pt x="163300" y="58176"/>
                  <a:pt x="162654" y="54069"/>
                  <a:pt x="162654" y="49432"/>
                </a:cubicBezTo>
                <a:cubicBezTo>
                  <a:pt x="162654" y="43272"/>
                  <a:pt x="163747" y="38055"/>
                  <a:pt x="165933" y="33783"/>
                </a:cubicBezTo>
                <a:cubicBezTo>
                  <a:pt x="168119" y="29510"/>
                  <a:pt x="171232" y="26264"/>
                  <a:pt x="175273" y="24045"/>
                </a:cubicBezTo>
                <a:cubicBezTo>
                  <a:pt x="179314" y="21826"/>
                  <a:pt x="184133" y="20717"/>
                  <a:pt x="189730" y="20717"/>
                </a:cubicBezTo>
                <a:cubicBezTo>
                  <a:pt x="194930" y="20717"/>
                  <a:pt x="199534" y="21826"/>
                  <a:pt x="203541" y="24045"/>
                </a:cubicBezTo>
                <a:cubicBezTo>
                  <a:pt x="207582" y="26264"/>
                  <a:pt x="210745" y="29510"/>
                  <a:pt x="213030" y="33783"/>
                </a:cubicBezTo>
                <a:cubicBezTo>
                  <a:pt x="215349" y="38055"/>
                  <a:pt x="216508" y="43272"/>
                  <a:pt x="216508" y="49432"/>
                </a:cubicBezTo>
                <a:close/>
                <a:moveTo>
                  <a:pt x="178105" y="49432"/>
                </a:moveTo>
                <a:cubicBezTo>
                  <a:pt x="178105" y="53075"/>
                  <a:pt x="178502" y="56139"/>
                  <a:pt x="179297" y="58623"/>
                </a:cubicBezTo>
                <a:cubicBezTo>
                  <a:pt x="180092" y="61107"/>
                  <a:pt x="181334" y="62978"/>
                  <a:pt x="183023" y="64237"/>
                </a:cubicBezTo>
                <a:cubicBezTo>
                  <a:pt x="184712" y="65496"/>
                  <a:pt x="186915" y="66125"/>
                  <a:pt x="189631" y="66125"/>
                </a:cubicBezTo>
                <a:cubicBezTo>
                  <a:pt x="192313" y="66125"/>
                  <a:pt x="194483" y="65496"/>
                  <a:pt x="196139" y="64237"/>
                </a:cubicBezTo>
                <a:cubicBezTo>
                  <a:pt x="197828" y="62978"/>
                  <a:pt x="199053" y="61107"/>
                  <a:pt x="199815" y="58623"/>
                </a:cubicBezTo>
                <a:cubicBezTo>
                  <a:pt x="200610" y="56139"/>
                  <a:pt x="201008" y="53075"/>
                  <a:pt x="201008" y="49432"/>
                </a:cubicBezTo>
                <a:cubicBezTo>
                  <a:pt x="201008" y="45756"/>
                  <a:pt x="200610" y="42709"/>
                  <a:pt x="199815" y="40291"/>
                </a:cubicBezTo>
                <a:cubicBezTo>
                  <a:pt x="199053" y="37840"/>
                  <a:pt x="197828" y="36002"/>
                  <a:pt x="196139" y="34776"/>
                </a:cubicBezTo>
                <a:cubicBezTo>
                  <a:pt x="194450" y="33551"/>
                  <a:pt x="192247" y="32938"/>
                  <a:pt x="189531" y="32938"/>
                </a:cubicBezTo>
                <a:cubicBezTo>
                  <a:pt x="185524" y="32938"/>
                  <a:pt x="182609" y="34313"/>
                  <a:pt x="180788" y="37062"/>
                </a:cubicBezTo>
                <a:cubicBezTo>
                  <a:pt x="178999" y="39811"/>
                  <a:pt x="178105" y="43934"/>
                  <a:pt x="178105" y="49432"/>
                </a:cubicBezTo>
                <a:close/>
                <a:moveTo>
                  <a:pt x="221079" y="77303"/>
                </a:moveTo>
                <a:close/>
                <a:moveTo>
                  <a:pt x="260028" y="20717"/>
                </a:moveTo>
                <a:cubicBezTo>
                  <a:pt x="260790" y="20717"/>
                  <a:pt x="261668" y="20766"/>
                  <a:pt x="262661" y="20866"/>
                </a:cubicBezTo>
                <a:cubicBezTo>
                  <a:pt x="263688" y="20932"/>
                  <a:pt x="264516" y="21031"/>
                  <a:pt x="265145" y="21164"/>
                </a:cubicBezTo>
                <a:lnTo>
                  <a:pt x="264003" y="35373"/>
                </a:lnTo>
                <a:cubicBezTo>
                  <a:pt x="263506" y="35207"/>
                  <a:pt x="262794" y="35091"/>
                  <a:pt x="261866" y="35025"/>
                </a:cubicBezTo>
                <a:cubicBezTo>
                  <a:pt x="260972" y="34925"/>
                  <a:pt x="260194" y="34876"/>
                  <a:pt x="259531" y="34876"/>
                </a:cubicBezTo>
                <a:cubicBezTo>
                  <a:pt x="257577" y="34876"/>
                  <a:pt x="255673" y="35124"/>
                  <a:pt x="253818" y="35621"/>
                </a:cubicBezTo>
                <a:cubicBezTo>
                  <a:pt x="251996" y="36118"/>
                  <a:pt x="250357" y="36929"/>
                  <a:pt x="248900" y="38055"/>
                </a:cubicBezTo>
                <a:cubicBezTo>
                  <a:pt x="247442" y="39148"/>
                  <a:pt x="246283" y="40606"/>
                  <a:pt x="245422" y="42427"/>
                </a:cubicBezTo>
                <a:cubicBezTo>
                  <a:pt x="244594" y="44216"/>
                  <a:pt x="244180" y="46418"/>
                  <a:pt x="244180" y="49035"/>
                </a:cubicBezTo>
                <a:lnTo>
                  <a:pt x="244180" y="77303"/>
                </a:lnTo>
                <a:lnTo>
                  <a:pt x="229027" y="77303"/>
                </a:lnTo>
                <a:lnTo>
                  <a:pt x="229027" y="21760"/>
                </a:lnTo>
                <a:lnTo>
                  <a:pt x="240504" y="21760"/>
                </a:lnTo>
                <a:lnTo>
                  <a:pt x="242739" y="31100"/>
                </a:lnTo>
                <a:lnTo>
                  <a:pt x="243484" y="31100"/>
                </a:lnTo>
                <a:cubicBezTo>
                  <a:pt x="244577" y="29212"/>
                  <a:pt x="245935" y="27490"/>
                  <a:pt x="247558" y="25933"/>
                </a:cubicBezTo>
                <a:cubicBezTo>
                  <a:pt x="249214" y="24343"/>
                  <a:pt x="251086" y="23085"/>
                  <a:pt x="253172" y="22158"/>
                </a:cubicBezTo>
                <a:cubicBezTo>
                  <a:pt x="255292" y="21197"/>
                  <a:pt x="257577" y="20717"/>
                  <a:pt x="260028" y="20717"/>
                </a:cubicBezTo>
                <a:close/>
                <a:moveTo>
                  <a:pt x="267281" y="77303"/>
                </a:moveTo>
                <a:close/>
                <a:moveTo>
                  <a:pt x="298133" y="20717"/>
                </a:moveTo>
                <a:cubicBezTo>
                  <a:pt x="303267" y="20717"/>
                  <a:pt x="307688" y="21710"/>
                  <a:pt x="311398" y="23698"/>
                </a:cubicBezTo>
                <a:cubicBezTo>
                  <a:pt x="315107" y="25652"/>
                  <a:pt x="317972" y="28500"/>
                  <a:pt x="319993" y="32243"/>
                </a:cubicBezTo>
                <a:cubicBezTo>
                  <a:pt x="322013" y="35985"/>
                  <a:pt x="323023" y="40556"/>
                  <a:pt x="323023" y="45955"/>
                </a:cubicBezTo>
                <a:lnTo>
                  <a:pt x="323023" y="53307"/>
                </a:lnTo>
                <a:lnTo>
                  <a:pt x="287203" y="53307"/>
                </a:lnTo>
                <a:cubicBezTo>
                  <a:pt x="287369" y="57580"/>
                  <a:pt x="288644" y="60941"/>
                  <a:pt x="291029" y="63392"/>
                </a:cubicBezTo>
                <a:cubicBezTo>
                  <a:pt x="293447" y="65810"/>
                  <a:pt x="296792" y="67019"/>
                  <a:pt x="301064" y="67019"/>
                </a:cubicBezTo>
                <a:cubicBezTo>
                  <a:pt x="304608" y="67019"/>
                  <a:pt x="307854" y="66655"/>
                  <a:pt x="310802" y="65926"/>
                </a:cubicBezTo>
                <a:cubicBezTo>
                  <a:pt x="313749" y="65197"/>
                  <a:pt x="316780" y="64104"/>
                  <a:pt x="319893" y="62647"/>
                </a:cubicBezTo>
                <a:lnTo>
                  <a:pt x="319893" y="74372"/>
                </a:lnTo>
                <a:cubicBezTo>
                  <a:pt x="317144" y="75730"/>
                  <a:pt x="314263" y="76723"/>
                  <a:pt x="311249" y="77353"/>
                </a:cubicBezTo>
                <a:cubicBezTo>
                  <a:pt x="308268" y="77982"/>
                  <a:pt x="304641" y="78297"/>
                  <a:pt x="300369" y="78297"/>
                </a:cubicBezTo>
                <a:cubicBezTo>
                  <a:pt x="294805" y="78297"/>
                  <a:pt x="289870" y="77270"/>
                  <a:pt x="285564" y="75216"/>
                </a:cubicBezTo>
                <a:cubicBezTo>
                  <a:pt x="281291" y="73163"/>
                  <a:pt x="277930" y="70033"/>
                  <a:pt x="275479" y="65827"/>
                </a:cubicBezTo>
                <a:cubicBezTo>
                  <a:pt x="273061" y="61620"/>
                  <a:pt x="271852" y="56321"/>
                  <a:pt x="271852" y="49929"/>
                </a:cubicBezTo>
                <a:cubicBezTo>
                  <a:pt x="271852" y="43437"/>
                  <a:pt x="272945" y="38039"/>
                  <a:pt x="275131" y="33733"/>
                </a:cubicBezTo>
                <a:cubicBezTo>
                  <a:pt x="277350" y="29394"/>
                  <a:pt x="280430" y="26149"/>
                  <a:pt x="284372" y="23996"/>
                </a:cubicBezTo>
                <a:cubicBezTo>
                  <a:pt x="288313" y="21810"/>
                  <a:pt x="292900" y="20717"/>
                  <a:pt x="298133" y="20717"/>
                </a:cubicBezTo>
                <a:close/>
                <a:moveTo>
                  <a:pt x="298232" y="31497"/>
                </a:moveTo>
                <a:cubicBezTo>
                  <a:pt x="295285" y="31497"/>
                  <a:pt x="292834" y="32441"/>
                  <a:pt x="290880" y="34329"/>
                </a:cubicBezTo>
                <a:cubicBezTo>
                  <a:pt x="288959" y="36217"/>
                  <a:pt x="287849" y="39181"/>
                  <a:pt x="287551" y="43222"/>
                </a:cubicBezTo>
                <a:lnTo>
                  <a:pt x="308814" y="43222"/>
                </a:lnTo>
                <a:cubicBezTo>
                  <a:pt x="308781" y="40970"/>
                  <a:pt x="308367" y="38966"/>
                  <a:pt x="307572" y="37211"/>
                </a:cubicBezTo>
                <a:cubicBezTo>
                  <a:pt x="306811" y="35455"/>
                  <a:pt x="305651" y="34064"/>
                  <a:pt x="304095" y="33038"/>
                </a:cubicBezTo>
                <a:cubicBezTo>
                  <a:pt x="302571" y="32011"/>
                  <a:pt x="300617" y="31497"/>
                  <a:pt x="298232" y="31497"/>
                </a:cubicBezTo>
                <a:close/>
                <a:moveTo>
                  <a:pt x="327395" y="77303"/>
                </a:moveTo>
                <a:close/>
                <a:moveTo>
                  <a:pt x="352931" y="78297"/>
                </a:moveTo>
                <a:cubicBezTo>
                  <a:pt x="346737" y="78297"/>
                  <a:pt x="341686" y="75879"/>
                  <a:pt x="337778" y="71043"/>
                </a:cubicBezTo>
                <a:cubicBezTo>
                  <a:pt x="333903" y="66175"/>
                  <a:pt x="331966" y="59037"/>
                  <a:pt x="331966" y="49631"/>
                </a:cubicBezTo>
                <a:cubicBezTo>
                  <a:pt x="331966" y="40125"/>
                  <a:pt x="333936" y="32938"/>
                  <a:pt x="337878" y="28070"/>
                </a:cubicBezTo>
                <a:cubicBezTo>
                  <a:pt x="341819" y="23168"/>
                  <a:pt x="346969" y="20717"/>
                  <a:pt x="353328" y="20717"/>
                </a:cubicBezTo>
                <a:cubicBezTo>
                  <a:pt x="355978" y="20717"/>
                  <a:pt x="358313" y="21081"/>
                  <a:pt x="360333" y="21810"/>
                </a:cubicBezTo>
                <a:cubicBezTo>
                  <a:pt x="362354" y="22538"/>
                  <a:pt x="364092" y="23515"/>
                  <a:pt x="365550" y="24741"/>
                </a:cubicBezTo>
                <a:cubicBezTo>
                  <a:pt x="367040" y="25966"/>
                  <a:pt x="368299" y="27341"/>
                  <a:pt x="369325" y="28864"/>
                </a:cubicBezTo>
                <a:lnTo>
                  <a:pt x="369822" y="28864"/>
                </a:lnTo>
                <a:cubicBezTo>
                  <a:pt x="369623" y="27805"/>
                  <a:pt x="369375" y="26248"/>
                  <a:pt x="369077" y="24194"/>
                </a:cubicBezTo>
                <a:cubicBezTo>
                  <a:pt x="368812" y="22108"/>
                  <a:pt x="368680" y="19972"/>
                  <a:pt x="368680" y="17786"/>
                </a:cubicBezTo>
                <a:lnTo>
                  <a:pt x="368680" y="0"/>
                </a:lnTo>
                <a:lnTo>
                  <a:pt x="383882" y="0"/>
                </a:lnTo>
                <a:lnTo>
                  <a:pt x="383882" y="77303"/>
                </a:lnTo>
                <a:lnTo>
                  <a:pt x="372257" y="77303"/>
                </a:lnTo>
                <a:lnTo>
                  <a:pt x="369325" y="70099"/>
                </a:lnTo>
                <a:lnTo>
                  <a:pt x="368680" y="70099"/>
                </a:lnTo>
                <a:cubicBezTo>
                  <a:pt x="367719" y="71623"/>
                  <a:pt x="366510" y="73014"/>
                  <a:pt x="365053" y="74272"/>
                </a:cubicBezTo>
                <a:cubicBezTo>
                  <a:pt x="363629" y="75498"/>
                  <a:pt x="361923" y="76475"/>
                  <a:pt x="359936" y="77204"/>
                </a:cubicBezTo>
                <a:cubicBezTo>
                  <a:pt x="357949" y="77932"/>
                  <a:pt x="355614" y="78297"/>
                  <a:pt x="352931" y="78297"/>
                </a:cubicBezTo>
                <a:close/>
                <a:moveTo>
                  <a:pt x="358247" y="66224"/>
                </a:moveTo>
                <a:cubicBezTo>
                  <a:pt x="362387" y="66224"/>
                  <a:pt x="365301" y="64999"/>
                  <a:pt x="366990" y="62548"/>
                </a:cubicBezTo>
                <a:cubicBezTo>
                  <a:pt x="368713" y="60064"/>
                  <a:pt x="369623" y="56338"/>
                  <a:pt x="369723" y="51370"/>
                </a:cubicBezTo>
                <a:lnTo>
                  <a:pt x="369723" y="49730"/>
                </a:lnTo>
                <a:cubicBezTo>
                  <a:pt x="369723" y="44332"/>
                  <a:pt x="368895" y="40208"/>
                  <a:pt x="367239" y="37360"/>
                </a:cubicBezTo>
                <a:cubicBezTo>
                  <a:pt x="365583" y="34478"/>
                  <a:pt x="362503" y="33038"/>
                  <a:pt x="357998" y="33038"/>
                </a:cubicBezTo>
                <a:cubicBezTo>
                  <a:pt x="354653" y="33038"/>
                  <a:pt x="352037" y="34478"/>
                  <a:pt x="350149" y="37360"/>
                </a:cubicBezTo>
                <a:cubicBezTo>
                  <a:pt x="348261" y="40241"/>
                  <a:pt x="347317" y="44398"/>
                  <a:pt x="347317" y="49830"/>
                </a:cubicBezTo>
                <a:cubicBezTo>
                  <a:pt x="347317" y="55261"/>
                  <a:pt x="348261" y="59352"/>
                  <a:pt x="350149" y="62101"/>
                </a:cubicBezTo>
                <a:cubicBezTo>
                  <a:pt x="352070" y="64850"/>
                  <a:pt x="354769" y="66224"/>
                  <a:pt x="358247" y="66224"/>
                </a:cubicBezTo>
                <a:close/>
                <a:moveTo>
                  <a:pt x="418211" y="77303"/>
                </a:moveTo>
                <a:close/>
                <a:moveTo>
                  <a:pt x="455372" y="77303"/>
                </a:moveTo>
                <a:lnTo>
                  <a:pt x="439971" y="77303"/>
                </a:lnTo>
                <a:lnTo>
                  <a:pt x="439971" y="17488"/>
                </a:lnTo>
                <a:lnTo>
                  <a:pt x="420248" y="17488"/>
                </a:lnTo>
                <a:lnTo>
                  <a:pt x="420248" y="4670"/>
                </a:lnTo>
                <a:lnTo>
                  <a:pt x="475095" y="4670"/>
                </a:lnTo>
                <a:lnTo>
                  <a:pt x="475095" y="17488"/>
                </a:lnTo>
                <a:lnTo>
                  <a:pt x="455372" y="17488"/>
                </a:lnTo>
                <a:lnTo>
                  <a:pt x="455372" y="77303"/>
                </a:lnTo>
                <a:close/>
                <a:moveTo>
                  <a:pt x="477132" y="77303"/>
                </a:moveTo>
                <a:close/>
                <a:moveTo>
                  <a:pt x="535557" y="49432"/>
                </a:moveTo>
                <a:cubicBezTo>
                  <a:pt x="535557" y="54069"/>
                  <a:pt x="534927" y="58176"/>
                  <a:pt x="533669" y="61753"/>
                </a:cubicBezTo>
                <a:cubicBezTo>
                  <a:pt x="532443" y="65330"/>
                  <a:pt x="530638" y="68360"/>
                  <a:pt x="528253" y="70844"/>
                </a:cubicBezTo>
                <a:cubicBezTo>
                  <a:pt x="525902" y="73295"/>
                  <a:pt x="523054" y="75150"/>
                  <a:pt x="519708" y="76409"/>
                </a:cubicBezTo>
                <a:cubicBezTo>
                  <a:pt x="516396" y="77667"/>
                  <a:pt x="512654" y="78297"/>
                  <a:pt x="508481" y="78297"/>
                </a:cubicBezTo>
                <a:cubicBezTo>
                  <a:pt x="504572" y="78297"/>
                  <a:pt x="500979" y="77667"/>
                  <a:pt x="497700" y="76409"/>
                </a:cubicBezTo>
                <a:cubicBezTo>
                  <a:pt x="494454" y="75150"/>
                  <a:pt x="491622" y="73295"/>
                  <a:pt x="489205" y="70844"/>
                </a:cubicBezTo>
                <a:cubicBezTo>
                  <a:pt x="486820" y="68360"/>
                  <a:pt x="484965" y="65330"/>
                  <a:pt x="483640" y="61753"/>
                </a:cubicBezTo>
                <a:cubicBezTo>
                  <a:pt x="482349" y="58176"/>
                  <a:pt x="481703" y="54069"/>
                  <a:pt x="481703" y="49432"/>
                </a:cubicBezTo>
                <a:cubicBezTo>
                  <a:pt x="481703" y="43272"/>
                  <a:pt x="482796" y="38055"/>
                  <a:pt x="484982" y="33783"/>
                </a:cubicBezTo>
                <a:cubicBezTo>
                  <a:pt x="487168" y="29510"/>
                  <a:pt x="490281" y="26264"/>
                  <a:pt x="494322" y="24045"/>
                </a:cubicBezTo>
                <a:cubicBezTo>
                  <a:pt x="498362" y="21826"/>
                  <a:pt x="503181" y="20717"/>
                  <a:pt x="508779" y="20717"/>
                </a:cubicBezTo>
                <a:cubicBezTo>
                  <a:pt x="513979" y="20717"/>
                  <a:pt x="518582" y="21826"/>
                  <a:pt x="522590" y="24045"/>
                </a:cubicBezTo>
                <a:cubicBezTo>
                  <a:pt x="526631" y="26264"/>
                  <a:pt x="529794" y="29510"/>
                  <a:pt x="532079" y="33783"/>
                </a:cubicBezTo>
                <a:cubicBezTo>
                  <a:pt x="534397" y="38055"/>
                  <a:pt x="535557" y="43272"/>
                  <a:pt x="535557" y="49432"/>
                </a:cubicBezTo>
                <a:close/>
                <a:moveTo>
                  <a:pt x="497153" y="49432"/>
                </a:moveTo>
                <a:cubicBezTo>
                  <a:pt x="497153" y="53075"/>
                  <a:pt x="497551" y="56139"/>
                  <a:pt x="498346" y="58623"/>
                </a:cubicBezTo>
                <a:cubicBezTo>
                  <a:pt x="499141" y="61107"/>
                  <a:pt x="500383" y="62978"/>
                  <a:pt x="502072" y="64237"/>
                </a:cubicBezTo>
                <a:cubicBezTo>
                  <a:pt x="503761" y="65496"/>
                  <a:pt x="505963" y="66125"/>
                  <a:pt x="508679" y="66125"/>
                </a:cubicBezTo>
                <a:cubicBezTo>
                  <a:pt x="511362" y="66125"/>
                  <a:pt x="513531" y="65496"/>
                  <a:pt x="515188" y="64237"/>
                </a:cubicBezTo>
                <a:cubicBezTo>
                  <a:pt x="516877" y="62978"/>
                  <a:pt x="518102" y="61107"/>
                  <a:pt x="518864" y="58623"/>
                </a:cubicBezTo>
                <a:cubicBezTo>
                  <a:pt x="519659" y="56139"/>
                  <a:pt x="520056" y="53075"/>
                  <a:pt x="520056" y="49432"/>
                </a:cubicBezTo>
                <a:cubicBezTo>
                  <a:pt x="520056" y="45756"/>
                  <a:pt x="519659" y="42709"/>
                  <a:pt x="518864" y="40291"/>
                </a:cubicBezTo>
                <a:cubicBezTo>
                  <a:pt x="518102" y="37840"/>
                  <a:pt x="516877" y="36002"/>
                  <a:pt x="515188" y="34776"/>
                </a:cubicBezTo>
                <a:cubicBezTo>
                  <a:pt x="513498" y="33551"/>
                  <a:pt x="511296" y="32938"/>
                  <a:pt x="508580" y="32938"/>
                </a:cubicBezTo>
                <a:cubicBezTo>
                  <a:pt x="504572" y="32938"/>
                  <a:pt x="501658" y="34313"/>
                  <a:pt x="499836" y="37062"/>
                </a:cubicBezTo>
                <a:cubicBezTo>
                  <a:pt x="498048" y="39811"/>
                  <a:pt x="497153" y="43934"/>
                  <a:pt x="497153" y="49432"/>
                </a:cubicBezTo>
                <a:close/>
                <a:moveTo>
                  <a:pt x="540127" y="77303"/>
                </a:moveTo>
                <a:close/>
                <a:moveTo>
                  <a:pt x="563229" y="0"/>
                </a:moveTo>
                <a:lnTo>
                  <a:pt x="563229" y="34578"/>
                </a:lnTo>
                <a:cubicBezTo>
                  <a:pt x="563229" y="36664"/>
                  <a:pt x="563146" y="38751"/>
                  <a:pt x="562980" y="40837"/>
                </a:cubicBezTo>
                <a:cubicBezTo>
                  <a:pt x="562815" y="42924"/>
                  <a:pt x="562632" y="45011"/>
                  <a:pt x="562434" y="47097"/>
                </a:cubicBezTo>
                <a:lnTo>
                  <a:pt x="562632" y="47097"/>
                </a:lnTo>
                <a:cubicBezTo>
                  <a:pt x="563659" y="45640"/>
                  <a:pt x="564702" y="44199"/>
                  <a:pt x="565762" y="42775"/>
                </a:cubicBezTo>
                <a:cubicBezTo>
                  <a:pt x="566855" y="41351"/>
                  <a:pt x="568015" y="39976"/>
                  <a:pt x="569240" y="38651"/>
                </a:cubicBezTo>
                <a:lnTo>
                  <a:pt x="584790" y="21760"/>
                </a:lnTo>
                <a:lnTo>
                  <a:pt x="601880" y="21760"/>
                </a:lnTo>
                <a:lnTo>
                  <a:pt x="579822" y="45855"/>
                </a:lnTo>
                <a:lnTo>
                  <a:pt x="603221" y="77303"/>
                </a:lnTo>
                <a:lnTo>
                  <a:pt x="585734" y="77303"/>
                </a:lnTo>
                <a:lnTo>
                  <a:pt x="569737" y="54798"/>
                </a:lnTo>
                <a:lnTo>
                  <a:pt x="563229" y="60014"/>
                </a:lnTo>
                <a:lnTo>
                  <a:pt x="563229" y="77303"/>
                </a:lnTo>
                <a:lnTo>
                  <a:pt x="548076" y="77303"/>
                </a:lnTo>
                <a:lnTo>
                  <a:pt x="548076" y="0"/>
                </a:lnTo>
                <a:lnTo>
                  <a:pt x="563229" y="0"/>
                </a:lnTo>
                <a:close/>
                <a:moveTo>
                  <a:pt x="603221" y="77303"/>
                </a:moveTo>
                <a:close/>
                <a:moveTo>
                  <a:pt x="634073" y="20717"/>
                </a:moveTo>
                <a:cubicBezTo>
                  <a:pt x="639207" y="20717"/>
                  <a:pt x="643628" y="21710"/>
                  <a:pt x="647338" y="23698"/>
                </a:cubicBezTo>
                <a:cubicBezTo>
                  <a:pt x="651047" y="25652"/>
                  <a:pt x="653912" y="28500"/>
                  <a:pt x="655933" y="32243"/>
                </a:cubicBezTo>
                <a:cubicBezTo>
                  <a:pt x="657953" y="35985"/>
                  <a:pt x="658963" y="40556"/>
                  <a:pt x="658963" y="45955"/>
                </a:cubicBezTo>
                <a:lnTo>
                  <a:pt x="658963" y="53307"/>
                </a:lnTo>
                <a:lnTo>
                  <a:pt x="623143" y="53307"/>
                </a:lnTo>
                <a:cubicBezTo>
                  <a:pt x="623309" y="57580"/>
                  <a:pt x="624584" y="60941"/>
                  <a:pt x="626969" y="63392"/>
                </a:cubicBezTo>
                <a:cubicBezTo>
                  <a:pt x="629387" y="65810"/>
                  <a:pt x="632732" y="67019"/>
                  <a:pt x="637004" y="67019"/>
                </a:cubicBezTo>
                <a:cubicBezTo>
                  <a:pt x="640548" y="67019"/>
                  <a:pt x="643794" y="66655"/>
                  <a:pt x="646742" y="65926"/>
                </a:cubicBezTo>
                <a:cubicBezTo>
                  <a:pt x="649689" y="65197"/>
                  <a:pt x="652720" y="64104"/>
                  <a:pt x="655833" y="62647"/>
                </a:cubicBezTo>
                <a:lnTo>
                  <a:pt x="655833" y="74372"/>
                </a:lnTo>
                <a:cubicBezTo>
                  <a:pt x="653084" y="75730"/>
                  <a:pt x="650203" y="76723"/>
                  <a:pt x="647189" y="77353"/>
                </a:cubicBezTo>
                <a:cubicBezTo>
                  <a:pt x="644208" y="77982"/>
                  <a:pt x="640581" y="78297"/>
                  <a:pt x="636309" y="78297"/>
                </a:cubicBezTo>
                <a:cubicBezTo>
                  <a:pt x="630744" y="78297"/>
                  <a:pt x="625810" y="77270"/>
                  <a:pt x="621504" y="75216"/>
                </a:cubicBezTo>
                <a:cubicBezTo>
                  <a:pt x="617231" y="73163"/>
                  <a:pt x="613870" y="70033"/>
                  <a:pt x="611419" y="65827"/>
                </a:cubicBezTo>
                <a:cubicBezTo>
                  <a:pt x="609001" y="61620"/>
                  <a:pt x="607792" y="56321"/>
                  <a:pt x="607792" y="49929"/>
                </a:cubicBezTo>
                <a:cubicBezTo>
                  <a:pt x="607792" y="43437"/>
                  <a:pt x="608885" y="38039"/>
                  <a:pt x="611071" y="33733"/>
                </a:cubicBezTo>
                <a:cubicBezTo>
                  <a:pt x="613290" y="29394"/>
                  <a:pt x="616370" y="26149"/>
                  <a:pt x="620312" y="23996"/>
                </a:cubicBezTo>
                <a:cubicBezTo>
                  <a:pt x="624253" y="21810"/>
                  <a:pt x="628840" y="20717"/>
                  <a:pt x="634073" y="20717"/>
                </a:cubicBezTo>
                <a:close/>
                <a:moveTo>
                  <a:pt x="634172" y="31497"/>
                </a:moveTo>
                <a:cubicBezTo>
                  <a:pt x="631225" y="31497"/>
                  <a:pt x="628774" y="32441"/>
                  <a:pt x="626820" y="34329"/>
                </a:cubicBezTo>
                <a:cubicBezTo>
                  <a:pt x="624899" y="36217"/>
                  <a:pt x="623789" y="39181"/>
                  <a:pt x="623491" y="43222"/>
                </a:cubicBezTo>
                <a:lnTo>
                  <a:pt x="644754" y="43222"/>
                </a:lnTo>
                <a:cubicBezTo>
                  <a:pt x="644721" y="40970"/>
                  <a:pt x="644307" y="38966"/>
                  <a:pt x="643512" y="37211"/>
                </a:cubicBezTo>
                <a:cubicBezTo>
                  <a:pt x="642751" y="35455"/>
                  <a:pt x="641591" y="34064"/>
                  <a:pt x="640035" y="33038"/>
                </a:cubicBezTo>
                <a:cubicBezTo>
                  <a:pt x="638511" y="32011"/>
                  <a:pt x="636557" y="31497"/>
                  <a:pt x="634172" y="31497"/>
                </a:cubicBezTo>
                <a:close/>
                <a:moveTo>
                  <a:pt x="663335" y="77303"/>
                </a:moveTo>
                <a:close/>
                <a:moveTo>
                  <a:pt x="702831" y="20717"/>
                </a:moveTo>
                <a:cubicBezTo>
                  <a:pt x="708760" y="20717"/>
                  <a:pt x="713529" y="22340"/>
                  <a:pt x="717139" y="25585"/>
                </a:cubicBezTo>
                <a:cubicBezTo>
                  <a:pt x="720749" y="28798"/>
                  <a:pt x="722554" y="33965"/>
                  <a:pt x="722554" y="41086"/>
                </a:cubicBezTo>
                <a:lnTo>
                  <a:pt x="722554" y="77303"/>
                </a:lnTo>
                <a:lnTo>
                  <a:pt x="707402" y="77303"/>
                </a:lnTo>
                <a:lnTo>
                  <a:pt x="707402" y="44862"/>
                </a:lnTo>
                <a:cubicBezTo>
                  <a:pt x="707402" y="40887"/>
                  <a:pt x="706673" y="37890"/>
                  <a:pt x="705216" y="35869"/>
                </a:cubicBezTo>
                <a:cubicBezTo>
                  <a:pt x="703792" y="33849"/>
                  <a:pt x="701539" y="32839"/>
                  <a:pt x="698459" y="32839"/>
                </a:cubicBezTo>
                <a:cubicBezTo>
                  <a:pt x="693822" y="32839"/>
                  <a:pt x="690659" y="34412"/>
                  <a:pt x="688970" y="37559"/>
                </a:cubicBezTo>
                <a:cubicBezTo>
                  <a:pt x="687281" y="40705"/>
                  <a:pt x="686436" y="45242"/>
                  <a:pt x="686436" y="51171"/>
                </a:cubicBezTo>
                <a:lnTo>
                  <a:pt x="686436" y="77303"/>
                </a:lnTo>
                <a:lnTo>
                  <a:pt x="671284" y="77303"/>
                </a:lnTo>
                <a:lnTo>
                  <a:pt x="671284" y="21760"/>
                </a:lnTo>
                <a:lnTo>
                  <a:pt x="682859" y="21760"/>
                </a:lnTo>
                <a:lnTo>
                  <a:pt x="684896" y="28864"/>
                </a:lnTo>
                <a:lnTo>
                  <a:pt x="685741" y="28864"/>
                </a:lnTo>
                <a:cubicBezTo>
                  <a:pt x="686933" y="26943"/>
                  <a:pt x="688407" y="25387"/>
                  <a:pt x="690162" y="24194"/>
                </a:cubicBezTo>
                <a:cubicBezTo>
                  <a:pt x="691951" y="23002"/>
                  <a:pt x="693922" y="22124"/>
                  <a:pt x="696074" y="21561"/>
                </a:cubicBezTo>
                <a:cubicBezTo>
                  <a:pt x="698260" y="20998"/>
                  <a:pt x="700513" y="20717"/>
                  <a:pt x="702831" y="207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71AC1A-B75B-42EB-91E4-958368C7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591" y="3400909"/>
            <a:ext cx="146260" cy="146260"/>
          </a:xfrm>
          <a:custGeom xmlns:a="http://schemas.openxmlformats.org/drawingml/2006/main">
            <a:pathLst>
              <a:path w="146260" h="146260">
                <a:moveTo>
                  <a:pt x="0" y="0"/>
                </a:moveTo>
                <a:lnTo>
                  <a:pt x="146260" y="0"/>
                </a:lnTo>
                <a:lnTo>
                  <a:pt x="146260" y="146260"/>
                </a:lnTo>
                <a:lnTo>
                  <a:pt x="0" y="1462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41FFB2-8BF3-43BA-8555-EFE3B442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232" y="3394550"/>
            <a:ext cx="158978" cy="158978"/>
          </a:xfrm>
          <a:custGeom xmlns:a="http://schemas.openxmlformats.org/drawingml/2006/main">
            <a:pathLst>
              <a:path w="158978" h="158978">
                <a:moveTo>
                  <a:pt x="0" y="152619"/>
                </a:moveTo>
                <a:lnTo>
                  <a:pt x="0" y="158978"/>
                </a:lnTo>
                <a:lnTo>
                  <a:pt x="6359" y="158978"/>
                </a:lnTo>
                <a:lnTo>
                  <a:pt x="152619" y="158978"/>
                </a:lnTo>
                <a:lnTo>
                  <a:pt x="158978" y="158978"/>
                </a:lnTo>
                <a:lnTo>
                  <a:pt x="158978" y="152619"/>
                </a:lnTo>
                <a:lnTo>
                  <a:pt x="158978" y="6359"/>
                </a:lnTo>
                <a:lnTo>
                  <a:pt x="158978" y="0"/>
                </a:lnTo>
                <a:lnTo>
                  <a:pt x="152619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52619"/>
                </a:lnTo>
                <a:close/>
                <a:moveTo>
                  <a:pt x="12718" y="12718"/>
                </a:moveTo>
                <a:lnTo>
                  <a:pt x="146260" y="12718"/>
                </a:lnTo>
                <a:lnTo>
                  <a:pt x="146260" y="146260"/>
                </a:lnTo>
                <a:lnTo>
                  <a:pt x="12718" y="146260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8CD1A2-B633-45EB-893F-D5015DF3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8929" y="3400909"/>
            <a:ext cx="146260" cy="146260"/>
          </a:xfrm>
          <a:custGeom xmlns:a="http://schemas.openxmlformats.org/drawingml/2006/main">
            <a:pathLst>
              <a:path w="146260" h="146260">
                <a:moveTo>
                  <a:pt x="0" y="0"/>
                </a:moveTo>
                <a:lnTo>
                  <a:pt x="146260" y="0"/>
                </a:lnTo>
                <a:lnTo>
                  <a:pt x="146260" y="146260"/>
                </a:lnTo>
                <a:lnTo>
                  <a:pt x="0" y="1462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6BC18-8163-4BB3-81A7-35608AB3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2570" y="3394550"/>
            <a:ext cx="158978" cy="158978"/>
          </a:xfrm>
          <a:custGeom xmlns:a="http://schemas.openxmlformats.org/drawingml/2006/main">
            <a:pathLst>
              <a:path w="158978" h="158978">
                <a:moveTo>
                  <a:pt x="19410" y="12660"/>
                </a:moveTo>
                <a:lnTo>
                  <a:pt x="19829" y="12589"/>
                </a:lnTo>
                <a:lnTo>
                  <a:pt x="20238" y="12491"/>
                </a:lnTo>
                <a:lnTo>
                  <a:pt x="20636" y="12367"/>
                </a:lnTo>
                <a:lnTo>
                  <a:pt x="21023" y="12218"/>
                </a:lnTo>
                <a:lnTo>
                  <a:pt x="21397" y="12046"/>
                </a:lnTo>
                <a:lnTo>
                  <a:pt x="21757" y="11850"/>
                </a:lnTo>
                <a:lnTo>
                  <a:pt x="22103" y="11632"/>
                </a:lnTo>
                <a:lnTo>
                  <a:pt x="22433" y="11393"/>
                </a:lnTo>
                <a:lnTo>
                  <a:pt x="22747" y="11134"/>
                </a:lnTo>
                <a:lnTo>
                  <a:pt x="23044" y="10856"/>
                </a:lnTo>
                <a:lnTo>
                  <a:pt x="23322" y="10559"/>
                </a:lnTo>
                <a:lnTo>
                  <a:pt x="23582" y="10245"/>
                </a:lnTo>
                <a:lnTo>
                  <a:pt x="23820" y="9915"/>
                </a:lnTo>
                <a:lnTo>
                  <a:pt x="24038" y="9569"/>
                </a:lnTo>
                <a:lnTo>
                  <a:pt x="24234" y="9208"/>
                </a:lnTo>
                <a:lnTo>
                  <a:pt x="24407" y="8834"/>
                </a:lnTo>
                <a:lnTo>
                  <a:pt x="24556" y="8448"/>
                </a:lnTo>
                <a:lnTo>
                  <a:pt x="24679" y="8050"/>
                </a:lnTo>
                <a:lnTo>
                  <a:pt x="24777" y="7641"/>
                </a:lnTo>
                <a:lnTo>
                  <a:pt x="24848" y="7222"/>
                </a:lnTo>
                <a:lnTo>
                  <a:pt x="24892" y="6794"/>
                </a:lnTo>
                <a:lnTo>
                  <a:pt x="24907" y="6359"/>
                </a:lnTo>
                <a:lnTo>
                  <a:pt x="24892" y="5924"/>
                </a:lnTo>
                <a:lnTo>
                  <a:pt x="24848" y="5496"/>
                </a:lnTo>
                <a:lnTo>
                  <a:pt x="24777" y="5078"/>
                </a:lnTo>
                <a:lnTo>
                  <a:pt x="24679" y="4669"/>
                </a:lnTo>
                <a:lnTo>
                  <a:pt x="24556" y="4270"/>
                </a:lnTo>
                <a:lnTo>
                  <a:pt x="24407" y="3884"/>
                </a:lnTo>
                <a:lnTo>
                  <a:pt x="24234" y="3510"/>
                </a:lnTo>
                <a:lnTo>
                  <a:pt x="24038" y="3150"/>
                </a:lnTo>
                <a:lnTo>
                  <a:pt x="23820" y="2804"/>
                </a:lnTo>
                <a:lnTo>
                  <a:pt x="23582" y="2473"/>
                </a:lnTo>
                <a:lnTo>
                  <a:pt x="23322" y="2159"/>
                </a:lnTo>
                <a:lnTo>
                  <a:pt x="23044" y="1863"/>
                </a:lnTo>
                <a:lnTo>
                  <a:pt x="22747" y="1584"/>
                </a:lnTo>
                <a:lnTo>
                  <a:pt x="22433" y="1325"/>
                </a:lnTo>
                <a:lnTo>
                  <a:pt x="22103" y="1086"/>
                </a:lnTo>
                <a:lnTo>
                  <a:pt x="21757" y="868"/>
                </a:lnTo>
                <a:lnTo>
                  <a:pt x="21397" y="672"/>
                </a:lnTo>
                <a:lnTo>
                  <a:pt x="21023" y="500"/>
                </a:lnTo>
                <a:lnTo>
                  <a:pt x="20636" y="351"/>
                </a:lnTo>
                <a:lnTo>
                  <a:pt x="20238" y="227"/>
                </a:lnTo>
                <a:lnTo>
                  <a:pt x="19829" y="129"/>
                </a:lnTo>
                <a:lnTo>
                  <a:pt x="19410" y="58"/>
                </a:lnTo>
                <a:lnTo>
                  <a:pt x="18983" y="15"/>
                </a:lnTo>
                <a:lnTo>
                  <a:pt x="18547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8547"/>
                </a:lnTo>
                <a:lnTo>
                  <a:pt x="15" y="18983"/>
                </a:lnTo>
                <a:lnTo>
                  <a:pt x="58" y="19410"/>
                </a:lnTo>
                <a:lnTo>
                  <a:pt x="129" y="19829"/>
                </a:lnTo>
                <a:lnTo>
                  <a:pt x="227" y="20238"/>
                </a:lnTo>
                <a:lnTo>
                  <a:pt x="351" y="20636"/>
                </a:lnTo>
                <a:lnTo>
                  <a:pt x="500" y="21023"/>
                </a:lnTo>
                <a:lnTo>
                  <a:pt x="672" y="21397"/>
                </a:lnTo>
                <a:lnTo>
                  <a:pt x="868" y="21757"/>
                </a:lnTo>
                <a:lnTo>
                  <a:pt x="1086" y="22103"/>
                </a:lnTo>
                <a:lnTo>
                  <a:pt x="1325" y="22433"/>
                </a:lnTo>
                <a:lnTo>
                  <a:pt x="1584" y="22747"/>
                </a:lnTo>
                <a:lnTo>
                  <a:pt x="1863" y="23044"/>
                </a:lnTo>
                <a:lnTo>
                  <a:pt x="2159" y="23322"/>
                </a:lnTo>
                <a:lnTo>
                  <a:pt x="2473" y="23582"/>
                </a:lnTo>
                <a:lnTo>
                  <a:pt x="2804" y="23820"/>
                </a:lnTo>
                <a:lnTo>
                  <a:pt x="3150" y="24038"/>
                </a:lnTo>
                <a:lnTo>
                  <a:pt x="3510" y="24234"/>
                </a:lnTo>
                <a:lnTo>
                  <a:pt x="3884" y="24407"/>
                </a:lnTo>
                <a:lnTo>
                  <a:pt x="4270" y="24556"/>
                </a:lnTo>
                <a:lnTo>
                  <a:pt x="4669" y="24679"/>
                </a:lnTo>
                <a:lnTo>
                  <a:pt x="5078" y="24777"/>
                </a:lnTo>
                <a:lnTo>
                  <a:pt x="5496" y="24848"/>
                </a:lnTo>
                <a:lnTo>
                  <a:pt x="5924" y="24892"/>
                </a:lnTo>
                <a:lnTo>
                  <a:pt x="6359" y="24907"/>
                </a:lnTo>
                <a:lnTo>
                  <a:pt x="6794" y="24892"/>
                </a:lnTo>
                <a:lnTo>
                  <a:pt x="7222" y="24848"/>
                </a:lnTo>
                <a:lnTo>
                  <a:pt x="7641" y="24777"/>
                </a:lnTo>
                <a:lnTo>
                  <a:pt x="8050" y="24679"/>
                </a:lnTo>
                <a:lnTo>
                  <a:pt x="8448" y="24556"/>
                </a:lnTo>
                <a:lnTo>
                  <a:pt x="8834" y="24407"/>
                </a:lnTo>
                <a:lnTo>
                  <a:pt x="9208" y="24234"/>
                </a:lnTo>
                <a:lnTo>
                  <a:pt x="9569" y="24038"/>
                </a:lnTo>
                <a:lnTo>
                  <a:pt x="9915" y="23820"/>
                </a:lnTo>
                <a:lnTo>
                  <a:pt x="10245" y="23582"/>
                </a:lnTo>
                <a:lnTo>
                  <a:pt x="10559" y="23322"/>
                </a:lnTo>
                <a:lnTo>
                  <a:pt x="10856" y="23044"/>
                </a:lnTo>
                <a:lnTo>
                  <a:pt x="11134" y="22747"/>
                </a:lnTo>
                <a:lnTo>
                  <a:pt x="11393" y="22433"/>
                </a:lnTo>
                <a:lnTo>
                  <a:pt x="11632" y="22103"/>
                </a:lnTo>
                <a:lnTo>
                  <a:pt x="11850" y="21757"/>
                </a:lnTo>
                <a:lnTo>
                  <a:pt x="12046" y="21397"/>
                </a:lnTo>
                <a:lnTo>
                  <a:pt x="12218" y="21023"/>
                </a:lnTo>
                <a:lnTo>
                  <a:pt x="12367" y="20636"/>
                </a:lnTo>
                <a:lnTo>
                  <a:pt x="12491" y="20238"/>
                </a:lnTo>
                <a:lnTo>
                  <a:pt x="12589" y="19829"/>
                </a:lnTo>
                <a:lnTo>
                  <a:pt x="12660" y="19410"/>
                </a:lnTo>
                <a:lnTo>
                  <a:pt x="12704" y="18983"/>
                </a:lnTo>
                <a:lnTo>
                  <a:pt x="12718" y="18547"/>
                </a:lnTo>
                <a:lnTo>
                  <a:pt x="12718" y="12718"/>
                </a:lnTo>
                <a:lnTo>
                  <a:pt x="18547" y="12718"/>
                </a:lnTo>
                <a:lnTo>
                  <a:pt x="18983" y="12704"/>
                </a:lnTo>
                <a:lnTo>
                  <a:pt x="19410" y="12660"/>
                </a:lnTo>
                <a:close/>
                <a:moveTo>
                  <a:pt x="65212" y="351"/>
                </a:moveTo>
                <a:lnTo>
                  <a:pt x="64825" y="500"/>
                </a:lnTo>
                <a:lnTo>
                  <a:pt x="64451" y="672"/>
                </a:lnTo>
                <a:lnTo>
                  <a:pt x="64091" y="868"/>
                </a:lnTo>
                <a:lnTo>
                  <a:pt x="63745" y="1086"/>
                </a:lnTo>
                <a:lnTo>
                  <a:pt x="63415" y="1325"/>
                </a:lnTo>
                <a:lnTo>
                  <a:pt x="63101" y="1584"/>
                </a:lnTo>
                <a:lnTo>
                  <a:pt x="62804" y="1863"/>
                </a:lnTo>
                <a:lnTo>
                  <a:pt x="62526" y="2159"/>
                </a:lnTo>
                <a:lnTo>
                  <a:pt x="62267" y="2473"/>
                </a:lnTo>
                <a:lnTo>
                  <a:pt x="62028" y="2804"/>
                </a:lnTo>
                <a:lnTo>
                  <a:pt x="61810" y="3150"/>
                </a:lnTo>
                <a:lnTo>
                  <a:pt x="61614" y="3510"/>
                </a:lnTo>
                <a:lnTo>
                  <a:pt x="61441" y="3884"/>
                </a:lnTo>
                <a:lnTo>
                  <a:pt x="61292" y="4270"/>
                </a:lnTo>
                <a:lnTo>
                  <a:pt x="61169" y="4669"/>
                </a:lnTo>
                <a:lnTo>
                  <a:pt x="61071" y="5078"/>
                </a:lnTo>
                <a:lnTo>
                  <a:pt x="61000" y="5496"/>
                </a:lnTo>
                <a:lnTo>
                  <a:pt x="60956" y="5924"/>
                </a:lnTo>
                <a:lnTo>
                  <a:pt x="60942" y="6359"/>
                </a:lnTo>
                <a:lnTo>
                  <a:pt x="60956" y="6794"/>
                </a:lnTo>
                <a:lnTo>
                  <a:pt x="61000" y="7222"/>
                </a:lnTo>
                <a:lnTo>
                  <a:pt x="61071" y="7641"/>
                </a:lnTo>
                <a:lnTo>
                  <a:pt x="61169" y="8050"/>
                </a:lnTo>
                <a:lnTo>
                  <a:pt x="61292" y="8448"/>
                </a:lnTo>
                <a:lnTo>
                  <a:pt x="61441" y="8834"/>
                </a:lnTo>
                <a:lnTo>
                  <a:pt x="61614" y="9208"/>
                </a:lnTo>
                <a:lnTo>
                  <a:pt x="61810" y="9569"/>
                </a:lnTo>
                <a:lnTo>
                  <a:pt x="62028" y="9915"/>
                </a:lnTo>
                <a:lnTo>
                  <a:pt x="62267" y="10245"/>
                </a:lnTo>
                <a:lnTo>
                  <a:pt x="62526" y="10559"/>
                </a:lnTo>
                <a:lnTo>
                  <a:pt x="62804" y="10856"/>
                </a:lnTo>
                <a:lnTo>
                  <a:pt x="63101" y="11134"/>
                </a:lnTo>
                <a:lnTo>
                  <a:pt x="63415" y="11393"/>
                </a:lnTo>
                <a:lnTo>
                  <a:pt x="63745" y="11632"/>
                </a:lnTo>
                <a:lnTo>
                  <a:pt x="64091" y="11850"/>
                </a:lnTo>
                <a:lnTo>
                  <a:pt x="64451" y="12046"/>
                </a:lnTo>
                <a:lnTo>
                  <a:pt x="64825" y="12218"/>
                </a:lnTo>
                <a:lnTo>
                  <a:pt x="65212" y="12367"/>
                </a:lnTo>
                <a:lnTo>
                  <a:pt x="65610" y="12491"/>
                </a:lnTo>
                <a:lnTo>
                  <a:pt x="66019" y="12589"/>
                </a:lnTo>
                <a:lnTo>
                  <a:pt x="66438" y="12660"/>
                </a:lnTo>
                <a:lnTo>
                  <a:pt x="66865" y="12704"/>
                </a:lnTo>
                <a:lnTo>
                  <a:pt x="67301" y="12718"/>
                </a:lnTo>
                <a:lnTo>
                  <a:pt x="91677" y="12718"/>
                </a:lnTo>
                <a:lnTo>
                  <a:pt x="92113" y="12704"/>
                </a:lnTo>
                <a:lnTo>
                  <a:pt x="92540" y="12660"/>
                </a:lnTo>
                <a:lnTo>
                  <a:pt x="92959" y="12589"/>
                </a:lnTo>
                <a:lnTo>
                  <a:pt x="93368" y="12491"/>
                </a:lnTo>
                <a:lnTo>
                  <a:pt x="93766" y="12367"/>
                </a:lnTo>
                <a:lnTo>
                  <a:pt x="94152" y="12218"/>
                </a:lnTo>
                <a:lnTo>
                  <a:pt x="94526" y="12046"/>
                </a:lnTo>
                <a:lnTo>
                  <a:pt x="94887" y="11850"/>
                </a:lnTo>
                <a:lnTo>
                  <a:pt x="95233" y="11632"/>
                </a:lnTo>
                <a:lnTo>
                  <a:pt x="95563" y="11393"/>
                </a:lnTo>
                <a:lnTo>
                  <a:pt x="95877" y="11134"/>
                </a:lnTo>
                <a:lnTo>
                  <a:pt x="96174" y="10856"/>
                </a:lnTo>
                <a:lnTo>
                  <a:pt x="96452" y="10559"/>
                </a:lnTo>
                <a:lnTo>
                  <a:pt x="96711" y="10245"/>
                </a:lnTo>
                <a:lnTo>
                  <a:pt x="96950" y="9915"/>
                </a:lnTo>
                <a:lnTo>
                  <a:pt x="97168" y="9569"/>
                </a:lnTo>
                <a:lnTo>
                  <a:pt x="97364" y="9208"/>
                </a:lnTo>
                <a:lnTo>
                  <a:pt x="97537" y="8834"/>
                </a:lnTo>
                <a:lnTo>
                  <a:pt x="97685" y="8448"/>
                </a:lnTo>
                <a:lnTo>
                  <a:pt x="97809" y="8050"/>
                </a:lnTo>
                <a:lnTo>
                  <a:pt x="97907" y="7641"/>
                </a:lnTo>
                <a:lnTo>
                  <a:pt x="97978" y="7222"/>
                </a:lnTo>
                <a:lnTo>
                  <a:pt x="98022" y="6794"/>
                </a:lnTo>
                <a:lnTo>
                  <a:pt x="98036" y="6359"/>
                </a:lnTo>
                <a:lnTo>
                  <a:pt x="98022" y="5924"/>
                </a:lnTo>
                <a:lnTo>
                  <a:pt x="97978" y="5496"/>
                </a:lnTo>
                <a:lnTo>
                  <a:pt x="97907" y="5078"/>
                </a:lnTo>
                <a:lnTo>
                  <a:pt x="97809" y="4669"/>
                </a:lnTo>
                <a:lnTo>
                  <a:pt x="97685" y="4270"/>
                </a:lnTo>
                <a:lnTo>
                  <a:pt x="97537" y="3884"/>
                </a:lnTo>
                <a:lnTo>
                  <a:pt x="97364" y="3510"/>
                </a:lnTo>
                <a:lnTo>
                  <a:pt x="97168" y="3150"/>
                </a:lnTo>
                <a:lnTo>
                  <a:pt x="96950" y="2804"/>
                </a:lnTo>
                <a:lnTo>
                  <a:pt x="96711" y="2473"/>
                </a:lnTo>
                <a:lnTo>
                  <a:pt x="96452" y="2159"/>
                </a:lnTo>
                <a:lnTo>
                  <a:pt x="96174" y="1863"/>
                </a:lnTo>
                <a:lnTo>
                  <a:pt x="95877" y="1584"/>
                </a:lnTo>
                <a:lnTo>
                  <a:pt x="95563" y="1325"/>
                </a:lnTo>
                <a:lnTo>
                  <a:pt x="95233" y="1086"/>
                </a:lnTo>
                <a:lnTo>
                  <a:pt x="94887" y="868"/>
                </a:lnTo>
                <a:lnTo>
                  <a:pt x="94526" y="672"/>
                </a:lnTo>
                <a:lnTo>
                  <a:pt x="94152" y="500"/>
                </a:lnTo>
                <a:lnTo>
                  <a:pt x="93766" y="351"/>
                </a:lnTo>
                <a:lnTo>
                  <a:pt x="93368" y="227"/>
                </a:lnTo>
                <a:lnTo>
                  <a:pt x="92959" y="129"/>
                </a:lnTo>
                <a:lnTo>
                  <a:pt x="92540" y="58"/>
                </a:lnTo>
                <a:lnTo>
                  <a:pt x="92113" y="15"/>
                </a:lnTo>
                <a:lnTo>
                  <a:pt x="91677" y="0"/>
                </a:lnTo>
                <a:lnTo>
                  <a:pt x="67301" y="0"/>
                </a:lnTo>
                <a:lnTo>
                  <a:pt x="66865" y="15"/>
                </a:lnTo>
                <a:lnTo>
                  <a:pt x="66438" y="58"/>
                </a:lnTo>
                <a:lnTo>
                  <a:pt x="66019" y="129"/>
                </a:lnTo>
                <a:lnTo>
                  <a:pt x="65610" y="227"/>
                </a:lnTo>
                <a:lnTo>
                  <a:pt x="65212" y="351"/>
                </a:lnTo>
                <a:close/>
                <a:moveTo>
                  <a:pt x="12218" y="64825"/>
                </a:moveTo>
                <a:lnTo>
                  <a:pt x="12046" y="64451"/>
                </a:lnTo>
                <a:lnTo>
                  <a:pt x="11850" y="64091"/>
                </a:lnTo>
                <a:lnTo>
                  <a:pt x="11632" y="63745"/>
                </a:lnTo>
                <a:lnTo>
                  <a:pt x="11393" y="63415"/>
                </a:lnTo>
                <a:lnTo>
                  <a:pt x="11134" y="63101"/>
                </a:lnTo>
                <a:lnTo>
                  <a:pt x="10856" y="62804"/>
                </a:lnTo>
                <a:lnTo>
                  <a:pt x="10559" y="62526"/>
                </a:lnTo>
                <a:lnTo>
                  <a:pt x="10245" y="62266"/>
                </a:lnTo>
                <a:lnTo>
                  <a:pt x="9915" y="62028"/>
                </a:lnTo>
                <a:lnTo>
                  <a:pt x="9569" y="61810"/>
                </a:lnTo>
                <a:lnTo>
                  <a:pt x="9208" y="61614"/>
                </a:lnTo>
                <a:lnTo>
                  <a:pt x="8834" y="61441"/>
                </a:lnTo>
                <a:lnTo>
                  <a:pt x="8448" y="61292"/>
                </a:lnTo>
                <a:lnTo>
                  <a:pt x="8050" y="61169"/>
                </a:lnTo>
                <a:lnTo>
                  <a:pt x="7641" y="61071"/>
                </a:lnTo>
                <a:lnTo>
                  <a:pt x="7222" y="61000"/>
                </a:lnTo>
                <a:lnTo>
                  <a:pt x="6794" y="60956"/>
                </a:lnTo>
                <a:lnTo>
                  <a:pt x="6359" y="60941"/>
                </a:lnTo>
                <a:lnTo>
                  <a:pt x="5924" y="60956"/>
                </a:lnTo>
                <a:lnTo>
                  <a:pt x="5496" y="61000"/>
                </a:lnTo>
                <a:lnTo>
                  <a:pt x="5078" y="61071"/>
                </a:lnTo>
                <a:lnTo>
                  <a:pt x="4669" y="61169"/>
                </a:lnTo>
                <a:lnTo>
                  <a:pt x="4270" y="61292"/>
                </a:lnTo>
                <a:lnTo>
                  <a:pt x="3884" y="61441"/>
                </a:lnTo>
                <a:lnTo>
                  <a:pt x="3510" y="61614"/>
                </a:lnTo>
                <a:lnTo>
                  <a:pt x="3150" y="61810"/>
                </a:lnTo>
                <a:lnTo>
                  <a:pt x="2804" y="62028"/>
                </a:lnTo>
                <a:lnTo>
                  <a:pt x="2473" y="62266"/>
                </a:lnTo>
                <a:lnTo>
                  <a:pt x="2159" y="62526"/>
                </a:lnTo>
                <a:lnTo>
                  <a:pt x="1863" y="62804"/>
                </a:lnTo>
                <a:lnTo>
                  <a:pt x="1584" y="63101"/>
                </a:lnTo>
                <a:lnTo>
                  <a:pt x="1325" y="63415"/>
                </a:lnTo>
                <a:lnTo>
                  <a:pt x="1086" y="63745"/>
                </a:lnTo>
                <a:lnTo>
                  <a:pt x="868" y="64091"/>
                </a:lnTo>
                <a:lnTo>
                  <a:pt x="672" y="64451"/>
                </a:lnTo>
                <a:lnTo>
                  <a:pt x="500" y="64825"/>
                </a:lnTo>
                <a:lnTo>
                  <a:pt x="351" y="65212"/>
                </a:lnTo>
                <a:lnTo>
                  <a:pt x="227" y="65610"/>
                </a:lnTo>
                <a:lnTo>
                  <a:pt x="129" y="66019"/>
                </a:lnTo>
                <a:lnTo>
                  <a:pt x="58" y="66438"/>
                </a:lnTo>
                <a:lnTo>
                  <a:pt x="15" y="66865"/>
                </a:lnTo>
                <a:lnTo>
                  <a:pt x="0" y="67301"/>
                </a:lnTo>
                <a:lnTo>
                  <a:pt x="0" y="91677"/>
                </a:lnTo>
                <a:lnTo>
                  <a:pt x="15" y="92113"/>
                </a:lnTo>
                <a:lnTo>
                  <a:pt x="58" y="92540"/>
                </a:lnTo>
                <a:lnTo>
                  <a:pt x="129" y="92959"/>
                </a:lnTo>
                <a:lnTo>
                  <a:pt x="227" y="93368"/>
                </a:lnTo>
                <a:lnTo>
                  <a:pt x="351" y="93766"/>
                </a:lnTo>
                <a:lnTo>
                  <a:pt x="500" y="94152"/>
                </a:lnTo>
                <a:lnTo>
                  <a:pt x="672" y="94526"/>
                </a:lnTo>
                <a:lnTo>
                  <a:pt x="868" y="94887"/>
                </a:lnTo>
                <a:lnTo>
                  <a:pt x="1086" y="95233"/>
                </a:lnTo>
                <a:lnTo>
                  <a:pt x="1325" y="95563"/>
                </a:lnTo>
                <a:lnTo>
                  <a:pt x="1584" y="95877"/>
                </a:lnTo>
                <a:lnTo>
                  <a:pt x="1863" y="96174"/>
                </a:lnTo>
                <a:lnTo>
                  <a:pt x="2159" y="96452"/>
                </a:lnTo>
                <a:lnTo>
                  <a:pt x="2473" y="96711"/>
                </a:lnTo>
                <a:lnTo>
                  <a:pt x="2804" y="96950"/>
                </a:lnTo>
                <a:lnTo>
                  <a:pt x="3150" y="97168"/>
                </a:lnTo>
                <a:lnTo>
                  <a:pt x="3510" y="97364"/>
                </a:lnTo>
                <a:lnTo>
                  <a:pt x="3884" y="97537"/>
                </a:lnTo>
                <a:lnTo>
                  <a:pt x="4270" y="97685"/>
                </a:lnTo>
                <a:lnTo>
                  <a:pt x="4669" y="97809"/>
                </a:lnTo>
                <a:lnTo>
                  <a:pt x="5078" y="97907"/>
                </a:lnTo>
                <a:lnTo>
                  <a:pt x="5496" y="97978"/>
                </a:lnTo>
                <a:lnTo>
                  <a:pt x="5924" y="98022"/>
                </a:lnTo>
                <a:lnTo>
                  <a:pt x="6359" y="98036"/>
                </a:lnTo>
                <a:lnTo>
                  <a:pt x="6794" y="98022"/>
                </a:lnTo>
                <a:lnTo>
                  <a:pt x="7222" y="97978"/>
                </a:lnTo>
                <a:lnTo>
                  <a:pt x="7641" y="97907"/>
                </a:lnTo>
                <a:lnTo>
                  <a:pt x="8050" y="97809"/>
                </a:lnTo>
                <a:lnTo>
                  <a:pt x="8448" y="97685"/>
                </a:lnTo>
                <a:lnTo>
                  <a:pt x="8834" y="97537"/>
                </a:lnTo>
                <a:lnTo>
                  <a:pt x="9208" y="97364"/>
                </a:lnTo>
                <a:lnTo>
                  <a:pt x="9569" y="97168"/>
                </a:lnTo>
                <a:lnTo>
                  <a:pt x="9915" y="96950"/>
                </a:lnTo>
                <a:lnTo>
                  <a:pt x="10245" y="96711"/>
                </a:lnTo>
                <a:lnTo>
                  <a:pt x="10559" y="96452"/>
                </a:lnTo>
                <a:lnTo>
                  <a:pt x="10856" y="96174"/>
                </a:lnTo>
                <a:lnTo>
                  <a:pt x="11134" y="95877"/>
                </a:lnTo>
                <a:lnTo>
                  <a:pt x="11393" y="95563"/>
                </a:lnTo>
                <a:lnTo>
                  <a:pt x="11632" y="95233"/>
                </a:lnTo>
                <a:lnTo>
                  <a:pt x="11850" y="94887"/>
                </a:lnTo>
                <a:lnTo>
                  <a:pt x="12046" y="94526"/>
                </a:lnTo>
                <a:lnTo>
                  <a:pt x="12218" y="94152"/>
                </a:lnTo>
                <a:lnTo>
                  <a:pt x="12367" y="93766"/>
                </a:lnTo>
                <a:lnTo>
                  <a:pt x="12491" y="93368"/>
                </a:lnTo>
                <a:lnTo>
                  <a:pt x="12589" y="92959"/>
                </a:lnTo>
                <a:lnTo>
                  <a:pt x="12660" y="92540"/>
                </a:lnTo>
                <a:lnTo>
                  <a:pt x="12704" y="92113"/>
                </a:lnTo>
                <a:lnTo>
                  <a:pt x="12718" y="91677"/>
                </a:lnTo>
                <a:lnTo>
                  <a:pt x="12718" y="67301"/>
                </a:lnTo>
                <a:lnTo>
                  <a:pt x="12704" y="66865"/>
                </a:lnTo>
                <a:lnTo>
                  <a:pt x="12660" y="66438"/>
                </a:lnTo>
                <a:lnTo>
                  <a:pt x="12589" y="66019"/>
                </a:lnTo>
                <a:lnTo>
                  <a:pt x="12491" y="65610"/>
                </a:lnTo>
                <a:lnTo>
                  <a:pt x="12367" y="65212"/>
                </a:lnTo>
                <a:lnTo>
                  <a:pt x="12218" y="64825"/>
                </a:lnTo>
                <a:close/>
                <a:moveTo>
                  <a:pt x="12367" y="138342"/>
                </a:moveTo>
                <a:lnTo>
                  <a:pt x="12218" y="137955"/>
                </a:lnTo>
                <a:lnTo>
                  <a:pt x="12046" y="137581"/>
                </a:lnTo>
                <a:lnTo>
                  <a:pt x="11850" y="137221"/>
                </a:lnTo>
                <a:lnTo>
                  <a:pt x="11632" y="136875"/>
                </a:lnTo>
                <a:lnTo>
                  <a:pt x="11393" y="136545"/>
                </a:lnTo>
                <a:lnTo>
                  <a:pt x="11134" y="136231"/>
                </a:lnTo>
                <a:lnTo>
                  <a:pt x="10856" y="135934"/>
                </a:lnTo>
                <a:lnTo>
                  <a:pt x="10559" y="135655"/>
                </a:lnTo>
                <a:lnTo>
                  <a:pt x="10245" y="135396"/>
                </a:lnTo>
                <a:lnTo>
                  <a:pt x="9915" y="135157"/>
                </a:lnTo>
                <a:lnTo>
                  <a:pt x="9569" y="134939"/>
                </a:lnTo>
                <a:lnTo>
                  <a:pt x="9208" y="134744"/>
                </a:lnTo>
                <a:lnTo>
                  <a:pt x="8834" y="134571"/>
                </a:lnTo>
                <a:lnTo>
                  <a:pt x="8448" y="134422"/>
                </a:lnTo>
                <a:lnTo>
                  <a:pt x="8050" y="134298"/>
                </a:lnTo>
                <a:lnTo>
                  <a:pt x="7641" y="134200"/>
                </a:lnTo>
                <a:lnTo>
                  <a:pt x="7222" y="134129"/>
                </a:lnTo>
                <a:lnTo>
                  <a:pt x="6794" y="134086"/>
                </a:lnTo>
                <a:lnTo>
                  <a:pt x="6359" y="134071"/>
                </a:lnTo>
                <a:lnTo>
                  <a:pt x="5924" y="134086"/>
                </a:lnTo>
                <a:lnTo>
                  <a:pt x="5496" y="134129"/>
                </a:lnTo>
                <a:lnTo>
                  <a:pt x="5078" y="134200"/>
                </a:lnTo>
                <a:lnTo>
                  <a:pt x="4669" y="134298"/>
                </a:lnTo>
                <a:lnTo>
                  <a:pt x="4270" y="134422"/>
                </a:lnTo>
                <a:lnTo>
                  <a:pt x="3884" y="134571"/>
                </a:lnTo>
                <a:lnTo>
                  <a:pt x="3510" y="134744"/>
                </a:lnTo>
                <a:lnTo>
                  <a:pt x="3150" y="134939"/>
                </a:lnTo>
                <a:lnTo>
                  <a:pt x="2804" y="135157"/>
                </a:lnTo>
                <a:lnTo>
                  <a:pt x="2473" y="135396"/>
                </a:lnTo>
                <a:lnTo>
                  <a:pt x="2159" y="135655"/>
                </a:lnTo>
                <a:lnTo>
                  <a:pt x="1863" y="135934"/>
                </a:lnTo>
                <a:lnTo>
                  <a:pt x="1584" y="136231"/>
                </a:lnTo>
                <a:lnTo>
                  <a:pt x="1325" y="136545"/>
                </a:lnTo>
                <a:lnTo>
                  <a:pt x="1086" y="136875"/>
                </a:lnTo>
                <a:lnTo>
                  <a:pt x="868" y="137221"/>
                </a:lnTo>
                <a:lnTo>
                  <a:pt x="672" y="137581"/>
                </a:lnTo>
                <a:lnTo>
                  <a:pt x="500" y="137955"/>
                </a:lnTo>
                <a:lnTo>
                  <a:pt x="351" y="138342"/>
                </a:lnTo>
                <a:lnTo>
                  <a:pt x="227" y="138740"/>
                </a:lnTo>
                <a:lnTo>
                  <a:pt x="129" y="139149"/>
                </a:lnTo>
                <a:lnTo>
                  <a:pt x="58" y="139568"/>
                </a:lnTo>
                <a:lnTo>
                  <a:pt x="15" y="139995"/>
                </a:lnTo>
                <a:lnTo>
                  <a:pt x="0" y="140430"/>
                </a:lnTo>
                <a:lnTo>
                  <a:pt x="0" y="152619"/>
                </a:lnTo>
                <a:lnTo>
                  <a:pt x="0" y="158978"/>
                </a:lnTo>
                <a:lnTo>
                  <a:pt x="6359" y="158978"/>
                </a:lnTo>
                <a:lnTo>
                  <a:pt x="18547" y="158978"/>
                </a:lnTo>
                <a:lnTo>
                  <a:pt x="18983" y="158963"/>
                </a:lnTo>
                <a:lnTo>
                  <a:pt x="19410" y="158920"/>
                </a:lnTo>
                <a:lnTo>
                  <a:pt x="19829" y="158849"/>
                </a:lnTo>
                <a:lnTo>
                  <a:pt x="20238" y="158751"/>
                </a:lnTo>
                <a:lnTo>
                  <a:pt x="20636" y="158627"/>
                </a:lnTo>
                <a:lnTo>
                  <a:pt x="21023" y="158478"/>
                </a:lnTo>
                <a:lnTo>
                  <a:pt x="21397" y="158305"/>
                </a:lnTo>
                <a:lnTo>
                  <a:pt x="21757" y="158110"/>
                </a:lnTo>
                <a:lnTo>
                  <a:pt x="22103" y="157892"/>
                </a:lnTo>
                <a:lnTo>
                  <a:pt x="22433" y="157653"/>
                </a:lnTo>
                <a:lnTo>
                  <a:pt x="22747" y="157394"/>
                </a:lnTo>
                <a:lnTo>
                  <a:pt x="23044" y="157115"/>
                </a:lnTo>
                <a:lnTo>
                  <a:pt x="23322" y="156819"/>
                </a:lnTo>
                <a:lnTo>
                  <a:pt x="23582" y="156505"/>
                </a:lnTo>
                <a:lnTo>
                  <a:pt x="23820" y="156174"/>
                </a:lnTo>
                <a:lnTo>
                  <a:pt x="24038" y="155828"/>
                </a:lnTo>
                <a:lnTo>
                  <a:pt x="24234" y="155468"/>
                </a:lnTo>
                <a:lnTo>
                  <a:pt x="24407" y="155094"/>
                </a:lnTo>
                <a:lnTo>
                  <a:pt x="24556" y="154707"/>
                </a:lnTo>
                <a:lnTo>
                  <a:pt x="24679" y="154309"/>
                </a:lnTo>
                <a:lnTo>
                  <a:pt x="24777" y="153900"/>
                </a:lnTo>
                <a:lnTo>
                  <a:pt x="24848" y="153482"/>
                </a:lnTo>
                <a:lnTo>
                  <a:pt x="24892" y="153054"/>
                </a:lnTo>
                <a:lnTo>
                  <a:pt x="24907" y="152619"/>
                </a:lnTo>
                <a:lnTo>
                  <a:pt x="24892" y="152183"/>
                </a:lnTo>
                <a:lnTo>
                  <a:pt x="24848" y="151756"/>
                </a:lnTo>
                <a:lnTo>
                  <a:pt x="24777" y="151337"/>
                </a:lnTo>
                <a:lnTo>
                  <a:pt x="24679" y="150928"/>
                </a:lnTo>
                <a:lnTo>
                  <a:pt x="24556" y="150530"/>
                </a:lnTo>
                <a:lnTo>
                  <a:pt x="24407" y="150143"/>
                </a:lnTo>
                <a:lnTo>
                  <a:pt x="24234" y="149770"/>
                </a:lnTo>
                <a:lnTo>
                  <a:pt x="24038" y="149409"/>
                </a:lnTo>
                <a:lnTo>
                  <a:pt x="23820" y="149063"/>
                </a:lnTo>
                <a:lnTo>
                  <a:pt x="23582" y="148733"/>
                </a:lnTo>
                <a:lnTo>
                  <a:pt x="23322" y="148419"/>
                </a:lnTo>
                <a:lnTo>
                  <a:pt x="23044" y="148122"/>
                </a:lnTo>
                <a:lnTo>
                  <a:pt x="22747" y="147844"/>
                </a:lnTo>
                <a:lnTo>
                  <a:pt x="22433" y="147585"/>
                </a:lnTo>
                <a:lnTo>
                  <a:pt x="22103" y="147346"/>
                </a:lnTo>
                <a:lnTo>
                  <a:pt x="21757" y="147128"/>
                </a:lnTo>
                <a:lnTo>
                  <a:pt x="21397" y="146932"/>
                </a:lnTo>
                <a:lnTo>
                  <a:pt x="21023" y="146759"/>
                </a:lnTo>
                <a:lnTo>
                  <a:pt x="20636" y="146611"/>
                </a:lnTo>
                <a:lnTo>
                  <a:pt x="20238" y="146487"/>
                </a:lnTo>
                <a:lnTo>
                  <a:pt x="19829" y="146389"/>
                </a:lnTo>
                <a:lnTo>
                  <a:pt x="19410" y="146318"/>
                </a:lnTo>
                <a:lnTo>
                  <a:pt x="18983" y="146274"/>
                </a:lnTo>
                <a:lnTo>
                  <a:pt x="18547" y="146260"/>
                </a:lnTo>
                <a:lnTo>
                  <a:pt x="12718" y="146260"/>
                </a:lnTo>
                <a:lnTo>
                  <a:pt x="12718" y="140430"/>
                </a:lnTo>
                <a:lnTo>
                  <a:pt x="12704" y="139995"/>
                </a:lnTo>
                <a:lnTo>
                  <a:pt x="12660" y="139568"/>
                </a:lnTo>
                <a:lnTo>
                  <a:pt x="12589" y="139149"/>
                </a:lnTo>
                <a:lnTo>
                  <a:pt x="12491" y="138740"/>
                </a:lnTo>
                <a:lnTo>
                  <a:pt x="12367" y="138342"/>
                </a:lnTo>
                <a:close/>
                <a:moveTo>
                  <a:pt x="65212" y="146611"/>
                </a:moveTo>
                <a:lnTo>
                  <a:pt x="64825" y="146759"/>
                </a:lnTo>
                <a:lnTo>
                  <a:pt x="64451" y="146932"/>
                </a:lnTo>
                <a:lnTo>
                  <a:pt x="64091" y="147128"/>
                </a:lnTo>
                <a:lnTo>
                  <a:pt x="63745" y="147346"/>
                </a:lnTo>
                <a:lnTo>
                  <a:pt x="63415" y="147585"/>
                </a:lnTo>
                <a:lnTo>
                  <a:pt x="63101" y="147844"/>
                </a:lnTo>
                <a:lnTo>
                  <a:pt x="62804" y="148122"/>
                </a:lnTo>
                <a:lnTo>
                  <a:pt x="62526" y="148419"/>
                </a:lnTo>
                <a:lnTo>
                  <a:pt x="62266" y="148733"/>
                </a:lnTo>
                <a:lnTo>
                  <a:pt x="62028" y="149063"/>
                </a:lnTo>
                <a:lnTo>
                  <a:pt x="61810" y="149409"/>
                </a:lnTo>
                <a:lnTo>
                  <a:pt x="61614" y="149770"/>
                </a:lnTo>
                <a:lnTo>
                  <a:pt x="61441" y="150143"/>
                </a:lnTo>
                <a:lnTo>
                  <a:pt x="61292" y="150530"/>
                </a:lnTo>
                <a:lnTo>
                  <a:pt x="61169" y="150928"/>
                </a:lnTo>
                <a:lnTo>
                  <a:pt x="61071" y="151337"/>
                </a:lnTo>
                <a:lnTo>
                  <a:pt x="61000" y="151756"/>
                </a:lnTo>
                <a:lnTo>
                  <a:pt x="60956" y="152183"/>
                </a:lnTo>
                <a:lnTo>
                  <a:pt x="60941" y="152619"/>
                </a:lnTo>
                <a:lnTo>
                  <a:pt x="60956" y="153054"/>
                </a:lnTo>
                <a:lnTo>
                  <a:pt x="61000" y="153482"/>
                </a:lnTo>
                <a:lnTo>
                  <a:pt x="61071" y="153900"/>
                </a:lnTo>
                <a:lnTo>
                  <a:pt x="61169" y="154309"/>
                </a:lnTo>
                <a:lnTo>
                  <a:pt x="61292" y="154707"/>
                </a:lnTo>
                <a:lnTo>
                  <a:pt x="61441" y="155094"/>
                </a:lnTo>
                <a:lnTo>
                  <a:pt x="61614" y="155468"/>
                </a:lnTo>
                <a:lnTo>
                  <a:pt x="61810" y="155828"/>
                </a:lnTo>
                <a:lnTo>
                  <a:pt x="62028" y="156174"/>
                </a:lnTo>
                <a:lnTo>
                  <a:pt x="62266" y="156505"/>
                </a:lnTo>
                <a:lnTo>
                  <a:pt x="62526" y="156819"/>
                </a:lnTo>
                <a:lnTo>
                  <a:pt x="62804" y="157115"/>
                </a:lnTo>
                <a:lnTo>
                  <a:pt x="63101" y="157394"/>
                </a:lnTo>
                <a:lnTo>
                  <a:pt x="63415" y="157653"/>
                </a:lnTo>
                <a:lnTo>
                  <a:pt x="63745" y="157892"/>
                </a:lnTo>
                <a:lnTo>
                  <a:pt x="64091" y="158110"/>
                </a:lnTo>
                <a:lnTo>
                  <a:pt x="64451" y="158305"/>
                </a:lnTo>
                <a:lnTo>
                  <a:pt x="64825" y="158478"/>
                </a:lnTo>
                <a:lnTo>
                  <a:pt x="65212" y="158627"/>
                </a:lnTo>
                <a:lnTo>
                  <a:pt x="65610" y="158751"/>
                </a:lnTo>
                <a:lnTo>
                  <a:pt x="66019" y="158849"/>
                </a:lnTo>
                <a:lnTo>
                  <a:pt x="66438" y="158920"/>
                </a:lnTo>
                <a:lnTo>
                  <a:pt x="66865" y="158963"/>
                </a:lnTo>
                <a:lnTo>
                  <a:pt x="67301" y="158978"/>
                </a:lnTo>
                <a:lnTo>
                  <a:pt x="91677" y="158978"/>
                </a:lnTo>
                <a:lnTo>
                  <a:pt x="92113" y="158963"/>
                </a:lnTo>
                <a:lnTo>
                  <a:pt x="92540" y="158920"/>
                </a:lnTo>
                <a:lnTo>
                  <a:pt x="92959" y="158849"/>
                </a:lnTo>
                <a:lnTo>
                  <a:pt x="93368" y="158751"/>
                </a:lnTo>
                <a:lnTo>
                  <a:pt x="93766" y="158627"/>
                </a:lnTo>
                <a:lnTo>
                  <a:pt x="94152" y="158478"/>
                </a:lnTo>
                <a:lnTo>
                  <a:pt x="94526" y="158305"/>
                </a:lnTo>
                <a:lnTo>
                  <a:pt x="94887" y="158110"/>
                </a:lnTo>
                <a:lnTo>
                  <a:pt x="95233" y="157892"/>
                </a:lnTo>
                <a:lnTo>
                  <a:pt x="95563" y="157653"/>
                </a:lnTo>
                <a:lnTo>
                  <a:pt x="95877" y="157394"/>
                </a:lnTo>
                <a:lnTo>
                  <a:pt x="96174" y="157115"/>
                </a:lnTo>
                <a:lnTo>
                  <a:pt x="96452" y="156819"/>
                </a:lnTo>
                <a:lnTo>
                  <a:pt x="96711" y="156505"/>
                </a:lnTo>
                <a:lnTo>
                  <a:pt x="96950" y="156174"/>
                </a:lnTo>
                <a:lnTo>
                  <a:pt x="97168" y="155828"/>
                </a:lnTo>
                <a:lnTo>
                  <a:pt x="97364" y="155468"/>
                </a:lnTo>
                <a:lnTo>
                  <a:pt x="97537" y="155094"/>
                </a:lnTo>
                <a:lnTo>
                  <a:pt x="97685" y="154707"/>
                </a:lnTo>
                <a:lnTo>
                  <a:pt x="97809" y="154309"/>
                </a:lnTo>
                <a:lnTo>
                  <a:pt x="97907" y="153900"/>
                </a:lnTo>
                <a:lnTo>
                  <a:pt x="97978" y="153482"/>
                </a:lnTo>
                <a:lnTo>
                  <a:pt x="98022" y="153054"/>
                </a:lnTo>
                <a:lnTo>
                  <a:pt x="98036" y="152619"/>
                </a:lnTo>
                <a:lnTo>
                  <a:pt x="98022" y="152183"/>
                </a:lnTo>
                <a:lnTo>
                  <a:pt x="97978" y="151756"/>
                </a:lnTo>
                <a:lnTo>
                  <a:pt x="97907" y="151337"/>
                </a:lnTo>
                <a:lnTo>
                  <a:pt x="97809" y="150928"/>
                </a:lnTo>
                <a:lnTo>
                  <a:pt x="97685" y="150530"/>
                </a:lnTo>
                <a:lnTo>
                  <a:pt x="97537" y="150143"/>
                </a:lnTo>
                <a:lnTo>
                  <a:pt x="97364" y="149770"/>
                </a:lnTo>
                <a:lnTo>
                  <a:pt x="97168" y="149409"/>
                </a:lnTo>
                <a:lnTo>
                  <a:pt x="96950" y="149063"/>
                </a:lnTo>
                <a:lnTo>
                  <a:pt x="96711" y="148733"/>
                </a:lnTo>
                <a:lnTo>
                  <a:pt x="96452" y="148419"/>
                </a:lnTo>
                <a:lnTo>
                  <a:pt x="96174" y="148122"/>
                </a:lnTo>
                <a:lnTo>
                  <a:pt x="95877" y="147844"/>
                </a:lnTo>
                <a:lnTo>
                  <a:pt x="95563" y="147585"/>
                </a:lnTo>
                <a:lnTo>
                  <a:pt x="95233" y="147346"/>
                </a:lnTo>
                <a:lnTo>
                  <a:pt x="94887" y="147128"/>
                </a:lnTo>
                <a:lnTo>
                  <a:pt x="94526" y="146932"/>
                </a:lnTo>
                <a:lnTo>
                  <a:pt x="94152" y="146759"/>
                </a:lnTo>
                <a:lnTo>
                  <a:pt x="93766" y="146611"/>
                </a:lnTo>
                <a:lnTo>
                  <a:pt x="93368" y="146487"/>
                </a:lnTo>
                <a:lnTo>
                  <a:pt x="92959" y="146389"/>
                </a:lnTo>
                <a:lnTo>
                  <a:pt x="92540" y="146318"/>
                </a:lnTo>
                <a:lnTo>
                  <a:pt x="92113" y="146274"/>
                </a:lnTo>
                <a:lnTo>
                  <a:pt x="91677" y="146260"/>
                </a:lnTo>
                <a:lnTo>
                  <a:pt x="67301" y="146260"/>
                </a:lnTo>
                <a:lnTo>
                  <a:pt x="66865" y="146274"/>
                </a:lnTo>
                <a:lnTo>
                  <a:pt x="66438" y="146318"/>
                </a:lnTo>
                <a:lnTo>
                  <a:pt x="66019" y="146389"/>
                </a:lnTo>
                <a:lnTo>
                  <a:pt x="65610" y="146487"/>
                </a:lnTo>
                <a:lnTo>
                  <a:pt x="65212" y="146611"/>
                </a:lnTo>
                <a:close/>
                <a:moveTo>
                  <a:pt x="139995" y="15"/>
                </a:moveTo>
                <a:lnTo>
                  <a:pt x="139568" y="58"/>
                </a:lnTo>
                <a:lnTo>
                  <a:pt x="139149" y="129"/>
                </a:lnTo>
                <a:lnTo>
                  <a:pt x="138740" y="227"/>
                </a:lnTo>
                <a:lnTo>
                  <a:pt x="138342" y="351"/>
                </a:lnTo>
                <a:lnTo>
                  <a:pt x="137955" y="500"/>
                </a:lnTo>
                <a:lnTo>
                  <a:pt x="137581" y="672"/>
                </a:lnTo>
                <a:lnTo>
                  <a:pt x="137221" y="868"/>
                </a:lnTo>
                <a:lnTo>
                  <a:pt x="136875" y="1086"/>
                </a:lnTo>
                <a:lnTo>
                  <a:pt x="136545" y="1325"/>
                </a:lnTo>
                <a:lnTo>
                  <a:pt x="136231" y="1584"/>
                </a:lnTo>
                <a:lnTo>
                  <a:pt x="135934" y="1863"/>
                </a:lnTo>
                <a:lnTo>
                  <a:pt x="135655" y="2159"/>
                </a:lnTo>
                <a:lnTo>
                  <a:pt x="135396" y="2473"/>
                </a:lnTo>
                <a:lnTo>
                  <a:pt x="135157" y="2804"/>
                </a:lnTo>
                <a:lnTo>
                  <a:pt x="134940" y="3150"/>
                </a:lnTo>
                <a:lnTo>
                  <a:pt x="134744" y="3510"/>
                </a:lnTo>
                <a:lnTo>
                  <a:pt x="134571" y="3884"/>
                </a:lnTo>
                <a:lnTo>
                  <a:pt x="134422" y="4270"/>
                </a:lnTo>
                <a:lnTo>
                  <a:pt x="134298" y="4669"/>
                </a:lnTo>
                <a:lnTo>
                  <a:pt x="134200" y="5078"/>
                </a:lnTo>
                <a:lnTo>
                  <a:pt x="134129" y="5496"/>
                </a:lnTo>
                <a:lnTo>
                  <a:pt x="134086" y="5924"/>
                </a:lnTo>
                <a:lnTo>
                  <a:pt x="134071" y="6359"/>
                </a:lnTo>
                <a:lnTo>
                  <a:pt x="134086" y="6794"/>
                </a:lnTo>
                <a:lnTo>
                  <a:pt x="134129" y="7222"/>
                </a:lnTo>
                <a:lnTo>
                  <a:pt x="134200" y="7641"/>
                </a:lnTo>
                <a:lnTo>
                  <a:pt x="134298" y="8050"/>
                </a:lnTo>
                <a:lnTo>
                  <a:pt x="134422" y="8448"/>
                </a:lnTo>
                <a:lnTo>
                  <a:pt x="134571" y="8834"/>
                </a:lnTo>
                <a:lnTo>
                  <a:pt x="134744" y="9208"/>
                </a:lnTo>
                <a:lnTo>
                  <a:pt x="134940" y="9569"/>
                </a:lnTo>
                <a:lnTo>
                  <a:pt x="135157" y="9915"/>
                </a:lnTo>
                <a:lnTo>
                  <a:pt x="135396" y="10245"/>
                </a:lnTo>
                <a:lnTo>
                  <a:pt x="135655" y="10559"/>
                </a:lnTo>
                <a:lnTo>
                  <a:pt x="135934" y="10856"/>
                </a:lnTo>
                <a:lnTo>
                  <a:pt x="136231" y="11134"/>
                </a:lnTo>
                <a:lnTo>
                  <a:pt x="136545" y="11393"/>
                </a:lnTo>
                <a:lnTo>
                  <a:pt x="136875" y="11632"/>
                </a:lnTo>
                <a:lnTo>
                  <a:pt x="137221" y="11850"/>
                </a:lnTo>
                <a:lnTo>
                  <a:pt x="137581" y="12046"/>
                </a:lnTo>
                <a:lnTo>
                  <a:pt x="137955" y="12218"/>
                </a:lnTo>
                <a:lnTo>
                  <a:pt x="138342" y="12367"/>
                </a:lnTo>
                <a:lnTo>
                  <a:pt x="138740" y="12491"/>
                </a:lnTo>
                <a:lnTo>
                  <a:pt x="139149" y="12589"/>
                </a:lnTo>
                <a:lnTo>
                  <a:pt x="139568" y="12660"/>
                </a:lnTo>
                <a:lnTo>
                  <a:pt x="139995" y="12704"/>
                </a:lnTo>
                <a:lnTo>
                  <a:pt x="140430" y="12718"/>
                </a:lnTo>
                <a:lnTo>
                  <a:pt x="146260" y="12718"/>
                </a:lnTo>
                <a:lnTo>
                  <a:pt x="146260" y="18547"/>
                </a:lnTo>
                <a:lnTo>
                  <a:pt x="146274" y="18983"/>
                </a:lnTo>
                <a:lnTo>
                  <a:pt x="146318" y="19410"/>
                </a:lnTo>
                <a:lnTo>
                  <a:pt x="146389" y="19829"/>
                </a:lnTo>
                <a:lnTo>
                  <a:pt x="146487" y="20238"/>
                </a:lnTo>
                <a:lnTo>
                  <a:pt x="146611" y="20636"/>
                </a:lnTo>
                <a:lnTo>
                  <a:pt x="146759" y="21023"/>
                </a:lnTo>
                <a:lnTo>
                  <a:pt x="146932" y="21397"/>
                </a:lnTo>
                <a:lnTo>
                  <a:pt x="147128" y="21757"/>
                </a:lnTo>
                <a:lnTo>
                  <a:pt x="147346" y="22103"/>
                </a:lnTo>
                <a:lnTo>
                  <a:pt x="147585" y="22433"/>
                </a:lnTo>
                <a:lnTo>
                  <a:pt x="147844" y="22747"/>
                </a:lnTo>
                <a:lnTo>
                  <a:pt x="148122" y="23044"/>
                </a:lnTo>
                <a:lnTo>
                  <a:pt x="148419" y="23322"/>
                </a:lnTo>
                <a:lnTo>
                  <a:pt x="148733" y="23582"/>
                </a:lnTo>
                <a:lnTo>
                  <a:pt x="149063" y="23820"/>
                </a:lnTo>
                <a:lnTo>
                  <a:pt x="149409" y="24038"/>
                </a:lnTo>
                <a:lnTo>
                  <a:pt x="149770" y="24234"/>
                </a:lnTo>
                <a:lnTo>
                  <a:pt x="150143" y="24407"/>
                </a:lnTo>
                <a:lnTo>
                  <a:pt x="150530" y="24556"/>
                </a:lnTo>
                <a:lnTo>
                  <a:pt x="150928" y="24679"/>
                </a:lnTo>
                <a:lnTo>
                  <a:pt x="151337" y="24777"/>
                </a:lnTo>
                <a:lnTo>
                  <a:pt x="151756" y="24848"/>
                </a:lnTo>
                <a:lnTo>
                  <a:pt x="152183" y="24892"/>
                </a:lnTo>
                <a:lnTo>
                  <a:pt x="152619" y="24907"/>
                </a:lnTo>
                <a:lnTo>
                  <a:pt x="153054" y="24892"/>
                </a:lnTo>
                <a:lnTo>
                  <a:pt x="153482" y="24848"/>
                </a:lnTo>
                <a:lnTo>
                  <a:pt x="153900" y="24777"/>
                </a:lnTo>
                <a:lnTo>
                  <a:pt x="154309" y="24679"/>
                </a:lnTo>
                <a:lnTo>
                  <a:pt x="154707" y="24556"/>
                </a:lnTo>
                <a:lnTo>
                  <a:pt x="155094" y="24407"/>
                </a:lnTo>
                <a:lnTo>
                  <a:pt x="155468" y="24234"/>
                </a:lnTo>
                <a:lnTo>
                  <a:pt x="155828" y="24038"/>
                </a:lnTo>
                <a:lnTo>
                  <a:pt x="156174" y="23820"/>
                </a:lnTo>
                <a:lnTo>
                  <a:pt x="156505" y="23582"/>
                </a:lnTo>
                <a:lnTo>
                  <a:pt x="156819" y="23322"/>
                </a:lnTo>
                <a:lnTo>
                  <a:pt x="157115" y="23044"/>
                </a:lnTo>
                <a:lnTo>
                  <a:pt x="157394" y="22747"/>
                </a:lnTo>
                <a:lnTo>
                  <a:pt x="157653" y="22433"/>
                </a:lnTo>
                <a:lnTo>
                  <a:pt x="157892" y="22103"/>
                </a:lnTo>
                <a:lnTo>
                  <a:pt x="158110" y="21757"/>
                </a:lnTo>
                <a:lnTo>
                  <a:pt x="158305" y="21397"/>
                </a:lnTo>
                <a:lnTo>
                  <a:pt x="158478" y="21023"/>
                </a:lnTo>
                <a:lnTo>
                  <a:pt x="158627" y="20636"/>
                </a:lnTo>
                <a:lnTo>
                  <a:pt x="158751" y="20238"/>
                </a:lnTo>
                <a:lnTo>
                  <a:pt x="158849" y="19829"/>
                </a:lnTo>
                <a:lnTo>
                  <a:pt x="158920" y="19410"/>
                </a:lnTo>
                <a:lnTo>
                  <a:pt x="158963" y="18983"/>
                </a:lnTo>
                <a:lnTo>
                  <a:pt x="158978" y="18547"/>
                </a:lnTo>
                <a:lnTo>
                  <a:pt x="158978" y="6359"/>
                </a:lnTo>
                <a:lnTo>
                  <a:pt x="158978" y="0"/>
                </a:lnTo>
                <a:lnTo>
                  <a:pt x="152619" y="0"/>
                </a:lnTo>
                <a:lnTo>
                  <a:pt x="140430" y="0"/>
                </a:lnTo>
                <a:lnTo>
                  <a:pt x="139995" y="15"/>
                </a:lnTo>
                <a:close/>
                <a:moveTo>
                  <a:pt x="158478" y="64825"/>
                </a:moveTo>
                <a:lnTo>
                  <a:pt x="158305" y="64451"/>
                </a:lnTo>
                <a:lnTo>
                  <a:pt x="158110" y="64091"/>
                </a:lnTo>
                <a:lnTo>
                  <a:pt x="157892" y="63745"/>
                </a:lnTo>
                <a:lnTo>
                  <a:pt x="157653" y="63415"/>
                </a:lnTo>
                <a:lnTo>
                  <a:pt x="157394" y="63101"/>
                </a:lnTo>
                <a:lnTo>
                  <a:pt x="157115" y="62804"/>
                </a:lnTo>
                <a:lnTo>
                  <a:pt x="156819" y="62526"/>
                </a:lnTo>
                <a:lnTo>
                  <a:pt x="156505" y="62267"/>
                </a:lnTo>
                <a:lnTo>
                  <a:pt x="156174" y="62028"/>
                </a:lnTo>
                <a:lnTo>
                  <a:pt x="155828" y="61810"/>
                </a:lnTo>
                <a:lnTo>
                  <a:pt x="155468" y="61614"/>
                </a:lnTo>
                <a:lnTo>
                  <a:pt x="155094" y="61441"/>
                </a:lnTo>
                <a:lnTo>
                  <a:pt x="154707" y="61292"/>
                </a:lnTo>
                <a:lnTo>
                  <a:pt x="154309" y="61169"/>
                </a:lnTo>
                <a:lnTo>
                  <a:pt x="153900" y="61071"/>
                </a:lnTo>
                <a:lnTo>
                  <a:pt x="153482" y="61000"/>
                </a:lnTo>
                <a:lnTo>
                  <a:pt x="153054" y="60956"/>
                </a:lnTo>
                <a:lnTo>
                  <a:pt x="152619" y="60942"/>
                </a:lnTo>
                <a:lnTo>
                  <a:pt x="152183" y="60956"/>
                </a:lnTo>
                <a:lnTo>
                  <a:pt x="151756" y="61000"/>
                </a:lnTo>
                <a:lnTo>
                  <a:pt x="151337" y="61071"/>
                </a:lnTo>
                <a:lnTo>
                  <a:pt x="150928" y="61169"/>
                </a:lnTo>
                <a:lnTo>
                  <a:pt x="150530" y="61292"/>
                </a:lnTo>
                <a:lnTo>
                  <a:pt x="150143" y="61441"/>
                </a:lnTo>
                <a:lnTo>
                  <a:pt x="149770" y="61614"/>
                </a:lnTo>
                <a:lnTo>
                  <a:pt x="149409" y="61810"/>
                </a:lnTo>
                <a:lnTo>
                  <a:pt x="149063" y="62028"/>
                </a:lnTo>
                <a:lnTo>
                  <a:pt x="148733" y="62267"/>
                </a:lnTo>
                <a:lnTo>
                  <a:pt x="148419" y="62526"/>
                </a:lnTo>
                <a:lnTo>
                  <a:pt x="148122" y="62804"/>
                </a:lnTo>
                <a:lnTo>
                  <a:pt x="147844" y="63101"/>
                </a:lnTo>
                <a:lnTo>
                  <a:pt x="147585" y="63415"/>
                </a:lnTo>
                <a:lnTo>
                  <a:pt x="147346" y="63745"/>
                </a:lnTo>
                <a:lnTo>
                  <a:pt x="147128" y="64091"/>
                </a:lnTo>
                <a:lnTo>
                  <a:pt x="146932" y="64451"/>
                </a:lnTo>
                <a:lnTo>
                  <a:pt x="146759" y="64825"/>
                </a:lnTo>
                <a:lnTo>
                  <a:pt x="146611" y="65212"/>
                </a:lnTo>
                <a:lnTo>
                  <a:pt x="146487" y="65610"/>
                </a:lnTo>
                <a:lnTo>
                  <a:pt x="146389" y="66019"/>
                </a:lnTo>
                <a:lnTo>
                  <a:pt x="146318" y="66438"/>
                </a:lnTo>
                <a:lnTo>
                  <a:pt x="146274" y="66865"/>
                </a:lnTo>
                <a:lnTo>
                  <a:pt x="146260" y="67301"/>
                </a:lnTo>
                <a:lnTo>
                  <a:pt x="146260" y="91677"/>
                </a:lnTo>
                <a:lnTo>
                  <a:pt x="146274" y="92113"/>
                </a:lnTo>
                <a:lnTo>
                  <a:pt x="146318" y="92540"/>
                </a:lnTo>
                <a:lnTo>
                  <a:pt x="146389" y="92959"/>
                </a:lnTo>
                <a:lnTo>
                  <a:pt x="146487" y="93368"/>
                </a:lnTo>
                <a:lnTo>
                  <a:pt x="146611" y="93766"/>
                </a:lnTo>
                <a:lnTo>
                  <a:pt x="146759" y="94152"/>
                </a:lnTo>
                <a:lnTo>
                  <a:pt x="146932" y="94526"/>
                </a:lnTo>
                <a:lnTo>
                  <a:pt x="147128" y="94887"/>
                </a:lnTo>
                <a:lnTo>
                  <a:pt x="147346" y="95233"/>
                </a:lnTo>
                <a:lnTo>
                  <a:pt x="147585" y="95563"/>
                </a:lnTo>
                <a:lnTo>
                  <a:pt x="147844" y="95877"/>
                </a:lnTo>
                <a:lnTo>
                  <a:pt x="148122" y="96174"/>
                </a:lnTo>
                <a:lnTo>
                  <a:pt x="148419" y="96452"/>
                </a:lnTo>
                <a:lnTo>
                  <a:pt x="148733" y="96711"/>
                </a:lnTo>
                <a:lnTo>
                  <a:pt x="149063" y="96950"/>
                </a:lnTo>
                <a:lnTo>
                  <a:pt x="149409" y="97168"/>
                </a:lnTo>
                <a:lnTo>
                  <a:pt x="149770" y="97364"/>
                </a:lnTo>
                <a:lnTo>
                  <a:pt x="150143" y="97537"/>
                </a:lnTo>
                <a:lnTo>
                  <a:pt x="150530" y="97685"/>
                </a:lnTo>
                <a:lnTo>
                  <a:pt x="150928" y="97809"/>
                </a:lnTo>
                <a:lnTo>
                  <a:pt x="151337" y="97907"/>
                </a:lnTo>
                <a:lnTo>
                  <a:pt x="151756" y="97978"/>
                </a:lnTo>
                <a:lnTo>
                  <a:pt x="152183" y="98022"/>
                </a:lnTo>
                <a:lnTo>
                  <a:pt x="152619" y="98036"/>
                </a:lnTo>
                <a:lnTo>
                  <a:pt x="153054" y="98022"/>
                </a:lnTo>
                <a:lnTo>
                  <a:pt x="153482" y="97978"/>
                </a:lnTo>
                <a:lnTo>
                  <a:pt x="153900" y="97907"/>
                </a:lnTo>
                <a:lnTo>
                  <a:pt x="154309" y="97809"/>
                </a:lnTo>
                <a:lnTo>
                  <a:pt x="154707" y="97685"/>
                </a:lnTo>
                <a:lnTo>
                  <a:pt x="155094" y="97537"/>
                </a:lnTo>
                <a:lnTo>
                  <a:pt x="155468" y="97364"/>
                </a:lnTo>
                <a:lnTo>
                  <a:pt x="155828" y="97168"/>
                </a:lnTo>
                <a:lnTo>
                  <a:pt x="156174" y="96950"/>
                </a:lnTo>
                <a:lnTo>
                  <a:pt x="156505" y="96711"/>
                </a:lnTo>
                <a:lnTo>
                  <a:pt x="156819" y="96452"/>
                </a:lnTo>
                <a:lnTo>
                  <a:pt x="157115" y="96174"/>
                </a:lnTo>
                <a:lnTo>
                  <a:pt x="157394" y="95877"/>
                </a:lnTo>
                <a:lnTo>
                  <a:pt x="157653" y="95563"/>
                </a:lnTo>
                <a:lnTo>
                  <a:pt x="157892" y="95233"/>
                </a:lnTo>
                <a:lnTo>
                  <a:pt x="158110" y="94887"/>
                </a:lnTo>
                <a:lnTo>
                  <a:pt x="158305" y="94526"/>
                </a:lnTo>
                <a:lnTo>
                  <a:pt x="158478" y="94152"/>
                </a:lnTo>
                <a:lnTo>
                  <a:pt x="158627" y="93766"/>
                </a:lnTo>
                <a:lnTo>
                  <a:pt x="158751" y="93368"/>
                </a:lnTo>
                <a:lnTo>
                  <a:pt x="158849" y="92959"/>
                </a:lnTo>
                <a:lnTo>
                  <a:pt x="158920" y="92540"/>
                </a:lnTo>
                <a:lnTo>
                  <a:pt x="158963" y="92113"/>
                </a:lnTo>
                <a:lnTo>
                  <a:pt x="158978" y="91677"/>
                </a:lnTo>
                <a:lnTo>
                  <a:pt x="158978" y="67301"/>
                </a:lnTo>
                <a:lnTo>
                  <a:pt x="158963" y="66865"/>
                </a:lnTo>
                <a:lnTo>
                  <a:pt x="158920" y="66438"/>
                </a:lnTo>
                <a:lnTo>
                  <a:pt x="158849" y="66019"/>
                </a:lnTo>
                <a:lnTo>
                  <a:pt x="158751" y="65610"/>
                </a:lnTo>
                <a:lnTo>
                  <a:pt x="158627" y="65212"/>
                </a:lnTo>
                <a:lnTo>
                  <a:pt x="158478" y="64825"/>
                </a:lnTo>
                <a:close/>
                <a:moveTo>
                  <a:pt x="158627" y="138342"/>
                </a:moveTo>
                <a:lnTo>
                  <a:pt x="158478" y="137955"/>
                </a:lnTo>
                <a:lnTo>
                  <a:pt x="158305" y="137581"/>
                </a:lnTo>
                <a:lnTo>
                  <a:pt x="158110" y="137221"/>
                </a:lnTo>
                <a:lnTo>
                  <a:pt x="157892" y="136875"/>
                </a:lnTo>
                <a:lnTo>
                  <a:pt x="157653" y="136545"/>
                </a:lnTo>
                <a:lnTo>
                  <a:pt x="157394" y="136231"/>
                </a:lnTo>
                <a:lnTo>
                  <a:pt x="157115" y="135934"/>
                </a:lnTo>
                <a:lnTo>
                  <a:pt x="156819" y="135655"/>
                </a:lnTo>
                <a:lnTo>
                  <a:pt x="156505" y="135396"/>
                </a:lnTo>
                <a:lnTo>
                  <a:pt x="156174" y="135157"/>
                </a:lnTo>
                <a:lnTo>
                  <a:pt x="155828" y="134940"/>
                </a:lnTo>
                <a:lnTo>
                  <a:pt x="155468" y="134744"/>
                </a:lnTo>
                <a:lnTo>
                  <a:pt x="155094" y="134571"/>
                </a:lnTo>
                <a:lnTo>
                  <a:pt x="154707" y="134422"/>
                </a:lnTo>
                <a:lnTo>
                  <a:pt x="154309" y="134298"/>
                </a:lnTo>
                <a:lnTo>
                  <a:pt x="153900" y="134200"/>
                </a:lnTo>
                <a:lnTo>
                  <a:pt x="153482" y="134129"/>
                </a:lnTo>
                <a:lnTo>
                  <a:pt x="153054" y="134086"/>
                </a:lnTo>
                <a:lnTo>
                  <a:pt x="152619" y="134071"/>
                </a:lnTo>
                <a:lnTo>
                  <a:pt x="152183" y="134086"/>
                </a:lnTo>
                <a:lnTo>
                  <a:pt x="151756" y="134129"/>
                </a:lnTo>
                <a:lnTo>
                  <a:pt x="151337" y="134200"/>
                </a:lnTo>
                <a:lnTo>
                  <a:pt x="150928" y="134298"/>
                </a:lnTo>
                <a:lnTo>
                  <a:pt x="150530" y="134422"/>
                </a:lnTo>
                <a:lnTo>
                  <a:pt x="150143" y="134571"/>
                </a:lnTo>
                <a:lnTo>
                  <a:pt x="149770" y="134744"/>
                </a:lnTo>
                <a:lnTo>
                  <a:pt x="149409" y="134940"/>
                </a:lnTo>
                <a:lnTo>
                  <a:pt x="149063" y="135157"/>
                </a:lnTo>
                <a:lnTo>
                  <a:pt x="148733" y="135396"/>
                </a:lnTo>
                <a:lnTo>
                  <a:pt x="148419" y="135655"/>
                </a:lnTo>
                <a:lnTo>
                  <a:pt x="148122" y="135934"/>
                </a:lnTo>
                <a:lnTo>
                  <a:pt x="147844" y="136231"/>
                </a:lnTo>
                <a:lnTo>
                  <a:pt x="147585" y="136545"/>
                </a:lnTo>
                <a:lnTo>
                  <a:pt x="147346" y="136875"/>
                </a:lnTo>
                <a:lnTo>
                  <a:pt x="147128" y="137221"/>
                </a:lnTo>
                <a:lnTo>
                  <a:pt x="146932" y="137581"/>
                </a:lnTo>
                <a:lnTo>
                  <a:pt x="146759" y="137955"/>
                </a:lnTo>
                <a:lnTo>
                  <a:pt x="146611" y="138342"/>
                </a:lnTo>
                <a:lnTo>
                  <a:pt x="146487" y="138740"/>
                </a:lnTo>
                <a:lnTo>
                  <a:pt x="146389" y="139149"/>
                </a:lnTo>
                <a:lnTo>
                  <a:pt x="146318" y="139568"/>
                </a:lnTo>
                <a:lnTo>
                  <a:pt x="146274" y="139995"/>
                </a:lnTo>
                <a:lnTo>
                  <a:pt x="146260" y="140430"/>
                </a:lnTo>
                <a:lnTo>
                  <a:pt x="146260" y="146260"/>
                </a:lnTo>
                <a:lnTo>
                  <a:pt x="140430" y="146260"/>
                </a:lnTo>
                <a:lnTo>
                  <a:pt x="139995" y="146274"/>
                </a:lnTo>
                <a:lnTo>
                  <a:pt x="139568" y="146318"/>
                </a:lnTo>
                <a:lnTo>
                  <a:pt x="139149" y="146389"/>
                </a:lnTo>
                <a:lnTo>
                  <a:pt x="138740" y="146487"/>
                </a:lnTo>
                <a:lnTo>
                  <a:pt x="138342" y="146611"/>
                </a:lnTo>
                <a:lnTo>
                  <a:pt x="137955" y="146759"/>
                </a:lnTo>
                <a:lnTo>
                  <a:pt x="137581" y="146932"/>
                </a:lnTo>
                <a:lnTo>
                  <a:pt x="137221" y="147128"/>
                </a:lnTo>
                <a:lnTo>
                  <a:pt x="136875" y="147346"/>
                </a:lnTo>
                <a:lnTo>
                  <a:pt x="136545" y="147585"/>
                </a:lnTo>
                <a:lnTo>
                  <a:pt x="136231" y="147844"/>
                </a:lnTo>
                <a:lnTo>
                  <a:pt x="135934" y="148122"/>
                </a:lnTo>
                <a:lnTo>
                  <a:pt x="135655" y="148419"/>
                </a:lnTo>
                <a:lnTo>
                  <a:pt x="135396" y="148733"/>
                </a:lnTo>
                <a:lnTo>
                  <a:pt x="135157" y="149063"/>
                </a:lnTo>
                <a:lnTo>
                  <a:pt x="134939" y="149409"/>
                </a:lnTo>
                <a:lnTo>
                  <a:pt x="134744" y="149770"/>
                </a:lnTo>
                <a:lnTo>
                  <a:pt x="134571" y="150143"/>
                </a:lnTo>
                <a:lnTo>
                  <a:pt x="134422" y="150530"/>
                </a:lnTo>
                <a:lnTo>
                  <a:pt x="134298" y="150928"/>
                </a:lnTo>
                <a:lnTo>
                  <a:pt x="134200" y="151337"/>
                </a:lnTo>
                <a:lnTo>
                  <a:pt x="134129" y="151756"/>
                </a:lnTo>
                <a:lnTo>
                  <a:pt x="134086" y="152183"/>
                </a:lnTo>
                <a:lnTo>
                  <a:pt x="134071" y="152619"/>
                </a:lnTo>
                <a:lnTo>
                  <a:pt x="134086" y="153054"/>
                </a:lnTo>
                <a:lnTo>
                  <a:pt x="134129" y="153482"/>
                </a:lnTo>
                <a:lnTo>
                  <a:pt x="134200" y="153900"/>
                </a:lnTo>
                <a:lnTo>
                  <a:pt x="134298" y="154309"/>
                </a:lnTo>
                <a:lnTo>
                  <a:pt x="134422" y="154707"/>
                </a:lnTo>
                <a:lnTo>
                  <a:pt x="134571" y="155094"/>
                </a:lnTo>
                <a:lnTo>
                  <a:pt x="134744" y="155468"/>
                </a:lnTo>
                <a:lnTo>
                  <a:pt x="134939" y="155828"/>
                </a:lnTo>
                <a:lnTo>
                  <a:pt x="135157" y="156174"/>
                </a:lnTo>
                <a:lnTo>
                  <a:pt x="135396" y="156505"/>
                </a:lnTo>
                <a:lnTo>
                  <a:pt x="135655" y="156819"/>
                </a:lnTo>
                <a:lnTo>
                  <a:pt x="135934" y="157115"/>
                </a:lnTo>
                <a:lnTo>
                  <a:pt x="136231" y="157394"/>
                </a:lnTo>
                <a:lnTo>
                  <a:pt x="136545" y="157653"/>
                </a:lnTo>
                <a:lnTo>
                  <a:pt x="136875" y="157892"/>
                </a:lnTo>
                <a:lnTo>
                  <a:pt x="137221" y="158110"/>
                </a:lnTo>
                <a:lnTo>
                  <a:pt x="137581" y="158305"/>
                </a:lnTo>
                <a:lnTo>
                  <a:pt x="137955" y="158478"/>
                </a:lnTo>
                <a:lnTo>
                  <a:pt x="138342" y="158627"/>
                </a:lnTo>
                <a:lnTo>
                  <a:pt x="138740" y="158751"/>
                </a:lnTo>
                <a:lnTo>
                  <a:pt x="139149" y="158849"/>
                </a:lnTo>
                <a:lnTo>
                  <a:pt x="139568" y="158920"/>
                </a:lnTo>
                <a:lnTo>
                  <a:pt x="139995" y="158963"/>
                </a:lnTo>
                <a:lnTo>
                  <a:pt x="140430" y="158978"/>
                </a:lnTo>
                <a:lnTo>
                  <a:pt x="152619" y="158978"/>
                </a:lnTo>
                <a:lnTo>
                  <a:pt x="158978" y="158978"/>
                </a:lnTo>
                <a:lnTo>
                  <a:pt x="158978" y="152619"/>
                </a:lnTo>
                <a:lnTo>
                  <a:pt x="158978" y="140430"/>
                </a:lnTo>
                <a:lnTo>
                  <a:pt x="158963" y="139995"/>
                </a:lnTo>
                <a:lnTo>
                  <a:pt x="158920" y="139568"/>
                </a:lnTo>
                <a:lnTo>
                  <a:pt x="158849" y="139149"/>
                </a:lnTo>
                <a:lnTo>
                  <a:pt x="158751" y="138740"/>
                </a:lnTo>
                <a:lnTo>
                  <a:pt x="158627" y="138342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EAC481-66E0-44DA-B2B6-41A62014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3343" y="3438070"/>
            <a:ext cx="697913" cy="78297"/>
          </a:xfrm>
          <a:custGeom xmlns:a="http://schemas.openxmlformats.org/drawingml/2006/main">
            <a:pathLst>
              <a:path w="697913" h="78297">
                <a:moveTo>
                  <a:pt x="0" y="77303"/>
                </a:moveTo>
                <a:close/>
                <a:moveTo>
                  <a:pt x="50972" y="77303"/>
                </a:moveTo>
                <a:lnTo>
                  <a:pt x="9141" y="77303"/>
                </a:lnTo>
                <a:lnTo>
                  <a:pt x="9141" y="4670"/>
                </a:lnTo>
                <a:lnTo>
                  <a:pt x="50972" y="4670"/>
                </a:lnTo>
                <a:lnTo>
                  <a:pt x="50972" y="17289"/>
                </a:lnTo>
                <a:lnTo>
                  <a:pt x="24542" y="17289"/>
                </a:lnTo>
                <a:lnTo>
                  <a:pt x="24542" y="33236"/>
                </a:lnTo>
                <a:lnTo>
                  <a:pt x="49134" y="33236"/>
                </a:lnTo>
                <a:lnTo>
                  <a:pt x="49134" y="45855"/>
                </a:lnTo>
                <a:lnTo>
                  <a:pt x="24542" y="45855"/>
                </a:lnTo>
                <a:lnTo>
                  <a:pt x="24542" y="64585"/>
                </a:lnTo>
                <a:lnTo>
                  <a:pt x="50972" y="64585"/>
                </a:lnTo>
                <a:lnTo>
                  <a:pt x="50972" y="77303"/>
                </a:lnTo>
                <a:close/>
                <a:moveTo>
                  <a:pt x="57033" y="77303"/>
                </a:moveTo>
                <a:close/>
                <a:moveTo>
                  <a:pt x="78197" y="77303"/>
                </a:moveTo>
                <a:lnTo>
                  <a:pt x="57033" y="21760"/>
                </a:lnTo>
                <a:lnTo>
                  <a:pt x="72881" y="21760"/>
                </a:lnTo>
                <a:lnTo>
                  <a:pt x="83612" y="53407"/>
                </a:lnTo>
                <a:cubicBezTo>
                  <a:pt x="84209" y="55261"/>
                  <a:pt x="84672" y="57215"/>
                  <a:pt x="85003" y="59269"/>
                </a:cubicBezTo>
                <a:cubicBezTo>
                  <a:pt x="85368" y="61322"/>
                  <a:pt x="85616" y="63161"/>
                  <a:pt x="85749" y="64783"/>
                </a:cubicBezTo>
                <a:lnTo>
                  <a:pt x="86146" y="64783"/>
                </a:lnTo>
                <a:cubicBezTo>
                  <a:pt x="86245" y="63028"/>
                  <a:pt x="86477" y="61157"/>
                  <a:pt x="86842" y="59170"/>
                </a:cubicBezTo>
                <a:cubicBezTo>
                  <a:pt x="87239" y="57182"/>
                  <a:pt x="87752" y="55261"/>
                  <a:pt x="88382" y="53407"/>
                </a:cubicBezTo>
                <a:lnTo>
                  <a:pt x="99063" y="21760"/>
                </a:lnTo>
                <a:lnTo>
                  <a:pt x="114911" y="21760"/>
                </a:lnTo>
                <a:lnTo>
                  <a:pt x="93747" y="77303"/>
                </a:lnTo>
                <a:lnTo>
                  <a:pt x="78197" y="77303"/>
                </a:lnTo>
                <a:close/>
                <a:moveTo>
                  <a:pt x="114961" y="77303"/>
                </a:moveTo>
                <a:close/>
                <a:moveTo>
                  <a:pt x="138062" y="21760"/>
                </a:moveTo>
                <a:lnTo>
                  <a:pt x="138062" y="77303"/>
                </a:lnTo>
                <a:lnTo>
                  <a:pt x="122910" y="77303"/>
                </a:lnTo>
                <a:lnTo>
                  <a:pt x="122910" y="21760"/>
                </a:lnTo>
                <a:lnTo>
                  <a:pt x="138062" y="21760"/>
                </a:lnTo>
                <a:close/>
                <a:moveTo>
                  <a:pt x="130511" y="0"/>
                </a:moveTo>
                <a:cubicBezTo>
                  <a:pt x="132763" y="0"/>
                  <a:pt x="134701" y="530"/>
                  <a:pt x="136323" y="1590"/>
                </a:cubicBezTo>
                <a:cubicBezTo>
                  <a:pt x="137946" y="2617"/>
                  <a:pt x="138758" y="4554"/>
                  <a:pt x="138758" y="7402"/>
                </a:cubicBezTo>
                <a:cubicBezTo>
                  <a:pt x="138758" y="10218"/>
                  <a:pt x="137946" y="12172"/>
                  <a:pt x="136323" y="13265"/>
                </a:cubicBezTo>
                <a:cubicBezTo>
                  <a:pt x="134701" y="14325"/>
                  <a:pt x="132763" y="14854"/>
                  <a:pt x="130511" y="14854"/>
                </a:cubicBezTo>
                <a:cubicBezTo>
                  <a:pt x="128226" y="14854"/>
                  <a:pt x="126271" y="14325"/>
                  <a:pt x="124649" y="13265"/>
                </a:cubicBezTo>
                <a:cubicBezTo>
                  <a:pt x="123059" y="12172"/>
                  <a:pt x="122264" y="10218"/>
                  <a:pt x="122264" y="7402"/>
                </a:cubicBezTo>
                <a:cubicBezTo>
                  <a:pt x="122264" y="4554"/>
                  <a:pt x="123059" y="2617"/>
                  <a:pt x="124649" y="1590"/>
                </a:cubicBezTo>
                <a:cubicBezTo>
                  <a:pt x="126271" y="530"/>
                  <a:pt x="128226" y="0"/>
                  <a:pt x="130511" y="0"/>
                </a:cubicBezTo>
                <a:close/>
                <a:moveTo>
                  <a:pt x="146061" y="77303"/>
                </a:moveTo>
                <a:close/>
                <a:moveTo>
                  <a:pt x="176565" y="78297"/>
                </a:moveTo>
                <a:cubicBezTo>
                  <a:pt x="171067" y="78297"/>
                  <a:pt x="166380" y="77303"/>
                  <a:pt x="162505" y="75316"/>
                </a:cubicBezTo>
                <a:cubicBezTo>
                  <a:pt x="158630" y="73295"/>
                  <a:pt x="155682" y="70182"/>
                  <a:pt x="153662" y="65976"/>
                </a:cubicBezTo>
                <a:cubicBezTo>
                  <a:pt x="151642" y="61770"/>
                  <a:pt x="150631" y="56387"/>
                  <a:pt x="150631" y="49830"/>
                </a:cubicBezTo>
                <a:cubicBezTo>
                  <a:pt x="150631" y="43040"/>
                  <a:pt x="151774" y="37509"/>
                  <a:pt x="154059" y="33236"/>
                </a:cubicBezTo>
                <a:cubicBezTo>
                  <a:pt x="156378" y="28931"/>
                  <a:pt x="159574" y="25768"/>
                  <a:pt x="163648" y="23747"/>
                </a:cubicBezTo>
                <a:cubicBezTo>
                  <a:pt x="167755" y="21727"/>
                  <a:pt x="172507" y="20717"/>
                  <a:pt x="177906" y="20717"/>
                </a:cubicBezTo>
                <a:cubicBezTo>
                  <a:pt x="181748" y="20717"/>
                  <a:pt x="185060" y="21098"/>
                  <a:pt x="187842" y="21859"/>
                </a:cubicBezTo>
                <a:cubicBezTo>
                  <a:pt x="190657" y="22588"/>
                  <a:pt x="193108" y="23466"/>
                  <a:pt x="195195" y="24493"/>
                </a:cubicBezTo>
                <a:lnTo>
                  <a:pt x="190724" y="36217"/>
                </a:lnTo>
                <a:cubicBezTo>
                  <a:pt x="188339" y="35257"/>
                  <a:pt x="186120" y="34478"/>
                  <a:pt x="184067" y="33882"/>
                </a:cubicBezTo>
                <a:cubicBezTo>
                  <a:pt x="182013" y="33253"/>
                  <a:pt x="179960" y="32938"/>
                  <a:pt x="177906" y="32938"/>
                </a:cubicBezTo>
                <a:cubicBezTo>
                  <a:pt x="175256" y="32938"/>
                  <a:pt x="173054" y="33568"/>
                  <a:pt x="171299" y="34826"/>
                </a:cubicBezTo>
                <a:cubicBezTo>
                  <a:pt x="169543" y="36052"/>
                  <a:pt x="168235" y="37906"/>
                  <a:pt x="167374" y="40390"/>
                </a:cubicBezTo>
                <a:cubicBezTo>
                  <a:pt x="166513" y="42874"/>
                  <a:pt x="166082" y="45988"/>
                  <a:pt x="166082" y="49730"/>
                </a:cubicBezTo>
                <a:cubicBezTo>
                  <a:pt x="166082" y="53407"/>
                  <a:pt x="166546" y="56454"/>
                  <a:pt x="167473" y="58871"/>
                </a:cubicBezTo>
                <a:cubicBezTo>
                  <a:pt x="168401" y="61289"/>
                  <a:pt x="169742" y="63094"/>
                  <a:pt x="171497" y="64287"/>
                </a:cubicBezTo>
                <a:cubicBezTo>
                  <a:pt x="173253" y="65446"/>
                  <a:pt x="175389" y="66025"/>
                  <a:pt x="177906" y="66025"/>
                </a:cubicBezTo>
                <a:cubicBezTo>
                  <a:pt x="181053" y="66025"/>
                  <a:pt x="183851" y="65611"/>
                  <a:pt x="186302" y="64783"/>
                </a:cubicBezTo>
                <a:cubicBezTo>
                  <a:pt x="188753" y="63922"/>
                  <a:pt x="191138" y="62730"/>
                  <a:pt x="193456" y="61206"/>
                </a:cubicBezTo>
                <a:lnTo>
                  <a:pt x="193456" y="74173"/>
                </a:lnTo>
                <a:cubicBezTo>
                  <a:pt x="191138" y="75630"/>
                  <a:pt x="188703" y="76674"/>
                  <a:pt x="186153" y="77303"/>
                </a:cubicBezTo>
                <a:cubicBezTo>
                  <a:pt x="183636" y="77965"/>
                  <a:pt x="180440" y="78297"/>
                  <a:pt x="176565" y="78297"/>
                </a:cubicBezTo>
                <a:close/>
                <a:moveTo>
                  <a:pt x="198424" y="77303"/>
                </a:moveTo>
                <a:close/>
                <a:moveTo>
                  <a:pt x="229773" y="66224"/>
                </a:moveTo>
                <a:cubicBezTo>
                  <a:pt x="231429" y="66224"/>
                  <a:pt x="233035" y="66059"/>
                  <a:pt x="234592" y="65727"/>
                </a:cubicBezTo>
                <a:cubicBezTo>
                  <a:pt x="236181" y="65396"/>
                  <a:pt x="237755" y="64982"/>
                  <a:pt x="239311" y="64485"/>
                </a:cubicBezTo>
                <a:lnTo>
                  <a:pt x="239311" y="75763"/>
                </a:lnTo>
                <a:cubicBezTo>
                  <a:pt x="237688" y="76492"/>
                  <a:pt x="235668" y="77088"/>
                  <a:pt x="233250" y="77551"/>
                </a:cubicBezTo>
                <a:cubicBezTo>
                  <a:pt x="230866" y="78048"/>
                  <a:pt x="228249" y="78297"/>
                  <a:pt x="225401" y="78297"/>
                </a:cubicBezTo>
                <a:cubicBezTo>
                  <a:pt x="222089" y="78297"/>
                  <a:pt x="219108" y="77767"/>
                  <a:pt x="216458" y="76707"/>
                </a:cubicBezTo>
                <a:cubicBezTo>
                  <a:pt x="213842" y="75614"/>
                  <a:pt x="211772" y="73743"/>
                  <a:pt x="210248" y="71093"/>
                </a:cubicBezTo>
                <a:cubicBezTo>
                  <a:pt x="208758" y="68410"/>
                  <a:pt x="208013" y="64684"/>
                  <a:pt x="208013" y="59915"/>
                </a:cubicBezTo>
                <a:lnTo>
                  <a:pt x="208013" y="33137"/>
                </a:lnTo>
                <a:lnTo>
                  <a:pt x="200759" y="33137"/>
                </a:lnTo>
                <a:lnTo>
                  <a:pt x="200759" y="26728"/>
                </a:lnTo>
                <a:lnTo>
                  <a:pt x="209106" y="21661"/>
                </a:lnTo>
                <a:lnTo>
                  <a:pt x="213477" y="9936"/>
                </a:lnTo>
                <a:lnTo>
                  <a:pt x="223165" y="9936"/>
                </a:lnTo>
                <a:lnTo>
                  <a:pt x="223165" y="21760"/>
                </a:lnTo>
                <a:lnTo>
                  <a:pt x="238715" y="21760"/>
                </a:lnTo>
                <a:lnTo>
                  <a:pt x="238715" y="33137"/>
                </a:lnTo>
                <a:lnTo>
                  <a:pt x="223165" y="33137"/>
                </a:lnTo>
                <a:lnTo>
                  <a:pt x="223165" y="59915"/>
                </a:lnTo>
                <a:cubicBezTo>
                  <a:pt x="223165" y="62034"/>
                  <a:pt x="223761" y="63624"/>
                  <a:pt x="224954" y="64684"/>
                </a:cubicBezTo>
                <a:cubicBezTo>
                  <a:pt x="226179" y="65711"/>
                  <a:pt x="227785" y="66224"/>
                  <a:pt x="229773" y="66224"/>
                </a:cubicBezTo>
                <a:close/>
                <a:moveTo>
                  <a:pt x="242640" y="77303"/>
                </a:moveTo>
                <a:close/>
                <a:moveTo>
                  <a:pt x="273492" y="20717"/>
                </a:moveTo>
                <a:cubicBezTo>
                  <a:pt x="278625" y="20717"/>
                  <a:pt x="283047" y="21710"/>
                  <a:pt x="286756" y="23698"/>
                </a:cubicBezTo>
                <a:cubicBezTo>
                  <a:pt x="290466" y="25652"/>
                  <a:pt x="293331" y="28500"/>
                  <a:pt x="295351" y="32243"/>
                </a:cubicBezTo>
                <a:cubicBezTo>
                  <a:pt x="297371" y="35985"/>
                  <a:pt x="298382" y="40556"/>
                  <a:pt x="298382" y="45955"/>
                </a:cubicBezTo>
                <a:lnTo>
                  <a:pt x="298382" y="53307"/>
                </a:lnTo>
                <a:lnTo>
                  <a:pt x="262562" y="53307"/>
                </a:lnTo>
                <a:cubicBezTo>
                  <a:pt x="262727" y="57580"/>
                  <a:pt x="264003" y="60941"/>
                  <a:pt x="266387" y="63392"/>
                </a:cubicBezTo>
                <a:cubicBezTo>
                  <a:pt x="268805" y="65810"/>
                  <a:pt x="272150" y="67019"/>
                  <a:pt x="276423" y="67019"/>
                </a:cubicBezTo>
                <a:cubicBezTo>
                  <a:pt x="279967" y="67019"/>
                  <a:pt x="283212" y="66655"/>
                  <a:pt x="286160" y="65926"/>
                </a:cubicBezTo>
                <a:cubicBezTo>
                  <a:pt x="289108" y="65197"/>
                  <a:pt x="292138" y="64104"/>
                  <a:pt x="295252" y="62647"/>
                </a:cubicBezTo>
                <a:lnTo>
                  <a:pt x="295252" y="74372"/>
                </a:lnTo>
                <a:cubicBezTo>
                  <a:pt x="292503" y="75730"/>
                  <a:pt x="289621" y="76723"/>
                  <a:pt x="286607" y="77353"/>
                </a:cubicBezTo>
                <a:cubicBezTo>
                  <a:pt x="283626" y="77982"/>
                  <a:pt x="280000" y="78297"/>
                  <a:pt x="275727" y="78297"/>
                </a:cubicBezTo>
                <a:cubicBezTo>
                  <a:pt x="270163" y="78297"/>
                  <a:pt x="265228" y="77270"/>
                  <a:pt x="260922" y="75216"/>
                </a:cubicBezTo>
                <a:cubicBezTo>
                  <a:pt x="256650" y="73163"/>
                  <a:pt x="253288" y="70033"/>
                  <a:pt x="250837" y="65827"/>
                </a:cubicBezTo>
                <a:cubicBezTo>
                  <a:pt x="248419" y="61620"/>
                  <a:pt x="247211" y="56321"/>
                  <a:pt x="247211" y="49929"/>
                </a:cubicBezTo>
                <a:cubicBezTo>
                  <a:pt x="247211" y="43437"/>
                  <a:pt x="248303" y="38039"/>
                  <a:pt x="250489" y="33733"/>
                </a:cubicBezTo>
                <a:cubicBezTo>
                  <a:pt x="252708" y="29394"/>
                  <a:pt x="255789" y="26149"/>
                  <a:pt x="259730" y="23996"/>
                </a:cubicBezTo>
                <a:cubicBezTo>
                  <a:pt x="263671" y="21810"/>
                  <a:pt x="268259" y="20717"/>
                  <a:pt x="273492" y="20717"/>
                </a:cubicBezTo>
                <a:close/>
                <a:moveTo>
                  <a:pt x="273591" y="31497"/>
                </a:moveTo>
                <a:cubicBezTo>
                  <a:pt x="270643" y="31497"/>
                  <a:pt x="268192" y="32441"/>
                  <a:pt x="266238" y="34329"/>
                </a:cubicBezTo>
                <a:cubicBezTo>
                  <a:pt x="264317" y="36217"/>
                  <a:pt x="263208" y="39181"/>
                  <a:pt x="262910" y="43222"/>
                </a:cubicBezTo>
                <a:lnTo>
                  <a:pt x="284173" y="43222"/>
                </a:lnTo>
                <a:cubicBezTo>
                  <a:pt x="284140" y="40970"/>
                  <a:pt x="283726" y="38966"/>
                  <a:pt x="282931" y="37211"/>
                </a:cubicBezTo>
                <a:cubicBezTo>
                  <a:pt x="282169" y="35455"/>
                  <a:pt x="281010" y="34064"/>
                  <a:pt x="279453" y="33038"/>
                </a:cubicBezTo>
                <a:cubicBezTo>
                  <a:pt x="277930" y="32011"/>
                  <a:pt x="275976" y="31497"/>
                  <a:pt x="273591" y="31497"/>
                </a:cubicBezTo>
                <a:close/>
                <a:moveTo>
                  <a:pt x="302753" y="77303"/>
                </a:moveTo>
                <a:close/>
                <a:moveTo>
                  <a:pt x="328289" y="78297"/>
                </a:moveTo>
                <a:cubicBezTo>
                  <a:pt x="322096" y="78297"/>
                  <a:pt x="317045" y="75879"/>
                  <a:pt x="313137" y="71043"/>
                </a:cubicBezTo>
                <a:cubicBezTo>
                  <a:pt x="309262" y="66175"/>
                  <a:pt x="307324" y="59037"/>
                  <a:pt x="307324" y="49631"/>
                </a:cubicBezTo>
                <a:cubicBezTo>
                  <a:pt x="307324" y="40125"/>
                  <a:pt x="309295" y="32938"/>
                  <a:pt x="313236" y="28070"/>
                </a:cubicBezTo>
                <a:cubicBezTo>
                  <a:pt x="317177" y="23168"/>
                  <a:pt x="322328" y="20717"/>
                  <a:pt x="328687" y="20717"/>
                </a:cubicBezTo>
                <a:cubicBezTo>
                  <a:pt x="331336" y="20717"/>
                  <a:pt x="333671" y="21081"/>
                  <a:pt x="335692" y="21810"/>
                </a:cubicBezTo>
                <a:cubicBezTo>
                  <a:pt x="337712" y="22538"/>
                  <a:pt x="339451" y="23515"/>
                  <a:pt x="340908" y="24741"/>
                </a:cubicBezTo>
                <a:cubicBezTo>
                  <a:pt x="342398" y="25966"/>
                  <a:pt x="343657" y="27341"/>
                  <a:pt x="344684" y="28864"/>
                </a:cubicBezTo>
                <a:lnTo>
                  <a:pt x="345181" y="28864"/>
                </a:lnTo>
                <a:cubicBezTo>
                  <a:pt x="344982" y="27805"/>
                  <a:pt x="344733" y="26248"/>
                  <a:pt x="344435" y="24194"/>
                </a:cubicBezTo>
                <a:cubicBezTo>
                  <a:pt x="344170" y="22108"/>
                  <a:pt x="344038" y="19972"/>
                  <a:pt x="344038" y="17786"/>
                </a:cubicBezTo>
                <a:lnTo>
                  <a:pt x="344038" y="0"/>
                </a:lnTo>
                <a:lnTo>
                  <a:pt x="359240" y="0"/>
                </a:lnTo>
                <a:lnTo>
                  <a:pt x="359240" y="77303"/>
                </a:lnTo>
                <a:lnTo>
                  <a:pt x="347615" y="77303"/>
                </a:lnTo>
                <a:lnTo>
                  <a:pt x="344684" y="70099"/>
                </a:lnTo>
                <a:lnTo>
                  <a:pt x="344038" y="70099"/>
                </a:lnTo>
                <a:cubicBezTo>
                  <a:pt x="343077" y="71623"/>
                  <a:pt x="341869" y="73014"/>
                  <a:pt x="340411" y="74272"/>
                </a:cubicBezTo>
                <a:cubicBezTo>
                  <a:pt x="338987" y="75498"/>
                  <a:pt x="337281" y="76475"/>
                  <a:pt x="335294" y="77204"/>
                </a:cubicBezTo>
                <a:cubicBezTo>
                  <a:pt x="333307" y="77932"/>
                  <a:pt x="330972" y="78297"/>
                  <a:pt x="328289" y="78297"/>
                </a:cubicBezTo>
                <a:close/>
                <a:moveTo>
                  <a:pt x="333605" y="66224"/>
                </a:moveTo>
                <a:cubicBezTo>
                  <a:pt x="337745" y="66224"/>
                  <a:pt x="340660" y="64999"/>
                  <a:pt x="342349" y="62548"/>
                </a:cubicBezTo>
                <a:cubicBezTo>
                  <a:pt x="344071" y="60064"/>
                  <a:pt x="344982" y="56338"/>
                  <a:pt x="345081" y="51370"/>
                </a:cubicBezTo>
                <a:lnTo>
                  <a:pt x="345081" y="49730"/>
                </a:lnTo>
                <a:cubicBezTo>
                  <a:pt x="345081" y="44332"/>
                  <a:pt x="344253" y="40208"/>
                  <a:pt x="342597" y="37360"/>
                </a:cubicBezTo>
                <a:cubicBezTo>
                  <a:pt x="340941" y="34478"/>
                  <a:pt x="337861" y="33038"/>
                  <a:pt x="333357" y="33038"/>
                </a:cubicBezTo>
                <a:cubicBezTo>
                  <a:pt x="330011" y="33038"/>
                  <a:pt x="327395" y="34478"/>
                  <a:pt x="325507" y="37360"/>
                </a:cubicBezTo>
                <a:cubicBezTo>
                  <a:pt x="323619" y="40241"/>
                  <a:pt x="322675" y="44398"/>
                  <a:pt x="322675" y="49830"/>
                </a:cubicBezTo>
                <a:cubicBezTo>
                  <a:pt x="322675" y="55261"/>
                  <a:pt x="323619" y="59352"/>
                  <a:pt x="325507" y="62101"/>
                </a:cubicBezTo>
                <a:cubicBezTo>
                  <a:pt x="327428" y="64850"/>
                  <a:pt x="330127" y="66224"/>
                  <a:pt x="333605" y="66224"/>
                </a:cubicBezTo>
                <a:close/>
                <a:moveTo>
                  <a:pt x="393569" y="77303"/>
                </a:moveTo>
                <a:close/>
                <a:moveTo>
                  <a:pt x="430731" y="77303"/>
                </a:moveTo>
                <a:lnTo>
                  <a:pt x="415330" y="77303"/>
                </a:lnTo>
                <a:lnTo>
                  <a:pt x="415330" y="17488"/>
                </a:lnTo>
                <a:lnTo>
                  <a:pt x="395606" y="17488"/>
                </a:lnTo>
                <a:lnTo>
                  <a:pt x="395606" y="4670"/>
                </a:lnTo>
                <a:lnTo>
                  <a:pt x="450454" y="4670"/>
                </a:lnTo>
                <a:lnTo>
                  <a:pt x="450454" y="17488"/>
                </a:lnTo>
                <a:lnTo>
                  <a:pt x="430731" y="17488"/>
                </a:lnTo>
                <a:lnTo>
                  <a:pt x="430731" y="77303"/>
                </a:lnTo>
                <a:close/>
                <a:moveTo>
                  <a:pt x="452491" y="77303"/>
                </a:moveTo>
                <a:close/>
                <a:moveTo>
                  <a:pt x="510915" y="49432"/>
                </a:moveTo>
                <a:cubicBezTo>
                  <a:pt x="510915" y="54069"/>
                  <a:pt x="510286" y="58176"/>
                  <a:pt x="509027" y="61753"/>
                </a:cubicBezTo>
                <a:cubicBezTo>
                  <a:pt x="507802" y="65330"/>
                  <a:pt x="505997" y="68360"/>
                  <a:pt x="503612" y="70844"/>
                </a:cubicBezTo>
                <a:cubicBezTo>
                  <a:pt x="501260" y="73295"/>
                  <a:pt x="498412" y="75150"/>
                  <a:pt x="495067" y="76409"/>
                </a:cubicBezTo>
                <a:cubicBezTo>
                  <a:pt x="491755" y="77667"/>
                  <a:pt x="488012" y="78297"/>
                  <a:pt x="483839" y="78297"/>
                </a:cubicBezTo>
                <a:cubicBezTo>
                  <a:pt x="479931" y="78297"/>
                  <a:pt x="476337" y="77667"/>
                  <a:pt x="473058" y="76409"/>
                </a:cubicBezTo>
                <a:cubicBezTo>
                  <a:pt x="469813" y="75150"/>
                  <a:pt x="466981" y="73295"/>
                  <a:pt x="464563" y="70844"/>
                </a:cubicBezTo>
                <a:cubicBezTo>
                  <a:pt x="462178" y="68360"/>
                  <a:pt x="460324" y="65330"/>
                  <a:pt x="458999" y="61753"/>
                </a:cubicBezTo>
                <a:cubicBezTo>
                  <a:pt x="457707" y="58176"/>
                  <a:pt x="457061" y="54069"/>
                  <a:pt x="457061" y="49432"/>
                </a:cubicBezTo>
                <a:cubicBezTo>
                  <a:pt x="457061" y="43272"/>
                  <a:pt x="458154" y="38055"/>
                  <a:pt x="460340" y="33783"/>
                </a:cubicBezTo>
                <a:cubicBezTo>
                  <a:pt x="462526" y="29510"/>
                  <a:pt x="465639" y="26264"/>
                  <a:pt x="469680" y="24045"/>
                </a:cubicBezTo>
                <a:cubicBezTo>
                  <a:pt x="473721" y="21826"/>
                  <a:pt x="478540" y="20717"/>
                  <a:pt x="484137" y="20717"/>
                </a:cubicBezTo>
                <a:cubicBezTo>
                  <a:pt x="489337" y="20717"/>
                  <a:pt x="493941" y="21826"/>
                  <a:pt x="497948" y="24045"/>
                </a:cubicBezTo>
                <a:cubicBezTo>
                  <a:pt x="501989" y="26264"/>
                  <a:pt x="505152" y="29510"/>
                  <a:pt x="507437" y="33783"/>
                </a:cubicBezTo>
                <a:cubicBezTo>
                  <a:pt x="509756" y="38055"/>
                  <a:pt x="510915" y="43272"/>
                  <a:pt x="510915" y="49432"/>
                </a:cubicBezTo>
                <a:close/>
                <a:moveTo>
                  <a:pt x="472512" y="49432"/>
                </a:moveTo>
                <a:cubicBezTo>
                  <a:pt x="472512" y="53075"/>
                  <a:pt x="472909" y="56139"/>
                  <a:pt x="473704" y="58623"/>
                </a:cubicBezTo>
                <a:cubicBezTo>
                  <a:pt x="474499" y="61107"/>
                  <a:pt x="475741" y="62978"/>
                  <a:pt x="477430" y="64237"/>
                </a:cubicBezTo>
                <a:cubicBezTo>
                  <a:pt x="479119" y="65496"/>
                  <a:pt x="481322" y="66125"/>
                  <a:pt x="484038" y="66125"/>
                </a:cubicBezTo>
                <a:cubicBezTo>
                  <a:pt x="486721" y="66125"/>
                  <a:pt x="488890" y="65496"/>
                  <a:pt x="490546" y="64237"/>
                </a:cubicBezTo>
                <a:cubicBezTo>
                  <a:pt x="492235" y="62978"/>
                  <a:pt x="493461" y="61107"/>
                  <a:pt x="494222" y="58623"/>
                </a:cubicBezTo>
                <a:cubicBezTo>
                  <a:pt x="495017" y="56139"/>
                  <a:pt x="495415" y="53075"/>
                  <a:pt x="495415" y="49432"/>
                </a:cubicBezTo>
                <a:cubicBezTo>
                  <a:pt x="495415" y="45756"/>
                  <a:pt x="495017" y="42709"/>
                  <a:pt x="494222" y="40291"/>
                </a:cubicBezTo>
                <a:cubicBezTo>
                  <a:pt x="493461" y="37840"/>
                  <a:pt x="492235" y="36002"/>
                  <a:pt x="490546" y="34776"/>
                </a:cubicBezTo>
                <a:cubicBezTo>
                  <a:pt x="488857" y="33551"/>
                  <a:pt x="486654" y="32938"/>
                  <a:pt x="483938" y="32938"/>
                </a:cubicBezTo>
                <a:cubicBezTo>
                  <a:pt x="479931" y="32938"/>
                  <a:pt x="477016" y="34313"/>
                  <a:pt x="475195" y="37062"/>
                </a:cubicBezTo>
                <a:cubicBezTo>
                  <a:pt x="473406" y="39811"/>
                  <a:pt x="472512" y="43934"/>
                  <a:pt x="472512" y="49432"/>
                </a:cubicBezTo>
                <a:close/>
                <a:moveTo>
                  <a:pt x="515486" y="77303"/>
                </a:moveTo>
                <a:close/>
                <a:moveTo>
                  <a:pt x="538587" y="0"/>
                </a:moveTo>
                <a:lnTo>
                  <a:pt x="538587" y="34578"/>
                </a:lnTo>
                <a:cubicBezTo>
                  <a:pt x="538587" y="36664"/>
                  <a:pt x="538504" y="38751"/>
                  <a:pt x="538339" y="40837"/>
                </a:cubicBezTo>
                <a:cubicBezTo>
                  <a:pt x="538173" y="42924"/>
                  <a:pt x="537991" y="45011"/>
                  <a:pt x="537792" y="47097"/>
                </a:cubicBezTo>
                <a:lnTo>
                  <a:pt x="537991" y="47097"/>
                </a:lnTo>
                <a:cubicBezTo>
                  <a:pt x="539018" y="45640"/>
                  <a:pt x="540061" y="44199"/>
                  <a:pt x="541121" y="42775"/>
                </a:cubicBezTo>
                <a:cubicBezTo>
                  <a:pt x="542214" y="41351"/>
                  <a:pt x="543373" y="39976"/>
                  <a:pt x="544598" y="38651"/>
                </a:cubicBezTo>
                <a:lnTo>
                  <a:pt x="560148" y="21760"/>
                </a:lnTo>
                <a:lnTo>
                  <a:pt x="577239" y="21760"/>
                </a:lnTo>
                <a:lnTo>
                  <a:pt x="555180" y="45855"/>
                </a:lnTo>
                <a:lnTo>
                  <a:pt x="578580" y="77303"/>
                </a:lnTo>
                <a:lnTo>
                  <a:pt x="561092" y="77303"/>
                </a:lnTo>
                <a:lnTo>
                  <a:pt x="545095" y="54798"/>
                </a:lnTo>
                <a:lnTo>
                  <a:pt x="538587" y="60014"/>
                </a:lnTo>
                <a:lnTo>
                  <a:pt x="538587" y="77303"/>
                </a:lnTo>
                <a:lnTo>
                  <a:pt x="523434" y="77303"/>
                </a:lnTo>
                <a:lnTo>
                  <a:pt x="523434" y="0"/>
                </a:lnTo>
                <a:lnTo>
                  <a:pt x="538587" y="0"/>
                </a:lnTo>
                <a:close/>
                <a:moveTo>
                  <a:pt x="578580" y="77303"/>
                </a:moveTo>
                <a:close/>
                <a:moveTo>
                  <a:pt x="609432" y="20717"/>
                </a:moveTo>
                <a:cubicBezTo>
                  <a:pt x="614565" y="20717"/>
                  <a:pt x="618987" y="21710"/>
                  <a:pt x="622696" y="23698"/>
                </a:cubicBezTo>
                <a:cubicBezTo>
                  <a:pt x="626406" y="25652"/>
                  <a:pt x="629271" y="28500"/>
                  <a:pt x="631291" y="32243"/>
                </a:cubicBezTo>
                <a:cubicBezTo>
                  <a:pt x="633311" y="35985"/>
                  <a:pt x="634322" y="40556"/>
                  <a:pt x="634322" y="45955"/>
                </a:cubicBezTo>
                <a:lnTo>
                  <a:pt x="634322" y="53307"/>
                </a:lnTo>
                <a:lnTo>
                  <a:pt x="598502" y="53307"/>
                </a:lnTo>
                <a:cubicBezTo>
                  <a:pt x="598667" y="57580"/>
                  <a:pt x="599943" y="60941"/>
                  <a:pt x="602327" y="63392"/>
                </a:cubicBezTo>
                <a:cubicBezTo>
                  <a:pt x="604745" y="65810"/>
                  <a:pt x="608090" y="67019"/>
                  <a:pt x="612363" y="67019"/>
                </a:cubicBezTo>
                <a:cubicBezTo>
                  <a:pt x="615907" y="67019"/>
                  <a:pt x="619152" y="66655"/>
                  <a:pt x="622100" y="65926"/>
                </a:cubicBezTo>
                <a:cubicBezTo>
                  <a:pt x="625048" y="65197"/>
                  <a:pt x="628078" y="64104"/>
                  <a:pt x="631192" y="62647"/>
                </a:cubicBezTo>
                <a:lnTo>
                  <a:pt x="631192" y="74372"/>
                </a:lnTo>
                <a:cubicBezTo>
                  <a:pt x="628443" y="75730"/>
                  <a:pt x="625561" y="76723"/>
                  <a:pt x="622547" y="77353"/>
                </a:cubicBezTo>
                <a:cubicBezTo>
                  <a:pt x="619566" y="77982"/>
                  <a:pt x="615940" y="78297"/>
                  <a:pt x="611667" y="78297"/>
                </a:cubicBezTo>
                <a:cubicBezTo>
                  <a:pt x="606103" y="78297"/>
                  <a:pt x="601168" y="77270"/>
                  <a:pt x="596862" y="75216"/>
                </a:cubicBezTo>
                <a:cubicBezTo>
                  <a:pt x="592590" y="73163"/>
                  <a:pt x="589228" y="70033"/>
                  <a:pt x="586777" y="65827"/>
                </a:cubicBezTo>
                <a:cubicBezTo>
                  <a:pt x="584359" y="61620"/>
                  <a:pt x="583151" y="56321"/>
                  <a:pt x="583151" y="49929"/>
                </a:cubicBezTo>
                <a:cubicBezTo>
                  <a:pt x="583151" y="43437"/>
                  <a:pt x="584243" y="38039"/>
                  <a:pt x="586429" y="33733"/>
                </a:cubicBezTo>
                <a:cubicBezTo>
                  <a:pt x="588649" y="29394"/>
                  <a:pt x="591729" y="26149"/>
                  <a:pt x="595670" y="23996"/>
                </a:cubicBezTo>
                <a:cubicBezTo>
                  <a:pt x="599611" y="21810"/>
                  <a:pt x="604199" y="20717"/>
                  <a:pt x="609432" y="20717"/>
                </a:cubicBezTo>
                <a:close/>
                <a:moveTo>
                  <a:pt x="609531" y="31497"/>
                </a:moveTo>
                <a:cubicBezTo>
                  <a:pt x="606583" y="31497"/>
                  <a:pt x="604132" y="32441"/>
                  <a:pt x="602178" y="34329"/>
                </a:cubicBezTo>
                <a:cubicBezTo>
                  <a:pt x="600257" y="36217"/>
                  <a:pt x="599148" y="39181"/>
                  <a:pt x="598850" y="43222"/>
                </a:cubicBezTo>
                <a:lnTo>
                  <a:pt x="620113" y="43222"/>
                </a:lnTo>
                <a:cubicBezTo>
                  <a:pt x="620080" y="40970"/>
                  <a:pt x="619666" y="38966"/>
                  <a:pt x="618871" y="37211"/>
                </a:cubicBezTo>
                <a:cubicBezTo>
                  <a:pt x="618109" y="35455"/>
                  <a:pt x="616950" y="34064"/>
                  <a:pt x="615393" y="33038"/>
                </a:cubicBezTo>
                <a:cubicBezTo>
                  <a:pt x="613870" y="32011"/>
                  <a:pt x="611916" y="31497"/>
                  <a:pt x="609531" y="31497"/>
                </a:cubicBezTo>
                <a:close/>
                <a:moveTo>
                  <a:pt x="638693" y="77303"/>
                </a:moveTo>
                <a:close/>
                <a:moveTo>
                  <a:pt x="678189" y="20717"/>
                </a:moveTo>
                <a:cubicBezTo>
                  <a:pt x="684118" y="20717"/>
                  <a:pt x="688887" y="22340"/>
                  <a:pt x="692497" y="25585"/>
                </a:cubicBezTo>
                <a:cubicBezTo>
                  <a:pt x="696108" y="28798"/>
                  <a:pt x="697913" y="33965"/>
                  <a:pt x="697913" y="41086"/>
                </a:cubicBezTo>
                <a:lnTo>
                  <a:pt x="697913" y="77303"/>
                </a:lnTo>
                <a:lnTo>
                  <a:pt x="682760" y="77303"/>
                </a:lnTo>
                <a:lnTo>
                  <a:pt x="682760" y="44862"/>
                </a:lnTo>
                <a:cubicBezTo>
                  <a:pt x="682760" y="40887"/>
                  <a:pt x="682031" y="37890"/>
                  <a:pt x="680574" y="35869"/>
                </a:cubicBezTo>
                <a:cubicBezTo>
                  <a:pt x="679150" y="33849"/>
                  <a:pt x="676898" y="32839"/>
                  <a:pt x="673818" y="32839"/>
                </a:cubicBezTo>
                <a:cubicBezTo>
                  <a:pt x="669181" y="32839"/>
                  <a:pt x="666018" y="34412"/>
                  <a:pt x="664329" y="37559"/>
                </a:cubicBezTo>
                <a:cubicBezTo>
                  <a:pt x="662639" y="40705"/>
                  <a:pt x="661795" y="45242"/>
                  <a:pt x="661795" y="51171"/>
                </a:cubicBezTo>
                <a:lnTo>
                  <a:pt x="661795" y="77303"/>
                </a:lnTo>
                <a:lnTo>
                  <a:pt x="646642" y="77303"/>
                </a:lnTo>
                <a:lnTo>
                  <a:pt x="646642" y="21760"/>
                </a:lnTo>
                <a:lnTo>
                  <a:pt x="658218" y="21760"/>
                </a:lnTo>
                <a:lnTo>
                  <a:pt x="660255" y="28864"/>
                </a:lnTo>
                <a:lnTo>
                  <a:pt x="661099" y="28864"/>
                </a:lnTo>
                <a:cubicBezTo>
                  <a:pt x="662292" y="26943"/>
                  <a:pt x="663766" y="25387"/>
                  <a:pt x="665521" y="24194"/>
                </a:cubicBezTo>
                <a:cubicBezTo>
                  <a:pt x="667309" y="23002"/>
                  <a:pt x="669280" y="22124"/>
                  <a:pt x="671433" y="21561"/>
                </a:cubicBezTo>
                <a:cubicBezTo>
                  <a:pt x="673619" y="20998"/>
                  <a:pt x="675871" y="20717"/>
                  <a:pt x="678189" y="207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1A6EF5-E5E3-40ED-B5A0-4CE7FF08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2850" y="210199"/>
            <a:ext cx="2964440" cy="165337"/>
          </a:xfrm>
          <a:custGeom xmlns:a="http://schemas.openxmlformats.org/drawingml/2006/main">
            <a:pathLst>
              <a:path w="2964440" h="165337">
                <a:moveTo>
                  <a:pt x="0" y="125617"/>
                </a:moveTo>
                <a:close/>
                <a:moveTo>
                  <a:pt x="119563" y="125617"/>
                </a:moveTo>
                <a:lnTo>
                  <a:pt x="87755" y="125617"/>
                </a:lnTo>
                <a:lnTo>
                  <a:pt x="36410" y="36329"/>
                </a:lnTo>
                <a:lnTo>
                  <a:pt x="35683" y="36329"/>
                </a:lnTo>
                <a:cubicBezTo>
                  <a:pt x="35898" y="40043"/>
                  <a:pt x="36087" y="43783"/>
                  <a:pt x="36248" y="47551"/>
                </a:cubicBezTo>
                <a:cubicBezTo>
                  <a:pt x="36410" y="51318"/>
                  <a:pt x="36571" y="55085"/>
                  <a:pt x="36733" y="58853"/>
                </a:cubicBezTo>
                <a:cubicBezTo>
                  <a:pt x="36894" y="62566"/>
                  <a:pt x="37055" y="66307"/>
                  <a:pt x="37217" y="70074"/>
                </a:cubicBezTo>
                <a:lnTo>
                  <a:pt x="37217" y="125617"/>
                </a:lnTo>
                <a:lnTo>
                  <a:pt x="14854" y="125617"/>
                </a:lnTo>
                <a:lnTo>
                  <a:pt x="14854" y="7589"/>
                </a:lnTo>
                <a:lnTo>
                  <a:pt x="46420" y="7589"/>
                </a:lnTo>
                <a:lnTo>
                  <a:pt x="97684" y="95989"/>
                </a:lnTo>
                <a:lnTo>
                  <a:pt x="98250" y="95989"/>
                </a:lnTo>
                <a:cubicBezTo>
                  <a:pt x="98142" y="92329"/>
                  <a:pt x="98007" y="88696"/>
                  <a:pt x="97846" y="85090"/>
                </a:cubicBezTo>
                <a:cubicBezTo>
                  <a:pt x="97684" y="81484"/>
                  <a:pt x="97523" y="77878"/>
                  <a:pt x="97361" y="74272"/>
                </a:cubicBezTo>
                <a:cubicBezTo>
                  <a:pt x="97254" y="70666"/>
                  <a:pt x="97146" y="67060"/>
                  <a:pt x="97039" y="63455"/>
                </a:cubicBezTo>
                <a:lnTo>
                  <a:pt x="97039" y="7589"/>
                </a:lnTo>
                <a:lnTo>
                  <a:pt x="119563" y="7589"/>
                </a:lnTo>
                <a:lnTo>
                  <a:pt x="119563" y="125617"/>
                </a:lnTo>
                <a:close/>
                <a:moveTo>
                  <a:pt x="134498" y="125617"/>
                </a:moveTo>
                <a:close/>
                <a:moveTo>
                  <a:pt x="184389" y="33503"/>
                </a:moveTo>
                <a:cubicBezTo>
                  <a:pt x="196499" y="33503"/>
                  <a:pt x="205783" y="36141"/>
                  <a:pt x="212242" y="41415"/>
                </a:cubicBezTo>
                <a:cubicBezTo>
                  <a:pt x="218700" y="46689"/>
                  <a:pt x="221929" y="54709"/>
                  <a:pt x="221929" y="65473"/>
                </a:cubicBezTo>
                <a:lnTo>
                  <a:pt x="221929" y="125617"/>
                </a:lnTo>
                <a:lnTo>
                  <a:pt x="204734" y="125617"/>
                </a:lnTo>
                <a:lnTo>
                  <a:pt x="199971" y="113346"/>
                </a:lnTo>
                <a:lnTo>
                  <a:pt x="199325" y="113346"/>
                </a:lnTo>
                <a:cubicBezTo>
                  <a:pt x="196741" y="116575"/>
                  <a:pt x="194104" y="119213"/>
                  <a:pt x="191413" y="121258"/>
                </a:cubicBezTo>
                <a:cubicBezTo>
                  <a:pt x="188722" y="123303"/>
                  <a:pt x="185627" y="124810"/>
                  <a:pt x="182129" y="125779"/>
                </a:cubicBezTo>
                <a:cubicBezTo>
                  <a:pt x="178631" y="126748"/>
                  <a:pt x="174379" y="127232"/>
                  <a:pt x="169373" y="127232"/>
                </a:cubicBezTo>
                <a:cubicBezTo>
                  <a:pt x="164045" y="127232"/>
                  <a:pt x="159255" y="126209"/>
                  <a:pt x="155003" y="124164"/>
                </a:cubicBezTo>
                <a:cubicBezTo>
                  <a:pt x="150805" y="122119"/>
                  <a:pt x="147495" y="118997"/>
                  <a:pt x="145073" y="114799"/>
                </a:cubicBezTo>
                <a:cubicBezTo>
                  <a:pt x="142652" y="110548"/>
                  <a:pt x="141441" y="105165"/>
                  <a:pt x="141441" y="98653"/>
                </a:cubicBezTo>
                <a:cubicBezTo>
                  <a:pt x="141441" y="89073"/>
                  <a:pt x="144804" y="82023"/>
                  <a:pt x="151532" y="77502"/>
                </a:cubicBezTo>
                <a:cubicBezTo>
                  <a:pt x="158260" y="72927"/>
                  <a:pt x="168351" y="70397"/>
                  <a:pt x="181806" y="69913"/>
                </a:cubicBezTo>
                <a:lnTo>
                  <a:pt x="197468" y="69429"/>
                </a:lnTo>
                <a:lnTo>
                  <a:pt x="197468" y="65473"/>
                </a:lnTo>
                <a:cubicBezTo>
                  <a:pt x="197468" y="60737"/>
                  <a:pt x="196230" y="57265"/>
                  <a:pt x="193754" y="55058"/>
                </a:cubicBezTo>
                <a:cubicBezTo>
                  <a:pt x="191278" y="52852"/>
                  <a:pt x="187834" y="51749"/>
                  <a:pt x="183421" y="51749"/>
                </a:cubicBezTo>
                <a:cubicBezTo>
                  <a:pt x="179061" y="51749"/>
                  <a:pt x="174782" y="52367"/>
                  <a:pt x="170584" y="53605"/>
                </a:cubicBezTo>
                <a:cubicBezTo>
                  <a:pt x="166386" y="54843"/>
                  <a:pt x="162188" y="56404"/>
                  <a:pt x="157990" y="58288"/>
                </a:cubicBezTo>
                <a:lnTo>
                  <a:pt x="149837" y="41657"/>
                </a:lnTo>
                <a:cubicBezTo>
                  <a:pt x="154627" y="39128"/>
                  <a:pt x="159982" y="37136"/>
                  <a:pt x="165902" y="35683"/>
                </a:cubicBezTo>
                <a:cubicBezTo>
                  <a:pt x="171876" y="34230"/>
                  <a:pt x="178039" y="33503"/>
                  <a:pt x="184389" y="33503"/>
                </a:cubicBezTo>
                <a:close/>
                <a:moveTo>
                  <a:pt x="197468" y="83799"/>
                </a:moveTo>
                <a:lnTo>
                  <a:pt x="187942" y="84122"/>
                </a:lnTo>
                <a:cubicBezTo>
                  <a:pt x="179976" y="84337"/>
                  <a:pt x="174433" y="85763"/>
                  <a:pt x="171311" y="88400"/>
                </a:cubicBezTo>
                <a:cubicBezTo>
                  <a:pt x="168243" y="91038"/>
                  <a:pt x="166709" y="94509"/>
                  <a:pt x="166709" y="98815"/>
                </a:cubicBezTo>
                <a:cubicBezTo>
                  <a:pt x="166709" y="102582"/>
                  <a:pt x="167813" y="105273"/>
                  <a:pt x="170019" y="106888"/>
                </a:cubicBezTo>
                <a:cubicBezTo>
                  <a:pt x="172226" y="108449"/>
                  <a:pt x="175105" y="109229"/>
                  <a:pt x="178658" y="109229"/>
                </a:cubicBezTo>
                <a:cubicBezTo>
                  <a:pt x="183932" y="109229"/>
                  <a:pt x="188372" y="107668"/>
                  <a:pt x="191978" y="104547"/>
                </a:cubicBezTo>
                <a:cubicBezTo>
                  <a:pt x="195638" y="101425"/>
                  <a:pt x="197468" y="96985"/>
                  <a:pt x="197468" y="91226"/>
                </a:cubicBezTo>
                <a:lnTo>
                  <a:pt x="197468" y="83799"/>
                </a:lnTo>
                <a:close/>
                <a:moveTo>
                  <a:pt x="234443" y="125617"/>
                </a:moveTo>
                <a:close/>
                <a:moveTo>
                  <a:pt x="285384" y="107614"/>
                </a:moveTo>
                <a:cubicBezTo>
                  <a:pt x="288075" y="107614"/>
                  <a:pt x="290685" y="107345"/>
                  <a:pt x="293215" y="106807"/>
                </a:cubicBezTo>
                <a:cubicBezTo>
                  <a:pt x="295798" y="106269"/>
                  <a:pt x="298355" y="105596"/>
                  <a:pt x="300884" y="104789"/>
                </a:cubicBezTo>
                <a:lnTo>
                  <a:pt x="300884" y="123115"/>
                </a:lnTo>
                <a:cubicBezTo>
                  <a:pt x="298247" y="124299"/>
                  <a:pt x="294964" y="125267"/>
                  <a:pt x="291035" y="126021"/>
                </a:cubicBezTo>
                <a:cubicBezTo>
                  <a:pt x="287160" y="126828"/>
                  <a:pt x="282908" y="127232"/>
                  <a:pt x="278280" y="127232"/>
                </a:cubicBezTo>
                <a:cubicBezTo>
                  <a:pt x="272897" y="127232"/>
                  <a:pt x="268054" y="126371"/>
                  <a:pt x="263748" y="124649"/>
                </a:cubicBezTo>
                <a:cubicBezTo>
                  <a:pt x="259496" y="122872"/>
                  <a:pt x="256132" y="119832"/>
                  <a:pt x="253657" y="115526"/>
                </a:cubicBezTo>
                <a:cubicBezTo>
                  <a:pt x="251235" y="111166"/>
                  <a:pt x="250024" y="105112"/>
                  <a:pt x="250024" y="97362"/>
                </a:cubicBezTo>
                <a:lnTo>
                  <a:pt x="250024" y="53848"/>
                </a:lnTo>
                <a:lnTo>
                  <a:pt x="238237" y="53848"/>
                </a:lnTo>
                <a:lnTo>
                  <a:pt x="238237" y="43433"/>
                </a:lnTo>
                <a:lnTo>
                  <a:pt x="251800" y="35199"/>
                </a:lnTo>
                <a:lnTo>
                  <a:pt x="258904" y="16146"/>
                </a:lnTo>
                <a:lnTo>
                  <a:pt x="274647" y="16146"/>
                </a:lnTo>
                <a:lnTo>
                  <a:pt x="274647" y="35360"/>
                </a:lnTo>
                <a:lnTo>
                  <a:pt x="299915" y="35360"/>
                </a:lnTo>
                <a:lnTo>
                  <a:pt x="299915" y="53848"/>
                </a:lnTo>
                <a:lnTo>
                  <a:pt x="274647" y="53848"/>
                </a:lnTo>
                <a:lnTo>
                  <a:pt x="274647" y="97362"/>
                </a:lnTo>
                <a:cubicBezTo>
                  <a:pt x="274647" y="100806"/>
                  <a:pt x="275615" y="103389"/>
                  <a:pt x="277553" y="105112"/>
                </a:cubicBezTo>
                <a:cubicBezTo>
                  <a:pt x="279544" y="106780"/>
                  <a:pt x="282155" y="107614"/>
                  <a:pt x="285384" y="107614"/>
                </a:cubicBezTo>
                <a:close/>
                <a:moveTo>
                  <a:pt x="306293" y="125617"/>
                </a:moveTo>
                <a:close/>
                <a:moveTo>
                  <a:pt x="343833" y="35360"/>
                </a:moveTo>
                <a:lnTo>
                  <a:pt x="343833" y="125617"/>
                </a:lnTo>
                <a:lnTo>
                  <a:pt x="319210" y="125617"/>
                </a:lnTo>
                <a:lnTo>
                  <a:pt x="319210" y="35360"/>
                </a:lnTo>
                <a:lnTo>
                  <a:pt x="343833" y="35360"/>
                </a:lnTo>
                <a:close/>
                <a:moveTo>
                  <a:pt x="331562" y="0"/>
                </a:moveTo>
                <a:cubicBezTo>
                  <a:pt x="335222" y="0"/>
                  <a:pt x="338370" y="861"/>
                  <a:pt x="341007" y="2583"/>
                </a:cubicBezTo>
                <a:cubicBezTo>
                  <a:pt x="343645" y="4252"/>
                  <a:pt x="344963" y="7400"/>
                  <a:pt x="344963" y="12029"/>
                </a:cubicBezTo>
                <a:cubicBezTo>
                  <a:pt x="344963" y="16604"/>
                  <a:pt x="343645" y="19779"/>
                  <a:pt x="341007" y="21555"/>
                </a:cubicBezTo>
                <a:cubicBezTo>
                  <a:pt x="338370" y="23277"/>
                  <a:pt x="335222" y="24139"/>
                  <a:pt x="331562" y="24139"/>
                </a:cubicBezTo>
                <a:cubicBezTo>
                  <a:pt x="327848" y="24139"/>
                  <a:pt x="324673" y="23277"/>
                  <a:pt x="322036" y="21555"/>
                </a:cubicBezTo>
                <a:cubicBezTo>
                  <a:pt x="319452" y="19779"/>
                  <a:pt x="318161" y="16604"/>
                  <a:pt x="318161" y="12029"/>
                </a:cubicBezTo>
                <a:cubicBezTo>
                  <a:pt x="318161" y="7400"/>
                  <a:pt x="319452" y="4252"/>
                  <a:pt x="322036" y="2583"/>
                </a:cubicBezTo>
                <a:cubicBezTo>
                  <a:pt x="324673" y="861"/>
                  <a:pt x="327848" y="0"/>
                  <a:pt x="331562" y="0"/>
                </a:cubicBezTo>
                <a:close/>
                <a:moveTo>
                  <a:pt x="356831" y="125617"/>
                </a:moveTo>
                <a:close/>
                <a:moveTo>
                  <a:pt x="391222" y="125617"/>
                </a:moveTo>
                <a:lnTo>
                  <a:pt x="356831" y="35360"/>
                </a:lnTo>
                <a:lnTo>
                  <a:pt x="382584" y="35360"/>
                </a:lnTo>
                <a:lnTo>
                  <a:pt x="400022" y="86786"/>
                </a:lnTo>
                <a:cubicBezTo>
                  <a:pt x="400990" y="89800"/>
                  <a:pt x="401744" y="92975"/>
                  <a:pt x="402282" y="96312"/>
                </a:cubicBezTo>
                <a:cubicBezTo>
                  <a:pt x="402874" y="99649"/>
                  <a:pt x="403278" y="102636"/>
                  <a:pt x="403493" y="105273"/>
                </a:cubicBezTo>
                <a:lnTo>
                  <a:pt x="404139" y="105273"/>
                </a:lnTo>
                <a:cubicBezTo>
                  <a:pt x="404300" y="102421"/>
                  <a:pt x="404677" y="99380"/>
                  <a:pt x="405269" y="96151"/>
                </a:cubicBezTo>
                <a:cubicBezTo>
                  <a:pt x="405915" y="92921"/>
                  <a:pt x="406749" y="89800"/>
                  <a:pt x="407772" y="86786"/>
                </a:cubicBezTo>
                <a:lnTo>
                  <a:pt x="425129" y="35360"/>
                </a:lnTo>
                <a:lnTo>
                  <a:pt x="450882" y="35360"/>
                </a:lnTo>
                <a:lnTo>
                  <a:pt x="416491" y="125617"/>
                </a:lnTo>
                <a:lnTo>
                  <a:pt x="391222" y="125617"/>
                </a:lnTo>
                <a:close/>
                <a:moveTo>
                  <a:pt x="450963" y="125617"/>
                </a:moveTo>
                <a:close/>
                <a:moveTo>
                  <a:pt x="501097" y="33665"/>
                </a:moveTo>
                <a:cubicBezTo>
                  <a:pt x="509439" y="33665"/>
                  <a:pt x="516624" y="35279"/>
                  <a:pt x="522652" y="38509"/>
                </a:cubicBezTo>
                <a:cubicBezTo>
                  <a:pt x="528680" y="41684"/>
                  <a:pt x="533335" y="46313"/>
                  <a:pt x="536618" y="52394"/>
                </a:cubicBezTo>
                <a:cubicBezTo>
                  <a:pt x="539902" y="58476"/>
                  <a:pt x="541543" y="65903"/>
                  <a:pt x="541543" y="74676"/>
                </a:cubicBezTo>
                <a:lnTo>
                  <a:pt x="541543" y="86624"/>
                </a:lnTo>
                <a:lnTo>
                  <a:pt x="483336" y="86624"/>
                </a:lnTo>
                <a:cubicBezTo>
                  <a:pt x="483605" y="93567"/>
                  <a:pt x="485677" y="99030"/>
                  <a:pt x="489552" y="103013"/>
                </a:cubicBezTo>
                <a:cubicBezTo>
                  <a:pt x="493481" y="106942"/>
                  <a:pt x="498917" y="108906"/>
                  <a:pt x="505860" y="108906"/>
                </a:cubicBezTo>
                <a:cubicBezTo>
                  <a:pt x="511619" y="108906"/>
                  <a:pt x="516893" y="108314"/>
                  <a:pt x="521683" y="107130"/>
                </a:cubicBezTo>
                <a:cubicBezTo>
                  <a:pt x="526473" y="105946"/>
                  <a:pt x="531398" y="104170"/>
                  <a:pt x="536457" y="101802"/>
                </a:cubicBezTo>
                <a:lnTo>
                  <a:pt x="536457" y="120854"/>
                </a:lnTo>
                <a:cubicBezTo>
                  <a:pt x="531990" y="123061"/>
                  <a:pt x="527307" y="124675"/>
                  <a:pt x="522410" y="125698"/>
                </a:cubicBezTo>
                <a:cubicBezTo>
                  <a:pt x="517566" y="126721"/>
                  <a:pt x="511673" y="127232"/>
                  <a:pt x="504730" y="127232"/>
                </a:cubicBezTo>
                <a:cubicBezTo>
                  <a:pt x="495688" y="127232"/>
                  <a:pt x="487669" y="125564"/>
                  <a:pt x="480672" y="122227"/>
                </a:cubicBezTo>
                <a:cubicBezTo>
                  <a:pt x="473729" y="118890"/>
                  <a:pt x="468266" y="113804"/>
                  <a:pt x="464284" y="106968"/>
                </a:cubicBezTo>
                <a:cubicBezTo>
                  <a:pt x="460355" y="100133"/>
                  <a:pt x="458390" y="91522"/>
                  <a:pt x="458390" y="81135"/>
                </a:cubicBezTo>
                <a:cubicBezTo>
                  <a:pt x="458390" y="70586"/>
                  <a:pt x="460166" y="61813"/>
                  <a:pt x="463718" y="54816"/>
                </a:cubicBezTo>
                <a:cubicBezTo>
                  <a:pt x="467324" y="47766"/>
                  <a:pt x="472330" y="42491"/>
                  <a:pt x="478734" y="38993"/>
                </a:cubicBezTo>
                <a:cubicBezTo>
                  <a:pt x="485139" y="35441"/>
                  <a:pt x="492593" y="33665"/>
                  <a:pt x="501097" y="33665"/>
                </a:cubicBezTo>
                <a:close/>
                <a:moveTo>
                  <a:pt x="501258" y="51183"/>
                </a:moveTo>
                <a:cubicBezTo>
                  <a:pt x="496468" y="51183"/>
                  <a:pt x="492486" y="52717"/>
                  <a:pt x="489310" y="55785"/>
                </a:cubicBezTo>
                <a:cubicBezTo>
                  <a:pt x="486189" y="58853"/>
                  <a:pt x="484386" y="63670"/>
                  <a:pt x="483901" y="70236"/>
                </a:cubicBezTo>
                <a:lnTo>
                  <a:pt x="518454" y="70236"/>
                </a:lnTo>
                <a:cubicBezTo>
                  <a:pt x="518400" y="66576"/>
                  <a:pt x="517727" y="63320"/>
                  <a:pt x="516436" y="60467"/>
                </a:cubicBezTo>
                <a:cubicBezTo>
                  <a:pt x="515198" y="57615"/>
                  <a:pt x="513314" y="55355"/>
                  <a:pt x="510785" y="53686"/>
                </a:cubicBezTo>
                <a:cubicBezTo>
                  <a:pt x="508309" y="52018"/>
                  <a:pt x="505133" y="51183"/>
                  <a:pt x="501258" y="51183"/>
                </a:cubicBezTo>
                <a:close/>
                <a:moveTo>
                  <a:pt x="591596" y="125617"/>
                </a:moveTo>
                <a:close/>
                <a:moveTo>
                  <a:pt x="676122" y="92841"/>
                </a:moveTo>
                <a:cubicBezTo>
                  <a:pt x="676122" y="99837"/>
                  <a:pt x="674426" y="105919"/>
                  <a:pt x="671035" y="111086"/>
                </a:cubicBezTo>
                <a:cubicBezTo>
                  <a:pt x="667645" y="116253"/>
                  <a:pt x="662693" y="120235"/>
                  <a:pt x="656181" y="123034"/>
                </a:cubicBezTo>
                <a:cubicBezTo>
                  <a:pt x="649722" y="125833"/>
                  <a:pt x="641865" y="127232"/>
                  <a:pt x="632608" y="127232"/>
                </a:cubicBezTo>
                <a:cubicBezTo>
                  <a:pt x="628517" y="127232"/>
                  <a:pt x="624508" y="126963"/>
                  <a:pt x="620579" y="126425"/>
                </a:cubicBezTo>
                <a:cubicBezTo>
                  <a:pt x="616704" y="125886"/>
                  <a:pt x="612963" y="125106"/>
                  <a:pt x="609357" y="124083"/>
                </a:cubicBezTo>
                <a:cubicBezTo>
                  <a:pt x="605805" y="123007"/>
                  <a:pt x="602414" y="121688"/>
                  <a:pt x="599185" y="120128"/>
                </a:cubicBezTo>
                <a:lnTo>
                  <a:pt x="599185" y="96877"/>
                </a:lnTo>
                <a:cubicBezTo>
                  <a:pt x="604782" y="99353"/>
                  <a:pt x="610595" y="101586"/>
                  <a:pt x="616623" y="103578"/>
                </a:cubicBezTo>
                <a:cubicBezTo>
                  <a:pt x="622651" y="105569"/>
                  <a:pt x="628625" y="106565"/>
                  <a:pt x="634545" y="106565"/>
                </a:cubicBezTo>
                <a:cubicBezTo>
                  <a:pt x="638635" y="106565"/>
                  <a:pt x="641919" y="106027"/>
                  <a:pt x="644394" y="104950"/>
                </a:cubicBezTo>
                <a:cubicBezTo>
                  <a:pt x="646924" y="103874"/>
                  <a:pt x="648754" y="102394"/>
                  <a:pt x="649884" y="100510"/>
                </a:cubicBezTo>
                <a:cubicBezTo>
                  <a:pt x="651014" y="98626"/>
                  <a:pt x="651579" y="96473"/>
                  <a:pt x="651579" y="94052"/>
                </a:cubicBezTo>
                <a:cubicBezTo>
                  <a:pt x="651579" y="91091"/>
                  <a:pt x="650584" y="88562"/>
                  <a:pt x="648592" y="86463"/>
                </a:cubicBezTo>
                <a:cubicBezTo>
                  <a:pt x="646601" y="84364"/>
                  <a:pt x="643856" y="82399"/>
                  <a:pt x="640358" y="80569"/>
                </a:cubicBezTo>
                <a:cubicBezTo>
                  <a:pt x="636913" y="78740"/>
                  <a:pt x="633011" y="76775"/>
                  <a:pt x="628652" y="74676"/>
                </a:cubicBezTo>
                <a:cubicBezTo>
                  <a:pt x="625907" y="73384"/>
                  <a:pt x="622920" y="71824"/>
                  <a:pt x="619691" y="69994"/>
                </a:cubicBezTo>
                <a:cubicBezTo>
                  <a:pt x="616461" y="68110"/>
                  <a:pt x="613394" y="65823"/>
                  <a:pt x="610487" y="63132"/>
                </a:cubicBezTo>
                <a:cubicBezTo>
                  <a:pt x="607581" y="60441"/>
                  <a:pt x="605186" y="57184"/>
                  <a:pt x="603302" y="53363"/>
                </a:cubicBezTo>
                <a:cubicBezTo>
                  <a:pt x="601472" y="49488"/>
                  <a:pt x="600557" y="44859"/>
                  <a:pt x="600557" y="39477"/>
                </a:cubicBezTo>
                <a:cubicBezTo>
                  <a:pt x="600557" y="32427"/>
                  <a:pt x="602172" y="26399"/>
                  <a:pt x="605401" y="21394"/>
                </a:cubicBezTo>
                <a:cubicBezTo>
                  <a:pt x="608630" y="16388"/>
                  <a:pt x="613232" y="12567"/>
                  <a:pt x="619206" y="9930"/>
                </a:cubicBezTo>
                <a:cubicBezTo>
                  <a:pt x="625234" y="7239"/>
                  <a:pt x="632338" y="5893"/>
                  <a:pt x="640519" y="5893"/>
                </a:cubicBezTo>
                <a:cubicBezTo>
                  <a:pt x="646655" y="5893"/>
                  <a:pt x="652494" y="6620"/>
                  <a:pt x="658038" y="8073"/>
                </a:cubicBezTo>
                <a:cubicBezTo>
                  <a:pt x="663635" y="9472"/>
                  <a:pt x="669475" y="11518"/>
                  <a:pt x="675556" y="14209"/>
                </a:cubicBezTo>
                <a:lnTo>
                  <a:pt x="667483" y="33665"/>
                </a:lnTo>
                <a:cubicBezTo>
                  <a:pt x="662047" y="31458"/>
                  <a:pt x="657177" y="29763"/>
                  <a:pt x="652871" y="28579"/>
                </a:cubicBezTo>
                <a:cubicBezTo>
                  <a:pt x="648565" y="27341"/>
                  <a:pt x="644179" y="26722"/>
                  <a:pt x="639712" y="26722"/>
                </a:cubicBezTo>
                <a:cubicBezTo>
                  <a:pt x="636590" y="26722"/>
                  <a:pt x="633926" y="27233"/>
                  <a:pt x="631719" y="28256"/>
                </a:cubicBezTo>
                <a:cubicBezTo>
                  <a:pt x="629513" y="29225"/>
                  <a:pt x="627844" y="30624"/>
                  <a:pt x="626714" y="32454"/>
                </a:cubicBezTo>
                <a:cubicBezTo>
                  <a:pt x="625584" y="34230"/>
                  <a:pt x="625019" y="36302"/>
                  <a:pt x="625019" y="38670"/>
                </a:cubicBezTo>
                <a:cubicBezTo>
                  <a:pt x="625019" y="41469"/>
                  <a:pt x="625826" y="43837"/>
                  <a:pt x="627441" y="45774"/>
                </a:cubicBezTo>
                <a:cubicBezTo>
                  <a:pt x="629109" y="47658"/>
                  <a:pt x="631585" y="49488"/>
                  <a:pt x="634868" y="51264"/>
                </a:cubicBezTo>
                <a:cubicBezTo>
                  <a:pt x="638205" y="53040"/>
                  <a:pt x="642349" y="55112"/>
                  <a:pt x="647301" y="57480"/>
                </a:cubicBezTo>
                <a:cubicBezTo>
                  <a:pt x="653328" y="60333"/>
                  <a:pt x="658468" y="63320"/>
                  <a:pt x="662720" y="66442"/>
                </a:cubicBezTo>
                <a:cubicBezTo>
                  <a:pt x="667026" y="69509"/>
                  <a:pt x="670336" y="73142"/>
                  <a:pt x="672650" y="77340"/>
                </a:cubicBezTo>
                <a:cubicBezTo>
                  <a:pt x="674964" y="81484"/>
                  <a:pt x="676122" y="86651"/>
                  <a:pt x="676122" y="92841"/>
                </a:cubicBezTo>
                <a:close/>
                <a:moveTo>
                  <a:pt x="682661" y="125617"/>
                </a:moveTo>
                <a:close/>
                <a:moveTo>
                  <a:pt x="745792" y="33665"/>
                </a:moveTo>
                <a:cubicBezTo>
                  <a:pt x="755964" y="33665"/>
                  <a:pt x="764172" y="37621"/>
                  <a:pt x="770415" y="45532"/>
                </a:cubicBezTo>
                <a:cubicBezTo>
                  <a:pt x="776712" y="53444"/>
                  <a:pt x="779861" y="65042"/>
                  <a:pt x="779861" y="80327"/>
                </a:cubicBezTo>
                <a:cubicBezTo>
                  <a:pt x="779861" y="90553"/>
                  <a:pt x="778381" y="99164"/>
                  <a:pt x="775421" y="106161"/>
                </a:cubicBezTo>
                <a:cubicBezTo>
                  <a:pt x="772460" y="113104"/>
                  <a:pt x="768370" y="118352"/>
                  <a:pt x="763149" y="121904"/>
                </a:cubicBezTo>
                <a:cubicBezTo>
                  <a:pt x="757929" y="125456"/>
                  <a:pt x="751928" y="127232"/>
                  <a:pt x="745146" y="127232"/>
                </a:cubicBezTo>
                <a:cubicBezTo>
                  <a:pt x="740787" y="127232"/>
                  <a:pt x="737046" y="126694"/>
                  <a:pt x="733925" y="125617"/>
                </a:cubicBezTo>
                <a:cubicBezTo>
                  <a:pt x="730803" y="124487"/>
                  <a:pt x="728139" y="123061"/>
                  <a:pt x="725932" y="121339"/>
                </a:cubicBezTo>
                <a:cubicBezTo>
                  <a:pt x="723726" y="119563"/>
                  <a:pt x="721815" y="117679"/>
                  <a:pt x="720201" y="115687"/>
                </a:cubicBezTo>
                <a:lnTo>
                  <a:pt x="718909" y="115687"/>
                </a:lnTo>
                <a:cubicBezTo>
                  <a:pt x="719339" y="117840"/>
                  <a:pt x="719662" y="120047"/>
                  <a:pt x="719878" y="122307"/>
                </a:cubicBezTo>
                <a:cubicBezTo>
                  <a:pt x="720093" y="124568"/>
                  <a:pt x="720201" y="126774"/>
                  <a:pt x="720201" y="128927"/>
                </a:cubicBezTo>
                <a:lnTo>
                  <a:pt x="720201" y="165337"/>
                </a:lnTo>
                <a:lnTo>
                  <a:pt x="695578" y="165337"/>
                </a:lnTo>
                <a:lnTo>
                  <a:pt x="695578" y="35360"/>
                </a:lnTo>
                <a:lnTo>
                  <a:pt x="715599" y="35360"/>
                </a:lnTo>
                <a:lnTo>
                  <a:pt x="719070" y="47066"/>
                </a:lnTo>
                <a:lnTo>
                  <a:pt x="720201" y="47066"/>
                </a:lnTo>
                <a:cubicBezTo>
                  <a:pt x="721815" y="44644"/>
                  <a:pt x="723780" y="42411"/>
                  <a:pt x="726094" y="40365"/>
                </a:cubicBezTo>
                <a:cubicBezTo>
                  <a:pt x="728408" y="38320"/>
                  <a:pt x="731180" y="36706"/>
                  <a:pt x="734409" y="35522"/>
                </a:cubicBezTo>
                <a:cubicBezTo>
                  <a:pt x="737692" y="34284"/>
                  <a:pt x="741487" y="33665"/>
                  <a:pt x="745792" y="33665"/>
                </a:cubicBezTo>
                <a:close/>
                <a:moveTo>
                  <a:pt x="737881" y="53363"/>
                </a:moveTo>
                <a:cubicBezTo>
                  <a:pt x="733575" y="53363"/>
                  <a:pt x="730157" y="54251"/>
                  <a:pt x="727628" y="56027"/>
                </a:cubicBezTo>
                <a:cubicBezTo>
                  <a:pt x="725098" y="57803"/>
                  <a:pt x="723241" y="60467"/>
                  <a:pt x="722057" y="64020"/>
                </a:cubicBezTo>
                <a:cubicBezTo>
                  <a:pt x="720927" y="67572"/>
                  <a:pt x="720308" y="72066"/>
                  <a:pt x="720201" y="77502"/>
                </a:cubicBezTo>
                <a:lnTo>
                  <a:pt x="720201" y="80166"/>
                </a:lnTo>
                <a:cubicBezTo>
                  <a:pt x="720201" y="85978"/>
                  <a:pt x="720739" y="90903"/>
                  <a:pt x="721815" y="94940"/>
                </a:cubicBezTo>
                <a:cubicBezTo>
                  <a:pt x="722945" y="98976"/>
                  <a:pt x="724802" y="102044"/>
                  <a:pt x="727386" y="104143"/>
                </a:cubicBezTo>
                <a:cubicBezTo>
                  <a:pt x="730023" y="106242"/>
                  <a:pt x="733629" y="107291"/>
                  <a:pt x="738204" y="107291"/>
                </a:cubicBezTo>
                <a:cubicBezTo>
                  <a:pt x="741971" y="107291"/>
                  <a:pt x="745066" y="106242"/>
                  <a:pt x="747488" y="104143"/>
                </a:cubicBezTo>
                <a:cubicBezTo>
                  <a:pt x="749910" y="102044"/>
                  <a:pt x="751713" y="98976"/>
                  <a:pt x="752897" y="94940"/>
                </a:cubicBezTo>
                <a:cubicBezTo>
                  <a:pt x="754134" y="90849"/>
                  <a:pt x="754753" y="85871"/>
                  <a:pt x="754753" y="80004"/>
                </a:cubicBezTo>
                <a:cubicBezTo>
                  <a:pt x="754753" y="71178"/>
                  <a:pt x="753381" y="64531"/>
                  <a:pt x="750636" y="60064"/>
                </a:cubicBezTo>
                <a:cubicBezTo>
                  <a:pt x="747891" y="55597"/>
                  <a:pt x="743639" y="53363"/>
                  <a:pt x="737881" y="53363"/>
                </a:cubicBezTo>
                <a:close/>
                <a:moveTo>
                  <a:pt x="787288" y="125617"/>
                </a:moveTo>
                <a:close/>
                <a:moveTo>
                  <a:pt x="837180" y="33503"/>
                </a:moveTo>
                <a:cubicBezTo>
                  <a:pt x="849289" y="33503"/>
                  <a:pt x="858573" y="36141"/>
                  <a:pt x="865032" y="41415"/>
                </a:cubicBezTo>
                <a:cubicBezTo>
                  <a:pt x="871490" y="46689"/>
                  <a:pt x="874720" y="54709"/>
                  <a:pt x="874720" y="65473"/>
                </a:cubicBezTo>
                <a:lnTo>
                  <a:pt x="874720" y="125617"/>
                </a:lnTo>
                <a:lnTo>
                  <a:pt x="857524" y="125617"/>
                </a:lnTo>
                <a:lnTo>
                  <a:pt x="852761" y="113346"/>
                </a:lnTo>
                <a:lnTo>
                  <a:pt x="852115" y="113346"/>
                </a:lnTo>
                <a:cubicBezTo>
                  <a:pt x="849532" y="116575"/>
                  <a:pt x="846894" y="119213"/>
                  <a:pt x="844203" y="121258"/>
                </a:cubicBezTo>
                <a:cubicBezTo>
                  <a:pt x="841512" y="123303"/>
                  <a:pt x="838418" y="124810"/>
                  <a:pt x="834919" y="125779"/>
                </a:cubicBezTo>
                <a:cubicBezTo>
                  <a:pt x="831421" y="126748"/>
                  <a:pt x="827169" y="127232"/>
                  <a:pt x="822164" y="127232"/>
                </a:cubicBezTo>
                <a:cubicBezTo>
                  <a:pt x="816836" y="127232"/>
                  <a:pt x="812046" y="126209"/>
                  <a:pt x="807794" y="124164"/>
                </a:cubicBezTo>
                <a:cubicBezTo>
                  <a:pt x="803596" y="122119"/>
                  <a:pt x="800286" y="118997"/>
                  <a:pt x="797864" y="114799"/>
                </a:cubicBezTo>
                <a:cubicBezTo>
                  <a:pt x="795442" y="110548"/>
                  <a:pt x="794231" y="105165"/>
                  <a:pt x="794231" y="98653"/>
                </a:cubicBezTo>
                <a:cubicBezTo>
                  <a:pt x="794231" y="89073"/>
                  <a:pt x="797595" y="82023"/>
                  <a:pt x="804322" y="77502"/>
                </a:cubicBezTo>
                <a:cubicBezTo>
                  <a:pt x="811050" y="72927"/>
                  <a:pt x="821141" y="70397"/>
                  <a:pt x="834596" y="69913"/>
                </a:cubicBezTo>
                <a:lnTo>
                  <a:pt x="850258" y="69429"/>
                </a:lnTo>
                <a:lnTo>
                  <a:pt x="850258" y="65473"/>
                </a:lnTo>
                <a:cubicBezTo>
                  <a:pt x="850258" y="60737"/>
                  <a:pt x="849020" y="57265"/>
                  <a:pt x="846544" y="55058"/>
                </a:cubicBezTo>
                <a:cubicBezTo>
                  <a:pt x="844069" y="52852"/>
                  <a:pt x="840624" y="51749"/>
                  <a:pt x="836211" y="51749"/>
                </a:cubicBezTo>
                <a:cubicBezTo>
                  <a:pt x="831851" y="51749"/>
                  <a:pt x="827573" y="52367"/>
                  <a:pt x="823375" y="53605"/>
                </a:cubicBezTo>
                <a:cubicBezTo>
                  <a:pt x="819177" y="54843"/>
                  <a:pt x="814979" y="56404"/>
                  <a:pt x="810781" y="58288"/>
                </a:cubicBezTo>
                <a:lnTo>
                  <a:pt x="802627" y="41657"/>
                </a:lnTo>
                <a:cubicBezTo>
                  <a:pt x="807417" y="39128"/>
                  <a:pt x="812772" y="37136"/>
                  <a:pt x="818692" y="35683"/>
                </a:cubicBezTo>
                <a:cubicBezTo>
                  <a:pt x="824666" y="34230"/>
                  <a:pt x="830829" y="33503"/>
                  <a:pt x="837180" y="33503"/>
                </a:cubicBezTo>
                <a:close/>
                <a:moveTo>
                  <a:pt x="850258" y="83799"/>
                </a:moveTo>
                <a:lnTo>
                  <a:pt x="840732" y="84122"/>
                </a:lnTo>
                <a:cubicBezTo>
                  <a:pt x="832766" y="84337"/>
                  <a:pt x="827223" y="85763"/>
                  <a:pt x="824101" y="88400"/>
                </a:cubicBezTo>
                <a:cubicBezTo>
                  <a:pt x="821033" y="91038"/>
                  <a:pt x="819500" y="94509"/>
                  <a:pt x="819500" y="98815"/>
                </a:cubicBezTo>
                <a:cubicBezTo>
                  <a:pt x="819500" y="102582"/>
                  <a:pt x="820603" y="105273"/>
                  <a:pt x="822810" y="106888"/>
                </a:cubicBezTo>
                <a:cubicBezTo>
                  <a:pt x="825016" y="108449"/>
                  <a:pt x="827896" y="109229"/>
                  <a:pt x="831448" y="109229"/>
                </a:cubicBezTo>
                <a:cubicBezTo>
                  <a:pt x="836722" y="109229"/>
                  <a:pt x="841162" y="107668"/>
                  <a:pt x="844768" y="104547"/>
                </a:cubicBezTo>
                <a:cubicBezTo>
                  <a:pt x="848428" y="101425"/>
                  <a:pt x="850258" y="96985"/>
                  <a:pt x="850258" y="91226"/>
                </a:cubicBezTo>
                <a:lnTo>
                  <a:pt x="850258" y="83799"/>
                </a:lnTo>
                <a:close/>
                <a:moveTo>
                  <a:pt x="887233" y="125617"/>
                </a:moveTo>
                <a:close/>
                <a:moveTo>
                  <a:pt x="950526" y="33665"/>
                </a:moveTo>
                <a:cubicBezTo>
                  <a:pt x="951764" y="33665"/>
                  <a:pt x="953190" y="33746"/>
                  <a:pt x="954805" y="33907"/>
                </a:cubicBezTo>
                <a:cubicBezTo>
                  <a:pt x="956473" y="34015"/>
                  <a:pt x="957819" y="34176"/>
                  <a:pt x="958841" y="34391"/>
                </a:cubicBezTo>
                <a:lnTo>
                  <a:pt x="956984" y="57480"/>
                </a:lnTo>
                <a:cubicBezTo>
                  <a:pt x="956177" y="57211"/>
                  <a:pt x="955020" y="57023"/>
                  <a:pt x="953513" y="56915"/>
                </a:cubicBezTo>
                <a:cubicBezTo>
                  <a:pt x="952060" y="56754"/>
                  <a:pt x="950795" y="56673"/>
                  <a:pt x="949719" y="56673"/>
                </a:cubicBezTo>
                <a:cubicBezTo>
                  <a:pt x="946543" y="56673"/>
                  <a:pt x="943448" y="57077"/>
                  <a:pt x="940435" y="57884"/>
                </a:cubicBezTo>
                <a:cubicBezTo>
                  <a:pt x="937474" y="58691"/>
                  <a:pt x="934810" y="60010"/>
                  <a:pt x="932442" y="61840"/>
                </a:cubicBezTo>
                <a:cubicBezTo>
                  <a:pt x="930074" y="63616"/>
                  <a:pt x="928190" y="65984"/>
                  <a:pt x="926791" y="68944"/>
                </a:cubicBezTo>
                <a:cubicBezTo>
                  <a:pt x="925445" y="71851"/>
                  <a:pt x="924773" y="75430"/>
                  <a:pt x="924773" y="79681"/>
                </a:cubicBezTo>
                <a:lnTo>
                  <a:pt x="924773" y="125617"/>
                </a:lnTo>
                <a:lnTo>
                  <a:pt x="900150" y="125617"/>
                </a:lnTo>
                <a:lnTo>
                  <a:pt x="900150" y="35360"/>
                </a:lnTo>
                <a:lnTo>
                  <a:pt x="918799" y="35360"/>
                </a:lnTo>
                <a:lnTo>
                  <a:pt x="922432" y="50538"/>
                </a:lnTo>
                <a:lnTo>
                  <a:pt x="923643" y="50538"/>
                </a:lnTo>
                <a:cubicBezTo>
                  <a:pt x="925419" y="47470"/>
                  <a:pt x="927625" y="44671"/>
                  <a:pt x="930262" y="42142"/>
                </a:cubicBezTo>
                <a:cubicBezTo>
                  <a:pt x="932953" y="39558"/>
                  <a:pt x="935994" y="37513"/>
                  <a:pt x="939385" y="36006"/>
                </a:cubicBezTo>
                <a:cubicBezTo>
                  <a:pt x="942830" y="34445"/>
                  <a:pt x="946543" y="33665"/>
                  <a:pt x="950526" y="33665"/>
                </a:cubicBezTo>
                <a:close/>
                <a:moveTo>
                  <a:pt x="962313" y="125617"/>
                </a:moveTo>
                <a:close/>
                <a:moveTo>
                  <a:pt x="1038200" y="98815"/>
                </a:moveTo>
                <a:cubicBezTo>
                  <a:pt x="1038200" y="104950"/>
                  <a:pt x="1036747" y="110144"/>
                  <a:pt x="1033840" y="114396"/>
                </a:cubicBezTo>
                <a:cubicBezTo>
                  <a:pt x="1030988" y="118594"/>
                  <a:pt x="1026709" y="121796"/>
                  <a:pt x="1021004" y="124003"/>
                </a:cubicBezTo>
                <a:cubicBezTo>
                  <a:pt x="1015299" y="126156"/>
                  <a:pt x="1008195" y="127232"/>
                  <a:pt x="999691" y="127232"/>
                </a:cubicBezTo>
                <a:cubicBezTo>
                  <a:pt x="993394" y="127232"/>
                  <a:pt x="987985" y="126828"/>
                  <a:pt x="983464" y="126021"/>
                </a:cubicBezTo>
                <a:cubicBezTo>
                  <a:pt x="978997" y="125214"/>
                  <a:pt x="974476" y="123868"/>
                  <a:pt x="969901" y="121984"/>
                </a:cubicBezTo>
                <a:lnTo>
                  <a:pt x="969901" y="101640"/>
                </a:lnTo>
                <a:cubicBezTo>
                  <a:pt x="974799" y="103847"/>
                  <a:pt x="980047" y="105677"/>
                  <a:pt x="985644" y="107130"/>
                </a:cubicBezTo>
                <a:cubicBezTo>
                  <a:pt x="991295" y="108529"/>
                  <a:pt x="996246" y="109229"/>
                  <a:pt x="1000498" y="109229"/>
                </a:cubicBezTo>
                <a:cubicBezTo>
                  <a:pt x="1005288" y="109229"/>
                  <a:pt x="1008706" y="108529"/>
                  <a:pt x="1010751" y="107130"/>
                </a:cubicBezTo>
                <a:cubicBezTo>
                  <a:pt x="1012850" y="105677"/>
                  <a:pt x="1013900" y="103793"/>
                  <a:pt x="1013900" y="101479"/>
                </a:cubicBezTo>
                <a:cubicBezTo>
                  <a:pt x="1013900" y="99972"/>
                  <a:pt x="1013469" y="98626"/>
                  <a:pt x="1012608" y="97442"/>
                </a:cubicBezTo>
                <a:cubicBezTo>
                  <a:pt x="1011801" y="96204"/>
                  <a:pt x="1010025" y="94832"/>
                  <a:pt x="1007280" y="93325"/>
                </a:cubicBezTo>
                <a:cubicBezTo>
                  <a:pt x="1004535" y="91764"/>
                  <a:pt x="1000229" y="89746"/>
                  <a:pt x="994363" y="87270"/>
                </a:cubicBezTo>
                <a:cubicBezTo>
                  <a:pt x="988712" y="84902"/>
                  <a:pt x="984056" y="82507"/>
                  <a:pt x="980396" y="80085"/>
                </a:cubicBezTo>
                <a:cubicBezTo>
                  <a:pt x="976790" y="77663"/>
                  <a:pt x="974099" y="74811"/>
                  <a:pt x="972323" y="71528"/>
                </a:cubicBezTo>
                <a:cubicBezTo>
                  <a:pt x="970601" y="68191"/>
                  <a:pt x="969740" y="63966"/>
                  <a:pt x="969740" y="58853"/>
                </a:cubicBezTo>
                <a:cubicBezTo>
                  <a:pt x="969740" y="50511"/>
                  <a:pt x="972969" y="44241"/>
                  <a:pt x="979428" y="40043"/>
                </a:cubicBezTo>
                <a:cubicBezTo>
                  <a:pt x="985940" y="35791"/>
                  <a:pt x="994632" y="33665"/>
                  <a:pt x="1005504" y="33665"/>
                </a:cubicBezTo>
                <a:cubicBezTo>
                  <a:pt x="1011101" y="33665"/>
                  <a:pt x="1016429" y="34230"/>
                  <a:pt x="1021488" y="35360"/>
                </a:cubicBezTo>
                <a:cubicBezTo>
                  <a:pt x="1026601" y="36490"/>
                  <a:pt x="1031849" y="38293"/>
                  <a:pt x="1037231" y="40769"/>
                </a:cubicBezTo>
                <a:lnTo>
                  <a:pt x="1029804" y="58530"/>
                </a:lnTo>
                <a:cubicBezTo>
                  <a:pt x="1025337" y="56592"/>
                  <a:pt x="1021112" y="55005"/>
                  <a:pt x="1017129" y="53767"/>
                </a:cubicBezTo>
                <a:cubicBezTo>
                  <a:pt x="1013200" y="52529"/>
                  <a:pt x="1009190" y="51910"/>
                  <a:pt x="1005100" y="51910"/>
                </a:cubicBezTo>
                <a:cubicBezTo>
                  <a:pt x="1001494" y="51910"/>
                  <a:pt x="998776" y="52394"/>
                  <a:pt x="996946" y="53363"/>
                </a:cubicBezTo>
                <a:cubicBezTo>
                  <a:pt x="995116" y="54332"/>
                  <a:pt x="994201" y="55812"/>
                  <a:pt x="994201" y="57803"/>
                </a:cubicBezTo>
                <a:cubicBezTo>
                  <a:pt x="994201" y="59257"/>
                  <a:pt x="994659" y="60548"/>
                  <a:pt x="995574" y="61678"/>
                </a:cubicBezTo>
                <a:cubicBezTo>
                  <a:pt x="996543" y="62809"/>
                  <a:pt x="998372" y="64073"/>
                  <a:pt x="1001063" y="65473"/>
                </a:cubicBezTo>
                <a:cubicBezTo>
                  <a:pt x="1003808" y="66818"/>
                  <a:pt x="1007818" y="68567"/>
                  <a:pt x="1013092" y="70720"/>
                </a:cubicBezTo>
                <a:cubicBezTo>
                  <a:pt x="1018205" y="72819"/>
                  <a:pt x="1022646" y="75026"/>
                  <a:pt x="1026413" y="77340"/>
                </a:cubicBezTo>
                <a:cubicBezTo>
                  <a:pt x="1030180" y="79601"/>
                  <a:pt x="1033087" y="82426"/>
                  <a:pt x="1035132" y="85817"/>
                </a:cubicBezTo>
                <a:cubicBezTo>
                  <a:pt x="1037177" y="89154"/>
                  <a:pt x="1038200" y="93486"/>
                  <a:pt x="1038200" y="98815"/>
                </a:cubicBezTo>
                <a:close/>
                <a:moveTo>
                  <a:pt x="1044497" y="125617"/>
                </a:moveTo>
                <a:close/>
                <a:moveTo>
                  <a:pt x="1094631" y="33665"/>
                </a:moveTo>
                <a:cubicBezTo>
                  <a:pt x="1102973" y="33665"/>
                  <a:pt x="1110158" y="35279"/>
                  <a:pt x="1116186" y="38509"/>
                </a:cubicBezTo>
                <a:cubicBezTo>
                  <a:pt x="1122214" y="41684"/>
                  <a:pt x="1126869" y="46313"/>
                  <a:pt x="1130152" y="52394"/>
                </a:cubicBezTo>
                <a:cubicBezTo>
                  <a:pt x="1133435" y="58476"/>
                  <a:pt x="1135077" y="65903"/>
                  <a:pt x="1135077" y="74676"/>
                </a:cubicBezTo>
                <a:lnTo>
                  <a:pt x="1135077" y="86624"/>
                </a:lnTo>
                <a:lnTo>
                  <a:pt x="1076870" y="86624"/>
                </a:lnTo>
                <a:cubicBezTo>
                  <a:pt x="1077139" y="93567"/>
                  <a:pt x="1079211" y="99030"/>
                  <a:pt x="1083086" y="103013"/>
                </a:cubicBezTo>
                <a:cubicBezTo>
                  <a:pt x="1087015" y="106942"/>
                  <a:pt x="1092451" y="108906"/>
                  <a:pt x="1099394" y="108906"/>
                </a:cubicBezTo>
                <a:cubicBezTo>
                  <a:pt x="1105153" y="108906"/>
                  <a:pt x="1110427" y="108314"/>
                  <a:pt x="1115217" y="107130"/>
                </a:cubicBezTo>
                <a:cubicBezTo>
                  <a:pt x="1120007" y="105946"/>
                  <a:pt x="1124932" y="104170"/>
                  <a:pt x="1129991" y="101802"/>
                </a:cubicBezTo>
                <a:lnTo>
                  <a:pt x="1129991" y="120854"/>
                </a:lnTo>
                <a:cubicBezTo>
                  <a:pt x="1125524" y="123061"/>
                  <a:pt x="1120841" y="124675"/>
                  <a:pt x="1115944" y="125698"/>
                </a:cubicBezTo>
                <a:cubicBezTo>
                  <a:pt x="1111100" y="126721"/>
                  <a:pt x="1105206" y="127232"/>
                  <a:pt x="1098264" y="127232"/>
                </a:cubicBezTo>
                <a:cubicBezTo>
                  <a:pt x="1089222" y="127232"/>
                  <a:pt x="1081202" y="125564"/>
                  <a:pt x="1074206" y="122227"/>
                </a:cubicBezTo>
                <a:cubicBezTo>
                  <a:pt x="1067263" y="118890"/>
                  <a:pt x="1061800" y="113804"/>
                  <a:pt x="1057817" y="106968"/>
                </a:cubicBezTo>
                <a:cubicBezTo>
                  <a:pt x="1053888" y="100133"/>
                  <a:pt x="1051924" y="91522"/>
                  <a:pt x="1051924" y="81135"/>
                </a:cubicBezTo>
                <a:cubicBezTo>
                  <a:pt x="1051924" y="70586"/>
                  <a:pt x="1053700" y="61813"/>
                  <a:pt x="1057252" y="54816"/>
                </a:cubicBezTo>
                <a:cubicBezTo>
                  <a:pt x="1060858" y="47766"/>
                  <a:pt x="1065864" y="42491"/>
                  <a:pt x="1072268" y="38993"/>
                </a:cubicBezTo>
                <a:cubicBezTo>
                  <a:pt x="1078673" y="35441"/>
                  <a:pt x="1086127" y="33665"/>
                  <a:pt x="1094631" y="33665"/>
                </a:cubicBezTo>
                <a:close/>
                <a:moveTo>
                  <a:pt x="1094792" y="51183"/>
                </a:moveTo>
                <a:cubicBezTo>
                  <a:pt x="1090002" y="51183"/>
                  <a:pt x="1086019" y="52717"/>
                  <a:pt x="1082844" y="55785"/>
                </a:cubicBezTo>
                <a:cubicBezTo>
                  <a:pt x="1079722" y="58853"/>
                  <a:pt x="1077919" y="63670"/>
                  <a:pt x="1077435" y="70236"/>
                </a:cubicBezTo>
                <a:lnTo>
                  <a:pt x="1111988" y="70236"/>
                </a:lnTo>
                <a:cubicBezTo>
                  <a:pt x="1111934" y="66576"/>
                  <a:pt x="1111261" y="63320"/>
                  <a:pt x="1109970" y="60467"/>
                </a:cubicBezTo>
                <a:cubicBezTo>
                  <a:pt x="1108732" y="57615"/>
                  <a:pt x="1106848" y="55355"/>
                  <a:pt x="1104318" y="53686"/>
                </a:cubicBezTo>
                <a:cubicBezTo>
                  <a:pt x="1101843" y="52018"/>
                  <a:pt x="1098667" y="51183"/>
                  <a:pt x="1094792" y="51183"/>
                </a:cubicBezTo>
                <a:close/>
                <a:moveTo>
                  <a:pt x="1185130" y="125617"/>
                </a:moveTo>
                <a:close/>
                <a:moveTo>
                  <a:pt x="1272239" y="125617"/>
                </a:moveTo>
                <a:lnTo>
                  <a:pt x="1263681" y="97523"/>
                </a:lnTo>
                <a:lnTo>
                  <a:pt x="1220652" y="97523"/>
                </a:lnTo>
                <a:lnTo>
                  <a:pt x="1212094" y="125617"/>
                </a:lnTo>
                <a:lnTo>
                  <a:pt x="1185130" y="125617"/>
                </a:lnTo>
                <a:lnTo>
                  <a:pt x="1226787" y="7104"/>
                </a:lnTo>
                <a:lnTo>
                  <a:pt x="1257384" y="7104"/>
                </a:lnTo>
                <a:lnTo>
                  <a:pt x="1299203" y="125617"/>
                </a:lnTo>
                <a:lnTo>
                  <a:pt x="1272239" y="125617"/>
                </a:lnTo>
                <a:close/>
                <a:moveTo>
                  <a:pt x="1257707" y="76533"/>
                </a:moveTo>
                <a:lnTo>
                  <a:pt x="1249150" y="49084"/>
                </a:lnTo>
                <a:cubicBezTo>
                  <a:pt x="1248611" y="47255"/>
                  <a:pt x="1247885" y="44913"/>
                  <a:pt x="1246970" y="42061"/>
                </a:cubicBezTo>
                <a:cubicBezTo>
                  <a:pt x="1246109" y="39155"/>
                  <a:pt x="1245221" y="36221"/>
                  <a:pt x="1244306" y="33261"/>
                </a:cubicBezTo>
                <a:cubicBezTo>
                  <a:pt x="1243445" y="30247"/>
                  <a:pt x="1242745" y="27637"/>
                  <a:pt x="1242207" y="25430"/>
                </a:cubicBezTo>
                <a:cubicBezTo>
                  <a:pt x="1241669" y="27637"/>
                  <a:pt x="1240915" y="30382"/>
                  <a:pt x="1239946" y="33665"/>
                </a:cubicBezTo>
                <a:cubicBezTo>
                  <a:pt x="1239031" y="36894"/>
                  <a:pt x="1238143" y="39962"/>
                  <a:pt x="1237282" y="42868"/>
                </a:cubicBezTo>
                <a:cubicBezTo>
                  <a:pt x="1236421" y="45774"/>
                  <a:pt x="1235802" y="47847"/>
                  <a:pt x="1235425" y="49084"/>
                </a:cubicBezTo>
                <a:lnTo>
                  <a:pt x="1226949" y="76533"/>
                </a:lnTo>
                <a:lnTo>
                  <a:pt x="1257707" y="76533"/>
                </a:lnTo>
                <a:close/>
                <a:moveTo>
                  <a:pt x="1299284" y="125617"/>
                </a:moveTo>
                <a:close/>
                <a:moveTo>
                  <a:pt x="1350225" y="107614"/>
                </a:moveTo>
                <a:cubicBezTo>
                  <a:pt x="1352916" y="107614"/>
                  <a:pt x="1355526" y="107345"/>
                  <a:pt x="1358056" y="106807"/>
                </a:cubicBezTo>
                <a:cubicBezTo>
                  <a:pt x="1360639" y="106269"/>
                  <a:pt x="1363196" y="105596"/>
                  <a:pt x="1365725" y="104789"/>
                </a:cubicBezTo>
                <a:lnTo>
                  <a:pt x="1365725" y="123115"/>
                </a:lnTo>
                <a:cubicBezTo>
                  <a:pt x="1363088" y="124299"/>
                  <a:pt x="1359805" y="125267"/>
                  <a:pt x="1355876" y="126021"/>
                </a:cubicBezTo>
                <a:cubicBezTo>
                  <a:pt x="1352001" y="126828"/>
                  <a:pt x="1347749" y="127232"/>
                  <a:pt x="1343120" y="127232"/>
                </a:cubicBezTo>
                <a:cubicBezTo>
                  <a:pt x="1337738" y="127232"/>
                  <a:pt x="1332894" y="126371"/>
                  <a:pt x="1328589" y="124649"/>
                </a:cubicBezTo>
                <a:cubicBezTo>
                  <a:pt x="1324337" y="122872"/>
                  <a:pt x="1320973" y="119832"/>
                  <a:pt x="1318497" y="115526"/>
                </a:cubicBezTo>
                <a:cubicBezTo>
                  <a:pt x="1316076" y="111166"/>
                  <a:pt x="1314865" y="105112"/>
                  <a:pt x="1314865" y="97362"/>
                </a:cubicBezTo>
                <a:lnTo>
                  <a:pt x="1314865" y="53848"/>
                </a:lnTo>
                <a:lnTo>
                  <a:pt x="1303078" y="53848"/>
                </a:lnTo>
                <a:lnTo>
                  <a:pt x="1303078" y="43433"/>
                </a:lnTo>
                <a:lnTo>
                  <a:pt x="1316641" y="35199"/>
                </a:lnTo>
                <a:lnTo>
                  <a:pt x="1323745" y="16146"/>
                </a:lnTo>
                <a:lnTo>
                  <a:pt x="1339488" y="16146"/>
                </a:lnTo>
                <a:lnTo>
                  <a:pt x="1339488" y="35360"/>
                </a:lnTo>
                <a:lnTo>
                  <a:pt x="1364756" y="35360"/>
                </a:lnTo>
                <a:lnTo>
                  <a:pt x="1364756" y="53848"/>
                </a:lnTo>
                <a:lnTo>
                  <a:pt x="1339488" y="53848"/>
                </a:lnTo>
                <a:lnTo>
                  <a:pt x="1339488" y="97362"/>
                </a:lnTo>
                <a:cubicBezTo>
                  <a:pt x="1339488" y="100806"/>
                  <a:pt x="1340456" y="103389"/>
                  <a:pt x="1342394" y="105112"/>
                </a:cubicBezTo>
                <a:cubicBezTo>
                  <a:pt x="1344385" y="106780"/>
                  <a:pt x="1346996" y="107614"/>
                  <a:pt x="1350225" y="107614"/>
                </a:cubicBezTo>
                <a:close/>
                <a:moveTo>
                  <a:pt x="1371134" y="125617"/>
                </a:moveTo>
                <a:close/>
                <a:moveTo>
                  <a:pt x="1422075" y="107614"/>
                </a:moveTo>
                <a:cubicBezTo>
                  <a:pt x="1424766" y="107614"/>
                  <a:pt x="1427377" y="107345"/>
                  <a:pt x="1429906" y="106807"/>
                </a:cubicBezTo>
                <a:cubicBezTo>
                  <a:pt x="1432490" y="106269"/>
                  <a:pt x="1435046" y="105596"/>
                  <a:pt x="1437576" y="104789"/>
                </a:cubicBezTo>
                <a:lnTo>
                  <a:pt x="1437576" y="123115"/>
                </a:lnTo>
                <a:cubicBezTo>
                  <a:pt x="1434938" y="124299"/>
                  <a:pt x="1431655" y="125267"/>
                  <a:pt x="1427726" y="126021"/>
                </a:cubicBezTo>
                <a:cubicBezTo>
                  <a:pt x="1423851" y="126828"/>
                  <a:pt x="1419599" y="127232"/>
                  <a:pt x="1414971" y="127232"/>
                </a:cubicBezTo>
                <a:cubicBezTo>
                  <a:pt x="1409589" y="127232"/>
                  <a:pt x="1404745" y="126371"/>
                  <a:pt x="1400439" y="124649"/>
                </a:cubicBezTo>
                <a:cubicBezTo>
                  <a:pt x="1396188" y="122872"/>
                  <a:pt x="1392824" y="119832"/>
                  <a:pt x="1390348" y="115526"/>
                </a:cubicBezTo>
                <a:cubicBezTo>
                  <a:pt x="1387926" y="111166"/>
                  <a:pt x="1386715" y="105112"/>
                  <a:pt x="1386715" y="97362"/>
                </a:cubicBezTo>
                <a:lnTo>
                  <a:pt x="1386715" y="53848"/>
                </a:lnTo>
                <a:lnTo>
                  <a:pt x="1374928" y="53848"/>
                </a:lnTo>
                <a:lnTo>
                  <a:pt x="1374928" y="43433"/>
                </a:lnTo>
                <a:lnTo>
                  <a:pt x="1388491" y="35199"/>
                </a:lnTo>
                <a:lnTo>
                  <a:pt x="1395595" y="16146"/>
                </a:lnTo>
                <a:lnTo>
                  <a:pt x="1411338" y="16146"/>
                </a:lnTo>
                <a:lnTo>
                  <a:pt x="1411338" y="35360"/>
                </a:lnTo>
                <a:lnTo>
                  <a:pt x="1436607" y="35360"/>
                </a:lnTo>
                <a:lnTo>
                  <a:pt x="1436607" y="53848"/>
                </a:lnTo>
                <a:lnTo>
                  <a:pt x="1411338" y="53848"/>
                </a:lnTo>
                <a:lnTo>
                  <a:pt x="1411338" y="97362"/>
                </a:lnTo>
                <a:cubicBezTo>
                  <a:pt x="1411338" y="100806"/>
                  <a:pt x="1412307" y="103389"/>
                  <a:pt x="1414244" y="105112"/>
                </a:cubicBezTo>
                <a:cubicBezTo>
                  <a:pt x="1416236" y="106780"/>
                  <a:pt x="1418846" y="107614"/>
                  <a:pt x="1422075" y="107614"/>
                </a:cubicBezTo>
                <a:close/>
                <a:moveTo>
                  <a:pt x="1442985" y="125617"/>
                </a:moveTo>
                <a:close/>
                <a:moveTo>
                  <a:pt x="1493118" y="33665"/>
                </a:moveTo>
                <a:cubicBezTo>
                  <a:pt x="1501461" y="33665"/>
                  <a:pt x="1508646" y="35279"/>
                  <a:pt x="1514674" y="38509"/>
                </a:cubicBezTo>
                <a:cubicBezTo>
                  <a:pt x="1520702" y="41684"/>
                  <a:pt x="1525357" y="46313"/>
                  <a:pt x="1528640" y="52394"/>
                </a:cubicBezTo>
                <a:cubicBezTo>
                  <a:pt x="1531923" y="58476"/>
                  <a:pt x="1533565" y="65903"/>
                  <a:pt x="1533565" y="74676"/>
                </a:cubicBezTo>
                <a:lnTo>
                  <a:pt x="1533565" y="86624"/>
                </a:lnTo>
                <a:lnTo>
                  <a:pt x="1475358" y="86624"/>
                </a:lnTo>
                <a:cubicBezTo>
                  <a:pt x="1475627" y="93567"/>
                  <a:pt x="1477699" y="99030"/>
                  <a:pt x="1481574" y="103013"/>
                </a:cubicBezTo>
                <a:cubicBezTo>
                  <a:pt x="1485503" y="106942"/>
                  <a:pt x="1490939" y="108906"/>
                  <a:pt x="1497882" y="108906"/>
                </a:cubicBezTo>
                <a:cubicBezTo>
                  <a:pt x="1503640" y="108906"/>
                  <a:pt x="1508915" y="108314"/>
                  <a:pt x="1513705" y="107130"/>
                </a:cubicBezTo>
                <a:cubicBezTo>
                  <a:pt x="1518495" y="105946"/>
                  <a:pt x="1523419" y="104170"/>
                  <a:pt x="1528479" y="101802"/>
                </a:cubicBezTo>
                <a:lnTo>
                  <a:pt x="1528479" y="120854"/>
                </a:lnTo>
                <a:cubicBezTo>
                  <a:pt x="1524011" y="123061"/>
                  <a:pt x="1519329" y="124675"/>
                  <a:pt x="1514431" y="125698"/>
                </a:cubicBezTo>
                <a:cubicBezTo>
                  <a:pt x="1509588" y="126721"/>
                  <a:pt x="1503694" y="127232"/>
                  <a:pt x="1496751" y="127232"/>
                </a:cubicBezTo>
                <a:cubicBezTo>
                  <a:pt x="1487709" y="127232"/>
                  <a:pt x="1479690" y="125564"/>
                  <a:pt x="1472694" y="122227"/>
                </a:cubicBezTo>
                <a:cubicBezTo>
                  <a:pt x="1465751" y="118890"/>
                  <a:pt x="1460288" y="113804"/>
                  <a:pt x="1456305" y="106968"/>
                </a:cubicBezTo>
                <a:cubicBezTo>
                  <a:pt x="1452376" y="100133"/>
                  <a:pt x="1450412" y="91522"/>
                  <a:pt x="1450412" y="81135"/>
                </a:cubicBezTo>
                <a:cubicBezTo>
                  <a:pt x="1450412" y="70586"/>
                  <a:pt x="1452188" y="61813"/>
                  <a:pt x="1455740" y="54816"/>
                </a:cubicBezTo>
                <a:cubicBezTo>
                  <a:pt x="1459346" y="47766"/>
                  <a:pt x="1464351" y="42491"/>
                  <a:pt x="1470756" y="38993"/>
                </a:cubicBezTo>
                <a:cubicBezTo>
                  <a:pt x="1477161" y="35441"/>
                  <a:pt x="1484615" y="33665"/>
                  <a:pt x="1493118" y="33665"/>
                </a:cubicBezTo>
                <a:close/>
                <a:moveTo>
                  <a:pt x="1493280" y="51183"/>
                </a:moveTo>
                <a:cubicBezTo>
                  <a:pt x="1488490" y="51183"/>
                  <a:pt x="1484507" y="52717"/>
                  <a:pt x="1481332" y="55785"/>
                </a:cubicBezTo>
                <a:cubicBezTo>
                  <a:pt x="1478210" y="58853"/>
                  <a:pt x="1476407" y="63670"/>
                  <a:pt x="1475923" y="70236"/>
                </a:cubicBezTo>
                <a:lnTo>
                  <a:pt x="1510476" y="70236"/>
                </a:lnTo>
                <a:cubicBezTo>
                  <a:pt x="1510422" y="66576"/>
                  <a:pt x="1509749" y="63320"/>
                  <a:pt x="1508457" y="60467"/>
                </a:cubicBezTo>
                <a:cubicBezTo>
                  <a:pt x="1507219" y="57615"/>
                  <a:pt x="1505336" y="55355"/>
                  <a:pt x="1502806" y="53686"/>
                </a:cubicBezTo>
                <a:cubicBezTo>
                  <a:pt x="1500330" y="52018"/>
                  <a:pt x="1497155" y="51183"/>
                  <a:pt x="1493280" y="51183"/>
                </a:cubicBezTo>
                <a:close/>
                <a:moveTo>
                  <a:pt x="1540669" y="125617"/>
                </a:moveTo>
                <a:close/>
                <a:moveTo>
                  <a:pt x="1604850" y="33665"/>
                </a:moveTo>
                <a:cubicBezTo>
                  <a:pt x="1614484" y="33665"/>
                  <a:pt x="1622234" y="36302"/>
                  <a:pt x="1628101" y="41576"/>
                </a:cubicBezTo>
                <a:cubicBezTo>
                  <a:pt x="1633967" y="46797"/>
                  <a:pt x="1636900" y="55193"/>
                  <a:pt x="1636900" y="66764"/>
                </a:cubicBezTo>
                <a:lnTo>
                  <a:pt x="1636900" y="125617"/>
                </a:lnTo>
                <a:lnTo>
                  <a:pt x="1612277" y="125617"/>
                </a:lnTo>
                <a:lnTo>
                  <a:pt x="1612277" y="72900"/>
                </a:lnTo>
                <a:cubicBezTo>
                  <a:pt x="1612277" y="66442"/>
                  <a:pt x="1611093" y="61571"/>
                  <a:pt x="1608725" y="58288"/>
                </a:cubicBezTo>
                <a:cubicBezTo>
                  <a:pt x="1606411" y="55005"/>
                  <a:pt x="1602751" y="53363"/>
                  <a:pt x="1597746" y="53363"/>
                </a:cubicBezTo>
                <a:cubicBezTo>
                  <a:pt x="1590211" y="53363"/>
                  <a:pt x="1585071" y="55920"/>
                  <a:pt x="1582326" y="61033"/>
                </a:cubicBezTo>
                <a:cubicBezTo>
                  <a:pt x="1579581" y="66146"/>
                  <a:pt x="1578209" y="73519"/>
                  <a:pt x="1578209" y="83153"/>
                </a:cubicBezTo>
                <a:lnTo>
                  <a:pt x="1578209" y="125617"/>
                </a:lnTo>
                <a:lnTo>
                  <a:pt x="1553586" y="125617"/>
                </a:lnTo>
                <a:lnTo>
                  <a:pt x="1553586" y="35360"/>
                </a:lnTo>
                <a:lnTo>
                  <a:pt x="1572396" y="35360"/>
                </a:lnTo>
                <a:lnTo>
                  <a:pt x="1575706" y="46905"/>
                </a:lnTo>
                <a:lnTo>
                  <a:pt x="1577079" y="46905"/>
                </a:lnTo>
                <a:cubicBezTo>
                  <a:pt x="1579016" y="43783"/>
                  <a:pt x="1581411" y="41254"/>
                  <a:pt x="1584264" y="39316"/>
                </a:cubicBezTo>
                <a:cubicBezTo>
                  <a:pt x="1587170" y="37378"/>
                  <a:pt x="1590372" y="35952"/>
                  <a:pt x="1593871" y="35037"/>
                </a:cubicBezTo>
                <a:cubicBezTo>
                  <a:pt x="1597423" y="34122"/>
                  <a:pt x="1601083" y="33665"/>
                  <a:pt x="1604850" y="33665"/>
                </a:cubicBezTo>
                <a:close/>
                <a:moveTo>
                  <a:pt x="1649333" y="125617"/>
                </a:moveTo>
                <a:close/>
                <a:moveTo>
                  <a:pt x="1700274" y="107614"/>
                </a:moveTo>
                <a:cubicBezTo>
                  <a:pt x="1702965" y="107614"/>
                  <a:pt x="1705575" y="107345"/>
                  <a:pt x="1708105" y="106807"/>
                </a:cubicBezTo>
                <a:cubicBezTo>
                  <a:pt x="1710688" y="106269"/>
                  <a:pt x="1713245" y="105596"/>
                  <a:pt x="1715774" y="104789"/>
                </a:cubicBezTo>
                <a:lnTo>
                  <a:pt x="1715774" y="123115"/>
                </a:lnTo>
                <a:cubicBezTo>
                  <a:pt x="1713137" y="124299"/>
                  <a:pt x="1709854" y="125267"/>
                  <a:pt x="1705925" y="126021"/>
                </a:cubicBezTo>
                <a:cubicBezTo>
                  <a:pt x="1702050" y="126828"/>
                  <a:pt x="1697798" y="127232"/>
                  <a:pt x="1693170" y="127232"/>
                </a:cubicBezTo>
                <a:cubicBezTo>
                  <a:pt x="1687788" y="127232"/>
                  <a:pt x="1682944" y="126371"/>
                  <a:pt x="1678638" y="124649"/>
                </a:cubicBezTo>
                <a:cubicBezTo>
                  <a:pt x="1674386" y="122872"/>
                  <a:pt x="1671023" y="119832"/>
                  <a:pt x="1668547" y="115526"/>
                </a:cubicBezTo>
                <a:cubicBezTo>
                  <a:pt x="1666125" y="111166"/>
                  <a:pt x="1664914" y="105112"/>
                  <a:pt x="1664914" y="97362"/>
                </a:cubicBezTo>
                <a:lnTo>
                  <a:pt x="1664914" y="53848"/>
                </a:lnTo>
                <a:lnTo>
                  <a:pt x="1653127" y="53848"/>
                </a:lnTo>
                <a:lnTo>
                  <a:pt x="1653127" y="43433"/>
                </a:lnTo>
                <a:lnTo>
                  <a:pt x="1666690" y="35199"/>
                </a:lnTo>
                <a:lnTo>
                  <a:pt x="1673794" y="16146"/>
                </a:lnTo>
                <a:lnTo>
                  <a:pt x="1689537" y="16146"/>
                </a:lnTo>
                <a:lnTo>
                  <a:pt x="1689537" y="35360"/>
                </a:lnTo>
                <a:lnTo>
                  <a:pt x="1714806" y="35360"/>
                </a:lnTo>
                <a:lnTo>
                  <a:pt x="1714806" y="53848"/>
                </a:lnTo>
                <a:lnTo>
                  <a:pt x="1689537" y="53848"/>
                </a:lnTo>
                <a:lnTo>
                  <a:pt x="1689537" y="97362"/>
                </a:lnTo>
                <a:cubicBezTo>
                  <a:pt x="1689537" y="100806"/>
                  <a:pt x="1690506" y="103389"/>
                  <a:pt x="1692443" y="105112"/>
                </a:cubicBezTo>
                <a:cubicBezTo>
                  <a:pt x="1694434" y="106780"/>
                  <a:pt x="1697045" y="107614"/>
                  <a:pt x="1700274" y="107614"/>
                </a:cubicBezTo>
                <a:close/>
                <a:moveTo>
                  <a:pt x="1721183" y="125617"/>
                </a:moveTo>
                <a:close/>
                <a:moveTo>
                  <a:pt x="1758723" y="35360"/>
                </a:moveTo>
                <a:lnTo>
                  <a:pt x="1758723" y="125617"/>
                </a:lnTo>
                <a:lnTo>
                  <a:pt x="1734100" y="125617"/>
                </a:lnTo>
                <a:lnTo>
                  <a:pt x="1734100" y="35360"/>
                </a:lnTo>
                <a:lnTo>
                  <a:pt x="1758723" y="35360"/>
                </a:lnTo>
                <a:close/>
                <a:moveTo>
                  <a:pt x="1746452" y="0"/>
                </a:moveTo>
                <a:cubicBezTo>
                  <a:pt x="1750112" y="0"/>
                  <a:pt x="1753261" y="861"/>
                  <a:pt x="1755898" y="2583"/>
                </a:cubicBezTo>
                <a:cubicBezTo>
                  <a:pt x="1758535" y="4252"/>
                  <a:pt x="1759853" y="7400"/>
                  <a:pt x="1759853" y="12029"/>
                </a:cubicBezTo>
                <a:cubicBezTo>
                  <a:pt x="1759853" y="16604"/>
                  <a:pt x="1758535" y="19779"/>
                  <a:pt x="1755898" y="21555"/>
                </a:cubicBezTo>
                <a:cubicBezTo>
                  <a:pt x="1753261" y="23277"/>
                  <a:pt x="1750112" y="24139"/>
                  <a:pt x="1746452" y="24139"/>
                </a:cubicBezTo>
                <a:cubicBezTo>
                  <a:pt x="1742738" y="24139"/>
                  <a:pt x="1739563" y="23277"/>
                  <a:pt x="1736926" y="21555"/>
                </a:cubicBezTo>
                <a:cubicBezTo>
                  <a:pt x="1734342" y="19779"/>
                  <a:pt x="1733051" y="16604"/>
                  <a:pt x="1733051" y="12029"/>
                </a:cubicBezTo>
                <a:cubicBezTo>
                  <a:pt x="1733051" y="7400"/>
                  <a:pt x="1734342" y="4252"/>
                  <a:pt x="1736926" y="2583"/>
                </a:cubicBezTo>
                <a:cubicBezTo>
                  <a:pt x="1739563" y="861"/>
                  <a:pt x="1742738" y="0"/>
                  <a:pt x="1746452" y="0"/>
                </a:cubicBezTo>
                <a:close/>
                <a:moveTo>
                  <a:pt x="1771721" y="125617"/>
                </a:moveTo>
                <a:close/>
                <a:moveTo>
                  <a:pt x="1866660" y="80327"/>
                </a:moveTo>
                <a:cubicBezTo>
                  <a:pt x="1866660" y="87862"/>
                  <a:pt x="1865638" y="94536"/>
                  <a:pt x="1863593" y="100349"/>
                </a:cubicBezTo>
                <a:cubicBezTo>
                  <a:pt x="1861601" y="106161"/>
                  <a:pt x="1858668" y="111086"/>
                  <a:pt x="1854793" y="115122"/>
                </a:cubicBezTo>
                <a:cubicBezTo>
                  <a:pt x="1850972" y="119105"/>
                  <a:pt x="1846343" y="122119"/>
                  <a:pt x="1840907" y="124164"/>
                </a:cubicBezTo>
                <a:cubicBezTo>
                  <a:pt x="1835525" y="126209"/>
                  <a:pt x="1829443" y="127232"/>
                  <a:pt x="1822662" y="127232"/>
                </a:cubicBezTo>
                <a:cubicBezTo>
                  <a:pt x="1816311" y="127232"/>
                  <a:pt x="1810472" y="126209"/>
                  <a:pt x="1805143" y="124164"/>
                </a:cubicBezTo>
                <a:cubicBezTo>
                  <a:pt x="1799869" y="122119"/>
                  <a:pt x="1795267" y="119105"/>
                  <a:pt x="1791338" y="115122"/>
                </a:cubicBezTo>
                <a:cubicBezTo>
                  <a:pt x="1787463" y="111086"/>
                  <a:pt x="1784449" y="106161"/>
                  <a:pt x="1782297" y="100349"/>
                </a:cubicBezTo>
                <a:cubicBezTo>
                  <a:pt x="1780198" y="94536"/>
                  <a:pt x="1779148" y="87862"/>
                  <a:pt x="1779148" y="80327"/>
                </a:cubicBezTo>
                <a:cubicBezTo>
                  <a:pt x="1779148" y="70317"/>
                  <a:pt x="1780924" y="61840"/>
                  <a:pt x="1784476" y="54897"/>
                </a:cubicBezTo>
                <a:cubicBezTo>
                  <a:pt x="1788028" y="47954"/>
                  <a:pt x="1793088" y="42680"/>
                  <a:pt x="1799654" y="39074"/>
                </a:cubicBezTo>
                <a:cubicBezTo>
                  <a:pt x="1806220" y="35468"/>
                  <a:pt x="1814051" y="33665"/>
                  <a:pt x="1823147" y="33665"/>
                </a:cubicBezTo>
                <a:cubicBezTo>
                  <a:pt x="1831596" y="33665"/>
                  <a:pt x="1839077" y="35468"/>
                  <a:pt x="1845590" y="39074"/>
                </a:cubicBezTo>
                <a:cubicBezTo>
                  <a:pt x="1852156" y="42680"/>
                  <a:pt x="1857296" y="47954"/>
                  <a:pt x="1861009" y="54897"/>
                </a:cubicBezTo>
                <a:cubicBezTo>
                  <a:pt x="1864777" y="61840"/>
                  <a:pt x="1866660" y="70317"/>
                  <a:pt x="1866660" y="80327"/>
                </a:cubicBezTo>
                <a:close/>
                <a:moveTo>
                  <a:pt x="1804255" y="80327"/>
                </a:moveTo>
                <a:cubicBezTo>
                  <a:pt x="1804255" y="86248"/>
                  <a:pt x="1804901" y="91226"/>
                  <a:pt x="1806193" y="95262"/>
                </a:cubicBezTo>
                <a:cubicBezTo>
                  <a:pt x="1807485" y="99299"/>
                  <a:pt x="1809503" y="102340"/>
                  <a:pt x="1812248" y="104385"/>
                </a:cubicBezTo>
                <a:cubicBezTo>
                  <a:pt x="1814993" y="106430"/>
                  <a:pt x="1818572" y="107453"/>
                  <a:pt x="1822985" y="107453"/>
                </a:cubicBezTo>
                <a:cubicBezTo>
                  <a:pt x="1827345" y="107453"/>
                  <a:pt x="1830870" y="106430"/>
                  <a:pt x="1833561" y="104385"/>
                </a:cubicBezTo>
                <a:cubicBezTo>
                  <a:pt x="1836306" y="102340"/>
                  <a:pt x="1838297" y="99299"/>
                  <a:pt x="1839535" y="95262"/>
                </a:cubicBezTo>
                <a:cubicBezTo>
                  <a:pt x="1840827" y="91226"/>
                  <a:pt x="1841472" y="86248"/>
                  <a:pt x="1841472" y="80327"/>
                </a:cubicBezTo>
                <a:cubicBezTo>
                  <a:pt x="1841472" y="74353"/>
                  <a:pt x="1840827" y="69402"/>
                  <a:pt x="1839535" y="65473"/>
                </a:cubicBezTo>
                <a:cubicBezTo>
                  <a:pt x="1838297" y="61490"/>
                  <a:pt x="1836306" y="58503"/>
                  <a:pt x="1833561" y="56512"/>
                </a:cubicBezTo>
                <a:cubicBezTo>
                  <a:pt x="1830816" y="54520"/>
                  <a:pt x="1827237" y="53525"/>
                  <a:pt x="1822824" y="53525"/>
                </a:cubicBezTo>
                <a:cubicBezTo>
                  <a:pt x="1816311" y="53525"/>
                  <a:pt x="1811575" y="55758"/>
                  <a:pt x="1808615" y="60225"/>
                </a:cubicBezTo>
                <a:cubicBezTo>
                  <a:pt x="1805709" y="64692"/>
                  <a:pt x="1804255" y="71393"/>
                  <a:pt x="1804255" y="80327"/>
                </a:cubicBezTo>
                <a:close/>
                <a:moveTo>
                  <a:pt x="1874088" y="125617"/>
                </a:moveTo>
                <a:close/>
                <a:moveTo>
                  <a:pt x="1938269" y="33665"/>
                </a:moveTo>
                <a:cubicBezTo>
                  <a:pt x="1947903" y="33665"/>
                  <a:pt x="1955653" y="36302"/>
                  <a:pt x="1961519" y="41576"/>
                </a:cubicBezTo>
                <a:cubicBezTo>
                  <a:pt x="1967386" y="46797"/>
                  <a:pt x="1970319" y="55193"/>
                  <a:pt x="1970319" y="66764"/>
                </a:cubicBezTo>
                <a:lnTo>
                  <a:pt x="1970319" y="125617"/>
                </a:lnTo>
                <a:lnTo>
                  <a:pt x="1945696" y="125617"/>
                </a:lnTo>
                <a:lnTo>
                  <a:pt x="1945696" y="72900"/>
                </a:lnTo>
                <a:cubicBezTo>
                  <a:pt x="1945696" y="66442"/>
                  <a:pt x="1944512" y="61571"/>
                  <a:pt x="1942144" y="58288"/>
                </a:cubicBezTo>
                <a:cubicBezTo>
                  <a:pt x="1939830" y="55005"/>
                  <a:pt x="1936170" y="53363"/>
                  <a:pt x="1931164" y="53363"/>
                </a:cubicBezTo>
                <a:cubicBezTo>
                  <a:pt x="1923630" y="53363"/>
                  <a:pt x="1918490" y="55920"/>
                  <a:pt x="1915745" y="61033"/>
                </a:cubicBezTo>
                <a:cubicBezTo>
                  <a:pt x="1913000" y="66146"/>
                  <a:pt x="1911628" y="73519"/>
                  <a:pt x="1911628" y="83153"/>
                </a:cubicBezTo>
                <a:lnTo>
                  <a:pt x="1911628" y="125617"/>
                </a:lnTo>
                <a:lnTo>
                  <a:pt x="1887005" y="125617"/>
                </a:lnTo>
                <a:lnTo>
                  <a:pt x="1887005" y="35360"/>
                </a:lnTo>
                <a:lnTo>
                  <a:pt x="1905815" y="35360"/>
                </a:lnTo>
                <a:lnTo>
                  <a:pt x="1909125" y="46905"/>
                </a:lnTo>
                <a:lnTo>
                  <a:pt x="1910497" y="46905"/>
                </a:lnTo>
                <a:cubicBezTo>
                  <a:pt x="1912435" y="43783"/>
                  <a:pt x="1914830" y="41254"/>
                  <a:pt x="1917682" y="39316"/>
                </a:cubicBezTo>
                <a:cubicBezTo>
                  <a:pt x="1920589" y="37378"/>
                  <a:pt x="1923791" y="35952"/>
                  <a:pt x="1927289" y="35037"/>
                </a:cubicBezTo>
                <a:cubicBezTo>
                  <a:pt x="1930841" y="34122"/>
                  <a:pt x="1934501" y="33665"/>
                  <a:pt x="1938269" y="33665"/>
                </a:cubicBezTo>
                <a:close/>
                <a:moveTo>
                  <a:pt x="2025700" y="125617"/>
                </a:moveTo>
                <a:close/>
                <a:moveTo>
                  <a:pt x="2090527" y="125617"/>
                </a:moveTo>
                <a:lnTo>
                  <a:pt x="2062110" y="33019"/>
                </a:lnTo>
                <a:lnTo>
                  <a:pt x="2061383" y="33019"/>
                </a:lnTo>
                <a:cubicBezTo>
                  <a:pt x="2061491" y="35226"/>
                  <a:pt x="2061653" y="38562"/>
                  <a:pt x="2061868" y="43030"/>
                </a:cubicBezTo>
                <a:cubicBezTo>
                  <a:pt x="2062137" y="47443"/>
                  <a:pt x="2062379" y="52152"/>
                  <a:pt x="2062594" y="57157"/>
                </a:cubicBezTo>
                <a:cubicBezTo>
                  <a:pt x="2062810" y="62163"/>
                  <a:pt x="2062917" y="66684"/>
                  <a:pt x="2062917" y="70720"/>
                </a:cubicBezTo>
                <a:lnTo>
                  <a:pt x="2062917" y="125617"/>
                </a:lnTo>
                <a:lnTo>
                  <a:pt x="2040555" y="125617"/>
                </a:lnTo>
                <a:lnTo>
                  <a:pt x="2040555" y="7589"/>
                </a:lnTo>
                <a:lnTo>
                  <a:pt x="2074623" y="7589"/>
                </a:lnTo>
                <a:lnTo>
                  <a:pt x="2102556" y="97846"/>
                </a:lnTo>
                <a:lnTo>
                  <a:pt x="2103040" y="97846"/>
                </a:lnTo>
                <a:lnTo>
                  <a:pt x="2132669" y="7589"/>
                </a:lnTo>
                <a:lnTo>
                  <a:pt x="2166737" y="7589"/>
                </a:lnTo>
                <a:lnTo>
                  <a:pt x="2166737" y="125617"/>
                </a:lnTo>
                <a:lnTo>
                  <a:pt x="2143406" y="125617"/>
                </a:lnTo>
                <a:lnTo>
                  <a:pt x="2143406" y="69752"/>
                </a:lnTo>
                <a:cubicBezTo>
                  <a:pt x="2143406" y="66038"/>
                  <a:pt x="2143460" y="61759"/>
                  <a:pt x="2143568" y="56915"/>
                </a:cubicBezTo>
                <a:cubicBezTo>
                  <a:pt x="2143729" y="52071"/>
                  <a:pt x="2143917" y="47470"/>
                  <a:pt x="2144133" y="43110"/>
                </a:cubicBezTo>
                <a:cubicBezTo>
                  <a:pt x="2144348" y="38697"/>
                  <a:pt x="2144509" y="35387"/>
                  <a:pt x="2144617" y="33180"/>
                </a:cubicBezTo>
                <a:lnTo>
                  <a:pt x="2143890" y="33180"/>
                </a:lnTo>
                <a:lnTo>
                  <a:pt x="2113455" y="125617"/>
                </a:lnTo>
                <a:lnTo>
                  <a:pt x="2090527" y="125617"/>
                </a:lnTo>
                <a:close/>
                <a:moveTo>
                  <a:pt x="2181673" y="125617"/>
                </a:moveTo>
                <a:close/>
                <a:moveTo>
                  <a:pt x="2231806" y="33665"/>
                </a:moveTo>
                <a:cubicBezTo>
                  <a:pt x="2240149" y="33665"/>
                  <a:pt x="2247334" y="35279"/>
                  <a:pt x="2253362" y="38509"/>
                </a:cubicBezTo>
                <a:cubicBezTo>
                  <a:pt x="2259389" y="41684"/>
                  <a:pt x="2264045" y="46313"/>
                  <a:pt x="2267328" y="52394"/>
                </a:cubicBezTo>
                <a:cubicBezTo>
                  <a:pt x="2270611" y="58476"/>
                  <a:pt x="2272253" y="65903"/>
                  <a:pt x="2272253" y="74676"/>
                </a:cubicBezTo>
                <a:lnTo>
                  <a:pt x="2272253" y="86624"/>
                </a:lnTo>
                <a:lnTo>
                  <a:pt x="2214046" y="86624"/>
                </a:lnTo>
                <a:cubicBezTo>
                  <a:pt x="2214315" y="93567"/>
                  <a:pt x="2216387" y="99030"/>
                  <a:pt x="2220262" y="103013"/>
                </a:cubicBezTo>
                <a:cubicBezTo>
                  <a:pt x="2224191" y="106942"/>
                  <a:pt x="2229627" y="108906"/>
                  <a:pt x="2236570" y="108906"/>
                </a:cubicBezTo>
                <a:cubicBezTo>
                  <a:pt x="2242328" y="108906"/>
                  <a:pt x="2247603" y="108314"/>
                  <a:pt x="2252393" y="107130"/>
                </a:cubicBezTo>
                <a:cubicBezTo>
                  <a:pt x="2257183" y="105946"/>
                  <a:pt x="2262108" y="104170"/>
                  <a:pt x="2267167" y="101802"/>
                </a:cubicBezTo>
                <a:lnTo>
                  <a:pt x="2267167" y="120854"/>
                </a:lnTo>
                <a:cubicBezTo>
                  <a:pt x="2262699" y="123061"/>
                  <a:pt x="2258017" y="124675"/>
                  <a:pt x="2253119" y="125698"/>
                </a:cubicBezTo>
                <a:cubicBezTo>
                  <a:pt x="2248276" y="126721"/>
                  <a:pt x="2242382" y="127232"/>
                  <a:pt x="2235439" y="127232"/>
                </a:cubicBezTo>
                <a:cubicBezTo>
                  <a:pt x="2226397" y="127232"/>
                  <a:pt x="2218378" y="125564"/>
                  <a:pt x="2211382" y="122227"/>
                </a:cubicBezTo>
                <a:cubicBezTo>
                  <a:pt x="2204439" y="118890"/>
                  <a:pt x="2198976" y="113804"/>
                  <a:pt x="2194993" y="106968"/>
                </a:cubicBezTo>
                <a:cubicBezTo>
                  <a:pt x="2191064" y="100133"/>
                  <a:pt x="2189100" y="91522"/>
                  <a:pt x="2189100" y="81135"/>
                </a:cubicBezTo>
                <a:cubicBezTo>
                  <a:pt x="2189100" y="70586"/>
                  <a:pt x="2190876" y="61813"/>
                  <a:pt x="2194428" y="54816"/>
                </a:cubicBezTo>
                <a:cubicBezTo>
                  <a:pt x="2198034" y="47766"/>
                  <a:pt x="2203039" y="42491"/>
                  <a:pt x="2209444" y="38993"/>
                </a:cubicBezTo>
                <a:cubicBezTo>
                  <a:pt x="2215849" y="35441"/>
                  <a:pt x="2223303" y="33665"/>
                  <a:pt x="2231806" y="33665"/>
                </a:cubicBezTo>
                <a:close/>
                <a:moveTo>
                  <a:pt x="2231968" y="51183"/>
                </a:moveTo>
                <a:cubicBezTo>
                  <a:pt x="2227178" y="51183"/>
                  <a:pt x="2223195" y="52717"/>
                  <a:pt x="2220020" y="55785"/>
                </a:cubicBezTo>
                <a:cubicBezTo>
                  <a:pt x="2216898" y="58853"/>
                  <a:pt x="2215095" y="63670"/>
                  <a:pt x="2214611" y="70236"/>
                </a:cubicBezTo>
                <a:lnTo>
                  <a:pt x="2249164" y="70236"/>
                </a:lnTo>
                <a:cubicBezTo>
                  <a:pt x="2249110" y="66576"/>
                  <a:pt x="2248437" y="63320"/>
                  <a:pt x="2247145" y="60467"/>
                </a:cubicBezTo>
                <a:cubicBezTo>
                  <a:pt x="2245907" y="57615"/>
                  <a:pt x="2244024" y="55355"/>
                  <a:pt x="2241494" y="53686"/>
                </a:cubicBezTo>
                <a:cubicBezTo>
                  <a:pt x="2239018" y="52018"/>
                  <a:pt x="2235843" y="51183"/>
                  <a:pt x="2231968" y="51183"/>
                </a:cubicBezTo>
                <a:close/>
                <a:moveTo>
                  <a:pt x="2279357" y="125617"/>
                </a:moveTo>
                <a:close/>
                <a:moveTo>
                  <a:pt x="2328926" y="127232"/>
                </a:moveTo>
                <a:cubicBezTo>
                  <a:pt x="2319992" y="127232"/>
                  <a:pt x="2312376" y="125617"/>
                  <a:pt x="2306079" y="122388"/>
                </a:cubicBezTo>
                <a:cubicBezTo>
                  <a:pt x="2299782" y="119105"/>
                  <a:pt x="2294992" y="114046"/>
                  <a:pt x="2291709" y="107211"/>
                </a:cubicBezTo>
                <a:cubicBezTo>
                  <a:pt x="2288426" y="100375"/>
                  <a:pt x="2286784" y="91630"/>
                  <a:pt x="2286784" y="80973"/>
                </a:cubicBezTo>
                <a:cubicBezTo>
                  <a:pt x="2286784" y="69940"/>
                  <a:pt x="2288641" y="60952"/>
                  <a:pt x="2292355" y="54009"/>
                </a:cubicBezTo>
                <a:cubicBezTo>
                  <a:pt x="2296122" y="47012"/>
                  <a:pt x="2301316" y="41872"/>
                  <a:pt x="2307936" y="38589"/>
                </a:cubicBezTo>
                <a:cubicBezTo>
                  <a:pt x="2314609" y="35306"/>
                  <a:pt x="2322333" y="33665"/>
                  <a:pt x="2331105" y="33665"/>
                </a:cubicBezTo>
                <a:cubicBezTo>
                  <a:pt x="2337349" y="33665"/>
                  <a:pt x="2342731" y="34284"/>
                  <a:pt x="2347252" y="35522"/>
                </a:cubicBezTo>
                <a:cubicBezTo>
                  <a:pt x="2351826" y="36706"/>
                  <a:pt x="2355809" y="38132"/>
                  <a:pt x="2359200" y="39800"/>
                </a:cubicBezTo>
                <a:lnTo>
                  <a:pt x="2351934" y="58853"/>
                </a:lnTo>
                <a:cubicBezTo>
                  <a:pt x="2348059" y="57292"/>
                  <a:pt x="2344453" y="56027"/>
                  <a:pt x="2341116" y="55058"/>
                </a:cubicBezTo>
                <a:cubicBezTo>
                  <a:pt x="2337779" y="54036"/>
                  <a:pt x="2334442" y="53525"/>
                  <a:pt x="2331105" y="53525"/>
                </a:cubicBezTo>
                <a:cubicBezTo>
                  <a:pt x="2326800" y="53525"/>
                  <a:pt x="2323221" y="54547"/>
                  <a:pt x="2320368" y="56592"/>
                </a:cubicBezTo>
                <a:cubicBezTo>
                  <a:pt x="2317516" y="58584"/>
                  <a:pt x="2315390" y="61598"/>
                  <a:pt x="2313991" y="65634"/>
                </a:cubicBezTo>
                <a:cubicBezTo>
                  <a:pt x="2312591" y="69671"/>
                  <a:pt x="2311892" y="74730"/>
                  <a:pt x="2311892" y="80812"/>
                </a:cubicBezTo>
                <a:cubicBezTo>
                  <a:pt x="2311892" y="86786"/>
                  <a:pt x="2312645" y="91737"/>
                  <a:pt x="2314152" y="95666"/>
                </a:cubicBezTo>
                <a:cubicBezTo>
                  <a:pt x="2315659" y="99595"/>
                  <a:pt x="2317839" y="102528"/>
                  <a:pt x="2320691" y="104466"/>
                </a:cubicBezTo>
                <a:cubicBezTo>
                  <a:pt x="2323544" y="106350"/>
                  <a:pt x="2327015" y="107291"/>
                  <a:pt x="2331105" y="107291"/>
                </a:cubicBezTo>
                <a:cubicBezTo>
                  <a:pt x="2336219" y="107291"/>
                  <a:pt x="2340766" y="106619"/>
                  <a:pt x="2344749" y="105273"/>
                </a:cubicBezTo>
                <a:cubicBezTo>
                  <a:pt x="2348732" y="103874"/>
                  <a:pt x="2352607" y="101936"/>
                  <a:pt x="2356374" y="99461"/>
                </a:cubicBezTo>
                <a:lnTo>
                  <a:pt x="2356374" y="120531"/>
                </a:lnTo>
                <a:cubicBezTo>
                  <a:pt x="2352607" y="122899"/>
                  <a:pt x="2348651" y="124595"/>
                  <a:pt x="2344507" y="125617"/>
                </a:cubicBezTo>
                <a:cubicBezTo>
                  <a:pt x="2340417" y="126694"/>
                  <a:pt x="2335223" y="127232"/>
                  <a:pt x="2328926" y="127232"/>
                </a:cubicBezTo>
                <a:close/>
                <a:moveTo>
                  <a:pt x="2364447" y="125617"/>
                </a:moveTo>
                <a:close/>
                <a:moveTo>
                  <a:pt x="2401987" y="0"/>
                </a:moveTo>
                <a:lnTo>
                  <a:pt x="2401987" y="25592"/>
                </a:lnTo>
                <a:cubicBezTo>
                  <a:pt x="2401987" y="30059"/>
                  <a:pt x="2401826" y="34311"/>
                  <a:pt x="2401503" y="38347"/>
                </a:cubicBezTo>
                <a:cubicBezTo>
                  <a:pt x="2401234" y="42384"/>
                  <a:pt x="2401018" y="45236"/>
                  <a:pt x="2400857" y="46905"/>
                </a:cubicBezTo>
                <a:lnTo>
                  <a:pt x="2402149" y="46905"/>
                </a:lnTo>
                <a:cubicBezTo>
                  <a:pt x="2404086" y="43783"/>
                  <a:pt x="2406374" y="41254"/>
                  <a:pt x="2409011" y="39316"/>
                </a:cubicBezTo>
                <a:cubicBezTo>
                  <a:pt x="2411702" y="37378"/>
                  <a:pt x="2414662" y="35952"/>
                  <a:pt x="2417891" y="35037"/>
                </a:cubicBezTo>
                <a:cubicBezTo>
                  <a:pt x="2421121" y="34122"/>
                  <a:pt x="2424592" y="33665"/>
                  <a:pt x="2428306" y="33665"/>
                </a:cubicBezTo>
                <a:cubicBezTo>
                  <a:pt x="2434818" y="33665"/>
                  <a:pt x="2440496" y="34822"/>
                  <a:pt x="2445340" y="37136"/>
                </a:cubicBezTo>
                <a:cubicBezTo>
                  <a:pt x="2450184" y="39397"/>
                  <a:pt x="2453951" y="42976"/>
                  <a:pt x="2456642" y="47873"/>
                </a:cubicBezTo>
                <a:cubicBezTo>
                  <a:pt x="2459333" y="52717"/>
                  <a:pt x="2460679" y="59014"/>
                  <a:pt x="2460679" y="66764"/>
                </a:cubicBezTo>
                <a:lnTo>
                  <a:pt x="2460679" y="125617"/>
                </a:lnTo>
                <a:lnTo>
                  <a:pt x="2436056" y="125617"/>
                </a:lnTo>
                <a:lnTo>
                  <a:pt x="2436056" y="72900"/>
                </a:lnTo>
                <a:cubicBezTo>
                  <a:pt x="2436056" y="66442"/>
                  <a:pt x="2434872" y="61571"/>
                  <a:pt x="2432504" y="58288"/>
                </a:cubicBezTo>
                <a:cubicBezTo>
                  <a:pt x="2430135" y="55005"/>
                  <a:pt x="2426476" y="53363"/>
                  <a:pt x="2421524" y="53363"/>
                </a:cubicBezTo>
                <a:cubicBezTo>
                  <a:pt x="2416573" y="53363"/>
                  <a:pt x="2412671" y="54520"/>
                  <a:pt x="2409818" y="56835"/>
                </a:cubicBezTo>
                <a:cubicBezTo>
                  <a:pt x="2406966" y="59095"/>
                  <a:pt x="2404947" y="62459"/>
                  <a:pt x="2403763" y="66926"/>
                </a:cubicBezTo>
                <a:cubicBezTo>
                  <a:pt x="2402579" y="71339"/>
                  <a:pt x="2401987" y="76748"/>
                  <a:pt x="2401987" y="83153"/>
                </a:cubicBezTo>
                <a:lnTo>
                  <a:pt x="2401987" y="125617"/>
                </a:lnTo>
                <a:lnTo>
                  <a:pt x="2377364" y="125617"/>
                </a:lnTo>
                <a:lnTo>
                  <a:pt x="2377364" y="0"/>
                </a:lnTo>
                <a:lnTo>
                  <a:pt x="2401987" y="0"/>
                </a:lnTo>
                <a:close/>
                <a:moveTo>
                  <a:pt x="2473111" y="125617"/>
                </a:moveTo>
                <a:close/>
                <a:moveTo>
                  <a:pt x="2523003" y="33503"/>
                </a:moveTo>
                <a:cubicBezTo>
                  <a:pt x="2535113" y="33503"/>
                  <a:pt x="2544397" y="36141"/>
                  <a:pt x="2550855" y="41415"/>
                </a:cubicBezTo>
                <a:cubicBezTo>
                  <a:pt x="2557314" y="46689"/>
                  <a:pt x="2560543" y="54709"/>
                  <a:pt x="2560543" y="65473"/>
                </a:cubicBezTo>
                <a:lnTo>
                  <a:pt x="2560543" y="125617"/>
                </a:lnTo>
                <a:lnTo>
                  <a:pt x="2543347" y="125617"/>
                </a:lnTo>
                <a:lnTo>
                  <a:pt x="2538584" y="113346"/>
                </a:lnTo>
                <a:lnTo>
                  <a:pt x="2537938" y="113346"/>
                </a:lnTo>
                <a:cubicBezTo>
                  <a:pt x="2535355" y="116575"/>
                  <a:pt x="2532717" y="119213"/>
                  <a:pt x="2530026" y="121258"/>
                </a:cubicBezTo>
                <a:cubicBezTo>
                  <a:pt x="2527335" y="123303"/>
                  <a:pt x="2524241" y="124810"/>
                  <a:pt x="2520742" y="125779"/>
                </a:cubicBezTo>
                <a:cubicBezTo>
                  <a:pt x="2517244" y="126748"/>
                  <a:pt x="2512992" y="127232"/>
                  <a:pt x="2507987" y="127232"/>
                </a:cubicBezTo>
                <a:cubicBezTo>
                  <a:pt x="2502659" y="127232"/>
                  <a:pt x="2497869" y="126209"/>
                  <a:pt x="2493617" y="124164"/>
                </a:cubicBezTo>
                <a:cubicBezTo>
                  <a:pt x="2489419" y="122119"/>
                  <a:pt x="2486109" y="118997"/>
                  <a:pt x="2483687" y="114799"/>
                </a:cubicBezTo>
                <a:cubicBezTo>
                  <a:pt x="2481265" y="110548"/>
                  <a:pt x="2480054" y="105165"/>
                  <a:pt x="2480054" y="98653"/>
                </a:cubicBezTo>
                <a:cubicBezTo>
                  <a:pt x="2480054" y="89073"/>
                  <a:pt x="2483418" y="82023"/>
                  <a:pt x="2490145" y="77502"/>
                </a:cubicBezTo>
                <a:cubicBezTo>
                  <a:pt x="2496873" y="72927"/>
                  <a:pt x="2506964" y="70397"/>
                  <a:pt x="2520420" y="69913"/>
                </a:cubicBezTo>
                <a:lnTo>
                  <a:pt x="2536081" y="69429"/>
                </a:lnTo>
                <a:lnTo>
                  <a:pt x="2536081" y="65473"/>
                </a:lnTo>
                <a:cubicBezTo>
                  <a:pt x="2536081" y="60737"/>
                  <a:pt x="2534843" y="57265"/>
                  <a:pt x="2532368" y="55058"/>
                </a:cubicBezTo>
                <a:cubicBezTo>
                  <a:pt x="2529892" y="52852"/>
                  <a:pt x="2526447" y="51749"/>
                  <a:pt x="2522034" y="51749"/>
                </a:cubicBezTo>
                <a:cubicBezTo>
                  <a:pt x="2517675" y="51749"/>
                  <a:pt x="2513396" y="52367"/>
                  <a:pt x="2509198" y="53605"/>
                </a:cubicBezTo>
                <a:cubicBezTo>
                  <a:pt x="2505000" y="54843"/>
                  <a:pt x="2500802" y="56404"/>
                  <a:pt x="2496604" y="58288"/>
                </a:cubicBezTo>
                <a:lnTo>
                  <a:pt x="2488450" y="41657"/>
                </a:lnTo>
                <a:cubicBezTo>
                  <a:pt x="2493240" y="39128"/>
                  <a:pt x="2498595" y="37136"/>
                  <a:pt x="2504515" y="35683"/>
                </a:cubicBezTo>
                <a:cubicBezTo>
                  <a:pt x="2510490" y="34230"/>
                  <a:pt x="2516652" y="33503"/>
                  <a:pt x="2523003" y="33503"/>
                </a:cubicBezTo>
                <a:close/>
                <a:moveTo>
                  <a:pt x="2536081" y="83799"/>
                </a:moveTo>
                <a:lnTo>
                  <a:pt x="2526555" y="84122"/>
                </a:lnTo>
                <a:cubicBezTo>
                  <a:pt x="2518590" y="84337"/>
                  <a:pt x="2513046" y="85763"/>
                  <a:pt x="2509925" y="88400"/>
                </a:cubicBezTo>
                <a:cubicBezTo>
                  <a:pt x="2506857" y="91038"/>
                  <a:pt x="2505323" y="94509"/>
                  <a:pt x="2505323" y="98815"/>
                </a:cubicBezTo>
                <a:cubicBezTo>
                  <a:pt x="2505323" y="102582"/>
                  <a:pt x="2506426" y="105273"/>
                  <a:pt x="2508633" y="106888"/>
                </a:cubicBezTo>
                <a:cubicBezTo>
                  <a:pt x="2510840" y="108449"/>
                  <a:pt x="2513719" y="109229"/>
                  <a:pt x="2517271" y="109229"/>
                </a:cubicBezTo>
                <a:cubicBezTo>
                  <a:pt x="2522545" y="109229"/>
                  <a:pt x="2526986" y="107668"/>
                  <a:pt x="2530592" y="104547"/>
                </a:cubicBezTo>
                <a:cubicBezTo>
                  <a:pt x="2534251" y="101425"/>
                  <a:pt x="2536081" y="96985"/>
                  <a:pt x="2536081" y="91226"/>
                </a:cubicBezTo>
                <a:lnTo>
                  <a:pt x="2536081" y="83799"/>
                </a:lnTo>
                <a:close/>
                <a:moveTo>
                  <a:pt x="2573056" y="125617"/>
                </a:moveTo>
                <a:close/>
                <a:moveTo>
                  <a:pt x="2637237" y="33665"/>
                </a:moveTo>
                <a:cubicBezTo>
                  <a:pt x="2646871" y="33665"/>
                  <a:pt x="2654621" y="36302"/>
                  <a:pt x="2660488" y="41576"/>
                </a:cubicBezTo>
                <a:cubicBezTo>
                  <a:pt x="2666354" y="46797"/>
                  <a:pt x="2669287" y="55193"/>
                  <a:pt x="2669287" y="66764"/>
                </a:cubicBezTo>
                <a:lnTo>
                  <a:pt x="2669287" y="125617"/>
                </a:lnTo>
                <a:lnTo>
                  <a:pt x="2644664" y="125617"/>
                </a:lnTo>
                <a:lnTo>
                  <a:pt x="2644664" y="72900"/>
                </a:lnTo>
                <a:cubicBezTo>
                  <a:pt x="2644664" y="66442"/>
                  <a:pt x="2643480" y="61571"/>
                  <a:pt x="2641112" y="58288"/>
                </a:cubicBezTo>
                <a:cubicBezTo>
                  <a:pt x="2638798" y="55005"/>
                  <a:pt x="2635138" y="53363"/>
                  <a:pt x="2630133" y="53363"/>
                </a:cubicBezTo>
                <a:cubicBezTo>
                  <a:pt x="2622598" y="53363"/>
                  <a:pt x="2617458" y="55920"/>
                  <a:pt x="2614713" y="61033"/>
                </a:cubicBezTo>
                <a:cubicBezTo>
                  <a:pt x="2611968" y="66146"/>
                  <a:pt x="2610596" y="73519"/>
                  <a:pt x="2610596" y="83153"/>
                </a:cubicBezTo>
                <a:lnTo>
                  <a:pt x="2610596" y="125617"/>
                </a:lnTo>
                <a:lnTo>
                  <a:pt x="2585973" y="125617"/>
                </a:lnTo>
                <a:lnTo>
                  <a:pt x="2585973" y="35360"/>
                </a:lnTo>
                <a:lnTo>
                  <a:pt x="2604783" y="35360"/>
                </a:lnTo>
                <a:lnTo>
                  <a:pt x="2608093" y="46905"/>
                </a:lnTo>
                <a:lnTo>
                  <a:pt x="2609466" y="46905"/>
                </a:lnTo>
                <a:cubicBezTo>
                  <a:pt x="2611403" y="43783"/>
                  <a:pt x="2613798" y="41254"/>
                  <a:pt x="2616651" y="39316"/>
                </a:cubicBezTo>
                <a:cubicBezTo>
                  <a:pt x="2619557" y="37378"/>
                  <a:pt x="2622759" y="35952"/>
                  <a:pt x="2626258" y="35037"/>
                </a:cubicBezTo>
                <a:cubicBezTo>
                  <a:pt x="2629810" y="34122"/>
                  <a:pt x="2633470" y="33665"/>
                  <a:pt x="2637237" y="33665"/>
                </a:cubicBezTo>
                <a:close/>
                <a:moveTo>
                  <a:pt x="2681720" y="125617"/>
                </a:moveTo>
                <a:close/>
                <a:moveTo>
                  <a:pt x="2719260" y="35360"/>
                </a:moveTo>
                <a:lnTo>
                  <a:pt x="2719260" y="125617"/>
                </a:lnTo>
                <a:lnTo>
                  <a:pt x="2694637" y="125617"/>
                </a:lnTo>
                <a:lnTo>
                  <a:pt x="2694637" y="35360"/>
                </a:lnTo>
                <a:lnTo>
                  <a:pt x="2719260" y="35360"/>
                </a:lnTo>
                <a:close/>
                <a:moveTo>
                  <a:pt x="2706989" y="0"/>
                </a:moveTo>
                <a:cubicBezTo>
                  <a:pt x="2710649" y="0"/>
                  <a:pt x="2713797" y="861"/>
                  <a:pt x="2716434" y="2583"/>
                </a:cubicBezTo>
                <a:cubicBezTo>
                  <a:pt x="2719071" y="4252"/>
                  <a:pt x="2720390" y="7400"/>
                  <a:pt x="2720390" y="12029"/>
                </a:cubicBezTo>
                <a:cubicBezTo>
                  <a:pt x="2720390" y="16604"/>
                  <a:pt x="2719071" y="19779"/>
                  <a:pt x="2716434" y="21555"/>
                </a:cubicBezTo>
                <a:cubicBezTo>
                  <a:pt x="2713797" y="23277"/>
                  <a:pt x="2710649" y="24139"/>
                  <a:pt x="2706989" y="24139"/>
                </a:cubicBezTo>
                <a:cubicBezTo>
                  <a:pt x="2703275" y="24139"/>
                  <a:pt x="2700099" y="23277"/>
                  <a:pt x="2697462" y="21555"/>
                </a:cubicBezTo>
                <a:cubicBezTo>
                  <a:pt x="2694879" y="19779"/>
                  <a:pt x="2693587" y="16604"/>
                  <a:pt x="2693587" y="12029"/>
                </a:cubicBezTo>
                <a:cubicBezTo>
                  <a:pt x="2693587" y="7400"/>
                  <a:pt x="2694879" y="4252"/>
                  <a:pt x="2697462" y="2583"/>
                </a:cubicBezTo>
                <a:cubicBezTo>
                  <a:pt x="2700099" y="861"/>
                  <a:pt x="2703275" y="0"/>
                  <a:pt x="2706989" y="0"/>
                </a:cubicBezTo>
                <a:close/>
                <a:moveTo>
                  <a:pt x="2732257" y="125617"/>
                </a:moveTo>
                <a:close/>
                <a:moveTo>
                  <a:pt x="2808145" y="98815"/>
                </a:moveTo>
                <a:cubicBezTo>
                  <a:pt x="2808145" y="104950"/>
                  <a:pt x="2806691" y="110144"/>
                  <a:pt x="2803785" y="114396"/>
                </a:cubicBezTo>
                <a:cubicBezTo>
                  <a:pt x="2800933" y="118594"/>
                  <a:pt x="2796654" y="121796"/>
                  <a:pt x="2790949" y="124003"/>
                </a:cubicBezTo>
                <a:cubicBezTo>
                  <a:pt x="2785244" y="126156"/>
                  <a:pt x="2778140" y="127232"/>
                  <a:pt x="2769636" y="127232"/>
                </a:cubicBezTo>
                <a:cubicBezTo>
                  <a:pt x="2763339" y="127232"/>
                  <a:pt x="2757930" y="126828"/>
                  <a:pt x="2753409" y="126021"/>
                </a:cubicBezTo>
                <a:cubicBezTo>
                  <a:pt x="2748942" y="125214"/>
                  <a:pt x="2744421" y="123868"/>
                  <a:pt x="2739846" y="121984"/>
                </a:cubicBezTo>
                <a:lnTo>
                  <a:pt x="2739846" y="101640"/>
                </a:lnTo>
                <a:cubicBezTo>
                  <a:pt x="2744744" y="103847"/>
                  <a:pt x="2749991" y="105677"/>
                  <a:pt x="2755589" y="107130"/>
                </a:cubicBezTo>
                <a:cubicBezTo>
                  <a:pt x="2761240" y="108529"/>
                  <a:pt x="2766191" y="109229"/>
                  <a:pt x="2770443" y="109229"/>
                </a:cubicBezTo>
                <a:cubicBezTo>
                  <a:pt x="2775233" y="109229"/>
                  <a:pt x="2778651" y="108529"/>
                  <a:pt x="2780696" y="107130"/>
                </a:cubicBezTo>
                <a:cubicBezTo>
                  <a:pt x="2782795" y="105677"/>
                  <a:pt x="2783844" y="103793"/>
                  <a:pt x="2783844" y="101479"/>
                </a:cubicBezTo>
                <a:cubicBezTo>
                  <a:pt x="2783844" y="99972"/>
                  <a:pt x="2783414" y="98626"/>
                  <a:pt x="2782553" y="97442"/>
                </a:cubicBezTo>
                <a:cubicBezTo>
                  <a:pt x="2781745" y="96204"/>
                  <a:pt x="2779969" y="94832"/>
                  <a:pt x="2777225" y="93325"/>
                </a:cubicBezTo>
                <a:cubicBezTo>
                  <a:pt x="2774480" y="91764"/>
                  <a:pt x="2770174" y="89746"/>
                  <a:pt x="2764308" y="87270"/>
                </a:cubicBezTo>
                <a:cubicBezTo>
                  <a:pt x="2758656" y="84902"/>
                  <a:pt x="2754001" y="82507"/>
                  <a:pt x="2750341" y="80085"/>
                </a:cubicBezTo>
                <a:cubicBezTo>
                  <a:pt x="2746735" y="77663"/>
                  <a:pt x="2744044" y="74811"/>
                  <a:pt x="2742268" y="71528"/>
                </a:cubicBezTo>
                <a:cubicBezTo>
                  <a:pt x="2740546" y="68191"/>
                  <a:pt x="2739685" y="63966"/>
                  <a:pt x="2739685" y="58853"/>
                </a:cubicBezTo>
                <a:cubicBezTo>
                  <a:pt x="2739685" y="50511"/>
                  <a:pt x="2742914" y="44241"/>
                  <a:pt x="2749372" y="40043"/>
                </a:cubicBezTo>
                <a:cubicBezTo>
                  <a:pt x="2755885" y="35791"/>
                  <a:pt x="2764577" y="33665"/>
                  <a:pt x="2775448" y="33665"/>
                </a:cubicBezTo>
                <a:cubicBezTo>
                  <a:pt x="2781046" y="33665"/>
                  <a:pt x="2786374" y="34230"/>
                  <a:pt x="2791433" y="35360"/>
                </a:cubicBezTo>
                <a:cubicBezTo>
                  <a:pt x="2796546" y="36490"/>
                  <a:pt x="2801794" y="38293"/>
                  <a:pt x="2807176" y="40769"/>
                </a:cubicBezTo>
                <a:lnTo>
                  <a:pt x="2799749" y="58530"/>
                </a:lnTo>
                <a:cubicBezTo>
                  <a:pt x="2795281" y="56592"/>
                  <a:pt x="2791056" y="55005"/>
                  <a:pt x="2787074" y="53767"/>
                </a:cubicBezTo>
                <a:cubicBezTo>
                  <a:pt x="2783145" y="52529"/>
                  <a:pt x="2779135" y="51910"/>
                  <a:pt x="2775045" y="51910"/>
                </a:cubicBezTo>
                <a:cubicBezTo>
                  <a:pt x="2771439" y="51910"/>
                  <a:pt x="2768721" y="52394"/>
                  <a:pt x="2766891" y="53363"/>
                </a:cubicBezTo>
                <a:cubicBezTo>
                  <a:pt x="2765061" y="54332"/>
                  <a:pt x="2764146" y="55812"/>
                  <a:pt x="2764146" y="57803"/>
                </a:cubicBezTo>
                <a:cubicBezTo>
                  <a:pt x="2764146" y="59257"/>
                  <a:pt x="2764604" y="60548"/>
                  <a:pt x="2765519" y="61678"/>
                </a:cubicBezTo>
                <a:cubicBezTo>
                  <a:pt x="2766487" y="62809"/>
                  <a:pt x="2768317" y="64073"/>
                  <a:pt x="2771008" y="65473"/>
                </a:cubicBezTo>
                <a:cubicBezTo>
                  <a:pt x="2773753" y="66818"/>
                  <a:pt x="2777763" y="68567"/>
                  <a:pt x="2783037" y="70720"/>
                </a:cubicBezTo>
                <a:cubicBezTo>
                  <a:pt x="2788150" y="72819"/>
                  <a:pt x="2792590" y="75026"/>
                  <a:pt x="2796358" y="77340"/>
                </a:cubicBezTo>
                <a:cubicBezTo>
                  <a:pt x="2800125" y="79601"/>
                  <a:pt x="2803032" y="82426"/>
                  <a:pt x="2805077" y="85817"/>
                </a:cubicBezTo>
                <a:cubicBezTo>
                  <a:pt x="2807122" y="89154"/>
                  <a:pt x="2808145" y="93486"/>
                  <a:pt x="2808145" y="98815"/>
                </a:cubicBezTo>
                <a:close/>
                <a:moveTo>
                  <a:pt x="2814441" y="125617"/>
                </a:moveTo>
                <a:close/>
                <a:moveTo>
                  <a:pt x="2933358" y="33665"/>
                </a:moveTo>
                <a:cubicBezTo>
                  <a:pt x="2943584" y="33665"/>
                  <a:pt x="2951307" y="36302"/>
                  <a:pt x="2956528" y="41576"/>
                </a:cubicBezTo>
                <a:cubicBezTo>
                  <a:pt x="2961802" y="46797"/>
                  <a:pt x="2964440" y="55193"/>
                  <a:pt x="2964440" y="66764"/>
                </a:cubicBezTo>
                <a:lnTo>
                  <a:pt x="2964440" y="125617"/>
                </a:lnTo>
                <a:lnTo>
                  <a:pt x="2939736" y="125617"/>
                </a:lnTo>
                <a:lnTo>
                  <a:pt x="2939736" y="72900"/>
                </a:lnTo>
                <a:cubicBezTo>
                  <a:pt x="2939736" y="66442"/>
                  <a:pt x="2938633" y="61571"/>
                  <a:pt x="2936426" y="58288"/>
                </a:cubicBezTo>
                <a:cubicBezTo>
                  <a:pt x="2934219" y="55005"/>
                  <a:pt x="2930802" y="53363"/>
                  <a:pt x="2926173" y="53363"/>
                </a:cubicBezTo>
                <a:cubicBezTo>
                  <a:pt x="2919661" y="53363"/>
                  <a:pt x="2915032" y="55704"/>
                  <a:pt x="2912287" y="60387"/>
                </a:cubicBezTo>
                <a:cubicBezTo>
                  <a:pt x="2909543" y="65015"/>
                  <a:pt x="2908170" y="71662"/>
                  <a:pt x="2908170" y="80327"/>
                </a:cubicBezTo>
                <a:lnTo>
                  <a:pt x="2908170" y="125617"/>
                </a:lnTo>
                <a:lnTo>
                  <a:pt x="2883547" y="125617"/>
                </a:lnTo>
                <a:lnTo>
                  <a:pt x="2883547" y="72900"/>
                </a:lnTo>
                <a:cubicBezTo>
                  <a:pt x="2883547" y="68594"/>
                  <a:pt x="2883063" y="64988"/>
                  <a:pt x="2882094" y="62082"/>
                </a:cubicBezTo>
                <a:cubicBezTo>
                  <a:pt x="2881125" y="59176"/>
                  <a:pt x="2879645" y="56996"/>
                  <a:pt x="2877654" y="55543"/>
                </a:cubicBezTo>
                <a:cubicBezTo>
                  <a:pt x="2875663" y="54090"/>
                  <a:pt x="2873106" y="53363"/>
                  <a:pt x="2869984" y="53363"/>
                </a:cubicBezTo>
                <a:cubicBezTo>
                  <a:pt x="2865410" y="53363"/>
                  <a:pt x="2861803" y="54520"/>
                  <a:pt x="2859166" y="56835"/>
                </a:cubicBezTo>
                <a:cubicBezTo>
                  <a:pt x="2856583" y="59095"/>
                  <a:pt x="2854726" y="62459"/>
                  <a:pt x="2853596" y="66926"/>
                </a:cubicBezTo>
                <a:cubicBezTo>
                  <a:pt x="2852520" y="71339"/>
                  <a:pt x="2851981" y="76748"/>
                  <a:pt x="2851981" y="83153"/>
                </a:cubicBezTo>
                <a:lnTo>
                  <a:pt x="2851981" y="125617"/>
                </a:lnTo>
                <a:lnTo>
                  <a:pt x="2827359" y="125617"/>
                </a:lnTo>
                <a:lnTo>
                  <a:pt x="2827359" y="35360"/>
                </a:lnTo>
                <a:lnTo>
                  <a:pt x="2846169" y="35360"/>
                </a:lnTo>
                <a:lnTo>
                  <a:pt x="2849479" y="46905"/>
                </a:lnTo>
                <a:lnTo>
                  <a:pt x="2850851" y="46905"/>
                </a:lnTo>
                <a:cubicBezTo>
                  <a:pt x="2852681" y="43783"/>
                  <a:pt x="2854968" y="41254"/>
                  <a:pt x="2857713" y="39316"/>
                </a:cubicBezTo>
                <a:cubicBezTo>
                  <a:pt x="2860512" y="37378"/>
                  <a:pt x="2863580" y="35952"/>
                  <a:pt x="2866917" y="35037"/>
                </a:cubicBezTo>
                <a:cubicBezTo>
                  <a:pt x="2870253" y="34122"/>
                  <a:pt x="2873644" y="33665"/>
                  <a:pt x="2877089" y="33665"/>
                </a:cubicBezTo>
                <a:cubicBezTo>
                  <a:pt x="2883709" y="33665"/>
                  <a:pt x="2889306" y="34741"/>
                  <a:pt x="2893881" y="36894"/>
                </a:cubicBezTo>
                <a:cubicBezTo>
                  <a:pt x="2898509" y="39047"/>
                  <a:pt x="2902062" y="42384"/>
                  <a:pt x="2904537" y="46905"/>
                </a:cubicBezTo>
                <a:lnTo>
                  <a:pt x="2906717" y="46905"/>
                </a:lnTo>
                <a:cubicBezTo>
                  <a:pt x="2909408" y="42276"/>
                  <a:pt x="2913202" y="38912"/>
                  <a:pt x="2918100" y="36813"/>
                </a:cubicBezTo>
                <a:cubicBezTo>
                  <a:pt x="2923052" y="34714"/>
                  <a:pt x="2928138" y="33665"/>
                  <a:pt x="2933358" y="336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A2CE52-BBF6-4652-A6DB-C45977F4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627" y="2019491"/>
            <a:ext cx="1864959" cy="117445"/>
          </a:xfrm>
          <a:custGeom xmlns:a="http://schemas.openxmlformats.org/drawingml/2006/main">
            <a:pathLst>
              <a:path w="1864959" h="117445">
                <a:moveTo>
                  <a:pt x="0" y="115954"/>
                </a:moveTo>
                <a:close/>
                <a:moveTo>
                  <a:pt x="78023" y="85699"/>
                </a:moveTo>
                <a:cubicBezTo>
                  <a:pt x="78023" y="92157"/>
                  <a:pt x="76458" y="97771"/>
                  <a:pt x="73329" y="102541"/>
                </a:cubicBezTo>
                <a:cubicBezTo>
                  <a:pt x="70199" y="107310"/>
                  <a:pt x="65628" y="110986"/>
                  <a:pt x="59617" y="113570"/>
                </a:cubicBezTo>
                <a:cubicBezTo>
                  <a:pt x="53655" y="116153"/>
                  <a:pt x="46402" y="117445"/>
                  <a:pt x="37857" y="117445"/>
                </a:cubicBezTo>
                <a:cubicBezTo>
                  <a:pt x="34081" y="117445"/>
                  <a:pt x="30380" y="117196"/>
                  <a:pt x="26753" y="116700"/>
                </a:cubicBezTo>
                <a:cubicBezTo>
                  <a:pt x="23176" y="116203"/>
                  <a:pt x="19723" y="115482"/>
                  <a:pt x="16395" y="114539"/>
                </a:cubicBezTo>
                <a:cubicBezTo>
                  <a:pt x="13116" y="113545"/>
                  <a:pt x="9986" y="112328"/>
                  <a:pt x="7005" y="110887"/>
                </a:cubicBezTo>
                <a:lnTo>
                  <a:pt x="7005" y="89425"/>
                </a:lnTo>
                <a:cubicBezTo>
                  <a:pt x="12172" y="91710"/>
                  <a:pt x="17537" y="93772"/>
                  <a:pt x="23101" y="95610"/>
                </a:cubicBezTo>
                <a:cubicBezTo>
                  <a:pt x="28666" y="97448"/>
                  <a:pt x="34180" y="98368"/>
                  <a:pt x="39645" y="98368"/>
                </a:cubicBezTo>
                <a:cubicBezTo>
                  <a:pt x="43421" y="98368"/>
                  <a:pt x="46451" y="97871"/>
                  <a:pt x="48737" y="96877"/>
                </a:cubicBezTo>
                <a:cubicBezTo>
                  <a:pt x="51072" y="95883"/>
                  <a:pt x="52761" y="94517"/>
                  <a:pt x="53804" y="92778"/>
                </a:cubicBezTo>
                <a:cubicBezTo>
                  <a:pt x="54847" y="91040"/>
                  <a:pt x="55369" y="89052"/>
                  <a:pt x="55369" y="86817"/>
                </a:cubicBezTo>
                <a:cubicBezTo>
                  <a:pt x="55369" y="84084"/>
                  <a:pt x="54450" y="81749"/>
                  <a:pt x="52612" y="79812"/>
                </a:cubicBezTo>
                <a:cubicBezTo>
                  <a:pt x="50774" y="77874"/>
                  <a:pt x="48240" y="76061"/>
                  <a:pt x="45011" y="74372"/>
                </a:cubicBezTo>
                <a:cubicBezTo>
                  <a:pt x="41831" y="72683"/>
                  <a:pt x="38229" y="70869"/>
                  <a:pt x="34205" y="68932"/>
                </a:cubicBezTo>
                <a:cubicBezTo>
                  <a:pt x="31671" y="67739"/>
                  <a:pt x="28914" y="66299"/>
                  <a:pt x="25933" y="64610"/>
                </a:cubicBezTo>
                <a:cubicBezTo>
                  <a:pt x="22952" y="62871"/>
                  <a:pt x="20121" y="60759"/>
                  <a:pt x="17438" y="58275"/>
                </a:cubicBezTo>
                <a:cubicBezTo>
                  <a:pt x="14755" y="55791"/>
                  <a:pt x="12544" y="52786"/>
                  <a:pt x="10806" y="49258"/>
                </a:cubicBezTo>
                <a:cubicBezTo>
                  <a:pt x="9116" y="45681"/>
                  <a:pt x="8272" y="41409"/>
                  <a:pt x="8272" y="36441"/>
                </a:cubicBezTo>
                <a:cubicBezTo>
                  <a:pt x="8272" y="29933"/>
                  <a:pt x="9762" y="24368"/>
                  <a:pt x="12743" y="19748"/>
                </a:cubicBezTo>
                <a:cubicBezTo>
                  <a:pt x="15724" y="15128"/>
                  <a:pt x="19972" y="11600"/>
                  <a:pt x="25486" y="9166"/>
                </a:cubicBezTo>
                <a:cubicBezTo>
                  <a:pt x="31050" y="6682"/>
                  <a:pt x="37608" y="5440"/>
                  <a:pt x="45160" y="5440"/>
                </a:cubicBezTo>
                <a:cubicBezTo>
                  <a:pt x="50823" y="5440"/>
                  <a:pt x="56214" y="6111"/>
                  <a:pt x="61331" y="7452"/>
                </a:cubicBezTo>
                <a:cubicBezTo>
                  <a:pt x="66497" y="8744"/>
                  <a:pt x="71888" y="10632"/>
                  <a:pt x="77502" y="13116"/>
                </a:cubicBezTo>
                <a:lnTo>
                  <a:pt x="70050" y="31075"/>
                </a:lnTo>
                <a:cubicBezTo>
                  <a:pt x="65032" y="29038"/>
                  <a:pt x="60536" y="27473"/>
                  <a:pt x="56561" y="26380"/>
                </a:cubicBezTo>
                <a:cubicBezTo>
                  <a:pt x="52587" y="25238"/>
                  <a:pt x="48538" y="24666"/>
                  <a:pt x="44414" y="24666"/>
                </a:cubicBezTo>
                <a:cubicBezTo>
                  <a:pt x="41533" y="24666"/>
                  <a:pt x="39074" y="25138"/>
                  <a:pt x="37037" y="26082"/>
                </a:cubicBezTo>
                <a:cubicBezTo>
                  <a:pt x="35000" y="26977"/>
                  <a:pt x="33460" y="28268"/>
                  <a:pt x="32417" y="29957"/>
                </a:cubicBezTo>
                <a:cubicBezTo>
                  <a:pt x="31373" y="31597"/>
                  <a:pt x="30852" y="33510"/>
                  <a:pt x="30852" y="35695"/>
                </a:cubicBezTo>
                <a:cubicBezTo>
                  <a:pt x="30852" y="38279"/>
                  <a:pt x="31597" y="40465"/>
                  <a:pt x="33087" y="42253"/>
                </a:cubicBezTo>
                <a:cubicBezTo>
                  <a:pt x="34627" y="43992"/>
                  <a:pt x="36913" y="45681"/>
                  <a:pt x="39943" y="47321"/>
                </a:cubicBezTo>
                <a:cubicBezTo>
                  <a:pt x="43023" y="48960"/>
                  <a:pt x="46849" y="50873"/>
                  <a:pt x="51419" y="53059"/>
                </a:cubicBezTo>
                <a:cubicBezTo>
                  <a:pt x="56984" y="55692"/>
                  <a:pt x="61728" y="58449"/>
                  <a:pt x="65653" y="61331"/>
                </a:cubicBezTo>
                <a:cubicBezTo>
                  <a:pt x="69627" y="64162"/>
                  <a:pt x="72683" y="67516"/>
                  <a:pt x="74819" y="71391"/>
                </a:cubicBezTo>
                <a:cubicBezTo>
                  <a:pt x="76955" y="75216"/>
                  <a:pt x="78023" y="79986"/>
                  <a:pt x="78023" y="85699"/>
                </a:cubicBezTo>
                <a:close/>
                <a:moveTo>
                  <a:pt x="84060" y="115954"/>
                </a:moveTo>
                <a:close/>
                <a:moveTo>
                  <a:pt x="130337" y="31075"/>
                </a:moveTo>
                <a:cubicBezTo>
                  <a:pt x="138037" y="31075"/>
                  <a:pt x="144670" y="32566"/>
                  <a:pt x="150234" y="35546"/>
                </a:cubicBezTo>
                <a:cubicBezTo>
                  <a:pt x="155798" y="38478"/>
                  <a:pt x="160096" y="42750"/>
                  <a:pt x="163126" y="48364"/>
                </a:cubicBezTo>
                <a:cubicBezTo>
                  <a:pt x="166157" y="53978"/>
                  <a:pt x="167672" y="60834"/>
                  <a:pt x="167672" y="68932"/>
                </a:cubicBezTo>
                <a:lnTo>
                  <a:pt x="167672" y="79961"/>
                </a:lnTo>
                <a:lnTo>
                  <a:pt x="113942" y="79961"/>
                </a:lnTo>
                <a:cubicBezTo>
                  <a:pt x="114191" y="86370"/>
                  <a:pt x="116103" y="91412"/>
                  <a:pt x="119680" y="95089"/>
                </a:cubicBezTo>
                <a:cubicBezTo>
                  <a:pt x="123307" y="98715"/>
                  <a:pt x="128325" y="100529"/>
                  <a:pt x="134734" y="100529"/>
                </a:cubicBezTo>
                <a:cubicBezTo>
                  <a:pt x="140050" y="100529"/>
                  <a:pt x="144918" y="99982"/>
                  <a:pt x="149340" y="98889"/>
                </a:cubicBezTo>
                <a:cubicBezTo>
                  <a:pt x="153761" y="97796"/>
                  <a:pt x="158307" y="96157"/>
                  <a:pt x="162977" y="93971"/>
                </a:cubicBezTo>
                <a:lnTo>
                  <a:pt x="162977" y="111558"/>
                </a:lnTo>
                <a:cubicBezTo>
                  <a:pt x="158854" y="113595"/>
                  <a:pt x="154531" y="115085"/>
                  <a:pt x="150010" y="116029"/>
                </a:cubicBezTo>
                <a:cubicBezTo>
                  <a:pt x="145539" y="116973"/>
                  <a:pt x="140099" y="117445"/>
                  <a:pt x="133690" y="117445"/>
                </a:cubicBezTo>
                <a:cubicBezTo>
                  <a:pt x="125344" y="117445"/>
                  <a:pt x="117942" y="115905"/>
                  <a:pt x="111483" y="112825"/>
                </a:cubicBezTo>
                <a:cubicBezTo>
                  <a:pt x="105074" y="109744"/>
                  <a:pt x="100032" y="105050"/>
                  <a:pt x="96355" y="98740"/>
                </a:cubicBezTo>
                <a:cubicBezTo>
                  <a:pt x="92729" y="92431"/>
                  <a:pt x="90915" y="84482"/>
                  <a:pt x="90915" y="74893"/>
                </a:cubicBezTo>
                <a:cubicBezTo>
                  <a:pt x="90915" y="65156"/>
                  <a:pt x="92555" y="57058"/>
                  <a:pt x="95834" y="50600"/>
                </a:cubicBezTo>
                <a:cubicBezTo>
                  <a:pt x="99162" y="44092"/>
                  <a:pt x="103783" y="39223"/>
                  <a:pt x="109695" y="35994"/>
                </a:cubicBezTo>
                <a:cubicBezTo>
                  <a:pt x="115607" y="32715"/>
                  <a:pt x="122487" y="31075"/>
                  <a:pt x="130337" y="31075"/>
                </a:cubicBezTo>
                <a:close/>
                <a:moveTo>
                  <a:pt x="130486" y="47246"/>
                </a:moveTo>
                <a:cubicBezTo>
                  <a:pt x="126064" y="47246"/>
                  <a:pt x="122388" y="48662"/>
                  <a:pt x="119457" y="51494"/>
                </a:cubicBezTo>
                <a:cubicBezTo>
                  <a:pt x="116575" y="54326"/>
                  <a:pt x="114911" y="58772"/>
                  <a:pt x="114464" y="64833"/>
                </a:cubicBezTo>
                <a:lnTo>
                  <a:pt x="146359" y="64833"/>
                </a:lnTo>
                <a:cubicBezTo>
                  <a:pt x="146309" y="61455"/>
                  <a:pt x="145688" y="58449"/>
                  <a:pt x="144496" y="55816"/>
                </a:cubicBezTo>
                <a:cubicBezTo>
                  <a:pt x="143353" y="53183"/>
                  <a:pt x="141614" y="51096"/>
                  <a:pt x="139279" y="49556"/>
                </a:cubicBezTo>
                <a:cubicBezTo>
                  <a:pt x="136994" y="48016"/>
                  <a:pt x="134063" y="47246"/>
                  <a:pt x="130486" y="47246"/>
                </a:cubicBezTo>
                <a:close/>
                <a:moveTo>
                  <a:pt x="174230" y="115954"/>
                </a:moveTo>
                <a:close/>
                <a:moveTo>
                  <a:pt x="208882" y="115954"/>
                </a:moveTo>
                <a:lnTo>
                  <a:pt x="186153" y="115954"/>
                </a:lnTo>
                <a:lnTo>
                  <a:pt x="186153" y="0"/>
                </a:lnTo>
                <a:lnTo>
                  <a:pt x="208882" y="0"/>
                </a:lnTo>
                <a:lnTo>
                  <a:pt x="208882" y="115954"/>
                </a:lnTo>
                <a:close/>
                <a:moveTo>
                  <a:pt x="220880" y="115954"/>
                </a:moveTo>
                <a:close/>
                <a:moveTo>
                  <a:pt x="267157" y="31075"/>
                </a:moveTo>
                <a:cubicBezTo>
                  <a:pt x="274858" y="31075"/>
                  <a:pt x="281490" y="32566"/>
                  <a:pt x="287054" y="35546"/>
                </a:cubicBezTo>
                <a:cubicBezTo>
                  <a:pt x="292619" y="38478"/>
                  <a:pt x="296916" y="42750"/>
                  <a:pt x="299946" y="48364"/>
                </a:cubicBezTo>
                <a:cubicBezTo>
                  <a:pt x="302977" y="53978"/>
                  <a:pt x="304492" y="60834"/>
                  <a:pt x="304492" y="68932"/>
                </a:cubicBezTo>
                <a:lnTo>
                  <a:pt x="304492" y="79961"/>
                </a:lnTo>
                <a:lnTo>
                  <a:pt x="250763" y="79961"/>
                </a:lnTo>
                <a:cubicBezTo>
                  <a:pt x="251011" y="86370"/>
                  <a:pt x="252924" y="91412"/>
                  <a:pt x="256501" y="95089"/>
                </a:cubicBezTo>
                <a:cubicBezTo>
                  <a:pt x="260127" y="98715"/>
                  <a:pt x="265145" y="100529"/>
                  <a:pt x="271554" y="100529"/>
                </a:cubicBezTo>
                <a:cubicBezTo>
                  <a:pt x="276870" y="100529"/>
                  <a:pt x="281739" y="99982"/>
                  <a:pt x="286160" y="98889"/>
                </a:cubicBezTo>
                <a:cubicBezTo>
                  <a:pt x="290582" y="97796"/>
                  <a:pt x="295127" y="96157"/>
                  <a:pt x="299797" y="93971"/>
                </a:cubicBezTo>
                <a:lnTo>
                  <a:pt x="299797" y="111558"/>
                </a:lnTo>
                <a:cubicBezTo>
                  <a:pt x="295674" y="113595"/>
                  <a:pt x="291352" y="115085"/>
                  <a:pt x="286831" y="116029"/>
                </a:cubicBezTo>
                <a:cubicBezTo>
                  <a:pt x="282360" y="116973"/>
                  <a:pt x="276920" y="117445"/>
                  <a:pt x="270511" y="117445"/>
                </a:cubicBezTo>
                <a:cubicBezTo>
                  <a:pt x="262164" y="117445"/>
                  <a:pt x="254762" y="115905"/>
                  <a:pt x="248303" y="112825"/>
                </a:cubicBezTo>
                <a:cubicBezTo>
                  <a:pt x="241895" y="109744"/>
                  <a:pt x="236852" y="105050"/>
                  <a:pt x="233176" y="98740"/>
                </a:cubicBezTo>
                <a:cubicBezTo>
                  <a:pt x="229549" y="92431"/>
                  <a:pt x="227736" y="84482"/>
                  <a:pt x="227736" y="74893"/>
                </a:cubicBezTo>
                <a:cubicBezTo>
                  <a:pt x="227736" y="65156"/>
                  <a:pt x="229375" y="57058"/>
                  <a:pt x="232654" y="50600"/>
                </a:cubicBezTo>
                <a:cubicBezTo>
                  <a:pt x="235983" y="44092"/>
                  <a:pt x="240603" y="39223"/>
                  <a:pt x="246515" y="35994"/>
                </a:cubicBezTo>
                <a:cubicBezTo>
                  <a:pt x="252427" y="32715"/>
                  <a:pt x="259308" y="31075"/>
                  <a:pt x="267157" y="31075"/>
                </a:cubicBezTo>
                <a:close/>
                <a:moveTo>
                  <a:pt x="267306" y="47246"/>
                </a:moveTo>
                <a:cubicBezTo>
                  <a:pt x="262885" y="47246"/>
                  <a:pt x="259208" y="48662"/>
                  <a:pt x="256277" y="51494"/>
                </a:cubicBezTo>
                <a:cubicBezTo>
                  <a:pt x="253396" y="54326"/>
                  <a:pt x="251731" y="58772"/>
                  <a:pt x="251284" y="64833"/>
                </a:cubicBezTo>
                <a:lnTo>
                  <a:pt x="283179" y="64833"/>
                </a:lnTo>
                <a:cubicBezTo>
                  <a:pt x="283130" y="61455"/>
                  <a:pt x="282509" y="58449"/>
                  <a:pt x="281316" y="55816"/>
                </a:cubicBezTo>
                <a:cubicBezTo>
                  <a:pt x="280174" y="53183"/>
                  <a:pt x="278435" y="51096"/>
                  <a:pt x="276100" y="49556"/>
                </a:cubicBezTo>
                <a:cubicBezTo>
                  <a:pt x="273814" y="48016"/>
                  <a:pt x="270883" y="47246"/>
                  <a:pt x="267306" y="47246"/>
                </a:cubicBezTo>
                <a:close/>
                <a:moveTo>
                  <a:pt x="311050" y="115954"/>
                </a:moveTo>
                <a:close/>
                <a:moveTo>
                  <a:pt x="356806" y="117445"/>
                </a:moveTo>
                <a:cubicBezTo>
                  <a:pt x="348559" y="117445"/>
                  <a:pt x="341529" y="115954"/>
                  <a:pt x="335716" y="112974"/>
                </a:cubicBezTo>
                <a:cubicBezTo>
                  <a:pt x="329904" y="109943"/>
                  <a:pt x="325482" y="105273"/>
                  <a:pt x="322452" y="98964"/>
                </a:cubicBezTo>
                <a:cubicBezTo>
                  <a:pt x="319421" y="92654"/>
                  <a:pt x="317906" y="84581"/>
                  <a:pt x="317906" y="74744"/>
                </a:cubicBezTo>
                <a:cubicBezTo>
                  <a:pt x="317906" y="64560"/>
                  <a:pt x="319620" y="56263"/>
                  <a:pt x="323048" y="49854"/>
                </a:cubicBezTo>
                <a:cubicBezTo>
                  <a:pt x="326526" y="43396"/>
                  <a:pt x="331320" y="38651"/>
                  <a:pt x="337430" y="35621"/>
                </a:cubicBezTo>
                <a:cubicBezTo>
                  <a:pt x="343591" y="32590"/>
                  <a:pt x="350720" y="31075"/>
                  <a:pt x="358818" y="31075"/>
                </a:cubicBezTo>
                <a:cubicBezTo>
                  <a:pt x="364581" y="31075"/>
                  <a:pt x="369549" y="31647"/>
                  <a:pt x="373722" y="32789"/>
                </a:cubicBezTo>
                <a:cubicBezTo>
                  <a:pt x="377945" y="33882"/>
                  <a:pt x="381621" y="35199"/>
                  <a:pt x="384751" y="36739"/>
                </a:cubicBezTo>
                <a:lnTo>
                  <a:pt x="378044" y="54326"/>
                </a:lnTo>
                <a:cubicBezTo>
                  <a:pt x="374467" y="52885"/>
                  <a:pt x="371139" y="51717"/>
                  <a:pt x="368059" y="50823"/>
                </a:cubicBezTo>
                <a:cubicBezTo>
                  <a:pt x="364978" y="49879"/>
                  <a:pt x="361898" y="49407"/>
                  <a:pt x="358818" y="49407"/>
                </a:cubicBezTo>
                <a:cubicBezTo>
                  <a:pt x="354843" y="49407"/>
                  <a:pt x="351540" y="50351"/>
                  <a:pt x="348907" y="52239"/>
                </a:cubicBezTo>
                <a:cubicBezTo>
                  <a:pt x="346274" y="54077"/>
                  <a:pt x="344311" y="56859"/>
                  <a:pt x="343019" y="60585"/>
                </a:cubicBezTo>
                <a:cubicBezTo>
                  <a:pt x="341728" y="64311"/>
                  <a:pt x="341082" y="68981"/>
                  <a:pt x="341082" y="74595"/>
                </a:cubicBezTo>
                <a:cubicBezTo>
                  <a:pt x="341082" y="80110"/>
                  <a:pt x="341777" y="84681"/>
                  <a:pt x="343169" y="88307"/>
                </a:cubicBezTo>
                <a:cubicBezTo>
                  <a:pt x="344560" y="91934"/>
                  <a:pt x="346572" y="94641"/>
                  <a:pt x="349205" y="96430"/>
                </a:cubicBezTo>
                <a:cubicBezTo>
                  <a:pt x="351838" y="98169"/>
                  <a:pt x="355042" y="99038"/>
                  <a:pt x="358818" y="99038"/>
                </a:cubicBezTo>
                <a:cubicBezTo>
                  <a:pt x="363538" y="99038"/>
                  <a:pt x="367736" y="98417"/>
                  <a:pt x="371412" y="97175"/>
                </a:cubicBezTo>
                <a:cubicBezTo>
                  <a:pt x="375088" y="95883"/>
                  <a:pt x="378665" y="94095"/>
                  <a:pt x="382143" y="91810"/>
                </a:cubicBezTo>
                <a:lnTo>
                  <a:pt x="382143" y="111260"/>
                </a:lnTo>
                <a:cubicBezTo>
                  <a:pt x="378665" y="113446"/>
                  <a:pt x="375014" y="115011"/>
                  <a:pt x="371188" y="115954"/>
                </a:cubicBezTo>
                <a:cubicBezTo>
                  <a:pt x="367413" y="116948"/>
                  <a:pt x="362618" y="117445"/>
                  <a:pt x="356806" y="117445"/>
                </a:cubicBezTo>
                <a:close/>
                <a:moveTo>
                  <a:pt x="389595" y="115954"/>
                </a:moveTo>
                <a:close/>
                <a:moveTo>
                  <a:pt x="436618" y="99336"/>
                </a:moveTo>
                <a:cubicBezTo>
                  <a:pt x="439102" y="99336"/>
                  <a:pt x="441511" y="99088"/>
                  <a:pt x="443846" y="98591"/>
                </a:cubicBezTo>
                <a:cubicBezTo>
                  <a:pt x="446231" y="98094"/>
                  <a:pt x="448591" y="97473"/>
                  <a:pt x="450926" y="96728"/>
                </a:cubicBezTo>
                <a:lnTo>
                  <a:pt x="450926" y="113644"/>
                </a:lnTo>
                <a:cubicBezTo>
                  <a:pt x="448491" y="114737"/>
                  <a:pt x="445461" y="115632"/>
                  <a:pt x="441834" y="116327"/>
                </a:cubicBezTo>
                <a:cubicBezTo>
                  <a:pt x="438257" y="117072"/>
                  <a:pt x="434332" y="117445"/>
                  <a:pt x="430060" y="117445"/>
                </a:cubicBezTo>
                <a:cubicBezTo>
                  <a:pt x="425092" y="117445"/>
                  <a:pt x="420621" y="116650"/>
                  <a:pt x="416646" y="115060"/>
                </a:cubicBezTo>
                <a:cubicBezTo>
                  <a:pt x="412721" y="113421"/>
                  <a:pt x="409616" y="110614"/>
                  <a:pt x="407331" y="106639"/>
                </a:cubicBezTo>
                <a:cubicBezTo>
                  <a:pt x="405095" y="102615"/>
                  <a:pt x="403978" y="97026"/>
                  <a:pt x="403978" y="89872"/>
                </a:cubicBezTo>
                <a:lnTo>
                  <a:pt x="403978" y="49705"/>
                </a:lnTo>
                <a:lnTo>
                  <a:pt x="393098" y="49705"/>
                </a:lnTo>
                <a:lnTo>
                  <a:pt x="393098" y="40092"/>
                </a:lnTo>
                <a:lnTo>
                  <a:pt x="405617" y="32491"/>
                </a:lnTo>
                <a:lnTo>
                  <a:pt x="412175" y="14904"/>
                </a:lnTo>
                <a:lnTo>
                  <a:pt x="426706" y="14904"/>
                </a:lnTo>
                <a:lnTo>
                  <a:pt x="426706" y="32640"/>
                </a:lnTo>
                <a:lnTo>
                  <a:pt x="450031" y="32640"/>
                </a:lnTo>
                <a:lnTo>
                  <a:pt x="450031" y="49705"/>
                </a:lnTo>
                <a:lnTo>
                  <a:pt x="426706" y="49705"/>
                </a:lnTo>
                <a:lnTo>
                  <a:pt x="426706" y="89872"/>
                </a:lnTo>
                <a:cubicBezTo>
                  <a:pt x="426706" y="93052"/>
                  <a:pt x="427601" y="95436"/>
                  <a:pt x="429389" y="97026"/>
                </a:cubicBezTo>
                <a:cubicBezTo>
                  <a:pt x="431227" y="98566"/>
                  <a:pt x="433637" y="99336"/>
                  <a:pt x="436618" y="99336"/>
                </a:cubicBezTo>
                <a:close/>
                <a:moveTo>
                  <a:pt x="455919" y="115954"/>
                </a:moveTo>
                <a:close/>
                <a:moveTo>
                  <a:pt x="502196" y="31075"/>
                </a:moveTo>
                <a:cubicBezTo>
                  <a:pt x="509897" y="31075"/>
                  <a:pt x="516529" y="32566"/>
                  <a:pt x="522093" y="35546"/>
                </a:cubicBezTo>
                <a:cubicBezTo>
                  <a:pt x="527657" y="38478"/>
                  <a:pt x="531955" y="42750"/>
                  <a:pt x="534985" y="48364"/>
                </a:cubicBezTo>
                <a:cubicBezTo>
                  <a:pt x="538016" y="53978"/>
                  <a:pt x="539531" y="60834"/>
                  <a:pt x="539531" y="68932"/>
                </a:cubicBezTo>
                <a:lnTo>
                  <a:pt x="539531" y="79961"/>
                </a:lnTo>
                <a:lnTo>
                  <a:pt x="485801" y="79961"/>
                </a:lnTo>
                <a:cubicBezTo>
                  <a:pt x="486050" y="86370"/>
                  <a:pt x="487963" y="91412"/>
                  <a:pt x="491540" y="95089"/>
                </a:cubicBezTo>
                <a:cubicBezTo>
                  <a:pt x="495166" y="98715"/>
                  <a:pt x="500184" y="100529"/>
                  <a:pt x="506593" y="100529"/>
                </a:cubicBezTo>
                <a:cubicBezTo>
                  <a:pt x="511909" y="100529"/>
                  <a:pt x="516777" y="99982"/>
                  <a:pt x="521199" y="98889"/>
                </a:cubicBezTo>
                <a:cubicBezTo>
                  <a:pt x="525620" y="97796"/>
                  <a:pt x="530166" y="96157"/>
                  <a:pt x="534836" y="93971"/>
                </a:cubicBezTo>
                <a:lnTo>
                  <a:pt x="534836" y="111558"/>
                </a:lnTo>
                <a:cubicBezTo>
                  <a:pt x="530713" y="113595"/>
                  <a:pt x="526390" y="115085"/>
                  <a:pt x="521870" y="116029"/>
                </a:cubicBezTo>
                <a:cubicBezTo>
                  <a:pt x="517398" y="116973"/>
                  <a:pt x="511958" y="117445"/>
                  <a:pt x="505549" y="117445"/>
                </a:cubicBezTo>
                <a:cubicBezTo>
                  <a:pt x="497203" y="117445"/>
                  <a:pt x="489801" y="115905"/>
                  <a:pt x="483342" y="112825"/>
                </a:cubicBezTo>
                <a:cubicBezTo>
                  <a:pt x="476933" y="109744"/>
                  <a:pt x="471891" y="105050"/>
                  <a:pt x="468215" y="98740"/>
                </a:cubicBezTo>
                <a:cubicBezTo>
                  <a:pt x="464588" y="92431"/>
                  <a:pt x="462775" y="84482"/>
                  <a:pt x="462775" y="74893"/>
                </a:cubicBezTo>
                <a:cubicBezTo>
                  <a:pt x="462775" y="65156"/>
                  <a:pt x="464414" y="57058"/>
                  <a:pt x="467693" y="50600"/>
                </a:cubicBezTo>
                <a:cubicBezTo>
                  <a:pt x="471021" y="44092"/>
                  <a:pt x="475642" y="39223"/>
                  <a:pt x="481554" y="35994"/>
                </a:cubicBezTo>
                <a:cubicBezTo>
                  <a:pt x="487466" y="32715"/>
                  <a:pt x="494346" y="31075"/>
                  <a:pt x="502196" y="31075"/>
                </a:cubicBezTo>
                <a:close/>
                <a:moveTo>
                  <a:pt x="502345" y="47246"/>
                </a:moveTo>
                <a:cubicBezTo>
                  <a:pt x="497923" y="47246"/>
                  <a:pt x="494247" y="48662"/>
                  <a:pt x="491316" y="51494"/>
                </a:cubicBezTo>
                <a:cubicBezTo>
                  <a:pt x="488435" y="54326"/>
                  <a:pt x="486770" y="58772"/>
                  <a:pt x="486323" y="64833"/>
                </a:cubicBezTo>
                <a:lnTo>
                  <a:pt x="518218" y="64833"/>
                </a:lnTo>
                <a:cubicBezTo>
                  <a:pt x="518168" y="61455"/>
                  <a:pt x="517547" y="58449"/>
                  <a:pt x="516355" y="55816"/>
                </a:cubicBezTo>
                <a:cubicBezTo>
                  <a:pt x="515212" y="53183"/>
                  <a:pt x="513474" y="51096"/>
                  <a:pt x="511139" y="49556"/>
                </a:cubicBezTo>
                <a:cubicBezTo>
                  <a:pt x="508853" y="48016"/>
                  <a:pt x="505922" y="47246"/>
                  <a:pt x="502345" y="47246"/>
                </a:cubicBezTo>
                <a:close/>
                <a:moveTo>
                  <a:pt x="546089" y="115954"/>
                </a:moveTo>
                <a:close/>
                <a:moveTo>
                  <a:pt x="584393" y="117445"/>
                </a:moveTo>
                <a:cubicBezTo>
                  <a:pt x="575102" y="117445"/>
                  <a:pt x="567526" y="113818"/>
                  <a:pt x="561664" y="106565"/>
                </a:cubicBezTo>
                <a:cubicBezTo>
                  <a:pt x="555851" y="99262"/>
                  <a:pt x="552945" y="88556"/>
                  <a:pt x="552945" y="74446"/>
                </a:cubicBezTo>
                <a:cubicBezTo>
                  <a:pt x="552945" y="60188"/>
                  <a:pt x="555901" y="49407"/>
                  <a:pt x="561813" y="42104"/>
                </a:cubicBezTo>
                <a:cubicBezTo>
                  <a:pt x="567725" y="34752"/>
                  <a:pt x="575450" y="31075"/>
                  <a:pt x="584989" y="31075"/>
                </a:cubicBezTo>
                <a:cubicBezTo>
                  <a:pt x="588963" y="31075"/>
                  <a:pt x="592466" y="31622"/>
                  <a:pt x="595496" y="32715"/>
                </a:cubicBezTo>
                <a:cubicBezTo>
                  <a:pt x="598527" y="33808"/>
                  <a:pt x="601135" y="35273"/>
                  <a:pt x="603321" y="37111"/>
                </a:cubicBezTo>
                <a:cubicBezTo>
                  <a:pt x="605556" y="38950"/>
                  <a:pt x="607444" y="41011"/>
                  <a:pt x="608984" y="43297"/>
                </a:cubicBezTo>
                <a:lnTo>
                  <a:pt x="609730" y="43297"/>
                </a:lnTo>
                <a:cubicBezTo>
                  <a:pt x="609432" y="41707"/>
                  <a:pt x="609059" y="39372"/>
                  <a:pt x="608612" y="36292"/>
                </a:cubicBezTo>
                <a:cubicBezTo>
                  <a:pt x="608214" y="33162"/>
                  <a:pt x="608016" y="29957"/>
                  <a:pt x="608016" y="26678"/>
                </a:cubicBezTo>
                <a:lnTo>
                  <a:pt x="608016" y="0"/>
                </a:lnTo>
                <a:lnTo>
                  <a:pt x="630819" y="0"/>
                </a:lnTo>
                <a:lnTo>
                  <a:pt x="630819" y="115954"/>
                </a:lnTo>
                <a:lnTo>
                  <a:pt x="613381" y="115954"/>
                </a:lnTo>
                <a:lnTo>
                  <a:pt x="608984" y="105149"/>
                </a:lnTo>
                <a:lnTo>
                  <a:pt x="608016" y="105149"/>
                </a:lnTo>
                <a:cubicBezTo>
                  <a:pt x="606575" y="107434"/>
                  <a:pt x="604762" y="109521"/>
                  <a:pt x="602576" y="111409"/>
                </a:cubicBezTo>
                <a:cubicBezTo>
                  <a:pt x="600439" y="113247"/>
                  <a:pt x="597881" y="114712"/>
                  <a:pt x="594900" y="115805"/>
                </a:cubicBezTo>
                <a:cubicBezTo>
                  <a:pt x="591919" y="116898"/>
                  <a:pt x="588417" y="117445"/>
                  <a:pt x="584393" y="117445"/>
                </a:cubicBezTo>
                <a:close/>
                <a:moveTo>
                  <a:pt x="592366" y="99336"/>
                </a:moveTo>
                <a:cubicBezTo>
                  <a:pt x="598576" y="99336"/>
                  <a:pt x="602948" y="97498"/>
                  <a:pt x="605482" y="93822"/>
                </a:cubicBezTo>
                <a:cubicBezTo>
                  <a:pt x="608065" y="90096"/>
                  <a:pt x="609432" y="84507"/>
                  <a:pt x="609581" y="77055"/>
                </a:cubicBezTo>
                <a:lnTo>
                  <a:pt x="609581" y="74595"/>
                </a:lnTo>
                <a:cubicBezTo>
                  <a:pt x="609581" y="66497"/>
                  <a:pt x="608339" y="60312"/>
                  <a:pt x="605855" y="56040"/>
                </a:cubicBezTo>
                <a:cubicBezTo>
                  <a:pt x="603371" y="51717"/>
                  <a:pt x="598750" y="49556"/>
                  <a:pt x="591994" y="49556"/>
                </a:cubicBezTo>
                <a:cubicBezTo>
                  <a:pt x="586976" y="49556"/>
                  <a:pt x="583051" y="51717"/>
                  <a:pt x="580219" y="56040"/>
                </a:cubicBezTo>
                <a:cubicBezTo>
                  <a:pt x="577388" y="60362"/>
                  <a:pt x="575972" y="66597"/>
                  <a:pt x="575972" y="74744"/>
                </a:cubicBezTo>
                <a:cubicBezTo>
                  <a:pt x="575972" y="82892"/>
                  <a:pt x="577388" y="89028"/>
                  <a:pt x="580219" y="93151"/>
                </a:cubicBezTo>
                <a:cubicBezTo>
                  <a:pt x="583101" y="97275"/>
                  <a:pt x="587150" y="99336"/>
                  <a:pt x="592366" y="99336"/>
                </a:cubicBezTo>
                <a:close/>
                <a:moveTo>
                  <a:pt x="682313" y="115954"/>
                </a:moveTo>
                <a:close/>
                <a:moveTo>
                  <a:pt x="762721" y="115954"/>
                </a:moveTo>
                <a:lnTo>
                  <a:pt x="754822" y="90021"/>
                </a:lnTo>
                <a:lnTo>
                  <a:pt x="715102" y="90021"/>
                </a:lnTo>
                <a:lnTo>
                  <a:pt x="707203" y="115954"/>
                </a:lnTo>
                <a:lnTo>
                  <a:pt x="682313" y="115954"/>
                </a:lnTo>
                <a:lnTo>
                  <a:pt x="720766" y="6558"/>
                </a:lnTo>
                <a:lnTo>
                  <a:pt x="749009" y="6558"/>
                </a:lnTo>
                <a:lnTo>
                  <a:pt x="787611" y="115954"/>
                </a:lnTo>
                <a:lnTo>
                  <a:pt x="762721" y="115954"/>
                </a:lnTo>
                <a:close/>
                <a:moveTo>
                  <a:pt x="749307" y="70646"/>
                </a:moveTo>
                <a:lnTo>
                  <a:pt x="741408" y="45309"/>
                </a:lnTo>
                <a:cubicBezTo>
                  <a:pt x="740911" y="43620"/>
                  <a:pt x="740240" y="41458"/>
                  <a:pt x="739396" y="38825"/>
                </a:cubicBezTo>
                <a:cubicBezTo>
                  <a:pt x="738601" y="36143"/>
                  <a:pt x="737781" y="33435"/>
                  <a:pt x="736937" y="30703"/>
                </a:cubicBezTo>
                <a:cubicBezTo>
                  <a:pt x="736142" y="27920"/>
                  <a:pt x="735496" y="25511"/>
                  <a:pt x="734999" y="23474"/>
                </a:cubicBezTo>
                <a:cubicBezTo>
                  <a:pt x="734502" y="25511"/>
                  <a:pt x="733807" y="28045"/>
                  <a:pt x="732913" y="31075"/>
                </a:cubicBezTo>
                <a:cubicBezTo>
                  <a:pt x="732068" y="34056"/>
                  <a:pt x="731248" y="36888"/>
                  <a:pt x="730453" y="39571"/>
                </a:cubicBezTo>
                <a:cubicBezTo>
                  <a:pt x="729659" y="42253"/>
                  <a:pt x="729087" y="44166"/>
                  <a:pt x="728739" y="45309"/>
                </a:cubicBezTo>
                <a:lnTo>
                  <a:pt x="720915" y="70646"/>
                </a:lnTo>
                <a:lnTo>
                  <a:pt x="749307" y="70646"/>
                </a:lnTo>
                <a:close/>
                <a:moveTo>
                  <a:pt x="787685" y="115954"/>
                </a:moveTo>
                <a:close/>
                <a:moveTo>
                  <a:pt x="834708" y="99336"/>
                </a:moveTo>
                <a:cubicBezTo>
                  <a:pt x="837192" y="99336"/>
                  <a:pt x="839602" y="99088"/>
                  <a:pt x="841937" y="98591"/>
                </a:cubicBezTo>
                <a:cubicBezTo>
                  <a:pt x="844321" y="98094"/>
                  <a:pt x="846681" y="97473"/>
                  <a:pt x="849016" y="96728"/>
                </a:cubicBezTo>
                <a:lnTo>
                  <a:pt x="849016" y="113644"/>
                </a:lnTo>
                <a:cubicBezTo>
                  <a:pt x="846582" y="114737"/>
                  <a:pt x="843551" y="115632"/>
                  <a:pt x="839925" y="116327"/>
                </a:cubicBezTo>
                <a:cubicBezTo>
                  <a:pt x="836348" y="117072"/>
                  <a:pt x="832423" y="117445"/>
                  <a:pt x="828150" y="117445"/>
                </a:cubicBezTo>
                <a:cubicBezTo>
                  <a:pt x="823182" y="117445"/>
                  <a:pt x="818711" y="116650"/>
                  <a:pt x="814737" y="115060"/>
                </a:cubicBezTo>
                <a:cubicBezTo>
                  <a:pt x="810812" y="113421"/>
                  <a:pt x="807707" y="110614"/>
                  <a:pt x="805421" y="106639"/>
                </a:cubicBezTo>
                <a:cubicBezTo>
                  <a:pt x="803186" y="102615"/>
                  <a:pt x="802068" y="97026"/>
                  <a:pt x="802068" y="89872"/>
                </a:cubicBezTo>
                <a:lnTo>
                  <a:pt x="802068" y="49705"/>
                </a:lnTo>
                <a:lnTo>
                  <a:pt x="791188" y="49705"/>
                </a:lnTo>
                <a:lnTo>
                  <a:pt x="791188" y="40092"/>
                </a:lnTo>
                <a:lnTo>
                  <a:pt x="803707" y="32491"/>
                </a:lnTo>
                <a:lnTo>
                  <a:pt x="810265" y="14904"/>
                </a:lnTo>
                <a:lnTo>
                  <a:pt x="824797" y="14904"/>
                </a:lnTo>
                <a:lnTo>
                  <a:pt x="824797" y="32640"/>
                </a:lnTo>
                <a:lnTo>
                  <a:pt x="848122" y="32640"/>
                </a:lnTo>
                <a:lnTo>
                  <a:pt x="848122" y="49705"/>
                </a:lnTo>
                <a:lnTo>
                  <a:pt x="824797" y="49705"/>
                </a:lnTo>
                <a:lnTo>
                  <a:pt x="824797" y="89872"/>
                </a:lnTo>
                <a:cubicBezTo>
                  <a:pt x="824797" y="93052"/>
                  <a:pt x="825691" y="95436"/>
                  <a:pt x="827480" y="97026"/>
                </a:cubicBezTo>
                <a:cubicBezTo>
                  <a:pt x="829318" y="98566"/>
                  <a:pt x="831727" y="99336"/>
                  <a:pt x="834708" y="99336"/>
                </a:cubicBezTo>
                <a:close/>
                <a:moveTo>
                  <a:pt x="854009" y="115954"/>
                </a:moveTo>
                <a:close/>
                <a:moveTo>
                  <a:pt x="901032" y="99336"/>
                </a:moveTo>
                <a:cubicBezTo>
                  <a:pt x="903516" y="99336"/>
                  <a:pt x="905925" y="99088"/>
                  <a:pt x="908260" y="98591"/>
                </a:cubicBezTo>
                <a:cubicBezTo>
                  <a:pt x="910645" y="98094"/>
                  <a:pt x="913005" y="97473"/>
                  <a:pt x="915340" y="96728"/>
                </a:cubicBezTo>
                <a:lnTo>
                  <a:pt x="915340" y="113644"/>
                </a:lnTo>
                <a:cubicBezTo>
                  <a:pt x="912905" y="114737"/>
                  <a:pt x="909875" y="115632"/>
                  <a:pt x="906248" y="116327"/>
                </a:cubicBezTo>
                <a:cubicBezTo>
                  <a:pt x="902671" y="117072"/>
                  <a:pt x="898746" y="117445"/>
                  <a:pt x="894474" y="117445"/>
                </a:cubicBezTo>
                <a:cubicBezTo>
                  <a:pt x="889506" y="117445"/>
                  <a:pt x="885035" y="116650"/>
                  <a:pt x="881060" y="115060"/>
                </a:cubicBezTo>
                <a:cubicBezTo>
                  <a:pt x="877135" y="113421"/>
                  <a:pt x="874030" y="110614"/>
                  <a:pt x="871745" y="106639"/>
                </a:cubicBezTo>
                <a:cubicBezTo>
                  <a:pt x="869509" y="102615"/>
                  <a:pt x="868392" y="97026"/>
                  <a:pt x="868392" y="89872"/>
                </a:cubicBezTo>
                <a:lnTo>
                  <a:pt x="868392" y="49705"/>
                </a:lnTo>
                <a:lnTo>
                  <a:pt x="857511" y="49705"/>
                </a:lnTo>
                <a:lnTo>
                  <a:pt x="857511" y="40092"/>
                </a:lnTo>
                <a:lnTo>
                  <a:pt x="870031" y="32491"/>
                </a:lnTo>
                <a:lnTo>
                  <a:pt x="876589" y="14904"/>
                </a:lnTo>
                <a:lnTo>
                  <a:pt x="891120" y="14904"/>
                </a:lnTo>
                <a:lnTo>
                  <a:pt x="891120" y="32640"/>
                </a:lnTo>
                <a:lnTo>
                  <a:pt x="914445" y="32640"/>
                </a:lnTo>
                <a:lnTo>
                  <a:pt x="914445" y="49705"/>
                </a:lnTo>
                <a:lnTo>
                  <a:pt x="891120" y="49705"/>
                </a:lnTo>
                <a:lnTo>
                  <a:pt x="891120" y="89872"/>
                </a:lnTo>
                <a:cubicBezTo>
                  <a:pt x="891120" y="93052"/>
                  <a:pt x="892015" y="95436"/>
                  <a:pt x="893803" y="97026"/>
                </a:cubicBezTo>
                <a:cubicBezTo>
                  <a:pt x="895641" y="98566"/>
                  <a:pt x="898051" y="99336"/>
                  <a:pt x="901032" y="99336"/>
                </a:cubicBezTo>
                <a:close/>
                <a:moveTo>
                  <a:pt x="920333" y="115954"/>
                </a:moveTo>
                <a:close/>
                <a:moveTo>
                  <a:pt x="966610" y="31075"/>
                </a:moveTo>
                <a:cubicBezTo>
                  <a:pt x="974310" y="31075"/>
                  <a:pt x="980943" y="32566"/>
                  <a:pt x="986507" y="35546"/>
                </a:cubicBezTo>
                <a:cubicBezTo>
                  <a:pt x="992071" y="38478"/>
                  <a:pt x="996369" y="42750"/>
                  <a:pt x="999399" y="48364"/>
                </a:cubicBezTo>
                <a:cubicBezTo>
                  <a:pt x="1002430" y="53978"/>
                  <a:pt x="1003945" y="60834"/>
                  <a:pt x="1003945" y="68932"/>
                </a:cubicBezTo>
                <a:lnTo>
                  <a:pt x="1003945" y="79961"/>
                </a:lnTo>
                <a:lnTo>
                  <a:pt x="950215" y="79961"/>
                </a:lnTo>
                <a:cubicBezTo>
                  <a:pt x="950464" y="86370"/>
                  <a:pt x="952377" y="91412"/>
                  <a:pt x="955954" y="95089"/>
                </a:cubicBezTo>
                <a:cubicBezTo>
                  <a:pt x="959580" y="98715"/>
                  <a:pt x="964598" y="100529"/>
                  <a:pt x="971007" y="100529"/>
                </a:cubicBezTo>
                <a:cubicBezTo>
                  <a:pt x="976323" y="100529"/>
                  <a:pt x="981191" y="99982"/>
                  <a:pt x="985613" y="98889"/>
                </a:cubicBezTo>
                <a:cubicBezTo>
                  <a:pt x="990034" y="97796"/>
                  <a:pt x="994580" y="96157"/>
                  <a:pt x="999250" y="93971"/>
                </a:cubicBezTo>
                <a:lnTo>
                  <a:pt x="999250" y="111558"/>
                </a:lnTo>
                <a:cubicBezTo>
                  <a:pt x="995127" y="113595"/>
                  <a:pt x="990804" y="115085"/>
                  <a:pt x="986284" y="116029"/>
                </a:cubicBezTo>
                <a:cubicBezTo>
                  <a:pt x="981812" y="116973"/>
                  <a:pt x="976372" y="117445"/>
                  <a:pt x="969963" y="117445"/>
                </a:cubicBezTo>
                <a:cubicBezTo>
                  <a:pt x="961617" y="117445"/>
                  <a:pt x="954215" y="115905"/>
                  <a:pt x="947756" y="112825"/>
                </a:cubicBezTo>
                <a:cubicBezTo>
                  <a:pt x="941347" y="109744"/>
                  <a:pt x="936305" y="105050"/>
                  <a:pt x="932628" y="98740"/>
                </a:cubicBezTo>
                <a:cubicBezTo>
                  <a:pt x="929002" y="92431"/>
                  <a:pt x="927188" y="84482"/>
                  <a:pt x="927188" y="74893"/>
                </a:cubicBezTo>
                <a:cubicBezTo>
                  <a:pt x="927188" y="65156"/>
                  <a:pt x="928828" y="57058"/>
                  <a:pt x="932107" y="50600"/>
                </a:cubicBezTo>
                <a:cubicBezTo>
                  <a:pt x="935435" y="44092"/>
                  <a:pt x="940056" y="39223"/>
                  <a:pt x="945968" y="35994"/>
                </a:cubicBezTo>
                <a:cubicBezTo>
                  <a:pt x="951880" y="32715"/>
                  <a:pt x="958760" y="31075"/>
                  <a:pt x="966610" y="31075"/>
                </a:cubicBezTo>
                <a:close/>
                <a:moveTo>
                  <a:pt x="966759" y="47246"/>
                </a:moveTo>
                <a:cubicBezTo>
                  <a:pt x="962337" y="47246"/>
                  <a:pt x="958661" y="48662"/>
                  <a:pt x="955730" y="51494"/>
                </a:cubicBezTo>
                <a:cubicBezTo>
                  <a:pt x="952848" y="54326"/>
                  <a:pt x="951184" y="58772"/>
                  <a:pt x="950737" y="64833"/>
                </a:cubicBezTo>
                <a:lnTo>
                  <a:pt x="982632" y="64833"/>
                </a:lnTo>
                <a:cubicBezTo>
                  <a:pt x="982582" y="61455"/>
                  <a:pt x="981961" y="58449"/>
                  <a:pt x="980769" y="55816"/>
                </a:cubicBezTo>
                <a:cubicBezTo>
                  <a:pt x="979626" y="53183"/>
                  <a:pt x="977887" y="51096"/>
                  <a:pt x="975552" y="49556"/>
                </a:cubicBezTo>
                <a:cubicBezTo>
                  <a:pt x="973267" y="48016"/>
                  <a:pt x="970336" y="47246"/>
                  <a:pt x="966759" y="47246"/>
                </a:cubicBezTo>
                <a:close/>
                <a:moveTo>
                  <a:pt x="1010503" y="115954"/>
                </a:moveTo>
                <a:close/>
                <a:moveTo>
                  <a:pt x="1069747" y="31075"/>
                </a:moveTo>
                <a:cubicBezTo>
                  <a:pt x="1078640" y="31075"/>
                  <a:pt x="1085794" y="33510"/>
                  <a:pt x="1091209" y="38378"/>
                </a:cubicBezTo>
                <a:cubicBezTo>
                  <a:pt x="1096624" y="43197"/>
                  <a:pt x="1099332" y="50947"/>
                  <a:pt x="1099332" y="61629"/>
                </a:cubicBezTo>
                <a:lnTo>
                  <a:pt x="1099332" y="115954"/>
                </a:lnTo>
                <a:lnTo>
                  <a:pt x="1076603" y="115954"/>
                </a:lnTo>
                <a:lnTo>
                  <a:pt x="1076603" y="67292"/>
                </a:lnTo>
                <a:cubicBezTo>
                  <a:pt x="1076603" y="61331"/>
                  <a:pt x="1075510" y="56835"/>
                  <a:pt x="1073324" y="53804"/>
                </a:cubicBezTo>
                <a:cubicBezTo>
                  <a:pt x="1071188" y="50774"/>
                  <a:pt x="1067809" y="49258"/>
                  <a:pt x="1063189" y="49258"/>
                </a:cubicBezTo>
                <a:cubicBezTo>
                  <a:pt x="1056234" y="49258"/>
                  <a:pt x="1051489" y="51618"/>
                  <a:pt x="1048956" y="56338"/>
                </a:cubicBezTo>
                <a:cubicBezTo>
                  <a:pt x="1046422" y="61057"/>
                  <a:pt x="1045155" y="67864"/>
                  <a:pt x="1045155" y="76756"/>
                </a:cubicBezTo>
                <a:lnTo>
                  <a:pt x="1045155" y="115954"/>
                </a:lnTo>
                <a:lnTo>
                  <a:pt x="1022426" y="115954"/>
                </a:lnTo>
                <a:lnTo>
                  <a:pt x="1022426" y="32640"/>
                </a:lnTo>
                <a:lnTo>
                  <a:pt x="1039789" y="32640"/>
                </a:lnTo>
                <a:lnTo>
                  <a:pt x="1042845" y="43297"/>
                </a:lnTo>
                <a:lnTo>
                  <a:pt x="1044112" y="43297"/>
                </a:lnTo>
                <a:cubicBezTo>
                  <a:pt x="1045900" y="40415"/>
                  <a:pt x="1048111" y="38080"/>
                  <a:pt x="1050744" y="36292"/>
                </a:cubicBezTo>
                <a:cubicBezTo>
                  <a:pt x="1053427" y="34503"/>
                  <a:pt x="1056383" y="33187"/>
                  <a:pt x="1059612" y="32342"/>
                </a:cubicBezTo>
                <a:cubicBezTo>
                  <a:pt x="1062891" y="31497"/>
                  <a:pt x="1066269" y="31075"/>
                  <a:pt x="1069747" y="31075"/>
                </a:cubicBezTo>
                <a:close/>
                <a:moveTo>
                  <a:pt x="1110808" y="115954"/>
                </a:moveTo>
                <a:close/>
                <a:moveTo>
                  <a:pt x="1157830" y="99336"/>
                </a:moveTo>
                <a:cubicBezTo>
                  <a:pt x="1160314" y="99336"/>
                  <a:pt x="1162724" y="99088"/>
                  <a:pt x="1165059" y="98591"/>
                </a:cubicBezTo>
                <a:cubicBezTo>
                  <a:pt x="1167444" y="98094"/>
                  <a:pt x="1169804" y="97473"/>
                  <a:pt x="1172138" y="96728"/>
                </a:cubicBezTo>
                <a:lnTo>
                  <a:pt x="1172138" y="113644"/>
                </a:lnTo>
                <a:cubicBezTo>
                  <a:pt x="1169704" y="114737"/>
                  <a:pt x="1166674" y="115632"/>
                  <a:pt x="1163047" y="116327"/>
                </a:cubicBezTo>
                <a:cubicBezTo>
                  <a:pt x="1159470" y="117072"/>
                  <a:pt x="1155545" y="117445"/>
                  <a:pt x="1151273" y="117445"/>
                </a:cubicBezTo>
                <a:cubicBezTo>
                  <a:pt x="1146305" y="117445"/>
                  <a:pt x="1141833" y="116650"/>
                  <a:pt x="1137859" y="115060"/>
                </a:cubicBezTo>
                <a:cubicBezTo>
                  <a:pt x="1133934" y="113421"/>
                  <a:pt x="1130829" y="110614"/>
                  <a:pt x="1128544" y="106639"/>
                </a:cubicBezTo>
                <a:cubicBezTo>
                  <a:pt x="1126308" y="102615"/>
                  <a:pt x="1125190" y="97026"/>
                  <a:pt x="1125190" y="89872"/>
                </a:cubicBezTo>
                <a:lnTo>
                  <a:pt x="1125190" y="49705"/>
                </a:lnTo>
                <a:lnTo>
                  <a:pt x="1114310" y="49705"/>
                </a:lnTo>
                <a:lnTo>
                  <a:pt x="1114310" y="40092"/>
                </a:lnTo>
                <a:lnTo>
                  <a:pt x="1126830" y="32491"/>
                </a:lnTo>
                <a:lnTo>
                  <a:pt x="1133388" y="14904"/>
                </a:lnTo>
                <a:lnTo>
                  <a:pt x="1147919" y="14904"/>
                </a:lnTo>
                <a:lnTo>
                  <a:pt x="1147919" y="32640"/>
                </a:lnTo>
                <a:lnTo>
                  <a:pt x="1171244" y="32640"/>
                </a:lnTo>
                <a:lnTo>
                  <a:pt x="1171244" y="49705"/>
                </a:lnTo>
                <a:lnTo>
                  <a:pt x="1147919" y="49705"/>
                </a:lnTo>
                <a:lnTo>
                  <a:pt x="1147919" y="89872"/>
                </a:lnTo>
                <a:cubicBezTo>
                  <a:pt x="1147919" y="93052"/>
                  <a:pt x="1148814" y="95436"/>
                  <a:pt x="1150602" y="97026"/>
                </a:cubicBezTo>
                <a:cubicBezTo>
                  <a:pt x="1152440" y="98566"/>
                  <a:pt x="1154850" y="99336"/>
                  <a:pt x="1157830" y="99336"/>
                </a:cubicBezTo>
                <a:close/>
                <a:moveTo>
                  <a:pt x="1177131" y="115954"/>
                </a:moveTo>
                <a:close/>
                <a:moveTo>
                  <a:pt x="1211784" y="32640"/>
                </a:moveTo>
                <a:lnTo>
                  <a:pt x="1211784" y="115954"/>
                </a:lnTo>
                <a:lnTo>
                  <a:pt x="1189055" y="115954"/>
                </a:lnTo>
                <a:lnTo>
                  <a:pt x="1189055" y="32640"/>
                </a:lnTo>
                <a:lnTo>
                  <a:pt x="1211784" y="32640"/>
                </a:lnTo>
                <a:close/>
                <a:moveTo>
                  <a:pt x="1200456" y="0"/>
                </a:moveTo>
                <a:cubicBezTo>
                  <a:pt x="1203835" y="0"/>
                  <a:pt x="1206741" y="795"/>
                  <a:pt x="1209175" y="2385"/>
                </a:cubicBezTo>
                <a:cubicBezTo>
                  <a:pt x="1211610" y="3925"/>
                  <a:pt x="1212827" y="6831"/>
                  <a:pt x="1212827" y="11104"/>
                </a:cubicBezTo>
                <a:cubicBezTo>
                  <a:pt x="1212827" y="15326"/>
                  <a:pt x="1211610" y="18258"/>
                  <a:pt x="1209175" y="19897"/>
                </a:cubicBezTo>
                <a:cubicBezTo>
                  <a:pt x="1206741" y="21487"/>
                  <a:pt x="1203835" y="22282"/>
                  <a:pt x="1200456" y="22282"/>
                </a:cubicBezTo>
                <a:cubicBezTo>
                  <a:pt x="1197029" y="22282"/>
                  <a:pt x="1194097" y="21487"/>
                  <a:pt x="1191663" y="19897"/>
                </a:cubicBezTo>
                <a:cubicBezTo>
                  <a:pt x="1189278" y="18258"/>
                  <a:pt x="1188086" y="15326"/>
                  <a:pt x="1188086" y="11104"/>
                </a:cubicBezTo>
                <a:cubicBezTo>
                  <a:pt x="1188086" y="6831"/>
                  <a:pt x="1189278" y="3925"/>
                  <a:pt x="1191663" y="2385"/>
                </a:cubicBezTo>
                <a:cubicBezTo>
                  <a:pt x="1194097" y="795"/>
                  <a:pt x="1197029" y="0"/>
                  <a:pt x="1200456" y="0"/>
                </a:cubicBezTo>
                <a:close/>
                <a:moveTo>
                  <a:pt x="1223781" y="115954"/>
                </a:moveTo>
                <a:close/>
                <a:moveTo>
                  <a:pt x="1311418" y="74148"/>
                </a:moveTo>
                <a:cubicBezTo>
                  <a:pt x="1311418" y="81104"/>
                  <a:pt x="1310474" y="87264"/>
                  <a:pt x="1308586" y="92629"/>
                </a:cubicBezTo>
                <a:cubicBezTo>
                  <a:pt x="1306748" y="97995"/>
                  <a:pt x="1304040" y="102541"/>
                  <a:pt x="1300463" y="106267"/>
                </a:cubicBezTo>
                <a:cubicBezTo>
                  <a:pt x="1296936" y="109943"/>
                  <a:pt x="1292664" y="112725"/>
                  <a:pt x="1287646" y="114613"/>
                </a:cubicBezTo>
                <a:cubicBezTo>
                  <a:pt x="1282678" y="116501"/>
                  <a:pt x="1277064" y="117445"/>
                  <a:pt x="1270804" y="117445"/>
                </a:cubicBezTo>
                <a:cubicBezTo>
                  <a:pt x="1264942" y="117445"/>
                  <a:pt x="1259551" y="116501"/>
                  <a:pt x="1254633" y="114613"/>
                </a:cubicBezTo>
                <a:cubicBezTo>
                  <a:pt x="1249764" y="112725"/>
                  <a:pt x="1245517" y="109943"/>
                  <a:pt x="1241890" y="106267"/>
                </a:cubicBezTo>
                <a:cubicBezTo>
                  <a:pt x="1238313" y="102541"/>
                  <a:pt x="1235531" y="97995"/>
                  <a:pt x="1233544" y="92629"/>
                </a:cubicBezTo>
                <a:cubicBezTo>
                  <a:pt x="1231606" y="87264"/>
                  <a:pt x="1230637" y="81104"/>
                  <a:pt x="1230637" y="74148"/>
                </a:cubicBezTo>
                <a:cubicBezTo>
                  <a:pt x="1230637" y="64908"/>
                  <a:pt x="1232277" y="57083"/>
                  <a:pt x="1235556" y="50674"/>
                </a:cubicBezTo>
                <a:cubicBezTo>
                  <a:pt x="1238835" y="44265"/>
                  <a:pt x="1243505" y="39397"/>
                  <a:pt x="1249566" y="36068"/>
                </a:cubicBezTo>
                <a:cubicBezTo>
                  <a:pt x="1255627" y="32739"/>
                  <a:pt x="1262855" y="31075"/>
                  <a:pt x="1271251" y="31075"/>
                </a:cubicBezTo>
                <a:cubicBezTo>
                  <a:pt x="1279051" y="31075"/>
                  <a:pt x="1285957" y="32739"/>
                  <a:pt x="1291968" y="36068"/>
                </a:cubicBezTo>
                <a:cubicBezTo>
                  <a:pt x="1298029" y="39397"/>
                  <a:pt x="1302774" y="44265"/>
                  <a:pt x="1306202" y="50674"/>
                </a:cubicBezTo>
                <a:cubicBezTo>
                  <a:pt x="1309679" y="57083"/>
                  <a:pt x="1311418" y="64908"/>
                  <a:pt x="1311418" y="74148"/>
                </a:cubicBezTo>
                <a:close/>
                <a:moveTo>
                  <a:pt x="1253813" y="74148"/>
                </a:moveTo>
                <a:cubicBezTo>
                  <a:pt x="1253813" y="79613"/>
                  <a:pt x="1254410" y="84209"/>
                  <a:pt x="1255602" y="87935"/>
                </a:cubicBezTo>
                <a:cubicBezTo>
                  <a:pt x="1256794" y="91661"/>
                  <a:pt x="1258657" y="94468"/>
                  <a:pt x="1261191" y="96355"/>
                </a:cubicBezTo>
                <a:cubicBezTo>
                  <a:pt x="1263725" y="98243"/>
                  <a:pt x="1267028" y="99187"/>
                  <a:pt x="1271102" y="99187"/>
                </a:cubicBezTo>
                <a:cubicBezTo>
                  <a:pt x="1275126" y="99187"/>
                  <a:pt x="1278380" y="98243"/>
                  <a:pt x="1280864" y="96355"/>
                </a:cubicBezTo>
                <a:cubicBezTo>
                  <a:pt x="1283398" y="94468"/>
                  <a:pt x="1285236" y="91661"/>
                  <a:pt x="1286379" y="87935"/>
                </a:cubicBezTo>
                <a:cubicBezTo>
                  <a:pt x="1287571" y="84209"/>
                  <a:pt x="1288168" y="79613"/>
                  <a:pt x="1288168" y="74148"/>
                </a:cubicBezTo>
                <a:cubicBezTo>
                  <a:pt x="1288168" y="68634"/>
                  <a:pt x="1287571" y="64063"/>
                  <a:pt x="1286379" y="60436"/>
                </a:cubicBezTo>
                <a:cubicBezTo>
                  <a:pt x="1285236" y="56760"/>
                  <a:pt x="1283398" y="54003"/>
                  <a:pt x="1280864" y="52165"/>
                </a:cubicBezTo>
                <a:cubicBezTo>
                  <a:pt x="1278331" y="50326"/>
                  <a:pt x="1275027" y="49407"/>
                  <a:pt x="1270953" y="49407"/>
                </a:cubicBezTo>
                <a:cubicBezTo>
                  <a:pt x="1264942" y="49407"/>
                  <a:pt x="1260570" y="51469"/>
                  <a:pt x="1257838" y="55593"/>
                </a:cubicBezTo>
                <a:cubicBezTo>
                  <a:pt x="1255155" y="59716"/>
                  <a:pt x="1253813" y="65901"/>
                  <a:pt x="1253813" y="74148"/>
                </a:cubicBezTo>
                <a:close/>
                <a:moveTo>
                  <a:pt x="1318274" y="115954"/>
                </a:moveTo>
                <a:close/>
                <a:moveTo>
                  <a:pt x="1377518" y="31075"/>
                </a:moveTo>
                <a:cubicBezTo>
                  <a:pt x="1386411" y="31075"/>
                  <a:pt x="1393565" y="33510"/>
                  <a:pt x="1398980" y="38378"/>
                </a:cubicBezTo>
                <a:cubicBezTo>
                  <a:pt x="1404395" y="43197"/>
                  <a:pt x="1407103" y="50947"/>
                  <a:pt x="1407103" y="61629"/>
                </a:cubicBezTo>
                <a:lnTo>
                  <a:pt x="1407103" y="115954"/>
                </a:lnTo>
                <a:lnTo>
                  <a:pt x="1384374" y="115954"/>
                </a:lnTo>
                <a:lnTo>
                  <a:pt x="1384374" y="67292"/>
                </a:lnTo>
                <a:cubicBezTo>
                  <a:pt x="1384374" y="61331"/>
                  <a:pt x="1383281" y="56835"/>
                  <a:pt x="1381095" y="53804"/>
                </a:cubicBezTo>
                <a:cubicBezTo>
                  <a:pt x="1378959" y="50774"/>
                  <a:pt x="1375580" y="49258"/>
                  <a:pt x="1370960" y="49258"/>
                </a:cubicBezTo>
                <a:cubicBezTo>
                  <a:pt x="1364005" y="49258"/>
                  <a:pt x="1359260" y="51618"/>
                  <a:pt x="1356727" y="56338"/>
                </a:cubicBezTo>
                <a:cubicBezTo>
                  <a:pt x="1354193" y="61057"/>
                  <a:pt x="1352926" y="67864"/>
                  <a:pt x="1352926" y="76756"/>
                </a:cubicBezTo>
                <a:lnTo>
                  <a:pt x="1352926" y="115954"/>
                </a:lnTo>
                <a:lnTo>
                  <a:pt x="1330197" y="115954"/>
                </a:lnTo>
                <a:lnTo>
                  <a:pt x="1330197" y="32640"/>
                </a:lnTo>
                <a:lnTo>
                  <a:pt x="1347561" y="32640"/>
                </a:lnTo>
                <a:lnTo>
                  <a:pt x="1350616" y="43297"/>
                </a:lnTo>
                <a:lnTo>
                  <a:pt x="1351883" y="43297"/>
                </a:lnTo>
                <a:cubicBezTo>
                  <a:pt x="1353671" y="40415"/>
                  <a:pt x="1355882" y="38080"/>
                  <a:pt x="1358515" y="36292"/>
                </a:cubicBezTo>
                <a:cubicBezTo>
                  <a:pt x="1361198" y="34503"/>
                  <a:pt x="1364154" y="33187"/>
                  <a:pt x="1367383" y="32342"/>
                </a:cubicBezTo>
                <a:cubicBezTo>
                  <a:pt x="1370662" y="31497"/>
                  <a:pt x="1374040" y="31075"/>
                  <a:pt x="1377518" y="31075"/>
                </a:cubicBezTo>
                <a:close/>
                <a:moveTo>
                  <a:pt x="1458224" y="115954"/>
                </a:moveTo>
                <a:close/>
                <a:moveTo>
                  <a:pt x="1518064" y="115954"/>
                </a:moveTo>
                <a:lnTo>
                  <a:pt x="1491833" y="30479"/>
                </a:lnTo>
                <a:lnTo>
                  <a:pt x="1491162" y="30479"/>
                </a:lnTo>
                <a:cubicBezTo>
                  <a:pt x="1491262" y="32516"/>
                  <a:pt x="1491411" y="35596"/>
                  <a:pt x="1491609" y="39720"/>
                </a:cubicBezTo>
                <a:cubicBezTo>
                  <a:pt x="1491858" y="43793"/>
                  <a:pt x="1492081" y="48140"/>
                  <a:pt x="1492280" y="52761"/>
                </a:cubicBezTo>
                <a:cubicBezTo>
                  <a:pt x="1492479" y="57381"/>
                  <a:pt x="1492578" y="61554"/>
                  <a:pt x="1492578" y="65280"/>
                </a:cubicBezTo>
                <a:lnTo>
                  <a:pt x="1492578" y="115954"/>
                </a:lnTo>
                <a:lnTo>
                  <a:pt x="1471936" y="115954"/>
                </a:lnTo>
                <a:lnTo>
                  <a:pt x="1471936" y="7005"/>
                </a:lnTo>
                <a:lnTo>
                  <a:pt x="1503384" y="7005"/>
                </a:lnTo>
                <a:lnTo>
                  <a:pt x="1529168" y="90319"/>
                </a:lnTo>
                <a:lnTo>
                  <a:pt x="1529615" y="90319"/>
                </a:lnTo>
                <a:lnTo>
                  <a:pt x="1556964" y="7005"/>
                </a:lnTo>
                <a:lnTo>
                  <a:pt x="1588412" y="7005"/>
                </a:lnTo>
                <a:lnTo>
                  <a:pt x="1588412" y="115954"/>
                </a:lnTo>
                <a:lnTo>
                  <a:pt x="1566875" y="115954"/>
                </a:lnTo>
                <a:lnTo>
                  <a:pt x="1566875" y="64386"/>
                </a:lnTo>
                <a:cubicBezTo>
                  <a:pt x="1566875" y="60958"/>
                  <a:pt x="1566925" y="57008"/>
                  <a:pt x="1567025" y="52537"/>
                </a:cubicBezTo>
                <a:cubicBezTo>
                  <a:pt x="1567174" y="48066"/>
                  <a:pt x="1567347" y="43818"/>
                  <a:pt x="1567546" y="39794"/>
                </a:cubicBezTo>
                <a:cubicBezTo>
                  <a:pt x="1567745" y="35720"/>
                  <a:pt x="1567894" y="32665"/>
                  <a:pt x="1567993" y="30628"/>
                </a:cubicBezTo>
                <a:lnTo>
                  <a:pt x="1567323" y="30628"/>
                </a:lnTo>
                <a:lnTo>
                  <a:pt x="1539228" y="115954"/>
                </a:lnTo>
                <a:lnTo>
                  <a:pt x="1518064" y="115954"/>
                </a:lnTo>
                <a:close/>
                <a:moveTo>
                  <a:pt x="1602198" y="115954"/>
                </a:moveTo>
                <a:close/>
                <a:moveTo>
                  <a:pt x="1648252" y="30926"/>
                </a:moveTo>
                <a:cubicBezTo>
                  <a:pt x="1659430" y="30926"/>
                  <a:pt x="1668000" y="33361"/>
                  <a:pt x="1673962" y="38229"/>
                </a:cubicBezTo>
                <a:cubicBezTo>
                  <a:pt x="1679924" y="43098"/>
                  <a:pt x="1682904" y="50500"/>
                  <a:pt x="1682904" y="60436"/>
                </a:cubicBezTo>
                <a:lnTo>
                  <a:pt x="1682904" y="115954"/>
                </a:lnTo>
                <a:lnTo>
                  <a:pt x="1667031" y="115954"/>
                </a:lnTo>
                <a:lnTo>
                  <a:pt x="1662635" y="104627"/>
                </a:lnTo>
                <a:lnTo>
                  <a:pt x="1662039" y="104627"/>
                </a:lnTo>
                <a:cubicBezTo>
                  <a:pt x="1659654" y="107608"/>
                  <a:pt x="1657220" y="110042"/>
                  <a:pt x="1654736" y="111930"/>
                </a:cubicBezTo>
                <a:cubicBezTo>
                  <a:pt x="1652252" y="113818"/>
                  <a:pt x="1649395" y="115209"/>
                  <a:pt x="1646166" y="116103"/>
                </a:cubicBezTo>
                <a:cubicBezTo>
                  <a:pt x="1642936" y="116998"/>
                  <a:pt x="1639012" y="117445"/>
                  <a:pt x="1634391" y="117445"/>
                </a:cubicBezTo>
                <a:cubicBezTo>
                  <a:pt x="1629473" y="117445"/>
                  <a:pt x="1625051" y="116501"/>
                  <a:pt x="1621127" y="114613"/>
                </a:cubicBezTo>
                <a:cubicBezTo>
                  <a:pt x="1617252" y="112725"/>
                  <a:pt x="1614196" y="109844"/>
                  <a:pt x="1611961" y="105969"/>
                </a:cubicBezTo>
                <a:cubicBezTo>
                  <a:pt x="1609725" y="102044"/>
                  <a:pt x="1608607" y="97076"/>
                  <a:pt x="1608607" y="91064"/>
                </a:cubicBezTo>
                <a:cubicBezTo>
                  <a:pt x="1608607" y="82221"/>
                  <a:pt x="1611712" y="75713"/>
                  <a:pt x="1617922" y="71540"/>
                </a:cubicBezTo>
                <a:cubicBezTo>
                  <a:pt x="1624132" y="67317"/>
                  <a:pt x="1633447" y="64982"/>
                  <a:pt x="1645868" y="64535"/>
                </a:cubicBezTo>
                <a:lnTo>
                  <a:pt x="1660325" y="64088"/>
                </a:lnTo>
                <a:lnTo>
                  <a:pt x="1660325" y="60436"/>
                </a:lnTo>
                <a:cubicBezTo>
                  <a:pt x="1660325" y="56065"/>
                  <a:pt x="1659182" y="52860"/>
                  <a:pt x="1656897" y="50823"/>
                </a:cubicBezTo>
                <a:cubicBezTo>
                  <a:pt x="1654611" y="48786"/>
                  <a:pt x="1651432" y="47768"/>
                  <a:pt x="1647358" y="47768"/>
                </a:cubicBezTo>
                <a:cubicBezTo>
                  <a:pt x="1643334" y="47768"/>
                  <a:pt x="1639384" y="48339"/>
                  <a:pt x="1635509" y="49482"/>
                </a:cubicBezTo>
                <a:cubicBezTo>
                  <a:pt x="1631634" y="50624"/>
                  <a:pt x="1627759" y="52065"/>
                  <a:pt x="1623884" y="53804"/>
                </a:cubicBezTo>
                <a:lnTo>
                  <a:pt x="1616357" y="38453"/>
                </a:lnTo>
                <a:cubicBezTo>
                  <a:pt x="1620779" y="36118"/>
                  <a:pt x="1625722" y="34280"/>
                  <a:pt x="1631187" y="32938"/>
                </a:cubicBezTo>
                <a:cubicBezTo>
                  <a:pt x="1636702" y="31597"/>
                  <a:pt x="1642390" y="30926"/>
                  <a:pt x="1648252" y="30926"/>
                </a:cubicBezTo>
                <a:close/>
                <a:moveTo>
                  <a:pt x="1660325" y="77353"/>
                </a:moveTo>
                <a:lnTo>
                  <a:pt x="1651531" y="77651"/>
                </a:lnTo>
                <a:cubicBezTo>
                  <a:pt x="1644178" y="77849"/>
                  <a:pt x="1639061" y="79166"/>
                  <a:pt x="1636180" y="81600"/>
                </a:cubicBezTo>
                <a:cubicBezTo>
                  <a:pt x="1633348" y="84035"/>
                  <a:pt x="1631932" y="87239"/>
                  <a:pt x="1631932" y="91214"/>
                </a:cubicBezTo>
                <a:cubicBezTo>
                  <a:pt x="1631932" y="94691"/>
                  <a:pt x="1632951" y="97175"/>
                  <a:pt x="1634988" y="98666"/>
                </a:cubicBezTo>
                <a:cubicBezTo>
                  <a:pt x="1637024" y="100106"/>
                  <a:pt x="1639682" y="100827"/>
                  <a:pt x="1642961" y="100827"/>
                </a:cubicBezTo>
                <a:cubicBezTo>
                  <a:pt x="1647830" y="100827"/>
                  <a:pt x="1651929" y="99386"/>
                  <a:pt x="1655257" y="96505"/>
                </a:cubicBezTo>
                <a:cubicBezTo>
                  <a:pt x="1658636" y="93623"/>
                  <a:pt x="1660325" y="89524"/>
                  <a:pt x="1660325" y="84209"/>
                </a:cubicBezTo>
                <a:lnTo>
                  <a:pt x="1660325" y="77353"/>
                </a:lnTo>
                <a:close/>
                <a:moveTo>
                  <a:pt x="1694455" y="115954"/>
                </a:moveTo>
                <a:close/>
                <a:moveTo>
                  <a:pt x="1764505" y="91214"/>
                </a:moveTo>
                <a:cubicBezTo>
                  <a:pt x="1764505" y="96877"/>
                  <a:pt x="1763163" y="101671"/>
                  <a:pt x="1760481" y="105596"/>
                </a:cubicBezTo>
                <a:cubicBezTo>
                  <a:pt x="1757848" y="109471"/>
                  <a:pt x="1753898" y="112427"/>
                  <a:pt x="1748632" y="114464"/>
                </a:cubicBezTo>
                <a:cubicBezTo>
                  <a:pt x="1743366" y="116451"/>
                  <a:pt x="1736808" y="117445"/>
                  <a:pt x="1728958" y="117445"/>
                </a:cubicBezTo>
                <a:cubicBezTo>
                  <a:pt x="1723146" y="117445"/>
                  <a:pt x="1718153" y="117072"/>
                  <a:pt x="1713980" y="116327"/>
                </a:cubicBezTo>
                <a:cubicBezTo>
                  <a:pt x="1709856" y="115582"/>
                  <a:pt x="1705683" y="114340"/>
                  <a:pt x="1701460" y="112601"/>
                </a:cubicBezTo>
                <a:lnTo>
                  <a:pt x="1701460" y="93822"/>
                </a:lnTo>
                <a:cubicBezTo>
                  <a:pt x="1705981" y="95859"/>
                  <a:pt x="1710825" y="97548"/>
                  <a:pt x="1715992" y="98889"/>
                </a:cubicBezTo>
                <a:cubicBezTo>
                  <a:pt x="1721208" y="100181"/>
                  <a:pt x="1725779" y="100827"/>
                  <a:pt x="1729704" y="100827"/>
                </a:cubicBezTo>
                <a:cubicBezTo>
                  <a:pt x="1734125" y="100827"/>
                  <a:pt x="1737280" y="100181"/>
                  <a:pt x="1739168" y="98889"/>
                </a:cubicBezTo>
                <a:cubicBezTo>
                  <a:pt x="1741105" y="97548"/>
                  <a:pt x="1742074" y="95809"/>
                  <a:pt x="1742074" y="93673"/>
                </a:cubicBezTo>
                <a:cubicBezTo>
                  <a:pt x="1742074" y="92282"/>
                  <a:pt x="1741677" y="91040"/>
                  <a:pt x="1740882" y="89947"/>
                </a:cubicBezTo>
                <a:cubicBezTo>
                  <a:pt x="1740136" y="88804"/>
                  <a:pt x="1738497" y="87537"/>
                  <a:pt x="1735963" y="86146"/>
                </a:cubicBezTo>
                <a:cubicBezTo>
                  <a:pt x="1733430" y="84705"/>
                  <a:pt x="1729455" y="82842"/>
                  <a:pt x="1724040" y="80557"/>
                </a:cubicBezTo>
                <a:cubicBezTo>
                  <a:pt x="1718824" y="78371"/>
                  <a:pt x="1714526" y="76160"/>
                  <a:pt x="1711148" y="73925"/>
                </a:cubicBezTo>
                <a:cubicBezTo>
                  <a:pt x="1707819" y="71689"/>
                  <a:pt x="1705335" y="69056"/>
                  <a:pt x="1703696" y="66025"/>
                </a:cubicBezTo>
                <a:cubicBezTo>
                  <a:pt x="1702106" y="62945"/>
                  <a:pt x="1701311" y="59045"/>
                  <a:pt x="1701311" y="54326"/>
                </a:cubicBezTo>
                <a:cubicBezTo>
                  <a:pt x="1701311" y="46625"/>
                  <a:pt x="1704292" y="40837"/>
                  <a:pt x="1710254" y="36962"/>
                </a:cubicBezTo>
                <a:cubicBezTo>
                  <a:pt x="1716265" y="33038"/>
                  <a:pt x="1724288" y="31075"/>
                  <a:pt x="1734324" y="31075"/>
                </a:cubicBezTo>
                <a:cubicBezTo>
                  <a:pt x="1739491" y="31075"/>
                  <a:pt x="1744409" y="31597"/>
                  <a:pt x="1749079" y="32640"/>
                </a:cubicBezTo>
                <a:cubicBezTo>
                  <a:pt x="1753799" y="33683"/>
                  <a:pt x="1758643" y="35348"/>
                  <a:pt x="1763611" y="37633"/>
                </a:cubicBezTo>
                <a:lnTo>
                  <a:pt x="1756755" y="54028"/>
                </a:lnTo>
                <a:cubicBezTo>
                  <a:pt x="1752631" y="52239"/>
                  <a:pt x="1748731" y="50774"/>
                  <a:pt x="1745055" y="49631"/>
                </a:cubicBezTo>
                <a:cubicBezTo>
                  <a:pt x="1741428" y="48488"/>
                  <a:pt x="1737727" y="47917"/>
                  <a:pt x="1733951" y="47917"/>
                </a:cubicBezTo>
                <a:cubicBezTo>
                  <a:pt x="1730623" y="47917"/>
                  <a:pt x="1728114" y="48364"/>
                  <a:pt x="1726425" y="49258"/>
                </a:cubicBezTo>
                <a:cubicBezTo>
                  <a:pt x="1724736" y="50153"/>
                  <a:pt x="1723891" y="51519"/>
                  <a:pt x="1723891" y="53357"/>
                </a:cubicBezTo>
                <a:cubicBezTo>
                  <a:pt x="1723891" y="54698"/>
                  <a:pt x="1724313" y="55891"/>
                  <a:pt x="1725158" y="56934"/>
                </a:cubicBezTo>
                <a:cubicBezTo>
                  <a:pt x="1726052" y="57977"/>
                  <a:pt x="1727741" y="59145"/>
                  <a:pt x="1730225" y="60436"/>
                </a:cubicBezTo>
                <a:cubicBezTo>
                  <a:pt x="1732759" y="61678"/>
                  <a:pt x="1736460" y="63293"/>
                  <a:pt x="1741329" y="65280"/>
                </a:cubicBezTo>
                <a:cubicBezTo>
                  <a:pt x="1746048" y="67218"/>
                  <a:pt x="1750147" y="69255"/>
                  <a:pt x="1753625" y="71391"/>
                </a:cubicBezTo>
                <a:cubicBezTo>
                  <a:pt x="1757102" y="73478"/>
                  <a:pt x="1759785" y="76086"/>
                  <a:pt x="1761673" y="79216"/>
                </a:cubicBezTo>
                <a:cubicBezTo>
                  <a:pt x="1763561" y="82296"/>
                  <a:pt x="1764505" y="86295"/>
                  <a:pt x="1764505" y="91214"/>
                </a:cubicBezTo>
                <a:close/>
                <a:moveTo>
                  <a:pt x="1770317" y="115954"/>
                </a:moveTo>
                <a:close/>
                <a:moveTo>
                  <a:pt x="1804970" y="0"/>
                </a:moveTo>
                <a:lnTo>
                  <a:pt x="1804970" y="51867"/>
                </a:lnTo>
                <a:cubicBezTo>
                  <a:pt x="1804970" y="54996"/>
                  <a:pt x="1804845" y="58126"/>
                  <a:pt x="1804597" y="61256"/>
                </a:cubicBezTo>
                <a:cubicBezTo>
                  <a:pt x="1804349" y="64386"/>
                  <a:pt x="1804075" y="67516"/>
                  <a:pt x="1803777" y="70646"/>
                </a:cubicBezTo>
                <a:lnTo>
                  <a:pt x="1804075" y="70646"/>
                </a:lnTo>
                <a:cubicBezTo>
                  <a:pt x="1805616" y="68460"/>
                  <a:pt x="1807180" y="66299"/>
                  <a:pt x="1808770" y="64162"/>
                </a:cubicBezTo>
                <a:cubicBezTo>
                  <a:pt x="1810410" y="62026"/>
                  <a:pt x="1812148" y="59964"/>
                  <a:pt x="1813987" y="57977"/>
                </a:cubicBezTo>
                <a:lnTo>
                  <a:pt x="1837312" y="32640"/>
                </a:lnTo>
                <a:lnTo>
                  <a:pt x="1862947" y="32640"/>
                </a:lnTo>
                <a:lnTo>
                  <a:pt x="1829860" y="68783"/>
                </a:lnTo>
                <a:lnTo>
                  <a:pt x="1864959" y="115954"/>
                </a:lnTo>
                <a:lnTo>
                  <a:pt x="1838728" y="115954"/>
                </a:lnTo>
                <a:lnTo>
                  <a:pt x="1814732" y="82196"/>
                </a:lnTo>
                <a:lnTo>
                  <a:pt x="1804970" y="90021"/>
                </a:lnTo>
                <a:lnTo>
                  <a:pt x="1804970" y="115954"/>
                </a:lnTo>
                <a:lnTo>
                  <a:pt x="1782241" y="115954"/>
                </a:lnTo>
                <a:lnTo>
                  <a:pt x="1782241" y="0"/>
                </a:lnTo>
                <a:lnTo>
                  <a:pt x="180497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7679CB-2C19-4E08-8865-23AF7BD8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2669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098F8C-D6D1-4267-B564-E61C9589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310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AC39ED-1B44-4D41-AC35-BE6BA596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9852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745CC3-6014-40C8-9F71-2C239F23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3493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2EA3C8-D67B-4A92-B52C-9FE9B1E1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7034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CB6924-85EF-420D-A132-F5634169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0675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88051A-698E-419A-93EC-E86775A8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216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6F11A2-DFE4-4DB0-AB76-77A3ABDD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857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F97FE1-7F63-490F-816A-BB739B01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398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B7E143-8C2E-4ADC-AC6F-2C49E7FE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039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AEDAE5-2416-4AC9-AE4C-3CA8CAB9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8581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E2E700-B7D2-40D9-8327-4506017A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222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38BEFD-0238-49C1-92DC-309FC564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5763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5496B1-0E8B-44E2-B3D2-56C9AA33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403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25FC2C-1A16-48F7-9092-8737DC43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2945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01AF39-032A-403D-B698-FDF09803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586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956D06-6844-4865-9478-F434631F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127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FB5EF4-34D6-4547-B8E2-55CA0295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3768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505326-526F-4624-92E9-0F5ED80B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7310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4A10AE-1BDD-4C98-B06D-ABBD7E2F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951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D1C02A-D5BF-4A38-9EFB-AB58E3B2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492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7F7DE3-54B5-46C9-819A-03B8ED66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133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C7DE9E-22DF-4BE7-9C6B-76D9A632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674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74F8A0-475E-4903-BADE-5AFF6D97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5315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9FDA4E-6F1C-4D23-A81B-15EEA4BF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856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42BB9A-8562-4EA7-8662-F04BAB37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2497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30EACD-A971-4234-9487-385F69D3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6038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9C9EB3-BA8A-4CBE-9FDC-E596EF4B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9679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D157BF-6305-4201-B004-C446424A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2669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367EF3-7E94-4550-8F36-B65AFC3F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310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C61FEE-D455-4F7F-B96E-28040762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9852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7598FE-4066-41D0-A243-4A0E5343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3493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1C9A9D-864D-428C-9906-2A9C74D2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7034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EB7220-44C2-498A-9DBC-F5E4793E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0675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341488-D129-405D-897D-23F38C61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216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A5036A-713D-4A31-A92F-50C90FA7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857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B9ADD2-217A-4DDE-8357-79844A58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398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35704C-00ED-461A-A08F-4878B778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039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CAB9DC-4EAB-4B55-857D-02B7F079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8581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4267A6-7929-415D-8829-A667CD3E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222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D2B340-72A7-4A7F-8BA5-99884080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5763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66F027-C9C7-4C97-8525-E7B8AF39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403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B38922-75C0-4386-814A-852949E4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2945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D7CE97-C1D4-49EB-A495-BE88B784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586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057A1E-561A-4834-B654-30787091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127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75298D-988E-4E80-9DC7-5ED586B1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3768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7AF2D9-62FA-4EDF-B957-1D6AD301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7310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AA1E72-6E87-4344-B388-E276056D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951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E2D04A-24C0-439F-BC0C-72FE1C34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492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3C3EE4-E66A-4285-B8DF-265E908E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133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5A5B2E-286D-40B5-8AF1-4C0AE22D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674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7D4FD5-DA6C-4A9E-BE9F-E1B5807E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5315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964A8C-C8F2-4093-B6D5-133AA47F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856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6CE571-CCEF-46E8-9121-D4903089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2497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9B58EA-E48C-490A-B542-E2A02C58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6038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24E25C-B9C7-44E0-B8FA-D168C46D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9679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52673D-6C14-4EDB-9306-3228DAE4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3221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C7C68C-87A3-4084-A080-624E0345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6862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B26A2A-75CC-4D8A-8124-5EBAEA3F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0403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CB87C8-2850-47BB-A2AE-CB92D906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4044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A3DEBB-3082-4EB8-ADDD-63C7A816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2669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14FDEE-4B8B-4646-97C3-B9F65159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310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818B26-9943-4610-9CE3-390ED487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9852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8BA88E-A613-4577-8FAD-724CF41D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3493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25CEDF-E0CA-44C8-9C56-AF214E90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7034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58DCEC-3402-4ECA-810D-EA6626A9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0675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B370EF-E28F-434E-ADBE-2ED1B487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216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C2C219-09A6-46A6-B096-A6BEF7B5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857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CFBD66-DECC-4B99-BF55-329B9D12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398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A7E9C5-8F14-41A9-A4B3-939AAFD5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039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7719C4-90EB-458E-9778-74B3FBCF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8581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01193D-4682-4A09-9A93-09A0CBB6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222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7914C6-94C9-4E35-8E6F-A482A395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5763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8CA891-AB55-42AB-A021-672BC8FE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403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53E17F-368B-44C6-98F7-4C4A990C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2945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E1F3D2-497E-4E0B-AC9F-F878BC35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586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FC2C90-5DDE-4F70-8465-AA7FC5DA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127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EF30E9-B31E-4980-A7A6-338FED00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3768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AC3BDA-166F-4F0C-99C0-72ED21C8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7310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EAED6E-9CDD-4AFB-97A0-BE8E95DA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951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DCE08C-EB20-43DD-8C36-1C493163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492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F30A19-7B60-4D5E-B02B-42A2B2FE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133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AC8E74-6CED-44A2-B8EC-0F95C5D6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674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215F59-3B17-412C-852C-9B66F9FF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5315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A5EABE-3034-45BF-B9B8-C34DE940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856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986903-FC8D-48FE-AECC-46BC579C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2497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2C4498-000D-4B39-84EC-106B13E3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6038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B9E2AB-93CB-4D8E-A546-DCA208E2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9679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37018E-FC57-4985-8220-7BC8EA66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3221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852744-3146-485A-88B6-2B26E557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6862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8FD903-174D-40E6-8ED1-F4994C8D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936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03376B-7B99-49CF-A593-E3716702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577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C93916-DB99-4E12-9E9E-DC58F0CB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2117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41945F-7DBF-4190-A577-9E9BA9A2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758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DF76DE-EF10-4DDA-BC97-5A55AAEB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300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062FAE-17D2-483E-B310-67CBECEA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2941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09CE4B-A672-41BA-80AF-8CFD05D8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482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78970D-206A-420E-8A65-E8C44BD1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0123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5D4C5-2BBD-41DC-AD0B-818055E0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665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A3286A-9713-454F-864F-1699EF87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05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6B1849-7AF7-4420-9B95-EEDAF25D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846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7C5DE7-0016-4F59-BA9A-77A6C2C9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487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D5F76A-04DD-41B0-92AB-36D0D0BD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8028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61F584-E3C4-4EDC-BBEE-94925AC5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669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7802FF-F27D-4847-8F71-955C57B8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212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815087-2116-482B-B046-D35FB0F1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853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5BD706-9017-4899-B99B-BE2372ED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2394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F74FD2-0BD1-4774-9FDF-5B6A1661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034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82C76F-35FC-4FCA-97FB-DCEC1C5F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576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40A51C-7AA6-47D0-8C37-929AFFBB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217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16D49B-415F-4096-B8E8-071EB1AC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6758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CBB3F0-A66B-4740-9E70-F3839FE0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0399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917590-665E-46F6-AA0C-0CD7FA7B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3940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0C8B57-5C21-43A1-95C6-66D85968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7581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5D1B84-2D84-4DA6-ABCD-A1C39313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1122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214A5C-45F1-414F-B0EC-AF32D5BA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763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044C24-5539-433D-B658-4DA0E1D7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305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C296D1-ED90-4716-85B3-0432F982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1946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82A41C-92EB-4E6A-9286-C90BB0AD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5487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FEF5FE-BD08-4020-9A18-C998F1DB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128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C582B7-FF0B-4DE8-846B-0A3096B0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936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75A583-4E9D-40A1-9E4A-AEEFBF03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577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6EC367-7F45-48F3-84F6-B51DE01B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2117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3405A7-C82B-4751-8050-E6127354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758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99E309-111F-406D-B925-95B0B3F2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300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BE6A78-C0E6-444A-8B3D-31C8B860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2941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A05272-D969-482F-8FD5-C5B04232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482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F1D8F1-05F4-432A-9673-DD9EBA03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0123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2F362D-386B-4F16-BCC8-7607CA47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665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7998D2-6350-4E1B-9473-BFA18CAC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05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FFFE9C-5A33-4C90-A572-069B1157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846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62D2E4-C990-43EE-B9DB-B0907EC8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487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394C9E-9710-4196-A475-8290BC63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8028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6934F6-E99C-4BC8-A018-EE3DB44A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669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FE34E3-7078-4B82-BF01-2C55C82A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212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F02B01-1461-4B04-AA22-44E1752C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853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88A7E6-1069-45D3-842E-2A256A69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2394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55A3E4-C74F-4217-A957-1A48CB01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034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D41ADD-0990-4738-B0B0-7F95B63F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576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D56874-109A-4773-8D9B-7CD6ACDE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217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732024-7AF5-4C1D-8356-80C3DF00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6758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086F4D-64FD-4CCC-99FC-1365ADFA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0399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A58707-5F97-4A41-854B-1A532F4A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3940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FCA415-709A-44DC-A068-D53536DF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7581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05EB0E-2BB6-4BF3-BE75-3134FDD0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1122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EC7403-3BF5-4388-A805-2C129676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763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09A675-1B70-42E3-BDBB-5B118F25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305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3792ED-901E-4118-A2B2-07B7B18D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1946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04A416-431B-4BB3-B243-C982ECFC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5487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C6B472-958C-4950-9A23-1F76D5D1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128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170E4B-29FE-482C-958B-40005B61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936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46739F-51CE-4679-968D-1F1DA578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577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BC46A2-9BAE-4022-BE29-6168F6E1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753" y="1563125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AA4D97-80DB-4B14-B667-DF4A91F0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394" y="1556766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AD03A2-4788-41A3-A85F-6B69D31A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2669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78EAA6-933D-449D-AA9C-8A30DFA3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310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308E86-422B-47AC-93A3-0D726C76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9852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14D84F-3607-41B2-BC8B-D4D45FC6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3493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3D3ABE-A13D-46CE-9EC3-BC523894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7034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C22997-C464-4647-98CB-9D44FEE5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0675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8912C3-5950-40BD-8BB1-D5552855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216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9CE28C-D6F3-40CC-B6C7-9BC1F37F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857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2477CA-DFD1-40D2-8A38-FD0DE20A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398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247CA6-AFE6-4B26-8ABF-CA296DB6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039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2B131-D05D-4839-950D-1B173AA7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8581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182DB1-A09F-49D6-BC28-96F447B5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222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F8EF5D-24DC-40C3-8113-7415CD28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5763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8AE5DC-9DB2-408A-981F-A95AC8AA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403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0AC3D3-C301-41AD-A7D6-35DE146D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2945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2B4DF3-A9EC-4547-91C8-811693C2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586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EB277E-8B08-496E-9BE6-949FFC1F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127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BBED97-FBBF-4659-A274-3ACCD7AC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3768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768D83-0F1F-4024-ACFC-1E3BC94F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7310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D25BD3-DB07-4E83-98E4-2B36C1EE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951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E0125B-24A2-48CC-86B3-90FBE389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492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72910C-9170-4053-8858-853EFC04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133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7F9D76-045B-4F3D-8012-8C4F2603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674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E6E292-3FFB-4C8B-8EF3-315B0A23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5315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5FCE6D-6AD0-42A2-933A-CD90098A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856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DA3C67-B5A7-4912-A7E3-FAAF732F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2497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CCBC49-AA73-431C-9617-CE43D462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936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979946-7683-4185-99EE-A70ECDD3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577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4C444D-33E8-4E75-9601-ADB95D08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2117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F0AC05-EF5F-43D1-95E1-31B62B97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758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60DF20-78FC-4A3D-8C9C-D7DD80C2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300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51DD03-B6D2-42AC-AFC9-F2A49F7B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2941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949E79-008C-4238-B721-5DFE94F7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482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2A77FE-D3FE-459F-844A-52405F2E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0123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31A665-B102-44D1-9C45-0B1500DB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665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2E0334-534D-46A2-A77D-51759D20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05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A5AACF-30C9-4646-83F5-DD2806C0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846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4DE9BE-96CA-4735-A522-EDE56E7C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487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99A59D-71C1-4C6E-887A-C399218A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8028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E4DD61-9D3C-4220-A31B-F02BF954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669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9525FF-279C-4F43-95CE-6FB9D3D6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212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CEDFCD-D5FF-4C18-9047-84F975B0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853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43D37E-2583-44B4-9774-E212FB31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2394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9350BB-8205-4845-833D-EBE740A3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034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94E4D8-7451-4439-BFCA-69644E84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576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E5241A-6CE7-4C2B-A139-896776F5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217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6BBACF-7BAA-484C-A654-A5C787D7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6758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3B8C21-D29D-44F3-B606-E13B7F6D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0399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EFAB7C-C56A-4DCE-9076-39AD072F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3940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F7320D-A8EF-4F44-989C-4AC66DFA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7581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453407-A3B9-4C39-85D4-8AFD086A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1122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480DE0-B43E-409D-A911-385A1CF4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763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59B679-5D87-4FA9-9B05-85F22EC6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305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AC1FA-6922-4866-8667-FB565A80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1946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1CF43A-E1AA-461E-B43F-87A3A473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5487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F6250F-7969-49A1-87C5-858CC1B2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128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4E106A-0851-4B86-91D7-8E323C27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753" y="1435943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93C46C-0BC2-4F72-881C-7362F616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394" y="1429584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633140-CAA5-4452-8C05-11AFA52B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753" y="1817490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2E37E4-18D5-4B61-90A7-072F0CF1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394" y="1811131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BD72E2-F603-4D55-840F-0D7C9B1A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753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B80F4E-C6CB-4641-8E81-317EC419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394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141C58-03E9-4039-A9EB-7EC28EC6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2117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F3CD52-EFB0-47FD-A15B-E3BCE184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758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E8074D-806A-4A72-9ABB-F83B0103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300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B41FD0-C618-4704-A4FC-607BA315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2941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F943C7-A6BC-429F-B8A8-895DE71D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482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D020D1-E176-4CE6-9822-6C7943EA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0123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7C0DEE-AEAB-4D72-A94A-C3ED8F92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665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B9EDC0-78FC-4E6C-8C27-7F03A90B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05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B60C6E-C1FF-4A7F-9575-11DCE703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846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054682-5B13-42EF-A4ED-F7039E1D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487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5B6CA6-5FCA-4F5C-87AF-F2030146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8028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18780B-54F8-4894-99F2-84B162C8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669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B80236-0B4E-428F-8B53-7B1EB902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212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D318A4-072D-461C-BA67-0363BE3F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853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065095-5C41-4775-8CE0-2C3EFC93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2394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15561E-F07D-41B8-A2BA-FAECA26D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034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1D3343-7FB9-4B36-8123-220934CE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576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BEE5EB-8D11-4856-BFDE-1C801802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217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6F2D2C-C999-4141-9A2C-8E7FDA86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6758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9DAF9B-A80B-47A9-8468-3ABBAB6E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0399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C571C8-41D5-4C26-BF2D-B8D5F989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3940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BE8CA0-A2BC-4F67-86A9-AD32264D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7581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5381B3-0605-43C2-A0CC-458768F8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1122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CB0474-98B1-49FD-A87D-E8266848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763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EEB39C-7821-4AA4-BD68-E7B6F893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305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1DB168-77C3-4E0E-8A65-F1A6605B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1946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295A79-AC31-480D-B814-872B065C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5487" y="1690308"/>
            <a:ext cx="127182" cy="127182"/>
          </a:xfrm>
          <a:custGeom xmlns:a="http://schemas.openxmlformats.org/drawingml/2006/main">
            <a:pathLst>
              <a:path w="127182" h="127182">
                <a:moveTo>
                  <a:pt x="0" y="0"/>
                </a:moveTo>
                <a:lnTo>
                  <a:pt x="127182" y="0"/>
                </a:lnTo>
                <a:lnTo>
                  <a:pt x="127182" y="127182"/>
                </a:lnTo>
                <a:lnTo>
                  <a:pt x="0" y="127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E92CE2-E561-498C-A7E8-76D3C520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128" y="1683949"/>
            <a:ext cx="139900" cy="139900"/>
          </a:xfrm>
          <a:custGeom xmlns:a="http://schemas.openxmlformats.org/drawingml/2006/main">
            <a:pathLst>
              <a:path w="139900" h="139900">
                <a:moveTo>
                  <a:pt x="0" y="133541"/>
                </a:moveTo>
                <a:lnTo>
                  <a:pt x="0" y="139900"/>
                </a:lnTo>
                <a:lnTo>
                  <a:pt x="6359" y="139900"/>
                </a:lnTo>
                <a:lnTo>
                  <a:pt x="133541" y="139900"/>
                </a:lnTo>
                <a:lnTo>
                  <a:pt x="139900" y="139900"/>
                </a:lnTo>
                <a:lnTo>
                  <a:pt x="139900" y="133541"/>
                </a:lnTo>
                <a:lnTo>
                  <a:pt x="139900" y="6359"/>
                </a:lnTo>
                <a:lnTo>
                  <a:pt x="139900" y="0"/>
                </a:lnTo>
                <a:lnTo>
                  <a:pt x="133541" y="0"/>
                </a:lnTo>
                <a:lnTo>
                  <a:pt x="6359" y="0"/>
                </a:lnTo>
                <a:lnTo>
                  <a:pt x="0" y="0"/>
                </a:lnTo>
                <a:lnTo>
                  <a:pt x="0" y="6359"/>
                </a:lnTo>
                <a:lnTo>
                  <a:pt x="0" y="133541"/>
                </a:lnTo>
                <a:close/>
                <a:moveTo>
                  <a:pt x="12718" y="12718"/>
                </a:moveTo>
                <a:lnTo>
                  <a:pt x="127182" y="12718"/>
                </a:lnTo>
                <a:lnTo>
                  <a:pt x="127182" y="127182"/>
                </a:lnTo>
                <a:lnTo>
                  <a:pt x="12718" y="127182"/>
                </a:lnTo>
                <a:lnTo>
                  <a:pt x="12718" y="1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48A35F-4711-4F72-A14E-79FE911C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673" y="3375473"/>
            <a:ext cx="1869579" cy="254365"/>
          </a:xfrm>
          <a:custGeom xmlns:a="http://schemas.openxmlformats.org/drawingml/2006/main">
            <a:pathLst>
              <a:path w="1869579" h="254365">
                <a:moveTo>
                  <a:pt x="0" y="31796"/>
                </a:moveTo>
                <a:cubicBezTo>
                  <a:pt x="0" y="14235"/>
                  <a:pt x="14235" y="0"/>
                  <a:pt x="31796" y="0"/>
                </a:cubicBezTo>
                <a:lnTo>
                  <a:pt x="1837784" y="0"/>
                </a:lnTo>
                <a:cubicBezTo>
                  <a:pt x="1855344" y="0"/>
                  <a:pt x="1869579" y="14235"/>
                  <a:pt x="1869579" y="31796"/>
                </a:cubicBezTo>
                <a:lnTo>
                  <a:pt x="1869579" y="222569"/>
                </a:lnTo>
                <a:cubicBezTo>
                  <a:pt x="1869579" y="240129"/>
                  <a:pt x="1855344" y="254365"/>
                  <a:pt x="1837784" y="254365"/>
                </a:cubicBezTo>
                <a:lnTo>
                  <a:pt x="31796" y="254365"/>
                </a:lnTo>
                <a:cubicBezTo>
                  <a:pt x="14235" y="254365"/>
                  <a:pt x="0" y="240129"/>
                  <a:pt x="0" y="222569"/>
                </a:cubicBezTo>
                <a:lnTo>
                  <a:pt x="0" y="3179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E5E457-57EB-4F18-9E90-ED598D85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314" y="3369113"/>
            <a:ext cx="1882297" cy="267083"/>
          </a:xfrm>
          <a:custGeom xmlns:a="http://schemas.openxmlformats.org/drawingml/2006/main">
            <a:pathLst>
              <a:path w="1882297" h="267083">
                <a:moveTo>
                  <a:pt x="38155" y="12718"/>
                </a:moveTo>
                <a:lnTo>
                  <a:pt x="1844143" y="12718"/>
                </a:lnTo>
                <a:lnTo>
                  <a:pt x="1844143" y="0"/>
                </a:lnTo>
                <a:lnTo>
                  <a:pt x="38155" y="0"/>
                </a:lnTo>
                <a:lnTo>
                  <a:pt x="38155" y="12718"/>
                </a:lnTo>
                <a:close/>
                <a:moveTo>
                  <a:pt x="1869579" y="38155"/>
                </a:moveTo>
                <a:lnTo>
                  <a:pt x="1869579" y="228928"/>
                </a:lnTo>
                <a:lnTo>
                  <a:pt x="1882297" y="228928"/>
                </a:lnTo>
                <a:lnTo>
                  <a:pt x="1882297" y="38155"/>
                </a:lnTo>
                <a:lnTo>
                  <a:pt x="1869579" y="38155"/>
                </a:lnTo>
                <a:close/>
                <a:moveTo>
                  <a:pt x="1844143" y="254365"/>
                </a:moveTo>
                <a:lnTo>
                  <a:pt x="38155" y="254365"/>
                </a:lnTo>
                <a:lnTo>
                  <a:pt x="38155" y="267083"/>
                </a:lnTo>
                <a:lnTo>
                  <a:pt x="1844143" y="267083"/>
                </a:lnTo>
                <a:lnTo>
                  <a:pt x="1844143" y="254365"/>
                </a:lnTo>
                <a:close/>
                <a:moveTo>
                  <a:pt x="12718" y="228928"/>
                </a:moveTo>
                <a:lnTo>
                  <a:pt x="12718" y="38155"/>
                </a:lnTo>
                <a:lnTo>
                  <a:pt x="0" y="38155"/>
                </a:lnTo>
                <a:lnTo>
                  <a:pt x="0" y="228928"/>
                </a:lnTo>
                <a:lnTo>
                  <a:pt x="12718" y="228928"/>
                </a:lnTo>
                <a:close/>
                <a:moveTo>
                  <a:pt x="38155" y="254365"/>
                </a:moveTo>
                <a:cubicBezTo>
                  <a:pt x="24107" y="254365"/>
                  <a:pt x="12718" y="242976"/>
                  <a:pt x="12718" y="228928"/>
                </a:cubicBezTo>
                <a:lnTo>
                  <a:pt x="0" y="228928"/>
                </a:lnTo>
                <a:cubicBezTo>
                  <a:pt x="0" y="250000"/>
                  <a:pt x="17082" y="267083"/>
                  <a:pt x="38155" y="267083"/>
                </a:cubicBezTo>
                <a:lnTo>
                  <a:pt x="38155" y="254365"/>
                </a:lnTo>
                <a:close/>
                <a:moveTo>
                  <a:pt x="1869579" y="228928"/>
                </a:moveTo>
                <a:cubicBezTo>
                  <a:pt x="1869579" y="242976"/>
                  <a:pt x="1858191" y="254365"/>
                  <a:pt x="1844143" y="254365"/>
                </a:cubicBezTo>
                <a:lnTo>
                  <a:pt x="1844143" y="267083"/>
                </a:lnTo>
                <a:cubicBezTo>
                  <a:pt x="1865215" y="267083"/>
                  <a:pt x="1882297" y="250000"/>
                  <a:pt x="1882297" y="228928"/>
                </a:cubicBezTo>
                <a:lnTo>
                  <a:pt x="1869579" y="228928"/>
                </a:lnTo>
                <a:close/>
                <a:moveTo>
                  <a:pt x="1844143" y="12718"/>
                </a:moveTo>
                <a:cubicBezTo>
                  <a:pt x="1858191" y="12718"/>
                  <a:pt x="1869579" y="24107"/>
                  <a:pt x="1869579" y="38155"/>
                </a:cubicBezTo>
                <a:lnTo>
                  <a:pt x="1882297" y="38155"/>
                </a:lnTo>
                <a:cubicBezTo>
                  <a:pt x="1882297" y="17082"/>
                  <a:pt x="1865215" y="0"/>
                  <a:pt x="1844143" y="0"/>
                </a:cubicBezTo>
                <a:lnTo>
                  <a:pt x="1844143" y="12718"/>
                </a:lnTo>
                <a:close/>
                <a:moveTo>
                  <a:pt x="38155" y="0"/>
                </a:moveTo>
                <a:cubicBezTo>
                  <a:pt x="17082" y="0"/>
                  <a:pt x="0" y="17082"/>
                  <a:pt x="0" y="38155"/>
                </a:cubicBezTo>
                <a:lnTo>
                  <a:pt x="12718" y="38155"/>
                </a:lnTo>
                <a:cubicBezTo>
                  <a:pt x="12718" y="24107"/>
                  <a:pt x="24107" y="12718"/>
                  <a:pt x="38155" y="12718"/>
                </a:cubicBezTo>
                <a:lnTo>
                  <a:pt x="3815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D55065-C028-4036-A22E-DE8C7780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207" y="3443932"/>
            <a:ext cx="1041876" cy="152619"/>
          </a:xfrm>
          <a:custGeom xmlns:a="http://schemas.openxmlformats.org/drawingml/2006/main">
            <a:pathLst>
              <a:path w="1041876" h="152619">
                <a:moveTo>
                  <a:pt x="0" y="115954"/>
                </a:moveTo>
                <a:close/>
                <a:moveTo>
                  <a:pt x="55071" y="54773"/>
                </a:moveTo>
                <a:lnTo>
                  <a:pt x="98293" y="54773"/>
                </a:lnTo>
                <a:lnTo>
                  <a:pt x="98293" y="111260"/>
                </a:lnTo>
                <a:cubicBezTo>
                  <a:pt x="92580" y="113147"/>
                  <a:pt x="86643" y="114663"/>
                  <a:pt x="80483" y="115805"/>
                </a:cubicBezTo>
                <a:cubicBezTo>
                  <a:pt x="74322" y="116898"/>
                  <a:pt x="67342" y="117445"/>
                  <a:pt x="59542" y="117445"/>
                </a:cubicBezTo>
                <a:cubicBezTo>
                  <a:pt x="48712" y="117445"/>
                  <a:pt x="39521" y="115309"/>
                  <a:pt x="31969" y="111036"/>
                </a:cubicBezTo>
                <a:cubicBezTo>
                  <a:pt x="24418" y="106764"/>
                  <a:pt x="18680" y="100454"/>
                  <a:pt x="14755" y="92108"/>
                </a:cubicBezTo>
                <a:cubicBezTo>
                  <a:pt x="10830" y="83761"/>
                  <a:pt x="8868" y="73502"/>
                  <a:pt x="8868" y="61331"/>
                </a:cubicBezTo>
                <a:cubicBezTo>
                  <a:pt x="8868" y="49904"/>
                  <a:pt x="11054" y="40018"/>
                  <a:pt x="15426" y="31671"/>
                </a:cubicBezTo>
                <a:cubicBezTo>
                  <a:pt x="19847" y="23325"/>
                  <a:pt x="26281" y="16867"/>
                  <a:pt x="34727" y="12296"/>
                </a:cubicBezTo>
                <a:cubicBezTo>
                  <a:pt x="43222" y="7725"/>
                  <a:pt x="53580" y="5440"/>
                  <a:pt x="65802" y="5440"/>
                </a:cubicBezTo>
                <a:cubicBezTo>
                  <a:pt x="71565" y="5440"/>
                  <a:pt x="77253" y="6061"/>
                  <a:pt x="82867" y="7303"/>
                </a:cubicBezTo>
                <a:cubicBezTo>
                  <a:pt x="88481" y="8545"/>
                  <a:pt x="93573" y="10160"/>
                  <a:pt x="98144" y="12147"/>
                </a:cubicBezTo>
                <a:lnTo>
                  <a:pt x="90468" y="30628"/>
                </a:lnTo>
                <a:cubicBezTo>
                  <a:pt x="87140" y="28939"/>
                  <a:pt x="83339" y="27523"/>
                  <a:pt x="79067" y="26380"/>
                </a:cubicBezTo>
                <a:cubicBezTo>
                  <a:pt x="74794" y="25238"/>
                  <a:pt x="70323" y="24666"/>
                  <a:pt x="65653" y="24666"/>
                </a:cubicBezTo>
                <a:cubicBezTo>
                  <a:pt x="58946" y="24666"/>
                  <a:pt x="53109" y="26207"/>
                  <a:pt x="48140" y="29287"/>
                </a:cubicBezTo>
                <a:cubicBezTo>
                  <a:pt x="43222" y="32367"/>
                  <a:pt x="39397" y="36689"/>
                  <a:pt x="36664" y="42253"/>
                </a:cubicBezTo>
                <a:cubicBezTo>
                  <a:pt x="33982" y="47768"/>
                  <a:pt x="32640" y="54276"/>
                  <a:pt x="32640" y="61778"/>
                </a:cubicBezTo>
                <a:cubicBezTo>
                  <a:pt x="32640" y="68882"/>
                  <a:pt x="33609" y="75192"/>
                  <a:pt x="35546" y="80706"/>
                </a:cubicBezTo>
                <a:cubicBezTo>
                  <a:pt x="37484" y="86171"/>
                  <a:pt x="40539" y="90468"/>
                  <a:pt x="44713" y="93598"/>
                </a:cubicBezTo>
                <a:cubicBezTo>
                  <a:pt x="48886" y="96678"/>
                  <a:pt x="54326" y="98218"/>
                  <a:pt x="61033" y="98218"/>
                </a:cubicBezTo>
                <a:cubicBezTo>
                  <a:pt x="64311" y="98218"/>
                  <a:pt x="67069" y="98069"/>
                  <a:pt x="69304" y="97771"/>
                </a:cubicBezTo>
                <a:cubicBezTo>
                  <a:pt x="71590" y="97424"/>
                  <a:pt x="73726" y="97076"/>
                  <a:pt x="75713" y="96728"/>
                </a:cubicBezTo>
                <a:lnTo>
                  <a:pt x="75713" y="73999"/>
                </a:lnTo>
                <a:lnTo>
                  <a:pt x="55071" y="73999"/>
                </a:lnTo>
                <a:lnTo>
                  <a:pt x="55071" y="54773"/>
                </a:lnTo>
                <a:close/>
                <a:moveTo>
                  <a:pt x="110589" y="115954"/>
                </a:moveTo>
                <a:close/>
                <a:moveTo>
                  <a:pt x="156643" y="30926"/>
                </a:moveTo>
                <a:cubicBezTo>
                  <a:pt x="167821" y="30926"/>
                  <a:pt x="176391" y="33361"/>
                  <a:pt x="182353" y="38229"/>
                </a:cubicBezTo>
                <a:cubicBezTo>
                  <a:pt x="188314" y="43098"/>
                  <a:pt x="191295" y="50500"/>
                  <a:pt x="191295" y="60436"/>
                </a:cubicBezTo>
                <a:lnTo>
                  <a:pt x="191295" y="115954"/>
                </a:lnTo>
                <a:lnTo>
                  <a:pt x="175422" y="115954"/>
                </a:lnTo>
                <a:lnTo>
                  <a:pt x="171025" y="104627"/>
                </a:lnTo>
                <a:lnTo>
                  <a:pt x="170429" y="104627"/>
                </a:lnTo>
                <a:cubicBezTo>
                  <a:pt x="168045" y="107608"/>
                  <a:pt x="165610" y="110042"/>
                  <a:pt x="163126" y="111930"/>
                </a:cubicBezTo>
                <a:cubicBezTo>
                  <a:pt x="160642" y="113818"/>
                  <a:pt x="157785" y="115209"/>
                  <a:pt x="154556" y="116103"/>
                </a:cubicBezTo>
                <a:cubicBezTo>
                  <a:pt x="151327" y="116998"/>
                  <a:pt x="147402" y="117445"/>
                  <a:pt x="142782" y="117445"/>
                </a:cubicBezTo>
                <a:cubicBezTo>
                  <a:pt x="137864" y="117445"/>
                  <a:pt x="133442" y="116501"/>
                  <a:pt x="129517" y="114613"/>
                </a:cubicBezTo>
                <a:cubicBezTo>
                  <a:pt x="125642" y="112725"/>
                  <a:pt x="122587" y="109844"/>
                  <a:pt x="120351" y="105969"/>
                </a:cubicBezTo>
                <a:cubicBezTo>
                  <a:pt x="118116" y="102044"/>
                  <a:pt x="116998" y="97076"/>
                  <a:pt x="116998" y="91064"/>
                </a:cubicBezTo>
                <a:cubicBezTo>
                  <a:pt x="116998" y="82221"/>
                  <a:pt x="120103" y="75713"/>
                  <a:pt x="126313" y="71540"/>
                </a:cubicBezTo>
                <a:cubicBezTo>
                  <a:pt x="132523" y="67317"/>
                  <a:pt x="141838" y="64982"/>
                  <a:pt x="154258" y="64535"/>
                </a:cubicBezTo>
                <a:lnTo>
                  <a:pt x="168715" y="64088"/>
                </a:lnTo>
                <a:lnTo>
                  <a:pt x="168715" y="60436"/>
                </a:lnTo>
                <a:cubicBezTo>
                  <a:pt x="168715" y="56065"/>
                  <a:pt x="167573" y="52860"/>
                  <a:pt x="165287" y="50823"/>
                </a:cubicBezTo>
                <a:cubicBezTo>
                  <a:pt x="163002" y="48786"/>
                  <a:pt x="159822" y="47768"/>
                  <a:pt x="155749" y="47768"/>
                </a:cubicBezTo>
                <a:cubicBezTo>
                  <a:pt x="151724" y="47768"/>
                  <a:pt x="147775" y="48339"/>
                  <a:pt x="143900" y="49482"/>
                </a:cubicBezTo>
                <a:cubicBezTo>
                  <a:pt x="140025" y="50624"/>
                  <a:pt x="136150" y="52065"/>
                  <a:pt x="132275" y="53804"/>
                </a:cubicBezTo>
                <a:lnTo>
                  <a:pt x="124748" y="38453"/>
                </a:lnTo>
                <a:cubicBezTo>
                  <a:pt x="129169" y="36118"/>
                  <a:pt x="134113" y="34280"/>
                  <a:pt x="139578" y="32938"/>
                </a:cubicBezTo>
                <a:cubicBezTo>
                  <a:pt x="145092" y="31597"/>
                  <a:pt x="150781" y="30926"/>
                  <a:pt x="156643" y="30926"/>
                </a:cubicBezTo>
                <a:close/>
                <a:moveTo>
                  <a:pt x="168715" y="77353"/>
                </a:moveTo>
                <a:lnTo>
                  <a:pt x="159922" y="77651"/>
                </a:lnTo>
                <a:cubicBezTo>
                  <a:pt x="152569" y="77849"/>
                  <a:pt x="147452" y="79166"/>
                  <a:pt x="144570" y="81600"/>
                </a:cubicBezTo>
                <a:cubicBezTo>
                  <a:pt x="141739" y="84035"/>
                  <a:pt x="140323" y="87239"/>
                  <a:pt x="140323" y="91214"/>
                </a:cubicBezTo>
                <a:cubicBezTo>
                  <a:pt x="140323" y="94691"/>
                  <a:pt x="141341" y="97175"/>
                  <a:pt x="143378" y="98666"/>
                </a:cubicBezTo>
                <a:cubicBezTo>
                  <a:pt x="145415" y="100106"/>
                  <a:pt x="148073" y="100827"/>
                  <a:pt x="151352" y="100827"/>
                </a:cubicBezTo>
                <a:cubicBezTo>
                  <a:pt x="156221" y="100827"/>
                  <a:pt x="160319" y="99386"/>
                  <a:pt x="163648" y="96505"/>
                </a:cubicBezTo>
                <a:cubicBezTo>
                  <a:pt x="167026" y="93623"/>
                  <a:pt x="168715" y="89524"/>
                  <a:pt x="168715" y="84209"/>
                </a:cubicBezTo>
                <a:lnTo>
                  <a:pt x="168715" y="77353"/>
                </a:lnTo>
                <a:close/>
                <a:moveTo>
                  <a:pt x="202846" y="115954"/>
                </a:moveTo>
                <a:close/>
                <a:moveTo>
                  <a:pt x="249868" y="99336"/>
                </a:moveTo>
                <a:cubicBezTo>
                  <a:pt x="252352" y="99336"/>
                  <a:pt x="254762" y="99088"/>
                  <a:pt x="257097" y="98591"/>
                </a:cubicBezTo>
                <a:cubicBezTo>
                  <a:pt x="259482" y="98094"/>
                  <a:pt x="261841" y="97473"/>
                  <a:pt x="264176" y="96728"/>
                </a:cubicBezTo>
                <a:lnTo>
                  <a:pt x="264176" y="113644"/>
                </a:lnTo>
                <a:cubicBezTo>
                  <a:pt x="261742" y="114737"/>
                  <a:pt x="258712" y="115632"/>
                  <a:pt x="255085" y="116327"/>
                </a:cubicBezTo>
                <a:cubicBezTo>
                  <a:pt x="251508" y="117072"/>
                  <a:pt x="247583" y="117445"/>
                  <a:pt x="243311" y="117445"/>
                </a:cubicBezTo>
                <a:cubicBezTo>
                  <a:pt x="238343" y="117445"/>
                  <a:pt x="233871" y="116650"/>
                  <a:pt x="229897" y="115060"/>
                </a:cubicBezTo>
                <a:cubicBezTo>
                  <a:pt x="225972" y="113421"/>
                  <a:pt x="222867" y="110614"/>
                  <a:pt x="220582" y="106639"/>
                </a:cubicBezTo>
                <a:cubicBezTo>
                  <a:pt x="218346" y="102615"/>
                  <a:pt x="217228" y="97026"/>
                  <a:pt x="217228" y="89872"/>
                </a:cubicBezTo>
                <a:lnTo>
                  <a:pt x="217228" y="49705"/>
                </a:lnTo>
                <a:lnTo>
                  <a:pt x="206348" y="49705"/>
                </a:lnTo>
                <a:lnTo>
                  <a:pt x="206348" y="40092"/>
                </a:lnTo>
                <a:lnTo>
                  <a:pt x="218868" y="32491"/>
                </a:lnTo>
                <a:lnTo>
                  <a:pt x="225426" y="14904"/>
                </a:lnTo>
                <a:lnTo>
                  <a:pt x="239957" y="14904"/>
                </a:lnTo>
                <a:lnTo>
                  <a:pt x="239957" y="32640"/>
                </a:lnTo>
                <a:lnTo>
                  <a:pt x="263282" y="32640"/>
                </a:lnTo>
                <a:lnTo>
                  <a:pt x="263282" y="49705"/>
                </a:lnTo>
                <a:lnTo>
                  <a:pt x="239957" y="49705"/>
                </a:lnTo>
                <a:lnTo>
                  <a:pt x="239957" y="89872"/>
                </a:lnTo>
                <a:cubicBezTo>
                  <a:pt x="239957" y="93052"/>
                  <a:pt x="240851" y="95436"/>
                  <a:pt x="242640" y="97026"/>
                </a:cubicBezTo>
                <a:cubicBezTo>
                  <a:pt x="244478" y="98566"/>
                  <a:pt x="246888" y="99336"/>
                  <a:pt x="249868" y="99336"/>
                </a:cubicBezTo>
                <a:close/>
                <a:moveTo>
                  <a:pt x="269169" y="115954"/>
                </a:moveTo>
                <a:close/>
                <a:moveTo>
                  <a:pt x="315447" y="31075"/>
                </a:moveTo>
                <a:cubicBezTo>
                  <a:pt x="323147" y="31075"/>
                  <a:pt x="329780" y="32566"/>
                  <a:pt x="335344" y="35546"/>
                </a:cubicBezTo>
                <a:cubicBezTo>
                  <a:pt x="340908" y="38478"/>
                  <a:pt x="345205" y="42750"/>
                  <a:pt x="348236" y="48364"/>
                </a:cubicBezTo>
                <a:cubicBezTo>
                  <a:pt x="351266" y="53978"/>
                  <a:pt x="352782" y="60834"/>
                  <a:pt x="352782" y="68932"/>
                </a:cubicBezTo>
                <a:lnTo>
                  <a:pt x="352782" y="79961"/>
                </a:lnTo>
                <a:lnTo>
                  <a:pt x="299052" y="79961"/>
                </a:lnTo>
                <a:cubicBezTo>
                  <a:pt x="299301" y="86370"/>
                  <a:pt x="301213" y="91412"/>
                  <a:pt x="304790" y="95089"/>
                </a:cubicBezTo>
                <a:cubicBezTo>
                  <a:pt x="308417" y="98715"/>
                  <a:pt x="313435" y="100529"/>
                  <a:pt x="319844" y="100529"/>
                </a:cubicBezTo>
                <a:cubicBezTo>
                  <a:pt x="325159" y="100529"/>
                  <a:pt x="330028" y="99982"/>
                  <a:pt x="334450" y="98889"/>
                </a:cubicBezTo>
                <a:cubicBezTo>
                  <a:pt x="338871" y="97796"/>
                  <a:pt x="343417" y="96157"/>
                  <a:pt x="348087" y="93971"/>
                </a:cubicBezTo>
                <a:lnTo>
                  <a:pt x="348087" y="111558"/>
                </a:lnTo>
                <a:cubicBezTo>
                  <a:pt x="343963" y="113595"/>
                  <a:pt x="339641" y="115085"/>
                  <a:pt x="335120" y="116029"/>
                </a:cubicBezTo>
                <a:cubicBezTo>
                  <a:pt x="330649" y="116973"/>
                  <a:pt x="325209" y="117445"/>
                  <a:pt x="318800" y="117445"/>
                </a:cubicBezTo>
                <a:cubicBezTo>
                  <a:pt x="310454" y="117445"/>
                  <a:pt x="303051" y="115905"/>
                  <a:pt x="296593" y="112825"/>
                </a:cubicBezTo>
                <a:cubicBezTo>
                  <a:pt x="290184" y="109744"/>
                  <a:pt x="285142" y="105050"/>
                  <a:pt x="281465" y="98740"/>
                </a:cubicBezTo>
                <a:cubicBezTo>
                  <a:pt x="277839" y="92431"/>
                  <a:pt x="276025" y="84482"/>
                  <a:pt x="276025" y="74893"/>
                </a:cubicBezTo>
                <a:cubicBezTo>
                  <a:pt x="276025" y="65156"/>
                  <a:pt x="277665" y="57058"/>
                  <a:pt x="280944" y="50600"/>
                </a:cubicBezTo>
                <a:cubicBezTo>
                  <a:pt x="284272" y="44092"/>
                  <a:pt x="288893" y="39223"/>
                  <a:pt x="294805" y="35994"/>
                </a:cubicBezTo>
                <a:cubicBezTo>
                  <a:pt x="300716" y="32715"/>
                  <a:pt x="307597" y="31075"/>
                  <a:pt x="315447" y="31075"/>
                </a:cubicBezTo>
                <a:close/>
                <a:moveTo>
                  <a:pt x="315596" y="47246"/>
                </a:moveTo>
                <a:cubicBezTo>
                  <a:pt x="311174" y="47246"/>
                  <a:pt x="307498" y="48662"/>
                  <a:pt x="304567" y="51494"/>
                </a:cubicBezTo>
                <a:cubicBezTo>
                  <a:pt x="301685" y="54326"/>
                  <a:pt x="300021" y="58772"/>
                  <a:pt x="299574" y="64833"/>
                </a:cubicBezTo>
                <a:lnTo>
                  <a:pt x="331469" y="64833"/>
                </a:lnTo>
                <a:cubicBezTo>
                  <a:pt x="331419" y="61455"/>
                  <a:pt x="330798" y="58449"/>
                  <a:pt x="329606" y="55816"/>
                </a:cubicBezTo>
                <a:cubicBezTo>
                  <a:pt x="328463" y="53183"/>
                  <a:pt x="326724" y="51096"/>
                  <a:pt x="324389" y="49556"/>
                </a:cubicBezTo>
                <a:cubicBezTo>
                  <a:pt x="322104" y="48016"/>
                  <a:pt x="319173" y="47246"/>
                  <a:pt x="315596" y="47246"/>
                </a:cubicBezTo>
                <a:close/>
                <a:moveTo>
                  <a:pt x="359340" y="115954"/>
                </a:moveTo>
                <a:close/>
                <a:moveTo>
                  <a:pt x="397643" y="117445"/>
                </a:moveTo>
                <a:cubicBezTo>
                  <a:pt x="388353" y="117445"/>
                  <a:pt x="380777" y="113818"/>
                  <a:pt x="374914" y="106565"/>
                </a:cubicBezTo>
                <a:cubicBezTo>
                  <a:pt x="369102" y="99262"/>
                  <a:pt x="366195" y="88556"/>
                  <a:pt x="366195" y="74446"/>
                </a:cubicBezTo>
                <a:cubicBezTo>
                  <a:pt x="366195" y="60188"/>
                  <a:pt x="369151" y="49407"/>
                  <a:pt x="375063" y="42104"/>
                </a:cubicBezTo>
                <a:cubicBezTo>
                  <a:pt x="380975" y="34752"/>
                  <a:pt x="388701" y="31075"/>
                  <a:pt x="398239" y="31075"/>
                </a:cubicBezTo>
                <a:cubicBezTo>
                  <a:pt x="402214" y="31075"/>
                  <a:pt x="405716" y="31622"/>
                  <a:pt x="408747" y="32715"/>
                </a:cubicBezTo>
                <a:cubicBezTo>
                  <a:pt x="411777" y="33808"/>
                  <a:pt x="414386" y="35273"/>
                  <a:pt x="416572" y="37111"/>
                </a:cubicBezTo>
                <a:cubicBezTo>
                  <a:pt x="418807" y="38950"/>
                  <a:pt x="420695" y="41011"/>
                  <a:pt x="422235" y="43297"/>
                </a:cubicBezTo>
                <a:lnTo>
                  <a:pt x="422980" y="43297"/>
                </a:lnTo>
                <a:cubicBezTo>
                  <a:pt x="422682" y="41707"/>
                  <a:pt x="422310" y="39372"/>
                  <a:pt x="421863" y="36292"/>
                </a:cubicBezTo>
                <a:cubicBezTo>
                  <a:pt x="421465" y="33162"/>
                  <a:pt x="421266" y="29957"/>
                  <a:pt x="421266" y="26678"/>
                </a:cubicBezTo>
                <a:lnTo>
                  <a:pt x="421266" y="0"/>
                </a:lnTo>
                <a:lnTo>
                  <a:pt x="444070" y="0"/>
                </a:lnTo>
                <a:lnTo>
                  <a:pt x="444070" y="115954"/>
                </a:lnTo>
                <a:lnTo>
                  <a:pt x="426632" y="115954"/>
                </a:lnTo>
                <a:lnTo>
                  <a:pt x="422235" y="105149"/>
                </a:lnTo>
                <a:lnTo>
                  <a:pt x="421266" y="105149"/>
                </a:lnTo>
                <a:cubicBezTo>
                  <a:pt x="419826" y="107434"/>
                  <a:pt x="418012" y="109521"/>
                  <a:pt x="415826" y="111409"/>
                </a:cubicBezTo>
                <a:cubicBezTo>
                  <a:pt x="413690" y="113247"/>
                  <a:pt x="411132" y="114712"/>
                  <a:pt x="408151" y="115805"/>
                </a:cubicBezTo>
                <a:cubicBezTo>
                  <a:pt x="405170" y="116898"/>
                  <a:pt x="401667" y="117445"/>
                  <a:pt x="397643" y="117445"/>
                </a:cubicBezTo>
                <a:close/>
                <a:moveTo>
                  <a:pt x="405617" y="99336"/>
                </a:moveTo>
                <a:cubicBezTo>
                  <a:pt x="411827" y="99336"/>
                  <a:pt x="416199" y="97498"/>
                  <a:pt x="418733" y="93822"/>
                </a:cubicBezTo>
                <a:cubicBezTo>
                  <a:pt x="421316" y="90096"/>
                  <a:pt x="422682" y="84507"/>
                  <a:pt x="422831" y="77055"/>
                </a:cubicBezTo>
                <a:lnTo>
                  <a:pt x="422831" y="74595"/>
                </a:lnTo>
                <a:cubicBezTo>
                  <a:pt x="422831" y="66497"/>
                  <a:pt x="421589" y="60312"/>
                  <a:pt x="419105" y="56040"/>
                </a:cubicBezTo>
                <a:cubicBezTo>
                  <a:pt x="416621" y="51717"/>
                  <a:pt x="412001" y="49556"/>
                  <a:pt x="405244" y="49556"/>
                </a:cubicBezTo>
                <a:cubicBezTo>
                  <a:pt x="400227" y="49556"/>
                  <a:pt x="396302" y="51717"/>
                  <a:pt x="393470" y="56040"/>
                </a:cubicBezTo>
                <a:cubicBezTo>
                  <a:pt x="390638" y="60362"/>
                  <a:pt x="389222" y="66597"/>
                  <a:pt x="389222" y="74744"/>
                </a:cubicBezTo>
                <a:cubicBezTo>
                  <a:pt x="389222" y="82892"/>
                  <a:pt x="390638" y="89028"/>
                  <a:pt x="393470" y="93151"/>
                </a:cubicBezTo>
                <a:cubicBezTo>
                  <a:pt x="396352" y="97275"/>
                  <a:pt x="400401" y="99336"/>
                  <a:pt x="405617" y="99336"/>
                </a:cubicBezTo>
                <a:close/>
                <a:moveTo>
                  <a:pt x="495564" y="115954"/>
                </a:moveTo>
                <a:close/>
                <a:moveTo>
                  <a:pt x="608165" y="61331"/>
                </a:moveTo>
                <a:cubicBezTo>
                  <a:pt x="608165" y="69727"/>
                  <a:pt x="607121" y="77377"/>
                  <a:pt x="605035" y="84283"/>
                </a:cubicBezTo>
                <a:cubicBezTo>
                  <a:pt x="602948" y="91139"/>
                  <a:pt x="599769" y="97051"/>
                  <a:pt x="595496" y="102019"/>
                </a:cubicBezTo>
                <a:cubicBezTo>
                  <a:pt x="591273" y="106987"/>
                  <a:pt x="585908" y="110813"/>
                  <a:pt x="579400" y="113495"/>
                </a:cubicBezTo>
                <a:cubicBezTo>
                  <a:pt x="572891" y="116128"/>
                  <a:pt x="565191" y="117445"/>
                  <a:pt x="556298" y="117445"/>
                </a:cubicBezTo>
                <a:cubicBezTo>
                  <a:pt x="547405" y="117445"/>
                  <a:pt x="539705" y="116128"/>
                  <a:pt x="533197" y="113495"/>
                </a:cubicBezTo>
                <a:cubicBezTo>
                  <a:pt x="526689" y="110813"/>
                  <a:pt x="521298" y="106987"/>
                  <a:pt x="517026" y="102019"/>
                </a:cubicBezTo>
                <a:cubicBezTo>
                  <a:pt x="512803" y="97051"/>
                  <a:pt x="509648" y="91114"/>
                  <a:pt x="507562" y="84209"/>
                </a:cubicBezTo>
                <a:cubicBezTo>
                  <a:pt x="505475" y="77303"/>
                  <a:pt x="504432" y="69627"/>
                  <a:pt x="504432" y="61182"/>
                </a:cubicBezTo>
                <a:cubicBezTo>
                  <a:pt x="504432" y="49904"/>
                  <a:pt x="506270" y="40092"/>
                  <a:pt x="509946" y="31746"/>
                </a:cubicBezTo>
                <a:cubicBezTo>
                  <a:pt x="513672" y="23350"/>
                  <a:pt x="519385" y="16842"/>
                  <a:pt x="527086" y="12221"/>
                </a:cubicBezTo>
                <a:cubicBezTo>
                  <a:pt x="534787" y="7601"/>
                  <a:pt x="544574" y="5291"/>
                  <a:pt x="556447" y="5291"/>
                </a:cubicBezTo>
                <a:cubicBezTo>
                  <a:pt x="568271" y="5291"/>
                  <a:pt x="577984" y="7601"/>
                  <a:pt x="585585" y="12221"/>
                </a:cubicBezTo>
                <a:cubicBezTo>
                  <a:pt x="593236" y="16842"/>
                  <a:pt x="598899" y="23350"/>
                  <a:pt x="602576" y="31746"/>
                </a:cubicBezTo>
                <a:cubicBezTo>
                  <a:pt x="606302" y="40142"/>
                  <a:pt x="608165" y="50003"/>
                  <a:pt x="608165" y="61331"/>
                </a:cubicBezTo>
                <a:close/>
                <a:moveTo>
                  <a:pt x="528651" y="61331"/>
                </a:moveTo>
                <a:cubicBezTo>
                  <a:pt x="528651" y="68932"/>
                  <a:pt x="529595" y="75490"/>
                  <a:pt x="531483" y="81004"/>
                </a:cubicBezTo>
                <a:cubicBezTo>
                  <a:pt x="533420" y="86469"/>
                  <a:pt x="536426" y="90692"/>
                  <a:pt x="540500" y="93673"/>
                </a:cubicBezTo>
                <a:cubicBezTo>
                  <a:pt x="544574" y="96604"/>
                  <a:pt x="549840" y="98069"/>
                  <a:pt x="556298" y="98069"/>
                </a:cubicBezTo>
                <a:cubicBezTo>
                  <a:pt x="562856" y="98069"/>
                  <a:pt x="568172" y="96604"/>
                  <a:pt x="572246" y="93673"/>
                </a:cubicBezTo>
                <a:cubicBezTo>
                  <a:pt x="576319" y="90692"/>
                  <a:pt x="579275" y="86469"/>
                  <a:pt x="581114" y="81004"/>
                </a:cubicBezTo>
                <a:cubicBezTo>
                  <a:pt x="583001" y="75490"/>
                  <a:pt x="583945" y="68932"/>
                  <a:pt x="583945" y="61331"/>
                </a:cubicBezTo>
                <a:cubicBezTo>
                  <a:pt x="583945" y="49904"/>
                  <a:pt x="581809" y="40912"/>
                  <a:pt x="577537" y="34354"/>
                </a:cubicBezTo>
                <a:cubicBezTo>
                  <a:pt x="573264" y="27796"/>
                  <a:pt x="566234" y="24517"/>
                  <a:pt x="556447" y="24517"/>
                </a:cubicBezTo>
                <a:cubicBezTo>
                  <a:pt x="549939" y="24517"/>
                  <a:pt x="544623" y="26008"/>
                  <a:pt x="540500" y="28989"/>
                </a:cubicBezTo>
                <a:cubicBezTo>
                  <a:pt x="536426" y="31920"/>
                  <a:pt x="533420" y="36143"/>
                  <a:pt x="531483" y="41657"/>
                </a:cubicBezTo>
                <a:cubicBezTo>
                  <a:pt x="529595" y="47122"/>
                  <a:pt x="528651" y="53680"/>
                  <a:pt x="528651" y="61331"/>
                </a:cubicBezTo>
                <a:close/>
                <a:moveTo>
                  <a:pt x="617033" y="115954"/>
                </a:moveTo>
                <a:close/>
                <a:moveTo>
                  <a:pt x="705414" y="32640"/>
                </a:moveTo>
                <a:lnTo>
                  <a:pt x="705414" y="115954"/>
                </a:lnTo>
                <a:lnTo>
                  <a:pt x="687977" y="115954"/>
                </a:lnTo>
                <a:lnTo>
                  <a:pt x="684921" y="105298"/>
                </a:lnTo>
                <a:lnTo>
                  <a:pt x="683729" y="105298"/>
                </a:lnTo>
                <a:cubicBezTo>
                  <a:pt x="681940" y="108130"/>
                  <a:pt x="679705" y="110440"/>
                  <a:pt x="677022" y="112228"/>
                </a:cubicBezTo>
                <a:cubicBezTo>
                  <a:pt x="674339" y="114017"/>
                  <a:pt x="671383" y="115333"/>
                  <a:pt x="668154" y="116178"/>
                </a:cubicBezTo>
                <a:cubicBezTo>
                  <a:pt x="664925" y="117023"/>
                  <a:pt x="661571" y="117445"/>
                  <a:pt x="658094" y="117445"/>
                </a:cubicBezTo>
                <a:cubicBezTo>
                  <a:pt x="652132" y="117445"/>
                  <a:pt x="646940" y="116402"/>
                  <a:pt x="642519" y="114315"/>
                </a:cubicBezTo>
                <a:cubicBezTo>
                  <a:pt x="638097" y="112179"/>
                  <a:pt x="634644" y="108875"/>
                  <a:pt x="632160" y="104404"/>
                </a:cubicBezTo>
                <a:cubicBezTo>
                  <a:pt x="629726" y="99932"/>
                  <a:pt x="628509" y="94120"/>
                  <a:pt x="628509" y="86966"/>
                </a:cubicBezTo>
                <a:lnTo>
                  <a:pt x="628509" y="32640"/>
                </a:lnTo>
                <a:lnTo>
                  <a:pt x="651238" y="32640"/>
                </a:lnTo>
                <a:lnTo>
                  <a:pt x="651238" y="81302"/>
                </a:lnTo>
                <a:cubicBezTo>
                  <a:pt x="651238" y="87264"/>
                  <a:pt x="652306" y="91760"/>
                  <a:pt x="654442" y="94791"/>
                </a:cubicBezTo>
                <a:cubicBezTo>
                  <a:pt x="656578" y="97821"/>
                  <a:pt x="659982" y="99336"/>
                  <a:pt x="664651" y="99336"/>
                </a:cubicBezTo>
                <a:cubicBezTo>
                  <a:pt x="669272" y="99336"/>
                  <a:pt x="672898" y="98293"/>
                  <a:pt x="675532" y="96206"/>
                </a:cubicBezTo>
                <a:cubicBezTo>
                  <a:pt x="678165" y="94070"/>
                  <a:pt x="680003" y="90965"/>
                  <a:pt x="681046" y="86891"/>
                </a:cubicBezTo>
                <a:cubicBezTo>
                  <a:pt x="682139" y="82768"/>
                  <a:pt x="682686" y="77750"/>
                  <a:pt x="682686" y="71838"/>
                </a:cubicBezTo>
                <a:lnTo>
                  <a:pt x="682686" y="32640"/>
                </a:lnTo>
                <a:lnTo>
                  <a:pt x="705414" y="32640"/>
                </a:lnTo>
                <a:close/>
                <a:moveTo>
                  <a:pt x="717338" y="115954"/>
                </a:moveTo>
                <a:close/>
                <a:moveTo>
                  <a:pt x="764360" y="99336"/>
                </a:moveTo>
                <a:cubicBezTo>
                  <a:pt x="766844" y="99336"/>
                  <a:pt x="769254" y="99088"/>
                  <a:pt x="771589" y="98591"/>
                </a:cubicBezTo>
                <a:cubicBezTo>
                  <a:pt x="773974" y="98094"/>
                  <a:pt x="776333" y="97473"/>
                  <a:pt x="778668" y="96728"/>
                </a:cubicBezTo>
                <a:lnTo>
                  <a:pt x="778668" y="113644"/>
                </a:lnTo>
                <a:cubicBezTo>
                  <a:pt x="776234" y="114737"/>
                  <a:pt x="773204" y="115632"/>
                  <a:pt x="769577" y="116327"/>
                </a:cubicBezTo>
                <a:cubicBezTo>
                  <a:pt x="766000" y="117072"/>
                  <a:pt x="762075" y="117445"/>
                  <a:pt x="757803" y="117445"/>
                </a:cubicBezTo>
                <a:cubicBezTo>
                  <a:pt x="752835" y="117445"/>
                  <a:pt x="748363" y="116650"/>
                  <a:pt x="744389" y="115060"/>
                </a:cubicBezTo>
                <a:cubicBezTo>
                  <a:pt x="740464" y="113421"/>
                  <a:pt x="737359" y="110614"/>
                  <a:pt x="735074" y="106639"/>
                </a:cubicBezTo>
                <a:cubicBezTo>
                  <a:pt x="732838" y="102615"/>
                  <a:pt x="731720" y="97026"/>
                  <a:pt x="731720" y="89872"/>
                </a:cubicBezTo>
                <a:lnTo>
                  <a:pt x="731720" y="49705"/>
                </a:lnTo>
                <a:lnTo>
                  <a:pt x="720840" y="49705"/>
                </a:lnTo>
                <a:lnTo>
                  <a:pt x="720840" y="40092"/>
                </a:lnTo>
                <a:lnTo>
                  <a:pt x="733360" y="32491"/>
                </a:lnTo>
                <a:lnTo>
                  <a:pt x="739918" y="14904"/>
                </a:lnTo>
                <a:lnTo>
                  <a:pt x="754449" y="14904"/>
                </a:lnTo>
                <a:lnTo>
                  <a:pt x="754449" y="32640"/>
                </a:lnTo>
                <a:lnTo>
                  <a:pt x="777774" y="32640"/>
                </a:lnTo>
                <a:lnTo>
                  <a:pt x="777774" y="49705"/>
                </a:lnTo>
                <a:lnTo>
                  <a:pt x="754449" y="49705"/>
                </a:lnTo>
                <a:lnTo>
                  <a:pt x="754449" y="89872"/>
                </a:lnTo>
                <a:cubicBezTo>
                  <a:pt x="754449" y="93052"/>
                  <a:pt x="755343" y="95436"/>
                  <a:pt x="757132" y="97026"/>
                </a:cubicBezTo>
                <a:cubicBezTo>
                  <a:pt x="758970" y="98566"/>
                  <a:pt x="761380" y="99336"/>
                  <a:pt x="764360" y="99336"/>
                </a:cubicBezTo>
                <a:close/>
                <a:moveTo>
                  <a:pt x="783661" y="115954"/>
                </a:moveTo>
                <a:close/>
                <a:moveTo>
                  <a:pt x="841937" y="31075"/>
                </a:moveTo>
                <a:cubicBezTo>
                  <a:pt x="851326" y="31075"/>
                  <a:pt x="858902" y="34727"/>
                  <a:pt x="864665" y="42030"/>
                </a:cubicBezTo>
                <a:cubicBezTo>
                  <a:pt x="870478" y="49333"/>
                  <a:pt x="873384" y="60039"/>
                  <a:pt x="873384" y="74148"/>
                </a:cubicBezTo>
                <a:cubicBezTo>
                  <a:pt x="873384" y="83588"/>
                  <a:pt x="872018" y="91536"/>
                  <a:pt x="869286" y="97995"/>
                </a:cubicBezTo>
                <a:cubicBezTo>
                  <a:pt x="866553" y="104404"/>
                  <a:pt x="862778" y="109248"/>
                  <a:pt x="857959" y="112526"/>
                </a:cubicBezTo>
                <a:cubicBezTo>
                  <a:pt x="853140" y="115805"/>
                  <a:pt x="847600" y="117445"/>
                  <a:pt x="841340" y="117445"/>
                </a:cubicBezTo>
                <a:cubicBezTo>
                  <a:pt x="837316" y="117445"/>
                  <a:pt x="833863" y="116948"/>
                  <a:pt x="830982" y="115954"/>
                </a:cubicBezTo>
                <a:cubicBezTo>
                  <a:pt x="828101" y="114911"/>
                  <a:pt x="825641" y="113595"/>
                  <a:pt x="823604" y="112005"/>
                </a:cubicBezTo>
                <a:cubicBezTo>
                  <a:pt x="821568" y="110365"/>
                  <a:pt x="819804" y="108627"/>
                  <a:pt x="818314" y="106788"/>
                </a:cubicBezTo>
                <a:lnTo>
                  <a:pt x="817121" y="106788"/>
                </a:lnTo>
                <a:cubicBezTo>
                  <a:pt x="817519" y="108776"/>
                  <a:pt x="817817" y="110813"/>
                  <a:pt x="818015" y="112899"/>
                </a:cubicBezTo>
                <a:cubicBezTo>
                  <a:pt x="818214" y="114986"/>
                  <a:pt x="818314" y="117023"/>
                  <a:pt x="818314" y="119010"/>
                </a:cubicBezTo>
                <a:lnTo>
                  <a:pt x="818314" y="152619"/>
                </a:lnTo>
                <a:lnTo>
                  <a:pt x="795585" y="152619"/>
                </a:lnTo>
                <a:lnTo>
                  <a:pt x="795585" y="32640"/>
                </a:lnTo>
                <a:lnTo>
                  <a:pt x="814066" y="32640"/>
                </a:lnTo>
                <a:lnTo>
                  <a:pt x="817270" y="43446"/>
                </a:lnTo>
                <a:lnTo>
                  <a:pt x="818314" y="43446"/>
                </a:lnTo>
                <a:cubicBezTo>
                  <a:pt x="819804" y="41210"/>
                  <a:pt x="821617" y="39148"/>
                  <a:pt x="823754" y="37260"/>
                </a:cubicBezTo>
                <a:cubicBezTo>
                  <a:pt x="825890" y="35373"/>
                  <a:pt x="828448" y="33882"/>
                  <a:pt x="831429" y="32789"/>
                </a:cubicBezTo>
                <a:cubicBezTo>
                  <a:pt x="834460" y="31647"/>
                  <a:pt x="837962" y="31075"/>
                  <a:pt x="841937" y="31075"/>
                </a:cubicBezTo>
                <a:close/>
                <a:moveTo>
                  <a:pt x="834634" y="49258"/>
                </a:moveTo>
                <a:cubicBezTo>
                  <a:pt x="830659" y="49258"/>
                  <a:pt x="827504" y="50078"/>
                  <a:pt x="825169" y="51717"/>
                </a:cubicBezTo>
                <a:cubicBezTo>
                  <a:pt x="822834" y="53357"/>
                  <a:pt x="821120" y="55816"/>
                  <a:pt x="820027" y="59095"/>
                </a:cubicBezTo>
                <a:cubicBezTo>
                  <a:pt x="818984" y="62374"/>
                  <a:pt x="818413" y="66522"/>
                  <a:pt x="818314" y="71540"/>
                </a:cubicBezTo>
                <a:lnTo>
                  <a:pt x="818314" y="73999"/>
                </a:lnTo>
                <a:cubicBezTo>
                  <a:pt x="818314" y="79365"/>
                  <a:pt x="818810" y="83910"/>
                  <a:pt x="819804" y="87637"/>
                </a:cubicBezTo>
                <a:cubicBezTo>
                  <a:pt x="820847" y="91363"/>
                  <a:pt x="822561" y="94194"/>
                  <a:pt x="824946" y="96132"/>
                </a:cubicBezTo>
                <a:cubicBezTo>
                  <a:pt x="827380" y="98069"/>
                  <a:pt x="830709" y="99038"/>
                  <a:pt x="834932" y="99038"/>
                </a:cubicBezTo>
                <a:cubicBezTo>
                  <a:pt x="838409" y="99038"/>
                  <a:pt x="841266" y="98069"/>
                  <a:pt x="843502" y="96132"/>
                </a:cubicBezTo>
                <a:cubicBezTo>
                  <a:pt x="845737" y="94194"/>
                  <a:pt x="847402" y="91363"/>
                  <a:pt x="848494" y="87637"/>
                </a:cubicBezTo>
                <a:cubicBezTo>
                  <a:pt x="849637" y="83861"/>
                  <a:pt x="850208" y="79265"/>
                  <a:pt x="850208" y="73850"/>
                </a:cubicBezTo>
                <a:cubicBezTo>
                  <a:pt x="850208" y="65703"/>
                  <a:pt x="848942" y="59567"/>
                  <a:pt x="846408" y="55444"/>
                </a:cubicBezTo>
                <a:cubicBezTo>
                  <a:pt x="843874" y="51320"/>
                  <a:pt x="839949" y="49258"/>
                  <a:pt x="834634" y="49258"/>
                </a:cubicBezTo>
                <a:close/>
                <a:moveTo>
                  <a:pt x="880240" y="115954"/>
                </a:moveTo>
                <a:close/>
                <a:moveTo>
                  <a:pt x="968622" y="32640"/>
                </a:moveTo>
                <a:lnTo>
                  <a:pt x="968622" y="115954"/>
                </a:lnTo>
                <a:lnTo>
                  <a:pt x="951184" y="115954"/>
                </a:lnTo>
                <a:lnTo>
                  <a:pt x="948129" y="105298"/>
                </a:lnTo>
                <a:lnTo>
                  <a:pt x="946937" y="105298"/>
                </a:lnTo>
                <a:cubicBezTo>
                  <a:pt x="945148" y="108130"/>
                  <a:pt x="942912" y="110440"/>
                  <a:pt x="940230" y="112228"/>
                </a:cubicBezTo>
                <a:cubicBezTo>
                  <a:pt x="937547" y="114017"/>
                  <a:pt x="934591" y="115333"/>
                  <a:pt x="931362" y="116178"/>
                </a:cubicBezTo>
                <a:cubicBezTo>
                  <a:pt x="928132" y="117023"/>
                  <a:pt x="924779" y="117445"/>
                  <a:pt x="921301" y="117445"/>
                </a:cubicBezTo>
                <a:cubicBezTo>
                  <a:pt x="915340" y="117445"/>
                  <a:pt x="910148" y="116402"/>
                  <a:pt x="905726" y="114315"/>
                </a:cubicBezTo>
                <a:cubicBezTo>
                  <a:pt x="901305" y="112179"/>
                  <a:pt x="897852" y="108875"/>
                  <a:pt x="895368" y="104404"/>
                </a:cubicBezTo>
                <a:cubicBezTo>
                  <a:pt x="892934" y="99932"/>
                  <a:pt x="891717" y="94120"/>
                  <a:pt x="891717" y="86966"/>
                </a:cubicBezTo>
                <a:lnTo>
                  <a:pt x="891717" y="32640"/>
                </a:lnTo>
                <a:lnTo>
                  <a:pt x="914445" y="32640"/>
                </a:lnTo>
                <a:lnTo>
                  <a:pt x="914445" y="81302"/>
                </a:lnTo>
                <a:cubicBezTo>
                  <a:pt x="914445" y="87264"/>
                  <a:pt x="915514" y="91760"/>
                  <a:pt x="917650" y="94791"/>
                </a:cubicBezTo>
                <a:cubicBezTo>
                  <a:pt x="919786" y="97821"/>
                  <a:pt x="923189" y="99336"/>
                  <a:pt x="927859" y="99336"/>
                </a:cubicBezTo>
                <a:cubicBezTo>
                  <a:pt x="932479" y="99336"/>
                  <a:pt x="936106" y="98293"/>
                  <a:pt x="938739" y="96206"/>
                </a:cubicBezTo>
                <a:cubicBezTo>
                  <a:pt x="941372" y="94070"/>
                  <a:pt x="943210" y="90965"/>
                  <a:pt x="944254" y="86891"/>
                </a:cubicBezTo>
                <a:cubicBezTo>
                  <a:pt x="945347" y="82768"/>
                  <a:pt x="945893" y="77750"/>
                  <a:pt x="945893" y="71838"/>
                </a:cubicBezTo>
                <a:lnTo>
                  <a:pt x="945893" y="32640"/>
                </a:lnTo>
                <a:lnTo>
                  <a:pt x="968622" y="32640"/>
                </a:lnTo>
                <a:close/>
                <a:moveTo>
                  <a:pt x="980545" y="115954"/>
                </a:moveTo>
                <a:close/>
                <a:moveTo>
                  <a:pt x="1027568" y="99336"/>
                </a:moveTo>
                <a:cubicBezTo>
                  <a:pt x="1030052" y="99336"/>
                  <a:pt x="1032462" y="99088"/>
                  <a:pt x="1034797" y="98591"/>
                </a:cubicBezTo>
                <a:cubicBezTo>
                  <a:pt x="1037181" y="98094"/>
                  <a:pt x="1039541" y="97473"/>
                  <a:pt x="1041876" y="96728"/>
                </a:cubicBezTo>
                <a:lnTo>
                  <a:pt x="1041876" y="113644"/>
                </a:lnTo>
                <a:cubicBezTo>
                  <a:pt x="1039442" y="114737"/>
                  <a:pt x="1036411" y="115632"/>
                  <a:pt x="1032785" y="116327"/>
                </a:cubicBezTo>
                <a:cubicBezTo>
                  <a:pt x="1029208" y="117072"/>
                  <a:pt x="1025283" y="117445"/>
                  <a:pt x="1021010" y="117445"/>
                </a:cubicBezTo>
                <a:cubicBezTo>
                  <a:pt x="1016042" y="117445"/>
                  <a:pt x="1011571" y="116650"/>
                  <a:pt x="1007596" y="115060"/>
                </a:cubicBezTo>
                <a:cubicBezTo>
                  <a:pt x="1003672" y="113421"/>
                  <a:pt x="1000567" y="110614"/>
                  <a:pt x="998281" y="106639"/>
                </a:cubicBezTo>
                <a:cubicBezTo>
                  <a:pt x="996046" y="102615"/>
                  <a:pt x="994928" y="97026"/>
                  <a:pt x="994928" y="89872"/>
                </a:cubicBezTo>
                <a:lnTo>
                  <a:pt x="994928" y="49705"/>
                </a:lnTo>
                <a:lnTo>
                  <a:pt x="984048" y="49705"/>
                </a:lnTo>
                <a:lnTo>
                  <a:pt x="984048" y="40092"/>
                </a:lnTo>
                <a:lnTo>
                  <a:pt x="996567" y="32491"/>
                </a:lnTo>
                <a:lnTo>
                  <a:pt x="1003125" y="14904"/>
                </a:lnTo>
                <a:lnTo>
                  <a:pt x="1017657" y="14904"/>
                </a:lnTo>
                <a:lnTo>
                  <a:pt x="1017657" y="32640"/>
                </a:lnTo>
                <a:lnTo>
                  <a:pt x="1040982" y="32640"/>
                </a:lnTo>
                <a:lnTo>
                  <a:pt x="1040982" y="49705"/>
                </a:lnTo>
                <a:lnTo>
                  <a:pt x="1017657" y="49705"/>
                </a:lnTo>
                <a:lnTo>
                  <a:pt x="1017657" y="89872"/>
                </a:lnTo>
                <a:cubicBezTo>
                  <a:pt x="1017657" y="93052"/>
                  <a:pt x="1018551" y="95436"/>
                  <a:pt x="1020340" y="97026"/>
                </a:cubicBezTo>
                <a:cubicBezTo>
                  <a:pt x="1022178" y="98566"/>
                  <a:pt x="1024587" y="99336"/>
                  <a:pt x="1027568" y="993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75F4AD-A57C-46A2-851E-7137B8DE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149" y="3175161"/>
            <a:ext cx="19077" cy="136721"/>
          </a:xfrm>
          <a:custGeom xmlns:a="http://schemas.openxmlformats.org/drawingml/2006/main">
            <a:pathLst>
              <a:path w="19077" h="136721">
                <a:moveTo>
                  <a:pt x="19077" y="9539"/>
                </a:moveTo>
                <a:cubicBezTo>
                  <a:pt x="19077" y="4271"/>
                  <a:pt x="14807" y="0"/>
                  <a:pt x="9539" y="0"/>
                </a:cubicBezTo>
                <a:cubicBezTo>
                  <a:pt x="4271" y="0"/>
                  <a:pt x="0" y="4271"/>
                  <a:pt x="0" y="9539"/>
                </a:cubicBezTo>
                <a:lnTo>
                  <a:pt x="19077" y="9539"/>
                </a:lnTo>
                <a:close/>
                <a:moveTo>
                  <a:pt x="0" y="9539"/>
                </a:moveTo>
                <a:lnTo>
                  <a:pt x="0" y="136721"/>
                </a:lnTo>
                <a:lnTo>
                  <a:pt x="19077" y="136721"/>
                </a:lnTo>
                <a:lnTo>
                  <a:pt x="19077" y="9539"/>
                </a:lnTo>
                <a:lnTo>
                  <a:pt x="0" y="95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F32816-A905-47C1-BCCF-313AD5B7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5614" y="3245111"/>
            <a:ext cx="19077" cy="136721"/>
          </a:xfrm>
          <a:custGeom xmlns:a="http://schemas.openxmlformats.org/drawingml/2006/main">
            <a:pathLst>
              <a:path w="19077" h="136721">
                <a:moveTo>
                  <a:pt x="19077" y="9539"/>
                </a:moveTo>
                <a:cubicBezTo>
                  <a:pt x="19077" y="4271"/>
                  <a:pt x="14807" y="0"/>
                  <a:pt x="9539" y="0"/>
                </a:cubicBezTo>
                <a:cubicBezTo>
                  <a:pt x="4271" y="0"/>
                  <a:pt x="0" y="4271"/>
                  <a:pt x="0" y="9539"/>
                </a:cubicBezTo>
                <a:lnTo>
                  <a:pt x="19077" y="9539"/>
                </a:lnTo>
                <a:close/>
                <a:moveTo>
                  <a:pt x="0" y="9539"/>
                </a:moveTo>
                <a:lnTo>
                  <a:pt x="0" y="136721"/>
                </a:lnTo>
                <a:lnTo>
                  <a:pt x="19077" y="136721"/>
                </a:lnTo>
                <a:lnTo>
                  <a:pt x="19077" y="9539"/>
                </a:lnTo>
                <a:lnTo>
                  <a:pt x="0" y="95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16F6F3-21EC-43AF-B65E-3F414B23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5511" y="3181520"/>
            <a:ext cx="19077" cy="136721"/>
          </a:xfrm>
          <a:custGeom xmlns:a="http://schemas.openxmlformats.org/drawingml/2006/main">
            <a:pathLst>
              <a:path w="19077" h="136721">
                <a:moveTo>
                  <a:pt x="19077" y="9539"/>
                </a:moveTo>
                <a:cubicBezTo>
                  <a:pt x="19077" y="4271"/>
                  <a:pt x="14807" y="0"/>
                  <a:pt x="9539" y="0"/>
                </a:cubicBezTo>
                <a:cubicBezTo>
                  <a:pt x="4271" y="0"/>
                  <a:pt x="0" y="4271"/>
                  <a:pt x="0" y="9539"/>
                </a:cubicBezTo>
                <a:lnTo>
                  <a:pt x="19077" y="9539"/>
                </a:lnTo>
                <a:close/>
                <a:moveTo>
                  <a:pt x="0" y="9539"/>
                </a:moveTo>
                <a:lnTo>
                  <a:pt x="0" y="136721"/>
                </a:lnTo>
                <a:lnTo>
                  <a:pt x="19077" y="136721"/>
                </a:lnTo>
                <a:lnTo>
                  <a:pt x="19077" y="9539"/>
                </a:lnTo>
                <a:lnTo>
                  <a:pt x="0" y="95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9DBF20-E9B5-472C-BB5F-C967681C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049" y="3299163"/>
            <a:ext cx="4607177" cy="19077"/>
          </a:xfrm>
          <a:custGeom xmlns:a="http://schemas.openxmlformats.org/drawingml/2006/main">
            <a:pathLst>
              <a:path w="4607177" h="19077">
                <a:moveTo>
                  <a:pt x="4607177" y="0"/>
                </a:moveTo>
                <a:lnTo>
                  <a:pt x="0" y="0"/>
                </a:lnTo>
                <a:lnTo>
                  <a:pt x="0" y="19077"/>
                </a:lnTo>
                <a:lnTo>
                  <a:pt x="4607177" y="19077"/>
                </a:lnTo>
                <a:lnTo>
                  <a:pt x="460717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778FE1-8AD7-4E00-86EF-FF9C92AC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7391" y="3142719"/>
            <a:ext cx="364208" cy="98218"/>
          </a:xfrm>
          <a:custGeom xmlns:a="http://schemas.openxmlformats.org/drawingml/2006/main">
            <a:pathLst>
              <a:path w="364208" h="98218">
                <a:moveTo>
                  <a:pt x="0" y="73776"/>
                </a:moveTo>
                <a:close/>
                <a:moveTo>
                  <a:pt x="75067" y="37360"/>
                </a:moveTo>
                <a:cubicBezTo>
                  <a:pt x="75067" y="42957"/>
                  <a:pt x="74372" y="48058"/>
                  <a:pt x="72981" y="52661"/>
                </a:cubicBezTo>
                <a:cubicBezTo>
                  <a:pt x="71590" y="57232"/>
                  <a:pt x="69470" y="61173"/>
                  <a:pt x="66622" y="64485"/>
                </a:cubicBezTo>
                <a:cubicBezTo>
                  <a:pt x="63806" y="67797"/>
                  <a:pt x="60229" y="70348"/>
                  <a:pt x="55891" y="72136"/>
                </a:cubicBezTo>
                <a:cubicBezTo>
                  <a:pt x="51552" y="73892"/>
                  <a:pt x="46418" y="74769"/>
                  <a:pt x="40490" y="74769"/>
                </a:cubicBezTo>
                <a:cubicBezTo>
                  <a:pt x="34561" y="74769"/>
                  <a:pt x="29427" y="73892"/>
                  <a:pt x="25089" y="72136"/>
                </a:cubicBezTo>
                <a:cubicBezTo>
                  <a:pt x="20750" y="70348"/>
                  <a:pt x="17156" y="67797"/>
                  <a:pt x="14308" y="64485"/>
                </a:cubicBezTo>
                <a:cubicBezTo>
                  <a:pt x="11493" y="61173"/>
                  <a:pt x="9390" y="57215"/>
                  <a:pt x="7999" y="52612"/>
                </a:cubicBezTo>
                <a:cubicBezTo>
                  <a:pt x="6608" y="48008"/>
                  <a:pt x="5912" y="42891"/>
                  <a:pt x="5912" y="37260"/>
                </a:cubicBezTo>
                <a:cubicBezTo>
                  <a:pt x="5912" y="29742"/>
                  <a:pt x="7137" y="23201"/>
                  <a:pt x="9588" y="17637"/>
                </a:cubicBezTo>
                <a:cubicBezTo>
                  <a:pt x="12072" y="12039"/>
                  <a:pt x="15881" y="7700"/>
                  <a:pt x="21015" y="4620"/>
                </a:cubicBezTo>
                <a:cubicBezTo>
                  <a:pt x="26149" y="1540"/>
                  <a:pt x="32673" y="0"/>
                  <a:pt x="40589" y="0"/>
                </a:cubicBezTo>
                <a:cubicBezTo>
                  <a:pt x="48472" y="0"/>
                  <a:pt x="54947" y="1540"/>
                  <a:pt x="60014" y="4620"/>
                </a:cubicBezTo>
                <a:cubicBezTo>
                  <a:pt x="65115" y="7700"/>
                  <a:pt x="68890" y="12039"/>
                  <a:pt x="71341" y="17637"/>
                </a:cubicBezTo>
                <a:cubicBezTo>
                  <a:pt x="73825" y="23234"/>
                  <a:pt x="75067" y="29808"/>
                  <a:pt x="75067" y="37360"/>
                </a:cubicBezTo>
                <a:close/>
                <a:moveTo>
                  <a:pt x="22058" y="37360"/>
                </a:moveTo>
                <a:cubicBezTo>
                  <a:pt x="22058" y="42427"/>
                  <a:pt x="22687" y="46799"/>
                  <a:pt x="23946" y="50475"/>
                </a:cubicBezTo>
                <a:cubicBezTo>
                  <a:pt x="25238" y="54119"/>
                  <a:pt x="27242" y="56934"/>
                  <a:pt x="29957" y="58921"/>
                </a:cubicBezTo>
                <a:cubicBezTo>
                  <a:pt x="32673" y="60875"/>
                  <a:pt x="36184" y="61852"/>
                  <a:pt x="40490" y="61852"/>
                </a:cubicBezTo>
                <a:cubicBezTo>
                  <a:pt x="44862" y="61852"/>
                  <a:pt x="48405" y="60875"/>
                  <a:pt x="51121" y="58921"/>
                </a:cubicBezTo>
                <a:cubicBezTo>
                  <a:pt x="53837" y="56934"/>
                  <a:pt x="55808" y="54119"/>
                  <a:pt x="57033" y="50475"/>
                </a:cubicBezTo>
                <a:cubicBezTo>
                  <a:pt x="58292" y="46799"/>
                  <a:pt x="58921" y="42427"/>
                  <a:pt x="58921" y="37360"/>
                </a:cubicBezTo>
                <a:cubicBezTo>
                  <a:pt x="58921" y="29742"/>
                  <a:pt x="57497" y="23747"/>
                  <a:pt x="54649" y="19375"/>
                </a:cubicBezTo>
                <a:cubicBezTo>
                  <a:pt x="51800" y="15004"/>
                  <a:pt x="47114" y="12818"/>
                  <a:pt x="40589" y="12818"/>
                </a:cubicBezTo>
                <a:cubicBezTo>
                  <a:pt x="36250" y="12818"/>
                  <a:pt x="32706" y="13811"/>
                  <a:pt x="29957" y="15798"/>
                </a:cubicBezTo>
                <a:cubicBezTo>
                  <a:pt x="27242" y="17753"/>
                  <a:pt x="25238" y="20568"/>
                  <a:pt x="23946" y="24244"/>
                </a:cubicBezTo>
                <a:cubicBezTo>
                  <a:pt x="22687" y="27887"/>
                  <a:pt x="22058" y="32259"/>
                  <a:pt x="22058" y="37360"/>
                </a:cubicBezTo>
                <a:close/>
                <a:moveTo>
                  <a:pt x="80979" y="73776"/>
                </a:moveTo>
                <a:close/>
                <a:moveTo>
                  <a:pt x="139900" y="18233"/>
                </a:moveTo>
                <a:lnTo>
                  <a:pt x="139900" y="73776"/>
                </a:lnTo>
                <a:lnTo>
                  <a:pt x="128275" y="73776"/>
                </a:lnTo>
                <a:lnTo>
                  <a:pt x="126238" y="66671"/>
                </a:lnTo>
                <a:lnTo>
                  <a:pt x="125443" y="66671"/>
                </a:lnTo>
                <a:cubicBezTo>
                  <a:pt x="124251" y="68559"/>
                  <a:pt x="122761" y="70099"/>
                  <a:pt x="120972" y="71292"/>
                </a:cubicBezTo>
                <a:cubicBezTo>
                  <a:pt x="119184" y="72484"/>
                  <a:pt x="117213" y="73362"/>
                  <a:pt x="115060" y="73925"/>
                </a:cubicBezTo>
                <a:cubicBezTo>
                  <a:pt x="112907" y="74488"/>
                  <a:pt x="110672" y="74769"/>
                  <a:pt x="108353" y="74769"/>
                </a:cubicBezTo>
                <a:cubicBezTo>
                  <a:pt x="104379" y="74769"/>
                  <a:pt x="100918" y="74074"/>
                  <a:pt x="97970" y="72683"/>
                </a:cubicBezTo>
                <a:cubicBezTo>
                  <a:pt x="95022" y="71258"/>
                  <a:pt x="92721" y="69056"/>
                  <a:pt x="91064" y="66075"/>
                </a:cubicBezTo>
                <a:cubicBezTo>
                  <a:pt x="89442" y="63094"/>
                  <a:pt x="88630" y="59219"/>
                  <a:pt x="88630" y="54450"/>
                </a:cubicBezTo>
                <a:lnTo>
                  <a:pt x="88630" y="18233"/>
                </a:lnTo>
                <a:lnTo>
                  <a:pt x="103783" y="18233"/>
                </a:lnTo>
                <a:lnTo>
                  <a:pt x="103783" y="50674"/>
                </a:lnTo>
                <a:cubicBezTo>
                  <a:pt x="103783" y="54649"/>
                  <a:pt x="104495" y="57646"/>
                  <a:pt x="105919" y="59666"/>
                </a:cubicBezTo>
                <a:cubicBezTo>
                  <a:pt x="107343" y="61687"/>
                  <a:pt x="109612" y="62697"/>
                  <a:pt x="112725" y="62697"/>
                </a:cubicBezTo>
                <a:cubicBezTo>
                  <a:pt x="115805" y="62697"/>
                  <a:pt x="118223" y="62001"/>
                  <a:pt x="119979" y="60610"/>
                </a:cubicBezTo>
                <a:cubicBezTo>
                  <a:pt x="121734" y="59186"/>
                  <a:pt x="122959" y="57116"/>
                  <a:pt x="123655" y="54400"/>
                </a:cubicBezTo>
                <a:cubicBezTo>
                  <a:pt x="124384" y="51651"/>
                  <a:pt x="124748" y="48306"/>
                  <a:pt x="124748" y="44365"/>
                </a:cubicBezTo>
                <a:lnTo>
                  <a:pt x="124748" y="18233"/>
                </a:lnTo>
                <a:lnTo>
                  <a:pt x="139900" y="18233"/>
                </a:lnTo>
                <a:close/>
                <a:moveTo>
                  <a:pt x="147849" y="73776"/>
                </a:moveTo>
                <a:close/>
                <a:moveTo>
                  <a:pt x="179198" y="62697"/>
                </a:moveTo>
                <a:cubicBezTo>
                  <a:pt x="180854" y="62697"/>
                  <a:pt x="182460" y="62531"/>
                  <a:pt x="184017" y="62200"/>
                </a:cubicBezTo>
                <a:cubicBezTo>
                  <a:pt x="185607" y="61869"/>
                  <a:pt x="187180" y="61455"/>
                  <a:pt x="188736" y="60958"/>
                </a:cubicBezTo>
                <a:lnTo>
                  <a:pt x="188736" y="72236"/>
                </a:lnTo>
                <a:cubicBezTo>
                  <a:pt x="187114" y="72964"/>
                  <a:pt x="185093" y="73560"/>
                  <a:pt x="182675" y="74024"/>
                </a:cubicBezTo>
                <a:cubicBezTo>
                  <a:pt x="180291" y="74521"/>
                  <a:pt x="177674" y="74769"/>
                  <a:pt x="174826" y="74769"/>
                </a:cubicBezTo>
                <a:cubicBezTo>
                  <a:pt x="171514" y="74769"/>
                  <a:pt x="168533" y="74239"/>
                  <a:pt x="165883" y="73179"/>
                </a:cubicBezTo>
                <a:cubicBezTo>
                  <a:pt x="163267" y="72087"/>
                  <a:pt x="161197" y="70215"/>
                  <a:pt x="159673" y="67566"/>
                </a:cubicBezTo>
                <a:cubicBezTo>
                  <a:pt x="158183" y="64883"/>
                  <a:pt x="157438" y="61157"/>
                  <a:pt x="157438" y="56387"/>
                </a:cubicBezTo>
                <a:lnTo>
                  <a:pt x="157438" y="29610"/>
                </a:lnTo>
                <a:lnTo>
                  <a:pt x="150184" y="29610"/>
                </a:lnTo>
                <a:lnTo>
                  <a:pt x="150184" y="23201"/>
                </a:lnTo>
                <a:lnTo>
                  <a:pt x="158531" y="18133"/>
                </a:lnTo>
                <a:lnTo>
                  <a:pt x="162903" y="6409"/>
                </a:lnTo>
                <a:lnTo>
                  <a:pt x="172590" y="6409"/>
                </a:lnTo>
                <a:lnTo>
                  <a:pt x="172590" y="18233"/>
                </a:lnTo>
                <a:lnTo>
                  <a:pt x="188140" y="18233"/>
                </a:lnTo>
                <a:lnTo>
                  <a:pt x="188140" y="29610"/>
                </a:lnTo>
                <a:lnTo>
                  <a:pt x="172590" y="29610"/>
                </a:lnTo>
                <a:lnTo>
                  <a:pt x="172590" y="56387"/>
                </a:lnTo>
                <a:cubicBezTo>
                  <a:pt x="172590" y="58507"/>
                  <a:pt x="173186" y="60097"/>
                  <a:pt x="174379" y="61157"/>
                </a:cubicBezTo>
                <a:cubicBezTo>
                  <a:pt x="175604" y="62184"/>
                  <a:pt x="177211" y="62697"/>
                  <a:pt x="179198" y="62697"/>
                </a:cubicBezTo>
                <a:close/>
                <a:moveTo>
                  <a:pt x="192065" y="73776"/>
                </a:moveTo>
                <a:close/>
                <a:moveTo>
                  <a:pt x="230915" y="17189"/>
                </a:moveTo>
                <a:cubicBezTo>
                  <a:pt x="237175" y="17189"/>
                  <a:pt x="242226" y="19624"/>
                  <a:pt x="246068" y="24493"/>
                </a:cubicBezTo>
                <a:cubicBezTo>
                  <a:pt x="249943" y="29361"/>
                  <a:pt x="251880" y="36499"/>
                  <a:pt x="251880" y="45905"/>
                </a:cubicBezTo>
                <a:cubicBezTo>
                  <a:pt x="251880" y="52198"/>
                  <a:pt x="250970" y="57497"/>
                  <a:pt x="249148" y="61803"/>
                </a:cubicBezTo>
                <a:cubicBezTo>
                  <a:pt x="247326" y="66075"/>
                  <a:pt x="244809" y="69304"/>
                  <a:pt x="241597" y="71490"/>
                </a:cubicBezTo>
                <a:cubicBezTo>
                  <a:pt x="238384" y="73676"/>
                  <a:pt x="234691" y="74769"/>
                  <a:pt x="230518" y="74769"/>
                </a:cubicBezTo>
                <a:cubicBezTo>
                  <a:pt x="227835" y="74769"/>
                  <a:pt x="225533" y="74438"/>
                  <a:pt x="223612" y="73776"/>
                </a:cubicBezTo>
                <a:cubicBezTo>
                  <a:pt x="221691" y="73080"/>
                  <a:pt x="220052" y="72202"/>
                  <a:pt x="218694" y="71143"/>
                </a:cubicBezTo>
                <a:cubicBezTo>
                  <a:pt x="217336" y="70050"/>
                  <a:pt x="216160" y="68890"/>
                  <a:pt x="215167" y="67665"/>
                </a:cubicBezTo>
                <a:lnTo>
                  <a:pt x="214372" y="67665"/>
                </a:lnTo>
                <a:cubicBezTo>
                  <a:pt x="214637" y="68990"/>
                  <a:pt x="214835" y="70348"/>
                  <a:pt x="214968" y="71739"/>
                </a:cubicBezTo>
                <a:cubicBezTo>
                  <a:pt x="215100" y="73130"/>
                  <a:pt x="215167" y="74488"/>
                  <a:pt x="215167" y="75813"/>
                </a:cubicBezTo>
                <a:lnTo>
                  <a:pt x="215167" y="98218"/>
                </a:lnTo>
                <a:lnTo>
                  <a:pt x="200014" y="98218"/>
                </a:lnTo>
                <a:lnTo>
                  <a:pt x="200014" y="18233"/>
                </a:lnTo>
                <a:lnTo>
                  <a:pt x="212335" y="18233"/>
                </a:lnTo>
                <a:lnTo>
                  <a:pt x="214471" y="25436"/>
                </a:lnTo>
                <a:lnTo>
                  <a:pt x="215167" y="25436"/>
                </a:lnTo>
                <a:cubicBezTo>
                  <a:pt x="216160" y="23946"/>
                  <a:pt x="217369" y="22572"/>
                  <a:pt x="218793" y="21313"/>
                </a:cubicBezTo>
                <a:cubicBezTo>
                  <a:pt x="220217" y="20054"/>
                  <a:pt x="221923" y="19061"/>
                  <a:pt x="223910" y="18332"/>
                </a:cubicBezTo>
                <a:cubicBezTo>
                  <a:pt x="225931" y="17570"/>
                  <a:pt x="228266" y="17189"/>
                  <a:pt x="230915" y="17189"/>
                </a:cubicBezTo>
                <a:close/>
                <a:moveTo>
                  <a:pt x="226047" y="29312"/>
                </a:moveTo>
                <a:cubicBezTo>
                  <a:pt x="223397" y="29312"/>
                  <a:pt x="221294" y="29858"/>
                  <a:pt x="219737" y="30951"/>
                </a:cubicBezTo>
                <a:cubicBezTo>
                  <a:pt x="218180" y="32044"/>
                  <a:pt x="217038" y="33683"/>
                  <a:pt x="216309" y="35869"/>
                </a:cubicBezTo>
                <a:cubicBezTo>
                  <a:pt x="215614" y="38055"/>
                  <a:pt x="215233" y="40821"/>
                  <a:pt x="215167" y="44166"/>
                </a:cubicBezTo>
                <a:lnTo>
                  <a:pt x="215167" y="45805"/>
                </a:lnTo>
                <a:cubicBezTo>
                  <a:pt x="215167" y="49382"/>
                  <a:pt x="215498" y="52413"/>
                  <a:pt x="216160" y="54897"/>
                </a:cubicBezTo>
                <a:cubicBezTo>
                  <a:pt x="216856" y="57381"/>
                  <a:pt x="217998" y="59269"/>
                  <a:pt x="219588" y="60561"/>
                </a:cubicBezTo>
                <a:cubicBezTo>
                  <a:pt x="221211" y="61852"/>
                  <a:pt x="223430" y="62498"/>
                  <a:pt x="226245" y="62498"/>
                </a:cubicBezTo>
                <a:cubicBezTo>
                  <a:pt x="228564" y="62498"/>
                  <a:pt x="230468" y="61852"/>
                  <a:pt x="231959" y="60561"/>
                </a:cubicBezTo>
                <a:cubicBezTo>
                  <a:pt x="233449" y="59269"/>
                  <a:pt x="234559" y="57381"/>
                  <a:pt x="235287" y="54897"/>
                </a:cubicBezTo>
                <a:cubicBezTo>
                  <a:pt x="236049" y="52380"/>
                  <a:pt x="236430" y="49316"/>
                  <a:pt x="236430" y="45706"/>
                </a:cubicBezTo>
                <a:cubicBezTo>
                  <a:pt x="236430" y="40274"/>
                  <a:pt x="235585" y="36184"/>
                  <a:pt x="233896" y="33435"/>
                </a:cubicBezTo>
                <a:cubicBezTo>
                  <a:pt x="232207" y="30686"/>
                  <a:pt x="229590" y="29312"/>
                  <a:pt x="226047" y="29312"/>
                </a:cubicBezTo>
                <a:close/>
                <a:moveTo>
                  <a:pt x="256451" y="73776"/>
                </a:moveTo>
                <a:close/>
                <a:moveTo>
                  <a:pt x="315372" y="18233"/>
                </a:moveTo>
                <a:lnTo>
                  <a:pt x="315372" y="73776"/>
                </a:lnTo>
                <a:lnTo>
                  <a:pt x="303747" y="73776"/>
                </a:lnTo>
                <a:lnTo>
                  <a:pt x="301710" y="66671"/>
                </a:lnTo>
                <a:lnTo>
                  <a:pt x="300915" y="66671"/>
                </a:lnTo>
                <a:cubicBezTo>
                  <a:pt x="299723" y="68559"/>
                  <a:pt x="298232" y="70099"/>
                  <a:pt x="296444" y="71292"/>
                </a:cubicBezTo>
                <a:cubicBezTo>
                  <a:pt x="294655" y="72484"/>
                  <a:pt x="292685" y="73362"/>
                  <a:pt x="290532" y="73925"/>
                </a:cubicBezTo>
                <a:cubicBezTo>
                  <a:pt x="288379" y="74488"/>
                  <a:pt x="286144" y="74769"/>
                  <a:pt x="283825" y="74769"/>
                </a:cubicBezTo>
                <a:cubicBezTo>
                  <a:pt x="279851" y="74769"/>
                  <a:pt x="276390" y="74074"/>
                  <a:pt x="273442" y="72683"/>
                </a:cubicBezTo>
                <a:cubicBezTo>
                  <a:pt x="270494" y="71258"/>
                  <a:pt x="268192" y="69056"/>
                  <a:pt x="266536" y="66075"/>
                </a:cubicBezTo>
                <a:cubicBezTo>
                  <a:pt x="264913" y="63094"/>
                  <a:pt x="264102" y="59219"/>
                  <a:pt x="264102" y="54450"/>
                </a:cubicBezTo>
                <a:lnTo>
                  <a:pt x="264102" y="18233"/>
                </a:lnTo>
                <a:lnTo>
                  <a:pt x="279254" y="18233"/>
                </a:lnTo>
                <a:lnTo>
                  <a:pt x="279254" y="50674"/>
                </a:lnTo>
                <a:cubicBezTo>
                  <a:pt x="279254" y="54649"/>
                  <a:pt x="279967" y="57646"/>
                  <a:pt x="281391" y="59666"/>
                </a:cubicBezTo>
                <a:cubicBezTo>
                  <a:pt x="282815" y="61687"/>
                  <a:pt x="285084" y="62697"/>
                  <a:pt x="288197" y="62697"/>
                </a:cubicBezTo>
                <a:cubicBezTo>
                  <a:pt x="291277" y="62697"/>
                  <a:pt x="293695" y="62001"/>
                  <a:pt x="295450" y="60610"/>
                </a:cubicBezTo>
                <a:cubicBezTo>
                  <a:pt x="297206" y="59186"/>
                  <a:pt x="298431" y="57116"/>
                  <a:pt x="299127" y="54400"/>
                </a:cubicBezTo>
                <a:cubicBezTo>
                  <a:pt x="299855" y="51651"/>
                  <a:pt x="300220" y="48306"/>
                  <a:pt x="300220" y="44365"/>
                </a:cubicBezTo>
                <a:lnTo>
                  <a:pt x="300220" y="18233"/>
                </a:lnTo>
                <a:lnTo>
                  <a:pt x="315372" y="18233"/>
                </a:lnTo>
                <a:close/>
                <a:moveTo>
                  <a:pt x="323321" y="73776"/>
                </a:moveTo>
                <a:close/>
                <a:moveTo>
                  <a:pt x="354670" y="62697"/>
                </a:moveTo>
                <a:cubicBezTo>
                  <a:pt x="356326" y="62697"/>
                  <a:pt x="357932" y="62531"/>
                  <a:pt x="359489" y="62200"/>
                </a:cubicBezTo>
                <a:cubicBezTo>
                  <a:pt x="361078" y="61869"/>
                  <a:pt x="362652" y="61455"/>
                  <a:pt x="364208" y="60958"/>
                </a:cubicBezTo>
                <a:lnTo>
                  <a:pt x="364208" y="72236"/>
                </a:lnTo>
                <a:cubicBezTo>
                  <a:pt x="362585" y="72964"/>
                  <a:pt x="360565" y="73560"/>
                  <a:pt x="358147" y="74024"/>
                </a:cubicBezTo>
                <a:cubicBezTo>
                  <a:pt x="355763" y="74521"/>
                  <a:pt x="353146" y="74769"/>
                  <a:pt x="350298" y="74769"/>
                </a:cubicBezTo>
                <a:cubicBezTo>
                  <a:pt x="346986" y="74769"/>
                  <a:pt x="344005" y="74239"/>
                  <a:pt x="341355" y="73179"/>
                </a:cubicBezTo>
                <a:cubicBezTo>
                  <a:pt x="338739" y="72087"/>
                  <a:pt x="336669" y="70215"/>
                  <a:pt x="335145" y="67566"/>
                </a:cubicBezTo>
                <a:cubicBezTo>
                  <a:pt x="333655" y="64883"/>
                  <a:pt x="332910" y="61157"/>
                  <a:pt x="332910" y="56387"/>
                </a:cubicBezTo>
                <a:lnTo>
                  <a:pt x="332910" y="29610"/>
                </a:lnTo>
                <a:lnTo>
                  <a:pt x="325656" y="29610"/>
                </a:lnTo>
                <a:lnTo>
                  <a:pt x="325656" y="23201"/>
                </a:lnTo>
                <a:lnTo>
                  <a:pt x="334002" y="18133"/>
                </a:lnTo>
                <a:lnTo>
                  <a:pt x="338374" y="6409"/>
                </a:lnTo>
                <a:lnTo>
                  <a:pt x="348062" y="6409"/>
                </a:lnTo>
                <a:lnTo>
                  <a:pt x="348062" y="18233"/>
                </a:lnTo>
                <a:lnTo>
                  <a:pt x="363612" y="18233"/>
                </a:lnTo>
                <a:lnTo>
                  <a:pt x="363612" y="29610"/>
                </a:lnTo>
                <a:lnTo>
                  <a:pt x="348062" y="29610"/>
                </a:lnTo>
                <a:lnTo>
                  <a:pt x="348062" y="56387"/>
                </a:lnTo>
                <a:cubicBezTo>
                  <a:pt x="348062" y="58507"/>
                  <a:pt x="348658" y="60097"/>
                  <a:pt x="349851" y="61157"/>
                </a:cubicBezTo>
                <a:cubicBezTo>
                  <a:pt x="351076" y="62184"/>
                  <a:pt x="352682" y="62697"/>
                  <a:pt x="354670" y="626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16031A-A9D7-41B5-A138-80B015EE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495" y="3142719"/>
            <a:ext cx="364208" cy="98218"/>
          </a:xfrm>
          <a:custGeom xmlns:a="http://schemas.openxmlformats.org/drawingml/2006/main">
            <a:pathLst>
              <a:path w="364208" h="98218">
                <a:moveTo>
                  <a:pt x="0" y="73776"/>
                </a:moveTo>
                <a:close/>
                <a:moveTo>
                  <a:pt x="75067" y="37360"/>
                </a:moveTo>
                <a:cubicBezTo>
                  <a:pt x="75067" y="42957"/>
                  <a:pt x="74372" y="48058"/>
                  <a:pt x="72981" y="52661"/>
                </a:cubicBezTo>
                <a:cubicBezTo>
                  <a:pt x="71590" y="57232"/>
                  <a:pt x="69470" y="61173"/>
                  <a:pt x="66622" y="64485"/>
                </a:cubicBezTo>
                <a:cubicBezTo>
                  <a:pt x="63806" y="67797"/>
                  <a:pt x="60229" y="70348"/>
                  <a:pt x="55891" y="72136"/>
                </a:cubicBezTo>
                <a:cubicBezTo>
                  <a:pt x="51552" y="73892"/>
                  <a:pt x="46418" y="74769"/>
                  <a:pt x="40490" y="74769"/>
                </a:cubicBezTo>
                <a:cubicBezTo>
                  <a:pt x="34561" y="74769"/>
                  <a:pt x="29427" y="73892"/>
                  <a:pt x="25089" y="72136"/>
                </a:cubicBezTo>
                <a:cubicBezTo>
                  <a:pt x="20750" y="70348"/>
                  <a:pt x="17156" y="67797"/>
                  <a:pt x="14308" y="64485"/>
                </a:cubicBezTo>
                <a:cubicBezTo>
                  <a:pt x="11493" y="61173"/>
                  <a:pt x="9390" y="57215"/>
                  <a:pt x="7999" y="52612"/>
                </a:cubicBezTo>
                <a:cubicBezTo>
                  <a:pt x="6608" y="48008"/>
                  <a:pt x="5912" y="42891"/>
                  <a:pt x="5912" y="37260"/>
                </a:cubicBezTo>
                <a:cubicBezTo>
                  <a:pt x="5912" y="29742"/>
                  <a:pt x="7137" y="23201"/>
                  <a:pt x="9588" y="17637"/>
                </a:cubicBezTo>
                <a:cubicBezTo>
                  <a:pt x="12072" y="12039"/>
                  <a:pt x="15881" y="7700"/>
                  <a:pt x="21015" y="4620"/>
                </a:cubicBezTo>
                <a:cubicBezTo>
                  <a:pt x="26149" y="1540"/>
                  <a:pt x="32673" y="0"/>
                  <a:pt x="40589" y="0"/>
                </a:cubicBezTo>
                <a:cubicBezTo>
                  <a:pt x="48472" y="0"/>
                  <a:pt x="54947" y="1540"/>
                  <a:pt x="60014" y="4620"/>
                </a:cubicBezTo>
                <a:cubicBezTo>
                  <a:pt x="65115" y="7700"/>
                  <a:pt x="68890" y="12039"/>
                  <a:pt x="71341" y="17637"/>
                </a:cubicBezTo>
                <a:cubicBezTo>
                  <a:pt x="73825" y="23234"/>
                  <a:pt x="75067" y="29808"/>
                  <a:pt x="75067" y="37360"/>
                </a:cubicBezTo>
                <a:close/>
                <a:moveTo>
                  <a:pt x="22058" y="37360"/>
                </a:moveTo>
                <a:cubicBezTo>
                  <a:pt x="22058" y="42427"/>
                  <a:pt x="22687" y="46799"/>
                  <a:pt x="23946" y="50475"/>
                </a:cubicBezTo>
                <a:cubicBezTo>
                  <a:pt x="25238" y="54119"/>
                  <a:pt x="27242" y="56934"/>
                  <a:pt x="29957" y="58921"/>
                </a:cubicBezTo>
                <a:cubicBezTo>
                  <a:pt x="32673" y="60875"/>
                  <a:pt x="36184" y="61852"/>
                  <a:pt x="40490" y="61852"/>
                </a:cubicBezTo>
                <a:cubicBezTo>
                  <a:pt x="44862" y="61852"/>
                  <a:pt x="48405" y="60875"/>
                  <a:pt x="51121" y="58921"/>
                </a:cubicBezTo>
                <a:cubicBezTo>
                  <a:pt x="53837" y="56934"/>
                  <a:pt x="55808" y="54119"/>
                  <a:pt x="57033" y="50475"/>
                </a:cubicBezTo>
                <a:cubicBezTo>
                  <a:pt x="58292" y="46799"/>
                  <a:pt x="58921" y="42427"/>
                  <a:pt x="58921" y="37360"/>
                </a:cubicBezTo>
                <a:cubicBezTo>
                  <a:pt x="58921" y="29742"/>
                  <a:pt x="57497" y="23747"/>
                  <a:pt x="54649" y="19375"/>
                </a:cubicBezTo>
                <a:cubicBezTo>
                  <a:pt x="51800" y="15004"/>
                  <a:pt x="47114" y="12818"/>
                  <a:pt x="40589" y="12818"/>
                </a:cubicBezTo>
                <a:cubicBezTo>
                  <a:pt x="36250" y="12818"/>
                  <a:pt x="32706" y="13811"/>
                  <a:pt x="29957" y="15798"/>
                </a:cubicBezTo>
                <a:cubicBezTo>
                  <a:pt x="27242" y="17753"/>
                  <a:pt x="25238" y="20568"/>
                  <a:pt x="23946" y="24244"/>
                </a:cubicBezTo>
                <a:cubicBezTo>
                  <a:pt x="22687" y="27887"/>
                  <a:pt x="22058" y="32259"/>
                  <a:pt x="22058" y="37360"/>
                </a:cubicBezTo>
                <a:close/>
                <a:moveTo>
                  <a:pt x="80979" y="73776"/>
                </a:moveTo>
                <a:close/>
                <a:moveTo>
                  <a:pt x="139900" y="18233"/>
                </a:moveTo>
                <a:lnTo>
                  <a:pt x="139900" y="73776"/>
                </a:lnTo>
                <a:lnTo>
                  <a:pt x="128275" y="73776"/>
                </a:lnTo>
                <a:lnTo>
                  <a:pt x="126238" y="66671"/>
                </a:lnTo>
                <a:lnTo>
                  <a:pt x="125443" y="66671"/>
                </a:lnTo>
                <a:cubicBezTo>
                  <a:pt x="124251" y="68559"/>
                  <a:pt x="122761" y="70099"/>
                  <a:pt x="120972" y="71292"/>
                </a:cubicBezTo>
                <a:cubicBezTo>
                  <a:pt x="119184" y="72484"/>
                  <a:pt x="117213" y="73362"/>
                  <a:pt x="115060" y="73925"/>
                </a:cubicBezTo>
                <a:cubicBezTo>
                  <a:pt x="112907" y="74488"/>
                  <a:pt x="110672" y="74769"/>
                  <a:pt x="108353" y="74769"/>
                </a:cubicBezTo>
                <a:cubicBezTo>
                  <a:pt x="104379" y="74769"/>
                  <a:pt x="100918" y="74074"/>
                  <a:pt x="97970" y="72683"/>
                </a:cubicBezTo>
                <a:cubicBezTo>
                  <a:pt x="95022" y="71258"/>
                  <a:pt x="92721" y="69056"/>
                  <a:pt x="91064" y="66075"/>
                </a:cubicBezTo>
                <a:cubicBezTo>
                  <a:pt x="89442" y="63094"/>
                  <a:pt x="88630" y="59219"/>
                  <a:pt x="88630" y="54450"/>
                </a:cubicBezTo>
                <a:lnTo>
                  <a:pt x="88630" y="18233"/>
                </a:lnTo>
                <a:lnTo>
                  <a:pt x="103783" y="18233"/>
                </a:lnTo>
                <a:lnTo>
                  <a:pt x="103783" y="50674"/>
                </a:lnTo>
                <a:cubicBezTo>
                  <a:pt x="103783" y="54649"/>
                  <a:pt x="104495" y="57646"/>
                  <a:pt x="105919" y="59666"/>
                </a:cubicBezTo>
                <a:cubicBezTo>
                  <a:pt x="107343" y="61687"/>
                  <a:pt x="109612" y="62697"/>
                  <a:pt x="112725" y="62697"/>
                </a:cubicBezTo>
                <a:cubicBezTo>
                  <a:pt x="115805" y="62697"/>
                  <a:pt x="118223" y="62001"/>
                  <a:pt x="119979" y="60610"/>
                </a:cubicBezTo>
                <a:cubicBezTo>
                  <a:pt x="121734" y="59186"/>
                  <a:pt x="122959" y="57116"/>
                  <a:pt x="123655" y="54400"/>
                </a:cubicBezTo>
                <a:cubicBezTo>
                  <a:pt x="124384" y="51651"/>
                  <a:pt x="124748" y="48306"/>
                  <a:pt x="124748" y="44365"/>
                </a:cubicBezTo>
                <a:lnTo>
                  <a:pt x="124748" y="18233"/>
                </a:lnTo>
                <a:lnTo>
                  <a:pt x="139900" y="18233"/>
                </a:lnTo>
                <a:close/>
                <a:moveTo>
                  <a:pt x="147849" y="73776"/>
                </a:moveTo>
                <a:close/>
                <a:moveTo>
                  <a:pt x="179198" y="62697"/>
                </a:moveTo>
                <a:cubicBezTo>
                  <a:pt x="180854" y="62697"/>
                  <a:pt x="182460" y="62531"/>
                  <a:pt x="184017" y="62200"/>
                </a:cubicBezTo>
                <a:cubicBezTo>
                  <a:pt x="185607" y="61869"/>
                  <a:pt x="187180" y="61455"/>
                  <a:pt x="188736" y="60958"/>
                </a:cubicBezTo>
                <a:lnTo>
                  <a:pt x="188736" y="72236"/>
                </a:lnTo>
                <a:cubicBezTo>
                  <a:pt x="187114" y="72964"/>
                  <a:pt x="185093" y="73560"/>
                  <a:pt x="182675" y="74024"/>
                </a:cubicBezTo>
                <a:cubicBezTo>
                  <a:pt x="180291" y="74521"/>
                  <a:pt x="177674" y="74769"/>
                  <a:pt x="174826" y="74769"/>
                </a:cubicBezTo>
                <a:cubicBezTo>
                  <a:pt x="171514" y="74769"/>
                  <a:pt x="168533" y="74239"/>
                  <a:pt x="165883" y="73179"/>
                </a:cubicBezTo>
                <a:cubicBezTo>
                  <a:pt x="163267" y="72087"/>
                  <a:pt x="161197" y="70215"/>
                  <a:pt x="159673" y="67566"/>
                </a:cubicBezTo>
                <a:cubicBezTo>
                  <a:pt x="158183" y="64883"/>
                  <a:pt x="157438" y="61157"/>
                  <a:pt x="157438" y="56387"/>
                </a:cubicBezTo>
                <a:lnTo>
                  <a:pt x="157438" y="29610"/>
                </a:lnTo>
                <a:lnTo>
                  <a:pt x="150184" y="29610"/>
                </a:lnTo>
                <a:lnTo>
                  <a:pt x="150184" y="23201"/>
                </a:lnTo>
                <a:lnTo>
                  <a:pt x="158531" y="18133"/>
                </a:lnTo>
                <a:lnTo>
                  <a:pt x="162903" y="6409"/>
                </a:lnTo>
                <a:lnTo>
                  <a:pt x="172590" y="6409"/>
                </a:lnTo>
                <a:lnTo>
                  <a:pt x="172590" y="18233"/>
                </a:lnTo>
                <a:lnTo>
                  <a:pt x="188140" y="18233"/>
                </a:lnTo>
                <a:lnTo>
                  <a:pt x="188140" y="29610"/>
                </a:lnTo>
                <a:lnTo>
                  <a:pt x="172590" y="29610"/>
                </a:lnTo>
                <a:lnTo>
                  <a:pt x="172590" y="56387"/>
                </a:lnTo>
                <a:cubicBezTo>
                  <a:pt x="172590" y="58507"/>
                  <a:pt x="173186" y="60097"/>
                  <a:pt x="174379" y="61157"/>
                </a:cubicBezTo>
                <a:cubicBezTo>
                  <a:pt x="175604" y="62184"/>
                  <a:pt x="177211" y="62697"/>
                  <a:pt x="179198" y="62697"/>
                </a:cubicBezTo>
                <a:close/>
                <a:moveTo>
                  <a:pt x="192065" y="73776"/>
                </a:moveTo>
                <a:close/>
                <a:moveTo>
                  <a:pt x="230915" y="17189"/>
                </a:moveTo>
                <a:cubicBezTo>
                  <a:pt x="237175" y="17189"/>
                  <a:pt x="242226" y="19624"/>
                  <a:pt x="246068" y="24493"/>
                </a:cubicBezTo>
                <a:cubicBezTo>
                  <a:pt x="249943" y="29361"/>
                  <a:pt x="251880" y="36499"/>
                  <a:pt x="251880" y="45905"/>
                </a:cubicBezTo>
                <a:cubicBezTo>
                  <a:pt x="251880" y="52198"/>
                  <a:pt x="250970" y="57497"/>
                  <a:pt x="249148" y="61803"/>
                </a:cubicBezTo>
                <a:cubicBezTo>
                  <a:pt x="247326" y="66075"/>
                  <a:pt x="244809" y="69304"/>
                  <a:pt x="241597" y="71490"/>
                </a:cubicBezTo>
                <a:cubicBezTo>
                  <a:pt x="238384" y="73676"/>
                  <a:pt x="234691" y="74769"/>
                  <a:pt x="230518" y="74769"/>
                </a:cubicBezTo>
                <a:cubicBezTo>
                  <a:pt x="227835" y="74769"/>
                  <a:pt x="225533" y="74438"/>
                  <a:pt x="223612" y="73776"/>
                </a:cubicBezTo>
                <a:cubicBezTo>
                  <a:pt x="221691" y="73080"/>
                  <a:pt x="220052" y="72202"/>
                  <a:pt x="218694" y="71143"/>
                </a:cubicBezTo>
                <a:cubicBezTo>
                  <a:pt x="217336" y="70050"/>
                  <a:pt x="216160" y="68890"/>
                  <a:pt x="215167" y="67665"/>
                </a:cubicBezTo>
                <a:lnTo>
                  <a:pt x="214372" y="67665"/>
                </a:lnTo>
                <a:cubicBezTo>
                  <a:pt x="214637" y="68990"/>
                  <a:pt x="214835" y="70348"/>
                  <a:pt x="214968" y="71739"/>
                </a:cubicBezTo>
                <a:cubicBezTo>
                  <a:pt x="215100" y="73130"/>
                  <a:pt x="215167" y="74488"/>
                  <a:pt x="215167" y="75813"/>
                </a:cubicBezTo>
                <a:lnTo>
                  <a:pt x="215167" y="98218"/>
                </a:lnTo>
                <a:lnTo>
                  <a:pt x="200014" y="98218"/>
                </a:lnTo>
                <a:lnTo>
                  <a:pt x="200014" y="18233"/>
                </a:lnTo>
                <a:lnTo>
                  <a:pt x="212335" y="18233"/>
                </a:lnTo>
                <a:lnTo>
                  <a:pt x="214471" y="25436"/>
                </a:lnTo>
                <a:lnTo>
                  <a:pt x="215167" y="25436"/>
                </a:lnTo>
                <a:cubicBezTo>
                  <a:pt x="216160" y="23946"/>
                  <a:pt x="217369" y="22572"/>
                  <a:pt x="218793" y="21313"/>
                </a:cubicBezTo>
                <a:cubicBezTo>
                  <a:pt x="220217" y="20054"/>
                  <a:pt x="221923" y="19061"/>
                  <a:pt x="223910" y="18332"/>
                </a:cubicBezTo>
                <a:cubicBezTo>
                  <a:pt x="225931" y="17570"/>
                  <a:pt x="228266" y="17189"/>
                  <a:pt x="230915" y="17189"/>
                </a:cubicBezTo>
                <a:close/>
                <a:moveTo>
                  <a:pt x="226047" y="29312"/>
                </a:moveTo>
                <a:cubicBezTo>
                  <a:pt x="223397" y="29312"/>
                  <a:pt x="221294" y="29858"/>
                  <a:pt x="219737" y="30951"/>
                </a:cubicBezTo>
                <a:cubicBezTo>
                  <a:pt x="218180" y="32044"/>
                  <a:pt x="217038" y="33683"/>
                  <a:pt x="216309" y="35869"/>
                </a:cubicBezTo>
                <a:cubicBezTo>
                  <a:pt x="215614" y="38055"/>
                  <a:pt x="215233" y="40821"/>
                  <a:pt x="215167" y="44166"/>
                </a:cubicBezTo>
                <a:lnTo>
                  <a:pt x="215167" y="45805"/>
                </a:lnTo>
                <a:cubicBezTo>
                  <a:pt x="215167" y="49382"/>
                  <a:pt x="215498" y="52413"/>
                  <a:pt x="216160" y="54897"/>
                </a:cubicBezTo>
                <a:cubicBezTo>
                  <a:pt x="216856" y="57381"/>
                  <a:pt x="217998" y="59269"/>
                  <a:pt x="219588" y="60561"/>
                </a:cubicBezTo>
                <a:cubicBezTo>
                  <a:pt x="221211" y="61852"/>
                  <a:pt x="223430" y="62498"/>
                  <a:pt x="226245" y="62498"/>
                </a:cubicBezTo>
                <a:cubicBezTo>
                  <a:pt x="228564" y="62498"/>
                  <a:pt x="230468" y="61852"/>
                  <a:pt x="231959" y="60561"/>
                </a:cubicBezTo>
                <a:cubicBezTo>
                  <a:pt x="233449" y="59269"/>
                  <a:pt x="234559" y="57381"/>
                  <a:pt x="235287" y="54897"/>
                </a:cubicBezTo>
                <a:cubicBezTo>
                  <a:pt x="236049" y="52380"/>
                  <a:pt x="236430" y="49316"/>
                  <a:pt x="236430" y="45706"/>
                </a:cubicBezTo>
                <a:cubicBezTo>
                  <a:pt x="236430" y="40274"/>
                  <a:pt x="235585" y="36184"/>
                  <a:pt x="233896" y="33435"/>
                </a:cubicBezTo>
                <a:cubicBezTo>
                  <a:pt x="232207" y="30686"/>
                  <a:pt x="229590" y="29312"/>
                  <a:pt x="226047" y="29312"/>
                </a:cubicBezTo>
                <a:close/>
                <a:moveTo>
                  <a:pt x="256451" y="73776"/>
                </a:moveTo>
                <a:close/>
                <a:moveTo>
                  <a:pt x="315372" y="18233"/>
                </a:moveTo>
                <a:lnTo>
                  <a:pt x="315372" y="73776"/>
                </a:lnTo>
                <a:lnTo>
                  <a:pt x="303747" y="73776"/>
                </a:lnTo>
                <a:lnTo>
                  <a:pt x="301710" y="66671"/>
                </a:lnTo>
                <a:lnTo>
                  <a:pt x="300915" y="66671"/>
                </a:lnTo>
                <a:cubicBezTo>
                  <a:pt x="299723" y="68559"/>
                  <a:pt x="298232" y="70099"/>
                  <a:pt x="296444" y="71292"/>
                </a:cubicBezTo>
                <a:cubicBezTo>
                  <a:pt x="294655" y="72484"/>
                  <a:pt x="292685" y="73362"/>
                  <a:pt x="290532" y="73925"/>
                </a:cubicBezTo>
                <a:cubicBezTo>
                  <a:pt x="288379" y="74488"/>
                  <a:pt x="286144" y="74769"/>
                  <a:pt x="283825" y="74769"/>
                </a:cubicBezTo>
                <a:cubicBezTo>
                  <a:pt x="279851" y="74769"/>
                  <a:pt x="276390" y="74074"/>
                  <a:pt x="273442" y="72683"/>
                </a:cubicBezTo>
                <a:cubicBezTo>
                  <a:pt x="270494" y="71258"/>
                  <a:pt x="268192" y="69056"/>
                  <a:pt x="266536" y="66075"/>
                </a:cubicBezTo>
                <a:cubicBezTo>
                  <a:pt x="264913" y="63094"/>
                  <a:pt x="264102" y="59219"/>
                  <a:pt x="264102" y="54450"/>
                </a:cubicBezTo>
                <a:lnTo>
                  <a:pt x="264102" y="18233"/>
                </a:lnTo>
                <a:lnTo>
                  <a:pt x="279254" y="18233"/>
                </a:lnTo>
                <a:lnTo>
                  <a:pt x="279254" y="50674"/>
                </a:lnTo>
                <a:cubicBezTo>
                  <a:pt x="279254" y="54649"/>
                  <a:pt x="279967" y="57646"/>
                  <a:pt x="281391" y="59666"/>
                </a:cubicBezTo>
                <a:cubicBezTo>
                  <a:pt x="282815" y="61687"/>
                  <a:pt x="285084" y="62697"/>
                  <a:pt x="288197" y="62697"/>
                </a:cubicBezTo>
                <a:cubicBezTo>
                  <a:pt x="291277" y="62697"/>
                  <a:pt x="293695" y="62001"/>
                  <a:pt x="295450" y="60610"/>
                </a:cubicBezTo>
                <a:cubicBezTo>
                  <a:pt x="297206" y="59186"/>
                  <a:pt x="298431" y="57116"/>
                  <a:pt x="299127" y="54400"/>
                </a:cubicBezTo>
                <a:cubicBezTo>
                  <a:pt x="299855" y="51651"/>
                  <a:pt x="300220" y="48306"/>
                  <a:pt x="300220" y="44365"/>
                </a:cubicBezTo>
                <a:lnTo>
                  <a:pt x="300220" y="18233"/>
                </a:lnTo>
                <a:lnTo>
                  <a:pt x="315372" y="18233"/>
                </a:lnTo>
                <a:close/>
                <a:moveTo>
                  <a:pt x="323321" y="73776"/>
                </a:moveTo>
                <a:close/>
                <a:moveTo>
                  <a:pt x="354670" y="62697"/>
                </a:moveTo>
                <a:cubicBezTo>
                  <a:pt x="356326" y="62697"/>
                  <a:pt x="357932" y="62531"/>
                  <a:pt x="359489" y="62200"/>
                </a:cubicBezTo>
                <a:cubicBezTo>
                  <a:pt x="361078" y="61869"/>
                  <a:pt x="362652" y="61455"/>
                  <a:pt x="364208" y="60958"/>
                </a:cubicBezTo>
                <a:lnTo>
                  <a:pt x="364208" y="72236"/>
                </a:lnTo>
                <a:cubicBezTo>
                  <a:pt x="362585" y="72964"/>
                  <a:pt x="360565" y="73560"/>
                  <a:pt x="358147" y="74024"/>
                </a:cubicBezTo>
                <a:cubicBezTo>
                  <a:pt x="355763" y="74521"/>
                  <a:pt x="353146" y="74769"/>
                  <a:pt x="350298" y="74769"/>
                </a:cubicBezTo>
                <a:cubicBezTo>
                  <a:pt x="346986" y="74769"/>
                  <a:pt x="344005" y="74239"/>
                  <a:pt x="341355" y="73179"/>
                </a:cubicBezTo>
                <a:cubicBezTo>
                  <a:pt x="338739" y="72087"/>
                  <a:pt x="336669" y="70215"/>
                  <a:pt x="335145" y="67566"/>
                </a:cubicBezTo>
                <a:cubicBezTo>
                  <a:pt x="333655" y="64883"/>
                  <a:pt x="332910" y="61157"/>
                  <a:pt x="332910" y="56387"/>
                </a:cubicBezTo>
                <a:lnTo>
                  <a:pt x="332910" y="29610"/>
                </a:lnTo>
                <a:lnTo>
                  <a:pt x="325656" y="29610"/>
                </a:lnTo>
                <a:lnTo>
                  <a:pt x="325656" y="23201"/>
                </a:lnTo>
                <a:lnTo>
                  <a:pt x="334002" y="18133"/>
                </a:lnTo>
                <a:lnTo>
                  <a:pt x="338374" y="6409"/>
                </a:lnTo>
                <a:lnTo>
                  <a:pt x="348062" y="6409"/>
                </a:lnTo>
                <a:lnTo>
                  <a:pt x="348062" y="18233"/>
                </a:lnTo>
                <a:lnTo>
                  <a:pt x="363612" y="18233"/>
                </a:lnTo>
                <a:lnTo>
                  <a:pt x="363612" y="29610"/>
                </a:lnTo>
                <a:lnTo>
                  <a:pt x="348062" y="29610"/>
                </a:lnTo>
                <a:lnTo>
                  <a:pt x="348062" y="56387"/>
                </a:lnTo>
                <a:cubicBezTo>
                  <a:pt x="348062" y="58507"/>
                  <a:pt x="348658" y="60097"/>
                  <a:pt x="349851" y="61157"/>
                </a:cubicBezTo>
                <a:cubicBezTo>
                  <a:pt x="351076" y="62184"/>
                  <a:pt x="352682" y="62697"/>
                  <a:pt x="354670" y="626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FB88B9-FDBF-4ED2-AC75-4AD4B353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030" y="3142719"/>
            <a:ext cx="364208" cy="98218"/>
          </a:xfrm>
          <a:custGeom xmlns:a="http://schemas.openxmlformats.org/drawingml/2006/main">
            <a:pathLst>
              <a:path w="364208" h="98218">
                <a:moveTo>
                  <a:pt x="0" y="73776"/>
                </a:moveTo>
                <a:close/>
                <a:moveTo>
                  <a:pt x="75067" y="37360"/>
                </a:moveTo>
                <a:cubicBezTo>
                  <a:pt x="75067" y="42957"/>
                  <a:pt x="74372" y="48058"/>
                  <a:pt x="72981" y="52661"/>
                </a:cubicBezTo>
                <a:cubicBezTo>
                  <a:pt x="71590" y="57232"/>
                  <a:pt x="69470" y="61173"/>
                  <a:pt x="66622" y="64485"/>
                </a:cubicBezTo>
                <a:cubicBezTo>
                  <a:pt x="63806" y="67797"/>
                  <a:pt x="60229" y="70348"/>
                  <a:pt x="55891" y="72136"/>
                </a:cubicBezTo>
                <a:cubicBezTo>
                  <a:pt x="51552" y="73892"/>
                  <a:pt x="46418" y="74769"/>
                  <a:pt x="40490" y="74769"/>
                </a:cubicBezTo>
                <a:cubicBezTo>
                  <a:pt x="34561" y="74769"/>
                  <a:pt x="29427" y="73892"/>
                  <a:pt x="25089" y="72136"/>
                </a:cubicBezTo>
                <a:cubicBezTo>
                  <a:pt x="20750" y="70348"/>
                  <a:pt x="17156" y="67797"/>
                  <a:pt x="14308" y="64485"/>
                </a:cubicBezTo>
                <a:cubicBezTo>
                  <a:pt x="11493" y="61173"/>
                  <a:pt x="9390" y="57215"/>
                  <a:pt x="7999" y="52612"/>
                </a:cubicBezTo>
                <a:cubicBezTo>
                  <a:pt x="6608" y="48008"/>
                  <a:pt x="5912" y="42891"/>
                  <a:pt x="5912" y="37260"/>
                </a:cubicBezTo>
                <a:cubicBezTo>
                  <a:pt x="5912" y="29742"/>
                  <a:pt x="7137" y="23201"/>
                  <a:pt x="9588" y="17637"/>
                </a:cubicBezTo>
                <a:cubicBezTo>
                  <a:pt x="12072" y="12039"/>
                  <a:pt x="15881" y="7700"/>
                  <a:pt x="21015" y="4620"/>
                </a:cubicBezTo>
                <a:cubicBezTo>
                  <a:pt x="26149" y="1540"/>
                  <a:pt x="32673" y="0"/>
                  <a:pt x="40589" y="0"/>
                </a:cubicBezTo>
                <a:cubicBezTo>
                  <a:pt x="48472" y="0"/>
                  <a:pt x="54947" y="1540"/>
                  <a:pt x="60014" y="4620"/>
                </a:cubicBezTo>
                <a:cubicBezTo>
                  <a:pt x="65115" y="7700"/>
                  <a:pt x="68890" y="12039"/>
                  <a:pt x="71341" y="17637"/>
                </a:cubicBezTo>
                <a:cubicBezTo>
                  <a:pt x="73825" y="23234"/>
                  <a:pt x="75067" y="29808"/>
                  <a:pt x="75067" y="37360"/>
                </a:cubicBezTo>
                <a:close/>
                <a:moveTo>
                  <a:pt x="22058" y="37360"/>
                </a:moveTo>
                <a:cubicBezTo>
                  <a:pt x="22058" y="42427"/>
                  <a:pt x="22687" y="46799"/>
                  <a:pt x="23946" y="50475"/>
                </a:cubicBezTo>
                <a:cubicBezTo>
                  <a:pt x="25238" y="54119"/>
                  <a:pt x="27242" y="56934"/>
                  <a:pt x="29957" y="58921"/>
                </a:cubicBezTo>
                <a:cubicBezTo>
                  <a:pt x="32673" y="60875"/>
                  <a:pt x="36184" y="61852"/>
                  <a:pt x="40490" y="61852"/>
                </a:cubicBezTo>
                <a:cubicBezTo>
                  <a:pt x="44862" y="61852"/>
                  <a:pt x="48405" y="60875"/>
                  <a:pt x="51121" y="58921"/>
                </a:cubicBezTo>
                <a:cubicBezTo>
                  <a:pt x="53837" y="56934"/>
                  <a:pt x="55808" y="54119"/>
                  <a:pt x="57033" y="50475"/>
                </a:cubicBezTo>
                <a:cubicBezTo>
                  <a:pt x="58292" y="46799"/>
                  <a:pt x="58921" y="42427"/>
                  <a:pt x="58921" y="37360"/>
                </a:cubicBezTo>
                <a:cubicBezTo>
                  <a:pt x="58921" y="29742"/>
                  <a:pt x="57497" y="23747"/>
                  <a:pt x="54649" y="19375"/>
                </a:cubicBezTo>
                <a:cubicBezTo>
                  <a:pt x="51800" y="15004"/>
                  <a:pt x="47114" y="12818"/>
                  <a:pt x="40589" y="12818"/>
                </a:cubicBezTo>
                <a:cubicBezTo>
                  <a:pt x="36250" y="12818"/>
                  <a:pt x="32706" y="13811"/>
                  <a:pt x="29957" y="15798"/>
                </a:cubicBezTo>
                <a:cubicBezTo>
                  <a:pt x="27242" y="17753"/>
                  <a:pt x="25238" y="20568"/>
                  <a:pt x="23946" y="24244"/>
                </a:cubicBezTo>
                <a:cubicBezTo>
                  <a:pt x="22687" y="27887"/>
                  <a:pt x="22058" y="32259"/>
                  <a:pt x="22058" y="37360"/>
                </a:cubicBezTo>
                <a:close/>
                <a:moveTo>
                  <a:pt x="80979" y="73776"/>
                </a:moveTo>
                <a:close/>
                <a:moveTo>
                  <a:pt x="139900" y="18233"/>
                </a:moveTo>
                <a:lnTo>
                  <a:pt x="139900" y="73776"/>
                </a:lnTo>
                <a:lnTo>
                  <a:pt x="128275" y="73776"/>
                </a:lnTo>
                <a:lnTo>
                  <a:pt x="126238" y="66671"/>
                </a:lnTo>
                <a:lnTo>
                  <a:pt x="125443" y="66671"/>
                </a:lnTo>
                <a:cubicBezTo>
                  <a:pt x="124251" y="68559"/>
                  <a:pt x="122761" y="70099"/>
                  <a:pt x="120972" y="71292"/>
                </a:cubicBezTo>
                <a:cubicBezTo>
                  <a:pt x="119184" y="72484"/>
                  <a:pt x="117213" y="73362"/>
                  <a:pt x="115060" y="73925"/>
                </a:cubicBezTo>
                <a:cubicBezTo>
                  <a:pt x="112907" y="74488"/>
                  <a:pt x="110672" y="74769"/>
                  <a:pt x="108353" y="74769"/>
                </a:cubicBezTo>
                <a:cubicBezTo>
                  <a:pt x="104379" y="74769"/>
                  <a:pt x="100918" y="74074"/>
                  <a:pt x="97970" y="72683"/>
                </a:cubicBezTo>
                <a:cubicBezTo>
                  <a:pt x="95022" y="71258"/>
                  <a:pt x="92721" y="69056"/>
                  <a:pt x="91064" y="66075"/>
                </a:cubicBezTo>
                <a:cubicBezTo>
                  <a:pt x="89442" y="63094"/>
                  <a:pt x="88630" y="59219"/>
                  <a:pt x="88630" y="54450"/>
                </a:cubicBezTo>
                <a:lnTo>
                  <a:pt x="88630" y="18233"/>
                </a:lnTo>
                <a:lnTo>
                  <a:pt x="103783" y="18233"/>
                </a:lnTo>
                <a:lnTo>
                  <a:pt x="103783" y="50674"/>
                </a:lnTo>
                <a:cubicBezTo>
                  <a:pt x="103783" y="54649"/>
                  <a:pt x="104495" y="57646"/>
                  <a:pt x="105919" y="59666"/>
                </a:cubicBezTo>
                <a:cubicBezTo>
                  <a:pt x="107343" y="61687"/>
                  <a:pt x="109612" y="62697"/>
                  <a:pt x="112725" y="62697"/>
                </a:cubicBezTo>
                <a:cubicBezTo>
                  <a:pt x="115805" y="62697"/>
                  <a:pt x="118223" y="62001"/>
                  <a:pt x="119979" y="60610"/>
                </a:cubicBezTo>
                <a:cubicBezTo>
                  <a:pt x="121734" y="59186"/>
                  <a:pt x="122959" y="57116"/>
                  <a:pt x="123655" y="54400"/>
                </a:cubicBezTo>
                <a:cubicBezTo>
                  <a:pt x="124384" y="51651"/>
                  <a:pt x="124748" y="48306"/>
                  <a:pt x="124748" y="44365"/>
                </a:cubicBezTo>
                <a:lnTo>
                  <a:pt x="124748" y="18233"/>
                </a:lnTo>
                <a:lnTo>
                  <a:pt x="139900" y="18233"/>
                </a:lnTo>
                <a:close/>
                <a:moveTo>
                  <a:pt x="147849" y="73776"/>
                </a:moveTo>
                <a:close/>
                <a:moveTo>
                  <a:pt x="179198" y="62697"/>
                </a:moveTo>
                <a:cubicBezTo>
                  <a:pt x="180854" y="62697"/>
                  <a:pt x="182460" y="62531"/>
                  <a:pt x="184017" y="62200"/>
                </a:cubicBezTo>
                <a:cubicBezTo>
                  <a:pt x="185607" y="61869"/>
                  <a:pt x="187180" y="61455"/>
                  <a:pt x="188736" y="60958"/>
                </a:cubicBezTo>
                <a:lnTo>
                  <a:pt x="188736" y="72236"/>
                </a:lnTo>
                <a:cubicBezTo>
                  <a:pt x="187114" y="72964"/>
                  <a:pt x="185093" y="73560"/>
                  <a:pt x="182675" y="74024"/>
                </a:cubicBezTo>
                <a:cubicBezTo>
                  <a:pt x="180291" y="74521"/>
                  <a:pt x="177674" y="74769"/>
                  <a:pt x="174826" y="74769"/>
                </a:cubicBezTo>
                <a:cubicBezTo>
                  <a:pt x="171514" y="74769"/>
                  <a:pt x="168533" y="74239"/>
                  <a:pt x="165883" y="73179"/>
                </a:cubicBezTo>
                <a:cubicBezTo>
                  <a:pt x="163267" y="72087"/>
                  <a:pt x="161197" y="70215"/>
                  <a:pt x="159673" y="67566"/>
                </a:cubicBezTo>
                <a:cubicBezTo>
                  <a:pt x="158183" y="64883"/>
                  <a:pt x="157438" y="61157"/>
                  <a:pt x="157438" y="56387"/>
                </a:cubicBezTo>
                <a:lnTo>
                  <a:pt x="157438" y="29610"/>
                </a:lnTo>
                <a:lnTo>
                  <a:pt x="150184" y="29610"/>
                </a:lnTo>
                <a:lnTo>
                  <a:pt x="150184" y="23201"/>
                </a:lnTo>
                <a:lnTo>
                  <a:pt x="158531" y="18133"/>
                </a:lnTo>
                <a:lnTo>
                  <a:pt x="162903" y="6409"/>
                </a:lnTo>
                <a:lnTo>
                  <a:pt x="172590" y="6409"/>
                </a:lnTo>
                <a:lnTo>
                  <a:pt x="172590" y="18233"/>
                </a:lnTo>
                <a:lnTo>
                  <a:pt x="188140" y="18233"/>
                </a:lnTo>
                <a:lnTo>
                  <a:pt x="188140" y="29610"/>
                </a:lnTo>
                <a:lnTo>
                  <a:pt x="172590" y="29610"/>
                </a:lnTo>
                <a:lnTo>
                  <a:pt x="172590" y="56387"/>
                </a:lnTo>
                <a:cubicBezTo>
                  <a:pt x="172590" y="58507"/>
                  <a:pt x="173186" y="60097"/>
                  <a:pt x="174379" y="61157"/>
                </a:cubicBezTo>
                <a:cubicBezTo>
                  <a:pt x="175604" y="62184"/>
                  <a:pt x="177211" y="62697"/>
                  <a:pt x="179198" y="62697"/>
                </a:cubicBezTo>
                <a:close/>
                <a:moveTo>
                  <a:pt x="192065" y="73776"/>
                </a:moveTo>
                <a:close/>
                <a:moveTo>
                  <a:pt x="230915" y="17189"/>
                </a:moveTo>
                <a:cubicBezTo>
                  <a:pt x="237175" y="17189"/>
                  <a:pt x="242226" y="19624"/>
                  <a:pt x="246068" y="24493"/>
                </a:cubicBezTo>
                <a:cubicBezTo>
                  <a:pt x="249943" y="29361"/>
                  <a:pt x="251880" y="36499"/>
                  <a:pt x="251880" y="45905"/>
                </a:cubicBezTo>
                <a:cubicBezTo>
                  <a:pt x="251880" y="52198"/>
                  <a:pt x="250970" y="57497"/>
                  <a:pt x="249148" y="61803"/>
                </a:cubicBezTo>
                <a:cubicBezTo>
                  <a:pt x="247326" y="66075"/>
                  <a:pt x="244809" y="69304"/>
                  <a:pt x="241597" y="71490"/>
                </a:cubicBezTo>
                <a:cubicBezTo>
                  <a:pt x="238384" y="73676"/>
                  <a:pt x="234691" y="74769"/>
                  <a:pt x="230518" y="74769"/>
                </a:cubicBezTo>
                <a:cubicBezTo>
                  <a:pt x="227835" y="74769"/>
                  <a:pt x="225533" y="74438"/>
                  <a:pt x="223612" y="73776"/>
                </a:cubicBezTo>
                <a:cubicBezTo>
                  <a:pt x="221691" y="73080"/>
                  <a:pt x="220052" y="72202"/>
                  <a:pt x="218694" y="71143"/>
                </a:cubicBezTo>
                <a:cubicBezTo>
                  <a:pt x="217336" y="70050"/>
                  <a:pt x="216160" y="68890"/>
                  <a:pt x="215167" y="67665"/>
                </a:cubicBezTo>
                <a:lnTo>
                  <a:pt x="214372" y="67665"/>
                </a:lnTo>
                <a:cubicBezTo>
                  <a:pt x="214637" y="68990"/>
                  <a:pt x="214835" y="70348"/>
                  <a:pt x="214968" y="71739"/>
                </a:cubicBezTo>
                <a:cubicBezTo>
                  <a:pt x="215100" y="73130"/>
                  <a:pt x="215167" y="74488"/>
                  <a:pt x="215167" y="75813"/>
                </a:cubicBezTo>
                <a:lnTo>
                  <a:pt x="215167" y="98218"/>
                </a:lnTo>
                <a:lnTo>
                  <a:pt x="200014" y="98218"/>
                </a:lnTo>
                <a:lnTo>
                  <a:pt x="200014" y="18233"/>
                </a:lnTo>
                <a:lnTo>
                  <a:pt x="212335" y="18233"/>
                </a:lnTo>
                <a:lnTo>
                  <a:pt x="214471" y="25436"/>
                </a:lnTo>
                <a:lnTo>
                  <a:pt x="215167" y="25436"/>
                </a:lnTo>
                <a:cubicBezTo>
                  <a:pt x="216160" y="23946"/>
                  <a:pt x="217369" y="22572"/>
                  <a:pt x="218793" y="21313"/>
                </a:cubicBezTo>
                <a:cubicBezTo>
                  <a:pt x="220217" y="20054"/>
                  <a:pt x="221923" y="19061"/>
                  <a:pt x="223910" y="18332"/>
                </a:cubicBezTo>
                <a:cubicBezTo>
                  <a:pt x="225931" y="17570"/>
                  <a:pt x="228266" y="17189"/>
                  <a:pt x="230915" y="17189"/>
                </a:cubicBezTo>
                <a:close/>
                <a:moveTo>
                  <a:pt x="226047" y="29312"/>
                </a:moveTo>
                <a:cubicBezTo>
                  <a:pt x="223397" y="29312"/>
                  <a:pt x="221294" y="29858"/>
                  <a:pt x="219737" y="30951"/>
                </a:cubicBezTo>
                <a:cubicBezTo>
                  <a:pt x="218180" y="32044"/>
                  <a:pt x="217038" y="33683"/>
                  <a:pt x="216309" y="35869"/>
                </a:cubicBezTo>
                <a:cubicBezTo>
                  <a:pt x="215614" y="38055"/>
                  <a:pt x="215233" y="40821"/>
                  <a:pt x="215167" y="44166"/>
                </a:cubicBezTo>
                <a:lnTo>
                  <a:pt x="215167" y="45805"/>
                </a:lnTo>
                <a:cubicBezTo>
                  <a:pt x="215167" y="49382"/>
                  <a:pt x="215498" y="52413"/>
                  <a:pt x="216160" y="54897"/>
                </a:cubicBezTo>
                <a:cubicBezTo>
                  <a:pt x="216856" y="57381"/>
                  <a:pt x="217998" y="59269"/>
                  <a:pt x="219588" y="60561"/>
                </a:cubicBezTo>
                <a:cubicBezTo>
                  <a:pt x="221211" y="61852"/>
                  <a:pt x="223430" y="62498"/>
                  <a:pt x="226245" y="62498"/>
                </a:cubicBezTo>
                <a:cubicBezTo>
                  <a:pt x="228564" y="62498"/>
                  <a:pt x="230468" y="61852"/>
                  <a:pt x="231959" y="60561"/>
                </a:cubicBezTo>
                <a:cubicBezTo>
                  <a:pt x="233449" y="59269"/>
                  <a:pt x="234559" y="57381"/>
                  <a:pt x="235287" y="54897"/>
                </a:cubicBezTo>
                <a:cubicBezTo>
                  <a:pt x="236049" y="52380"/>
                  <a:pt x="236430" y="49316"/>
                  <a:pt x="236430" y="45706"/>
                </a:cubicBezTo>
                <a:cubicBezTo>
                  <a:pt x="236430" y="40274"/>
                  <a:pt x="235585" y="36184"/>
                  <a:pt x="233896" y="33435"/>
                </a:cubicBezTo>
                <a:cubicBezTo>
                  <a:pt x="232207" y="30686"/>
                  <a:pt x="229590" y="29312"/>
                  <a:pt x="226047" y="29312"/>
                </a:cubicBezTo>
                <a:close/>
                <a:moveTo>
                  <a:pt x="256451" y="73776"/>
                </a:moveTo>
                <a:close/>
                <a:moveTo>
                  <a:pt x="315372" y="18233"/>
                </a:moveTo>
                <a:lnTo>
                  <a:pt x="315372" y="73776"/>
                </a:lnTo>
                <a:lnTo>
                  <a:pt x="303747" y="73776"/>
                </a:lnTo>
                <a:lnTo>
                  <a:pt x="301710" y="66671"/>
                </a:lnTo>
                <a:lnTo>
                  <a:pt x="300915" y="66671"/>
                </a:lnTo>
                <a:cubicBezTo>
                  <a:pt x="299723" y="68559"/>
                  <a:pt x="298232" y="70099"/>
                  <a:pt x="296444" y="71292"/>
                </a:cubicBezTo>
                <a:cubicBezTo>
                  <a:pt x="294655" y="72484"/>
                  <a:pt x="292685" y="73362"/>
                  <a:pt x="290532" y="73925"/>
                </a:cubicBezTo>
                <a:cubicBezTo>
                  <a:pt x="288379" y="74488"/>
                  <a:pt x="286144" y="74769"/>
                  <a:pt x="283825" y="74769"/>
                </a:cubicBezTo>
                <a:cubicBezTo>
                  <a:pt x="279851" y="74769"/>
                  <a:pt x="276390" y="74074"/>
                  <a:pt x="273442" y="72683"/>
                </a:cubicBezTo>
                <a:cubicBezTo>
                  <a:pt x="270494" y="71258"/>
                  <a:pt x="268192" y="69056"/>
                  <a:pt x="266536" y="66075"/>
                </a:cubicBezTo>
                <a:cubicBezTo>
                  <a:pt x="264913" y="63094"/>
                  <a:pt x="264102" y="59219"/>
                  <a:pt x="264102" y="54450"/>
                </a:cubicBezTo>
                <a:lnTo>
                  <a:pt x="264102" y="18233"/>
                </a:lnTo>
                <a:lnTo>
                  <a:pt x="279254" y="18233"/>
                </a:lnTo>
                <a:lnTo>
                  <a:pt x="279254" y="50674"/>
                </a:lnTo>
                <a:cubicBezTo>
                  <a:pt x="279254" y="54649"/>
                  <a:pt x="279967" y="57646"/>
                  <a:pt x="281391" y="59666"/>
                </a:cubicBezTo>
                <a:cubicBezTo>
                  <a:pt x="282815" y="61687"/>
                  <a:pt x="285084" y="62697"/>
                  <a:pt x="288197" y="62697"/>
                </a:cubicBezTo>
                <a:cubicBezTo>
                  <a:pt x="291277" y="62697"/>
                  <a:pt x="293695" y="62001"/>
                  <a:pt x="295450" y="60610"/>
                </a:cubicBezTo>
                <a:cubicBezTo>
                  <a:pt x="297206" y="59186"/>
                  <a:pt x="298431" y="57116"/>
                  <a:pt x="299127" y="54400"/>
                </a:cubicBezTo>
                <a:cubicBezTo>
                  <a:pt x="299855" y="51651"/>
                  <a:pt x="300220" y="48306"/>
                  <a:pt x="300220" y="44365"/>
                </a:cubicBezTo>
                <a:lnTo>
                  <a:pt x="300220" y="18233"/>
                </a:lnTo>
                <a:lnTo>
                  <a:pt x="315372" y="18233"/>
                </a:lnTo>
                <a:close/>
                <a:moveTo>
                  <a:pt x="323321" y="73776"/>
                </a:moveTo>
                <a:close/>
                <a:moveTo>
                  <a:pt x="354670" y="62697"/>
                </a:moveTo>
                <a:cubicBezTo>
                  <a:pt x="356326" y="62697"/>
                  <a:pt x="357932" y="62531"/>
                  <a:pt x="359489" y="62200"/>
                </a:cubicBezTo>
                <a:cubicBezTo>
                  <a:pt x="361078" y="61869"/>
                  <a:pt x="362652" y="61455"/>
                  <a:pt x="364208" y="60958"/>
                </a:cubicBezTo>
                <a:lnTo>
                  <a:pt x="364208" y="72236"/>
                </a:lnTo>
                <a:cubicBezTo>
                  <a:pt x="362585" y="72964"/>
                  <a:pt x="360565" y="73560"/>
                  <a:pt x="358147" y="74024"/>
                </a:cubicBezTo>
                <a:cubicBezTo>
                  <a:pt x="355763" y="74521"/>
                  <a:pt x="353146" y="74769"/>
                  <a:pt x="350298" y="74769"/>
                </a:cubicBezTo>
                <a:cubicBezTo>
                  <a:pt x="346986" y="74769"/>
                  <a:pt x="344005" y="74239"/>
                  <a:pt x="341355" y="73179"/>
                </a:cubicBezTo>
                <a:cubicBezTo>
                  <a:pt x="338739" y="72087"/>
                  <a:pt x="336669" y="70215"/>
                  <a:pt x="335145" y="67566"/>
                </a:cubicBezTo>
                <a:cubicBezTo>
                  <a:pt x="333655" y="64883"/>
                  <a:pt x="332910" y="61157"/>
                  <a:pt x="332910" y="56387"/>
                </a:cubicBezTo>
                <a:lnTo>
                  <a:pt x="332910" y="29610"/>
                </a:lnTo>
                <a:lnTo>
                  <a:pt x="325656" y="29610"/>
                </a:lnTo>
                <a:lnTo>
                  <a:pt x="325656" y="23201"/>
                </a:lnTo>
                <a:lnTo>
                  <a:pt x="334002" y="18133"/>
                </a:lnTo>
                <a:lnTo>
                  <a:pt x="338374" y="6409"/>
                </a:lnTo>
                <a:lnTo>
                  <a:pt x="348062" y="6409"/>
                </a:lnTo>
                <a:lnTo>
                  <a:pt x="348062" y="18233"/>
                </a:lnTo>
                <a:lnTo>
                  <a:pt x="363612" y="18233"/>
                </a:lnTo>
                <a:lnTo>
                  <a:pt x="363612" y="29610"/>
                </a:lnTo>
                <a:lnTo>
                  <a:pt x="348062" y="29610"/>
                </a:lnTo>
                <a:lnTo>
                  <a:pt x="348062" y="56387"/>
                </a:lnTo>
                <a:cubicBezTo>
                  <a:pt x="348062" y="58507"/>
                  <a:pt x="348658" y="60097"/>
                  <a:pt x="349851" y="61157"/>
                </a:cubicBezTo>
                <a:cubicBezTo>
                  <a:pt x="351076" y="62184"/>
                  <a:pt x="352682" y="62697"/>
                  <a:pt x="354670" y="626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720457-019B-433D-A93A-264C9ED1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663" y="3057517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AFACE2-F5F6-4951-9ACD-8AC2BC1F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124" y="304797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834A27-6A58-43E6-AAE4-4150E7C4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9766" y="3057517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09C06A-7CB8-4FB8-9F58-1042AF4D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0228" y="304797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EC343E-1CF6-479E-9262-A3360EF6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301" y="3057517"/>
            <a:ext cx="190773" cy="190773"/>
          </a:xfrm>
          <a:custGeom xmlns:a="http://schemas.openxmlformats.org/drawingml/2006/main">
            <a:pathLst>
              <a:path w="190773" h="190773">
                <a:moveTo>
                  <a:pt x="0" y="0"/>
                </a:moveTo>
                <a:lnTo>
                  <a:pt x="190773" y="0"/>
                </a:lnTo>
                <a:lnTo>
                  <a:pt x="190773" y="190773"/>
                </a:lnTo>
                <a:lnTo>
                  <a:pt x="0" y="1907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60E344-D1B4-47C7-B011-99A6091D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7762" y="3047978"/>
            <a:ext cx="209851" cy="209851"/>
          </a:xfrm>
          <a:custGeom xmlns:a="http://schemas.openxmlformats.org/drawingml/2006/main">
            <a:pathLst>
              <a:path w="209851" h="209851">
                <a:moveTo>
                  <a:pt x="0" y="200312"/>
                </a:moveTo>
                <a:lnTo>
                  <a:pt x="0" y="209851"/>
                </a:lnTo>
                <a:lnTo>
                  <a:pt x="9539" y="209851"/>
                </a:lnTo>
                <a:lnTo>
                  <a:pt x="200312" y="209851"/>
                </a:lnTo>
                <a:lnTo>
                  <a:pt x="209851" y="209851"/>
                </a:lnTo>
                <a:lnTo>
                  <a:pt x="209851" y="200312"/>
                </a:lnTo>
                <a:lnTo>
                  <a:pt x="209851" y="9539"/>
                </a:lnTo>
                <a:lnTo>
                  <a:pt x="209851" y="0"/>
                </a:lnTo>
                <a:lnTo>
                  <a:pt x="200312" y="0"/>
                </a:lnTo>
                <a:lnTo>
                  <a:pt x="9539" y="0"/>
                </a:lnTo>
                <a:lnTo>
                  <a:pt x="0" y="0"/>
                </a:lnTo>
                <a:lnTo>
                  <a:pt x="0" y="9539"/>
                </a:lnTo>
                <a:lnTo>
                  <a:pt x="0" y="200312"/>
                </a:lnTo>
                <a:close/>
                <a:moveTo>
                  <a:pt x="19077" y="19077"/>
                </a:moveTo>
                <a:lnTo>
                  <a:pt x="190773" y="19077"/>
                </a:lnTo>
                <a:lnTo>
                  <a:pt x="190773" y="190773"/>
                </a:lnTo>
                <a:lnTo>
                  <a:pt x="19077" y="190773"/>
                </a:lnTo>
                <a:lnTo>
                  <a:pt x="19077" y="19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C0DFD1-9FE1-458F-AE97-287F29D4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415" y="1465793"/>
            <a:ext cx="127864" cy="35676"/>
          </a:xfrm>
          <a:custGeom xmlns:a="http://schemas.openxmlformats.org/drawingml/2006/main">
            <a:pathLst>
              <a:path w="127864" h="35676">
                <a:moveTo>
                  <a:pt x="0" y="22367"/>
                </a:moveTo>
                <a:close/>
                <a:moveTo>
                  <a:pt x="10104" y="12188"/>
                </a:moveTo>
                <a:cubicBezTo>
                  <a:pt x="10571" y="7346"/>
                  <a:pt x="12212" y="4073"/>
                  <a:pt x="15027" y="2368"/>
                </a:cubicBezTo>
                <a:cubicBezTo>
                  <a:pt x="17894" y="669"/>
                  <a:pt x="21208" y="0"/>
                  <a:pt x="24968" y="362"/>
                </a:cubicBezTo>
                <a:cubicBezTo>
                  <a:pt x="28626" y="714"/>
                  <a:pt x="31674" y="1996"/>
                  <a:pt x="34112" y="4206"/>
                </a:cubicBezTo>
                <a:cubicBezTo>
                  <a:pt x="36603" y="6421"/>
                  <a:pt x="37615" y="9950"/>
                  <a:pt x="37148" y="14792"/>
                </a:cubicBezTo>
                <a:cubicBezTo>
                  <a:pt x="36702" y="19428"/>
                  <a:pt x="35040" y="22648"/>
                  <a:pt x="32163" y="24450"/>
                </a:cubicBezTo>
                <a:cubicBezTo>
                  <a:pt x="29338" y="26258"/>
                  <a:pt x="26096" y="26986"/>
                  <a:pt x="22439" y="26633"/>
                </a:cubicBezTo>
                <a:cubicBezTo>
                  <a:pt x="18678" y="26271"/>
                  <a:pt x="15558" y="24931"/>
                  <a:pt x="13078" y="22613"/>
                </a:cubicBezTo>
                <a:cubicBezTo>
                  <a:pt x="10649" y="20299"/>
                  <a:pt x="9658" y="16824"/>
                  <a:pt x="10104" y="12188"/>
                </a:cubicBezTo>
                <a:close/>
                <a:moveTo>
                  <a:pt x="45125" y="26712"/>
                </a:moveTo>
                <a:close/>
                <a:moveTo>
                  <a:pt x="55229" y="16533"/>
                </a:moveTo>
                <a:cubicBezTo>
                  <a:pt x="55695" y="11691"/>
                  <a:pt x="57336" y="8418"/>
                  <a:pt x="60152" y="6713"/>
                </a:cubicBezTo>
                <a:cubicBezTo>
                  <a:pt x="63019" y="5014"/>
                  <a:pt x="66333" y="4345"/>
                  <a:pt x="70093" y="4707"/>
                </a:cubicBezTo>
                <a:cubicBezTo>
                  <a:pt x="73751" y="5059"/>
                  <a:pt x="76799" y="6341"/>
                  <a:pt x="79237" y="8551"/>
                </a:cubicBezTo>
                <a:cubicBezTo>
                  <a:pt x="81727" y="10766"/>
                  <a:pt x="82739" y="14295"/>
                  <a:pt x="82273" y="19137"/>
                </a:cubicBezTo>
                <a:cubicBezTo>
                  <a:pt x="81827" y="23773"/>
                  <a:pt x="80165" y="26993"/>
                  <a:pt x="77288" y="28795"/>
                </a:cubicBezTo>
                <a:cubicBezTo>
                  <a:pt x="74462" y="30603"/>
                  <a:pt x="71221" y="31331"/>
                  <a:pt x="67564" y="30978"/>
                </a:cubicBezTo>
                <a:cubicBezTo>
                  <a:pt x="63803" y="30616"/>
                  <a:pt x="60683" y="29276"/>
                  <a:pt x="58203" y="26958"/>
                </a:cubicBezTo>
                <a:cubicBezTo>
                  <a:pt x="55774" y="24644"/>
                  <a:pt x="54783" y="21169"/>
                  <a:pt x="55229" y="16533"/>
                </a:cubicBezTo>
                <a:close/>
                <a:moveTo>
                  <a:pt x="90250" y="31057"/>
                </a:moveTo>
                <a:close/>
                <a:moveTo>
                  <a:pt x="100354" y="20878"/>
                </a:moveTo>
                <a:cubicBezTo>
                  <a:pt x="100820" y="16036"/>
                  <a:pt x="102461" y="12763"/>
                  <a:pt x="105277" y="11058"/>
                </a:cubicBezTo>
                <a:cubicBezTo>
                  <a:pt x="108144" y="9359"/>
                  <a:pt x="111458" y="8690"/>
                  <a:pt x="115218" y="9052"/>
                </a:cubicBezTo>
                <a:cubicBezTo>
                  <a:pt x="118875" y="9404"/>
                  <a:pt x="121923" y="10686"/>
                  <a:pt x="124362" y="12896"/>
                </a:cubicBezTo>
                <a:cubicBezTo>
                  <a:pt x="126852" y="15111"/>
                  <a:pt x="127864" y="18640"/>
                  <a:pt x="127398" y="23482"/>
                </a:cubicBezTo>
                <a:cubicBezTo>
                  <a:pt x="126952" y="28118"/>
                  <a:pt x="125290" y="31338"/>
                  <a:pt x="122413" y="33140"/>
                </a:cubicBezTo>
                <a:cubicBezTo>
                  <a:pt x="119587" y="34948"/>
                  <a:pt x="116346" y="35676"/>
                  <a:pt x="112688" y="35323"/>
                </a:cubicBezTo>
                <a:cubicBezTo>
                  <a:pt x="108928" y="34961"/>
                  <a:pt x="105808" y="33621"/>
                  <a:pt x="103327" y="31303"/>
                </a:cubicBezTo>
                <a:cubicBezTo>
                  <a:pt x="100899" y="28989"/>
                  <a:pt x="99908" y="25514"/>
                  <a:pt x="100354" y="20878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36000"/>
            </a:srgbClr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8658709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2026-09-05T14:29:12.5130000Z</dcterms:created>
  <dcterms:modified xsi:type="dcterms:W3CDTF">2026-09-05T14:29:12.5130000Z</dcterms:modified>
</coreProperties>
</file>